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comments/modernComment_183_5DD0376.xml" ContentType="application/vnd.ms-powerpoint.comments+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98"/>
  </p:notesMasterIdLst>
  <p:sldIdLst>
    <p:sldId id="298" r:id="rId2"/>
    <p:sldId id="427" r:id="rId3"/>
    <p:sldId id="394" r:id="rId4"/>
    <p:sldId id="393" r:id="rId5"/>
    <p:sldId id="396" r:id="rId6"/>
    <p:sldId id="401" r:id="rId7"/>
    <p:sldId id="553" r:id="rId8"/>
    <p:sldId id="554" r:id="rId9"/>
    <p:sldId id="579" r:id="rId10"/>
    <p:sldId id="548" r:id="rId11"/>
    <p:sldId id="551" r:id="rId12"/>
    <p:sldId id="552" r:id="rId13"/>
    <p:sldId id="395" r:id="rId14"/>
    <p:sldId id="428" r:id="rId15"/>
    <p:sldId id="463" r:id="rId16"/>
    <p:sldId id="465" r:id="rId17"/>
    <p:sldId id="464" r:id="rId18"/>
    <p:sldId id="406" r:id="rId19"/>
    <p:sldId id="407" r:id="rId20"/>
    <p:sldId id="404" r:id="rId21"/>
    <p:sldId id="408" r:id="rId22"/>
    <p:sldId id="493" r:id="rId23"/>
    <p:sldId id="494" r:id="rId24"/>
    <p:sldId id="495" r:id="rId25"/>
    <p:sldId id="468" r:id="rId26"/>
    <p:sldId id="415" r:id="rId27"/>
    <p:sldId id="441" r:id="rId28"/>
    <p:sldId id="459" r:id="rId29"/>
    <p:sldId id="467" r:id="rId30"/>
    <p:sldId id="446" r:id="rId31"/>
    <p:sldId id="503" r:id="rId32"/>
    <p:sldId id="504" r:id="rId33"/>
    <p:sldId id="420" r:id="rId34"/>
    <p:sldId id="419" r:id="rId35"/>
    <p:sldId id="353" r:id="rId36"/>
    <p:sldId id="429" r:id="rId37"/>
    <p:sldId id="430" r:id="rId38"/>
    <p:sldId id="471" r:id="rId39"/>
    <p:sldId id="432" r:id="rId40"/>
    <p:sldId id="506" r:id="rId41"/>
    <p:sldId id="433" r:id="rId42"/>
    <p:sldId id="437" r:id="rId43"/>
    <p:sldId id="580" r:id="rId44"/>
    <p:sldId id="449" r:id="rId45"/>
    <p:sldId id="382" r:id="rId46"/>
    <p:sldId id="585" r:id="rId47"/>
    <p:sldId id="452" r:id="rId48"/>
    <p:sldId id="451" r:id="rId49"/>
    <p:sldId id="359" r:id="rId50"/>
    <p:sldId id="453" r:id="rId51"/>
    <p:sldId id="376" r:id="rId52"/>
    <p:sldId id="455" r:id="rId53"/>
    <p:sldId id="456" r:id="rId54"/>
    <p:sldId id="361" r:id="rId55"/>
    <p:sldId id="559" r:id="rId56"/>
    <p:sldId id="383" r:id="rId57"/>
    <p:sldId id="454" r:id="rId58"/>
    <p:sldId id="436" r:id="rId59"/>
    <p:sldId id="367" r:id="rId60"/>
    <p:sldId id="372" r:id="rId61"/>
    <p:sldId id="571" r:id="rId62"/>
    <p:sldId id="575" r:id="rId63"/>
    <p:sldId id="576" r:id="rId64"/>
    <p:sldId id="573" r:id="rId65"/>
    <p:sldId id="584" r:id="rId66"/>
    <p:sldId id="392" r:id="rId67"/>
    <p:sldId id="391" r:id="rId68"/>
    <p:sldId id="373" r:id="rId69"/>
    <p:sldId id="368" r:id="rId70"/>
    <p:sldId id="321" r:id="rId71"/>
    <p:sldId id="389" r:id="rId72"/>
    <p:sldId id="458" r:id="rId73"/>
    <p:sldId id="352" r:id="rId74"/>
    <p:sldId id="351" r:id="rId75"/>
    <p:sldId id="331" r:id="rId76"/>
    <p:sldId id="330" r:id="rId77"/>
    <p:sldId id="334" r:id="rId78"/>
    <p:sldId id="469" r:id="rId79"/>
    <p:sldId id="473" r:id="rId80"/>
    <p:sldId id="472" r:id="rId81"/>
    <p:sldId id="475" r:id="rId82"/>
    <p:sldId id="474" r:id="rId83"/>
    <p:sldId id="478" r:id="rId84"/>
    <p:sldId id="481" r:id="rId85"/>
    <p:sldId id="470" r:id="rId86"/>
    <p:sldId id="484" r:id="rId87"/>
    <p:sldId id="479" r:id="rId88"/>
    <p:sldId id="483" r:id="rId89"/>
    <p:sldId id="581" r:id="rId90"/>
    <p:sldId id="482" r:id="rId91"/>
    <p:sldId id="485" r:id="rId92"/>
    <p:sldId id="509" r:id="rId93"/>
    <p:sldId id="532" r:id="rId94"/>
    <p:sldId id="512" r:id="rId95"/>
    <p:sldId id="513" r:id="rId96"/>
    <p:sldId id="511" r:id="rId97"/>
    <p:sldId id="534" r:id="rId98"/>
    <p:sldId id="515" r:id="rId99"/>
    <p:sldId id="533" r:id="rId100"/>
    <p:sldId id="536" r:id="rId101"/>
    <p:sldId id="537" r:id="rId102"/>
    <p:sldId id="535" r:id="rId103"/>
    <p:sldId id="517" r:id="rId104"/>
    <p:sldId id="519" r:id="rId105"/>
    <p:sldId id="518" r:id="rId106"/>
    <p:sldId id="520" r:id="rId107"/>
    <p:sldId id="521" r:id="rId108"/>
    <p:sldId id="522" r:id="rId109"/>
    <p:sldId id="487" r:id="rId110"/>
    <p:sldId id="488" r:id="rId111"/>
    <p:sldId id="505" r:id="rId112"/>
    <p:sldId id="523" r:id="rId113"/>
    <p:sldId id="489" r:id="rId114"/>
    <p:sldId id="524" r:id="rId115"/>
    <p:sldId id="492" r:id="rId116"/>
    <p:sldId id="525" r:id="rId117"/>
    <p:sldId id="526" r:id="rId118"/>
    <p:sldId id="527" r:id="rId119"/>
    <p:sldId id="528" r:id="rId120"/>
    <p:sldId id="541" r:id="rId121"/>
    <p:sldId id="538" r:id="rId122"/>
    <p:sldId id="543" r:id="rId123"/>
    <p:sldId id="542" r:id="rId124"/>
    <p:sldId id="539" r:id="rId125"/>
    <p:sldId id="540" r:id="rId126"/>
    <p:sldId id="544" r:id="rId127"/>
    <p:sldId id="546" r:id="rId128"/>
    <p:sldId id="545" r:id="rId129"/>
    <p:sldId id="557" r:id="rId130"/>
    <p:sldId id="558" r:id="rId131"/>
    <p:sldId id="264" r:id="rId132"/>
    <p:sldId id="577" r:id="rId133"/>
    <p:sldId id="578" r:id="rId134"/>
    <p:sldId id="583" r:id="rId135"/>
    <p:sldId id="574" r:id="rId136"/>
    <p:sldId id="529" r:id="rId137"/>
    <p:sldId id="582" r:id="rId138"/>
    <p:sldId id="572" r:id="rId139"/>
    <p:sldId id="568" r:id="rId140"/>
    <p:sldId id="562" r:id="rId141"/>
    <p:sldId id="563" r:id="rId142"/>
    <p:sldId id="564" r:id="rId143"/>
    <p:sldId id="565" r:id="rId144"/>
    <p:sldId id="569" r:id="rId145"/>
    <p:sldId id="531" r:id="rId146"/>
    <p:sldId id="386" r:id="rId147"/>
    <p:sldId id="457" r:id="rId148"/>
    <p:sldId id="560" r:id="rId149"/>
    <p:sldId id="561" r:id="rId150"/>
    <p:sldId id="570" r:id="rId151"/>
    <p:sldId id="566" r:id="rId152"/>
    <p:sldId id="567" r:id="rId153"/>
    <p:sldId id="390" r:id="rId154"/>
    <p:sldId id="530" r:id="rId155"/>
    <p:sldId id="556" r:id="rId156"/>
    <p:sldId id="555" r:id="rId157"/>
    <p:sldId id="450" r:id="rId158"/>
    <p:sldId id="448" r:id="rId159"/>
    <p:sldId id="410" r:id="rId160"/>
    <p:sldId id="490" r:id="rId161"/>
    <p:sldId id="491" r:id="rId162"/>
    <p:sldId id="516" r:id="rId163"/>
    <p:sldId id="510" r:id="rId164"/>
    <p:sldId id="412" r:id="rId165"/>
    <p:sldId id="496" r:id="rId166"/>
    <p:sldId id="497" r:id="rId167"/>
    <p:sldId id="498" r:id="rId168"/>
    <p:sldId id="499" r:id="rId169"/>
    <p:sldId id="500" r:id="rId170"/>
    <p:sldId id="501" r:id="rId171"/>
    <p:sldId id="502" r:id="rId172"/>
    <p:sldId id="413" r:id="rId173"/>
    <p:sldId id="414" r:id="rId174"/>
    <p:sldId id="486" r:id="rId175"/>
    <p:sldId id="480" r:id="rId176"/>
    <p:sldId id="461" r:id="rId177"/>
    <p:sldId id="460" r:id="rId178"/>
    <p:sldId id="438" r:id="rId179"/>
    <p:sldId id="439" r:id="rId180"/>
    <p:sldId id="440" r:id="rId181"/>
    <p:sldId id="421" r:id="rId182"/>
    <p:sldId id="422" r:id="rId183"/>
    <p:sldId id="425" r:id="rId184"/>
    <p:sldId id="424" r:id="rId185"/>
    <p:sldId id="426" r:id="rId186"/>
    <p:sldId id="462" r:id="rId187"/>
    <p:sldId id="466" r:id="rId188"/>
    <p:sldId id="444" r:id="rId189"/>
    <p:sldId id="443" r:id="rId190"/>
    <p:sldId id="363" r:id="rId191"/>
    <p:sldId id="369" r:id="rId192"/>
    <p:sldId id="377" r:id="rId193"/>
    <p:sldId id="378" r:id="rId194"/>
    <p:sldId id="434" r:id="rId195"/>
    <p:sldId id="435" r:id="rId196"/>
    <p:sldId id="387" r:id="rId197"/>
    <p:sldId id="417" r:id="rId198"/>
    <p:sldId id="409" r:id="rId199"/>
    <p:sldId id="411" r:id="rId200"/>
    <p:sldId id="397" r:id="rId201"/>
    <p:sldId id="405" r:id="rId202"/>
    <p:sldId id="403" r:id="rId203"/>
    <p:sldId id="402" r:id="rId204"/>
    <p:sldId id="337" r:id="rId205"/>
    <p:sldId id="364" r:id="rId206"/>
    <p:sldId id="379" r:id="rId207"/>
    <p:sldId id="320" r:id="rId208"/>
    <p:sldId id="329" r:id="rId209"/>
    <p:sldId id="299" r:id="rId210"/>
    <p:sldId id="347" r:id="rId211"/>
    <p:sldId id="357" r:id="rId212"/>
    <p:sldId id="360" r:id="rId213"/>
    <p:sldId id="380" r:id="rId214"/>
    <p:sldId id="365" r:id="rId215"/>
    <p:sldId id="336" r:id="rId216"/>
    <p:sldId id="356" r:id="rId217"/>
    <p:sldId id="355" r:id="rId218"/>
    <p:sldId id="354" r:id="rId219"/>
    <p:sldId id="256" r:id="rId220"/>
    <p:sldId id="327" r:id="rId221"/>
    <p:sldId id="340" r:id="rId222"/>
    <p:sldId id="260" r:id="rId223"/>
    <p:sldId id="258" r:id="rId224"/>
    <p:sldId id="338" r:id="rId225"/>
    <p:sldId id="326" r:id="rId226"/>
    <p:sldId id="332" r:id="rId227"/>
    <p:sldId id="366" r:id="rId228"/>
    <p:sldId id="302" r:id="rId229"/>
    <p:sldId id="385" r:id="rId230"/>
    <p:sldId id="371" r:id="rId231"/>
    <p:sldId id="384" r:id="rId232"/>
    <p:sldId id="348" r:id="rId233"/>
    <p:sldId id="324" r:id="rId234"/>
    <p:sldId id="381" r:id="rId235"/>
    <p:sldId id="325" r:id="rId236"/>
    <p:sldId id="339" r:id="rId237"/>
    <p:sldId id="333" r:id="rId238"/>
    <p:sldId id="315" r:id="rId239"/>
    <p:sldId id="318" r:id="rId240"/>
    <p:sldId id="346" r:id="rId241"/>
    <p:sldId id="374" r:id="rId242"/>
    <p:sldId id="375" r:id="rId243"/>
    <p:sldId id="370" r:id="rId244"/>
    <p:sldId id="362" r:id="rId245"/>
    <p:sldId id="349" r:id="rId246"/>
    <p:sldId id="342" r:id="rId247"/>
    <p:sldId id="341" r:id="rId248"/>
    <p:sldId id="344" r:id="rId249"/>
    <p:sldId id="343" r:id="rId250"/>
    <p:sldId id="345" r:id="rId251"/>
    <p:sldId id="319" r:id="rId252"/>
    <p:sldId id="328" r:id="rId253"/>
    <p:sldId id="265" r:id="rId254"/>
    <p:sldId id="323" r:id="rId255"/>
    <p:sldId id="316" r:id="rId256"/>
    <p:sldId id="322" r:id="rId257"/>
    <p:sldId id="270" r:id="rId258"/>
    <p:sldId id="269" r:id="rId259"/>
    <p:sldId id="271" r:id="rId260"/>
    <p:sldId id="273" r:id="rId261"/>
    <p:sldId id="272" r:id="rId262"/>
    <p:sldId id="274" r:id="rId263"/>
    <p:sldId id="388" r:id="rId264"/>
    <p:sldId id="268" r:id="rId265"/>
    <p:sldId id="276" r:id="rId266"/>
    <p:sldId id="277" r:id="rId267"/>
    <p:sldId id="278" r:id="rId268"/>
    <p:sldId id="279" r:id="rId269"/>
    <p:sldId id="280" r:id="rId270"/>
    <p:sldId id="281" r:id="rId271"/>
    <p:sldId id="297" r:id="rId272"/>
    <p:sldId id="296" r:id="rId273"/>
    <p:sldId id="300" r:id="rId274"/>
    <p:sldId id="314" r:id="rId275"/>
    <p:sldId id="335" r:id="rId276"/>
    <p:sldId id="303" r:id="rId277"/>
    <p:sldId id="350" r:id="rId278"/>
    <p:sldId id="317" r:id="rId279"/>
    <p:sldId id="304" r:id="rId280"/>
    <p:sldId id="305" r:id="rId281"/>
    <p:sldId id="306" r:id="rId282"/>
    <p:sldId id="301" r:id="rId283"/>
    <p:sldId id="307" r:id="rId284"/>
    <p:sldId id="310" r:id="rId285"/>
    <p:sldId id="311" r:id="rId286"/>
    <p:sldId id="312" r:id="rId287"/>
    <p:sldId id="313" r:id="rId288"/>
    <p:sldId id="309" r:id="rId289"/>
    <p:sldId id="308" r:id="rId290"/>
    <p:sldId id="259" r:id="rId291"/>
    <p:sldId id="262" r:id="rId292"/>
    <p:sldId id="266" r:id="rId293"/>
    <p:sldId id="263" r:id="rId294"/>
    <p:sldId id="275" r:id="rId295"/>
    <p:sldId id="294" r:id="rId296"/>
    <p:sldId id="295" r:id="rId297"/>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740C7D6D-1B42-EA4F-1534-69BFE71BA838}" name="13 player" initials="1p" userId="4bba8ad8e7ff213b" providerId="Windows Live"/>
</p188:authorLst>
</file>

<file path=ppt/presProps.xml><?xml version="1.0" encoding="utf-8"?>
<p:presentationPr xmlns:a="http://schemas.openxmlformats.org/drawingml/2006/main" xmlns:r="http://schemas.openxmlformats.org/officeDocument/2006/relationships" xmlns:p="http://schemas.openxmlformats.org/presentationml/2006/main">
  <p:clrMru>
    <a:srgbClr val="7C5599"/>
    <a:srgbClr val="C77ACA"/>
    <a:srgbClr val="D9D9D9"/>
    <a:srgbClr val="9B95A0"/>
    <a:srgbClr val="C5A65D"/>
    <a:srgbClr val="FF00FF"/>
    <a:srgbClr val="7030A0"/>
    <a:srgbClr val="BFBFBF"/>
    <a:srgbClr val="FF99FF"/>
    <a:srgbClr val="FF66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987" autoAdjust="0"/>
    <p:restoredTop sz="94266" autoAdjust="0"/>
  </p:normalViewPr>
  <p:slideViewPr>
    <p:cSldViewPr snapToGrid="0">
      <p:cViewPr varScale="1">
        <p:scale>
          <a:sx n="103" d="100"/>
          <a:sy n="103" d="100"/>
        </p:scale>
        <p:origin x="72" y="7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99" Type="http://schemas.openxmlformats.org/officeDocument/2006/relationships/presProps" Target="presProps.xml"/><Relationship Id="rId21" Type="http://schemas.openxmlformats.org/officeDocument/2006/relationships/slide" Target="slides/slide20.xml"/><Relationship Id="rId63" Type="http://schemas.openxmlformats.org/officeDocument/2006/relationships/slide" Target="slides/slide62.xml"/><Relationship Id="rId159" Type="http://schemas.openxmlformats.org/officeDocument/2006/relationships/slide" Target="slides/slide158.xml"/><Relationship Id="rId170" Type="http://schemas.openxmlformats.org/officeDocument/2006/relationships/slide" Target="slides/slide169.xml"/><Relationship Id="rId226" Type="http://schemas.openxmlformats.org/officeDocument/2006/relationships/slide" Target="slides/slide225.xml"/><Relationship Id="rId268" Type="http://schemas.openxmlformats.org/officeDocument/2006/relationships/slide" Target="slides/slide267.xml"/><Relationship Id="rId32" Type="http://schemas.openxmlformats.org/officeDocument/2006/relationships/slide" Target="slides/slide31.xml"/><Relationship Id="rId74" Type="http://schemas.openxmlformats.org/officeDocument/2006/relationships/slide" Target="slides/slide73.xml"/><Relationship Id="rId128" Type="http://schemas.openxmlformats.org/officeDocument/2006/relationships/slide" Target="slides/slide127.xml"/><Relationship Id="rId5" Type="http://schemas.openxmlformats.org/officeDocument/2006/relationships/slide" Target="slides/slide4.xml"/><Relationship Id="rId181" Type="http://schemas.openxmlformats.org/officeDocument/2006/relationships/slide" Target="slides/slide180.xml"/><Relationship Id="rId237" Type="http://schemas.openxmlformats.org/officeDocument/2006/relationships/slide" Target="slides/slide236.xml"/><Relationship Id="rId279" Type="http://schemas.openxmlformats.org/officeDocument/2006/relationships/slide" Target="slides/slide278.xml"/><Relationship Id="rId43" Type="http://schemas.openxmlformats.org/officeDocument/2006/relationships/slide" Target="slides/slide42.xml"/><Relationship Id="rId139" Type="http://schemas.openxmlformats.org/officeDocument/2006/relationships/slide" Target="slides/slide138.xml"/><Relationship Id="rId290" Type="http://schemas.openxmlformats.org/officeDocument/2006/relationships/slide" Target="slides/slide289.xml"/><Relationship Id="rId85" Type="http://schemas.openxmlformats.org/officeDocument/2006/relationships/slide" Target="slides/slide84.xml"/><Relationship Id="rId150" Type="http://schemas.openxmlformats.org/officeDocument/2006/relationships/slide" Target="slides/slide149.xml"/><Relationship Id="rId192" Type="http://schemas.openxmlformats.org/officeDocument/2006/relationships/slide" Target="slides/slide191.xml"/><Relationship Id="rId206" Type="http://schemas.openxmlformats.org/officeDocument/2006/relationships/slide" Target="slides/slide205.xml"/><Relationship Id="rId248" Type="http://schemas.openxmlformats.org/officeDocument/2006/relationships/slide" Target="slides/slide247.xml"/><Relationship Id="rId12" Type="http://schemas.openxmlformats.org/officeDocument/2006/relationships/slide" Target="slides/slide11.xml"/><Relationship Id="rId108" Type="http://schemas.openxmlformats.org/officeDocument/2006/relationships/slide" Target="slides/slide107.xml"/><Relationship Id="rId54" Type="http://schemas.openxmlformats.org/officeDocument/2006/relationships/slide" Target="slides/slide53.xml"/><Relationship Id="rId96" Type="http://schemas.openxmlformats.org/officeDocument/2006/relationships/slide" Target="slides/slide95.xml"/><Relationship Id="rId161" Type="http://schemas.openxmlformats.org/officeDocument/2006/relationships/slide" Target="slides/slide160.xml"/><Relationship Id="rId217" Type="http://schemas.openxmlformats.org/officeDocument/2006/relationships/slide" Target="slides/slide216.xml"/><Relationship Id="rId6" Type="http://schemas.openxmlformats.org/officeDocument/2006/relationships/slide" Target="slides/slide5.xml"/><Relationship Id="rId238" Type="http://schemas.openxmlformats.org/officeDocument/2006/relationships/slide" Target="slides/slide237.xml"/><Relationship Id="rId259" Type="http://schemas.openxmlformats.org/officeDocument/2006/relationships/slide" Target="slides/slide258.xml"/><Relationship Id="rId23" Type="http://schemas.openxmlformats.org/officeDocument/2006/relationships/slide" Target="slides/slide22.xml"/><Relationship Id="rId119" Type="http://schemas.openxmlformats.org/officeDocument/2006/relationships/slide" Target="slides/slide118.xml"/><Relationship Id="rId270" Type="http://schemas.openxmlformats.org/officeDocument/2006/relationships/slide" Target="slides/slide269.xml"/><Relationship Id="rId291" Type="http://schemas.openxmlformats.org/officeDocument/2006/relationships/slide" Target="slides/slide290.xml"/><Relationship Id="rId44" Type="http://schemas.openxmlformats.org/officeDocument/2006/relationships/slide" Target="slides/slide43.xml"/><Relationship Id="rId65" Type="http://schemas.openxmlformats.org/officeDocument/2006/relationships/slide" Target="slides/slide64.xml"/><Relationship Id="rId86" Type="http://schemas.openxmlformats.org/officeDocument/2006/relationships/slide" Target="slides/slide85.xml"/><Relationship Id="rId130" Type="http://schemas.openxmlformats.org/officeDocument/2006/relationships/slide" Target="slides/slide129.xml"/><Relationship Id="rId151" Type="http://schemas.openxmlformats.org/officeDocument/2006/relationships/slide" Target="slides/slide150.xml"/><Relationship Id="rId172" Type="http://schemas.openxmlformats.org/officeDocument/2006/relationships/slide" Target="slides/slide171.xml"/><Relationship Id="rId193" Type="http://schemas.openxmlformats.org/officeDocument/2006/relationships/slide" Target="slides/slide192.xml"/><Relationship Id="rId207" Type="http://schemas.openxmlformats.org/officeDocument/2006/relationships/slide" Target="slides/slide206.xml"/><Relationship Id="rId228" Type="http://schemas.openxmlformats.org/officeDocument/2006/relationships/slide" Target="slides/slide227.xml"/><Relationship Id="rId249" Type="http://schemas.openxmlformats.org/officeDocument/2006/relationships/slide" Target="slides/slide248.xml"/><Relationship Id="rId13" Type="http://schemas.openxmlformats.org/officeDocument/2006/relationships/slide" Target="slides/slide12.xml"/><Relationship Id="rId109" Type="http://schemas.openxmlformats.org/officeDocument/2006/relationships/slide" Target="slides/slide108.xml"/><Relationship Id="rId260" Type="http://schemas.openxmlformats.org/officeDocument/2006/relationships/slide" Target="slides/slide259.xml"/><Relationship Id="rId281" Type="http://schemas.openxmlformats.org/officeDocument/2006/relationships/slide" Target="slides/slide280.xml"/><Relationship Id="rId34" Type="http://schemas.openxmlformats.org/officeDocument/2006/relationships/slide" Target="slides/slide33.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20" Type="http://schemas.openxmlformats.org/officeDocument/2006/relationships/slide" Target="slides/slide119.xml"/><Relationship Id="rId141" Type="http://schemas.openxmlformats.org/officeDocument/2006/relationships/slide" Target="slides/slide140.xml"/><Relationship Id="rId7" Type="http://schemas.openxmlformats.org/officeDocument/2006/relationships/slide" Target="slides/slide6.xml"/><Relationship Id="rId162" Type="http://schemas.openxmlformats.org/officeDocument/2006/relationships/slide" Target="slides/slide161.xml"/><Relationship Id="rId183" Type="http://schemas.openxmlformats.org/officeDocument/2006/relationships/slide" Target="slides/slide182.xml"/><Relationship Id="rId218" Type="http://schemas.openxmlformats.org/officeDocument/2006/relationships/slide" Target="slides/slide217.xml"/><Relationship Id="rId239" Type="http://schemas.openxmlformats.org/officeDocument/2006/relationships/slide" Target="slides/slide238.xml"/><Relationship Id="rId250" Type="http://schemas.openxmlformats.org/officeDocument/2006/relationships/slide" Target="slides/slide249.xml"/><Relationship Id="rId271" Type="http://schemas.openxmlformats.org/officeDocument/2006/relationships/slide" Target="slides/slide270.xml"/><Relationship Id="rId292" Type="http://schemas.openxmlformats.org/officeDocument/2006/relationships/slide" Target="slides/slide291.xml"/><Relationship Id="rId24" Type="http://schemas.openxmlformats.org/officeDocument/2006/relationships/slide" Target="slides/slide23.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31" Type="http://schemas.openxmlformats.org/officeDocument/2006/relationships/slide" Target="slides/slide130.xml"/><Relationship Id="rId152" Type="http://schemas.openxmlformats.org/officeDocument/2006/relationships/slide" Target="slides/slide151.xml"/><Relationship Id="rId173" Type="http://schemas.openxmlformats.org/officeDocument/2006/relationships/slide" Target="slides/slide172.xml"/><Relationship Id="rId194" Type="http://schemas.openxmlformats.org/officeDocument/2006/relationships/slide" Target="slides/slide193.xml"/><Relationship Id="rId208" Type="http://schemas.openxmlformats.org/officeDocument/2006/relationships/slide" Target="slides/slide207.xml"/><Relationship Id="rId229" Type="http://schemas.openxmlformats.org/officeDocument/2006/relationships/slide" Target="slides/slide228.xml"/><Relationship Id="rId240" Type="http://schemas.openxmlformats.org/officeDocument/2006/relationships/slide" Target="slides/slide239.xml"/><Relationship Id="rId261" Type="http://schemas.openxmlformats.org/officeDocument/2006/relationships/slide" Target="slides/slide260.xml"/><Relationship Id="rId14" Type="http://schemas.openxmlformats.org/officeDocument/2006/relationships/slide" Target="slides/slide13.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282" Type="http://schemas.openxmlformats.org/officeDocument/2006/relationships/slide" Target="slides/slide281.xml"/><Relationship Id="rId8" Type="http://schemas.openxmlformats.org/officeDocument/2006/relationships/slide" Target="slides/slide7.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163" Type="http://schemas.openxmlformats.org/officeDocument/2006/relationships/slide" Target="slides/slide162.xml"/><Relationship Id="rId184" Type="http://schemas.openxmlformats.org/officeDocument/2006/relationships/slide" Target="slides/slide183.xml"/><Relationship Id="rId219" Type="http://schemas.openxmlformats.org/officeDocument/2006/relationships/slide" Target="slides/slide218.xml"/><Relationship Id="rId230" Type="http://schemas.openxmlformats.org/officeDocument/2006/relationships/slide" Target="slides/slide229.xml"/><Relationship Id="rId251" Type="http://schemas.openxmlformats.org/officeDocument/2006/relationships/slide" Target="slides/slide250.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272" Type="http://schemas.openxmlformats.org/officeDocument/2006/relationships/slide" Target="slides/slide271.xml"/><Relationship Id="rId293" Type="http://schemas.openxmlformats.org/officeDocument/2006/relationships/slide" Target="slides/slide29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slide" Target="slides/slide152.xml"/><Relationship Id="rId174" Type="http://schemas.openxmlformats.org/officeDocument/2006/relationships/slide" Target="slides/slide173.xml"/><Relationship Id="rId195" Type="http://schemas.openxmlformats.org/officeDocument/2006/relationships/slide" Target="slides/slide194.xml"/><Relationship Id="rId209" Type="http://schemas.openxmlformats.org/officeDocument/2006/relationships/slide" Target="slides/slide208.xml"/><Relationship Id="rId220" Type="http://schemas.openxmlformats.org/officeDocument/2006/relationships/slide" Target="slides/slide219.xml"/><Relationship Id="rId241" Type="http://schemas.openxmlformats.org/officeDocument/2006/relationships/slide" Target="slides/slide240.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262" Type="http://schemas.openxmlformats.org/officeDocument/2006/relationships/slide" Target="slides/slide261.xml"/><Relationship Id="rId283" Type="http://schemas.openxmlformats.org/officeDocument/2006/relationships/slide" Target="slides/slide282.xml"/><Relationship Id="rId78" Type="http://schemas.openxmlformats.org/officeDocument/2006/relationships/slide" Target="slides/slide77.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64" Type="http://schemas.openxmlformats.org/officeDocument/2006/relationships/slide" Target="slides/slide163.xml"/><Relationship Id="rId185" Type="http://schemas.openxmlformats.org/officeDocument/2006/relationships/slide" Target="slides/slide184.xml"/><Relationship Id="rId9" Type="http://schemas.openxmlformats.org/officeDocument/2006/relationships/slide" Target="slides/slide8.xml"/><Relationship Id="rId210" Type="http://schemas.openxmlformats.org/officeDocument/2006/relationships/slide" Target="slides/slide209.xml"/><Relationship Id="rId26" Type="http://schemas.openxmlformats.org/officeDocument/2006/relationships/slide" Target="slides/slide25.xml"/><Relationship Id="rId231" Type="http://schemas.openxmlformats.org/officeDocument/2006/relationships/slide" Target="slides/slide230.xml"/><Relationship Id="rId252" Type="http://schemas.openxmlformats.org/officeDocument/2006/relationships/slide" Target="slides/slide251.xml"/><Relationship Id="rId273" Type="http://schemas.openxmlformats.org/officeDocument/2006/relationships/slide" Target="slides/slide272.xml"/><Relationship Id="rId294" Type="http://schemas.openxmlformats.org/officeDocument/2006/relationships/slide" Target="slides/slide293.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slide" Target="slides/slide153.xml"/><Relationship Id="rId175" Type="http://schemas.openxmlformats.org/officeDocument/2006/relationships/slide" Target="slides/slide174.xml"/><Relationship Id="rId196" Type="http://schemas.openxmlformats.org/officeDocument/2006/relationships/slide" Target="slides/slide195.xml"/><Relationship Id="rId200" Type="http://schemas.openxmlformats.org/officeDocument/2006/relationships/slide" Target="slides/slide199.xml"/><Relationship Id="rId16" Type="http://schemas.openxmlformats.org/officeDocument/2006/relationships/slide" Target="slides/slide15.xml"/><Relationship Id="rId221" Type="http://schemas.openxmlformats.org/officeDocument/2006/relationships/slide" Target="slides/slide220.xml"/><Relationship Id="rId242" Type="http://schemas.openxmlformats.org/officeDocument/2006/relationships/slide" Target="slides/slide241.xml"/><Relationship Id="rId263" Type="http://schemas.openxmlformats.org/officeDocument/2006/relationships/slide" Target="slides/slide262.xml"/><Relationship Id="rId284" Type="http://schemas.openxmlformats.org/officeDocument/2006/relationships/slide" Target="slides/slide283.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90" Type="http://schemas.openxmlformats.org/officeDocument/2006/relationships/slide" Target="slides/slide89.xml"/><Relationship Id="rId165" Type="http://schemas.openxmlformats.org/officeDocument/2006/relationships/slide" Target="slides/slide164.xml"/><Relationship Id="rId186" Type="http://schemas.openxmlformats.org/officeDocument/2006/relationships/slide" Target="slides/slide185.xml"/><Relationship Id="rId211" Type="http://schemas.openxmlformats.org/officeDocument/2006/relationships/slide" Target="slides/slide210.xml"/><Relationship Id="rId232" Type="http://schemas.openxmlformats.org/officeDocument/2006/relationships/slide" Target="slides/slide231.xml"/><Relationship Id="rId253" Type="http://schemas.openxmlformats.org/officeDocument/2006/relationships/slide" Target="slides/slide252.xml"/><Relationship Id="rId274" Type="http://schemas.openxmlformats.org/officeDocument/2006/relationships/slide" Target="slides/slide273.xml"/><Relationship Id="rId295" Type="http://schemas.openxmlformats.org/officeDocument/2006/relationships/slide" Target="slides/slide294.xml"/><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 Id="rId80" Type="http://schemas.openxmlformats.org/officeDocument/2006/relationships/slide" Target="slides/slide79.xml"/><Relationship Id="rId155" Type="http://schemas.openxmlformats.org/officeDocument/2006/relationships/slide" Target="slides/slide154.xml"/><Relationship Id="rId176" Type="http://schemas.openxmlformats.org/officeDocument/2006/relationships/slide" Target="slides/slide175.xml"/><Relationship Id="rId197" Type="http://schemas.openxmlformats.org/officeDocument/2006/relationships/slide" Target="slides/slide196.xml"/><Relationship Id="rId201" Type="http://schemas.openxmlformats.org/officeDocument/2006/relationships/slide" Target="slides/slide200.xml"/><Relationship Id="rId222" Type="http://schemas.openxmlformats.org/officeDocument/2006/relationships/slide" Target="slides/slide221.xml"/><Relationship Id="rId243" Type="http://schemas.openxmlformats.org/officeDocument/2006/relationships/slide" Target="slides/slide242.xml"/><Relationship Id="rId264" Type="http://schemas.openxmlformats.org/officeDocument/2006/relationships/slide" Target="slides/slide263.xml"/><Relationship Id="rId285" Type="http://schemas.openxmlformats.org/officeDocument/2006/relationships/slide" Target="slides/slide284.xml"/><Relationship Id="rId17" Type="http://schemas.openxmlformats.org/officeDocument/2006/relationships/slide" Target="slides/slide16.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24" Type="http://schemas.openxmlformats.org/officeDocument/2006/relationships/slide" Target="slides/slide123.xml"/><Relationship Id="rId70" Type="http://schemas.openxmlformats.org/officeDocument/2006/relationships/slide" Target="slides/slide69.xml"/><Relationship Id="rId91" Type="http://schemas.openxmlformats.org/officeDocument/2006/relationships/slide" Target="slides/slide90.xml"/><Relationship Id="rId145" Type="http://schemas.openxmlformats.org/officeDocument/2006/relationships/slide" Target="slides/slide144.xml"/><Relationship Id="rId166" Type="http://schemas.openxmlformats.org/officeDocument/2006/relationships/slide" Target="slides/slide165.xml"/><Relationship Id="rId187" Type="http://schemas.openxmlformats.org/officeDocument/2006/relationships/slide" Target="slides/slide186.xml"/><Relationship Id="rId1" Type="http://schemas.openxmlformats.org/officeDocument/2006/relationships/slideMaster" Target="slideMasters/slideMaster1.xml"/><Relationship Id="rId212" Type="http://schemas.openxmlformats.org/officeDocument/2006/relationships/slide" Target="slides/slide211.xml"/><Relationship Id="rId233" Type="http://schemas.openxmlformats.org/officeDocument/2006/relationships/slide" Target="slides/slide232.xml"/><Relationship Id="rId254" Type="http://schemas.openxmlformats.org/officeDocument/2006/relationships/slide" Target="slides/slide253.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275" Type="http://schemas.openxmlformats.org/officeDocument/2006/relationships/slide" Target="slides/slide274.xml"/><Relationship Id="rId296" Type="http://schemas.openxmlformats.org/officeDocument/2006/relationships/slide" Target="slides/slide295.xml"/><Relationship Id="rId300" Type="http://schemas.openxmlformats.org/officeDocument/2006/relationships/viewProps" Target="viewProps.xml"/><Relationship Id="rId60" Type="http://schemas.openxmlformats.org/officeDocument/2006/relationships/slide" Target="slides/slide59.xml"/><Relationship Id="rId81" Type="http://schemas.openxmlformats.org/officeDocument/2006/relationships/slide" Target="slides/slide80.xml"/><Relationship Id="rId135" Type="http://schemas.openxmlformats.org/officeDocument/2006/relationships/slide" Target="slides/slide134.xml"/><Relationship Id="rId156" Type="http://schemas.openxmlformats.org/officeDocument/2006/relationships/slide" Target="slides/slide155.xml"/><Relationship Id="rId177" Type="http://schemas.openxmlformats.org/officeDocument/2006/relationships/slide" Target="slides/slide176.xml"/><Relationship Id="rId198" Type="http://schemas.openxmlformats.org/officeDocument/2006/relationships/slide" Target="slides/slide197.xml"/><Relationship Id="rId202" Type="http://schemas.openxmlformats.org/officeDocument/2006/relationships/slide" Target="slides/slide201.xml"/><Relationship Id="rId223" Type="http://schemas.openxmlformats.org/officeDocument/2006/relationships/slide" Target="slides/slide222.xml"/><Relationship Id="rId244" Type="http://schemas.openxmlformats.org/officeDocument/2006/relationships/slide" Target="slides/slide243.xml"/><Relationship Id="rId18" Type="http://schemas.openxmlformats.org/officeDocument/2006/relationships/slide" Target="slides/slide17.xml"/><Relationship Id="rId39" Type="http://schemas.openxmlformats.org/officeDocument/2006/relationships/slide" Target="slides/slide38.xml"/><Relationship Id="rId265" Type="http://schemas.openxmlformats.org/officeDocument/2006/relationships/slide" Target="slides/slide264.xml"/><Relationship Id="rId286" Type="http://schemas.openxmlformats.org/officeDocument/2006/relationships/slide" Target="slides/slide285.xml"/><Relationship Id="rId50" Type="http://schemas.openxmlformats.org/officeDocument/2006/relationships/slide" Target="slides/slide49.xml"/><Relationship Id="rId104" Type="http://schemas.openxmlformats.org/officeDocument/2006/relationships/slide" Target="slides/slide103.xml"/><Relationship Id="rId125" Type="http://schemas.openxmlformats.org/officeDocument/2006/relationships/slide" Target="slides/slide124.xml"/><Relationship Id="rId146" Type="http://schemas.openxmlformats.org/officeDocument/2006/relationships/slide" Target="slides/slide145.xml"/><Relationship Id="rId167" Type="http://schemas.openxmlformats.org/officeDocument/2006/relationships/slide" Target="slides/slide166.xml"/><Relationship Id="rId188" Type="http://schemas.openxmlformats.org/officeDocument/2006/relationships/slide" Target="slides/slide187.xml"/><Relationship Id="rId71" Type="http://schemas.openxmlformats.org/officeDocument/2006/relationships/slide" Target="slides/slide70.xml"/><Relationship Id="rId92" Type="http://schemas.openxmlformats.org/officeDocument/2006/relationships/slide" Target="slides/slide91.xml"/><Relationship Id="rId213" Type="http://schemas.openxmlformats.org/officeDocument/2006/relationships/slide" Target="slides/slide212.xml"/><Relationship Id="rId234" Type="http://schemas.openxmlformats.org/officeDocument/2006/relationships/slide" Target="slides/slide233.xml"/><Relationship Id="rId2" Type="http://schemas.openxmlformats.org/officeDocument/2006/relationships/slide" Target="slides/slide1.xml"/><Relationship Id="rId29" Type="http://schemas.openxmlformats.org/officeDocument/2006/relationships/slide" Target="slides/slide28.xml"/><Relationship Id="rId255" Type="http://schemas.openxmlformats.org/officeDocument/2006/relationships/slide" Target="slides/slide254.xml"/><Relationship Id="rId276" Type="http://schemas.openxmlformats.org/officeDocument/2006/relationships/slide" Target="slides/slide275.xml"/><Relationship Id="rId297" Type="http://schemas.openxmlformats.org/officeDocument/2006/relationships/slide" Target="slides/slide296.xml"/><Relationship Id="rId40" Type="http://schemas.openxmlformats.org/officeDocument/2006/relationships/slide" Target="slides/slide39.xml"/><Relationship Id="rId115" Type="http://schemas.openxmlformats.org/officeDocument/2006/relationships/slide" Target="slides/slide114.xml"/><Relationship Id="rId136" Type="http://schemas.openxmlformats.org/officeDocument/2006/relationships/slide" Target="slides/slide135.xml"/><Relationship Id="rId157" Type="http://schemas.openxmlformats.org/officeDocument/2006/relationships/slide" Target="slides/slide156.xml"/><Relationship Id="rId178" Type="http://schemas.openxmlformats.org/officeDocument/2006/relationships/slide" Target="slides/slide177.xml"/><Relationship Id="rId301" Type="http://schemas.openxmlformats.org/officeDocument/2006/relationships/theme" Target="theme/theme1.xml"/><Relationship Id="rId61" Type="http://schemas.openxmlformats.org/officeDocument/2006/relationships/slide" Target="slides/slide60.xml"/><Relationship Id="rId82" Type="http://schemas.openxmlformats.org/officeDocument/2006/relationships/slide" Target="slides/slide81.xml"/><Relationship Id="rId199" Type="http://schemas.openxmlformats.org/officeDocument/2006/relationships/slide" Target="slides/slide198.xml"/><Relationship Id="rId203" Type="http://schemas.openxmlformats.org/officeDocument/2006/relationships/slide" Target="slides/slide202.xml"/><Relationship Id="rId19" Type="http://schemas.openxmlformats.org/officeDocument/2006/relationships/slide" Target="slides/slide18.xml"/><Relationship Id="rId224" Type="http://schemas.openxmlformats.org/officeDocument/2006/relationships/slide" Target="slides/slide223.xml"/><Relationship Id="rId245" Type="http://schemas.openxmlformats.org/officeDocument/2006/relationships/slide" Target="slides/slide244.xml"/><Relationship Id="rId266" Type="http://schemas.openxmlformats.org/officeDocument/2006/relationships/slide" Target="slides/slide265.xml"/><Relationship Id="rId287" Type="http://schemas.openxmlformats.org/officeDocument/2006/relationships/slide" Target="slides/slide286.xml"/><Relationship Id="rId30" Type="http://schemas.openxmlformats.org/officeDocument/2006/relationships/slide" Target="slides/slide2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168" Type="http://schemas.openxmlformats.org/officeDocument/2006/relationships/slide" Target="slides/slide16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189" Type="http://schemas.openxmlformats.org/officeDocument/2006/relationships/slide" Target="slides/slide188.xml"/><Relationship Id="rId3" Type="http://schemas.openxmlformats.org/officeDocument/2006/relationships/slide" Target="slides/slide2.xml"/><Relationship Id="rId214" Type="http://schemas.openxmlformats.org/officeDocument/2006/relationships/slide" Target="slides/slide213.xml"/><Relationship Id="rId235" Type="http://schemas.openxmlformats.org/officeDocument/2006/relationships/slide" Target="slides/slide234.xml"/><Relationship Id="rId256" Type="http://schemas.openxmlformats.org/officeDocument/2006/relationships/slide" Target="slides/slide255.xml"/><Relationship Id="rId277" Type="http://schemas.openxmlformats.org/officeDocument/2006/relationships/slide" Target="slides/slide276.xml"/><Relationship Id="rId298" Type="http://schemas.openxmlformats.org/officeDocument/2006/relationships/notesMaster" Target="notesMasters/notesMaster1.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slide" Target="slides/slide157.xml"/><Relationship Id="rId302" Type="http://schemas.openxmlformats.org/officeDocument/2006/relationships/tableStyles" Target="tableStyles.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179" Type="http://schemas.openxmlformats.org/officeDocument/2006/relationships/slide" Target="slides/slide178.xml"/><Relationship Id="rId190" Type="http://schemas.openxmlformats.org/officeDocument/2006/relationships/slide" Target="slides/slide189.xml"/><Relationship Id="rId204" Type="http://schemas.openxmlformats.org/officeDocument/2006/relationships/slide" Target="slides/slide203.xml"/><Relationship Id="rId225" Type="http://schemas.openxmlformats.org/officeDocument/2006/relationships/slide" Target="slides/slide224.xml"/><Relationship Id="rId246" Type="http://schemas.openxmlformats.org/officeDocument/2006/relationships/slide" Target="slides/slide245.xml"/><Relationship Id="rId267" Type="http://schemas.openxmlformats.org/officeDocument/2006/relationships/slide" Target="slides/slide266.xml"/><Relationship Id="rId288" Type="http://schemas.openxmlformats.org/officeDocument/2006/relationships/slide" Target="slides/slide287.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94" Type="http://schemas.openxmlformats.org/officeDocument/2006/relationships/slide" Target="slides/slide93.xml"/><Relationship Id="rId148" Type="http://schemas.openxmlformats.org/officeDocument/2006/relationships/slide" Target="slides/slide147.xml"/><Relationship Id="rId169" Type="http://schemas.openxmlformats.org/officeDocument/2006/relationships/slide" Target="slides/slide168.xml"/><Relationship Id="rId4" Type="http://schemas.openxmlformats.org/officeDocument/2006/relationships/slide" Target="slides/slide3.xml"/><Relationship Id="rId180" Type="http://schemas.openxmlformats.org/officeDocument/2006/relationships/slide" Target="slides/slide179.xml"/><Relationship Id="rId215" Type="http://schemas.openxmlformats.org/officeDocument/2006/relationships/slide" Target="slides/slide214.xml"/><Relationship Id="rId236" Type="http://schemas.openxmlformats.org/officeDocument/2006/relationships/slide" Target="slides/slide235.xml"/><Relationship Id="rId257" Type="http://schemas.openxmlformats.org/officeDocument/2006/relationships/slide" Target="slides/slide256.xml"/><Relationship Id="rId278" Type="http://schemas.openxmlformats.org/officeDocument/2006/relationships/slide" Target="slides/slide277.xml"/><Relationship Id="rId303" Type="http://schemas.microsoft.com/office/2018/10/relationships/authors" Target="authors.xml"/><Relationship Id="rId42" Type="http://schemas.openxmlformats.org/officeDocument/2006/relationships/slide" Target="slides/slide41.xml"/><Relationship Id="rId84" Type="http://schemas.openxmlformats.org/officeDocument/2006/relationships/slide" Target="slides/slide83.xml"/><Relationship Id="rId138" Type="http://schemas.openxmlformats.org/officeDocument/2006/relationships/slide" Target="slides/slide137.xml"/><Relationship Id="rId191" Type="http://schemas.openxmlformats.org/officeDocument/2006/relationships/slide" Target="slides/slide190.xml"/><Relationship Id="rId205" Type="http://schemas.openxmlformats.org/officeDocument/2006/relationships/slide" Target="slides/slide204.xml"/><Relationship Id="rId247" Type="http://schemas.openxmlformats.org/officeDocument/2006/relationships/slide" Target="slides/slide246.xml"/><Relationship Id="rId107" Type="http://schemas.openxmlformats.org/officeDocument/2006/relationships/slide" Target="slides/slide106.xml"/><Relationship Id="rId289" Type="http://schemas.openxmlformats.org/officeDocument/2006/relationships/slide" Target="slides/slide288.xml"/><Relationship Id="rId11" Type="http://schemas.openxmlformats.org/officeDocument/2006/relationships/slide" Target="slides/slide10.xml"/><Relationship Id="rId53" Type="http://schemas.openxmlformats.org/officeDocument/2006/relationships/slide" Target="slides/slide52.xml"/><Relationship Id="rId149" Type="http://schemas.openxmlformats.org/officeDocument/2006/relationships/slide" Target="slides/slide148.xml"/><Relationship Id="rId95" Type="http://schemas.openxmlformats.org/officeDocument/2006/relationships/slide" Target="slides/slide94.xml"/><Relationship Id="rId160" Type="http://schemas.openxmlformats.org/officeDocument/2006/relationships/slide" Target="slides/slide159.xml"/><Relationship Id="rId216" Type="http://schemas.openxmlformats.org/officeDocument/2006/relationships/slide" Target="slides/slide215.xml"/><Relationship Id="rId258" Type="http://schemas.openxmlformats.org/officeDocument/2006/relationships/slide" Target="slides/slide257.xml"/><Relationship Id="rId22" Type="http://schemas.openxmlformats.org/officeDocument/2006/relationships/slide" Target="slides/slide21.xml"/><Relationship Id="rId64" Type="http://schemas.openxmlformats.org/officeDocument/2006/relationships/slide" Target="slides/slide63.xml"/><Relationship Id="rId118" Type="http://schemas.openxmlformats.org/officeDocument/2006/relationships/slide" Target="slides/slide117.xml"/><Relationship Id="rId171" Type="http://schemas.openxmlformats.org/officeDocument/2006/relationships/slide" Target="slides/slide170.xml"/><Relationship Id="rId227" Type="http://schemas.openxmlformats.org/officeDocument/2006/relationships/slide" Target="slides/slide226.xml"/><Relationship Id="rId269" Type="http://schemas.openxmlformats.org/officeDocument/2006/relationships/slide" Target="slides/slide268.xml"/><Relationship Id="rId33" Type="http://schemas.openxmlformats.org/officeDocument/2006/relationships/slide" Target="slides/slide32.xml"/><Relationship Id="rId129" Type="http://schemas.openxmlformats.org/officeDocument/2006/relationships/slide" Target="slides/slide128.xml"/><Relationship Id="rId280" Type="http://schemas.openxmlformats.org/officeDocument/2006/relationships/slide" Target="slides/slide279.xml"/><Relationship Id="rId75" Type="http://schemas.openxmlformats.org/officeDocument/2006/relationships/slide" Target="slides/slide74.xml"/><Relationship Id="rId140" Type="http://schemas.openxmlformats.org/officeDocument/2006/relationships/slide" Target="slides/slide139.xml"/><Relationship Id="rId182" Type="http://schemas.openxmlformats.org/officeDocument/2006/relationships/slide" Target="slides/slide181.xml"/></Relationships>
</file>

<file path=ppt/comments/modernComment_183_5DD0376.xml><?xml version="1.0" encoding="utf-8"?>
<p188:cmLst xmlns:a="http://schemas.openxmlformats.org/drawingml/2006/main" xmlns:r="http://schemas.openxmlformats.org/officeDocument/2006/relationships" xmlns:p188="http://schemas.microsoft.com/office/powerpoint/2018/8/main">
  <p188:cm id="{C36745D0-429F-44A5-B33A-72E5105384E2}" authorId="{740C7D6D-1B42-EA4F-1534-69BFE71BA838}" created="2026-05-31T11:54:14.418">
    <pc:sldMkLst xmlns:pc="http://schemas.microsoft.com/office/powerpoint/2013/main/command">
      <pc:docMk/>
      <pc:sldMk cId="98370422" sldId="387"/>
    </pc:sldMkLst>
    <p188:txBody>
      <a:bodyPr/>
      <a:lstStyle/>
      <a:p>
        <a:r>
          <a:rPr lang="ja-JP" altLang="en-US"/>
          <a:t>武器を削りスキルの選択詳細表示を無くす</a:t>
        </a:r>
      </a:p>
    </p188:txBody>
  </p188:cm>
</p188: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F093AA6-0F5F-4786-9525-F4BA97215253}" type="datetimeFigureOut">
              <a:rPr kumimoji="1" lang="ja-JP" altLang="en-US" smtClean="0"/>
              <a:t>2026/10/19</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04DA10E-0DA4-46F9-B706-1BFF6481306D}" type="slidenum">
              <a:rPr kumimoji="1" lang="ja-JP" altLang="en-US" smtClean="0"/>
              <a:t>‹#›</a:t>
            </a:fld>
            <a:endParaRPr kumimoji="1" lang="ja-JP" altLang="en-US"/>
          </a:p>
        </p:txBody>
      </p:sp>
    </p:spTree>
    <p:extLst>
      <p:ext uri="{BB962C8B-B14F-4D97-AF65-F5344CB8AC3E}">
        <p14:creationId xmlns:p14="http://schemas.microsoft.com/office/powerpoint/2010/main" val="2440045459"/>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34.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35.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36.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37.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8.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4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50.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51.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52.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53.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9.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1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15.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16.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17.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18.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2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2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31.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232.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233.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239.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25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257.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258.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259.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260.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261.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262.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272.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273.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274.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275.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276.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277.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278.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279.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280.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281.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282.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283.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284.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285.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286.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287.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288.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289.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293.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294.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295.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29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CFE953-4A70-E54D-7601-E9D4FBC45436}"/>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135219DD-56DC-89CF-BF7E-B300A03ABE4E}"/>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9576A11D-4B34-74C6-DA12-CB26776B7021}"/>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65BF6C73-EDEB-9454-4D9B-2453607DE31E}"/>
              </a:ext>
            </a:extLst>
          </p:cNvPr>
          <p:cNvSpPr>
            <a:spLocks noGrp="1"/>
          </p:cNvSpPr>
          <p:nvPr>
            <p:ph type="sldNum" sz="quarter" idx="5"/>
          </p:nvPr>
        </p:nvSpPr>
        <p:spPr/>
        <p:txBody>
          <a:bodyPr/>
          <a:lstStyle/>
          <a:p>
            <a:fld id="{C04DA10E-0DA4-46F9-B706-1BFF6481306D}" type="slidenum">
              <a:rPr kumimoji="1" lang="ja-JP" altLang="en-US" smtClean="0"/>
              <a:t>61</a:t>
            </a:fld>
            <a:endParaRPr kumimoji="1" lang="ja-JP" altLang="en-US"/>
          </a:p>
        </p:txBody>
      </p:sp>
    </p:spTree>
    <p:extLst>
      <p:ext uri="{BB962C8B-B14F-4D97-AF65-F5344CB8AC3E}">
        <p14:creationId xmlns:p14="http://schemas.microsoft.com/office/powerpoint/2010/main" val="36400881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2F7596-3EBA-4BBE-3D98-E6CD82596FC2}"/>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7BB9F17B-A272-098B-23BC-BBBB5B4D0A16}"/>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654BB17F-4A3F-A709-46E5-FE131FE364D0}"/>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351419F5-D15B-54DA-45A9-96D411DF7CF5}"/>
              </a:ext>
            </a:extLst>
          </p:cNvPr>
          <p:cNvSpPr>
            <a:spLocks noGrp="1"/>
          </p:cNvSpPr>
          <p:nvPr>
            <p:ph type="sldNum" sz="quarter" idx="5"/>
          </p:nvPr>
        </p:nvSpPr>
        <p:spPr/>
        <p:txBody>
          <a:bodyPr/>
          <a:lstStyle/>
          <a:p>
            <a:fld id="{C04DA10E-0DA4-46F9-B706-1BFF6481306D}" type="slidenum">
              <a:rPr kumimoji="1" lang="ja-JP" altLang="en-US" smtClean="0"/>
              <a:t>62</a:t>
            </a:fld>
            <a:endParaRPr kumimoji="1" lang="ja-JP" altLang="en-US"/>
          </a:p>
        </p:txBody>
      </p:sp>
    </p:spTree>
    <p:extLst>
      <p:ext uri="{BB962C8B-B14F-4D97-AF65-F5344CB8AC3E}">
        <p14:creationId xmlns:p14="http://schemas.microsoft.com/office/powerpoint/2010/main" val="125899568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322EA6-750F-351C-D070-EF6AAA2EC217}"/>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811E1B26-8269-1AE4-E9E1-C3352D65D08F}"/>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1EFC99BD-D93F-7EAF-FDEF-718D0F38473A}"/>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2A19EEAC-1C0D-EBB6-86D1-729E1C71D3FD}"/>
              </a:ext>
            </a:extLst>
          </p:cNvPr>
          <p:cNvSpPr>
            <a:spLocks noGrp="1"/>
          </p:cNvSpPr>
          <p:nvPr>
            <p:ph type="sldNum" sz="quarter" idx="5"/>
          </p:nvPr>
        </p:nvSpPr>
        <p:spPr/>
        <p:txBody>
          <a:bodyPr/>
          <a:lstStyle/>
          <a:p>
            <a:fld id="{C04DA10E-0DA4-46F9-B706-1BFF6481306D}" type="slidenum">
              <a:rPr kumimoji="1" lang="ja-JP" altLang="en-US" smtClean="0"/>
              <a:t>63</a:t>
            </a:fld>
            <a:endParaRPr kumimoji="1" lang="ja-JP" altLang="en-US"/>
          </a:p>
        </p:txBody>
      </p:sp>
    </p:spTree>
    <p:extLst>
      <p:ext uri="{BB962C8B-B14F-4D97-AF65-F5344CB8AC3E}">
        <p14:creationId xmlns:p14="http://schemas.microsoft.com/office/powerpoint/2010/main" val="73870639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FBB479-3352-2F58-9E17-41E9BFAA1CDF}"/>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B14D468-59DC-8716-4D55-C5E7B6E042EA}"/>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27511DA2-28B9-2CF3-A8BC-228C450C1576}"/>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0588FEFF-C08B-859D-7A35-B4C064BA0972}"/>
              </a:ext>
            </a:extLst>
          </p:cNvPr>
          <p:cNvSpPr>
            <a:spLocks noGrp="1"/>
          </p:cNvSpPr>
          <p:nvPr>
            <p:ph type="sldNum" sz="quarter" idx="5"/>
          </p:nvPr>
        </p:nvSpPr>
        <p:spPr/>
        <p:txBody>
          <a:bodyPr/>
          <a:lstStyle/>
          <a:p>
            <a:fld id="{C04DA10E-0DA4-46F9-B706-1BFF6481306D}" type="slidenum">
              <a:rPr kumimoji="1" lang="ja-JP" altLang="en-US" smtClean="0"/>
              <a:t>64</a:t>
            </a:fld>
            <a:endParaRPr kumimoji="1" lang="ja-JP" altLang="en-US"/>
          </a:p>
        </p:txBody>
      </p:sp>
    </p:spTree>
    <p:extLst>
      <p:ext uri="{BB962C8B-B14F-4D97-AF65-F5344CB8AC3E}">
        <p14:creationId xmlns:p14="http://schemas.microsoft.com/office/powerpoint/2010/main" val="157547122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C58C49-41B8-B3D5-95BE-369FB039EFB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420518F-A219-C560-E60B-901964BC6E3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A15AC37D-7AAD-96C5-6CB5-461EFFE17506}"/>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10E8AE10-22F3-CCD4-13CD-10C19E9DACB0}"/>
              </a:ext>
            </a:extLst>
          </p:cNvPr>
          <p:cNvSpPr>
            <a:spLocks noGrp="1"/>
          </p:cNvSpPr>
          <p:nvPr>
            <p:ph type="sldNum" sz="quarter" idx="5"/>
          </p:nvPr>
        </p:nvSpPr>
        <p:spPr/>
        <p:txBody>
          <a:bodyPr/>
          <a:lstStyle/>
          <a:p>
            <a:fld id="{C04DA10E-0DA4-46F9-B706-1BFF6481306D}" type="slidenum">
              <a:rPr kumimoji="1" lang="ja-JP" altLang="en-US" smtClean="0"/>
              <a:t>65</a:t>
            </a:fld>
            <a:endParaRPr kumimoji="1" lang="ja-JP" altLang="en-US"/>
          </a:p>
        </p:txBody>
      </p:sp>
    </p:spTree>
    <p:extLst>
      <p:ext uri="{BB962C8B-B14F-4D97-AF65-F5344CB8AC3E}">
        <p14:creationId xmlns:p14="http://schemas.microsoft.com/office/powerpoint/2010/main" val="194312820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5"/>
          </p:nvPr>
        </p:nvSpPr>
        <p:spPr/>
        <p:txBody>
          <a:bodyPr/>
          <a:lstStyle/>
          <a:p>
            <a:fld id="{C04DA10E-0DA4-46F9-B706-1BFF6481306D}" type="slidenum">
              <a:rPr kumimoji="1" lang="ja-JP" altLang="en-US" smtClean="0"/>
              <a:t>75</a:t>
            </a:fld>
            <a:endParaRPr kumimoji="1" lang="ja-JP" altLang="en-US"/>
          </a:p>
        </p:txBody>
      </p:sp>
    </p:spTree>
    <p:extLst>
      <p:ext uri="{BB962C8B-B14F-4D97-AF65-F5344CB8AC3E}">
        <p14:creationId xmlns:p14="http://schemas.microsoft.com/office/powerpoint/2010/main" val="22547705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820D0A-8C56-80E8-20EE-2F0274B2923C}"/>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4DC83C31-CA60-9949-CFA1-9D66B4DBFF06}"/>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45889DA2-72F2-D5C1-E39D-4B4A21104B5F}"/>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2C788F98-8C12-F7E8-7EFB-6BF646C71894}"/>
              </a:ext>
            </a:extLst>
          </p:cNvPr>
          <p:cNvSpPr>
            <a:spLocks noGrp="1"/>
          </p:cNvSpPr>
          <p:nvPr>
            <p:ph type="sldNum" sz="quarter" idx="5"/>
          </p:nvPr>
        </p:nvSpPr>
        <p:spPr/>
        <p:txBody>
          <a:bodyPr/>
          <a:lstStyle/>
          <a:p>
            <a:fld id="{C04DA10E-0DA4-46F9-B706-1BFF6481306D}" type="slidenum">
              <a:rPr kumimoji="1" lang="ja-JP" altLang="en-US" smtClean="0"/>
              <a:t>134</a:t>
            </a:fld>
            <a:endParaRPr kumimoji="1" lang="ja-JP" altLang="en-US"/>
          </a:p>
        </p:txBody>
      </p:sp>
    </p:spTree>
    <p:extLst>
      <p:ext uri="{BB962C8B-B14F-4D97-AF65-F5344CB8AC3E}">
        <p14:creationId xmlns:p14="http://schemas.microsoft.com/office/powerpoint/2010/main" val="391362920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1F5F2B-3471-07F4-5034-2DAD508D417A}"/>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B9F26861-E303-ED68-0A5C-31D4FFA3F66D}"/>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D1C7D40E-FB51-F633-3423-6438F4E94747}"/>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61A77EF5-5181-5C94-6266-E0119BFC7DF9}"/>
              </a:ext>
            </a:extLst>
          </p:cNvPr>
          <p:cNvSpPr>
            <a:spLocks noGrp="1"/>
          </p:cNvSpPr>
          <p:nvPr>
            <p:ph type="sldNum" sz="quarter" idx="5"/>
          </p:nvPr>
        </p:nvSpPr>
        <p:spPr/>
        <p:txBody>
          <a:bodyPr/>
          <a:lstStyle/>
          <a:p>
            <a:fld id="{C04DA10E-0DA4-46F9-B706-1BFF6481306D}" type="slidenum">
              <a:rPr kumimoji="1" lang="ja-JP" altLang="en-US" smtClean="0"/>
              <a:t>135</a:t>
            </a:fld>
            <a:endParaRPr kumimoji="1" lang="ja-JP" altLang="en-US"/>
          </a:p>
        </p:txBody>
      </p:sp>
    </p:spTree>
    <p:extLst>
      <p:ext uri="{BB962C8B-B14F-4D97-AF65-F5344CB8AC3E}">
        <p14:creationId xmlns:p14="http://schemas.microsoft.com/office/powerpoint/2010/main" val="238144472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F4FE28-99FD-0247-1B09-8133D8AD0161}"/>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C7C72C0A-CA0F-C728-7767-78176923FC7A}"/>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F931D5EF-25B7-9345-016E-931E7548EEB2}"/>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60FAE469-C5E3-105A-F1FD-EC293CF611A2}"/>
              </a:ext>
            </a:extLst>
          </p:cNvPr>
          <p:cNvSpPr>
            <a:spLocks noGrp="1"/>
          </p:cNvSpPr>
          <p:nvPr>
            <p:ph type="sldNum" sz="quarter" idx="5"/>
          </p:nvPr>
        </p:nvSpPr>
        <p:spPr/>
        <p:txBody>
          <a:bodyPr/>
          <a:lstStyle/>
          <a:p>
            <a:fld id="{C04DA10E-0DA4-46F9-B706-1BFF6481306D}" type="slidenum">
              <a:rPr kumimoji="1" lang="ja-JP" altLang="en-US" smtClean="0"/>
              <a:t>136</a:t>
            </a:fld>
            <a:endParaRPr kumimoji="1" lang="ja-JP" altLang="en-US"/>
          </a:p>
        </p:txBody>
      </p:sp>
    </p:spTree>
    <p:extLst>
      <p:ext uri="{BB962C8B-B14F-4D97-AF65-F5344CB8AC3E}">
        <p14:creationId xmlns:p14="http://schemas.microsoft.com/office/powerpoint/2010/main" val="299299958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688F31-385E-9B69-13CC-587FFCE89A6A}"/>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A6B6EA62-688E-F87A-2121-75FB66CE5F4E}"/>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C431F6EF-25B5-B77F-2D89-5B65E5FC7CDA}"/>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B92D6CD8-E907-C551-2ADC-239EE0FF8E9F}"/>
              </a:ext>
            </a:extLst>
          </p:cNvPr>
          <p:cNvSpPr>
            <a:spLocks noGrp="1"/>
          </p:cNvSpPr>
          <p:nvPr>
            <p:ph type="sldNum" sz="quarter" idx="5"/>
          </p:nvPr>
        </p:nvSpPr>
        <p:spPr/>
        <p:txBody>
          <a:bodyPr/>
          <a:lstStyle/>
          <a:p>
            <a:fld id="{C04DA10E-0DA4-46F9-B706-1BFF6481306D}" type="slidenum">
              <a:rPr kumimoji="1" lang="ja-JP" altLang="en-US" smtClean="0"/>
              <a:t>137</a:t>
            </a:fld>
            <a:endParaRPr kumimoji="1" lang="ja-JP" altLang="en-US"/>
          </a:p>
        </p:txBody>
      </p:sp>
    </p:spTree>
    <p:extLst>
      <p:ext uri="{BB962C8B-B14F-4D97-AF65-F5344CB8AC3E}">
        <p14:creationId xmlns:p14="http://schemas.microsoft.com/office/powerpoint/2010/main" val="43189893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C3E41F-D125-7CED-B76B-7B96F210C77A}"/>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8A39075F-1334-732C-C7CF-2740E2041858}"/>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CBCEE6C8-91A3-434F-A7ED-F90CCC53CAF5}"/>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A2E8676F-5ED5-5218-BBEE-A022A864CEF1}"/>
              </a:ext>
            </a:extLst>
          </p:cNvPr>
          <p:cNvSpPr>
            <a:spLocks noGrp="1"/>
          </p:cNvSpPr>
          <p:nvPr>
            <p:ph type="sldNum" sz="quarter" idx="5"/>
          </p:nvPr>
        </p:nvSpPr>
        <p:spPr/>
        <p:txBody>
          <a:bodyPr/>
          <a:lstStyle/>
          <a:p>
            <a:fld id="{C04DA10E-0DA4-46F9-B706-1BFF6481306D}" type="slidenum">
              <a:rPr kumimoji="1" lang="ja-JP" altLang="en-US" smtClean="0"/>
              <a:t>138</a:t>
            </a:fld>
            <a:endParaRPr kumimoji="1" lang="ja-JP" altLang="en-US"/>
          </a:p>
        </p:txBody>
      </p:sp>
    </p:spTree>
    <p:extLst>
      <p:ext uri="{BB962C8B-B14F-4D97-AF65-F5344CB8AC3E}">
        <p14:creationId xmlns:p14="http://schemas.microsoft.com/office/powerpoint/2010/main" val="268873629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100E61-D190-9783-0E68-EC0B3427F8F7}"/>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0FAEF09C-F170-3B59-C234-128C8E995F69}"/>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554919BC-6D36-EDEA-1C8C-C865B0915A61}"/>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40984857-1BB6-18CB-4001-A312876E93AC}"/>
              </a:ext>
            </a:extLst>
          </p:cNvPr>
          <p:cNvSpPr>
            <a:spLocks noGrp="1"/>
          </p:cNvSpPr>
          <p:nvPr>
            <p:ph type="sldNum" sz="quarter" idx="5"/>
          </p:nvPr>
        </p:nvSpPr>
        <p:spPr/>
        <p:txBody>
          <a:bodyPr/>
          <a:lstStyle/>
          <a:p>
            <a:fld id="{C04DA10E-0DA4-46F9-B706-1BFF6481306D}" type="slidenum">
              <a:rPr kumimoji="1" lang="ja-JP" altLang="en-US" smtClean="0"/>
              <a:t>144</a:t>
            </a:fld>
            <a:endParaRPr kumimoji="1" lang="ja-JP" altLang="en-US"/>
          </a:p>
        </p:txBody>
      </p:sp>
    </p:spTree>
    <p:extLst>
      <p:ext uri="{BB962C8B-B14F-4D97-AF65-F5344CB8AC3E}">
        <p14:creationId xmlns:p14="http://schemas.microsoft.com/office/powerpoint/2010/main" val="364654532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D943DD-6458-1FEB-9714-EE5B056A972C}"/>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44D57D92-1499-FC35-9C2E-6E2F6AA46046}"/>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D8243493-7579-2089-6589-DED9186A3BF7}"/>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A5AF4336-ADE0-0D1E-D91B-10BCFB00DD71}"/>
              </a:ext>
            </a:extLst>
          </p:cNvPr>
          <p:cNvSpPr>
            <a:spLocks noGrp="1"/>
          </p:cNvSpPr>
          <p:nvPr>
            <p:ph type="sldNum" sz="quarter" idx="5"/>
          </p:nvPr>
        </p:nvSpPr>
        <p:spPr/>
        <p:txBody>
          <a:bodyPr/>
          <a:lstStyle/>
          <a:p>
            <a:fld id="{C04DA10E-0DA4-46F9-B706-1BFF6481306D}" type="slidenum">
              <a:rPr kumimoji="1" lang="ja-JP" altLang="en-US" smtClean="0"/>
              <a:t>145</a:t>
            </a:fld>
            <a:endParaRPr kumimoji="1" lang="ja-JP" altLang="en-US"/>
          </a:p>
        </p:txBody>
      </p:sp>
    </p:spTree>
    <p:extLst>
      <p:ext uri="{BB962C8B-B14F-4D97-AF65-F5344CB8AC3E}">
        <p14:creationId xmlns:p14="http://schemas.microsoft.com/office/powerpoint/2010/main" val="365340411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C4F8A9-A687-52FB-8AA6-D380B86F4022}"/>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8A064CD5-D88A-357C-EE33-C89AB4728932}"/>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F2CABB22-7B2A-7D0D-C807-A999CC826887}"/>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87563F5A-C72A-DBCA-EFD7-3A12A7A82178}"/>
              </a:ext>
            </a:extLst>
          </p:cNvPr>
          <p:cNvSpPr>
            <a:spLocks noGrp="1"/>
          </p:cNvSpPr>
          <p:nvPr>
            <p:ph type="sldNum" sz="quarter" idx="5"/>
          </p:nvPr>
        </p:nvSpPr>
        <p:spPr/>
        <p:txBody>
          <a:bodyPr/>
          <a:lstStyle/>
          <a:p>
            <a:fld id="{C04DA10E-0DA4-46F9-B706-1BFF6481306D}" type="slidenum">
              <a:rPr kumimoji="1" lang="ja-JP" altLang="en-US" smtClean="0"/>
              <a:t>146</a:t>
            </a:fld>
            <a:endParaRPr kumimoji="1" lang="ja-JP" altLang="en-US"/>
          </a:p>
        </p:txBody>
      </p:sp>
    </p:spTree>
    <p:extLst>
      <p:ext uri="{BB962C8B-B14F-4D97-AF65-F5344CB8AC3E}">
        <p14:creationId xmlns:p14="http://schemas.microsoft.com/office/powerpoint/2010/main" val="133171486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9D6BE1-12C2-5DB1-BF18-3DCA780741E0}"/>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C9119720-C1AB-E13D-84F4-BD4547339F1D}"/>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ADB1AE43-C023-731F-FCBA-E06F25838C90}"/>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AA8DCADA-D292-F3E2-9750-AA4BD5C85D8C}"/>
              </a:ext>
            </a:extLst>
          </p:cNvPr>
          <p:cNvSpPr>
            <a:spLocks noGrp="1"/>
          </p:cNvSpPr>
          <p:nvPr>
            <p:ph type="sldNum" sz="quarter" idx="5"/>
          </p:nvPr>
        </p:nvSpPr>
        <p:spPr/>
        <p:txBody>
          <a:bodyPr/>
          <a:lstStyle/>
          <a:p>
            <a:fld id="{C04DA10E-0DA4-46F9-B706-1BFF6481306D}" type="slidenum">
              <a:rPr kumimoji="1" lang="ja-JP" altLang="en-US" smtClean="0"/>
              <a:t>147</a:t>
            </a:fld>
            <a:endParaRPr kumimoji="1" lang="ja-JP" altLang="en-US"/>
          </a:p>
        </p:txBody>
      </p:sp>
    </p:spTree>
    <p:extLst>
      <p:ext uri="{BB962C8B-B14F-4D97-AF65-F5344CB8AC3E}">
        <p14:creationId xmlns:p14="http://schemas.microsoft.com/office/powerpoint/2010/main" val="391232266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2D26B9-52EB-CAE9-E0D1-B1A827534B4C}"/>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E672299-F2EF-3135-D33E-DE6411C08CBE}"/>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BB5092D2-8926-7D58-A732-D63D2F217B5A}"/>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BB03909A-F191-9241-3ABE-C27E6397350B}"/>
              </a:ext>
            </a:extLst>
          </p:cNvPr>
          <p:cNvSpPr>
            <a:spLocks noGrp="1"/>
          </p:cNvSpPr>
          <p:nvPr>
            <p:ph type="sldNum" sz="quarter" idx="5"/>
          </p:nvPr>
        </p:nvSpPr>
        <p:spPr/>
        <p:txBody>
          <a:bodyPr/>
          <a:lstStyle/>
          <a:p>
            <a:fld id="{C04DA10E-0DA4-46F9-B706-1BFF6481306D}" type="slidenum">
              <a:rPr kumimoji="1" lang="ja-JP" altLang="en-US" smtClean="0"/>
              <a:t>150</a:t>
            </a:fld>
            <a:endParaRPr kumimoji="1" lang="ja-JP" altLang="en-US"/>
          </a:p>
        </p:txBody>
      </p:sp>
    </p:spTree>
    <p:extLst>
      <p:ext uri="{BB962C8B-B14F-4D97-AF65-F5344CB8AC3E}">
        <p14:creationId xmlns:p14="http://schemas.microsoft.com/office/powerpoint/2010/main" val="142224298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8D7922-BFDD-4CDE-24FC-7D1F9EB3B7F4}"/>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75866201-966D-2ED4-E512-05F9DBF942E1}"/>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72428E62-0CCC-442C-7B74-C1ED9EF0BEE7}"/>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5264EE9B-2B49-5E78-AB8A-129727C1F982}"/>
              </a:ext>
            </a:extLst>
          </p:cNvPr>
          <p:cNvSpPr>
            <a:spLocks noGrp="1"/>
          </p:cNvSpPr>
          <p:nvPr>
            <p:ph type="sldNum" sz="quarter" idx="5"/>
          </p:nvPr>
        </p:nvSpPr>
        <p:spPr/>
        <p:txBody>
          <a:bodyPr/>
          <a:lstStyle/>
          <a:p>
            <a:fld id="{C04DA10E-0DA4-46F9-B706-1BFF6481306D}" type="slidenum">
              <a:rPr kumimoji="1" lang="ja-JP" altLang="en-US" smtClean="0"/>
              <a:t>151</a:t>
            </a:fld>
            <a:endParaRPr kumimoji="1" lang="ja-JP" altLang="en-US"/>
          </a:p>
        </p:txBody>
      </p:sp>
    </p:spTree>
    <p:extLst>
      <p:ext uri="{BB962C8B-B14F-4D97-AF65-F5344CB8AC3E}">
        <p14:creationId xmlns:p14="http://schemas.microsoft.com/office/powerpoint/2010/main" val="383479427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5F4E39-84E8-D301-1926-63F7FC8E074C}"/>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1AD02772-C6F6-2D31-0332-D357811F9C1C}"/>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1CC0607C-67DF-C6FC-FB20-2737F4FB7822}"/>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8457519D-9207-E477-9B74-D0C59EED3D19}"/>
              </a:ext>
            </a:extLst>
          </p:cNvPr>
          <p:cNvSpPr>
            <a:spLocks noGrp="1"/>
          </p:cNvSpPr>
          <p:nvPr>
            <p:ph type="sldNum" sz="quarter" idx="5"/>
          </p:nvPr>
        </p:nvSpPr>
        <p:spPr/>
        <p:txBody>
          <a:bodyPr/>
          <a:lstStyle/>
          <a:p>
            <a:fld id="{C04DA10E-0DA4-46F9-B706-1BFF6481306D}" type="slidenum">
              <a:rPr kumimoji="1" lang="ja-JP" altLang="en-US" smtClean="0"/>
              <a:t>152</a:t>
            </a:fld>
            <a:endParaRPr kumimoji="1" lang="ja-JP" altLang="en-US"/>
          </a:p>
        </p:txBody>
      </p:sp>
    </p:spTree>
    <p:extLst>
      <p:ext uri="{BB962C8B-B14F-4D97-AF65-F5344CB8AC3E}">
        <p14:creationId xmlns:p14="http://schemas.microsoft.com/office/powerpoint/2010/main" val="4155170874"/>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13C45C-B47E-6CD3-1FF0-4BC2E40A7239}"/>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78633F1B-8FFB-BC1B-F903-1AE4DF08787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D5330A91-3F04-D995-2894-A851F6D6CDE5}"/>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B254C44C-E8D3-5902-FC68-E24BCE86B015}"/>
              </a:ext>
            </a:extLst>
          </p:cNvPr>
          <p:cNvSpPr>
            <a:spLocks noGrp="1"/>
          </p:cNvSpPr>
          <p:nvPr>
            <p:ph type="sldNum" sz="quarter" idx="5"/>
          </p:nvPr>
        </p:nvSpPr>
        <p:spPr/>
        <p:txBody>
          <a:bodyPr/>
          <a:lstStyle/>
          <a:p>
            <a:fld id="{C04DA10E-0DA4-46F9-B706-1BFF6481306D}" type="slidenum">
              <a:rPr kumimoji="1" lang="ja-JP" altLang="en-US" smtClean="0"/>
              <a:t>153</a:t>
            </a:fld>
            <a:endParaRPr kumimoji="1" lang="ja-JP" altLang="en-US"/>
          </a:p>
        </p:txBody>
      </p:sp>
    </p:spTree>
    <p:extLst>
      <p:ext uri="{BB962C8B-B14F-4D97-AF65-F5344CB8AC3E}">
        <p14:creationId xmlns:p14="http://schemas.microsoft.com/office/powerpoint/2010/main" val="159655865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75FACB-4A8E-15A0-FA91-B722C5D962BC}"/>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B3F04548-FB21-C537-B49E-9EBF274D990D}"/>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A971920A-387E-5BAF-5A0C-4A1366CA6D29}"/>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47BFC49B-C147-9E6A-91F3-EBA6ACD20BB7}"/>
              </a:ext>
            </a:extLst>
          </p:cNvPr>
          <p:cNvSpPr>
            <a:spLocks noGrp="1"/>
          </p:cNvSpPr>
          <p:nvPr>
            <p:ph type="sldNum" sz="quarter" idx="5"/>
          </p:nvPr>
        </p:nvSpPr>
        <p:spPr/>
        <p:txBody>
          <a:bodyPr/>
          <a:lstStyle/>
          <a:p>
            <a:fld id="{C04DA10E-0DA4-46F9-B706-1BFF6481306D}" type="slidenum">
              <a:rPr kumimoji="1" lang="ja-JP" altLang="en-US" smtClean="0"/>
              <a:t>209</a:t>
            </a:fld>
            <a:endParaRPr kumimoji="1" lang="ja-JP" altLang="en-US"/>
          </a:p>
        </p:txBody>
      </p:sp>
    </p:spTree>
    <p:extLst>
      <p:ext uri="{BB962C8B-B14F-4D97-AF65-F5344CB8AC3E}">
        <p14:creationId xmlns:p14="http://schemas.microsoft.com/office/powerpoint/2010/main" val="152962485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EECF7D-465E-C8B1-9342-37DF48BBD55B}"/>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46F656A1-B42B-C999-D1AF-F553F4629CFE}"/>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1340D480-197D-5527-E0EF-AFA85081E8DF}"/>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11DD4526-82B2-EB97-F94F-7DFF04F7A682}"/>
              </a:ext>
            </a:extLst>
          </p:cNvPr>
          <p:cNvSpPr>
            <a:spLocks noGrp="1"/>
          </p:cNvSpPr>
          <p:nvPr>
            <p:ph type="sldNum" sz="quarter" idx="5"/>
          </p:nvPr>
        </p:nvSpPr>
        <p:spPr/>
        <p:txBody>
          <a:bodyPr/>
          <a:lstStyle/>
          <a:p>
            <a:fld id="{C04DA10E-0DA4-46F9-B706-1BFF6481306D}" type="slidenum">
              <a:rPr kumimoji="1" lang="ja-JP" altLang="en-US" smtClean="0"/>
              <a:t>211</a:t>
            </a:fld>
            <a:endParaRPr kumimoji="1" lang="ja-JP" altLang="en-US"/>
          </a:p>
        </p:txBody>
      </p:sp>
    </p:spTree>
    <p:extLst>
      <p:ext uri="{BB962C8B-B14F-4D97-AF65-F5344CB8AC3E}">
        <p14:creationId xmlns:p14="http://schemas.microsoft.com/office/powerpoint/2010/main" val="7046045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500039-2DB5-8B99-B9FD-977639EA7DB6}"/>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C73027F-FB94-842A-258F-BC53FEA1B03C}"/>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AC86B4FC-977F-543E-5AC5-2A566BE7FE3D}"/>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0D150BEA-CE8E-520E-A117-1F53E1B790D3}"/>
              </a:ext>
            </a:extLst>
          </p:cNvPr>
          <p:cNvSpPr>
            <a:spLocks noGrp="1"/>
          </p:cNvSpPr>
          <p:nvPr>
            <p:ph type="sldNum" sz="quarter" idx="5"/>
          </p:nvPr>
        </p:nvSpPr>
        <p:spPr/>
        <p:txBody>
          <a:bodyPr/>
          <a:lstStyle/>
          <a:p>
            <a:fld id="{C04DA10E-0DA4-46F9-B706-1BFF6481306D}" type="slidenum">
              <a:rPr kumimoji="1" lang="ja-JP" altLang="en-US" smtClean="0"/>
              <a:t>212</a:t>
            </a:fld>
            <a:endParaRPr kumimoji="1" lang="ja-JP" altLang="en-US"/>
          </a:p>
        </p:txBody>
      </p:sp>
    </p:spTree>
    <p:extLst>
      <p:ext uri="{BB962C8B-B14F-4D97-AF65-F5344CB8AC3E}">
        <p14:creationId xmlns:p14="http://schemas.microsoft.com/office/powerpoint/2010/main" val="730368637"/>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2B0664-6E23-7248-EA5B-4FC395DC4C18}"/>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4BB017EE-B420-F966-02A9-C15D92AC2296}"/>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268E4B19-D37C-E4FD-6282-35A032051B71}"/>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070DC454-DDFC-F642-9D9A-9D8278BA4E13}"/>
              </a:ext>
            </a:extLst>
          </p:cNvPr>
          <p:cNvSpPr>
            <a:spLocks noGrp="1"/>
          </p:cNvSpPr>
          <p:nvPr>
            <p:ph type="sldNum" sz="quarter" idx="5"/>
          </p:nvPr>
        </p:nvSpPr>
        <p:spPr/>
        <p:txBody>
          <a:bodyPr/>
          <a:lstStyle/>
          <a:p>
            <a:fld id="{C04DA10E-0DA4-46F9-B706-1BFF6481306D}" type="slidenum">
              <a:rPr kumimoji="1" lang="ja-JP" altLang="en-US" smtClean="0"/>
              <a:t>215</a:t>
            </a:fld>
            <a:endParaRPr kumimoji="1" lang="ja-JP" altLang="en-US"/>
          </a:p>
        </p:txBody>
      </p:sp>
    </p:spTree>
    <p:extLst>
      <p:ext uri="{BB962C8B-B14F-4D97-AF65-F5344CB8AC3E}">
        <p14:creationId xmlns:p14="http://schemas.microsoft.com/office/powerpoint/2010/main" val="1112768325"/>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A6E403-9FF8-E02F-78E8-409F555CB072}"/>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773E8A1-D002-C53A-4BDC-FC1BB81D9B13}"/>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B46E4944-FFDA-E5CA-D1B3-A790A39ABE43}"/>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64A07DAF-EB28-8DBA-D517-DE06732D8324}"/>
              </a:ext>
            </a:extLst>
          </p:cNvPr>
          <p:cNvSpPr>
            <a:spLocks noGrp="1"/>
          </p:cNvSpPr>
          <p:nvPr>
            <p:ph type="sldNum" sz="quarter" idx="5"/>
          </p:nvPr>
        </p:nvSpPr>
        <p:spPr/>
        <p:txBody>
          <a:bodyPr/>
          <a:lstStyle/>
          <a:p>
            <a:fld id="{C04DA10E-0DA4-46F9-B706-1BFF6481306D}" type="slidenum">
              <a:rPr kumimoji="1" lang="ja-JP" altLang="en-US" smtClean="0"/>
              <a:t>216</a:t>
            </a:fld>
            <a:endParaRPr kumimoji="1" lang="ja-JP" altLang="en-US"/>
          </a:p>
        </p:txBody>
      </p:sp>
    </p:spTree>
    <p:extLst>
      <p:ext uri="{BB962C8B-B14F-4D97-AF65-F5344CB8AC3E}">
        <p14:creationId xmlns:p14="http://schemas.microsoft.com/office/powerpoint/2010/main" val="1235743224"/>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4592B9-6A71-18AC-8A9B-FC3479CD9E68}"/>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0D6ECBF1-C55D-97D8-9CC5-9F456EFE85A8}"/>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398DBE38-F37F-6134-A54F-7A8A9850F154}"/>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DAD7CCCD-2D98-F876-0719-63FC43D7CFAB}"/>
              </a:ext>
            </a:extLst>
          </p:cNvPr>
          <p:cNvSpPr>
            <a:spLocks noGrp="1"/>
          </p:cNvSpPr>
          <p:nvPr>
            <p:ph type="sldNum" sz="quarter" idx="5"/>
          </p:nvPr>
        </p:nvSpPr>
        <p:spPr/>
        <p:txBody>
          <a:bodyPr/>
          <a:lstStyle/>
          <a:p>
            <a:fld id="{C04DA10E-0DA4-46F9-B706-1BFF6481306D}" type="slidenum">
              <a:rPr kumimoji="1" lang="ja-JP" altLang="en-US" smtClean="0"/>
              <a:t>217</a:t>
            </a:fld>
            <a:endParaRPr kumimoji="1" lang="ja-JP" altLang="en-US"/>
          </a:p>
        </p:txBody>
      </p:sp>
    </p:spTree>
    <p:extLst>
      <p:ext uri="{BB962C8B-B14F-4D97-AF65-F5344CB8AC3E}">
        <p14:creationId xmlns:p14="http://schemas.microsoft.com/office/powerpoint/2010/main" val="3597375746"/>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01A6DE-4B2E-40FA-CAEE-B65697DDC51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5F9E7428-E623-75C8-F866-E0AEB6B8F6F5}"/>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D62057FC-75BB-5B27-3C39-DCBC0998DBA2}"/>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A9E6C265-CACF-FB1E-5DD1-D0B3190184CE}"/>
              </a:ext>
            </a:extLst>
          </p:cNvPr>
          <p:cNvSpPr>
            <a:spLocks noGrp="1"/>
          </p:cNvSpPr>
          <p:nvPr>
            <p:ph type="sldNum" sz="quarter" idx="5"/>
          </p:nvPr>
        </p:nvSpPr>
        <p:spPr/>
        <p:txBody>
          <a:bodyPr/>
          <a:lstStyle/>
          <a:p>
            <a:fld id="{C04DA10E-0DA4-46F9-B706-1BFF6481306D}" type="slidenum">
              <a:rPr kumimoji="1" lang="ja-JP" altLang="en-US" smtClean="0"/>
              <a:t>218</a:t>
            </a:fld>
            <a:endParaRPr kumimoji="1" lang="ja-JP" altLang="en-US"/>
          </a:p>
        </p:txBody>
      </p:sp>
    </p:spTree>
    <p:extLst>
      <p:ext uri="{BB962C8B-B14F-4D97-AF65-F5344CB8AC3E}">
        <p14:creationId xmlns:p14="http://schemas.microsoft.com/office/powerpoint/2010/main" val="403496729"/>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6084AF-D917-E2B0-6973-FAF6C131151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94D368C5-F50E-EF81-0E77-4FC2FDF9BA31}"/>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DCF3D32B-2E7F-0B69-0572-527EAB72721F}"/>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6F1B70AE-3BBF-7F64-B127-D9A7C724523F}"/>
              </a:ext>
            </a:extLst>
          </p:cNvPr>
          <p:cNvSpPr>
            <a:spLocks noGrp="1"/>
          </p:cNvSpPr>
          <p:nvPr>
            <p:ph type="sldNum" sz="quarter" idx="5"/>
          </p:nvPr>
        </p:nvSpPr>
        <p:spPr/>
        <p:txBody>
          <a:bodyPr/>
          <a:lstStyle/>
          <a:p>
            <a:fld id="{C04DA10E-0DA4-46F9-B706-1BFF6481306D}" type="slidenum">
              <a:rPr kumimoji="1" lang="ja-JP" altLang="en-US" smtClean="0"/>
              <a:t>228</a:t>
            </a:fld>
            <a:endParaRPr kumimoji="1" lang="ja-JP" altLang="en-US"/>
          </a:p>
        </p:txBody>
      </p:sp>
    </p:spTree>
    <p:extLst>
      <p:ext uri="{BB962C8B-B14F-4D97-AF65-F5344CB8AC3E}">
        <p14:creationId xmlns:p14="http://schemas.microsoft.com/office/powerpoint/2010/main" val="54387400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2E7B29-C153-540D-BB15-31575CD36172}"/>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3218C053-DCF3-4C8B-F3C8-86D2319F3BD9}"/>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33B06ADF-386B-072F-8AD4-2249B73F3B08}"/>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3C519876-CE8F-EBE7-6921-6C48819D4983}"/>
              </a:ext>
            </a:extLst>
          </p:cNvPr>
          <p:cNvSpPr>
            <a:spLocks noGrp="1"/>
          </p:cNvSpPr>
          <p:nvPr>
            <p:ph type="sldNum" sz="quarter" idx="5"/>
          </p:nvPr>
        </p:nvSpPr>
        <p:spPr/>
        <p:txBody>
          <a:bodyPr/>
          <a:lstStyle/>
          <a:p>
            <a:fld id="{C04DA10E-0DA4-46F9-B706-1BFF6481306D}" type="slidenum">
              <a:rPr kumimoji="1" lang="ja-JP" altLang="en-US" smtClean="0"/>
              <a:t>229</a:t>
            </a:fld>
            <a:endParaRPr kumimoji="1" lang="ja-JP" altLang="en-US"/>
          </a:p>
        </p:txBody>
      </p:sp>
    </p:spTree>
    <p:extLst>
      <p:ext uri="{BB962C8B-B14F-4D97-AF65-F5344CB8AC3E}">
        <p14:creationId xmlns:p14="http://schemas.microsoft.com/office/powerpoint/2010/main" val="306140098"/>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B69DD3-3880-3DE6-1408-53EAF9A2AA32}"/>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14F89EC2-17D5-A6E0-412D-D9F54CB2AABD}"/>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2C83783A-82AF-AB3F-DFB9-106F3EC833AD}"/>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05ED0FE8-B65C-F2E5-E7DB-9AFB5751D248}"/>
              </a:ext>
            </a:extLst>
          </p:cNvPr>
          <p:cNvSpPr>
            <a:spLocks noGrp="1"/>
          </p:cNvSpPr>
          <p:nvPr>
            <p:ph type="sldNum" sz="quarter" idx="5"/>
          </p:nvPr>
        </p:nvSpPr>
        <p:spPr/>
        <p:txBody>
          <a:bodyPr/>
          <a:lstStyle/>
          <a:p>
            <a:fld id="{C04DA10E-0DA4-46F9-B706-1BFF6481306D}" type="slidenum">
              <a:rPr kumimoji="1" lang="ja-JP" altLang="en-US" smtClean="0"/>
              <a:t>231</a:t>
            </a:fld>
            <a:endParaRPr kumimoji="1" lang="ja-JP" altLang="en-US"/>
          </a:p>
        </p:txBody>
      </p:sp>
    </p:spTree>
    <p:extLst>
      <p:ext uri="{BB962C8B-B14F-4D97-AF65-F5344CB8AC3E}">
        <p14:creationId xmlns:p14="http://schemas.microsoft.com/office/powerpoint/2010/main" val="3294503382"/>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5"/>
          </p:nvPr>
        </p:nvSpPr>
        <p:spPr/>
        <p:txBody>
          <a:bodyPr/>
          <a:lstStyle/>
          <a:p>
            <a:fld id="{C04DA10E-0DA4-46F9-B706-1BFF6481306D}" type="slidenum">
              <a:rPr kumimoji="1" lang="ja-JP" altLang="en-US" smtClean="0"/>
              <a:t>232</a:t>
            </a:fld>
            <a:endParaRPr kumimoji="1" lang="ja-JP" altLang="en-US"/>
          </a:p>
        </p:txBody>
      </p:sp>
    </p:spTree>
    <p:extLst>
      <p:ext uri="{BB962C8B-B14F-4D97-AF65-F5344CB8AC3E}">
        <p14:creationId xmlns:p14="http://schemas.microsoft.com/office/powerpoint/2010/main" val="304503532"/>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570934-634E-2D42-F94A-28D7354D8D1F}"/>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B8F152ED-FF55-8131-2C52-B6AD5A8544AE}"/>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D0F52A0A-5249-92B5-D140-75A562CEEC95}"/>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B85D6EA4-CF82-73CB-6522-D9B9B0A1526F}"/>
              </a:ext>
            </a:extLst>
          </p:cNvPr>
          <p:cNvSpPr>
            <a:spLocks noGrp="1"/>
          </p:cNvSpPr>
          <p:nvPr>
            <p:ph type="sldNum" sz="quarter" idx="5"/>
          </p:nvPr>
        </p:nvSpPr>
        <p:spPr/>
        <p:txBody>
          <a:bodyPr/>
          <a:lstStyle/>
          <a:p>
            <a:fld id="{C04DA10E-0DA4-46F9-B706-1BFF6481306D}" type="slidenum">
              <a:rPr kumimoji="1" lang="ja-JP" altLang="en-US" smtClean="0"/>
              <a:t>233</a:t>
            </a:fld>
            <a:endParaRPr kumimoji="1" lang="ja-JP" altLang="en-US"/>
          </a:p>
        </p:txBody>
      </p:sp>
    </p:spTree>
    <p:extLst>
      <p:ext uri="{BB962C8B-B14F-4D97-AF65-F5344CB8AC3E}">
        <p14:creationId xmlns:p14="http://schemas.microsoft.com/office/powerpoint/2010/main" val="1472436886"/>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5"/>
          </p:nvPr>
        </p:nvSpPr>
        <p:spPr/>
        <p:txBody>
          <a:bodyPr/>
          <a:lstStyle/>
          <a:p>
            <a:fld id="{C04DA10E-0DA4-46F9-B706-1BFF6481306D}" type="slidenum">
              <a:rPr kumimoji="1" lang="ja-JP" altLang="en-US" smtClean="0"/>
              <a:t>239</a:t>
            </a:fld>
            <a:endParaRPr kumimoji="1" lang="ja-JP" altLang="en-US"/>
          </a:p>
        </p:txBody>
      </p:sp>
    </p:spTree>
    <p:extLst>
      <p:ext uri="{BB962C8B-B14F-4D97-AF65-F5344CB8AC3E}">
        <p14:creationId xmlns:p14="http://schemas.microsoft.com/office/powerpoint/2010/main" val="3555942524"/>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C4ACE3-2BE8-7B25-43DB-6722A771F461}"/>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FFC4A712-C1FE-9E2E-1E04-A248037229D8}"/>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D7A2B7CC-C40B-3595-FABF-5D98741E4D41}"/>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D9890521-7A21-5351-D6A5-4AB7F6555F13}"/>
              </a:ext>
            </a:extLst>
          </p:cNvPr>
          <p:cNvSpPr>
            <a:spLocks noGrp="1"/>
          </p:cNvSpPr>
          <p:nvPr>
            <p:ph type="sldNum" sz="quarter" idx="5"/>
          </p:nvPr>
        </p:nvSpPr>
        <p:spPr/>
        <p:txBody>
          <a:bodyPr/>
          <a:lstStyle/>
          <a:p>
            <a:fld id="{C04DA10E-0DA4-46F9-B706-1BFF6481306D}" type="slidenum">
              <a:rPr kumimoji="1" lang="ja-JP" altLang="en-US" smtClean="0"/>
              <a:t>254</a:t>
            </a:fld>
            <a:endParaRPr kumimoji="1" lang="ja-JP" altLang="en-US"/>
          </a:p>
        </p:txBody>
      </p:sp>
    </p:spTree>
    <p:extLst>
      <p:ext uri="{BB962C8B-B14F-4D97-AF65-F5344CB8AC3E}">
        <p14:creationId xmlns:p14="http://schemas.microsoft.com/office/powerpoint/2010/main" val="936582415"/>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80F9F2-885B-C6E2-31E1-40D365922889}"/>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9FCC926E-2870-D48A-F5E0-5EA5D8B85244}"/>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42205157-123D-CEE6-2A24-FBD1EF6CC501}"/>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900BA0CD-F988-EF12-91C0-6B6C433C75AC}"/>
              </a:ext>
            </a:extLst>
          </p:cNvPr>
          <p:cNvSpPr>
            <a:spLocks noGrp="1"/>
          </p:cNvSpPr>
          <p:nvPr>
            <p:ph type="sldNum" sz="quarter" idx="5"/>
          </p:nvPr>
        </p:nvSpPr>
        <p:spPr/>
        <p:txBody>
          <a:bodyPr/>
          <a:lstStyle/>
          <a:p>
            <a:fld id="{C04DA10E-0DA4-46F9-B706-1BFF6481306D}" type="slidenum">
              <a:rPr kumimoji="1" lang="ja-JP" altLang="en-US" smtClean="0"/>
              <a:t>257</a:t>
            </a:fld>
            <a:endParaRPr kumimoji="1" lang="ja-JP" altLang="en-US"/>
          </a:p>
        </p:txBody>
      </p:sp>
    </p:spTree>
    <p:extLst>
      <p:ext uri="{BB962C8B-B14F-4D97-AF65-F5344CB8AC3E}">
        <p14:creationId xmlns:p14="http://schemas.microsoft.com/office/powerpoint/2010/main" val="306197504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5"/>
          </p:nvPr>
        </p:nvSpPr>
        <p:spPr/>
        <p:txBody>
          <a:bodyPr/>
          <a:lstStyle/>
          <a:p>
            <a:fld id="{C04DA10E-0DA4-46F9-B706-1BFF6481306D}" type="slidenum">
              <a:rPr kumimoji="1" lang="ja-JP" altLang="en-US" smtClean="0"/>
              <a:t>258</a:t>
            </a:fld>
            <a:endParaRPr kumimoji="1" lang="ja-JP" altLang="en-US"/>
          </a:p>
        </p:txBody>
      </p:sp>
    </p:spTree>
    <p:extLst>
      <p:ext uri="{BB962C8B-B14F-4D97-AF65-F5344CB8AC3E}">
        <p14:creationId xmlns:p14="http://schemas.microsoft.com/office/powerpoint/2010/main" val="1264120843"/>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81E4CE-0E98-5BF8-A3B6-02BCD3B53F76}"/>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4DF1C8C4-C987-1C9A-2603-29A51519B24B}"/>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98E9158D-1865-E20B-8EF5-0F834C0A1E9B}"/>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3DE988BE-AA2C-7CAF-B6EC-E47766285591}"/>
              </a:ext>
            </a:extLst>
          </p:cNvPr>
          <p:cNvSpPr>
            <a:spLocks noGrp="1"/>
          </p:cNvSpPr>
          <p:nvPr>
            <p:ph type="sldNum" sz="quarter" idx="5"/>
          </p:nvPr>
        </p:nvSpPr>
        <p:spPr/>
        <p:txBody>
          <a:bodyPr/>
          <a:lstStyle/>
          <a:p>
            <a:fld id="{C04DA10E-0DA4-46F9-B706-1BFF6481306D}" type="slidenum">
              <a:rPr kumimoji="1" lang="ja-JP" altLang="en-US" smtClean="0"/>
              <a:t>259</a:t>
            </a:fld>
            <a:endParaRPr kumimoji="1" lang="ja-JP" altLang="en-US"/>
          </a:p>
        </p:txBody>
      </p:sp>
    </p:spTree>
    <p:extLst>
      <p:ext uri="{BB962C8B-B14F-4D97-AF65-F5344CB8AC3E}">
        <p14:creationId xmlns:p14="http://schemas.microsoft.com/office/powerpoint/2010/main" val="3194209878"/>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FAECA9-01C3-C8CD-D17A-48BFDA516FA7}"/>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7FFD8671-7EB9-5D7A-CB72-74BA22A8F06F}"/>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C49CDC41-5072-D550-B8DC-D848DA76996D}"/>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76C23491-F4D0-780A-F9E4-FFC85ED44A8B}"/>
              </a:ext>
            </a:extLst>
          </p:cNvPr>
          <p:cNvSpPr>
            <a:spLocks noGrp="1"/>
          </p:cNvSpPr>
          <p:nvPr>
            <p:ph type="sldNum" sz="quarter" idx="5"/>
          </p:nvPr>
        </p:nvSpPr>
        <p:spPr/>
        <p:txBody>
          <a:bodyPr/>
          <a:lstStyle/>
          <a:p>
            <a:fld id="{C04DA10E-0DA4-46F9-B706-1BFF6481306D}" type="slidenum">
              <a:rPr kumimoji="1" lang="ja-JP" altLang="en-US" smtClean="0"/>
              <a:t>260</a:t>
            </a:fld>
            <a:endParaRPr kumimoji="1" lang="ja-JP" altLang="en-US"/>
          </a:p>
        </p:txBody>
      </p:sp>
    </p:spTree>
    <p:extLst>
      <p:ext uri="{BB962C8B-B14F-4D97-AF65-F5344CB8AC3E}">
        <p14:creationId xmlns:p14="http://schemas.microsoft.com/office/powerpoint/2010/main" val="3333498697"/>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9E1920-A9A5-7E95-5A67-845877332D8A}"/>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B89C2271-A751-0814-F0EE-B93F88738069}"/>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00039BBC-2879-0920-76AE-86B1EB2340B3}"/>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E36A3F4A-88A2-5EEE-AD85-35DAB0AAD7C6}"/>
              </a:ext>
            </a:extLst>
          </p:cNvPr>
          <p:cNvSpPr>
            <a:spLocks noGrp="1"/>
          </p:cNvSpPr>
          <p:nvPr>
            <p:ph type="sldNum" sz="quarter" idx="5"/>
          </p:nvPr>
        </p:nvSpPr>
        <p:spPr/>
        <p:txBody>
          <a:bodyPr/>
          <a:lstStyle/>
          <a:p>
            <a:fld id="{C04DA10E-0DA4-46F9-B706-1BFF6481306D}" type="slidenum">
              <a:rPr kumimoji="1" lang="ja-JP" altLang="en-US" smtClean="0"/>
              <a:t>261</a:t>
            </a:fld>
            <a:endParaRPr kumimoji="1" lang="ja-JP" altLang="en-US"/>
          </a:p>
        </p:txBody>
      </p:sp>
    </p:spTree>
    <p:extLst>
      <p:ext uri="{BB962C8B-B14F-4D97-AF65-F5344CB8AC3E}">
        <p14:creationId xmlns:p14="http://schemas.microsoft.com/office/powerpoint/2010/main" val="2095350688"/>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CE969A-36B6-6B9B-19A8-9B2027FEE7C7}"/>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D6FA27FD-54E1-F342-3F84-0DBE490DE43F}"/>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0864FFEC-D60D-CDB4-1877-671F580D690E}"/>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23F97262-8B78-3F35-8BA3-2D2C86C10441}"/>
              </a:ext>
            </a:extLst>
          </p:cNvPr>
          <p:cNvSpPr>
            <a:spLocks noGrp="1"/>
          </p:cNvSpPr>
          <p:nvPr>
            <p:ph type="sldNum" sz="quarter" idx="5"/>
          </p:nvPr>
        </p:nvSpPr>
        <p:spPr/>
        <p:txBody>
          <a:bodyPr/>
          <a:lstStyle/>
          <a:p>
            <a:fld id="{C04DA10E-0DA4-46F9-B706-1BFF6481306D}" type="slidenum">
              <a:rPr kumimoji="1" lang="ja-JP" altLang="en-US" smtClean="0"/>
              <a:t>262</a:t>
            </a:fld>
            <a:endParaRPr kumimoji="1" lang="ja-JP" altLang="en-US"/>
          </a:p>
        </p:txBody>
      </p:sp>
    </p:spTree>
    <p:extLst>
      <p:ext uri="{BB962C8B-B14F-4D97-AF65-F5344CB8AC3E}">
        <p14:creationId xmlns:p14="http://schemas.microsoft.com/office/powerpoint/2010/main" val="448045716"/>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A91AD0-061A-2020-B96C-089F8F735A68}"/>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B6CBDAFA-6B48-267D-2D82-782CC09C5126}"/>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F0A413E5-0BEE-A7D7-DBDF-9CD7E397CE1F}"/>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07DAB919-DC03-740D-CB5F-A8BF03A7AD88}"/>
              </a:ext>
            </a:extLst>
          </p:cNvPr>
          <p:cNvSpPr>
            <a:spLocks noGrp="1"/>
          </p:cNvSpPr>
          <p:nvPr>
            <p:ph type="sldNum" sz="quarter" idx="5"/>
          </p:nvPr>
        </p:nvSpPr>
        <p:spPr/>
        <p:txBody>
          <a:bodyPr/>
          <a:lstStyle/>
          <a:p>
            <a:fld id="{C04DA10E-0DA4-46F9-B706-1BFF6481306D}" type="slidenum">
              <a:rPr kumimoji="1" lang="ja-JP" altLang="en-US" smtClean="0"/>
              <a:t>272</a:t>
            </a:fld>
            <a:endParaRPr kumimoji="1" lang="ja-JP" altLang="en-US"/>
          </a:p>
        </p:txBody>
      </p:sp>
    </p:spTree>
    <p:extLst>
      <p:ext uri="{BB962C8B-B14F-4D97-AF65-F5344CB8AC3E}">
        <p14:creationId xmlns:p14="http://schemas.microsoft.com/office/powerpoint/2010/main" val="3905491613"/>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99D55A-05A7-5A42-3521-0B9D44E20EF0}"/>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BFD6B677-8F95-4ED8-B335-831343363234}"/>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D2A5B862-20D6-7C10-8C4A-190181D6CB04}"/>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934BB63C-8283-958E-CCFF-703C574F7F14}"/>
              </a:ext>
            </a:extLst>
          </p:cNvPr>
          <p:cNvSpPr>
            <a:spLocks noGrp="1"/>
          </p:cNvSpPr>
          <p:nvPr>
            <p:ph type="sldNum" sz="quarter" idx="5"/>
          </p:nvPr>
        </p:nvSpPr>
        <p:spPr/>
        <p:txBody>
          <a:bodyPr/>
          <a:lstStyle/>
          <a:p>
            <a:fld id="{C04DA10E-0DA4-46F9-B706-1BFF6481306D}" type="slidenum">
              <a:rPr kumimoji="1" lang="ja-JP" altLang="en-US" smtClean="0"/>
              <a:t>273</a:t>
            </a:fld>
            <a:endParaRPr kumimoji="1" lang="ja-JP" altLang="en-US"/>
          </a:p>
        </p:txBody>
      </p:sp>
    </p:spTree>
    <p:extLst>
      <p:ext uri="{BB962C8B-B14F-4D97-AF65-F5344CB8AC3E}">
        <p14:creationId xmlns:p14="http://schemas.microsoft.com/office/powerpoint/2010/main" val="3059274402"/>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2C94C5-E5DE-3E20-243B-83F1CDE2F33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7D0E91A5-1BE4-45D2-E620-2FBCE88F65FD}"/>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D8E25F21-6803-B229-AFA4-FB2B2E0554E5}"/>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719F1126-484D-9AD7-6FB7-412347899912}"/>
              </a:ext>
            </a:extLst>
          </p:cNvPr>
          <p:cNvSpPr>
            <a:spLocks noGrp="1"/>
          </p:cNvSpPr>
          <p:nvPr>
            <p:ph type="sldNum" sz="quarter" idx="5"/>
          </p:nvPr>
        </p:nvSpPr>
        <p:spPr/>
        <p:txBody>
          <a:bodyPr/>
          <a:lstStyle/>
          <a:p>
            <a:fld id="{C04DA10E-0DA4-46F9-B706-1BFF6481306D}" type="slidenum">
              <a:rPr kumimoji="1" lang="ja-JP" altLang="en-US" smtClean="0"/>
              <a:t>274</a:t>
            </a:fld>
            <a:endParaRPr kumimoji="1" lang="ja-JP" altLang="en-US"/>
          </a:p>
        </p:txBody>
      </p:sp>
    </p:spTree>
    <p:extLst>
      <p:ext uri="{BB962C8B-B14F-4D97-AF65-F5344CB8AC3E}">
        <p14:creationId xmlns:p14="http://schemas.microsoft.com/office/powerpoint/2010/main" val="813248157"/>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105706-4585-D46B-2306-5B648192A9B7}"/>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5DE49210-F3A5-36CE-9E46-B71600309842}"/>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22421DCB-2932-03E1-6FBA-32362D9B6886}"/>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996A3740-50C5-204B-707A-FFFA4B47D589}"/>
              </a:ext>
            </a:extLst>
          </p:cNvPr>
          <p:cNvSpPr>
            <a:spLocks noGrp="1"/>
          </p:cNvSpPr>
          <p:nvPr>
            <p:ph type="sldNum" sz="quarter" idx="5"/>
          </p:nvPr>
        </p:nvSpPr>
        <p:spPr/>
        <p:txBody>
          <a:bodyPr/>
          <a:lstStyle/>
          <a:p>
            <a:fld id="{C04DA10E-0DA4-46F9-B706-1BFF6481306D}" type="slidenum">
              <a:rPr kumimoji="1" lang="ja-JP" altLang="en-US" smtClean="0"/>
              <a:t>275</a:t>
            </a:fld>
            <a:endParaRPr kumimoji="1" lang="ja-JP" altLang="en-US"/>
          </a:p>
        </p:txBody>
      </p:sp>
    </p:spTree>
    <p:extLst>
      <p:ext uri="{BB962C8B-B14F-4D97-AF65-F5344CB8AC3E}">
        <p14:creationId xmlns:p14="http://schemas.microsoft.com/office/powerpoint/2010/main" val="2898143757"/>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10D294-CB7E-E2CB-4819-2CDA6828DD14}"/>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781EDFF6-DB80-E368-5B6B-82F8BDD040E3}"/>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6B8FC6B1-AA30-26AC-FEB5-7FCF3BF4DCB8}"/>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06A0AA63-B645-B60C-80B3-A64240BEE3C8}"/>
              </a:ext>
            </a:extLst>
          </p:cNvPr>
          <p:cNvSpPr>
            <a:spLocks noGrp="1"/>
          </p:cNvSpPr>
          <p:nvPr>
            <p:ph type="sldNum" sz="quarter" idx="5"/>
          </p:nvPr>
        </p:nvSpPr>
        <p:spPr/>
        <p:txBody>
          <a:bodyPr/>
          <a:lstStyle/>
          <a:p>
            <a:fld id="{C04DA10E-0DA4-46F9-B706-1BFF6481306D}" type="slidenum">
              <a:rPr kumimoji="1" lang="ja-JP" altLang="en-US" smtClean="0"/>
              <a:t>276</a:t>
            </a:fld>
            <a:endParaRPr kumimoji="1" lang="ja-JP" altLang="en-US"/>
          </a:p>
        </p:txBody>
      </p:sp>
    </p:spTree>
    <p:extLst>
      <p:ext uri="{BB962C8B-B14F-4D97-AF65-F5344CB8AC3E}">
        <p14:creationId xmlns:p14="http://schemas.microsoft.com/office/powerpoint/2010/main" val="4108529596"/>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035985-A868-8545-8E6B-95B296735876}"/>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BC67D1D0-2775-666F-9463-FDB1FB5074FB}"/>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E59F6CD6-BC2F-CF0E-C693-F5EB1DB110E2}"/>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8845D870-DE1F-95D9-AF9D-A7027A782A5D}"/>
              </a:ext>
            </a:extLst>
          </p:cNvPr>
          <p:cNvSpPr>
            <a:spLocks noGrp="1"/>
          </p:cNvSpPr>
          <p:nvPr>
            <p:ph type="sldNum" sz="quarter" idx="5"/>
          </p:nvPr>
        </p:nvSpPr>
        <p:spPr/>
        <p:txBody>
          <a:bodyPr/>
          <a:lstStyle/>
          <a:p>
            <a:fld id="{C04DA10E-0DA4-46F9-B706-1BFF6481306D}" type="slidenum">
              <a:rPr kumimoji="1" lang="ja-JP" altLang="en-US" smtClean="0"/>
              <a:t>277</a:t>
            </a:fld>
            <a:endParaRPr kumimoji="1" lang="ja-JP" altLang="en-US"/>
          </a:p>
        </p:txBody>
      </p:sp>
    </p:spTree>
    <p:extLst>
      <p:ext uri="{BB962C8B-B14F-4D97-AF65-F5344CB8AC3E}">
        <p14:creationId xmlns:p14="http://schemas.microsoft.com/office/powerpoint/2010/main" val="3623258927"/>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B872F7-7731-99CF-97CF-F43D18AF1EA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AAB00445-2998-AD9B-6AB6-B276AAF3778D}"/>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4755FD64-6488-DD72-1E7C-DFFCB9155564}"/>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DFD5D020-DC3C-0729-1DFD-503C55A3B96A}"/>
              </a:ext>
            </a:extLst>
          </p:cNvPr>
          <p:cNvSpPr>
            <a:spLocks noGrp="1"/>
          </p:cNvSpPr>
          <p:nvPr>
            <p:ph type="sldNum" sz="quarter" idx="5"/>
          </p:nvPr>
        </p:nvSpPr>
        <p:spPr/>
        <p:txBody>
          <a:bodyPr/>
          <a:lstStyle/>
          <a:p>
            <a:fld id="{C04DA10E-0DA4-46F9-B706-1BFF6481306D}" type="slidenum">
              <a:rPr kumimoji="1" lang="ja-JP" altLang="en-US" smtClean="0"/>
              <a:t>278</a:t>
            </a:fld>
            <a:endParaRPr kumimoji="1" lang="ja-JP" altLang="en-US"/>
          </a:p>
        </p:txBody>
      </p:sp>
    </p:spTree>
    <p:extLst>
      <p:ext uri="{BB962C8B-B14F-4D97-AF65-F5344CB8AC3E}">
        <p14:creationId xmlns:p14="http://schemas.microsoft.com/office/powerpoint/2010/main" val="3408826926"/>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2B15F1-3BE4-ACAD-C4C9-5C8234A6AB29}"/>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87F45111-13B2-28D3-1505-C3D48639958A}"/>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DA716F0E-9503-1603-FCE7-DC1F74C76696}"/>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6E4BF16E-D8CB-0214-6ABE-EC44F431648F}"/>
              </a:ext>
            </a:extLst>
          </p:cNvPr>
          <p:cNvSpPr>
            <a:spLocks noGrp="1"/>
          </p:cNvSpPr>
          <p:nvPr>
            <p:ph type="sldNum" sz="quarter" idx="5"/>
          </p:nvPr>
        </p:nvSpPr>
        <p:spPr/>
        <p:txBody>
          <a:bodyPr/>
          <a:lstStyle/>
          <a:p>
            <a:fld id="{C04DA10E-0DA4-46F9-B706-1BFF6481306D}" type="slidenum">
              <a:rPr kumimoji="1" lang="ja-JP" altLang="en-US" smtClean="0"/>
              <a:t>279</a:t>
            </a:fld>
            <a:endParaRPr kumimoji="1" lang="ja-JP" altLang="en-US"/>
          </a:p>
        </p:txBody>
      </p:sp>
    </p:spTree>
    <p:extLst>
      <p:ext uri="{BB962C8B-B14F-4D97-AF65-F5344CB8AC3E}">
        <p14:creationId xmlns:p14="http://schemas.microsoft.com/office/powerpoint/2010/main" val="2409843396"/>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FC9E88-17D6-B277-4E52-6F5E36061739}"/>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0F08379F-C7EA-C6FB-E337-40A81884F3C1}"/>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F78B561C-9AE0-E70D-A764-3714E1B2725C}"/>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3574F4BB-904D-BB20-D16E-3529F3C8C7A0}"/>
              </a:ext>
            </a:extLst>
          </p:cNvPr>
          <p:cNvSpPr>
            <a:spLocks noGrp="1"/>
          </p:cNvSpPr>
          <p:nvPr>
            <p:ph type="sldNum" sz="quarter" idx="5"/>
          </p:nvPr>
        </p:nvSpPr>
        <p:spPr/>
        <p:txBody>
          <a:bodyPr/>
          <a:lstStyle/>
          <a:p>
            <a:fld id="{C04DA10E-0DA4-46F9-B706-1BFF6481306D}" type="slidenum">
              <a:rPr kumimoji="1" lang="ja-JP" altLang="en-US" smtClean="0"/>
              <a:t>280</a:t>
            </a:fld>
            <a:endParaRPr kumimoji="1" lang="ja-JP" altLang="en-US"/>
          </a:p>
        </p:txBody>
      </p:sp>
    </p:spTree>
    <p:extLst>
      <p:ext uri="{BB962C8B-B14F-4D97-AF65-F5344CB8AC3E}">
        <p14:creationId xmlns:p14="http://schemas.microsoft.com/office/powerpoint/2010/main" val="771747086"/>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92C96B-E0F7-78A3-B38F-22CD1A747942}"/>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32A55D64-25F8-18C0-C1C5-21B408E6A312}"/>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3035EF6B-CBD9-AB79-E7C2-3DDB277B5577}"/>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244A8784-5350-0B45-091A-C21612C19081}"/>
              </a:ext>
            </a:extLst>
          </p:cNvPr>
          <p:cNvSpPr>
            <a:spLocks noGrp="1"/>
          </p:cNvSpPr>
          <p:nvPr>
            <p:ph type="sldNum" sz="quarter" idx="5"/>
          </p:nvPr>
        </p:nvSpPr>
        <p:spPr/>
        <p:txBody>
          <a:bodyPr/>
          <a:lstStyle/>
          <a:p>
            <a:fld id="{C04DA10E-0DA4-46F9-B706-1BFF6481306D}" type="slidenum">
              <a:rPr kumimoji="1" lang="ja-JP" altLang="en-US" smtClean="0"/>
              <a:t>281</a:t>
            </a:fld>
            <a:endParaRPr kumimoji="1" lang="ja-JP" altLang="en-US"/>
          </a:p>
        </p:txBody>
      </p:sp>
    </p:spTree>
    <p:extLst>
      <p:ext uri="{BB962C8B-B14F-4D97-AF65-F5344CB8AC3E}">
        <p14:creationId xmlns:p14="http://schemas.microsoft.com/office/powerpoint/2010/main" val="2125655592"/>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BB16F9-11D3-B520-C177-D529CADD22E6}"/>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FBACD4FE-957F-3BB9-A5CE-0B35F9CC6EF0}"/>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CDC18FBE-D15D-6748-EA6C-0C7C17077F9D}"/>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0288309D-AB72-9C32-061C-F6E7A67E7463}"/>
              </a:ext>
            </a:extLst>
          </p:cNvPr>
          <p:cNvSpPr>
            <a:spLocks noGrp="1"/>
          </p:cNvSpPr>
          <p:nvPr>
            <p:ph type="sldNum" sz="quarter" idx="5"/>
          </p:nvPr>
        </p:nvSpPr>
        <p:spPr/>
        <p:txBody>
          <a:bodyPr/>
          <a:lstStyle/>
          <a:p>
            <a:fld id="{C04DA10E-0DA4-46F9-B706-1BFF6481306D}" type="slidenum">
              <a:rPr kumimoji="1" lang="ja-JP" altLang="en-US" smtClean="0"/>
              <a:t>282</a:t>
            </a:fld>
            <a:endParaRPr kumimoji="1" lang="ja-JP" altLang="en-US"/>
          </a:p>
        </p:txBody>
      </p:sp>
    </p:spTree>
    <p:extLst>
      <p:ext uri="{BB962C8B-B14F-4D97-AF65-F5344CB8AC3E}">
        <p14:creationId xmlns:p14="http://schemas.microsoft.com/office/powerpoint/2010/main" val="3061361348"/>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67984E-EB86-A8A3-8CE3-4F68CF1CEED1}"/>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CFC4C79B-354B-6B0D-7F78-F969D4D980CA}"/>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E1901B04-AA47-7A0B-6672-D7B3B45B3756}"/>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92D4E29D-B25A-CF97-5D93-60225EA7360C}"/>
              </a:ext>
            </a:extLst>
          </p:cNvPr>
          <p:cNvSpPr>
            <a:spLocks noGrp="1"/>
          </p:cNvSpPr>
          <p:nvPr>
            <p:ph type="sldNum" sz="quarter" idx="5"/>
          </p:nvPr>
        </p:nvSpPr>
        <p:spPr/>
        <p:txBody>
          <a:bodyPr/>
          <a:lstStyle/>
          <a:p>
            <a:fld id="{C04DA10E-0DA4-46F9-B706-1BFF6481306D}" type="slidenum">
              <a:rPr kumimoji="1" lang="ja-JP" altLang="en-US" smtClean="0"/>
              <a:t>283</a:t>
            </a:fld>
            <a:endParaRPr kumimoji="1" lang="ja-JP" altLang="en-US"/>
          </a:p>
        </p:txBody>
      </p:sp>
    </p:spTree>
    <p:extLst>
      <p:ext uri="{BB962C8B-B14F-4D97-AF65-F5344CB8AC3E}">
        <p14:creationId xmlns:p14="http://schemas.microsoft.com/office/powerpoint/2010/main" val="4083764588"/>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3B82A8-ED96-92F1-CEE2-10DF7DDB9F7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F0CD5F1A-857F-E5EE-6033-DF4C1CDC55F3}"/>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09424E3B-8F0A-099F-89A9-470D5137557F}"/>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8B7D6B33-2ACD-1B6E-1DA5-76B1AA8FB107}"/>
              </a:ext>
            </a:extLst>
          </p:cNvPr>
          <p:cNvSpPr>
            <a:spLocks noGrp="1"/>
          </p:cNvSpPr>
          <p:nvPr>
            <p:ph type="sldNum" sz="quarter" idx="5"/>
          </p:nvPr>
        </p:nvSpPr>
        <p:spPr/>
        <p:txBody>
          <a:bodyPr/>
          <a:lstStyle/>
          <a:p>
            <a:fld id="{C04DA10E-0DA4-46F9-B706-1BFF6481306D}" type="slidenum">
              <a:rPr kumimoji="1" lang="ja-JP" altLang="en-US" smtClean="0"/>
              <a:t>284</a:t>
            </a:fld>
            <a:endParaRPr kumimoji="1" lang="ja-JP" altLang="en-US"/>
          </a:p>
        </p:txBody>
      </p:sp>
    </p:spTree>
    <p:extLst>
      <p:ext uri="{BB962C8B-B14F-4D97-AF65-F5344CB8AC3E}">
        <p14:creationId xmlns:p14="http://schemas.microsoft.com/office/powerpoint/2010/main" val="326444945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C4A219-BF3F-16B4-A5A0-2617DAE8DC07}"/>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7C26D44F-7155-CC38-7605-81C69DF211C4}"/>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F2B1EB60-5457-2073-186D-B8FE2A2F7D7D}"/>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6A75751B-A9E9-AD7B-22FE-A0DC690EAB29}"/>
              </a:ext>
            </a:extLst>
          </p:cNvPr>
          <p:cNvSpPr>
            <a:spLocks noGrp="1"/>
          </p:cNvSpPr>
          <p:nvPr>
            <p:ph type="sldNum" sz="quarter" idx="5"/>
          </p:nvPr>
        </p:nvSpPr>
        <p:spPr/>
        <p:txBody>
          <a:bodyPr/>
          <a:lstStyle/>
          <a:p>
            <a:fld id="{C04DA10E-0DA4-46F9-B706-1BFF6481306D}" type="slidenum">
              <a:rPr kumimoji="1" lang="ja-JP" altLang="en-US" smtClean="0"/>
              <a:t>285</a:t>
            </a:fld>
            <a:endParaRPr kumimoji="1" lang="ja-JP" altLang="en-US"/>
          </a:p>
        </p:txBody>
      </p:sp>
    </p:spTree>
    <p:extLst>
      <p:ext uri="{BB962C8B-B14F-4D97-AF65-F5344CB8AC3E}">
        <p14:creationId xmlns:p14="http://schemas.microsoft.com/office/powerpoint/2010/main" val="3693027739"/>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BB31BC-FA79-FD3A-CBFF-3A91C4F03860}"/>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CBAFD1BD-A307-4DE7-8550-568C6BDB77B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47234CA3-04F1-9239-24C3-7726D6D53AE1}"/>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B6D5C4EF-1B04-6250-7FFF-6B9D2998EC08}"/>
              </a:ext>
            </a:extLst>
          </p:cNvPr>
          <p:cNvSpPr>
            <a:spLocks noGrp="1"/>
          </p:cNvSpPr>
          <p:nvPr>
            <p:ph type="sldNum" sz="quarter" idx="5"/>
          </p:nvPr>
        </p:nvSpPr>
        <p:spPr/>
        <p:txBody>
          <a:bodyPr/>
          <a:lstStyle/>
          <a:p>
            <a:fld id="{C04DA10E-0DA4-46F9-B706-1BFF6481306D}" type="slidenum">
              <a:rPr kumimoji="1" lang="ja-JP" altLang="en-US" smtClean="0"/>
              <a:t>286</a:t>
            </a:fld>
            <a:endParaRPr kumimoji="1" lang="ja-JP" altLang="en-US"/>
          </a:p>
        </p:txBody>
      </p:sp>
    </p:spTree>
    <p:extLst>
      <p:ext uri="{BB962C8B-B14F-4D97-AF65-F5344CB8AC3E}">
        <p14:creationId xmlns:p14="http://schemas.microsoft.com/office/powerpoint/2010/main" val="2473978698"/>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584272-7A6F-8039-6429-6CF2E7A6872D}"/>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74CFBA34-6D2C-32C3-FBF5-5BC0EBE5F46D}"/>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F9100E3D-A0A6-7E3F-5C70-6144F1451685}"/>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20271C61-F69B-CA75-0EC2-6DF672F8046C}"/>
              </a:ext>
            </a:extLst>
          </p:cNvPr>
          <p:cNvSpPr>
            <a:spLocks noGrp="1"/>
          </p:cNvSpPr>
          <p:nvPr>
            <p:ph type="sldNum" sz="quarter" idx="5"/>
          </p:nvPr>
        </p:nvSpPr>
        <p:spPr/>
        <p:txBody>
          <a:bodyPr/>
          <a:lstStyle/>
          <a:p>
            <a:fld id="{C04DA10E-0DA4-46F9-B706-1BFF6481306D}" type="slidenum">
              <a:rPr kumimoji="1" lang="ja-JP" altLang="en-US" smtClean="0"/>
              <a:t>287</a:t>
            </a:fld>
            <a:endParaRPr kumimoji="1" lang="ja-JP" altLang="en-US"/>
          </a:p>
        </p:txBody>
      </p:sp>
    </p:spTree>
    <p:extLst>
      <p:ext uri="{BB962C8B-B14F-4D97-AF65-F5344CB8AC3E}">
        <p14:creationId xmlns:p14="http://schemas.microsoft.com/office/powerpoint/2010/main" val="2825844057"/>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03E18D-7539-6090-AAE3-C744CBE0738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0E45A8C-8C2D-C4C4-EE7D-01E619D666E9}"/>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710F48A9-E19E-505E-EFF8-5D0BC11CFC58}"/>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472AE0A7-8AE9-D3E0-0FE9-569592F5A4EC}"/>
              </a:ext>
            </a:extLst>
          </p:cNvPr>
          <p:cNvSpPr>
            <a:spLocks noGrp="1"/>
          </p:cNvSpPr>
          <p:nvPr>
            <p:ph type="sldNum" sz="quarter" idx="5"/>
          </p:nvPr>
        </p:nvSpPr>
        <p:spPr/>
        <p:txBody>
          <a:bodyPr/>
          <a:lstStyle/>
          <a:p>
            <a:fld id="{C04DA10E-0DA4-46F9-B706-1BFF6481306D}" type="slidenum">
              <a:rPr kumimoji="1" lang="ja-JP" altLang="en-US" smtClean="0"/>
              <a:t>288</a:t>
            </a:fld>
            <a:endParaRPr kumimoji="1" lang="ja-JP" altLang="en-US"/>
          </a:p>
        </p:txBody>
      </p:sp>
    </p:spTree>
    <p:extLst>
      <p:ext uri="{BB962C8B-B14F-4D97-AF65-F5344CB8AC3E}">
        <p14:creationId xmlns:p14="http://schemas.microsoft.com/office/powerpoint/2010/main" val="2133823095"/>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C5BB63-E13A-A74B-D9FC-3C2350D6E91B}"/>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D6C5C3BE-CC59-5955-E0D6-5B90D15DFBD8}"/>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0A80FA30-D3CB-E981-FB8D-7F58D99092B0}"/>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A20EEAB3-2FCF-1226-A671-A7BAD52CA8B8}"/>
              </a:ext>
            </a:extLst>
          </p:cNvPr>
          <p:cNvSpPr>
            <a:spLocks noGrp="1"/>
          </p:cNvSpPr>
          <p:nvPr>
            <p:ph type="sldNum" sz="quarter" idx="5"/>
          </p:nvPr>
        </p:nvSpPr>
        <p:spPr/>
        <p:txBody>
          <a:bodyPr/>
          <a:lstStyle/>
          <a:p>
            <a:fld id="{C04DA10E-0DA4-46F9-B706-1BFF6481306D}" type="slidenum">
              <a:rPr kumimoji="1" lang="ja-JP" altLang="en-US" smtClean="0"/>
              <a:t>289</a:t>
            </a:fld>
            <a:endParaRPr kumimoji="1" lang="ja-JP" altLang="en-US"/>
          </a:p>
        </p:txBody>
      </p:sp>
    </p:spTree>
    <p:extLst>
      <p:ext uri="{BB962C8B-B14F-4D97-AF65-F5344CB8AC3E}">
        <p14:creationId xmlns:p14="http://schemas.microsoft.com/office/powerpoint/2010/main" val="479130378"/>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5"/>
          </p:nvPr>
        </p:nvSpPr>
        <p:spPr/>
        <p:txBody>
          <a:bodyPr/>
          <a:lstStyle/>
          <a:p>
            <a:fld id="{C04DA10E-0DA4-46F9-B706-1BFF6481306D}" type="slidenum">
              <a:rPr kumimoji="1" lang="ja-JP" altLang="en-US" smtClean="0"/>
              <a:t>293</a:t>
            </a:fld>
            <a:endParaRPr kumimoji="1" lang="ja-JP" altLang="en-US"/>
          </a:p>
        </p:txBody>
      </p:sp>
    </p:spTree>
    <p:extLst>
      <p:ext uri="{BB962C8B-B14F-4D97-AF65-F5344CB8AC3E}">
        <p14:creationId xmlns:p14="http://schemas.microsoft.com/office/powerpoint/2010/main" val="789482105"/>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D1525F-42B7-5274-FD11-BCD6C9CFF17F}"/>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C2BF20D1-4468-EF0A-B835-53F5F714E3AB}"/>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AB25B425-E977-DE65-A904-C0D7235C092B}"/>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0B13CC41-B51B-7574-04AC-E7524FCACD7D}"/>
              </a:ext>
            </a:extLst>
          </p:cNvPr>
          <p:cNvSpPr>
            <a:spLocks noGrp="1"/>
          </p:cNvSpPr>
          <p:nvPr>
            <p:ph type="sldNum" sz="quarter" idx="5"/>
          </p:nvPr>
        </p:nvSpPr>
        <p:spPr/>
        <p:txBody>
          <a:bodyPr/>
          <a:lstStyle/>
          <a:p>
            <a:fld id="{C04DA10E-0DA4-46F9-B706-1BFF6481306D}" type="slidenum">
              <a:rPr kumimoji="1" lang="ja-JP" altLang="en-US" smtClean="0"/>
              <a:t>294</a:t>
            </a:fld>
            <a:endParaRPr kumimoji="1" lang="ja-JP" altLang="en-US"/>
          </a:p>
        </p:txBody>
      </p:sp>
    </p:spTree>
    <p:extLst>
      <p:ext uri="{BB962C8B-B14F-4D97-AF65-F5344CB8AC3E}">
        <p14:creationId xmlns:p14="http://schemas.microsoft.com/office/powerpoint/2010/main" val="269500175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C0FEF6-DCE3-551B-F0A1-15F202B9FCA1}"/>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641D2E55-21B2-653A-3257-D6860CCA8E52}"/>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E9F08DEB-2EC6-3659-FF53-446AB8D72C78}"/>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4B10BF98-7DA8-ED68-DB80-24CF012091CF}"/>
              </a:ext>
            </a:extLst>
          </p:cNvPr>
          <p:cNvSpPr>
            <a:spLocks noGrp="1"/>
          </p:cNvSpPr>
          <p:nvPr>
            <p:ph type="sldNum" sz="quarter" idx="5"/>
          </p:nvPr>
        </p:nvSpPr>
        <p:spPr/>
        <p:txBody>
          <a:bodyPr/>
          <a:lstStyle/>
          <a:p>
            <a:fld id="{C04DA10E-0DA4-46F9-B706-1BFF6481306D}" type="slidenum">
              <a:rPr kumimoji="1" lang="ja-JP" altLang="en-US" smtClean="0"/>
              <a:t>295</a:t>
            </a:fld>
            <a:endParaRPr kumimoji="1" lang="ja-JP" altLang="en-US"/>
          </a:p>
        </p:txBody>
      </p:sp>
    </p:spTree>
    <p:extLst>
      <p:ext uri="{BB962C8B-B14F-4D97-AF65-F5344CB8AC3E}">
        <p14:creationId xmlns:p14="http://schemas.microsoft.com/office/powerpoint/2010/main" val="1925527128"/>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432CCD-5358-A20A-7478-D07543B47732}"/>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6B2CFE09-FE63-F1D7-0E9D-CBA7376FD816}"/>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8020EE66-1809-8FDD-21FA-6EB2B3A5539A}"/>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AA2A7C25-549D-46AB-EDBC-8D0BC42B9BAC}"/>
              </a:ext>
            </a:extLst>
          </p:cNvPr>
          <p:cNvSpPr>
            <a:spLocks noGrp="1"/>
          </p:cNvSpPr>
          <p:nvPr>
            <p:ph type="sldNum" sz="quarter" idx="5"/>
          </p:nvPr>
        </p:nvSpPr>
        <p:spPr/>
        <p:txBody>
          <a:bodyPr/>
          <a:lstStyle/>
          <a:p>
            <a:fld id="{C04DA10E-0DA4-46F9-B706-1BFF6481306D}" type="slidenum">
              <a:rPr kumimoji="1" lang="ja-JP" altLang="en-US" smtClean="0"/>
              <a:t>296</a:t>
            </a:fld>
            <a:endParaRPr kumimoji="1" lang="ja-JP" altLang="en-US"/>
          </a:p>
        </p:txBody>
      </p:sp>
    </p:spTree>
    <p:extLst>
      <p:ext uri="{BB962C8B-B14F-4D97-AF65-F5344CB8AC3E}">
        <p14:creationId xmlns:p14="http://schemas.microsoft.com/office/powerpoint/2010/main" val="167927451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13D92B0-B9A4-FB80-9168-CA93D6A0ABFA}"/>
              </a:ext>
            </a:extLst>
          </p:cNvPr>
          <p:cNvSpPr>
            <a:spLocks noGrp="1"/>
          </p:cNvSpPr>
          <p:nvPr>
            <p:ph type="ctrTitle"/>
          </p:nvPr>
        </p:nvSpPr>
        <p:spPr>
          <a:xfrm>
            <a:off x="1524000" y="1122363"/>
            <a:ext cx="9144000" cy="2387600"/>
          </a:xfrm>
        </p:spPr>
        <p:txBody>
          <a:bodyPr anchor="b"/>
          <a:lstStyle>
            <a:lvl1pPr algn="ctr">
              <a:defRPr sz="6000"/>
            </a:lvl1pPr>
          </a:lstStyle>
          <a:p>
            <a:r>
              <a:rPr kumimoji="1" lang="ja-JP" altLang="en-US"/>
              <a:t>マスター タイトルの書式設定</a:t>
            </a:r>
          </a:p>
        </p:txBody>
      </p:sp>
      <p:sp>
        <p:nvSpPr>
          <p:cNvPr id="3" name="字幕 2">
            <a:extLst>
              <a:ext uri="{FF2B5EF4-FFF2-40B4-BE49-F238E27FC236}">
                <a16:creationId xmlns:a16="http://schemas.microsoft.com/office/drawing/2014/main" id="{DA9D32C2-2F4D-FF75-990E-8F78053DB455}"/>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a:t>マスター サブタイトルの書式設定</a:t>
            </a:r>
          </a:p>
        </p:txBody>
      </p:sp>
      <p:sp>
        <p:nvSpPr>
          <p:cNvPr id="4" name="日付プレースホルダー 3">
            <a:extLst>
              <a:ext uri="{FF2B5EF4-FFF2-40B4-BE49-F238E27FC236}">
                <a16:creationId xmlns:a16="http://schemas.microsoft.com/office/drawing/2014/main" id="{235C6269-7DA2-10D0-B276-147DA9D16E0F}"/>
              </a:ext>
            </a:extLst>
          </p:cNvPr>
          <p:cNvSpPr>
            <a:spLocks noGrp="1"/>
          </p:cNvSpPr>
          <p:nvPr>
            <p:ph type="dt" sz="half" idx="10"/>
          </p:nvPr>
        </p:nvSpPr>
        <p:spPr/>
        <p:txBody>
          <a:bodyPr/>
          <a:lstStyle/>
          <a:p>
            <a:fld id="{C808E340-6AD8-496E-9C74-9B74DCAC15BC}" type="datetimeFigureOut">
              <a:rPr kumimoji="1" lang="ja-JP" altLang="en-US" smtClean="0"/>
              <a:t>2026/10/19</a:t>
            </a:fld>
            <a:endParaRPr kumimoji="1" lang="ja-JP" altLang="en-US"/>
          </a:p>
        </p:txBody>
      </p:sp>
      <p:sp>
        <p:nvSpPr>
          <p:cNvPr id="5" name="フッター プレースホルダー 4">
            <a:extLst>
              <a:ext uri="{FF2B5EF4-FFF2-40B4-BE49-F238E27FC236}">
                <a16:creationId xmlns:a16="http://schemas.microsoft.com/office/drawing/2014/main" id="{33CCC8D3-84BC-72AB-C8B8-9CFC038BB2DC}"/>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C85289B3-AA6E-976C-6C09-2761EF114B15}"/>
              </a:ext>
            </a:extLst>
          </p:cNvPr>
          <p:cNvSpPr>
            <a:spLocks noGrp="1"/>
          </p:cNvSpPr>
          <p:nvPr>
            <p:ph type="sldNum" sz="quarter" idx="12"/>
          </p:nvPr>
        </p:nvSpPr>
        <p:spPr/>
        <p:txBody>
          <a:bodyPr/>
          <a:lstStyle/>
          <a:p>
            <a:fld id="{4D668A2D-7F78-4A6C-A7BB-DA79F18C630D}" type="slidenum">
              <a:rPr kumimoji="1" lang="ja-JP" altLang="en-US" smtClean="0"/>
              <a:t>‹#›</a:t>
            </a:fld>
            <a:endParaRPr kumimoji="1" lang="ja-JP" altLang="en-US"/>
          </a:p>
        </p:txBody>
      </p:sp>
    </p:spTree>
    <p:extLst>
      <p:ext uri="{BB962C8B-B14F-4D97-AF65-F5344CB8AC3E}">
        <p14:creationId xmlns:p14="http://schemas.microsoft.com/office/powerpoint/2010/main" val="337750372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B1894056-D279-AC76-A5E1-077A30B6D798}"/>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1A689F80-3AB2-15EE-946E-17B20EA26C1A}"/>
              </a:ext>
            </a:extLst>
          </p:cNvPr>
          <p:cNvSpPr>
            <a:spLocks noGrp="1"/>
          </p:cNvSpPr>
          <p:nvPr>
            <p:ph idx="1"/>
          </p:nvPr>
        </p:nvSpPr>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04B181C5-7492-FE1D-EF90-014CAEE3A34F}"/>
              </a:ext>
            </a:extLst>
          </p:cNvPr>
          <p:cNvSpPr>
            <a:spLocks noGrp="1"/>
          </p:cNvSpPr>
          <p:nvPr>
            <p:ph type="dt" sz="half" idx="10"/>
          </p:nvPr>
        </p:nvSpPr>
        <p:spPr/>
        <p:txBody>
          <a:bodyPr/>
          <a:lstStyle/>
          <a:p>
            <a:fld id="{C808E340-6AD8-496E-9C74-9B74DCAC15BC}" type="datetimeFigureOut">
              <a:rPr kumimoji="1" lang="ja-JP" altLang="en-US" smtClean="0"/>
              <a:t>2026/10/19</a:t>
            </a:fld>
            <a:endParaRPr kumimoji="1" lang="ja-JP" altLang="en-US"/>
          </a:p>
        </p:txBody>
      </p:sp>
      <p:sp>
        <p:nvSpPr>
          <p:cNvPr id="5" name="フッター プレースホルダー 4">
            <a:extLst>
              <a:ext uri="{FF2B5EF4-FFF2-40B4-BE49-F238E27FC236}">
                <a16:creationId xmlns:a16="http://schemas.microsoft.com/office/drawing/2014/main" id="{7D507297-A6AB-A860-B006-6DF36CC18B68}"/>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169E6433-A367-E39F-4B88-25F65119884D}"/>
              </a:ext>
            </a:extLst>
          </p:cNvPr>
          <p:cNvSpPr>
            <a:spLocks noGrp="1"/>
          </p:cNvSpPr>
          <p:nvPr>
            <p:ph type="sldNum" sz="quarter" idx="12"/>
          </p:nvPr>
        </p:nvSpPr>
        <p:spPr/>
        <p:txBody>
          <a:bodyPr/>
          <a:lstStyle/>
          <a:p>
            <a:fld id="{4D668A2D-7F78-4A6C-A7BB-DA79F18C630D}" type="slidenum">
              <a:rPr kumimoji="1" lang="ja-JP" altLang="en-US" smtClean="0"/>
              <a:t>‹#›</a:t>
            </a:fld>
            <a:endParaRPr kumimoji="1" lang="ja-JP" altLang="en-US"/>
          </a:p>
        </p:txBody>
      </p:sp>
    </p:spTree>
    <p:extLst>
      <p:ext uri="{BB962C8B-B14F-4D97-AF65-F5344CB8AC3E}">
        <p14:creationId xmlns:p14="http://schemas.microsoft.com/office/powerpoint/2010/main" val="50346445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38609FB-13BC-0F96-36F3-42144C6AB4C6}"/>
              </a:ext>
            </a:extLst>
          </p:cNvPr>
          <p:cNvSpPr>
            <a:spLocks noGrp="1"/>
          </p:cNvSpPr>
          <p:nvPr>
            <p:ph type="title"/>
          </p:nvPr>
        </p:nvSpPr>
        <p:spPr>
          <a:xfrm>
            <a:off x="831850" y="1709738"/>
            <a:ext cx="10515600" cy="2852737"/>
          </a:xfrm>
        </p:spPr>
        <p:txBody>
          <a:bodyPr anchor="b"/>
          <a:lstStyle>
            <a:lvl1pPr>
              <a:defRPr sz="6000"/>
            </a:lvl1p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668538E2-8353-C183-0503-D60CDBF2F8F0}"/>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kumimoji="1" lang="ja-JP" altLang="en-US"/>
              <a:t>マスター テキストの書式設定</a:t>
            </a:r>
          </a:p>
        </p:txBody>
      </p:sp>
      <p:sp>
        <p:nvSpPr>
          <p:cNvPr id="4" name="日付プレースホルダー 3">
            <a:extLst>
              <a:ext uri="{FF2B5EF4-FFF2-40B4-BE49-F238E27FC236}">
                <a16:creationId xmlns:a16="http://schemas.microsoft.com/office/drawing/2014/main" id="{0DA15D56-DDDA-8178-D2F5-B09D68BC8973}"/>
              </a:ext>
            </a:extLst>
          </p:cNvPr>
          <p:cNvSpPr>
            <a:spLocks noGrp="1"/>
          </p:cNvSpPr>
          <p:nvPr>
            <p:ph type="dt" sz="half" idx="10"/>
          </p:nvPr>
        </p:nvSpPr>
        <p:spPr/>
        <p:txBody>
          <a:bodyPr/>
          <a:lstStyle/>
          <a:p>
            <a:fld id="{C808E340-6AD8-496E-9C74-9B74DCAC15BC}" type="datetimeFigureOut">
              <a:rPr kumimoji="1" lang="ja-JP" altLang="en-US" smtClean="0"/>
              <a:t>2026/10/19</a:t>
            </a:fld>
            <a:endParaRPr kumimoji="1" lang="ja-JP" altLang="en-US"/>
          </a:p>
        </p:txBody>
      </p:sp>
      <p:sp>
        <p:nvSpPr>
          <p:cNvPr id="5" name="フッター プレースホルダー 4">
            <a:extLst>
              <a:ext uri="{FF2B5EF4-FFF2-40B4-BE49-F238E27FC236}">
                <a16:creationId xmlns:a16="http://schemas.microsoft.com/office/drawing/2014/main" id="{B5793EE2-7307-3233-C38B-D4B915D900E6}"/>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1A466104-B2CA-F1F5-AFA5-049F808B4B48}"/>
              </a:ext>
            </a:extLst>
          </p:cNvPr>
          <p:cNvSpPr>
            <a:spLocks noGrp="1"/>
          </p:cNvSpPr>
          <p:nvPr>
            <p:ph type="sldNum" sz="quarter" idx="12"/>
          </p:nvPr>
        </p:nvSpPr>
        <p:spPr/>
        <p:txBody>
          <a:bodyPr/>
          <a:lstStyle/>
          <a:p>
            <a:fld id="{4D668A2D-7F78-4A6C-A7BB-DA79F18C630D}" type="slidenum">
              <a:rPr kumimoji="1" lang="ja-JP" altLang="en-US" smtClean="0"/>
              <a:t>‹#›</a:t>
            </a:fld>
            <a:endParaRPr kumimoji="1" lang="ja-JP" altLang="en-US"/>
          </a:p>
        </p:txBody>
      </p:sp>
    </p:spTree>
    <p:extLst>
      <p:ext uri="{BB962C8B-B14F-4D97-AF65-F5344CB8AC3E}">
        <p14:creationId xmlns:p14="http://schemas.microsoft.com/office/powerpoint/2010/main" val="107866536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83EB229-D93F-F155-0A84-14F7E26E9766}"/>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AB4ABF2F-2181-0B4E-7129-FAA608D8EB5A}"/>
              </a:ext>
            </a:extLst>
          </p:cNvPr>
          <p:cNvSpPr>
            <a:spLocks noGrp="1"/>
          </p:cNvSpPr>
          <p:nvPr>
            <p:ph sz="half" idx="1"/>
          </p:nvPr>
        </p:nvSpPr>
        <p:spPr>
          <a:xfrm>
            <a:off x="838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a:extLst>
              <a:ext uri="{FF2B5EF4-FFF2-40B4-BE49-F238E27FC236}">
                <a16:creationId xmlns:a16="http://schemas.microsoft.com/office/drawing/2014/main" id="{E900505B-1942-766C-78CC-4D6BF83BC79B}"/>
              </a:ext>
            </a:extLst>
          </p:cNvPr>
          <p:cNvSpPr>
            <a:spLocks noGrp="1"/>
          </p:cNvSpPr>
          <p:nvPr>
            <p:ph sz="half" idx="2"/>
          </p:nvPr>
        </p:nvSpPr>
        <p:spPr>
          <a:xfrm>
            <a:off x="6172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a:extLst>
              <a:ext uri="{FF2B5EF4-FFF2-40B4-BE49-F238E27FC236}">
                <a16:creationId xmlns:a16="http://schemas.microsoft.com/office/drawing/2014/main" id="{10CBA73E-6A48-98E1-633B-328CE3954766}"/>
              </a:ext>
            </a:extLst>
          </p:cNvPr>
          <p:cNvSpPr>
            <a:spLocks noGrp="1"/>
          </p:cNvSpPr>
          <p:nvPr>
            <p:ph type="dt" sz="half" idx="10"/>
          </p:nvPr>
        </p:nvSpPr>
        <p:spPr/>
        <p:txBody>
          <a:bodyPr/>
          <a:lstStyle/>
          <a:p>
            <a:fld id="{C808E340-6AD8-496E-9C74-9B74DCAC15BC}" type="datetimeFigureOut">
              <a:rPr kumimoji="1" lang="ja-JP" altLang="en-US" smtClean="0"/>
              <a:t>2026/10/19</a:t>
            </a:fld>
            <a:endParaRPr kumimoji="1" lang="ja-JP" altLang="en-US"/>
          </a:p>
        </p:txBody>
      </p:sp>
      <p:sp>
        <p:nvSpPr>
          <p:cNvPr id="6" name="フッター プレースホルダー 5">
            <a:extLst>
              <a:ext uri="{FF2B5EF4-FFF2-40B4-BE49-F238E27FC236}">
                <a16:creationId xmlns:a16="http://schemas.microsoft.com/office/drawing/2014/main" id="{A0A26281-B1DC-4088-F724-7D06038BEA36}"/>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66017136-C3AE-8CE5-9649-B2407916ED04}"/>
              </a:ext>
            </a:extLst>
          </p:cNvPr>
          <p:cNvSpPr>
            <a:spLocks noGrp="1"/>
          </p:cNvSpPr>
          <p:nvPr>
            <p:ph type="sldNum" sz="quarter" idx="12"/>
          </p:nvPr>
        </p:nvSpPr>
        <p:spPr/>
        <p:txBody>
          <a:bodyPr/>
          <a:lstStyle/>
          <a:p>
            <a:fld id="{4D668A2D-7F78-4A6C-A7BB-DA79F18C630D}" type="slidenum">
              <a:rPr kumimoji="1" lang="ja-JP" altLang="en-US" smtClean="0"/>
              <a:t>‹#›</a:t>
            </a:fld>
            <a:endParaRPr kumimoji="1" lang="ja-JP" altLang="en-US"/>
          </a:p>
        </p:txBody>
      </p:sp>
    </p:spTree>
    <p:extLst>
      <p:ext uri="{BB962C8B-B14F-4D97-AF65-F5344CB8AC3E}">
        <p14:creationId xmlns:p14="http://schemas.microsoft.com/office/powerpoint/2010/main" val="188647066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9F4DF0F-DC61-426F-324B-C8784D207260}"/>
              </a:ext>
            </a:extLst>
          </p:cNvPr>
          <p:cNvSpPr>
            <a:spLocks noGrp="1"/>
          </p:cNvSpPr>
          <p:nvPr>
            <p:ph type="title"/>
          </p:nvPr>
        </p:nvSpPr>
        <p:spPr>
          <a:xfrm>
            <a:off x="839788" y="365125"/>
            <a:ext cx="10515600" cy="1325563"/>
          </a:xfrm>
        </p:spPr>
        <p:txBody>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5983348C-8D67-F70E-31DA-D7AE1CC6A10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4" name="コンテンツ プレースホルダー 3">
            <a:extLst>
              <a:ext uri="{FF2B5EF4-FFF2-40B4-BE49-F238E27FC236}">
                <a16:creationId xmlns:a16="http://schemas.microsoft.com/office/drawing/2014/main" id="{D174E4BC-C7F1-16D7-2DC6-280F89AA5A27}"/>
              </a:ext>
            </a:extLst>
          </p:cNvPr>
          <p:cNvSpPr>
            <a:spLocks noGrp="1"/>
          </p:cNvSpPr>
          <p:nvPr>
            <p:ph sz="half" idx="2"/>
          </p:nvPr>
        </p:nvSpPr>
        <p:spPr>
          <a:xfrm>
            <a:off x="839788" y="2505075"/>
            <a:ext cx="5157787"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a:extLst>
              <a:ext uri="{FF2B5EF4-FFF2-40B4-BE49-F238E27FC236}">
                <a16:creationId xmlns:a16="http://schemas.microsoft.com/office/drawing/2014/main" id="{DA1F23C9-846F-2933-A713-3063ADBD8F63}"/>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6" name="コンテンツ プレースホルダー 5">
            <a:extLst>
              <a:ext uri="{FF2B5EF4-FFF2-40B4-BE49-F238E27FC236}">
                <a16:creationId xmlns:a16="http://schemas.microsoft.com/office/drawing/2014/main" id="{5EAF0D3D-2EFD-ADAD-A50F-B091F9326A36}"/>
              </a:ext>
            </a:extLst>
          </p:cNvPr>
          <p:cNvSpPr>
            <a:spLocks noGrp="1"/>
          </p:cNvSpPr>
          <p:nvPr>
            <p:ph sz="quarter" idx="4"/>
          </p:nvPr>
        </p:nvSpPr>
        <p:spPr>
          <a:xfrm>
            <a:off x="6172200" y="2505075"/>
            <a:ext cx="5183188"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a:extLst>
              <a:ext uri="{FF2B5EF4-FFF2-40B4-BE49-F238E27FC236}">
                <a16:creationId xmlns:a16="http://schemas.microsoft.com/office/drawing/2014/main" id="{C9A43C19-FA74-CCD6-6284-60B1BC656FFA}"/>
              </a:ext>
            </a:extLst>
          </p:cNvPr>
          <p:cNvSpPr>
            <a:spLocks noGrp="1"/>
          </p:cNvSpPr>
          <p:nvPr>
            <p:ph type="dt" sz="half" idx="10"/>
          </p:nvPr>
        </p:nvSpPr>
        <p:spPr/>
        <p:txBody>
          <a:bodyPr/>
          <a:lstStyle/>
          <a:p>
            <a:fld id="{C808E340-6AD8-496E-9C74-9B74DCAC15BC}" type="datetimeFigureOut">
              <a:rPr kumimoji="1" lang="ja-JP" altLang="en-US" smtClean="0"/>
              <a:t>2026/10/19</a:t>
            </a:fld>
            <a:endParaRPr kumimoji="1" lang="ja-JP" altLang="en-US"/>
          </a:p>
        </p:txBody>
      </p:sp>
      <p:sp>
        <p:nvSpPr>
          <p:cNvPr id="8" name="フッター プレースホルダー 7">
            <a:extLst>
              <a:ext uri="{FF2B5EF4-FFF2-40B4-BE49-F238E27FC236}">
                <a16:creationId xmlns:a16="http://schemas.microsoft.com/office/drawing/2014/main" id="{8DBC1FB1-134A-56B6-608C-067B11D151CB}"/>
              </a:ext>
            </a:extLst>
          </p:cNvPr>
          <p:cNvSpPr>
            <a:spLocks noGrp="1"/>
          </p:cNvSpPr>
          <p:nvPr>
            <p:ph type="ftr" sz="quarter" idx="11"/>
          </p:nvPr>
        </p:nvSpPr>
        <p:spPr/>
        <p:txBody>
          <a:bodyPr/>
          <a:lstStyle/>
          <a:p>
            <a:endParaRPr kumimoji="1" lang="ja-JP" altLang="en-US"/>
          </a:p>
        </p:txBody>
      </p:sp>
      <p:sp>
        <p:nvSpPr>
          <p:cNvPr id="9" name="スライド番号プレースホルダー 8">
            <a:extLst>
              <a:ext uri="{FF2B5EF4-FFF2-40B4-BE49-F238E27FC236}">
                <a16:creationId xmlns:a16="http://schemas.microsoft.com/office/drawing/2014/main" id="{B013614E-3B04-60A2-26BE-66AACE505D51}"/>
              </a:ext>
            </a:extLst>
          </p:cNvPr>
          <p:cNvSpPr>
            <a:spLocks noGrp="1"/>
          </p:cNvSpPr>
          <p:nvPr>
            <p:ph type="sldNum" sz="quarter" idx="12"/>
          </p:nvPr>
        </p:nvSpPr>
        <p:spPr/>
        <p:txBody>
          <a:bodyPr/>
          <a:lstStyle/>
          <a:p>
            <a:fld id="{4D668A2D-7F78-4A6C-A7BB-DA79F18C630D}" type="slidenum">
              <a:rPr kumimoji="1" lang="ja-JP" altLang="en-US" smtClean="0"/>
              <a:t>‹#›</a:t>
            </a:fld>
            <a:endParaRPr kumimoji="1" lang="ja-JP" altLang="en-US"/>
          </a:p>
        </p:txBody>
      </p:sp>
    </p:spTree>
    <p:extLst>
      <p:ext uri="{BB962C8B-B14F-4D97-AF65-F5344CB8AC3E}">
        <p14:creationId xmlns:p14="http://schemas.microsoft.com/office/powerpoint/2010/main" val="54843441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82746EA-EF14-329E-36BA-13DD8A6F5D31}"/>
              </a:ext>
            </a:extLst>
          </p:cNvPr>
          <p:cNvSpPr>
            <a:spLocks noGrp="1"/>
          </p:cNvSpPr>
          <p:nvPr>
            <p:ph type="title"/>
          </p:nvPr>
        </p:nvSpPr>
        <p:spPr/>
        <p:txBody>
          <a:bodyPr/>
          <a:lstStyle/>
          <a:p>
            <a:r>
              <a:rPr kumimoji="1" lang="ja-JP" altLang="en-US"/>
              <a:t>マスター タイトルの書式設定</a:t>
            </a:r>
          </a:p>
        </p:txBody>
      </p:sp>
      <p:sp>
        <p:nvSpPr>
          <p:cNvPr id="3" name="日付プレースホルダー 2">
            <a:extLst>
              <a:ext uri="{FF2B5EF4-FFF2-40B4-BE49-F238E27FC236}">
                <a16:creationId xmlns:a16="http://schemas.microsoft.com/office/drawing/2014/main" id="{78A8B56D-2CF3-1313-280C-47BDF371F579}"/>
              </a:ext>
            </a:extLst>
          </p:cNvPr>
          <p:cNvSpPr>
            <a:spLocks noGrp="1"/>
          </p:cNvSpPr>
          <p:nvPr>
            <p:ph type="dt" sz="half" idx="10"/>
          </p:nvPr>
        </p:nvSpPr>
        <p:spPr/>
        <p:txBody>
          <a:bodyPr/>
          <a:lstStyle/>
          <a:p>
            <a:fld id="{C808E340-6AD8-496E-9C74-9B74DCAC15BC}" type="datetimeFigureOut">
              <a:rPr kumimoji="1" lang="ja-JP" altLang="en-US" smtClean="0"/>
              <a:t>2026/10/19</a:t>
            </a:fld>
            <a:endParaRPr kumimoji="1" lang="ja-JP" altLang="en-US"/>
          </a:p>
        </p:txBody>
      </p:sp>
      <p:sp>
        <p:nvSpPr>
          <p:cNvPr id="4" name="フッター プレースホルダー 3">
            <a:extLst>
              <a:ext uri="{FF2B5EF4-FFF2-40B4-BE49-F238E27FC236}">
                <a16:creationId xmlns:a16="http://schemas.microsoft.com/office/drawing/2014/main" id="{24746D78-9F7B-8B21-D2BC-08895518B63B}"/>
              </a:ext>
            </a:extLst>
          </p:cNvPr>
          <p:cNvSpPr>
            <a:spLocks noGrp="1"/>
          </p:cNvSpPr>
          <p:nvPr>
            <p:ph type="ftr" sz="quarter" idx="11"/>
          </p:nvPr>
        </p:nvSpPr>
        <p:spPr/>
        <p:txBody>
          <a:bodyPr/>
          <a:lstStyle/>
          <a:p>
            <a:endParaRPr kumimoji="1" lang="ja-JP" altLang="en-US"/>
          </a:p>
        </p:txBody>
      </p:sp>
      <p:sp>
        <p:nvSpPr>
          <p:cNvPr id="5" name="スライド番号プレースホルダー 4">
            <a:extLst>
              <a:ext uri="{FF2B5EF4-FFF2-40B4-BE49-F238E27FC236}">
                <a16:creationId xmlns:a16="http://schemas.microsoft.com/office/drawing/2014/main" id="{79360E90-F543-D624-E64D-C3F61A69CA4F}"/>
              </a:ext>
            </a:extLst>
          </p:cNvPr>
          <p:cNvSpPr>
            <a:spLocks noGrp="1"/>
          </p:cNvSpPr>
          <p:nvPr>
            <p:ph type="sldNum" sz="quarter" idx="12"/>
          </p:nvPr>
        </p:nvSpPr>
        <p:spPr/>
        <p:txBody>
          <a:bodyPr/>
          <a:lstStyle/>
          <a:p>
            <a:fld id="{4D668A2D-7F78-4A6C-A7BB-DA79F18C630D}" type="slidenum">
              <a:rPr kumimoji="1" lang="ja-JP" altLang="en-US" smtClean="0"/>
              <a:t>‹#›</a:t>
            </a:fld>
            <a:endParaRPr kumimoji="1" lang="ja-JP" altLang="en-US"/>
          </a:p>
        </p:txBody>
      </p:sp>
    </p:spTree>
    <p:extLst>
      <p:ext uri="{BB962C8B-B14F-4D97-AF65-F5344CB8AC3E}">
        <p14:creationId xmlns:p14="http://schemas.microsoft.com/office/powerpoint/2010/main" val="81481627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4E42A739-3971-09BD-6B7F-707E04547F47}"/>
              </a:ext>
            </a:extLst>
          </p:cNvPr>
          <p:cNvSpPr>
            <a:spLocks noGrp="1"/>
          </p:cNvSpPr>
          <p:nvPr>
            <p:ph type="dt" sz="half" idx="10"/>
          </p:nvPr>
        </p:nvSpPr>
        <p:spPr/>
        <p:txBody>
          <a:bodyPr/>
          <a:lstStyle/>
          <a:p>
            <a:fld id="{C808E340-6AD8-496E-9C74-9B74DCAC15BC}" type="datetimeFigureOut">
              <a:rPr kumimoji="1" lang="ja-JP" altLang="en-US" smtClean="0"/>
              <a:t>2026/10/19</a:t>
            </a:fld>
            <a:endParaRPr kumimoji="1" lang="ja-JP" altLang="en-US"/>
          </a:p>
        </p:txBody>
      </p:sp>
      <p:sp>
        <p:nvSpPr>
          <p:cNvPr id="3" name="フッター プレースホルダー 2">
            <a:extLst>
              <a:ext uri="{FF2B5EF4-FFF2-40B4-BE49-F238E27FC236}">
                <a16:creationId xmlns:a16="http://schemas.microsoft.com/office/drawing/2014/main" id="{3B593E7E-AFE9-E0BA-C435-A93F5620DC3E}"/>
              </a:ext>
            </a:extLst>
          </p:cNvPr>
          <p:cNvSpPr>
            <a:spLocks noGrp="1"/>
          </p:cNvSpPr>
          <p:nvPr>
            <p:ph type="ftr" sz="quarter" idx="1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DC8EB708-5964-9B99-97F4-28D538ADBA15}"/>
              </a:ext>
            </a:extLst>
          </p:cNvPr>
          <p:cNvSpPr>
            <a:spLocks noGrp="1"/>
          </p:cNvSpPr>
          <p:nvPr>
            <p:ph type="sldNum" sz="quarter" idx="12"/>
          </p:nvPr>
        </p:nvSpPr>
        <p:spPr/>
        <p:txBody>
          <a:bodyPr/>
          <a:lstStyle/>
          <a:p>
            <a:fld id="{4D668A2D-7F78-4A6C-A7BB-DA79F18C630D}" type="slidenum">
              <a:rPr kumimoji="1" lang="ja-JP" altLang="en-US" smtClean="0"/>
              <a:t>‹#›</a:t>
            </a:fld>
            <a:endParaRPr kumimoji="1" lang="ja-JP" altLang="en-US"/>
          </a:p>
        </p:txBody>
      </p:sp>
    </p:spTree>
    <p:extLst>
      <p:ext uri="{BB962C8B-B14F-4D97-AF65-F5344CB8AC3E}">
        <p14:creationId xmlns:p14="http://schemas.microsoft.com/office/powerpoint/2010/main" val="48656204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F7DF418-EBC1-CA86-714C-12C4980C2500}"/>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E695B26A-724F-58DC-F97C-F72311D041DA}"/>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a:extLst>
              <a:ext uri="{FF2B5EF4-FFF2-40B4-BE49-F238E27FC236}">
                <a16:creationId xmlns:a16="http://schemas.microsoft.com/office/drawing/2014/main" id="{B959F20E-226C-0A3E-30D0-BCC5FEF89AE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493019D3-D6CF-CEC5-2E31-697CA545A2EF}"/>
              </a:ext>
            </a:extLst>
          </p:cNvPr>
          <p:cNvSpPr>
            <a:spLocks noGrp="1"/>
          </p:cNvSpPr>
          <p:nvPr>
            <p:ph type="dt" sz="half" idx="10"/>
          </p:nvPr>
        </p:nvSpPr>
        <p:spPr/>
        <p:txBody>
          <a:bodyPr/>
          <a:lstStyle/>
          <a:p>
            <a:fld id="{C808E340-6AD8-496E-9C74-9B74DCAC15BC}" type="datetimeFigureOut">
              <a:rPr kumimoji="1" lang="ja-JP" altLang="en-US" smtClean="0"/>
              <a:t>2026/10/19</a:t>
            </a:fld>
            <a:endParaRPr kumimoji="1" lang="ja-JP" altLang="en-US"/>
          </a:p>
        </p:txBody>
      </p:sp>
      <p:sp>
        <p:nvSpPr>
          <p:cNvPr id="6" name="フッター プレースホルダー 5">
            <a:extLst>
              <a:ext uri="{FF2B5EF4-FFF2-40B4-BE49-F238E27FC236}">
                <a16:creationId xmlns:a16="http://schemas.microsoft.com/office/drawing/2014/main" id="{D6EAD1D8-1B87-F8F3-8CBC-A61BF5A72336}"/>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AF0D3A72-FE4E-8F47-8308-5742199F9929}"/>
              </a:ext>
            </a:extLst>
          </p:cNvPr>
          <p:cNvSpPr>
            <a:spLocks noGrp="1"/>
          </p:cNvSpPr>
          <p:nvPr>
            <p:ph type="sldNum" sz="quarter" idx="12"/>
          </p:nvPr>
        </p:nvSpPr>
        <p:spPr/>
        <p:txBody>
          <a:bodyPr/>
          <a:lstStyle/>
          <a:p>
            <a:fld id="{4D668A2D-7F78-4A6C-A7BB-DA79F18C630D}" type="slidenum">
              <a:rPr kumimoji="1" lang="ja-JP" altLang="en-US" smtClean="0"/>
              <a:t>‹#›</a:t>
            </a:fld>
            <a:endParaRPr kumimoji="1" lang="ja-JP" altLang="en-US"/>
          </a:p>
        </p:txBody>
      </p:sp>
    </p:spTree>
    <p:extLst>
      <p:ext uri="{BB962C8B-B14F-4D97-AF65-F5344CB8AC3E}">
        <p14:creationId xmlns:p14="http://schemas.microsoft.com/office/powerpoint/2010/main" val="380531395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47FF785-8A26-F5D5-C6BC-CE764EB94DCF}"/>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図プレースホルダー 2">
            <a:extLst>
              <a:ext uri="{FF2B5EF4-FFF2-40B4-BE49-F238E27FC236}">
                <a16:creationId xmlns:a16="http://schemas.microsoft.com/office/drawing/2014/main" id="{8D49A471-B890-3F1B-19CA-1BCAD87561C9}"/>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ja-JP" altLang="en-US"/>
          </a:p>
        </p:txBody>
      </p:sp>
      <p:sp>
        <p:nvSpPr>
          <p:cNvPr id="4" name="テキスト プレースホルダー 3">
            <a:extLst>
              <a:ext uri="{FF2B5EF4-FFF2-40B4-BE49-F238E27FC236}">
                <a16:creationId xmlns:a16="http://schemas.microsoft.com/office/drawing/2014/main" id="{3EB7B891-2942-021F-2404-3AE3D6DE38B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E18676D1-95B3-8DB4-B233-A90D5F5FB8F2}"/>
              </a:ext>
            </a:extLst>
          </p:cNvPr>
          <p:cNvSpPr>
            <a:spLocks noGrp="1"/>
          </p:cNvSpPr>
          <p:nvPr>
            <p:ph type="dt" sz="half" idx="10"/>
          </p:nvPr>
        </p:nvSpPr>
        <p:spPr/>
        <p:txBody>
          <a:bodyPr/>
          <a:lstStyle/>
          <a:p>
            <a:fld id="{C808E340-6AD8-496E-9C74-9B74DCAC15BC}" type="datetimeFigureOut">
              <a:rPr kumimoji="1" lang="ja-JP" altLang="en-US" smtClean="0"/>
              <a:t>2026/10/19</a:t>
            </a:fld>
            <a:endParaRPr kumimoji="1" lang="ja-JP" altLang="en-US"/>
          </a:p>
        </p:txBody>
      </p:sp>
      <p:sp>
        <p:nvSpPr>
          <p:cNvPr id="6" name="フッター プレースホルダー 5">
            <a:extLst>
              <a:ext uri="{FF2B5EF4-FFF2-40B4-BE49-F238E27FC236}">
                <a16:creationId xmlns:a16="http://schemas.microsoft.com/office/drawing/2014/main" id="{7E1FB0F4-AD11-3368-56E4-2BDF0CCF0899}"/>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97F864F9-DFDA-EA5D-C117-6709CCB29CAB}"/>
              </a:ext>
            </a:extLst>
          </p:cNvPr>
          <p:cNvSpPr>
            <a:spLocks noGrp="1"/>
          </p:cNvSpPr>
          <p:nvPr>
            <p:ph type="sldNum" sz="quarter" idx="12"/>
          </p:nvPr>
        </p:nvSpPr>
        <p:spPr/>
        <p:txBody>
          <a:bodyPr/>
          <a:lstStyle/>
          <a:p>
            <a:fld id="{4D668A2D-7F78-4A6C-A7BB-DA79F18C630D}" type="slidenum">
              <a:rPr kumimoji="1" lang="ja-JP" altLang="en-US" smtClean="0"/>
              <a:t>‹#›</a:t>
            </a:fld>
            <a:endParaRPr kumimoji="1" lang="ja-JP" altLang="en-US"/>
          </a:p>
        </p:txBody>
      </p:sp>
    </p:spTree>
    <p:extLst>
      <p:ext uri="{BB962C8B-B14F-4D97-AF65-F5344CB8AC3E}">
        <p14:creationId xmlns:p14="http://schemas.microsoft.com/office/powerpoint/2010/main" val="263907064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B112795-047B-D51C-A4FE-8DAD92F19C72}"/>
              </a:ext>
            </a:extLst>
          </p:cNvPr>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5088F5E0-2903-CAB1-A58B-44AB142521A0}"/>
              </a:ext>
            </a:extLst>
          </p:cNvPr>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C6EDCB95-2FC5-7989-AD05-FE114EF1381C}"/>
              </a:ext>
            </a:extLst>
          </p:cNvPr>
          <p:cNvSpPr>
            <a:spLocks noGrp="1"/>
          </p:cNvSpPr>
          <p:nvPr>
            <p:ph type="dt" sz="half" idx="10"/>
          </p:nvPr>
        </p:nvSpPr>
        <p:spPr/>
        <p:txBody>
          <a:bodyPr/>
          <a:lstStyle/>
          <a:p>
            <a:fld id="{C808E340-6AD8-496E-9C74-9B74DCAC15BC}" type="datetimeFigureOut">
              <a:rPr kumimoji="1" lang="ja-JP" altLang="en-US" smtClean="0"/>
              <a:t>2026/10/19</a:t>
            </a:fld>
            <a:endParaRPr kumimoji="1" lang="ja-JP" altLang="en-US"/>
          </a:p>
        </p:txBody>
      </p:sp>
      <p:sp>
        <p:nvSpPr>
          <p:cNvPr id="5" name="フッター プレースホルダー 4">
            <a:extLst>
              <a:ext uri="{FF2B5EF4-FFF2-40B4-BE49-F238E27FC236}">
                <a16:creationId xmlns:a16="http://schemas.microsoft.com/office/drawing/2014/main" id="{1BA8D320-9791-A890-8794-33A6B9A9242D}"/>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12AD94D9-5601-7BCB-26D1-288B400E19E1}"/>
              </a:ext>
            </a:extLst>
          </p:cNvPr>
          <p:cNvSpPr>
            <a:spLocks noGrp="1"/>
          </p:cNvSpPr>
          <p:nvPr>
            <p:ph type="sldNum" sz="quarter" idx="12"/>
          </p:nvPr>
        </p:nvSpPr>
        <p:spPr/>
        <p:txBody>
          <a:bodyPr/>
          <a:lstStyle/>
          <a:p>
            <a:fld id="{4D668A2D-7F78-4A6C-A7BB-DA79F18C630D}" type="slidenum">
              <a:rPr kumimoji="1" lang="ja-JP" altLang="en-US" smtClean="0"/>
              <a:t>‹#›</a:t>
            </a:fld>
            <a:endParaRPr kumimoji="1" lang="ja-JP" altLang="en-US"/>
          </a:p>
        </p:txBody>
      </p:sp>
    </p:spTree>
    <p:extLst>
      <p:ext uri="{BB962C8B-B14F-4D97-AF65-F5344CB8AC3E}">
        <p14:creationId xmlns:p14="http://schemas.microsoft.com/office/powerpoint/2010/main" val="142029021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a:extLst>
              <a:ext uri="{FF2B5EF4-FFF2-40B4-BE49-F238E27FC236}">
                <a16:creationId xmlns:a16="http://schemas.microsoft.com/office/drawing/2014/main" id="{370A5752-AF42-1ECF-3995-0EB761414BEF}"/>
              </a:ext>
            </a:extLst>
          </p:cNvPr>
          <p:cNvSpPr>
            <a:spLocks noGrp="1"/>
          </p:cNvSpPr>
          <p:nvPr>
            <p:ph type="title" orient="vert"/>
          </p:nvPr>
        </p:nvSpPr>
        <p:spPr>
          <a:xfrm>
            <a:off x="8724900" y="365125"/>
            <a:ext cx="2628900" cy="5811838"/>
          </a:xfrm>
        </p:spPr>
        <p:txBody>
          <a:bodyPr vert="eaVert"/>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4698B170-52F2-035C-B7DF-6B50FD780351}"/>
              </a:ext>
            </a:extLst>
          </p:cNvPr>
          <p:cNvSpPr>
            <a:spLocks noGrp="1"/>
          </p:cNvSpPr>
          <p:nvPr>
            <p:ph type="body" orient="vert" idx="1"/>
          </p:nvPr>
        </p:nvSpPr>
        <p:spPr>
          <a:xfrm>
            <a:off x="838200" y="365125"/>
            <a:ext cx="7734300" cy="5811838"/>
          </a:xfr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B8FBC6BC-86F1-6871-3713-F5657CE74977}"/>
              </a:ext>
            </a:extLst>
          </p:cNvPr>
          <p:cNvSpPr>
            <a:spLocks noGrp="1"/>
          </p:cNvSpPr>
          <p:nvPr>
            <p:ph type="dt" sz="half" idx="10"/>
          </p:nvPr>
        </p:nvSpPr>
        <p:spPr/>
        <p:txBody>
          <a:bodyPr/>
          <a:lstStyle/>
          <a:p>
            <a:fld id="{C808E340-6AD8-496E-9C74-9B74DCAC15BC}" type="datetimeFigureOut">
              <a:rPr kumimoji="1" lang="ja-JP" altLang="en-US" smtClean="0"/>
              <a:t>2026/10/19</a:t>
            </a:fld>
            <a:endParaRPr kumimoji="1" lang="ja-JP" altLang="en-US"/>
          </a:p>
        </p:txBody>
      </p:sp>
      <p:sp>
        <p:nvSpPr>
          <p:cNvPr id="5" name="フッター プレースホルダー 4">
            <a:extLst>
              <a:ext uri="{FF2B5EF4-FFF2-40B4-BE49-F238E27FC236}">
                <a16:creationId xmlns:a16="http://schemas.microsoft.com/office/drawing/2014/main" id="{7CDD7970-461A-67D5-B4FD-BA75F2EBB435}"/>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F08CC7E0-75AE-4ECD-AD94-EFA2FD3AEC60}"/>
              </a:ext>
            </a:extLst>
          </p:cNvPr>
          <p:cNvSpPr>
            <a:spLocks noGrp="1"/>
          </p:cNvSpPr>
          <p:nvPr>
            <p:ph type="sldNum" sz="quarter" idx="12"/>
          </p:nvPr>
        </p:nvSpPr>
        <p:spPr/>
        <p:txBody>
          <a:bodyPr/>
          <a:lstStyle/>
          <a:p>
            <a:fld id="{4D668A2D-7F78-4A6C-A7BB-DA79F18C630D}" type="slidenum">
              <a:rPr kumimoji="1" lang="ja-JP" altLang="en-US" smtClean="0"/>
              <a:t>‹#›</a:t>
            </a:fld>
            <a:endParaRPr kumimoji="1" lang="ja-JP" altLang="en-US"/>
          </a:p>
        </p:txBody>
      </p:sp>
    </p:spTree>
    <p:extLst>
      <p:ext uri="{BB962C8B-B14F-4D97-AF65-F5344CB8AC3E}">
        <p14:creationId xmlns:p14="http://schemas.microsoft.com/office/powerpoint/2010/main" val="392165949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tx1">
            <a:lumMod val="95000"/>
            <a:lumOff val="5000"/>
          </a:schemeClr>
        </a:solidFill>
        <a:effectLst/>
      </p:bgPr>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B5A1D260-30D4-B39F-4D7E-BEE7139F9BB0}"/>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FD111F16-468B-6649-A54C-7AC78D871E7E}"/>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27F759AC-1666-6C20-A6EF-A7D797196FE4}"/>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C808E340-6AD8-496E-9C74-9B74DCAC15BC}" type="datetimeFigureOut">
              <a:rPr kumimoji="1" lang="ja-JP" altLang="en-US" smtClean="0"/>
              <a:t>2026/10/19</a:t>
            </a:fld>
            <a:endParaRPr kumimoji="1" lang="ja-JP" altLang="en-US"/>
          </a:p>
        </p:txBody>
      </p:sp>
      <p:sp>
        <p:nvSpPr>
          <p:cNvPr id="5" name="フッター プレースホルダー 4">
            <a:extLst>
              <a:ext uri="{FF2B5EF4-FFF2-40B4-BE49-F238E27FC236}">
                <a16:creationId xmlns:a16="http://schemas.microsoft.com/office/drawing/2014/main" id="{3E682252-338B-CCE7-C778-1A563385122A}"/>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kumimoji="1" lang="ja-JP" altLang="en-US"/>
          </a:p>
        </p:txBody>
      </p:sp>
      <p:sp>
        <p:nvSpPr>
          <p:cNvPr id="6" name="スライド番号プレースホルダー 5">
            <a:extLst>
              <a:ext uri="{FF2B5EF4-FFF2-40B4-BE49-F238E27FC236}">
                <a16:creationId xmlns:a16="http://schemas.microsoft.com/office/drawing/2014/main" id="{18BE4FB9-9372-37D8-EF59-26CA737F314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4D668A2D-7F78-4A6C-A7BB-DA79F18C630D}" type="slidenum">
              <a:rPr kumimoji="1" lang="ja-JP" altLang="en-US" smtClean="0"/>
              <a:t>‹#›</a:t>
            </a:fld>
            <a:endParaRPr kumimoji="1" lang="ja-JP" altLang="en-US"/>
          </a:p>
        </p:txBody>
      </p:sp>
    </p:spTree>
    <p:extLst>
      <p:ext uri="{BB962C8B-B14F-4D97-AF65-F5344CB8AC3E}">
        <p14:creationId xmlns:p14="http://schemas.microsoft.com/office/powerpoint/2010/main" val="316839090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8" Type="http://schemas.openxmlformats.org/officeDocument/2006/relationships/image" Target="../media/image10.png"/><Relationship Id="rId3" Type="http://schemas.openxmlformats.org/officeDocument/2006/relationships/image" Target="../media/image5.png"/><Relationship Id="rId7" Type="http://schemas.openxmlformats.org/officeDocument/2006/relationships/image" Target="../media/image9.png"/><Relationship Id="rId2" Type="http://schemas.openxmlformats.org/officeDocument/2006/relationships/image" Target="../media/image4.jpg"/><Relationship Id="rId1" Type="http://schemas.openxmlformats.org/officeDocument/2006/relationships/slideLayout" Target="../slideLayouts/slideLayout1.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6.png"/><Relationship Id="rId9" Type="http://schemas.openxmlformats.org/officeDocument/2006/relationships/image" Target="../media/image11.png"/></Relationships>
</file>

<file path=ppt/slides/_rels/slide16.xml.rels><?xml version="1.0" encoding="UTF-8" standalone="yes"?>
<Relationships xmlns="http://schemas.openxmlformats.org/package/2006/relationships"><Relationship Id="rId8" Type="http://schemas.openxmlformats.org/officeDocument/2006/relationships/image" Target="../media/image10.png"/><Relationship Id="rId3" Type="http://schemas.openxmlformats.org/officeDocument/2006/relationships/image" Target="../media/image5.png"/><Relationship Id="rId7" Type="http://schemas.openxmlformats.org/officeDocument/2006/relationships/image" Target="../media/image9.png"/><Relationship Id="rId2" Type="http://schemas.openxmlformats.org/officeDocument/2006/relationships/image" Target="../media/image4.jpg"/><Relationship Id="rId1" Type="http://schemas.openxmlformats.org/officeDocument/2006/relationships/slideLayout" Target="../slideLayouts/slideLayout1.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6.png"/><Relationship Id="rId9" Type="http://schemas.openxmlformats.org/officeDocument/2006/relationships/image" Target="../media/image12.png"/></Relationships>
</file>

<file path=ppt/slides/_rels/slide17.xml.rels><?xml version="1.0" encoding="UTF-8" standalone="yes"?>
<Relationships xmlns="http://schemas.openxmlformats.org/package/2006/relationships"><Relationship Id="rId8" Type="http://schemas.openxmlformats.org/officeDocument/2006/relationships/image" Target="../media/image10.png"/><Relationship Id="rId3" Type="http://schemas.openxmlformats.org/officeDocument/2006/relationships/image" Target="../media/image5.png"/><Relationship Id="rId7" Type="http://schemas.openxmlformats.org/officeDocument/2006/relationships/image" Target="../media/image9.png"/><Relationship Id="rId2" Type="http://schemas.openxmlformats.org/officeDocument/2006/relationships/image" Target="../media/image4.jpg"/><Relationship Id="rId1" Type="http://schemas.openxmlformats.org/officeDocument/2006/relationships/slideLayout" Target="../slideLayouts/slideLayout1.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6.png"/><Relationship Id="rId9" Type="http://schemas.openxmlformats.org/officeDocument/2006/relationships/image" Target="../media/image11.png"/></Relationships>
</file>

<file path=ppt/slides/_rels/slide1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xml"/><Relationship Id="rId4" Type="http://schemas.openxmlformats.org/officeDocument/2006/relationships/image" Target="../media/image13.png"/></Relationships>
</file>

<file path=ppt/slides/_rels/slide2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xml"/><Relationship Id="rId5" Type="http://schemas.openxmlformats.org/officeDocument/2006/relationships/image" Target="../media/image14.png"/><Relationship Id="rId4" Type="http://schemas.openxmlformats.org/officeDocument/2006/relationships/image" Target="../media/image13.png"/></Relationships>
</file>

<file path=ppt/slides/_rels/slide3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18.png"/><Relationship Id="rId2" Type="http://schemas.openxmlformats.org/officeDocument/2006/relationships/image" Target="../media/image2.png"/><Relationship Id="rId1" Type="http://schemas.openxmlformats.org/officeDocument/2006/relationships/slideLayout" Target="../slideLayouts/slideLayout2.xml"/><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image" Target="../media/image15.png"/></Relationships>
</file>

<file path=ppt/slides/_rels/slide40.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18.png"/><Relationship Id="rId2" Type="http://schemas.openxmlformats.org/officeDocument/2006/relationships/image" Target="../media/image2.png"/><Relationship Id="rId1" Type="http://schemas.openxmlformats.org/officeDocument/2006/relationships/slideLayout" Target="../slideLayouts/slideLayout2.xml"/><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image" Target="../media/image15.png"/></Relationships>
</file>

<file path=ppt/slides/_rels/slide41.xml.rels><?xml version="1.0" encoding="UTF-8" standalone="yes"?>
<Relationships xmlns="http://schemas.openxmlformats.org/package/2006/relationships"><Relationship Id="rId8" Type="http://schemas.openxmlformats.org/officeDocument/2006/relationships/image" Target="../media/image11.png"/><Relationship Id="rId3" Type="http://schemas.openxmlformats.org/officeDocument/2006/relationships/image" Target="../media/image3.png"/><Relationship Id="rId7" Type="http://schemas.openxmlformats.org/officeDocument/2006/relationships/image" Target="../media/image21.png"/><Relationship Id="rId2" Type="http://schemas.openxmlformats.org/officeDocument/2006/relationships/image" Target="../media/image2.png"/><Relationship Id="rId1" Type="http://schemas.openxmlformats.org/officeDocument/2006/relationships/slideLayout" Target="../slideLayouts/slideLayout2.xml"/><Relationship Id="rId6" Type="http://schemas.openxmlformats.org/officeDocument/2006/relationships/image" Target="../media/image20.png"/><Relationship Id="rId5" Type="http://schemas.openxmlformats.org/officeDocument/2006/relationships/image" Target="../media/image13.png"/><Relationship Id="rId4" Type="http://schemas.openxmlformats.org/officeDocument/2006/relationships/image" Target="../media/image19.png"/></Relationships>
</file>

<file path=ppt/slides/_rels/slide42.xml.rels><?xml version="1.0" encoding="UTF-8" standalone="yes"?>
<Relationships xmlns="http://schemas.openxmlformats.org/package/2006/relationships"><Relationship Id="rId8" Type="http://schemas.openxmlformats.org/officeDocument/2006/relationships/image" Target="../media/image3.png"/><Relationship Id="rId13" Type="http://schemas.openxmlformats.org/officeDocument/2006/relationships/image" Target="../media/image29.png"/><Relationship Id="rId3" Type="http://schemas.openxmlformats.org/officeDocument/2006/relationships/image" Target="../media/image22.png"/><Relationship Id="rId7" Type="http://schemas.openxmlformats.org/officeDocument/2006/relationships/image" Target="../media/image2.png"/><Relationship Id="rId12" Type="http://schemas.openxmlformats.org/officeDocument/2006/relationships/image" Target="../media/image28.png"/><Relationship Id="rId2" Type="http://schemas.openxmlformats.org/officeDocument/2006/relationships/image" Target="../media/image19.png"/><Relationship Id="rId16" Type="http://schemas.openxmlformats.org/officeDocument/2006/relationships/image" Target="../media/image13.png"/><Relationship Id="rId1" Type="http://schemas.openxmlformats.org/officeDocument/2006/relationships/slideLayout" Target="../slideLayouts/slideLayout2.xml"/><Relationship Id="rId6" Type="http://schemas.openxmlformats.org/officeDocument/2006/relationships/image" Target="../media/image25.png"/><Relationship Id="rId11" Type="http://schemas.microsoft.com/office/2007/relationships/hdphoto" Target="../media/hdphoto1.wdp"/><Relationship Id="rId5" Type="http://schemas.openxmlformats.org/officeDocument/2006/relationships/image" Target="../media/image24.png"/><Relationship Id="rId15" Type="http://schemas.openxmlformats.org/officeDocument/2006/relationships/image" Target="../media/image31.png"/><Relationship Id="rId10" Type="http://schemas.openxmlformats.org/officeDocument/2006/relationships/image" Target="../media/image27.png"/><Relationship Id="rId4" Type="http://schemas.openxmlformats.org/officeDocument/2006/relationships/image" Target="../media/image23.png"/><Relationship Id="rId9" Type="http://schemas.openxmlformats.org/officeDocument/2006/relationships/image" Target="../media/image26.png"/><Relationship Id="rId14" Type="http://schemas.openxmlformats.org/officeDocument/2006/relationships/image" Target="../media/image30.png"/></Relationships>
</file>

<file path=ppt/slides/_rels/slide43.xml.rels><?xml version="1.0" encoding="UTF-8" standalone="yes"?>
<Relationships xmlns="http://schemas.openxmlformats.org/package/2006/relationships"><Relationship Id="rId8" Type="http://schemas.openxmlformats.org/officeDocument/2006/relationships/image" Target="../media/image3.png"/><Relationship Id="rId13" Type="http://schemas.openxmlformats.org/officeDocument/2006/relationships/image" Target="../media/image29.png"/><Relationship Id="rId3" Type="http://schemas.openxmlformats.org/officeDocument/2006/relationships/image" Target="../media/image24.png"/><Relationship Id="rId7" Type="http://schemas.openxmlformats.org/officeDocument/2006/relationships/image" Target="../media/image2.png"/><Relationship Id="rId12" Type="http://schemas.openxmlformats.org/officeDocument/2006/relationships/image" Target="../media/image28.png"/><Relationship Id="rId2" Type="http://schemas.openxmlformats.org/officeDocument/2006/relationships/image" Target="../media/image22.png"/><Relationship Id="rId16" Type="http://schemas.openxmlformats.org/officeDocument/2006/relationships/image" Target="../media/image13.png"/><Relationship Id="rId1" Type="http://schemas.openxmlformats.org/officeDocument/2006/relationships/slideLayout" Target="../slideLayouts/slideLayout2.xml"/><Relationship Id="rId6" Type="http://schemas.openxmlformats.org/officeDocument/2006/relationships/image" Target="../media/image25.png"/><Relationship Id="rId11" Type="http://schemas.microsoft.com/office/2007/relationships/hdphoto" Target="../media/hdphoto1.wdp"/><Relationship Id="rId5" Type="http://schemas.openxmlformats.org/officeDocument/2006/relationships/image" Target="../media/image23.png"/><Relationship Id="rId15" Type="http://schemas.openxmlformats.org/officeDocument/2006/relationships/image" Target="../media/image31.png"/><Relationship Id="rId10" Type="http://schemas.openxmlformats.org/officeDocument/2006/relationships/image" Target="../media/image27.png"/><Relationship Id="rId4" Type="http://schemas.openxmlformats.org/officeDocument/2006/relationships/image" Target="../media/image19.png"/><Relationship Id="rId9" Type="http://schemas.openxmlformats.org/officeDocument/2006/relationships/image" Target="../media/image26.png"/><Relationship Id="rId14" Type="http://schemas.openxmlformats.org/officeDocument/2006/relationships/image" Target="../media/image30.png"/></Relationships>
</file>

<file path=ppt/slides/_rels/slide4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32.png"/><Relationship Id="rId1" Type="http://schemas.openxmlformats.org/officeDocument/2006/relationships/slideLayout" Target="../slideLayouts/slideLayout1.xml"/><Relationship Id="rId6" Type="http://schemas.openxmlformats.org/officeDocument/2006/relationships/image" Target="../media/image3.png"/><Relationship Id="rId5" Type="http://schemas.openxmlformats.org/officeDocument/2006/relationships/image" Target="../media/image2.png"/><Relationship Id="rId4" Type="http://schemas.openxmlformats.org/officeDocument/2006/relationships/image" Target="../media/image34.png"/></Relationships>
</file>

<file path=ppt/slides/_rels/slide46.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32.png"/><Relationship Id="rId1" Type="http://schemas.openxmlformats.org/officeDocument/2006/relationships/slideLayout" Target="../slideLayouts/slideLayout1.xml"/><Relationship Id="rId6" Type="http://schemas.openxmlformats.org/officeDocument/2006/relationships/image" Target="../media/image3.png"/><Relationship Id="rId5" Type="http://schemas.openxmlformats.org/officeDocument/2006/relationships/image" Target="../media/image2.png"/><Relationship Id="rId4" Type="http://schemas.openxmlformats.org/officeDocument/2006/relationships/image" Target="../media/image34.png"/></Relationships>
</file>

<file path=ppt/slides/_rels/slide47.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32.png"/><Relationship Id="rId1" Type="http://schemas.openxmlformats.org/officeDocument/2006/relationships/slideLayout" Target="../slideLayouts/slideLayout1.xml"/><Relationship Id="rId6" Type="http://schemas.openxmlformats.org/officeDocument/2006/relationships/image" Target="../media/image3.png"/><Relationship Id="rId5" Type="http://schemas.openxmlformats.org/officeDocument/2006/relationships/image" Target="../media/image2.png"/><Relationship Id="rId4" Type="http://schemas.openxmlformats.org/officeDocument/2006/relationships/image" Target="../media/image34.png"/></Relationships>
</file>

<file path=ppt/slides/_rels/slide48.xml.rels><?xml version="1.0" encoding="UTF-8" standalone="yes"?>
<Relationships xmlns="http://schemas.openxmlformats.org/package/2006/relationships"><Relationship Id="rId3" Type="http://schemas.openxmlformats.org/officeDocument/2006/relationships/image" Target="../media/image33.png"/><Relationship Id="rId7" Type="http://schemas.openxmlformats.org/officeDocument/2006/relationships/image" Target="../media/image3.png"/><Relationship Id="rId2" Type="http://schemas.openxmlformats.org/officeDocument/2006/relationships/image" Target="../media/image32.png"/><Relationship Id="rId1" Type="http://schemas.openxmlformats.org/officeDocument/2006/relationships/slideLayout" Target="../slideLayouts/slideLayout1.xml"/><Relationship Id="rId6" Type="http://schemas.openxmlformats.org/officeDocument/2006/relationships/image" Target="../media/image2.png"/><Relationship Id="rId5" Type="http://schemas.openxmlformats.org/officeDocument/2006/relationships/image" Target="../media/image35.png"/><Relationship Id="rId4" Type="http://schemas.openxmlformats.org/officeDocument/2006/relationships/image" Target="../media/image34.png"/></Relationships>
</file>

<file path=ppt/slides/_rels/slide49.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24.png"/><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2.png"/></Relationships>
</file>

<file path=ppt/slides/_rels/slide5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24.png"/><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51.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7.png"/><Relationship Id="rId1" Type="http://schemas.openxmlformats.org/officeDocument/2006/relationships/slideLayout" Target="../slideLayouts/slideLayout1.xml"/><Relationship Id="rId6" Type="http://schemas.openxmlformats.org/officeDocument/2006/relationships/image" Target="../media/image40.png"/><Relationship Id="rId5" Type="http://schemas.openxmlformats.org/officeDocument/2006/relationships/image" Target="../media/image13.png"/><Relationship Id="rId4" Type="http://schemas.openxmlformats.org/officeDocument/2006/relationships/image" Target="../media/image39.png"/></Relationships>
</file>

<file path=ppt/slides/_rels/slide52.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7.png"/><Relationship Id="rId1" Type="http://schemas.openxmlformats.org/officeDocument/2006/relationships/slideLayout" Target="../slideLayouts/slideLayout1.xml"/><Relationship Id="rId6" Type="http://schemas.openxmlformats.org/officeDocument/2006/relationships/image" Target="../media/image40.png"/><Relationship Id="rId5" Type="http://schemas.openxmlformats.org/officeDocument/2006/relationships/image" Target="../media/image13.png"/><Relationship Id="rId4" Type="http://schemas.openxmlformats.org/officeDocument/2006/relationships/image" Target="../media/image39.png"/></Relationships>
</file>

<file path=ppt/slides/_rels/slide53.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7.png"/><Relationship Id="rId1" Type="http://schemas.openxmlformats.org/officeDocument/2006/relationships/slideLayout" Target="../slideLayouts/slideLayout1.xml"/><Relationship Id="rId6" Type="http://schemas.openxmlformats.org/officeDocument/2006/relationships/image" Target="../media/image40.png"/><Relationship Id="rId5" Type="http://schemas.openxmlformats.org/officeDocument/2006/relationships/image" Target="../media/image13.png"/><Relationship Id="rId4" Type="http://schemas.openxmlformats.org/officeDocument/2006/relationships/image" Target="../media/image39.png"/></Relationships>
</file>

<file path=ppt/slides/_rels/slide54.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37.png"/><Relationship Id="rId1" Type="http://schemas.openxmlformats.org/officeDocument/2006/relationships/slideLayout" Target="../slideLayouts/slideLayout1.xml"/><Relationship Id="rId6" Type="http://schemas.openxmlformats.org/officeDocument/2006/relationships/image" Target="../media/image13.png"/><Relationship Id="rId5" Type="http://schemas.openxmlformats.org/officeDocument/2006/relationships/image" Target="../media/image39.png"/><Relationship Id="rId4" Type="http://schemas.openxmlformats.org/officeDocument/2006/relationships/image" Target="../media/image38.png"/></Relationships>
</file>

<file path=ppt/slides/_rels/slide55.xml.rels><?xml version="1.0" encoding="UTF-8" standalone="yes"?>
<Relationships xmlns="http://schemas.openxmlformats.org/package/2006/relationships"><Relationship Id="rId3" Type="http://schemas.openxmlformats.org/officeDocument/2006/relationships/image" Target="../media/image34.png"/><Relationship Id="rId7" Type="http://schemas.openxmlformats.org/officeDocument/2006/relationships/image" Target="../media/image41.png"/><Relationship Id="rId2" Type="http://schemas.openxmlformats.org/officeDocument/2006/relationships/image" Target="../media/image37.png"/><Relationship Id="rId1" Type="http://schemas.openxmlformats.org/officeDocument/2006/relationships/slideLayout" Target="../slideLayouts/slideLayout1.xml"/><Relationship Id="rId6" Type="http://schemas.openxmlformats.org/officeDocument/2006/relationships/image" Target="../media/image13.png"/><Relationship Id="rId5" Type="http://schemas.openxmlformats.org/officeDocument/2006/relationships/image" Target="../media/image39.png"/><Relationship Id="rId4" Type="http://schemas.openxmlformats.org/officeDocument/2006/relationships/image" Target="../media/image38.png"/></Relationships>
</file>

<file path=ppt/slides/_rels/slide56.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7.png"/><Relationship Id="rId1" Type="http://schemas.openxmlformats.org/officeDocument/2006/relationships/slideLayout" Target="../slideLayouts/slideLayout1.xml"/><Relationship Id="rId6" Type="http://schemas.openxmlformats.org/officeDocument/2006/relationships/image" Target="../media/image13.png"/><Relationship Id="rId5" Type="http://schemas.openxmlformats.org/officeDocument/2006/relationships/image" Target="../media/image42.png"/><Relationship Id="rId4" Type="http://schemas.openxmlformats.org/officeDocument/2006/relationships/image" Target="../media/image39.png"/></Relationships>
</file>

<file path=ppt/slides/_rels/slide5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37.png"/><Relationship Id="rId1" Type="http://schemas.openxmlformats.org/officeDocument/2006/relationships/slideLayout" Target="../slideLayouts/slideLayout1.xml"/><Relationship Id="rId5" Type="http://schemas.openxmlformats.org/officeDocument/2006/relationships/image" Target="../media/image43.svg"/><Relationship Id="rId4" Type="http://schemas.openxmlformats.org/officeDocument/2006/relationships/image" Target="../media/image40.png"/></Relationships>
</file>

<file path=ppt/slides/_rels/slide58.xml.rels><?xml version="1.0" encoding="UTF-8" standalone="yes"?>
<Relationships xmlns="http://schemas.openxmlformats.org/package/2006/relationships"><Relationship Id="rId8" Type="http://schemas.microsoft.com/office/2007/relationships/hdphoto" Target="../media/hdphoto3.wdp"/><Relationship Id="rId3" Type="http://schemas.openxmlformats.org/officeDocument/2006/relationships/image" Target="../media/image13.png"/><Relationship Id="rId7" Type="http://schemas.openxmlformats.org/officeDocument/2006/relationships/image" Target="../media/image46.png"/><Relationship Id="rId2" Type="http://schemas.openxmlformats.org/officeDocument/2006/relationships/image" Target="../media/image44.png"/><Relationship Id="rId1" Type="http://schemas.openxmlformats.org/officeDocument/2006/relationships/slideLayout" Target="../slideLayouts/slideLayout1.xml"/><Relationship Id="rId6" Type="http://schemas.openxmlformats.org/officeDocument/2006/relationships/image" Target="../media/image19.png"/><Relationship Id="rId5" Type="http://schemas.microsoft.com/office/2007/relationships/hdphoto" Target="../media/hdphoto2.wdp"/><Relationship Id="rId10" Type="http://schemas.microsoft.com/office/2007/relationships/hdphoto" Target="../media/hdphoto4.wdp"/><Relationship Id="rId4" Type="http://schemas.openxmlformats.org/officeDocument/2006/relationships/image" Target="../media/image45.png"/><Relationship Id="rId9" Type="http://schemas.openxmlformats.org/officeDocument/2006/relationships/image" Target="../media/image47.png"/></Relationships>
</file>

<file path=ppt/slides/_rels/slide59.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image" Target="../media/image44.png"/><Relationship Id="rId1" Type="http://schemas.openxmlformats.org/officeDocument/2006/relationships/slideLayout" Target="../slideLayouts/slideLayout1.xml"/><Relationship Id="rId6" Type="http://schemas.openxmlformats.org/officeDocument/2006/relationships/image" Target="../media/image13.png"/><Relationship Id="rId5" Type="http://schemas.openxmlformats.org/officeDocument/2006/relationships/image" Target="../media/image19.png"/><Relationship Id="rId4" Type="http://schemas.microsoft.com/office/2007/relationships/hdphoto" Target="../media/hdphoto3.wdp"/></Relationships>
</file>

<file path=ppt/slides/_rels/slide60.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44.png"/><Relationship Id="rId1" Type="http://schemas.openxmlformats.org/officeDocument/2006/relationships/slideLayout" Target="../slideLayouts/slideLayout1.xml"/><Relationship Id="rId6" Type="http://schemas.microsoft.com/office/2007/relationships/hdphoto" Target="../media/hdphoto3.wdp"/><Relationship Id="rId5" Type="http://schemas.openxmlformats.org/officeDocument/2006/relationships/image" Target="../media/image46.png"/><Relationship Id="rId4" Type="http://schemas.openxmlformats.org/officeDocument/2006/relationships/image" Target="../media/image13.png"/></Relationships>
</file>

<file path=ppt/slides/_rels/slide6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62.xml.rels><?xml version="1.0" encoding="UTF-8" standalone="yes"?>
<Relationships xmlns="http://schemas.openxmlformats.org/package/2006/relationships"><Relationship Id="rId3" Type="http://schemas.openxmlformats.org/officeDocument/2006/relationships/image" Target="../media/image2.png"/><Relationship Id="rId7" Type="http://schemas.openxmlformats.org/officeDocument/2006/relationships/image" Target="../media/image34.pn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image" Target="../media/image32.png"/><Relationship Id="rId5" Type="http://schemas.openxmlformats.org/officeDocument/2006/relationships/image" Target="../media/image33.png"/><Relationship Id="rId4" Type="http://schemas.openxmlformats.org/officeDocument/2006/relationships/image" Target="../media/image3.png"/></Relationships>
</file>

<file path=ppt/slides/_rels/slide6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1.xml"/><Relationship Id="rId5" Type="http://schemas.openxmlformats.org/officeDocument/2006/relationships/image" Target="../media/image24.png"/><Relationship Id="rId4" Type="http://schemas.openxmlformats.org/officeDocument/2006/relationships/image" Target="../media/image3.png"/></Relationships>
</file>

<file path=ppt/slides/_rels/slide6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48.png"/><Relationship Id="rId5" Type="http://schemas.openxmlformats.org/officeDocument/2006/relationships/image" Target="../media/image34.png"/><Relationship Id="rId4" Type="http://schemas.openxmlformats.org/officeDocument/2006/relationships/image" Target="../media/image3.png"/></Relationships>
</file>

<file path=ppt/slides/_rels/slide65.xml.rels><?xml version="1.0" encoding="UTF-8" standalone="yes"?>
<Relationships xmlns="http://schemas.openxmlformats.org/package/2006/relationships"><Relationship Id="rId3" Type="http://schemas.openxmlformats.org/officeDocument/2006/relationships/image" Target="../media/image2.png"/><Relationship Id="rId7" Type="http://schemas.openxmlformats.org/officeDocument/2006/relationships/image" Target="../media/image51.png"/><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image" Target="../media/image50.svg"/><Relationship Id="rId5" Type="http://schemas.openxmlformats.org/officeDocument/2006/relationships/image" Target="../media/image49.svg"/><Relationship Id="rId4" Type="http://schemas.openxmlformats.org/officeDocument/2006/relationships/image" Target="../media/image3.png"/></Relationships>
</file>

<file path=ppt/slides/_rels/slide66.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34.png"/><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34.png"/><Relationship Id="rId1" Type="http://schemas.openxmlformats.org/officeDocument/2006/relationships/slideLayout" Target="../slideLayouts/slideLayout1.xml"/><Relationship Id="rId4" Type="http://schemas.openxmlformats.org/officeDocument/2006/relationships/image" Target="../media/image5.png"/></Relationships>
</file>

<file path=ppt/slides/_rels/slide70.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image" Target="../media/image52.png"/><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image" Target="../media/image52.png"/><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image" Target="../media/image52.png"/><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image" Target="../media/image52.png"/><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image" Target="../media/image53.png"/><Relationship Id="rId1" Type="http://schemas.openxmlformats.org/officeDocument/2006/relationships/slideLayout" Target="../slideLayouts/slideLayout1.xml"/><Relationship Id="rId4" Type="http://schemas.openxmlformats.org/officeDocument/2006/relationships/image" Target="../media/image52.png"/></Relationships>
</file>

<file path=ppt/slides/_rels/slide75.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notesSlide" Target="../notesSlides/notesSlide6.xml"/><Relationship Id="rId1" Type="http://schemas.openxmlformats.org/officeDocument/2006/relationships/slideLayout" Target="../slideLayouts/slideLayout1.xml"/><Relationship Id="rId4" Type="http://schemas.openxmlformats.org/officeDocument/2006/relationships/image" Target="../media/image53.png"/></Relationships>
</file>

<file path=ppt/slides/_rels/slide76.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image" Target="../media/image52.png"/><Relationship Id="rId1" Type="http://schemas.openxmlformats.org/officeDocument/2006/relationships/slideLayout" Target="../slideLayouts/slideLayout1.xml"/></Relationships>
</file>

<file path=ppt/slides/_rels/slide77.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image" Target="../media/image52.png"/><Relationship Id="rId1" Type="http://schemas.openxmlformats.org/officeDocument/2006/relationships/slideLayout" Target="../slideLayouts/slideLayout1.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2.xml"/><Relationship Id="rId4" Type="http://schemas.openxmlformats.org/officeDocument/2006/relationships/image" Target="../media/image55.png"/></Relationships>
</file>

<file path=ppt/slides/_rels/slide8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2.xml"/><Relationship Id="rId4" Type="http://schemas.openxmlformats.org/officeDocument/2006/relationships/image" Target="../media/image50.svg"/></Relationships>
</file>

<file path=ppt/slides/_rels/slide8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56.png"/><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2" Type="http://schemas.openxmlformats.org/officeDocument/2006/relationships/image" Target="../media/image56.png"/><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2" Type="http://schemas.openxmlformats.org/officeDocument/2006/relationships/image" Target="../media/image56.png"/><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image" Target="../media/image2.png"/><Relationship Id="rId1" Type="http://schemas.openxmlformats.org/officeDocument/2006/relationships/slideLayout" Target="../slideLayouts/slideLayout2.xml"/><Relationship Id="rId5" Type="http://schemas.openxmlformats.org/officeDocument/2006/relationships/image" Target="../media/image59.png"/><Relationship Id="rId4" Type="http://schemas.openxmlformats.org/officeDocument/2006/relationships/image" Target="../media/image58.png"/></Relationships>
</file>

<file path=ppt/slides/_rels/slide89.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image" Target="../media/image2.png"/><Relationship Id="rId1" Type="http://schemas.openxmlformats.org/officeDocument/2006/relationships/slideLayout" Target="../slideLayouts/slideLayout2.xml"/><Relationship Id="rId5" Type="http://schemas.openxmlformats.org/officeDocument/2006/relationships/image" Target="../media/image59.png"/><Relationship Id="rId4" Type="http://schemas.openxmlformats.org/officeDocument/2006/relationships/image" Target="../media/image58.png"/></Relationships>
</file>

<file path=ppt/slides/_rels/slide9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2.xml"/><Relationship Id="rId6" Type="http://schemas.openxmlformats.org/officeDocument/2006/relationships/image" Target="../media/image61.png"/><Relationship Id="rId5" Type="http://schemas.openxmlformats.org/officeDocument/2006/relationships/image" Target="../media/image57.png"/><Relationship Id="rId4" Type="http://schemas.openxmlformats.org/officeDocument/2006/relationships/image" Target="../media/image60.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8" Type="http://schemas.openxmlformats.org/officeDocument/2006/relationships/image" Target="../media/image65.png"/><Relationship Id="rId13" Type="http://schemas.openxmlformats.org/officeDocument/2006/relationships/image" Target="../media/image68.svg"/><Relationship Id="rId3" Type="http://schemas.microsoft.com/office/2007/relationships/hdphoto" Target="../media/hdphoto5.wdp"/><Relationship Id="rId7" Type="http://schemas.microsoft.com/office/2007/relationships/hdphoto" Target="../media/hdphoto7.wdp"/><Relationship Id="rId12" Type="http://schemas.openxmlformats.org/officeDocument/2006/relationships/image" Target="../media/image67.svg"/><Relationship Id="rId17" Type="http://schemas.openxmlformats.org/officeDocument/2006/relationships/image" Target="../media/image71.svg"/><Relationship Id="rId2" Type="http://schemas.openxmlformats.org/officeDocument/2006/relationships/image" Target="../media/image62.png"/><Relationship Id="rId16" Type="http://schemas.openxmlformats.org/officeDocument/2006/relationships/image" Target="../media/image70.png"/><Relationship Id="rId1" Type="http://schemas.openxmlformats.org/officeDocument/2006/relationships/slideLayout" Target="../slideLayouts/slideLayout2.xml"/><Relationship Id="rId6" Type="http://schemas.openxmlformats.org/officeDocument/2006/relationships/image" Target="../media/image64.png"/><Relationship Id="rId11" Type="http://schemas.microsoft.com/office/2007/relationships/hdphoto" Target="../media/hdphoto9.wdp"/><Relationship Id="rId5" Type="http://schemas.microsoft.com/office/2007/relationships/hdphoto" Target="../media/hdphoto6.wdp"/><Relationship Id="rId15" Type="http://schemas.openxmlformats.org/officeDocument/2006/relationships/image" Target="../media/image69.png"/><Relationship Id="rId10" Type="http://schemas.openxmlformats.org/officeDocument/2006/relationships/image" Target="../media/image66.png"/><Relationship Id="rId4" Type="http://schemas.openxmlformats.org/officeDocument/2006/relationships/image" Target="../media/image63.png"/><Relationship Id="rId9" Type="http://schemas.microsoft.com/office/2007/relationships/hdphoto" Target="../media/hdphoto8.wdp"/><Relationship Id="rId14" Type="http://schemas.openxmlformats.org/officeDocument/2006/relationships/image" Target="../media/image8.png"/></Relationships>
</file>

<file path=ppt/slides/_rels/slide93.xml.rels><?xml version="1.0" encoding="UTF-8" standalone="yes"?>
<Relationships xmlns="http://schemas.openxmlformats.org/package/2006/relationships"><Relationship Id="rId8" Type="http://schemas.openxmlformats.org/officeDocument/2006/relationships/image" Target="../media/image65.png"/><Relationship Id="rId13" Type="http://schemas.openxmlformats.org/officeDocument/2006/relationships/image" Target="../media/image68.svg"/><Relationship Id="rId3" Type="http://schemas.microsoft.com/office/2007/relationships/hdphoto" Target="../media/hdphoto5.wdp"/><Relationship Id="rId7" Type="http://schemas.microsoft.com/office/2007/relationships/hdphoto" Target="../media/hdphoto7.wdp"/><Relationship Id="rId12" Type="http://schemas.openxmlformats.org/officeDocument/2006/relationships/image" Target="../media/image67.svg"/><Relationship Id="rId17" Type="http://schemas.openxmlformats.org/officeDocument/2006/relationships/image" Target="../media/image71.svg"/><Relationship Id="rId2" Type="http://schemas.openxmlformats.org/officeDocument/2006/relationships/image" Target="../media/image62.png"/><Relationship Id="rId16" Type="http://schemas.openxmlformats.org/officeDocument/2006/relationships/image" Target="../media/image70.png"/><Relationship Id="rId1" Type="http://schemas.openxmlformats.org/officeDocument/2006/relationships/slideLayout" Target="../slideLayouts/slideLayout2.xml"/><Relationship Id="rId6" Type="http://schemas.openxmlformats.org/officeDocument/2006/relationships/image" Target="../media/image64.png"/><Relationship Id="rId11" Type="http://schemas.microsoft.com/office/2007/relationships/hdphoto" Target="../media/hdphoto9.wdp"/><Relationship Id="rId5" Type="http://schemas.microsoft.com/office/2007/relationships/hdphoto" Target="../media/hdphoto6.wdp"/><Relationship Id="rId15" Type="http://schemas.openxmlformats.org/officeDocument/2006/relationships/image" Target="../media/image69.png"/><Relationship Id="rId10" Type="http://schemas.openxmlformats.org/officeDocument/2006/relationships/image" Target="../media/image66.png"/><Relationship Id="rId4" Type="http://schemas.openxmlformats.org/officeDocument/2006/relationships/image" Target="../media/image63.png"/><Relationship Id="rId9" Type="http://schemas.microsoft.com/office/2007/relationships/hdphoto" Target="../media/hdphoto8.wdp"/><Relationship Id="rId14" Type="http://schemas.openxmlformats.org/officeDocument/2006/relationships/image" Target="../media/image8.png"/></Relationships>
</file>

<file path=ppt/slides/_rels/slide94.xml.rels><?xml version="1.0" encoding="UTF-8" standalone="yes"?>
<Relationships xmlns="http://schemas.openxmlformats.org/package/2006/relationships"><Relationship Id="rId8" Type="http://schemas.openxmlformats.org/officeDocument/2006/relationships/image" Target="../media/image65.png"/><Relationship Id="rId13" Type="http://schemas.openxmlformats.org/officeDocument/2006/relationships/image" Target="../media/image68.svg"/><Relationship Id="rId3" Type="http://schemas.microsoft.com/office/2007/relationships/hdphoto" Target="../media/hdphoto5.wdp"/><Relationship Id="rId7" Type="http://schemas.microsoft.com/office/2007/relationships/hdphoto" Target="../media/hdphoto7.wdp"/><Relationship Id="rId12" Type="http://schemas.openxmlformats.org/officeDocument/2006/relationships/image" Target="../media/image67.svg"/><Relationship Id="rId17" Type="http://schemas.openxmlformats.org/officeDocument/2006/relationships/image" Target="../media/image71.svg"/><Relationship Id="rId2" Type="http://schemas.openxmlformats.org/officeDocument/2006/relationships/image" Target="../media/image62.png"/><Relationship Id="rId16" Type="http://schemas.openxmlformats.org/officeDocument/2006/relationships/image" Target="../media/image70.png"/><Relationship Id="rId1" Type="http://schemas.openxmlformats.org/officeDocument/2006/relationships/slideLayout" Target="../slideLayouts/slideLayout2.xml"/><Relationship Id="rId6" Type="http://schemas.openxmlformats.org/officeDocument/2006/relationships/image" Target="../media/image64.png"/><Relationship Id="rId11" Type="http://schemas.microsoft.com/office/2007/relationships/hdphoto" Target="../media/hdphoto9.wdp"/><Relationship Id="rId5" Type="http://schemas.microsoft.com/office/2007/relationships/hdphoto" Target="../media/hdphoto6.wdp"/><Relationship Id="rId15" Type="http://schemas.openxmlformats.org/officeDocument/2006/relationships/image" Target="../media/image69.png"/><Relationship Id="rId10" Type="http://schemas.openxmlformats.org/officeDocument/2006/relationships/image" Target="../media/image66.png"/><Relationship Id="rId4" Type="http://schemas.openxmlformats.org/officeDocument/2006/relationships/image" Target="../media/image63.png"/><Relationship Id="rId9" Type="http://schemas.microsoft.com/office/2007/relationships/hdphoto" Target="../media/hdphoto8.wdp"/><Relationship Id="rId14" Type="http://schemas.openxmlformats.org/officeDocument/2006/relationships/image" Target="../media/image8.png"/></Relationships>
</file>

<file path=ppt/slides/_rels/slide95.xml.rels><?xml version="1.0" encoding="UTF-8" standalone="yes"?>
<Relationships xmlns="http://schemas.openxmlformats.org/package/2006/relationships"><Relationship Id="rId8" Type="http://schemas.openxmlformats.org/officeDocument/2006/relationships/image" Target="../media/image65.png"/><Relationship Id="rId13" Type="http://schemas.openxmlformats.org/officeDocument/2006/relationships/image" Target="../media/image68.svg"/><Relationship Id="rId3" Type="http://schemas.microsoft.com/office/2007/relationships/hdphoto" Target="../media/hdphoto5.wdp"/><Relationship Id="rId7" Type="http://schemas.microsoft.com/office/2007/relationships/hdphoto" Target="../media/hdphoto7.wdp"/><Relationship Id="rId12" Type="http://schemas.openxmlformats.org/officeDocument/2006/relationships/image" Target="../media/image67.svg"/><Relationship Id="rId17" Type="http://schemas.openxmlformats.org/officeDocument/2006/relationships/image" Target="../media/image71.svg"/><Relationship Id="rId2" Type="http://schemas.openxmlformats.org/officeDocument/2006/relationships/image" Target="../media/image62.png"/><Relationship Id="rId16" Type="http://schemas.openxmlformats.org/officeDocument/2006/relationships/image" Target="../media/image70.png"/><Relationship Id="rId1" Type="http://schemas.openxmlformats.org/officeDocument/2006/relationships/slideLayout" Target="../slideLayouts/slideLayout2.xml"/><Relationship Id="rId6" Type="http://schemas.openxmlformats.org/officeDocument/2006/relationships/image" Target="../media/image64.png"/><Relationship Id="rId11" Type="http://schemas.microsoft.com/office/2007/relationships/hdphoto" Target="../media/hdphoto9.wdp"/><Relationship Id="rId5" Type="http://schemas.microsoft.com/office/2007/relationships/hdphoto" Target="../media/hdphoto6.wdp"/><Relationship Id="rId15" Type="http://schemas.openxmlformats.org/officeDocument/2006/relationships/image" Target="../media/image69.png"/><Relationship Id="rId10" Type="http://schemas.openxmlformats.org/officeDocument/2006/relationships/image" Target="../media/image66.png"/><Relationship Id="rId4" Type="http://schemas.openxmlformats.org/officeDocument/2006/relationships/image" Target="../media/image63.png"/><Relationship Id="rId9" Type="http://schemas.microsoft.com/office/2007/relationships/hdphoto" Target="../media/hdphoto8.wdp"/><Relationship Id="rId14" Type="http://schemas.openxmlformats.org/officeDocument/2006/relationships/image" Target="../media/image8.png"/></Relationships>
</file>

<file path=ppt/slides/_rels/slide96.xml.rels><?xml version="1.0" encoding="UTF-8" standalone="yes"?>
<Relationships xmlns="http://schemas.openxmlformats.org/package/2006/relationships"><Relationship Id="rId3" Type="http://schemas.microsoft.com/office/2007/relationships/hdphoto" Target="../media/hdphoto5.wdp"/><Relationship Id="rId2" Type="http://schemas.openxmlformats.org/officeDocument/2006/relationships/image" Target="../media/image62.png"/><Relationship Id="rId1" Type="http://schemas.openxmlformats.org/officeDocument/2006/relationships/slideLayout" Target="../slideLayouts/slideLayout2.xml"/><Relationship Id="rId5" Type="http://schemas.openxmlformats.org/officeDocument/2006/relationships/image" Target="../media/image3.png"/><Relationship Id="rId4" Type="http://schemas.openxmlformats.org/officeDocument/2006/relationships/image" Target="../media/image2.png"/></Relationships>
</file>

<file path=ppt/slides/_rels/slide97.xml.rels><?xml version="1.0" encoding="UTF-8" standalone="yes"?>
<Relationships xmlns="http://schemas.openxmlformats.org/package/2006/relationships"><Relationship Id="rId8" Type="http://schemas.openxmlformats.org/officeDocument/2006/relationships/image" Target="../media/image72.png"/><Relationship Id="rId3" Type="http://schemas.microsoft.com/office/2007/relationships/hdphoto" Target="../media/hdphoto5.wdp"/><Relationship Id="rId7" Type="http://schemas.openxmlformats.org/officeDocument/2006/relationships/image" Target="../media/image69.png"/><Relationship Id="rId2" Type="http://schemas.openxmlformats.org/officeDocument/2006/relationships/image" Target="../media/image62.png"/><Relationship Id="rId1" Type="http://schemas.openxmlformats.org/officeDocument/2006/relationships/slideLayout" Target="../slideLayouts/slideLayout2.xml"/><Relationship Id="rId6" Type="http://schemas.openxmlformats.org/officeDocument/2006/relationships/image" Target="../media/image70.png"/><Relationship Id="rId5" Type="http://schemas.openxmlformats.org/officeDocument/2006/relationships/image" Target="../media/image3.png"/><Relationship Id="rId4" Type="http://schemas.openxmlformats.org/officeDocument/2006/relationships/image" Target="../media/image2.png"/></Relationships>
</file>

<file path=ppt/slides/_rels/slide98.xml.rels><?xml version="1.0" encoding="UTF-8" standalone="yes"?>
<Relationships xmlns="http://schemas.openxmlformats.org/package/2006/relationships"><Relationship Id="rId8" Type="http://schemas.openxmlformats.org/officeDocument/2006/relationships/image" Target="../media/image72.png"/><Relationship Id="rId3" Type="http://schemas.microsoft.com/office/2007/relationships/hdphoto" Target="../media/hdphoto5.wdp"/><Relationship Id="rId7" Type="http://schemas.openxmlformats.org/officeDocument/2006/relationships/image" Target="../media/image69.png"/><Relationship Id="rId2" Type="http://schemas.openxmlformats.org/officeDocument/2006/relationships/image" Target="../media/image62.png"/><Relationship Id="rId1" Type="http://schemas.openxmlformats.org/officeDocument/2006/relationships/slideLayout" Target="../slideLayouts/slideLayout2.xml"/><Relationship Id="rId6" Type="http://schemas.openxmlformats.org/officeDocument/2006/relationships/image" Target="../media/image70.png"/><Relationship Id="rId5" Type="http://schemas.openxmlformats.org/officeDocument/2006/relationships/image" Target="../media/image3.png"/><Relationship Id="rId4" Type="http://schemas.openxmlformats.org/officeDocument/2006/relationships/image" Target="../media/image2.png"/></Relationships>
</file>

<file path=ppt/slides/_rels/slide99.xml.rels><?xml version="1.0" encoding="UTF-8" standalone="yes"?>
<Relationships xmlns="http://schemas.openxmlformats.org/package/2006/relationships"><Relationship Id="rId8" Type="http://schemas.openxmlformats.org/officeDocument/2006/relationships/image" Target="../media/image72.png"/><Relationship Id="rId3" Type="http://schemas.microsoft.com/office/2007/relationships/hdphoto" Target="../media/hdphoto5.wdp"/><Relationship Id="rId7" Type="http://schemas.openxmlformats.org/officeDocument/2006/relationships/image" Target="../media/image69.png"/><Relationship Id="rId2" Type="http://schemas.openxmlformats.org/officeDocument/2006/relationships/image" Target="../media/image62.png"/><Relationship Id="rId1" Type="http://schemas.openxmlformats.org/officeDocument/2006/relationships/slideLayout" Target="../slideLayouts/slideLayout2.xml"/><Relationship Id="rId6" Type="http://schemas.openxmlformats.org/officeDocument/2006/relationships/image" Target="../media/image70.png"/><Relationship Id="rId5" Type="http://schemas.openxmlformats.org/officeDocument/2006/relationships/image" Target="../media/image3.png"/><Relationship Id="rId4" Type="http://schemas.openxmlformats.org/officeDocument/2006/relationships/image" Target="../media/image2.png"/></Relationships>
</file>

<file path=ppt/slides/_rels/slide100.xml.rels><?xml version="1.0" encoding="UTF-8" standalone="yes"?>
<Relationships xmlns="http://schemas.openxmlformats.org/package/2006/relationships"><Relationship Id="rId8" Type="http://schemas.openxmlformats.org/officeDocument/2006/relationships/image" Target="../media/image72.png"/><Relationship Id="rId3" Type="http://schemas.microsoft.com/office/2007/relationships/hdphoto" Target="../media/hdphoto5.wdp"/><Relationship Id="rId7" Type="http://schemas.openxmlformats.org/officeDocument/2006/relationships/image" Target="../media/image69.png"/><Relationship Id="rId2" Type="http://schemas.openxmlformats.org/officeDocument/2006/relationships/image" Target="../media/image62.png"/><Relationship Id="rId1" Type="http://schemas.openxmlformats.org/officeDocument/2006/relationships/slideLayout" Target="../slideLayouts/slideLayout2.xml"/><Relationship Id="rId6" Type="http://schemas.openxmlformats.org/officeDocument/2006/relationships/image" Target="../media/image70.png"/><Relationship Id="rId5" Type="http://schemas.openxmlformats.org/officeDocument/2006/relationships/image" Target="../media/image3.png"/><Relationship Id="rId4" Type="http://schemas.openxmlformats.org/officeDocument/2006/relationships/image" Target="../media/image2.png"/></Relationships>
</file>

<file path=ppt/slides/_rels/slide101.xml.rels><?xml version="1.0" encoding="UTF-8" standalone="yes"?>
<Relationships xmlns="http://schemas.openxmlformats.org/package/2006/relationships"><Relationship Id="rId8" Type="http://schemas.openxmlformats.org/officeDocument/2006/relationships/image" Target="../media/image72.png"/><Relationship Id="rId3" Type="http://schemas.microsoft.com/office/2007/relationships/hdphoto" Target="../media/hdphoto5.wdp"/><Relationship Id="rId7" Type="http://schemas.openxmlformats.org/officeDocument/2006/relationships/image" Target="../media/image69.png"/><Relationship Id="rId2" Type="http://schemas.openxmlformats.org/officeDocument/2006/relationships/image" Target="../media/image62.png"/><Relationship Id="rId1" Type="http://schemas.openxmlformats.org/officeDocument/2006/relationships/slideLayout" Target="../slideLayouts/slideLayout2.xml"/><Relationship Id="rId6" Type="http://schemas.openxmlformats.org/officeDocument/2006/relationships/image" Target="../media/image70.png"/><Relationship Id="rId5" Type="http://schemas.openxmlformats.org/officeDocument/2006/relationships/image" Target="../media/image3.png"/><Relationship Id="rId4" Type="http://schemas.openxmlformats.org/officeDocument/2006/relationships/image" Target="../media/image2.png"/></Relationships>
</file>

<file path=ppt/slides/_rels/slide102.xml.rels><?xml version="1.0" encoding="UTF-8" standalone="yes"?>
<Relationships xmlns="http://schemas.openxmlformats.org/package/2006/relationships"><Relationship Id="rId8" Type="http://schemas.openxmlformats.org/officeDocument/2006/relationships/image" Target="../media/image72.png"/><Relationship Id="rId3" Type="http://schemas.microsoft.com/office/2007/relationships/hdphoto" Target="../media/hdphoto5.wdp"/><Relationship Id="rId7" Type="http://schemas.openxmlformats.org/officeDocument/2006/relationships/image" Target="../media/image69.png"/><Relationship Id="rId2" Type="http://schemas.openxmlformats.org/officeDocument/2006/relationships/image" Target="../media/image62.png"/><Relationship Id="rId1" Type="http://schemas.openxmlformats.org/officeDocument/2006/relationships/slideLayout" Target="../slideLayouts/slideLayout2.xml"/><Relationship Id="rId6" Type="http://schemas.openxmlformats.org/officeDocument/2006/relationships/image" Target="../media/image70.png"/><Relationship Id="rId5" Type="http://schemas.openxmlformats.org/officeDocument/2006/relationships/image" Target="../media/image3.png"/><Relationship Id="rId4" Type="http://schemas.openxmlformats.org/officeDocument/2006/relationships/image" Target="../media/image2.png"/></Relationships>
</file>

<file path=ppt/slides/_rels/slide103.xml.rels><?xml version="1.0" encoding="UTF-8" standalone="yes"?>
<Relationships xmlns="http://schemas.openxmlformats.org/package/2006/relationships"><Relationship Id="rId8" Type="http://schemas.microsoft.com/office/2007/relationships/hdphoto" Target="../media/hdphoto7.wdp"/><Relationship Id="rId3" Type="http://schemas.microsoft.com/office/2007/relationships/hdphoto" Target="../media/hdphoto5.wdp"/><Relationship Id="rId7" Type="http://schemas.openxmlformats.org/officeDocument/2006/relationships/image" Target="../media/image64.png"/><Relationship Id="rId2" Type="http://schemas.openxmlformats.org/officeDocument/2006/relationships/image" Target="../media/image62.png"/><Relationship Id="rId1" Type="http://schemas.openxmlformats.org/officeDocument/2006/relationships/slideLayout" Target="../slideLayouts/slideLayout2.xml"/><Relationship Id="rId6" Type="http://schemas.openxmlformats.org/officeDocument/2006/relationships/image" Target="../media/image67.svg"/><Relationship Id="rId5" Type="http://schemas.openxmlformats.org/officeDocument/2006/relationships/image" Target="../media/image3.png"/><Relationship Id="rId10" Type="http://schemas.openxmlformats.org/officeDocument/2006/relationships/image" Target="../media/image69.png"/><Relationship Id="rId4" Type="http://schemas.openxmlformats.org/officeDocument/2006/relationships/image" Target="../media/image2.png"/><Relationship Id="rId9" Type="http://schemas.openxmlformats.org/officeDocument/2006/relationships/image" Target="../media/image70.png"/></Relationships>
</file>

<file path=ppt/slides/_rels/slide104.xml.rels><?xml version="1.0" encoding="UTF-8" standalone="yes"?>
<Relationships xmlns="http://schemas.openxmlformats.org/package/2006/relationships"><Relationship Id="rId8" Type="http://schemas.microsoft.com/office/2007/relationships/hdphoto" Target="../media/hdphoto7.wdp"/><Relationship Id="rId3" Type="http://schemas.microsoft.com/office/2007/relationships/hdphoto" Target="../media/hdphoto5.wdp"/><Relationship Id="rId7" Type="http://schemas.openxmlformats.org/officeDocument/2006/relationships/image" Target="../media/image64.png"/><Relationship Id="rId2" Type="http://schemas.openxmlformats.org/officeDocument/2006/relationships/image" Target="../media/image62.png"/><Relationship Id="rId1" Type="http://schemas.openxmlformats.org/officeDocument/2006/relationships/slideLayout" Target="../slideLayouts/slideLayout2.xml"/><Relationship Id="rId6" Type="http://schemas.openxmlformats.org/officeDocument/2006/relationships/image" Target="../media/image67.svg"/><Relationship Id="rId11" Type="http://schemas.openxmlformats.org/officeDocument/2006/relationships/image" Target="../media/image73.png"/><Relationship Id="rId5" Type="http://schemas.openxmlformats.org/officeDocument/2006/relationships/image" Target="../media/image3.png"/><Relationship Id="rId10" Type="http://schemas.openxmlformats.org/officeDocument/2006/relationships/image" Target="../media/image69.png"/><Relationship Id="rId4" Type="http://schemas.openxmlformats.org/officeDocument/2006/relationships/image" Target="../media/image2.png"/><Relationship Id="rId9" Type="http://schemas.openxmlformats.org/officeDocument/2006/relationships/image" Target="../media/image70.png"/></Relationships>
</file>

<file path=ppt/slides/_rels/slide105.xml.rels><?xml version="1.0" encoding="UTF-8" standalone="yes"?>
<Relationships xmlns="http://schemas.openxmlformats.org/package/2006/relationships"><Relationship Id="rId8" Type="http://schemas.microsoft.com/office/2007/relationships/hdphoto" Target="../media/hdphoto7.wdp"/><Relationship Id="rId3" Type="http://schemas.microsoft.com/office/2007/relationships/hdphoto" Target="../media/hdphoto5.wdp"/><Relationship Id="rId7" Type="http://schemas.openxmlformats.org/officeDocument/2006/relationships/image" Target="../media/image64.png"/><Relationship Id="rId2" Type="http://schemas.openxmlformats.org/officeDocument/2006/relationships/image" Target="../media/image62.png"/><Relationship Id="rId1" Type="http://schemas.openxmlformats.org/officeDocument/2006/relationships/slideLayout" Target="../slideLayouts/slideLayout2.xml"/><Relationship Id="rId6" Type="http://schemas.openxmlformats.org/officeDocument/2006/relationships/image" Target="../media/image67.svg"/><Relationship Id="rId5" Type="http://schemas.openxmlformats.org/officeDocument/2006/relationships/image" Target="../media/image3.png"/><Relationship Id="rId10" Type="http://schemas.openxmlformats.org/officeDocument/2006/relationships/image" Target="../media/image69.png"/><Relationship Id="rId4" Type="http://schemas.openxmlformats.org/officeDocument/2006/relationships/image" Target="../media/image2.png"/><Relationship Id="rId9" Type="http://schemas.openxmlformats.org/officeDocument/2006/relationships/image" Target="../media/image70.png"/></Relationships>
</file>

<file path=ppt/slides/_rels/slide106.xml.rels><?xml version="1.0" encoding="UTF-8" standalone="yes"?>
<Relationships xmlns="http://schemas.openxmlformats.org/package/2006/relationships"><Relationship Id="rId8" Type="http://schemas.microsoft.com/office/2007/relationships/hdphoto" Target="../media/hdphoto6.wdp"/><Relationship Id="rId3" Type="http://schemas.microsoft.com/office/2007/relationships/hdphoto" Target="../media/hdphoto5.wdp"/><Relationship Id="rId7" Type="http://schemas.openxmlformats.org/officeDocument/2006/relationships/image" Target="../media/image74.png"/><Relationship Id="rId2" Type="http://schemas.openxmlformats.org/officeDocument/2006/relationships/image" Target="../media/image62.png"/><Relationship Id="rId1" Type="http://schemas.openxmlformats.org/officeDocument/2006/relationships/slideLayout" Target="../slideLayouts/slideLayout2.xml"/><Relationship Id="rId6" Type="http://schemas.openxmlformats.org/officeDocument/2006/relationships/image" Target="../media/image67.svg"/><Relationship Id="rId5" Type="http://schemas.openxmlformats.org/officeDocument/2006/relationships/image" Target="../media/image3.png"/><Relationship Id="rId10" Type="http://schemas.openxmlformats.org/officeDocument/2006/relationships/image" Target="../media/image69.png"/><Relationship Id="rId4" Type="http://schemas.openxmlformats.org/officeDocument/2006/relationships/image" Target="../media/image2.png"/><Relationship Id="rId9" Type="http://schemas.openxmlformats.org/officeDocument/2006/relationships/image" Target="../media/image70.png"/></Relationships>
</file>

<file path=ppt/slides/_rels/slide107.xml.rels><?xml version="1.0" encoding="UTF-8" standalone="yes"?>
<Relationships xmlns="http://schemas.openxmlformats.org/package/2006/relationships"><Relationship Id="rId8" Type="http://schemas.microsoft.com/office/2007/relationships/hdphoto" Target="../media/hdphoto7.wdp"/><Relationship Id="rId3" Type="http://schemas.microsoft.com/office/2007/relationships/hdphoto" Target="../media/hdphoto5.wdp"/><Relationship Id="rId7" Type="http://schemas.openxmlformats.org/officeDocument/2006/relationships/image" Target="../media/image64.png"/><Relationship Id="rId12" Type="http://schemas.microsoft.com/office/2007/relationships/hdphoto" Target="../media/hdphoto6.wdp"/><Relationship Id="rId2" Type="http://schemas.openxmlformats.org/officeDocument/2006/relationships/image" Target="../media/image62.png"/><Relationship Id="rId1" Type="http://schemas.openxmlformats.org/officeDocument/2006/relationships/slideLayout" Target="../slideLayouts/slideLayout2.xml"/><Relationship Id="rId6" Type="http://schemas.openxmlformats.org/officeDocument/2006/relationships/image" Target="../media/image67.svg"/><Relationship Id="rId11" Type="http://schemas.openxmlformats.org/officeDocument/2006/relationships/image" Target="../media/image74.png"/><Relationship Id="rId5" Type="http://schemas.openxmlformats.org/officeDocument/2006/relationships/image" Target="../media/image3.png"/><Relationship Id="rId10" Type="http://schemas.openxmlformats.org/officeDocument/2006/relationships/image" Target="../media/image69.png"/><Relationship Id="rId4" Type="http://schemas.openxmlformats.org/officeDocument/2006/relationships/image" Target="../media/image2.png"/><Relationship Id="rId9" Type="http://schemas.openxmlformats.org/officeDocument/2006/relationships/image" Target="../media/image70.png"/></Relationships>
</file>

<file path=ppt/slides/_rels/slide108.xml.rels><?xml version="1.0" encoding="UTF-8" standalone="yes"?>
<Relationships xmlns="http://schemas.openxmlformats.org/package/2006/relationships"><Relationship Id="rId3" Type="http://schemas.microsoft.com/office/2007/relationships/hdphoto" Target="../media/hdphoto5.wdp"/><Relationship Id="rId2" Type="http://schemas.openxmlformats.org/officeDocument/2006/relationships/image" Target="../media/image62.png"/><Relationship Id="rId1" Type="http://schemas.openxmlformats.org/officeDocument/2006/relationships/slideLayout" Target="../slideLayouts/slideLayout2.xml"/><Relationship Id="rId5" Type="http://schemas.openxmlformats.org/officeDocument/2006/relationships/image" Target="../media/image3.png"/><Relationship Id="rId4" Type="http://schemas.openxmlformats.org/officeDocument/2006/relationships/image" Target="../media/image2.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0.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11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24.png"/><Relationship Id="rId1" Type="http://schemas.openxmlformats.org/officeDocument/2006/relationships/slideLayout" Target="../slideLayouts/slideLayout2.xml"/><Relationship Id="rId6" Type="http://schemas.microsoft.com/office/2007/relationships/hdphoto" Target="../media/hdphoto3.wdp"/><Relationship Id="rId5" Type="http://schemas.openxmlformats.org/officeDocument/2006/relationships/image" Target="../media/image46.png"/><Relationship Id="rId4" Type="http://schemas.openxmlformats.org/officeDocument/2006/relationships/image" Target="../media/image3.png"/></Relationships>
</file>

<file path=ppt/slides/_rels/slide11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24.png"/><Relationship Id="rId1" Type="http://schemas.openxmlformats.org/officeDocument/2006/relationships/slideLayout" Target="../slideLayouts/slideLayout2.xml"/><Relationship Id="rId6" Type="http://schemas.microsoft.com/office/2007/relationships/hdphoto" Target="../media/hdphoto3.wdp"/><Relationship Id="rId5" Type="http://schemas.openxmlformats.org/officeDocument/2006/relationships/image" Target="../media/image46.png"/><Relationship Id="rId4" Type="http://schemas.openxmlformats.org/officeDocument/2006/relationships/image" Target="../media/image3.png"/></Relationships>
</file>

<file path=ppt/slides/_rels/slide113.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75.png"/><Relationship Id="rId1" Type="http://schemas.openxmlformats.org/officeDocument/2006/relationships/slideLayout" Target="../slideLayouts/slideLayout2.xml"/></Relationships>
</file>

<file path=ppt/slides/_rels/slide114.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75.png"/><Relationship Id="rId1" Type="http://schemas.openxmlformats.org/officeDocument/2006/relationships/slideLayout" Target="../slideLayouts/slideLayout2.xml"/></Relationships>
</file>

<file path=ppt/slides/_rels/slide115.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24.png"/><Relationship Id="rId1" Type="http://schemas.openxmlformats.org/officeDocument/2006/relationships/slideLayout" Target="../slideLayouts/slideLayout2.xml"/><Relationship Id="rId4" Type="http://schemas.openxmlformats.org/officeDocument/2006/relationships/image" Target="../media/image14.png"/></Relationships>
</file>

<file path=ppt/slides/_rels/slide116.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24.png"/><Relationship Id="rId1" Type="http://schemas.openxmlformats.org/officeDocument/2006/relationships/slideLayout" Target="../slideLayouts/slideLayout2.xml"/><Relationship Id="rId4" Type="http://schemas.openxmlformats.org/officeDocument/2006/relationships/image" Target="../media/image14.png"/></Relationships>
</file>

<file path=ppt/slides/_rels/slide117.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44.png"/><Relationship Id="rId1" Type="http://schemas.openxmlformats.org/officeDocument/2006/relationships/slideLayout" Target="../slideLayouts/slideLayout2.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9.xml.rels><?xml version="1.0" encoding="UTF-8" standalone="yes"?>
<Relationships xmlns="http://schemas.openxmlformats.org/package/2006/relationships"><Relationship Id="rId3" Type="http://schemas.openxmlformats.org/officeDocument/2006/relationships/image" Target="../media/image72.png"/><Relationship Id="rId2" Type="http://schemas.openxmlformats.org/officeDocument/2006/relationships/image" Target="../media/image50.svg"/><Relationship Id="rId1" Type="http://schemas.openxmlformats.org/officeDocument/2006/relationships/slideLayout" Target="../slideLayouts/slideLayout2.xml"/></Relationships>
</file>

<file path=ppt/slides/_rels/slide120.xml.rels><?xml version="1.0" encoding="UTF-8" standalone="yes"?>
<Relationships xmlns="http://schemas.openxmlformats.org/package/2006/relationships"><Relationship Id="rId3" Type="http://schemas.openxmlformats.org/officeDocument/2006/relationships/image" Target="../media/image72.png"/><Relationship Id="rId2" Type="http://schemas.openxmlformats.org/officeDocument/2006/relationships/image" Target="../media/image50.svg"/><Relationship Id="rId1" Type="http://schemas.openxmlformats.org/officeDocument/2006/relationships/slideLayout" Target="../slideLayouts/slideLayout2.xml"/></Relationships>
</file>

<file path=ppt/slides/_rels/slide121.xml.rels><?xml version="1.0" encoding="UTF-8" standalone="yes"?>
<Relationships xmlns="http://schemas.openxmlformats.org/package/2006/relationships"><Relationship Id="rId3" Type="http://schemas.openxmlformats.org/officeDocument/2006/relationships/image" Target="../media/image2.png"/><Relationship Id="rId7" Type="http://schemas.openxmlformats.org/officeDocument/2006/relationships/image" Target="../media/image70.png"/><Relationship Id="rId2" Type="http://schemas.openxmlformats.org/officeDocument/2006/relationships/image" Target="../media/image76.png"/><Relationship Id="rId1" Type="http://schemas.openxmlformats.org/officeDocument/2006/relationships/slideLayout" Target="../slideLayouts/slideLayout2.xml"/><Relationship Id="rId6" Type="http://schemas.openxmlformats.org/officeDocument/2006/relationships/image" Target="../media/image69.png"/><Relationship Id="rId5" Type="http://schemas.openxmlformats.org/officeDocument/2006/relationships/image" Target="../media/image33.png"/><Relationship Id="rId4" Type="http://schemas.openxmlformats.org/officeDocument/2006/relationships/image" Target="../media/image3.png"/></Relationships>
</file>

<file path=ppt/slides/_rels/slide122.xml.rels><?xml version="1.0" encoding="UTF-8" standalone="yes"?>
<Relationships xmlns="http://schemas.openxmlformats.org/package/2006/relationships"><Relationship Id="rId3" Type="http://schemas.openxmlformats.org/officeDocument/2006/relationships/image" Target="../media/image2.png"/><Relationship Id="rId7" Type="http://schemas.openxmlformats.org/officeDocument/2006/relationships/image" Target="../media/image70.png"/><Relationship Id="rId2" Type="http://schemas.openxmlformats.org/officeDocument/2006/relationships/image" Target="../media/image34.png"/><Relationship Id="rId1" Type="http://schemas.openxmlformats.org/officeDocument/2006/relationships/slideLayout" Target="../slideLayouts/slideLayout2.xml"/><Relationship Id="rId6" Type="http://schemas.openxmlformats.org/officeDocument/2006/relationships/image" Target="../media/image69.png"/><Relationship Id="rId5" Type="http://schemas.openxmlformats.org/officeDocument/2006/relationships/image" Target="../media/image33.png"/><Relationship Id="rId4" Type="http://schemas.openxmlformats.org/officeDocument/2006/relationships/image" Target="../media/image3.png"/></Relationships>
</file>

<file path=ppt/slides/_rels/slide123.xml.rels><?xml version="1.0" encoding="UTF-8" standalone="yes"?>
<Relationships xmlns="http://schemas.openxmlformats.org/package/2006/relationships"><Relationship Id="rId3" Type="http://schemas.openxmlformats.org/officeDocument/2006/relationships/image" Target="../media/image2.png"/><Relationship Id="rId7" Type="http://schemas.openxmlformats.org/officeDocument/2006/relationships/image" Target="../media/image70.png"/><Relationship Id="rId2" Type="http://schemas.openxmlformats.org/officeDocument/2006/relationships/image" Target="../media/image34.png"/><Relationship Id="rId1" Type="http://schemas.openxmlformats.org/officeDocument/2006/relationships/slideLayout" Target="../slideLayouts/slideLayout2.xml"/><Relationship Id="rId6" Type="http://schemas.openxmlformats.org/officeDocument/2006/relationships/image" Target="../media/image69.png"/><Relationship Id="rId5" Type="http://schemas.openxmlformats.org/officeDocument/2006/relationships/image" Target="../media/image33.png"/><Relationship Id="rId4" Type="http://schemas.openxmlformats.org/officeDocument/2006/relationships/image" Target="../media/image3.png"/></Relationships>
</file>

<file path=ppt/slides/_rels/slide124.xml.rels><?xml version="1.0" encoding="UTF-8" standalone="yes"?>
<Relationships xmlns="http://schemas.openxmlformats.org/package/2006/relationships"><Relationship Id="rId8" Type="http://schemas.openxmlformats.org/officeDocument/2006/relationships/image" Target="../media/image70.png"/><Relationship Id="rId3" Type="http://schemas.openxmlformats.org/officeDocument/2006/relationships/image" Target="../media/image2.png"/><Relationship Id="rId7" Type="http://schemas.openxmlformats.org/officeDocument/2006/relationships/image" Target="../media/image11.png"/><Relationship Id="rId2" Type="http://schemas.openxmlformats.org/officeDocument/2006/relationships/image" Target="../media/image76.png"/><Relationship Id="rId1" Type="http://schemas.openxmlformats.org/officeDocument/2006/relationships/slideLayout" Target="../slideLayouts/slideLayout2.xml"/><Relationship Id="rId6" Type="http://schemas.openxmlformats.org/officeDocument/2006/relationships/image" Target="../media/image77.svg"/><Relationship Id="rId5" Type="http://schemas.openxmlformats.org/officeDocument/2006/relationships/image" Target="../media/image33.png"/><Relationship Id="rId4" Type="http://schemas.openxmlformats.org/officeDocument/2006/relationships/image" Target="../media/image3.png"/><Relationship Id="rId9" Type="http://schemas.openxmlformats.org/officeDocument/2006/relationships/image" Target="../media/image69.png"/></Relationships>
</file>

<file path=ppt/slides/_rels/slide125.xml.rels><?xml version="1.0" encoding="UTF-8" standalone="yes"?>
<Relationships xmlns="http://schemas.openxmlformats.org/package/2006/relationships"><Relationship Id="rId8" Type="http://schemas.openxmlformats.org/officeDocument/2006/relationships/image" Target="../media/image70.png"/><Relationship Id="rId3" Type="http://schemas.openxmlformats.org/officeDocument/2006/relationships/image" Target="../media/image2.png"/><Relationship Id="rId7" Type="http://schemas.openxmlformats.org/officeDocument/2006/relationships/image" Target="../media/image11.png"/><Relationship Id="rId2" Type="http://schemas.openxmlformats.org/officeDocument/2006/relationships/image" Target="../media/image76.png"/><Relationship Id="rId1" Type="http://schemas.openxmlformats.org/officeDocument/2006/relationships/slideLayout" Target="../slideLayouts/slideLayout2.xml"/><Relationship Id="rId6" Type="http://schemas.openxmlformats.org/officeDocument/2006/relationships/image" Target="../media/image77.svg"/><Relationship Id="rId5" Type="http://schemas.openxmlformats.org/officeDocument/2006/relationships/image" Target="../media/image33.png"/><Relationship Id="rId4" Type="http://schemas.openxmlformats.org/officeDocument/2006/relationships/image" Target="../media/image3.png"/><Relationship Id="rId9" Type="http://schemas.openxmlformats.org/officeDocument/2006/relationships/image" Target="../media/image69.png"/></Relationships>
</file>

<file path=ppt/slides/_rels/slide126.xml.rels><?xml version="1.0" encoding="UTF-8" standalone="yes"?>
<Relationships xmlns="http://schemas.openxmlformats.org/package/2006/relationships"><Relationship Id="rId8" Type="http://schemas.openxmlformats.org/officeDocument/2006/relationships/image" Target="../media/image70.png"/><Relationship Id="rId3" Type="http://schemas.openxmlformats.org/officeDocument/2006/relationships/image" Target="../media/image2.png"/><Relationship Id="rId7" Type="http://schemas.openxmlformats.org/officeDocument/2006/relationships/image" Target="../media/image11.png"/><Relationship Id="rId2" Type="http://schemas.openxmlformats.org/officeDocument/2006/relationships/image" Target="../media/image34.png"/><Relationship Id="rId1" Type="http://schemas.openxmlformats.org/officeDocument/2006/relationships/slideLayout" Target="../slideLayouts/slideLayout2.xml"/><Relationship Id="rId6" Type="http://schemas.openxmlformats.org/officeDocument/2006/relationships/image" Target="../media/image77.svg"/><Relationship Id="rId5" Type="http://schemas.openxmlformats.org/officeDocument/2006/relationships/image" Target="../media/image33.png"/><Relationship Id="rId10" Type="http://schemas.openxmlformats.org/officeDocument/2006/relationships/image" Target="../media/image78.png"/><Relationship Id="rId4" Type="http://schemas.openxmlformats.org/officeDocument/2006/relationships/image" Target="../media/image3.png"/><Relationship Id="rId9" Type="http://schemas.openxmlformats.org/officeDocument/2006/relationships/image" Target="../media/image69.png"/></Relationships>
</file>

<file path=ppt/slides/_rels/slide127.xml.rels><?xml version="1.0" encoding="UTF-8" standalone="yes"?>
<Relationships xmlns="http://schemas.openxmlformats.org/package/2006/relationships"><Relationship Id="rId3" Type="http://schemas.openxmlformats.org/officeDocument/2006/relationships/image" Target="../media/image76.png"/><Relationship Id="rId2" Type="http://schemas.openxmlformats.org/officeDocument/2006/relationships/image" Target="../media/image78.png"/><Relationship Id="rId1" Type="http://schemas.openxmlformats.org/officeDocument/2006/relationships/slideLayout" Target="../slideLayouts/slideLayout2.xml"/></Relationships>
</file>

<file path=ppt/slides/_rels/slide128.xml.rels><?xml version="1.0" encoding="UTF-8" standalone="yes"?>
<Relationships xmlns="http://schemas.openxmlformats.org/package/2006/relationships"><Relationship Id="rId8" Type="http://schemas.openxmlformats.org/officeDocument/2006/relationships/image" Target="../media/image70.png"/><Relationship Id="rId3" Type="http://schemas.openxmlformats.org/officeDocument/2006/relationships/image" Target="../media/image2.png"/><Relationship Id="rId7" Type="http://schemas.openxmlformats.org/officeDocument/2006/relationships/image" Target="../media/image11.png"/><Relationship Id="rId2" Type="http://schemas.openxmlformats.org/officeDocument/2006/relationships/image" Target="../media/image34.png"/><Relationship Id="rId1" Type="http://schemas.openxmlformats.org/officeDocument/2006/relationships/slideLayout" Target="../slideLayouts/slideLayout2.xml"/><Relationship Id="rId6" Type="http://schemas.openxmlformats.org/officeDocument/2006/relationships/image" Target="../media/image77.svg"/><Relationship Id="rId5" Type="http://schemas.openxmlformats.org/officeDocument/2006/relationships/image" Target="../media/image33.png"/><Relationship Id="rId4" Type="http://schemas.openxmlformats.org/officeDocument/2006/relationships/image" Target="../media/image3.png"/><Relationship Id="rId9" Type="http://schemas.openxmlformats.org/officeDocument/2006/relationships/image" Target="../media/image69.png"/></Relationships>
</file>

<file path=ppt/slides/_rels/slide129.xml.rels><?xml version="1.0" encoding="UTF-8" standalone="yes"?>
<Relationships xmlns="http://schemas.openxmlformats.org/package/2006/relationships"><Relationship Id="rId8" Type="http://schemas.openxmlformats.org/officeDocument/2006/relationships/image" Target="../media/image79.png"/><Relationship Id="rId3" Type="http://schemas.openxmlformats.org/officeDocument/2006/relationships/image" Target="../media/image2.png"/><Relationship Id="rId7" Type="http://schemas.openxmlformats.org/officeDocument/2006/relationships/image" Target="../media/image69.png"/><Relationship Id="rId2" Type="http://schemas.openxmlformats.org/officeDocument/2006/relationships/image" Target="../media/image76.png"/><Relationship Id="rId1" Type="http://schemas.openxmlformats.org/officeDocument/2006/relationships/slideLayout" Target="../slideLayouts/slideLayout2.xml"/><Relationship Id="rId6" Type="http://schemas.openxmlformats.org/officeDocument/2006/relationships/image" Target="../media/image70.png"/><Relationship Id="rId5" Type="http://schemas.openxmlformats.org/officeDocument/2006/relationships/image" Target="../media/image33.png"/><Relationship Id="rId4" Type="http://schemas.openxmlformats.org/officeDocument/2006/relationships/image" Target="../media/image3.png"/></Relationships>
</file>

<file path=ppt/slides/_rels/slide130.xml.rels><?xml version="1.0" encoding="UTF-8" standalone="yes"?>
<Relationships xmlns="http://schemas.openxmlformats.org/package/2006/relationships"><Relationship Id="rId8" Type="http://schemas.openxmlformats.org/officeDocument/2006/relationships/image" Target="../media/image69.png"/><Relationship Id="rId3" Type="http://schemas.openxmlformats.org/officeDocument/2006/relationships/image" Target="../media/image2.png"/><Relationship Id="rId7" Type="http://schemas.openxmlformats.org/officeDocument/2006/relationships/image" Target="../media/image70.png"/><Relationship Id="rId2" Type="http://schemas.openxmlformats.org/officeDocument/2006/relationships/image" Target="../media/image76.png"/><Relationship Id="rId1" Type="http://schemas.openxmlformats.org/officeDocument/2006/relationships/slideLayout" Target="../slideLayouts/slideLayout2.xml"/><Relationship Id="rId6" Type="http://schemas.openxmlformats.org/officeDocument/2006/relationships/image" Target="../media/image79.png"/><Relationship Id="rId5" Type="http://schemas.openxmlformats.org/officeDocument/2006/relationships/image" Target="../media/image33.png"/><Relationship Id="rId4" Type="http://schemas.openxmlformats.org/officeDocument/2006/relationships/image" Target="../media/image3.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13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13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image" Target="../media/image50.svg"/><Relationship Id="rId5" Type="http://schemas.openxmlformats.org/officeDocument/2006/relationships/image" Target="../media/image49.svg"/><Relationship Id="rId4" Type="http://schemas.openxmlformats.org/officeDocument/2006/relationships/image" Target="../media/image3.png"/></Relationships>
</file>

<file path=ppt/slides/_rels/slide13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xml"/><Relationship Id="rId1" Type="http://schemas.openxmlformats.org/officeDocument/2006/relationships/slideLayout" Target="../slideLayouts/slideLayout1.xml"/><Relationship Id="rId6" Type="http://schemas.openxmlformats.org/officeDocument/2006/relationships/image" Target="../media/image50.svg"/><Relationship Id="rId5" Type="http://schemas.openxmlformats.org/officeDocument/2006/relationships/image" Target="../media/image49.svg"/><Relationship Id="rId4" Type="http://schemas.openxmlformats.org/officeDocument/2006/relationships/image" Target="../media/image3.png"/></Relationships>
</file>

<file path=ppt/slides/_rels/slide136.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9.xml"/><Relationship Id="rId1" Type="http://schemas.openxmlformats.org/officeDocument/2006/relationships/slideLayout" Target="../slideLayouts/slideLayout1.xml"/><Relationship Id="rId6" Type="http://schemas.openxmlformats.org/officeDocument/2006/relationships/image" Target="../media/image11.png"/><Relationship Id="rId5" Type="http://schemas.openxmlformats.org/officeDocument/2006/relationships/image" Target="../media/image34.png"/><Relationship Id="rId4" Type="http://schemas.openxmlformats.org/officeDocument/2006/relationships/image" Target="../media/image38.png"/></Relationships>
</file>

<file path=ppt/slides/_rels/slide13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xml"/><Relationship Id="rId1" Type="http://schemas.openxmlformats.org/officeDocument/2006/relationships/slideLayout" Target="../slideLayouts/slideLayout1.xml"/><Relationship Id="rId6" Type="http://schemas.openxmlformats.org/officeDocument/2006/relationships/image" Target="../media/image51.png"/><Relationship Id="rId5" Type="http://schemas.openxmlformats.org/officeDocument/2006/relationships/image" Target="../media/image34.png"/><Relationship Id="rId4" Type="http://schemas.openxmlformats.org/officeDocument/2006/relationships/image" Target="../media/image3.png"/></Relationships>
</file>

<file path=ppt/slides/_rels/slide138.xml.rels><?xml version="1.0" encoding="UTF-8" standalone="yes"?>
<Relationships xmlns="http://schemas.openxmlformats.org/package/2006/relationships"><Relationship Id="rId8" Type="http://schemas.openxmlformats.org/officeDocument/2006/relationships/image" Target="../media/image48.png"/><Relationship Id="rId3" Type="http://schemas.openxmlformats.org/officeDocument/2006/relationships/image" Target="../media/image33.png"/><Relationship Id="rId7" Type="http://schemas.openxmlformats.org/officeDocument/2006/relationships/image" Target="../media/image3.png"/><Relationship Id="rId2" Type="http://schemas.openxmlformats.org/officeDocument/2006/relationships/notesSlide" Target="../notesSlides/notesSlide11.xml"/><Relationship Id="rId1" Type="http://schemas.openxmlformats.org/officeDocument/2006/relationships/slideLayout" Target="../slideLayouts/slideLayout1.xml"/><Relationship Id="rId6" Type="http://schemas.openxmlformats.org/officeDocument/2006/relationships/image" Target="../media/image2.png"/><Relationship Id="rId5" Type="http://schemas.openxmlformats.org/officeDocument/2006/relationships/image" Target="../media/image34.png"/><Relationship Id="rId4" Type="http://schemas.openxmlformats.org/officeDocument/2006/relationships/image" Target="../media/image32.png"/></Relationships>
</file>

<file path=ppt/slides/_rels/slide139.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32.png"/><Relationship Id="rId1" Type="http://schemas.openxmlformats.org/officeDocument/2006/relationships/slideLayout" Target="../slideLayouts/slideLayout1.xml"/><Relationship Id="rId6" Type="http://schemas.openxmlformats.org/officeDocument/2006/relationships/image" Target="../media/image34.png"/><Relationship Id="rId5" Type="http://schemas.openxmlformats.org/officeDocument/2006/relationships/image" Target="../media/image3.png"/><Relationship Id="rId4" Type="http://schemas.openxmlformats.org/officeDocument/2006/relationships/image" Target="../media/image2.png"/></Relationships>
</file>

<file path=ppt/slides/_rels/slide140.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32.png"/><Relationship Id="rId1" Type="http://schemas.openxmlformats.org/officeDocument/2006/relationships/slideLayout" Target="../slideLayouts/slideLayout1.xml"/><Relationship Id="rId6" Type="http://schemas.openxmlformats.org/officeDocument/2006/relationships/image" Target="../media/image3.png"/><Relationship Id="rId5" Type="http://schemas.openxmlformats.org/officeDocument/2006/relationships/image" Target="../media/image2.png"/><Relationship Id="rId4" Type="http://schemas.openxmlformats.org/officeDocument/2006/relationships/image" Target="../media/image34.png"/></Relationships>
</file>

<file path=ppt/slides/_rels/slide141.xml.rels><?xml version="1.0" encoding="UTF-8" standalone="yes"?>
<Relationships xmlns="http://schemas.openxmlformats.org/package/2006/relationships"><Relationship Id="rId3" Type="http://schemas.openxmlformats.org/officeDocument/2006/relationships/image" Target="../media/image33.png"/><Relationship Id="rId7" Type="http://schemas.openxmlformats.org/officeDocument/2006/relationships/image" Target="../media/image3.png"/><Relationship Id="rId2" Type="http://schemas.openxmlformats.org/officeDocument/2006/relationships/image" Target="../media/image32.png"/><Relationship Id="rId1" Type="http://schemas.openxmlformats.org/officeDocument/2006/relationships/slideLayout" Target="../slideLayouts/slideLayout1.xml"/><Relationship Id="rId6" Type="http://schemas.openxmlformats.org/officeDocument/2006/relationships/image" Target="../media/image2.png"/><Relationship Id="rId5" Type="http://schemas.openxmlformats.org/officeDocument/2006/relationships/image" Target="../media/image35.png"/><Relationship Id="rId4" Type="http://schemas.openxmlformats.org/officeDocument/2006/relationships/image" Target="../media/image34.png"/></Relationships>
</file>

<file path=ppt/slides/_rels/slide142.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24.png"/><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2.png"/></Relationships>
</file>

<file path=ppt/slides/_rels/slide14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24.png"/><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44.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12.xml"/><Relationship Id="rId1" Type="http://schemas.openxmlformats.org/officeDocument/2006/relationships/slideLayout" Target="../slideLayouts/slideLayout1.xml"/><Relationship Id="rId5" Type="http://schemas.openxmlformats.org/officeDocument/2006/relationships/image" Target="../media/image80.png"/><Relationship Id="rId4" Type="http://schemas.openxmlformats.org/officeDocument/2006/relationships/image" Target="../media/image38.png"/></Relationships>
</file>

<file path=ppt/slides/_rels/slide145.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13.xml"/><Relationship Id="rId1" Type="http://schemas.openxmlformats.org/officeDocument/2006/relationships/slideLayout" Target="../slideLayouts/slideLayout1.xml"/><Relationship Id="rId6" Type="http://schemas.openxmlformats.org/officeDocument/2006/relationships/image" Target="../media/image35.png"/><Relationship Id="rId5" Type="http://schemas.openxmlformats.org/officeDocument/2006/relationships/image" Target="../media/image11.png"/><Relationship Id="rId4" Type="http://schemas.openxmlformats.org/officeDocument/2006/relationships/image" Target="../media/image38.png"/></Relationships>
</file>

<file path=ppt/slides/_rels/slide146.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14.xml"/><Relationship Id="rId1" Type="http://schemas.openxmlformats.org/officeDocument/2006/relationships/slideLayout" Target="../slideLayouts/slideLayout1.xml"/><Relationship Id="rId5" Type="http://schemas.openxmlformats.org/officeDocument/2006/relationships/image" Target="../media/image48.png"/><Relationship Id="rId4" Type="http://schemas.openxmlformats.org/officeDocument/2006/relationships/image" Target="../media/image38.png"/></Relationships>
</file>

<file path=ppt/slides/_rels/slide147.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15.xml"/><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38.png"/></Relationships>
</file>

<file path=ppt/slides/_rels/slide148.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image" Target="../media/image3.png"/><Relationship Id="rId1" Type="http://schemas.openxmlformats.org/officeDocument/2006/relationships/slideLayout" Target="../slideLayouts/slideLayout1.xml"/><Relationship Id="rId4" Type="http://schemas.openxmlformats.org/officeDocument/2006/relationships/image" Target="../media/image38.png"/></Relationships>
</file>

<file path=ppt/slides/_rels/slide149.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32.png"/><Relationship Id="rId1" Type="http://schemas.openxmlformats.org/officeDocument/2006/relationships/slideLayout" Target="../slideLayouts/slideLayout1.xml"/><Relationship Id="rId4" Type="http://schemas.openxmlformats.org/officeDocument/2006/relationships/image" Target="../media/image34.png"/></Relationships>
</file>

<file path=ppt/slides/_rels/slide150.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16.xml"/><Relationship Id="rId1" Type="http://schemas.openxmlformats.org/officeDocument/2006/relationships/slideLayout" Target="../slideLayouts/slideLayout1.xml"/><Relationship Id="rId6" Type="http://schemas.openxmlformats.org/officeDocument/2006/relationships/image" Target="../media/image34.png"/><Relationship Id="rId5" Type="http://schemas.openxmlformats.org/officeDocument/2006/relationships/image" Target="../media/image11.png"/><Relationship Id="rId4" Type="http://schemas.openxmlformats.org/officeDocument/2006/relationships/image" Target="../media/image38.png"/></Relationships>
</file>

<file path=ppt/slides/_rels/slide151.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17.xml"/><Relationship Id="rId1" Type="http://schemas.openxmlformats.org/officeDocument/2006/relationships/slideLayout" Target="../slideLayouts/slideLayout1.xml"/><Relationship Id="rId5" Type="http://schemas.openxmlformats.org/officeDocument/2006/relationships/image" Target="../media/image48.png"/><Relationship Id="rId4" Type="http://schemas.openxmlformats.org/officeDocument/2006/relationships/image" Target="../media/image38.png"/></Relationships>
</file>

<file path=ppt/slides/_rels/slide152.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18.xml"/><Relationship Id="rId1" Type="http://schemas.openxmlformats.org/officeDocument/2006/relationships/slideLayout" Target="../slideLayouts/slideLayout1.xml"/><Relationship Id="rId4" Type="http://schemas.openxmlformats.org/officeDocument/2006/relationships/image" Target="../media/image38.png"/></Relationships>
</file>

<file path=ppt/slides/_rels/slide153.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19.xml"/><Relationship Id="rId1" Type="http://schemas.openxmlformats.org/officeDocument/2006/relationships/slideLayout" Target="../slideLayouts/slideLayout1.xml"/><Relationship Id="rId5" Type="http://schemas.openxmlformats.org/officeDocument/2006/relationships/image" Target="../media/image34.png"/><Relationship Id="rId4" Type="http://schemas.openxmlformats.org/officeDocument/2006/relationships/image" Target="../media/image38.png"/></Relationships>
</file>

<file path=ppt/slides/_rels/slide154.xml.rels><?xml version="1.0" encoding="UTF-8" standalone="yes"?>
<Relationships xmlns="http://schemas.openxmlformats.org/package/2006/relationships"><Relationship Id="rId8" Type="http://schemas.openxmlformats.org/officeDocument/2006/relationships/image" Target="../media/image35.png"/><Relationship Id="rId3" Type="http://schemas.openxmlformats.org/officeDocument/2006/relationships/image" Target="../media/image33.png"/><Relationship Id="rId7" Type="http://schemas.openxmlformats.org/officeDocument/2006/relationships/image" Target="../media/image3.png"/><Relationship Id="rId2" Type="http://schemas.openxmlformats.org/officeDocument/2006/relationships/image" Target="../media/image32.png"/><Relationship Id="rId1" Type="http://schemas.openxmlformats.org/officeDocument/2006/relationships/slideLayout" Target="../slideLayouts/slideLayout1.xml"/><Relationship Id="rId6" Type="http://schemas.openxmlformats.org/officeDocument/2006/relationships/image" Target="../media/image2.png"/><Relationship Id="rId5" Type="http://schemas.openxmlformats.org/officeDocument/2006/relationships/image" Target="../media/image81.svg"/><Relationship Id="rId4" Type="http://schemas.openxmlformats.org/officeDocument/2006/relationships/image" Target="../media/image34.png"/></Relationships>
</file>

<file path=ppt/slides/_rels/slide155.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44.png"/><Relationship Id="rId1" Type="http://schemas.openxmlformats.org/officeDocument/2006/relationships/slideLayout" Target="../slideLayouts/slideLayout2.xml"/></Relationships>
</file>

<file path=ppt/slides/_rels/slide156.xml.rels><?xml version="1.0" encoding="UTF-8" standalone="yes"?>
<Relationships xmlns="http://schemas.openxmlformats.org/package/2006/relationships"><Relationship Id="rId3" Type="http://schemas.openxmlformats.org/officeDocument/2006/relationships/image" Target="../media/image2.png"/><Relationship Id="rId7" Type="http://schemas.openxmlformats.org/officeDocument/2006/relationships/image" Target="../media/image70.png"/><Relationship Id="rId2" Type="http://schemas.openxmlformats.org/officeDocument/2006/relationships/image" Target="../media/image34.png"/><Relationship Id="rId1" Type="http://schemas.openxmlformats.org/officeDocument/2006/relationships/slideLayout" Target="../slideLayouts/slideLayout2.xml"/><Relationship Id="rId6" Type="http://schemas.openxmlformats.org/officeDocument/2006/relationships/image" Target="../media/image69.png"/><Relationship Id="rId5" Type="http://schemas.openxmlformats.org/officeDocument/2006/relationships/image" Target="../media/image33.png"/><Relationship Id="rId4" Type="http://schemas.openxmlformats.org/officeDocument/2006/relationships/image" Target="../media/image3.png"/></Relationships>
</file>

<file path=ppt/slides/_rels/slide15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15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24.png"/><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5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160.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24.png"/><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161.xml.rels><?xml version="1.0" encoding="UTF-8" standalone="yes"?>
<Relationships xmlns="http://schemas.openxmlformats.org/package/2006/relationships"><Relationship Id="rId3" Type="http://schemas.microsoft.com/office/2007/relationships/hdphoto" Target="../media/hdphoto5.wdp"/><Relationship Id="rId2" Type="http://schemas.openxmlformats.org/officeDocument/2006/relationships/image" Target="../media/image62.png"/><Relationship Id="rId1" Type="http://schemas.openxmlformats.org/officeDocument/2006/relationships/slideLayout" Target="../slideLayouts/slideLayout2.xml"/><Relationship Id="rId6" Type="http://schemas.openxmlformats.org/officeDocument/2006/relationships/image" Target="../media/image8.png"/><Relationship Id="rId5" Type="http://schemas.openxmlformats.org/officeDocument/2006/relationships/image" Target="../media/image68.svg"/><Relationship Id="rId4" Type="http://schemas.openxmlformats.org/officeDocument/2006/relationships/image" Target="../media/image67.svg"/></Relationships>
</file>

<file path=ppt/slides/_rels/slide162.xml.rels><?xml version="1.0" encoding="UTF-8" standalone="yes"?>
<Relationships xmlns="http://schemas.openxmlformats.org/package/2006/relationships"><Relationship Id="rId8" Type="http://schemas.openxmlformats.org/officeDocument/2006/relationships/image" Target="../media/image65.png"/><Relationship Id="rId13" Type="http://schemas.openxmlformats.org/officeDocument/2006/relationships/image" Target="../media/image8.png"/><Relationship Id="rId3" Type="http://schemas.microsoft.com/office/2007/relationships/hdphoto" Target="../media/hdphoto5.wdp"/><Relationship Id="rId7" Type="http://schemas.microsoft.com/office/2007/relationships/hdphoto" Target="../media/hdphoto7.wdp"/><Relationship Id="rId12" Type="http://schemas.openxmlformats.org/officeDocument/2006/relationships/image" Target="../media/image67.svg"/><Relationship Id="rId2" Type="http://schemas.openxmlformats.org/officeDocument/2006/relationships/image" Target="../media/image62.png"/><Relationship Id="rId1" Type="http://schemas.openxmlformats.org/officeDocument/2006/relationships/slideLayout" Target="../slideLayouts/slideLayout2.xml"/><Relationship Id="rId6" Type="http://schemas.openxmlformats.org/officeDocument/2006/relationships/image" Target="../media/image64.png"/><Relationship Id="rId11" Type="http://schemas.microsoft.com/office/2007/relationships/hdphoto" Target="../media/hdphoto9.wdp"/><Relationship Id="rId5" Type="http://schemas.microsoft.com/office/2007/relationships/hdphoto" Target="../media/hdphoto6.wdp"/><Relationship Id="rId15" Type="http://schemas.openxmlformats.org/officeDocument/2006/relationships/image" Target="../media/image3.png"/><Relationship Id="rId10" Type="http://schemas.openxmlformats.org/officeDocument/2006/relationships/image" Target="../media/image66.png"/><Relationship Id="rId4" Type="http://schemas.openxmlformats.org/officeDocument/2006/relationships/image" Target="../media/image63.png"/><Relationship Id="rId9" Type="http://schemas.microsoft.com/office/2007/relationships/hdphoto" Target="../media/hdphoto8.wdp"/><Relationship Id="rId14" Type="http://schemas.openxmlformats.org/officeDocument/2006/relationships/image" Target="../media/image2.png"/></Relationships>
</file>

<file path=ppt/slides/_rels/slide163.xml.rels><?xml version="1.0" encoding="UTF-8" standalone="yes"?>
<Relationships xmlns="http://schemas.openxmlformats.org/package/2006/relationships"><Relationship Id="rId3" Type="http://schemas.microsoft.com/office/2007/relationships/hdphoto" Target="../media/hdphoto5.wdp"/><Relationship Id="rId7" Type="http://schemas.openxmlformats.org/officeDocument/2006/relationships/image" Target="../media/image8.png"/><Relationship Id="rId2" Type="http://schemas.openxmlformats.org/officeDocument/2006/relationships/image" Target="../media/image62.png"/><Relationship Id="rId1" Type="http://schemas.openxmlformats.org/officeDocument/2006/relationships/slideLayout" Target="../slideLayouts/slideLayout2.xml"/><Relationship Id="rId6" Type="http://schemas.openxmlformats.org/officeDocument/2006/relationships/image" Target="../media/image68.svg"/><Relationship Id="rId5" Type="http://schemas.openxmlformats.org/officeDocument/2006/relationships/image" Target="../media/image69.png"/><Relationship Id="rId4" Type="http://schemas.openxmlformats.org/officeDocument/2006/relationships/image" Target="../media/image67.svg"/></Relationships>
</file>

<file path=ppt/slides/_rels/slide16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82.jpg"/><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6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16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16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xml"/><Relationship Id="rId4" Type="http://schemas.openxmlformats.org/officeDocument/2006/relationships/image" Target="../media/image13.png"/></Relationships>
</file>

<file path=ppt/slides/_rels/slide16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xml"/><Relationship Id="rId5" Type="http://schemas.openxmlformats.org/officeDocument/2006/relationships/image" Target="../media/image14.png"/><Relationship Id="rId4" Type="http://schemas.openxmlformats.org/officeDocument/2006/relationships/image" Target="../media/image13.png"/></Relationships>
</file>

<file path=ppt/slides/_rels/slide16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17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17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17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82.jpg"/><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7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82.jpg"/><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74.xml.rels><?xml version="1.0" encoding="UTF-8" standalone="yes"?>
<Relationships xmlns="http://schemas.openxmlformats.org/package/2006/relationships"><Relationship Id="rId3" Type="http://schemas.microsoft.com/office/2007/relationships/hdphoto" Target="../media/hdphoto5.wdp"/><Relationship Id="rId2" Type="http://schemas.openxmlformats.org/officeDocument/2006/relationships/image" Target="../media/image62.png"/><Relationship Id="rId1" Type="http://schemas.openxmlformats.org/officeDocument/2006/relationships/slideLayout" Target="../slideLayouts/slideLayout2.xml"/><Relationship Id="rId5" Type="http://schemas.openxmlformats.org/officeDocument/2006/relationships/image" Target="../media/image3.png"/><Relationship Id="rId4" Type="http://schemas.openxmlformats.org/officeDocument/2006/relationships/image" Target="../media/image2.png"/></Relationships>
</file>

<file path=ppt/slides/_rels/slide17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2.xml"/><Relationship Id="rId6" Type="http://schemas.openxmlformats.org/officeDocument/2006/relationships/image" Target="../media/image61.png"/><Relationship Id="rId5" Type="http://schemas.openxmlformats.org/officeDocument/2006/relationships/image" Target="../media/image57.png"/><Relationship Id="rId4" Type="http://schemas.openxmlformats.org/officeDocument/2006/relationships/image" Target="../media/image60.png"/></Relationships>
</file>

<file path=ppt/slides/_rels/slide17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82.jpg"/><Relationship Id="rId1" Type="http://schemas.openxmlformats.org/officeDocument/2006/relationships/slideLayout" Target="../slideLayouts/slideLayout1.xml"/><Relationship Id="rId5" Type="http://schemas.openxmlformats.org/officeDocument/2006/relationships/image" Target="../media/image13.png"/><Relationship Id="rId4" Type="http://schemas.openxmlformats.org/officeDocument/2006/relationships/image" Target="../media/image3.png"/></Relationships>
</file>

<file path=ppt/slides/_rels/slide17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82.jpg"/><Relationship Id="rId1" Type="http://schemas.openxmlformats.org/officeDocument/2006/relationships/slideLayout" Target="../slideLayouts/slideLayout1.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image" Target="../media/image3.png"/></Relationships>
</file>

<file path=ppt/slides/_rels/slide17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17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18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xml"/><Relationship Id="rId4" Type="http://schemas.openxmlformats.org/officeDocument/2006/relationships/image" Target="../media/image14.png"/></Relationships>
</file>

<file path=ppt/slides/_rels/slide181.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5.png"/><Relationship Id="rId7" Type="http://schemas.openxmlformats.org/officeDocument/2006/relationships/image" Target="../media/image11.png"/><Relationship Id="rId2" Type="http://schemas.openxmlformats.org/officeDocument/2006/relationships/image" Target="../media/image4.jpg"/><Relationship Id="rId1" Type="http://schemas.openxmlformats.org/officeDocument/2006/relationships/slideLayout" Target="../slideLayouts/slideLayout1.xml"/><Relationship Id="rId6" Type="http://schemas.openxmlformats.org/officeDocument/2006/relationships/image" Target="../media/image83.png"/><Relationship Id="rId5" Type="http://schemas.openxmlformats.org/officeDocument/2006/relationships/image" Target="../media/image7.png"/><Relationship Id="rId4" Type="http://schemas.openxmlformats.org/officeDocument/2006/relationships/image" Target="../media/image6.png"/><Relationship Id="rId9" Type="http://schemas.openxmlformats.org/officeDocument/2006/relationships/image" Target="../media/image9.png"/></Relationships>
</file>

<file path=ppt/slides/_rels/slide18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jpg"/><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2.png"/></Relationships>
</file>

<file path=ppt/slides/_rels/slide18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jpg"/><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2.png"/></Relationships>
</file>

<file path=ppt/slides/_rels/slide18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jpg"/><Relationship Id="rId1" Type="http://schemas.openxmlformats.org/officeDocument/2006/relationships/slideLayout" Target="../slideLayouts/slideLayout1.xml"/><Relationship Id="rId6" Type="http://schemas.openxmlformats.org/officeDocument/2006/relationships/image" Target="../media/image10.png"/><Relationship Id="rId5" Type="http://schemas.openxmlformats.org/officeDocument/2006/relationships/image" Target="../media/image3.png"/><Relationship Id="rId4" Type="http://schemas.openxmlformats.org/officeDocument/2006/relationships/image" Target="../media/image2.png"/></Relationships>
</file>

<file path=ppt/slides/_rels/slide18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jpg"/><Relationship Id="rId1" Type="http://schemas.openxmlformats.org/officeDocument/2006/relationships/slideLayout" Target="../slideLayouts/slideLayout1.xml"/><Relationship Id="rId6" Type="http://schemas.openxmlformats.org/officeDocument/2006/relationships/image" Target="../media/image10.png"/><Relationship Id="rId5" Type="http://schemas.openxmlformats.org/officeDocument/2006/relationships/image" Target="../media/image3.png"/><Relationship Id="rId4" Type="http://schemas.openxmlformats.org/officeDocument/2006/relationships/image" Target="../media/image2.png"/></Relationships>
</file>

<file path=ppt/slides/_rels/slide18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82.jpg"/><Relationship Id="rId1" Type="http://schemas.openxmlformats.org/officeDocument/2006/relationships/slideLayout" Target="../slideLayouts/slideLayout1.xml"/><Relationship Id="rId6" Type="http://schemas.openxmlformats.org/officeDocument/2006/relationships/image" Target="../media/image84.png"/><Relationship Id="rId5" Type="http://schemas.openxmlformats.org/officeDocument/2006/relationships/image" Target="../media/image13.png"/><Relationship Id="rId4" Type="http://schemas.openxmlformats.org/officeDocument/2006/relationships/image" Target="../media/image3.png"/></Relationships>
</file>

<file path=ppt/slides/_rels/slide18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82.jpg"/><Relationship Id="rId1" Type="http://schemas.openxmlformats.org/officeDocument/2006/relationships/slideLayout" Target="../slideLayouts/slideLayout1.xml"/><Relationship Id="rId5" Type="http://schemas.openxmlformats.org/officeDocument/2006/relationships/image" Target="../media/image13.png"/><Relationship Id="rId4" Type="http://schemas.openxmlformats.org/officeDocument/2006/relationships/image" Target="../media/image3.png"/></Relationships>
</file>

<file path=ppt/slides/_rels/slide188.xml.rels><?xml version="1.0" encoding="UTF-8" standalone="yes"?>
<Relationships xmlns="http://schemas.openxmlformats.org/package/2006/relationships"><Relationship Id="rId3" Type="http://schemas.openxmlformats.org/officeDocument/2006/relationships/image" Target="../media/image2.png"/><Relationship Id="rId7" Type="http://schemas.openxmlformats.org/officeDocument/2006/relationships/image" Target="../media/image85.png"/><Relationship Id="rId2" Type="http://schemas.openxmlformats.org/officeDocument/2006/relationships/image" Target="../media/image82.jpg"/><Relationship Id="rId1" Type="http://schemas.openxmlformats.org/officeDocument/2006/relationships/slideLayout" Target="../slideLayouts/slideLayout1.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image" Target="../media/image3.png"/></Relationships>
</file>

<file path=ppt/slides/_rels/slide18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82.jpg"/><Relationship Id="rId1" Type="http://schemas.openxmlformats.org/officeDocument/2006/relationships/slideLayout" Target="../slideLayouts/slideLayout1.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image" Target="../media/image3.png"/></Relationships>
</file>

<file path=ppt/slides/_rels/slide190.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1.xml"/></Relationships>
</file>

<file path=ppt/slides/_rels/slide191.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1.xml"/></Relationships>
</file>

<file path=ppt/slides/_rels/slide192.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1.xml"/></Relationships>
</file>

<file path=ppt/slides/_rels/slide193.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1.xml"/></Relationships>
</file>

<file path=ppt/slides/_rels/slide194.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5.png"/><Relationship Id="rId7" Type="http://schemas.openxmlformats.org/officeDocument/2006/relationships/image" Target="../media/image11.png"/><Relationship Id="rId2" Type="http://schemas.openxmlformats.org/officeDocument/2006/relationships/image" Target="../media/image4.jpg"/><Relationship Id="rId1" Type="http://schemas.openxmlformats.org/officeDocument/2006/relationships/slideLayout" Target="../slideLayouts/slideLayout1.xml"/><Relationship Id="rId6" Type="http://schemas.openxmlformats.org/officeDocument/2006/relationships/image" Target="../media/image83.png"/><Relationship Id="rId5" Type="http://schemas.openxmlformats.org/officeDocument/2006/relationships/image" Target="../media/image7.png"/><Relationship Id="rId10" Type="http://schemas.openxmlformats.org/officeDocument/2006/relationships/image" Target="../media/image10.png"/><Relationship Id="rId4" Type="http://schemas.openxmlformats.org/officeDocument/2006/relationships/image" Target="../media/image6.png"/><Relationship Id="rId9" Type="http://schemas.openxmlformats.org/officeDocument/2006/relationships/image" Target="../media/image9.png"/></Relationships>
</file>

<file path=ppt/slides/_rels/slide195.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5.png"/><Relationship Id="rId7" Type="http://schemas.openxmlformats.org/officeDocument/2006/relationships/image" Target="../media/image11.png"/><Relationship Id="rId2" Type="http://schemas.openxmlformats.org/officeDocument/2006/relationships/image" Target="../media/image4.jpg"/><Relationship Id="rId1" Type="http://schemas.openxmlformats.org/officeDocument/2006/relationships/slideLayout" Target="../slideLayouts/slideLayout1.xml"/><Relationship Id="rId6" Type="http://schemas.openxmlformats.org/officeDocument/2006/relationships/image" Target="../media/image83.png"/><Relationship Id="rId5" Type="http://schemas.openxmlformats.org/officeDocument/2006/relationships/image" Target="../media/image7.png"/><Relationship Id="rId10" Type="http://schemas.openxmlformats.org/officeDocument/2006/relationships/image" Target="../media/image10.png"/><Relationship Id="rId4" Type="http://schemas.openxmlformats.org/officeDocument/2006/relationships/image" Target="../media/image6.png"/><Relationship Id="rId9" Type="http://schemas.openxmlformats.org/officeDocument/2006/relationships/image" Target="../media/image9.png"/></Relationships>
</file>

<file path=ppt/slides/_rels/slide196.xml.rels><?xml version="1.0" encoding="UTF-8" standalone="yes"?>
<Relationships xmlns="http://schemas.openxmlformats.org/package/2006/relationships"><Relationship Id="rId3" Type="http://schemas.openxmlformats.org/officeDocument/2006/relationships/image" Target="../media/image81.svg"/><Relationship Id="rId2" Type="http://schemas.microsoft.com/office/2018/10/relationships/comments" Target="../comments/modernComment_183_5DD0376.xml"/><Relationship Id="rId1" Type="http://schemas.openxmlformats.org/officeDocument/2006/relationships/slideLayout" Target="../slideLayouts/slideLayout1.xml"/><Relationship Id="rId6" Type="http://schemas.openxmlformats.org/officeDocument/2006/relationships/image" Target="../media/image34.png"/><Relationship Id="rId5" Type="http://schemas.openxmlformats.org/officeDocument/2006/relationships/image" Target="../media/image33.png"/><Relationship Id="rId4" Type="http://schemas.openxmlformats.org/officeDocument/2006/relationships/image" Target="../media/image32.png"/></Relationships>
</file>

<file path=ppt/slides/_rels/slide19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82.jpg"/><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9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82.jpg"/><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99.xml.rels><?xml version="1.0" encoding="UTF-8" standalone="yes"?>
<Relationships xmlns="http://schemas.openxmlformats.org/package/2006/relationships"><Relationship Id="rId8" Type="http://schemas.openxmlformats.org/officeDocument/2006/relationships/image" Target="../media/image11.png"/><Relationship Id="rId3" Type="http://schemas.openxmlformats.org/officeDocument/2006/relationships/image" Target="../media/image15.png"/><Relationship Id="rId7" Type="http://schemas.openxmlformats.org/officeDocument/2006/relationships/image" Target="../media/image83.png"/><Relationship Id="rId2" Type="http://schemas.openxmlformats.org/officeDocument/2006/relationships/image" Target="../media/image4.jpg"/><Relationship Id="rId1" Type="http://schemas.openxmlformats.org/officeDocument/2006/relationships/slideLayout" Target="../slideLayouts/slideLayout1.xml"/><Relationship Id="rId6" Type="http://schemas.openxmlformats.org/officeDocument/2006/relationships/image" Target="../media/image7.png"/><Relationship Id="rId5" Type="http://schemas.openxmlformats.org/officeDocument/2006/relationships/image" Target="../media/image6.png"/><Relationship Id="rId10" Type="http://schemas.openxmlformats.org/officeDocument/2006/relationships/image" Target="../media/image9.png"/><Relationship Id="rId4" Type="http://schemas.openxmlformats.org/officeDocument/2006/relationships/image" Target="../media/image5.png"/><Relationship Id="rId9" Type="http://schemas.openxmlformats.org/officeDocument/2006/relationships/image" Target="../media/image8.png"/></Relationships>
</file>

<file path=ppt/slides/_rels/slide20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0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82.jpg"/><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20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82.jpg"/><Relationship Id="rId1" Type="http://schemas.openxmlformats.org/officeDocument/2006/relationships/slideLayout" Target="../slideLayouts/slideLayout1.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4.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1.xml"/></Relationships>
</file>

<file path=ppt/slides/_rels/slide20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1.xml"/></Relationships>
</file>

<file path=ppt/slides/_rels/slide206.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1.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9.xml.rels><?xml version="1.0" encoding="UTF-8" standalone="yes"?>
<Relationships xmlns="http://schemas.openxmlformats.org/package/2006/relationships"><Relationship Id="rId8" Type="http://schemas.openxmlformats.org/officeDocument/2006/relationships/image" Target="../media/image88.png"/><Relationship Id="rId3" Type="http://schemas.openxmlformats.org/officeDocument/2006/relationships/image" Target="../media/image86.png"/><Relationship Id="rId7" Type="http://schemas.openxmlformats.org/officeDocument/2006/relationships/image" Target="../media/image24.png"/><Relationship Id="rId12" Type="http://schemas.openxmlformats.org/officeDocument/2006/relationships/image" Target="../media/image90.png"/><Relationship Id="rId2" Type="http://schemas.openxmlformats.org/officeDocument/2006/relationships/notesSlide" Target="../notesSlides/notesSlide20.xml"/><Relationship Id="rId1" Type="http://schemas.openxmlformats.org/officeDocument/2006/relationships/slideLayout" Target="../slideLayouts/slideLayout1.xml"/><Relationship Id="rId6" Type="http://schemas.openxmlformats.org/officeDocument/2006/relationships/image" Target="../media/image48.png"/><Relationship Id="rId11" Type="http://schemas.openxmlformats.org/officeDocument/2006/relationships/image" Target="../media/image89.png"/><Relationship Id="rId5" Type="http://schemas.openxmlformats.org/officeDocument/2006/relationships/image" Target="../media/image33.png"/><Relationship Id="rId10" Type="http://schemas.openxmlformats.org/officeDocument/2006/relationships/image" Target="../media/image53.png"/><Relationship Id="rId4" Type="http://schemas.openxmlformats.org/officeDocument/2006/relationships/image" Target="../media/image87.png"/><Relationship Id="rId9" Type="http://schemas.openxmlformats.org/officeDocument/2006/relationships/image" Target="../media/image39.png"/></Relationships>
</file>

<file path=ppt/slides/_rels/slide210.xml.rels><?xml version="1.0" encoding="UTF-8" standalone="yes"?>
<Relationships xmlns="http://schemas.openxmlformats.org/package/2006/relationships"><Relationship Id="rId8" Type="http://schemas.openxmlformats.org/officeDocument/2006/relationships/image" Target="../media/image92.png"/><Relationship Id="rId3" Type="http://schemas.openxmlformats.org/officeDocument/2006/relationships/image" Target="../media/image39.png"/><Relationship Id="rId7" Type="http://schemas.openxmlformats.org/officeDocument/2006/relationships/image" Target="../media/image91.png"/><Relationship Id="rId2" Type="http://schemas.openxmlformats.org/officeDocument/2006/relationships/image" Target="../media/image37.png"/><Relationship Id="rId1" Type="http://schemas.openxmlformats.org/officeDocument/2006/relationships/slideLayout" Target="../slideLayouts/slideLayout1.xml"/><Relationship Id="rId6" Type="http://schemas.openxmlformats.org/officeDocument/2006/relationships/image" Target="../media/image19.png"/><Relationship Id="rId5" Type="http://schemas.openxmlformats.org/officeDocument/2006/relationships/image" Target="../media/image38.png"/><Relationship Id="rId4" Type="http://schemas.openxmlformats.org/officeDocument/2006/relationships/image" Target="../media/image24.png"/><Relationship Id="rId9" Type="http://schemas.microsoft.com/office/2007/relationships/hdphoto" Target="../media/hdphoto10.wdp"/></Relationships>
</file>

<file path=ppt/slides/_rels/slide21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12.xml.rels><?xml version="1.0" encoding="UTF-8" standalone="yes"?>
<Relationships xmlns="http://schemas.openxmlformats.org/package/2006/relationships"><Relationship Id="rId3" Type="http://schemas.openxmlformats.org/officeDocument/2006/relationships/image" Target="../media/image90.png"/><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13.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1.xml"/></Relationships>
</file>

<file path=ppt/slides/_rels/slide214.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1.xml"/></Relationships>
</file>

<file path=ppt/slides/_rels/slide215.xml.rels><?xml version="1.0" encoding="UTF-8" standalone="yes"?>
<Relationships xmlns="http://schemas.openxmlformats.org/package/2006/relationships"><Relationship Id="rId3" Type="http://schemas.openxmlformats.org/officeDocument/2006/relationships/image" Target="../media/image88.png"/><Relationship Id="rId2" Type="http://schemas.openxmlformats.org/officeDocument/2006/relationships/notesSlide" Target="../notesSlides/notesSlide23.xml"/><Relationship Id="rId1" Type="http://schemas.openxmlformats.org/officeDocument/2006/relationships/slideLayout" Target="../slideLayouts/slideLayout1.xml"/><Relationship Id="rId6" Type="http://schemas.openxmlformats.org/officeDocument/2006/relationships/image" Target="../media/image24.png"/><Relationship Id="rId5" Type="http://schemas.openxmlformats.org/officeDocument/2006/relationships/image" Target="../media/image90.png"/><Relationship Id="rId4" Type="http://schemas.openxmlformats.org/officeDocument/2006/relationships/image" Target="../media/image33.png"/></Relationships>
</file>

<file path=ppt/slides/_rels/slide216.xml.rels><?xml version="1.0" encoding="UTF-8" standalone="yes"?>
<Relationships xmlns="http://schemas.openxmlformats.org/package/2006/relationships"><Relationship Id="rId3" Type="http://schemas.openxmlformats.org/officeDocument/2006/relationships/image" Target="../media/image88.png"/><Relationship Id="rId2" Type="http://schemas.openxmlformats.org/officeDocument/2006/relationships/notesSlide" Target="../notesSlides/notesSlide24.xml"/><Relationship Id="rId1" Type="http://schemas.openxmlformats.org/officeDocument/2006/relationships/slideLayout" Target="../slideLayouts/slideLayout1.xml"/><Relationship Id="rId6" Type="http://schemas.openxmlformats.org/officeDocument/2006/relationships/image" Target="../media/image24.png"/><Relationship Id="rId5" Type="http://schemas.openxmlformats.org/officeDocument/2006/relationships/image" Target="../media/image90.png"/><Relationship Id="rId4" Type="http://schemas.openxmlformats.org/officeDocument/2006/relationships/image" Target="../media/image33.png"/></Relationships>
</file>

<file path=ppt/slides/_rels/slide217.xml.rels><?xml version="1.0" encoding="UTF-8" standalone="yes"?>
<Relationships xmlns="http://schemas.openxmlformats.org/package/2006/relationships"><Relationship Id="rId3" Type="http://schemas.openxmlformats.org/officeDocument/2006/relationships/image" Target="../media/image88.png"/><Relationship Id="rId2" Type="http://schemas.openxmlformats.org/officeDocument/2006/relationships/notesSlide" Target="../notesSlides/notesSlide25.xml"/><Relationship Id="rId1" Type="http://schemas.openxmlformats.org/officeDocument/2006/relationships/slideLayout" Target="../slideLayouts/slideLayout1.xml"/><Relationship Id="rId6" Type="http://schemas.openxmlformats.org/officeDocument/2006/relationships/image" Target="../media/image24.png"/><Relationship Id="rId5" Type="http://schemas.openxmlformats.org/officeDocument/2006/relationships/image" Target="../media/image90.png"/><Relationship Id="rId4" Type="http://schemas.openxmlformats.org/officeDocument/2006/relationships/image" Target="../media/image33.png"/></Relationships>
</file>

<file path=ppt/slides/_rels/slide218.xml.rels><?xml version="1.0" encoding="UTF-8" standalone="yes"?>
<Relationships xmlns="http://schemas.openxmlformats.org/package/2006/relationships"><Relationship Id="rId3" Type="http://schemas.openxmlformats.org/officeDocument/2006/relationships/image" Target="../media/image88.png"/><Relationship Id="rId2" Type="http://schemas.openxmlformats.org/officeDocument/2006/relationships/notesSlide" Target="../notesSlides/notesSlide26.xml"/><Relationship Id="rId1" Type="http://schemas.openxmlformats.org/officeDocument/2006/relationships/slideLayout" Target="../slideLayouts/slideLayout1.xml"/><Relationship Id="rId6" Type="http://schemas.openxmlformats.org/officeDocument/2006/relationships/image" Target="../media/image24.png"/><Relationship Id="rId5" Type="http://schemas.openxmlformats.org/officeDocument/2006/relationships/image" Target="../media/image90.png"/><Relationship Id="rId4" Type="http://schemas.openxmlformats.org/officeDocument/2006/relationships/image" Target="../media/image33.png"/></Relationships>
</file>

<file path=ppt/slides/_rels/slide219.xml.rels><?xml version="1.0" encoding="UTF-8" standalone="yes"?>
<Relationships xmlns="http://schemas.openxmlformats.org/package/2006/relationships"><Relationship Id="rId8" Type="http://schemas.openxmlformats.org/officeDocument/2006/relationships/image" Target="../media/image99.png"/><Relationship Id="rId13" Type="http://schemas.openxmlformats.org/officeDocument/2006/relationships/image" Target="../media/image102.png"/><Relationship Id="rId3" Type="http://schemas.openxmlformats.org/officeDocument/2006/relationships/image" Target="../media/image94.png"/><Relationship Id="rId7" Type="http://schemas.openxmlformats.org/officeDocument/2006/relationships/image" Target="../media/image98.png"/><Relationship Id="rId12" Type="http://schemas.openxmlformats.org/officeDocument/2006/relationships/image" Target="../media/image33.png"/><Relationship Id="rId2" Type="http://schemas.openxmlformats.org/officeDocument/2006/relationships/image" Target="../media/image93.png"/><Relationship Id="rId16" Type="http://schemas.microsoft.com/office/2007/relationships/hdphoto" Target="../media/hdphoto11.wdp"/><Relationship Id="rId1" Type="http://schemas.openxmlformats.org/officeDocument/2006/relationships/slideLayout" Target="../slideLayouts/slideLayout1.xml"/><Relationship Id="rId6" Type="http://schemas.openxmlformats.org/officeDocument/2006/relationships/image" Target="../media/image97.png"/><Relationship Id="rId11" Type="http://schemas.openxmlformats.org/officeDocument/2006/relationships/image" Target="../media/image101.png"/><Relationship Id="rId5" Type="http://schemas.openxmlformats.org/officeDocument/2006/relationships/image" Target="../media/image96.png"/><Relationship Id="rId15" Type="http://schemas.openxmlformats.org/officeDocument/2006/relationships/image" Target="../media/image104.png"/><Relationship Id="rId10" Type="http://schemas.openxmlformats.org/officeDocument/2006/relationships/image" Target="../media/image100.png"/><Relationship Id="rId4" Type="http://schemas.openxmlformats.org/officeDocument/2006/relationships/image" Target="../media/image95.png"/><Relationship Id="rId9" Type="http://schemas.openxmlformats.org/officeDocument/2006/relationships/image" Target="../media/image39.png"/><Relationship Id="rId14" Type="http://schemas.openxmlformats.org/officeDocument/2006/relationships/image" Target="../media/image103.png"/></Relationships>
</file>

<file path=ppt/slides/_rels/slide220.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image" Target="../media/image52.png"/><Relationship Id="rId1" Type="http://schemas.openxmlformats.org/officeDocument/2006/relationships/slideLayout" Target="../slideLayouts/slideLayout1.xml"/></Relationships>
</file>

<file path=ppt/slides/_rels/slide221.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image" Target="../media/image52.png"/><Relationship Id="rId1" Type="http://schemas.openxmlformats.org/officeDocument/2006/relationships/slideLayout" Target="../slideLayouts/slideLayout1.xml"/></Relationships>
</file>

<file path=ppt/slides/_rels/slide222.xml.rels><?xml version="1.0" encoding="UTF-8" standalone="yes"?>
<Relationships xmlns="http://schemas.openxmlformats.org/package/2006/relationships"><Relationship Id="rId8" Type="http://schemas.openxmlformats.org/officeDocument/2006/relationships/image" Target="../media/image39.png"/><Relationship Id="rId3" Type="http://schemas.openxmlformats.org/officeDocument/2006/relationships/image" Target="../media/image95.png"/><Relationship Id="rId7" Type="http://schemas.openxmlformats.org/officeDocument/2006/relationships/image" Target="../media/image99.png"/><Relationship Id="rId2" Type="http://schemas.openxmlformats.org/officeDocument/2006/relationships/image" Target="../media/image93.png"/><Relationship Id="rId1" Type="http://schemas.openxmlformats.org/officeDocument/2006/relationships/slideLayout" Target="../slideLayouts/slideLayout1.xml"/><Relationship Id="rId6" Type="http://schemas.openxmlformats.org/officeDocument/2006/relationships/image" Target="../media/image98.png"/><Relationship Id="rId11" Type="http://schemas.openxmlformats.org/officeDocument/2006/relationships/image" Target="../media/image102.png"/><Relationship Id="rId5" Type="http://schemas.openxmlformats.org/officeDocument/2006/relationships/image" Target="../media/image97.png"/><Relationship Id="rId10" Type="http://schemas.openxmlformats.org/officeDocument/2006/relationships/image" Target="../media/image33.png"/><Relationship Id="rId4" Type="http://schemas.openxmlformats.org/officeDocument/2006/relationships/image" Target="../media/image96.png"/><Relationship Id="rId9" Type="http://schemas.openxmlformats.org/officeDocument/2006/relationships/image" Target="../media/image100.png"/></Relationships>
</file>

<file path=ppt/slides/_rels/slide223.xml.rels><?xml version="1.0" encoding="UTF-8" standalone="yes"?>
<Relationships xmlns="http://schemas.openxmlformats.org/package/2006/relationships"><Relationship Id="rId3" Type="http://schemas.microsoft.com/office/2007/relationships/hdphoto" Target="../media/hdphoto11.wdp"/><Relationship Id="rId2" Type="http://schemas.openxmlformats.org/officeDocument/2006/relationships/image" Target="../media/image104.png"/><Relationship Id="rId1" Type="http://schemas.openxmlformats.org/officeDocument/2006/relationships/slideLayout" Target="../slideLayouts/slideLayout1.xml"/><Relationship Id="rId4" Type="http://schemas.openxmlformats.org/officeDocument/2006/relationships/image" Target="../media/image102.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5.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image" Target="../media/image52.png"/><Relationship Id="rId1" Type="http://schemas.openxmlformats.org/officeDocument/2006/relationships/slideLayout" Target="../slideLayouts/slideLayout1.xml"/><Relationship Id="rId5" Type="http://schemas.openxmlformats.org/officeDocument/2006/relationships/image" Target="../media/image54.png"/><Relationship Id="rId4" Type="http://schemas.openxmlformats.org/officeDocument/2006/relationships/image" Target="../media/image105.png"/></Relationships>
</file>

<file path=ppt/slides/_rels/slide226.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image" Target="../media/image24.png"/><Relationship Id="rId1" Type="http://schemas.openxmlformats.org/officeDocument/2006/relationships/slideLayout" Target="../slideLayouts/slideLayout1.xml"/><Relationship Id="rId4" Type="http://schemas.openxmlformats.org/officeDocument/2006/relationships/image" Target="../media/image13.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8.xml.rels><?xml version="1.0" encoding="UTF-8" standalone="yes"?>
<Relationships xmlns="http://schemas.openxmlformats.org/package/2006/relationships"><Relationship Id="rId3" Type="http://schemas.openxmlformats.org/officeDocument/2006/relationships/image" Target="../media/image90.png"/><Relationship Id="rId2" Type="http://schemas.openxmlformats.org/officeDocument/2006/relationships/notesSlide" Target="../notesSlides/notesSlide27.xml"/><Relationship Id="rId1" Type="http://schemas.openxmlformats.org/officeDocument/2006/relationships/slideLayout" Target="../slideLayouts/slideLayout1.xml"/><Relationship Id="rId6" Type="http://schemas.openxmlformats.org/officeDocument/2006/relationships/image" Target="../media/image38.png"/><Relationship Id="rId5" Type="http://schemas.openxmlformats.org/officeDocument/2006/relationships/image" Target="../media/image39.png"/><Relationship Id="rId4" Type="http://schemas.openxmlformats.org/officeDocument/2006/relationships/image" Target="../media/image99.png"/></Relationships>
</file>

<file path=ppt/slides/_rels/slide229.xml.rels><?xml version="1.0" encoding="UTF-8" standalone="yes"?>
<Relationships xmlns="http://schemas.openxmlformats.org/package/2006/relationships"><Relationship Id="rId8" Type="http://schemas.openxmlformats.org/officeDocument/2006/relationships/image" Target="../media/image32.png"/><Relationship Id="rId3" Type="http://schemas.openxmlformats.org/officeDocument/2006/relationships/image" Target="../media/image90.png"/><Relationship Id="rId7" Type="http://schemas.openxmlformats.org/officeDocument/2006/relationships/image" Target="../media/image33.png"/><Relationship Id="rId2" Type="http://schemas.openxmlformats.org/officeDocument/2006/relationships/notesSlide" Target="../notesSlides/notesSlide28.xml"/><Relationship Id="rId1" Type="http://schemas.openxmlformats.org/officeDocument/2006/relationships/slideLayout" Target="../slideLayouts/slideLayout1.xml"/><Relationship Id="rId6" Type="http://schemas.openxmlformats.org/officeDocument/2006/relationships/image" Target="../media/image34.png"/><Relationship Id="rId5" Type="http://schemas.openxmlformats.org/officeDocument/2006/relationships/image" Target="../media/image38.png"/><Relationship Id="rId4" Type="http://schemas.openxmlformats.org/officeDocument/2006/relationships/image" Target="../media/image39.png"/></Relationships>
</file>

<file path=ppt/slides/_rels/slide230.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1.xml"/></Relationships>
</file>

<file path=ppt/slides/_rels/slide231.xml.rels><?xml version="1.0" encoding="UTF-8" standalone="yes"?>
<Relationships xmlns="http://schemas.openxmlformats.org/package/2006/relationships"><Relationship Id="rId3" Type="http://schemas.openxmlformats.org/officeDocument/2006/relationships/image" Target="../media/image90.png"/><Relationship Id="rId2" Type="http://schemas.openxmlformats.org/officeDocument/2006/relationships/notesSlide" Target="../notesSlides/notesSlide29.xml"/><Relationship Id="rId1" Type="http://schemas.openxmlformats.org/officeDocument/2006/relationships/slideLayout" Target="../slideLayouts/slideLayout1.xml"/><Relationship Id="rId6" Type="http://schemas.openxmlformats.org/officeDocument/2006/relationships/image" Target="../media/image48.png"/><Relationship Id="rId5" Type="http://schemas.openxmlformats.org/officeDocument/2006/relationships/image" Target="../media/image38.png"/><Relationship Id="rId4" Type="http://schemas.openxmlformats.org/officeDocument/2006/relationships/image" Target="../media/image39.png"/></Relationships>
</file>

<file path=ppt/slides/_rels/slide232.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30.xml"/><Relationship Id="rId1" Type="http://schemas.openxmlformats.org/officeDocument/2006/relationships/slideLayout" Target="../slideLayouts/slideLayout1.xml"/><Relationship Id="rId6" Type="http://schemas.openxmlformats.org/officeDocument/2006/relationships/image" Target="../media/image39.png"/><Relationship Id="rId5" Type="http://schemas.openxmlformats.org/officeDocument/2006/relationships/image" Target="../media/image38.png"/><Relationship Id="rId4" Type="http://schemas.openxmlformats.org/officeDocument/2006/relationships/image" Target="../media/image40.png"/></Relationships>
</file>

<file path=ppt/slides/_rels/slide233.xml.rels><?xml version="1.0" encoding="UTF-8" standalone="yes"?>
<Relationships xmlns="http://schemas.openxmlformats.org/package/2006/relationships"><Relationship Id="rId3" Type="http://schemas.openxmlformats.org/officeDocument/2006/relationships/image" Target="../media/image52.png"/><Relationship Id="rId7" Type="http://schemas.openxmlformats.org/officeDocument/2006/relationships/image" Target="../media/image54.png"/><Relationship Id="rId2" Type="http://schemas.openxmlformats.org/officeDocument/2006/relationships/notesSlide" Target="../notesSlides/notesSlide31.xml"/><Relationship Id="rId1" Type="http://schemas.openxmlformats.org/officeDocument/2006/relationships/slideLayout" Target="../slideLayouts/slideLayout1.xml"/><Relationship Id="rId6" Type="http://schemas.openxmlformats.org/officeDocument/2006/relationships/image" Target="../media/image106.png"/><Relationship Id="rId5" Type="http://schemas.openxmlformats.org/officeDocument/2006/relationships/image" Target="../media/image105.png"/><Relationship Id="rId4" Type="http://schemas.openxmlformats.org/officeDocument/2006/relationships/image" Target="../media/image53.png"/></Relationships>
</file>

<file path=ppt/slides/_rels/slide234.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7.png"/><Relationship Id="rId1" Type="http://schemas.openxmlformats.org/officeDocument/2006/relationships/slideLayout" Target="../slideLayouts/slideLayout1.xml"/><Relationship Id="rId6" Type="http://schemas.openxmlformats.org/officeDocument/2006/relationships/image" Target="../media/image13.png"/><Relationship Id="rId5" Type="http://schemas.openxmlformats.org/officeDocument/2006/relationships/image" Target="../media/image34.png"/><Relationship Id="rId4" Type="http://schemas.openxmlformats.org/officeDocument/2006/relationships/image" Target="../media/image39.png"/></Relationships>
</file>

<file path=ppt/slides/_rels/slide235.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image" Target="../media/image52.png"/><Relationship Id="rId1" Type="http://schemas.openxmlformats.org/officeDocument/2006/relationships/slideLayout" Target="../slideLayouts/slideLayout1.xml"/></Relationships>
</file>

<file path=ppt/slides/_rels/slide236.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image" Target="../media/image52.png"/><Relationship Id="rId1" Type="http://schemas.openxmlformats.org/officeDocument/2006/relationships/slideLayout" Target="../slideLayouts/slideLayout1.xml"/></Relationships>
</file>

<file path=ppt/slides/_rels/slide237.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image" Target="../media/image52.png"/><Relationship Id="rId1" Type="http://schemas.openxmlformats.org/officeDocument/2006/relationships/slideLayout" Target="../slideLayouts/slideLayout1.xml"/></Relationships>
</file>

<file path=ppt/slides/_rels/slide238.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image" Target="../media/image52.png"/><Relationship Id="rId1" Type="http://schemas.openxmlformats.org/officeDocument/2006/relationships/slideLayout" Target="../slideLayouts/slideLayout1.xml"/></Relationships>
</file>

<file path=ppt/slides/_rels/slide239.xml.rels><?xml version="1.0" encoding="UTF-8" standalone="yes"?>
<Relationships xmlns="http://schemas.openxmlformats.org/package/2006/relationships"><Relationship Id="rId3" Type="http://schemas.openxmlformats.org/officeDocument/2006/relationships/image" Target="../media/image52.png"/><Relationship Id="rId7" Type="http://schemas.openxmlformats.org/officeDocument/2006/relationships/image" Target="../media/image54.png"/><Relationship Id="rId2" Type="http://schemas.openxmlformats.org/officeDocument/2006/relationships/notesSlide" Target="../notesSlides/notesSlide32.xml"/><Relationship Id="rId1" Type="http://schemas.openxmlformats.org/officeDocument/2006/relationships/slideLayout" Target="../slideLayouts/slideLayout1.xml"/><Relationship Id="rId6" Type="http://schemas.openxmlformats.org/officeDocument/2006/relationships/image" Target="../media/image106.png"/><Relationship Id="rId5" Type="http://schemas.openxmlformats.org/officeDocument/2006/relationships/image" Target="../media/image105.png"/><Relationship Id="rId4" Type="http://schemas.openxmlformats.org/officeDocument/2006/relationships/image" Target="../media/image53.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1.xml.rels><?xml version="1.0" encoding="UTF-8" standalone="yes"?>
<Relationships xmlns="http://schemas.openxmlformats.org/package/2006/relationships"><Relationship Id="rId3" Type="http://schemas.openxmlformats.org/officeDocument/2006/relationships/image" Target="../media/image107.png"/><Relationship Id="rId2" Type="http://schemas.openxmlformats.org/officeDocument/2006/relationships/image" Target="../media/image5.png"/><Relationship Id="rId1" Type="http://schemas.openxmlformats.org/officeDocument/2006/relationships/slideLayout" Target="../slideLayouts/slideLayout1.xml"/><Relationship Id="rId5" Type="http://schemas.openxmlformats.org/officeDocument/2006/relationships/image" Target="../media/image24.png"/><Relationship Id="rId4" Type="http://schemas.openxmlformats.org/officeDocument/2006/relationships/image" Target="../media/image34.png"/></Relationships>
</file>

<file path=ppt/slides/_rels/slide24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34.png"/><Relationship Id="rId1" Type="http://schemas.openxmlformats.org/officeDocument/2006/relationships/slideLayout" Target="../slideLayouts/slideLayout1.xml"/><Relationship Id="rId4" Type="http://schemas.openxmlformats.org/officeDocument/2006/relationships/image" Target="../media/image107.png"/></Relationships>
</file>

<file path=ppt/slides/_rels/slide243.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34.png"/><Relationship Id="rId1" Type="http://schemas.openxmlformats.org/officeDocument/2006/relationships/slideLayout" Target="../slideLayouts/slideLayout1.xml"/></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5.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1.xml"/></Relationships>
</file>

<file path=ppt/slides/_rels/slide246.xml.rels><?xml version="1.0" encoding="UTF-8" standalone="yes"?>
<Relationships xmlns="http://schemas.openxmlformats.org/package/2006/relationships"><Relationship Id="rId8" Type="http://schemas.openxmlformats.org/officeDocument/2006/relationships/image" Target="../media/image111.svg"/><Relationship Id="rId13" Type="http://schemas.openxmlformats.org/officeDocument/2006/relationships/image" Target="../media/image92.png"/><Relationship Id="rId3" Type="http://schemas.openxmlformats.org/officeDocument/2006/relationships/image" Target="../media/image109.png"/><Relationship Id="rId7" Type="http://schemas.microsoft.com/office/2007/relationships/hdphoto" Target="../media/hdphoto12.wdp"/><Relationship Id="rId12" Type="http://schemas.openxmlformats.org/officeDocument/2006/relationships/image" Target="../media/image91.png"/><Relationship Id="rId2" Type="http://schemas.openxmlformats.org/officeDocument/2006/relationships/image" Target="../media/image108.png"/><Relationship Id="rId1" Type="http://schemas.openxmlformats.org/officeDocument/2006/relationships/slideLayout" Target="../slideLayouts/slideLayout1.xml"/><Relationship Id="rId6" Type="http://schemas.openxmlformats.org/officeDocument/2006/relationships/image" Target="../media/image110.png"/><Relationship Id="rId11" Type="http://schemas.openxmlformats.org/officeDocument/2006/relationships/image" Target="../media/image19.png"/><Relationship Id="rId5" Type="http://schemas.openxmlformats.org/officeDocument/2006/relationships/image" Target="../media/image38.png"/><Relationship Id="rId10" Type="http://schemas.openxmlformats.org/officeDocument/2006/relationships/image" Target="../media/image24.png"/><Relationship Id="rId4" Type="http://schemas.openxmlformats.org/officeDocument/2006/relationships/image" Target="../media/image40.png"/><Relationship Id="rId9" Type="http://schemas.openxmlformats.org/officeDocument/2006/relationships/image" Target="../media/image39.png"/><Relationship Id="rId14" Type="http://schemas.microsoft.com/office/2007/relationships/hdphoto" Target="../media/hdphoto10.wdp"/></Relationships>
</file>

<file path=ppt/slides/_rels/slide247.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1.xml"/></Relationships>
</file>

<file path=ppt/slides/_rels/slide248.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1.xml"/></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0.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1.xml"/></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4.xml.rels><?xml version="1.0" encoding="UTF-8" standalone="yes"?>
<Relationships xmlns="http://schemas.openxmlformats.org/package/2006/relationships"><Relationship Id="rId3" Type="http://schemas.openxmlformats.org/officeDocument/2006/relationships/image" Target="../media/image53.png"/><Relationship Id="rId7" Type="http://schemas.openxmlformats.org/officeDocument/2006/relationships/image" Target="../media/image54.png"/><Relationship Id="rId2" Type="http://schemas.openxmlformats.org/officeDocument/2006/relationships/notesSlide" Target="../notesSlides/notesSlide33.xml"/><Relationship Id="rId1" Type="http://schemas.openxmlformats.org/officeDocument/2006/relationships/slideLayout" Target="../slideLayouts/slideLayout1.xml"/><Relationship Id="rId6" Type="http://schemas.openxmlformats.org/officeDocument/2006/relationships/image" Target="../media/image106.png"/><Relationship Id="rId5" Type="http://schemas.openxmlformats.org/officeDocument/2006/relationships/image" Target="../media/image105.png"/><Relationship Id="rId4" Type="http://schemas.openxmlformats.org/officeDocument/2006/relationships/image" Target="../media/image52.png"/></Relationships>
</file>

<file path=ppt/slides/_rels/slide255.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image" Target="../media/image53.png"/><Relationship Id="rId1" Type="http://schemas.openxmlformats.org/officeDocument/2006/relationships/slideLayout" Target="../slideLayouts/slideLayout1.xml"/></Relationships>
</file>

<file path=ppt/slides/_rels/slide256.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image" Target="../media/image53.png"/><Relationship Id="rId1" Type="http://schemas.openxmlformats.org/officeDocument/2006/relationships/slideLayout" Target="../slideLayouts/slideLayout1.xml"/></Relationships>
</file>

<file path=ppt/slides/_rels/slide257.xml.rels><?xml version="1.0" encoding="UTF-8" standalone="yes"?>
<Relationships xmlns="http://schemas.openxmlformats.org/package/2006/relationships"><Relationship Id="rId3" Type="http://schemas.openxmlformats.org/officeDocument/2006/relationships/image" Target="../media/image112.png"/><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258.xml.rels><?xml version="1.0" encoding="UTF-8" standalone="yes"?>
<Relationships xmlns="http://schemas.openxmlformats.org/package/2006/relationships"><Relationship Id="rId3" Type="http://schemas.openxmlformats.org/officeDocument/2006/relationships/image" Target="../media/image113.png"/><Relationship Id="rId2" Type="http://schemas.openxmlformats.org/officeDocument/2006/relationships/notesSlide" Target="../notesSlides/notesSlide35.xml"/><Relationship Id="rId1" Type="http://schemas.openxmlformats.org/officeDocument/2006/relationships/slideLayout" Target="../slideLayouts/slideLayout1.xml"/><Relationship Id="rId5" Type="http://schemas.openxmlformats.org/officeDocument/2006/relationships/image" Target="../media/image112.png"/><Relationship Id="rId4" Type="http://schemas.microsoft.com/office/2007/relationships/hdphoto" Target="../media/hdphoto13.wdp"/></Relationships>
</file>

<file path=ppt/slides/_rels/slide259.xml.rels><?xml version="1.0" encoding="UTF-8" standalone="yes"?>
<Relationships xmlns="http://schemas.openxmlformats.org/package/2006/relationships"><Relationship Id="rId3" Type="http://schemas.openxmlformats.org/officeDocument/2006/relationships/image" Target="../media/image112.png"/><Relationship Id="rId2" Type="http://schemas.openxmlformats.org/officeDocument/2006/relationships/notesSlide" Target="../notesSlides/notesSlide36.xml"/><Relationship Id="rId1" Type="http://schemas.openxmlformats.org/officeDocument/2006/relationships/slideLayout" Target="../slideLayouts/slideLayout1.xml"/></Relationships>
</file>

<file path=ppt/slides/_rels/slide260.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1.xml"/></Relationships>
</file>

<file path=ppt/slides/_rels/slide261.xml.rels><?xml version="1.0" encoding="UTF-8" standalone="yes"?>
<Relationships xmlns="http://schemas.openxmlformats.org/package/2006/relationships"><Relationship Id="rId3" Type="http://schemas.openxmlformats.org/officeDocument/2006/relationships/image" Target="../media/image112.png"/><Relationship Id="rId2" Type="http://schemas.openxmlformats.org/officeDocument/2006/relationships/notesSlide" Target="../notesSlides/notesSlide38.xml"/><Relationship Id="rId1" Type="http://schemas.openxmlformats.org/officeDocument/2006/relationships/slideLayout" Target="../slideLayouts/slideLayout1.xml"/><Relationship Id="rId5" Type="http://schemas.openxmlformats.org/officeDocument/2006/relationships/image" Target="../media/image115.png"/><Relationship Id="rId4" Type="http://schemas.openxmlformats.org/officeDocument/2006/relationships/image" Target="../media/image114.png"/></Relationships>
</file>

<file path=ppt/slides/_rels/slide262.xml.rels><?xml version="1.0" encoding="UTF-8" standalone="yes"?>
<Relationships xmlns="http://schemas.openxmlformats.org/package/2006/relationships"><Relationship Id="rId8" Type="http://schemas.openxmlformats.org/officeDocument/2006/relationships/image" Target="../media/image120.png"/><Relationship Id="rId3" Type="http://schemas.openxmlformats.org/officeDocument/2006/relationships/image" Target="../media/image116.png"/><Relationship Id="rId7" Type="http://schemas.openxmlformats.org/officeDocument/2006/relationships/image" Target="../media/image119.png"/><Relationship Id="rId2" Type="http://schemas.openxmlformats.org/officeDocument/2006/relationships/notesSlide" Target="../notesSlides/notesSlide39.xml"/><Relationship Id="rId1" Type="http://schemas.openxmlformats.org/officeDocument/2006/relationships/slideLayout" Target="../slideLayouts/slideLayout1.xml"/><Relationship Id="rId6" Type="http://schemas.openxmlformats.org/officeDocument/2006/relationships/image" Target="../media/image118.png"/><Relationship Id="rId5" Type="http://schemas.microsoft.com/office/2007/relationships/hdphoto" Target="../media/hdphoto14.wdp"/><Relationship Id="rId4" Type="http://schemas.openxmlformats.org/officeDocument/2006/relationships/image" Target="../media/image117.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2.xml.rels><?xml version="1.0" encoding="UTF-8" standalone="yes"?>
<Relationships xmlns="http://schemas.openxmlformats.org/package/2006/relationships"><Relationship Id="rId3" Type="http://schemas.openxmlformats.org/officeDocument/2006/relationships/image" Target="../media/image86.png"/><Relationship Id="rId2" Type="http://schemas.openxmlformats.org/officeDocument/2006/relationships/notesSlide" Target="../notesSlides/notesSlide40.xml"/><Relationship Id="rId1" Type="http://schemas.openxmlformats.org/officeDocument/2006/relationships/slideLayout" Target="../slideLayouts/slideLayout1.xml"/><Relationship Id="rId5" Type="http://schemas.openxmlformats.org/officeDocument/2006/relationships/image" Target="../media/image122.png"/><Relationship Id="rId4" Type="http://schemas.openxmlformats.org/officeDocument/2006/relationships/image" Target="../media/image121.png"/></Relationships>
</file>

<file path=ppt/slides/_rels/slide273.xml.rels><?xml version="1.0" encoding="UTF-8" standalone="yes"?>
<Relationships xmlns="http://schemas.openxmlformats.org/package/2006/relationships"><Relationship Id="rId3" Type="http://schemas.openxmlformats.org/officeDocument/2006/relationships/image" Target="../media/image86.png"/><Relationship Id="rId2" Type="http://schemas.openxmlformats.org/officeDocument/2006/relationships/notesSlide" Target="../notesSlides/notesSlide41.xml"/><Relationship Id="rId1" Type="http://schemas.openxmlformats.org/officeDocument/2006/relationships/slideLayout" Target="../slideLayouts/slideLayout1.xml"/><Relationship Id="rId5" Type="http://schemas.openxmlformats.org/officeDocument/2006/relationships/image" Target="../media/image122.png"/><Relationship Id="rId4" Type="http://schemas.openxmlformats.org/officeDocument/2006/relationships/image" Target="../media/image121.png"/></Relationships>
</file>

<file path=ppt/slides/_rels/slide274.xml.rels><?xml version="1.0" encoding="UTF-8" standalone="yes"?>
<Relationships xmlns="http://schemas.openxmlformats.org/package/2006/relationships"><Relationship Id="rId8" Type="http://schemas.openxmlformats.org/officeDocument/2006/relationships/image" Target="../media/image127.png"/><Relationship Id="rId3" Type="http://schemas.openxmlformats.org/officeDocument/2006/relationships/image" Target="../media/image86.png"/><Relationship Id="rId7" Type="http://schemas.openxmlformats.org/officeDocument/2006/relationships/image" Target="../media/image126.png"/><Relationship Id="rId2" Type="http://schemas.openxmlformats.org/officeDocument/2006/relationships/notesSlide" Target="../notesSlides/notesSlide42.xml"/><Relationship Id="rId1" Type="http://schemas.openxmlformats.org/officeDocument/2006/relationships/slideLayout" Target="../slideLayouts/slideLayout1.xml"/><Relationship Id="rId6" Type="http://schemas.openxmlformats.org/officeDocument/2006/relationships/image" Target="../media/image125.png"/><Relationship Id="rId5" Type="http://schemas.openxmlformats.org/officeDocument/2006/relationships/image" Target="../media/image124.png"/><Relationship Id="rId10" Type="http://schemas.openxmlformats.org/officeDocument/2006/relationships/image" Target="../media/image109.png"/><Relationship Id="rId4" Type="http://schemas.openxmlformats.org/officeDocument/2006/relationships/image" Target="../media/image123.png"/><Relationship Id="rId9" Type="http://schemas.microsoft.com/office/2007/relationships/hdphoto" Target="../media/hdphoto15.wdp"/></Relationships>
</file>

<file path=ppt/slides/_rels/slide275.xml.rels><?xml version="1.0" encoding="UTF-8" standalone="yes"?>
<Relationships xmlns="http://schemas.openxmlformats.org/package/2006/relationships"><Relationship Id="rId8" Type="http://schemas.openxmlformats.org/officeDocument/2006/relationships/image" Target="../media/image39.png"/><Relationship Id="rId3" Type="http://schemas.openxmlformats.org/officeDocument/2006/relationships/image" Target="../media/image87.png"/><Relationship Id="rId7" Type="http://schemas.openxmlformats.org/officeDocument/2006/relationships/image" Target="../media/image88.png"/><Relationship Id="rId2" Type="http://schemas.openxmlformats.org/officeDocument/2006/relationships/notesSlide" Target="../notesSlides/notesSlide43.xml"/><Relationship Id="rId1" Type="http://schemas.openxmlformats.org/officeDocument/2006/relationships/slideLayout" Target="../slideLayouts/slideLayout1.xml"/><Relationship Id="rId6" Type="http://schemas.openxmlformats.org/officeDocument/2006/relationships/image" Target="../media/image24.png"/><Relationship Id="rId11" Type="http://schemas.openxmlformats.org/officeDocument/2006/relationships/image" Target="../media/image90.png"/><Relationship Id="rId5" Type="http://schemas.openxmlformats.org/officeDocument/2006/relationships/image" Target="../media/image48.png"/><Relationship Id="rId10" Type="http://schemas.openxmlformats.org/officeDocument/2006/relationships/image" Target="../media/image89.png"/><Relationship Id="rId4" Type="http://schemas.openxmlformats.org/officeDocument/2006/relationships/image" Target="../media/image33.png"/><Relationship Id="rId9" Type="http://schemas.openxmlformats.org/officeDocument/2006/relationships/image" Target="../media/image53.png"/></Relationships>
</file>

<file path=ppt/slides/_rels/slide276.xml.rels><?xml version="1.0" encoding="UTF-8" standalone="yes"?>
<Relationships xmlns="http://schemas.openxmlformats.org/package/2006/relationships"><Relationship Id="rId8" Type="http://schemas.openxmlformats.org/officeDocument/2006/relationships/image" Target="../media/image39.png"/><Relationship Id="rId3" Type="http://schemas.openxmlformats.org/officeDocument/2006/relationships/image" Target="../media/image86.png"/><Relationship Id="rId7" Type="http://schemas.openxmlformats.org/officeDocument/2006/relationships/image" Target="../media/image88.png"/><Relationship Id="rId2" Type="http://schemas.openxmlformats.org/officeDocument/2006/relationships/notesSlide" Target="../notesSlides/notesSlide44.xml"/><Relationship Id="rId1" Type="http://schemas.openxmlformats.org/officeDocument/2006/relationships/slideLayout" Target="../slideLayouts/slideLayout1.xml"/><Relationship Id="rId6" Type="http://schemas.openxmlformats.org/officeDocument/2006/relationships/image" Target="../media/image24.png"/><Relationship Id="rId11" Type="http://schemas.openxmlformats.org/officeDocument/2006/relationships/image" Target="../media/image90.png"/><Relationship Id="rId5" Type="http://schemas.openxmlformats.org/officeDocument/2006/relationships/image" Target="../media/image48.png"/><Relationship Id="rId10" Type="http://schemas.openxmlformats.org/officeDocument/2006/relationships/image" Target="../media/image89.png"/><Relationship Id="rId4" Type="http://schemas.openxmlformats.org/officeDocument/2006/relationships/image" Target="../media/image33.png"/><Relationship Id="rId9" Type="http://schemas.openxmlformats.org/officeDocument/2006/relationships/image" Target="../media/image53.png"/></Relationships>
</file>

<file path=ppt/slides/_rels/slide277.xml.rels><?xml version="1.0" encoding="UTF-8" standalone="yes"?>
<Relationships xmlns="http://schemas.openxmlformats.org/package/2006/relationships"><Relationship Id="rId3" Type="http://schemas.openxmlformats.org/officeDocument/2006/relationships/image" Target="../media/image86.png"/><Relationship Id="rId7" Type="http://schemas.openxmlformats.org/officeDocument/2006/relationships/image" Target="../media/image22.png"/><Relationship Id="rId2" Type="http://schemas.openxmlformats.org/officeDocument/2006/relationships/notesSlide" Target="../notesSlides/notesSlide45.xml"/><Relationship Id="rId1" Type="http://schemas.openxmlformats.org/officeDocument/2006/relationships/slideLayout" Target="../slideLayouts/slideLayout1.xml"/><Relationship Id="rId6" Type="http://schemas.openxmlformats.org/officeDocument/2006/relationships/image" Target="../media/image108.png"/><Relationship Id="rId5" Type="http://schemas.openxmlformats.org/officeDocument/2006/relationships/image" Target="../media/image99.png"/><Relationship Id="rId4" Type="http://schemas.openxmlformats.org/officeDocument/2006/relationships/image" Target="../media/image90.png"/></Relationships>
</file>

<file path=ppt/slides/_rels/slide278.xml.rels><?xml version="1.0" encoding="UTF-8" standalone="yes"?>
<Relationships xmlns="http://schemas.openxmlformats.org/package/2006/relationships"><Relationship Id="rId3" Type="http://schemas.openxmlformats.org/officeDocument/2006/relationships/image" Target="../media/image90.png"/><Relationship Id="rId2" Type="http://schemas.openxmlformats.org/officeDocument/2006/relationships/notesSlide" Target="../notesSlides/notesSlide46.xml"/><Relationship Id="rId1" Type="http://schemas.openxmlformats.org/officeDocument/2006/relationships/slideLayout" Target="../slideLayouts/slideLayout1.xml"/><Relationship Id="rId6" Type="http://schemas.openxmlformats.org/officeDocument/2006/relationships/image" Target="../media/image22.png"/><Relationship Id="rId5" Type="http://schemas.openxmlformats.org/officeDocument/2006/relationships/image" Target="../media/image108.png"/><Relationship Id="rId4" Type="http://schemas.openxmlformats.org/officeDocument/2006/relationships/image" Target="../media/image99.png"/></Relationships>
</file>

<file path=ppt/slides/_rels/slide279.xml.rels><?xml version="1.0" encoding="UTF-8" standalone="yes"?>
<Relationships xmlns="http://schemas.openxmlformats.org/package/2006/relationships"><Relationship Id="rId3" Type="http://schemas.openxmlformats.org/officeDocument/2006/relationships/image" Target="../media/image86.png"/><Relationship Id="rId2" Type="http://schemas.openxmlformats.org/officeDocument/2006/relationships/notesSlide" Target="../notesSlides/notesSlide47.xml"/><Relationship Id="rId1" Type="http://schemas.openxmlformats.org/officeDocument/2006/relationships/slideLayout" Target="../slideLayouts/slideLayout1.xml"/><Relationship Id="rId6" Type="http://schemas.openxmlformats.org/officeDocument/2006/relationships/image" Target="../media/image108.png"/><Relationship Id="rId5" Type="http://schemas.openxmlformats.org/officeDocument/2006/relationships/image" Target="../media/image99.png"/><Relationship Id="rId4" Type="http://schemas.openxmlformats.org/officeDocument/2006/relationships/image" Target="../media/image90.png"/></Relationships>
</file>

<file path=ppt/slides/_rels/slide280.xml.rels><?xml version="1.0" encoding="UTF-8" standalone="yes"?>
<Relationships xmlns="http://schemas.openxmlformats.org/package/2006/relationships"><Relationship Id="rId3" Type="http://schemas.openxmlformats.org/officeDocument/2006/relationships/image" Target="../media/image86.png"/><Relationship Id="rId2" Type="http://schemas.openxmlformats.org/officeDocument/2006/relationships/notesSlide" Target="../notesSlides/notesSlide48.xml"/><Relationship Id="rId1" Type="http://schemas.openxmlformats.org/officeDocument/2006/relationships/slideLayout" Target="../slideLayouts/slideLayout1.xml"/><Relationship Id="rId6" Type="http://schemas.openxmlformats.org/officeDocument/2006/relationships/image" Target="../media/image108.png"/><Relationship Id="rId5" Type="http://schemas.openxmlformats.org/officeDocument/2006/relationships/image" Target="../media/image99.png"/><Relationship Id="rId4" Type="http://schemas.openxmlformats.org/officeDocument/2006/relationships/image" Target="../media/image90.png"/></Relationships>
</file>

<file path=ppt/slides/_rels/slide281.xml.rels><?xml version="1.0" encoding="UTF-8" standalone="yes"?>
<Relationships xmlns="http://schemas.openxmlformats.org/package/2006/relationships"><Relationship Id="rId8" Type="http://schemas.openxmlformats.org/officeDocument/2006/relationships/image" Target="../media/image128.png"/><Relationship Id="rId3" Type="http://schemas.openxmlformats.org/officeDocument/2006/relationships/image" Target="../media/image86.png"/><Relationship Id="rId7" Type="http://schemas.openxmlformats.org/officeDocument/2006/relationships/image" Target="../media/image13.png"/><Relationship Id="rId2" Type="http://schemas.openxmlformats.org/officeDocument/2006/relationships/notesSlide" Target="../notesSlides/notesSlide49.xml"/><Relationship Id="rId1" Type="http://schemas.openxmlformats.org/officeDocument/2006/relationships/slideLayout" Target="../slideLayouts/slideLayout1.xml"/><Relationship Id="rId6" Type="http://schemas.openxmlformats.org/officeDocument/2006/relationships/image" Target="../media/image90.png"/><Relationship Id="rId5" Type="http://schemas.openxmlformats.org/officeDocument/2006/relationships/image" Target="../media/image108.png"/><Relationship Id="rId4" Type="http://schemas.openxmlformats.org/officeDocument/2006/relationships/image" Target="../media/image99.png"/><Relationship Id="rId9" Type="http://schemas.microsoft.com/office/2007/relationships/hdphoto" Target="../media/hdphoto16.wdp"/></Relationships>
</file>

<file path=ppt/slides/_rels/slide282.xml.rels><?xml version="1.0" encoding="UTF-8" standalone="yes"?>
<Relationships xmlns="http://schemas.openxmlformats.org/package/2006/relationships"><Relationship Id="rId3" Type="http://schemas.openxmlformats.org/officeDocument/2006/relationships/image" Target="../media/image86.png"/><Relationship Id="rId2" Type="http://schemas.openxmlformats.org/officeDocument/2006/relationships/notesSlide" Target="../notesSlides/notesSlide50.xml"/><Relationship Id="rId1" Type="http://schemas.openxmlformats.org/officeDocument/2006/relationships/slideLayout" Target="../slideLayouts/slideLayout1.xml"/><Relationship Id="rId6" Type="http://schemas.openxmlformats.org/officeDocument/2006/relationships/image" Target="../media/image90.png"/><Relationship Id="rId5" Type="http://schemas.openxmlformats.org/officeDocument/2006/relationships/image" Target="../media/image33.png"/><Relationship Id="rId4" Type="http://schemas.openxmlformats.org/officeDocument/2006/relationships/image" Target="../media/image88.png"/></Relationships>
</file>

<file path=ppt/slides/_rels/slide283.xml.rels><?xml version="1.0" encoding="UTF-8" standalone="yes"?>
<Relationships xmlns="http://schemas.openxmlformats.org/package/2006/relationships"><Relationship Id="rId8" Type="http://schemas.openxmlformats.org/officeDocument/2006/relationships/image" Target="../media/image88.png"/><Relationship Id="rId3" Type="http://schemas.openxmlformats.org/officeDocument/2006/relationships/image" Target="../media/image86.png"/><Relationship Id="rId7" Type="http://schemas.openxmlformats.org/officeDocument/2006/relationships/image" Target="../media/image53.png"/><Relationship Id="rId2" Type="http://schemas.openxmlformats.org/officeDocument/2006/relationships/notesSlide" Target="../notesSlides/notesSlide51.xml"/><Relationship Id="rId1" Type="http://schemas.openxmlformats.org/officeDocument/2006/relationships/slideLayout" Target="../slideLayouts/slideLayout1.xml"/><Relationship Id="rId6" Type="http://schemas.openxmlformats.org/officeDocument/2006/relationships/image" Target="../media/image125.png"/><Relationship Id="rId11" Type="http://schemas.openxmlformats.org/officeDocument/2006/relationships/image" Target="../media/image22.png"/><Relationship Id="rId5" Type="http://schemas.openxmlformats.org/officeDocument/2006/relationships/image" Target="../media/image13.png"/><Relationship Id="rId10" Type="http://schemas.openxmlformats.org/officeDocument/2006/relationships/image" Target="../media/image108.png"/><Relationship Id="rId4" Type="http://schemas.openxmlformats.org/officeDocument/2006/relationships/image" Target="../media/image90.png"/><Relationship Id="rId9" Type="http://schemas.openxmlformats.org/officeDocument/2006/relationships/image" Target="../media/image89.png"/></Relationships>
</file>

<file path=ppt/slides/_rels/slide284.xml.rels><?xml version="1.0" encoding="UTF-8" standalone="yes"?>
<Relationships xmlns="http://schemas.openxmlformats.org/package/2006/relationships"><Relationship Id="rId8" Type="http://schemas.openxmlformats.org/officeDocument/2006/relationships/image" Target="../media/image88.png"/><Relationship Id="rId3" Type="http://schemas.openxmlformats.org/officeDocument/2006/relationships/image" Target="../media/image86.png"/><Relationship Id="rId7" Type="http://schemas.openxmlformats.org/officeDocument/2006/relationships/image" Target="../media/image53.png"/><Relationship Id="rId2" Type="http://schemas.openxmlformats.org/officeDocument/2006/relationships/notesSlide" Target="../notesSlides/notesSlide52.xml"/><Relationship Id="rId1" Type="http://schemas.openxmlformats.org/officeDocument/2006/relationships/slideLayout" Target="../slideLayouts/slideLayout1.xml"/><Relationship Id="rId6" Type="http://schemas.openxmlformats.org/officeDocument/2006/relationships/image" Target="../media/image125.png"/><Relationship Id="rId5" Type="http://schemas.openxmlformats.org/officeDocument/2006/relationships/image" Target="../media/image13.png"/><Relationship Id="rId10" Type="http://schemas.openxmlformats.org/officeDocument/2006/relationships/image" Target="../media/image108.png"/><Relationship Id="rId4" Type="http://schemas.openxmlformats.org/officeDocument/2006/relationships/image" Target="../media/image90.png"/><Relationship Id="rId9" Type="http://schemas.openxmlformats.org/officeDocument/2006/relationships/image" Target="../media/image89.png"/></Relationships>
</file>

<file path=ppt/slides/_rels/slide285.xml.rels><?xml version="1.0" encoding="UTF-8" standalone="yes"?>
<Relationships xmlns="http://schemas.openxmlformats.org/package/2006/relationships"><Relationship Id="rId8" Type="http://schemas.openxmlformats.org/officeDocument/2006/relationships/image" Target="../media/image88.png"/><Relationship Id="rId3" Type="http://schemas.openxmlformats.org/officeDocument/2006/relationships/image" Target="../media/image86.png"/><Relationship Id="rId7" Type="http://schemas.openxmlformats.org/officeDocument/2006/relationships/image" Target="../media/image53.png"/><Relationship Id="rId2" Type="http://schemas.openxmlformats.org/officeDocument/2006/relationships/notesSlide" Target="../notesSlides/notesSlide53.xml"/><Relationship Id="rId1" Type="http://schemas.openxmlformats.org/officeDocument/2006/relationships/slideLayout" Target="../slideLayouts/slideLayout1.xml"/><Relationship Id="rId6" Type="http://schemas.openxmlformats.org/officeDocument/2006/relationships/image" Target="../media/image125.png"/><Relationship Id="rId5" Type="http://schemas.openxmlformats.org/officeDocument/2006/relationships/image" Target="../media/image13.png"/><Relationship Id="rId10" Type="http://schemas.openxmlformats.org/officeDocument/2006/relationships/image" Target="../media/image108.png"/><Relationship Id="rId4" Type="http://schemas.openxmlformats.org/officeDocument/2006/relationships/image" Target="../media/image90.png"/><Relationship Id="rId9" Type="http://schemas.openxmlformats.org/officeDocument/2006/relationships/image" Target="../media/image89.png"/></Relationships>
</file>

<file path=ppt/slides/_rels/slide286.xml.rels><?xml version="1.0" encoding="UTF-8" standalone="yes"?>
<Relationships xmlns="http://schemas.openxmlformats.org/package/2006/relationships"><Relationship Id="rId8" Type="http://schemas.openxmlformats.org/officeDocument/2006/relationships/image" Target="../media/image88.png"/><Relationship Id="rId13" Type="http://schemas.microsoft.com/office/2007/relationships/hdphoto" Target="../media/hdphoto16.wdp"/><Relationship Id="rId3" Type="http://schemas.openxmlformats.org/officeDocument/2006/relationships/image" Target="../media/image86.png"/><Relationship Id="rId7" Type="http://schemas.openxmlformats.org/officeDocument/2006/relationships/image" Target="../media/image53.png"/><Relationship Id="rId12" Type="http://schemas.openxmlformats.org/officeDocument/2006/relationships/image" Target="../media/image128.png"/><Relationship Id="rId2" Type="http://schemas.openxmlformats.org/officeDocument/2006/relationships/notesSlide" Target="../notesSlides/notesSlide54.xml"/><Relationship Id="rId1" Type="http://schemas.openxmlformats.org/officeDocument/2006/relationships/slideLayout" Target="../slideLayouts/slideLayout1.xml"/><Relationship Id="rId6" Type="http://schemas.openxmlformats.org/officeDocument/2006/relationships/image" Target="../media/image125.png"/><Relationship Id="rId11" Type="http://schemas.openxmlformats.org/officeDocument/2006/relationships/image" Target="../media/image99.png"/><Relationship Id="rId5" Type="http://schemas.openxmlformats.org/officeDocument/2006/relationships/image" Target="../media/image13.png"/><Relationship Id="rId10" Type="http://schemas.openxmlformats.org/officeDocument/2006/relationships/image" Target="../media/image108.png"/><Relationship Id="rId4" Type="http://schemas.openxmlformats.org/officeDocument/2006/relationships/image" Target="../media/image90.png"/><Relationship Id="rId9" Type="http://schemas.openxmlformats.org/officeDocument/2006/relationships/image" Target="../media/image89.png"/></Relationships>
</file>

<file path=ppt/slides/_rels/slide287.xml.rels><?xml version="1.0" encoding="UTF-8" standalone="yes"?>
<Relationships xmlns="http://schemas.openxmlformats.org/package/2006/relationships"><Relationship Id="rId8" Type="http://schemas.openxmlformats.org/officeDocument/2006/relationships/image" Target="../media/image88.png"/><Relationship Id="rId3" Type="http://schemas.openxmlformats.org/officeDocument/2006/relationships/image" Target="../media/image86.png"/><Relationship Id="rId7" Type="http://schemas.openxmlformats.org/officeDocument/2006/relationships/image" Target="../media/image53.png"/><Relationship Id="rId2" Type="http://schemas.openxmlformats.org/officeDocument/2006/relationships/notesSlide" Target="../notesSlides/notesSlide55.xml"/><Relationship Id="rId1" Type="http://schemas.openxmlformats.org/officeDocument/2006/relationships/slideLayout" Target="../slideLayouts/slideLayout1.xml"/><Relationship Id="rId6" Type="http://schemas.openxmlformats.org/officeDocument/2006/relationships/image" Target="../media/image125.png"/><Relationship Id="rId5" Type="http://schemas.openxmlformats.org/officeDocument/2006/relationships/image" Target="../media/image13.png"/><Relationship Id="rId4" Type="http://schemas.openxmlformats.org/officeDocument/2006/relationships/image" Target="../media/image90.png"/><Relationship Id="rId9" Type="http://schemas.openxmlformats.org/officeDocument/2006/relationships/image" Target="../media/image89.png"/></Relationships>
</file>

<file path=ppt/slides/_rels/slide288.xml.rels><?xml version="1.0" encoding="UTF-8" standalone="yes"?>
<Relationships xmlns="http://schemas.openxmlformats.org/package/2006/relationships"><Relationship Id="rId3" Type="http://schemas.openxmlformats.org/officeDocument/2006/relationships/image" Target="../media/image86.png"/><Relationship Id="rId2" Type="http://schemas.openxmlformats.org/officeDocument/2006/relationships/notesSlide" Target="../notesSlides/notesSlide56.xml"/><Relationship Id="rId1" Type="http://schemas.openxmlformats.org/officeDocument/2006/relationships/slideLayout" Target="../slideLayouts/slideLayout1.xml"/><Relationship Id="rId5" Type="http://schemas.openxmlformats.org/officeDocument/2006/relationships/image" Target="../media/image13.png"/><Relationship Id="rId4" Type="http://schemas.openxmlformats.org/officeDocument/2006/relationships/image" Target="../media/image90.png"/></Relationships>
</file>

<file path=ppt/slides/_rels/slide289.xml.rels><?xml version="1.0" encoding="UTF-8" standalone="yes"?>
<Relationships xmlns="http://schemas.openxmlformats.org/package/2006/relationships"><Relationship Id="rId8" Type="http://schemas.microsoft.com/office/2007/relationships/hdphoto" Target="../media/hdphoto16.wdp"/><Relationship Id="rId3" Type="http://schemas.openxmlformats.org/officeDocument/2006/relationships/image" Target="../media/image86.png"/><Relationship Id="rId7" Type="http://schemas.openxmlformats.org/officeDocument/2006/relationships/image" Target="../media/image128.png"/><Relationship Id="rId2" Type="http://schemas.openxmlformats.org/officeDocument/2006/relationships/notesSlide" Target="../notesSlides/notesSlide57.xml"/><Relationship Id="rId1" Type="http://schemas.openxmlformats.org/officeDocument/2006/relationships/slideLayout" Target="../slideLayouts/slideLayout1.xml"/><Relationship Id="rId6" Type="http://schemas.openxmlformats.org/officeDocument/2006/relationships/image" Target="../media/image99.png"/><Relationship Id="rId5" Type="http://schemas.openxmlformats.org/officeDocument/2006/relationships/image" Target="../media/image13.png"/><Relationship Id="rId4" Type="http://schemas.openxmlformats.org/officeDocument/2006/relationships/image" Target="../media/image90.png"/></Relationships>
</file>

<file path=ppt/slides/_rels/slide290.xml.rels><?xml version="1.0" encoding="UTF-8" standalone="yes"?>
<Relationships xmlns="http://schemas.openxmlformats.org/package/2006/relationships"><Relationship Id="rId8" Type="http://schemas.openxmlformats.org/officeDocument/2006/relationships/image" Target="../media/image97.png"/><Relationship Id="rId13" Type="http://schemas.openxmlformats.org/officeDocument/2006/relationships/image" Target="../media/image33.png"/><Relationship Id="rId3" Type="http://schemas.openxmlformats.org/officeDocument/2006/relationships/image" Target="../media/image129.png"/><Relationship Id="rId7" Type="http://schemas.openxmlformats.org/officeDocument/2006/relationships/image" Target="../media/image96.png"/><Relationship Id="rId12" Type="http://schemas.openxmlformats.org/officeDocument/2006/relationships/image" Target="../media/image100.png"/><Relationship Id="rId2" Type="http://schemas.openxmlformats.org/officeDocument/2006/relationships/image" Target="../media/image88.png"/><Relationship Id="rId1" Type="http://schemas.openxmlformats.org/officeDocument/2006/relationships/slideLayout" Target="../slideLayouts/slideLayout1.xml"/><Relationship Id="rId6" Type="http://schemas.openxmlformats.org/officeDocument/2006/relationships/image" Target="../media/image95.png"/><Relationship Id="rId11" Type="http://schemas.openxmlformats.org/officeDocument/2006/relationships/image" Target="../media/image39.png"/><Relationship Id="rId5" Type="http://schemas.openxmlformats.org/officeDocument/2006/relationships/image" Target="../media/image93.png"/><Relationship Id="rId10" Type="http://schemas.openxmlformats.org/officeDocument/2006/relationships/image" Target="../media/image99.png"/><Relationship Id="rId4" Type="http://schemas.microsoft.com/office/2007/relationships/hdphoto" Target="../media/hdphoto17.wdp"/><Relationship Id="rId9" Type="http://schemas.openxmlformats.org/officeDocument/2006/relationships/image" Target="../media/image98.png"/><Relationship Id="rId14" Type="http://schemas.openxmlformats.org/officeDocument/2006/relationships/image" Target="../media/image102.png"/></Relationships>
</file>

<file path=ppt/slides/_rels/slide291.xml.rels><?xml version="1.0" encoding="UTF-8" standalone="yes"?>
<Relationships xmlns="http://schemas.openxmlformats.org/package/2006/relationships"><Relationship Id="rId8" Type="http://schemas.openxmlformats.org/officeDocument/2006/relationships/image" Target="../media/image133.png"/><Relationship Id="rId13" Type="http://schemas.microsoft.com/office/2007/relationships/hdphoto" Target="../media/hdphoto12.wdp"/><Relationship Id="rId3" Type="http://schemas.openxmlformats.org/officeDocument/2006/relationships/image" Target="../media/image108.png"/><Relationship Id="rId7" Type="http://schemas.openxmlformats.org/officeDocument/2006/relationships/image" Target="../media/image132.png"/><Relationship Id="rId12" Type="http://schemas.openxmlformats.org/officeDocument/2006/relationships/image" Target="../media/image110.png"/><Relationship Id="rId2" Type="http://schemas.openxmlformats.org/officeDocument/2006/relationships/image" Target="../media/image130.png"/><Relationship Id="rId1" Type="http://schemas.openxmlformats.org/officeDocument/2006/relationships/slideLayout" Target="../slideLayouts/slideLayout1.xml"/><Relationship Id="rId6" Type="http://schemas.openxmlformats.org/officeDocument/2006/relationships/image" Target="../media/image131.png"/><Relationship Id="rId11" Type="http://schemas.openxmlformats.org/officeDocument/2006/relationships/image" Target="../media/image38.png"/><Relationship Id="rId5" Type="http://schemas.openxmlformats.org/officeDocument/2006/relationships/image" Target="../media/image39.png"/><Relationship Id="rId10" Type="http://schemas.openxmlformats.org/officeDocument/2006/relationships/image" Target="../media/image40.png"/><Relationship Id="rId4" Type="http://schemas.openxmlformats.org/officeDocument/2006/relationships/image" Target="../media/image109.png"/><Relationship Id="rId9" Type="http://schemas.microsoft.com/office/2007/relationships/hdphoto" Target="../media/hdphoto18.wdp"/></Relationships>
</file>

<file path=ppt/slides/_rels/slide292.xml.rels><?xml version="1.0" encoding="UTF-8" standalone="yes"?>
<Relationships xmlns="http://schemas.openxmlformats.org/package/2006/relationships"><Relationship Id="rId8" Type="http://schemas.openxmlformats.org/officeDocument/2006/relationships/image" Target="../media/image38.png"/><Relationship Id="rId3" Type="http://schemas.openxmlformats.org/officeDocument/2006/relationships/image" Target="../media/image108.png"/><Relationship Id="rId7" Type="http://schemas.openxmlformats.org/officeDocument/2006/relationships/image" Target="../media/image40.png"/><Relationship Id="rId2" Type="http://schemas.openxmlformats.org/officeDocument/2006/relationships/image" Target="../media/image130.png"/><Relationship Id="rId1" Type="http://schemas.openxmlformats.org/officeDocument/2006/relationships/slideLayout" Target="../slideLayouts/slideLayout1.xml"/><Relationship Id="rId6" Type="http://schemas.openxmlformats.org/officeDocument/2006/relationships/image" Target="../media/image135.png"/><Relationship Id="rId5" Type="http://schemas.openxmlformats.org/officeDocument/2006/relationships/image" Target="../media/image134.png"/><Relationship Id="rId10" Type="http://schemas.microsoft.com/office/2007/relationships/hdphoto" Target="../media/hdphoto12.wdp"/><Relationship Id="rId4" Type="http://schemas.openxmlformats.org/officeDocument/2006/relationships/image" Target="../media/image109.png"/><Relationship Id="rId9" Type="http://schemas.openxmlformats.org/officeDocument/2006/relationships/image" Target="../media/image110.png"/></Relationships>
</file>

<file path=ppt/slides/_rels/slide293.xml.rels><?xml version="1.0" encoding="UTF-8" standalone="yes"?>
<Relationships xmlns="http://schemas.openxmlformats.org/package/2006/relationships"><Relationship Id="rId8" Type="http://schemas.openxmlformats.org/officeDocument/2006/relationships/image" Target="../media/image124.png"/><Relationship Id="rId13" Type="http://schemas.openxmlformats.org/officeDocument/2006/relationships/image" Target="../media/image108.png"/><Relationship Id="rId3" Type="http://schemas.openxmlformats.org/officeDocument/2006/relationships/image" Target="../media/image130.png"/><Relationship Id="rId7" Type="http://schemas.openxmlformats.org/officeDocument/2006/relationships/image" Target="../media/image137.svg"/><Relationship Id="rId12" Type="http://schemas.microsoft.com/office/2007/relationships/hdphoto" Target="../media/hdphoto12.wdp"/><Relationship Id="rId2" Type="http://schemas.openxmlformats.org/officeDocument/2006/relationships/notesSlide" Target="../notesSlides/notesSlide58.xml"/><Relationship Id="rId1" Type="http://schemas.openxmlformats.org/officeDocument/2006/relationships/slideLayout" Target="../slideLayouts/slideLayout1.xml"/><Relationship Id="rId6" Type="http://schemas.microsoft.com/office/2007/relationships/hdphoto" Target="../media/hdphoto19.wdp"/><Relationship Id="rId11" Type="http://schemas.openxmlformats.org/officeDocument/2006/relationships/image" Target="../media/image110.png"/><Relationship Id="rId5" Type="http://schemas.openxmlformats.org/officeDocument/2006/relationships/image" Target="../media/image136.png"/><Relationship Id="rId10" Type="http://schemas.openxmlformats.org/officeDocument/2006/relationships/image" Target="../media/image38.png"/><Relationship Id="rId4" Type="http://schemas.openxmlformats.org/officeDocument/2006/relationships/image" Target="../media/image109.png"/><Relationship Id="rId9" Type="http://schemas.openxmlformats.org/officeDocument/2006/relationships/image" Target="../media/image40.png"/></Relationships>
</file>

<file path=ppt/slides/_rels/slide294.xml.rels><?xml version="1.0" encoding="UTF-8" standalone="yes"?>
<Relationships xmlns="http://schemas.openxmlformats.org/package/2006/relationships"><Relationship Id="rId3" Type="http://schemas.openxmlformats.org/officeDocument/2006/relationships/image" Target="../media/image86.png"/><Relationship Id="rId2" Type="http://schemas.openxmlformats.org/officeDocument/2006/relationships/notesSlide" Target="../notesSlides/notesSlide59.xml"/><Relationship Id="rId1" Type="http://schemas.openxmlformats.org/officeDocument/2006/relationships/slideLayout" Target="../slideLayouts/slideLayout1.xml"/></Relationships>
</file>

<file path=ppt/slides/_rels/slide295.xml.rels><?xml version="1.0" encoding="UTF-8" standalone="yes"?>
<Relationships xmlns="http://schemas.openxmlformats.org/package/2006/relationships"><Relationship Id="rId3" Type="http://schemas.openxmlformats.org/officeDocument/2006/relationships/image" Target="../media/image138.png"/><Relationship Id="rId2" Type="http://schemas.openxmlformats.org/officeDocument/2006/relationships/notesSlide" Target="../notesSlides/notesSlide60.xml"/><Relationship Id="rId1" Type="http://schemas.openxmlformats.org/officeDocument/2006/relationships/slideLayout" Target="../slideLayouts/slideLayout1.xml"/></Relationships>
</file>

<file path=ppt/slides/_rels/slide296.xml.rels><?xml version="1.0" encoding="UTF-8" standalone="yes"?>
<Relationships xmlns="http://schemas.openxmlformats.org/package/2006/relationships"><Relationship Id="rId3" Type="http://schemas.openxmlformats.org/officeDocument/2006/relationships/image" Target="../media/image139.png"/><Relationship Id="rId2" Type="http://schemas.openxmlformats.org/officeDocument/2006/relationships/notesSlide" Target="../notesSlides/notesSlide61.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5E4FD5-51F4-B44B-FC29-3EA81A2F2985}"/>
            </a:ext>
          </a:extLst>
        </p:cNvPr>
        <p:cNvGrpSpPr/>
        <p:nvPr/>
      </p:nvGrpSpPr>
      <p:grpSpPr>
        <a:xfrm>
          <a:off x="0" y="0"/>
          <a:ext cx="0" cy="0"/>
          <a:chOff x="0" y="0"/>
          <a:chExt cx="0" cy="0"/>
        </a:xfrm>
      </p:grpSpPr>
      <p:sp>
        <p:nvSpPr>
          <p:cNvPr id="2" name="楕円 1">
            <a:extLst>
              <a:ext uri="{FF2B5EF4-FFF2-40B4-BE49-F238E27FC236}">
                <a16:creationId xmlns:a16="http://schemas.microsoft.com/office/drawing/2014/main" id="{FC022181-00BE-AA58-0580-A3FF59C76406}"/>
              </a:ext>
            </a:extLst>
          </p:cNvPr>
          <p:cNvSpPr/>
          <p:nvPr/>
        </p:nvSpPr>
        <p:spPr>
          <a:xfrm>
            <a:off x="5042317" y="575398"/>
            <a:ext cx="2107366" cy="2107366"/>
          </a:xfrm>
          <a:prstGeom prst="ellipse">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kumimoji="1" lang="ja-JP" altLang="en-US" sz="5400" dirty="0">
                <a:solidFill>
                  <a:schemeClr val="tx1">
                    <a:lumMod val="85000"/>
                    <a:lumOff val="15000"/>
                  </a:schemeClr>
                </a:solidFill>
                <a:latin typeface="瀞ノグリッチ黒体 H1" pitchFamily="50" charset="-128"/>
                <a:ea typeface="瀞ノグリッチ黒体 H1" pitchFamily="50" charset="-128"/>
              </a:rPr>
              <a:t>技</a:t>
            </a:r>
          </a:p>
        </p:txBody>
      </p:sp>
      <p:sp>
        <p:nvSpPr>
          <p:cNvPr id="3" name="楕円 2">
            <a:extLst>
              <a:ext uri="{FF2B5EF4-FFF2-40B4-BE49-F238E27FC236}">
                <a16:creationId xmlns:a16="http://schemas.microsoft.com/office/drawing/2014/main" id="{3C949AE5-8D29-253E-6C93-A39552A24257}"/>
              </a:ext>
            </a:extLst>
          </p:cNvPr>
          <p:cNvSpPr/>
          <p:nvPr/>
        </p:nvSpPr>
        <p:spPr>
          <a:xfrm>
            <a:off x="2810691" y="3809476"/>
            <a:ext cx="2107366" cy="2107366"/>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5400" dirty="0">
                <a:solidFill>
                  <a:schemeClr val="tx1">
                    <a:lumMod val="85000"/>
                    <a:lumOff val="15000"/>
                  </a:schemeClr>
                </a:solidFill>
                <a:latin typeface="瀞ノグリッチ黒体 H1" pitchFamily="50" charset="-128"/>
                <a:ea typeface="瀞ノグリッチ黒体 H1" pitchFamily="50" charset="-128"/>
              </a:rPr>
              <a:t>剛</a:t>
            </a:r>
          </a:p>
        </p:txBody>
      </p:sp>
      <p:sp>
        <p:nvSpPr>
          <p:cNvPr id="4" name="楕円 3">
            <a:extLst>
              <a:ext uri="{FF2B5EF4-FFF2-40B4-BE49-F238E27FC236}">
                <a16:creationId xmlns:a16="http://schemas.microsoft.com/office/drawing/2014/main" id="{72EEAEFE-57F1-87FD-6534-400582102804}"/>
              </a:ext>
            </a:extLst>
          </p:cNvPr>
          <p:cNvSpPr/>
          <p:nvPr/>
        </p:nvSpPr>
        <p:spPr>
          <a:xfrm>
            <a:off x="7273943" y="3809476"/>
            <a:ext cx="2107366" cy="2107366"/>
          </a:xfrm>
          <a:prstGeom prst="ellipse">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kumimoji="1" lang="ja-JP" altLang="en-US" sz="5400" dirty="0">
                <a:solidFill>
                  <a:schemeClr val="tx1">
                    <a:lumMod val="85000"/>
                    <a:lumOff val="15000"/>
                  </a:schemeClr>
                </a:solidFill>
                <a:latin typeface="瀞ノグリッチ黒体 H1" pitchFamily="50" charset="-128"/>
                <a:ea typeface="瀞ノグリッチ黒体 H1" pitchFamily="50" charset="-128"/>
              </a:rPr>
              <a:t>速</a:t>
            </a:r>
          </a:p>
        </p:txBody>
      </p:sp>
      <p:grpSp>
        <p:nvGrpSpPr>
          <p:cNvPr id="10" name="グループ化 9">
            <a:extLst>
              <a:ext uri="{FF2B5EF4-FFF2-40B4-BE49-F238E27FC236}">
                <a16:creationId xmlns:a16="http://schemas.microsoft.com/office/drawing/2014/main" id="{EAB1656C-933E-B050-0503-18DEF57FD7D9}"/>
              </a:ext>
            </a:extLst>
          </p:cNvPr>
          <p:cNvGrpSpPr/>
          <p:nvPr/>
        </p:nvGrpSpPr>
        <p:grpSpPr>
          <a:xfrm rot="3958696" flipH="1">
            <a:off x="4351912" y="2085077"/>
            <a:ext cx="1186181" cy="2262546"/>
            <a:chOff x="4481651" y="2181227"/>
            <a:chExt cx="1186181" cy="2262546"/>
          </a:xfrm>
        </p:grpSpPr>
        <p:sp>
          <p:nvSpPr>
            <p:cNvPr id="8" name="矢印: 右 7">
              <a:extLst>
                <a:ext uri="{FF2B5EF4-FFF2-40B4-BE49-F238E27FC236}">
                  <a16:creationId xmlns:a16="http://schemas.microsoft.com/office/drawing/2014/main" id="{FAE1B166-1D15-C217-6A02-4680E5F10707}"/>
                </a:ext>
              </a:extLst>
            </p:cNvPr>
            <p:cNvSpPr/>
            <p:nvPr/>
          </p:nvSpPr>
          <p:spPr>
            <a:xfrm rot="18104436">
              <a:off x="3841185" y="2821693"/>
              <a:ext cx="1765563" cy="484632"/>
            </a:xfrm>
            <a:prstGeom prst="rightArrow">
              <a:avLst/>
            </a:prstGeom>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kumimoji="1" lang="ja-JP" altLang="en-US"/>
            </a:p>
          </p:txBody>
        </p:sp>
        <p:sp>
          <p:nvSpPr>
            <p:cNvPr id="9" name="矢印: 右 8">
              <a:extLst>
                <a:ext uri="{FF2B5EF4-FFF2-40B4-BE49-F238E27FC236}">
                  <a16:creationId xmlns:a16="http://schemas.microsoft.com/office/drawing/2014/main" id="{117D10BE-6BE1-0FD8-5754-FC8754B3F84B}"/>
                </a:ext>
              </a:extLst>
            </p:cNvPr>
            <p:cNvSpPr/>
            <p:nvPr/>
          </p:nvSpPr>
          <p:spPr>
            <a:xfrm rot="18104436" flipH="1" flipV="1">
              <a:off x="4542734" y="3318676"/>
              <a:ext cx="1765563" cy="484632"/>
            </a:xfrm>
            <a:prstGeom prst="rightArrow">
              <a:avLst/>
            </a:prstGeom>
            <a:solidFill>
              <a:schemeClr val="bg2">
                <a:lumMod val="50000"/>
              </a:schemeClr>
            </a:soli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kumimoji="1" lang="ja-JP" altLang="en-US"/>
            </a:p>
          </p:txBody>
        </p:sp>
      </p:grpSp>
      <p:grpSp>
        <p:nvGrpSpPr>
          <p:cNvPr id="17" name="グループ化 16">
            <a:extLst>
              <a:ext uri="{FF2B5EF4-FFF2-40B4-BE49-F238E27FC236}">
                <a16:creationId xmlns:a16="http://schemas.microsoft.com/office/drawing/2014/main" id="{802F3C1B-E275-BDCB-1217-5272F3C8AE27}"/>
              </a:ext>
            </a:extLst>
          </p:cNvPr>
          <p:cNvGrpSpPr/>
          <p:nvPr/>
        </p:nvGrpSpPr>
        <p:grpSpPr>
          <a:xfrm flipH="1">
            <a:off x="6732658" y="2071192"/>
            <a:ext cx="1186181" cy="2262546"/>
            <a:chOff x="4481651" y="2181227"/>
            <a:chExt cx="1186181" cy="2262546"/>
          </a:xfrm>
        </p:grpSpPr>
        <p:sp>
          <p:nvSpPr>
            <p:cNvPr id="18" name="矢印: 右 17">
              <a:extLst>
                <a:ext uri="{FF2B5EF4-FFF2-40B4-BE49-F238E27FC236}">
                  <a16:creationId xmlns:a16="http://schemas.microsoft.com/office/drawing/2014/main" id="{28C433F9-93B7-1DF8-8240-403C0FC694F1}"/>
                </a:ext>
              </a:extLst>
            </p:cNvPr>
            <p:cNvSpPr/>
            <p:nvPr/>
          </p:nvSpPr>
          <p:spPr>
            <a:xfrm rot="18104436">
              <a:off x="3841185" y="2821693"/>
              <a:ext cx="1765563" cy="484632"/>
            </a:xfrm>
            <a:prstGeom prst="rightArrow">
              <a:avLst/>
            </a:prstGeom>
            <a:solidFill>
              <a:schemeClr val="bg2">
                <a:lumMod val="50000"/>
              </a:schemeClr>
            </a:soli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kumimoji="1" lang="ja-JP" altLang="en-US"/>
            </a:p>
          </p:txBody>
        </p:sp>
        <p:sp>
          <p:nvSpPr>
            <p:cNvPr id="19" name="矢印: 右 18">
              <a:extLst>
                <a:ext uri="{FF2B5EF4-FFF2-40B4-BE49-F238E27FC236}">
                  <a16:creationId xmlns:a16="http://schemas.microsoft.com/office/drawing/2014/main" id="{847915A5-A1E2-6FA2-631E-E0320D07B719}"/>
                </a:ext>
              </a:extLst>
            </p:cNvPr>
            <p:cNvSpPr/>
            <p:nvPr/>
          </p:nvSpPr>
          <p:spPr>
            <a:xfrm rot="18104436" flipH="1" flipV="1">
              <a:off x="4542734" y="3318676"/>
              <a:ext cx="1765563" cy="484632"/>
            </a:xfrm>
            <a:prstGeom prst="rightArrow">
              <a:avLst/>
            </a:prstGeom>
            <a:solidFill>
              <a:schemeClr val="accent2"/>
            </a:soli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kumimoji="1" lang="ja-JP" altLang="en-US"/>
            </a:p>
          </p:txBody>
        </p:sp>
      </p:grpSp>
      <p:grpSp>
        <p:nvGrpSpPr>
          <p:cNvPr id="20" name="グループ化 19">
            <a:extLst>
              <a:ext uri="{FF2B5EF4-FFF2-40B4-BE49-F238E27FC236}">
                <a16:creationId xmlns:a16="http://schemas.microsoft.com/office/drawing/2014/main" id="{A83C2717-BED2-AC25-57E9-B15BA8AFF596}"/>
              </a:ext>
            </a:extLst>
          </p:cNvPr>
          <p:cNvGrpSpPr/>
          <p:nvPr/>
        </p:nvGrpSpPr>
        <p:grpSpPr>
          <a:xfrm rot="7307362" flipH="1">
            <a:off x="5502909" y="3966137"/>
            <a:ext cx="1186181" cy="2262546"/>
            <a:chOff x="4481651" y="2181227"/>
            <a:chExt cx="1186181" cy="2262546"/>
          </a:xfrm>
        </p:grpSpPr>
        <p:sp>
          <p:nvSpPr>
            <p:cNvPr id="21" name="矢印: 右 20">
              <a:extLst>
                <a:ext uri="{FF2B5EF4-FFF2-40B4-BE49-F238E27FC236}">
                  <a16:creationId xmlns:a16="http://schemas.microsoft.com/office/drawing/2014/main" id="{55521B05-1B75-961C-0A2E-9E66A3F52322}"/>
                </a:ext>
              </a:extLst>
            </p:cNvPr>
            <p:cNvSpPr/>
            <p:nvPr/>
          </p:nvSpPr>
          <p:spPr>
            <a:xfrm rot="18104436">
              <a:off x="3841185" y="2821693"/>
              <a:ext cx="1765563" cy="484632"/>
            </a:xfrm>
            <a:prstGeom prst="rightArrow">
              <a:avLst/>
            </a:prstGeom>
            <a:solidFill>
              <a:schemeClr val="bg2">
                <a:lumMod val="50000"/>
              </a:schemeClr>
            </a:soli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kumimoji="1" lang="ja-JP" altLang="en-US"/>
            </a:p>
          </p:txBody>
        </p:sp>
        <p:sp>
          <p:nvSpPr>
            <p:cNvPr id="22" name="矢印: 右 21">
              <a:extLst>
                <a:ext uri="{FF2B5EF4-FFF2-40B4-BE49-F238E27FC236}">
                  <a16:creationId xmlns:a16="http://schemas.microsoft.com/office/drawing/2014/main" id="{37558CB2-2542-3519-3F9A-64CD87F16F38}"/>
                </a:ext>
              </a:extLst>
            </p:cNvPr>
            <p:cNvSpPr/>
            <p:nvPr/>
          </p:nvSpPr>
          <p:spPr>
            <a:xfrm rot="18104436" flipH="1" flipV="1">
              <a:off x="4542734" y="3318676"/>
              <a:ext cx="1765563" cy="484632"/>
            </a:xfrm>
            <a:prstGeom prst="rightArrow">
              <a:avLst/>
            </a:prstGeom>
            <a:solidFill>
              <a:schemeClr val="accent2"/>
            </a:soli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kumimoji="1" lang="ja-JP" altLang="en-US"/>
            </a:p>
          </p:txBody>
        </p:sp>
      </p:grpSp>
      <p:sp>
        <p:nvSpPr>
          <p:cNvPr id="23" name="矢印: 右 22">
            <a:extLst>
              <a:ext uri="{FF2B5EF4-FFF2-40B4-BE49-F238E27FC236}">
                <a16:creationId xmlns:a16="http://schemas.microsoft.com/office/drawing/2014/main" id="{98AE4EA3-848F-5441-D8FE-6EEDC4EF6733}"/>
              </a:ext>
            </a:extLst>
          </p:cNvPr>
          <p:cNvSpPr/>
          <p:nvPr/>
        </p:nvSpPr>
        <p:spPr>
          <a:xfrm rot="10802926" flipV="1">
            <a:off x="8346525" y="682112"/>
            <a:ext cx="2294609" cy="1131488"/>
          </a:xfrm>
          <a:prstGeom prst="rightArrow">
            <a:avLst/>
          </a:prstGeom>
          <a:solidFill>
            <a:schemeClr val="accent2"/>
          </a:soli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kumimoji="1" lang="ja-JP" altLang="en-US" sz="2400" dirty="0">
                <a:solidFill>
                  <a:schemeClr val="tx1">
                    <a:lumMod val="85000"/>
                    <a:lumOff val="15000"/>
                  </a:schemeClr>
                </a:solidFill>
                <a:latin typeface="瀞ノグリッチ黒体 H1" pitchFamily="50" charset="-128"/>
                <a:ea typeface="瀞ノグリッチ黒体 H1" pitchFamily="50" charset="-128"/>
              </a:rPr>
              <a:t>相性有利</a:t>
            </a:r>
          </a:p>
        </p:txBody>
      </p:sp>
      <p:sp>
        <p:nvSpPr>
          <p:cNvPr id="24" name="矢印: 右 23">
            <a:extLst>
              <a:ext uri="{FF2B5EF4-FFF2-40B4-BE49-F238E27FC236}">
                <a16:creationId xmlns:a16="http://schemas.microsoft.com/office/drawing/2014/main" id="{8FB767B0-90CC-D2E1-AF76-788850ED25CF}"/>
              </a:ext>
            </a:extLst>
          </p:cNvPr>
          <p:cNvSpPr/>
          <p:nvPr/>
        </p:nvSpPr>
        <p:spPr>
          <a:xfrm rot="10802926" flipV="1">
            <a:off x="8346526" y="1916060"/>
            <a:ext cx="2294609" cy="1131488"/>
          </a:xfrm>
          <a:prstGeom prst="rightArrow">
            <a:avLst/>
          </a:prstGeom>
          <a:solidFill>
            <a:schemeClr val="bg2">
              <a:lumMod val="50000"/>
            </a:schemeClr>
          </a:soli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kumimoji="1" lang="ja-JP" altLang="en-US" sz="2400" dirty="0">
                <a:solidFill>
                  <a:schemeClr val="bg1">
                    <a:lumMod val="85000"/>
                  </a:schemeClr>
                </a:solidFill>
                <a:latin typeface="瀞ノグリッチ黒体 H1" pitchFamily="50" charset="-128"/>
                <a:ea typeface="瀞ノグリッチ黒体 H1" pitchFamily="50" charset="-128"/>
              </a:rPr>
              <a:t>相性不利</a:t>
            </a:r>
          </a:p>
        </p:txBody>
      </p:sp>
    </p:spTree>
    <p:extLst>
      <p:ext uri="{BB962C8B-B14F-4D97-AF65-F5344CB8AC3E}">
        <p14:creationId xmlns:p14="http://schemas.microsoft.com/office/powerpoint/2010/main" val="196035916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テキスト ボックス 4">
            <a:extLst>
              <a:ext uri="{FF2B5EF4-FFF2-40B4-BE49-F238E27FC236}">
                <a16:creationId xmlns:a16="http://schemas.microsoft.com/office/drawing/2014/main" id="{9058C941-EE05-D4F8-134D-86DBE04D9673}"/>
              </a:ext>
            </a:extLst>
          </p:cNvPr>
          <p:cNvSpPr txBox="1"/>
          <p:nvPr/>
        </p:nvSpPr>
        <p:spPr>
          <a:xfrm>
            <a:off x="3048383" y="2967335"/>
            <a:ext cx="6095234" cy="923330"/>
          </a:xfrm>
          <a:prstGeom prst="rect">
            <a:avLst/>
          </a:prstGeom>
          <a:noFill/>
        </p:spPr>
        <p:txBody>
          <a:bodyPr wrap="square">
            <a:spAutoFit/>
          </a:bodyPr>
          <a:lstStyle/>
          <a:p>
            <a:pPr algn="ctr"/>
            <a:r>
              <a:rPr kumimoji="1" lang="ja-JP" altLang="en-US" sz="5400">
                <a:solidFill>
                  <a:schemeClr val="bg1">
                    <a:lumMod val="85000"/>
                  </a:schemeClr>
                </a:solidFill>
                <a:latin typeface="瀞ノグリッチ黒体 H1" pitchFamily="50" charset="-128"/>
                <a:ea typeface="瀞ノグリッチ黒体 H1" pitchFamily="50" charset="-128"/>
              </a:rPr>
              <a:t>タイトル</a:t>
            </a:r>
            <a:endParaRPr kumimoji="1" lang="ja-JP" altLang="en-US" sz="5400" dirty="0">
              <a:solidFill>
                <a:schemeClr val="bg1">
                  <a:lumMod val="85000"/>
                </a:schemeClr>
              </a:solidFill>
              <a:latin typeface="瀞ノグリッチ黒体 H1" pitchFamily="50" charset="-128"/>
              <a:ea typeface="瀞ノグリッチ黒体 H1" pitchFamily="50" charset="-128"/>
            </a:endParaRPr>
          </a:p>
        </p:txBody>
      </p:sp>
    </p:spTree>
    <p:extLst>
      <p:ext uri="{BB962C8B-B14F-4D97-AF65-F5344CB8AC3E}">
        <p14:creationId xmlns:p14="http://schemas.microsoft.com/office/powerpoint/2010/main" val="427552433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A4F3"/>
        </a:solidFill>
        <a:effectLst/>
      </p:bgPr>
    </p:bg>
    <p:spTree>
      <p:nvGrpSpPr>
        <p:cNvPr id="1" name="">
          <a:extLst>
            <a:ext uri="{FF2B5EF4-FFF2-40B4-BE49-F238E27FC236}">
              <a16:creationId xmlns:a16="http://schemas.microsoft.com/office/drawing/2014/main" id="{168F12A6-3DBC-2BCC-8351-7B5F660F7C9B}"/>
            </a:ext>
          </a:extLst>
        </p:cNvPr>
        <p:cNvGrpSpPr/>
        <p:nvPr/>
      </p:nvGrpSpPr>
      <p:grpSpPr>
        <a:xfrm>
          <a:off x="0" y="0"/>
          <a:ext cx="0" cy="0"/>
          <a:chOff x="0" y="0"/>
          <a:chExt cx="0" cy="0"/>
        </a:xfrm>
      </p:grpSpPr>
    </p:spTree>
    <p:extLst>
      <p:ext uri="{BB962C8B-B14F-4D97-AF65-F5344CB8AC3E}">
        <p14:creationId xmlns:p14="http://schemas.microsoft.com/office/powerpoint/2010/main" val="186118175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A4F3"/>
        </a:solidFill>
        <a:effectLst/>
      </p:bgPr>
    </p:bg>
    <p:spTree>
      <p:nvGrpSpPr>
        <p:cNvPr id="1" name="">
          <a:extLst>
            <a:ext uri="{FF2B5EF4-FFF2-40B4-BE49-F238E27FC236}">
              <a16:creationId xmlns:a16="http://schemas.microsoft.com/office/drawing/2014/main" id="{D2355FF1-277E-9DD0-2FE4-6EA68DE46DE0}"/>
            </a:ext>
          </a:extLst>
        </p:cNvPr>
        <p:cNvGrpSpPr/>
        <p:nvPr/>
      </p:nvGrpSpPr>
      <p:grpSpPr>
        <a:xfrm>
          <a:off x="0" y="0"/>
          <a:ext cx="0" cy="0"/>
          <a:chOff x="0" y="0"/>
          <a:chExt cx="0" cy="0"/>
        </a:xfrm>
      </p:grpSpPr>
      <p:pic>
        <p:nvPicPr>
          <p:cNvPr id="4" name="図 3">
            <a:extLst>
              <a:ext uri="{FF2B5EF4-FFF2-40B4-BE49-F238E27FC236}">
                <a16:creationId xmlns:a16="http://schemas.microsoft.com/office/drawing/2014/main" id="{6276FA18-46D7-6A8C-0115-062AE880A2C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783266" y="268073"/>
            <a:ext cx="6625468" cy="3312734"/>
          </a:xfrm>
          <a:prstGeom prst="rect">
            <a:avLst/>
          </a:prstGeom>
        </p:spPr>
      </p:pic>
      <p:sp>
        <p:nvSpPr>
          <p:cNvPr id="10" name="テキスト ボックス 9">
            <a:extLst>
              <a:ext uri="{FF2B5EF4-FFF2-40B4-BE49-F238E27FC236}">
                <a16:creationId xmlns:a16="http://schemas.microsoft.com/office/drawing/2014/main" id="{4DF442EB-E5A8-CE0B-3D08-FBF5DC322381}"/>
              </a:ext>
            </a:extLst>
          </p:cNvPr>
          <p:cNvSpPr txBox="1"/>
          <p:nvPr/>
        </p:nvSpPr>
        <p:spPr>
          <a:xfrm>
            <a:off x="10202172" y="105024"/>
            <a:ext cx="1653017" cy="461665"/>
          </a:xfrm>
          <a:prstGeom prst="rect">
            <a:avLst/>
          </a:prstGeom>
          <a:noFill/>
        </p:spPr>
        <p:txBody>
          <a:bodyPr wrap="none" rtlCol="0">
            <a:spAutoFit/>
          </a:bodyPr>
          <a:lstStyle/>
          <a:p>
            <a:r>
              <a:rPr lang="en-US" altLang="ja-JP" sz="2400" b="1" dirty="0">
                <a:solidFill>
                  <a:schemeClr val="bg1">
                    <a:lumMod val="95000"/>
                  </a:schemeClr>
                </a:solidFill>
                <a:latin typeface="和音 Joyo R" panose="00000500000000000000" pitchFamily="50" charset="-128"/>
                <a:ea typeface="和音 Joyo R" panose="00000500000000000000" pitchFamily="50" charset="-128"/>
              </a:rPr>
              <a:t>Ver.0.0.0</a:t>
            </a:r>
            <a:endParaRPr kumimoji="1" lang="ja-JP" altLang="en-US" sz="3200" b="1" dirty="0">
              <a:solidFill>
                <a:srgbClr val="CC00FF"/>
              </a:solidFill>
              <a:latin typeface="和音 Joyo R" panose="00000500000000000000" pitchFamily="50" charset="-128"/>
              <a:ea typeface="和音 Joyo R" panose="00000500000000000000" pitchFamily="50" charset="-128"/>
            </a:endParaRPr>
          </a:p>
        </p:txBody>
      </p:sp>
      <p:sp>
        <p:nvSpPr>
          <p:cNvPr id="6" name="テキスト ボックス 5">
            <a:extLst>
              <a:ext uri="{FF2B5EF4-FFF2-40B4-BE49-F238E27FC236}">
                <a16:creationId xmlns:a16="http://schemas.microsoft.com/office/drawing/2014/main" id="{3C06537F-4EA7-AD8E-3C93-3292DB3CBDEA}"/>
              </a:ext>
            </a:extLst>
          </p:cNvPr>
          <p:cNvSpPr txBox="1"/>
          <p:nvPr/>
        </p:nvSpPr>
        <p:spPr>
          <a:xfrm>
            <a:off x="5160488" y="3658088"/>
            <a:ext cx="1871025" cy="584775"/>
          </a:xfrm>
          <a:prstGeom prst="rect">
            <a:avLst/>
          </a:prstGeom>
          <a:noFill/>
        </p:spPr>
        <p:txBody>
          <a:bodyPr wrap="none" rtlCol="0">
            <a:spAutoFit/>
          </a:bodyPr>
          <a:lstStyle/>
          <a:p>
            <a:r>
              <a:rPr lang="ja-JP" altLang="en-US" sz="3200" b="1" dirty="0">
                <a:solidFill>
                  <a:srgbClr val="FF00FF"/>
                </a:solidFill>
                <a:latin typeface="和音 Joyo R" panose="00000500000000000000" pitchFamily="50" charset="-128"/>
                <a:ea typeface="和音 Joyo R" panose="00000500000000000000" pitchFamily="50" charset="-128"/>
              </a:rPr>
              <a:t>始めから</a:t>
            </a:r>
            <a:endParaRPr kumimoji="1" lang="ja-JP" altLang="en-US" sz="4000" b="1" dirty="0">
              <a:solidFill>
                <a:srgbClr val="FF00FF"/>
              </a:solidFill>
              <a:latin typeface="和音 Joyo R" panose="00000500000000000000" pitchFamily="50" charset="-128"/>
              <a:ea typeface="和音 Joyo R" panose="00000500000000000000" pitchFamily="50" charset="-128"/>
            </a:endParaRPr>
          </a:p>
        </p:txBody>
      </p:sp>
      <p:sp>
        <p:nvSpPr>
          <p:cNvPr id="8" name="テキスト ボックス 7">
            <a:extLst>
              <a:ext uri="{FF2B5EF4-FFF2-40B4-BE49-F238E27FC236}">
                <a16:creationId xmlns:a16="http://schemas.microsoft.com/office/drawing/2014/main" id="{3822D4AC-0843-F6CE-2AA9-C8A515F1A1F4}"/>
              </a:ext>
            </a:extLst>
          </p:cNvPr>
          <p:cNvSpPr txBox="1"/>
          <p:nvPr/>
        </p:nvSpPr>
        <p:spPr>
          <a:xfrm>
            <a:off x="5160488" y="4397424"/>
            <a:ext cx="1871025" cy="584775"/>
          </a:xfrm>
          <a:prstGeom prst="rect">
            <a:avLst/>
          </a:prstGeom>
          <a:noFill/>
        </p:spPr>
        <p:txBody>
          <a:bodyPr wrap="none" rtlCol="0">
            <a:spAutoFit/>
          </a:bodyPr>
          <a:lstStyle/>
          <a:p>
            <a:r>
              <a:rPr lang="ja-JP" altLang="en-US" sz="3200" b="1" dirty="0">
                <a:solidFill>
                  <a:schemeClr val="bg1">
                    <a:lumMod val="95000"/>
                  </a:schemeClr>
                </a:solidFill>
                <a:latin typeface="和音 Joyo R" panose="00000500000000000000" pitchFamily="50" charset="-128"/>
                <a:ea typeface="和音 Joyo R" panose="00000500000000000000" pitchFamily="50" charset="-128"/>
              </a:rPr>
              <a:t>続きから</a:t>
            </a:r>
            <a:endParaRPr kumimoji="1" lang="ja-JP" altLang="en-US" sz="4000" b="1" dirty="0">
              <a:solidFill>
                <a:schemeClr val="bg1">
                  <a:lumMod val="95000"/>
                </a:schemeClr>
              </a:solidFill>
              <a:latin typeface="和音 Joyo R" panose="00000500000000000000" pitchFamily="50" charset="-128"/>
              <a:ea typeface="和音 Joyo R" panose="00000500000000000000" pitchFamily="50" charset="-128"/>
            </a:endParaRPr>
          </a:p>
        </p:txBody>
      </p:sp>
      <p:sp>
        <p:nvSpPr>
          <p:cNvPr id="12" name="テキスト ボックス 11">
            <a:extLst>
              <a:ext uri="{FF2B5EF4-FFF2-40B4-BE49-F238E27FC236}">
                <a16:creationId xmlns:a16="http://schemas.microsoft.com/office/drawing/2014/main" id="{7E57C4C6-5423-E837-A632-DC04B9489A15}"/>
              </a:ext>
            </a:extLst>
          </p:cNvPr>
          <p:cNvSpPr txBox="1"/>
          <p:nvPr/>
        </p:nvSpPr>
        <p:spPr>
          <a:xfrm>
            <a:off x="4949693" y="5136760"/>
            <a:ext cx="2292615" cy="584775"/>
          </a:xfrm>
          <a:prstGeom prst="rect">
            <a:avLst/>
          </a:prstGeom>
          <a:noFill/>
        </p:spPr>
        <p:txBody>
          <a:bodyPr wrap="none" rtlCol="0">
            <a:spAutoFit/>
          </a:bodyPr>
          <a:lstStyle/>
          <a:p>
            <a:r>
              <a:rPr lang="ja-JP" altLang="en-US" sz="3200" b="1" dirty="0">
                <a:solidFill>
                  <a:schemeClr val="bg1">
                    <a:lumMod val="95000"/>
                  </a:schemeClr>
                </a:solidFill>
                <a:latin typeface="和音 Joyo R" panose="00000500000000000000" pitchFamily="50" charset="-128"/>
                <a:ea typeface="和音 Joyo R" panose="00000500000000000000" pitchFamily="50" charset="-128"/>
              </a:rPr>
              <a:t>ゲーム終了</a:t>
            </a:r>
            <a:endParaRPr kumimoji="1" lang="ja-JP" altLang="en-US" sz="4000" b="1" dirty="0">
              <a:solidFill>
                <a:schemeClr val="bg1">
                  <a:lumMod val="95000"/>
                </a:schemeClr>
              </a:solidFill>
              <a:latin typeface="和音 Joyo R" panose="00000500000000000000" pitchFamily="50" charset="-128"/>
              <a:ea typeface="和音 Joyo R" panose="00000500000000000000" pitchFamily="50" charset="-128"/>
            </a:endParaRPr>
          </a:p>
        </p:txBody>
      </p:sp>
      <p:sp>
        <p:nvSpPr>
          <p:cNvPr id="14" name="テキスト ボックス 13">
            <a:extLst>
              <a:ext uri="{FF2B5EF4-FFF2-40B4-BE49-F238E27FC236}">
                <a16:creationId xmlns:a16="http://schemas.microsoft.com/office/drawing/2014/main" id="{434DF7BA-FB64-6A19-323C-B67D068D4DAA}"/>
              </a:ext>
            </a:extLst>
          </p:cNvPr>
          <p:cNvSpPr txBox="1"/>
          <p:nvPr/>
        </p:nvSpPr>
        <p:spPr>
          <a:xfrm>
            <a:off x="5160488" y="5876097"/>
            <a:ext cx="1871025" cy="584775"/>
          </a:xfrm>
          <a:prstGeom prst="rect">
            <a:avLst/>
          </a:prstGeom>
          <a:noFill/>
        </p:spPr>
        <p:txBody>
          <a:bodyPr wrap="none" rtlCol="0">
            <a:spAutoFit/>
          </a:bodyPr>
          <a:lstStyle/>
          <a:p>
            <a:r>
              <a:rPr lang="ja-JP" altLang="en-US" sz="3200" b="1" dirty="0">
                <a:solidFill>
                  <a:schemeClr val="bg1">
                    <a:lumMod val="95000"/>
                  </a:schemeClr>
                </a:solidFill>
                <a:latin typeface="和音 Joyo R" panose="00000500000000000000" pitchFamily="50" charset="-128"/>
                <a:ea typeface="和音 Joyo R" panose="00000500000000000000" pitchFamily="50" charset="-128"/>
              </a:rPr>
              <a:t>環境設定</a:t>
            </a:r>
            <a:endParaRPr kumimoji="1" lang="ja-JP" altLang="en-US" sz="4000" b="1" dirty="0">
              <a:solidFill>
                <a:schemeClr val="bg1">
                  <a:lumMod val="95000"/>
                </a:schemeClr>
              </a:solidFill>
              <a:latin typeface="和音 Joyo R" panose="00000500000000000000" pitchFamily="50" charset="-128"/>
              <a:ea typeface="和音 Joyo R" panose="00000500000000000000" pitchFamily="50" charset="-128"/>
            </a:endParaRPr>
          </a:p>
        </p:txBody>
      </p:sp>
      <p:cxnSp>
        <p:nvCxnSpPr>
          <p:cNvPr id="17" name="直線コネクタ 16">
            <a:extLst>
              <a:ext uri="{FF2B5EF4-FFF2-40B4-BE49-F238E27FC236}">
                <a16:creationId xmlns:a16="http://schemas.microsoft.com/office/drawing/2014/main" id="{EFC553A6-B9B4-FE4E-B93E-B7037F54F783}"/>
              </a:ext>
            </a:extLst>
          </p:cNvPr>
          <p:cNvCxnSpPr>
            <a:cxnSpLocks/>
          </p:cNvCxnSpPr>
          <p:nvPr/>
        </p:nvCxnSpPr>
        <p:spPr>
          <a:xfrm>
            <a:off x="2537261" y="4301734"/>
            <a:ext cx="7117479" cy="0"/>
          </a:xfrm>
          <a:prstGeom prst="line">
            <a:avLst/>
          </a:prstGeom>
          <a:ln>
            <a:solidFill>
              <a:srgbClr val="FF00FF"/>
            </a:solidFill>
            <a:headEnd type="stealth"/>
            <a:tailEnd type="stealth"/>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91389401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A4F3"/>
        </a:solidFill>
        <a:effectLst/>
      </p:bgPr>
    </p:bg>
    <p:spTree>
      <p:nvGrpSpPr>
        <p:cNvPr id="1" name="">
          <a:extLst>
            <a:ext uri="{FF2B5EF4-FFF2-40B4-BE49-F238E27FC236}">
              <a16:creationId xmlns:a16="http://schemas.microsoft.com/office/drawing/2014/main" id="{4EA6F1F0-B1EB-ED69-42A8-6394B0D5E391}"/>
            </a:ext>
          </a:extLst>
        </p:cNvPr>
        <p:cNvGrpSpPr/>
        <p:nvPr/>
      </p:nvGrpSpPr>
      <p:grpSpPr>
        <a:xfrm>
          <a:off x="0" y="0"/>
          <a:ext cx="0" cy="0"/>
          <a:chOff x="0" y="0"/>
          <a:chExt cx="0" cy="0"/>
        </a:xfrm>
      </p:grpSpPr>
      <p:pic>
        <p:nvPicPr>
          <p:cNvPr id="4" name="図 3">
            <a:extLst>
              <a:ext uri="{FF2B5EF4-FFF2-40B4-BE49-F238E27FC236}">
                <a16:creationId xmlns:a16="http://schemas.microsoft.com/office/drawing/2014/main" id="{5CECC5DC-B544-BF9B-BD16-8BD8D6CCC62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783266" y="268073"/>
            <a:ext cx="6625468" cy="3312734"/>
          </a:xfrm>
          <a:prstGeom prst="rect">
            <a:avLst/>
          </a:prstGeom>
        </p:spPr>
      </p:pic>
      <p:sp>
        <p:nvSpPr>
          <p:cNvPr id="10" name="テキスト ボックス 9">
            <a:extLst>
              <a:ext uri="{FF2B5EF4-FFF2-40B4-BE49-F238E27FC236}">
                <a16:creationId xmlns:a16="http://schemas.microsoft.com/office/drawing/2014/main" id="{35247F8D-F1BF-A7F4-0E5E-EAE4A2E3AED8}"/>
              </a:ext>
            </a:extLst>
          </p:cNvPr>
          <p:cNvSpPr txBox="1"/>
          <p:nvPr/>
        </p:nvSpPr>
        <p:spPr>
          <a:xfrm>
            <a:off x="10202172" y="105024"/>
            <a:ext cx="1653017" cy="461665"/>
          </a:xfrm>
          <a:prstGeom prst="rect">
            <a:avLst/>
          </a:prstGeom>
          <a:noFill/>
        </p:spPr>
        <p:txBody>
          <a:bodyPr wrap="none" rtlCol="0">
            <a:spAutoFit/>
          </a:bodyPr>
          <a:lstStyle/>
          <a:p>
            <a:r>
              <a:rPr lang="en-US" altLang="ja-JP" sz="2400" b="1" dirty="0">
                <a:solidFill>
                  <a:schemeClr val="bg1">
                    <a:lumMod val="95000"/>
                  </a:schemeClr>
                </a:solidFill>
                <a:latin typeface="和音 Joyo R" panose="00000500000000000000" pitchFamily="50" charset="-128"/>
                <a:ea typeface="和音 Joyo R" panose="00000500000000000000" pitchFamily="50" charset="-128"/>
              </a:rPr>
              <a:t>Ver.0.0.0</a:t>
            </a:r>
            <a:endParaRPr kumimoji="1" lang="ja-JP" altLang="en-US" sz="3200" b="1" dirty="0">
              <a:solidFill>
                <a:srgbClr val="CC00FF"/>
              </a:solidFill>
              <a:latin typeface="和音 Joyo R" panose="00000500000000000000" pitchFamily="50" charset="-128"/>
              <a:ea typeface="和音 Joyo R" panose="00000500000000000000" pitchFamily="50" charset="-128"/>
            </a:endParaRPr>
          </a:p>
        </p:txBody>
      </p:sp>
      <p:sp>
        <p:nvSpPr>
          <p:cNvPr id="6" name="テキスト ボックス 5">
            <a:extLst>
              <a:ext uri="{FF2B5EF4-FFF2-40B4-BE49-F238E27FC236}">
                <a16:creationId xmlns:a16="http://schemas.microsoft.com/office/drawing/2014/main" id="{4A0256F0-3FE6-4057-DD57-2E1A80BD4FCF}"/>
              </a:ext>
            </a:extLst>
          </p:cNvPr>
          <p:cNvSpPr txBox="1"/>
          <p:nvPr/>
        </p:nvSpPr>
        <p:spPr>
          <a:xfrm>
            <a:off x="5160488" y="3658088"/>
            <a:ext cx="1871025" cy="584775"/>
          </a:xfrm>
          <a:prstGeom prst="rect">
            <a:avLst/>
          </a:prstGeom>
          <a:noFill/>
        </p:spPr>
        <p:txBody>
          <a:bodyPr wrap="none" rtlCol="0">
            <a:spAutoFit/>
          </a:bodyPr>
          <a:lstStyle/>
          <a:p>
            <a:r>
              <a:rPr lang="ja-JP" altLang="en-US" sz="3200" b="1" dirty="0">
                <a:solidFill>
                  <a:srgbClr val="FF00FF"/>
                </a:solidFill>
                <a:latin typeface="和音 Joyo R" panose="00000500000000000000" pitchFamily="50" charset="-128"/>
                <a:ea typeface="和音 Joyo R" panose="00000500000000000000" pitchFamily="50" charset="-128"/>
              </a:rPr>
              <a:t>始めから</a:t>
            </a:r>
            <a:endParaRPr kumimoji="1" lang="ja-JP" altLang="en-US" sz="4000" b="1" dirty="0">
              <a:solidFill>
                <a:srgbClr val="FF00FF"/>
              </a:solidFill>
              <a:latin typeface="和音 Joyo R" panose="00000500000000000000" pitchFamily="50" charset="-128"/>
              <a:ea typeface="和音 Joyo R" panose="00000500000000000000" pitchFamily="50" charset="-128"/>
            </a:endParaRPr>
          </a:p>
        </p:txBody>
      </p:sp>
      <p:sp>
        <p:nvSpPr>
          <p:cNvPr id="8" name="テキスト ボックス 7">
            <a:extLst>
              <a:ext uri="{FF2B5EF4-FFF2-40B4-BE49-F238E27FC236}">
                <a16:creationId xmlns:a16="http://schemas.microsoft.com/office/drawing/2014/main" id="{4DE89D51-A810-6804-20CB-A42B4A5F4AE6}"/>
              </a:ext>
            </a:extLst>
          </p:cNvPr>
          <p:cNvSpPr txBox="1"/>
          <p:nvPr/>
        </p:nvSpPr>
        <p:spPr>
          <a:xfrm>
            <a:off x="5160488" y="4397424"/>
            <a:ext cx="1871025" cy="584775"/>
          </a:xfrm>
          <a:prstGeom prst="rect">
            <a:avLst/>
          </a:prstGeom>
          <a:noFill/>
        </p:spPr>
        <p:txBody>
          <a:bodyPr wrap="none" rtlCol="0">
            <a:spAutoFit/>
          </a:bodyPr>
          <a:lstStyle/>
          <a:p>
            <a:r>
              <a:rPr lang="ja-JP" altLang="en-US" sz="3200" b="1" dirty="0">
                <a:solidFill>
                  <a:schemeClr val="bg1">
                    <a:lumMod val="95000"/>
                  </a:schemeClr>
                </a:solidFill>
                <a:latin typeface="和音 Joyo R" panose="00000500000000000000" pitchFamily="50" charset="-128"/>
                <a:ea typeface="和音 Joyo R" panose="00000500000000000000" pitchFamily="50" charset="-128"/>
              </a:rPr>
              <a:t>続きから</a:t>
            </a:r>
            <a:endParaRPr kumimoji="1" lang="ja-JP" altLang="en-US" sz="4000" b="1" dirty="0">
              <a:solidFill>
                <a:schemeClr val="bg1">
                  <a:lumMod val="95000"/>
                </a:schemeClr>
              </a:solidFill>
              <a:latin typeface="和音 Joyo R" panose="00000500000000000000" pitchFamily="50" charset="-128"/>
              <a:ea typeface="和音 Joyo R" panose="00000500000000000000" pitchFamily="50" charset="-128"/>
            </a:endParaRPr>
          </a:p>
        </p:txBody>
      </p:sp>
      <p:sp>
        <p:nvSpPr>
          <p:cNvPr id="12" name="テキスト ボックス 11">
            <a:extLst>
              <a:ext uri="{FF2B5EF4-FFF2-40B4-BE49-F238E27FC236}">
                <a16:creationId xmlns:a16="http://schemas.microsoft.com/office/drawing/2014/main" id="{AE37A76B-EFA4-752B-D900-7439519FE288}"/>
              </a:ext>
            </a:extLst>
          </p:cNvPr>
          <p:cNvSpPr txBox="1"/>
          <p:nvPr/>
        </p:nvSpPr>
        <p:spPr>
          <a:xfrm>
            <a:off x="4949693" y="5136760"/>
            <a:ext cx="2292615" cy="584775"/>
          </a:xfrm>
          <a:prstGeom prst="rect">
            <a:avLst/>
          </a:prstGeom>
          <a:noFill/>
        </p:spPr>
        <p:txBody>
          <a:bodyPr wrap="none" rtlCol="0">
            <a:spAutoFit/>
          </a:bodyPr>
          <a:lstStyle/>
          <a:p>
            <a:r>
              <a:rPr lang="ja-JP" altLang="en-US" sz="3200" b="1" dirty="0">
                <a:solidFill>
                  <a:schemeClr val="bg1">
                    <a:lumMod val="95000"/>
                  </a:schemeClr>
                </a:solidFill>
                <a:latin typeface="和音 Joyo R" panose="00000500000000000000" pitchFamily="50" charset="-128"/>
                <a:ea typeface="和音 Joyo R" panose="00000500000000000000" pitchFamily="50" charset="-128"/>
              </a:rPr>
              <a:t>ゲーム終了</a:t>
            </a:r>
            <a:endParaRPr kumimoji="1" lang="ja-JP" altLang="en-US" sz="4000" b="1" dirty="0">
              <a:solidFill>
                <a:schemeClr val="bg1">
                  <a:lumMod val="95000"/>
                </a:schemeClr>
              </a:solidFill>
              <a:latin typeface="和音 Joyo R" panose="00000500000000000000" pitchFamily="50" charset="-128"/>
              <a:ea typeface="和音 Joyo R" panose="00000500000000000000" pitchFamily="50" charset="-128"/>
            </a:endParaRPr>
          </a:p>
        </p:txBody>
      </p:sp>
      <p:sp>
        <p:nvSpPr>
          <p:cNvPr id="14" name="テキスト ボックス 13">
            <a:extLst>
              <a:ext uri="{FF2B5EF4-FFF2-40B4-BE49-F238E27FC236}">
                <a16:creationId xmlns:a16="http://schemas.microsoft.com/office/drawing/2014/main" id="{D8F63C7D-DFF8-3EB0-9509-43E3C5FAB003}"/>
              </a:ext>
            </a:extLst>
          </p:cNvPr>
          <p:cNvSpPr txBox="1"/>
          <p:nvPr/>
        </p:nvSpPr>
        <p:spPr>
          <a:xfrm>
            <a:off x="5160488" y="5876097"/>
            <a:ext cx="1871025" cy="584775"/>
          </a:xfrm>
          <a:prstGeom prst="rect">
            <a:avLst/>
          </a:prstGeom>
          <a:noFill/>
        </p:spPr>
        <p:txBody>
          <a:bodyPr wrap="none" rtlCol="0">
            <a:spAutoFit/>
          </a:bodyPr>
          <a:lstStyle/>
          <a:p>
            <a:r>
              <a:rPr lang="ja-JP" altLang="en-US" sz="3200" b="1" dirty="0">
                <a:solidFill>
                  <a:schemeClr val="bg1">
                    <a:lumMod val="95000"/>
                  </a:schemeClr>
                </a:solidFill>
                <a:latin typeface="和音 Joyo R" panose="00000500000000000000" pitchFamily="50" charset="-128"/>
                <a:ea typeface="和音 Joyo R" panose="00000500000000000000" pitchFamily="50" charset="-128"/>
              </a:rPr>
              <a:t>環境設定</a:t>
            </a:r>
            <a:endParaRPr kumimoji="1" lang="ja-JP" altLang="en-US" sz="4000" b="1" dirty="0">
              <a:solidFill>
                <a:schemeClr val="bg1">
                  <a:lumMod val="95000"/>
                </a:schemeClr>
              </a:solidFill>
              <a:latin typeface="和音 Joyo R" panose="00000500000000000000" pitchFamily="50" charset="-128"/>
              <a:ea typeface="和音 Joyo R" panose="00000500000000000000" pitchFamily="50" charset="-128"/>
            </a:endParaRPr>
          </a:p>
        </p:txBody>
      </p:sp>
      <p:cxnSp>
        <p:nvCxnSpPr>
          <p:cNvPr id="17" name="直線コネクタ 16">
            <a:extLst>
              <a:ext uri="{FF2B5EF4-FFF2-40B4-BE49-F238E27FC236}">
                <a16:creationId xmlns:a16="http://schemas.microsoft.com/office/drawing/2014/main" id="{D89F946F-D1D1-B31A-3E81-35197E42ADC3}"/>
              </a:ext>
            </a:extLst>
          </p:cNvPr>
          <p:cNvCxnSpPr>
            <a:cxnSpLocks/>
          </p:cNvCxnSpPr>
          <p:nvPr/>
        </p:nvCxnSpPr>
        <p:spPr>
          <a:xfrm>
            <a:off x="2537261" y="4301734"/>
            <a:ext cx="7117479" cy="0"/>
          </a:xfrm>
          <a:prstGeom prst="line">
            <a:avLst/>
          </a:prstGeom>
          <a:ln>
            <a:solidFill>
              <a:srgbClr val="FF00FF"/>
            </a:solidFill>
            <a:headEnd type="stealth"/>
            <a:tailEnd type="stealth"/>
          </a:ln>
        </p:spPr>
        <p:style>
          <a:lnRef idx="2">
            <a:schemeClr val="accent1"/>
          </a:lnRef>
          <a:fillRef idx="0">
            <a:schemeClr val="accent1"/>
          </a:fillRef>
          <a:effectRef idx="1">
            <a:schemeClr val="accent1"/>
          </a:effectRef>
          <a:fontRef idx="minor">
            <a:schemeClr val="tx1"/>
          </a:fontRef>
        </p:style>
      </p:cxnSp>
      <p:sp>
        <p:nvSpPr>
          <p:cNvPr id="2" name="正方形/長方形 1">
            <a:extLst>
              <a:ext uri="{FF2B5EF4-FFF2-40B4-BE49-F238E27FC236}">
                <a16:creationId xmlns:a16="http://schemas.microsoft.com/office/drawing/2014/main" id="{5E76B569-C108-8D38-0706-48068311E048}"/>
              </a:ext>
            </a:extLst>
          </p:cNvPr>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 name="四角形: 角を丸くする 2">
            <a:extLst>
              <a:ext uri="{FF2B5EF4-FFF2-40B4-BE49-F238E27FC236}">
                <a16:creationId xmlns:a16="http://schemas.microsoft.com/office/drawing/2014/main" id="{7BC59A0D-1E9F-3ACD-DB92-56118BB149D6}"/>
              </a:ext>
            </a:extLst>
          </p:cNvPr>
          <p:cNvSpPr/>
          <p:nvPr/>
        </p:nvSpPr>
        <p:spPr>
          <a:xfrm>
            <a:off x="3159741" y="1823168"/>
            <a:ext cx="5872517" cy="3211661"/>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テキスト ボックス 6">
            <a:extLst>
              <a:ext uri="{FF2B5EF4-FFF2-40B4-BE49-F238E27FC236}">
                <a16:creationId xmlns:a16="http://schemas.microsoft.com/office/drawing/2014/main" id="{ADC1686E-BADE-A80C-F32F-0F72B3F42668}"/>
              </a:ext>
            </a:extLst>
          </p:cNvPr>
          <p:cNvSpPr txBox="1"/>
          <p:nvPr/>
        </p:nvSpPr>
        <p:spPr>
          <a:xfrm>
            <a:off x="3684922" y="2409600"/>
            <a:ext cx="4822154" cy="584775"/>
          </a:xfrm>
          <a:prstGeom prst="rect">
            <a:avLst/>
          </a:prstGeom>
          <a:noFill/>
        </p:spPr>
        <p:txBody>
          <a:bodyPr wrap="none" rtlCol="0">
            <a:spAutoFit/>
          </a:bodyPr>
          <a:lstStyle/>
          <a:p>
            <a:pPr algn="ctr"/>
            <a:r>
              <a:rPr kumimoji="1" lang="ja-JP" altLang="en-US" sz="3200" b="1" dirty="0">
                <a:solidFill>
                  <a:schemeClr val="tx1">
                    <a:lumMod val="85000"/>
                    <a:lumOff val="15000"/>
                  </a:schemeClr>
                </a:solidFill>
                <a:latin typeface="和音 Joyo R" panose="00000500000000000000" pitchFamily="50" charset="-128"/>
                <a:ea typeface="和音 Joyo R" panose="00000500000000000000" pitchFamily="50" charset="-128"/>
              </a:rPr>
              <a:t>ゲームを終了しますか？</a:t>
            </a:r>
            <a:endParaRPr kumimoji="1" lang="ja-JP" altLang="en-US" sz="4000" b="1"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sp>
        <p:nvSpPr>
          <p:cNvPr id="11" name="四角形: 角を丸くする 10">
            <a:extLst>
              <a:ext uri="{FF2B5EF4-FFF2-40B4-BE49-F238E27FC236}">
                <a16:creationId xmlns:a16="http://schemas.microsoft.com/office/drawing/2014/main" id="{CA92302A-73A5-31D8-69E9-0BD26DD27F0A}"/>
              </a:ext>
            </a:extLst>
          </p:cNvPr>
          <p:cNvSpPr/>
          <p:nvPr/>
        </p:nvSpPr>
        <p:spPr>
          <a:xfrm>
            <a:off x="6323377" y="3580807"/>
            <a:ext cx="2138224" cy="893978"/>
          </a:xfrm>
          <a:prstGeom prst="roundRect">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400" dirty="0">
                <a:latin typeface="和音 Joyo R" panose="00000500000000000000" pitchFamily="50" charset="-128"/>
                <a:ea typeface="和音 Joyo R" panose="00000500000000000000" pitchFamily="50" charset="-128"/>
              </a:rPr>
              <a:t>はい</a:t>
            </a:r>
          </a:p>
        </p:txBody>
      </p:sp>
      <p:sp>
        <p:nvSpPr>
          <p:cNvPr id="15" name="四角形: 角を丸くする 14">
            <a:extLst>
              <a:ext uri="{FF2B5EF4-FFF2-40B4-BE49-F238E27FC236}">
                <a16:creationId xmlns:a16="http://schemas.microsoft.com/office/drawing/2014/main" id="{4924D8E1-C3DD-9F21-6EAA-DBDEF62E928A}"/>
              </a:ext>
            </a:extLst>
          </p:cNvPr>
          <p:cNvSpPr/>
          <p:nvPr/>
        </p:nvSpPr>
        <p:spPr>
          <a:xfrm>
            <a:off x="3730399" y="3580807"/>
            <a:ext cx="2138224" cy="893978"/>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400" dirty="0">
                <a:latin typeface="和音 Joyo R" panose="00000500000000000000" pitchFamily="50" charset="-128"/>
                <a:ea typeface="和音 Joyo R" panose="00000500000000000000" pitchFamily="50" charset="-128"/>
              </a:rPr>
              <a:t>いいえ</a:t>
            </a:r>
          </a:p>
        </p:txBody>
      </p:sp>
    </p:spTree>
    <p:extLst>
      <p:ext uri="{BB962C8B-B14F-4D97-AF65-F5344CB8AC3E}">
        <p14:creationId xmlns:p14="http://schemas.microsoft.com/office/powerpoint/2010/main" val="230856408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A4F3"/>
        </a:solidFill>
        <a:effectLst/>
      </p:bgPr>
    </p:bg>
    <p:spTree>
      <p:nvGrpSpPr>
        <p:cNvPr id="1" name="">
          <a:extLst>
            <a:ext uri="{FF2B5EF4-FFF2-40B4-BE49-F238E27FC236}">
              <a16:creationId xmlns:a16="http://schemas.microsoft.com/office/drawing/2014/main" id="{7063DFFE-E15E-CA6E-B193-D021A5653E09}"/>
            </a:ext>
          </a:extLst>
        </p:cNvPr>
        <p:cNvGrpSpPr/>
        <p:nvPr/>
      </p:nvGrpSpPr>
      <p:grpSpPr>
        <a:xfrm>
          <a:off x="0" y="0"/>
          <a:ext cx="0" cy="0"/>
          <a:chOff x="0" y="0"/>
          <a:chExt cx="0" cy="0"/>
        </a:xfrm>
      </p:grpSpPr>
      <p:pic>
        <p:nvPicPr>
          <p:cNvPr id="4" name="図 3">
            <a:extLst>
              <a:ext uri="{FF2B5EF4-FFF2-40B4-BE49-F238E27FC236}">
                <a16:creationId xmlns:a16="http://schemas.microsoft.com/office/drawing/2014/main" id="{253561AA-8082-19D5-70F6-E10885C7B36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783266" y="268073"/>
            <a:ext cx="6625468" cy="3312734"/>
          </a:xfrm>
          <a:prstGeom prst="rect">
            <a:avLst/>
          </a:prstGeom>
        </p:spPr>
      </p:pic>
      <p:sp>
        <p:nvSpPr>
          <p:cNvPr id="10" name="テキスト ボックス 9">
            <a:extLst>
              <a:ext uri="{FF2B5EF4-FFF2-40B4-BE49-F238E27FC236}">
                <a16:creationId xmlns:a16="http://schemas.microsoft.com/office/drawing/2014/main" id="{3E64DE2C-22D4-AA44-AB7C-80F35D74464C}"/>
              </a:ext>
            </a:extLst>
          </p:cNvPr>
          <p:cNvSpPr txBox="1"/>
          <p:nvPr/>
        </p:nvSpPr>
        <p:spPr>
          <a:xfrm>
            <a:off x="10202172" y="105024"/>
            <a:ext cx="1653017" cy="461665"/>
          </a:xfrm>
          <a:prstGeom prst="rect">
            <a:avLst/>
          </a:prstGeom>
          <a:noFill/>
        </p:spPr>
        <p:txBody>
          <a:bodyPr wrap="none" rtlCol="0">
            <a:spAutoFit/>
          </a:bodyPr>
          <a:lstStyle/>
          <a:p>
            <a:r>
              <a:rPr lang="en-US" altLang="ja-JP" sz="2400" b="1" dirty="0">
                <a:solidFill>
                  <a:schemeClr val="bg1">
                    <a:lumMod val="95000"/>
                  </a:schemeClr>
                </a:solidFill>
                <a:latin typeface="和音 Joyo R" panose="00000500000000000000" pitchFamily="50" charset="-128"/>
                <a:ea typeface="和音 Joyo R" panose="00000500000000000000" pitchFamily="50" charset="-128"/>
              </a:rPr>
              <a:t>Ver.0.0.0</a:t>
            </a:r>
            <a:endParaRPr kumimoji="1" lang="ja-JP" altLang="en-US" sz="3200" b="1" dirty="0">
              <a:solidFill>
                <a:srgbClr val="CC00FF"/>
              </a:solidFill>
              <a:latin typeface="和音 Joyo R" panose="00000500000000000000" pitchFamily="50" charset="-128"/>
              <a:ea typeface="和音 Joyo R" panose="00000500000000000000" pitchFamily="50" charset="-128"/>
            </a:endParaRPr>
          </a:p>
        </p:txBody>
      </p:sp>
      <p:sp>
        <p:nvSpPr>
          <p:cNvPr id="6" name="テキスト ボックス 5">
            <a:extLst>
              <a:ext uri="{FF2B5EF4-FFF2-40B4-BE49-F238E27FC236}">
                <a16:creationId xmlns:a16="http://schemas.microsoft.com/office/drawing/2014/main" id="{C0048B96-C544-75BE-E873-582160CD2C83}"/>
              </a:ext>
            </a:extLst>
          </p:cNvPr>
          <p:cNvSpPr txBox="1"/>
          <p:nvPr/>
        </p:nvSpPr>
        <p:spPr>
          <a:xfrm>
            <a:off x="5160488" y="3950873"/>
            <a:ext cx="1871025" cy="584775"/>
          </a:xfrm>
          <a:prstGeom prst="rect">
            <a:avLst/>
          </a:prstGeom>
          <a:noFill/>
        </p:spPr>
        <p:txBody>
          <a:bodyPr wrap="none" rtlCol="0">
            <a:spAutoFit/>
          </a:bodyPr>
          <a:lstStyle/>
          <a:p>
            <a:r>
              <a:rPr lang="ja-JP" altLang="en-US" sz="3200" b="1" dirty="0">
                <a:solidFill>
                  <a:srgbClr val="FF00FF"/>
                </a:solidFill>
                <a:latin typeface="和音 Joyo R" panose="00000500000000000000" pitchFamily="50" charset="-128"/>
                <a:ea typeface="和音 Joyo R" panose="00000500000000000000" pitchFamily="50" charset="-128"/>
              </a:rPr>
              <a:t>始めから</a:t>
            </a:r>
            <a:endParaRPr kumimoji="1" lang="ja-JP" altLang="en-US" sz="4000" b="1" dirty="0">
              <a:solidFill>
                <a:srgbClr val="FF00FF"/>
              </a:solidFill>
              <a:latin typeface="和音 Joyo R" panose="00000500000000000000" pitchFamily="50" charset="-128"/>
              <a:ea typeface="和音 Joyo R" panose="00000500000000000000" pitchFamily="50" charset="-128"/>
            </a:endParaRPr>
          </a:p>
        </p:txBody>
      </p:sp>
      <p:sp>
        <p:nvSpPr>
          <p:cNvPr id="12" name="テキスト ボックス 11">
            <a:extLst>
              <a:ext uri="{FF2B5EF4-FFF2-40B4-BE49-F238E27FC236}">
                <a16:creationId xmlns:a16="http://schemas.microsoft.com/office/drawing/2014/main" id="{ADB1EB94-7458-2F89-C02B-C22CE173CFF1}"/>
              </a:ext>
            </a:extLst>
          </p:cNvPr>
          <p:cNvSpPr txBox="1"/>
          <p:nvPr/>
        </p:nvSpPr>
        <p:spPr>
          <a:xfrm>
            <a:off x="4949693" y="5136760"/>
            <a:ext cx="2292615" cy="584775"/>
          </a:xfrm>
          <a:prstGeom prst="rect">
            <a:avLst/>
          </a:prstGeom>
          <a:noFill/>
        </p:spPr>
        <p:txBody>
          <a:bodyPr wrap="none" rtlCol="0">
            <a:spAutoFit/>
          </a:bodyPr>
          <a:lstStyle/>
          <a:p>
            <a:r>
              <a:rPr lang="ja-JP" altLang="en-US" sz="3200" b="1" dirty="0">
                <a:solidFill>
                  <a:schemeClr val="bg1">
                    <a:lumMod val="95000"/>
                  </a:schemeClr>
                </a:solidFill>
                <a:latin typeface="和音 Joyo R" panose="00000500000000000000" pitchFamily="50" charset="-128"/>
                <a:ea typeface="和音 Joyo R" panose="00000500000000000000" pitchFamily="50" charset="-128"/>
              </a:rPr>
              <a:t>ゲーム終了</a:t>
            </a:r>
            <a:endParaRPr kumimoji="1" lang="ja-JP" altLang="en-US" sz="4000" b="1" dirty="0">
              <a:solidFill>
                <a:schemeClr val="bg1">
                  <a:lumMod val="95000"/>
                </a:schemeClr>
              </a:solidFill>
              <a:latin typeface="和音 Joyo R" panose="00000500000000000000" pitchFamily="50" charset="-128"/>
              <a:ea typeface="和音 Joyo R" panose="00000500000000000000" pitchFamily="50" charset="-128"/>
            </a:endParaRPr>
          </a:p>
        </p:txBody>
      </p:sp>
      <p:sp>
        <p:nvSpPr>
          <p:cNvPr id="14" name="テキスト ボックス 13">
            <a:extLst>
              <a:ext uri="{FF2B5EF4-FFF2-40B4-BE49-F238E27FC236}">
                <a16:creationId xmlns:a16="http://schemas.microsoft.com/office/drawing/2014/main" id="{2A505278-38AD-2072-16B5-B0C5D2069D52}"/>
              </a:ext>
            </a:extLst>
          </p:cNvPr>
          <p:cNvSpPr txBox="1"/>
          <p:nvPr/>
        </p:nvSpPr>
        <p:spPr>
          <a:xfrm>
            <a:off x="5160488" y="5876097"/>
            <a:ext cx="1871025" cy="584775"/>
          </a:xfrm>
          <a:prstGeom prst="rect">
            <a:avLst/>
          </a:prstGeom>
          <a:noFill/>
        </p:spPr>
        <p:txBody>
          <a:bodyPr wrap="none" rtlCol="0">
            <a:spAutoFit/>
          </a:bodyPr>
          <a:lstStyle/>
          <a:p>
            <a:r>
              <a:rPr lang="ja-JP" altLang="en-US" sz="3200" b="1" dirty="0">
                <a:solidFill>
                  <a:schemeClr val="bg1">
                    <a:lumMod val="95000"/>
                  </a:schemeClr>
                </a:solidFill>
                <a:latin typeface="和音 Joyo R" panose="00000500000000000000" pitchFamily="50" charset="-128"/>
                <a:ea typeface="和音 Joyo R" panose="00000500000000000000" pitchFamily="50" charset="-128"/>
              </a:rPr>
              <a:t>環境設定</a:t>
            </a:r>
            <a:endParaRPr kumimoji="1" lang="ja-JP" altLang="en-US" sz="4000" b="1" dirty="0">
              <a:solidFill>
                <a:schemeClr val="bg1">
                  <a:lumMod val="95000"/>
                </a:schemeClr>
              </a:solidFill>
              <a:latin typeface="和音 Joyo R" panose="00000500000000000000" pitchFamily="50" charset="-128"/>
              <a:ea typeface="和音 Joyo R" panose="00000500000000000000" pitchFamily="50" charset="-128"/>
            </a:endParaRPr>
          </a:p>
        </p:txBody>
      </p:sp>
      <p:sp>
        <p:nvSpPr>
          <p:cNvPr id="2" name="正方形/長方形 1">
            <a:extLst>
              <a:ext uri="{FF2B5EF4-FFF2-40B4-BE49-F238E27FC236}">
                <a16:creationId xmlns:a16="http://schemas.microsoft.com/office/drawing/2014/main" id="{035A7793-D7E8-199B-F6AA-4A01578778B0}"/>
              </a:ext>
            </a:extLst>
          </p:cNvPr>
          <p:cNvSpPr>
            <a:spLocks noGrp="1" noRot="1" noMove="1" noResize="1" noEditPoints="1" noAdjustHandles="1" noChangeArrowheads="1" noChangeShapeType="1"/>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 name="四角形: 角を丸くする 2">
            <a:extLst>
              <a:ext uri="{FF2B5EF4-FFF2-40B4-BE49-F238E27FC236}">
                <a16:creationId xmlns:a16="http://schemas.microsoft.com/office/drawing/2014/main" id="{C7A61935-DA67-533B-4934-608E13ED06F3}"/>
              </a:ext>
            </a:extLst>
          </p:cNvPr>
          <p:cNvSpPr/>
          <p:nvPr/>
        </p:nvSpPr>
        <p:spPr>
          <a:xfrm>
            <a:off x="2295197" y="1231181"/>
            <a:ext cx="7601606" cy="4699251"/>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四角形: 角を丸くする 10">
            <a:extLst>
              <a:ext uri="{FF2B5EF4-FFF2-40B4-BE49-F238E27FC236}">
                <a16:creationId xmlns:a16="http://schemas.microsoft.com/office/drawing/2014/main" id="{C31D52C2-B7B2-E6DB-10E3-404C27E46081}"/>
              </a:ext>
            </a:extLst>
          </p:cNvPr>
          <p:cNvSpPr/>
          <p:nvPr/>
        </p:nvSpPr>
        <p:spPr>
          <a:xfrm>
            <a:off x="6344410" y="5021012"/>
            <a:ext cx="2336019" cy="625904"/>
          </a:xfrm>
          <a:prstGeom prst="roundRect">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latin typeface="和音 Joyo R" panose="00000500000000000000" pitchFamily="50" charset="-128"/>
                <a:ea typeface="和音 Joyo R" panose="00000500000000000000" pitchFamily="50" charset="-128"/>
              </a:rPr>
              <a:t>OK</a:t>
            </a:r>
            <a:endParaRPr kumimoji="1" lang="ja-JP" altLang="en-US" sz="2000" dirty="0">
              <a:latin typeface="和音 Joyo R" panose="00000500000000000000" pitchFamily="50" charset="-128"/>
              <a:ea typeface="和音 Joyo R" panose="00000500000000000000" pitchFamily="50" charset="-128"/>
            </a:endParaRPr>
          </a:p>
        </p:txBody>
      </p:sp>
      <p:sp>
        <p:nvSpPr>
          <p:cNvPr id="15" name="四角形: 角を丸くする 14">
            <a:extLst>
              <a:ext uri="{FF2B5EF4-FFF2-40B4-BE49-F238E27FC236}">
                <a16:creationId xmlns:a16="http://schemas.microsoft.com/office/drawing/2014/main" id="{87BBDE44-2BEA-C357-A5E5-78B6887B5F99}"/>
              </a:ext>
            </a:extLst>
          </p:cNvPr>
          <p:cNvSpPr/>
          <p:nvPr/>
        </p:nvSpPr>
        <p:spPr>
          <a:xfrm>
            <a:off x="3511571" y="5021012"/>
            <a:ext cx="2336019" cy="625904"/>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000" dirty="0">
                <a:latin typeface="和音 Joyo R" panose="00000500000000000000" pitchFamily="50" charset="-128"/>
                <a:ea typeface="和音 Joyo R" panose="00000500000000000000" pitchFamily="50" charset="-128"/>
              </a:rPr>
              <a:t>デフォルトに戻す</a:t>
            </a:r>
          </a:p>
        </p:txBody>
      </p:sp>
      <p:pic>
        <p:nvPicPr>
          <p:cNvPr id="9" name="図 8">
            <a:extLst>
              <a:ext uri="{FF2B5EF4-FFF2-40B4-BE49-F238E27FC236}">
                <a16:creationId xmlns:a16="http://schemas.microsoft.com/office/drawing/2014/main" id="{00D57DC0-8A9E-B2B7-C03A-0890B4F9AF0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849989" y="869948"/>
            <a:ext cx="1605560" cy="1134571"/>
          </a:xfrm>
          <a:prstGeom prst="rect">
            <a:avLst/>
          </a:prstGeom>
        </p:spPr>
      </p:pic>
      <p:sp>
        <p:nvSpPr>
          <p:cNvPr id="18" name="テキスト ボックス 17">
            <a:extLst>
              <a:ext uri="{FF2B5EF4-FFF2-40B4-BE49-F238E27FC236}">
                <a16:creationId xmlns:a16="http://schemas.microsoft.com/office/drawing/2014/main" id="{58D1A87A-C3FC-32BA-167E-AFDA090F24FA}"/>
              </a:ext>
            </a:extLst>
          </p:cNvPr>
          <p:cNvSpPr txBox="1"/>
          <p:nvPr/>
        </p:nvSpPr>
        <p:spPr>
          <a:xfrm>
            <a:off x="5372083" y="1323213"/>
            <a:ext cx="1447832" cy="461665"/>
          </a:xfrm>
          <a:prstGeom prst="rect">
            <a:avLst/>
          </a:prstGeom>
          <a:noFill/>
        </p:spPr>
        <p:txBody>
          <a:bodyPr wrap="none" rtlCol="0">
            <a:spAutoFit/>
          </a:bodyPr>
          <a:lstStyle/>
          <a:p>
            <a:pPr algn="ctr"/>
            <a:r>
              <a:rPr kumimoji="1" lang="ja-JP" altLang="en-US" sz="2400" b="1" dirty="0">
                <a:solidFill>
                  <a:srgbClr val="FF00FF"/>
                </a:solidFill>
                <a:latin typeface="和音 Joyo R" panose="00000500000000000000" pitchFamily="50" charset="-128"/>
                <a:ea typeface="和音 Joyo R" panose="00000500000000000000" pitchFamily="50" charset="-128"/>
              </a:rPr>
              <a:t>環境設定</a:t>
            </a:r>
            <a:endParaRPr kumimoji="1" lang="ja-JP" altLang="en-US" sz="3200" b="1" dirty="0">
              <a:solidFill>
                <a:srgbClr val="FF00FF"/>
              </a:solidFill>
              <a:latin typeface="和音 Joyo R" panose="00000500000000000000" pitchFamily="50" charset="-128"/>
              <a:ea typeface="和音 Joyo R" panose="00000500000000000000" pitchFamily="50" charset="-128"/>
            </a:endParaRPr>
          </a:p>
        </p:txBody>
      </p:sp>
      <p:sp>
        <p:nvSpPr>
          <p:cNvPr id="20" name="テキスト ボックス 19">
            <a:extLst>
              <a:ext uri="{FF2B5EF4-FFF2-40B4-BE49-F238E27FC236}">
                <a16:creationId xmlns:a16="http://schemas.microsoft.com/office/drawing/2014/main" id="{B92F525B-2EA9-7C6B-AEBA-73AA4ABE27FE}"/>
              </a:ext>
            </a:extLst>
          </p:cNvPr>
          <p:cNvSpPr txBox="1"/>
          <p:nvPr/>
        </p:nvSpPr>
        <p:spPr>
          <a:xfrm>
            <a:off x="3607658" y="1975512"/>
            <a:ext cx="1236236" cy="400110"/>
          </a:xfrm>
          <a:prstGeom prst="rect">
            <a:avLst/>
          </a:prstGeom>
          <a:noFill/>
        </p:spPr>
        <p:txBody>
          <a:bodyPr wrap="none" rtlCol="0">
            <a:spAutoFit/>
          </a:bodyPr>
          <a:lstStyle/>
          <a:p>
            <a:r>
              <a:rPr kumimoji="1" lang="ja-JP" altLang="en-US" sz="2000" b="1" dirty="0">
                <a:solidFill>
                  <a:schemeClr val="tx1">
                    <a:lumMod val="75000"/>
                    <a:lumOff val="25000"/>
                  </a:schemeClr>
                </a:solidFill>
                <a:latin typeface="和音 Joyo R" panose="00000500000000000000" pitchFamily="50" charset="-128"/>
                <a:ea typeface="和音 Joyo R" panose="00000500000000000000" pitchFamily="50" charset="-128"/>
              </a:rPr>
              <a:t>サウンド</a:t>
            </a:r>
            <a:endParaRPr kumimoji="1" lang="ja-JP" altLang="en-US" sz="28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cxnSp>
        <p:nvCxnSpPr>
          <p:cNvPr id="21" name="直線コネクタ 20">
            <a:extLst>
              <a:ext uri="{FF2B5EF4-FFF2-40B4-BE49-F238E27FC236}">
                <a16:creationId xmlns:a16="http://schemas.microsoft.com/office/drawing/2014/main" id="{8802DEFC-B0F2-C93F-0BE0-D09CE437BC97}"/>
              </a:ext>
            </a:extLst>
          </p:cNvPr>
          <p:cNvCxnSpPr>
            <a:cxnSpLocks/>
          </p:cNvCxnSpPr>
          <p:nvPr/>
        </p:nvCxnSpPr>
        <p:spPr>
          <a:xfrm>
            <a:off x="4363450" y="1820950"/>
            <a:ext cx="3465100" cy="0"/>
          </a:xfrm>
          <a:prstGeom prst="line">
            <a:avLst/>
          </a:prstGeom>
          <a:ln>
            <a:solidFill>
              <a:srgbClr val="FF00FF"/>
            </a:solidFill>
            <a:headEnd type="stealth"/>
            <a:tailEnd type="stealth"/>
          </a:ln>
        </p:spPr>
        <p:style>
          <a:lnRef idx="2">
            <a:schemeClr val="accent1"/>
          </a:lnRef>
          <a:fillRef idx="0">
            <a:schemeClr val="accent1"/>
          </a:fillRef>
          <a:effectRef idx="1">
            <a:schemeClr val="accent1"/>
          </a:effectRef>
          <a:fontRef idx="minor">
            <a:schemeClr val="tx1"/>
          </a:fontRef>
        </p:style>
      </p:cxnSp>
      <p:sp>
        <p:nvSpPr>
          <p:cNvPr id="24" name="テキスト ボックス 23">
            <a:extLst>
              <a:ext uri="{FF2B5EF4-FFF2-40B4-BE49-F238E27FC236}">
                <a16:creationId xmlns:a16="http://schemas.microsoft.com/office/drawing/2014/main" id="{D5664BAC-97A5-2050-F76F-CC9BFA2F41AF}"/>
              </a:ext>
            </a:extLst>
          </p:cNvPr>
          <p:cNvSpPr txBox="1"/>
          <p:nvPr/>
        </p:nvSpPr>
        <p:spPr>
          <a:xfrm>
            <a:off x="5261149" y="2026089"/>
            <a:ext cx="681597" cy="338554"/>
          </a:xfrm>
          <a:prstGeom prst="rect">
            <a:avLst/>
          </a:prstGeom>
          <a:noFill/>
        </p:spPr>
        <p:txBody>
          <a:bodyPr wrap="none" rtlCol="0">
            <a:spAutoFit/>
          </a:bodyPr>
          <a:lstStyle/>
          <a:p>
            <a:r>
              <a:rPr kumimoji="1" lang="en-US" altLang="ja-JP" sz="1600" b="1" dirty="0">
                <a:solidFill>
                  <a:schemeClr val="tx1">
                    <a:lumMod val="75000"/>
                    <a:lumOff val="25000"/>
                  </a:schemeClr>
                </a:solidFill>
                <a:latin typeface="和音 Joyo R" panose="00000500000000000000" pitchFamily="50" charset="-128"/>
                <a:ea typeface="和音 Joyo R" panose="00000500000000000000" pitchFamily="50" charset="-128"/>
              </a:rPr>
              <a:t>BGM</a:t>
            </a:r>
            <a:endParaRPr kumimoji="1" lang="ja-JP" altLang="en-US" sz="20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sp>
        <p:nvSpPr>
          <p:cNvPr id="26" name="テキスト ボックス 25">
            <a:extLst>
              <a:ext uri="{FF2B5EF4-FFF2-40B4-BE49-F238E27FC236}">
                <a16:creationId xmlns:a16="http://schemas.microsoft.com/office/drawing/2014/main" id="{13402DFB-EA50-C47E-0B08-1F23309E3D11}"/>
              </a:ext>
            </a:extLst>
          </p:cNvPr>
          <p:cNvSpPr txBox="1"/>
          <p:nvPr/>
        </p:nvSpPr>
        <p:spPr>
          <a:xfrm>
            <a:off x="5261149" y="2441588"/>
            <a:ext cx="452368" cy="338554"/>
          </a:xfrm>
          <a:prstGeom prst="rect">
            <a:avLst/>
          </a:prstGeom>
          <a:noFill/>
        </p:spPr>
        <p:txBody>
          <a:bodyPr wrap="none" rtlCol="0">
            <a:spAutoFit/>
          </a:bodyPr>
          <a:lstStyle/>
          <a:p>
            <a:r>
              <a:rPr kumimoji="1" lang="en-US" altLang="ja-JP" sz="1600" b="1" dirty="0">
                <a:solidFill>
                  <a:schemeClr val="tx1">
                    <a:lumMod val="75000"/>
                    <a:lumOff val="25000"/>
                  </a:schemeClr>
                </a:solidFill>
                <a:latin typeface="和音 Joyo R" panose="00000500000000000000" pitchFamily="50" charset="-128"/>
                <a:ea typeface="和音 Joyo R" panose="00000500000000000000" pitchFamily="50" charset="-128"/>
              </a:rPr>
              <a:t>SE</a:t>
            </a:r>
            <a:endParaRPr kumimoji="1" lang="ja-JP" altLang="en-US" sz="20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sp>
        <p:nvSpPr>
          <p:cNvPr id="28" name="テキスト ボックス 27">
            <a:extLst>
              <a:ext uri="{FF2B5EF4-FFF2-40B4-BE49-F238E27FC236}">
                <a16:creationId xmlns:a16="http://schemas.microsoft.com/office/drawing/2014/main" id="{D89F95BA-161F-0761-EEA5-12ADB3A57382}"/>
              </a:ext>
            </a:extLst>
          </p:cNvPr>
          <p:cNvSpPr txBox="1"/>
          <p:nvPr/>
        </p:nvSpPr>
        <p:spPr>
          <a:xfrm>
            <a:off x="5261149" y="2879760"/>
            <a:ext cx="853119" cy="338554"/>
          </a:xfrm>
          <a:prstGeom prst="rect">
            <a:avLst/>
          </a:prstGeom>
          <a:noFill/>
        </p:spPr>
        <p:txBody>
          <a:bodyPr wrap="none" rtlCol="0">
            <a:spAutoFit/>
          </a:bodyPr>
          <a:lstStyle/>
          <a:p>
            <a:r>
              <a:rPr kumimoji="1" lang="en-US" altLang="ja-JP" sz="1600" b="1" dirty="0">
                <a:solidFill>
                  <a:schemeClr val="tx1">
                    <a:lumMod val="75000"/>
                    <a:lumOff val="25000"/>
                  </a:schemeClr>
                </a:solidFill>
                <a:latin typeface="和音 Joyo R" panose="00000500000000000000" pitchFamily="50" charset="-128"/>
                <a:ea typeface="和音 Joyo R" panose="00000500000000000000" pitchFamily="50" charset="-128"/>
              </a:rPr>
              <a:t>VOICE</a:t>
            </a:r>
            <a:endParaRPr kumimoji="1" lang="ja-JP" altLang="en-US" sz="20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grpSp>
        <p:nvGrpSpPr>
          <p:cNvPr id="31" name="グループ化 30">
            <a:extLst>
              <a:ext uri="{FF2B5EF4-FFF2-40B4-BE49-F238E27FC236}">
                <a16:creationId xmlns:a16="http://schemas.microsoft.com/office/drawing/2014/main" id="{C1B6A868-5696-AF48-EBE3-AAC2C5855B29}"/>
              </a:ext>
            </a:extLst>
          </p:cNvPr>
          <p:cNvGrpSpPr/>
          <p:nvPr/>
        </p:nvGrpSpPr>
        <p:grpSpPr>
          <a:xfrm rot="5400000">
            <a:off x="7375689" y="1053336"/>
            <a:ext cx="325422" cy="2284060"/>
            <a:chOff x="11000341" y="4022147"/>
            <a:chExt cx="325422" cy="2031812"/>
          </a:xfrm>
        </p:grpSpPr>
        <p:sp>
          <p:nvSpPr>
            <p:cNvPr id="32" name="四角形: 角を丸くする 31">
              <a:extLst>
                <a:ext uri="{FF2B5EF4-FFF2-40B4-BE49-F238E27FC236}">
                  <a16:creationId xmlns:a16="http://schemas.microsoft.com/office/drawing/2014/main" id="{9D96AA48-E397-0BE6-02DC-A64B7F66ACBE}"/>
                </a:ext>
              </a:extLst>
            </p:cNvPr>
            <p:cNvSpPr/>
            <p:nvPr/>
          </p:nvSpPr>
          <p:spPr>
            <a:xfrm>
              <a:off x="11044871" y="4022147"/>
              <a:ext cx="236362" cy="2031812"/>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3" name="四角形: 角を丸くする 32">
              <a:extLst>
                <a:ext uri="{FF2B5EF4-FFF2-40B4-BE49-F238E27FC236}">
                  <a16:creationId xmlns:a16="http://schemas.microsoft.com/office/drawing/2014/main" id="{66570271-DF66-38AF-E364-1628894EE173}"/>
                </a:ext>
              </a:extLst>
            </p:cNvPr>
            <p:cNvSpPr/>
            <p:nvPr/>
          </p:nvSpPr>
          <p:spPr>
            <a:xfrm>
              <a:off x="11000341" y="4648311"/>
              <a:ext cx="325422" cy="263274"/>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34" name="グループ化 33">
            <a:extLst>
              <a:ext uri="{FF2B5EF4-FFF2-40B4-BE49-F238E27FC236}">
                <a16:creationId xmlns:a16="http://schemas.microsoft.com/office/drawing/2014/main" id="{F7C93C8D-07DF-C165-A9AC-3A223BD84AE2}"/>
              </a:ext>
            </a:extLst>
          </p:cNvPr>
          <p:cNvGrpSpPr/>
          <p:nvPr/>
        </p:nvGrpSpPr>
        <p:grpSpPr>
          <a:xfrm rot="5400000">
            <a:off x="7375688" y="1468835"/>
            <a:ext cx="325422" cy="2284060"/>
            <a:chOff x="11000341" y="4022147"/>
            <a:chExt cx="325422" cy="2031812"/>
          </a:xfrm>
        </p:grpSpPr>
        <p:sp>
          <p:nvSpPr>
            <p:cNvPr id="35" name="四角形: 角を丸くする 34">
              <a:extLst>
                <a:ext uri="{FF2B5EF4-FFF2-40B4-BE49-F238E27FC236}">
                  <a16:creationId xmlns:a16="http://schemas.microsoft.com/office/drawing/2014/main" id="{1507E053-5226-DBE0-82CD-6453521A1EA8}"/>
                </a:ext>
              </a:extLst>
            </p:cNvPr>
            <p:cNvSpPr/>
            <p:nvPr/>
          </p:nvSpPr>
          <p:spPr>
            <a:xfrm>
              <a:off x="11044871" y="4022147"/>
              <a:ext cx="236362" cy="2031812"/>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6" name="四角形: 角を丸くする 35">
              <a:extLst>
                <a:ext uri="{FF2B5EF4-FFF2-40B4-BE49-F238E27FC236}">
                  <a16:creationId xmlns:a16="http://schemas.microsoft.com/office/drawing/2014/main" id="{9F3CE4AA-31EC-20C4-7445-D60D80AED43B}"/>
                </a:ext>
              </a:extLst>
            </p:cNvPr>
            <p:cNvSpPr/>
            <p:nvPr/>
          </p:nvSpPr>
          <p:spPr>
            <a:xfrm>
              <a:off x="11000341" y="4648311"/>
              <a:ext cx="325422" cy="263274"/>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37" name="グループ化 36">
            <a:extLst>
              <a:ext uri="{FF2B5EF4-FFF2-40B4-BE49-F238E27FC236}">
                <a16:creationId xmlns:a16="http://schemas.microsoft.com/office/drawing/2014/main" id="{024C792D-2042-9575-3A56-00C9EF0A85F2}"/>
              </a:ext>
            </a:extLst>
          </p:cNvPr>
          <p:cNvGrpSpPr/>
          <p:nvPr/>
        </p:nvGrpSpPr>
        <p:grpSpPr>
          <a:xfrm rot="5400000">
            <a:off x="7375688" y="1907007"/>
            <a:ext cx="325422" cy="2284060"/>
            <a:chOff x="11000341" y="4022147"/>
            <a:chExt cx="325422" cy="2031812"/>
          </a:xfrm>
        </p:grpSpPr>
        <p:sp>
          <p:nvSpPr>
            <p:cNvPr id="38" name="四角形: 角を丸くする 37">
              <a:extLst>
                <a:ext uri="{FF2B5EF4-FFF2-40B4-BE49-F238E27FC236}">
                  <a16:creationId xmlns:a16="http://schemas.microsoft.com/office/drawing/2014/main" id="{2DF05EF6-9795-AA49-5104-C0F11FB6BFD0}"/>
                </a:ext>
              </a:extLst>
            </p:cNvPr>
            <p:cNvSpPr/>
            <p:nvPr/>
          </p:nvSpPr>
          <p:spPr>
            <a:xfrm>
              <a:off x="11044871" y="4022147"/>
              <a:ext cx="236362" cy="2031812"/>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9" name="四角形: 角を丸くする 38">
              <a:extLst>
                <a:ext uri="{FF2B5EF4-FFF2-40B4-BE49-F238E27FC236}">
                  <a16:creationId xmlns:a16="http://schemas.microsoft.com/office/drawing/2014/main" id="{A3724895-0131-BC46-84AD-B13E9038C8A9}"/>
                </a:ext>
              </a:extLst>
            </p:cNvPr>
            <p:cNvSpPr/>
            <p:nvPr/>
          </p:nvSpPr>
          <p:spPr>
            <a:xfrm>
              <a:off x="11000341" y="4648311"/>
              <a:ext cx="325422" cy="263274"/>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41" name="テキスト ボックス 40">
            <a:extLst>
              <a:ext uri="{FF2B5EF4-FFF2-40B4-BE49-F238E27FC236}">
                <a16:creationId xmlns:a16="http://schemas.microsoft.com/office/drawing/2014/main" id="{04552E9F-EAF2-1EBF-DC68-A7FB76367327}"/>
              </a:ext>
            </a:extLst>
          </p:cNvPr>
          <p:cNvSpPr txBox="1"/>
          <p:nvPr/>
        </p:nvSpPr>
        <p:spPr>
          <a:xfrm>
            <a:off x="3607658" y="3594345"/>
            <a:ext cx="1499128" cy="400110"/>
          </a:xfrm>
          <a:prstGeom prst="rect">
            <a:avLst/>
          </a:prstGeom>
          <a:noFill/>
        </p:spPr>
        <p:txBody>
          <a:bodyPr wrap="none" rtlCol="0">
            <a:spAutoFit/>
          </a:bodyPr>
          <a:lstStyle/>
          <a:p>
            <a:r>
              <a:rPr kumimoji="1" lang="ja-JP" altLang="en-US" sz="2000" b="1" dirty="0">
                <a:solidFill>
                  <a:schemeClr val="tx1">
                    <a:lumMod val="75000"/>
                    <a:lumOff val="25000"/>
                  </a:schemeClr>
                </a:solidFill>
                <a:latin typeface="和音 Joyo R" panose="00000500000000000000" pitchFamily="50" charset="-128"/>
                <a:ea typeface="和音 Joyo R" panose="00000500000000000000" pitchFamily="50" charset="-128"/>
              </a:rPr>
              <a:t>画面モード</a:t>
            </a:r>
            <a:endParaRPr kumimoji="1" lang="ja-JP" altLang="en-US" sz="28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sp>
        <p:nvSpPr>
          <p:cNvPr id="43" name="テキスト ボックス 42">
            <a:extLst>
              <a:ext uri="{FF2B5EF4-FFF2-40B4-BE49-F238E27FC236}">
                <a16:creationId xmlns:a16="http://schemas.microsoft.com/office/drawing/2014/main" id="{BDE3A817-EF09-7AEE-AE7A-6EF7BB31A008}"/>
              </a:ext>
            </a:extLst>
          </p:cNvPr>
          <p:cNvSpPr txBox="1"/>
          <p:nvPr/>
        </p:nvSpPr>
        <p:spPr>
          <a:xfrm>
            <a:off x="3607658" y="4148164"/>
            <a:ext cx="1499128" cy="400110"/>
          </a:xfrm>
          <a:prstGeom prst="rect">
            <a:avLst/>
          </a:prstGeom>
          <a:noFill/>
        </p:spPr>
        <p:txBody>
          <a:bodyPr wrap="none" rtlCol="0">
            <a:spAutoFit/>
          </a:bodyPr>
          <a:lstStyle/>
          <a:p>
            <a:r>
              <a:rPr kumimoji="1" lang="ja-JP" altLang="en-US" sz="2000" b="1" dirty="0">
                <a:solidFill>
                  <a:schemeClr val="tx1">
                    <a:lumMod val="75000"/>
                    <a:lumOff val="25000"/>
                  </a:schemeClr>
                </a:solidFill>
                <a:latin typeface="和音 Joyo R" panose="00000500000000000000" pitchFamily="50" charset="-128"/>
                <a:ea typeface="和音 Joyo R" panose="00000500000000000000" pitchFamily="50" charset="-128"/>
              </a:rPr>
              <a:t>図面解像度</a:t>
            </a:r>
            <a:endParaRPr kumimoji="1" lang="ja-JP" altLang="en-US" sz="28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grpSp>
        <p:nvGrpSpPr>
          <p:cNvPr id="57" name="グループ化 56">
            <a:extLst>
              <a:ext uri="{FF2B5EF4-FFF2-40B4-BE49-F238E27FC236}">
                <a16:creationId xmlns:a16="http://schemas.microsoft.com/office/drawing/2014/main" id="{84E14AC4-C478-098B-536A-8B4362FB1576}"/>
              </a:ext>
            </a:extLst>
          </p:cNvPr>
          <p:cNvGrpSpPr/>
          <p:nvPr/>
        </p:nvGrpSpPr>
        <p:grpSpPr>
          <a:xfrm>
            <a:off x="5804185" y="4188879"/>
            <a:ext cx="2876243" cy="356570"/>
            <a:chOff x="5804185" y="4397755"/>
            <a:chExt cx="2876243" cy="356570"/>
          </a:xfrm>
        </p:grpSpPr>
        <p:sp>
          <p:nvSpPr>
            <p:cNvPr id="58" name="四角形: 角を丸くする 57">
              <a:extLst>
                <a:ext uri="{FF2B5EF4-FFF2-40B4-BE49-F238E27FC236}">
                  <a16:creationId xmlns:a16="http://schemas.microsoft.com/office/drawing/2014/main" id="{DF3A09AC-2082-064D-3A19-BCB8102BDF7E}"/>
                </a:ext>
              </a:extLst>
            </p:cNvPr>
            <p:cNvSpPr/>
            <p:nvPr/>
          </p:nvSpPr>
          <p:spPr>
            <a:xfrm rot="5400000">
              <a:off x="6352028" y="3864047"/>
              <a:ext cx="342435" cy="1438121"/>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sp>
          <p:nvSpPr>
            <p:cNvPr id="59" name="四角形: 角を丸くする 58">
              <a:extLst>
                <a:ext uri="{FF2B5EF4-FFF2-40B4-BE49-F238E27FC236}">
                  <a16:creationId xmlns:a16="http://schemas.microsoft.com/office/drawing/2014/main" id="{2D5093A1-D819-3DBA-3C4F-2A57A20713E5}"/>
                </a:ext>
              </a:extLst>
            </p:cNvPr>
            <p:cNvSpPr/>
            <p:nvPr/>
          </p:nvSpPr>
          <p:spPr>
            <a:xfrm rot="5400000">
              <a:off x="7790150" y="3856851"/>
              <a:ext cx="342435" cy="1438121"/>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p>
          </p:txBody>
        </p:sp>
        <p:sp>
          <p:nvSpPr>
            <p:cNvPr id="60" name="テキスト ボックス 59">
              <a:extLst>
                <a:ext uri="{FF2B5EF4-FFF2-40B4-BE49-F238E27FC236}">
                  <a16:creationId xmlns:a16="http://schemas.microsoft.com/office/drawing/2014/main" id="{131D5CD2-A18A-7212-1D3C-6196A72B1AEB}"/>
                </a:ext>
              </a:extLst>
            </p:cNvPr>
            <p:cNvSpPr txBox="1"/>
            <p:nvPr/>
          </p:nvSpPr>
          <p:spPr>
            <a:xfrm>
              <a:off x="7356918" y="4397755"/>
              <a:ext cx="1217001" cy="307777"/>
            </a:xfrm>
            <a:prstGeom prst="rect">
              <a:avLst/>
            </a:prstGeom>
            <a:noFill/>
          </p:spPr>
          <p:txBody>
            <a:bodyPr wrap="none" rtlCol="0">
              <a:spAutoFit/>
            </a:bodyPr>
            <a:lstStyle/>
            <a:p>
              <a:pPr algn="ctr"/>
              <a:r>
                <a:rPr kumimoji="1" lang="en-US" altLang="ja-JP" sz="1400" b="1" dirty="0">
                  <a:solidFill>
                    <a:schemeClr val="bg1">
                      <a:lumMod val="95000"/>
                    </a:schemeClr>
                  </a:solidFill>
                  <a:latin typeface="和音 Joyo R" panose="00000500000000000000" pitchFamily="50" charset="-128"/>
                  <a:ea typeface="和音 Joyo R" panose="00000500000000000000" pitchFamily="50" charset="-128"/>
                </a:rPr>
                <a:t>1280×720</a:t>
              </a:r>
              <a:endParaRPr kumimoji="1" lang="ja-JP" altLang="en-US" b="1" dirty="0">
                <a:solidFill>
                  <a:schemeClr val="bg1">
                    <a:lumMod val="95000"/>
                  </a:schemeClr>
                </a:solidFill>
                <a:latin typeface="和音 Joyo R" panose="00000500000000000000" pitchFamily="50" charset="-128"/>
                <a:ea typeface="和音 Joyo R" panose="00000500000000000000" pitchFamily="50" charset="-128"/>
              </a:endParaRPr>
            </a:p>
          </p:txBody>
        </p:sp>
        <p:sp>
          <p:nvSpPr>
            <p:cNvPr id="61" name="テキスト ボックス 60">
              <a:extLst>
                <a:ext uri="{FF2B5EF4-FFF2-40B4-BE49-F238E27FC236}">
                  <a16:creationId xmlns:a16="http://schemas.microsoft.com/office/drawing/2014/main" id="{11291DE3-49FF-CBBF-02B4-0FD8A2D787E6}"/>
                </a:ext>
              </a:extLst>
            </p:cNvPr>
            <p:cNvSpPr txBox="1"/>
            <p:nvPr/>
          </p:nvSpPr>
          <p:spPr>
            <a:xfrm>
              <a:off x="5871464" y="4406341"/>
              <a:ext cx="1303562" cy="307777"/>
            </a:xfrm>
            <a:prstGeom prst="rect">
              <a:avLst/>
            </a:prstGeom>
            <a:noFill/>
          </p:spPr>
          <p:txBody>
            <a:bodyPr wrap="none" rtlCol="0">
              <a:spAutoFit/>
            </a:bodyPr>
            <a:lstStyle/>
            <a:p>
              <a:pPr algn="ctr"/>
              <a:r>
                <a:rPr kumimoji="1" lang="en-US" altLang="ja-JP" sz="1400" b="1" dirty="0">
                  <a:solidFill>
                    <a:schemeClr val="bg1">
                      <a:lumMod val="95000"/>
                    </a:schemeClr>
                  </a:solidFill>
                  <a:latin typeface="和音 Joyo R" panose="00000500000000000000" pitchFamily="50" charset="-128"/>
                  <a:ea typeface="和音 Joyo R" panose="00000500000000000000" pitchFamily="50" charset="-128"/>
                </a:rPr>
                <a:t>1920×1080</a:t>
              </a:r>
              <a:endParaRPr kumimoji="1" lang="ja-JP" altLang="en-US" b="1" dirty="0">
                <a:solidFill>
                  <a:schemeClr val="bg1">
                    <a:lumMod val="95000"/>
                  </a:schemeClr>
                </a:solidFill>
                <a:latin typeface="和音 Joyo R" panose="00000500000000000000" pitchFamily="50" charset="-128"/>
                <a:ea typeface="和音 Joyo R" panose="00000500000000000000" pitchFamily="50" charset="-128"/>
              </a:endParaRPr>
            </a:p>
          </p:txBody>
        </p:sp>
      </p:grpSp>
      <p:sp>
        <p:nvSpPr>
          <p:cNvPr id="63" name="四角形: 角を丸くする 62">
            <a:extLst>
              <a:ext uri="{FF2B5EF4-FFF2-40B4-BE49-F238E27FC236}">
                <a16:creationId xmlns:a16="http://schemas.microsoft.com/office/drawing/2014/main" id="{47F24635-5078-EFEA-7A62-DC65A468C0EF}"/>
              </a:ext>
            </a:extLst>
          </p:cNvPr>
          <p:cNvSpPr/>
          <p:nvPr/>
        </p:nvSpPr>
        <p:spPr>
          <a:xfrm rot="5400000">
            <a:off x="6352028" y="3120169"/>
            <a:ext cx="342435" cy="1438121"/>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sp>
        <p:nvSpPr>
          <p:cNvPr id="64" name="四角形: 角を丸くする 63">
            <a:extLst>
              <a:ext uri="{FF2B5EF4-FFF2-40B4-BE49-F238E27FC236}">
                <a16:creationId xmlns:a16="http://schemas.microsoft.com/office/drawing/2014/main" id="{432361DE-EBD7-17F5-0979-AE64626EECDE}"/>
              </a:ext>
            </a:extLst>
          </p:cNvPr>
          <p:cNvSpPr/>
          <p:nvPr/>
        </p:nvSpPr>
        <p:spPr>
          <a:xfrm rot="5400000">
            <a:off x="7790150" y="3112973"/>
            <a:ext cx="342435" cy="1438121"/>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p>
        </p:txBody>
      </p:sp>
      <p:sp>
        <p:nvSpPr>
          <p:cNvPr id="65" name="テキスト ボックス 64">
            <a:extLst>
              <a:ext uri="{FF2B5EF4-FFF2-40B4-BE49-F238E27FC236}">
                <a16:creationId xmlns:a16="http://schemas.microsoft.com/office/drawing/2014/main" id="{11819046-F7EC-D100-03F1-6784DEFD9192}"/>
              </a:ext>
            </a:extLst>
          </p:cNvPr>
          <p:cNvSpPr txBox="1"/>
          <p:nvPr/>
        </p:nvSpPr>
        <p:spPr>
          <a:xfrm>
            <a:off x="7412222" y="3653877"/>
            <a:ext cx="1106393" cy="307777"/>
          </a:xfrm>
          <a:prstGeom prst="rect">
            <a:avLst/>
          </a:prstGeom>
          <a:noFill/>
        </p:spPr>
        <p:txBody>
          <a:bodyPr wrap="none" rtlCol="0">
            <a:spAutoFit/>
          </a:bodyPr>
          <a:lstStyle/>
          <a:p>
            <a:pPr algn="ctr"/>
            <a:r>
              <a:rPr kumimoji="1" lang="ja-JP" altLang="en-US" sz="1400" b="1" dirty="0">
                <a:solidFill>
                  <a:schemeClr val="bg1">
                    <a:lumMod val="95000"/>
                  </a:schemeClr>
                </a:solidFill>
                <a:latin typeface="和音 Joyo R" panose="00000500000000000000" pitchFamily="50" charset="-128"/>
                <a:ea typeface="和音 Joyo R" panose="00000500000000000000" pitchFamily="50" charset="-128"/>
              </a:rPr>
              <a:t>ウィンドウ</a:t>
            </a:r>
            <a:endParaRPr kumimoji="1" lang="ja-JP" altLang="en-US" b="1" dirty="0">
              <a:solidFill>
                <a:schemeClr val="bg1">
                  <a:lumMod val="95000"/>
                </a:schemeClr>
              </a:solidFill>
              <a:latin typeface="和音 Joyo R" panose="00000500000000000000" pitchFamily="50" charset="-128"/>
              <a:ea typeface="和音 Joyo R" panose="00000500000000000000" pitchFamily="50" charset="-128"/>
            </a:endParaRPr>
          </a:p>
        </p:txBody>
      </p:sp>
      <p:sp>
        <p:nvSpPr>
          <p:cNvPr id="66" name="テキスト ボックス 65">
            <a:extLst>
              <a:ext uri="{FF2B5EF4-FFF2-40B4-BE49-F238E27FC236}">
                <a16:creationId xmlns:a16="http://schemas.microsoft.com/office/drawing/2014/main" id="{DF3D6EE4-A796-5E89-A888-94D8AEB0A983}"/>
              </a:ext>
            </a:extLst>
          </p:cNvPr>
          <p:cNvSpPr txBox="1"/>
          <p:nvPr/>
        </p:nvSpPr>
        <p:spPr>
          <a:xfrm>
            <a:off x="5785703" y="3662463"/>
            <a:ext cx="1475083" cy="307777"/>
          </a:xfrm>
          <a:prstGeom prst="rect">
            <a:avLst/>
          </a:prstGeom>
          <a:noFill/>
        </p:spPr>
        <p:txBody>
          <a:bodyPr wrap="none" rtlCol="0">
            <a:spAutoFit/>
          </a:bodyPr>
          <a:lstStyle/>
          <a:p>
            <a:pPr algn="ctr"/>
            <a:r>
              <a:rPr kumimoji="1" lang="ja-JP" altLang="en-US" sz="1400" b="1" dirty="0">
                <a:solidFill>
                  <a:schemeClr val="bg1">
                    <a:lumMod val="95000"/>
                  </a:schemeClr>
                </a:solidFill>
                <a:latin typeface="和音 Joyo R" panose="00000500000000000000" pitchFamily="50" charset="-128"/>
                <a:ea typeface="和音 Joyo R" panose="00000500000000000000" pitchFamily="50" charset="-128"/>
              </a:rPr>
              <a:t>フルスクリーン</a:t>
            </a:r>
            <a:endParaRPr kumimoji="1" lang="ja-JP" altLang="en-US" b="1" dirty="0">
              <a:solidFill>
                <a:schemeClr val="bg1">
                  <a:lumMod val="95000"/>
                </a:schemeClr>
              </a:solidFill>
              <a:latin typeface="和音 Joyo R" panose="00000500000000000000" pitchFamily="50" charset="-128"/>
              <a:ea typeface="和音 Joyo R" panose="00000500000000000000" pitchFamily="50" charset="-128"/>
            </a:endParaRPr>
          </a:p>
        </p:txBody>
      </p:sp>
      <p:grpSp>
        <p:nvGrpSpPr>
          <p:cNvPr id="13" name="グループ化 12">
            <a:extLst>
              <a:ext uri="{FF2B5EF4-FFF2-40B4-BE49-F238E27FC236}">
                <a16:creationId xmlns:a16="http://schemas.microsoft.com/office/drawing/2014/main" id="{742C81DB-E3D5-4012-6501-5F7A39351287}"/>
              </a:ext>
            </a:extLst>
          </p:cNvPr>
          <p:cNvGrpSpPr/>
          <p:nvPr/>
        </p:nvGrpSpPr>
        <p:grpSpPr>
          <a:xfrm>
            <a:off x="2512942" y="3045762"/>
            <a:ext cx="7166116" cy="1065397"/>
            <a:chOff x="2536747" y="3045762"/>
            <a:chExt cx="7166116" cy="1065397"/>
          </a:xfrm>
        </p:grpSpPr>
        <p:sp>
          <p:nvSpPr>
            <p:cNvPr id="5" name="二等辺三角形 4">
              <a:extLst>
                <a:ext uri="{FF2B5EF4-FFF2-40B4-BE49-F238E27FC236}">
                  <a16:creationId xmlns:a16="http://schemas.microsoft.com/office/drawing/2014/main" id="{A22DABDF-E54D-7E7C-0275-AD0A746FA512}"/>
                </a:ext>
              </a:extLst>
            </p:cNvPr>
            <p:cNvSpPr/>
            <p:nvPr/>
          </p:nvSpPr>
          <p:spPr>
            <a:xfrm rot="16200000">
              <a:off x="2318906" y="3268296"/>
              <a:ext cx="1060704" cy="625021"/>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二等辺三角形 7">
              <a:extLst>
                <a:ext uri="{FF2B5EF4-FFF2-40B4-BE49-F238E27FC236}">
                  <a16:creationId xmlns:a16="http://schemas.microsoft.com/office/drawing/2014/main" id="{0D9F5F56-75F0-71D8-52FB-9DED4EA644F1}"/>
                </a:ext>
              </a:extLst>
            </p:cNvPr>
            <p:cNvSpPr/>
            <p:nvPr/>
          </p:nvSpPr>
          <p:spPr>
            <a:xfrm rot="5400000" flipH="1">
              <a:off x="8860001" y="3263603"/>
              <a:ext cx="1060704" cy="625021"/>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Tree>
    <p:extLst>
      <p:ext uri="{BB962C8B-B14F-4D97-AF65-F5344CB8AC3E}">
        <p14:creationId xmlns:p14="http://schemas.microsoft.com/office/powerpoint/2010/main" val="311406122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A4F3"/>
        </a:solidFill>
        <a:effectLst/>
      </p:bgPr>
    </p:bg>
    <p:spTree>
      <p:nvGrpSpPr>
        <p:cNvPr id="1" name="">
          <a:extLst>
            <a:ext uri="{FF2B5EF4-FFF2-40B4-BE49-F238E27FC236}">
              <a16:creationId xmlns:a16="http://schemas.microsoft.com/office/drawing/2014/main" id="{EFC3E1AB-F53C-DAEE-3470-AF89F3830C7E}"/>
            </a:ext>
          </a:extLst>
        </p:cNvPr>
        <p:cNvGrpSpPr/>
        <p:nvPr/>
      </p:nvGrpSpPr>
      <p:grpSpPr>
        <a:xfrm>
          <a:off x="0" y="0"/>
          <a:ext cx="0" cy="0"/>
          <a:chOff x="0" y="0"/>
          <a:chExt cx="0" cy="0"/>
        </a:xfrm>
      </p:grpSpPr>
      <p:pic>
        <p:nvPicPr>
          <p:cNvPr id="4" name="図 3">
            <a:extLst>
              <a:ext uri="{FF2B5EF4-FFF2-40B4-BE49-F238E27FC236}">
                <a16:creationId xmlns:a16="http://schemas.microsoft.com/office/drawing/2014/main" id="{433CFDE3-A0AB-06F2-B4CE-60CDE04FC5C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783266" y="268073"/>
            <a:ext cx="6625468" cy="3312734"/>
          </a:xfrm>
          <a:prstGeom prst="rect">
            <a:avLst/>
          </a:prstGeom>
        </p:spPr>
      </p:pic>
      <p:sp>
        <p:nvSpPr>
          <p:cNvPr id="10" name="テキスト ボックス 9">
            <a:extLst>
              <a:ext uri="{FF2B5EF4-FFF2-40B4-BE49-F238E27FC236}">
                <a16:creationId xmlns:a16="http://schemas.microsoft.com/office/drawing/2014/main" id="{EEC22245-87A8-E0D1-F428-D6A936D6BB2F}"/>
              </a:ext>
            </a:extLst>
          </p:cNvPr>
          <p:cNvSpPr txBox="1"/>
          <p:nvPr/>
        </p:nvSpPr>
        <p:spPr>
          <a:xfrm>
            <a:off x="10202172" y="105024"/>
            <a:ext cx="1653017" cy="461665"/>
          </a:xfrm>
          <a:prstGeom prst="rect">
            <a:avLst/>
          </a:prstGeom>
          <a:noFill/>
        </p:spPr>
        <p:txBody>
          <a:bodyPr wrap="none" rtlCol="0">
            <a:spAutoFit/>
          </a:bodyPr>
          <a:lstStyle/>
          <a:p>
            <a:r>
              <a:rPr lang="en-US" altLang="ja-JP" sz="2400" b="1" dirty="0">
                <a:solidFill>
                  <a:schemeClr val="bg1">
                    <a:lumMod val="95000"/>
                  </a:schemeClr>
                </a:solidFill>
                <a:latin typeface="和音 Joyo R" panose="00000500000000000000" pitchFamily="50" charset="-128"/>
                <a:ea typeface="和音 Joyo R" panose="00000500000000000000" pitchFamily="50" charset="-128"/>
              </a:rPr>
              <a:t>Ver.0.0.0</a:t>
            </a:r>
            <a:endParaRPr kumimoji="1" lang="ja-JP" altLang="en-US" sz="3200" b="1" dirty="0">
              <a:solidFill>
                <a:srgbClr val="CC00FF"/>
              </a:solidFill>
              <a:latin typeface="和音 Joyo R" panose="00000500000000000000" pitchFamily="50" charset="-128"/>
              <a:ea typeface="和音 Joyo R" panose="00000500000000000000" pitchFamily="50" charset="-128"/>
            </a:endParaRPr>
          </a:p>
        </p:txBody>
      </p:sp>
      <p:sp>
        <p:nvSpPr>
          <p:cNvPr id="6" name="テキスト ボックス 5">
            <a:extLst>
              <a:ext uri="{FF2B5EF4-FFF2-40B4-BE49-F238E27FC236}">
                <a16:creationId xmlns:a16="http://schemas.microsoft.com/office/drawing/2014/main" id="{06D88B28-9F41-6A6D-5ABB-A54755117C2D}"/>
              </a:ext>
            </a:extLst>
          </p:cNvPr>
          <p:cNvSpPr txBox="1"/>
          <p:nvPr/>
        </p:nvSpPr>
        <p:spPr>
          <a:xfrm>
            <a:off x="5160488" y="3950873"/>
            <a:ext cx="1871025" cy="584775"/>
          </a:xfrm>
          <a:prstGeom prst="rect">
            <a:avLst/>
          </a:prstGeom>
          <a:noFill/>
        </p:spPr>
        <p:txBody>
          <a:bodyPr wrap="none" rtlCol="0">
            <a:spAutoFit/>
          </a:bodyPr>
          <a:lstStyle/>
          <a:p>
            <a:r>
              <a:rPr lang="ja-JP" altLang="en-US" sz="3200" b="1" dirty="0">
                <a:solidFill>
                  <a:srgbClr val="FF00FF"/>
                </a:solidFill>
                <a:latin typeface="和音 Joyo R" panose="00000500000000000000" pitchFamily="50" charset="-128"/>
                <a:ea typeface="和音 Joyo R" panose="00000500000000000000" pitchFamily="50" charset="-128"/>
              </a:rPr>
              <a:t>始めから</a:t>
            </a:r>
            <a:endParaRPr kumimoji="1" lang="ja-JP" altLang="en-US" sz="4000" b="1" dirty="0">
              <a:solidFill>
                <a:srgbClr val="FF00FF"/>
              </a:solidFill>
              <a:latin typeface="和音 Joyo R" panose="00000500000000000000" pitchFamily="50" charset="-128"/>
              <a:ea typeface="和音 Joyo R" panose="00000500000000000000" pitchFamily="50" charset="-128"/>
            </a:endParaRPr>
          </a:p>
        </p:txBody>
      </p:sp>
      <p:sp>
        <p:nvSpPr>
          <p:cNvPr id="12" name="テキスト ボックス 11">
            <a:extLst>
              <a:ext uri="{FF2B5EF4-FFF2-40B4-BE49-F238E27FC236}">
                <a16:creationId xmlns:a16="http://schemas.microsoft.com/office/drawing/2014/main" id="{329BAA4F-44E1-2D3B-0D7C-B09446C57AB4}"/>
              </a:ext>
            </a:extLst>
          </p:cNvPr>
          <p:cNvSpPr txBox="1"/>
          <p:nvPr/>
        </p:nvSpPr>
        <p:spPr>
          <a:xfrm>
            <a:off x="4949693" y="5136760"/>
            <a:ext cx="2292615" cy="584775"/>
          </a:xfrm>
          <a:prstGeom prst="rect">
            <a:avLst/>
          </a:prstGeom>
          <a:noFill/>
        </p:spPr>
        <p:txBody>
          <a:bodyPr wrap="none" rtlCol="0">
            <a:spAutoFit/>
          </a:bodyPr>
          <a:lstStyle/>
          <a:p>
            <a:r>
              <a:rPr lang="ja-JP" altLang="en-US" sz="3200" b="1" dirty="0">
                <a:solidFill>
                  <a:schemeClr val="bg1">
                    <a:lumMod val="95000"/>
                  </a:schemeClr>
                </a:solidFill>
                <a:latin typeface="和音 Joyo R" panose="00000500000000000000" pitchFamily="50" charset="-128"/>
                <a:ea typeface="和音 Joyo R" panose="00000500000000000000" pitchFamily="50" charset="-128"/>
              </a:rPr>
              <a:t>ゲーム終了</a:t>
            </a:r>
            <a:endParaRPr kumimoji="1" lang="ja-JP" altLang="en-US" sz="4000" b="1" dirty="0">
              <a:solidFill>
                <a:schemeClr val="bg1">
                  <a:lumMod val="95000"/>
                </a:schemeClr>
              </a:solidFill>
              <a:latin typeface="和音 Joyo R" panose="00000500000000000000" pitchFamily="50" charset="-128"/>
              <a:ea typeface="和音 Joyo R" panose="00000500000000000000" pitchFamily="50" charset="-128"/>
            </a:endParaRPr>
          </a:p>
        </p:txBody>
      </p:sp>
      <p:sp>
        <p:nvSpPr>
          <p:cNvPr id="14" name="テキスト ボックス 13">
            <a:extLst>
              <a:ext uri="{FF2B5EF4-FFF2-40B4-BE49-F238E27FC236}">
                <a16:creationId xmlns:a16="http://schemas.microsoft.com/office/drawing/2014/main" id="{20D916D0-6BE8-2592-9366-9BE28193917F}"/>
              </a:ext>
            </a:extLst>
          </p:cNvPr>
          <p:cNvSpPr txBox="1"/>
          <p:nvPr/>
        </p:nvSpPr>
        <p:spPr>
          <a:xfrm>
            <a:off x="5160488" y="5876097"/>
            <a:ext cx="1871025" cy="584775"/>
          </a:xfrm>
          <a:prstGeom prst="rect">
            <a:avLst/>
          </a:prstGeom>
          <a:noFill/>
        </p:spPr>
        <p:txBody>
          <a:bodyPr wrap="none" rtlCol="0">
            <a:spAutoFit/>
          </a:bodyPr>
          <a:lstStyle/>
          <a:p>
            <a:r>
              <a:rPr lang="ja-JP" altLang="en-US" sz="3200" b="1" dirty="0">
                <a:solidFill>
                  <a:schemeClr val="bg1">
                    <a:lumMod val="95000"/>
                  </a:schemeClr>
                </a:solidFill>
                <a:latin typeface="和音 Joyo R" panose="00000500000000000000" pitchFamily="50" charset="-128"/>
                <a:ea typeface="和音 Joyo R" panose="00000500000000000000" pitchFamily="50" charset="-128"/>
              </a:rPr>
              <a:t>環境設定</a:t>
            </a:r>
            <a:endParaRPr kumimoji="1" lang="ja-JP" altLang="en-US" sz="4000" b="1" dirty="0">
              <a:solidFill>
                <a:schemeClr val="bg1">
                  <a:lumMod val="95000"/>
                </a:schemeClr>
              </a:solidFill>
              <a:latin typeface="和音 Joyo R" panose="00000500000000000000" pitchFamily="50" charset="-128"/>
              <a:ea typeface="和音 Joyo R" panose="00000500000000000000" pitchFamily="50" charset="-128"/>
            </a:endParaRPr>
          </a:p>
        </p:txBody>
      </p:sp>
      <p:sp>
        <p:nvSpPr>
          <p:cNvPr id="2" name="正方形/長方形 1">
            <a:extLst>
              <a:ext uri="{FF2B5EF4-FFF2-40B4-BE49-F238E27FC236}">
                <a16:creationId xmlns:a16="http://schemas.microsoft.com/office/drawing/2014/main" id="{A410EB34-263B-2B49-1798-4D52A2D21D21}"/>
              </a:ext>
            </a:extLst>
          </p:cNvPr>
          <p:cNvSpPr>
            <a:spLocks noGrp="1" noRot="1" noMove="1" noResize="1" noEditPoints="1" noAdjustHandles="1" noChangeArrowheads="1" noChangeShapeType="1"/>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 name="四角形: 角を丸くする 2">
            <a:extLst>
              <a:ext uri="{FF2B5EF4-FFF2-40B4-BE49-F238E27FC236}">
                <a16:creationId xmlns:a16="http://schemas.microsoft.com/office/drawing/2014/main" id="{78468681-5400-A622-6388-B83DAF768966}"/>
              </a:ext>
            </a:extLst>
          </p:cNvPr>
          <p:cNvSpPr/>
          <p:nvPr/>
        </p:nvSpPr>
        <p:spPr>
          <a:xfrm>
            <a:off x="2295197" y="1231181"/>
            <a:ext cx="7601606" cy="4699251"/>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四角形: 角を丸くする 10">
            <a:extLst>
              <a:ext uri="{FF2B5EF4-FFF2-40B4-BE49-F238E27FC236}">
                <a16:creationId xmlns:a16="http://schemas.microsoft.com/office/drawing/2014/main" id="{1699309A-5125-9B3A-DCF5-0EDECD80366E}"/>
              </a:ext>
            </a:extLst>
          </p:cNvPr>
          <p:cNvSpPr/>
          <p:nvPr/>
        </p:nvSpPr>
        <p:spPr>
          <a:xfrm>
            <a:off x="6344410" y="5021012"/>
            <a:ext cx="2336019" cy="625904"/>
          </a:xfrm>
          <a:prstGeom prst="roundRect">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latin typeface="和音 Joyo R" panose="00000500000000000000" pitchFamily="50" charset="-128"/>
                <a:ea typeface="和音 Joyo R" panose="00000500000000000000" pitchFamily="50" charset="-128"/>
              </a:rPr>
              <a:t>OK</a:t>
            </a:r>
            <a:endParaRPr kumimoji="1" lang="ja-JP" altLang="en-US" sz="2000" dirty="0">
              <a:latin typeface="和音 Joyo R" panose="00000500000000000000" pitchFamily="50" charset="-128"/>
              <a:ea typeface="和音 Joyo R" panose="00000500000000000000" pitchFamily="50" charset="-128"/>
            </a:endParaRPr>
          </a:p>
        </p:txBody>
      </p:sp>
      <p:sp>
        <p:nvSpPr>
          <p:cNvPr id="15" name="四角形: 角を丸くする 14">
            <a:extLst>
              <a:ext uri="{FF2B5EF4-FFF2-40B4-BE49-F238E27FC236}">
                <a16:creationId xmlns:a16="http://schemas.microsoft.com/office/drawing/2014/main" id="{5753BFD1-F03C-F491-EF41-253C06ECC07B}"/>
              </a:ext>
            </a:extLst>
          </p:cNvPr>
          <p:cNvSpPr/>
          <p:nvPr/>
        </p:nvSpPr>
        <p:spPr>
          <a:xfrm>
            <a:off x="3511571" y="5021012"/>
            <a:ext cx="2336019" cy="625904"/>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000" dirty="0">
                <a:latin typeface="和音 Joyo R" panose="00000500000000000000" pitchFamily="50" charset="-128"/>
                <a:ea typeface="和音 Joyo R" panose="00000500000000000000" pitchFamily="50" charset="-128"/>
              </a:rPr>
              <a:t>デフォルトに戻す</a:t>
            </a:r>
          </a:p>
        </p:txBody>
      </p:sp>
      <p:pic>
        <p:nvPicPr>
          <p:cNvPr id="9" name="図 8">
            <a:extLst>
              <a:ext uri="{FF2B5EF4-FFF2-40B4-BE49-F238E27FC236}">
                <a16:creationId xmlns:a16="http://schemas.microsoft.com/office/drawing/2014/main" id="{DA338F62-96EB-84BF-695F-EDBF72E0A2E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849989" y="869948"/>
            <a:ext cx="1605560" cy="1134571"/>
          </a:xfrm>
          <a:prstGeom prst="rect">
            <a:avLst/>
          </a:prstGeom>
        </p:spPr>
      </p:pic>
      <p:sp>
        <p:nvSpPr>
          <p:cNvPr id="18" name="テキスト ボックス 17">
            <a:extLst>
              <a:ext uri="{FF2B5EF4-FFF2-40B4-BE49-F238E27FC236}">
                <a16:creationId xmlns:a16="http://schemas.microsoft.com/office/drawing/2014/main" id="{6BCEE015-99C8-0C29-E345-39533BA34E21}"/>
              </a:ext>
            </a:extLst>
          </p:cNvPr>
          <p:cNvSpPr txBox="1"/>
          <p:nvPr/>
        </p:nvSpPr>
        <p:spPr>
          <a:xfrm>
            <a:off x="5372083" y="1323213"/>
            <a:ext cx="1447832" cy="461665"/>
          </a:xfrm>
          <a:prstGeom prst="rect">
            <a:avLst/>
          </a:prstGeom>
          <a:noFill/>
        </p:spPr>
        <p:txBody>
          <a:bodyPr wrap="none" rtlCol="0">
            <a:spAutoFit/>
          </a:bodyPr>
          <a:lstStyle/>
          <a:p>
            <a:pPr algn="ctr"/>
            <a:r>
              <a:rPr kumimoji="1" lang="ja-JP" altLang="en-US" sz="2400" b="1" dirty="0">
                <a:solidFill>
                  <a:srgbClr val="FF00FF"/>
                </a:solidFill>
                <a:latin typeface="和音 Joyo R" panose="00000500000000000000" pitchFamily="50" charset="-128"/>
                <a:ea typeface="和音 Joyo R" panose="00000500000000000000" pitchFamily="50" charset="-128"/>
              </a:rPr>
              <a:t>環境設定</a:t>
            </a:r>
            <a:endParaRPr kumimoji="1" lang="ja-JP" altLang="en-US" sz="3200" b="1" dirty="0">
              <a:solidFill>
                <a:srgbClr val="FF00FF"/>
              </a:solidFill>
              <a:latin typeface="和音 Joyo R" panose="00000500000000000000" pitchFamily="50" charset="-128"/>
              <a:ea typeface="和音 Joyo R" panose="00000500000000000000" pitchFamily="50" charset="-128"/>
            </a:endParaRPr>
          </a:p>
        </p:txBody>
      </p:sp>
      <p:sp>
        <p:nvSpPr>
          <p:cNvPr id="20" name="テキスト ボックス 19">
            <a:extLst>
              <a:ext uri="{FF2B5EF4-FFF2-40B4-BE49-F238E27FC236}">
                <a16:creationId xmlns:a16="http://schemas.microsoft.com/office/drawing/2014/main" id="{4AF6F299-3E9B-CCF4-8633-C86494D691EF}"/>
              </a:ext>
            </a:extLst>
          </p:cNvPr>
          <p:cNvSpPr txBox="1"/>
          <p:nvPr/>
        </p:nvSpPr>
        <p:spPr>
          <a:xfrm>
            <a:off x="3607658" y="1975512"/>
            <a:ext cx="1236236" cy="400110"/>
          </a:xfrm>
          <a:prstGeom prst="rect">
            <a:avLst/>
          </a:prstGeom>
          <a:noFill/>
        </p:spPr>
        <p:txBody>
          <a:bodyPr wrap="none" rtlCol="0">
            <a:spAutoFit/>
          </a:bodyPr>
          <a:lstStyle/>
          <a:p>
            <a:r>
              <a:rPr kumimoji="1" lang="ja-JP" altLang="en-US" sz="2000" b="1" dirty="0">
                <a:solidFill>
                  <a:schemeClr val="tx1">
                    <a:lumMod val="75000"/>
                    <a:lumOff val="25000"/>
                  </a:schemeClr>
                </a:solidFill>
                <a:latin typeface="和音 Joyo R" panose="00000500000000000000" pitchFamily="50" charset="-128"/>
                <a:ea typeface="和音 Joyo R" panose="00000500000000000000" pitchFamily="50" charset="-128"/>
              </a:rPr>
              <a:t>サウンド</a:t>
            </a:r>
            <a:endParaRPr kumimoji="1" lang="ja-JP" altLang="en-US" sz="28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cxnSp>
        <p:nvCxnSpPr>
          <p:cNvPr id="21" name="直線コネクタ 20">
            <a:extLst>
              <a:ext uri="{FF2B5EF4-FFF2-40B4-BE49-F238E27FC236}">
                <a16:creationId xmlns:a16="http://schemas.microsoft.com/office/drawing/2014/main" id="{FB7FD4BD-4032-0560-B13D-379B5FDA5914}"/>
              </a:ext>
            </a:extLst>
          </p:cNvPr>
          <p:cNvCxnSpPr>
            <a:cxnSpLocks/>
          </p:cNvCxnSpPr>
          <p:nvPr/>
        </p:nvCxnSpPr>
        <p:spPr>
          <a:xfrm>
            <a:off x="4363450" y="1820950"/>
            <a:ext cx="3465100" cy="0"/>
          </a:xfrm>
          <a:prstGeom prst="line">
            <a:avLst/>
          </a:prstGeom>
          <a:ln>
            <a:solidFill>
              <a:srgbClr val="FF00FF"/>
            </a:solidFill>
            <a:headEnd type="stealth"/>
            <a:tailEnd type="stealth"/>
          </a:ln>
        </p:spPr>
        <p:style>
          <a:lnRef idx="2">
            <a:schemeClr val="accent1"/>
          </a:lnRef>
          <a:fillRef idx="0">
            <a:schemeClr val="accent1"/>
          </a:fillRef>
          <a:effectRef idx="1">
            <a:schemeClr val="accent1"/>
          </a:effectRef>
          <a:fontRef idx="minor">
            <a:schemeClr val="tx1"/>
          </a:fontRef>
        </p:style>
      </p:cxnSp>
      <p:sp>
        <p:nvSpPr>
          <p:cNvPr id="24" name="テキスト ボックス 23">
            <a:extLst>
              <a:ext uri="{FF2B5EF4-FFF2-40B4-BE49-F238E27FC236}">
                <a16:creationId xmlns:a16="http://schemas.microsoft.com/office/drawing/2014/main" id="{4CD4B50F-E477-FA24-C15F-274706A1ECA6}"/>
              </a:ext>
            </a:extLst>
          </p:cNvPr>
          <p:cNvSpPr txBox="1"/>
          <p:nvPr/>
        </p:nvSpPr>
        <p:spPr>
          <a:xfrm>
            <a:off x="5261149" y="2026089"/>
            <a:ext cx="681597" cy="338554"/>
          </a:xfrm>
          <a:prstGeom prst="rect">
            <a:avLst/>
          </a:prstGeom>
          <a:noFill/>
        </p:spPr>
        <p:txBody>
          <a:bodyPr wrap="none" rtlCol="0">
            <a:spAutoFit/>
          </a:bodyPr>
          <a:lstStyle/>
          <a:p>
            <a:r>
              <a:rPr kumimoji="1" lang="en-US" altLang="ja-JP" sz="1600" b="1" dirty="0">
                <a:solidFill>
                  <a:schemeClr val="tx1">
                    <a:lumMod val="75000"/>
                    <a:lumOff val="25000"/>
                  </a:schemeClr>
                </a:solidFill>
                <a:latin typeface="和音 Joyo R" panose="00000500000000000000" pitchFamily="50" charset="-128"/>
                <a:ea typeface="和音 Joyo R" panose="00000500000000000000" pitchFamily="50" charset="-128"/>
              </a:rPr>
              <a:t>BGM</a:t>
            </a:r>
            <a:endParaRPr kumimoji="1" lang="ja-JP" altLang="en-US" sz="20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sp>
        <p:nvSpPr>
          <p:cNvPr id="26" name="テキスト ボックス 25">
            <a:extLst>
              <a:ext uri="{FF2B5EF4-FFF2-40B4-BE49-F238E27FC236}">
                <a16:creationId xmlns:a16="http://schemas.microsoft.com/office/drawing/2014/main" id="{DBA724DF-0BE0-B079-34F8-CF563F2B03F4}"/>
              </a:ext>
            </a:extLst>
          </p:cNvPr>
          <p:cNvSpPr txBox="1"/>
          <p:nvPr/>
        </p:nvSpPr>
        <p:spPr>
          <a:xfrm>
            <a:off x="5261149" y="2441588"/>
            <a:ext cx="452368" cy="338554"/>
          </a:xfrm>
          <a:prstGeom prst="rect">
            <a:avLst/>
          </a:prstGeom>
          <a:noFill/>
        </p:spPr>
        <p:txBody>
          <a:bodyPr wrap="none" rtlCol="0">
            <a:spAutoFit/>
          </a:bodyPr>
          <a:lstStyle/>
          <a:p>
            <a:r>
              <a:rPr kumimoji="1" lang="en-US" altLang="ja-JP" sz="1600" b="1" dirty="0">
                <a:solidFill>
                  <a:schemeClr val="tx1">
                    <a:lumMod val="75000"/>
                    <a:lumOff val="25000"/>
                  </a:schemeClr>
                </a:solidFill>
                <a:latin typeface="和音 Joyo R" panose="00000500000000000000" pitchFamily="50" charset="-128"/>
                <a:ea typeface="和音 Joyo R" panose="00000500000000000000" pitchFamily="50" charset="-128"/>
              </a:rPr>
              <a:t>SE</a:t>
            </a:r>
            <a:endParaRPr kumimoji="1" lang="ja-JP" altLang="en-US" sz="20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sp>
        <p:nvSpPr>
          <p:cNvPr id="28" name="テキスト ボックス 27">
            <a:extLst>
              <a:ext uri="{FF2B5EF4-FFF2-40B4-BE49-F238E27FC236}">
                <a16:creationId xmlns:a16="http://schemas.microsoft.com/office/drawing/2014/main" id="{9DBEA843-443E-1B4E-9601-C0DAE4B78B94}"/>
              </a:ext>
            </a:extLst>
          </p:cNvPr>
          <p:cNvSpPr txBox="1"/>
          <p:nvPr/>
        </p:nvSpPr>
        <p:spPr>
          <a:xfrm>
            <a:off x="5261149" y="2879760"/>
            <a:ext cx="853119" cy="338554"/>
          </a:xfrm>
          <a:prstGeom prst="rect">
            <a:avLst/>
          </a:prstGeom>
          <a:noFill/>
        </p:spPr>
        <p:txBody>
          <a:bodyPr wrap="none" rtlCol="0">
            <a:spAutoFit/>
          </a:bodyPr>
          <a:lstStyle/>
          <a:p>
            <a:r>
              <a:rPr kumimoji="1" lang="en-US" altLang="ja-JP" sz="1600" b="1" dirty="0">
                <a:solidFill>
                  <a:schemeClr val="tx1">
                    <a:lumMod val="75000"/>
                    <a:lumOff val="25000"/>
                  </a:schemeClr>
                </a:solidFill>
                <a:latin typeface="和音 Joyo R" panose="00000500000000000000" pitchFamily="50" charset="-128"/>
                <a:ea typeface="和音 Joyo R" panose="00000500000000000000" pitchFamily="50" charset="-128"/>
              </a:rPr>
              <a:t>VOICE</a:t>
            </a:r>
            <a:endParaRPr kumimoji="1" lang="ja-JP" altLang="en-US" sz="20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grpSp>
        <p:nvGrpSpPr>
          <p:cNvPr id="31" name="グループ化 30">
            <a:extLst>
              <a:ext uri="{FF2B5EF4-FFF2-40B4-BE49-F238E27FC236}">
                <a16:creationId xmlns:a16="http://schemas.microsoft.com/office/drawing/2014/main" id="{CDBEA0FD-142E-EB55-4285-4C269F234BBA}"/>
              </a:ext>
            </a:extLst>
          </p:cNvPr>
          <p:cNvGrpSpPr/>
          <p:nvPr/>
        </p:nvGrpSpPr>
        <p:grpSpPr>
          <a:xfrm rot="5400000">
            <a:off x="7375689" y="1053336"/>
            <a:ext cx="325422" cy="2284060"/>
            <a:chOff x="11000341" y="4022147"/>
            <a:chExt cx="325422" cy="2031812"/>
          </a:xfrm>
        </p:grpSpPr>
        <p:sp>
          <p:nvSpPr>
            <p:cNvPr id="32" name="四角形: 角を丸くする 31">
              <a:extLst>
                <a:ext uri="{FF2B5EF4-FFF2-40B4-BE49-F238E27FC236}">
                  <a16:creationId xmlns:a16="http://schemas.microsoft.com/office/drawing/2014/main" id="{E6F7D40C-D4C9-2600-6635-36EE90D6C34A}"/>
                </a:ext>
              </a:extLst>
            </p:cNvPr>
            <p:cNvSpPr/>
            <p:nvPr/>
          </p:nvSpPr>
          <p:spPr>
            <a:xfrm>
              <a:off x="11044871" y="4022147"/>
              <a:ext cx="236362" cy="2031812"/>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3" name="四角形: 角を丸くする 32">
              <a:extLst>
                <a:ext uri="{FF2B5EF4-FFF2-40B4-BE49-F238E27FC236}">
                  <a16:creationId xmlns:a16="http://schemas.microsoft.com/office/drawing/2014/main" id="{F208C3BD-9C2D-F6D2-A53F-5F08CAACE8FA}"/>
                </a:ext>
              </a:extLst>
            </p:cNvPr>
            <p:cNvSpPr/>
            <p:nvPr/>
          </p:nvSpPr>
          <p:spPr>
            <a:xfrm>
              <a:off x="11000341" y="4648311"/>
              <a:ext cx="325422" cy="263274"/>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34" name="グループ化 33">
            <a:extLst>
              <a:ext uri="{FF2B5EF4-FFF2-40B4-BE49-F238E27FC236}">
                <a16:creationId xmlns:a16="http://schemas.microsoft.com/office/drawing/2014/main" id="{6E89367A-6A87-7C25-1B71-0B18374C3E2D}"/>
              </a:ext>
            </a:extLst>
          </p:cNvPr>
          <p:cNvGrpSpPr/>
          <p:nvPr/>
        </p:nvGrpSpPr>
        <p:grpSpPr>
          <a:xfrm rot="5400000">
            <a:off x="7375688" y="1468835"/>
            <a:ext cx="325422" cy="2284060"/>
            <a:chOff x="11000341" y="4022147"/>
            <a:chExt cx="325422" cy="2031812"/>
          </a:xfrm>
        </p:grpSpPr>
        <p:sp>
          <p:nvSpPr>
            <p:cNvPr id="35" name="四角形: 角を丸くする 34">
              <a:extLst>
                <a:ext uri="{FF2B5EF4-FFF2-40B4-BE49-F238E27FC236}">
                  <a16:creationId xmlns:a16="http://schemas.microsoft.com/office/drawing/2014/main" id="{57BC3870-4160-4F42-3D5F-12B6B3457711}"/>
                </a:ext>
              </a:extLst>
            </p:cNvPr>
            <p:cNvSpPr/>
            <p:nvPr/>
          </p:nvSpPr>
          <p:spPr>
            <a:xfrm>
              <a:off x="11044871" y="4022147"/>
              <a:ext cx="236362" cy="2031812"/>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6" name="四角形: 角を丸くする 35">
              <a:extLst>
                <a:ext uri="{FF2B5EF4-FFF2-40B4-BE49-F238E27FC236}">
                  <a16:creationId xmlns:a16="http://schemas.microsoft.com/office/drawing/2014/main" id="{704839E4-CC93-2840-0A14-F41ED6382BFC}"/>
                </a:ext>
              </a:extLst>
            </p:cNvPr>
            <p:cNvSpPr/>
            <p:nvPr/>
          </p:nvSpPr>
          <p:spPr>
            <a:xfrm>
              <a:off x="11000341" y="4648311"/>
              <a:ext cx="325422" cy="263274"/>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37" name="グループ化 36">
            <a:extLst>
              <a:ext uri="{FF2B5EF4-FFF2-40B4-BE49-F238E27FC236}">
                <a16:creationId xmlns:a16="http://schemas.microsoft.com/office/drawing/2014/main" id="{8C123EEE-E9EB-76A3-24A5-94E58998DA3D}"/>
              </a:ext>
            </a:extLst>
          </p:cNvPr>
          <p:cNvGrpSpPr/>
          <p:nvPr/>
        </p:nvGrpSpPr>
        <p:grpSpPr>
          <a:xfrm rot="5400000">
            <a:off x="7375688" y="1907007"/>
            <a:ext cx="325422" cy="2284060"/>
            <a:chOff x="11000341" y="4022147"/>
            <a:chExt cx="325422" cy="2031812"/>
          </a:xfrm>
        </p:grpSpPr>
        <p:sp>
          <p:nvSpPr>
            <p:cNvPr id="38" name="四角形: 角を丸くする 37">
              <a:extLst>
                <a:ext uri="{FF2B5EF4-FFF2-40B4-BE49-F238E27FC236}">
                  <a16:creationId xmlns:a16="http://schemas.microsoft.com/office/drawing/2014/main" id="{511D855C-DB83-587F-D96D-5C4A8D2D6745}"/>
                </a:ext>
              </a:extLst>
            </p:cNvPr>
            <p:cNvSpPr/>
            <p:nvPr/>
          </p:nvSpPr>
          <p:spPr>
            <a:xfrm>
              <a:off x="11044871" y="4022147"/>
              <a:ext cx="236362" cy="2031812"/>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9" name="四角形: 角を丸くする 38">
              <a:extLst>
                <a:ext uri="{FF2B5EF4-FFF2-40B4-BE49-F238E27FC236}">
                  <a16:creationId xmlns:a16="http://schemas.microsoft.com/office/drawing/2014/main" id="{3A12654F-5A43-F991-D6E5-1F60F5C49386}"/>
                </a:ext>
              </a:extLst>
            </p:cNvPr>
            <p:cNvSpPr/>
            <p:nvPr/>
          </p:nvSpPr>
          <p:spPr>
            <a:xfrm>
              <a:off x="11000341" y="4648311"/>
              <a:ext cx="325422" cy="263274"/>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41" name="テキスト ボックス 40">
            <a:extLst>
              <a:ext uri="{FF2B5EF4-FFF2-40B4-BE49-F238E27FC236}">
                <a16:creationId xmlns:a16="http://schemas.microsoft.com/office/drawing/2014/main" id="{3DE757BE-888E-0D66-1C94-F84231DBE093}"/>
              </a:ext>
            </a:extLst>
          </p:cNvPr>
          <p:cNvSpPr txBox="1"/>
          <p:nvPr/>
        </p:nvSpPr>
        <p:spPr>
          <a:xfrm>
            <a:off x="3607658" y="3594345"/>
            <a:ext cx="1499128" cy="400110"/>
          </a:xfrm>
          <a:prstGeom prst="rect">
            <a:avLst/>
          </a:prstGeom>
          <a:noFill/>
        </p:spPr>
        <p:txBody>
          <a:bodyPr wrap="none" rtlCol="0">
            <a:spAutoFit/>
          </a:bodyPr>
          <a:lstStyle/>
          <a:p>
            <a:r>
              <a:rPr kumimoji="1" lang="ja-JP" altLang="en-US" sz="2000" b="1" dirty="0">
                <a:solidFill>
                  <a:schemeClr val="tx1">
                    <a:lumMod val="75000"/>
                    <a:lumOff val="25000"/>
                  </a:schemeClr>
                </a:solidFill>
                <a:latin typeface="和音 Joyo R" panose="00000500000000000000" pitchFamily="50" charset="-128"/>
                <a:ea typeface="和音 Joyo R" panose="00000500000000000000" pitchFamily="50" charset="-128"/>
              </a:rPr>
              <a:t>画面モード</a:t>
            </a:r>
            <a:endParaRPr kumimoji="1" lang="ja-JP" altLang="en-US" sz="28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sp>
        <p:nvSpPr>
          <p:cNvPr id="43" name="テキスト ボックス 42">
            <a:extLst>
              <a:ext uri="{FF2B5EF4-FFF2-40B4-BE49-F238E27FC236}">
                <a16:creationId xmlns:a16="http://schemas.microsoft.com/office/drawing/2014/main" id="{21DFFA69-21B4-6C3F-1ACA-305C8921CEE9}"/>
              </a:ext>
            </a:extLst>
          </p:cNvPr>
          <p:cNvSpPr txBox="1"/>
          <p:nvPr/>
        </p:nvSpPr>
        <p:spPr>
          <a:xfrm>
            <a:off x="3607658" y="4148164"/>
            <a:ext cx="1499128" cy="400110"/>
          </a:xfrm>
          <a:prstGeom prst="rect">
            <a:avLst/>
          </a:prstGeom>
          <a:noFill/>
        </p:spPr>
        <p:txBody>
          <a:bodyPr wrap="none" rtlCol="0">
            <a:spAutoFit/>
          </a:bodyPr>
          <a:lstStyle/>
          <a:p>
            <a:r>
              <a:rPr kumimoji="1" lang="ja-JP" altLang="en-US" sz="2000" b="1" dirty="0">
                <a:solidFill>
                  <a:schemeClr val="tx1">
                    <a:lumMod val="75000"/>
                    <a:lumOff val="25000"/>
                  </a:schemeClr>
                </a:solidFill>
                <a:latin typeface="和音 Joyo R" panose="00000500000000000000" pitchFamily="50" charset="-128"/>
                <a:ea typeface="和音 Joyo R" panose="00000500000000000000" pitchFamily="50" charset="-128"/>
              </a:rPr>
              <a:t>図面解像度</a:t>
            </a:r>
            <a:endParaRPr kumimoji="1" lang="ja-JP" altLang="en-US" sz="28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grpSp>
        <p:nvGrpSpPr>
          <p:cNvPr id="57" name="グループ化 56">
            <a:extLst>
              <a:ext uri="{FF2B5EF4-FFF2-40B4-BE49-F238E27FC236}">
                <a16:creationId xmlns:a16="http://schemas.microsoft.com/office/drawing/2014/main" id="{5B3491C3-D106-6BEF-4E54-D413FD361E06}"/>
              </a:ext>
            </a:extLst>
          </p:cNvPr>
          <p:cNvGrpSpPr/>
          <p:nvPr/>
        </p:nvGrpSpPr>
        <p:grpSpPr>
          <a:xfrm>
            <a:off x="5804185" y="4188879"/>
            <a:ext cx="2876243" cy="356570"/>
            <a:chOff x="5804185" y="4397755"/>
            <a:chExt cx="2876243" cy="356570"/>
          </a:xfrm>
        </p:grpSpPr>
        <p:sp>
          <p:nvSpPr>
            <p:cNvPr id="58" name="四角形: 角を丸くする 57">
              <a:extLst>
                <a:ext uri="{FF2B5EF4-FFF2-40B4-BE49-F238E27FC236}">
                  <a16:creationId xmlns:a16="http://schemas.microsoft.com/office/drawing/2014/main" id="{34A8EE58-057C-9532-71B7-3A78CCE6733E}"/>
                </a:ext>
              </a:extLst>
            </p:cNvPr>
            <p:cNvSpPr/>
            <p:nvPr/>
          </p:nvSpPr>
          <p:spPr>
            <a:xfrm rot="5400000">
              <a:off x="6352028" y="3864047"/>
              <a:ext cx="342435" cy="1438121"/>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sp>
          <p:nvSpPr>
            <p:cNvPr id="59" name="四角形: 角を丸くする 58">
              <a:extLst>
                <a:ext uri="{FF2B5EF4-FFF2-40B4-BE49-F238E27FC236}">
                  <a16:creationId xmlns:a16="http://schemas.microsoft.com/office/drawing/2014/main" id="{67BAB263-5E56-C6D3-0A64-68AE0A4DD1A3}"/>
                </a:ext>
              </a:extLst>
            </p:cNvPr>
            <p:cNvSpPr/>
            <p:nvPr/>
          </p:nvSpPr>
          <p:spPr>
            <a:xfrm rot="5400000">
              <a:off x="7790150" y="3856851"/>
              <a:ext cx="342435" cy="1438121"/>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p>
          </p:txBody>
        </p:sp>
        <p:sp>
          <p:nvSpPr>
            <p:cNvPr id="60" name="テキスト ボックス 59">
              <a:extLst>
                <a:ext uri="{FF2B5EF4-FFF2-40B4-BE49-F238E27FC236}">
                  <a16:creationId xmlns:a16="http://schemas.microsoft.com/office/drawing/2014/main" id="{FC6FBDE6-CB9F-AF6B-CD5A-725C9809ED63}"/>
                </a:ext>
              </a:extLst>
            </p:cNvPr>
            <p:cNvSpPr txBox="1"/>
            <p:nvPr/>
          </p:nvSpPr>
          <p:spPr>
            <a:xfrm>
              <a:off x="7356918" y="4397755"/>
              <a:ext cx="1217001" cy="307777"/>
            </a:xfrm>
            <a:prstGeom prst="rect">
              <a:avLst/>
            </a:prstGeom>
            <a:noFill/>
          </p:spPr>
          <p:txBody>
            <a:bodyPr wrap="none" rtlCol="0">
              <a:spAutoFit/>
            </a:bodyPr>
            <a:lstStyle/>
            <a:p>
              <a:pPr algn="ctr"/>
              <a:r>
                <a:rPr kumimoji="1" lang="en-US" altLang="ja-JP" sz="1400" b="1" dirty="0">
                  <a:solidFill>
                    <a:schemeClr val="bg1">
                      <a:lumMod val="95000"/>
                    </a:schemeClr>
                  </a:solidFill>
                  <a:latin typeface="和音 Joyo R" panose="00000500000000000000" pitchFamily="50" charset="-128"/>
                  <a:ea typeface="和音 Joyo R" panose="00000500000000000000" pitchFamily="50" charset="-128"/>
                </a:rPr>
                <a:t>1280×720</a:t>
              </a:r>
              <a:endParaRPr kumimoji="1" lang="ja-JP" altLang="en-US" b="1" dirty="0">
                <a:solidFill>
                  <a:schemeClr val="bg1">
                    <a:lumMod val="95000"/>
                  </a:schemeClr>
                </a:solidFill>
                <a:latin typeface="和音 Joyo R" panose="00000500000000000000" pitchFamily="50" charset="-128"/>
                <a:ea typeface="和音 Joyo R" panose="00000500000000000000" pitchFamily="50" charset="-128"/>
              </a:endParaRPr>
            </a:p>
          </p:txBody>
        </p:sp>
        <p:sp>
          <p:nvSpPr>
            <p:cNvPr id="61" name="テキスト ボックス 60">
              <a:extLst>
                <a:ext uri="{FF2B5EF4-FFF2-40B4-BE49-F238E27FC236}">
                  <a16:creationId xmlns:a16="http://schemas.microsoft.com/office/drawing/2014/main" id="{C3708595-9A30-03C5-0C15-5240607F6C30}"/>
                </a:ext>
              </a:extLst>
            </p:cNvPr>
            <p:cNvSpPr txBox="1"/>
            <p:nvPr/>
          </p:nvSpPr>
          <p:spPr>
            <a:xfrm>
              <a:off x="5871464" y="4406341"/>
              <a:ext cx="1303562" cy="307777"/>
            </a:xfrm>
            <a:prstGeom prst="rect">
              <a:avLst/>
            </a:prstGeom>
            <a:noFill/>
          </p:spPr>
          <p:txBody>
            <a:bodyPr wrap="none" rtlCol="0">
              <a:spAutoFit/>
            </a:bodyPr>
            <a:lstStyle/>
            <a:p>
              <a:pPr algn="ctr"/>
              <a:r>
                <a:rPr kumimoji="1" lang="en-US" altLang="ja-JP" sz="1400" b="1" dirty="0">
                  <a:solidFill>
                    <a:schemeClr val="bg1">
                      <a:lumMod val="95000"/>
                    </a:schemeClr>
                  </a:solidFill>
                  <a:latin typeface="和音 Joyo R" panose="00000500000000000000" pitchFamily="50" charset="-128"/>
                  <a:ea typeface="和音 Joyo R" panose="00000500000000000000" pitchFamily="50" charset="-128"/>
                </a:rPr>
                <a:t>1920×1080</a:t>
              </a:r>
              <a:endParaRPr kumimoji="1" lang="ja-JP" altLang="en-US" b="1" dirty="0">
                <a:solidFill>
                  <a:schemeClr val="bg1">
                    <a:lumMod val="95000"/>
                  </a:schemeClr>
                </a:solidFill>
                <a:latin typeface="和音 Joyo R" panose="00000500000000000000" pitchFamily="50" charset="-128"/>
                <a:ea typeface="和音 Joyo R" panose="00000500000000000000" pitchFamily="50" charset="-128"/>
              </a:endParaRPr>
            </a:p>
          </p:txBody>
        </p:sp>
      </p:grpSp>
      <p:sp>
        <p:nvSpPr>
          <p:cNvPr id="63" name="四角形: 角を丸くする 62">
            <a:extLst>
              <a:ext uri="{FF2B5EF4-FFF2-40B4-BE49-F238E27FC236}">
                <a16:creationId xmlns:a16="http://schemas.microsoft.com/office/drawing/2014/main" id="{4E89D764-AEA6-E5D2-47B9-75CD6FDED737}"/>
              </a:ext>
            </a:extLst>
          </p:cNvPr>
          <p:cNvSpPr/>
          <p:nvPr/>
        </p:nvSpPr>
        <p:spPr>
          <a:xfrm rot="5400000">
            <a:off x="6352028" y="3120169"/>
            <a:ext cx="342435" cy="1438121"/>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sp>
        <p:nvSpPr>
          <p:cNvPr id="64" name="四角形: 角を丸くする 63">
            <a:extLst>
              <a:ext uri="{FF2B5EF4-FFF2-40B4-BE49-F238E27FC236}">
                <a16:creationId xmlns:a16="http://schemas.microsoft.com/office/drawing/2014/main" id="{549F964A-FE42-0F4B-E4E2-5A8C7498A6F2}"/>
              </a:ext>
            </a:extLst>
          </p:cNvPr>
          <p:cNvSpPr/>
          <p:nvPr/>
        </p:nvSpPr>
        <p:spPr>
          <a:xfrm rot="5400000">
            <a:off x="7790150" y="3112973"/>
            <a:ext cx="342435" cy="1438121"/>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p>
        </p:txBody>
      </p:sp>
      <p:sp>
        <p:nvSpPr>
          <p:cNvPr id="65" name="テキスト ボックス 64">
            <a:extLst>
              <a:ext uri="{FF2B5EF4-FFF2-40B4-BE49-F238E27FC236}">
                <a16:creationId xmlns:a16="http://schemas.microsoft.com/office/drawing/2014/main" id="{04400A8B-0485-B303-013D-1FD6701A428E}"/>
              </a:ext>
            </a:extLst>
          </p:cNvPr>
          <p:cNvSpPr txBox="1"/>
          <p:nvPr/>
        </p:nvSpPr>
        <p:spPr>
          <a:xfrm>
            <a:off x="7412222" y="3653877"/>
            <a:ext cx="1106393" cy="307777"/>
          </a:xfrm>
          <a:prstGeom prst="rect">
            <a:avLst/>
          </a:prstGeom>
          <a:noFill/>
        </p:spPr>
        <p:txBody>
          <a:bodyPr wrap="none" rtlCol="0">
            <a:spAutoFit/>
          </a:bodyPr>
          <a:lstStyle/>
          <a:p>
            <a:pPr algn="ctr"/>
            <a:r>
              <a:rPr kumimoji="1" lang="ja-JP" altLang="en-US" sz="1400" b="1" dirty="0">
                <a:solidFill>
                  <a:schemeClr val="bg1">
                    <a:lumMod val="95000"/>
                  </a:schemeClr>
                </a:solidFill>
                <a:latin typeface="和音 Joyo R" panose="00000500000000000000" pitchFamily="50" charset="-128"/>
                <a:ea typeface="和音 Joyo R" panose="00000500000000000000" pitchFamily="50" charset="-128"/>
              </a:rPr>
              <a:t>ウィンドウ</a:t>
            </a:r>
            <a:endParaRPr kumimoji="1" lang="ja-JP" altLang="en-US" b="1" dirty="0">
              <a:solidFill>
                <a:schemeClr val="bg1">
                  <a:lumMod val="95000"/>
                </a:schemeClr>
              </a:solidFill>
              <a:latin typeface="和音 Joyo R" panose="00000500000000000000" pitchFamily="50" charset="-128"/>
              <a:ea typeface="和音 Joyo R" panose="00000500000000000000" pitchFamily="50" charset="-128"/>
            </a:endParaRPr>
          </a:p>
        </p:txBody>
      </p:sp>
      <p:sp>
        <p:nvSpPr>
          <p:cNvPr id="66" name="テキスト ボックス 65">
            <a:extLst>
              <a:ext uri="{FF2B5EF4-FFF2-40B4-BE49-F238E27FC236}">
                <a16:creationId xmlns:a16="http://schemas.microsoft.com/office/drawing/2014/main" id="{193622FA-5E76-76EB-C3E9-D265A32B8389}"/>
              </a:ext>
            </a:extLst>
          </p:cNvPr>
          <p:cNvSpPr txBox="1"/>
          <p:nvPr/>
        </p:nvSpPr>
        <p:spPr>
          <a:xfrm>
            <a:off x="5785703" y="3662463"/>
            <a:ext cx="1475083" cy="307777"/>
          </a:xfrm>
          <a:prstGeom prst="rect">
            <a:avLst/>
          </a:prstGeom>
          <a:noFill/>
        </p:spPr>
        <p:txBody>
          <a:bodyPr wrap="none" rtlCol="0">
            <a:spAutoFit/>
          </a:bodyPr>
          <a:lstStyle/>
          <a:p>
            <a:pPr algn="ctr"/>
            <a:r>
              <a:rPr kumimoji="1" lang="ja-JP" altLang="en-US" sz="1400" b="1" dirty="0">
                <a:solidFill>
                  <a:schemeClr val="bg1">
                    <a:lumMod val="95000"/>
                  </a:schemeClr>
                </a:solidFill>
                <a:latin typeface="和音 Joyo R" panose="00000500000000000000" pitchFamily="50" charset="-128"/>
                <a:ea typeface="和音 Joyo R" panose="00000500000000000000" pitchFamily="50" charset="-128"/>
              </a:rPr>
              <a:t>フルスクリーン</a:t>
            </a:r>
            <a:endParaRPr kumimoji="1" lang="ja-JP" altLang="en-US" b="1" dirty="0">
              <a:solidFill>
                <a:schemeClr val="bg1">
                  <a:lumMod val="95000"/>
                </a:schemeClr>
              </a:solidFill>
              <a:latin typeface="和音 Joyo R" panose="00000500000000000000" pitchFamily="50" charset="-128"/>
              <a:ea typeface="和音 Joyo R" panose="00000500000000000000" pitchFamily="50" charset="-128"/>
            </a:endParaRPr>
          </a:p>
        </p:txBody>
      </p:sp>
      <p:grpSp>
        <p:nvGrpSpPr>
          <p:cNvPr id="13" name="グループ化 12">
            <a:extLst>
              <a:ext uri="{FF2B5EF4-FFF2-40B4-BE49-F238E27FC236}">
                <a16:creationId xmlns:a16="http://schemas.microsoft.com/office/drawing/2014/main" id="{FA36F6C1-2E57-5A56-08D7-6932CA488E78}"/>
              </a:ext>
            </a:extLst>
          </p:cNvPr>
          <p:cNvGrpSpPr/>
          <p:nvPr/>
        </p:nvGrpSpPr>
        <p:grpSpPr>
          <a:xfrm>
            <a:off x="2512942" y="3045762"/>
            <a:ext cx="7166116" cy="1065397"/>
            <a:chOff x="2536747" y="3045762"/>
            <a:chExt cx="7166116" cy="1065397"/>
          </a:xfrm>
        </p:grpSpPr>
        <p:sp>
          <p:nvSpPr>
            <p:cNvPr id="5" name="二等辺三角形 4">
              <a:extLst>
                <a:ext uri="{FF2B5EF4-FFF2-40B4-BE49-F238E27FC236}">
                  <a16:creationId xmlns:a16="http://schemas.microsoft.com/office/drawing/2014/main" id="{29BFEEAC-F54B-D8F4-162A-844162582B0B}"/>
                </a:ext>
              </a:extLst>
            </p:cNvPr>
            <p:cNvSpPr/>
            <p:nvPr/>
          </p:nvSpPr>
          <p:spPr>
            <a:xfrm rot="16200000">
              <a:off x="2318906" y="3268296"/>
              <a:ext cx="1060704" cy="625021"/>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二等辺三角形 7">
              <a:extLst>
                <a:ext uri="{FF2B5EF4-FFF2-40B4-BE49-F238E27FC236}">
                  <a16:creationId xmlns:a16="http://schemas.microsoft.com/office/drawing/2014/main" id="{F07D5154-885A-D500-2FC9-36CFF2224093}"/>
                </a:ext>
              </a:extLst>
            </p:cNvPr>
            <p:cNvSpPr/>
            <p:nvPr/>
          </p:nvSpPr>
          <p:spPr>
            <a:xfrm rot="5400000" flipH="1">
              <a:off x="8860001" y="3263603"/>
              <a:ext cx="1060704" cy="625021"/>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7" name="グループ化 6">
            <a:extLst>
              <a:ext uri="{FF2B5EF4-FFF2-40B4-BE49-F238E27FC236}">
                <a16:creationId xmlns:a16="http://schemas.microsoft.com/office/drawing/2014/main" id="{AE629140-4A9C-A770-A039-A87E8CD1F8F4}"/>
              </a:ext>
            </a:extLst>
          </p:cNvPr>
          <p:cNvGrpSpPr/>
          <p:nvPr/>
        </p:nvGrpSpPr>
        <p:grpSpPr>
          <a:xfrm>
            <a:off x="8937" y="-2"/>
            <a:ext cx="12192000" cy="6858001"/>
            <a:chOff x="0" y="-1"/>
            <a:chExt cx="12192000" cy="6858001"/>
          </a:xfrm>
        </p:grpSpPr>
        <p:sp>
          <p:nvSpPr>
            <p:cNvPr id="16" name="正方形/長方形 15">
              <a:extLst>
                <a:ext uri="{FF2B5EF4-FFF2-40B4-BE49-F238E27FC236}">
                  <a16:creationId xmlns:a16="http://schemas.microsoft.com/office/drawing/2014/main" id="{D67B9426-BEFF-1F7D-E124-4E7245DD72C3}"/>
                </a:ext>
              </a:extLst>
            </p:cNvPr>
            <p:cNvSpPr>
              <a:spLocks/>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四角形: 角を丸くする 16">
              <a:extLst>
                <a:ext uri="{FF2B5EF4-FFF2-40B4-BE49-F238E27FC236}">
                  <a16:creationId xmlns:a16="http://schemas.microsoft.com/office/drawing/2014/main" id="{713F8525-CB3D-7C51-D02D-25EF7BBE5575}"/>
                </a:ext>
              </a:extLst>
            </p:cNvPr>
            <p:cNvSpPr/>
            <p:nvPr/>
          </p:nvSpPr>
          <p:spPr>
            <a:xfrm>
              <a:off x="3159742" y="1823170"/>
              <a:ext cx="5872517" cy="3211661"/>
            </a:xfrm>
            <a:prstGeom prst="roundRect">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テキスト ボックス 18">
              <a:extLst>
                <a:ext uri="{FF2B5EF4-FFF2-40B4-BE49-F238E27FC236}">
                  <a16:creationId xmlns:a16="http://schemas.microsoft.com/office/drawing/2014/main" id="{AEE09D9F-DF25-EDE9-2DE6-E9511409B1C1}"/>
                </a:ext>
              </a:extLst>
            </p:cNvPr>
            <p:cNvSpPr txBox="1"/>
            <p:nvPr/>
          </p:nvSpPr>
          <p:spPr>
            <a:xfrm>
              <a:off x="3263337" y="2409602"/>
              <a:ext cx="5665333" cy="584775"/>
            </a:xfrm>
            <a:prstGeom prst="rect">
              <a:avLst/>
            </a:prstGeom>
            <a:noFill/>
          </p:spPr>
          <p:txBody>
            <a:bodyPr wrap="none" rtlCol="0">
              <a:spAutoFit/>
            </a:bodyPr>
            <a:lstStyle/>
            <a:p>
              <a:pPr algn="ctr"/>
              <a:r>
                <a:rPr kumimoji="1" lang="ja-JP" altLang="en-US" sz="3200" b="1" dirty="0">
                  <a:solidFill>
                    <a:schemeClr val="tx1">
                      <a:lumMod val="85000"/>
                      <a:lumOff val="15000"/>
                    </a:schemeClr>
                  </a:solidFill>
                  <a:latin typeface="和音 Joyo R" panose="00000500000000000000" pitchFamily="50" charset="-128"/>
                  <a:ea typeface="和音 Joyo R" panose="00000500000000000000" pitchFamily="50" charset="-128"/>
                </a:rPr>
                <a:t>変更をキャンセルしますか？</a:t>
              </a:r>
              <a:endParaRPr kumimoji="1" lang="ja-JP" altLang="en-US" sz="4000" b="1"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sp>
          <p:nvSpPr>
            <p:cNvPr id="22" name="四角形: 角を丸くする 21">
              <a:extLst>
                <a:ext uri="{FF2B5EF4-FFF2-40B4-BE49-F238E27FC236}">
                  <a16:creationId xmlns:a16="http://schemas.microsoft.com/office/drawing/2014/main" id="{FE9D54D5-68AC-DBF5-71A7-018D28F4956F}"/>
                </a:ext>
              </a:extLst>
            </p:cNvPr>
            <p:cNvSpPr/>
            <p:nvPr/>
          </p:nvSpPr>
          <p:spPr>
            <a:xfrm>
              <a:off x="6323378" y="3580809"/>
              <a:ext cx="2138224" cy="893978"/>
            </a:xfrm>
            <a:prstGeom prst="roundRect">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400" dirty="0">
                  <a:latin typeface="和音 Joyo R" panose="00000500000000000000" pitchFamily="50" charset="-128"/>
                  <a:ea typeface="和音 Joyo R" panose="00000500000000000000" pitchFamily="50" charset="-128"/>
                </a:rPr>
                <a:t>キャンセル</a:t>
              </a:r>
            </a:p>
          </p:txBody>
        </p:sp>
        <p:sp>
          <p:nvSpPr>
            <p:cNvPr id="23" name="四角形: 角を丸くする 22">
              <a:extLst>
                <a:ext uri="{FF2B5EF4-FFF2-40B4-BE49-F238E27FC236}">
                  <a16:creationId xmlns:a16="http://schemas.microsoft.com/office/drawing/2014/main" id="{8EF03A51-1D80-2CD5-897D-F99F461837F1}"/>
                </a:ext>
              </a:extLst>
            </p:cNvPr>
            <p:cNvSpPr/>
            <p:nvPr/>
          </p:nvSpPr>
          <p:spPr>
            <a:xfrm>
              <a:off x="3730400" y="3580809"/>
              <a:ext cx="2138224" cy="893978"/>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400" dirty="0">
                  <a:latin typeface="和音 Joyo R" panose="00000500000000000000" pitchFamily="50" charset="-128"/>
                  <a:ea typeface="和音 Joyo R" panose="00000500000000000000" pitchFamily="50" charset="-128"/>
                </a:rPr>
                <a:t>変更を保存</a:t>
              </a:r>
            </a:p>
          </p:txBody>
        </p:sp>
      </p:grpSp>
    </p:spTree>
    <p:extLst>
      <p:ext uri="{BB962C8B-B14F-4D97-AF65-F5344CB8AC3E}">
        <p14:creationId xmlns:p14="http://schemas.microsoft.com/office/powerpoint/2010/main" val="318456596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A4F3"/>
        </a:solidFill>
        <a:effectLst/>
      </p:bgPr>
    </p:bg>
    <p:spTree>
      <p:nvGrpSpPr>
        <p:cNvPr id="1" name="">
          <a:extLst>
            <a:ext uri="{FF2B5EF4-FFF2-40B4-BE49-F238E27FC236}">
              <a16:creationId xmlns:a16="http://schemas.microsoft.com/office/drawing/2014/main" id="{5CB6CF55-775F-81A4-9471-1F928601CA01}"/>
            </a:ext>
          </a:extLst>
        </p:cNvPr>
        <p:cNvGrpSpPr/>
        <p:nvPr/>
      </p:nvGrpSpPr>
      <p:grpSpPr>
        <a:xfrm>
          <a:off x="0" y="0"/>
          <a:ext cx="0" cy="0"/>
          <a:chOff x="0" y="0"/>
          <a:chExt cx="0" cy="0"/>
        </a:xfrm>
      </p:grpSpPr>
      <p:pic>
        <p:nvPicPr>
          <p:cNvPr id="4" name="図 3">
            <a:extLst>
              <a:ext uri="{FF2B5EF4-FFF2-40B4-BE49-F238E27FC236}">
                <a16:creationId xmlns:a16="http://schemas.microsoft.com/office/drawing/2014/main" id="{1D445039-FA92-5676-BFBF-F6B8C237C8C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783266" y="268073"/>
            <a:ext cx="6625468" cy="3312734"/>
          </a:xfrm>
          <a:prstGeom prst="rect">
            <a:avLst/>
          </a:prstGeom>
        </p:spPr>
      </p:pic>
      <p:sp>
        <p:nvSpPr>
          <p:cNvPr id="10" name="テキスト ボックス 9">
            <a:extLst>
              <a:ext uri="{FF2B5EF4-FFF2-40B4-BE49-F238E27FC236}">
                <a16:creationId xmlns:a16="http://schemas.microsoft.com/office/drawing/2014/main" id="{618E71CA-9825-7004-7417-3A574CAF8045}"/>
              </a:ext>
            </a:extLst>
          </p:cNvPr>
          <p:cNvSpPr txBox="1"/>
          <p:nvPr/>
        </p:nvSpPr>
        <p:spPr>
          <a:xfrm>
            <a:off x="10202172" y="105024"/>
            <a:ext cx="1653017" cy="461665"/>
          </a:xfrm>
          <a:prstGeom prst="rect">
            <a:avLst/>
          </a:prstGeom>
          <a:noFill/>
        </p:spPr>
        <p:txBody>
          <a:bodyPr wrap="none" rtlCol="0">
            <a:spAutoFit/>
          </a:bodyPr>
          <a:lstStyle/>
          <a:p>
            <a:r>
              <a:rPr lang="en-US" altLang="ja-JP" sz="2400" b="1" dirty="0">
                <a:solidFill>
                  <a:schemeClr val="bg1">
                    <a:lumMod val="95000"/>
                  </a:schemeClr>
                </a:solidFill>
                <a:latin typeface="和音 Joyo R" panose="00000500000000000000" pitchFamily="50" charset="-128"/>
                <a:ea typeface="和音 Joyo R" panose="00000500000000000000" pitchFamily="50" charset="-128"/>
              </a:rPr>
              <a:t>Ver.0.0.0</a:t>
            </a:r>
            <a:endParaRPr kumimoji="1" lang="ja-JP" altLang="en-US" sz="3200" b="1" dirty="0">
              <a:solidFill>
                <a:srgbClr val="CC00FF"/>
              </a:solidFill>
              <a:latin typeface="和音 Joyo R" panose="00000500000000000000" pitchFamily="50" charset="-128"/>
              <a:ea typeface="和音 Joyo R" panose="00000500000000000000" pitchFamily="50" charset="-128"/>
            </a:endParaRPr>
          </a:p>
        </p:txBody>
      </p:sp>
      <p:sp>
        <p:nvSpPr>
          <p:cNvPr id="6" name="テキスト ボックス 5">
            <a:extLst>
              <a:ext uri="{FF2B5EF4-FFF2-40B4-BE49-F238E27FC236}">
                <a16:creationId xmlns:a16="http://schemas.microsoft.com/office/drawing/2014/main" id="{5F4C79F8-140C-3F47-4BC4-4990966F5697}"/>
              </a:ext>
            </a:extLst>
          </p:cNvPr>
          <p:cNvSpPr txBox="1"/>
          <p:nvPr/>
        </p:nvSpPr>
        <p:spPr>
          <a:xfrm>
            <a:off x="5160488" y="3950873"/>
            <a:ext cx="1871025" cy="584775"/>
          </a:xfrm>
          <a:prstGeom prst="rect">
            <a:avLst/>
          </a:prstGeom>
          <a:noFill/>
        </p:spPr>
        <p:txBody>
          <a:bodyPr wrap="none" rtlCol="0">
            <a:spAutoFit/>
          </a:bodyPr>
          <a:lstStyle/>
          <a:p>
            <a:r>
              <a:rPr lang="ja-JP" altLang="en-US" sz="3200" b="1" dirty="0">
                <a:solidFill>
                  <a:srgbClr val="FF00FF"/>
                </a:solidFill>
                <a:latin typeface="和音 Joyo R" panose="00000500000000000000" pitchFamily="50" charset="-128"/>
                <a:ea typeface="和音 Joyo R" panose="00000500000000000000" pitchFamily="50" charset="-128"/>
              </a:rPr>
              <a:t>始めから</a:t>
            </a:r>
            <a:endParaRPr kumimoji="1" lang="ja-JP" altLang="en-US" sz="4000" b="1" dirty="0">
              <a:solidFill>
                <a:srgbClr val="FF00FF"/>
              </a:solidFill>
              <a:latin typeface="和音 Joyo R" panose="00000500000000000000" pitchFamily="50" charset="-128"/>
              <a:ea typeface="和音 Joyo R" panose="00000500000000000000" pitchFamily="50" charset="-128"/>
            </a:endParaRPr>
          </a:p>
        </p:txBody>
      </p:sp>
      <p:sp>
        <p:nvSpPr>
          <p:cNvPr id="12" name="テキスト ボックス 11">
            <a:extLst>
              <a:ext uri="{FF2B5EF4-FFF2-40B4-BE49-F238E27FC236}">
                <a16:creationId xmlns:a16="http://schemas.microsoft.com/office/drawing/2014/main" id="{ADDA0AD2-9D93-DC2F-42A7-114EE687819F}"/>
              </a:ext>
            </a:extLst>
          </p:cNvPr>
          <p:cNvSpPr txBox="1"/>
          <p:nvPr/>
        </p:nvSpPr>
        <p:spPr>
          <a:xfrm>
            <a:off x="4949693" y="5136760"/>
            <a:ext cx="2292615" cy="584775"/>
          </a:xfrm>
          <a:prstGeom prst="rect">
            <a:avLst/>
          </a:prstGeom>
          <a:noFill/>
        </p:spPr>
        <p:txBody>
          <a:bodyPr wrap="none" rtlCol="0">
            <a:spAutoFit/>
          </a:bodyPr>
          <a:lstStyle/>
          <a:p>
            <a:r>
              <a:rPr lang="ja-JP" altLang="en-US" sz="3200" b="1" dirty="0">
                <a:solidFill>
                  <a:schemeClr val="bg1">
                    <a:lumMod val="95000"/>
                  </a:schemeClr>
                </a:solidFill>
                <a:latin typeface="和音 Joyo R" panose="00000500000000000000" pitchFamily="50" charset="-128"/>
                <a:ea typeface="和音 Joyo R" panose="00000500000000000000" pitchFamily="50" charset="-128"/>
              </a:rPr>
              <a:t>ゲーム終了</a:t>
            </a:r>
            <a:endParaRPr kumimoji="1" lang="ja-JP" altLang="en-US" sz="4000" b="1" dirty="0">
              <a:solidFill>
                <a:schemeClr val="bg1">
                  <a:lumMod val="95000"/>
                </a:schemeClr>
              </a:solidFill>
              <a:latin typeface="和音 Joyo R" panose="00000500000000000000" pitchFamily="50" charset="-128"/>
              <a:ea typeface="和音 Joyo R" panose="00000500000000000000" pitchFamily="50" charset="-128"/>
            </a:endParaRPr>
          </a:p>
        </p:txBody>
      </p:sp>
      <p:sp>
        <p:nvSpPr>
          <p:cNvPr id="14" name="テキスト ボックス 13">
            <a:extLst>
              <a:ext uri="{FF2B5EF4-FFF2-40B4-BE49-F238E27FC236}">
                <a16:creationId xmlns:a16="http://schemas.microsoft.com/office/drawing/2014/main" id="{B0D27228-1DD9-8C4A-76BB-0C24177846A0}"/>
              </a:ext>
            </a:extLst>
          </p:cNvPr>
          <p:cNvSpPr txBox="1"/>
          <p:nvPr/>
        </p:nvSpPr>
        <p:spPr>
          <a:xfrm>
            <a:off x="5160488" y="5876097"/>
            <a:ext cx="1871025" cy="584775"/>
          </a:xfrm>
          <a:prstGeom prst="rect">
            <a:avLst/>
          </a:prstGeom>
          <a:noFill/>
        </p:spPr>
        <p:txBody>
          <a:bodyPr wrap="none" rtlCol="0">
            <a:spAutoFit/>
          </a:bodyPr>
          <a:lstStyle/>
          <a:p>
            <a:r>
              <a:rPr lang="ja-JP" altLang="en-US" sz="3200" b="1" dirty="0">
                <a:solidFill>
                  <a:schemeClr val="bg1">
                    <a:lumMod val="95000"/>
                  </a:schemeClr>
                </a:solidFill>
                <a:latin typeface="和音 Joyo R" panose="00000500000000000000" pitchFamily="50" charset="-128"/>
                <a:ea typeface="和音 Joyo R" panose="00000500000000000000" pitchFamily="50" charset="-128"/>
              </a:rPr>
              <a:t>環境設定</a:t>
            </a:r>
            <a:endParaRPr kumimoji="1" lang="ja-JP" altLang="en-US" sz="4000" b="1" dirty="0">
              <a:solidFill>
                <a:schemeClr val="bg1">
                  <a:lumMod val="95000"/>
                </a:schemeClr>
              </a:solidFill>
              <a:latin typeface="和音 Joyo R" panose="00000500000000000000" pitchFamily="50" charset="-128"/>
              <a:ea typeface="和音 Joyo R" panose="00000500000000000000" pitchFamily="50" charset="-128"/>
            </a:endParaRPr>
          </a:p>
        </p:txBody>
      </p:sp>
      <p:sp>
        <p:nvSpPr>
          <p:cNvPr id="2" name="正方形/長方形 1">
            <a:extLst>
              <a:ext uri="{FF2B5EF4-FFF2-40B4-BE49-F238E27FC236}">
                <a16:creationId xmlns:a16="http://schemas.microsoft.com/office/drawing/2014/main" id="{4F935719-8715-A933-6A06-E62A60BB5A7B}"/>
              </a:ext>
            </a:extLst>
          </p:cNvPr>
          <p:cNvSpPr>
            <a:spLocks noGrp="1" noRot="1" noMove="1" noResize="1" noEditPoints="1" noAdjustHandles="1" noChangeArrowheads="1" noChangeShapeType="1"/>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 name="四角形: 角を丸くする 2">
            <a:extLst>
              <a:ext uri="{FF2B5EF4-FFF2-40B4-BE49-F238E27FC236}">
                <a16:creationId xmlns:a16="http://schemas.microsoft.com/office/drawing/2014/main" id="{AC646C11-2BD5-6DE8-D63F-B86039C96A45}"/>
              </a:ext>
            </a:extLst>
          </p:cNvPr>
          <p:cNvSpPr/>
          <p:nvPr/>
        </p:nvSpPr>
        <p:spPr>
          <a:xfrm>
            <a:off x="2295197" y="1231181"/>
            <a:ext cx="7601606" cy="4699251"/>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四角形: 角を丸くする 10">
            <a:extLst>
              <a:ext uri="{FF2B5EF4-FFF2-40B4-BE49-F238E27FC236}">
                <a16:creationId xmlns:a16="http://schemas.microsoft.com/office/drawing/2014/main" id="{A3E8B4AC-FC14-D891-DDD4-6ACA72D09366}"/>
              </a:ext>
            </a:extLst>
          </p:cNvPr>
          <p:cNvSpPr/>
          <p:nvPr/>
        </p:nvSpPr>
        <p:spPr>
          <a:xfrm>
            <a:off x="6344410" y="5021012"/>
            <a:ext cx="2336019" cy="625904"/>
          </a:xfrm>
          <a:prstGeom prst="roundRect">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latin typeface="和音 Joyo R" panose="00000500000000000000" pitchFamily="50" charset="-128"/>
                <a:ea typeface="和音 Joyo R" panose="00000500000000000000" pitchFamily="50" charset="-128"/>
              </a:rPr>
              <a:t>OK</a:t>
            </a:r>
            <a:endParaRPr kumimoji="1" lang="ja-JP" altLang="en-US" sz="2000" dirty="0">
              <a:latin typeface="和音 Joyo R" panose="00000500000000000000" pitchFamily="50" charset="-128"/>
              <a:ea typeface="和音 Joyo R" panose="00000500000000000000" pitchFamily="50" charset="-128"/>
            </a:endParaRPr>
          </a:p>
        </p:txBody>
      </p:sp>
      <p:sp>
        <p:nvSpPr>
          <p:cNvPr id="15" name="四角形: 角を丸くする 14">
            <a:extLst>
              <a:ext uri="{FF2B5EF4-FFF2-40B4-BE49-F238E27FC236}">
                <a16:creationId xmlns:a16="http://schemas.microsoft.com/office/drawing/2014/main" id="{846E6ECC-3492-CC8A-A7B8-E3D8DD6FE099}"/>
              </a:ext>
            </a:extLst>
          </p:cNvPr>
          <p:cNvSpPr/>
          <p:nvPr/>
        </p:nvSpPr>
        <p:spPr>
          <a:xfrm>
            <a:off x="3511571" y="5021012"/>
            <a:ext cx="2336019" cy="625904"/>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000" dirty="0">
                <a:latin typeface="和音 Joyo R" panose="00000500000000000000" pitchFamily="50" charset="-128"/>
                <a:ea typeface="和音 Joyo R" panose="00000500000000000000" pitchFamily="50" charset="-128"/>
              </a:rPr>
              <a:t>デフォルトに戻す</a:t>
            </a:r>
          </a:p>
        </p:txBody>
      </p:sp>
      <p:pic>
        <p:nvPicPr>
          <p:cNvPr id="9" name="図 8">
            <a:extLst>
              <a:ext uri="{FF2B5EF4-FFF2-40B4-BE49-F238E27FC236}">
                <a16:creationId xmlns:a16="http://schemas.microsoft.com/office/drawing/2014/main" id="{6419E476-CC4C-B840-2AEE-C6B25DCA5CE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849989" y="869948"/>
            <a:ext cx="1605560" cy="1134571"/>
          </a:xfrm>
          <a:prstGeom prst="rect">
            <a:avLst/>
          </a:prstGeom>
        </p:spPr>
      </p:pic>
      <p:sp>
        <p:nvSpPr>
          <p:cNvPr id="18" name="テキスト ボックス 17">
            <a:extLst>
              <a:ext uri="{FF2B5EF4-FFF2-40B4-BE49-F238E27FC236}">
                <a16:creationId xmlns:a16="http://schemas.microsoft.com/office/drawing/2014/main" id="{4E924F58-0A8D-A9A8-FA24-E1140A508671}"/>
              </a:ext>
            </a:extLst>
          </p:cNvPr>
          <p:cNvSpPr txBox="1"/>
          <p:nvPr/>
        </p:nvSpPr>
        <p:spPr>
          <a:xfrm>
            <a:off x="5372083" y="1323213"/>
            <a:ext cx="1447832" cy="461665"/>
          </a:xfrm>
          <a:prstGeom prst="rect">
            <a:avLst/>
          </a:prstGeom>
          <a:noFill/>
        </p:spPr>
        <p:txBody>
          <a:bodyPr wrap="none" rtlCol="0">
            <a:spAutoFit/>
          </a:bodyPr>
          <a:lstStyle/>
          <a:p>
            <a:pPr algn="ctr"/>
            <a:r>
              <a:rPr kumimoji="1" lang="ja-JP" altLang="en-US" sz="2400" b="1" dirty="0">
                <a:solidFill>
                  <a:srgbClr val="FF00FF"/>
                </a:solidFill>
                <a:latin typeface="和音 Joyo R" panose="00000500000000000000" pitchFamily="50" charset="-128"/>
                <a:ea typeface="和音 Joyo R" panose="00000500000000000000" pitchFamily="50" charset="-128"/>
              </a:rPr>
              <a:t>環境設定</a:t>
            </a:r>
            <a:endParaRPr kumimoji="1" lang="ja-JP" altLang="en-US" sz="3200" b="1" dirty="0">
              <a:solidFill>
                <a:srgbClr val="FF00FF"/>
              </a:solidFill>
              <a:latin typeface="和音 Joyo R" panose="00000500000000000000" pitchFamily="50" charset="-128"/>
              <a:ea typeface="和音 Joyo R" panose="00000500000000000000" pitchFamily="50" charset="-128"/>
            </a:endParaRPr>
          </a:p>
        </p:txBody>
      </p:sp>
      <p:sp>
        <p:nvSpPr>
          <p:cNvPr id="20" name="テキスト ボックス 19">
            <a:extLst>
              <a:ext uri="{FF2B5EF4-FFF2-40B4-BE49-F238E27FC236}">
                <a16:creationId xmlns:a16="http://schemas.microsoft.com/office/drawing/2014/main" id="{E49193BB-EBC5-B9E8-FCBE-7414CB84C75E}"/>
              </a:ext>
            </a:extLst>
          </p:cNvPr>
          <p:cNvSpPr txBox="1"/>
          <p:nvPr/>
        </p:nvSpPr>
        <p:spPr>
          <a:xfrm>
            <a:off x="3607658" y="1975512"/>
            <a:ext cx="1236236" cy="400110"/>
          </a:xfrm>
          <a:prstGeom prst="rect">
            <a:avLst/>
          </a:prstGeom>
          <a:noFill/>
        </p:spPr>
        <p:txBody>
          <a:bodyPr wrap="none" rtlCol="0">
            <a:spAutoFit/>
          </a:bodyPr>
          <a:lstStyle/>
          <a:p>
            <a:r>
              <a:rPr kumimoji="1" lang="ja-JP" altLang="en-US" sz="2000" b="1" dirty="0">
                <a:solidFill>
                  <a:schemeClr val="tx1">
                    <a:lumMod val="75000"/>
                    <a:lumOff val="25000"/>
                  </a:schemeClr>
                </a:solidFill>
                <a:latin typeface="和音 Joyo R" panose="00000500000000000000" pitchFamily="50" charset="-128"/>
                <a:ea typeface="和音 Joyo R" panose="00000500000000000000" pitchFamily="50" charset="-128"/>
              </a:rPr>
              <a:t>サウンド</a:t>
            </a:r>
            <a:endParaRPr kumimoji="1" lang="ja-JP" altLang="en-US" sz="28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cxnSp>
        <p:nvCxnSpPr>
          <p:cNvPr id="21" name="直線コネクタ 20">
            <a:extLst>
              <a:ext uri="{FF2B5EF4-FFF2-40B4-BE49-F238E27FC236}">
                <a16:creationId xmlns:a16="http://schemas.microsoft.com/office/drawing/2014/main" id="{CA54B7D5-1FA0-DFF6-C86E-CABA73504005}"/>
              </a:ext>
            </a:extLst>
          </p:cNvPr>
          <p:cNvCxnSpPr>
            <a:cxnSpLocks/>
          </p:cNvCxnSpPr>
          <p:nvPr/>
        </p:nvCxnSpPr>
        <p:spPr>
          <a:xfrm>
            <a:off x="4363450" y="1820950"/>
            <a:ext cx="3465100" cy="0"/>
          </a:xfrm>
          <a:prstGeom prst="line">
            <a:avLst/>
          </a:prstGeom>
          <a:ln>
            <a:solidFill>
              <a:srgbClr val="FF00FF"/>
            </a:solidFill>
            <a:headEnd type="stealth"/>
            <a:tailEnd type="stealth"/>
          </a:ln>
        </p:spPr>
        <p:style>
          <a:lnRef idx="2">
            <a:schemeClr val="accent1"/>
          </a:lnRef>
          <a:fillRef idx="0">
            <a:schemeClr val="accent1"/>
          </a:fillRef>
          <a:effectRef idx="1">
            <a:schemeClr val="accent1"/>
          </a:effectRef>
          <a:fontRef idx="minor">
            <a:schemeClr val="tx1"/>
          </a:fontRef>
        </p:style>
      </p:cxnSp>
      <p:sp>
        <p:nvSpPr>
          <p:cNvPr id="24" name="テキスト ボックス 23">
            <a:extLst>
              <a:ext uri="{FF2B5EF4-FFF2-40B4-BE49-F238E27FC236}">
                <a16:creationId xmlns:a16="http://schemas.microsoft.com/office/drawing/2014/main" id="{DC92DF82-5715-1507-643D-16ED367F0709}"/>
              </a:ext>
            </a:extLst>
          </p:cNvPr>
          <p:cNvSpPr txBox="1"/>
          <p:nvPr/>
        </p:nvSpPr>
        <p:spPr>
          <a:xfrm>
            <a:off x="5261149" y="2026089"/>
            <a:ext cx="681597" cy="338554"/>
          </a:xfrm>
          <a:prstGeom prst="rect">
            <a:avLst/>
          </a:prstGeom>
          <a:noFill/>
        </p:spPr>
        <p:txBody>
          <a:bodyPr wrap="none" rtlCol="0">
            <a:spAutoFit/>
          </a:bodyPr>
          <a:lstStyle/>
          <a:p>
            <a:r>
              <a:rPr kumimoji="1" lang="en-US" altLang="ja-JP" sz="1600" b="1" dirty="0">
                <a:solidFill>
                  <a:schemeClr val="tx1">
                    <a:lumMod val="75000"/>
                    <a:lumOff val="25000"/>
                  </a:schemeClr>
                </a:solidFill>
                <a:latin typeface="和音 Joyo R" panose="00000500000000000000" pitchFamily="50" charset="-128"/>
                <a:ea typeface="和音 Joyo R" panose="00000500000000000000" pitchFamily="50" charset="-128"/>
              </a:rPr>
              <a:t>BGM</a:t>
            </a:r>
            <a:endParaRPr kumimoji="1" lang="ja-JP" altLang="en-US" sz="20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sp>
        <p:nvSpPr>
          <p:cNvPr id="26" name="テキスト ボックス 25">
            <a:extLst>
              <a:ext uri="{FF2B5EF4-FFF2-40B4-BE49-F238E27FC236}">
                <a16:creationId xmlns:a16="http://schemas.microsoft.com/office/drawing/2014/main" id="{ACB28CDE-E19E-35F0-FE73-AC8ECC765DFD}"/>
              </a:ext>
            </a:extLst>
          </p:cNvPr>
          <p:cNvSpPr txBox="1"/>
          <p:nvPr/>
        </p:nvSpPr>
        <p:spPr>
          <a:xfrm>
            <a:off x="5261149" y="2441588"/>
            <a:ext cx="452368" cy="338554"/>
          </a:xfrm>
          <a:prstGeom prst="rect">
            <a:avLst/>
          </a:prstGeom>
          <a:noFill/>
        </p:spPr>
        <p:txBody>
          <a:bodyPr wrap="none" rtlCol="0">
            <a:spAutoFit/>
          </a:bodyPr>
          <a:lstStyle/>
          <a:p>
            <a:r>
              <a:rPr kumimoji="1" lang="en-US" altLang="ja-JP" sz="1600" b="1" dirty="0">
                <a:solidFill>
                  <a:schemeClr val="tx1">
                    <a:lumMod val="75000"/>
                    <a:lumOff val="25000"/>
                  </a:schemeClr>
                </a:solidFill>
                <a:latin typeface="和音 Joyo R" panose="00000500000000000000" pitchFamily="50" charset="-128"/>
                <a:ea typeface="和音 Joyo R" panose="00000500000000000000" pitchFamily="50" charset="-128"/>
              </a:rPr>
              <a:t>SE</a:t>
            </a:r>
            <a:endParaRPr kumimoji="1" lang="ja-JP" altLang="en-US" sz="20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sp>
        <p:nvSpPr>
          <p:cNvPr id="28" name="テキスト ボックス 27">
            <a:extLst>
              <a:ext uri="{FF2B5EF4-FFF2-40B4-BE49-F238E27FC236}">
                <a16:creationId xmlns:a16="http://schemas.microsoft.com/office/drawing/2014/main" id="{4A15C060-305F-00A0-36ED-F7A69247A507}"/>
              </a:ext>
            </a:extLst>
          </p:cNvPr>
          <p:cNvSpPr txBox="1"/>
          <p:nvPr/>
        </p:nvSpPr>
        <p:spPr>
          <a:xfrm>
            <a:off x="5261149" y="2879760"/>
            <a:ext cx="853119" cy="338554"/>
          </a:xfrm>
          <a:prstGeom prst="rect">
            <a:avLst/>
          </a:prstGeom>
          <a:noFill/>
        </p:spPr>
        <p:txBody>
          <a:bodyPr wrap="none" rtlCol="0">
            <a:spAutoFit/>
          </a:bodyPr>
          <a:lstStyle/>
          <a:p>
            <a:r>
              <a:rPr kumimoji="1" lang="en-US" altLang="ja-JP" sz="1600" b="1" dirty="0">
                <a:solidFill>
                  <a:schemeClr val="tx1">
                    <a:lumMod val="75000"/>
                    <a:lumOff val="25000"/>
                  </a:schemeClr>
                </a:solidFill>
                <a:latin typeface="和音 Joyo R" panose="00000500000000000000" pitchFamily="50" charset="-128"/>
                <a:ea typeface="和音 Joyo R" panose="00000500000000000000" pitchFamily="50" charset="-128"/>
              </a:rPr>
              <a:t>VOICE</a:t>
            </a:r>
            <a:endParaRPr kumimoji="1" lang="ja-JP" altLang="en-US" sz="20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grpSp>
        <p:nvGrpSpPr>
          <p:cNvPr id="31" name="グループ化 30">
            <a:extLst>
              <a:ext uri="{FF2B5EF4-FFF2-40B4-BE49-F238E27FC236}">
                <a16:creationId xmlns:a16="http://schemas.microsoft.com/office/drawing/2014/main" id="{9D7A988F-3559-5850-0EA2-10B37E0CE74D}"/>
              </a:ext>
            </a:extLst>
          </p:cNvPr>
          <p:cNvGrpSpPr/>
          <p:nvPr/>
        </p:nvGrpSpPr>
        <p:grpSpPr>
          <a:xfrm rot="5400000">
            <a:off x="7375689" y="1053336"/>
            <a:ext cx="325422" cy="2284060"/>
            <a:chOff x="11000341" y="4022147"/>
            <a:chExt cx="325422" cy="2031812"/>
          </a:xfrm>
        </p:grpSpPr>
        <p:sp>
          <p:nvSpPr>
            <p:cNvPr id="32" name="四角形: 角を丸くする 31">
              <a:extLst>
                <a:ext uri="{FF2B5EF4-FFF2-40B4-BE49-F238E27FC236}">
                  <a16:creationId xmlns:a16="http://schemas.microsoft.com/office/drawing/2014/main" id="{C16866D5-CA6B-B7B0-8F3C-D458D3831A0B}"/>
                </a:ext>
              </a:extLst>
            </p:cNvPr>
            <p:cNvSpPr/>
            <p:nvPr/>
          </p:nvSpPr>
          <p:spPr>
            <a:xfrm>
              <a:off x="11044871" y="4022147"/>
              <a:ext cx="236362" cy="2031812"/>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3" name="四角形: 角を丸くする 32">
              <a:extLst>
                <a:ext uri="{FF2B5EF4-FFF2-40B4-BE49-F238E27FC236}">
                  <a16:creationId xmlns:a16="http://schemas.microsoft.com/office/drawing/2014/main" id="{48C696D1-8672-7278-3812-F275E1054E02}"/>
                </a:ext>
              </a:extLst>
            </p:cNvPr>
            <p:cNvSpPr/>
            <p:nvPr/>
          </p:nvSpPr>
          <p:spPr>
            <a:xfrm>
              <a:off x="11000341" y="4648311"/>
              <a:ext cx="325422" cy="263274"/>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34" name="グループ化 33">
            <a:extLst>
              <a:ext uri="{FF2B5EF4-FFF2-40B4-BE49-F238E27FC236}">
                <a16:creationId xmlns:a16="http://schemas.microsoft.com/office/drawing/2014/main" id="{74A36B77-94FE-5A9F-6F29-98AABBC619DE}"/>
              </a:ext>
            </a:extLst>
          </p:cNvPr>
          <p:cNvGrpSpPr/>
          <p:nvPr/>
        </p:nvGrpSpPr>
        <p:grpSpPr>
          <a:xfrm rot="5400000">
            <a:off x="7375688" y="1468835"/>
            <a:ext cx="325422" cy="2284060"/>
            <a:chOff x="11000341" y="4022147"/>
            <a:chExt cx="325422" cy="2031812"/>
          </a:xfrm>
        </p:grpSpPr>
        <p:sp>
          <p:nvSpPr>
            <p:cNvPr id="35" name="四角形: 角を丸くする 34">
              <a:extLst>
                <a:ext uri="{FF2B5EF4-FFF2-40B4-BE49-F238E27FC236}">
                  <a16:creationId xmlns:a16="http://schemas.microsoft.com/office/drawing/2014/main" id="{3EA71A41-71B3-E803-F5A0-75309B9F4906}"/>
                </a:ext>
              </a:extLst>
            </p:cNvPr>
            <p:cNvSpPr/>
            <p:nvPr/>
          </p:nvSpPr>
          <p:spPr>
            <a:xfrm>
              <a:off x="11044871" y="4022147"/>
              <a:ext cx="236362" cy="2031812"/>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6" name="四角形: 角を丸くする 35">
              <a:extLst>
                <a:ext uri="{FF2B5EF4-FFF2-40B4-BE49-F238E27FC236}">
                  <a16:creationId xmlns:a16="http://schemas.microsoft.com/office/drawing/2014/main" id="{69B42030-EC9C-15DD-D410-C02BD3492088}"/>
                </a:ext>
              </a:extLst>
            </p:cNvPr>
            <p:cNvSpPr/>
            <p:nvPr/>
          </p:nvSpPr>
          <p:spPr>
            <a:xfrm>
              <a:off x="11000341" y="4648311"/>
              <a:ext cx="325422" cy="263274"/>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37" name="グループ化 36">
            <a:extLst>
              <a:ext uri="{FF2B5EF4-FFF2-40B4-BE49-F238E27FC236}">
                <a16:creationId xmlns:a16="http://schemas.microsoft.com/office/drawing/2014/main" id="{E710482F-B3B9-1AF7-B2AE-D4DC09CF3DD2}"/>
              </a:ext>
            </a:extLst>
          </p:cNvPr>
          <p:cNvGrpSpPr/>
          <p:nvPr/>
        </p:nvGrpSpPr>
        <p:grpSpPr>
          <a:xfrm rot="5400000">
            <a:off x="7375688" y="1907007"/>
            <a:ext cx="325422" cy="2284060"/>
            <a:chOff x="11000341" y="4022147"/>
            <a:chExt cx="325422" cy="2031812"/>
          </a:xfrm>
        </p:grpSpPr>
        <p:sp>
          <p:nvSpPr>
            <p:cNvPr id="38" name="四角形: 角を丸くする 37">
              <a:extLst>
                <a:ext uri="{FF2B5EF4-FFF2-40B4-BE49-F238E27FC236}">
                  <a16:creationId xmlns:a16="http://schemas.microsoft.com/office/drawing/2014/main" id="{17A04536-809B-0898-350F-BCFDCE643F8E}"/>
                </a:ext>
              </a:extLst>
            </p:cNvPr>
            <p:cNvSpPr/>
            <p:nvPr/>
          </p:nvSpPr>
          <p:spPr>
            <a:xfrm>
              <a:off x="11044871" y="4022147"/>
              <a:ext cx="236362" cy="2031812"/>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9" name="四角形: 角を丸くする 38">
              <a:extLst>
                <a:ext uri="{FF2B5EF4-FFF2-40B4-BE49-F238E27FC236}">
                  <a16:creationId xmlns:a16="http://schemas.microsoft.com/office/drawing/2014/main" id="{86110463-C2B4-4390-6FD0-05A015A8F5C7}"/>
                </a:ext>
              </a:extLst>
            </p:cNvPr>
            <p:cNvSpPr/>
            <p:nvPr/>
          </p:nvSpPr>
          <p:spPr>
            <a:xfrm>
              <a:off x="11000341" y="4648311"/>
              <a:ext cx="325422" cy="263274"/>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41" name="テキスト ボックス 40">
            <a:extLst>
              <a:ext uri="{FF2B5EF4-FFF2-40B4-BE49-F238E27FC236}">
                <a16:creationId xmlns:a16="http://schemas.microsoft.com/office/drawing/2014/main" id="{511FD937-581C-142C-38A0-C07FEF271EA2}"/>
              </a:ext>
            </a:extLst>
          </p:cNvPr>
          <p:cNvSpPr txBox="1"/>
          <p:nvPr/>
        </p:nvSpPr>
        <p:spPr>
          <a:xfrm>
            <a:off x="3607658" y="3594345"/>
            <a:ext cx="1499128" cy="400110"/>
          </a:xfrm>
          <a:prstGeom prst="rect">
            <a:avLst/>
          </a:prstGeom>
          <a:noFill/>
        </p:spPr>
        <p:txBody>
          <a:bodyPr wrap="none" rtlCol="0">
            <a:spAutoFit/>
          </a:bodyPr>
          <a:lstStyle/>
          <a:p>
            <a:r>
              <a:rPr kumimoji="1" lang="ja-JP" altLang="en-US" sz="2000" b="1" dirty="0">
                <a:solidFill>
                  <a:schemeClr val="tx1">
                    <a:lumMod val="75000"/>
                    <a:lumOff val="25000"/>
                  </a:schemeClr>
                </a:solidFill>
                <a:latin typeface="和音 Joyo R" panose="00000500000000000000" pitchFamily="50" charset="-128"/>
                <a:ea typeface="和音 Joyo R" panose="00000500000000000000" pitchFamily="50" charset="-128"/>
              </a:rPr>
              <a:t>画面モード</a:t>
            </a:r>
            <a:endParaRPr kumimoji="1" lang="ja-JP" altLang="en-US" sz="28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sp>
        <p:nvSpPr>
          <p:cNvPr id="43" name="テキスト ボックス 42">
            <a:extLst>
              <a:ext uri="{FF2B5EF4-FFF2-40B4-BE49-F238E27FC236}">
                <a16:creationId xmlns:a16="http://schemas.microsoft.com/office/drawing/2014/main" id="{00A08417-583D-076E-DA9C-A5DD0BB2CB84}"/>
              </a:ext>
            </a:extLst>
          </p:cNvPr>
          <p:cNvSpPr txBox="1"/>
          <p:nvPr/>
        </p:nvSpPr>
        <p:spPr>
          <a:xfrm>
            <a:off x="3607658" y="4148164"/>
            <a:ext cx="1499128" cy="400110"/>
          </a:xfrm>
          <a:prstGeom prst="rect">
            <a:avLst/>
          </a:prstGeom>
          <a:noFill/>
        </p:spPr>
        <p:txBody>
          <a:bodyPr wrap="none" rtlCol="0">
            <a:spAutoFit/>
          </a:bodyPr>
          <a:lstStyle/>
          <a:p>
            <a:r>
              <a:rPr kumimoji="1" lang="ja-JP" altLang="en-US" sz="2000" b="1" dirty="0">
                <a:solidFill>
                  <a:schemeClr val="tx1">
                    <a:lumMod val="75000"/>
                    <a:lumOff val="25000"/>
                  </a:schemeClr>
                </a:solidFill>
                <a:latin typeface="和音 Joyo R" panose="00000500000000000000" pitchFamily="50" charset="-128"/>
                <a:ea typeface="和音 Joyo R" panose="00000500000000000000" pitchFamily="50" charset="-128"/>
              </a:rPr>
              <a:t>図面解像度</a:t>
            </a:r>
            <a:endParaRPr kumimoji="1" lang="ja-JP" altLang="en-US" sz="28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grpSp>
        <p:nvGrpSpPr>
          <p:cNvPr id="57" name="グループ化 56">
            <a:extLst>
              <a:ext uri="{FF2B5EF4-FFF2-40B4-BE49-F238E27FC236}">
                <a16:creationId xmlns:a16="http://schemas.microsoft.com/office/drawing/2014/main" id="{1A8648EE-539E-C3AF-E719-33E0EC5029CD}"/>
              </a:ext>
            </a:extLst>
          </p:cNvPr>
          <p:cNvGrpSpPr/>
          <p:nvPr/>
        </p:nvGrpSpPr>
        <p:grpSpPr>
          <a:xfrm>
            <a:off x="5804185" y="4188879"/>
            <a:ext cx="2876243" cy="356570"/>
            <a:chOff x="5804185" y="4397755"/>
            <a:chExt cx="2876243" cy="356570"/>
          </a:xfrm>
        </p:grpSpPr>
        <p:sp>
          <p:nvSpPr>
            <p:cNvPr id="58" name="四角形: 角を丸くする 57">
              <a:extLst>
                <a:ext uri="{FF2B5EF4-FFF2-40B4-BE49-F238E27FC236}">
                  <a16:creationId xmlns:a16="http://schemas.microsoft.com/office/drawing/2014/main" id="{C3A15865-022B-D018-8B2E-98C9FA27C0A6}"/>
                </a:ext>
              </a:extLst>
            </p:cNvPr>
            <p:cNvSpPr/>
            <p:nvPr/>
          </p:nvSpPr>
          <p:spPr>
            <a:xfrm rot="5400000">
              <a:off x="6352028" y="3864047"/>
              <a:ext cx="342435" cy="1438121"/>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sp>
          <p:nvSpPr>
            <p:cNvPr id="59" name="四角形: 角を丸くする 58">
              <a:extLst>
                <a:ext uri="{FF2B5EF4-FFF2-40B4-BE49-F238E27FC236}">
                  <a16:creationId xmlns:a16="http://schemas.microsoft.com/office/drawing/2014/main" id="{F973B734-6BA6-2466-C5B6-1CFCD2992DF9}"/>
                </a:ext>
              </a:extLst>
            </p:cNvPr>
            <p:cNvSpPr/>
            <p:nvPr/>
          </p:nvSpPr>
          <p:spPr>
            <a:xfrm rot="5400000">
              <a:off x="7790150" y="3856851"/>
              <a:ext cx="342435" cy="1438121"/>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p>
          </p:txBody>
        </p:sp>
        <p:sp>
          <p:nvSpPr>
            <p:cNvPr id="60" name="テキスト ボックス 59">
              <a:extLst>
                <a:ext uri="{FF2B5EF4-FFF2-40B4-BE49-F238E27FC236}">
                  <a16:creationId xmlns:a16="http://schemas.microsoft.com/office/drawing/2014/main" id="{45068BE1-7677-C4A4-1D69-F93E2F568AA5}"/>
                </a:ext>
              </a:extLst>
            </p:cNvPr>
            <p:cNvSpPr txBox="1"/>
            <p:nvPr/>
          </p:nvSpPr>
          <p:spPr>
            <a:xfrm>
              <a:off x="7356918" y="4397755"/>
              <a:ext cx="1217001" cy="307777"/>
            </a:xfrm>
            <a:prstGeom prst="rect">
              <a:avLst/>
            </a:prstGeom>
            <a:noFill/>
          </p:spPr>
          <p:txBody>
            <a:bodyPr wrap="none" rtlCol="0">
              <a:spAutoFit/>
            </a:bodyPr>
            <a:lstStyle/>
            <a:p>
              <a:pPr algn="ctr"/>
              <a:r>
                <a:rPr kumimoji="1" lang="en-US" altLang="ja-JP" sz="1400" b="1" dirty="0">
                  <a:solidFill>
                    <a:schemeClr val="bg1">
                      <a:lumMod val="95000"/>
                    </a:schemeClr>
                  </a:solidFill>
                  <a:latin typeface="和音 Joyo R" panose="00000500000000000000" pitchFamily="50" charset="-128"/>
                  <a:ea typeface="和音 Joyo R" panose="00000500000000000000" pitchFamily="50" charset="-128"/>
                </a:rPr>
                <a:t>1280×720</a:t>
              </a:r>
              <a:endParaRPr kumimoji="1" lang="ja-JP" altLang="en-US" b="1" dirty="0">
                <a:solidFill>
                  <a:schemeClr val="bg1">
                    <a:lumMod val="95000"/>
                  </a:schemeClr>
                </a:solidFill>
                <a:latin typeface="和音 Joyo R" panose="00000500000000000000" pitchFamily="50" charset="-128"/>
                <a:ea typeface="和音 Joyo R" panose="00000500000000000000" pitchFamily="50" charset="-128"/>
              </a:endParaRPr>
            </a:p>
          </p:txBody>
        </p:sp>
        <p:sp>
          <p:nvSpPr>
            <p:cNvPr id="61" name="テキスト ボックス 60">
              <a:extLst>
                <a:ext uri="{FF2B5EF4-FFF2-40B4-BE49-F238E27FC236}">
                  <a16:creationId xmlns:a16="http://schemas.microsoft.com/office/drawing/2014/main" id="{D174225B-90A3-4AF7-0783-46D238B9C6F1}"/>
                </a:ext>
              </a:extLst>
            </p:cNvPr>
            <p:cNvSpPr txBox="1"/>
            <p:nvPr/>
          </p:nvSpPr>
          <p:spPr>
            <a:xfrm>
              <a:off x="5871464" y="4406341"/>
              <a:ext cx="1303562" cy="307777"/>
            </a:xfrm>
            <a:prstGeom prst="rect">
              <a:avLst/>
            </a:prstGeom>
            <a:noFill/>
          </p:spPr>
          <p:txBody>
            <a:bodyPr wrap="none" rtlCol="0">
              <a:spAutoFit/>
            </a:bodyPr>
            <a:lstStyle/>
            <a:p>
              <a:pPr algn="ctr"/>
              <a:r>
                <a:rPr kumimoji="1" lang="en-US" altLang="ja-JP" sz="1400" b="1" dirty="0">
                  <a:solidFill>
                    <a:schemeClr val="bg1">
                      <a:lumMod val="95000"/>
                    </a:schemeClr>
                  </a:solidFill>
                  <a:latin typeface="和音 Joyo R" panose="00000500000000000000" pitchFamily="50" charset="-128"/>
                  <a:ea typeface="和音 Joyo R" panose="00000500000000000000" pitchFamily="50" charset="-128"/>
                </a:rPr>
                <a:t>1920×1080</a:t>
              </a:r>
              <a:endParaRPr kumimoji="1" lang="ja-JP" altLang="en-US" b="1" dirty="0">
                <a:solidFill>
                  <a:schemeClr val="bg1">
                    <a:lumMod val="95000"/>
                  </a:schemeClr>
                </a:solidFill>
                <a:latin typeface="和音 Joyo R" panose="00000500000000000000" pitchFamily="50" charset="-128"/>
                <a:ea typeface="和音 Joyo R" panose="00000500000000000000" pitchFamily="50" charset="-128"/>
              </a:endParaRPr>
            </a:p>
          </p:txBody>
        </p:sp>
      </p:grpSp>
      <p:sp>
        <p:nvSpPr>
          <p:cNvPr id="63" name="四角形: 角を丸くする 62">
            <a:extLst>
              <a:ext uri="{FF2B5EF4-FFF2-40B4-BE49-F238E27FC236}">
                <a16:creationId xmlns:a16="http://schemas.microsoft.com/office/drawing/2014/main" id="{A3CCBA70-B220-1F39-BE58-2E649805EE0B}"/>
              </a:ext>
            </a:extLst>
          </p:cNvPr>
          <p:cNvSpPr/>
          <p:nvPr/>
        </p:nvSpPr>
        <p:spPr>
          <a:xfrm rot="5400000">
            <a:off x="6352028" y="3120169"/>
            <a:ext cx="342435" cy="1438121"/>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sp>
        <p:nvSpPr>
          <p:cNvPr id="64" name="四角形: 角を丸くする 63">
            <a:extLst>
              <a:ext uri="{FF2B5EF4-FFF2-40B4-BE49-F238E27FC236}">
                <a16:creationId xmlns:a16="http://schemas.microsoft.com/office/drawing/2014/main" id="{D88EFF39-8E43-7420-2DF0-5CAF78094B05}"/>
              </a:ext>
            </a:extLst>
          </p:cNvPr>
          <p:cNvSpPr/>
          <p:nvPr/>
        </p:nvSpPr>
        <p:spPr>
          <a:xfrm rot="5400000">
            <a:off x="7790150" y="3112973"/>
            <a:ext cx="342435" cy="1438121"/>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p>
        </p:txBody>
      </p:sp>
      <p:sp>
        <p:nvSpPr>
          <p:cNvPr id="65" name="テキスト ボックス 64">
            <a:extLst>
              <a:ext uri="{FF2B5EF4-FFF2-40B4-BE49-F238E27FC236}">
                <a16:creationId xmlns:a16="http://schemas.microsoft.com/office/drawing/2014/main" id="{1A504CCA-BD81-B1C7-6210-32F9B116FEB3}"/>
              </a:ext>
            </a:extLst>
          </p:cNvPr>
          <p:cNvSpPr txBox="1"/>
          <p:nvPr/>
        </p:nvSpPr>
        <p:spPr>
          <a:xfrm>
            <a:off x="7412222" y="3653877"/>
            <a:ext cx="1106393" cy="307777"/>
          </a:xfrm>
          <a:prstGeom prst="rect">
            <a:avLst/>
          </a:prstGeom>
          <a:noFill/>
        </p:spPr>
        <p:txBody>
          <a:bodyPr wrap="none" rtlCol="0">
            <a:spAutoFit/>
          </a:bodyPr>
          <a:lstStyle/>
          <a:p>
            <a:pPr algn="ctr"/>
            <a:r>
              <a:rPr kumimoji="1" lang="ja-JP" altLang="en-US" sz="1400" b="1" dirty="0">
                <a:solidFill>
                  <a:schemeClr val="bg1">
                    <a:lumMod val="95000"/>
                  </a:schemeClr>
                </a:solidFill>
                <a:latin typeface="和音 Joyo R" panose="00000500000000000000" pitchFamily="50" charset="-128"/>
                <a:ea typeface="和音 Joyo R" panose="00000500000000000000" pitchFamily="50" charset="-128"/>
              </a:rPr>
              <a:t>ウィンドウ</a:t>
            </a:r>
            <a:endParaRPr kumimoji="1" lang="ja-JP" altLang="en-US" b="1" dirty="0">
              <a:solidFill>
                <a:schemeClr val="bg1">
                  <a:lumMod val="95000"/>
                </a:schemeClr>
              </a:solidFill>
              <a:latin typeface="和音 Joyo R" panose="00000500000000000000" pitchFamily="50" charset="-128"/>
              <a:ea typeface="和音 Joyo R" panose="00000500000000000000" pitchFamily="50" charset="-128"/>
            </a:endParaRPr>
          </a:p>
        </p:txBody>
      </p:sp>
      <p:sp>
        <p:nvSpPr>
          <p:cNvPr id="66" name="テキスト ボックス 65">
            <a:extLst>
              <a:ext uri="{FF2B5EF4-FFF2-40B4-BE49-F238E27FC236}">
                <a16:creationId xmlns:a16="http://schemas.microsoft.com/office/drawing/2014/main" id="{72F2FA29-290D-54FF-4F39-2C6D88381660}"/>
              </a:ext>
            </a:extLst>
          </p:cNvPr>
          <p:cNvSpPr txBox="1"/>
          <p:nvPr/>
        </p:nvSpPr>
        <p:spPr>
          <a:xfrm>
            <a:off x="5785703" y="3662463"/>
            <a:ext cx="1475083" cy="307777"/>
          </a:xfrm>
          <a:prstGeom prst="rect">
            <a:avLst/>
          </a:prstGeom>
          <a:noFill/>
        </p:spPr>
        <p:txBody>
          <a:bodyPr wrap="none" rtlCol="0">
            <a:spAutoFit/>
          </a:bodyPr>
          <a:lstStyle/>
          <a:p>
            <a:pPr algn="ctr"/>
            <a:r>
              <a:rPr kumimoji="1" lang="ja-JP" altLang="en-US" sz="1400" b="1" dirty="0">
                <a:solidFill>
                  <a:schemeClr val="bg1">
                    <a:lumMod val="95000"/>
                  </a:schemeClr>
                </a:solidFill>
                <a:latin typeface="和音 Joyo R" panose="00000500000000000000" pitchFamily="50" charset="-128"/>
                <a:ea typeface="和音 Joyo R" panose="00000500000000000000" pitchFamily="50" charset="-128"/>
              </a:rPr>
              <a:t>フルスクリーン</a:t>
            </a:r>
            <a:endParaRPr kumimoji="1" lang="ja-JP" altLang="en-US" b="1" dirty="0">
              <a:solidFill>
                <a:schemeClr val="bg1">
                  <a:lumMod val="95000"/>
                </a:schemeClr>
              </a:solidFill>
              <a:latin typeface="和音 Joyo R" panose="00000500000000000000" pitchFamily="50" charset="-128"/>
              <a:ea typeface="和音 Joyo R" panose="00000500000000000000" pitchFamily="50" charset="-128"/>
            </a:endParaRPr>
          </a:p>
        </p:txBody>
      </p:sp>
      <p:grpSp>
        <p:nvGrpSpPr>
          <p:cNvPr id="13" name="グループ化 12">
            <a:extLst>
              <a:ext uri="{FF2B5EF4-FFF2-40B4-BE49-F238E27FC236}">
                <a16:creationId xmlns:a16="http://schemas.microsoft.com/office/drawing/2014/main" id="{2616FB02-DB05-F68F-E44D-53B85C4417E2}"/>
              </a:ext>
            </a:extLst>
          </p:cNvPr>
          <p:cNvGrpSpPr/>
          <p:nvPr/>
        </p:nvGrpSpPr>
        <p:grpSpPr>
          <a:xfrm>
            <a:off x="2512942" y="3045762"/>
            <a:ext cx="7166116" cy="1065397"/>
            <a:chOff x="2536747" y="3045762"/>
            <a:chExt cx="7166116" cy="1065397"/>
          </a:xfrm>
        </p:grpSpPr>
        <p:sp>
          <p:nvSpPr>
            <p:cNvPr id="5" name="二等辺三角形 4">
              <a:extLst>
                <a:ext uri="{FF2B5EF4-FFF2-40B4-BE49-F238E27FC236}">
                  <a16:creationId xmlns:a16="http://schemas.microsoft.com/office/drawing/2014/main" id="{7C1D79FA-4E61-3DAE-36A6-8B7B1C586B57}"/>
                </a:ext>
              </a:extLst>
            </p:cNvPr>
            <p:cNvSpPr/>
            <p:nvPr/>
          </p:nvSpPr>
          <p:spPr>
            <a:xfrm rot="16200000">
              <a:off x="2318906" y="3268296"/>
              <a:ext cx="1060704" cy="625021"/>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二等辺三角形 7">
              <a:extLst>
                <a:ext uri="{FF2B5EF4-FFF2-40B4-BE49-F238E27FC236}">
                  <a16:creationId xmlns:a16="http://schemas.microsoft.com/office/drawing/2014/main" id="{1EAB0F57-C65A-6612-E5A7-78DD01E6B559}"/>
                </a:ext>
              </a:extLst>
            </p:cNvPr>
            <p:cNvSpPr/>
            <p:nvPr/>
          </p:nvSpPr>
          <p:spPr>
            <a:xfrm rot="5400000" flipH="1">
              <a:off x="8860001" y="3263603"/>
              <a:ext cx="1060704" cy="625021"/>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7" name="グループ化 6">
            <a:extLst>
              <a:ext uri="{FF2B5EF4-FFF2-40B4-BE49-F238E27FC236}">
                <a16:creationId xmlns:a16="http://schemas.microsoft.com/office/drawing/2014/main" id="{9E5931EE-29D5-FA9C-5455-27F5BA10033E}"/>
              </a:ext>
            </a:extLst>
          </p:cNvPr>
          <p:cNvGrpSpPr/>
          <p:nvPr/>
        </p:nvGrpSpPr>
        <p:grpSpPr>
          <a:xfrm>
            <a:off x="-1" y="-23754"/>
            <a:ext cx="12192000" cy="6858001"/>
            <a:chOff x="0" y="-1"/>
            <a:chExt cx="12192000" cy="6858001"/>
          </a:xfrm>
        </p:grpSpPr>
        <p:sp>
          <p:nvSpPr>
            <p:cNvPr id="16" name="正方形/長方形 15">
              <a:extLst>
                <a:ext uri="{FF2B5EF4-FFF2-40B4-BE49-F238E27FC236}">
                  <a16:creationId xmlns:a16="http://schemas.microsoft.com/office/drawing/2014/main" id="{282AAE2B-AAF8-20F0-83EE-E71EAEFF0DF8}"/>
                </a:ext>
              </a:extLst>
            </p:cNvPr>
            <p:cNvSpPr>
              <a:spLocks/>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四角形: 角を丸くする 16">
              <a:extLst>
                <a:ext uri="{FF2B5EF4-FFF2-40B4-BE49-F238E27FC236}">
                  <a16:creationId xmlns:a16="http://schemas.microsoft.com/office/drawing/2014/main" id="{1951409D-5C00-97C2-7E9B-4B7587EE722C}"/>
                </a:ext>
              </a:extLst>
            </p:cNvPr>
            <p:cNvSpPr/>
            <p:nvPr/>
          </p:nvSpPr>
          <p:spPr>
            <a:xfrm>
              <a:off x="3159742" y="1823170"/>
              <a:ext cx="5872517" cy="3211661"/>
            </a:xfrm>
            <a:prstGeom prst="roundRect">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テキスト ボックス 18">
              <a:extLst>
                <a:ext uri="{FF2B5EF4-FFF2-40B4-BE49-F238E27FC236}">
                  <a16:creationId xmlns:a16="http://schemas.microsoft.com/office/drawing/2014/main" id="{D9991D15-A0A9-1B7A-34BF-68E267E13CC1}"/>
                </a:ext>
              </a:extLst>
            </p:cNvPr>
            <p:cNvSpPr txBox="1"/>
            <p:nvPr/>
          </p:nvSpPr>
          <p:spPr>
            <a:xfrm>
              <a:off x="3474133" y="2409602"/>
              <a:ext cx="5243744" cy="584775"/>
            </a:xfrm>
            <a:prstGeom prst="rect">
              <a:avLst/>
            </a:prstGeom>
            <a:noFill/>
          </p:spPr>
          <p:txBody>
            <a:bodyPr wrap="none" rtlCol="0">
              <a:spAutoFit/>
            </a:bodyPr>
            <a:lstStyle/>
            <a:p>
              <a:pPr algn="ctr"/>
              <a:r>
                <a:rPr kumimoji="1" lang="ja-JP" altLang="en-US" sz="3200" b="1" dirty="0">
                  <a:solidFill>
                    <a:schemeClr val="tx1">
                      <a:lumMod val="85000"/>
                      <a:lumOff val="15000"/>
                    </a:schemeClr>
                  </a:solidFill>
                  <a:latin typeface="和音 Joyo R" panose="00000500000000000000" pitchFamily="50" charset="-128"/>
                  <a:ea typeface="和音 Joyo R" panose="00000500000000000000" pitchFamily="50" charset="-128"/>
                </a:rPr>
                <a:t>デフォルトに戻しますか？</a:t>
              </a:r>
              <a:endParaRPr kumimoji="1" lang="ja-JP" altLang="en-US" sz="4000" b="1"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sp>
          <p:nvSpPr>
            <p:cNvPr id="22" name="四角形: 角を丸くする 21">
              <a:extLst>
                <a:ext uri="{FF2B5EF4-FFF2-40B4-BE49-F238E27FC236}">
                  <a16:creationId xmlns:a16="http://schemas.microsoft.com/office/drawing/2014/main" id="{0A9F70AB-C176-29D1-A414-79C08D45B47C}"/>
                </a:ext>
              </a:extLst>
            </p:cNvPr>
            <p:cNvSpPr/>
            <p:nvPr/>
          </p:nvSpPr>
          <p:spPr>
            <a:xfrm>
              <a:off x="6323378" y="3580809"/>
              <a:ext cx="2138224" cy="893978"/>
            </a:xfrm>
            <a:prstGeom prst="roundRect">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400" dirty="0">
                  <a:latin typeface="和音 Joyo R" panose="00000500000000000000" pitchFamily="50" charset="-128"/>
                  <a:ea typeface="和音 Joyo R" panose="00000500000000000000" pitchFamily="50" charset="-128"/>
                </a:rPr>
                <a:t>戻す</a:t>
              </a:r>
            </a:p>
          </p:txBody>
        </p:sp>
        <p:sp>
          <p:nvSpPr>
            <p:cNvPr id="23" name="四角形: 角を丸くする 22">
              <a:extLst>
                <a:ext uri="{FF2B5EF4-FFF2-40B4-BE49-F238E27FC236}">
                  <a16:creationId xmlns:a16="http://schemas.microsoft.com/office/drawing/2014/main" id="{8B80B2B6-CA89-BB17-15F2-DA4861FE55EE}"/>
                </a:ext>
              </a:extLst>
            </p:cNvPr>
            <p:cNvSpPr/>
            <p:nvPr/>
          </p:nvSpPr>
          <p:spPr>
            <a:xfrm>
              <a:off x="3730400" y="3580809"/>
              <a:ext cx="2138224" cy="893978"/>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400" dirty="0">
                  <a:latin typeface="和音 Joyo R" panose="00000500000000000000" pitchFamily="50" charset="-128"/>
                  <a:ea typeface="和音 Joyo R" panose="00000500000000000000" pitchFamily="50" charset="-128"/>
                </a:rPr>
                <a:t>戻さない</a:t>
              </a:r>
            </a:p>
          </p:txBody>
        </p:sp>
      </p:grpSp>
    </p:spTree>
    <p:extLst>
      <p:ext uri="{BB962C8B-B14F-4D97-AF65-F5344CB8AC3E}">
        <p14:creationId xmlns:p14="http://schemas.microsoft.com/office/powerpoint/2010/main" val="7756816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3AEFE6-B014-6FAC-3373-519CCB9B0175}"/>
            </a:ext>
          </a:extLst>
        </p:cNvPr>
        <p:cNvGrpSpPr/>
        <p:nvPr/>
      </p:nvGrpSpPr>
      <p:grpSpPr>
        <a:xfrm>
          <a:off x="0" y="0"/>
          <a:ext cx="0" cy="0"/>
          <a:chOff x="0" y="0"/>
          <a:chExt cx="0" cy="0"/>
        </a:xfrm>
      </p:grpSpPr>
      <p:grpSp>
        <p:nvGrpSpPr>
          <p:cNvPr id="2" name="グループ化 1">
            <a:extLst>
              <a:ext uri="{FF2B5EF4-FFF2-40B4-BE49-F238E27FC236}">
                <a16:creationId xmlns:a16="http://schemas.microsoft.com/office/drawing/2014/main" id="{D2543B5F-460D-4E9C-E040-C095E2B1FC99}"/>
              </a:ext>
            </a:extLst>
          </p:cNvPr>
          <p:cNvGrpSpPr/>
          <p:nvPr/>
        </p:nvGrpSpPr>
        <p:grpSpPr>
          <a:xfrm>
            <a:off x="2295197" y="869948"/>
            <a:ext cx="8160352" cy="5060484"/>
            <a:chOff x="2295197" y="869948"/>
            <a:chExt cx="8160352" cy="5060484"/>
          </a:xfrm>
        </p:grpSpPr>
        <p:grpSp>
          <p:nvGrpSpPr>
            <p:cNvPr id="5" name="グループ化 4">
              <a:extLst>
                <a:ext uri="{FF2B5EF4-FFF2-40B4-BE49-F238E27FC236}">
                  <a16:creationId xmlns:a16="http://schemas.microsoft.com/office/drawing/2014/main" id="{EE8496EF-0B30-4710-5B85-07FF63454698}"/>
                </a:ext>
              </a:extLst>
            </p:cNvPr>
            <p:cNvGrpSpPr/>
            <p:nvPr/>
          </p:nvGrpSpPr>
          <p:grpSpPr>
            <a:xfrm>
              <a:off x="2295197" y="1231181"/>
              <a:ext cx="7601606" cy="4699251"/>
              <a:chOff x="2295197" y="1231181"/>
              <a:chExt cx="7601606" cy="4699251"/>
            </a:xfrm>
          </p:grpSpPr>
          <p:sp>
            <p:nvSpPr>
              <p:cNvPr id="10" name="四角形: 角を丸くする 9">
                <a:extLst>
                  <a:ext uri="{FF2B5EF4-FFF2-40B4-BE49-F238E27FC236}">
                    <a16:creationId xmlns:a16="http://schemas.microsoft.com/office/drawing/2014/main" id="{6D69B941-92FD-7C79-59EB-C1224458449A}"/>
                  </a:ext>
                </a:extLst>
              </p:cNvPr>
              <p:cNvSpPr/>
              <p:nvPr/>
            </p:nvSpPr>
            <p:spPr>
              <a:xfrm>
                <a:off x="2295197" y="1231181"/>
                <a:ext cx="7601606" cy="4699251"/>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2" name="グループ化 11">
                <a:extLst>
                  <a:ext uri="{FF2B5EF4-FFF2-40B4-BE49-F238E27FC236}">
                    <a16:creationId xmlns:a16="http://schemas.microsoft.com/office/drawing/2014/main" id="{31CDD4FF-9EDC-1620-9748-C0143F9635F3}"/>
                  </a:ext>
                </a:extLst>
              </p:cNvPr>
              <p:cNvGrpSpPr/>
              <p:nvPr/>
            </p:nvGrpSpPr>
            <p:grpSpPr>
              <a:xfrm>
                <a:off x="2512942" y="3045762"/>
                <a:ext cx="7166116" cy="1065397"/>
                <a:chOff x="2536747" y="3045762"/>
                <a:chExt cx="7166116" cy="1065397"/>
              </a:xfrm>
            </p:grpSpPr>
            <p:sp>
              <p:nvSpPr>
                <p:cNvPr id="14" name="二等辺三角形 13">
                  <a:extLst>
                    <a:ext uri="{FF2B5EF4-FFF2-40B4-BE49-F238E27FC236}">
                      <a16:creationId xmlns:a16="http://schemas.microsoft.com/office/drawing/2014/main" id="{2020E310-2D6F-8F26-7A10-3F8424C498D3}"/>
                    </a:ext>
                  </a:extLst>
                </p:cNvPr>
                <p:cNvSpPr/>
                <p:nvPr/>
              </p:nvSpPr>
              <p:spPr>
                <a:xfrm rot="16200000">
                  <a:off x="2318906" y="3268296"/>
                  <a:ext cx="1060704" cy="625021"/>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3" name="二等辺三角形 22">
                  <a:extLst>
                    <a:ext uri="{FF2B5EF4-FFF2-40B4-BE49-F238E27FC236}">
                      <a16:creationId xmlns:a16="http://schemas.microsoft.com/office/drawing/2014/main" id="{E3DA275F-A282-A2A4-8A57-DC01D634214E}"/>
                    </a:ext>
                  </a:extLst>
                </p:cNvPr>
                <p:cNvSpPr/>
                <p:nvPr/>
              </p:nvSpPr>
              <p:spPr>
                <a:xfrm rot="5400000" flipH="1">
                  <a:off x="8860001" y="3263603"/>
                  <a:ext cx="1060704" cy="625021"/>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pic>
          <p:nvPicPr>
            <p:cNvPr id="6" name="図 5">
              <a:extLst>
                <a:ext uri="{FF2B5EF4-FFF2-40B4-BE49-F238E27FC236}">
                  <a16:creationId xmlns:a16="http://schemas.microsoft.com/office/drawing/2014/main" id="{53FB2D34-3414-6C63-7254-97220E1989B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849989" y="869948"/>
              <a:ext cx="1605560" cy="1134571"/>
            </a:xfrm>
            <a:prstGeom prst="rect">
              <a:avLst/>
            </a:prstGeom>
          </p:spPr>
        </p:pic>
      </p:grpSp>
      <p:sp>
        <p:nvSpPr>
          <p:cNvPr id="11" name="四角形: 角を丸くする 10">
            <a:extLst>
              <a:ext uri="{FF2B5EF4-FFF2-40B4-BE49-F238E27FC236}">
                <a16:creationId xmlns:a16="http://schemas.microsoft.com/office/drawing/2014/main" id="{FE68110F-2F6B-7A33-949A-A690AD410033}"/>
              </a:ext>
            </a:extLst>
          </p:cNvPr>
          <p:cNvSpPr>
            <a:spLocks/>
          </p:cNvSpPr>
          <p:nvPr/>
        </p:nvSpPr>
        <p:spPr>
          <a:xfrm>
            <a:off x="6344410" y="5021012"/>
            <a:ext cx="2336019" cy="625904"/>
          </a:xfrm>
          <a:prstGeom prst="roundRect">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latin typeface="和音 Joyo R" panose="00000500000000000000" pitchFamily="50" charset="-128"/>
                <a:ea typeface="和音 Joyo R" panose="00000500000000000000" pitchFamily="50" charset="-128"/>
              </a:rPr>
              <a:t>OK</a:t>
            </a:r>
            <a:endParaRPr kumimoji="1" lang="ja-JP" altLang="en-US" sz="2000" dirty="0">
              <a:latin typeface="和音 Joyo R" panose="00000500000000000000" pitchFamily="50" charset="-128"/>
              <a:ea typeface="和音 Joyo R" panose="00000500000000000000" pitchFamily="50" charset="-128"/>
            </a:endParaRPr>
          </a:p>
        </p:txBody>
      </p:sp>
      <p:sp>
        <p:nvSpPr>
          <p:cNvPr id="15" name="四角形: 角を丸くする 14">
            <a:extLst>
              <a:ext uri="{FF2B5EF4-FFF2-40B4-BE49-F238E27FC236}">
                <a16:creationId xmlns:a16="http://schemas.microsoft.com/office/drawing/2014/main" id="{AD8CE25B-5D30-C7CF-55ED-25FEB47C50E2}"/>
              </a:ext>
            </a:extLst>
          </p:cNvPr>
          <p:cNvSpPr>
            <a:spLocks/>
          </p:cNvSpPr>
          <p:nvPr/>
        </p:nvSpPr>
        <p:spPr>
          <a:xfrm>
            <a:off x="3511571" y="5021012"/>
            <a:ext cx="2336019" cy="625904"/>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000" dirty="0">
                <a:latin typeface="和音 Joyo R" panose="00000500000000000000" pitchFamily="50" charset="-128"/>
                <a:ea typeface="和音 Joyo R" panose="00000500000000000000" pitchFamily="50" charset="-128"/>
              </a:rPr>
              <a:t>デフォルトに戻す</a:t>
            </a:r>
          </a:p>
        </p:txBody>
      </p:sp>
      <p:sp>
        <p:nvSpPr>
          <p:cNvPr id="18" name="テキスト ボックス 17">
            <a:extLst>
              <a:ext uri="{FF2B5EF4-FFF2-40B4-BE49-F238E27FC236}">
                <a16:creationId xmlns:a16="http://schemas.microsoft.com/office/drawing/2014/main" id="{B33D8AA2-02CB-07AE-C031-C32CA2CAAFD7}"/>
              </a:ext>
            </a:extLst>
          </p:cNvPr>
          <p:cNvSpPr txBox="1">
            <a:spLocks/>
          </p:cNvSpPr>
          <p:nvPr/>
        </p:nvSpPr>
        <p:spPr>
          <a:xfrm>
            <a:off x="5056292" y="1323213"/>
            <a:ext cx="2079416" cy="461665"/>
          </a:xfrm>
          <a:prstGeom prst="rect">
            <a:avLst/>
          </a:prstGeom>
          <a:noFill/>
        </p:spPr>
        <p:txBody>
          <a:bodyPr wrap="none" rtlCol="0">
            <a:spAutoFit/>
          </a:bodyPr>
          <a:lstStyle/>
          <a:p>
            <a:pPr algn="ctr"/>
            <a:r>
              <a:rPr kumimoji="1" lang="ja-JP" altLang="en-US" sz="2400" b="1">
                <a:solidFill>
                  <a:srgbClr val="FF00FF"/>
                </a:solidFill>
                <a:latin typeface="和音 Joyo R" panose="00000500000000000000" pitchFamily="50" charset="-128"/>
                <a:ea typeface="和音 Joyo R" panose="00000500000000000000" pitchFamily="50" charset="-128"/>
              </a:rPr>
              <a:t>シナリオ設定</a:t>
            </a:r>
            <a:endParaRPr kumimoji="1" lang="ja-JP" altLang="en-US" sz="3200" b="1" dirty="0">
              <a:solidFill>
                <a:srgbClr val="FF00FF"/>
              </a:solidFill>
              <a:latin typeface="和音 Joyo R" panose="00000500000000000000" pitchFamily="50" charset="-128"/>
              <a:ea typeface="和音 Joyo R" panose="00000500000000000000" pitchFamily="50" charset="-128"/>
            </a:endParaRPr>
          </a:p>
        </p:txBody>
      </p:sp>
      <p:cxnSp>
        <p:nvCxnSpPr>
          <p:cNvPr id="21" name="直線コネクタ 20">
            <a:extLst>
              <a:ext uri="{FF2B5EF4-FFF2-40B4-BE49-F238E27FC236}">
                <a16:creationId xmlns:a16="http://schemas.microsoft.com/office/drawing/2014/main" id="{E8F61A01-0220-69D8-A938-2381E19DBCD8}"/>
              </a:ext>
            </a:extLst>
          </p:cNvPr>
          <p:cNvCxnSpPr>
            <a:cxnSpLocks/>
          </p:cNvCxnSpPr>
          <p:nvPr/>
        </p:nvCxnSpPr>
        <p:spPr>
          <a:xfrm>
            <a:off x="4363450" y="1820950"/>
            <a:ext cx="3465100" cy="0"/>
          </a:xfrm>
          <a:prstGeom prst="line">
            <a:avLst/>
          </a:prstGeom>
          <a:ln>
            <a:solidFill>
              <a:srgbClr val="FF00FF"/>
            </a:solidFill>
            <a:headEnd type="stealth"/>
            <a:tailEnd type="stealth"/>
          </a:ln>
        </p:spPr>
        <p:style>
          <a:lnRef idx="2">
            <a:schemeClr val="accent1"/>
          </a:lnRef>
          <a:fillRef idx="0">
            <a:schemeClr val="accent1"/>
          </a:fillRef>
          <a:effectRef idx="1">
            <a:schemeClr val="accent1"/>
          </a:effectRef>
          <a:fontRef idx="minor">
            <a:schemeClr val="tx1"/>
          </a:fontRef>
        </p:style>
      </p:cxnSp>
      <p:sp>
        <p:nvSpPr>
          <p:cNvPr id="41" name="テキスト ボックス 40">
            <a:extLst>
              <a:ext uri="{FF2B5EF4-FFF2-40B4-BE49-F238E27FC236}">
                <a16:creationId xmlns:a16="http://schemas.microsoft.com/office/drawing/2014/main" id="{3CAD7A18-4025-3080-E5A2-59383C8136B8}"/>
              </a:ext>
            </a:extLst>
          </p:cNvPr>
          <p:cNvSpPr txBox="1">
            <a:spLocks/>
          </p:cNvSpPr>
          <p:nvPr/>
        </p:nvSpPr>
        <p:spPr>
          <a:xfrm>
            <a:off x="3607658" y="2312959"/>
            <a:ext cx="1236236" cy="400110"/>
          </a:xfrm>
          <a:prstGeom prst="rect">
            <a:avLst/>
          </a:prstGeom>
          <a:noFill/>
        </p:spPr>
        <p:txBody>
          <a:bodyPr wrap="none" rtlCol="0">
            <a:spAutoFit/>
          </a:bodyPr>
          <a:lstStyle/>
          <a:p>
            <a:r>
              <a:rPr kumimoji="1" lang="ja-JP" altLang="en-US" sz="2000" b="1">
                <a:solidFill>
                  <a:schemeClr val="tx1">
                    <a:lumMod val="75000"/>
                    <a:lumOff val="25000"/>
                  </a:schemeClr>
                </a:solidFill>
                <a:latin typeface="和音 Joyo R" panose="00000500000000000000" pitchFamily="50" charset="-128"/>
                <a:ea typeface="和音 Joyo R" panose="00000500000000000000" pitchFamily="50" charset="-128"/>
              </a:rPr>
              <a:t>文字送り</a:t>
            </a:r>
            <a:endParaRPr kumimoji="1" lang="ja-JP" altLang="en-US" sz="28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grpSp>
        <p:nvGrpSpPr>
          <p:cNvPr id="27" name="グループ化 26">
            <a:extLst>
              <a:ext uri="{FF2B5EF4-FFF2-40B4-BE49-F238E27FC236}">
                <a16:creationId xmlns:a16="http://schemas.microsoft.com/office/drawing/2014/main" id="{455A62B6-58B0-B1B6-4123-69F5F536562C}"/>
              </a:ext>
            </a:extLst>
          </p:cNvPr>
          <p:cNvGrpSpPr/>
          <p:nvPr/>
        </p:nvGrpSpPr>
        <p:grpSpPr>
          <a:xfrm>
            <a:off x="5804185" y="2236437"/>
            <a:ext cx="2876243" cy="553155"/>
            <a:chOff x="5804185" y="2355725"/>
            <a:chExt cx="2876243" cy="350327"/>
          </a:xfrm>
        </p:grpSpPr>
        <p:sp>
          <p:nvSpPr>
            <p:cNvPr id="63" name="四角形: 角を丸くする 62">
              <a:extLst>
                <a:ext uri="{FF2B5EF4-FFF2-40B4-BE49-F238E27FC236}">
                  <a16:creationId xmlns:a16="http://schemas.microsoft.com/office/drawing/2014/main" id="{7BD5785B-2B80-54EB-7D7D-75D3D096516A}"/>
                </a:ext>
              </a:extLst>
            </p:cNvPr>
            <p:cNvSpPr>
              <a:spLocks/>
            </p:cNvSpPr>
            <p:nvPr/>
          </p:nvSpPr>
          <p:spPr>
            <a:xfrm rot="5400000">
              <a:off x="6352028" y="1815774"/>
              <a:ext cx="342435" cy="1438121"/>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400"/>
            </a:p>
          </p:txBody>
        </p:sp>
        <p:sp>
          <p:nvSpPr>
            <p:cNvPr id="64" name="四角形: 角を丸くする 63">
              <a:extLst>
                <a:ext uri="{FF2B5EF4-FFF2-40B4-BE49-F238E27FC236}">
                  <a16:creationId xmlns:a16="http://schemas.microsoft.com/office/drawing/2014/main" id="{D3D3FA7E-FEA3-F417-B475-0EDD10FF92D4}"/>
                </a:ext>
              </a:extLst>
            </p:cNvPr>
            <p:cNvSpPr>
              <a:spLocks/>
            </p:cNvSpPr>
            <p:nvPr/>
          </p:nvSpPr>
          <p:spPr>
            <a:xfrm rot="5400000">
              <a:off x="7790150" y="1807882"/>
              <a:ext cx="342435" cy="1438121"/>
            </a:xfrm>
            <a:prstGeom prst="round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400" dirty="0"/>
            </a:p>
          </p:txBody>
        </p:sp>
        <p:sp>
          <p:nvSpPr>
            <p:cNvPr id="65" name="テキスト ボックス 64">
              <a:extLst>
                <a:ext uri="{FF2B5EF4-FFF2-40B4-BE49-F238E27FC236}">
                  <a16:creationId xmlns:a16="http://schemas.microsoft.com/office/drawing/2014/main" id="{36FB09EB-6639-69E9-E6EB-0E68CAF97F34}"/>
                </a:ext>
              </a:extLst>
            </p:cNvPr>
            <p:cNvSpPr txBox="1">
              <a:spLocks/>
            </p:cNvSpPr>
            <p:nvPr/>
          </p:nvSpPr>
          <p:spPr>
            <a:xfrm>
              <a:off x="7347302" y="2400243"/>
              <a:ext cx="1236237" cy="253400"/>
            </a:xfrm>
            <a:prstGeom prst="rect">
              <a:avLst/>
            </a:prstGeom>
            <a:noFill/>
          </p:spPr>
          <p:txBody>
            <a:bodyPr wrap="none" rtlCol="0">
              <a:spAutoFit/>
            </a:bodyPr>
            <a:lstStyle/>
            <a:p>
              <a:pPr algn="ctr"/>
              <a:r>
                <a:rPr kumimoji="1" lang="ja-JP" altLang="en-US" sz="2000" b="1">
                  <a:solidFill>
                    <a:schemeClr val="bg1">
                      <a:lumMod val="95000"/>
                    </a:schemeClr>
                  </a:solidFill>
                  <a:latin typeface="和音 Joyo R" panose="00000500000000000000" pitchFamily="50" charset="-128"/>
                  <a:ea typeface="和音 Joyo R" panose="00000500000000000000" pitchFamily="50" charset="-128"/>
                </a:rPr>
                <a:t>逐次表示</a:t>
              </a:r>
              <a:endParaRPr kumimoji="1" lang="ja-JP" altLang="en-US" sz="2800" b="1" dirty="0">
                <a:solidFill>
                  <a:schemeClr val="bg1">
                    <a:lumMod val="95000"/>
                  </a:schemeClr>
                </a:solidFill>
                <a:latin typeface="和音 Joyo R" panose="00000500000000000000" pitchFamily="50" charset="-128"/>
                <a:ea typeface="和音 Joyo R" panose="00000500000000000000" pitchFamily="50" charset="-128"/>
              </a:endParaRPr>
            </a:p>
          </p:txBody>
        </p:sp>
        <p:sp>
          <p:nvSpPr>
            <p:cNvPr id="66" name="テキスト ボックス 65">
              <a:extLst>
                <a:ext uri="{FF2B5EF4-FFF2-40B4-BE49-F238E27FC236}">
                  <a16:creationId xmlns:a16="http://schemas.microsoft.com/office/drawing/2014/main" id="{BC5B8703-D14C-BEC9-730C-10F6933D42B8}"/>
                </a:ext>
              </a:extLst>
            </p:cNvPr>
            <p:cNvSpPr txBox="1">
              <a:spLocks/>
            </p:cNvSpPr>
            <p:nvPr/>
          </p:nvSpPr>
          <p:spPr>
            <a:xfrm>
              <a:off x="5905128" y="2408136"/>
              <a:ext cx="1236237" cy="253400"/>
            </a:xfrm>
            <a:prstGeom prst="rect">
              <a:avLst/>
            </a:prstGeom>
            <a:noFill/>
          </p:spPr>
          <p:txBody>
            <a:bodyPr wrap="none" rtlCol="0">
              <a:spAutoFit/>
            </a:bodyPr>
            <a:lstStyle/>
            <a:p>
              <a:pPr algn="ctr"/>
              <a:r>
                <a:rPr kumimoji="1" lang="ja-JP" altLang="en-US" sz="2000" b="1">
                  <a:solidFill>
                    <a:schemeClr val="bg1">
                      <a:lumMod val="95000"/>
                    </a:schemeClr>
                  </a:solidFill>
                  <a:latin typeface="和音 Joyo R" panose="00000500000000000000" pitchFamily="50" charset="-128"/>
                  <a:ea typeface="和音 Joyo R" panose="00000500000000000000" pitchFamily="50" charset="-128"/>
                </a:rPr>
                <a:t>全文即時</a:t>
              </a:r>
              <a:endParaRPr kumimoji="1" lang="ja-JP" altLang="en-US" sz="2800" b="1" dirty="0">
                <a:solidFill>
                  <a:schemeClr val="bg1">
                    <a:lumMod val="95000"/>
                  </a:schemeClr>
                </a:solidFill>
                <a:latin typeface="和音 Joyo R" panose="00000500000000000000" pitchFamily="50" charset="-128"/>
                <a:ea typeface="和音 Joyo R" panose="00000500000000000000" pitchFamily="50" charset="-128"/>
              </a:endParaRPr>
            </a:p>
          </p:txBody>
        </p:sp>
      </p:grpSp>
      <p:grpSp>
        <p:nvGrpSpPr>
          <p:cNvPr id="3" name="グループ化 2">
            <a:extLst>
              <a:ext uri="{FF2B5EF4-FFF2-40B4-BE49-F238E27FC236}">
                <a16:creationId xmlns:a16="http://schemas.microsoft.com/office/drawing/2014/main" id="{28430169-A079-FDCF-EC3B-227C11618D86}"/>
              </a:ext>
            </a:extLst>
          </p:cNvPr>
          <p:cNvGrpSpPr/>
          <p:nvPr/>
        </p:nvGrpSpPr>
        <p:grpSpPr>
          <a:xfrm>
            <a:off x="3607658" y="4223581"/>
            <a:ext cx="5072769" cy="400110"/>
            <a:chOff x="3607658" y="4447521"/>
            <a:chExt cx="5072769" cy="400110"/>
          </a:xfrm>
        </p:grpSpPr>
        <p:sp>
          <p:nvSpPr>
            <p:cNvPr id="16" name="テキスト ボックス 15">
              <a:extLst>
                <a:ext uri="{FF2B5EF4-FFF2-40B4-BE49-F238E27FC236}">
                  <a16:creationId xmlns:a16="http://schemas.microsoft.com/office/drawing/2014/main" id="{47990F76-2AC0-1625-B3FF-37A5533795DE}"/>
                </a:ext>
              </a:extLst>
            </p:cNvPr>
            <p:cNvSpPr txBox="1">
              <a:spLocks/>
            </p:cNvSpPr>
            <p:nvPr/>
          </p:nvSpPr>
          <p:spPr>
            <a:xfrm>
              <a:off x="3607658" y="4447521"/>
              <a:ext cx="1499128" cy="400110"/>
            </a:xfrm>
            <a:prstGeom prst="rect">
              <a:avLst/>
            </a:prstGeom>
            <a:noFill/>
          </p:spPr>
          <p:txBody>
            <a:bodyPr wrap="none" rtlCol="0">
              <a:spAutoFit/>
            </a:bodyPr>
            <a:lstStyle/>
            <a:p>
              <a:r>
                <a:rPr lang="ja-JP" altLang="en-US" sz="2000" b="1">
                  <a:solidFill>
                    <a:schemeClr val="tx1">
                      <a:lumMod val="75000"/>
                      <a:lumOff val="25000"/>
                    </a:schemeClr>
                  </a:solidFill>
                  <a:latin typeface="和音 Joyo R" panose="00000500000000000000" pitchFamily="50" charset="-128"/>
                  <a:ea typeface="和音 Joyo R" panose="00000500000000000000" pitchFamily="50" charset="-128"/>
                </a:rPr>
                <a:t>早送り</a:t>
              </a:r>
              <a:r>
                <a:rPr kumimoji="1" lang="ja-JP" altLang="en-US" sz="2000" b="1">
                  <a:solidFill>
                    <a:schemeClr val="tx1">
                      <a:lumMod val="75000"/>
                      <a:lumOff val="25000"/>
                    </a:schemeClr>
                  </a:solidFill>
                  <a:latin typeface="和音 Joyo R" panose="00000500000000000000" pitchFamily="50" charset="-128"/>
                  <a:ea typeface="和音 Joyo R" panose="00000500000000000000" pitchFamily="50" charset="-128"/>
                </a:rPr>
                <a:t>速度</a:t>
              </a:r>
              <a:endParaRPr kumimoji="1" lang="ja-JP" altLang="en-US" sz="28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grpSp>
          <p:nvGrpSpPr>
            <p:cNvPr id="17" name="グループ化 16">
              <a:extLst>
                <a:ext uri="{FF2B5EF4-FFF2-40B4-BE49-F238E27FC236}">
                  <a16:creationId xmlns:a16="http://schemas.microsoft.com/office/drawing/2014/main" id="{E52BA23D-6ABD-F46A-5402-BA16D503178B}"/>
                </a:ext>
              </a:extLst>
            </p:cNvPr>
            <p:cNvGrpSpPr>
              <a:grpSpLocks/>
            </p:cNvGrpSpPr>
            <p:nvPr/>
          </p:nvGrpSpPr>
          <p:grpSpPr>
            <a:xfrm rot="5400000">
              <a:off x="7079595" y="3237233"/>
              <a:ext cx="325422" cy="2876243"/>
              <a:chOff x="11000341" y="4022147"/>
              <a:chExt cx="325422" cy="2031812"/>
            </a:xfrm>
          </p:grpSpPr>
          <p:sp>
            <p:nvSpPr>
              <p:cNvPr id="19" name="四角形: 角を丸くする 18">
                <a:extLst>
                  <a:ext uri="{FF2B5EF4-FFF2-40B4-BE49-F238E27FC236}">
                    <a16:creationId xmlns:a16="http://schemas.microsoft.com/office/drawing/2014/main" id="{F7DC84D6-1673-0B56-B0B2-BACEEB28263C}"/>
                  </a:ext>
                </a:extLst>
              </p:cNvPr>
              <p:cNvSpPr>
                <a:spLocks/>
              </p:cNvSpPr>
              <p:nvPr/>
            </p:nvSpPr>
            <p:spPr>
              <a:xfrm>
                <a:off x="11044871" y="4022147"/>
                <a:ext cx="236362" cy="2031812"/>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四角形: 角を丸くする 21">
                <a:extLst>
                  <a:ext uri="{FF2B5EF4-FFF2-40B4-BE49-F238E27FC236}">
                    <a16:creationId xmlns:a16="http://schemas.microsoft.com/office/drawing/2014/main" id="{59FC57A6-9B38-DFA1-4BD3-A717ADE5B4F5}"/>
                  </a:ext>
                </a:extLst>
              </p:cNvPr>
              <p:cNvSpPr>
                <a:spLocks/>
              </p:cNvSpPr>
              <p:nvPr/>
            </p:nvSpPr>
            <p:spPr>
              <a:xfrm>
                <a:off x="11000341" y="4648311"/>
                <a:ext cx="325422" cy="263274"/>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sp>
        <p:nvSpPr>
          <p:cNvPr id="43" name="テキスト ボックス 42">
            <a:extLst>
              <a:ext uri="{FF2B5EF4-FFF2-40B4-BE49-F238E27FC236}">
                <a16:creationId xmlns:a16="http://schemas.microsoft.com/office/drawing/2014/main" id="{369B1169-D3E9-491E-BFE8-BC6A8CDC872A}"/>
              </a:ext>
            </a:extLst>
          </p:cNvPr>
          <p:cNvSpPr txBox="1">
            <a:spLocks/>
          </p:cNvSpPr>
          <p:nvPr/>
        </p:nvSpPr>
        <p:spPr>
          <a:xfrm>
            <a:off x="3607658" y="3275480"/>
            <a:ext cx="1236236" cy="400110"/>
          </a:xfrm>
          <a:prstGeom prst="rect">
            <a:avLst/>
          </a:prstGeom>
          <a:noFill/>
        </p:spPr>
        <p:txBody>
          <a:bodyPr wrap="none" rtlCol="0">
            <a:spAutoFit/>
          </a:bodyPr>
          <a:lstStyle/>
          <a:p>
            <a:r>
              <a:rPr kumimoji="1" lang="ja-JP" altLang="en-US" sz="2000" b="1">
                <a:solidFill>
                  <a:schemeClr val="tx1">
                    <a:lumMod val="75000"/>
                    <a:lumOff val="25000"/>
                  </a:schemeClr>
                </a:solidFill>
                <a:latin typeface="和音 Joyo R" panose="00000500000000000000" pitchFamily="50" charset="-128"/>
                <a:ea typeface="和音 Joyo R" panose="00000500000000000000" pitchFamily="50" charset="-128"/>
              </a:rPr>
              <a:t>表示速度</a:t>
            </a:r>
            <a:endParaRPr kumimoji="1" lang="ja-JP" altLang="en-US" sz="28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grpSp>
        <p:nvGrpSpPr>
          <p:cNvPr id="20" name="グループ化 19">
            <a:extLst>
              <a:ext uri="{FF2B5EF4-FFF2-40B4-BE49-F238E27FC236}">
                <a16:creationId xmlns:a16="http://schemas.microsoft.com/office/drawing/2014/main" id="{6A27D768-95CA-579E-3A61-96134B360B7C}"/>
              </a:ext>
            </a:extLst>
          </p:cNvPr>
          <p:cNvGrpSpPr>
            <a:grpSpLocks/>
          </p:cNvGrpSpPr>
          <p:nvPr/>
        </p:nvGrpSpPr>
        <p:grpSpPr>
          <a:xfrm rot="5400000">
            <a:off x="7079595" y="2056076"/>
            <a:ext cx="325422" cy="2876243"/>
            <a:chOff x="11000341" y="4022147"/>
            <a:chExt cx="325422" cy="2031812"/>
          </a:xfrm>
        </p:grpSpPr>
        <p:sp>
          <p:nvSpPr>
            <p:cNvPr id="24" name="四角形: 角を丸くする 23">
              <a:extLst>
                <a:ext uri="{FF2B5EF4-FFF2-40B4-BE49-F238E27FC236}">
                  <a16:creationId xmlns:a16="http://schemas.microsoft.com/office/drawing/2014/main" id="{3A76B6AD-C8D5-174D-1540-CC411E607DF7}"/>
                </a:ext>
              </a:extLst>
            </p:cNvPr>
            <p:cNvSpPr>
              <a:spLocks/>
            </p:cNvSpPr>
            <p:nvPr/>
          </p:nvSpPr>
          <p:spPr>
            <a:xfrm>
              <a:off x="11044871" y="4022147"/>
              <a:ext cx="236362" cy="2031812"/>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6" name="四角形: 角を丸くする 25">
              <a:extLst>
                <a:ext uri="{FF2B5EF4-FFF2-40B4-BE49-F238E27FC236}">
                  <a16:creationId xmlns:a16="http://schemas.microsoft.com/office/drawing/2014/main" id="{4A2869DC-716E-A04A-A8F8-6D3B210F1E2B}"/>
                </a:ext>
              </a:extLst>
            </p:cNvPr>
            <p:cNvSpPr>
              <a:spLocks/>
            </p:cNvSpPr>
            <p:nvPr/>
          </p:nvSpPr>
          <p:spPr>
            <a:xfrm>
              <a:off x="11000341" y="4648311"/>
              <a:ext cx="325422" cy="263274"/>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Tree>
    <p:extLst>
      <p:ext uri="{BB962C8B-B14F-4D97-AF65-F5344CB8AC3E}">
        <p14:creationId xmlns:p14="http://schemas.microsoft.com/office/powerpoint/2010/main" val="233590678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B37BFD-F2BB-DEC2-7E1E-A54796C617E8}"/>
            </a:ext>
          </a:extLst>
        </p:cNvPr>
        <p:cNvGrpSpPr/>
        <p:nvPr/>
      </p:nvGrpSpPr>
      <p:grpSpPr>
        <a:xfrm>
          <a:off x="0" y="0"/>
          <a:ext cx="0" cy="0"/>
          <a:chOff x="0" y="0"/>
          <a:chExt cx="0" cy="0"/>
        </a:xfrm>
      </p:grpSpPr>
      <p:grpSp>
        <p:nvGrpSpPr>
          <p:cNvPr id="2" name="グループ化 1">
            <a:extLst>
              <a:ext uri="{FF2B5EF4-FFF2-40B4-BE49-F238E27FC236}">
                <a16:creationId xmlns:a16="http://schemas.microsoft.com/office/drawing/2014/main" id="{BBA05C8B-6021-A765-2B4D-9EA491EBD272}"/>
              </a:ext>
            </a:extLst>
          </p:cNvPr>
          <p:cNvGrpSpPr/>
          <p:nvPr/>
        </p:nvGrpSpPr>
        <p:grpSpPr>
          <a:xfrm>
            <a:off x="2295197" y="869948"/>
            <a:ext cx="8160352" cy="5060484"/>
            <a:chOff x="2295197" y="869948"/>
            <a:chExt cx="8160352" cy="5060484"/>
          </a:xfrm>
        </p:grpSpPr>
        <p:grpSp>
          <p:nvGrpSpPr>
            <p:cNvPr id="5" name="グループ化 4">
              <a:extLst>
                <a:ext uri="{FF2B5EF4-FFF2-40B4-BE49-F238E27FC236}">
                  <a16:creationId xmlns:a16="http://schemas.microsoft.com/office/drawing/2014/main" id="{15A832CE-8D3A-C3DD-0570-F2B36AEFF65E}"/>
                </a:ext>
              </a:extLst>
            </p:cNvPr>
            <p:cNvGrpSpPr/>
            <p:nvPr/>
          </p:nvGrpSpPr>
          <p:grpSpPr>
            <a:xfrm>
              <a:off x="2295197" y="1231181"/>
              <a:ext cx="7601606" cy="4699251"/>
              <a:chOff x="2295197" y="1231181"/>
              <a:chExt cx="7601606" cy="4699251"/>
            </a:xfrm>
          </p:grpSpPr>
          <p:sp>
            <p:nvSpPr>
              <p:cNvPr id="10" name="四角形: 角を丸くする 9">
                <a:extLst>
                  <a:ext uri="{FF2B5EF4-FFF2-40B4-BE49-F238E27FC236}">
                    <a16:creationId xmlns:a16="http://schemas.microsoft.com/office/drawing/2014/main" id="{C432DA81-CC6E-47ED-9B1C-45ED35B6BE69}"/>
                  </a:ext>
                </a:extLst>
              </p:cNvPr>
              <p:cNvSpPr/>
              <p:nvPr/>
            </p:nvSpPr>
            <p:spPr>
              <a:xfrm>
                <a:off x="2295197" y="1231181"/>
                <a:ext cx="7601606" cy="4699251"/>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2" name="グループ化 11">
                <a:extLst>
                  <a:ext uri="{FF2B5EF4-FFF2-40B4-BE49-F238E27FC236}">
                    <a16:creationId xmlns:a16="http://schemas.microsoft.com/office/drawing/2014/main" id="{70E0D7DF-0C82-D403-74B1-697A0C211F70}"/>
                  </a:ext>
                </a:extLst>
              </p:cNvPr>
              <p:cNvGrpSpPr/>
              <p:nvPr/>
            </p:nvGrpSpPr>
            <p:grpSpPr>
              <a:xfrm>
                <a:off x="2512942" y="3045762"/>
                <a:ext cx="7166116" cy="1065397"/>
                <a:chOff x="2536747" y="3045762"/>
                <a:chExt cx="7166116" cy="1065397"/>
              </a:xfrm>
            </p:grpSpPr>
            <p:sp>
              <p:nvSpPr>
                <p:cNvPr id="14" name="二等辺三角形 13">
                  <a:extLst>
                    <a:ext uri="{FF2B5EF4-FFF2-40B4-BE49-F238E27FC236}">
                      <a16:creationId xmlns:a16="http://schemas.microsoft.com/office/drawing/2014/main" id="{5953F1A1-928A-F9B2-9A25-1E50FD627C09}"/>
                    </a:ext>
                  </a:extLst>
                </p:cNvPr>
                <p:cNvSpPr/>
                <p:nvPr/>
              </p:nvSpPr>
              <p:spPr>
                <a:xfrm rot="16200000">
                  <a:off x="2318906" y="3268296"/>
                  <a:ext cx="1060704" cy="625021"/>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3" name="二等辺三角形 22">
                  <a:extLst>
                    <a:ext uri="{FF2B5EF4-FFF2-40B4-BE49-F238E27FC236}">
                      <a16:creationId xmlns:a16="http://schemas.microsoft.com/office/drawing/2014/main" id="{0768E2ED-05D0-C3E3-8E92-7C75F7543C24}"/>
                    </a:ext>
                  </a:extLst>
                </p:cNvPr>
                <p:cNvSpPr/>
                <p:nvPr/>
              </p:nvSpPr>
              <p:spPr>
                <a:xfrm rot="5400000" flipH="1">
                  <a:off x="8860001" y="3263603"/>
                  <a:ext cx="1060704" cy="625021"/>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pic>
          <p:nvPicPr>
            <p:cNvPr id="6" name="図 5">
              <a:extLst>
                <a:ext uri="{FF2B5EF4-FFF2-40B4-BE49-F238E27FC236}">
                  <a16:creationId xmlns:a16="http://schemas.microsoft.com/office/drawing/2014/main" id="{BC9D0926-E229-AF41-826F-7005109BDB7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849989" y="869948"/>
              <a:ext cx="1605560" cy="1134571"/>
            </a:xfrm>
            <a:prstGeom prst="rect">
              <a:avLst/>
            </a:prstGeom>
          </p:spPr>
        </p:pic>
      </p:grpSp>
      <p:sp>
        <p:nvSpPr>
          <p:cNvPr id="11" name="四角形: 角を丸くする 10">
            <a:extLst>
              <a:ext uri="{FF2B5EF4-FFF2-40B4-BE49-F238E27FC236}">
                <a16:creationId xmlns:a16="http://schemas.microsoft.com/office/drawing/2014/main" id="{A5B267B9-383F-D58C-101C-D6C7774823F8}"/>
              </a:ext>
            </a:extLst>
          </p:cNvPr>
          <p:cNvSpPr>
            <a:spLocks/>
          </p:cNvSpPr>
          <p:nvPr/>
        </p:nvSpPr>
        <p:spPr>
          <a:xfrm>
            <a:off x="6344410" y="5021012"/>
            <a:ext cx="2336019" cy="625904"/>
          </a:xfrm>
          <a:prstGeom prst="roundRect">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latin typeface="和音 Joyo R" panose="00000500000000000000" pitchFamily="50" charset="-128"/>
                <a:ea typeface="和音 Joyo R" panose="00000500000000000000" pitchFamily="50" charset="-128"/>
              </a:rPr>
              <a:t>OK</a:t>
            </a:r>
            <a:endParaRPr kumimoji="1" lang="ja-JP" altLang="en-US" sz="2000" dirty="0">
              <a:latin typeface="和音 Joyo R" panose="00000500000000000000" pitchFamily="50" charset="-128"/>
              <a:ea typeface="和音 Joyo R" panose="00000500000000000000" pitchFamily="50" charset="-128"/>
            </a:endParaRPr>
          </a:p>
        </p:txBody>
      </p:sp>
      <p:sp>
        <p:nvSpPr>
          <p:cNvPr id="15" name="四角形: 角を丸くする 14">
            <a:extLst>
              <a:ext uri="{FF2B5EF4-FFF2-40B4-BE49-F238E27FC236}">
                <a16:creationId xmlns:a16="http://schemas.microsoft.com/office/drawing/2014/main" id="{23671210-5B95-5BE0-79D3-22BF604F8739}"/>
              </a:ext>
            </a:extLst>
          </p:cNvPr>
          <p:cNvSpPr>
            <a:spLocks/>
          </p:cNvSpPr>
          <p:nvPr/>
        </p:nvSpPr>
        <p:spPr>
          <a:xfrm>
            <a:off x="3511571" y="5021012"/>
            <a:ext cx="2336019" cy="625904"/>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000" dirty="0">
                <a:latin typeface="和音 Joyo R" panose="00000500000000000000" pitchFamily="50" charset="-128"/>
                <a:ea typeface="和音 Joyo R" panose="00000500000000000000" pitchFamily="50" charset="-128"/>
              </a:rPr>
              <a:t>デフォルトに戻す</a:t>
            </a:r>
          </a:p>
        </p:txBody>
      </p:sp>
      <p:sp>
        <p:nvSpPr>
          <p:cNvPr id="18" name="テキスト ボックス 17">
            <a:extLst>
              <a:ext uri="{FF2B5EF4-FFF2-40B4-BE49-F238E27FC236}">
                <a16:creationId xmlns:a16="http://schemas.microsoft.com/office/drawing/2014/main" id="{B2991AB2-76E6-9D80-8AA6-6AF9102A408B}"/>
              </a:ext>
            </a:extLst>
          </p:cNvPr>
          <p:cNvSpPr txBox="1">
            <a:spLocks/>
          </p:cNvSpPr>
          <p:nvPr/>
        </p:nvSpPr>
        <p:spPr>
          <a:xfrm>
            <a:off x="5056292" y="1323213"/>
            <a:ext cx="2079416" cy="461665"/>
          </a:xfrm>
          <a:prstGeom prst="rect">
            <a:avLst/>
          </a:prstGeom>
          <a:noFill/>
        </p:spPr>
        <p:txBody>
          <a:bodyPr wrap="none" rtlCol="0">
            <a:spAutoFit/>
          </a:bodyPr>
          <a:lstStyle/>
          <a:p>
            <a:pPr algn="ctr"/>
            <a:r>
              <a:rPr kumimoji="1" lang="ja-JP" altLang="en-US" sz="2400" b="1">
                <a:solidFill>
                  <a:srgbClr val="FF00FF"/>
                </a:solidFill>
                <a:latin typeface="和音 Joyo R" panose="00000500000000000000" pitchFamily="50" charset="-128"/>
                <a:ea typeface="和音 Joyo R" panose="00000500000000000000" pitchFamily="50" charset="-128"/>
              </a:rPr>
              <a:t>シナリオ設定</a:t>
            </a:r>
            <a:endParaRPr kumimoji="1" lang="ja-JP" altLang="en-US" sz="3200" b="1" dirty="0">
              <a:solidFill>
                <a:srgbClr val="FF00FF"/>
              </a:solidFill>
              <a:latin typeface="和音 Joyo R" panose="00000500000000000000" pitchFamily="50" charset="-128"/>
              <a:ea typeface="和音 Joyo R" panose="00000500000000000000" pitchFamily="50" charset="-128"/>
            </a:endParaRPr>
          </a:p>
        </p:txBody>
      </p:sp>
      <p:cxnSp>
        <p:nvCxnSpPr>
          <p:cNvPr id="21" name="直線コネクタ 20">
            <a:extLst>
              <a:ext uri="{FF2B5EF4-FFF2-40B4-BE49-F238E27FC236}">
                <a16:creationId xmlns:a16="http://schemas.microsoft.com/office/drawing/2014/main" id="{114962A7-43D1-08B3-CC80-F68667B7209B}"/>
              </a:ext>
            </a:extLst>
          </p:cNvPr>
          <p:cNvCxnSpPr>
            <a:cxnSpLocks/>
          </p:cNvCxnSpPr>
          <p:nvPr/>
        </p:nvCxnSpPr>
        <p:spPr>
          <a:xfrm>
            <a:off x="4363450" y="1820950"/>
            <a:ext cx="3465100" cy="0"/>
          </a:xfrm>
          <a:prstGeom prst="line">
            <a:avLst/>
          </a:prstGeom>
          <a:ln>
            <a:solidFill>
              <a:srgbClr val="FF00FF"/>
            </a:solidFill>
            <a:headEnd type="stealth"/>
            <a:tailEnd type="stealth"/>
          </a:ln>
        </p:spPr>
        <p:style>
          <a:lnRef idx="2">
            <a:schemeClr val="accent1"/>
          </a:lnRef>
          <a:fillRef idx="0">
            <a:schemeClr val="accent1"/>
          </a:fillRef>
          <a:effectRef idx="1">
            <a:schemeClr val="accent1"/>
          </a:effectRef>
          <a:fontRef idx="minor">
            <a:schemeClr val="tx1"/>
          </a:fontRef>
        </p:style>
      </p:cxnSp>
      <p:sp>
        <p:nvSpPr>
          <p:cNvPr id="41" name="テキスト ボックス 40">
            <a:extLst>
              <a:ext uri="{FF2B5EF4-FFF2-40B4-BE49-F238E27FC236}">
                <a16:creationId xmlns:a16="http://schemas.microsoft.com/office/drawing/2014/main" id="{E43ED149-57DD-2195-67B7-1D0CE539A27D}"/>
              </a:ext>
            </a:extLst>
          </p:cNvPr>
          <p:cNvSpPr txBox="1">
            <a:spLocks/>
          </p:cNvSpPr>
          <p:nvPr/>
        </p:nvSpPr>
        <p:spPr>
          <a:xfrm>
            <a:off x="3607658" y="2312959"/>
            <a:ext cx="1236236" cy="400110"/>
          </a:xfrm>
          <a:prstGeom prst="rect">
            <a:avLst/>
          </a:prstGeom>
          <a:noFill/>
        </p:spPr>
        <p:txBody>
          <a:bodyPr wrap="none" rtlCol="0">
            <a:spAutoFit/>
          </a:bodyPr>
          <a:lstStyle/>
          <a:p>
            <a:r>
              <a:rPr kumimoji="1" lang="ja-JP" altLang="en-US" sz="2000" b="1">
                <a:solidFill>
                  <a:schemeClr val="tx1">
                    <a:lumMod val="75000"/>
                    <a:lumOff val="25000"/>
                  </a:schemeClr>
                </a:solidFill>
                <a:latin typeface="和音 Joyo R" panose="00000500000000000000" pitchFamily="50" charset="-128"/>
                <a:ea typeface="和音 Joyo R" panose="00000500000000000000" pitchFamily="50" charset="-128"/>
              </a:rPr>
              <a:t>文字送り</a:t>
            </a:r>
            <a:endParaRPr kumimoji="1" lang="ja-JP" altLang="en-US" sz="28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sp>
        <p:nvSpPr>
          <p:cNvPr id="16" name="テキスト ボックス 15">
            <a:extLst>
              <a:ext uri="{FF2B5EF4-FFF2-40B4-BE49-F238E27FC236}">
                <a16:creationId xmlns:a16="http://schemas.microsoft.com/office/drawing/2014/main" id="{00CA220B-05C4-972E-3FA0-32719AE95850}"/>
              </a:ext>
            </a:extLst>
          </p:cNvPr>
          <p:cNvSpPr txBox="1">
            <a:spLocks/>
          </p:cNvSpPr>
          <p:nvPr/>
        </p:nvSpPr>
        <p:spPr>
          <a:xfrm>
            <a:off x="3607658" y="4223581"/>
            <a:ext cx="1499128" cy="400110"/>
          </a:xfrm>
          <a:prstGeom prst="rect">
            <a:avLst/>
          </a:prstGeom>
          <a:noFill/>
        </p:spPr>
        <p:txBody>
          <a:bodyPr wrap="none" rtlCol="0">
            <a:spAutoFit/>
          </a:bodyPr>
          <a:lstStyle/>
          <a:p>
            <a:r>
              <a:rPr lang="ja-JP" altLang="en-US" sz="2000" b="1">
                <a:solidFill>
                  <a:schemeClr val="tx1">
                    <a:lumMod val="75000"/>
                    <a:lumOff val="25000"/>
                  </a:schemeClr>
                </a:solidFill>
                <a:latin typeface="和音 Joyo R" panose="00000500000000000000" pitchFamily="50" charset="-128"/>
                <a:ea typeface="和音 Joyo R" panose="00000500000000000000" pitchFamily="50" charset="-128"/>
              </a:rPr>
              <a:t>早送り</a:t>
            </a:r>
            <a:r>
              <a:rPr kumimoji="1" lang="ja-JP" altLang="en-US" sz="2000" b="1">
                <a:solidFill>
                  <a:schemeClr val="tx1">
                    <a:lumMod val="75000"/>
                    <a:lumOff val="25000"/>
                  </a:schemeClr>
                </a:solidFill>
                <a:latin typeface="和音 Joyo R" panose="00000500000000000000" pitchFamily="50" charset="-128"/>
                <a:ea typeface="和音 Joyo R" panose="00000500000000000000" pitchFamily="50" charset="-128"/>
              </a:rPr>
              <a:t>速度</a:t>
            </a:r>
            <a:endParaRPr kumimoji="1" lang="ja-JP" altLang="en-US" sz="28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grpSp>
        <p:nvGrpSpPr>
          <p:cNvPr id="17" name="グループ化 16">
            <a:extLst>
              <a:ext uri="{FF2B5EF4-FFF2-40B4-BE49-F238E27FC236}">
                <a16:creationId xmlns:a16="http://schemas.microsoft.com/office/drawing/2014/main" id="{99F4AF1B-27FC-C387-132C-8BCEA621DE27}"/>
              </a:ext>
            </a:extLst>
          </p:cNvPr>
          <p:cNvGrpSpPr>
            <a:grpSpLocks/>
          </p:cNvGrpSpPr>
          <p:nvPr/>
        </p:nvGrpSpPr>
        <p:grpSpPr>
          <a:xfrm rot="5400000">
            <a:off x="7079595" y="3013293"/>
            <a:ext cx="325422" cy="2876243"/>
            <a:chOff x="11000341" y="4022147"/>
            <a:chExt cx="325422" cy="2031812"/>
          </a:xfrm>
        </p:grpSpPr>
        <p:sp>
          <p:nvSpPr>
            <p:cNvPr id="19" name="四角形: 角を丸くする 18">
              <a:extLst>
                <a:ext uri="{FF2B5EF4-FFF2-40B4-BE49-F238E27FC236}">
                  <a16:creationId xmlns:a16="http://schemas.microsoft.com/office/drawing/2014/main" id="{09E1BA5F-D43A-6407-7A3F-D68078862F58}"/>
                </a:ext>
              </a:extLst>
            </p:cNvPr>
            <p:cNvSpPr>
              <a:spLocks/>
            </p:cNvSpPr>
            <p:nvPr/>
          </p:nvSpPr>
          <p:spPr>
            <a:xfrm>
              <a:off x="11044871" y="4022147"/>
              <a:ext cx="236362" cy="2031812"/>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四角形: 角を丸くする 21">
              <a:extLst>
                <a:ext uri="{FF2B5EF4-FFF2-40B4-BE49-F238E27FC236}">
                  <a16:creationId xmlns:a16="http://schemas.microsoft.com/office/drawing/2014/main" id="{2342FF1B-1A99-E0AB-8AB0-AF8789097BD7}"/>
                </a:ext>
              </a:extLst>
            </p:cNvPr>
            <p:cNvSpPr>
              <a:spLocks/>
            </p:cNvSpPr>
            <p:nvPr/>
          </p:nvSpPr>
          <p:spPr>
            <a:xfrm>
              <a:off x="11000341" y="4648311"/>
              <a:ext cx="325422" cy="263274"/>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43" name="テキスト ボックス 42">
            <a:extLst>
              <a:ext uri="{FF2B5EF4-FFF2-40B4-BE49-F238E27FC236}">
                <a16:creationId xmlns:a16="http://schemas.microsoft.com/office/drawing/2014/main" id="{C92FDB6B-6C19-3D88-604D-6B775B7DF061}"/>
              </a:ext>
            </a:extLst>
          </p:cNvPr>
          <p:cNvSpPr txBox="1">
            <a:spLocks/>
          </p:cNvSpPr>
          <p:nvPr/>
        </p:nvSpPr>
        <p:spPr>
          <a:xfrm>
            <a:off x="3607658" y="3256603"/>
            <a:ext cx="1236236" cy="400110"/>
          </a:xfrm>
          <a:prstGeom prst="rect">
            <a:avLst/>
          </a:prstGeom>
          <a:noFill/>
        </p:spPr>
        <p:txBody>
          <a:bodyPr wrap="none" rtlCol="0">
            <a:spAutoFit/>
          </a:bodyPr>
          <a:lstStyle/>
          <a:p>
            <a:r>
              <a:rPr kumimoji="1" lang="ja-JP" altLang="en-US" sz="2000" b="1">
                <a:solidFill>
                  <a:schemeClr val="tx1">
                    <a:lumMod val="75000"/>
                    <a:lumOff val="25000"/>
                  </a:schemeClr>
                </a:solidFill>
                <a:latin typeface="和音 Joyo R" panose="00000500000000000000" pitchFamily="50" charset="-128"/>
                <a:ea typeface="和音 Joyo R" panose="00000500000000000000" pitchFamily="50" charset="-128"/>
              </a:rPr>
              <a:t>表示速度</a:t>
            </a:r>
            <a:endParaRPr kumimoji="1" lang="ja-JP" altLang="en-US" sz="28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grpSp>
        <p:nvGrpSpPr>
          <p:cNvPr id="44" name="グループ化 43">
            <a:extLst>
              <a:ext uri="{FF2B5EF4-FFF2-40B4-BE49-F238E27FC236}">
                <a16:creationId xmlns:a16="http://schemas.microsoft.com/office/drawing/2014/main" id="{9157FD5A-8344-4A3E-0FCF-8C3F21649BE1}"/>
              </a:ext>
            </a:extLst>
          </p:cNvPr>
          <p:cNvGrpSpPr/>
          <p:nvPr/>
        </p:nvGrpSpPr>
        <p:grpSpPr>
          <a:xfrm>
            <a:off x="5804185" y="3223847"/>
            <a:ext cx="2876244" cy="465623"/>
            <a:chOff x="5804185" y="3191072"/>
            <a:chExt cx="2876244" cy="465623"/>
          </a:xfrm>
        </p:grpSpPr>
        <p:grpSp>
          <p:nvGrpSpPr>
            <p:cNvPr id="7" name="グループ化 6">
              <a:extLst>
                <a:ext uri="{FF2B5EF4-FFF2-40B4-BE49-F238E27FC236}">
                  <a16:creationId xmlns:a16="http://schemas.microsoft.com/office/drawing/2014/main" id="{2D901536-33F2-374B-1B65-98FE2E255F4D}"/>
                </a:ext>
              </a:extLst>
            </p:cNvPr>
            <p:cNvGrpSpPr>
              <a:grpSpLocks/>
            </p:cNvGrpSpPr>
            <p:nvPr/>
          </p:nvGrpSpPr>
          <p:grpSpPr>
            <a:xfrm rot="5400000">
              <a:off x="7009495" y="1985762"/>
              <a:ext cx="465623" cy="2876244"/>
              <a:chOff x="10860141" y="4022147"/>
              <a:chExt cx="465623" cy="2031813"/>
            </a:xfrm>
          </p:grpSpPr>
          <p:sp>
            <p:nvSpPr>
              <p:cNvPr id="8" name="四角形: 角を丸くする 7">
                <a:extLst>
                  <a:ext uri="{FF2B5EF4-FFF2-40B4-BE49-F238E27FC236}">
                    <a16:creationId xmlns:a16="http://schemas.microsoft.com/office/drawing/2014/main" id="{665FC7C4-53EF-81FB-F402-48A39C3EE5BA}"/>
                  </a:ext>
                </a:extLst>
              </p:cNvPr>
              <p:cNvSpPr>
                <a:spLocks/>
              </p:cNvSpPr>
              <p:nvPr/>
            </p:nvSpPr>
            <p:spPr>
              <a:xfrm>
                <a:off x="11044871" y="4022147"/>
                <a:ext cx="236362" cy="2031812"/>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四角形: 角を丸くする 12">
                <a:extLst>
                  <a:ext uri="{FF2B5EF4-FFF2-40B4-BE49-F238E27FC236}">
                    <a16:creationId xmlns:a16="http://schemas.microsoft.com/office/drawing/2014/main" id="{D66B0D22-0313-30A4-6955-C95E58D0B592}"/>
                  </a:ext>
                </a:extLst>
              </p:cNvPr>
              <p:cNvSpPr>
                <a:spLocks/>
              </p:cNvSpPr>
              <p:nvPr/>
            </p:nvSpPr>
            <p:spPr>
              <a:xfrm>
                <a:off x="10860141" y="4022147"/>
                <a:ext cx="465623" cy="2031813"/>
              </a:xfrm>
              <a:prstGeom prst="roundRect">
                <a:avLst/>
              </a:prstGeom>
              <a:solidFill>
                <a:srgbClr val="BFBFB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4" name="テキスト ボックス 3">
              <a:extLst>
                <a:ext uri="{FF2B5EF4-FFF2-40B4-BE49-F238E27FC236}">
                  <a16:creationId xmlns:a16="http://schemas.microsoft.com/office/drawing/2014/main" id="{3BE858BC-3DCF-BD86-DD72-3046999CD672}"/>
                </a:ext>
              </a:extLst>
            </p:cNvPr>
            <p:cNvSpPr txBox="1">
              <a:spLocks/>
            </p:cNvSpPr>
            <p:nvPr/>
          </p:nvSpPr>
          <p:spPr>
            <a:xfrm>
              <a:off x="5880396" y="3231852"/>
              <a:ext cx="2723824" cy="369332"/>
            </a:xfrm>
            <a:prstGeom prst="rect">
              <a:avLst/>
            </a:prstGeom>
            <a:noFill/>
          </p:spPr>
          <p:txBody>
            <a:bodyPr wrap="none" rtlCol="0">
              <a:spAutoFit/>
            </a:bodyPr>
            <a:lstStyle/>
            <a:p>
              <a:pPr algn="ctr"/>
              <a:r>
                <a:rPr kumimoji="1" lang="ja-JP" altLang="en-US">
                  <a:solidFill>
                    <a:schemeClr val="tx2"/>
                  </a:solidFill>
                  <a:latin typeface="和音 Joyo R" panose="00000500000000000000" pitchFamily="50" charset="-128"/>
                  <a:ea typeface="和音 Joyo R" panose="00000500000000000000" pitchFamily="50" charset="-128"/>
                </a:rPr>
                <a:t>全文即時の為、選択不可</a:t>
              </a:r>
              <a:endParaRPr kumimoji="1" lang="ja-JP" altLang="en-US" sz="2400" dirty="0">
                <a:solidFill>
                  <a:schemeClr val="tx2"/>
                </a:solidFill>
                <a:latin typeface="和音 Joyo R" panose="00000500000000000000" pitchFamily="50" charset="-128"/>
                <a:ea typeface="和音 Joyo R" panose="00000500000000000000" pitchFamily="50" charset="-128"/>
              </a:endParaRPr>
            </a:p>
          </p:txBody>
        </p:sp>
      </p:grpSp>
      <p:grpSp>
        <p:nvGrpSpPr>
          <p:cNvPr id="27" name="グループ化 26">
            <a:extLst>
              <a:ext uri="{FF2B5EF4-FFF2-40B4-BE49-F238E27FC236}">
                <a16:creationId xmlns:a16="http://schemas.microsoft.com/office/drawing/2014/main" id="{73FA8A75-A043-1322-9385-AEE05DBE9187}"/>
              </a:ext>
            </a:extLst>
          </p:cNvPr>
          <p:cNvGrpSpPr/>
          <p:nvPr/>
        </p:nvGrpSpPr>
        <p:grpSpPr>
          <a:xfrm>
            <a:off x="5804185" y="2236437"/>
            <a:ext cx="2876243" cy="553155"/>
            <a:chOff x="5804185" y="2355725"/>
            <a:chExt cx="2876243" cy="350327"/>
          </a:xfrm>
        </p:grpSpPr>
        <p:sp>
          <p:nvSpPr>
            <p:cNvPr id="29" name="四角形: 角を丸くする 28">
              <a:extLst>
                <a:ext uri="{FF2B5EF4-FFF2-40B4-BE49-F238E27FC236}">
                  <a16:creationId xmlns:a16="http://schemas.microsoft.com/office/drawing/2014/main" id="{3986EB50-F890-460E-8367-8A989A76C3E7}"/>
                </a:ext>
              </a:extLst>
            </p:cNvPr>
            <p:cNvSpPr>
              <a:spLocks/>
            </p:cNvSpPr>
            <p:nvPr/>
          </p:nvSpPr>
          <p:spPr>
            <a:xfrm rot="5400000">
              <a:off x="6352028" y="1815774"/>
              <a:ext cx="342435" cy="1438121"/>
            </a:xfrm>
            <a:prstGeom prst="round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400"/>
            </a:p>
          </p:txBody>
        </p:sp>
        <p:sp>
          <p:nvSpPr>
            <p:cNvPr id="30" name="四角形: 角を丸くする 29">
              <a:extLst>
                <a:ext uri="{FF2B5EF4-FFF2-40B4-BE49-F238E27FC236}">
                  <a16:creationId xmlns:a16="http://schemas.microsoft.com/office/drawing/2014/main" id="{A2A2D930-8E24-95E1-764C-7C5D2C48A479}"/>
                </a:ext>
              </a:extLst>
            </p:cNvPr>
            <p:cNvSpPr>
              <a:spLocks/>
            </p:cNvSpPr>
            <p:nvPr/>
          </p:nvSpPr>
          <p:spPr>
            <a:xfrm rot="5400000">
              <a:off x="7790150" y="1807882"/>
              <a:ext cx="342435" cy="1438121"/>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400" dirty="0"/>
            </a:p>
          </p:txBody>
        </p:sp>
        <p:sp>
          <p:nvSpPr>
            <p:cNvPr id="40" name="テキスト ボックス 39">
              <a:extLst>
                <a:ext uri="{FF2B5EF4-FFF2-40B4-BE49-F238E27FC236}">
                  <a16:creationId xmlns:a16="http://schemas.microsoft.com/office/drawing/2014/main" id="{0FA8A451-C319-7DC0-0ABF-E7ED054FE241}"/>
                </a:ext>
              </a:extLst>
            </p:cNvPr>
            <p:cNvSpPr txBox="1">
              <a:spLocks/>
            </p:cNvSpPr>
            <p:nvPr/>
          </p:nvSpPr>
          <p:spPr>
            <a:xfrm>
              <a:off x="7347302" y="2400243"/>
              <a:ext cx="1236237" cy="253400"/>
            </a:xfrm>
            <a:prstGeom prst="rect">
              <a:avLst/>
            </a:prstGeom>
            <a:noFill/>
          </p:spPr>
          <p:txBody>
            <a:bodyPr wrap="none" rtlCol="0">
              <a:spAutoFit/>
            </a:bodyPr>
            <a:lstStyle/>
            <a:p>
              <a:pPr algn="ctr"/>
              <a:r>
                <a:rPr kumimoji="1" lang="ja-JP" altLang="en-US" sz="2000" b="1">
                  <a:solidFill>
                    <a:schemeClr val="bg1">
                      <a:lumMod val="95000"/>
                    </a:schemeClr>
                  </a:solidFill>
                  <a:latin typeface="和音 Joyo R" panose="00000500000000000000" pitchFamily="50" charset="-128"/>
                  <a:ea typeface="和音 Joyo R" panose="00000500000000000000" pitchFamily="50" charset="-128"/>
                </a:rPr>
                <a:t>逐次表示</a:t>
              </a:r>
              <a:endParaRPr kumimoji="1" lang="ja-JP" altLang="en-US" sz="2800" b="1" dirty="0">
                <a:solidFill>
                  <a:schemeClr val="bg1">
                    <a:lumMod val="95000"/>
                  </a:schemeClr>
                </a:solidFill>
                <a:latin typeface="和音 Joyo R" panose="00000500000000000000" pitchFamily="50" charset="-128"/>
                <a:ea typeface="和音 Joyo R" panose="00000500000000000000" pitchFamily="50" charset="-128"/>
              </a:endParaRPr>
            </a:p>
          </p:txBody>
        </p:sp>
        <p:sp>
          <p:nvSpPr>
            <p:cNvPr id="42" name="テキスト ボックス 41">
              <a:extLst>
                <a:ext uri="{FF2B5EF4-FFF2-40B4-BE49-F238E27FC236}">
                  <a16:creationId xmlns:a16="http://schemas.microsoft.com/office/drawing/2014/main" id="{D9D77953-60B9-1B65-F98B-6CADC5632DFF}"/>
                </a:ext>
              </a:extLst>
            </p:cNvPr>
            <p:cNvSpPr txBox="1">
              <a:spLocks/>
            </p:cNvSpPr>
            <p:nvPr/>
          </p:nvSpPr>
          <p:spPr>
            <a:xfrm>
              <a:off x="5905128" y="2408136"/>
              <a:ext cx="1236237" cy="253400"/>
            </a:xfrm>
            <a:prstGeom prst="rect">
              <a:avLst/>
            </a:prstGeom>
            <a:noFill/>
          </p:spPr>
          <p:txBody>
            <a:bodyPr wrap="none" rtlCol="0">
              <a:spAutoFit/>
            </a:bodyPr>
            <a:lstStyle/>
            <a:p>
              <a:pPr algn="ctr"/>
              <a:r>
                <a:rPr kumimoji="1" lang="ja-JP" altLang="en-US" sz="2000" b="1">
                  <a:solidFill>
                    <a:schemeClr val="bg1">
                      <a:lumMod val="95000"/>
                    </a:schemeClr>
                  </a:solidFill>
                  <a:latin typeface="和音 Joyo R" panose="00000500000000000000" pitchFamily="50" charset="-128"/>
                  <a:ea typeface="和音 Joyo R" panose="00000500000000000000" pitchFamily="50" charset="-128"/>
                </a:rPr>
                <a:t>全文即時</a:t>
              </a:r>
              <a:endParaRPr kumimoji="1" lang="ja-JP" altLang="en-US" sz="2800" b="1" dirty="0">
                <a:solidFill>
                  <a:schemeClr val="bg1">
                    <a:lumMod val="95000"/>
                  </a:schemeClr>
                </a:solidFill>
                <a:latin typeface="和音 Joyo R" panose="00000500000000000000" pitchFamily="50" charset="-128"/>
                <a:ea typeface="和音 Joyo R" panose="00000500000000000000" pitchFamily="50" charset="-128"/>
              </a:endParaRPr>
            </a:p>
          </p:txBody>
        </p:sp>
      </p:grpSp>
    </p:spTree>
    <p:extLst>
      <p:ext uri="{BB962C8B-B14F-4D97-AF65-F5344CB8AC3E}">
        <p14:creationId xmlns:p14="http://schemas.microsoft.com/office/powerpoint/2010/main" val="161182494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798294-BB01-0B9F-39CD-FE6AD3ADCB72}"/>
            </a:ext>
          </a:extLst>
        </p:cNvPr>
        <p:cNvGrpSpPr/>
        <p:nvPr/>
      </p:nvGrpSpPr>
      <p:grpSpPr>
        <a:xfrm>
          <a:off x="0" y="0"/>
          <a:ext cx="0" cy="0"/>
          <a:chOff x="0" y="0"/>
          <a:chExt cx="0" cy="0"/>
        </a:xfrm>
      </p:grpSpPr>
      <p:grpSp>
        <p:nvGrpSpPr>
          <p:cNvPr id="23" name="グループ化 22">
            <a:extLst>
              <a:ext uri="{FF2B5EF4-FFF2-40B4-BE49-F238E27FC236}">
                <a16:creationId xmlns:a16="http://schemas.microsoft.com/office/drawing/2014/main" id="{9BF07B7F-984E-9691-D239-80BE9FBD7343}"/>
              </a:ext>
            </a:extLst>
          </p:cNvPr>
          <p:cNvGrpSpPr/>
          <p:nvPr/>
        </p:nvGrpSpPr>
        <p:grpSpPr>
          <a:xfrm>
            <a:off x="2295197" y="869948"/>
            <a:ext cx="8160352" cy="5060484"/>
            <a:chOff x="2295197" y="869948"/>
            <a:chExt cx="8160352" cy="5060484"/>
          </a:xfrm>
        </p:grpSpPr>
        <p:grpSp>
          <p:nvGrpSpPr>
            <p:cNvPr id="10" name="グループ化 9">
              <a:extLst>
                <a:ext uri="{FF2B5EF4-FFF2-40B4-BE49-F238E27FC236}">
                  <a16:creationId xmlns:a16="http://schemas.microsoft.com/office/drawing/2014/main" id="{D09CE510-7608-A048-F02C-9C0038B78BB3}"/>
                </a:ext>
              </a:extLst>
            </p:cNvPr>
            <p:cNvGrpSpPr/>
            <p:nvPr/>
          </p:nvGrpSpPr>
          <p:grpSpPr>
            <a:xfrm>
              <a:off x="2295197" y="1231181"/>
              <a:ext cx="7601606" cy="4699251"/>
              <a:chOff x="2295197" y="1231181"/>
              <a:chExt cx="7601606" cy="4699251"/>
            </a:xfrm>
          </p:grpSpPr>
          <p:sp>
            <p:nvSpPr>
              <p:cNvPr id="2" name="四角形: 角を丸くする 1">
                <a:extLst>
                  <a:ext uri="{FF2B5EF4-FFF2-40B4-BE49-F238E27FC236}">
                    <a16:creationId xmlns:a16="http://schemas.microsoft.com/office/drawing/2014/main" id="{AE36B83D-2F08-1C67-7A03-BFA973AB9B95}"/>
                  </a:ext>
                </a:extLst>
              </p:cNvPr>
              <p:cNvSpPr/>
              <p:nvPr/>
            </p:nvSpPr>
            <p:spPr>
              <a:xfrm>
                <a:off x="2295197" y="1231181"/>
                <a:ext cx="7601606" cy="4699251"/>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4" name="グループ化 3">
                <a:extLst>
                  <a:ext uri="{FF2B5EF4-FFF2-40B4-BE49-F238E27FC236}">
                    <a16:creationId xmlns:a16="http://schemas.microsoft.com/office/drawing/2014/main" id="{EE3F3A49-9D9B-BFD9-E6BB-81B4AC609629}"/>
                  </a:ext>
                </a:extLst>
              </p:cNvPr>
              <p:cNvGrpSpPr/>
              <p:nvPr/>
            </p:nvGrpSpPr>
            <p:grpSpPr>
              <a:xfrm>
                <a:off x="2512942" y="3045762"/>
                <a:ext cx="7166116" cy="1065397"/>
                <a:chOff x="2536747" y="3045762"/>
                <a:chExt cx="7166116" cy="1065397"/>
              </a:xfrm>
            </p:grpSpPr>
            <p:sp>
              <p:nvSpPr>
                <p:cNvPr id="5" name="二等辺三角形 4">
                  <a:extLst>
                    <a:ext uri="{FF2B5EF4-FFF2-40B4-BE49-F238E27FC236}">
                      <a16:creationId xmlns:a16="http://schemas.microsoft.com/office/drawing/2014/main" id="{2E7C0BC5-44E2-ED1F-4030-455805CC6277}"/>
                    </a:ext>
                  </a:extLst>
                </p:cNvPr>
                <p:cNvSpPr/>
                <p:nvPr/>
              </p:nvSpPr>
              <p:spPr>
                <a:xfrm rot="16200000">
                  <a:off x="2318906" y="3268296"/>
                  <a:ext cx="1060704" cy="625021"/>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二等辺三角形 5">
                  <a:extLst>
                    <a:ext uri="{FF2B5EF4-FFF2-40B4-BE49-F238E27FC236}">
                      <a16:creationId xmlns:a16="http://schemas.microsoft.com/office/drawing/2014/main" id="{78E323AD-1F75-4995-7EF6-68FE649FAB3D}"/>
                    </a:ext>
                  </a:extLst>
                </p:cNvPr>
                <p:cNvSpPr/>
                <p:nvPr/>
              </p:nvSpPr>
              <p:spPr>
                <a:xfrm rot="5400000" flipH="1">
                  <a:off x="8860001" y="3263603"/>
                  <a:ext cx="1060704" cy="625021"/>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pic>
          <p:nvPicPr>
            <p:cNvPr id="14" name="図 13">
              <a:extLst>
                <a:ext uri="{FF2B5EF4-FFF2-40B4-BE49-F238E27FC236}">
                  <a16:creationId xmlns:a16="http://schemas.microsoft.com/office/drawing/2014/main" id="{294C0B74-5E6C-30DC-F217-804ACCC9DEC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849989" y="869948"/>
              <a:ext cx="1605560" cy="1134571"/>
            </a:xfrm>
            <a:prstGeom prst="rect">
              <a:avLst/>
            </a:prstGeom>
          </p:spPr>
        </p:pic>
      </p:grpSp>
      <p:sp>
        <p:nvSpPr>
          <p:cNvPr id="11" name="四角形: 角を丸くする 10">
            <a:extLst>
              <a:ext uri="{FF2B5EF4-FFF2-40B4-BE49-F238E27FC236}">
                <a16:creationId xmlns:a16="http://schemas.microsoft.com/office/drawing/2014/main" id="{A8CE2AE5-D185-0B90-FD71-9BA12683EFC2}"/>
              </a:ext>
            </a:extLst>
          </p:cNvPr>
          <p:cNvSpPr>
            <a:spLocks/>
          </p:cNvSpPr>
          <p:nvPr/>
        </p:nvSpPr>
        <p:spPr>
          <a:xfrm>
            <a:off x="6344410" y="5021012"/>
            <a:ext cx="2336019" cy="625904"/>
          </a:xfrm>
          <a:prstGeom prst="roundRect">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latin typeface="和音 Joyo R" panose="00000500000000000000" pitchFamily="50" charset="-128"/>
                <a:ea typeface="和音 Joyo R" panose="00000500000000000000" pitchFamily="50" charset="-128"/>
              </a:rPr>
              <a:t>OK</a:t>
            </a:r>
            <a:endParaRPr kumimoji="1" lang="ja-JP" altLang="en-US" sz="2000" dirty="0">
              <a:latin typeface="和音 Joyo R" panose="00000500000000000000" pitchFamily="50" charset="-128"/>
              <a:ea typeface="和音 Joyo R" panose="00000500000000000000" pitchFamily="50" charset="-128"/>
            </a:endParaRPr>
          </a:p>
        </p:txBody>
      </p:sp>
      <p:sp>
        <p:nvSpPr>
          <p:cNvPr id="15" name="四角形: 角を丸くする 14">
            <a:extLst>
              <a:ext uri="{FF2B5EF4-FFF2-40B4-BE49-F238E27FC236}">
                <a16:creationId xmlns:a16="http://schemas.microsoft.com/office/drawing/2014/main" id="{8F1160CD-4CBF-AFE5-F927-8B8BCC0D4155}"/>
              </a:ext>
            </a:extLst>
          </p:cNvPr>
          <p:cNvSpPr>
            <a:spLocks/>
          </p:cNvSpPr>
          <p:nvPr/>
        </p:nvSpPr>
        <p:spPr>
          <a:xfrm>
            <a:off x="3511571" y="5021012"/>
            <a:ext cx="2336019" cy="625904"/>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000" dirty="0">
                <a:latin typeface="和音 Joyo R" panose="00000500000000000000" pitchFamily="50" charset="-128"/>
                <a:ea typeface="和音 Joyo R" panose="00000500000000000000" pitchFamily="50" charset="-128"/>
              </a:rPr>
              <a:t>デフォルトに戻す</a:t>
            </a:r>
          </a:p>
        </p:txBody>
      </p:sp>
      <p:sp>
        <p:nvSpPr>
          <p:cNvPr id="18" name="テキスト ボックス 17">
            <a:extLst>
              <a:ext uri="{FF2B5EF4-FFF2-40B4-BE49-F238E27FC236}">
                <a16:creationId xmlns:a16="http://schemas.microsoft.com/office/drawing/2014/main" id="{02D6B76B-0CEB-6B08-0751-D6475770DF72}"/>
              </a:ext>
            </a:extLst>
          </p:cNvPr>
          <p:cNvSpPr txBox="1">
            <a:spLocks/>
          </p:cNvSpPr>
          <p:nvPr/>
        </p:nvSpPr>
        <p:spPr>
          <a:xfrm>
            <a:off x="5056292" y="1323213"/>
            <a:ext cx="2079416" cy="461665"/>
          </a:xfrm>
          <a:prstGeom prst="rect">
            <a:avLst/>
          </a:prstGeom>
          <a:noFill/>
        </p:spPr>
        <p:txBody>
          <a:bodyPr wrap="none" rtlCol="0">
            <a:spAutoFit/>
          </a:bodyPr>
          <a:lstStyle/>
          <a:p>
            <a:pPr algn="ctr"/>
            <a:r>
              <a:rPr kumimoji="1" lang="ja-JP" altLang="en-US" sz="2400" b="1">
                <a:solidFill>
                  <a:srgbClr val="FF00FF"/>
                </a:solidFill>
                <a:latin typeface="和音 Joyo R" panose="00000500000000000000" pitchFamily="50" charset="-128"/>
                <a:ea typeface="和音 Joyo R" panose="00000500000000000000" pitchFamily="50" charset="-128"/>
              </a:rPr>
              <a:t>シナリオ設定</a:t>
            </a:r>
            <a:endParaRPr kumimoji="1" lang="ja-JP" altLang="en-US" sz="3200" b="1" dirty="0">
              <a:solidFill>
                <a:srgbClr val="FF00FF"/>
              </a:solidFill>
              <a:latin typeface="和音 Joyo R" panose="00000500000000000000" pitchFamily="50" charset="-128"/>
              <a:ea typeface="和音 Joyo R" panose="00000500000000000000" pitchFamily="50" charset="-128"/>
            </a:endParaRPr>
          </a:p>
        </p:txBody>
      </p:sp>
      <p:sp>
        <p:nvSpPr>
          <p:cNvPr id="20" name="テキスト ボックス 19">
            <a:extLst>
              <a:ext uri="{FF2B5EF4-FFF2-40B4-BE49-F238E27FC236}">
                <a16:creationId xmlns:a16="http://schemas.microsoft.com/office/drawing/2014/main" id="{25E6DB67-BA75-074D-80D5-A13F03181A83}"/>
              </a:ext>
            </a:extLst>
          </p:cNvPr>
          <p:cNvSpPr txBox="1">
            <a:spLocks/>
          </p:cNvSpPr>
          <p:nvPr/>
        </p:nvSpPr>
        <p:spPr>
          <a:xfrm>
            <a:off x="3607658" y="1975512"/>
            <a:ext cx="1236236" cy="400110"/>
          </a:xfrm>
          <a:prstGeom prst="rect">
            <a:avLst/>
          </a:prstGeom>
          <a:noFill/>
        </p:spPr>
        <p:txBody>
          <a:bodyPr wrap="none" rtlCol="0">
            <a:spAutoFit/>
          </a:bodyPr>
          <a:lstStyle/>
          <a:p>
            <a:r>
              <a:rPr kumimoji="1" lang="ja-JP" altLang="en-US" sz="2000" b="1" dirty="0">
                <a:solidFill>
                  <a:schemeClr val="tx1">
                    <a:lumMod val="75000"/>
                    <a:lumOff val="25000"/>
                  </a:schemeClr>
                </a:solidFill>
                <a:latin typeface="和音 Joyo R" panose="00000500000000000000" pitchFamily="50" charset="-128"/>
                <a:ea typeface="和音 Joyo R" panose="00000500000000000000" pitchFamily="50" charset="-128"/>
              </a:rPr>
              <a:t>サウンド</a:t>
            </a:r>
            <a:endParaRPr kumimoji="1" lang="ja-JP" altLang="en-US" sz="28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cxnSp>
        <p:nvCxnSpPr>
          <p:cNvPr id="21" name="直線コネクタ 20">
            <a:extLst>
              <a:ext uri="{FF2B5EF4-FFF2-40B4-BE49-F238E27FC236}">
                <a16:creationId xmlns:a16="http://schemas.microsoft.com/office/drawing/2014/main" id="{AD85AFCA-B9B4-FC1F-2D45-735961FDB7F2}"/>
              </a:ext>
            </a:extLst>
          </p:cNvPr>
          <p:cNvCxnSpPr>
            <a:cxnSpLocks/>
          </p:cNvCxnSpPr>
          <p:nvPr/>
        </p:nvCxnSpPr>
        <p:spPr>
          <a:xfrm>
            <a:off x="4363450" y="1820950"/>
            <a:ext cx="3465100" cy="0"/>
          </a:xfrm>
          <a:prstGeom prst="line">
            <a:avLst/>
          </a:prstGeom>
          <a:ln>
            <a:solidFill>
              <a:srgbClr val="FF00FF"/>
            </a:solidFill>
            <a:headEnd type="stealth"/>
            <a:tailEnd type="stealth"/>
          </a:ln>
        </p:spPr>
        <p:style>
          <a:lnRef idx="2">
            <a:schemeClr val="accent1"/>
          </a:lnRef>
          <a:fillRef idx="0">
            <a:schemeClr val="accent1"/>
          </a:fillRef>
          <a:effectRef idx="1">
            <a:schemeClr val="accent1"/>
          </a:effectRef>
          <a:fontRef idx="minor">
            <a:schemeClr val="tx1"/>
          </a:fontRef>
        </p:style>
      </p:cxnSp>
      <p:sp>
        <p:nvSpPr>
          <p:cNvPr id="24" name="テキスト ボックス 23">
            <a:extLst>
              <a:ext uri="{FF2B5EF4-FFF2-40B4-BE49-F238E27FC236}">
                <a16:creationId xmlns:a16="http://schemas.microsoft.com/office/drawing/2014/main" id="{7DE63265-2824-F085-BBFE-B75F93E2F6D0}"/>
              </a:ext>
            </a:extLst>
          </p:cNvPr>
          <p:cNvSpPr txBox="1">
            <a:spLocks/>
          </p:cNvSpPr>
          <p:nvPr/>
        </p:nvSpPr>
        <p:spPr>
          <a:xfrm>
            <a:off x="5261149" y="2026089"/>
            <a:ext cx="681597" cy="338554"/>
          </a:xfrm>
          <a:prstGeom prst="rect">
            <a:avLst/>
          </a:prstGeom>
          <a:noFill/>
        </p:spPr>
        <p:txBody>
          <a:bodyPr wrap="none" rtlCol="0">
            <a:spAutoFit/>
          </a:bodyPr>
          <a:lstStyle/>
          <a:p>
            <a:r>
              <a:rPr kumimoji="1" lang="en-US" altLang="ja-JP" sz="1600" b="1" dirty="0">
                <a:solidFill>
                  <a:schemeClr val="tx1">
                    <a:lumMod val="75000"/>
                    <a:lumOff val="25000"/>
                  </a:schemeClr>
                </a:solidFill>
                <a:latin typeface="和音 Joyo R" panose="00000500000000000000" pitchFamily="50" charset="-128"/>
                <a:ea typeface="和音 Joyo R" panose="00000500000000000000" pitchFamily="50" charset="-128"/>
              </a:rPr>
              <a:t>BGM</a:t>
            </a:r>
            <a:endParaRPr kumimoji="1" lang="ja-JP" altLang="en-US" sz="20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sp>
        <p:nvSpPr>
          <p:cNvPr id="26" name="テキスト ボックス 25">
            <a:extLst>
              <a:ext uri="{FF2B5EF4-FFF2-40B4-BE49-F238E27FC236}">
                <a16:creationId xmlns:a16="http://schemas.microsoft.com/office/drawing/2014/main" id="{D7748781-2C70-7E67-ECA3-D0CEC89CF75E}"/>
              </a:ext>
            </a:extLst>
          </p:cNvPr>
          <p:cNvSpPr txBox="1">
            <a:spLocks/>
          </p:cNvSpPr>
          <p:nvPr/>
        </p:nvSpPr>
        <p:spPr>
          <a:xfrm>
            <a:off x="5261149" y="2441588"/>
            <a:ext cx="452368" cy="338554"/>
          </a:xfrm>
          <a:prstGeom prst="rect">
            <a:avLst/>
          </a:prstGeom>
          <a:noFill/>
        </p:spPr>
        <p:txBody>
          <a:bodyPr wrap="none" rtlCol="0">
            <a:spAutoFit/>
          </a:bodyPr>
          <a:lstStyle/>
          <a:p>
            <a:r>
              <a:rPr kumimoji="1" lang="en-US" altLang="ja-JP" sz="1600" b="1" dirty="0">
                <a:solidFill>
                  <a:schemeClr val="tx1">
                    <a:lumMod val="75000"/>
                    <a:lumOff val="25000"/>
                  </a:schemeClr>
                </a:solidFill>
                <a:latin typeface="和音 Joyo R" panose="00000500000000000000" pitchFamily="50" charset="-128"/>
                <a:ea typeface="和音 Joyo R" panose="00000500000000000000" pitchFamily="50" charset="-128"/>
              </a:rPr>
              <a:t>SE</a:t>
            </a:r>
            <a:endParaRPr kumimoji="1" lang="ja-JP" altLang="en-US" sz="20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sp>
        <p:nvSpPr>
          <p:cNvPr id="28" name="テキスト ボックス 27">
            <a:extLst>
              <a:ext uri="{FF2B5EF4-FFF2-40B4-BE49-F238E27FC236}">
                <a16:creationId xmlns:a16="http://schemas.microsoft.com/office/drawing/2014/main" id="{1E032F7C-3F1A-8AAF-31D6-9731FFED5EC4}"/>
              </a:ext>
            </a:extLst>
          </p:cNvPr>
          <p:cNvSpPr txBox="1">
            <a:spLocks/>
          </p:cNvSpPr>
          <p:nvPr/>
        </p:nvSpPr>
        <p:spPr>
          <a:xfrm>
            <a:off x="5261149" y="2879760"/>
            <a:ext cx="853119" cy="338554"/>
          </a:xfrm>
          <a:prstGeom prst="rect">
            <a:avLst/>
          </a:prstGeom>
          <a:noFill/>
        </p:spPr>
        <p:txBody>
          <a:bodyPr wrap="none" rtlCol="0">
            <a:spAutoFit/>
          </a:bodyPr>
          <a:lstStyle/>
          <a:p>
            <a:r>
              <a:rPr kumimoji="1" lang="en-US" altLang="ja-JP" sz="1600" b="1" dirty="0">
                <a:solidFill>
                  <a:schemeClr val="tx1">
                    <a:lumMod val="75000"/>
                    <a:lumOff val="25000"/>
                  </a:schemeClr>
                </a:solidFill>
                <a:latin typeface="和音 Joyo R" panose="00000500000000000000" pitchFamily="50" charset="-128"/>
                <a:ea typeface="和音 Joyo R" panose="00000500000000000000" pitchFamily="50" charset="-128"/>
              </a:rPr>
              <a:t>VOICE</a:t>
            </a:r>
            <a:endParaRPr kumimoji="1" lang="ja-JP" altLang="en-US" sz="20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grpSp>
        <p:nvGrpSpPr>
          <p:cNvPr id="31" name="グループ化 30">
            <a:extLst>
              <a:ext uri="{FF2B5EF4-FFF2-40B4-BE49-F238E27FC236}">
                <a16:creationId xmlns:a16="http://schemas.microsoft.com/office/drawing/2014/main" id="{7C490CBE-555A-7280-239F-49FC870C1C12}"/>
              </a:ext>
            </a:extLst>
          </p:cNvPr>
          <p:cNvGrpSpPr>
            <a:grpSpLocks/>
          </p:cNvGrpSpPr>
          <p:nvPr/>
        </p:nvGrpSpPr>
        <p:grpSpPr>
          <a:xfrm rot="5400000">
            <a:off x="7375689" y="1053336"/>
            <a:ext cx="325422" cy="2284060"/>
            <a:chOff x="11000341" y="4022147"/>
            <a:chExt cx="325422" cy="2031812"/>
          </a:xfrm>
        </p:grpSpPr>
        <p:sp>
          <p:nvSpPr>
            <p:cNvPr id="32" name="四角形: 角を丸くする 31">
              <a:extLst>
                <a:ext uri="{FF2B5EF4-FFF2-40B4-BE49-F238E27FC236}">
                  <a16:creationId xmlns:a16="http://schemas.microsoft.com/office/drawing/2014/main" id="{DB3190E6-443B-46E4-D915-57F7FA78592B}"/>
                </a:ext>
              </a:extLst>
            </p:cNvPr>
            <p:cNvSpPr>
              <a:spLocks/>
            </p:cNvSpPr>
            <p:nvPr/>
          </p:nvSpPr>
          <p:spPr>
            <a:xfrm>
              <a:off x="11044871" y="4022147"/>
              <a:ext cx="236362" cy="2031812"/>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3" name="四角形: 角を丸くする 32">
              <a:extLst>
                <a:ext uri="{FF2B5EF4-FFF2-40B4-BE49-F238E27FC236}">
                  <a16:creationId xmlns:a16="http://schemas.microsoft.com/office/drawing/2014/main" id="{49C34784-D1DE-0855-07E0-16436199249C}"/>
                </a:ext>
              </a:extLst>
            </p:cNvPr>
            <p:cNvSpPr>
              <a:spLocks/>
            </p:cNvSpPr>
            <p:nvPr/>
          </p:nvSpPr>
          <p:spPr>
            <a:xfrm>
              <a:off x="11000341" y="4648311"/>
              <a:ext cx="325422" cy="263274"/>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34" name="グループ化 33">
            <a:extLst>
              <a:ext uri="{FF2B5EF4-FFF2-40B4-BE49-F238E27FC236}">
                <a16:creationId xmlns:a16="http://schemas.microsoft.com/office/drawing/2014/main" id="{B3B05540-4875-A200-E4D8-F6DF10EDA7D8}"/>
              </a:ext>
            </a:extLst>
          </p:cNvPr>
          <p:cNvGrpSpPr>
            <a:grpSpLocks/>
          </p:cNvGrpSpPr>
          <p:nvPr/>
        </p:nvGrpSpPr>
        <p:grpSpPr>
          <a:xfrm rot="5400000">
            <a:off x="7375688" y="1468835"/>
            <a:ext cx="325422" cy="2284060"/>
            <a:chOff x="11000341" y="4022147"/>
            <a:chExt cx="325422" cy="2031812"/>
          </a:xfrm>
        </p:grpSpPr>
        <p:sp>
          <p:nvSpPr>
            <p:cNvPr id="35" name="四角形: 角を丸くする 34">
              <a:extLst>
                <a:ext uri="{FF2B5EF4-FFF2-40B4-BE49-F238E27FC236}">
                  <a16:creationId xmlns:a16="http://schemas.microsoft.com/office/drawing/2014/main" id="{FAE7C53C-F617-9285-002F-467B0A444A5C}"/>
                </a:ext>
              </a:extLst>
            </p:cNvPr>
            <p:cNvSpPr>
              <a:spLocks/>
            </p:cNvSpPr>
            <p:nvPr/>
          </p:nvSpPr>
          <p:spPr>
            <a:xfrm>
              <a:off x="11044871" y="4022147"/>
              <a:ext cx="236362" cy="2031812"/>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6" name="四角形: 角を丸くする 35">
              <a:extLst>
                <a:ext uri="{FF2B5EF4-FFF2-40B4-BE49-F238E27FC236}">
                  <a16:creationId xmlns:a16="http://schemas.microsoft.com/office/drawing/2014/main" id="{FF0855B9-045D-0FDF-3708-C6DD34AA4ACE}"/>
                </a:ext>
              </a:extLst>
            </p:cNvPr>
            <p:cNvSpPr>
              <a:spLocks/>
            </p:cNvSpPr>
            <p:nvPr/>
          </p:nvSpPr>
          <p:spPr>
            <a:xfrm>
              <a:off x="11000341" y="4648311"/>
              <a:ext cx="325422" cy="263274"/>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37" name="グループ化 36">
            <a:extLst>
              <a:ext uri="{FF2B5EF4-FFF2-40B4-BE49-F238E27FC236}">
                <a16:creationId xmlns:a16="http://schemas.microsoft.com/office/drawing/2014/main" id="{D3B2523D-7CED-D0A2-CAC0-9D9FEAF52052}"/>
              </a:ext>
            </a:extLst>
          </p:cNvPr>
          <p:cNvGrpSpPr>
            <a:grpSpLocks/>
          </p:cNvGrpSpPr>
          <p:nvPr/>
        </p:nvGrpSpPr>
        <p:grpSpPr>
          <a:xfrm rot="5400000">
            <a:off x="7375688" y="1907007"/>
            <a:ext cx="325422" cy="2284060"/>
            <a:chOff x="11000341" y="4022147"/>
            <a:chExt cx="325422" cy="2031812"/>
          </a:xfrm>
        </p:grpSpPr>
        <p:sp>
          <p:nvSpPr>
            <p:cNvPr id="38" name="四角形: 角を丸くする 37">
              <a:extLst>
                <a:ext uri="{FF2B5EF4-FFF2-40B4-BE49-F238E27FC236}">
                  <a16:creationId xmlns:a16="http://schemas.microsoft.com/office/drawing/2014/main" id="{CBAD387C-338F-5CED-5F6D-3EE8320BDC67}"/>
                </a:ext>
              </a:extLst>
            </p:cNvPr>
            <p:cNvSpPr>
              <a:spLocks/>
            </p:cNvSpPr>
            <p:nvPr/>
          </p:nvSpPr>
          <p:spPr>
            <a:xfrm>
              <a:off x="11044871" y="4022147"/>
              <a:ext cx="236362" cy="2031812"/>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9" name="四角形: 角を丸くする 38">
              <a:extLst>
                <a:ext uri="{FF2B5EF4-FFF2-40B4-BE49-F238E27FC236}">
                  <a16:creationId xmlns:a16="http://schemas.microsoft.com/office/drawing/2014/main" id="{DFD1457F-7087-0074-A0AA-39EECF5C95B6}"/>
                </a:ext>
              </a:extLst>
            </p:cNvPr>
            <p:cNvSpPr>
              <a:spLocks/>
            </p:cNvSpPr>
            <p:nvPr/>
          </p:nvSpPr>
          <p:spPr>
            <a:xfrm>
              <a:off x="11000341" y="4648311"/>
              <a:ext cx="325422" cy="263274"/>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41" name="テキスト ボックス 40">
            <a:extLst>
              <a:ext uri="{FF2B5EF4-FFF2-40B4-BE49-F238E27FC236}">
                <a16:creationId xmlns:a16="http://schemas.microsoft.com/office/drawing/2014/main" id="{DD119CE8-16E2-867A-9BA3-73D86007FEDF}"/>
              </a:ext>
            </a:extLst>
          </p:cNvPr>
          <p:cNvSpPr txBox="1">
            <a:spLocks/>
          </p:cNvSpPr>
          <p:nvPr/>
        </p:nvSpPr>
        <p:spPr>
          <a:xfrm>
            <a:off x="3607658" y="3365747"/>
            <a:ext cx="1236236" cy="400110"/>
          </a:xfrm>
          <a:prstGeom prst="rect">
            <a:avLst/>
          </a:prstGeom>
          <a:noFill/>
        </p:spPr>
        <p:txBody>
          <a:bodyPr wrap="none" rtlCol="0">
            <a:spAutoFit/>
          </a:bodyPr>
          <a:lstStyle/>
          <a:p>
            <a:r>
              <a:rPr kumimoji="1" lang="ja-JP" altLang="en-US" sz="2000" b="1">
                <a:solidFill>
                  <a:schemeClr val="tx1">
                    <a:lumMod val="75000"/>
                    <a:lumOff val="25000"/>
                  </a:schemeClr>
                </a:solidFill>
                <a:latin typeface="和音 Joyo R" panose="00000500000000000000" pitchFamily="50" charset="-128"/>
                <a:ea typeface="和音 Joyo R" panose="00000500000000000000" pitchFamily="50" charset="-128"/>
              </a:rPr>
              <a:t>文字送り</a:t>
            </a:r>
            <a:endParaRPr kumimoji="1" lang="ja-JP" altLang="en-US" sz="28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sp>
        <p:nvSpPr>
          <p:cNvPr id="43" name="テキスト ボックス 42">
            <a:extLst>
              <a:ext uri="{FF2B5EF4-FFF2-40B4-BE49-F238E27FC236}">
                <a16:creationId xmlns:a16="http://schemas.microsoft.com/office/drawing/2014/main" id="{9CD1FCC9-D077-0E54-69E5-3979FF46DBA0}"/>
              </a:ext>
            </a:extLst>
          </p:cNvPr>
          <p:cNvSpPr txBox="1">
            <a:spLocks/>
          </p:cNvSpPr>
          <p:nvPr/>
        </p:nvSpPr>
        <p:spPr>
          <a:xfrm>
            <a:off x="3607658" y="3903238"/>
            <a:ext cx="1236236" cy="400110"/>
          </a:xfrm>
          <a:prstGeom prst="rect">
            <a:avLst/>
          </a:prstGeom>
          <a:noFill/>
        </p:spPr>
        <p:txBody>
          <a:bodyPr wrap="none" rtlCol="0">
            <a:spAutoFit/>
          </a:bodyPr>
          <a:lstStyle/>
          <a:p>
            <a:r>
              <a:rPr kumimoji="1" lang="ja-JP" altLang="en-US" sz="2000" b="1">
                <a:solidFill>
                  <a:schemeClr val="tx1">
                    <a:lumMod val="75000"/>
                    <a:lumOff val="25000"/>
                  </a:schemeClr>
                </a:solidFill>
                <a:latin typeface="和音 Joyo R" panose="00000500000000000000" pitchFamily="50" charset="-128"/>
                <a:ea typeface="和音 Joyo R" panose="00000500000000000000" pitchFamily="50" charset="-128"/>
              </a:rPr>
              <a:t>表示速度</a:t>
            </a:r>
            <a:endParaRPr kumimoji="1" lang="ja-JP" altLang="en-US" sz="28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sp>
        <p:nvSpPr>
          <p:cNvPr id="63" name="四角形: 角を丸くする 62">
            <a:extLst>
              <a:ext uri="{FF2B5EF4-FFF2-40B4-BE49-F238E27FC236}">
                <a16:creationId xmlns:a16="http://schemas.microsoft.com/office/drawing/2014/main" id="{C87C627A-1F4F-B987-466C-A1E37CFF61FE}"/>
              </a:ext>
            </a:extLst>
          </p:cNvPr>
          <p:cNvSpPr>
            <a:spLocks/>
          </p:cNvSpPr>
          <p:nvPr/>
        </p:nvSpPr>
        <p:spPr>
          <a:xfrm rot="5400000">
            <a:off x="6352028" y="2891571"/>
            <a:ext cx="342435" cy="1438121"/>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sp>
        <p:nvSpPr>
          <p:cNvPr id="64" name="四角形: 角を丸くする 63">
            <a:extLst>
              <a:ext uri="{FF2B5EF4-FFF2-40B4-BE49-F238E27FC236}">
                <a16:creationId xmlns:a16="http://schemas.microsoft.com/office/drawing/2014/main" id="{4FEC56A7-9C49-4B21-0BEC-DB4503F2E9DD}"/>
              </a:ext>
            </a:extLst>
          </p:cNvPr>
          <p:cNvSpPr>
            <a:spLocks/>
          </p:cNvSpPr>
          <p:nvPr/>
        </p:nvSpPr>
        <p:spPr>
          <a:xfrm rot="5400000">
            <a:off x="7790150" y="2884375"/>
            <a:ext cx="342435" cy="1438121"/>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p>
        </p:txBody>
      </p:sp>
      <p:sp>
        <p:nvSpPr>
          <p:cNvPr id="65" name="テキスト ボックス 64">
            <a:extLst>
              <a:ext uri="{FF2B5EF4-FFF2-40B4-BE49-F238E27FC236}">
                <a16:creationId xmlns:a16="http://schemas.microsoft.com/office/drawing/2014/main" id="{67709120-D2D4-1994-5C1D-CD58B89B2AD4}"/>
              </a:ext>
            </a:extLst>
          </p:cNvPr>
          <p:cNvSpPr txBox="1">
            <a:spLocks/>
          </p:cNvSpPr>
          <p:nvPr/>
        </p:nvSpPr>
        <p:spPr>
          <a:xfrm>
            <a:off x="7504396" y="3425279"/>
            <a:ext cx="922047" cy="307777"/>
          </a:xfrm>
          <a:prstGeom prst="rect">
            <a:avLst/>
          </a:prstGeom>
          <a:noFill/>
        </p:spPr>
        <p:txBody>
          <a:bodyPr wrap="none" rtlCol="0">
            <a:spAutoFit/>
          </a:bodyPr>
          <a:lstStyle/>
          <a:p>
            <a:pPr algn="ctr"/>
            <a:r>
              <a:rPr kumimoji="1" lang="ja-JP" altLang="en-US" sz="1400" b="1">
                <a:solidFill>
                  <a:schemeClr val="bg1">
                    <a:lumMod val="95000"/>
                  </a:schemeClr>
                </a:solidFill>
                <a:latin typeface="和音 Joyo R" panose="00000500000000000000" pitchFamily="50" charset="-128"/>
                <a:ea typeface="和音 Joyo R" panose="00000500000000000000" pitchFamily="50" charset="-128"/>
              </a:rPr>
              <a:t>逐次表示</a:t>
            </a:r>
            <a:endParaRPr kumimoji="1" lang="ja-JP" altLang="en-US" b="1" dirty="0">
              <a:solidFill>
                <a:schemeClr val="bg1">
                  <a:lumMod val="95000"/>
                </a:schemeClr>
              </a:solidFill>
              <a:latin typeface="和音 Joyo R" panose="00000500000000000000" pitchFamily="50" charset="-128"/>
              <a:ea typeface="和音 Joyo R" panose="00000500000000000000" pitchFamily="50" charset="-128"/>
            </a:endParaRPr>
          </a:p>
        </p:txBody>
      </p:sp>
      <p:sp>
        <p:nvSpPr>
          <p:cNvPr id="66" name="テキスト ボックス 65">
            <a:extLst>
              <a:ext uri="{FF2B5EF4-FFF2-40B4-BE49-F238E27FC236}">
                <a16:creationId xmlns:a16="http://schemas.microsoft.com/office/drawing/2014/main" id="{66EFAFDC-288B-2523-883C-5C39ABACC818}"/>
              </a:ext>
            </a:extLst>
          </p:cNvPr>
          <p:cNvSpPr txBox="1">
            <a:spLocks/>
          </p:cNvSpPr>
          <p:nvPr/>
        </p:nvSpPr>
        <p:spPr>
          <a:xfrm>
            <a:off x="6062222" y="3433865"/>
            <a:ext cx="922047" cy="307777"/>
          </a:xfrm>
          <a:prstGeom prst="rect">
            <a:avLst/>
          </a:prstGeom>
          <a:noFill/>
        </p:spPr>
        <p:txBody>
          <a:bodyPr wrap="none" rtlCol="0">
            <a:spAutoFit/>
          </a:bodyPr>
          <a:lstStyle/>
          <a:p>
            <a:pPr algn="ctr"/>
            <a:r>
              <a:rPr kumimoji="1" lang="ja-JP" altLang="en-US" sz="1400" b="1">
                <a:solidFill>
                  <a:schemeClr val="bg1">
                    <a:lumMod val="95000"/>
                  </a:schemeClr>
                </a:solidFill>
                <a:latin typeface="和音 Joyo R" panose="00000500000000000000" pitchFamily="50" charset="-128"/>
                <a:ea typeface="和音 Joyo R" panose="00000500000000000000" pitchFamily="50" charset="-128"/>
              </a:rPr>
              <a:t>全文即時</a:t>
            </a:r>
            <a:endParaRPr kumimoji="1" lang="ja-JP" altLang="en-US" b="1" dirty="0">
              <a:solidFill>
                <a:schemeClr val="bg1">
                  <a:lumMod val="95000"/>
                </a:schemeClr>
              </a:solidFill>
              <a:latin typeface="和音 Joyo R" panose="00000500000000000000" pitchFamily="50" charset="-128"/>
              <a:ea typeface="和音 Joyo R" panose="00000500000000000000" pitchFamily="50" charset="-128"/>
            </a:endParaRPr>
          </a:p>
        </p:txBody>
      </p:sp>
      <p:grpSp>
        <p:nvGrpSpPr>
          <p:cNvPr id="7" name="グループ化 6">
            <a:extLst>
              <a:ext uri="{FF2B5EF4-FFF2-40B4-BE49-F238E27FC236}">
                <a16:creationId xmlns:a16="http://schemas.microsoft.com/office/drawing/2014/main" id="{1ADAD6BA-C36B-8F07-21A2-0A31AD812EB1}"/>
              </a:ext>
            </a:extLst>
          </p:cNvPr>
          <p:cNvGrpSpPr>
            <a:grpSpLocks/>
          </p:cNvGrpSpPr>
          <p:nvPr/>
        </p:nvGrpSpPr>
        <p:grpSpPr>
          <a:xfrm rot="5400000">
            <a:off x="7079595" y="2692950"/>
            <a:ext cx="325422" cy="2876243"/>
            <a:chOff x="11000341" y="4022147"/>
            <a:chExt cx="325422" cy="2031812"/>
          </a:xfrm>
        </p:grpSpPr>
        <p:sp>
          <p:nvSpPr>
            <p:cNvPr id="8" name="四角形: 角を丸くする 7">
              <a:extLst>
                <a:ext uri="{FF2B5EF4-FFF2-40B4-BE49-F238E27FC236}">
                  <a16:creationId xmlns:a16="http://schemas.microsoft.com/office/drawing/2014/main" id="{BF564F63-44F8-1980-DE35-C69D3B84BA6A}"/>
                </a:ext>
              </a:extLst>
            </p:cNvPr>
            <p:cNvSpPr>
              <a:spLocks/>
            </p:cNvSpPr>
            <p:nvPr/>
          </p:nvSpPr>
          <p:spPr>
            <a:xfrm>
              <a:off x="11044871" y="4022147"/>
              <a:ext cx="236362" cy="2031812"/>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四角形: 角を丸くする 12">
              <a:extLst>
                <a:ext uri="{FF2B5EF4-FFF2-40B4-BE49-F238E27FC236}">
                  <a16:creationId xmlns:a16="http://schemas.microsoft.com/office/drawing/2014/main" id="{242E669A-134A-CED3-7E44-18A1513C206F}"/>
                </a:ext>
              </a:extLst>
            </p:cNvPr>
            <p:cNvSpPr>
              <a:spLocks/>
            </p:cNvSpPr>
            <p:nvPr/>
          </p:nvSpPr>
          <p:spPr>
            <a:xfrm>
              <a:off x="11000341" y="4648311"/>
              <a:ext cx="325422" cy="263274"/>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6" name="テキスト ボックス 15">
            <a:extLst>
              <a:ext uri="{FF2B5EF4-FFF2-40B4-BE49-F238E27FC236}">
                <a16:creationId xmlns:a16="http://schemas.microsoft.com/office/drawing/2014/main" id="{3D724832-F123-DEB1-2EEE-7CFE2B6636C7}"/>
              </a:ext>
            </a:extLst>
          </p:cNvPr>
          <p:cNvSpPr txBox="1">
            <a:spLocks/>
          </p:cNvSpPr>
          <p:nvPr/>
        </p:nvSpPr>
        <p:spPr>
          <a:xfrm>
            <a:off x="3607658" y="4447521"/>
            <a:ext cx="1499128" cy="400110"/>
          </a:xfrm>
          <a:prstGeom prst="rect">
            <a:avLst/>
          </a:prstGeom>
          <a:noFill/>
        </p:spPr>
        <p:txBody>
          <a:bodyPr wrap="none" rtlCol="0">
            <a:spAutoFit/>
          </a:bodyPr>
          <a:lstStyle/>
          <a:p>
            <a:r>
              <a:rPr lang="ja-JP" altLang="en-US" sz="2000" b="1">
                <a:solidFill>
                  <a:schemeClr val="tx1">
                    <a:lumMod val="75000"/>
                    <a:lumOff val="25000"/>
                  </a:schemeClr>
                </a:solidFill>
                <a:latin typeface="和音 Joyo R" panose="00000500000000000000" pitchFamily="50" charset="-128"/>
                <a:ea typeface="和音 Joyo R" panose="00000500000000000000" pitchFamily="50" charset="-128"/>
              </a:rPr>
              <a:t>早送り</a:t>
            </a:r>
            <a:r>
              <a:rPr kumimoji="1" lang="ja-JP" altLang="en-US" sz="2000" b="1">
                <a:solidFill>
                  <a:schemeClr val="tx1">
                    <a:lumMod val="75000"/>
                    <a:lumOff val="25000"/>
                  </a:schemeClr>
                </a:solidFill>
                <a:latin typeface="和音 Joyo R" panose="00000500000000000000" pitchFamily="50" charset="-128"/>
                <a:ea typeface="和音 Joyo R" panose="00000500000000000000" pitchFamily="50" charset="-128"/>
              </a:rPr>
              <a:t>速度</a:t>
            </a:r>
            <a:endParaRPr kumimoji="1" lang="ja-JP" altLang="en-US" sz="28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grpSp>
        <p:nvGrpSpPr>
          <p:cNvPr id="17" name="グループ化 16">
            <a:extLst>
              <a:ext uri="{FF2B5EF4-FFF2-40B4-BE49-F238E27FC236}">
                <a16:creationId xmlns:a16="http://schemas.microsoft.com/office/drawing/2014/main" id="{1D848912-5C9F-49FC-0E4E-FAEE65AADE67}"/>
              </a:ext>
            </a:extLst>
          </p:cNvPr>
          <p:cNvGrpSpPr>
            <a:grpSpLocks/>
          </p:cNvGrpSpPr>
          <p:nvPr/>
        </p:nvGrpSpPr>
        <p:grpSpPr>
          <a:xfrm rot="5400000">
            <a:off x="7079595" y="3237233"/>
            <a:ext cx="325422" cy="2876243"/>
            <a:chOff x="11000341" y="4022147"/>
            <a:chExt cx="325422" cy="2031812"/>
          </a:xfrm>
        </p:grpSpPr>
        <p:sp>
          <p:nvSpPr>
            <p:cNvPr id="19" name="四角形: 角を丸くする 18">
              <a:extLst>
                <a:ext uri="{FF2B5EF4-FFF2-40B4-BE49-F238E27FC236}">
                  <a16:creationId xmlns:a16="http://schemas.microsoft.com/office/drawing/2014/main" id="{78C3570F-981A-C212-9C74-BBF2FBE6A76C}"/>
                </a:ext>
              </a:extLst>
            </p:cNvPr>
            <p:cNvSpPr>
              <a:spLocks/>
            </p:cNvSpPr>
            <p:nvPr/>
          </p:nvSpPr>
          <p:spPr>
            <a:xfrm>
              <a:off x="11044871" y="4022147"/>
              <a:ext cx="236362" cy="2031812"/>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四角形: 角を丸くする 21">
              <a:extLst>
                <a:ext uri="{FF2B5EF4-FFF2-40B4-BE49-F238E27FC236}">
                  <a16:creationId xmlns:a16="http://schemas.microsoft.com/office/drawing/2014/main" id="{63D61DC8-DB8A-60A4-F269-228C7C119F68}"/>
                </a:ext>
              </a:extLst>
            </p:cNvPr>
            <p:cNvSpPr>
              <a:spLocks/>
            </p:cNvSpPr>
            <p:nvPr/>
          </p:nvSpPr>
          <p:spPr>
            <a:xfrm>
              <a:off x="11000341" y="4648311"/>
              <a:ext cx="325422" cy="263274"/>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3" name="グループ化 2">
            <a:extLst>
              <a:ext uri="{FF2B5EF4-FFF2-40B4-BE49-F238E27FC236}">
                <a16:creationId xmlns:a16="http://schemas.microsoft.com/office/drawing/2014/main" id="{7C8D321D-7CF9-3190-2FA4-E9BB2EB944DA}"/>
              </a:ext>
            </a:extLst>
          </p:cNvPr>
          <p:cNvGrpSpPr/>
          <p:nvPr/>
        </p:nvGrpSpPr>
        <p:grpSpPr>
          <a:xfrm>
            <a:off x="0" y="-1"/>
            <a:ext cx="12192000" cy="6858001"/>
            <a:chOff x="0" y="-1"/>
            <a:chExt cx="12192000" cy="6858001"/>
          </a:xfrm>
        </p:grpSpPr>
        <p:sp>
          <p:nvSpPr>
            <p:cNvPr id="9" name="正方形/長方形 8">
              <a:extLst>
                <a:ext uri="{FF2B5EF4-FFF2-40B4-BE49-F238E27FC236}">
                  <a16:creationId xmlns:a16="http://schemas.microsoft.com/office/drawing/2014/main" id="{25DA5DF2-447B-5F1F-3B56-7E5FD1912635}"/>
                </a:ext>
              </a:extLst>
            </p:cNvPr>
            <p:cNvSpPr>
              <a:spLocks/>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四角形: 角を丸くする 11">
              <a:extLst>
                <a:ext uri="{FF2B5EF4-FFF2-40B4-BE49-F238E27FC236}">
                  <a16:creationId xmlns:a16="http://schemas.microsoft.com/office/drawing/2014/main" id="{4F955FF9-9414-6B0C-BE3C-0272621FBC0A}"/>
                </a:ext>
              </a:extLst>
            </p:cNvPr>
            <p:cNvSpPr/>
            <p:nvPr/>
          </p:nvSpPr>
          <p:spPr>
            <a:xfrm>
              <a:off x="3159742" y="1823170"/>
              <a:ext cx="5872517" cy="3211661"/>
            </a:xfrm>
            <a:prstGeom prst="roundRect">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5" name="テキスト ボックス 24">
              <a:extLst>
                <a:ext uri="{FF2B5EF4-FFF2-40B4-BE49-F238E27FC236}">
                  <a16:creationId xmlns:a16="http://schemas.microsoft.com/office/drawing/2014/main" id="{E8A5676A-4604-FAD4-6103-B2E48718A0B3}"/>
                </a:ext>
              </a:extLst>
            </p:cNvPr>
            <p:cNvSpPr txBox="1"/>
            <p:nvPr/>
          </p:nvSpPr>
          <p:spPr>
            <a:xfrm>
              <a:off x="3263337" y="2409602"/>
              <a:ext cx="5665333" cy="584775"/>
            </a:xfrm>
            <a:prstGeom prst="rect">
              <a:avLst/>
            </a:prstGeom>
            <a:noFill/>
          </p:spPr>
          <p:txBody>
            <a:bodyPr wrap="none" rtlCol="0">
              <a:spAutoFit/>
            </a:bodyPr>
            <a:lstStyle/>
            <a:p>
              <a:pPr algn="ctr"/>
              <a:r>
                <a:rPr kumimoji="1" lang="ja-JP" altLang="en-US" sz="3200" b="1" dirty="0">
                  <a:solidFill>
                    <a:schemeClr val="tx1">
                      <a:lumMod val="85000"/>
                      <a:lumOff val="15000"/>
                    </a:schemeClr>
                  </a:solidFill>
                  <a:latin typeface="和音 Joyo R" panose="00000500000000000000" pitchFamily="50" charset="-128"/>
                  <a:ea typeface="和音 Joyo R" panose="00000500000000000000" pitchFamily="50" charset="-128"/>
                </a:rPr>
                <a:t>変更をキャンセルしますか？</a:t>
              </a:r>
              <a:endParaRPr kumimoji="1" lang="ja-JP" altLang="en-US" sz="4000" b="1"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sp>
          <p:nvSpPr>
            <p:cNvPr id="27" name="四角形: 角を丸くする 26">
              <a:extLst>
                <a:ext uri="{FF2B5EF4-FFF2-40B4-BE49-F238E27FC236}">
                  <a16:creationId xmlns:a16="http://schemas.microsoft.com/office/drawing/2014/main" id="{140BB455-1BB3-3130-FF92-29E3AE5280CE}"/>
                </a:ext>
              </a:extLst>
            </p:cNvPr>
            <p:cNvSpPr/>
            <p:nvPr/>
          </p:nvSpPr>
          <p:spPr>
            <a:xfrm>
              <a:off x="6323378" y="3580809"/>
              <a:ext cx="2138224" cy="893978"/>
            </a:xfrm>
            <a:prstGeom prst="roundRect">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400" dirty="0">
                  <a:latin typeface="和音 Joyo R" panose="00000500000000000000" pitchFamily="50" charset="-128"/>
                  <a:ea typeface="和音 Joyo R" panose="00000500000000000000" pitchFamily="50" charset="-128"/>
                </a:rPr>
                <a:t>キャンセル</a:t>
              </a:r>
            </a:p>
          </p:txBody>
        </p:sp>
        <p:sp>
          <p:nvSpPr>
            <p:cNvPr id="29" name="四角形: 角を丸くする 28">
              <a:extLst>
                <a:ext uri="{FF2B5EF4-FFF2-40B4-BE49-F238E27FC236}">
                  <a16:creationId xmlns:a16="http://schemas.microsoft.com/office/drawing/2014/main" id="{A25A2D63-6AF4-8BAB-DA6A-CA30F21AA221}"/>
                </a:ext>
              </a:extLst>
            </p:cNvPr>
            <p:cNvSpPr/>
            <p:nvPr/>
          </p:nvSpPr>
          <p:spPr>
            <a:xfrm>
              <a:off x="3730400" y="3580809"/>
              <a:ext cx="2138224" cy="893978"/>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400" dirty="0">
                  <a:latin typeface="和音 Joyo R" panose="00000500000000000000" pitchFamily="50" charset="-128"/>
                  <a:ea typeface="和音 Joyo R" panose="00000500000000000000" pitchFamily="50" charset="-128"/>
                </a:rPr>
                <a:t>変更を保存</a:t>
              </a:r>
            </a:p>
          </p:txBody>
        </p:sp>
      </p:grpSp>
    </p:spTree>
    <p:extLst>
      <p:ext uri="{BB962C8B-B14F-4D97-AF65-F5344CB8AC3E}">
        <p14:creationId xmlns:p14="http://schemas.microsoft.com/office/powerpoint/2010/main" val="36925940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E7F11B-AFBD-8054-A361-883407F662CE}"/>
            </a:ext>
          </a:extLst>
        </p:cNvPr>
        <p:cNvGrpSpPr/>
        <p:nvPr/>
      </p:nvGrpSpPr>
      <p:grpSpPr>
        <a:xfrm>
          <a:off x="0" y="0"/>
          <a:ext cx="0" cy="0"/>
          <a:chOff x="0" y="0"/>
          <a:chExt cx="0" cy="0"/>
        </a:xfrm>
      </p:grpSpPr>
      <p:grpSp>
        <p:nvGrpSpPr>
          <p:cNvPr id="2" name="グループ化 1">
            <a:extLst>
              <a:ext uri="{FF2B5EF4-FFF2-40B4-BE49-F238E27FC236}">
                <a16:creationId xmlns:a16="http://schemas.microsoft.com/office/drawing/2014/main" id="{6C88A467-2545-8D68-FBB3-BFD4480222FE}"/>
              </a:ext>
            </a:extLst>
          </p:cNvPr>
          <p:cNvGrpSpPr/>
          <p:nvPr/>
        </p:nvGrpSpPr>
        <p:grpSpPr>
          <a:xfrm>
            <a:off x="2295197" y="869948"/>
            <a:ext cx="8160352" cy="5060484"/>
            <a:chOff x="2295197" y="869948"/>
            <a:chExt cx="8160352" cy="5060484"/>
          </a:xfrm>
        </p:grpSpPr>
        <p:grpSp>
          <p:nvGrpSpPr>
            <p:cNvPr id="5" name="グループ化 4">
              <a:extLst>
                <a:ext uri="{FF2B5EF4-FFF2-40B4-BE49-F238E27FC236}">
                  <a16:creationId xmlns:a16="http://schemas.microsoft.com/office/drawing/2014/main" id="{4BA31000-C157-942B-9A83-92573ECD9C1E}"/>
                </a:ext>
              </a:extLst>
            </p:cNvPr>
            <p:cNvGrpSpPr/>
            <p:nvPr/>
          </p:nvGrpSpPr>
          <p:grpSpPr>
            <a:xfrm>
              <a:off x="2295197" y="1231181"/>
              <a:ext cx="7601606" cy="4699251"/>
              <a:chOff x="2295197" y="1231181"/>
              <a:chExt cx="7601606" cy="4699251"/>
            </a:xfrm>
          </p:grpSpPr>
          <p:sp>
            <p:nvSpPr>
              <p:cNvPr id="10" name="四角形: 角を丸くする 9">
                <a:extLst>
                  <a:ext uri="{FF2B5EF4-FFF2-40B4-BE49-F238E27FC236}">
                    <a16:creationId xmlns:a16="http://schemas.microsoft.com/office/drawing/2014/main" id="{BC7EFB4E-A6D2-0A4B-B48D-56E614A1E533}"/>
                  </a:ext>
                </a:extLst>
              </p:cNvPr>
              <p:cNvSpPr/>
              <p:nvPr/>
            </p:nvSpPr>
            <p:spPr>
              <a:xfrm>
                <a:off x="2295197" y="1231181"/>
                <a:ext cx="7601606" cy="4699251"/>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2" name="グループ化 11">
                <a:extLst>
                  <a:ext uri="{FF2B5EF4-FFF2-40B4-BE49-F238E27FC236}">
                    <a16:creationId xmlns:a16="http://schemas.microsoft.com/office/drawing/2014/main" id="{A6005419-12D1-B611-1694-DC65FCF57854}"/>
                  </a:ext>
                </a:extLst>
              </p:cNvPr>
              <p:cNvGrpSpPr/>
              <p:nvPr/>
            </p:nvGrpSpPr>
            <p:grpSpPr>
              <a:xfrm>
                <a:off x="2512942" y="3045762"/>
                <a:ext cx="7166116" cy="1065397"/>
                <a:chOff x="2536747" y="3045762"/>
                <a:chExt cx="7166116" cy="1065397"/>
              </a:xfrm>
            </p:grpSpPr>
            <p:sp>
              <p:nvSpPr>
                <p:cNvPr id="14" name="二等辺三角形 13">
                  <a:extLst>
                    <a:ext uri="{FF2B5EF4-FFF2-40B4-BE49-F238E27FC236}">
                      <a16:creationId xmlns:a16="http://schemas.microsoft.com/office/drawing/2014/main" id="{EC419058-867F-05A6-014E-72BF2DB3447A}"/>
                    </a:ext>
                  </a:extLst>
                </p:cNvPr>
                <p:cNvSpPr/>
                <p:nvPr/>
              </p:nvSpPr>
              <p:spPr>
                <a:xfrm rot="16200000">
                  <a:off x="2318906" y="3268296"/>
                  <a:ext cx="1060704" cy="625021"/>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3" name="二等辺三角形 22">
                  <a:extLst>
                    <a:ext uri="{FF2B5EF4-FFF2-40B4-BE49-F238E27FC236}">
                      <a16:creationId xmlns:a16="http://schemas.microsoft.com/office/drawing/2014/main" id="{E096DFC6-0758-C7C4-28C0-975E09931724}"/>
                    </a:ext>
                  </a:extLst>
                </p:cNvPr>
                <p:cNvSpPr/>
                <p:nvPr/>
              </p:nvSpPr>
              <p:spPr>
                <a:xfrm rot="5400000" flipH="1">
                  <a:off x="8860001" y="3263603"/>
                  <a:ext cx="1060704" cy="625021"/>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pic>
          <p:nvPicPr>
            <p:cNvPr id="6" name="図 5">
              <a:extLst>
                <a:ext uri="{FF2B5EF4-FFF2-40B4-BE49-F238E27FC236}">
                  <a16:creationId xmlns:a16="http://schemas.microsoft.com/office/drawing/2014/main" id="{932C18D8-88CF-3F3F-FDC5-CBDF1738DEB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849989" y="869948"/>
              <a:ext cx="1605560" cy="1134571"/>
            </a:xfrm>
            <a:prstGeom prst="rect">
              <a:avLst/>
            </a:prstGeom>
          </p:spPr>
        </p:pic>
      </p:grpSp>
      <p:sp>
        <p:nvSpPr>
          <p:cNvPr id="11" name="四角形: 角を丸くする 10">
            <a:extLst>
              <a:ext uri="{FF2B5EF4-FFF2-40B4-BE49-F238E27FC236}">
                <a16:creationId xmlns:a16="http://schemas.microsoft.com/office/drawing/2014/main" id="{ACF639B4-797A-1FF8-950E-2A7AE60C6D1A}"/>
              </a:ext>
            </a:extLst>
          </p:cNvPr>
          <p:cNvSpPr>
            <a:spLocks/>
          </p:cNvSpPr>
          <p:nvPr/>
        </p:nvSpPr>
        <p:spPr>
          <a:xfrm>
            <a:off x="6344410" y="5021012"/>
            <a:ext cx="2336019" cy="625904"/>
          </a:xfrm>
          <a:prstGeom prst="roundRect">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latin typeface="和音 Joyo R" panose="00000500000000000000" pitchFamily="50" charset="-128"/>
                <a:ea typeface="和音 Joyo R" panose="00000500000000000000" pitchFamily="50" charset="-128"/>
              </a:rPr>
              <a:t>OK</a:t>
            </a:r>
            <a:endParaRPr kumimoji="1" lang="ja-JP" altLang="en-US" sz="2000" dirty="0">
              <a:latin typeface="和音 Joyo R" panose="00000500000000000000" pitchFamily="50" charset="-128"/>
              <a:ea typeface="和音 Joyo R" panose="00000500000000000000" pitchFamily="50" charset="-128"/>
            </a:endParaRPr>
          </a:p>
        </p:txBody>
      </p:sp>
      <p:sp>
        <p:nvSpPr>
          <p:cNvPr id="15" name="四角形: 角を丸くする 14">
            <a:extLst>
              <a:ext uri="{FF2B5EF4-FFF2-40B4-BE49-F238E27FC236}">
                <a16:creationId xmlns:a16="http://schemas.microsoft.com/office/drawing/2014/main" id="{0DA0F7A8-1210-2847-EAC0-C5D3441D79D0}"/>
              </a:ext>
            </a:extLst>
          </p:cNvPr>
          <p:cNvSpPr>
            <a:spLocks/>
          </p:cNvSpPr>
          <p:nvPr/>
        </p:nvSpPr>
        <p:spPr>
          <a:xfrm>
            <a:off x="3511571" y="5021012"/>
            <a:ext cx="2336019" cy="625904"/>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000" dirty="0">
                <a:latin typeface="和音 Joyo R" panose="00000500000000000000" pitchFamily="50" charset="-128"/>
                <a:ea typeface="和音 Joyo R" panose="00000500000000000000" pitchFamily="50" charset="-128"/>
              </a:rPr>
              <a:t>デフォルトに戻す</a:t>
            </a:r>
          </a:p>
        </p:txBody>
      </p:sp>
      <p:sp>
        <p:nvSpPr>
          <p:cNvPr id="18" name="テキスト ボックス 17">
            <a:extLst>
              <a:ext uri="{FF2B5EF4-FFF2-40B4-BE49-F238E27FC236}">
                <a16:creationId xmlns:a16="http://schemas.microsoft.com/office/drawing/2014/main" id="{16EB7618-CE85-2645-13C8-91032C49BAC9}"/>
              </a:ext>
            </a:extLst>
          </p:cNvPr>
          <p:cNvSpPr txBox="1">
            <a:spLocks/>
          </p:cNvSpPr>
          <p:nvPr/>
        </p:nvSpPr>
        <p:spPr>
          <a:xfrm>
            <a:off x="5056292" y="1323213"/>
            <a:ext cx="2079416" cy="461665"/>
          </a:xfrm>
          <a:prstGeom prst="rect">
            <a:avLst/>
          </a:prstGeom>
          <a:noFill/>
        </p:spPr>
        <p:txBody>
          <a:bodyPr wrap="none" rtlCol="0">
            <a:spAutoFit/>
          </a:bodyPr>
          <a:lstStyle/>
          <a:p>
            <a:pPr algn="ctr"/>
            <a:r>
              <a:rPr kumimoji="1" lang="ja-JP" altLang="en-US" sz="2400" b="1">
                <a:solidFill>
                  <a:srgbClr val="FF00FF"/>
                </a:solidFill>
                <a:latin typeface="和音 Joyo R" panose="00000500000000000000" pitchFamily="50" charset="-128"/>
                <a:ea typeface="和音 Joyo R" panose="00000500000000000000" pitchFamily="50" charset="-128"/>
              </a:rPr>
              <a:t>シナリオ設定</a:t>
            </a:r>
            <a:endParaRPr kumimoji="1" lang="ja-JP" altLang="en-US" sz="3200" b="1" dirty="0">
              <a:solidFill>
                <a:srgbClr val="FF00FF"/>
              </a:solidFill>
              <a:latin typeface="和音 Joyo R" panose="00000500000000000000" pitchFamily="50" charset="-128"/>
              <a:ea typeface="和音 Joyo R" panose="00000500000000000000" pitchFamily="50" charset="-128"/>
            </a:endParaRPr>
          </a:p>
        </p:txBody>
      </p:sp>
      <p:sp>
        <p:nvSpPr>
          <p:cNvPr id="20" name="テキスト ボックス 19">
            <a:extLst>
              <a:ext uri="{FF2B5EF4-FFF2-40B4-BE49-F238E27FC236}">
                <a16:creationId xmlns:a16="http://schemas.microsoft.com/office/drawing/2014/main" id="{08624E97-9DEE-B5C0-9FCC-32252704B432}"/>
              </a:ext>
            </a:extLst>
          </p:cNvPr>
          <p:cNvSpPr txBox="1">
            <a:spLocks/>
          </p:cNvSpPr>
          <p:nvPr/>
        </p:nvSpPr>
        <p:spPr>
          <a:xfrm>
            <a:off x="3607658" y="1975512"/>
            <a:ext cx="1236236" cy="400110"/>
          </a:xfrm>
          <a:prstGeom prst="rect">
            <a:avLst/>
          </a:prstGeom>
          <a:noFill/>
        </p:spPr>
        <p:txBody>
          <a:bodyPr wrap="none" rtlCol="0">
            <a:spAutoFit/>
          </a:bodyPr>
          <a:lstStyle/>
          <a:p>
            <a:r>
              <a:rPr kumimoji="1" lang="ja-JP" altLang="en-US" sz="2000" b="1" dirty="0">
                <a:solidFill>
                  <a:schemeClr val="tx1">
                    <a:lumMod val="75000"/>
                    <a:lumOff val="25000"/>
                  </a:schemeClr>
                </a:solidFill>
                <a:latin typeface="和音 Joyo R" panose="00000500000000000000" pitchFamily="50" charset="-128"/>
                <a:ea typeface="和音 Joyo R" panose="00000500000000000000" pitchFamily="50" charset="-128"/>
              </a:rPr>
              <a:t>サウンド</a:t>
            </a:r>
            <a:endParaRPr kumimoji="1" lang="ja-JP" altLang="en-US" sz="28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cxnSp>
        <p:nvCxnSpPr>
          <p:cNvPr id="21" name="直線コネクタ 20">
            <a:extLst>
              <a:ext uri="{FF2B5EF4-FFF2-40B4-BE49-F238E27FC236}">
                <a16:creationId xmlns:a16="http://schemas.microsoft.com/office/drawing/2014/main" id="{6FF25301-439D-5A27-4348-04DC5080434A}"/>
              </a:ext>
            </a:extLst>
          </p:cNvPr>
          <p:cNvCxnSpPr>
            <a:cxnSpLocks/>
          </p:cNvCxnSpPr>
          <p:nvPr/>
        </p:nvCxnSpPr>
        <p:spPr>
          <a:xfrm>
            <a:off x="4363450" y="1820950"/>
            <a:ext cx="3465100" cy="0"/>
          </a:xfrm>
          <a:prstGeom prst="line">
            <a:avLst/>
          </a:prstGeom>
          <a:ln>
            <a:solidFill>
              <a:srgbClr val="FF00FF"/>
            </a:solidFill>
            <a:headEnd type="stealth"/>
            <a:tailEnd type="stealth"/>
          </a:ln>
        </p:spPr>
        <p:style>
          <a:lnRef idx="2">
            <a:schemeClr val="accent1"/>
          </a:lnRef>
          <a:fillRef idx="0">
            <a:schemeClr val="accent1"/>
          </a:fillRef>
          <a:effectRef idx="1">
            <a:schemeClr val="accent1"/>
          </a:effectRef>
          <a:fontRef idx="minor">
            <a:schemeClr val="tx1"/>
          </a:fontRef>
        </p:style>
      </p:cxnSp>
      <p:sp>
        <p:nvSpPr>
          <p:cNvPr id="24" name="テキスト ボックス 23">
            <a:extLst>
              <a:ext uri="{FF2B5EF4-FFF2-40B4-BE49-F238E27FC236}">
                <a16:creationId xmlns:a16="http://schemas.microsoft.com/office/drawing/2014/main" id="{86F97EBB-F027-5D2B-5BAE-E969DAB6AFBF}"/>
              </a:ext>
            </a:extLst>
          </p:cNvPr>
          <p:cNvSpPr txBox="1">
            <a:spLocks/>
          </p:cNvSpPr>
          <p:nvPr/>
        </p:nvSpPr>
        <p:spPr>
          <a:xfrm>
            <a:off x="5261149" y="2026089"/>
            <a:ext cx="681597" cy="338554"/>
          </a:xfrm>
          <a:prstGeom prst="rect">
            <a:avLst/>
          </a:prstGeom>
          <a:noFill/>
        </p:spPr>
        <p:txBody>
          <a:bodyPr wrap="none" rtlCol="0">
            <a:spAutoFit/>
          </a:bodyPr>
          <a:lstStyle/>
          <a:p>
            <a:r>
              <a:rPr kumimoji="1" lang="en-US" altLang="ja-JP" sz="1600" b="1" dirty="0">
                <a:solidFill>
                  <a:schemeClr val="tx1">
                    <a:lumMod val="75000"/>
                    <a:lumOff val="25000"/>
                  </a:schemeClr>
                </a:solidFill>
                <a:latin typeface="和音 Joyo R" panose="00000500000000000000" pitchFamily="50" charset="-128"/>
                <a:ea typeface="和音 Joyo R" panose="00000500000000000000" pitchFamily="50" charset="-128"/>
              </a:rPr>
              <a:t>BGM</a:t>
            </a:r>
            <a:endParaRPr kumimoji="1" lang="ja-JP" altLang="en-US" sz="20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sp>
        <p:nvSpPr>
          <p:cNvPr id="26" name="テキスト ボックス 25">
            <a:extLst>
              <a:ext uri="{FF2B5EF4-FFF2-40B4-BE49-F238E27FC236}">
                <a16:creationId xmlns:a16="http://schemas.microsoft.com/office/drawing/2014/main" id="{6B05723D-71FC-88CD-994F-1CB1049F0A9D}"/>
              </a:ext>
            </a:extLst>
          </p:cNvPr>
          <p:cNvSpPr txBox="1">
            <a:spLocks/>
          </p:cNvSpPr>
          <p:nvPr/>
        </p:nvSpPr>
        <p:spPr>
          <a:xfrm>
            <a:off x="5261149" y="2441588"/>
            <a:ext cx="452368" cy="338554"/>
          </a:xfrm>
          <a:prstGeom prst="rect">
            <a:avLst/>
          </a:prstGeom>
          <a:noFill/>
        </p:spPr>
        <p:txBody>
          <a:bodyPr wrap="none" rtlCol="0">
            <a:spAutoFit/>
          </a:bodyPr>
          <a:lstStyle/>
          <a:p>
            <a:r>
              <a:rPr kumimoji="1" lang="en-US" altLang="ja-JP" sz="1600" b="1" dirty="0">
                <a:solidFill>
                  <a:schemeClr val="tx1">
                    <a:lumMod val="75000"/>
                    <a:lumOff val="25000"/>
                  </a:schemeClr>
                </a:solidFill>
                <a:latin typeface="和音 Joyo R" panose="00000500000000000000" pitchFamily="50" charset="-128"/>
                <a:ea typeface="和音 Joyo R" panose="00000500000000000000" pitchFamily="50" charset="-128"/>
              </a:rPr>
              <a:t>SE</a:t>
            </a:r>
            <a:endParaRPr kumimoji="1" lang="ja-JP" altLang="en-US" sz="20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sp>
        <p:nvSpPr>
          <p:cNvPr id="28" name="テキスト ボックス 27">
            <a:extLst>
              <a:ext uri="{FF2B5EF4-FFF2-40B4-BE49-F238E27FC236}">
                <a16:creationId xmlns:a16="http://schemas.microsoft.com/office/drawing/2014/main" id="{4694416D-9D05-A2AD-703B-DE3EA20440A2}"/>
              </a:ext>
            </a:extLst>
          </p:cNvPr>
          <p:cNvSpPr txBox="1">
            <a:spLocks/>
          </p:cNvSpPr>
          <p:nvPr/>
        </p:nvSpPr>
        <p:spPr>
          <a:xfrm>
            <a:off x="5261149" y="2879760"/>
            <a:ext cx="853119" cy="338554"/>
          </a:xfrm>
          <a:prstGeom prst="rect">
            <a:avLst/>
          </a:prstGeom>
          <a:noFill/>
        </p:spPr>
        <p:txBody>
          <a:bodyPr wrap="none" rtlCol="0">
            <a:spAutoFit/>
          </a:bodyPr>
          <a:lstStyle/>
          <a:p>
            <a:r>
              <a:rPr kumimoji="1" lang="en-US" altLang="ja-JP" sz="1600" b="1" dirty="0">
                <a:solidFill>
                  <a:schemeClr val="tx1">
                    <a:lumMod val="75000"/>
                    <a:lumOff val="25000"/>
                  </a:schemeClr>
                </a:solidFill>
                <a:latin typeface="和音 Joyo R" panose="00000500000000000000" pitchFamily="50" charset="-128"/>
                <a:ea typeface="和音 Joyo R" panose="00000500000000000000" pitchFamily="50" charset="-128"/>
              </a:rPr>
              <a:t>VOICE</a:t>
            </a:r>
            <a:endParaRPr kumimoji="1" lang="ja-JP" altLang="en-US" sz="20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grpSp>
        <p:nvGrpSpPr>
          <p:cNvPr id="31" name="グループ化 30">
            <a:extLst>
              <a:ext uri="{FF2B5EF4-FFF2-40B4-BE49-F238E27FC236}">
                <a16:creationId xmlns:a16="http://schemas.microsoft.com/office/drawing/2014/main" id="{B6338B99-1F94-2B58-C34E-C93DCBFE5E4B}"/>
              </a:ext>
            </a:extLst>
          </p:cNvPr>
          <p:cNvGrpSpPr>
            <a:grpSpLocks/>
          </p:cNvGrpSpPr>
          <p:nvPr/>
        </p:nvGrpSpPr>
        <p:grpSpPr>
          <a:xfrm rot="5400000">
            <a:off x="7375689" y="1053336"/>
            <a:ext cx="325422" cy="2284060"/>
            <a:chOff x="11000341" y="4022147"/>
            <a:chExt cx="325422" cy="2031812"/>
          </a:xfrm>
        </p:grpSpPr>
        <p:sp>
          <p:nvSpPr>
            <p:cNvPr id="32" name="四角形: 角を丸くする 31">
              <a:extLst>
                <a:ext uri="{FF2B5EF4-FFF2-40B4-BE49-F238E27FC236}">
                  <a16:creationId xmlns:a16="http://schemas.microsoft.com/office/drawing/2014/main" id="{47EE3B74-5819-1427-DC38-45C99673C523}"/>
                </a:ext>
              </a:extLst>
            </p:cNvPr>
            <p:cNvSpPr>
              <a:spLocks/>
            </p:cNvSpPr>
            <p:nvPr/>
          </p:nvSpPr>
          <p:spPr>
            <a:xfrm>
              <a:off x="11044871" y="4022147"/>
              <a:ext cx="236362" cy="2031812"/>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3" name="四角形: 角を丸くする 32">
              <a:extLst>
                <a:ext uri="{FF2B5EF4-FFF2-40B4-BE49-F238E27FC236}">
                  <a16:creationId xmlns:a16="http://schemas.microsoft.com/office/drawing/2014/main" id="{B97731E7-0B56-3E55-9854-0D45CD3483D4}"/>
                </a:ext>
              </a:extLst>
            </p:cNvPr>
            <p:cNvSpPr>
              <a:spLocks/>
            </p:cNvSpPr>
            <p:nvPr/>
          </p:nvSpPr>
          <p:spPr>
            <a:xfrm>
              <a:off x="11000341" y="4648311"/>
              <a:ext cx="325422" cy="263274"/>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34" name="グループ化 33">
            <a:extLst>
              <a:ext uri="{FF2B5EF4-FFF2-40B4-BE49-F238E27FC236}">
                <a16:creationId xmlns:a16="http://schemas.microsoft.com/office/drawing/2014/main" id="{56A77A79-2EE0-49C8-2E12-72B15B203E19}"/>
              </a:ext>
            </a:extLst>
          </p:cNvPr>
          <p:cNvGrpSpPr>
            <a:grpSpLocks/>
          </p:cNvGrpSpPr>
          <p:nvPr/>
        </p:nvGrpSpPr>
        <p:grpSpPr>
          <a:xfrm rot="5400000">
            <a:off x="7375688" y="1468835"/>
            <a:ext cx="325422" cy="2284060"/>
            <a:chOff x="11000341" y="4022147"/>
            <a:chExt cx="325422" cy="2031812"/>
          </a:xfrm>
        </p:grpSpPr>
        <p:sp>
          <p:nvSpPr>
            <p:cNvPr id="35" name="四角形: 角を丸くする 34">
              <a:extLst>
                <a:ext uri="{FF2B5EF4-FFF2-40B4-BE49-F238E27FC236}">
                  <a16:creationId xmlns:a16="http://schemas.microsoft.com/office/drawing/2014/main" id="{EE28C5F1-5602-F816-64CB-17610EC1F1F3}"/>
                </a:ext>
              </a:extLst>
            </p:cNvPr>
            <p:cNvSpPr>
              <a:spLocks/>
            </p:cNvSpPr>
            <p:nvPr/>
          </p:nvSpPr>
          <p:spPr>
            <a:xfrm>
              <a:off x="11044871" y="4022147"/>
              <a:ext cx="236362" cy="2031812"/>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6" name="四角形: 角を丸くする 35">
              <a:extLst>
                <a:ext uri="{FF2B5EF4-FFF2-40B4-BE49-F238E27FC236}">
                  <a16:creationId xmlns:a16="http://schemas.microsoft.com/office/drawing/2014/main" id="{B7ADB96B-B0ED-AE83-29E6-CC1160DB69AE}"/>
                </a:ext>
              </a:extLst>
            </p:cNvPr>
            <p:cNvSpPr>
              <a:spLocks/>
            </p:cNvSpPr>
            <p:nvPr/>
          </p:nvSpPr>
          <p:spPr>
            <a:xfrm>
              <a:off x="11000341" y="4648311"/>
              <a:ext cx="325422" cy="263274"/>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37" name="グループ化 36">
            <a:extLst>
              <a:ext uri="{FF2B5EF4-FFF2-40B4-BE49-F238E27FC236}">
                <a16:creationId xmlns:a16="http://schemas.microsoft.com/office/drawing/2014/main" id="{ADDA9555-AB92-C7C4-0759-6DB0E71C5836}"/>
              </a:ext>
            </a:extLst>
          </p:cNvPr>
          <p:cNvGrpSpPr>
            <a:grpSpLocks/>
          </p:cNvGrpSpPr>
          <p:nvPr/>
        </p:nvGrpSpPr>
        <p:grpSpPr>
          <a:xfrm rot="5400000">
            <a:off x="7375688" y="1907007"/>
            <a:ext cx="325422" cy="2284060"/>
            <a:chOff x="11000341" y="4022147"/>
            <a:chExt cx="325422" cy="2031812"/>
          </a:xfrm>
        </p:grpSpPr>
        <p:sp>
          <p:nvSpPr>
            <p:cNvPr id="38" name="四角形: 角を丸くする 37">
              <a:extLst>
                <a:ext uri="{FF2B5EF4-FFF2-40B4-BE49-F238E27FC236}">
                  <a16:creationId xmlns:a16="http://schemas.microsoft.com/office/drawing/2014/main" id="{9992D473-DEBD-6D66-18FD-D582637AAC27}"/>
                </a:ext>
              </a:extLst>
            </p:cNvPr>
            <p:cNvSpPr>
              <a:spLocks/>
            </p:cNvSpPr>
            <p:nvPr/>
          </p:nvSpPr>
          <p:spPr>
            <a:xfrm>
              <a:off x="11044871" y="4022147"/>
              <a:ext cx="236362" cy="2031812"/>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9" name="四角形: 角を丸くする 38">
              <a:extLst>
                <a:ext uri="{FF2B5EF4-FFF2-40B4-BE49-F238E27FC236}">
                  <a16:creationId xmlns:a16="http://schemas.microsoft.com/office/drawing/2014/main" id="{7474CBEB-ABA9-B57D-4BE6-3DE1389474EC}"/>
                </a:ext>
              </a:extLst>
            </p:cNvPr>
            <p:cNvSpPr>
              <a:spLocks/>
            </p:cNvSpPr>
            <p:nvPr/>
          </p:nvSpPr>
          <p:spPr>
            <a:xfrm>
              <a:off x="11000341" y="4648311"/>
              <a:ext cx="325422" cy="263274"/>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41" name="テキスト ボックス 40">
            <a:extLst>
              <a:ext uri="{FF2B5EF4-FFF2-40B4-BE49-F238E27FC236}">
                <a16:creationId xmlns:a16="http://schemas.microsoft.com/office/drawing/2014/main" id="{7B66AD62-5C1D-A0E1-4369-491AE89D52B5}"/>
              </a:ext>
            </a:extLst>
          </p:cNvPr>
          <p:cNvSpPr txBox="1">
            <a:spLocks/>
          </p:cNvSpPr>
          <p:nvPr/>
        </p:nvSpPr>
        <p:spPr>
          <a:xfrm>
            <a:off x="3607658" y="3356416"/>
            <a:ext cx="1236236" cy="400110"/>
          </a:xfrm>
          <a:prstGeom prst="rect">
            <a:avLst/>
          </a:prstGeom>
          <a:noFill/>
        </p:spPr>
        <p:txBody>
          <a:bodyPr wrap="none" rtlCol="0">
            <a:spAutoFit/>
          </a:bodyPr>
          <a:lstStyle/>
          <a:p>
            <a:r>
              <a:rPr kumimoji="1" lang="ja-JP" altLang="en-US" sz="2000" b="1">
                <a:solidFill>
                  <a:schemeClr val="tx1">
                    <a:lumMod val="75000"/>
                    <a:lumOff val="25000"/>
                  </a:schemeClr>
                </a:solidFill>
                <a:latin typeface="和音 Joyo R" panose="00000500000000000000" pitchFamily="50" charset="-128"/>
                <a:ea typeface="和音 Joyo R" panose="00000500000000000000" pitchFamily="50" charset="-128"/>
              </a:rPr>
              <a:t>文字送り</a:t>
            </a:r>
            <a:endParaRPr kumimoji="1" lang="ja-JP" altLang="en-US" sz="28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sp>
        <p:nvSpPr>
          <p:cNvPr id="43" name="テキスト ボックス 42">
            <a:extLst>
              <a:ext uri="{FF2B5EF4-FFF2-40B4-BE49-F238E27FC236}">
                <a16:creationId xmlns:a16="http://schemas.microsoft.com/office/drawing/2014/main" id="{86DA68DB-C80E-6B26-0454-3A9BDF900F44}"/>
              </a:ext>
            </a:extLst>
          </p:cNvPr>
          <p:cNvSpPr txBox="1">
            <a:spLocks/>
          </p:cNvSpPr>
          <p:nvPr/>
        </p:nvSpPr>
        <p:spPr>
          <a:xfrm>
            <a:off x="3607658" y="3903238"/>
            <a:ext cx="1236236" cy="400110"/>
          </a:xfrm>
          <a:prstGeom prst="rect">
            <a:avLst/>
          </a:prstGeom>
          <a:noFill/>
        </p:spPr>
        <p:txBody>
          <a:bodyPr wrap="none" rtlCol="0">
            <a:spAutoFit/>
          </a:bodyPr>
          <a:lstStyle/>
          <a:p>
            <a:r>
              <a:rPr kumimoji="1" lang="ja-JP" altLang="en-US" sz="2000" b="1">
                <a:solidFill>
                  <a:schemeClr val="tx1">
                    <a:lumMod val="75000"/>
                    <a:lumOff val="25000"/>
                  </a:schemeClr>
                </a:solidFill>
                <a:latin typeface="和音 Joyo R" panose="00000500000000000000" pitchFamily="50" charset="-128"/>
                <a:ea typeface="和音 Joyo R" panose="00000500000000000000" pitchFamily="50" charset="-128"/>
              </a:rPr>
              <a:t>表示速度</a:t>
            </a:r>
            <a:endParaRPr kumimoji="1" lang="ja-JP" altLang="en-US" sz="28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sp>
        <p:nvSpPr>
          <p:cNvPr id="63" name="四角形: 角を丸くする 62">
            <a:extLst>
              <a:ext uri="{FF2B5EF4-FFF2-40B4-BE49-F238E27FC236}">
                <a16:creationId xmlns:a16="http://schemas.microsoft.com/office/drawing/2014/main" id="{429E0C69-B68C-B24B-7368-8ED97D0585FE}"/>
              </a:ext>
            </a:extLst>
          </p:cNvPr>
          <p:cNvSpPr>
            <a:spLocks/>
          </p:cNvSpPr>
          <p:nvPr/>
        </p:nvSpPr>
        <p:spPr>
          <a:xfrm rot="5400000">
            <a:off x="6352028" y="2882240"/>
            <a:ext cx="342435" cy="1438121"/>
          </a:xfrm>
          <a:prstGeom prst="round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sp>
        <p:nvSpPr>
          <p:cNvPr id="64" name="四角形: 角を丸くする 63">
            <a:extLst>
              <a:ext uri="{FF2B5EF4-FFF2-40B4-BE49-F238E27FC236}">
                <a16:creationId xmlns:a16="http://schemas.microsoft.com/office/drawing/2014/main" id="{16F86B1A-50A8-B8DC-FAEC-270CEE772A4E}"/>
              </a:ext>
            </a:extLst>
          </p:cNvPr>
          <p:cNvSpPr>
            <a:spLocks/>
          </p:cNvSpPr>
          <p:nvPr/>
        </p:nvSpPr>
        <p:spPr>
          <a:xfrm rot="5400000">
            <a:off x="7790150" y="2875044"/>
            <a:ext cx="342435" cy="1438121"/>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p>
        </p:txBody>
      </p:sp>
      <p:sp>
        <p:nvSpPr>
          <p:cNvPr id="65" name="テキスト ボックス 64">
            <a:extLst>
              <a:ext uri="{FF2B5EF4-FFF2-40B4-BE49-F238E27FC236}">
                <a16:creationId xmlns:a16="http://schemas.microsoft.com/office/drawing/2014/main" id="{7467D165-229E-EBFF-B113-7A4C0C9B9C9A}"/>
              </a:ext>
            </a:extLst>
          </p:cNvPr>
          <p:cNvSpPr txBox="1">
            <a:spLocks/>
          </p:cNvSpPr>
          <p:nvPr/>
        </p:nvSpPr>
        <p:spPr>
          <a:xfrm>
            <a:off x="7504396" y="3415948"/>
            <a:ext cx="922047" cy="307777"/>
          </a:xfrm>
          <a:prstGeom prst="rect">
            <a:avLst/>
          </a:prstGeom>
          <a:noFill/>
        </p:spPr>
        <p:txBody>
          <a:bodyPr wrap="none" rtlCol="0">
            <a:spAutoFit/>
          </a:bodyPr>
          <a:lstStyle/>
          <a:p>
            <a:pPr algn="ctr"/>
            <a:r>
              <a:rPr kumimoji="1" lang="ja-JP" altLang="en-US" sz="1400" b="1">
                <a:solidFill>
                  <a:schemeClr val="bg1">
                    <a:lumMod val="95000"/>
                  </a:schemeClr>
                </a:solidFill>
                <a:latin typeface="和音 Joyo R" panose="00000500000000000000" pitchFamily="50" charset="-128"/>
                <a:ea typeface="和音 Joyo R" panose="00000500000000000000" pitchFamily="50" charset="-128"/>
              </a:rPr>
              <a:t>逐次表示</a:t>
            </a:r>
            <a:endParaRPr kumimoji="1" lang="ja-JP" altLang="en-US" b="1" dirty="0">
              <a:solidFill>
                <a:schemeClr val="bg1">
                  <a:lumMod val="95000"/>
                </a:schemeClr>
              </a:solidFill>
              <a:latin typeface="和音 Joyo R" panose="00000500000000000000" pitchFamily="50" charset="-128"/>
              <a:ea typeface="和音 Joyo R" panose="00000500000000000000" pitchFamily="50" charset="-128"/>
            </a:endParaRPr>
          </a:p>
        </p:txBody>
      </p:sp>
      <p:sp>
        <p:nvSpPr>
          <p:cNvPr id="66" name="テキスト ボックス 65">
            <a:extLst>
              <a:ext uri="{FF2B5EF4-FFF2-40B4-BE49-F238E27FC236}">
                <a16:creationId xmlns:a16="http://schemas.microsoft.com/office/drawing/2014/main" id="{7127F88F-CD07-C53E-9160-498D96C6372C}"/>
              </a:ext>
            </a:extLst>
          </p:cNvPr>
          <p:cNvSpPr txBox="1">
            <a:spLocks/>
          </p:cNvSpPr>
          <p:nvPr/>
        </p:nvSpPr>
        <p:spPr>
          <a:xfrm>
            <a:off x="6062222" y="3424534"/>
            <a:ext cx="922047" cy="307777"/>
          </a:xfrm>
          <a:prstGeom prst="rect">
            <a:avLst/>
          </a:prstGeom>
          <a:noFill/>
        </p:spPr>
        <p:txBody>
          <a:bodyPr wrap="none" rtlCol="0">
            <a:spAutoFit/>
          </a:bodyPr>
          <a:lstStyle/>
          <a:p>
            <a:pPr algn="ctr"/>
            <a:r>
              <a:rPr kumimoji="1" lang="ja-JP" altLang="en-US" sz="1400" b="1">
                <a:solidFill>
                  <a:schemeClr val="bg1">
                    <a:lumMod val="95000"/>
                  </a:schemeClr>
                </a:solidFill>
                <a:latin typeface="和音 Joyo R" panose="00000500000000000000" pitchFamily="50" charset="-128"/>
                <a:ea typeface="和音 Joyo R" panose="00000500000000000000" pitchFamily="50" charset="-128"/>
              </a:rPr>
              <a:t>全文即時</a:t>
            </a:r>
            <a:endParaRPr kumimoji="1" lang="ja-JP" altLang="en-US" b="1" dirty="0">
              <a:solidFill>
                <a:schemeClr val="bg1">
                  <a:lumMod val="95000"/>
                </a:schemeClr>
              </a:solidFill>
              <a:latin typeface="和音 Joyo R" panose="00000500000000000000" pitchFamily="50" charset="-128"/>
              <a:ea typeface="和音 Joyo R" panose="00000500000000000000" pitchFamily="50" charset="-128"/>
            </a:endParaRPr>
          </a:p>
        </p:txBody>
      </p:sp>
      <p:grpSp>
        <p:nvGrpSpPr>
          <p:cNvPr id="7" name="グループ化 6">
            <a:extLst>
              <a:ext uri="{FF2B5EF4-FFF2-40B4-BE49-F238E27FC236}">
                <a16:creationId xmlns:a16="http://schemas.microsoft.com/office/drawing/2014/main" id="{8CCD54A5-D64E-BEBB-F1EA-D19551A5438C}"/>
              </a:ext>
            </a:extLst>
          </p:cNvPr>
          <p:cNvGrpSpPr>
            <a:grpSpLocks/>
          </p:cNvGrpSpPr>
          <p:nvPr/>
        </p:nvGrpSpPr>
        <p:grpSpPr>
          <a:xfrm rot="5400000">
            <a:off x="7079595" y="2692951"/>
            <a:ext cx="325422" cy="2876244"/>
            <a:chOff x="11000342" y="4022147"/>
            <a:chExt cx="325422" cy="2031813"/>
          </a:xfrm>
        </p:grpSpPr>
        <p:sp>
          <p:nvSpPr>
            <p:cNvPr id="8" name="四角形: 角を丸くする 7">
              <a:extLst>
                <a:ext uri="{FF2B5EF4-FFF2-40B4-BE49-F238E27FC236}">
                  <a16:creationId xmlns:a16="http://schemas.microsoft.com/office/drawing/2014/main" id="{9719C611-FF30-3CA5-32EF-64014B70E860}"/>
                </a:ext>
              </a:extLst>
            </p:cNvPr>
            <p:cNvSpPr>
              <a:spLocks/>
            </p:cNvSpPr>
            <p:nvPr/>
          </p:nvSpPr>
          <p:spPr>
            <a:xfrm>
              <a:off x="11044871" y="4022147"/>
              <a:ext cx="236362" cy="2031812"/>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四角形: 角を丸くする 12">
              <a:extLst>
                <a:ext uri="{FF2B5EF4-FFF2-40B4-BE49-F238E27FC236}">
                  <a16:creationId xmlns:a16="http://schemas.microsoft.com/office/drawing/2014/main" id="{BE5F4B8C-2546-6C32-F800-5B0D3CDCF23D}"/>
                </a:ext>
              </a:extLst>
            </p:cNvPr>
            <p:cNvSpPr>
              <a:spLocks/>
            </p:cNvSpPr>
            <p:nvPr/>
          </p:nvSpPr>
          <p:spPr>
            <a:xfrm>
              <a:off x="11000342" y="4022147"/>
              <a:ext cx="325422" cy="2031813"/>
            </a:xfrm>
            <a:prstGeom prst="roundRect">
              <a:avLst/>
            </a:prstGeom>
            <a:solidFill>
              <a:srgbClr val="BFBFB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6" name="テキスト ボックス 15">
            <a:extLst>
              <a:ext uri="{FF2B5EF4-FFF2-40B4-BE49-F238E27FC236}">
                <a16:creationId xmlns:a16="http://schemas.microsoft.com/office/drawing/2014/main" id="{DCAAEF4C-947C-B308-3B56-DF5D510ED6DB}"/>
              </a:ext>
            </a:extLst>
          </p:cNvPr>
          <p:cNvSpPr txBox="1">
            <a:spLocks/>
          </p:cNvSpPr>
          <p:nvPr/>
        </p:nvSpPr>
        <p:spPr>
          <a:xfrm>
            <a:off x="3607658" y="4447521"/>
            <a:ext cx="1499128" cy="400110"/>
          </a:xfrm>
          <a:prstGeom prst="rect">
            <a:avLst/>
          </a:prstGeom>
          <a:noFill/>
        </p:spPr>
        <p:txBody>
          <a:bodyPr wrap="none" rtlCol="0">
            <a:spAutoFit/>
          </a:bodyPr>
          <a:lstStyle/>
          <a:p>
            <a:r>
              <a:rPr lang="ja-JP" altLang="en-US" sz="2000" b="1">
                <a:solidFill>
                  <a:schemeClr val="tx1">
                    <a:lumMod val="75000"/>
                    <a:lumOff val="25000"/>
                  </a:schemeClr>
                </a:solidFill>
                <a:latin typeface="和音 Joyo R" panose="00000500000000000000" pitchFamily="50" charset="-128"/>
                <a:ea typeface="和音 Joyo R" panose="00000500000000000000" pitchFamily="50" charset="-128"/>
              </a:rPr>
              <a:t>早送り</a:t>
            </a:r>
            <a:r>
              <a:rPr kumimoji="1" lang="ja-JP" altLang="en-US" sz="2000" b="1">
                <a:solidFill>
                  <a:schemeClr val="tx1">
                    <a:lumMod val="75000"/>
                    <a:lumOff val="25000"/>
                  </a:schemeClr>
                </a:solidFill>
                <a:latin typeface="和音 Joyo R" panose="00000500000000000000" pitchFamily="50" charset="-128"/>
                <a:ea typeface="和音 Joyo R" panose="00000500000000000000" pitchFamily="50" charset="-128"/>
              </a:rPr>
              <a:t>速度</a:t>
            </a:r>
            <a:endParaRPr kumimoji="1" lang="ja-JP" altLang="en-US" sz="28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grpSp>
        <p:nvGrpSpPr>
          <p:cNvPr id="17" name="グループ化 16">
            <a:extLst>
              <a:ext uri="{FF2B5EF4-FFF2-40B4-BE49-F238E27FC236}">
                <a16:creationId xmlns:a16="http://schemas.microsoft.com/office/drawing/2014/main" id="{F73040AC-4513-BDE6-D217-9D0AFBB40F3E}"/>
              </a:ext>
            </a:extLst>
          </p:cNvPr>
          <p:cNvGrpSpPr>
            <a:grpSpLocks/>
          </p:cNvGrpSpPr>
          <p:nvPr/>
        </p:nvGrpSpPr>
        <p:grpSpPr>
          <a:xfrm rot="5400000">
            <a:off x="7079595" y="3237233"/>
            <a:ext cx="325422" cy="2876243"/>
            <a:chOff x="11000341" y="4022147"/>
            <a:chExt cx="325422" cy="2031812"/>
          </a:xfrm>
        </p:grpSpPr>
        <p:sp>
          <p:nvSpPr>
            <p:cNvPr id="19" name="四角形: 角を丸くする 18">
              <a:extLst>
                <a:ext uri="{FF2B5EF4-FFF2-40B4-BE49-F238E27FC236}">
                  <a16:creationId xmlns:a16="http://schemas.microsoft.com/office/drawing/2014/main" id="{88845DE8-CC83-4EDC-3408-7EC00CAC6FD4}"/>
                </a:ext>
              </a:extLst>
            </p:cNvPr>
            <p:cNvSpPr>
              <a:spLocks/>
            </p:cNvSpPr>
            <p:nvPr/>
          </p:nvSpPr>
          <p:spPr>
            <a:xfrm>
              <a:off x="11044871" y="4022147"/>
              <a:ext cx="236362" cy="2031812"/>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四角形: 角を丸くする 21">
              <a:extLst>
                <a:ext uri="{FF2B5EF4-FFF2-40B4-BE49-F238E27FC236}">
                  <a16:creationId xmlns:a16="http://schemas.microsoft.com/office/drawing/2014/main" id="{DF81745B-C184-C24A-C6CC-54F9EA19A261}"/>
                </a:ext>
              </a:extLst>
            </p:cNvPr>
            <p:cNvSpPr>
              <a:spLocks/>
            </p:cNvSpPr>
            <p:nvPr/>
          </p:nvSpPr>
          <p:spPr>
            <a:xfrm>
              <a:off x="11000341" y="4648311"/>
              <a:ext cx="325422" cy="263274"/>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4" name="テキスト ボックス 3">
            <a:extLst>
              <a:ext uri="{FF2B5EF4-FFF2-40B4-BE49-F238E27FC236}">
                <a16:creationId xmlns:a16="http://schemas.microsoft.com/office/drawing/2014/main" id="{106E8153-0C90-B495-1B09-06648FD1DA94}"/>
              </a:ext>
            </a:extLst>
          </p:cNvPr>
          <p:cNvSpPr txBox="1">
            <a:spLocks/>
          </p:cNvSpPr>
          <p:nvPr/>
        </p:nvSpPr>
        <p:spPr>
          <a:xfrm>
            <a:off x="6136075" y="3943589"/>
            <a:ext cx="2212465" cy="307777"/>
          </a:xfrm>
          <a:prstGeom prst="rect">
            <a:avLst/>
          </a:prstGeom>
          <a:noFill/>
        </p:spPr>
        <p:txBody>
          <a:bodyPr wrap="none" rtlCol="0">
            <a:spAutoFit/>
          </a:bodyPr>
          <a:lstStyle/>
          <a:p>
            <a:pPr algn="ctr"/>
            <a:r>
              <a:rPr kumimoji="1" lang="ja-JP" altLang="en-US" sz="1400">
                <a:solidFill>
                  <a:schemeClr val="tx2"/>
                </a:solidFill>
                <a:latin typeface="和音 Joyo R" panose="00000500000000000000" pitchFamily="50" charset="-128"/>
                <a:ea typeface="和音 Joyo R" panose="00000500000000000000" pitchFamily="50" charset="-128"/>
              </a:rPr>
              <a:t>全文即時の為、選択不可</a:t>
            </a:r>
            <a:endParaRPr kumimoji="1" lang="ja-JP" altLang="en-US" dirty="0">
              <a:solidFill>
                <a:schemeClr val="tx2"/>
              </a:solidFill>
              <a:latin typeface="和音 Joyo R" panose="00000500000000000000" pitchFamily="50" charset="-128"/>
              <a:ea typeface="和音 Joyo R" panose="00000500000000000000" pitchFamily="50" charset="-128"/>
            </a:endParaRPr>
          </a:p>
        </p:txBody>
      </p:sp>
      <p:grpSp>
        <p:nvGrpSpPr>
          <p:cNvPr id="3" name="グループ化 2">
            <a:extLst>
              <a:ext uri="{FF2B5EF4-FFF2-40B4-BE49-F238E27FC236}">
                <a16:creationId xmlns:a16="http://schemas.microsoft.com/office/drawing/2014/main" id="{5FD2A906-6703-75DE-B1D9-ABBECCB893C3}"/>
              </a:ext>
            </a:extLst>
          </p:cNvPr>
          <p:cNvGrpSpPr/>
          <p:nvPr/>
        </p:nvGrpSpPr>
        <p:grpSpPr>
          <a:xfrm>
            <a:off x="0" y="-1"/>
            <a:ext cx="12192000" cy="6858001"/>
            <a:chOff x="0" y="-1"/>
            <a:chExt cx="12192000" cy="6858001"/>
          </a:xfrm>
        </p:grpSpPr>
        <p:sp>
          <p:nvSpPr>
            <p:cNvPr id="9" name="正方形/長方形 8">
              <a:extLst>
                <a:ext uri="{FF2B5EF4-FFF2-40B4-BE49-F238E27FC236}">
                  <a16:creationId xmlns:a16="http://schemas.microsoft.com/office/drawing/2014/main" id="{F154182D-C5E9-FE87-A438-C92EE9CBC20E}"/>
                </a:ext>
              </a:extLst>
            </p:cNvPr>
            <p:cNvSpPr>
              <a:spLocks/>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5" name="四角形: 角を丸くする 24">
              <a:extLst>
                <a:ext uri="{FF2B5EF4-FFF2-40B4-BE49-F238E27FC236}">
                  <a16:creationId xmlns:a16="http://schemas.microsoft.com/office/drawing/2014/main" id="{B6F97AB5-9C57-827B-B033-2E867634597E}"/>
                </a:ext>
              </a:extLst>
            </p:cNvPr>
            <p:cNvSpPr/>
            <p:nvPr/>
          </p:nvSpPr>
          <p:spPr>
            <a:xfrm>
              <a:off x="3159742" y="1823170"/>
              <a:ext cx="5872517" cy="3211661"/>
            </a:xfrm>
            <a:prstGeom prst="roundRect">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7" name="テキスト ボックス 26">
              <a:extLst>
                <a:ext uri="{FF2B5EF4-FFF2-40B4-BE49-F238E27FC236}">
                  <a16:creationId xmlns:a16="http://schemas.microsoft.com/office/drawing/2014/main" id="{F44D0425-9EFA-3F8C-316D-A1A55534A270}"/>
                </a:ext>
              </a:extLst>
            </p:cNvPr>
            <p:cNvSpPr txBox="1"/>
            <p:nvPr/>
          </p:nvSpPr>
          <p:spPr>
            <a:xfrm>
              <a:off x="3474133" y="2409602"/>
              <a:ext cx="5243744" cy="584775"/>
            </a:xfrm>
            <a:prstGeom prst="rect">
              <a:avLst/>
            </a:prstGeom>
            <a:noFill/>
          </p:spPr>
          <p:txBody>
            <a:bodyPr wrap="none" rtlCol="0">
              <a:spAutoFit/>
            </a:bodyPr>
            <a:lstStyle/>
            <a:p>
              <a:pPr algn="ctr"/>
              <a:r>
                <a:rPr kumimoji="1" lang="ja-JP" altLang="en-US" sz="3200" b="1" dirty="0">
                  <a:solidFill>
                    <a:schemeClr val="tx1">
                      <a:lumMod val="85000"/>
                      <a:lumOff val="15000"/>
                    </a:schemeClr>
                  </a:solidFill>
                  <a:latin typeface="和音 Joyo R" panose="00000500000000000000" pitchFamily="50" charset="-128"/>
                  <a:ea typeface="和音 Joyo R" panose="00000500000000000000" pitchFamily="50" charset="-128"/>
                </a:rPr>
                <a:t>デフォルトに戻しますか？</a:t>
              </a:r>
              <a:endParaRPr kumimoji="1" lang="ja-JP" altLang="en-US" sz="4000" b="1"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sp>
          <p:nvSpPr>
            <p:cNvPr id="29" name="四角形: 角を丸くする 28">
              <a:extLst>
                <a:ext uri="{FF2B5EF4-FFF2-40B4-BE49-F238E27FC236}">
                  <a16:creationId xmlns:a16="http://schemas.microsoft.com/office/drawing/2014/main" id="{FBC45294-45EE-B07A-A1BE-0844CFBBA023}"/>
                </a:ext>
              </a:extLst>
            </p:cNvPr>
            <p:cNvSpPr/>
            <p:nvPr/>
          </p:nvSpPr>
          <p:spPr>
            <a:xfrm>
              <a:off x="6323378" y="3580809"/>
              <a:ext cx="2138224" cy="893978"/>
            </a:xfrm>
            <a:prstGeom prst="roundRect">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400" dirty="0">
                  <a:latin typeface="和音 Joyo R" panose="00000500000000000000" pitchFamily="50" charset="-128"/>
                  <a:ea typeface="和音 Joyo R" panose="00000500000000000000" pitchFamily="50" charset="-128"/>
                </a:rPr>
                <a:t>戻す</a:t>
              </a:r>
            </a:p>
          </p:txBody>
        </p:sp>
        <p:sp>
          <p:nvSpPr>
            <p:cNvPr id="30" name="四角形: 角を丸くする 29">
              <a:extLst>
                <a:ext uri="{FF2B5EF4-FFF2-40B4-BE49-F238E27FC236}">
                  <a16:creationId xmlns:a16="http://schemas.microsoft.com/office/drawing/2014/main" id="{6DF0F967-3E70-36EC-B780-80DE51311E8A}"/>
                </a:ext>
              </a:extLst>
            </p:cNvPr>
            <p:cNvSpPr/>
            <p:nvPr/>
          </p:nvSpPr>
          <p:spPr>
            <a:xfrm>
              <a:off x="3730400" y="3580809"/>
              <a:ext cx="2138224" cy="893978"/>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400" dirty="0">
                  <a:latin typeface="和音 Joyo R" panose="00000500000000000000" pitchFamily="50" charset="-128"/>
                  <a:ea typeface="和音 Joyo R" panose="00000500000000000000" pitchFamily="50" charset="-128"/>
                </a:rPr>
                <a:t>戻さない</a:t>
              </a:r>
            </a:p>
          </p:txBody>
        </p:sp>
      </p:grpSp>
    </p:spTree>
    <p:extLst>
      <p:ext uri="{BB962C8B-B14F-4D97-AF65-F5344CB8AC3E}">
        <p14:creationId xmlns:p14="http://schemas.microsoft.com/office/powerpoint/2010/main" val="283864824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A4F3"/>
        </a:solidFill>
        <a:effectLst/>
      </p:bgPr>
    </p:bg>
    <p:spTree>
      <p:nvGrpSpPr>
        <p:cNvPr id="1" name="">
          <a:extLst>
            <a:ext uri="{FF2B5EF4-FFF2-40B4-BE49-F238E27FC236}">
              <a16:creationId xmlns:a16="http://schemas.microsoft.com/office/drawing/2014/main" id="{6F5643E3-8BC6-9996-C1D3-8B7C67CC1EFD}"/>
            </a:ext>
          </a:extLst>
        </p:cNvPr>
        <p:cNvGrpSpPr/>
        <p:nvPr/>
      </p:nvGrpSpPr>
      <p:grpSpPr>
        <a:xfrm>
          <a:off x="0" y="0"/>
          <a:ext cx="0" cy="0"/>
          <a:chOff x="0" y="0"/>
          <a:chExt cx="0" cy="0"/>
        </a:xfrm>
      </p:grpSpPr>
      <p:grpSp>
        <p:nvGrpSpPr>
          <p:cNvPr id="7" name="グループ化 6">
            <a:extLst>
              <a:ext uri="{FF2B5EF4-FFF2-40B4-BE49-F238E27FC236}">
                <a16:creationId xmlns:a16="http://schemas.microsoft.com/office/drawing/2014/main" id="{3AB987BA-09F8-634E-A239-78A50767613E}"/>
              </a:ext>
            </a:extLst>
          </p:cNvPr>
          <p:cNvGrpSpPr/>
          <p:nvPr/>
        </p:nvGrpSpPr>
        <p:grpSpPr>
          <a:xfrm>
            <a:off x="2440821" y="4437628"/>
            <a:ext cx="8486935" cy="1186295"/>
            <a:chOff x="2440821" y="4437628"/>
            <a:chExt cx="8486935" cy="1186295"/>
          </a:xfrm>
        </p:grpSpPr>
        <p:sp>
          <p:nvSpPr>
            <p:cNvPr id="28" name="六角形 27">
              <a:extLst>
                <a:ext uri="{FF2B5EF4-FFF2-40B4-BE49-F238E27FC236}">
                  <a16:creationId xmlns:a16="http://schemas.microsoft.com/office/drawing/2014/main" id="{6A18124C-B5A5-8842-0C23-758A8BB8360C}"/>
                </a:ext>
              </a:extLst>
            </p:cNvPr>
            <p:cNvSpPr/>
            <p:nvPr/>
          </p:nvSpPr>
          <p:spPr>
            <a:xfrm>
              <a:off x="2446087" y="4437628"/>
              <a:ext cx="8481669" cy="1186295"/>
            </a:xfrm>
            <a:prstGeom prst="hexagon">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29" name="六角形 28">
              <a:extLst>
                <a:ext uri="{FF2B5EF4-FFF2-40B4-BE49-F238E27FC236}">
                  <a16:creationId xmlns:a16="http://schemas.microsoft.com/office/drawing/2014/main" id="{0677C036-4B1A-B3FB-8E0F-0EC6F6E03E6F}"/>
                </a:ext>
              </a:extLst>
            </p:cNvPr>
            <p:cNvSpPr/>
            <p:nvPr/>
          </p:nvSpPr>
          <p:spPr>
            <a:xfrm>
              <a:off x="2440821" y="4437628"/>
              <a:ext cx="1649148" cy="1186295"/>
            </a:xfrm>
            <a:prstGeom prst="hexagon">
              <a:avLst/>
            </a:prstGeom>
            <a:solidFill>
              <a:schemeClr val="bg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82" name="グループ化 81">
              <a:extLst>
                <a:ext uri="{FF2B5EF4-FFF2-40B4-BE49-F238E27FC236}">
                  <a16:creationId xmlns:a16="http://schemas.microsoft.com/office/drawing/2014/main" id="{E16D308C-3C97-023F-851C-C71646BE9802}"/>
                </a:ext>
              </a:extLst>
            </p:cNvPr>
            <p:cNvGrpSpPr/>
            <p:nvPr/>
          </p:nvGrpSpPr>
          <p:grpSpPr>
            <a:xfrm>
              <a:off x="8214158" y="4906415"/>
              <a:ext cx="2380516" cy="289960"/>
              <a:chOff x="8231923" y="1510868"/>
              <a:chExt cx="2380516" cy="289960"/>
            </a:xfrm>
            <a:solidFill>
              <a:schemeClr val="bg1">
                <a:lumMod val="50000"/>
              </a:schemeClr>
            </a:solidFill>
          </p:grpSpPr>
          <p:sp>
            <p:nvSpPr>
              <p:cNvPr id="83" name="楕円 82">
                <a:extLst>
                  <a:ext uri="{FF2B5EF4-FFF2-40B4-BE49-F238E27FC236}">
                    <a16:creationId xmlns:a16="http://schemas.microsoft.com/office/drawing/2014/main" id="{0F8C8E1D-C582-986D-F7ED-E9B514DE9747}"/>
                  </a:ext>
                </a:extLst>
              </p:cNvPr>
              <p:cNvSpPr/>
              <p:nvPr/>
            </p:nvSpPr>
            <p:spPr>
              <a:xfrm>
                <a:off x="10322479" y="1510868"/>
                <a:ext cx="289960" cy="289960"/>
              </a:xfrm>
              <a:prstGeom prst="ellipse">
                <a:avLst/>
              </a:prstGeom>
              <a:grp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4" name="ハート 83">
                <a:extLst>
                  <a:ext uri="{FF2B5EF4-FFF2-40B4-BE49-F238E27FC236}">
                    <a16:creationId xmlns:a16="http://schemas.microsoft.com/office/drawing/2014/main" id="{4D2C1301-047C-EB5B-272D-1C1F4F10A420}"/>
                  </a:ext>
                </a:extLst>
              </p:cNvPr>
              <p:cNvSpPr/>
              <p:nvPr/>
            </p:nvSpPr>
            <p:spPr>
              <a:xfrm>
                <a:off x="8231923" y="1510869"/>
                <a:ext cx="289959" cy="289959"/>
              </a:xfrm>
              <a:prstGeom prst="ellipse">
                <a:avLst/>
              </a:prstGeom>
              <a:grp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5" name="楕円 84">
                <a:extLst>
                  <a:ext uri="{FF2B5EF4-FFF2-40B4-BE49-F238E27FC236}">
                    <a16:creationId xmlns:a16="http://schemas.microsoft.com/office/drawing/2014/main" id="{ADB0AFAF-CD53-4F45-032B-BB4A1EF34E9E}"/>
                  </a:ext>
                </a:extLst>
              </p:cNvPr>
              <p:cNvSpPr/>
              <p:nvPr/>
            </p:nvSpPr>
            <p:spPr>
              <a:xfrm>
                <a:off x="9277201" y="1510868"/>
                <a:ext cx="289960" cy="289960"/>
              </a:xfrm>
              <a:prstGeom prst="ellipse">
                <a:avLst/>
              </a:prstGeom>
              <a:grp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6" name="楕円 85">
                <a:extLst>
                  <a:ext uri="{FF2B5EF4-FFF2-40B4-BE49-F238E27FC236}">
                    <a16:creationId xmlns:a16="http://schemas.microsoft.com/office/drawing/2014/main" id="{D2B8D3CC-14BD-0D93-49F0-0DE0D5D0E7C4}"/>
                  </a:ext>
                </a:extLst>
              </p:cNvPr>
              <p:cNvSpPr/>
              <p:nvPr/>
            </p:nvSpPr>
            <p:spPr>
              <a:xfrm>
                <a:off x="9625628" y="1510868"/>
                <a:ext cx="289960" cy="289960"/>
              </a:xfrm>
              <a:prstGeom prst="ellipse">
                <a:avLst/>
              </a:prstGeom>
              <a:grp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7" name="楕円 86">
                <a:extLst>
                  <a:ext uri="{FF2B5EF4-FFF2-40B4-BE49-F238E27FC236}">
                    <a16:creationId xmlns:a16="http://schemas.microsoft.com/office/drawing/2014/main" id="{59F91858-D709-65FA-D513-15BD98E30905}"/>
                  </a:ext>
                </a:extLst>
              </p:cNvPr>
              <p:cNvSpPr/>
              <p:nvPr/>
            </p:nvSpPr>
            <p:spPr>
              <a:xfrm>
                <a:off x="9974055" y="1510868"/>
                <a:ext cx="289960" cy="289960"/>
              </a:xfrm>
              <a:prstGeom prst="ellipse">
                <a:avLst/>
              </a:prstGeom>
              <a:grp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8" name="ハート 87">
                <a:extLst>
                  <a:ext uri="{FF2B5EF4-FFF2-40B4-BE49-F238E27FC236}">
                    <a16:creationId xmlns:a16="http://schemas.microsoft.com/office/drawing/2014/main" id="{A027F069-26E9-5CFD-6CCD-406F8F8E4564}"/>
                  </a:ext>
                </a:extLst>
              </p:cNvPr>
              <p:cNvSpPr/>
              <p:nvPr/>
            </p:nvSpPr>
            <p:spPr>
              <a:xfrm>
                <a:off x="8580349" y="1510869"/>
                <a:ext cx="289959" cy="289959"/>
              </a:xfrm>
              <a:prstGeom prst="ellipse">
                <a:avLst/>
              </a:prstGeom>
              <a:grp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9" name="ハート 88">
                <a:extLst>
                  <a:ext uri="{FF2B5EF4-FFF2-40B4-BE49-F238E27FC236}">
                    <a16:creationId xmlns:a16="http://schemas.microsoft.com/office/drawing/2014/main" id="{59E87646-077B-18C4-EBF6-ADAE36F6A9FC}"/>
                  </a:ext>
                </a:extLst>
              </p:cNvPr>
              <p:cNvSpPr/>
              <p:nvPr/>
            </p:nvSpPr>
            <p:spPr>
              <a:xfrm>
                <a:off x="8928775" y="1510869"/>
                <a:ext cx="289959" cy="289959"/>
              </a:xfrm>
              <a:prstGeom prst="ellipse">
                <a:avLst/>
              </a:prstGeom>
              <a:grp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grpSp>
        <p:nvGrpSpPr>
          <p:cNvPr id="2" name="グループ化 1">
            <a:extLst>
              <a:ext uri="{FF2B5EF4-FFF2-40B4-BE49-F238E27FC236}">
                <a16:creationId xmlns:a16="http://schemas.microsoft.com/office/drawing/2014/main" id="{D00CEA22-C42E-FD9B-F478-0B281E41CB67}"/>
              </a:ext>
            </a:extLst>
          </p:cNvPr>
          <p:cNvGrpSpPr/>
          <p:nvPr/>
        </p:nvGrpSpPr>
        <p:grpSpPr>
          <a:xfrm>
            <a:off x="-211707" y="202300"/>
            <a:ext cx="2238704" cy="714095"/>
            <a:chOff x="-211707" y="202300"/>
            <a:chExt cx="2238704" cy="714095"/>
          </a:xfrm>
        </p:grpSpPr>
        <p:sp>
          <p:nvSpPr>
            <p:cNvPr id="33" name="テキスト ボックス 32">
              <a:extLst>
                <a:ext uri="{FF2B5EF4-FFF2-40B4-BE49-F238E27FC236}">
                  <a16:creationId xmlns:a16="http://schemas.microsoft.com/office/drawing/2014/main" id="{A0090D10-FC66-F677-D469-BE83F6D3657E}"/>
                </a:ext>
              </a:extLst>
            </p:cNvPr>
            <p:cNvSpPr txBox="1"/>
            <p:nvPr/>
          </p:nvSpPr>
          <p:spPr>
            <a:xfrm>
              <a:off x="393726" y="202300"/>
              <a:ext cx="1210588" cy="707886"/>
            </a:xfrm>
            <a:prstGeom prst="rect">
              <a:avLst/>
            </a:prstGeom>
            <a:noFill/>
          </p:spPr>
          <p:txBody>
            <a:bodyPr wrap="none" rtlCol="0">
              <a:spAutoFit/>
            </a:bodyPr>
            <a:lstStyle/>
            <a:p>
              <a:pPr algn="ctr"/>
              <a:r>
                <a:rPr lang="en-US" altLang="ja-JP" sz="4000" b="1" dirty="0">
                  <a:solidFill>
                    <a:schemeClr val="bg1">
                      <a:lumMod val="95000"/>
                    </a:schemeClr>
                  </a:solidFill>
                  <a:latin typeface="原稿用標準書体" panose="03000503000000000000" pitchFamily="66" charset="-128"/>
                  <a:ea typeface="原稿用標準書体" panose="03000503000000000000" pitchFamily="66" charset="-128"/>
                </a:rPr>
                <a:t>LOAD</a:t>
              </a:r>
              <a:endParaRPr kumimoji="1" lang="ja-JP" altLang="en-US" sz="48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cxnSp>
          <p:nvCxnSpPr>
            <p:cNvPr id="35" name="直線コネクタ 34">
              <a:extLst>
                <a:ext uri="{FF2B5EF4-FFF2-40B4-BE49-F238E27FC236}">
                  <a16:creationId xmlns:a16="http://schemas.microsoft.com/office/drawing/2014/main" id="{6DEFFE19-7739-FC33-A6C2-E1CC71ADEF34}"/>
                </a:ext>
              </a:extLst>
            </p:cNvPr>
            <p:cNvCxnSpPr>
              <a:cxnSpLocks/>
            </p:cNvCxnSpPr>
            <p:nvPr/>
          </p:nvCxnSpPr>
          <p:spPr>
            <a:xfrm flipH="1">
              <a:off x="-211707" y="916395"/>
              <a:ext cx="2238704" cy="0"/>
            </a:xfrm>
            <a:prstGeom prst="line">
              <a:avLst/>
            </a:prstGeom>
            <a:ln>
              <a:solidFill>
                <a:schemeClr val="bg1">
                  <a:lumMod val="95000"/>
                </a:schemeClr>
              </a:solidFill>
              <a:headEnd type="arrow"/>
              <a:tailEnd type="arrow"/>
            </a:ln>
          </p:spPr>
          <p:style>
            <a:lnRef idx="2">
              <a:schemeClr val="accent1"/>
            </a:lnRef>
            <a:fillRef idx="0">
              <a:schemeClr val="accent1"/>
            </a:fillRef>
            <a:effectRef idx="1">
              <a:schemeClr val="accent1"/>
            </a:effectRef>
            <a:fontRef idx="minor">
              <a:schemeClr val="tx1"/>
            </a:fontRef>
          </p:style>
        </p:cxnSp>
      </p:grpSp>
      <p:grpSp>
        <p:nvGrpSpPr>
          <p:cNvPr id="39" name="グループ化 38">
            <a:extLst>
              <a:ext uri="{FF2B5EF4-FFF2-40B4-BE49-F238E27FC236}">
                <a16:creationId xmlns:a16="http://schemas.microsoft.com/office/drawing/2014/main" id="{3493856D-8C51-81E8-1BAA-475AEC56D2AB}"/>
              </a:ext>
            </a:extLst>
          </p:cNvPr>
          <p:cNvGrpSpPr/>
          <p:nvPr/>
        </p:nvGrpSpPr>
        <p:grpSpPr>
          <a:xfrm>
            <a:off x="11576392" y="3863211"/>
            <a:ext cx="236362" cy="2284060"/>
            <a:chOff x="11044871" y="4022147"/>
            <a:chExt cx="236362" cy="2031812"/>
          </a:xfrm>
        </p:grpSpPr>
        <p:sp>
          <p:nvSpPr>
            <p:cNvPr id="31" name="四角形: 角を丸くする 30">
              <a:extLst>
                <a:ext uri="{FF2B5EF4-FFF2-40B4-BE49-F238E27FC236}">
                  <a16:creationId xmlns:a16="http://schemas.microsoft.com/office/drawing/2014/main" id="{C01CEB6F-427C-AC69-6E1E-9667F664698E}"/>
                </a:ext>
              </a:extLst>
            </p:cNvPr>
            <p:cNvSpPr/>
            <p:nvPr/>
          </p:nvSpPr>
          <p:spPr>
            <a:xfrm>
              <a:off x="11044871" y="4022147"/>
              <a:ext cx="236362" cy="2031812"/>
            </a:xfrm>
            <a:prstGeom prst="roundRect">
              <a:avLst/>
            </a:prstGeom>
            <a:no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8" name="四角形: 角を丸くする 37">
              <a:extLst>
                <a:ext uri="{FF2B5EF4-FFF2-40B4-BE49-F238E27FC236}">
                  <a16:creationId xmlns:a16="http://schemas.microsoft.com/office/drawing/2014/main" id="{92830007-5824-8062-FE03-6EF3D8A9FB0B}"/>
                </a:ext>
              </a:extLst>
            </p:cNvPr>
            <p:cNvSpPr/>
            <p:nvPr/>
          </p:nvSpPr>
          <p:spPr>
            <a:xfrm>
              <a:off x="11066205" y="4094529"/>
              <a:ext cx="193695" cy="571313"/>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4" name="グループ化 3">
            <a:extLst>
              <a:ext uri="{FF2B5EF4-FFF2-40B4-BE49-F238E27FC236}">
                <a16:creationId xmlns:a16="http://schemas.microsoft.com/office/drawing/2014/main" id="{209DCDF7-A4D4-57E7-D718-5320138B8E7C}"/>
              </a:ext>
            </a:extLst>
          </p:cNvPr>
          <p:cNvGrpSpPr/>
          <p:nvPr/>
        </p:nvGrpSpPr>
        <p:grpSpPr>
          <a:xfrm>
            <a:off x="2440821" y="1178530"/>
            <a:ext cx="8486935" cy="1186295"/>
            <a:chOff x="2440821" y="1178530"/>
            <a:chExt cx="8486935" cy="1186295"/>
          </a:xfrm>
        </p:grpSpPr>
        <p:sp>
          <p:nvSpPr>
            <p:cNvPr id="17" name="六角形 16">
              <a:extLst>
                <a:ext uri="{FF2B5EF4-FFF2-40B4-BE49-F238E27FC236}">
                  <a16:creationId xmlns:a16="http://schemas.microsoft.com/office/drawing/2014/main" id="{5D40174E-95CB-822B-E793-76E79112EC4E}"/>
                </a:ext>
              </a:extLst>
            </p:cNvPr>
            <p:cNvSpPr/>
            <p:nvPr/>
          </p:nvSpPr>
          <p:spPr>
            <a:xfrm>
              <a:off x="2446087" y="1178530"/>
              <a:ext cx="8481669" cy="1186295"/>
            </a:xfrm>
            <a:prstGeom prst="hexagon">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0" name="六角形 19">
              <a:extLst>
                <a:ext uri="{FF2B5EF4-FFF2-40B4-BE49-F238E27FC236}">
                  <a16:creationId xmlns:a16="http://schemas.microsoft.com/office/drawing/2014/main" id="{8853E168-F64A-87C4-55D1-1748974DDF17}"/>
                </a:ext>
              </a:extLst>
            </p:cNvPr>
            <p:cNvSpPr/>
            <p:nvPr/>
          </p:nvSpPr>
          <p:spPr>
            <a:xfrm>
              <a:off x="2440821" y="1178530"/>
              <a:ext cx="1649148" cy="1186295"/>
            </a:xfrm>
            <a:prstGeom prst="hexagon">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3" name="テキスト ボックス 12">
              <a:extLst>
                <a:ext uri="{FF2B5EF4-FFF2-40B4-BE49-F238E27FC236}">
                  <a16:creationId xmlns:a16="http://schemas.microsoft.com/office/drawing/2014/main" id="{9A1E212E-3A14-8A89-72D0-9F4FF54F6B72}"/>
                </a:ext>
              </a:extLst>
            </p:cNvPr>
            <p:cNvSpPr txBox="1"/>
            <p:nvPr/>
          </p:nvSpPr>
          <p:spPr>
            <a:xfrm>
              <a:off x="2865285" y="1356179"/>
              <a:ext cx="800219" cy="830997"/>
            </a:xfrm>
            <a:prstGeom prst="rect">
              <a:avLst/>
            </a:prstGeom>
            <a:noFill/>
          </p:spPr>
          <p:txBody>
            <a:bodyPr wrap="none" rtlCol="0">
              <a:spAutoFit/>
            </a:bodyPr>
            <a:lstStyle/>
            <a:p>
              <a:pPr algn="ctr"/>
              <a:r>
                <a:rPr lang="en-US" altLang="ja-JP" sz="2400" b="1" dirty="0">
                  <a:solidFill>
                    <a:schemeClr val="bg1">
                      <a:lumMod val="95000"/>
                    </a:schemeClr>
                  </a:solidFill>
                  <a:latin typeface="原稿用標準書体" panose="03000503000000000000" pitchFamily="66" charset="-128"/>
                  <a:ea typeface="原稿用標準書体" panose="03000503000000000000" pitchFamily="66" charset="-128"/>
                </a:rPr>
                <a:t>AUTO</a:t>
              </a:r>
              <a:br>
                <a:rPr lang="en-US" altLang="ja-JP" sz="2400" b="1" dirty="0">
                  <a:solidFill>
                    <a:schemeClr val="bg1">
                      <a:lumMod val="95000"/>
                    </a:schemeClr>
                  </a:solidFill>
                  <a:latin typeface="原稿用標準書体" panose="03000503000000000000" pitchFamily="66" charset="-128"/>
                  <a:ea typeface="原稿用標準書体" panose="03000503000000000000" pitchFamily="66" charset="-128"/>
                </a:rPr>
              </a:br>
              <a:r>
                <a:rPr lang="en-US" altLang="ja-JP" sz="2400" b="1" dirty="0">
                  <a:solidFill>
                    <a:schemeClr val="bg1">
                      <a:lumMod val="95000"/>
                    </a:schemeClr>
                  </a:solidFill>
                  <a:latin typeface="原稿用標準書体" panose="03000503000000000000" pitchFamily="66" charset="-128"/>
                  <a:ea typeface="原稿用標準書体" panose="03000503000000000000" pitchFamily="66" charset="-128"/>
                </a:rPr>
                <a:t>SAVE</a:t>
              </a:r>
              <a:endParaRPr kumimoji="1" lang="ja-JP" altLang="en-US" sz="3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60" name="グループ化 59">
            <a:extLst>
              <a:ext uri="{FF2B5EF4-FFF2-40B4-BE49-F238E27FC236}">
                <a16:creationId xmlns:a16="http://schemas.microsoft.com/office/drawing/2014/main" id="{324525CB-C146-81C0-5622-5E3C50F83B22}"/>
              </a:ext>
            </a:extLst>
          </p:cNvPr>
          <p:cNvGrpSpPr/>
          <p:nvPr/>
        </p:nvGrpSpPr>
        <p:grpSpPr>
          <a:xfrm>
            <a:off x="8214158" y="1626697"/>
            <a:ext cx="2380516" cy="289960"/>
            <a:chOff x="8231923" y="1510868"/>
            <a:chExt cx="2380516" cy="289960"/>
          </a:xfrm>
        </p:grpSpPr>
        <p:sp>
          <p:nvSpPr>
            <p:cNvPr id="48" name="楕円 47">
              <a:extLst>
                <a:ext uri="{FF2B5EF4-FFF2-40B4-BE49-F238E27FC236}">
                  <a16:creationId xmlns:a16="http://schemas.microsoft.com/office/drawing/2014/main" id="{702C30E2-D5FE-F8B0-5745-F05635691D76}"/>
                </a:ext>
              </a:extLst>
            </p:cNvPr>
            <p:cNvSpPr/>
            <p:nvPr/>
          </p:nvSpPr>
          <p:spPr>
            <a:xfrm>
              <a:off x="10322479"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9" name="ハート 48">
              <a:extLst>
                <a:ext uri="{FF2B5EF4-FFF2-40B4-BE49-F238E27FC236}">
                  <a16:creationId xmlns:a16="http://schemas.microsoft.com/office/drawing/2014/main" id="{676E5661-0537-C0BE-CE8B-1CF84FE20690}"/>
                </a:ext>
              </a:extLst>
            </p:cNvPr>
            <p:cNvSpPr/>
            <p:nvPr/>
          </p:nvSpPr>
          <p:spPr>
            <a:xfrm>
              <a:off x="8231923"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1" name="楕円 50">
              <a:extLst>
                <a:ext uri="{FF2B5EF4-FFF2-40B4-BE49-F238E27FC236}">
                  <a16:creationId xmlns:a16="http://schemas.microsoft.com/office/drawing/2014/main" id="{A84AC1AE-7AD5-B62E-58F5-D5067AF9186B}"/>
                </a:ext>
              </a:extLst>
            </p:cNvPr>
            <p:cNvSpPr/>
            <p:nvPr/>
          </p:nvSpPr>
          <p:spPr>
            <a:xfrm>
              <a:off x="9277201"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3" name="楕円 52">
              <a:extLst>
                <a:ext uri="{FF2B5EF4-FFF2-40B4-BE49-F238E27FC236}">
                  <a16:creationId xmlns:a16="http://schemas.microsoft.com/office/drawing/2014/main" id="{CD962169-9A4F-A333-F321-D8208F4F7192}"/>
                </a:ext>
              </a:extLst>
            </p:cNvPr>
            <p:cNvSpPr/>
            <p:nvPr/>
          </p:nvSpPr>
          <p:spPr>
            <a:xfrm>
              <a:off x="9625628"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5" name="楕円 54">
              <a:extLst>
                <a:ext uri="{FF2B5EF4-FFF2-40B4-BE49-F238E27FC236}">
                  <a16:creationId xmlns:a16="http://schemas.microsoft.com/office/drawing/2014/main" id="{83A14F5B-B737-18EA-2A3D-556B6FEEA5F3}"/>
                </a:ext>
              </a:extLst>
            </p:cNvPr>
            <p:cNvSpPr/>
            <p:nvPr/>
          </p:nvSpPr>
          <p:spPr>
            <a:xfrm>
              <a:off x="9974055"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7" name="ハート 56">
              <a:extLst>
                <a:ext uri="{FF2B5EF4-FFF2-40B4-BE49-F238E27FC236}">
                  <a16:creationId xmlns:a16="http://schemas.microsoft.com/office/drawing/2014/main" id="{42A7F46D-9CC1-FCAB-CAAB-E85842D78A66}"/>
                </a:ext>
              </a:extLst>
            </p:cNvPr>
            <p:cNvSpPr/>
            <p:nvPr/>
          </p:nvSpPr>
          <p:spPr>
            <a:xfrm>
              <a:off x="8580349"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9" name="ハート 58">
              <a:extLst>
                <a:ext uri="{FF2B5EF4-FFF2-40B4-BE49-F238E27FC236}">
                  <a16:creationId xmlns:a16="http://schemas.microsoft.com/office/drawing/2014/main" id="{4742AE96-87D2-2AD2-BA20-9DB0F8764060}"/>
                </a:ext>
              </a:extLst>
            </p:cNvPr>
            <p:cNvSpPr/>
            <p:nvPr/>
          </p:nvSpPr>
          <p:spPr>
            <a:xfrm>
              <a:off x="8928775"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5" name="グループ化 4">
            <a:extLst>
              <a:ext uri="{FF2B5EF4-FFF2-40B4-BE49-F238E27FC236}">
                <a16:creationId xmlns:a16="http://schemas.microsoft.com/office/drawing/2014/main" id="{8617D0A5-5902-D9D7-26FA-D91F7EE77933}"/>
              </a:ext>
            </a:extLst>
          </p:cNvPr>
          <p:cNvGrpSpPr/>
          <p:nvPr/>
        </p:nvGrpSpPr>
        <p:grpSpPr>
          <a:xfrm>
            <a:off x="2440821" y="2808079"/>
            <a:ext cx="8486935" cy="1186295"/>
            <a:chOff x="2440821" y="2808079"/>
            <a:chExt cx="8486935" cy="1186295"/>
          </a:xfrm>
        </p:grpSpPr>
        <p:sp>
          <p:nvSpPr>
            <p:cNvPr id="24" name="六角形 23">
              <a:extLst>
                <a:ext uri="{FF2B5EF4-FFF2-40B4-BE49-F238E27FC236}">
                  <a16:creationId xmlns:a16="http://schemas.microsoft.com/office/drawing/2014/main" id="{A1423488-08FC-3757-5D8D-72AA21C74F66}"/>
                </a:ext>
              </a:extLst>
            </p:cNvPr>
            <p:cNvSpPr/>
            <p:nvPr/>
          </p:nvSpPr>
          <p:spPr>
            <a:xfrm>
              <a:off x="2446087" y="2808079"/>
              <a:ext cx="8481669" cy="1186295"/>
            </a:xfrm>
            <a:prstGeom prst="hexagon">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25" name="六角形 24">
              <a:extLst>
                <a:ext uri="{FF2B5EF4-FFF2-40B4-BE49-F238E27FC236}">
                  <a16:creationId xmlns:a16="http://schemas.microsoft.com/office/drawing/2014/main" id="{B514A5DC-3A51-7A61-826D-AD6529C1DCB6}"/>
                </a:ext>
              </a:extLst>
            </p:cNvPr>
            <p:cNvSpPr/>
            <p:nvPr/>
          </p:nvSpPr>
          <p:spPr>
            <a:xfrm>
              <a:off x="2440821" y="2808079"/>
              <a:ext cx="1649148" cy="1186295"/>
            </a:xfrm>
            <a:prstGeom prst="hexagon">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sp>
        <p:nvSpPr>
          <p:cNvPr id="26" name="テキスト ボックス 25">
            <a:extLst>
              <a:ext uri="{FF2B5EF4-FFF2-40B4-BE49-F238E27FC236}">
                <a16:creationId xmlns:a16="http://schemas.microsoft.com/office/drawing/2014/main" id="{92312962-5DDA-5B09-4A9C-BB9B8B48D181}"/>
              </a:ext>
            </a:extLst>
          </p:cNvPr>
          <p:cNvSpPr txBox="1"/>
          <p:nvPr/>
        </p:nvSpPr>
        <p:spPr>
          <a:xfrm>
            <a:off x="2711397" y="3170394"/>
            <a:ext cx="1107996" cy="461665"/>
          </a:xfrm>
          <a:prstGeom prst="rect">
            <a:avLst/>
          </a:prstGeom>
          <a:noFill/>
        </p:spPr>
        <p:txBody>
          <a:bodyPr wrap="none" rtlCol="0">
            <a:spAutoFit/>
          </a:bodyPr>
          <a:lstStyle/>
          <a:p>
            <a:pPr algn="ctr"/>
            <a:r>
              <a:rPr lang="en-US" altLang="ja-JP" sz="2400" b="1" dirty="0">
                <a:solidFill>
                  <a:schemeClr val="bg1">
                    <a:lumMod val="95000"/>
                  </a:schemeClr>
                </a:solidFill>
                <a:latin typeface="原稿用標準書体" panose="03000503000000000000" pitchFamily="66" charset="-128"/>
                <a:ea typeface="原稿用標準書体" panose="03000503000000000000" pitchFamily="66" charset="-128"/>
              </a:rPr>
              <a:t>SAVE01</a:t>
            </a:r>
            <a:endParaRPr kumimoji="1" lang="ja-JP" altLang="en-US" sz="3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67" name="グループ化 66">
            <a:extLst>
              <a:ext uri="{FF2B5EF4-FFF2-40B4-BE49-F238E27FC236}">
                <a16:creationId xmlns:a16="http://schemas.microsoft.com/office/drawing/2014/main" id="{B237C08F-8587-13DD-DA3F-BCF20D6E5FA0}"/>
              </a:ext>
            </a:extLst>
          </p:cNvPr>
          <p:cNvGrpSpPr/>
          <p:nvPr/>
        </p:nvGrpSpPr>
        <p:grpSpPr>
          <a:xfrm>
            <a:off x="8214158" y="3276866"/>
            <a:ext cx="2380516" cy="289960"/>
            <a:chOff x="8231923" y="1510868"/>
            <a:chExt cx="2380516" cy="289960"/>
          </a:xfrm>
        </p:grpSpPr>
        <p:sp>
          <p:nvSpPr>
            <p:cNvPr id="68" name="楕円 67">
              <a:extLst>
                <a:ext uri="{FF2B5EF4-FFF2-40B4-BE49-F238E27FC236}">
                  <a16:creationId xmlns:a16="http://schemas.microsoft.com/office/drawing/2014/main" id="{76EA7AF9-E528-1063-0411-E999A81A082A}"/>
                </a:ext>
              </a:extLst>
            </p:cNvPr>
            <p:cNvSpPr/>
            <p:nvPr/>
          </p:nvSpPr>
          <p:spPr>
            <a:xfrm>
              <a:off x="10322479" y="1510868"/>
              <a:ext cx="289960" cy="289960"/>
            </a:xfrm>
            <a:prstGeom prst="ellipse">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69" name="ハート 68">
              <a:extLst>
                <a:ext uri="{FF2B5EF4-FFF2-40B4-BE49-F238E27FC236}">
                  <a16:creationId xmlns:a16="http://schemas.microsoft.com/office/drawing/2014/main" id="{9ACCA075-333F-8402-446E-928A3CC8F7A8}"/>
                </a:ext>
              </a:extLst>
            </p:cNvPr>
            <p:cNvSpPr/>
            <p:nvPr/>
          </p:nvSpPr>
          <p:spPr>
            <a:xfrm>
              <a:off x="8231923"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0" name="楕円 69">
              <a:extLst>
                <a:ext uri="{FF2B5EF4-FFF2-40B4-BE49-F238E27FC236}">
                  <a16:creationId xmlns:a16="http://schemas.microsoft.com/office/drawing/2014/main" id="{F9961D91-A22A-4E13-89E2-77EC88913CF4}"/>
                </a:ext>
              </a:extLst>
            </p:cNvPr>
            <p:cNvSpPr/>
            <p:nvPr/>
          </p:nvSpPr>
          <p:spPr>
            <a:xfrm>
              <a:off x="9277201"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1" name="楕円 70">
              <a:extLst>
                <a:ext uri="{FF2B5EF4-FFF2-40B4-BE49-F238E27FC236}">
                  <a16:creationId xmlns:a16="http://schemas.microsoft.com/office/drawing/2014/main" id="{566FEBA1-83F2-4933-FC37-503D52C1E146}"/>
                </a:ext>
              </a:extLst>
            </p:cNvPr>
            <p:cNvSpPr/>
            <p:nvPr/>
          </p:nvSpPr>
          <p:spPr>
            <a:xfrm>
              <a:off x="9625628"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2" name="楕円 71">
              <a:extLst>
                <a:ext uri="{FF2B5EF4-FFF2-40B4-BE49-F238E27FC236}">
                  <a16:creationId xmlns:a16="http://schemas.microsoft.com/office/drawing/2014/main" id="{C7B2FAD7-DA85-1BF3-DBD1-F7ED1BCE1F84}"/>
                </a:ext>
              </a:extLst>
            </p:cNvPr>
            <p:cNvSpPr/>
            <p:nvPr/>
          </p:nvSpPr>
          <p:spPr>
            <a:xfrm>
              <a:off x="9974055"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3" name="ハート 72">
              <a:extLst>
                <a:ext uri="{FF2B5EF4-FFF2-40B4-BE49-F238E27FC236}">
                  <a16:creationId xmlns:a16="http://schemas.microsoft.com/office/drawing/2014/main" id="{F88517DB-8E1C-727B-F79D-3E21A50419EA}"/>
                </a:ext>
              </a:extLst>
            </p:cNvPr>
            <p:cNvSpPr/>
            <p:nvPr/>
          </p:nvSpPr>
          <p:spPr>
            <a:xfrm>
              <a:off x="8580349"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4" name="ハート 73">
              <a:extLst>
                <a:ext uri="{FF2B5EF4-FFF2-40B4-BE49-F238E27FC236}">
                  <a16:creationId xmlns:a16="http://schemas.microsoft.com/office/drawing/2014/main" id="{38975909-12FE-A605-4E32-E610CE2B10E8}"/>
                </a:ext>
              </a:extLst>
            </p:cNvPr>
            <p:cNvSpPr/>
            <p:nvPr/>
          </p:nvSpPr>
          <p:spPr>
            <a:xfrm>
              <a:off x="8928775"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30" name="テキスト ボックス 29">
            <a:extLst>
              <a:ext uri="{FF2B5EF4-FFF2-40B4-BE49-F238E27FC236}">
                <a16:creationId xmlns:a16="http://schemas.microsoft.com/office/drawing/2014/main" id="{E90C3C4C-FD66-5CF7-0669-968670A1DCB3}"/>
              </a:ext>
            </a:extLst>
          </p:cNvPr>
          <p:cNvSpPr txBox="1"/>
          <p:nvPr/>
        </p:nvSpPr>
        <p:spPr>
          <a:xfrm>
            <a:off x="2711397" y="4799943"/>
            <a:ext cx="1107996" cy="461665"/>
          </a:xfrm>
          <a:prstGeom prst="rect">
            <a:avLst/>
          </a:prstGeom>
          <a:noFill/>
        </p:spPr>
        <p:txBody>
          <a:bodyPr wrap="none" rtlCol="0">
            <a:spAutoFit/>
          </a:bodyPr>
          <a:lstStyle/>
          <a:p>
            <a:pPr algn="ctr"/>
            <a:r>
              <a:rPr lang="en-US" altLang="ja-JP" sz="2400" b="1" dirty="0">
                <a:solidFill>
                  <a:schemeClr val="bg1">
                    <a:lumMod val="95000"/>
                  </a:schemeClr>
                </a:solidFill>
                <a:latin typeface="原稿用標準書体" panose="03000503000000000000" pitchFamily="66" charset="-128"/>
                <a:ea typeface="原稿用標準書体" panose="03000503000000000000" pitchFamily="66" charset="-128"/>
              </a:rPr>
              <a:t>SAVE02</a:t>
            </a:r>
            <a:endParaRPr kumimoji="1" lang="ja-JP" altLang="en-US" sz="3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96" name="グループ化 95">
            <a:extLst>
              <a:ext uri="{FF2B5EF4-FFF2-40B4-BE49-F238E27FC236}">
                <a16:creationId xmlns:a16="http://schemas.microsoft.com/office/drawing/2014/main" id="{D1E78F7D-F2BF-328B-A120-4B1A9F482E18}"/>
              </a:ext>
            </a:extLst>
          </p:cNvPr>
          <p:cNvGrpSpPr/>
          <p:nvPr/>
        </p:nvGrpSpPr>
        <p:grpSpPr>
          <a:xfrm>
            <a:off x="2440821" y="6067176"/>
            <a:ext cx="8486935" cy="1186295"/>
            <a:chOff x="1526425" y="935293"/>
            <a:chExt cx="8486935" cy="1186295"/>
          </a:xfrm>
        </p:grpSpPr>
        <p:sp>
          <p:nvSpPr>
            <p:cNvPr id="112" name="六角形 111">
              <a:extLst>
                <a:ext uri="{FF2B5EF4-FFF2-40B4-BE49-F238E27FC236}">
                  <a16:creationId xmlns:a16="http://schemas.microsoft.com/office/drawing/2014/main" id="{29DC528C-9930-58DF-1AA2-EB4E7B91914F}"/>
                </a:ext>
              </a:extLst>
            </p:cNvPr>
            <p:cNvSpPr/>
            <p:nvPr/>
          </p:nvSpPr>
          <p:spPr>
            <a:xfrm>
              <a:off x="1531691" y="935293"/>
              <a:ext cx="8481669" cy="1186295"/>
            </a:xfrm>
            <a:prstGeom prst="hexagon">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13" name="六角形 112">
              <a:extLst>
                <a:ext uri="{FF2B5EF4-FFF2-40B4-BE49-F238E27FC236}">
                  <a16:creationId xmlns:a16="http://schemas.microsoft.com/office/drawing/2014/main" id="{539A5CCB-54C3-A1C9-C277-2AA616DA3338}"/>
                </a:ext>
              </a:extLst>
            </p:cNvPr>
            <p:cNvSpPr/>
            <p:nvPr/>
          </p:nvSpPr>
          <p:spPr>
            <a:xfrm>
              <a:off x="1526425" y="935293"/>
              <a:ext cx="1649148" cy="1186295"/>
            </a:xfrm>
            <a:prstGeom prst="hexagon">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14" name="テキスト ボックス 113">
              <a:extLst>
                <a:ext uri="{FF2B5EF4-FFF2-40B4-BE49-F238E27FC236}">
                  <a16:creationId xmlns:a16="http://schemas.microsoft.com/office/drawing/2014/main" id="{A858E242-09BD-10EB-E1EF-42B0223D2153}"/>
                </a:ext>
              </a:extLst>
            </p:cNvPr>
            <p:cNvSpPr txBox="1"/>
            <p:nvPr/>
          </p:nvSpPr>
          <p:spPr>
            <a:xfrm>
              <a:off x="1797001" y="1297608"/>
              <a:ext cx="1107996" cy="461665"/>
            </a:xfrm>
            <a:prstGeom prst="rect">
              <a:avLst/>
            </a:prstGeom>
            <a:noFill/>
          </p:spPr>
          <p:txBody>
            <a:bodyPr wrap="none" rtlCol="0">
              <a:spAutoFit/>
            </a:bodyPr>
            <a:lstStyle/>
            <a:p>
              <a:pPr algn="ctr"/>
              <a:r>
                <a:rPr lang="en-US" altLang="ja-JP" sz="2400" b="1" dirty="0">
                  <a:solidFill>
                    <a:schemeClr val="bg1">
                      <a:lumMod val="95000"/>
                    </a:schemeClr>
                  </a:solidFill>
                  <a:latin typeface="原稿用標準書体" panose="03000503000000000000" pitchFamily="66" charset="-128"/>
                  <a:ea typeface="原稿用標準書体" panose="03000503000000000000" pitchFamily="66" charset="-128"/>
                </a:rPr>
                <a:t>SAVE03</a:t>
              </a:r>
              <a:endParaRPr kumimoji="1" lang="ja-JP" altLang="en-US" sz="3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100" name="グループ化 99">
            <a:extLst>
              <a:ext uri="{FF2B5EF4-FFF2-40B4-BE49-F238E27FC236}">
                <a16:creationId xmlns:a16="http://schemas.microsoft.com/office/drawing/2014/main" id="{6026A23B-3428-12E0-EF6B-8609FD84DE35}"/>
              </a:ext>
            </a:extLst>
          </p:cNvPr>
          <p:cNvGrpSpPr/>
          <p:nvPr/>
        </p:nvGrpSpPr>
        <p:grpSpPr>
          <a:xfrm>
            <a:off x="8214158" y="6535963"/>
            <a:ext cx="2380516" cy="289960"/>
            <a:chOff x="8231923" y="1510868"/>
            <a:chExt cx="2380516" cy="289960"/>
          </a:xfrm>
        </p:grpSpPr>
        <p:sp>
          <p:nvSpPr>
            <p:cNvPr id="101" name="楕円 100">
              <a:extLst>
                <a:ext uri="{FF2B5EF4-FFF2-40B4-BE49-F238E27FC236}">
                  <a16:creationId xmlns:a16="http://schemas.microsoft.com/office/drawing/2014/main" id="{4A97AD65-E98A-5568-7C39-3BC8139EB4E7}"/>
                </a:ext>
              </a:extLst>
            </p:cNvPr>
            <p:cNvSpPr/>
            <p:nvPr/>
          </p:nvSpPr>
          <p:spPr>
            <a:xfrm>
              <a:off x="10322479"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2" name="ハート 101">
              <a:extLst>
                <a:ext uri="{FF2B5EF4-FFF2-40B4-BE49-F238E27FC236}">
                  <a16:creationId xmlns:a16="http://schemas.microsoft.com/office/drawing/2014/main" id="{56F968D2-71C6-8C2D-ACC5-76255ED6BC18}"/>
                </a:ext>
              </a:extLst>
            </p:cNvPr>
            <p:cNvSpPr/>
            <p:nvPr/>
          </p:nvSpPr>
          <p:spPr>
            <a:xfrm>
              <a:off x="8231923"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3" name="楕円 102">
              <a:extLst>
                <a:ext uri="{FF2B5EF4-FFF2-40B4-BE49-F238E27FC236}">
                  <a16:creationId xmlns:a16="http://schemas.microsoft.com/office/drawing/2014/main" id="{889D1E78-E0B2-4925-06B7-2322FF1EBB82}"/>
                </a:ext>
              </a:extLst>
            </p:cNvPr>
            <p:cNvSpPr/>
            <p:nvPr/>
          </p:nvSpPr>
          <p:spPr>
            <a:xfrm>
              <a:off x="9277201"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4" name="楕円 103">
              <a:extLst>
                <a:ext uri="{FF2B5EF4-FFF2-40B4-BE49-F238E27FC236}">
                  <a16:creationId xmlns:a16="http://schemas.microsoft.com/office/drawing/2014/main" id="{01832929-E6F6-4B7E-459C-DF57E87B9304}"/>
                </a:ext>
              </a:extLst>
            </p:cNvPr>
            <p:cNvSpPr/>
            <p:nvPr/>
          </p:nvSpPr>
          <p:spPr>
            <a:xfrm>
              <a:off x="9625628"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5" name="楕円 104">
              <a:extLst>
                <a:ext uri="{FF2B5EF4-FFF2-40B4-BE49-F238E27FC236}">
                  <a16:creationId xmlns:a16="http://schemas.microsoft.com/office/drawing/2014/main" id="{153AC531-18F0-16C9-B749-F27C9AD509DC}"/>
                </a:ext>
              </a:extLst>
            </p:cNvPr>
            <p:cNvSpPr/>
            <p:nvPr/>
          </p:nvSpPr>
          <p:spPr>
            <a:xfrm>
              <a:off x="9974055"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6" name="ハート 105">
              <a:extLst>
                <a:ext uri="{FF2B5EF4-FFF2-40B4-BE49-F238E27FC236}">
                  <a16:creationId xmlns:a16="http://schemas.microsoft.com/office/drawing/2014/main" id="{3BD2CFFF-23C1-A9DE-DABD-2F96CB5DBDD3}"/>
                </a:ext>
              </a:extLst>
            </p:cNvPr>
            <p:cNvSpPr/>
            <p:nvPr/>
          </p:nvSpPr>
          <p:spPr>
            <a:xfrm>
              <a:off x="8580349"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7" name="ハート 106">
              <a:extLst>
                <a:ext uri="{FF2B5EF4-FFF2-40B4-BE49-F238E27FC236}">
                  <a16:creationId xmlns:a16="http://schemas.microsoft.com/office/drawing/2014/main" id="{00F6D120-DA99-4033-F5A9-7154D8A76EFF}"/>
                </a:ext>
              </a:extLst>
            </p:cNvPr>
            <p:cNvSpPr/>
            <p:nvPr/>
          </p:nvSpPr>
          <p:spPr>
            <a:xfrm>
              <a:off x="8928775"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10" name="グループ化 9">
            <a:extLst>
              <a:ext uri="{FF2B5EF4-FFF2-40B4-BE49-F238E27FC236}">
                <a16:creationId xmlns:a16="http://schemas.microsoft.com/office/drawing/2014/main" id="{C8AD6EA9-7FB0-97D4-FDE1-5613228E3BB8}"/>
              </a:ext>
            </a:extLst>
          </p:cNvPr>
          <p:cNvGrpSpPr/>
          <p:nvPr/>
        </p:nvGrpSpPr>
        <p:grpSpPr>
          <a:xfrm>
            <a:off x="4266558" y="2945547"/>
            <a:ext cx="3256407" cy="963346"/>
            <a:chOff x="4260533" y="2945547"/>
            <a:chExt cx="3256407" cy="963346"/>
          </a:xfrm>
        </p:grpSpPr>
        <p:grpSp>
          <p:nvGrpSpPr>
            <p:cNvPr id="66" name="グループ化 65">
              <a:extLst>
                <a:ext uri="{FF2B5EF4-FFF2-40B4-BE49-F238E27FC236}">
                  <a16:creationId xmlns:a16="http://schemas.microsoft.com/office/drawing/2014/main" id="{3C268EA6-8946-2BA3-CB04-4132762B87C2}"/>
                </a:ext>
              </a:extLst>
            </p:cNvPr>
            <p:cNvGrpSpPr/>
            <p:nvPr/>
          </p:nvGrpSpPr>
          <p:grpSpPr>
            <a:xfrm>
              <a:off x="4260533" y="2945547"/>
              <a:ext cx="3069555" cy="400110"/>
              <a:chOff x="4472608" y="1805236"/>
              <a:chExt cx="3069555" cy="400110"/>
            </a:xfrm>
          </p:grpSpPr>
          <p:sp>
            <p:nvSpPr>
              <p:cNvPr id="75" name="テキスト ボックス 74">
                <a:extLst>
                  <a:ext uri="{FF2B5EF4-FFF2-40B4-BE49-F238E27FC236}">
                    <a16:creationId xmlns:a16="http://schemas.microsoft.com/office/drawing/2014/main" id="{32ADE165-6D20-6955-64C0-3AAB8CF70071}"/>
                  </a:ext>
                </a:extLst>
              </p:cNvPr>
              <p:cNvSpPr txBox="1"/>
              <p:nvPr/>
            </p:nvSpPr>
            <p:spPr>
              <a:xfrm>
                <a:off x="4472608" y="1866792"/>
                <a:ext cx="595035" cy="338554"/>
              </a:xfrm>
              <a:prstGeom prst="rect">
                <a:avLst/>
              </a:prstGeom>
              <a:noFill/>
            </p:spPr>
            <p:txBody>
              <a:bodyPr wrap="none" rtlCol="0">
                <a:spAutoFit/>
              </a:bodyPr>
              <a:lstStyle/>
              <a:p>
                <a:pPr algn="ctr"/>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Date</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76" name="テキスト ボックス 75">
                <a:extLst>
                  <a:ext uri="{FF2B5EF4-FFF2-40B4-BE49-F238E27FC236}">
                    <a16:creationId xmlns:a16="http://schemas.microsoft.com/office/drawing/2014/main" id="{4D4E9AA7-A909-7542-DEBC-812DA17D82C7}"/>
                  </a:ext>
                </a:extLst>
              </p:cNvPr>
              <p:cNvSpPr txBox="1"/>
              <p:nvPr/>
            </p:nvSpPr>
            <p:spPr>
              <a:xfrm>
                <a:off x="5177413" y="1805236"/>
                <a:ext cx="2364750" cy="400110"/>
              </a:xfrm>
              <a:prstGeom prst="rect">
                <a:avLst/>
              </a:prstGeom>
              <a:noFill/>
            </p:spPr>
            <p:txBody>
              <a:bodyPr wrap="none" rtlCol="0">
                <a:spAutoFit/>
              </a:bodyPr>
              <a:lstStyle/>
              <a:p>
                <a:pPr algn="ctr"/>
                <a:r>
                  <a:rPr lang="en-US" altLang="ja-JP"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YYYY/MM/DD</a:t>
                </a:r>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　</a:t>
                </a:r>
                <a:r>
                  <a:rPr lang="en-US" altLang="ja-JP" sz="2000" dirty="0" err="1">
                    <a:solidFill>
                      <a:schemeClr val="tx1">
                        <a:lumMod val="85000"/>
                        <a:lumOff val="15000"/>
                      </a:schemeClr>
                    </a:solidFill>
                    <a:latin typeface="原稿用標準書体" panose="03000503000000000000" pitchFamily="66" charset="-128"/>
                    <a:ea typeface="原稿用標準書体" panose="03000503000000000000" pitchFamily="66" charset="-128"/>
                  </a:rPr>
                  <a:t>HH:mm</a:t>
                </a:r>
                <a:endParaRPr kumimoji="1"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9" name="グループ化 8">
              <a:extLst>
                <a:ext uri="{FF2B5EF4-FFF2-40B4-BE49-F238E27FC236}">
                  <a16:creationId xmlns:a16="http://schemas.microsoft.com/office/drawing/2014/main" id="{B496F42A-BE83-9C82-03CE-97C83DACF508}"/>
                </a:ext>
              </a:extLst>
            </p:cNvPr>
            <p:cNvGrpSpPr/>
            <p:nvPr/>
          </p:nvGrpSpPr>
          <p:grpSpPr>
            <a:xfrm>
              <a:off x="4260535" y="3493560"/>
              <a:ext cx="3256405" cy="415333"/>
              <a:chOff x="4260535" y="3493560"/>
              <a:chExt cx="3256405" cy="415333"/>
            </a:xfrm>
          </p:grpSpPr>
          <p:sp>
            <p:nvSpPr>
              <p:cNvPr id="3" name="テキスト ボックス 2">
                <a:extLst>
                  <a:ext uri="{FF2B5EF4-FFF2-40B4-BE49-F238E27FC236}">
                    <a16:creationId xmlns:a16="http://schemas.microsoft.com/office/drawing/2014/main" id="{00851242-FA49-3642-6C89-964DCA359D50}"/>
                  </a:ext>
                </a:extLst>
              </p:cNvPr>
              <p:cNvSpPr txBox="1"/>
              <p:nvPr/>
            </p:nvSpPr>
            <p:spPr>
              <a:xfrm>
                <a:off x="4260535" y="3493560"/>
                <a:ext cx="1005403" cy="338554"/>
              </a:xfrm>
              <a:prstGeom prst="rect">
                <a:avLst/>
              </a:prstGeom>
              <a:noFill/>
            </p:spPr>
            <p:txBody>
              <a:bodyPr wrap="none" rtlCol="0">
                <a:spAutoFit/>
              </a:bodyPr>
              <a:lstStyle/>
              <a:p>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PlayTime</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6" name="テキスト ボックス 5">
                <a:extLst>
                  <a:ext uri="{FF2B5EF4-FFF2-40B4-BE49-F238E27FC236}">
                    <a16:creationId xmlns:a16="http://schemas.microsoft.com/office/drawing/2014/main" id="{BF419F26-6F24-6220-354C-3380AB7E9F9A}"/>
                  </a:ext>
                </a:extLst>
              </p:cNvPr>
              <p:cNvSpPr txBox="1"/>
              <p:nvPr/>
            </p:nvSpPr>
            <p:spPr>
              <a:xfrm>
                <a:off x="5323133" y="3508783"/>
                <a:ext cx="889945" cy="400110"/>
              </a:xfrm>
              <a:prstGeom prst="rect">
                <a:avLst/>
              </a:prstGeom>
              <a:noFill/>
            </p:spPr>
            <p:txBody>
              <a:bodyPr wrap="square">
                <a:spAutoFit/>
              </a:bodyPr>
              <a:lstStyle/>
              <a:p>
                <a:r>
                  <a:rPr lang="en-US" altLang="ja-JP" sz="2000">
                    <a:solidFill>
                      <a:schemeClr val="tx1">
                        <a:lumMod val="85000"/>
                        <a:lumOff val="15000"/>
                      </a:schemeClr>
                    </a:solidFill>
                    <a:latin typeface="原稿用標準書体" panose="03000503000000000000" pitchFamily="66" charset="-128"/>
                    <a:ea typeface="原稿用標準書体" panose="03000503000000000000" pitchFamily="66" charset="-128"/>
                  </a:rPr>
                  <a:t>HH:mm</a:t>
                </a:r>
                <a:endParaRPr lang="ja-JP" altLang="en-US"/>
              </a:p>
            </p:txBody>
          </p:sp>
          <p:sp>
            <p:nvSpPr>
              <p:cNvPr id="8" name="テキスト ボックス 7">
                <a:extLst>
                  <a:ext uri="{FF2B5EF4-FFF2-40B4-BE49-F238E27FC236}">
                    <a16:creationId xmlns:a16="http://schemas.microsoft.com/office/drawing/2014/main" id="{E187FD2F-5229-AF4C-CEDE-C941D772402F}"/>
                  </a:ext>
                </a:extLst>
              </p:cNvPr>
              <p:cNvSpPr txBox="1"/>
              <p:nvPr/>
            </p:nvSpPr>
            <p:spPr>
              <a:xfrm>
                <a:off x="6408944" y="3493560"/>
                <a:ext cx="1107996" cy="338554"/>
              </a:xfrm>
              <a:prstGeom prst="rect">
                <a:avLst/>
              </a:prstGeom>
              <a:noFill/>
            </p:spPr>
            <p:txBody>
              <a:bodyPr wrap="none" rtlCol="0">
                <a:spAutoFit/>
              </a:bodyPr>
              <a:lstStyle/>
              <a:p>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Chapter</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 </a:t>
                </a:r>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0</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grpSp>
        <p:nvGrpSpPr>
          <p:cNvPr id="11" name="グループ化 10">
            <a:extLst>
              <a:ext uri="{FF2B5EF4-FFF2-40B4-BE49-F238E27FC236}">
                <a16:creationId xmlns:a16="http://schemas.microsoft.com/office/drawing/2014/main" id="{837ED8D0-6211-F1D3-99E9-A1D854B5AD83}"/>
              </a:ext>
            </a:extLst>
          </p:cNvPr>
          <p:cNvGrpSpPr/>
          <p:nvPr/>
        </p:nvGrpSpPr>
        <p:grpSpPr>
          <a:xfrm>
            <a:off x="4266558" y="1290004"/>
            <a:ext cx="3256407" cy="963346"/>
            <a:chOff x="4260533" y="2945547"/>
            <a:chExt cx="3256407" cy="963346"/>
          </a:xfrm>
        </p:grpSpPr>
        <p:grpSp>
          <p:nvGrpSpPr>
            <p:cNvPr id="12" name="グループ化 11">
              <a:extLst>
                <a:ext uri="{FF2B5EF4-FFF2-40B4-BE49-F238E27FC236}">
                  <a16:creationId xmlns:a16="http://schemas.microsoft.com/office/drawing/2014/main" id="{E8685F31-424B-42F8-ECB3-C01A4F654E88}"/>
                </a:ext>
              </a:extLst>
            </p:cNvPr>
            <p:cNvGrpSpPr/>
            <p:nvPr/>
          </p:nvGrpSpPr>
          <p:grpSpPr>
            <a:xfrm>
              <a:off x="4260533" y="2945547"/>
              <a:ext cx="3069555" cy="400110"/>
              <a:chOff x="4472608" y="1805236"/>
              <a:chExt cx="3069555" cy="400110"/>
            </a:xfrm>
          </p:grpSpPr>
          <p:sp>
            <p:nvSpPr>
              <p:cNvPr id="19" name="テキスト ボックス 18">
                <a:extLst>
                  <a:ext uri="{FF2B5EF4-FFF2-40B4-BE49-F238E27FC236}">
                    <a16:creationId xmlns:a16="http://schemas.microsoft.com/office/drawing/2014/main" id="{EC8C315D-C916-5F5F-E1D3-28F8393FCC11}"/>
                  </a:ext>
                </a:extLst>
              </p:cNvPr>
              <p:cNvSpPr txBox="1"/>
              <p:nvPr/>
            </p:nvSpPr>
            <p:spPr>
              <a:xfrm>
                <a:off x="4472608" y="1866792"/>
                <a:ext cx="595035" cy="338554"/>
              </a:xfrm>
              <a:prstGeom prst="rect">
                <a:avLst/>
              </a:prstGeom>
              <a:noFill/>
            </p:spPr>
            <p:txBody>
              <a:bodyPr wrap="none" rtlCol="0">
                <a:spAutoFit/>
              </a:bodyPr>
              <a:lstStyle/>
              <a:p>
                <a:pPr algn="ctr"/>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Date</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21" name="テキスト ボックス 20">
                <a:extLst>
                  <a:ext uri="{FF2B5EF4-FFF2-40B4-BE49-F238E27FC236}">
                    <a16:creationId xmlns:a16="http://schemas.microsoft.com/office/drawing/2014/main" id="{988B0BE4-D32A-5009-5FAE-6CF4734FAD2B}"/>
                  </a:ext>
                </a:extLst>
              </p:cNvPr>
              <p:cNvSpPr txBox="1"/>
              <p:nvPr/>
            </p:nvSpPr>
            <p:spPr>
              <a:xfrm>
                <a:off x="5177413" y="1805236"/>
                <a:ext cx="2364750" cy="400110"/>
              </a:xfrm>
              <a:prstGeom prst="rect">
                <a:avLst/>
              </a:prstGeom>
              <a:noFill/>
            </p:spPr>
            <p:txBody>
              <a:bodyPr wrap="none" rtlCol="0">
                <a:spAutoFit/>
              </a:bodyPr>
              <a:lstStyle/>
              <a:p>
                <a:pPr algn="ctr"/>
                <a:r>
                  <a:rPr lang="en-US" altLang="ja-JP"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YYYY/MM/DD</a:t>
                </a:r>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　</a:t>
                </a:r>
                <a:r>
                  <a:rPr lang="en-US" altLang="ja-JP" sz="2000" dirty="0" err="1">
                    <a:solidFill>
                      <a:schemeClr val="tx1">
                        <a:lumMod val="85000"/>
                        <a:lumOff val="15000"/>
                      </a:schemeClr>
                    </a:solidFill>
                    <a:latin typeface="原稿用標準書体" panose="03000503000000000000" pitchFamily="66" charset="-128"/>
                    <a:ea typeface="原稿用標準書体" panose="03000503000000000000" pitchFamily="66" charset="-128"/>
                  </a:rPr>
                  <a:t>HH:mm</a:t>
                </a:r>
                <a:endParaRPr kumimoji="1"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14" name="グループ化 13">
              <a:extLst>
                <a:ext uri="{FF2B5EF4-FFF2-40B4-BE49-F238E27FC236}">
                  <a16:creationId xmlns:a16="http://schemas.microsoft.com/office/drawing/2014/main" id="{78E19AF3-54BE-6410-6E85-0E3A87242EEA}"/>
                </a:ext>
              </a:extLst>
            </p:cNvPr>
            <p:cNvGrpSpPr/>
            <p:nvPr/>
          </p:nvGrpSpPr>
          <p:grpSpPr>
            <a:xfrm>
              <a:off x="4260535" y="3493560"/>
              <a:ext cx="3256405" cy="415333"/>
              <a:chOff x="4260535" y="3493560"/>
              <a:chExt cx="3256405" cy="415333"/>
            </a:xfrm>
          </p:grpSpPr>
          <p:sp>
            <p:nvSpPr>
              <p:cNvPr id="15" name="テキスト ボックス 14">
                <a:extLst>
                  <a:ext uri="{FF2B5EF4-FFF2-40B4-BE49-F238E27FC236}">
                    <a16:creationId xmlns:a16="http://schemas.microsoft.com/office/drawing/2014/main" id="{020D1095-79BE-C40A-1F37-31ED7023BA98}"/>
                  </a:ext>
                </a:extLst>
              </p:cNvPr>
              <p:cNvSpPr txBox="1"/>
              <p:nvPr/>
            </p:nvSpPr>
            <p:spPr>
              <a:xfrm>
                <a:off x="4260535" y="3493560"/>
                <a:ext cx="1005403" cy="338554"/>
              </a:xfrm>
              <a:prstGeom prst="rect">
                <a:avLst/>
              </a:prstGeom>
              <a:noFill/>
            </p:spPr>
            <p:txBody>
              <a:bodyPr wrap="none" rtlCol="0">
                <a:spAutoFit/>
              </a:bodyPr>
              <a:lstStyle/>
              <a:p>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PlayTime</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6" name="テキスト ボックス 15">
                <a:extLst>
                  <a:ext uri="{FF2B5EF4-FFF2-40B4-BE49-F238E27FC236}">
                    <a16:creationId xmlns:a16="http://schemas.microsoft.com/office/drawing/2014/main" id="{D26D7673-6D19-A392-0A18-38129ACEF4EC}"/>
                  </a:ext>
                </a:extLst>
              </p:cNvPr>
              <p:cNvSpPr txBox="1"/>
              <p:nvPr/>
            </p:nvSpPr>
            <p:spPr>
              <a:xfrm>
                <a:off x="5323133" y="3508783"/>
                <a:ext cx="889945" cy="400110"/>
              </a:xfrm>
              <a:prstGeom prst="rect">
                <a:avLst/>
              </a:prstGeom>
              <a:noFill/>
            </p:spPr>
            <p:txBody>
              <a:bodyPr wrap="square">
                <a:spAutoFit/>
              </a:bodyPr>
              <a:lstStyle/>
              <a:p>
                <a:r>
                  <a:rPr lang="en-US" altLang="ja-JP" sz="2000">
                    <a:solidFill>
                      <a:schemeClr val="tx1">
                        <a:lumMod val="85000"/>
                        <a:lumOff val="15000"/>
                      </a:schemeClr>
                    </a:solidFill>
                    <a:latin typeface="原稿用標準書体" panose="03000503000000000000" pitchFamily="66" charset="-128"/>
                    <a:ea typeface="原稿用標準書体" panose="03000503000000000000" pitchFamily="66" charset="-128"/>
                  </a:rPr>
                  <a:t>HH:mm</a:t>
                </a:r>
                <a:endParaRPr lang="ja-JP" altLang="en-US"/>
              </a:p>
            </p:txBody>
          </p:sp>
          <p:sp>
            <p:nvSpPr>
              <p:cNvPr id="18" name="テキスト ボックス 17">
                <a:extLst>
                  <a:ext uri="{FF2B5EF4-FFF2-40B4-BE49-F238E27FC236}">
                    <a16:creationId xmlns:a16="http://schemas.microsoft.com/office/drawing/2014/main" id="{3EE176D6-0FB1-759A-0C12-2176447D2FB5}"/>
                  </a:ext>
                </a:extLst>
              </p:cNvPr>
              <p:cNvSpPr txBox="1"/>
              <p:nvPr/>
            </p:nvSpPr>
            <p:spPr>
              <a:xfrm>
                <a:off x="6408944" y="3493560"/>
                <a:ext cx="1107996" cy="338554"/>
              </a:xfrm>
              <a:prstGeom prst="rect">
                <a:avLst/>
              </a:prstGeom>
              <a:noFill/>
            </p:spPr>
            <p:txBody>
              <a:bodyPr wrap="none" rtlCol="0">
                <a:spAutoFit/>
              </a:bodyPr>
              <a:lstStyle/>
              <a:p>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Chapter</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 </a:t>
                </a:r>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0</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grpSp>
        <p:nvGrpSpPr>
          <p:cNvPr id="32" name="グループ化 31">
            <a:extLst>
              <a:ext uri="{FF2B5EF4-FFF2-40B4-BE49-F238E27FC236}">
                <a16:creationId xmlns:a16="http://schemas.microsoft.com/office/drawing/2014/main" id="{9D77AF14-89B5-FB8F-ED40-424E3B3233BE}"/>
              </a:ext>
            </a:extLst>
          </p:cNvPr>
          <p:cNvGrpSpPr/>
          <p:nvPr/>
        </p:nvGrpSpPr>
        <p:grpSpPr>
          <a:xfrm>
            <a:off x="4266558" y="6178650"/>
            <a:ext cx="3256407" cy="963346"/>
            <a:chOff x="4260533" y="2945547"/>
            <a:chExt cx="3256407" cy="963346"/>
          </a:xfrm>
        </p:grpSpPr>
        <p:grpSp>
          <p:nvGrpSpPr>
            <p:cNvPr id="34" name="グループ化 33">
              <a:extLst>
                <a:ext uri="{FF2B5EF4-FFF2-40B4-BE49-F238E27FC236}">
                  <a16:creationId xmlns:a16="http://schemas.microsoft.com/office/drawing/2014/main" id="{F510FB17-3A78-4486-6DDF-C105C10DE7A9}"/>
                </a:ext>
              </a:extLst>
            </p:cNvPr>
            <p:cNvGrpSpPr/>
            <p:nvPr/>
          </p:nvGrpSpPr>
          <p:grpSpPr>
            <a:xfrm>
              <a:off x="4260533" y="2945547"/>
              <a:ext cx="3069555" cy="400110"/>
              <a:chOff x="4472608" y="1805236"/>
              <a:chExt cx="3069555" cy="400110"/>
            </a:xfrm>
          </p:grpSpPr>
          <p:sp>
            <p:nvSpPr>
              <p:cNvPr id="42" name="テキスト ボックス 41">
                <a:extLst>
                  <a:ext uri="{FF2B5EF4-FFF2-40B4-BE49-F238E27FC236}">
                    <a16:creationId xmlns:a16="http://schemas.microsoft.com/office/drawing/2014/main" id="{8B73E28A-606A-F6CE-50CE-E904A6EE98D7}"/>
                  </a:ext>
                </a:extLst>
              </p:cNvPr>
              <p:cNvSpPr txBox="1"/>
              <p:nvPr/>
            </p:nvSpPr>
            <p:spPr>
              <a:xfrm>
                <a:off x="4472608" y="1866792"/>
                <a:ext cx="595035" cy="338554"/>
              </a:xfrm>
              <a:prstGeom prst="rect">
                <a:avLst/>
              </a:prstGeom>
              <a:noFill/>
            </p:spPr>
            <p:txBody>
              <a:bodyPr wrap="none" rtlCol="0">
                <a:spAutoFit/>
              </a:bodyPr>
              <a:lstStyle/>
              <a:p>
                <a:pPr algn="ctr"/>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Date</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43" name="テキスト ボックス 42">
                <a:extLst>
                  <a:ext uri="{FF2B5EF4-FFF2-40B4-BE49-F238E27FC236}">
                    <a16:creationId xmlns:a16="http://schemas.microsoft.com/office/drawing/2014/main" id="{8E918CA7-9A15-5056-D118-FAE47F27BC83}"/>
                  </a:ext>
                </a:extLst>
              </p:cNvPr>
              <p:cNvSpPr txBox="1"/>
              <p:nvPr/>
            </p:nvSpPr>
            <p:spPr>
              <a:xfrm>
                <a:off x="5177413" y="1805236"/>
                <a:ext cx="2364750" cy="400110"/>
              </a:xfrm>
              <a:prstGeom prst="rect">
                <a:avLst/>
              </a:prstGeom>
              <a:noFill/>
            </p:spPr>
            <p:txBody>
              <a:bodyPr wrap="none" rtlCol="0">
                <a:spAutoFit/>
              </a:bodyPr>
              <a:lstStyle/>
              <a:p>
                <a:pPr algn="ctr"/>
                <a:r>
                  <a:rPr lang="en-US" altLang="ja-JP"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YYYY/MM/DD</a:t>
                </a:r>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　</a:t>
                </a:r>
                <a:r>
                  <a:rPr lang="en-US" altLang="ja-JP" sz="2000" dirty="0" err="1">
                    <a:solidFill>
                      <a:schemeClr val="tx1">
                        <a:lumMod val="85000"/>
                        <a:lumOff val="15000"/>
                      </a:schemeClr>
                    </a:solidFill>
                    <a:latin typeface="原稿用標準書体" panose="03000503000000000000" pitchFamily="66" charset="-128"/>
                    <a:ea typeface="原稿用標準書体" panose="03000503000000000000" pitchFamily="66" charset="-128"/>
                  </a:rPr>
                  <a:t>HH:mm</a:t>
                </a:r>
                <a:endParaRPr kumimoji="1"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36" name="グループ化 35">
              <a:extLst>
                <a:ext uri="{FF2B5EF4-FFF2-40B4-BE49-F238E27FC236}">
                  <a16:creationId xmlns:a16="http://schemas.microsoft.com/office/drawing/2014/main" id="{4ACFB0A5-1B13-2996-F9E8-324745E762F6}"/>
                </a:ext>
              </a:extLst>
            </p:cNvPr>
            <p:cNvGrpSpPr/>
            <p:nvPr/>
          </p:nvGrpSpPr>
          <p:grpSpPr>
            <a:xfrm>
              <a:off x="4260535" y="3493560"/>
              <a:ext cx="3256405" cy="415333"/>
              <a:chOff x="4260535" y="3493560"/>
              <a:chExt cx="3256405" cy="415333"/>
            </a:xfrm>
          </p:grpSpPr>
          <p:sp>
            <p:nvSpPr>
              <p:cNvPr id="37" name="テキスト ボックス 36">
                <a:extLst>
                  <a:ext uri="{FF2B5EF4-FFF2-40B4-BE49-F238E27FC236}">
                    <a16:creationId xmlns:a16="http://schemas.microsoft.com/office/drawing/2014/main" id="{B9B2777B-2421-8084-FB7C-171683317BF0}"/>
                  </a:ext>
                </a:extLst>
              </p:cNvPr>
              <p:cNvSpPr txBox="1"/>
              <p:nvPr/>
            </p:nvSpPr>
            <p:spPr>
              <a:xfrm>
                <a:off x="4260535" y="3493560"/>
                <a:ext cx="1005403" cy="338554"/>
              </a:xfrm>
              <a:prstGeom prst="rect">
                <a:avLst/>
              </a:prstGeom>
              <a:noFill/>
            </p:spPr>
            <p:txBody>
              <a:bodyPr wrap="none" rtlCol="0">
                <a:spAutoFit/>
              </a:bodyPr>
              <a:lstStyle/>
              <a:p>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PlayTime</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40" name="テキスト ボックス 39">
                <a:extLst>
                  <a:ext uri="{FF2B5EF4-FFF2-40B4-BE49-F238E27FC236}">
                    <a16:creationId xmlns:a16="http://schemas.microsoft.com/office/drawing/2014/main" id="{721C85B6-21DF-074A-3107-8AB016293D95}"/>
                  </a:ext>
                </a:extLst>
              </p:cNvPr>
              <p:cNvSpPr txBox="1"/>
              <p:nvPr/>
            </p:nvSpPr>
            <p:spPr>
              <a:xfrm>
                <a:off x="5323133" y="3508783"/>
                <a:ext cx="889945" cy="400110"/>
              </a:xfrm>
              <a:prstGeom prst="rect">
                <a:avLst/>
              </a:prstGeom>
              <a:noFill/>
            </p:spPr>
            <p:txBody>
              <a:bodyPr wrap="square">
                <a:spAutoFit/>
              </a:bodyPr>
              <a:lstStyle/>
              <a:p>
                <a:r>
                  <a:rPr lang="en-US" altLang="ja-JP" sz="2000">
                    <a:solidFill>
                      <a:schemeClr val="tx1">
                        <a:lumMod val="85000"/>
                        <a:lumOff val="15000"/>
                      </a:schemeClr>
                    </a:solidFill>
                    <a:latin typeface="原稿用標準書体" panose="03000503000000000000" pitchFamily="66" charset="-128"/>
                    <a:ea typeface="原稿用標準書体" panose="03000503000000000000" pitchFamily="66" charset="-128"/>
                  </a:rPr>
                  <a:t>HH:mm</a:t>
                </a:r>
                <a:endParaRPr lang="ja-JP" altLang="en-US"/>
              </a:p>
            </p:txBody>
          </p:sp>
          <p:sp>
            <p:nvSpPr>
              <p:cNvPr id="41" name="テキスト ボックス 40">
                <a:extLst>
                  <a:ext uri="{FF2B5EF4-FFF2-40B4-BE49-F238E27FC236}">
                    <a16:creationId xmlns:a16="http://schemas.microsoft.com/office/drawing/2014/main" id="{0286973B-2C7C-B085-9C00-3F3360261F39}"/>
                  </a:ext>
                </a:extLst>
              </p:cNvPr>
              <p:cNvSpPr txBox="1"/>
              <p:nvPr/>
            </p:nvSpPr>
            <p:spPr>
              <a:xfrm>
                <a:off x="6408944" y="3493560"/>
                <a:ext cx="1107996" cy="338554"/>
              </a:xfrm>
              <a:prstGeom prst="rect">
                <a:avLst/>
              </a:prstGeom>
              <a:noFill/>
            </p:spPr>
            <p:txBody>
              <a:bodyPr wrap="none" rtlCol="0">
                <a:spAutoFit/>
              </a:bodyPr>
              <a:lstStyle/>
              <a:p>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Chapter</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 </a:t>
                </a:r>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0</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grpSp>
        <p:nvGrpSpPr>
          <p:cNvPr id="44" name="グループ化 43">
            <a:extLst>
              <a:ext uri="{FF2B5EF4-FFF2-40B4-BE49-F238E27FC236}">
                <a16:creationId xmlns:a16="http://schemas.microsoft.com/office/drawing/2014/main" id="{7951ECC5-C581-D880-C040-86F04887D440}"/>
              </a:ext>
            </a:extLst>
          </p:cNvPr>
          <p:cNvGrpSpPr/>
          <p:nvPr/>
        </p:nvGrpSpPr>
        <p:grpSpPr>
          <a:xfrm>
            <a:off x="169071" y="5261608"/>
            <a:ext cx="1975684" cy="1396119"/>
            <a:chOff x="163586" y="134635"/>
            <a:chExt cx="1975684" cy="1396119"/>
          </a:xfrm>
        </p:grpSpPr>
        <p:grpSp>
          <p:nvGrpSpPr>
            <p:cNvPr id="46" name="グループ化 45">
              <a:extLst>
                <a:ext uri="{FF2B5EF4-FFF2-40B4-BE49-F238E27FC236}">
                  <a16:creationId xmlns:a16="http://schemas.microsoft.com/office/drawing/2014/main" id="{99E444A2-3757-1750-49C3-84074D5C6A0F}"/>
                </a:ext>
              </a:extLst>
            </p:cNvPr>
            <p:cNvGrpSpPr/>
            <p:nvPr/>
          </p:nvGrpSpPr>
          <p:grpSpPr>
            <a:xfrm>
              <a:off x="163586" y="134635"/>
              <a:ext cx="1975684" cy="1396119"/>
              <a:chOff x="163586" y="134635"/>
              <a:chExt cx="1975684" cy="1396119"/>
            </a:xfrm>
          </p:grpSpPr>
          <p:pic>
            <p:nvPicPr>
              <p:cNvPr id="52" name="図 51">
                <a:extLst>
                  <a:ext uri="{FF2B5EF4-FFF2-40B4-BE49-F238E27FC236}">
                    <a16:creationId xmlns:a16="http://schemas.microsoft.com/office/drawing/2014/main" id="{CCC5652C-2D58-B704-760E-5788C639336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54" name="楕円 53">
                <a:extLst>
                  <a:ext uri="{FF2B5EF4-FFF2-40B4-BE49-F238E27FC236}">
                    <a16:creationId xmlns:a16="http://schemas.microsoft.com/office/drawing/2014/main" id="{FD498F46-3B93-4593-8E85-D2971B33151C}"/>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50" name="図 49">
              <a:extLst>
                <a:ext uri="{FF2B5EF4-FFF2-40B4-BE49-F238E27FC236}">
                  <a16:creationId xmlns:a16="http://schemas.microsoft.com/office/drawing/2014/main" id="{E0095C3D-02B6-57D9-66AE-F4B7EDC78AE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Tree>
    <p:extLst>
      <p:ext uri="{BB962C8B-B14F-4D97-AF65-F5344CB8AC3E}">
        <p14:creationId xmlns:p14="http://schemas.microsoft.com/office/powerpoint/2010/main" val="233522490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733F4E-59C0-A97C-2D1C-DBF3DB0853AB}"/>
            </a:ext>
          </a:extLst>
        </p:cNvPr>
        <p:cNvGrpSpPr/>
        <p:nvPr/>
      </p:nvGrpSpPr>
      <p:grpSpPr>
        <a:xfrm>
          <a:off x="0" y="0"/>
          <a:ext cx="0" cy="0"/>
          <a:chOff x="0" y="0"/>
          <a:chExt cx="0" cy="0"/>
        </a:xfrm>
      </p:grpSpPr>
      <p:sp>
        <p:nvSpPr>
          <p:cNvPr id="5" name="テキスト ボックス 4">
            <a:extLst>
              <a:ext uri="{FF2B5EF4-FFF2-40B4-BE49-F238E27FC236}">
                <a16:creationId xmlns:a16="http://schemas.microsoft.com/office/drawing/2014/main" id="{E7D189A2-820B-0737-F94F-39DF94D0C47D}"/>
              </a:ext>
            </a:extLst>
          </p:cNvPr>
          <p:cNvSpPr txBox="1"/>
          <p:nvPr/>
        </p:nvSpPr>
        <p:spPr>
          <a:xfrm>
            <a:off x="3048383" y="2967335"/>
            <a:ext cx="6095234" cy="923330"/>
          </a:xfrm>
          <a:prstGeom prst="rect">
            <a:avLst/>
          </a:prstGeom>
          <a:noFill/>
        </p:spPr>
        <p:txBody>
          <a:bodyPr wrap="square">
            <a:spAutoFit/>
          </a:bodyPr>
          <a:lstStyle/>
          <a:p>
            <a:pPr algn="ctr"/>
            <a:r>
              <a:rPr kumimoji="1" lang="ja-JP" altLang="en-US" sz="5400">
                <a:solidFill>
                  <a:schemeClr val="bg1">
                    <a:lumMod val="85000"/>
                  </a:schemeClr>
                </a:solidFill>
                <a:latin typeface="瀞ノグリッチ黒体 H1" pitchFamily="50" charset="-128"/>
                <a:ea typeface="瀞ノグリッチ黒体 H1" pitchFamily="50" charset="-128"/>
              </a:rPr>
              <a:t>ホーム</a:t>
            </a:r>
            <a:endParaRPr kumimoji="1" lang="ja-JP" altLang="en-US" sz="5400" dirty="0">
              <a:solidFill>
                <a:schemeClr val="bg1">
                  <a:lumMod val="85000"/>
                </a:schemeClr>
              </a:solidFill>
              <a:latin typeface="瀞ノグリッチ黒体 H1" pitchFamily="50" charset="-128"/>
              <a:ea typeface="瀞ノグリッチ黒体 H1" pitchFamily="50" charset="-128"/>
            </a:endParaRPr>
          </a:p>
        </p:txBody>
      </p:sp>
    </p:spTree>
    <p:extLst>
      <p:ext uri="{BB962C8B-B14F-4D97-AF65-F5344CB8AC3E}">
        <p14:creationId xmlns:p14="http://schemas.microsoft.com/office/powerpoint/2010/main" val="170579070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a:extLst>
            <a:ext uri="{FF2B5EF4-FFF2-40B4-BE49-F238E27FC236}">
              <a16:creationId xmlns:a16="http://schemas.microsoft.com/office/drawing/2014/main" id="{9028A43B-3E34-9E45-9452-5885F47AE30A}"/>
            </a:ext>
          </a:extLst>
        </p:cNvPr>
        <p:cNvGrpSpPr/>
        <p:nvPr/>
      </p:nvGrpSpPr>
      <p:grpSpPr>
        <a:xfrm>
          <a:off x="0" y="0"/>
          <a:ext cx="0" cy="0"/>
          <a:chOff x="0" y="0"/>
          <a:chExt cx="0" cy="0"/>
        </a:xfrm>
      </p:grpSpPr>
      <p:sp>
        <p:nvSpPr>
          <p:cNvPr id="22" name="楕円 21">
            <a:extLst>
              <a:ext uri="{FF2B5EF4-FFF2-40B4-BE49-F238E27FC236}">
                <a16:creationId xmlns:a16="http://schemas.microsoft.com/office/drawing/2014/main" id="{C7F4FA05-98F1-456B-2DEC-877873915282}"/>
              </a:ext>
            </a:extLst>
          </p:cNvPr>
          <p:cNvSpPr/>
          <p:nvPr/>
        </p:nvSpPr>
        <p:spPr>
          <a:xfrm>
            <a:off x="8844505" y="4536806"/>
            <a:ext cx="911928" cy="911928"/>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楕円 14">
            <a:extLst>
              <a:ext uri="{FF2B5EF4-FFF2-40B4-BE49-F238E27FC236}">
                <a16:creationId xmlns:a16="http://schemas.microsoft.com/office/drawing/2014/main" id="{7EDFD56F-58A9-2B00-E80D-F181E0FA06AC}"/>
              </a:ext>
            </a:extLst>
          </p:cNvPr>
          <p:cNvSpPr/>
          <p:nvPr/>
        </p:nvSpPr>
        <p:spPr>
          <a:xfrm>
            <a:off x="10313307" y="4536806"/>
            <a:ext cx="911928" cy="911928"/>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3" name="図 2">
            <a:extLst>
              <a:ext uri="{FF2B5EF4-FFF2-40B4-BE49-F238E27FC236}">
                <a16:creationId xmlns:a16="http://schemas.microsoft.com/office/drawing/2014/main" id="{ACFE8EB7-2402-0B7C-4863-54EF002E700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443025" y="914113"/>
            <a:ext cx="5305951" cy="7490029"/>
          </a:xfrm>
          <a:prstGeom prst="rect">
            <a:avLst/>
          </a:prstGeom>
        </p:spPr>
      </p:pic>
      <p:sp>
        <p:nvSpPr>
          <p:cNvPr id="6" name="四角形: 角を丸くする 5">
            <a:extLst>
              <a:ext uri="{FF2B5EF4-FFF2-40B4-BE49-F238E27FC236}">
                <a16:creationId xmlns:a16="http://schemas.microsoft.com/office/drawing/2014/main" id="{D1F93ECD-80CA-81A6-433A-9C5F0BE14B36}"/>
              </a:ext>
            </a:extLst>
          </p:cNvPr>
          <p:cNvSpPr/>
          <p:nvPr/>
        </p:nvSpPr>
        <p:spPr>
          <a:xfrm>
            <a:off x="431675" y="5656233"/>
            <a:ext cx="11328651" cy="914400"/>
          </a:xfrm>
          <a:prstGeom prst="roundRect">
            <a:avLst>
              <a:gd name="adj" fmla="val 4803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10" name="四角形: 角を丸くする 9">
            <a:extLst>
              <a:ext uri="{FF2B5EF4-FFF2-40B4-BE49-F238E27FC236}">
                <a16:creationId xmlns:a16="http://schemas.microsoft.com/office/drawing/2014/main" id="{489A3534-1A6D-B6FB-9651-D2AA3C4655F0}"/>
              </a:ext>
            </a:extLst>
          </p:cNvPr>
          <p:cNvSpPr/>
          <p:nvPr/>
        </p:nvSpPr>
        <p:spPr>
          <a:xfrm>
            <a:off x="989774" y="5640918"/>
            <a:ext cx="1338828" cy="914400"/>
          </a:xfrm>
          <a:prstGeom prst="roundRect">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pic>
        <p:nvPicPr>
          <p:cNvPr id="4" name="図 3">
            <a:extLst>
              <a:ext uri="{FF2B5EF4-FFF2-40B4-BE49-F238E27FC236}">
                <a16:creationId xmlns:a16="http://schemas.microsoft.com/office/drawing/2014/main" id="{F59F06D5-7D1B-29A5-EF2A-249F46B19E27}"/>
              </a:ext>
            </a:extLst>
          </p:cNvPr>
          <p:cNvPicPr>
            <a:picLocks noChangeAspect="1"/>
          </p:cNvPicPr>
          <p:nvPr/>
        </p:nvPicPr>
        <p:blipFill>
          <a:blip r:embed="rId4">
            <a:extLst>
              <a:ext uri="{28A0092B-C50C-407E-A947-70E740481C1C}">
                <a14:useLocalDpi xmlns:a14="http://schemas.microsoft.com/office/drawing/2010/main" val="0"/>
              </a:ext>
            </a:extLst>
          </a:blip>
          <a:srcRect l="59639" t="36782" r="20854" b="36420"/>
          <a:stretch>
            <a:fillRect/>
          </a:stretch>
        </p:blipFill>
        <p:spPr>
          <a:xfrm>
            <a:off x="10785553" y="134635"/>
            <a:ext cx="1104697" cy="1138172"/>
          </a:xfrm>
          <a:prstGeom prst="rect">
            <a:avLst/>
          </a:prstGeom>
        </p:spPr>
      </p:pic>
      <p:sp>
        <p:nvSpPr>
          <p:cNvPr id="11" name="テキスト ボックス 10">
            <a:extLst>
              <a:ext uri="{FF2B5EF4-FFF2-40B4-BE49-F238E27FC236}">
                <a16:creationId xmlns:a16="http://schemas.microsoft.com/office/drawing/2014/main" id="{AA933FA5-FDD6-04D3-A9EB-4208DCBC1989}"/>
              </a:ext>
            </a:extLst>
          </p:cNvPr>
          <p:cNvSpPr txBox="1"/>
          <p:nvPr/>
        </p:nvSpPr>
        <p:spPr>
          <a:xfrm>
            <a:off x="10089424" y="5040238"/>
            <a:ext cx="1338828" cy="369332"/>
          </a:xfrm>
          <a:prstGeom prst="rect">
            <a:avLst/>
          </a:prstGeom>
          <a:noFill/>
        </p:spPr>
        <p:txBody>
          <a:bodyPr wrap="none" rtlCol="0">
            <a:spAutoFit/>
          </a:bodyPr>
          <a:lstStyle/>
          <a:p>
            <a:pPr algn="ctr"/>
            <a:r>
              <a:rPr lang="ja-JP" altLang="en-US" b="1" dirty="0">
                <a:ln w="9525">
                  <a:noFill/>
                </a:ln>
                <a:solidFill>
                  <a:srgbClr val="FF00FF"/>
                </a:solidFill>
                <a:effectLst>
                  <a:glow rad="50800">
                    <a:schemeClr val="bg1">
                      <a:lumMod val="95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rPr>
              <a:t>ミッション</a:t>
            </a:r>
            <a:endParaRPr kumimoji="1" lang="ja-JP" altLang="en-US" b="1" dirty="0">
              <a:ln w="9525">
                <a:noFill/>
              </a:ln>
              <a:solidFill>
                <a:srgbClr val="FF00FF"/>
              </a:solidFill>
              <a:effectLst>
                <a:glow rad="50800">
                  <a:schemeClr val="bg1">
                    <a:lumMod val="95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4" name="テキスト ボックス 13">
            <a:extLst>
              <a:ext uri="{FF2B5EF4-FFF2-40B4-BE49-F238E27FC236}">
                <a16:creationId xmlns:a16="http://schemas.microsoft.com/office/drawing/2014/main" id="{E459A494-A186-FBE0-69FD-598625B22B28}"/>
              </a:ext>
            </a:extLst>
          </p:cNvPr>
          <p:cNvSpPr txBox="1"/>
          <p:nvPr/>
        </p:nvSpPr>
        <p:spPr>
          <a:xfrm>
            <a:off x="1165119"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6" name="テキスト ボックス 15">
            <a:extLst>
              <a:ext uri="{FF2B5EF4-FFF2-40B4-BE49-F238E27FC236}">
                <a16:creationId xmlns:a16="http://schemas.microsoft.com/office/drawing/2014/main" id="{FE8A18FD-4B54-F39D-2D95-D52E92BD9ED2}"/>
              </a:ext>
            </a:extLst>
          </p:cNvPr>
          <p:cNvSpPr txBox="1"/>
          <p:nvPr/>
        </p:nvSpPr>
        <p:spPr>
          <a:xfrm flipH="1">
            <a:off x="529243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9" name="テキスト ボックス 18">
            <a:extLst>
              <a:ext uri="{FF2B5EF4-FFF2-40B4-BE49-F238E27FC236}">
                <a16:creationId xmlns:a16="http://schemas.microsoft.com/office/drawing/2014/main" id="{1ACF5933-857D-F3F5-4D30-937B8700D623}"/>
              </a:ext>
            </a:extLst>
          </p:cNvPr>
          <p:cNvSpPr txBox="1"/>
          <p:nvPr/>
        </p:nvSpPr>
        <p:spPr>
          <a:xfrm>
            <a:off x="284405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9" name="テキスト ボックス 8">
            <a:extLst>
              <a:ext uri="{FF2B5EF4-FFF2-40B4-BE49-F238E27FC236}">
                <a16:creationId xmlns:a16="http://schemas.microsoft.com/office/drawing/2014/main" id="{61240DCE-50A5-BF61-A82D-E4B6DAD291E6}"/>
              </a:ext>
            </a:extLst>
          </p:cNvPr>
          <p:cNvSpPr txBox="1"/>
          <p:nvPr/>
        </p:nvSpPr>
        <p:spPr>
          <a:xfrm>
            <a:off x="8393833"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 name="テキスト ボックス 4">
            <a:extLst>
              <a:ext uri="{FF2B5EF4-FFF2-40B4-BE49-F238E27FC236}">
                <a16:creationId xmlns:a16="http://schemas.microsoft.com/office/drawing/2014/main" id="{9C15D5A8-2B30-36AE-DA9E-E00ED61CD881}"/>
              </a:ext>
            </a:extLst>
          </p:cNvPr>
          <p:cNvSpPr txBox="1"/>
          <p:nvPr/>
        </p:nvSpPr>
        <p:spPr>
          <a:xfrm>
            <a:off x="6714895"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2" name="テキスト ボックス 31">
            <a:extLst>
              <a:ext uri="{FF2B5EF4-FFF2-40B4-BE49-F238E27FC236}">
                <a16:creationId xmlns:a16="http://schemas.microsoft.com/office/drawing/2014/main" id="{08C1F25F-EF29-5189-2408-7B7BDA1B3826}"/>
              </a:ext>
            </a:extLst>
          </p:cNvPr>
          <p:cNvSpPr txBox="1"/>
          <p:nvPr/>
        </p:nvSpPr>
        <p:spPr>
          <a:xfrm flipH="1">
            <a:off x="9816293" y="5913378"/>
            <a:ext cx="1210588"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7" name="四角形: 角を丸くする 16">
            <a:extLst>
              <a:ext uri="{FF2B5EF4-FFF2-40B4-BE49-F238E27FC236}">
                <a16:creationId xmlns:a16="http://schemas.microsoft.com/office/drawing/2014/main" id="{E5A0C4F3-77CE-3465-F321-6CBAD1EA7E7F}"/>
              </a:ext>
            </a:extLst>
          </p:cNvPr>
          <p:cNvSpPr/>
          <p:nvPr/>
        </p:nvSpPr>
        <p:spPr>
          <a:xfrm>
            <a:off x="567559" y="504494"/>
            <a:ext cx="3414360" cy="914400"/>
          </a:xfrm>
          <a:prstGeom prst="roundRect">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テキスト ボックス 19">
            <a:extLst>
              <a:ext uri="{FF2B5EF4-FFF2-40B4-BE49-F238E27FC236}">
                <a16:creationId xmlns:a16="http://schemas.microsoft.com/office/drawing/2014/main" id="{C46056D8-88D8-41F5-9E37-243A646C8C4D}"/>
              </a:ext>
            </a:extLst>
          </p:cNvPr>
          <p:cNvSpPr txBox="1"/>
          <p:nvPr/>
        </p:nvSpPr>
        <p:spPr>
          <a:xfrm>
            <a:off x="1156484" y="761639"/>
            <a:ext cx="2236510" cy="400110"/>
          </a:xfrm>
          <a:prstGeom prst="rect">
            <a:avLst/>
          </a:prstGeom>
          <a:noFill/>
        </p:spPr>
        <p:txBody>
          <a:bodyPr wrap="none" rtlCol="0">
            <a:spAutoFit/>
          </a:bodyPr>
          <a:lstStyle/>
          <a:p>
            <a:r>
              <a:rPr lang="ja-JP" altLang="en-US" sz="20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メインミッション</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1" name="楕円 30">
            <a:extLst>
              <a:ext uri="{FF2B5EF4-FFF2-40B4-BE49-F238E27FC236}">
                <a16:creationId xmlns:a16="http://schemas.microsoft.com/office/drawing/2014/main" id="{A4FFACF7-0442-D28E-3B55-EE5805AD2922}"/>
              </a:ext>
            </a:extLst>
          </p:cNvPr>
          <p:cNvSpPr/>
          <p:nvPr/>
        </p:nvSpPr>
        <p:spPr>
          <a:xfrm>
            <a:off x="9676741" y="293295"/>
            <a:ext cx="791128" cy="791128"/>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34" name="図 33">
            <a:extLst>
              <a:ext uri="{FF2B5EF4-FFF2-40B4-BE49-F238E27FC236}">
                <a16:creationId xmlns:a16="http://schemas.microsoft.com/office/drawing/2014/main" id="{45CF75CA-4900-B27F-CE6E-48B0A470875B}"/>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824112" y="460379"/>
            <a:ext cx="491958" cy="377616"/>
          </a:xfrm>
          <a:prstGeom prst="rect">
            <a:avLst/>
          </a:prstGeom>
        </p:spPr>
      </p:pic>
      <p:sp>
        <p:nvSpPr>
          <p:cNvPr id="53" name="楕円 52">
            <a:extLst>
              <a:ext uri="{FF2B5EF4-FFF2-40B4-BE49-F238E27FC236}">
                <a16:creationId xmlns:a16="http://schemas.microsoft.com/office/drawing/2014/main" id="{A5D777E8-2193-386E-2BAA-F1EA3797E6F5}"/>
              </a:ext>
            </a:extLst>
          </p:cNvPr>
          <p:cNvSpPr/>
          <p:nvPr/>
        </p:nvSpPr>
        <p:spPr>
          <a:xfrm>
            <a:off x="8664745" y="293295"/>
            <a:ext cx="791128" cy="791128"/>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61" name="グループ化 60">
            <a:extLst>
              <a:ext uri="{FF2B5EF4-FFF2-40B4-BE49-F238E27FC236}">
                <a16:creationId xmlns:a16="http://schemas.microsoft.com/office/drawing/2014/main" id="{538E2402-E9C0-86CC-355C-0C9758E970F1}"/>
              </a:ext>
            </a:extLst>
          </p:cNvPr>
          <p:cNvGrpSpPr/>
          <p:nvPr/>
        </p:nvGrpSpPr>
        <p:grpSpPr>
          <a:xfrm>
            <a:off x="8844932" y="481731"/>
            <a:ext cx="419156" cy="437613"/>
            <a:chOff x="7930527" y="463715"/>
            <a:chExt cx="419156" cy="437613"/>
          </a:xfrm>
        </p:grpSpPr>
        <p:grpSp>
          <p:nvGrpSpPr>
            <p:cNvPr id="57" name="グループ化 56">
              <a:extLst>
                <a:ext uri="{FF2B5EF4-FFF2-40B4-BE49-F238E27FC236}">
                  <a16:creationId xmlns:a16="http://schemas.microsoft.com/office/drawing/2014/main" id="{11F86FDE-400E-F6F0-C52E-BEF75452CFBC}"/>
                </a:ext>
              </a:extLst>
            </p:cNvPr>
            <p:cNvGrpSpPr/>
            <p:nvPr/>
          </p:nvGrpSpPr>
          <p:grpSpPr>
            <a:xfrm>
              <a:off x="7930527" y="463715"/>
              <a:ext cx="174927" cy="437613"/>
              <a:chOff x="7930527" y="462528"/>
              <a:chExt cx="174927" cy="437613"/>
            </a:xfrm>
          </p:grpSpPr>
          <p:sp>
            <p:nvSpPr>
              <p:cNvPr id="54" name="L 字 53">
                <a:extLst>
                  <a:ext uri="{FF2B5EF4-FFF2-40B4-BE49-F238E27FC236}">
                    <a16:creationId xmlns:a16="http://schemas.microsoft.com/office/drawing/2014/main" id="{1DF3110C-6793-6592-3D80-282FDB6449AA}"/>
                  </a:ext>
                </a:extLst>
              </p:cNvPr>
              <p:cNvSpPr/>
              <p:nvPr/>
            </p:nvSpPr>
            <p:spPr>
              <a:xfrm>
                <a:off x="7930527" y="725214"/>
                <a:ext cx="174927" cy="174927"/>
              </a:xfrm>
              <a:prstGeom prst="corner">
                <a:avLst>
                  <a:gd name="adj1" fmla="val 28808"/>
                  <a:gd name="adj2" fmla="val 29924"/>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6" name="L 字 55">
                <a:extLst>
                  <a:ext uri="{FF2B5EF4-FFF2-40B4-BE49-F238E27FC236}">
                    <a16:creationId xmlns:a16="http://schemas.microsoft.com/office/drawing/2014/main" id="{7994252E-F073-B02A-3679-6098167530DF}"/>
                  </a:ext>
                </a:extLst>
              </p:cNvPr>
              <p:cNvSpPr/>
              <p:nvPr/>
            </p:nvSpPr>
            <p:spPr>
              <a:xfrm flipV="1">
                <a:off x="7930527" y="462528"/>
                <a:ext cx="174927" cy="174927"/>
              </a:xfrm>
              <a:prstGeom prst="corner">
                <a:avLst>
                  <a:gd name="adj1" fmla="val 28808"/>
                  <a:gd name="adj2" fmla="val 29924"/>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58" name="グループ化 57">
              <a:extLst>
                <a:ext uri="{FF2B5EF4-FFF2-40B4-BE49-F238E27FC236}">
                  <a16:creationId xmlns:a16="http://schemas.microsoft.com/office/drawing/2014/main" id="{DF123427-DD01-2056-1FAB-F8A97EB49D2E}"/>
                </a:ext>
              </a:extLst>
            </p:cNvPr>
            <p:cNvGrpSpPr/>
            <p:nvPr/>
          </p:nvGrpSpPr>
          <p:grpSpPr>
            <a:xfrm flipH="1">
              <a:off x="8174756" y="463715"/>
              <a:ext cx="174927" cy="437613"/>
              <a:chOff x="7930527" y="462528"/>
              <a:chExt cx="174927" cy="437613"/>
            </a:xfrm>
          </p:grpSpPr>
          <p:sp>
            <p:nvSpPr>
              <p:cNvPr id="59" name="L 字 58">
                <a:extLst>
                  <a:ext uri="{FF2B5EF4-FFF2-40B4-BE49-F238E27FC236}">
                    <a16:creationId xmlns:a16="http://schemas.microsoft.com/office/drawing/2014/main" id="{C6F3484C-320D-5D55-3DCC-35E1277A70E8}"/>
                  </a:ext>
                </a:extLst>
              </p:cNvPr>
              <p:cNvSpPr/>
              <p:nvPr/>
            </p:nvSpPr>
            <p:spPr>
              <a:xfrm>
                <a:off x="7930527" y="725214"/>
                <a:ext cx="174927" cy="174927"/>
              </a:xfrm>
              <a:prstGeom prst="corner">
                <a:avLst>
                  <a:gd name="adj1" fmla="val 28808"/>
                  <a:gd name="adj2" fmla="val 29924"/>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0" name="L 字 59">
                <a:extLst>
                  <a:ext uri="{FF2B5EF4-FFF2-40B4-BE49-F238E27FC236}">
                    <a16:creationId xmlns:a16="http://schemas.microsoft.com/office/drawing/2014/main" id="{E54A34D9-911E-88DF-8E22-BEB6994356C9}"/>
                  </a:ext>
                </a:extLst>
              </p:cNvPr>
              <p:cNvSpPr/>
              <p:nvPr/>
            </p:nvSpPr>
            <p:spPr>
              <a:xfrm flipV="1">
                <a:off x="7930527" y="462528"/>
                <a:ext cx="174927" cy="174927"/>
              </a:xfrm>
              <a:prstGeom prst="corner">
                <a:avLst>
                  <a:gd name="adj1" fmla="val 28808"/>
                  <a:gd name="adj2" fmla="val 29924"/>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sp>
        <p:nvSpPr>
          <p:cNvPr id="63" name="テキスト ボックス 62">
            <a:extLst>
              <a:ext uri="{FF2B5EF4-FFF2-40B4-BE49-F238E27FC236}">
                <a16:creationId xmlns:a16="http://schemas.microsoft.com/office/drawing/2014/main" id="{34ECD216-462C-668E-67FD-FD142A388978}"/>
              </a:ext>
            </a:extLst>
          </p:cNvPr>
          <p:cNvSpPr txBox="1"/>
          <p:nvPr/>
        </p:nvSpPr>
        <p:spPr>
          <a:xfrm>
            <a:off x="8861888" y="5040238"/>
            <a:ext cx="877163" cy="369332"/>
          </a:xfrm>
          <a:prstGeom prst="rect">
            <a:avLst/>
          </a:prstGeom>
          <a:noFill/>
        </p:spPr>
        <p:txBody>
          <a:bodyPr wrap="none" rtlCol="0">
            <a:spAutoFit/>
          </a:bodyPr>
          <a:lstStyle/>
          <a:p>
            <a:pPr algn="ctr"/>
            <a:r>
              <a:rPr lang="ja-JP" altLang="en-US" b="1" dirty="0">
                <a:solidFill>
                  <a:srgbClr val="FF00FF"/>
                </a:solidFill>
                <a:effectLst>
                  <a:glow rad="50800">
                    <a:schemeClr val="bg1">
                      <a:lumMod val="95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rPr>
              <a:t>セーブ</a:t>
            </a:r>
            <a:endParaRPr kumimoji="1" lang="ja-JP" altLang="en-US" b="1" dirty="0">
              <a:solidFill>
                <a:srgbClr val="FF00FF"/>
              </a:solidFill>
              <a:effectLst>
                <a:glow rad="50800">
                  <a:schemeClr val="bg1">
                    <a:lumMod val="95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pic>
        <p:nvPicPr>
          <p:cNvPr id="12" name="図 11">
            <a:extLst>
              <a:ext uri="{FF2B5EF4-FFF2-40B4-BE49-F238E27FC236}">
                <a16:creationId xmlns:a16="http://schemas.microsoft.com/office/drawing/2014/main" id="{6963C61D-9B01-4B9B-6461-0597352544A2}"/>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0422556" y="4463494"/>
            <a:ext cx="725993" cy="725993"/>
          </a:xfrm>
          <a:prstGeom prst="rect">
            <a:avLst/>
          </a:prstGeom>
        </p:spPr>
      </p:pic>
      <p:pic>
        <p:nvPicPr>
          <p:cNvPr id="24" name="図 23">
            <a:extLst>
              <a:ext uri="{FF2B5EF4-FFF2-40B4-BE49-F238E27FC236}">
                <a16:creationId xmlns:a16="http://schemas.microsoft.com/office/drawing/2014/main" id="{75CEBF3A-8BEC-26AD-7DC9-3F87D183B3AF}"/>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9105832" y="4690759"/>
            <a:ext cx="389274" cy="389274"/>
          </a:xfrm>
          <a:prstGeom prst="rect">
            <a:avLst/>
          </a:prstGeom>
        </p:spPr>
      </p:pic>
      <p:sp>
        <p:nvSpPr>
          <p:cNvPr id="7" name="四角形: 角を丸くする 6">
            <a:extLst>
              <a:ext uri="{FF2B5EF4-FFF2-40B4-BE49-F238E27FC236}">
                <a16:creationId xmlns:a16="http://schemas.microsoft.com/office/drawing/2014/main" id="{10B22108-5802-64C3-5A92-6D954744C7A6}"/>
              </a:ext>
            </a:extLst>
          </p:cNvPr>
          <p:cNvSpPr/>
          <p:nvPr/>
        </p:nvSpPr>
        <p:spPr>
          <a:xfrm>
            <a:off x="803196" y="4081991"/>
            <a:ext cx="2977742" cy="1275835"/>
          </a:xfrm>
          <a:prstGeom prst="roundRect">
            <a:avLst/>
          </a:prstGeom>
          <a:solidFill>
            <a:schemeClr val="bg1">
              <a:lumMod val="50000"/>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テキスト ボックス 12">
            <a:extLst>
              <a:ext uri="{FF2B5EF4-FFF2-40B4-BE49-F238E27FC236}">
                <a16:creationId xmlns:a16="http://schemas.microsoft.com/office/drawing/2014/main" id="{FE330BD7-EAAC-0145-A4BB-EA67284248B4}"/>
              </a:ext>
            </a:extLst>
          </p:cNvPr>
          <p:cNvSpPr txBox="1"/>
          <p:nvPr/>
        </p:nvSpPr>
        <p:spPr>
          <a:xfrm>
            <a:off x="1943254" y="4519853"/>
            <a:ext cx="697627" cy="400110"/>
          </a:xfrm>
          <a:prstGeom prst="rect">
            <a:avLst/>
          </a:prstGeom>
          <a:noFill/>
        </p:spPr>
        <p:txBody>
          <a:bodyPr wrap="none" rtlCol="0">
            <a:spAutoFit/>
          </a:bodyPr>
          <a:lstStyle/>
          <a:p>
            <a:pPr algn="ctr"/>
            <a:r>
              <a:rPr lang="en-US" altLang="ja-JP" sz="20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Tips</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pic>
        <p:nvPicPr>
          <p:cNvPr id="23" name="図 22">
            <a:extLst>
              <a:ext uri="{FF2B5EF4-FFF2-40B4-BE49-F238E27FC236}">
                <a16:creationId xmlns:a16="http://schemas.microsoft.com/office/drawing/2014/main" id="{1C0E653C-3E7C-86BD-AB4C-478234F3E5F8}"/>
              </a:ext>
            </a:extLst>
          </p:cNvPr>
          <p:cNvPicPr>
            <a:picLocks noChangeAspect="1"/>
          </p:cNvPicPr>
          <p:nvPr/>
        </p:nvPicPr>
        <p:blipFill>
          <a:blip r:embed="rId8">
            <a:duotone>
              <a:schemeClr val="accent1">
                <a:shade val="45000"/>
                <a:satMod val="135000"/>
              </a:schemeClr>
              <a:prstClr val="white"/>
            </a:duotone>
            <a:alphaModFix amt="45000"/>
            <a:extLst>
              <a:ext uri="{28A0092B-C50C-407E-A947-70E740481C1C}">
                <a14:useLocalDpi xmlns:a14="http://schemas.microsoft.com/office/drawing/2010/main" val="0"/>
              </a:ext>
            </a:extLst>
          </a:blip>
          <a:stretch>
            <a:fillRect/>
          </a:stretch>
        </p:blipFill>
        <p:spPr>
          <a:xfrm>
            <a:off x="371236" y="2729896"/>
            <a:ext cx="1398209" cy="1398209"/>
          </a:xfrm>
          <a:prstGeom prst="rect">
            <a:avLst/>
          </a:prstGeom>
          <a:effectLst>
            <a:glow rad="88900">
              <a:srgbClr val="FFA4F3">
                <a:alpha val="30000"/>
              </a:srgbClr>
            </a:glow>
          </a:effectLst>
        </p:spPr>
      </p:pic>
      <p:pic>
        <p:nvPicPr>
          <p:cNvPr id="26" name="図 25">
            <a:extLst>
              <a:ext uri="{FF2B5EF4-FFF2-40B4-BE49-F238E27FC236}">
                <a16:creationId xmlns:a16="http://schemas.microsoft.com/office/drawing/2014/main" id="{10A02CFA-F61F-84DA-764A-646EF36AB1E4}"/>
              </a:ext>
            </a:extLst>
          </p:cNvPr>
          <p:cNvPicPr>
            <a:picLocks noChangeAspect="1"/>
          </p:cNvPicPr>
          <p:nvPr/>
        </p:nvPicPr>
        <p:blipFill>
          <a:blip r:embed="rId8">
            <a:duotone>
              <a:schemeClr val="accent1">
                <a:shade val="45000"/>
                <a:satMod val="135000"/>
              </a:schemeClr>
              <a:prstClr val="white"/>
            </a:duotone>
            <a:alphaModFix amt="45000"/>
            <a:extLst>
              <a:ext uri="{28A0092B-C50C-407E-A947-70E740481C1C}">
                <a14:useLocalDpi xmlns:a14="http://schemas.microsoft.com/office/drawing/2010/main" val="0"/>
              </a:ext>
            </a:extLst>
          </a:blip>
          <a:stretch>
            <a:fillRect/>
          </a:stretch>
        </p:blipFill>
        <p:spPr>
          <a:xfrm flipH="1">
            <a:off x="10421587" y="2729895"/>
            <a:ext cx="1398209" cy="1398209"/>
          </a:xfrm>
          <a:prstGeom prst="rect">
            <a:avLst/>
          </a:prstGeom>
          <a:effectLst>
            <a:glow rad="88900">
              <a:srgbClr val="FFA4F3">
                <a:alpha val="30000"/>
              </a:srgbClr>
            </a:glow>
          </a:effectLst>
        </p:spPr>
      </p:pic>
      <p:grpSp>
        <p:nvGrpSpPr>
          <p:cNvPr id="2" name="グループ化 1">
            <a:extLst>
              <a:ext uri="{FF2B5EF4-FFF2-40B4-BE49-F238E27FC236}">
                <a16:creationId xmlns:a16="http://schemas.microsoft.com/office/drawing/2014/main" id="{720DCC9C-AE9A-F6B6-B20F-56863BDDB6D4}"/>
              </a:ext>
            </a:extLst>
          </p:cNvPr>
          <p:cNvGrpSpPr/>
          <p:nvPr/>
        </p:nvGrpSpPr>
        <p:grpSpPr>
          <a:xfrm>
            <a:off x="9955097" y="682678"/>
            <a:ext cx="230130" cy="326302"/>
            <a:chOff x="8812481" y="694218"/>
            <a:chExt cx="1470606" cy="1692464"/>
          </a:xfrm>
          <a:effectLst>
            <a:glow rad="12700">
              <a:schemeClr val="tx1">
                <a:lumMod val="85000"/>
                <a:lumOff val="15000"/>
                <a:alpha val="70000"/>
              </a:schemeClr>
            </a:glow>
          </a:effectLst>
        </p:grpSpPr>
        <p:pic>
          <p:nvPicPr>
            <p:cNvPr id="8" name="図 7">
              <a:extLst>
                <a:ext uri="{FF2B5EF4-FFF2-40B4-BE49-F238E27FC236}">
                  <a16:creationId xmlns:a16="http://schemas.microsoft.com/office/drawing/2014/main" id="{1BD7FC60-5D12-FA22-05F5-139D6E6A169B}"/>
                </a:ext>
              </a:extLst>
            </p:cNvPr>
            <p:cNvPicPr>
              <a:picLocks noChangeAspect="1"/>
            </p:cNvPicPr>
            <p:nvPr/>
          </p:nvPicPr>
          <p:blipFill>
            <a:blip r:embed="rId9">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rot="13959555">
              <a:off x="8830608" y="676091"/>
              <a:ext cx="1282845" cy="1319099"/>
            </a:xfrm>
            <a:prstGeom prst="rect">
              <a:avLst/>
            </a:prstGeom>
          </p:spPr>
        </p:pic>
        <p:pic>
          <p:nvPicPr>
            <p:cNvPr id="18" name="図 17">
              <a:extLst>
                <a:ext uri="{FF2B5EF4-FFF2-40B4-BE49-F238E27FC236}">
                  <a16:creationId xmlns:a16="http://schemas.microsoft.com/office/drawing/2014/main" id="{F030BB84-178A-9EA1-4280-44FF95F636FF}"/>
                </a:ext>
              </a:extLst>
            </p:cNvPr>
            <p:cNvPicPr>
              <a:picLocks noChangeAspect="1"/>
            </p:cNvPicPr>
            <p:nvPr/>
          </p:nvPicPr>
          <p:blipFill>
            <a:blip r:embed="rId9">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rot="13959555" flipH="1" flipV="1">
              <a:off x="8982115" y="1085710"/>
              <a:ext cx="1282845" cy="1319099"/>
            </a:xfrm>
            <a:prstGeom prst="rect">
              <a:avLst/>
            </a:prstGeom>
          </p:spPr>
        </p:pic>
      </p:grpSp>
    </p:spTree>
    <p:extLst>
      <p:ext uri="{BB962C8B-B14F-4D97-AF65-F5344CB8AC3E}">
        <p14:creationId xmlns:p14="http://schemas.microsoft.com/office/powerpoint/2010/main" val="281123348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a:extLst>
            <a:ext uri="{FF2B5EF4-FFF2-40B4-BE49-F238E27FC236}">
              <a16:creationId xmlns:a16="http://schemas.microsoft.com/office/drawing/2014/main" id="{CBE08460-1ABC-2689-4093-B764DDB12120}"/>
            </a:ext>
          </a:extLst>
        </p:cNvPr>
        <p:cNvGrpSpPr/>
        <p:nvPr/>
      </p:nvGrpSpPr>
      <p:grpSpPr>
        <a:xfrm>
          <a:off x="0" y="0"/>
          <a:ext cx="0" cy="0"/>
          <a:chOff x="0" y="0"/>
          <a:chExt cx="0" cy="0"/>
        </a:xfrm>
      </p:grpSpPr>
      <p:sp>
        <p:nvSpPr>
          <p:cNvPr id="22" name="楕円 21">
            <a:extLst>
              <a:ext uri="{FF2B5EF4-FFF2-40B4-BE49-F238E27FC236}">
                <a16:creationId xmlns:a16="http://schemas.microsoft.com/office/drawing/2014/main" id="{9C68ADEF-3E39-600A-9B8E-4D023CB19810}"/>
              </a:ext>
            </a:extLst>
          </p:cNvPr>
          <p:cNvSpPr/>
          <p:nvPr/>
        </p:nvSpPr>
        <p:spPr>
          <a:xfrm>
            <a:off x="8844505" y="4536806"/>
            <a:ext cx="911928" cy="911928"/>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楕円 14">
            <a:extLst>
              <a:ext uri="{FF2B5EF4-FFF2-40B4-BE49-F238E27FC236}">
                <a16:creationId xmlns:a16="http://schemas.microsoft.com/office/drawing/2014/main" id="{F6481633-98B8-59C3-6B7B-831E1F3A1F4F}"/>
              </a:ext>
            </a:extLst>
          </p:cNvPr>
          <p:cNvSpPr/>
          <p:nvPr/>
        </p:nvSpPr>
        <p:spPr>
          <a:xfrm>
            <a:off x="10313307" y="4536806"/>
            <a:ext cx="911928" cy="911928"/>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3" name="図 2">
            <a:extLst>
              <a:ext uri="{FF2B5EF4-FFF2-40B4-BE49-F238E27FC236}">
                <a16:creationId xmlns:a16="http://schemas.microsoft.com/office/drawing/2014/main" id="{F9108DDB-D162-C993-6029-C4F52348A6F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443025" y="914113"/>
            <a:ext cx="5305951" cy="7490029"/>
          </a:xfrm>
          <a:prstGeom prst="rect">
            <a:avLst/>
          </a:prstGeom>
        </p:spPr>
      </p:pic>
      <p:sp>
        <p:nvSpPr>
          <p:cNvPr id="6" name="四角形: 角を丸くする 5">
            <a:extLst>
              <a:ext uri="{FF2B5EF4-FFF2-40B4-BE49-F238E27FC236}">
                <a16:creationId xmlns:a16="http://schemas.microsoft.com/office/drawing/2014/main" id="{2A6D0B04-F202-A19B-5416-63B338F603A8}"/>
              </a:ext>
            </a:extLst>
          </p:cNvPr>
          <p:cNvSpPr/>
          <p:nvPr/>
        </p:nvSpPr>
        <p:spPr>
          <a:xfrm>
            <a:off x="431675" y="5656233"/>
            <a:ext cx="11328651" cy="914400"/>
          </a:xfrm>
          <a:prstGeom prst="roundRect">
            <a:avLst>
              <a:gd name="adj" fmla="val 4803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10" name="四角形: 角を丸くする 9">
            <a:extLst>
              <a:ext uri="{FF2B5EF4-FFF2-40B4-BE49-F238E27FC236}">
                <a16:creationId xmlns:a16="http://schemas.microsoft.com/office/drawing/2014/main" id="{F1292960-D620-C9E3-47E1-C6FEC22668AB}"/>
              </a:ext>
            </a:extLst>
          </p:cNvPr>
          <p:cNvSpPr/>
          <p:nvPr/>
        </p:nvSpPr>
        <p:spPr>
          <a:xfrm>
            <a:off x="989774" y="5640918"/>
            <a:ext cx="1338828" cy="914400"/>
          </a:xfrm>
          <a:prstGeom prst="roundRect">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pic>
        <p:nvPicPr>
          <p:cNvPr id="4" name="図 3">
            <a:extLst>
              <a:ext uri="{FF2B5EF4-FFF2-40B4-BE49-F238E27FC236}">
                <a16:creationId xmlns:a16="http://schemas.microsoft.com/office/drawing/2014/main" id="{0E86EB60-E74B-EFC4-6844-216282C51B56}"/>
              </a:ext>
            </a:extLst>
          </p:cNvPr>
          <p:cNvPicPr>
            <a:picLocks noChangeAspect="1"/>
          </p:cNvPicPr>
          <p:nvPr/>
        </p:nvPicPr>
        <p:blipFill>
          <a:blip r:embed="rId4">
            <a:extLst>
              <a:ext uri="{28A0092B-C50C-407E-A947-70E740481C1C}">
                <a14:useLocalDpi xmlns:a14="http://schemas.microsoft.com/office/drawing/2010/main" val="0"/>
              </a:ext>
            </a:extLst>
          </a:blip>
          <a:srcRect l="59639" t="36782" r="20854" b="36420"/>
          <a:stretch>
            <a:fillRect/>
          </a:stretch>
        </p:blipFill>
        <p:spPr>
          <a:xfrm>
            <a:off x="10785553" y="134635"/>
            <a:ext cx="1104697" cy="1138172"/>
          </a:xfrm>
          <a:prstGeom prst="rect">
            <a:avLst/>
          </a:prstGeom>
        </p:spPr>
      </p:pic>
      <p:sp>
        <p:nvSpPr>
          <p:cNvPr id="11" name="テキスト ボックス 10">
            <a:extLst>
              <a:ext uri="{FF2B5EF4-FFF2-40B4-BE49-F238E27FC236}">
                <a16:creationId xmlns:a16="http://schemas.microsoft.com/office/drawing/2014/main" id="{53A17A16-BB18-662E-805D-A366340B5B5F}"/>
              </a:ext>
            </a:extLst>
          </p:cNvPr>
          <p:cNvSpPr txBox="1"/>
          <p:nvPr/>
        </p:nvSpPr>
        <p:spPr>
          <a:xfrm>
            <a:off x="10089424" y="5040238"/>
            <a:ext cx="1338828" cy="369332"/>
          </a:xfrm>
          <a:prstGeom prst="rect">
            <a:avLst/>
          </a:prstGeom>
          <a:noFill/>
        </p:spPr>
        <p:txBody>
          <a:bodyPr wrap="none" rtlCol="0">
            <a:spAutoFit/>
          </a:bodyPr>
          <a:lstStyle/>
          <a:p>
            <a:pPr algn="ctr"/>
            <a:r>
              <a:rPr lang="ja-JP" altLang="en-US" b="1" dirty="0">
                <a:ln w="9525">
                  <a:noFill/>
                </a:ln>
                <a:solidFill>
                  <a:srgbClr val="FF00FF"/>
                </a:solidFill>
                <a:effectLst>
                  <a:glow rad="50800">
                    <a:schemeClr val="bg1">
                      <a:lumMod val="95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rPr>
              <a:t>ミッション</a:t>
            </a:r>
            <a:endParaRPr kumimoji="1" lang="ja-JP" altLang="en-US" b="1" dirty="0">
              <a:ln w="9525">
                <a:noFill/>
              </a:ln>
              <a:solidFill>
                <a:srgbClr val="FF00FF"/>
              </a:solidFill>
              <a:effectLst>
                <a:glow rad="50800">
                  <a:schemeClr val="bg1">
                    <a:lumMod val="95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4" name="テキスト ボックス 13">
            <a:extLst>
              <a:ext uri="{FF2B5EF4-FFF2-40B4-BE49-F238E27FC236}">
                <a16:creationId xmlns:a16="http://schemas.microsoft.com/office/drawing/2014/main" id="{FC7D2F1C-AADD-8CA0-2762-50A6CEDF371C}"/>
              </a:ext>
            </a:extLst>
          </p:cNvPr>
          <p:cNvSpPr txBox="1"/>
          <p:nvPr/>
        </p:nvSpPr>
        <p:spPr>
          <a:xfrm>
            <a:off x="1165119"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6" name="テキスト ボックス 15">
            <a:extLst>
              <a:ext uri="{FF2B5EF4-FFF2-40B4-BE49-F238E27FC236}">
                <a16:creationId xmlns:a16="http://schemas.microsoft.com/office/drawing/2014/main" id="{28BB1262-C47D-621A-D2E5-B4157EA8982D}"/>
              </a:ext>
            </a:extLst>
          </p:cNvPr>
          <p:cNvSpPr txBox="1"/>
          <p:nvPr/>
        </p:nvSpPr>
        <p:spPr>
          <a:xfrm flipH="1">
            <a:off x="529243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9" name="テキスト ボックス 18">
            <a:extLst>
              <a:ext uri="{FF2B5EF4-FFF2-40B4-BE49-F238E27FC236}">
                <a16:creationId xmlns:a16="http://schemas.microsoft.com/office/drawing/2014/main" id="{E3250590-CC93-07C5-3823-A31B8CEF5A39}"/>
              </a:ext>
            </a:extLst>
          </p:cNvPr>
          <p:cNvSpPr txBox="1"/>
          <p:nvPr/>
        </p:nvSpPr>
        <p:spPr>
          <a:xfrm>
            <a:off x="284405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9" name="テキスト ボックス 8">
            <a:extLst>
              <a:ext uri="{FF2B5EF4-FFF2-40B4-BE49-F238E27FC236}">
                <a16:creationId xmlns:a16="http://schemas.microsoft.com/office/drawing/2014/main" id="{9169B5EF-65EE-A098-392B-5BC576F8E279}"/>
              </a:ext>
            </a:extLst>
          </p:cNvPr>
          <p:cNvSpPr txBox="1"/>
          <p:nvPr/>
        </p:nvSpPr>
        <p:spPr>
          <a:xfrm>
            <a:off x="8393833"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 name="テキスト ボックス 4">
            <a:extLst>
              <a:ext uri="{FF2B5EF4-FFF2-40B4-BE49-F238E27FC236}">
                <a16:creationId xmlns:a16="http://schemas.microsoft.com/office/drawing/2014/main" id="{B514D9BE-563C-6D75-BE46-1B250FA13B45}"/>
              </a:ext>
            </a:extLst>
          </p:cNvPr>
          <p:cNvSpPr txBox="1"/>
          <p:nvPr/>
        </p:nvSpPr>
        <p:spPr>
          <a:xfrm>
            <a:off x="6714895"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2" name="テキスト ボックス 31">
            <a:extLst>
              <a:ext uri="{FF2B5EF4-FFF2-40B4-BE49-F238E27FC236}">
                <a16:creationId xmlns:a16="http://schemas.microsoft.com/office/drawing/2014/main" id="{78A73AF8-68CD-635D-0F9F-88957F3AB831}"/>
              </a:ext>
            </a:extLst>
          </p:cNvPr>
          <p:cNvSpPr txBox="1"/>
          <p:nvPr/>
        </p:nvSpPr>
        <p:spPr>
          <a:xfrm flipH="1">
            <a:off x="9816293" y="5913378"/>
            <a:ext cx="1210588"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7" name="四角形: 角を丸くする 16">
            <a:extLst>
              <a:ext uri="{FF2B5EF4-FFF2-40B4-BE49-F238E27FC236}">
                <a16:creationId xmlns:a16="http://schemas.microsoft.com/office/drawing/2014/main" id="{65323F56-E291-8359-2212-6D2F49B42B94}"/>
              </a:ext>
            </a:extLst>
          </p:cNvPr>
          <p:cNvSpPr/>
          <p:nvPr/>
        </p:nvSpPr>
        <p:spPr>
          <a:xfrm>
            <a:off x="567559" y="504494"/>
            <a:ext cx="3414360" cy="914400"/>
          </a:xfrm>
          <a:prstGeom prst="roundRect">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テキスト ボックス 19">
            <a:extLst>
              <a:ext uri="{FF2B5EF4-FFF2-40B4-BE49-F238E27FC236}">
                <a16:creationId xmlns:a16="http://schemas.microsoft.com/office/drawing/2014/main" id="{957F19DC-72D6-71E7-52B0-3A7F14D05693}"/>
              </a:ext>
            </a:extLst>
          </p:cNvPr>
          <p:cNvSpPr txBox="1"/>
          <p:nvPr/>
        </p:nvSpPr>
        <p:spPr>
          <a:xfrm>
            <a:off x="1156484" y="761639"/>
            <a:ext cx="2236510" cy="400110"/>
          </a:xfrm>
          <a:prstGeom prst="rect">
            <a:avLst/>
          </a:prstGeom>
          <a:noFill/>
        </p:spPr>
        <p:txBody>
          <a:bodyPr wrap="none" rtlCol="0">
            <a:spAutoFit/>
          </a:bodyPr>
          <a:lstStyle/>
          <a:p>
            <a:r>
              <a:rPr lang="ja-JP" altLang="en-US" sz="20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メインミッション</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1" name="楕円 30">
            <a:extLst>
              <a:ext uri="{FF2B5EF4-FFF2-40B4-BE49-F238E27FC236}">
                <a16:creationId xmlns:a16="http://schemas.microsoft.com/office/drawing/2014/main" id="{36CC0D8A-CCFA-5A03-0664-8E6E9FC1B8F6}"/>
              </a:ext>
            </a:extLst>
          </p:cNvPr>
          <p:cNvSpPr/>
          <p:nvPr/>
        </p:nvSpPr>
        <p:spPr>
          <a:xfrm>
            <a:off x="9676741" y="293295"/>
            <a:ext cx="791128" cy="791128"/>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34" name="図 33">
            <a:extLst>
              <a:ext uri="{FF2B5EF4-FFF2-40B4-BE49-F238E27FC236}">
                <a16:creationId xmlns:a16="http://schemas.microsoft.com/office/drawing/2014/main" id="{521F986C-B019-3DAC-4D7C-045868C4179C}"/>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824112" y="460379"/>
            <a:ext cx="491958" cy="377616"/>
          </a:xfrm>
          <a:prstGeom prst="rect">
            <a:avLst/>
          </a:prstGeom>
        </p:spPr>
      </p:pic>
      <p:sp>
        <p:nvSpPr>
          <p:cNvPr id="53" name="楕円 52">
            <a:extLst>
              <a:ext uri="{FF2B5EF4-FFF2-40B4-BE49-F238E27FC236}">
                <a16:creationId xmlns:a16="http://schemas.microsoft.com/office/drawing/2014/main" id="{D068DAB2-AB8D-1634-64D4-79D60FA80199}"/>
              </a:ext>
            </a:extLst>
          </p:cNvPr>
          <p:cNvSpPr/>
          <p:nvPr/>
        </p:nvSpPr>
        <p:spPr>
          <a:xfrm>
            <a:off x="8664745" y="293295"/>
            <a:ext cx="791128" cy="791128"/>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61" name="グループ化 60">
            <a:extLst>
              <a:ext uri="{FF2B5EF4-FFF2-40B4-BE49-F238E27FC236}">
                <a16:creationId xmlns:a16="http://schemas.microsoft.com/office/drawing/2014/main" id="{AB808005-DFB0-BED4-2BA4-7CF633220A70}"/>
              </a:ext>
            </a:extLst>
          </p:cNvPr>
          <p:cNvGrpSpPr/>
          <p:nvPr/>
        </p:nvGrpSpPr>
        <p:grpSpPr>
          <a:xfrm>
            <a:off x="8844932" y="481731"/>
            <a:ext cx="419156" cy="437613"/>
            <a:chOff x="7930527" y="463715"/>
            <a:chExt cx="419156" cy="437613"/>
          </a:xfrm>
        </p:grpSpPr>
        <p:grpSp>
          <p:nvGrpSpPr>
            <p:cNvPr id="57" name="グループ化 56">
              <a:extLst>
                <a:ext uri="{FF2B5EF4-FFF2-40B4-BE49-F238E27FC236}">
                  <a16:creationId xmlns:a16="http://schemas.microsoft.com/office/drawing/2014/main" id="{7A2A7EA8-3D06-4E77-E13F-F61938F5F73D}"/>
                </a:ext>
              </a:extLst>
            </p:cNvPr>
            <p:cNvGrpSpPr/>
            <p:nvPr/>
          </p:nvGrpSpPr>
          <p:grpSpPr>
            <a:xfrm>
              <a:off x="7930527" y="463715"/>
              <a:ext cx="174927" cy="437613"/>
              <a:chOff x="7930527" y="462528"/>
              <a:chExt cx="174927" cy="437613"/>
            </a:xfrm>
          </p:grpSpPr>
          <p:sp>
            <p:nvSpPr>
              <p:cNvPr id="54" name="L 字 53">
                <a:extLst>
                  <a:ext uri="{FF2B5EF4-FFF2-40B4-BE49-F238E27FC236}">
                    <a16:creationId xmlns:a16="http://schemas.microsoft.com/office/drawing/2014/main" id="{34B8D6A7-2172-9BB8-B2B2-C6A9020414BF}"/>
                  </a:ext>
                </a:extLst>
              </p:cNvPr>
              <p:cNvSpPr/>
              <p:nvPr/>
            </p:nvSpPr>
            <p:spPr>
              <a:xfrm>
                <a:off x="7930527" y="725214"/>
                <a:ext cx="174927" cy="174927"/>
              </a:xfrm>
              <a:prstGeom prst="corner">
                <a:avLst>
                  <a:gd name="adj1" fmla="val 28808"/>
                  <a:gd name="adj2" fmla="val 29924"/>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6" name="L 字 55">
                <a:extLst>
                  <a:ext uri="{FF2B5EF4-FFF2-40B4-BE49-F238E27FC236}">
                    <a16:creationId xmlns:a16="http://schemas.microsoft.com/office/drawing/2014/main" id="{3426A974-9923-12AF-517A-E907A74F3FC9}"/>
                  </a:ext>
                </a:extLst>
              </p:cNvPr>
              <p:cNvSpPr/>
              <p:nvPr/>
            </p:nvSpPr>
            <p:spPr>
              <a:xfrm flipV="1">
                <a:off x="7930527" y="462528"/>
                <a:ext cx="174927" cy="174927"/>
              </a:xfrm>
              <a:prstGeom prst="corner">
                <a:avLst>
                  <a:gd name="adj1" fmla="val 28808"/>
                  <a:gd name="adj2" fmla="val 29924"/>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58" name="グループ化 57">
              <a:extLst>
                <a:ext uri="{FF2B5EF4-FFF2-40B4-BE49-F238E27FC236}">
                  <a16:creationId xmlns:a16="http://schemas.microsoft.com/office/drawing/2014/main" id="{C00A4534-FA62-550E-58C0-F255574F86BA}"/>
                </a:ext>
              </a:extLst>
            </p:cNvPr>
            <p:cNvGrpSpPr/>
            <p:nvPr/>
          </p:nvGrpSpPr>
          <p:grpSpPr>
            <a:xfrm flipH="1">
              <a:off x="8174756" y="463715"/>
              <a:ext cx="174927" cy="437613"/>
              <a:chOff x="7930527" y="462528"/>
              <a:chExt cx="174927" cy="437613"/>
            </a:xfrm>
          </p:grpSpPr>
          <p:sp>
            <p:nvSpPr>
              <p:cNvPr id="59" name="L 字 58">
                <a:extLst>
                  <a:ext uri="{FF2B5EF4-FFF2-40B4-BE49-F238E27FC236}">
                    <a16:creationId xmlns:a16="http://schemas.microsoft.com/office/drawing/2014/main" id="{C613ACF5-D19F-66F9-06C2-65018E9D8334}"/>
                  </a:ext>
                </a:extLst>
              </p:cNvPr>
              <p:cNvSpPr/>
              <p:nvPr/>
            </p:nvSpPr>
            <p:spPr>
              <a:xfrm>
                <a:off x="7930527" y="725214"/>
                <a:ext cx="174927" cy="174927"/>
              </a:xfrm>
              <a:prstGeom prst="corner">
                <a:avLst>
                  <a:gd name="adj1" fmla="val 28808"/>
                  <a:gd name="adj2" fmla="val 29924"/>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0" name="L 字 59">
                <a:extLst>
                  <a:ext uri="{FF2B5EF4-FFF2-40B4-BE49-F238E27FC236}">
                    <a16:creationId xmlns:a16="http://schemas.microsoft.com/office/drawing/2014/main" id="{0EB12207-D4FA-E414-B84F-17B4C8EBB83A}"/>
                  </a:ext>
                </a:extLst>
              </p:cNvPr>
              <p:cNvSpPr/>
              <p:nvPr/>
            </p:nvSpPr>
            <p:spPr>
              <a:xfrm flipV="1">
                <a:off x="7930527" y="462528"/>
                <a:ext cx="174927" cy="174927"/>
              </a:xfrm>
              <a:prstGeom prst="corner">
                <a:avLst>
                  <a:gd name="adj1" fmla="val 28808"/>
                  <a:gd name="adj2" fmla="val 29924"/>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sp>
        <p:nvSpPr>
          <p:cNvPr id="63" name="テキスト ボックス 62">
            <a:extLst>
              <a:ext uri="{FF2B5EF4-FFF2-40B4-BE49-F238E27FC236}">
                <a16:creationId xmlns:a16="http://schemas.microsoft.com/office/drawing/2014/main" id="{6544CB15-1327-E1E1-D066-906D34F96F09}"/>
              </a:ext>
            </a:extLst>
          </p:cNvPr>
          <p:cNvSpPr txBox="1"/>
          <p:nvPr/>
        </p:nvSpPr>
        <p:spPr>
          <a:xfrm>
            <a:off x="8861888" y="5040238"/>
            <a:ext cx="877163" cy="369332"/>
          </a:xfrm>
          <a:prstGeom prst="rect">
            <a:avLst/>
          </a:prstGeom>
          <a:noFill/>
        </p:spPr>
        <p:txBody>
          <a:bodyPr wrap="none" rtlCol="0">
            <a:spAutoFit/>
          </a:bodyPr>
          <a:lstStyle/>
          <a:p>
            <a:pPr algn="ctr"/>
            <a:r>
              <a:rPr lang="ja-JP" altLang="en-US" b="1" dirty="0">
                <a:solidFill>
                  <a:srgbClr val="FF00FF"/>
                </a:solidFill>
                <a:effectLst>
                  <a:glow rad="50800">
                    <a:schemeClr val="bg1">
                      <a:lumMod val="95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rPr>
              <a:t>セーブ</a:t>
            </a:r>
            <a:endParaRPr kumimoji="1" lang="ja-JP" altLang="en-US" b="1" dirty="0">
              <a:solidFill>
                <a:srgbClr val="FF00FF"/>
              </a:solidFill>
              <a:effectLst>
                <a:glow rad="50800">
                  <a:schemeClr val="bg1">
                    <a:lumMod val="95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pic>
        <p:nvPicPr>
          <p:cNvPr id="12" name="図 11">
            <a:extLst>
              <a:ext uri="{FF2B5EF4-FFF2-40B4-BE49-F238E27FC236}">
                <a16:creationId xmlns:a16="http://schemas.microsoft.com/office/drawing/2014/main" id="{BE48AE24-6B84-8623-BFB2-31338FF3ADC6}"/>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0422556" y="4463494"/>
            <a:ext cx="725993" cy="725993"/>
          </a:xfrm>
          <a:prstGeom prst="rect">
            <a:avLst/>
          </a:prstGeom>
        </p:spPr>
      </p:pic>
      <p:pic>
        <p:nvPicPr>
          <p:cNvPr id="24" name="図 23">
            <a:extLst>
              <a:ext uri="{FF2B5EF4-FFF2-40B4-BE49-F238E27FC236}">
                <a16:creationId xmlns:a16="http://schemas.microsoft.com/office/drawing/2014/main" id="{82450619-7FF2-77DA-966A-273DEC3C2DAB}"/>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9105832" y="4690759"/>
            <a:ext cx="389274" cy="389274"/>
          </a:xfrm>
          <a:prstGeom prst="rect">
            <a:avLst/>
          </a:prstGeom>
        </p:spPr>
      </p:pic>
      <p:sp>
        <p:nvSpPr>
          <p:cNvPr id="7" name="四角形: 角を丸くする 6">
            <a:extLst>
              <a:ext uri="{FF2B5EF4-FFF2-40B4-BE49-F238E27FC236}">
                <a16:creationId xmlns:a16="http://schemas.microsoft.com/office/drawing/2014/main" id="{1CA271C8-B7C0-9DF9-05DC-8D5F6C44088F}"/>
              </a:ext>
            </a:extLst>
          </p:cNvPr>
          <p:cNvSpPr/>
          <p:nvPr/>
        </p:nvSpPr>
        <p:spPr>
          <a:xfrm>
            <a:off x="803196" y="4081991"/>
            <a:ext cx="2977742" cy="1275835"/>
          </a:xfrm>
          <a:prstGeom prst="roundRect">
            <a:avLst/>
          </a:prstGeom>
          <a:solidFill>
            <a:schemeClr val="bg1">
              <a:lumMod val="50000"/>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テキスト ボックス 12">
            <a:extLst>
              <a:ext uri="{FF2B5EF4-FFF2-40B4-BE49-F238E27FC236}">
                <a16:creationId xmlns:a16="http://schemas.microsoft.com/office/drawing/2014/main" id="{7591412A-6A75-36AA-3CF1-F440EE35BE50}"/>
              </a:ext>
            </a:extLst>
          </p:cNvPr>
          <p:cNvSpPr txBox="1"/>
          <p:nvPr/>
        </p:nvSpPr>
        <p:spPr>
          <a:xfrm>
            <a:off x="1943254" y="4519853"/>
            <a:ext cx="697627" cy="400110"/>
          </a:xfrm>
          <a:prstGeom prst="rect">
            <a:avLst/>
          </a:prstGeom>
          <a:noFill/>
        </p:spPr>
        <p:txBody>
          <a:bodyPr wrap="none" rtlCol="0">
            <a:spAutoFit/>
          </a:bodyPr>
          <a:lstStyle/>
          <a:p>
            <a:pPr algn="ctr"/>
            <a:r>
              <a:rPr lang="en-US" altLang="ja-JP" sz="20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Tips</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pic>
        <p:nvPicPr>
          <p:cNvPr id="23" name="図 22">
            <a:extLst>
              <a:ext uri="{FF2B5EF4-FFF2-40B4-BE49-F238E27FC236}">
                <a16:creationId xmlns:a16="http://schemas.microsoft.com/office/drawing/2014/main" id="{6BBC1DCE-0F7A-2FF6-652E-60655A5709E2}"/>
              </a:ext>
            </a:extLst>
          </p:cNvPr>
          <p:cNvPicPr>
            <a:picLocks noChangeAspect="1"/>
          </p:cNvPicPr>
          <p:nvPr/>
        </p:nvPicPr>
        <p:blipFill>
          <a:blip r:embed="rId8">
            <a:duotone>
              <a:schemeClr val="accent1">
                <a:shade val="45000"/>
                <a:satMod val="135000"/>
              </a:schemeClr>
              <a:prstClr val="white"/>
            </a:duotone>
            <a:alphaModFix amt="45000"/>
            <a:extLst>
              <a:ext uri="{28A0092B-C50C-407E-A947-70E740481C1C}">
                <a14:useLocalDpi xmlns:a14="http://schemas.microsoft.com/office/drawing/2010/main" val="0"/>
              </a:ext>
            </a:extLst>
          </a:blip>
          <a:stretch>
            <a:fillRect/>
          </a:stretch>
        </p:blipFill>
        <p:spPr>
          <a:xfrm>
            <a:off x="371236" y="2729896"/>
            <a:ext cx="1398209" cy="1398209"/>
          </a:xfrm>
          <a:prstGeom prst="rect">
            <a:avLst/>
          </a:prstGeom>
          <a:effectLst>
            <a:glow rad="88900">
              <a:srgbClr val="FFA4F3">
                <a:alpha val="30000"/>
              </a:srgbClr>
            </a:glow>
          </a:effectLst>
        </p:spPr>
      </p:pic>
      <p:pic>
        <p:nvPicPr>
          <p:cNvPr id="26" name="図 25">
            <a:extLst>
              <a:ext uri="{FF2B5EF4-FFF2-40B4-BE49-F238E27FC236}">
                <a16:creationId xmlns:a16="http://schemas.microsoft.com/office/drawing/2014/main" id="{362A528E-4742-CA31-45FF-03E6C7289804}"/>
              </a:ext>
            </a:extLst>
          </p:cNvPr>
          <p:cNvPicPr>
            <a:picLocks noChangeAspect="1"/>
          </p:cNvPicPr>
          <p:nvPr/>
        </p:nvPicPr>
        <p:blipFill>
          <a:blip r:embed="rId8">
            <a:duotone>
              <a:schemeClr val="accent1">
                <a:shade val="45000"/>
                <a:satMod val="135000"/>
              </a:schemeClr>
              <a:prstClr val="white"/>
            </a:duotone>
            <a:alphaModFix amt="45000"/>
            <a:extLst>
              <a:ext uri="{28A0092B-C50C-407E-A947-70E740481C1C}">
                <a14:useLocalDpi xmlns:a14="http://schemas.microsoft.com/office/drawing/2010/main" val="0"/>
              </a:ext>
            </a:extLst>
          </a:blip>
          <a:stretch>
            <a:fillRect/>
          </a:stretch>
        </p:blipFill>
        <p:spPr>
          <a:xfrm flipH="1">
            <a:off x="10421587" y="2729895"/>
            <a:ext cx="1398209" cy="1398209"/>
          </a:xfrm>
          <a:prstGeom prst="rect">
            <a:avLst/>
          </a:prstGeom>
          <a:effectLst>
            <a:glow rad="88900">
              <a:srgbClr val="FFA4F3">
                <a:alpha val="30000"/>
              </a:srgbClr>
            </a:glow>
          </a:effectLst>
        </p:spPr>
      </p:pic>
      <p:pic>
        <p:nvPicPr>
          <p:cNvPr id="28" name="図 27">
            <a:extLst>
              <a:ext uri="{FF2B5EF4-FFF2-40B4-BE49-F238E27FC236}">
                <a16:creationId xmlns:a16="http://schemas.microsoft.com/office/drawing/2014/main" id="{61C0F91A-0486-AC77-1BC4-E847A58972D8}"/>
              </a:ext>
            </a:extLst>
          </p:cNvPr>
          <p:cNvPicPr>
            <a:picLocks noChangeAspect="1"/>
          </p:cNvPicPr>
          <p:nvPr/>
        </p:nvPicPr>
        <p:blipFill>
          <a:blip r:embed="rId9">
            <a:duotone>
              <a:schemeClr val="bg2">
                <a:shade val="45000"/>
                <a:satMod val="135000"/>
              </a:schemeClr>
              <a:prstClr val="white"/>
            </a:duotone>
            <a:extLst>
              <a:ext uri="{28A0092B-C50C-407E-A947-70E740481C1C}">
                <a14:useLocalDpi xmlns:a14="http://schemas.microsoft.com/office/drawing/2010/main" val="0"/>
              </a:ext>
            </a:extLst>
          </a:blip>
          <a:stretch>
            <a:fillRect/>
          </a:stretch>
        </p:blipFill>
        <p:spPr>
          <a:xfrm>
            <a:off x="9936916" y="656679"/>
            <a:ext cx="305015" cy="305015"/>
          </a:xfrm>
          <a:prstGeom prst="rect">
            <a:avLst/>
          </a:prstGeom>
          <a:effectLst>
            <a:glow rad="12700">
              <a:schemeClr val="tx1">
                <a:lumMod val="85000"/>
                <a:lumOff val="15000"/>
                <a:alpha val="85000"/>
              </a:schemeClr>
            </a:glow>
          </a:effectLst>
        </p:spPr>
      </p:pic>
    </p:spTree>
    <p:extLst>
      <p:ext uri="{BB962C8B-B14F-4D97-AF65-F5344CB8AC3E}">
        <p14:creationId xmlns:p14="http://schemas.microsoft.com/office/powerpoint/2010/main" val="11725608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a:extLst>
            <a:ext uri="{FF2B5EF4-FFF2-40B4-BE49-F238E27FC236}">
              <a16:creationId xmlns:a16="http://schemas.microsoft.com/office/drawing/2014/main" id="{ED462017-C800-F941-2D71-8592622353C0}"/>
            </a:ext>
          </a:extLst>
        </p:cNvPr>
        <p:cNvGrpSpPr/>
        <p:nvPr/>
      </p:nvGrpSpPr>
      <p:grpSpPr>
        <a:xfrm>
          <a:off x="0" y="0"/>
          <a:ext cx="0" cy="0"/>
          <a:chOff x="0" y="0"/>
          <a:chExt cx="0" cy="0"/>
        </a:xfrm>
      </p:grpSpPr>
      <p:sp>
        <p:nvSpPr>
          <p:cNvPr id="22" name="楕円 21">
            <a:extLst>
              <a:ext uri="{FF2B5EF4-FFF2-40B4-BE49-F238E27FC236}">
                <a16:creationId xmlns:a16="http://schemas.microsoft.com/office/drawing/2014/main" id="{2F1531AD-109B-C67B-B13A-213C2205D240}"/>
              </a:ext>
            </a:extLst>
          </p:cNvPr>
          <p:cNvSpPr/>
          <p:nvPr/>
        </p:nvSpPr>
        <p:spPr>
          <a:xfrm>
            <a:off x="8844505" y="4536806"/>
            <a:ext cx="911928" cy="911928"/>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楕円 14">
            <a:extLst>
              <a:ext uri="{FF2B5EF4-FFF2-40B4-BE49-F238E27FC236}">
                <a16:creationId xmlns:a16="http://schemas.microsoft.com/office/drawing/2014/main" id="{027C78FA-1CB9-451E-5513-7FB958EAD871}"/>
              </a:ext>
            </a:extLst>
          </p:cNvPr>
          <p:cNvSpPr/>
          <p:nvPr/>
        </p:nvSpPr>
        <p:spPr>
          <a:xfrm>
            <a:off x="10313307" y="4536806"/>
            <a:ext cx="911928" cy="911928"/>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3" name="図 2">
            <a:extLst>
              <a:ext uri="{FF2B5EF4-FFF2-40B4-BE49-F238E27FC236}">
                <a16:creationId xmlns:a16="http://schemas.microsoft.com/office/drawing/2014/main" id="{F710ED4F-9E41-C1D6-7335-33928FB23F7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443025" y="914113"/>
            <a:ext cx="5305951" cy="7490029"/>
          </a:xfrm>
          <a:prstGeom prst="rect">
            <a:avLst/>
          </a:prstGeom>
        </p:spPr>
      </p:pic>
      <p:sp>
        <p:nvSpPr>
          <p:cNvPr id="6" name="四角形: 角を丸くする 5">
            <a:extLst>
              <a:ext uri="{FF2B5EF4-FFF2-40B4-BE49-F238E27FC236}">
                <a16:creationId xmlns:a16="http://schemas.microsoft.com/office/drawing/2014/main" id="{9DD42A93-4D62-BCEF-5B17-871C182B686E}"/>
              </a:ext>
            </a:extLst>
          </p:cNvPr>
          <p:cNvSpPr/>
          <p:nvPr/>
        </p:nvSpPr>
        <p:spPr>
          <a:xfrm>
            <a:off x="431675" y="5656233"/>
            <a:ext cx="11328651" cy="914400"/>
          </a:xfrm>
          <a:prstGeom prst="roundRect">
            <a:avLst>
              <a:gd name="adj" fmla="val 4803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10" name="四角形: 角を丸くする 9">
            <a:extLst>
              <a:ext uri="{FF2B5EF4-FFF2-40B4-BE49-F238E27FC236}">
                <a16:creationId xmlns:a16="http://schemas.microsoft.com/office/drawing/2014/main" id="{CC0A6744-ACD1-3476-66B3-E810B985CE8E}"/>
              </a:ext>
            </a:extLst>
          </p:cNvPr>
          <p:cNvSpPr/>
          <p:nvPr/>
        </p:nvSpPr>
        <p:spPr>
          <a:xfrm>
            <a:off x="989774" y="5640918"/>
            <a:ext cx="1338828" cy="914400"/>
          </a:xfrm>
          <a:prstGeom prst="roundRect">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pic>
        <p:nvPicPr>
          <p:cNvPr id="4" name="図 3">
            <a:extLst>
              <a:ext uri="{FF2B5EF4-FFF2-40B4-BE49-F238E27FC236}">
                <a16:creationId xmlns:a16="http://schemas.microsoft.com/office/drawing/2014/main" id="{37862C2F-3BBB-1B21-04EF-CD9D76AF83E6}"/>
              </a:ext>
            </a:extLst>
          </p:cNvPr>
          <p:cNvPicPr>
            <a:picLocks noChangeAspect="1"/>
          </p:cNvPicPr>
          <p:nvPr/>
        </p:nvPicPr>
        <p:blipFill>
          <a:blip r:embed="rId4">
            <a:extLst>
              <a:ext uri="{28A0092B-C50C-407E-A947-70E740481C1C}">
                <a14:useLocalDpi xmlns:a14="http://schemas.microsoft.com/office/drawing/2010/main" val="0"/>
              </a:ext>
            </a:extLst>
          </a:blip>
          <a:srcRect l="59639" t="36782" r="20854" b="36420"/>
          <a:stretch>
            <a:fillRect/>
          </a:stretch>
        </p:blipFill>
        <p:spPr>
          <a:xfrm>
            <a:off x="10785553" y="134635"/>
            <a:ext cx="1104697" cy="1138172"/>
          </a:xfrm>
          <a:prstGeom prst="rect">
            <a:avLst/>
          </a:prstGeom>
        </p:spPr>
      </p:pic>
      <p:sp>
        <p:nvSpPr>
          <p:cNvPr id="11" name="テキスト ボックス 10">
            <a:extLst>
              <a:ext uri="{FF2B5EF4-FFF2-40B4-BE49-F238E27FC236}">
                <a16:creationId xmlns:a16="http://schemas.microsoft.com/office/drawing/2014/main" id="{EEF1C5B4-8B50-78D3-44F4-20A91A724856}"/>
              </a:ext>
            </a:extLst>
          </p:cNvPr>
          <p:cNvSpPr txBox="1"/>
          <p:nvPr/>
        </p:nvSpPr>
        <p:spPr>
          <a:xfrm>
            <a:off x="10089424" y="5040238"/>
            <a:ext cx="1338828" cy="369332"/>
          </a:xfrm>
          <a:prstGeom prst="rect">
            <a:avLst/>
          </a:prstGeom>
          <a:noFill/>
        </p:spPr>
        <p:txBody>
          <a:bodyPr wrap="none" rtlCol="0">
            <a:spAutoFit/>
          </a:bodyPr>
          <a:lstStyle/>
          <a:p>
            <a:pPr algn="ctr"/>
            <a:r>
              <a:rPr lang="ja-JP" altLang="en-US" b="1" dirty="0">
                <a:ln w="9525">
                  <a:noFill/>
                </a:ln>
                <a:solidFill>
                  <a:srgbClr val="FF00FF"/>
                </a:solidFill>
                <a:effectLst>
                  <a:glow rad="50800">
                    <a:schemeClr val="bg1">
                      <a:lumMod val="95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rPr>
              <a:t>ミッション</a:t>
            </a:r>
            <a:endParaRPr kumimoji="1" lang="ja-JP" altLang="en-US" b="1" dirty="0">
              <a:ln w="9525">
                <a:noFill/>
              </a:ln>
              <a:solidFill>
                <a:srgbClr val="FF00FF"/>
              </a:solidFill>
              <a:effectLst>
                <a:glow rad="50800">
                  <a:schemeClr val="bg1">
                    <a:lumMod val="95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4" name="テキスト ボックス 13">
            <a:extLst>
              <a:ext uri="{FF2B5EF4-FFF2-40B4-BE49-F238E27FC236}">
                <a16:creationId xmlns:a16="http://schemas.microsoft.com/office/drawing/2014/main" id="{D408046B-2460-0260-3419-70E8432A0EB7}"/>
              </a:ext>
            </a:extLst>
          </p:cNvPr>
          <p:cNvSpPr txBox="1"/>
          <p:nvPr/>
        </p:nvSpPr>
        <p:spPr>
          <a:xfrm>
            <a:off x="1165119"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6" name="テキスト ボックス 15">
            <a:extLst>
              <a:ext uri="{FF2B5EF4-FFF2-40B4-BE49-F238E27FC236}">
                <a16:creationId xmlns:a16="http://schemas.microsoft.com/office/drawing/2014/main" id="{1E2EA97F-1642-F29C-63A7-C2A0647AA6CF}"/>
              </a:ext>
            </a:extLst>
          </p:cNvPr>
          <p:cNvSpPr txBox="1"/>
          <p:nvPr/>
        </p:nvSpPr>
        <p:spPr>
          <a:xfrm flipH="1">
            <a:off x="529243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9" name="テキスト ボックス 18">
            <a:extLst>
              <a:ext uri="{FF2B5EF4-FFF2-40B4-BE49-F238E27FC236}">
                <a16:creationId xmlns:a16="http://schemas.microsoft.com/office/drawing/2014/main" id="{AAB41ED2-9974-AE27-AF1B-1E5C5129CDA3}"/>
              </a:ext>
            </a:extLst>
          </p:cNvPr>
          <p:cNvSpPr txBox="1"/>
          <p:nvPr/>
        </p:nvSpPr>
        <p:spPr>
          <a:xfrm>
            <a:off x="284405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9" name="テキスト ボックス 8">
            <a:extLst>
              <a:ext uri="{FF2B5EF4-FFF2-40B4-BE49-F238E27FC236}">
                <a16:creationId xmlns:a16="http://schemas.microsoft.com/office/drawing/2014/main" id="{0FD9DD1B-2CA4-6C50-E72F-162944C3E4B9}"/>
              </a:ext>
            </a:extLst>
          </p:cNvPr>
          <p:cNvSpPr txBox="1"/>
          <p:nvPr/>
        </p:nvSpPr>
        <p:spPr>
          <a:xfrm>
            <a:off x="8393833"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 name="テキスト ボックス 4">
            <a:extLst>
              <a:ext uri="{FF2B5EF4-FFF2-40B4-BE49-F238E27FC236}">
                <a16:creationId xmlns:a16="http://schemas.microsoft.com/office/drawing/2014/main" id="{E2B1A53C-B518-ACD1-CA13-064A08961580}"/>
              </a:ext>
            </a:extLst>
          </p:cNvPr>
          <p:cNvSpPr txBox="1"/>
          <p:nvPr/>
        </p:nvSpPr>
        <p:spPr>
          <a:xfrm>
            <a:off x="6714895"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2" name="テキスト ボックス 31">
            <a:extLst>
              <a:ext uri="{FF2B5EF4-FFF2-40B4-BE49-F238E27FC236}">
                <a16:creationId xmlns:a16="http://schemas.microsoft.com/office/drawing/2014/main" id="{29B5DE0C-F2CD-2AF1-DE00-335C488A4F9F}"/>
              </a:ext>
            </a:extLst>
          </p:cNvPr>
          <p:cNvSpPr txBox="1"/>
          <p:nvPr/>
        </p:nvSpPr>
        <p:spPr>
          <a:xfrm flipH="1">
            <a:off x="9816293" y="5913378"/>
            <a:ext cx="1210588"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7" name="四角形: 角を丸くする 16">
            <a:extLst>
              <a:ext uri="{FF2B5EF4-FFF2-40B4-BE49-F238E27FC236}">
                <a16:creationId xmlns:a16="http://schemas.microsoft.com/office/drawing/2014/main" id="{CE2074AA-29D2-AA1B-66DD-39884A25E05C}"/>
              </a:ext>
            </a:extLst>
          </p:cNvPr>
          <p:cNvSpPr/>
          <p:nvPr/>
        </p:nvSpPr>
        <p:spPr>
          <a:xfrm>
            <a:off x="567559" y="504494"/>
            <a:ext cx="3414360" cy="914400"/>
          </a:xfrm>
          <a:prstGeom prst="roundRect">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テキスト ボックス 19">
            <a:extLst>
              <a:ext uri="{FF2B5EF4-FFF2-40B4-BE49-F238E27FC236}">
                <a16:creationId xmlns:a16="http://schemas.microsoft.com/office/drawing/2014/main" id="{4FB7259E-DD46-41DB-82B5-0BFADD4E92F7}"/>
              </a:ext>
            </a:extLst>
          </p:cNvPr>
          <p:cNvSpPr txBox="1"/>
          <p:nvPr/>
        </p:nvSpPr>
        <p:spPr>
          <a:xfrm>
            <a:off x="1156484" y="761639"/>
            <a:ext cx="2236510" cy="400110"/>
          </a:xfrm>
          <a:prstGeom prst="rect">
            <a:avLst/>
          </a:prstGeom>
          <a:noFill/>
        </p:spPr>
        <p:txBody>
          <a:bodyPr wrap="none" rtlCol="0">
            <a:spAutoFit/>
          </a:bodyPr>
          <a:lstStyle/>
          <a:p>
            <a:r>
              <a:rPr lang="ja-JP" altLang="en-US" sz="20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メインミッション</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1" name="楕円 30">
            <a:extLst>
              <a:ext uri="{FF2B5EF4-FFF2-40B4-BE49-F238E27FC236}">
                <a16:creationId xmlns:a16="http://schemas.microsoft.com/office/drawing/2014/main" id="{3FDC77A5-58C8-3B43-B49B-D92E5620B88D}"/>
              </a:ext>
            </a:extLst>
          </p:cNvPr>
          <p:cNvSpPr/>
          <p:nvPr/>
        </p:nvSpPr>
        <p:spPr>
          <a:xfrm>
            <a:off x="9676741" y="293295"/>
            <a:ext cx="791128" cy="791128"/>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34" name="図 33">
            <a:extLst>
              <a:ext uri="{FF2B5EF4-FFF2-40B4-BE49-F238E27FC236}">
                <a16:creationId xmlns:a16="http://schemas.microsoft.com/office/drawing/2014/main" id="{D6B78FC0-1C68-C5FB-3369-9C810505D184}"/>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824112" y="460379"/>
            <a:ext cx="491958" cy="377616"/>
          </a:xfrm>
          <a:prstGeom prst="rect">
            <a:avLst/>
          </a:prstGeom>
        </p:spPr>
      </p:pic>
      <p:sp>
        <p:nvSpPr>
          <p:cNvPr id="53" name="楕円 52">
            <a:extLst>
              <a:ext uri="{FF2B5EF4-FFF2-40B4-BE49-F238E27FC236}">
                <a16:creationId xmlns:a16="http://schemas.microsoft.com/office/drawing/2014/main" id="{0E94A84E-A2B4-2268-0049-75855966F3E3}"/>
              </a:ext>
            </a:extLst>
          </p:cNvPr>
          <p:cNvSpPr/>
          <p:nvPr/>
        </p:nvSpPr>
        <p:spPr>
          <a:xfrm>
            <a:off x="8664745" y="293295"/>
            <a:ext cx="791128" cy="791128"/>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61" name="グループ化 60">
            <a:extLst>
              <a:ext uri="{FF2B5EF4-FFF2-40B4-BE49-F238E27FC236}">
                <a16:creationId xmlns:a16="http://schemas.microsoft.com/office/drawing/2014/main" id="{6500A66C-656D-B31D-47B6-78442E5BFD40}"/>
              </a:ext>
            </a:extLst>
          </p:cNvPr>
          <p:cNvGrpSpPr/>
          <p:nvPr/>
        </p:nvGrpSpPr>
        <p:grpSpPr>
          <a:xfrm>
            <a:off x="8844932" y="481731"/>
            <a:ext cx="419156" cy="437613"/>
            <a:chOff x="7930527" y="463715"/>
            <a:chExt cx="419156" cy="437613"/>
          </a:xfrm>
        </p:grpSpPr>
        <p:grpSp>
          <p:nvGrpSpPr>
            <p:cNvPr id="57" name="グループ化 56">
              <a:extLst>
                <a:ext uri="{FF2B5EF4-FFF2-40B4-BE49-F238E27FC236}">
                  <a16:creationId xmlns:a16="http://schemas.microsoft.com/office/drawing/2014/main" id="{3F191B20-B9DD-A9A0-844E-2F6590DB1431}"/>
                </a:ext>
              </a:extLst>
            </p:cNvPr>
            <p:cNvGrpSpPr/>
            <p:nvPr/>
          </p:nvGrpSpPr>
          <p:grpSpPr>
            <a:xfrm>
              <a:off x="7930527" y="463715"/>
              <a:ext cx="174927" cy="437613"/>
              <a:chOff x="7930527" y="462528"/>
              <a:chExt cx="174927" cy="437613"/>
            </a:xfrm>
          </p:grpSpPr>
          <p:sp>
            <p:nvSpPr>
              <p:cNvPr id="54" name="L 字 53">
                <a:extLst>
                  <a:ext uri="{FF2B5EF4-FFF2-40B4-BE49-F238E27FC236}">
                    <a16:creationId xmlns:a16="http://schemas.microsoft.com/office/drawing/2014/main" id="{63B5D67B-8882-C497-AF41-83F425EAB92B}"/>
                  </a:ext>
                </a:extLst>
              </p:cNvPr>
              <p:cNvSpPr/>
              <p:nvPr/>
            </p:nvSpPr>
            <p:spPr>
              <a:xfrm>
                <a:off x="7930527" y="725214"/>
                <a:ext cx="174927" cy="174927"/>
              </a:xfrm>
              <a:prstGeom prst="corner">
                <a:avLst>
                  <a:gd name="adj1" fmla="val 28808"/>
                  <a:gd name="adj2" fmla="val 29924"/>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6" name="L 字 55">
                <a:extLst>
                  <a:ext uri="{FF2B5EF4-FFF2-40B4-BE49-F238E27FC236}">
                    <a16:creationId xmlns:a16="http://schemas.microsoft.com/office/drawing/2014/main" id="{C8A53A7D-598B-A14C-17B2-4A227685FB3C}"/>
                  </a:ext>
                </a:extLst>
              </p:cNvPr>
              <p:cNvSpPr/>
              <p:nvPr/>
            </p:nvSpPr>
            <p:spPr>
              <a:xfrm flipV="1">
                <a:off x="7930527" y="462528"/>
                <a:ext cx="174927" cy="174927"/>
              </a:xfrm>
              <a:prstGeom prst="corner">
                <a:avLst>
                  <a:gd name="adj1" fmla="val 28808"/>
                  <a:gd name="adj2" fmla="val 29924"/>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58" name="グループ化 57">
              <a:extLst>
                <a:ext uri="{FF2B5EF4-FFF2-40B4-BE49-F238E27FC236}">
                  <a16:creationId xmlns:a16="http://schemas.microsoft.com/office/drawing/2014/main" id="{DB231AA9-9C2D-D7A2-5BDC-0C94730F5089}"/>
                </a:ext>
              </a:extLst>
            </p:cNvPr>
            <p:cNvGrpSpPr/>
            <p:nvPr/>
          </p:nvGrpSpPr>
          <p:grpSpPr>
            <a:xfrm flipH="1">
              <a:off x="8174756" y="463715"/>
              <a:ext cx="174927" cy="437613"/>
              <a:chOff x="7930527" y="462528"/>
              <a:chExt cx="174927" cy="437613"/>
            </a:xfrm>
          </p:grpSpPr>
          <p:sp>
            <p:nvSpPr>
              <p:cNvPr id="59" name="L 字 58">
                <a:extLst>
                  <a:ext uri="{FF2B5EF4-FFF2-40B4-BE49-F238E27FC236}">
                    <a16:creationId xmlns:a16="http://schemas.microsoft.com/office/drawing/2014/main" id="{0012BC45-88F1-E225-82DB-AF92D67D188B}"/>
                  </a:ext>
                </a:extLst>
              </p:cNvPr>
              <p:cNvSpPr/>
              <p:nvPr/>
            </p:nvSpPr>
            <p:spPr>
              <a:xfrm>
                <a:off x="7930527" y="725214"/>
                <a:ext cx="174927" cy="174927"/>
              </a:xfrm>
              <a:prstGeom prst="corner">
                <a:avLst>
                  <a:gd name="adj1" fmla="val 28808"/>
                  <a:gd name="adj2" fmla="val 29924"/>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0" name="L 字 59">
                <a:extLst>
                  <a:ext uri="{FF2B5EF4-FFF2-40B4-BE49-F238E27FC236}">
                    <a16:creationId xmlns:a16="http://schemas.microsoft.com/office/drawing/2014/main" id="{83FAAC90-5C93-8B29-81CE-70BAC6A99F84}"/>
                  </a:ext>
                </a:extLst>
              </p:cNvPr>
              <p:cNvSpPr/>
              <p:nvPr/>
            </p:nvSpPr>
            <p:spPr>
              <a:xfrm flipV="1">
                <a:off x="7930527" y="462528"/>
                <a:ext cx="174927" cy="174927"/>
              </a:xfrm>
              <a:prstGeom prst="corner">
                <a:avLst>
                  <a:gd name="adj1" fmla="val 28808"/>
                  <a:gd name="adj2" fmla="val 29924"/>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sp>
        <p:nvSpPr>
          <p:cNvPr id="63" name="テキスト ボックス 62">
            <a:extLst>
              <a:ext uri="{FF2B5EF4-FFF2-40B4-BE49-F238E27FC236}">
                <a16:creationId xmlns:a16="http://schemas.microsoft.com/office/drawing/2014/main" id="{9FA27AA5-241C-CE4E-EE57-DA1E6E34731F}"/>
              </a:ext>
            </a:extLst>
          </p:cNvPr>
          <p:cNvSpPr txBox="1"/>
          <p:nvPr/>
        </p:nvSpPr>
        <p:spPr>
          <a:xfrm>
            <a:off x="8861888" y="5040238"/>
            <a:ext cx="877163" cy="369332"/>
          </a:xfrm>
          <a:prstGeom prst="rect">
            <a:avLst/>
          </a:prstGeom>
          <a:noFill/>
        </p:spPr>
        <p:txBody>
          <a:bodyPr wrap="none" rtlCol="0">
            <a:spAutoFit/>
          </a:bodyPr>
          <a:lstStyle/>
          <a:p>
            <a:pPr algn="ctr"/>
            <a:r>
              <a:rPr lang="ja-JP" altLang="en-US" b="1" dirty="0">
                <a:solidFill>
                  <a:srgbClr val="FF00FF"/>
                </a:solidFill>
                <a:effectLst>
                  <a:glow rad="50800">
                    <a:schemeClr val="bg1">
                      <a:lumMod val="95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rPr>
              <a:t>セーブ</a:t>
            </a:r>
            <a:endParaRPr kumimoji="1" lang="ja-JP" altLang="en-US" b="1" dirty="0">
              <a:solidFill>
                <a:srgbClr val="FF00FF"/>
              </a:solidFill>
              <a:effectLst>
                <a:glow rad="50800">
                  <a:schemeClr val="bg1">
                    <a:lumMod val="95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pic>
        <p:nvPicPr>
          <p:cNvPr id="12" name="図 11">
            <a:extLst>
              <a:ext uri="{FF2B5EF4-FFF2-40B4-BE49-F238E27FC236}">
                <a16:creationId xmlns:a16="http://schemas.microsoft.com/office/drawing/2014/main" id="{4172A3C0-06BE-1ABD-A7B2-B03AB0C67DD2}"/>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0422556" y="4463494"/>
            <a:ext cx="725993" cy="725993"/>
          </a:xfrm>
          <a:prstGeom prst="rect">
            <a:avLst/>
          </a:prstGeom>
        </p:spPr>
      </p:pic>
      <p:pic>
        <p:nvPicPr>
          <p:cNvPr id="24" name="図 23">
            <a:extLst>
              <a:ext uri="{FF2B5EF4-FFF2-40B4-BE49-F238E27FC236}">
                <a16:creationId xmlns:a16="http://schemas.microsoft.com/office/drawing/2014/main" id="{2DB20676-CCF9-4EA3-BBE6-1B90CF526CED}"/>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9105832" y="4690759"/>
            <a:ext cx="389274" cy="389274"/>
          </a:xfrm>
          <a:prstGeom prst="rect">
            <a:avLst/>
          </a:prstGeom>
        </p:spPr>
      </p:pic>
      <p:sp>
        <p:nvSpPr>
          <p:cNvPr id="7" name="四角形: 角を丸くする 6">
            <a:extLst>
              <a:ext uri="{FF2B5EF4-FFF2-40B4-BE49-F238E27FC236}">
                <a16:creationId xmlns:a16="http://schemas.microsoft.com/office/drawing/2014/main" id="{C0334118-E321-6627-93BA-DE71072E74FF}"/>
              </a:ext>
            </a:extLst>
          </p:cNvPr>
          <p:cNvSpPr/>
          <p:nvPr/>
        </p:nvSpPr>
        <p:spPr>
          <a:xfrm>
            <a:off x="803196" y="4081991"/>
            <a:ext cx="2977742" cy="1275835"/>
          </a:xfrm>
          <a:prstGeom prst="roundRect">
            <a:avLst/>
          </a:prstGeom>
          <a:solidFill>
            <a:schemeClr val="bg1">
              <a:lumMod val="50000"/>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テキスト ボックス 12">
            <a:extLst>
              <a:ext uri="{FF2B5EF4-FFF2-40B4-BE49-F238E27FC236}">
                <a16:creationId xmlns:a16="http://schemas.microsoft.com/office/drawing/2014/main" id="{4FFE71DF-0F1C-BB62-C1F8-7E78D517A79D}"/>
              </a:ext>
            </a:extLst>
          </p:cNvPr>
          <p:cNvSpPr txBox="1"/>
          <p:nvPr/>
        </p:nvSpPr>
        <p:spPr>
          <a:xfrm>
            <a:off x="1943254" y="4519853"/>
            <a:ext cx="697627" cy="400110"/>
          </a:xfrm>
          <a:prstGeom prst="rect">
            <a:avLst/>
          </a:prstGeom>
          <a:noFill/>
        </p:spPr>
        <p:txBody>
          <a:bodyPr wrap="none" rtlCol="0">
            <a:spAutoFit/>
          </a:bodyPr>
          <a:lstStyle/>
          <a:p>
            <a:pPr algn="ctr"/>
            <a:r>
              <a:rPr lang="en-US" altLang="ja-JP" sz="20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Tips</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pic>
        <p:nvPicPr>
          <p:cNvPr id="23" name="図 22">
            <a:extLst>
              <a:ext uri="{FF2B5EF4-FFF2-40B4-BE49-F238E27FC236}">
                <a16:creationId xmlns:a16="http://schemas.microsoft.com/office/drawing/2014/main" id="{641D0EF5-E1E4-18FB-5873-B43567B3C59F}"/>
              </a:ext>
            </a:extLst>
          </p:cNvPr>
          <p:cNvPicPr>
            <a:picLocks noChangeAspect="1"/>
          </p:cNvPicPr>
          <p:nvPr/>
        </p:nvPicPr>
        <p:blipFill>
          <a:blip r:embed="rId8">
            <a:duotone>
              <a:schemeClr val="accent1">
                <a:shade val="45000"/>
                <a:satMod val="135000"/>
              </a:schemeClr>
              <a:prstClr val="white"/>
            </a:duotone>
            <a:alphaModFix amt="45000"/>
            <a:extLst>
              <a:ext uri="{28A0092B-C50C-407E-A947-70E740481C1C}">
                <a14:useLocalDpi xmlns:a14="http://schemas.microsoft.com/office/drawing/2010/main" val="0"/>
              </a:ext>
            </a:extLst>
          </a:blip>
          <a:stretch>
            <a:fillRect/>
          </a:stretch>
        </p:blipFill>
        <p:spPr>
          <a:xfrm>
            <a:off x="371236" y="2729896"/>
            <a:ext cx="1398209" cy="1398209"/>
          </a:xfrm>
          <a:prstGeom prst="rect">
            <a:avLst/>
          </a:prstGeom>
          <a:effectLst>
            <a:glow rad="88900">
              <a:srgbClr val="FFA4F3">
                <a:alpha val="30000"/>
              </a:srgbClr>
            </a:glow>
          </a:effectLst>
        </p:spPr>
      </p:pic>
      <p:pic>
        <p:nvPicPr>
          <p:cNvPr id="26" name="図 25">
            <a:extLst>
              <a:ext uri="{FF2B5EF4-FFF2-40B4-BE49-F238E27FC236}">
                <a16:creationId xmlns:a16="http://schemas.microsoft.com/office/drawing/2014/main" id="{F2057567-62DE-ACC2-E53B-A79B69791169}"/>
              </a:ext>
            </a:extLst>
          </p:cNvPr>
          <p:cNvPicPr>
            <a:picLocks noChangeAspect="1"/>
          </p:cNvPicPr>
          <p:nvPr/>
        </p:nvPicPr>
        <p:blipFill>
          <a:blip r:embed="rId8">
            <a:duotone>
              <a:schemeClr val="accent1">
                <a:shade val="45000"/>
                <a:satMod val="135000"/>
              </a:schemeClr>
              <a:prstClr val="white"/>
            </a:duotone>
            <a:alphaModFix amt="45000"/>
            <a:extLst>
              <a:ext uri="{28A0092B-C50C-407E-A947-70E740481C1C}">
                <a14:useLocalDpi xmlns:a14="http://schemas.microsoft.com/office/drawing/2010/main" val="0"/>
              </a:ext>
            </a:extLst>
          </a:blip>
          <a:stretch>
            <a:fillRect/>
          </a:stretch>
        </p:blipFill>
        <p:spPr>
          <a:xfrm flipH="1">
            <a:off x="10421587" y="2729895"/>
            <a:ext cx="1398209" cy="1398209"/>
          </a:xfrm>
          <a:prstGeom prst="rect">
            <a:avLst/>
          </a:prstGeom>
          <a:effectLst>
            <a:glow rad="88900">
              <a:srgbClr val="FFA4F3">
                <a:alpha val="30000"/>
              </a:srgbClr>
            </a:glow>
          </a:effectLst>
        </p:spPr>
      </p:pic>
      <p:grpSp>
        <p:nvGrpSpPr>
          <p:cNvPr id="2" name="グループ化 1">
            <a:extLst>
              <a:ext uri="{FF2B5EF4-FFF2-40B4-BE49-F238E27FC236}">
                <a16:creationId xmlns:a16="http://schemas.microsoft.com/office/drawing/2014/main" id="{388A1AD7-61C5-99E3-7A72-C5887A834ABE}"/>
              </a:ext>
            </a:extLst>
          </p:cNvPr>
          <p:cNvGrpSpPr/>
          <p:nvPr/>
        </p:nvGrpSpPr>
        <p:grpSpPr>
          <a:xfrm>
            <a:off x="9955097" y="682678"/>
            <a:ext cx="230130" cy="326302"/>
            <a:chOff x="8812481" y="694218"/>
            <a:chExt cx="1470606" cy="1692464"/>
          </a:xfrm>
          <a:effectLst>
            <a:glow rad="12700">
              <a:schemeClr val="tx1">
                <a:lumMod val="85000"/>
                <a:lumOff val="15000"/>
                <a:alpha val="70000"/>
              </a:schemeClr>
            </a:glow>
          </a:effectLst>
        </p:grpSpPr>
        <p:pic>
          <p:nvPicPr>
            <p:cNvPr id="8" name="図 7">
              <a:extLst>
                <a:ext uri="{FF2B5EF4-FFF2-40B4-BE49-F238E27FC236}">
                  <a16:creationId xmlns:a16="http://schemas.microsoft.com/office/drawing/2014/main" id="{42D7618D-BA70-172B-8E63-79813224AC0D}"/>
                </a:ext>
              </a:extLst>
            </p:cNvPr>
            <p:cNvPicPr>
              <a:picLocks noChangeAspect="1"/>
            </p:cNvPicPr>
            <p:nvPr/>
          </p:nvPicPr>
          <p:blipFill>
            <a:blip r:embed="rId9">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rot="13959555">
              <a:off x="8830608" y="676091"/>
              <a:ext cx="1282845" cy="1319099"/>
            </a:xfrm>
            <a:prstGeom prst="rect">
              <a:avLst/>
            </a:prstGeom>
          </p:spPr>
        </p:pic>
        <p:pic>
          <p:nvPicPr>
            <p:cNvPr id="18" name="図 17">
              <a:extLst>
                <a:ext uri="{FF2B5EF4-FFF2-40B4-BE49-F238E27FC236}">
                  <a16:creationId xmlns:a16="http://schemas.microsoft.com/office/drawing/2014/main" id="{3817280F-2355-AE93-9663-FA822C749E3B}"/>
                </a:ext>
              </a:extLst>
            </p:cNvPr>
            <p:cNvPicPr>
              <a:picLocks noChangeAspect="1"/>
            </p:cNvPicPr>
            <p:nvPr/>
          </p:nvPicPr>
          <p:blipFill>
            <a:blip r:embed="rId9">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rot="13959555" flipH="1" flipV="1">
              <a:off x="8982115" y="1085710"/>
              <a:ext cx="1282845" cy="1319099"/>
            </a:xfrm>
            <a:prstGeom prst="rect">
              <a:avLst/>
            </a:prstGeom>
          </p:spPr>
        </p:pic>
      </p:grpSp>
      <p:sp>
        <p:nvSpPr>
          <p:cNvPr id="25" name="吹き出し: 角を丸めた四角形 24">
            <a:extLst>
              <a:ext uri="{FF2B5EF4-FFF2-40B4-BE49-F238E27FC236}">
                <a16:creationId xmlns:a16="http://schemas.microsoft.com/office/drawing/2014/main" id="{1BBE0B5B-586B-9805-2517-2EA356B943FA}"/>
              </a:ext>
            </a:extLst>
          </p:cNvPr>
          <p:cNvSpPr/>
          <p:nvPr/>
        </p:nvSpPr>
        <p:spPr>
          <a:xfrm>
            <a:off x="8262219" y="1825224"/>
            <a:ext cx="3274549" cy="2126137"/>
          </a:xfrm>
          <a:prstGeom prst="wedgeRoundRectCallout">
            <a:avLst>
              <a:gd name="adj1" fmla="val -66579"/>
              <a:gd name="adj2" fmla="val 24789"/>
              <a:gd name="adj3" fmla="val 16667"/>
            </a:avLst>
          </a:prstGeom>
          <a:solidFill>
            <a:schemeClr val="bg1">
              <a:lumMod val="95000"/>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323102429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gradFill flip="none" rotWithShape="1">
          <a:gsLst>
            <a:gs pos="25000">
              <a:schemeClr val="tx1">
                <a:lumMod val="85000"/>
                <a:lumOff val="15000"/>
              </a:schemeClr>
            </a:gs>
            <a:gs pos="78000">
              <a:schemeClr val="tx1">
                <a:lumMod val="85000"/>
                <a:lumOff val="15000"/>
              </a:schemeClr>
            </a:gs>
            <a:gs pos="50000">
              <a:srgbClr val="660066"/>
            </a:gs>
          </a:gsLst>
          <a:lin ang="13500000" scaled="1"/>
          <a:tileRect/>
        </a:gradFill>
        <a:effectLst/>
      </p:bgPr>
    </p:bg>
    <p:spTree>
      <p:nvGrpSpPr>
        <p:cNvPr id="1" name="">
          <a:extLst>
            <a:ext uri="{FF2B5EF4-FFF2-40B4-BE49-F238E27FC236}">
              <a16:creationId xmlns:a16="http://schemas.microsoft.com/office/drawing/2014/main" id="{6F8FB6E9-FA8B-9A33-7D35-996D39751E1A}"/>
            </a:ext>
          </a:extLst>
        </p:cNvPr>
        <p:cNvGrpSpPr/>
        <p:nvPr/>
      </p:nvGrpSpPr>
      <p:grpSpPr>
        <a:xfrm>
          <a:off x="0" y="0"/>
          <a:ext cx="0" cy="0"/>
          <a:chOff x="0" y="0"/>
          <a:chExt cx="0" cy="0"/>
        </a:xfrm>
      </p:grpSpPr>
      <p:sp>
        <p:nvSpPr>
          <p:cNvPr id="37" name="四角形: 角を丸くする 36">
            <a:extLst>
              <a:ext uri="{FF2B5EF4-FFF2-40B4-BE49-F238E27FC236}">
                <a16:creationId xmlns:a16="http://schemas.microsoft.com/office/drawing/2014/main" id="{75FDB248-4A02-06A9-F441-9FEF1A4B20EF}"/>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grpSp>
        <p:nvGrpSpPr>
          <p:cNvPr id="24" name="グループ化 23">
            <a:extLst>
              <a:ext uri="{FF2B5EF4-FFF2-40B4-BE49-F238E27FC236}">
                <a16:creationId xmlns:a16="http://schemas.microsoft.com/office/drawing/2014/main" id="{45ABC660-9DAF-397C-A4D4-F2B67264F9DB}"/>
              </a:ext>
            </a:extLst>
          </p:cNvPr>
          <p:cNvGrpSpPr/>
          <p:nvPr/>
        </p:nvGrpSpPr>
        <p:grpSpPr>
          <a:xfrm>
            <a:off x="163586" y="134635"/>
            <a:ext cx="1975684" cy="1396119"/>
            <a:chOff x="163586" y="134635"/>
            <a:chExt cx="1975684" cy="1396119"/>
          </a:xfrm>
        </p:grpSpPr>
        <p:grpSp>
          <p:nvGrpSpPr>
            <p:cNvPr id="25" name="グループ化 24">
              <a:extLst>
                <a:ext uri="{FF2B5EF4-FFF2-40B4-BE49-F238E27FC236}">
                  <a16:creationId xmlns:a16="http://schemas.microsoft.com/office/drawing/2014/main" id="{2378619D-71E8-9B45-B61A-FF70559002CE}"/>
                </a:ext>
              </a:extLst>
            </p:cNvPr>
            <p:cNvGrpSpPr/>
            <p:nvPr/>
          </p:nvGrpSpPr>
          <p:grpSpPr>
            <a:xfrm>
              <a:off x="163586" y="134635"/>
              <a:ext cx="1975684" cy="1396119"/>
              <a:chOff x="163586" y="134635"/>
              <a:chExt cx="1975684" cy="1396119"/>
            </a:xfrm>
          </p:grpSpPr>
          <p:pic>
            <p:nvPicPr>
              <p:cNvPr id="27" name="図 26">
                <a:extLst>
                  <a:ext uri="{FF2B5EF4-FFF2-40B4-BE49-F238E27FC236}">
                    <a16:creationId xmlns:a16="http://schemas.microsoft.com/office/drawing/2014/main" id="{D61D6ECA-45F8-A6E8-B7CE-EBD719364E2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8" name="楕円 27">
                <a:extLst>
                  <a:ext uri="{FF2B5EF4-FFF2-40B4-BE49-F238E27FC236}">
                    <a16:creationId xmlns:a16="http://schemas.microsoft.com/office/drawing/2014/main" id="{FDA8A36B-D4B1-B6AF-851C-4E5F658E1013}"/>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6" name="図 25">
              <a:extLst>
                <a:ext uri="{FF2B5EF4-FFF2-40B4-BE49-F238E27FC236}">
                  <a16:creationId xmlns:a16="http://schemas.microsoft.com/office/drawing/2014/main" id="{AF0F9DB6-973C-36B0-4638-A10F717E5E7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
        <p:nvSpPr>
          <p:cNvPr id="39" name="テキスト ボックス 38">
            <a:extLst>
              <a:ext uri="{FF2B5EF4-FFF2-40B4-BE49-F238E27FC236}">
                <a16:creationId xmlns:a16="http://schemas.microsoft.com/office/drawing/2014/main" id="{541A665F-03E2-B1B7-D6DB-D3B0939D6CD3}"/>
              </a:ext>
            </a:extLst>
          </p:cNvPr>
          <p:cNvSpPr txBox="1"/>
          <p:nvPr/>
        </p:nvSpPr>
        <p:spPr>
          <a:xfrm>
            <a:off x="1752829" y="641390"/>
            <a:ext cx="1210589" cy="400110"/>
          </a:xfrm>
          <a:prstGeom prst="rect">
            <a:avLst/>
          </a:prstGeom>
          <a:noFill/>
        </p:spPr>
        <p:txBody>
          <a:bodyPr wrap="none" rtlCol="0">
            <a:spAutoFit/>
          </a:bodyPr>
          <a:lstStyle/>
          <a:p>
            <a:pPr algn="ctr"/>
            <a:r>
              <a:rPr kumimoji="1"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メニュー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52" name="グループ化 51">
            <a:extLst>
              <a:ext uri="{FF2B5EF4-FFF2-40B4-BE49-F238E27FC236}">
                <a16:creationId xmlns:a16="http://schemas.microsoft.com/office/drawing/2014/main" id="{CC68EAD4-899E-B040-CA0B-A1FEB0B3B69D}"/>
              </a:ext>
            </a:extLst>
          </p:cNvPr>
          <p:cNvGrpSpPr/>
          <p:nvPr/>
        </p:nvGrpSpPr>
        <p:grpSpPr>
          <a:xfrm>
            <a:off x="4062697" y="1899362"/>
            <a:ext cx="4066606" cy="3678256"/>
            <a:chOff x="4062697" y="1228836"/>
            <a:chExt cx="4066606" cy="3678256"/>
          </a:xfrm>
        </p:grpSpPr>
        <p:grpSp>
          <p:nvGrpSpPr>
            <p:cNvPr id="45" name="グループ化 44">
              <a:extLst>
                <a:ext uri="{FF2B5EF4-FFF2-40B4-BE49-F238E27FC236}">
                  <a16:creationId xmlns:a16="http://schemas.microsoft.com/office/drawing/2014/main" id="{32E4F197-94EC-75DB-5B4B-8DCC31D1E367}"/>
                </a:ext>
              </a:extLst>
            </p:cNvPr>
            <p:cNvGrpSpPr/>
            <p:nvPr/>
          </p:nvGrpSpPr>
          <p:grpSpPr>
            <a:xfrm>
              <a:off x="4062697" y="1228836"/>
              <a:ext cx="4066606" cy="914400"/>
              <a:chOff x="3917035" y="1105498"/>
              <a:chExt cx="4066606" cy="914400"/>
            </a:xfrm>
          </p:grpSpPr>
          <p:sp>
            <p:nvSpPr>
              <p:cNvPr id="30" name="六角形 29">
                <a:extLst>
                  <a:ext uri="{FF2B5EF4-FFF2-40B4-BE49-F238E27FC236}">
                    <a16:creationId xmlns:a16="http://schemas.microsoft.com/office/drawing/2014/main" id="{7F025615-73BE-024F-A6AC-CFD63EF9997B}"/>
                  </a:ext>
                </a:extLst>
              </p:cNvPr>
              <p:cNvSpPr/>
              <p:nvPr/>
            </p:nvSpPr>
            <p:spPr>
              <a:xfrm>
                <a:off x="3917035" y="1105498"/>
                <a:ext cx="4066606" cy="914400"/>
              </a:xfrm>
              <a:prstGeom prst="hexagon">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2" name="テキスト ボックス 31">
                <a:extLst>
                  <a:ext uri="{FF2B5EF4-FFF2-40B4-BE49-F238E27FC236}">
                    <a16:creationId xmlns:a16="http://schemas.microsoft.com/office/drawing/2014/main" id="{ACA27C1F-A6CE-7BCF-E159-B1281C7952D9}"/>
                  </a:ext>
                </a:extLst>
              </p:cNvPr>
              <p:cNvSpPr txBox="1"/>
              <p:nvPr/>
            </p:nvSpPr>
            <p:spPr>
              <a:xfrm>
                <a:off x="5088564" y="1331866"/>
                <a:ext cx="1723549" cy="461665"/>
              </a:xfrm>
              <a:prstGeom prst="rect">
                <a:avLst/>
              </a:prstGeom>
              <a:noFill/>
            </p:spPr>
            <p:txBody>
              <a:bodyPr wrap="none" rtlCol="0">
                <a:spAutoFit/>
              </a:bodyPr>
              <a:lstStyle/>
              <a:p>
                <a:pPr algn="ctr"/>
                <a:r>
                  <a:rPr lang="ja-JP" altLang="en-US"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ゲーム設定</a:t>
                </a:r>
                <a:endParaRPr kumimoji="1" lang="ja-JP" altLang="en-US" sz="24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46" name="グループ化 45">
              <a:extLst>
                <a:ext uri="{FF2B5EF4-FFF2-40B4-BE49-F238E27FC236}">
                  <a16:creationId xmlns:a16="http://schemas.microsoft.com/office/drawing/2014/main" id="{8CC036BE-9D47-D57B-312A-8013C7F42388}"/>
                </a:ext>
              </a:extLst>
            </p:cNvPr>
            <p:cNvGrpSpPr/>
            <p:nvPr/>
          </p:nvGrpSpPr>
          <p:grpSpPr>
            <a:xfrm>
              <a:off x="4062697" y="2610764"/>
              <a:ext cx="4066606" cy="914400"/>
              <a:chOff x="3917035" y="1105498"/>
              <a:chExt cx="4066606" cy="914400"/>
            </a:xfrm>
          </p:grpSpPr>
          <p:sp>
            <p:nvSpPr>
              <p:cNvPr id="47" name="六角形 46">
                <a:extLst>
                  <a:ext uri="{FF2B5EF4-FFF2-40B4-BE49-F238E27FC236}">
                    <a16:creationId xmlns:a16="http://schemas.microsoft.com/office/drawing/2014/main" id="{48ED1703-6F9B-3D07-846C-E9DF127C5DB3}"/>
                  </a:ext>
                </a:extLst>
              </p:cNvPr>
              <p:cNvSpPr/>
              <p:nvPr/>
            </p:nvSpPr>
            <p:spPr>
              <a:xfrm>
                <a:off x="3917035" y="1105498"/>
                <a:ext cx="4066606" cy="914400"/>
              </a:xfrm>
              <a:prstGeom prst="hexagon">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8" name="テキスト ボックス 47">
                <a:extLst>
                  <a:ext uri="{FF2B5EF4-FFF2-40B4-BE49-F238E27FC236}">
                    <a16:creationId xmlns:a16="http://schemas.microsoft.com/office/drawing/2014/main" id="{6DC8108F-FABC-8559-6605-877291EE0C54}"/>
                  </a:ext>
                </a:extLst>
              </p:cNvPr>
              <p:cNvSpPr txBox="1"/>
              <p:nvPr/>
            </p:nvSpPr>
            <p:spPr>
              <a:xfrm>
                <a:off x="4780789" y="1331866"/>
                <a:ext cx="2339102" cy="461665"/>
              </a:xfrm>
              <a:prstGeom prst="rect">
                <a:avLst/>
              </a:prstGeom>
              <a:noFill/>
            </p:spPr>
            <p:txBody>
              <a:bodyPr wrap="none" rtlCol="0">
                <a:spAutoFit/>
              </a:bodyPr>
              <a:lstStyle/>
              <a:p>
                <a:pPr algn="ctr"/>
                <a:r>
                  <a:rPr lang="ja-JP" altLang="en-US"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タイトルへ戻る</a:t>
                </a:r>
                <a:endParaRPr kumimoji="1" lang="ja-JP" altLang="en-US" sz="24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49" name="グループ化 48">
              <a:extLst>
                <a:ext uri="{FF2B5EF4-FFF2-40B4-BE49-F238E27FC236}">
                  <a16:creationId xmlns:a16="http://schemas.microsoft.com/office/drawing/2014/main" id="{5980F8B0-8D84-C35D-0677-BF8749527ED9}"/>
                </a:ext>
              </a:extLst>
            </p:cNvPr>
            <p:cNvGrpSpPr/>
            <p:nvPr/>
          </p:nvGrpSpPr>
          <p:grpSpPr>
            <a:xfrm>
              <a:off x="4062697" y="3992692"/>
              <a:ext cx="4066606" cy="914400"/>
              <a:chOff x="3917035" y="1105498"/>
              <a:chExt cx="4066606" cy="914400"/>
            </a:xfrm>
          </p:grpSpPr>
          <p:sp>
            <p:nvSpPr>
              <p:cNvPr id="50" name="六角形 49">
                <a:extLst>
                  <a:ext uri="{FF2B5EF4-FFF2-40B4-BE49-F238E27FC236}">
                    <a16:creationId xmlns:a16="http://schemas.microsoft.com/office/drawing/2014/main" id="{6D75FB55-9802-B13E-F676-E6B96CA226A4}"/>
                  </a:ext>
                </a:extLst>
              </p:cNvPr>
              <p:cNvSpPr/>
              <p:nvPr/>
            </p:nvSpPr>
            <p:spPr>
              <a:xfrm>
                <a:off x="3917035" y="1105498"/>
                <a:ext cx="4066606" cy="914400"/>
              </a:xfrm>
              <a:prstGeom prst="hexagon">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1" name="テキスト ボックス 50">
                <a:extLst>
                  <a:ext uri="{FF2B5EF4-FFF2-40B4-BE49-F238E27FC236}">
                    <a16:creationId xmlns:a16="http://schemas.microsoft.com/office/drawing/2014/main" id="{C82CC895-F217-91A6-8217-9F1B3AF92F29}"/>
                  </a:ext>
                </a:extLst>
              </p:cNvPr>
              <p:cNvSpPr txBox="1"/>
              <p:nvPr/>
            </p:nvSpPr>
            <p:spPr>
              <a:xfrm>
                <a:off x="5242456" y="1331866"/>
                <a:ext cx="1415772" cy="461665"/>
              </a:xfrm>
              <a:prstGeom prst="rect">
                <a:avLst/>
              </a:prstGeom>
              <a:noFill/>
            </p:spPr>
            <p:txBody>
              <a:bodyPr wrap="none" rtlCol="0">
                <a:spAutoFit/>
              </a:bodyPr>
              <a:lstStyle/>
              <a:p>
                <a:pPr algn="ctr"/>
                <a:r>
                  <a:rPr lang="ja-JP" altLang="en-US"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アイテム</a:t>
                </a:r>
                <a:endParaRPr kumimoji="1" lang="ja-JP" altLang="en-US" sz="24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spTree>
    <p:extLst>
      <p:ext uri="{BB962C8B-B14F-4D97-AF65-F5344CB8AC3E}">
        <p14:creationId xmlns:p14="http://schemas.microsoft.com/office/powerpoint/2010/main" val="134533351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gradFill flip="none" rotWithShape="1">
          <a:gsLst>
            <a:gs pos="25000">
              <a:schemeClr val="tx1">
                <a:lumMod val="85000"/>
                <a:lumOff val="15000"/>
              </a:schemeClr>
            </a:gs>
            <a:gs pos="78000">
              <a:schemeClr val="tx1">
                <a:lumMod val="85000"/>
                <a:lumOff val="15000"/>
              </a:schemeClr>
            </a:gs>
            <a:gs pos="50000">
              <a:srgbClr val="660066"/>
            </a:gs>
          </a:gsLst>
          <a:lin ang="13500000" scaled="1"/>
          <a:tileRect/>
        </a:gradFill>
        <a:effectLst/>
      </p:bgPr>
    </p:bg>
    <p:spTree>
      <p:nvGrpSpPr>
        <p:cNvPr id="1" name="">
          <a:extLst>
            <a:ext uri="{FF2B5EF4-FFF2-40B4-BE49-F238E27FC236}">
              <a16:creationId xmlns:a16="http://schemas.microsoft.com/office/drawing/2014/main" id="{F11B6D31-F7CA-F271-A275-21F37A98F419}"/>
            </a:ext>
          </a:extLst>
        </p:cNvPr>
        <p:cNvGrpSpPr/>
        <p:nvPr/>
      </p:nvGrpSpPr>
      <p:grpSpPr>
        <a:xfrm>
          <a:off x="0" y="0"/>
          <a:ext cx="0" cy="0"/>
          <a:chOff x="0" y="0"/>
          <a:chExt cx="0" cy="0"/>
        </a:xfrm>
      </p:grpSpPr>
      <p:sp>
        <p:nvSpPr>
          <p:cNvPr id="37" name="四角形: 角を丸くする 36">
            <a:extLst>
              <a:ext uri="{FF2B5EF4-FFF2-40B4-BE49-F238E27FC236}">
                <a16:creationId xmlns:a16="http://schemas.microsoft.com/office/drawing/2014/main" id="{4DA53CC7-9561-4DED-7B22-E1CFB8D31DDD}"/>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grpSp>
        <p:nvGrpSpPr>
          <p:cNvPr id="24" name="グループ化 23">
            <a:extLst>
              <a:ext uri="{FF2B5EF4-FFF2-40B4-BE49-F238E27FC236}">
                <a16:creationId xmlns:a16="http://schemas.microsoft.com/office/drawing/2014/main" id="{4F15CB88-DE92-F9BB-1CDF-C30C03A7E7DD}"/>
              </a:ext>
            </a:extLst>
          </p:cNvPr>
          <p:cNvGrpSpPr/>
          <p:nvPr/>
        </p:nvGrpSpPr>
        <p:grpSpPr>
          <a:xfrm>
            <a:off x="163586" y="134635"/>
            <a:ext cx="1975684" cy="1396119"/>
            <a:chOff x="163586" y="134635"/>
            <a:chExt cx="1975684" cy="1396119"/>
          </a:xfrm>
        </p:grpSpPr>
        <p:grpSp>
          <p:nvGrpSpPr>
            <p:cNvPr id="25" name="グループ化 24">
              <a:extLst>
                <a:ext uri="{FF2B5EF4-FFF2-40B4-BE49-F238E27FC236}">
                  <a16:creationId xmlns:a16="http://schemas.microsoft.com/office/drawing/2014/main" id="{70C032AD-4732-90AC-7406-DB0F88761ADD}"/>
                </a:ext>
              </a:extLst>
            </p:cNvPr>
            <p:cNvGrpSpPr/>
            <p:nvPr/>
          </p:nvGrpSpPr>
          <p:grpSpPr>
            <a:xfrm>
              <a:off x="163586" y="134635"/>
              <a:ext cx="1975684" cy="1396119"/>
              <a:chOff x="163586" y="134635"/>
              <a:chExt cx="1975684" cy="1396119"/>
            </a:xfrm>
          </p:grpSpPr>
          <p:pic>
            <p:nvPicPr>
              <p:cNvPr id="27" name="図 26">
                <a:extLst>
                  <a:ext uri="{FF2B5EF4-FFF2-40B4-BE49-F238E27FC236}">
                    <a16:creationId xmlns:a16="http://schemas.microsoft.com/office/drawing/2014/main" id="{EA3E77DC-6EF2-7675-3533-0678ED5B2A9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8" name="楕円 27">
                <a:extLst>
                  <a:ext uri="{FF2B5EF4-FFF2-40B4-BE49-F238E27FC236}">
                    <a16:creationId xmlns:a16="http://schemas.microsoft.com/office/drawing/2014/main" id="{96C2C983-3F79-66A9-8C3D-47FCDBC4089B}"/>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6" name="図 25">
              <a:extLst>
                <a:ext uri="{FF2B5EF4-FFF2-40B4-BE49-F238E27FC236}">
                  <a16:creationId xmlns:a16="http://schemas.microsoft.com/office/drawing/2014/main" id="{9DA095B2-427A-7356-33AC-A59B976C7EC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
        <p:nvSpPr>
          <p:cNvPr id="39" name="テキスト ボックス 38">
            <a:extLst>
              <a:ext uri="{FF2B5EF4-FFF2-40B4-BE49-F238E27FC236}">
                <a16:creationId xmlns:a16="http://schemas.microsoft.com/office/drawing/2014/main" id="{7A7A6021-F348-1B3E-24EB-CD297CFE10DA}"/>
              </a:ext>
            </a:extLst>
          </p:cNvPr>
          <p:cNvSpPr txBox="1"/>
          <p:nvPr/>
        </p:nvSpPr>
        <p:spPr>
          <a:xfrm>
            <a:off x="1752829" y="641390"/>
            <a:ext cx="1210589" cy="400110"/>
          </a:xfrm>
          <a:prstGeom prst="rect">
            <a:avLst/>
          </a:prstGeom>
          <a:noFill/>
        </p:spPr>
        <p:txBody>
          <a:bodyPr wrap="none" rtlCol="0">
            <a:spAutoFit/>
          </a:bodyPr>
          <a:lstStyle/>
          <a:p>
            <a:pPr algn="ctr"/>
            <a:r>
              <a:rPr kumimoji="1"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メニュー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52" name="グループ化 51">
            <a:extLst>
              <a:ext uri="{FF2B5EF4-FFF2-40B4-BE49-F238E27FC236}">
                <a16:creationId xmlns:a16="http://schemas.microsoft.com/office/drawing/2014/main" id="{44E64DAF-E7BC-DA45-C5C2-3495C1F28BD2}"/>
              </a:ext>
            </a:extLst>
          </p:cNvPr>
          <p:cNvGrpSpPr/>
          <p:nvPr/>
        </p:nvGrpSpPr>
        <p:grpSpPr>
          <a:xfrm>
            <a:off x="4062697" y="1902697"/>
            <a:ext cx="4066606" cy="3678256"/>
            <a:chOff x="4062697" y="1228836"/>
            <a:chExt cx="4066606" cy="3678256"/>
          </a:xfrm>
        </p:grpSpPr>
        <p:grpSp>
          <p:nvGrpSpPr>
            <p:cNvPr id="45" name="グループ化 44">
              <a:extLst>
                <a:ext uri="{FF2B5EF4-FFF2-40B4-BE49-F238E27FC236}">
                  <a16:creationId xmlns:a16="http://schemas.microsoft.com/office/drawing/2014/main" id="{A7B57E71-216E-F314-1BD8-1BFA48B902B5}"/>
                </a:ext>
              </a:extLst>
            </p:cNvPr>
            <p:cNvGrpSpPr/>
            <p:nvPr/>
          </p:nvGrpSpPr>
          <p:grpSpPr>
            <a:xfrm>
              <a:off x="4062697" y="1228836"/>
              <a:ext cx="4066606" cy="914400"/>
              <a:chOff x="3917035" y="1105498"/>
              <a:chExt cx="4066606" cy="914400"/>
            </a:xfrm>
          </p:grpSpPr>
          <p:sp>
            <p:nvSpPr>
              <p:cNvPr id="30" name="六角形 29">
                <a:extLst>
                  <a:ext uri="{FF2B5EF4-FFF2-40B4-BE49-F238E27FC236}">
                    <a16:creationId xmlns:a16="http://schemas.microsoft.com/office/drawing/2014/main" id="{3F85CB81-FFBF-6CD8-8C70-DDF9CFC1C120}"/>
                  </a:ext>
                </a:extLst>
              </p:cNvPr>
              <p:cNvSpPr/>
              <p:nvPr/>
            </p:nvSpPr>
            <p:spPr>
              <a:xfrm>
                <a:off x="3917035" y="1105498"/>
                <a:ext cx="4066606" cy="914400"/>
              </a:xfrm>
              <a:prstGeom prst="hexagon">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2" name="テキスト ボックス 31">
                <a:extLst>
                  <a:ext uri="{FF2B5EF4-FFF2-40B4-BE49-F238E27FC236}">
                    <a16:creationId xmlns:a16="http://schemas.microsoft.com/office/drawing/2014/main" id="{3080A6E5-DD1F-3CB1-D655-C7763E01368F}"/>
                  </a:ext>
                </a:extLst>
              </p:cNvPr>
              <p:cNvSpPr txBox="1"/>
              <p:nvPr/>
            </p:nvSpPr>
            <p:spPr>
              <a:xfrm>
                <a:off x="5088564" y="1331866"/>
                <a:ext cx="1723549" cy="461665"/>
              </a:xfrm>
              <a:prstGeom prst="rect">
                <a:avLst/>
              </a:prstGeom>
              <a:noFill/>
            </p:spPr>
            <p:txBody>
              <a:bodyPr wrap="none" rtlCol="0">
                <a:spAutoFit/>
              </a:bodyPr>
              <a:lstStyle/>
              <a:p>
                <a:pPr algn="ctr"/>
                <a:r>
                  <a:rPr lang="ja-JP" altLang="en-US"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ゲーム設定</a:t>
                </a:r>
                <a:endParaRPr kumimoji="1" lang="ja-JP" altLang="en-US" sz="24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46" name="グループ化 45">
              <a:extLst>
                <a:ext uri="{FF2B5EF4-FFF2-40B4-BE49-F238E27FC236}">
                  <a16:creationId xmlns:a16="http://schemas.microsoft.com/office/drawing/2014/main" id="{F81298A3-1DFB-A07A-11B7-0541929DEF25}"/>
                </a:ext>
              </a:extLst>
            </p:cNvPr>
            <p:cNvGrpSpPr/>
            <p:nvPr/>
          </p:nvGrpSpPr>
          <p:grpSpPr>
            <a:xfrm>
              <a:off x="4062697" y="2610764"/>
              <a:ext cx="4066606" cy="914400"/>
              <a:chOff x="3917035" y="1105498"/>
              <a:chExt cx="4066606" cy="914400"/>
            </a:xfrm>
          </p:grpSpPr>
          <p:sp>
            <p:nvSpPr>
              <p:cNvPr id="47" name="六角形 46">
                <a:extLst>
                  <a:ext uri="{FF2B5EF4-FFF2-40B4-BE49-F238E27FC236}">
                    <a16:creationId xmlns:a16="http://schemas.microsoft.com/office/drawing/2014/main" id="{99758393-C733-64D2-AA2B-6CADE6EE1FA9}"/>
                  </a:ext>
                </a:extLst>
              </p:cNvPr>
              <p:cNvSpPr/>
              <p:nvPr/>
            </p:nvSpPr>
            <p:spPr>
              <a:xfrm>
                <a:off x="3917035" y="1105498"/>
                <a:ext cx="4066606" cy="914400"/>
              </a:xfrm>
              <a:prstGeom prst="hexagon">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8" name="テキスト ボックス 47">
                <a:extLst>
                  <a:ext uri="{FF2B5EF4-FFF2-40B4-BE49-F238E27FC236}">
                    <a16:creationId xmlns:a16="http://schemas.microsoft.com/office/drawing/2014/main" id="{9FEB541E-52B3-F1D0-2178-242C45B66F6B}"/>
                  </a:ext>
                </a:extLst>
              </p:cNvPr>
              <p:cNvSpPr txBox="1"/>
              <p:nvPr/>
            </p:nvSpPr>
            <p:spPr>
              <a:xfrm>
                <a:off x="4780789" y="1331866"/>
                <a:ext cx="2339102" cy="461665"/>
              </a:xfrm>
              <a:prstGeom prst="rect">
                <a:avLst/>
              </a:prstGeom>
              <a:noFill/>
            </p:spPr>
            <p:txBody>
              <a:bodyPr wrap="none" rtlCol="0">
                <a:spAutoFit/>
              </a:bodyPr>
              <a:lstStyle/>
              <a:p>
                <a:pPr algn="ctr"/>
                <a:r>
                  <a:rPr lang="ja-JP" altLang="en-US"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タイトルへ戻る</a:t>
                </a:r>
                <a:endParaRPr kumimoji="1" lang="ja-JP" altLang="en-US" sz="24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49" name="グループ化 48">
              <a:extLst>
                <a:ext uri="{FF2B5EF4-FFF2-40B4-BE49-F238E27FC236}">
                  <a16:creationId xmlns:a16="http://schemas.microsoft.com/office/drawing/2014/main" id="{61B3CE20-2E5B-33EF-5E34-4FB1C580AA07}"/>
                </a:ext>
              </a:extLst>
            </p:cNvPr>
            <p:cNvGrpSpPr/>
            <p:nvPr/>
          </p:nvGrpSpPr>
          <p:grpSpPr>
            <a:xfrm>
              <a:off x="4062697" y="3992692"/>
              <a:ext cx="4066606" cy="914400"/>
              <a:chOff x="3917035" y="1105498"/>
              <a:chExt cx="4066606" cy="914400"/>
            </a:xfrm>
          </p:grpSpPr>
          <p:sp>
            <p:nvSpPr>
              <p:cNvPr id="50" name="六角形 49">
                <a:extLst>
                  <a:ext uri="{FF2B5EF4-FFF2-40B4-BE49-F238E27FC236}">
                    <a16:creationId xmlns:a16="http://schemas.microsoft.com/office/drawing/2014/main" id="{6E29FB2A-1C43-BAAF-5E6F-FB47A7CDEE8E}"/>
                  </a:ext>
                </a:extLst>
              </p:cNvPr>
              <p:cNvSpPr/>
              <p:nvPr/>
            </p:nvSpPr>
            <p:spPr>
              <a:xfrm>
                <a:off x="3917035" y="1105498"/>
                <a:ext cx="4066606" cy="914400"/>
              </a:xfrm>
              <a:prstGeom prst="hexagon">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1" name="テキスト ボックス 50">
                <a:extLst>
                  <a:ext uri="{FF2B5EF4-FFF2-40B4-BE49-F238E27FC236}">
                    <a16:creationId xmlns:a16="http://schemas.microsoft.com/office/drawing/2014/main" id="{981CDBA4-BE7F-EE17-5F1E-76617522C5E8}"/>
                  </a:ext>
                </a:extLst>
              </p:cNvPr>
              <p:cNvSpPr txBox="1"/>
              <p:nvPr/>
            </p:nvSpPr>
            <p:spPr>
              <a:xfrm>
                <a:off x="5242456" y="1331866"/>
                <a:ext cx="1415772" cy="461665"/>
              </a:xfrm>
              <a:prstGeom prst="rect">
                <a:avLst/>
              </a:prstGeom>
              <a:noFill/>
            </p:spPr>
            <p:txBody>
              <a:bodyPr wrap="none" rtlCol="0">
                <a:spAutoFit/>
              </a:bodyPr>
              <a:lstStyle/>
              <a:p>
                <a:pPr algn="ctr"/>
                <a:r>
                  <a:rPr lang="ja-JP" altLang="en-US"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アイテム</a:t>
                </a:r>
                <a:endParaRPr kumimoji="1" lang="ja-JP" altLang="en-US" sz="24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spTree>
    <p:extLst>
      <p:ext uri="{BB962C8B-B14F-4D97-AF65-F5344CB8AC3E}">
        <p14:creationId xmlns:p14="http://schemas.microsoft.com/office/powerpoint/2010/main" val="310599196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gradFill flip="none" rotWithShape="1">
          <a:gsLst>
            <a:gs pos="25000">
              <a:schemeClr val="tx1">
                <a:lumMod val="85000"/>
                <a:lumOff val="15000"/>
              </a:schemeClr>
            </a:gs>
            <a:gs pos="78000">
              <a:schemeClr val="tx1">
                <a:lumMod val="85000"/>
                <a:lumOff val="15000"/>
              </a:schemeClr>
            </a:gs>
            <a:gs pos="50000">
              <a:srgbClr val="660066"/>
            </a:gs>
          </a:gsLst>
          <a:lin ang="13500000" scaled="1"/>
          <a:tileRect/>
        </a:gradFill>
        <a:effectLst/>
      </p:bgPr>
    </p:bg>
    <p:spTree>
      <p:nvGrpSpPr>
        <p:cNvPr id="1" name="">
          <a:extLst>
            <a:ext uri="{FF2B5EF4-FFF2-40B4-BE49-F238E27FC236}">
              <a16:creationId xmlns:a16="http://schemas.microsoft.com/office/drawing/2014/main" id="{E04CA615-91B7-A5EE-9295-D38CDF081A1F}"/>
            </a:ext>
          </a:extLst>
        </p:cNvPr>
        <p:cNvGrpSpPr/>
        <p:nvPr/>
      </p:nvGrpSpPr>
      <p:grpSpPr>
        <a:xfrm>
          <a:off x="0" y="0"/>
          <a:ext cx="0" cy="0"/>
          <a:chOff x="0" y="0"/>
          <a:chExt cx="0" cy="0"/>
        </a:xfrm>
      </p:grpSpPr>
      <p:sp>
        <p:nvSpPr>
          <p:cNvPr id="37" name="四角形: 角を丸くする 36">
            <a:extLst>
              <a:ext uri="{FF2B5EF4-FFF2-40B4-BE49-F238E27FC236}">
                <a16:creationId xmlns:a16="http://schemas.microsoft.com/office/drawing/2014/main" id="{1D8A0A48-C691-E463-2FF0-826D69EEDA30}"/>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grpSp>
        <p:nvGrpSpPr>
          <p:cNvPr id="24" name="グループ化 23">
            <a:extLst>
              <a:ext uri="{FF2B5EF4-FFF2-40B4-BE49-F238E27FC236}">
                <a16:creationId xmlns:a16="http://schemas.microsoft.com/office/drawing/2014/main" id="{5F735341-1D85-FC98-36AF-A8E3A82125FA}"/>
              </a:ext>
            </a:extLst>
          </p:cNvPr>
          <p:cNvGrpSpPr/>
          <p:nvPr/>
        </p:nvGrpSpPr>
        <p:grpSpPr>
          <a:xfrm>
            <a:off x="163586" y="134635"/>
            <a:ext cx="1975684" cy="1396119"/>
            <a:chOff x="163586" y="134635"/>
            <a:chExt cx="1975684" cy="1396119"/>
          </a:xfrm>
        </p:grpSpPr>
        <p:grpSp>
          <p:nvGrpSpPr>
            <p:cNvPr id="25" name="グループ化 24">
              <a:extLst>
                <a:ext uri="{FF2B5EF4-FFF2-40B4-BE49-F238E27FC236}">
                  <a16:creationId xmlns:a16="http://schemas.microsoft.com/office/drawing/2014/main" id="{0F01CC76-CE43-B405-EE4E-263888E16B5F}"/>
                </a:ext>
              </a:extLst>
            </p:cNvPr>
            <p:cNvGrpSpPr/>
            <p:nvPr/>
          </p:nvGrpSpPr>
          <p:grpSpPr>
            <a:xfrm>
              <a:off x="163586" y="134635"/>
              <a:ext cx="1975684" cy="1396119"/>
              <a:chOff x="163586" y="134635"/>
              <a:chExt cx="1975684" cy="1396119"/>
            </a:xfrm>
          </p:grpSpPr>
          <p:pic>
            <p:nvPicPr>
              <p:cNvPr id="27" name="図 26">
                <a:extLst>
                  <a:ext uri="{FF2B5EF4-FFF2-40B4-BE49-F238E27FC236}">
                    <a16:creationId xmlns:a16="http://schemas.microsoft.com/office/drawing/2014/main" id="{B637679E-4CED-5B1D-A81A-4AF02328C34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8" name="楕円 27">
                <a:extLst>
                  <a:ext uri="{FF2B5EF4-FFF2-40B4-BE49-F238E27FC236}">
                    <a16:creationId xmlns:a16="http://schemas.microsoft.com/office/drawing/2014/main" id="{FE06D229-91AC-C900-8EA1-4B28C61D89A3}"/>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6" name="図 25">
              <a:extLst>
                <a:ext uri="{FF2B5EF4-FFF2-40B4-BE49-F238E27FC236}">
                  <a16:creationId xmlns:a16="http://schemas.microsoft.com/office/drawing/2014/main" id="{68081632-396E-E363-0FF7-DC2250BB798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
        <p:nvSpPr>
          <p:cNvPr id="39" name="テキスト ボックス 38">
            <a:extLst>
              <a:ext uri="{FF2B5EF4-FFF2-40B4-BE49-F238E27FC236}">
                <a16:creationId xmlns:a16="http://schemas.microsoft.com/office/drawing/2014/main" id="{088BF699-CBB5-5AC4-BB37-5BDDCEBA1480}"/>
              </a:ext>
            </a:extLst>
          </p:cNvPr>
          <p:cNvSpPr txBox="1"/>
          <p:nvPr/>
        </p:nvSpPr>
        <p:spPr>
          <a:xfrm>
            <a:off x="1624591" y="641390"/>
            <a:ext cx="1467068" cy="400110"/>
          </a:xfrm>
          <a:prstGeom prst="rect">
            <a:avLst/>
          </a:prstGeom>
          <a:noFill/>
        </p:spPr>
        <p:txBody>
          <a:bodyPr wrap="none" rtlCol="0">
            <a:spAutoFit/>
          </a:bodyPr>
          <a:lstStyle/>
          <a:p>
            <a:pPr algn="ctr"/>
            <a:r>
              <a:rPr kumimoji="1"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ゲーム設定</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5" name="四角形: 角を丸くする 54">
            <a:extLst>
              <a:ext uri="{FF2B5EF4-FFF2-40B4-BE49-F238E27FC236}">
                <a16:creationId xmlns:a16="http://schemas.microsoft.com/office/drawing/2014/main" id="{F529C84A-3D80-0EF2-141C-47BFCDB06AEF}"/>
              </a:ext>
            </a:extLst>
          </p:cNvPr>
          <p:cNvSpPr/>
          <p:nvPr/>
        </p:nvSpPr>
        <p:spPr>
          <a:xfrm>
            <a:off x="1698342" y="1936332"/>
            <a:ext cx="8795316" cy="4056319"/>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a:p>
        </p:txBody>
      </p:sp>
      <p:sp>
        <p:nvSpPr>
          <p:cNvPr id="57" name="四角形: 角を丸くする 56">
            <a:extLst>
              <a:ext uri="{FF2B5EF4-FFF2-40B4-BE49-F238E27FC236}">
                <a16:creationId xmlns:a16="http://schemas.microsoft.com/office/drawing/2014/main" id="{81107EAE-040C-0E2A-581A-95BDC089126E}"/>
              </a:ext>
            </a:extLst>
          </p:cNvPr>
          <p:cNvSpPr/>
          <p:nvPr/>
        </p:nvSpPr>
        <p:spPr>
          <a:xfrm>
            <a:off x="6352916" y="5125477"/>
            <a:ext cx="2336019" cy="625904"/>
          </a:xfrm>
          <a:prstGeom prst="roundRect">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latin typeface="和音 Joyo R" panose="00000500000000000000" pitchFamily="50" charset="-128"/>
                <a:ea typeface="和音 Joyo R" panose="00000500000000000000" pitchFamily="50" charset="-128"/>
              </a:rPr>
              <a:t>OK</a:t>
            </a:r>
            <a:endParaRPr kumimoji="1" lang="ja-JP" altLang="en-US" sz="2000" dirty="0">
              <a:latin typeface="和音 Joyo R" panose="00000500000000000000" pitchFamily="50" charset="-128"/>
              <a:ea typeface="和音 Joyo R" panose="00000500000000000000" pitchFamily="50" charset="-128"/>
            </a:endParaRPr>
          </a:p>
        </p:txBody>
      </p:sp>
      <p:sp>
        <p:nvSpPr>
          <p:cNvPr id="59" name="四角形: 角を丸くする 58">
            <a:extLst>
              <a:ext uri="{FF2B5EF4-FFF2-40B4-BE49-F238E27FC236}">
                <a16:creationId xmlns:a16="http://schemas.microsoft.com/office/drawing/2014/main" id="{A0FED5FC-1DA3-E386-80C7-792157008226}"/>
              </a:ext>
            </a:extLst>
          </p:cNvPr>
          <p:cNvSpPr/>
          <p:nvPr/>
        </p:nvSpPr>
        <p:spPr>
          <a:xfrm>
            <a:off x="3520077" y="5125477"/>
            <a:ext cx="2336019" cy="625904"/>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000" dirty="0">
                <a:latin typeface="和音 Joyo R" panose="00000500000000000000" pitchFamily="50" charset="-128"/>
                <a:ea typeface="和音 Joyo R" panose="00000500000000000000" pitchFamily="50" charset="-128"/>
              </a:rPr>
              <a:t>デフォルトに戻す</a:t>
            </a:r>
          </a:p>
        </p:txBody>
      </p:sp>
      <p:sp>
        <p:nvSpPr>
          <p:cNvPr id="60" name="テキスト ボックス 59">
            <a:extLst>
              <a:ext uri="{FF2B5EF4-FFF2-40B4-BE49-F238E27FC236}">
                <a16:creationId xmlns:a16="http://schemas.microsoft.com/office/drawing/2014/main" id="{19C7FF16-EB7F-D7B2-2C25-51BE31273286}"/>
              </a:ext>
            </a:extLst>
          </p:cNvPr>
          <p:cNvSpPr txBox="1"/>
          <p:nvPr/>
        </p:nvSpPr>
        <p:spPr>
          <a:xfrm>
            <a:off x="5214188" y="2062912"/>
            <a:ext cx="1763624" cy="461665"/>
          </a:xfrm>
          <a:prstGeom prst="rect">
            <a:avLst/>
          </a:prstGeom>
          <a:noFill/>
        </p:spPr>
        <p:txBody>
          <a:bodyPr wrap="none" rtlCol="0">
            <a:spAutoFit/>
          </a:bodyPr>
          <a:lstStyle/>
          <a:p>
            <a:pPr algn="ctr"/>
            <a:r>
              <a:rPr lang="ja-JP" altLang="en-US" sz="2400" b="1">
                <a:solidFill>
                  <a:srgbClr val="FF00FF"/>
                </a:solidFill>
                <a:latin typeface="和音 Joyo R" panose="00000500000000000000" pitchFamily="50" charset="-128"/>
                <a:ea typeface="和音 Joyo R" panose="00000500000000000000" pitchFamily="50" charset="-128"/>
              </a:rPr>
              <a:t>バトル</a:t>
            </a:r>
            <a:r>
              <a:rPr kumimoji="1" lang="ja-JP" altLang="en-US" sz="2400" b="1">
                <a:solidFill>
                  <a:srgbClr val="FF00FF"/>
                </a:solidFill>
                <a:latin typeface="和音 Joyo R" panose="00000500000000000000" pitchFamily="50" charset="-128"/>
                <a:ea typeface="和音 Joyo R" panose="00000500000000000000" pitchFamily="50" charset="-128"/>
              </a:rPr>
              <a:t>設定</a:t>
            </a:r>
            <a:endParaRPr kumimoji="1" lang="ja-JP" altLang="en-US" sz="3200" b="1" dirty="0">
              <a:solidFill>
                <a:srgbClr val="FF00FF"/>
              </a:solidFill>
              <a:latin typeface="和音 Joyo R" panose="00000500000000000000" pitchFamily="50" charset="-128"/>
              <a:ea typeface="和音 Joyo R" panose="00000500000000000000" pitchFamily="50" charset="-128"/>
            </a:endParaRPr>
          </a:p>
        </p:txBody>
      </p:sp>
      <p:cxnSp>
        <p:nvCxnSpPr>
          <p:cNvPr id="61" name="直線コネクタ 60">
            <a:extLst>
              <a:ext uri="{FF2B5EF4-FFF2-40B4-BE49-F238E27FC236}">
                <a16:creationId xmlns:a16="http://schemas.microsoft.com/office/drawing/2014/main" id="{4E192F58-0F95-CF06-1727-AC889BDA880E}"/>
              </a:ext>
            </a:extLst>
          </p:cNvPr>
          <p:cNvCxnSpPr>
            <a:cxnSpLocks/>
          </p:cNvCxnSpPr>
          <p:nvPr/>
        </p:nvCxnSpPr>
        <p:spPr>
          <a:xfrm>
            <a:off x="4363451" y="2560649"/>
            <a:ext cx="3465100" cy="0"/>
          </a:xfrm>
          <a:prstGeom prst="line">
            <a:avLst/>
          </a:prstGeom>
          <a:ln>
            <a:solidFill>
              <a:srgbClr val="FF00FF"/>
            </a:solidFill>
            <a:headEnd type="stealth"/>
            <a:tailEnd type="stealth"/>
          </a:ln>
        </p:spPr>
        <p:style>
          <a:lnRef idx="2">
            <a:schemeClr val="accent1"/>
          </a:lnRef>
          <a:fillRef idx="0">
            <a:schemeClr val="accent1"/>
          </a:fillRef>
          <a:effectRef idx="1">
            <a:schemeClr val="accent1"/>
          </a:effectRef>
          <a:fontRef idx="minor">
            <a:schemeClr val="tx1"/>
          </a:fontRef>
        </p:style>
      </p:cxnSp>
      <p:sp>
        <p:nvSpPr>
          <p:cNvPr id="62" name="二等辺三角形 61">
            <a:extLst>
              <a:ext uri="{FF2B5EF4-FFF2-40B4-BE49-F238E27FC236}">
                <a16:creationId xmlns:a16="http://schemas.microsoft.com/office/drawing/2014/main" id="{1EED5F6C-5085-99C3-7F17-DFFAAD0C78BC}"/>
              </a:ext>
            </a:extLst>
          </p:cNvPr>
          <p:cNvSpPr/>
          <p:nvPr/>
        </p:nvSpPr>
        <p:spPr>
          <a:xfrm rot="16200000">
            <a:off x="1979298" y="3707301"/>
            <a:ext cx="953935" cy="514380"/>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4" name="二等辺三角形 63">
            <a:extLst>
              <a:ext uri="{FF2B5EF4-FFF2-40B4-BE49-F238E27FC236}">
                <a16:creationId xmlns:a16="http://schemas.microsoft.com/office/drawing/2014/main" id="{CFC309A1-3028-D403-DB93-F5E9E8A02EFD}"/>
              </a:ext>
            </a:extLst>
          </p:cNvPr>
          <p:cNvSpPr/>
          <p:nvPr/>
        </p:nvSpPr>
        <p:spPr>
          <a:xfrm rot="5400000" flipH="1">
            <a:off x="9258768" y="3707301"/>
            <a:ext cx="953935" cy="514380"/>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6" name="テキスト ボックス 65">
            <a:extLst>
              <a:ext uri="{FF2B5EF4-FFF2-40B4-BE49-F238E27FC236}">
                <a16:creationId xmlns:a16="http://schemas.microsoft.com/office/drawing/2014/main" id="{3CE49C52-C52A-AAB5-8007-8AAC592633DB}"/>
              </a:ext>
            </a:extLst>
          </p:cNvPr>
          <p:cNvSpPr txBox="1"/>
          <p:nvPr/>
        </p:nvSpPr>
        <p:spPr>
          <a:xfrm>
            <a:off x="4454661" y="3607064"/>
            <a:ext cx="3342582" cy="830997"/>
          </a:xfrm>
          <a:prstGeom prst="rect">
            <a:avLst/>
          </a:prstGeom>
          <a:noFill/>
        </p:spPr>
        <p:txBody>
          <a:bodyPr wrap="none" rtlCol="0">
            <a:spAutoFit/>
          </a:bodyPr>
          <a:lstStyle/>
          <a:p>
            <a:pPr algn="ctr"/>
            <a:r>
              <a:rPr lang="ja-JP" altLang="en-US" sz="2400" b="1">
                <a:solidFill>
                  <a:srgbClr val="FF00FF"/>
                </a:solidFill>
                <a:latin typeface="和音 Joyo R" panose="00000500000000000000" pitchFamily="50" charset="-128"/>
                <a:ea typeface="和音 Joyo R" panose="00000500000000000000" pitchFamily="50" charset="-128"/>
              </a:rPr>
              <a:t>バトル</a:t>
            </a:r>
            <a:r>
              <a:rPr kumimoji="1" lang="ja-JP" altLang="en-US" sz="2400" b="1">
                <a:solidFill>
                  <a:srgbClr val="FF00FF"/>
                </a:solidFill>
                <a:latin typeface="和音 Joyo R" panose="00000500000000000000" pitchFamily="50" charset="-128"/>
                <a:ea typeface="和音 Joyo R" panose="00000500000000000000" pitchFamily="50" charset="-128"/>
              </a:rPr>
              <a:t>設定項目を列挙</a:t>
            </a:r>
            <a:br>
              <a:rPr kumimoji="1" lang="en-US" altLang="ja-JP" sz="2400" b="1">
                <a:solidFill>
                  <a:srgbClr val="FF00FF"/>
                </a:solidFill>
                <a:latin typeface="和音 Joyo R" panose="00000500000000000000" pitchFamily="50" charset="-128"/>
                <a:ea typeface="和音 Joyo R" panose="00000500000000000000" pitchFamily="50" charset="-128"/>
              </a:rPr>
            </a:br>
            <a:r>
              <a:rPr kumimoji="1" lang="en-US" altLang="ja-JP" sz="2400" b="1">
                <a:solidFill>
                  <a:srgbClr val="FF00FF"/>
                </a:solidFill>
                <a:latin typeface="和音 Joyo R" panose="00000500000000000000" pitchFamily="50" charset="-128"/>
                <a:ea typeface="和音 Joyo R" panose="00000500000000000000" pitchFamily="50" charset="-128"/>
              </a:rPr>
              <a:t>(</a:t>
            </a:r>
            <a:r>
              <a:rPr kumimoji="1" lang="ja-JP" altLang="en-US" sz="2400" b="1">
                <a:solidFill>
                  <a:srgbClr val="FF00FF"/>
                </a:solidFill>
                <a:latin typeface="和音 Joyo R" panose="00000500000000000000" pitchFamily="50" charset="-128"/>
                <a:ea typeface="和音 Joyo R" panose="00000500000000000000" pitchFamily="50" charset="-128"/>
              </a:rPr>
              <a:t>ここでは割愛</a:t>
            </a:r>
            <a:r>
              <a:rPr kumimoji="1" lang="en-US" altLang="ja-JP" sz="2400" b="1">
                <a:solidFill>
                  <a:srgbClr val="FF00FF"/>
                </a:solidFill>
                <a:latin typeface="和音 Joyo R" panose="00000500000000000000" pitchFamily="50" charset="-128"/>
                <a:ea typeface="和音 Joyo R" panose="00000500000000000000" pitchFamily="50" charset="-128"/>
              </a:rPr>
              <a:t>)</a:t>
            </a:r>
            <a:endParaRPr kumimoji="1" lang="ja-JP" altLang="en-US" sz="3200" b="1" dirty="0">
              <a:solidFill>
                <a:srgbClr val="FF00FF"/>
              </a:solidFill>
              <a:latin typeface="和音 Joyo R" panose="00000500000000000000" pitchFamily="50" charset="-128"/>
              <a:ea typeface="和音 Joyo R" panose="00000500000000000000" pitchFamily="50" charset="-128"/>
            </a:endParaRPr>
          </a:p>
        </p:txBody>
      </p:sp>
    </p:spTree>
    <p:extLst>
      <p:ext uri="{BB962C8B-B14F-4D97-AF65-F5344CB8AC3E}">
        <p14:creationId xmlns:p14="http://schemas.microsoft.com/office/powerpoint/2010/main" val="17546476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gradFill flip="none" rotWithShape="1">
          <a:gsLst>
            <a:gs pos="25000">
              <a:schemeClr val="tx1">
                <a:lumMod val="85000"/>
                <a:lumOff val="15000"/>
              </a:schemeClr>
            </a:gs>
            <a:gs pos="78000">
              <a:schemeClr val="tx1">
                <a:lumMod val="85000"/>
                <a:lumOff val="15000"/>
              </a:schemeClr>
            </a:gs>
            <a:gs pos="50000">
              <a:srgbClr val="660066"/>
            </a:gs>
          </a:gsLst>
          <a:lin ang="13500000" scaled="1"/>
          <a:tileRect/>
        </a:gradFill>
        <a:effectLst/>
      </p:bgPr>
    </p:bg>
    <p:spTree>
      <p:nvGrpSpPr>
        <p:cNvPr id="1" name="">
          <a:extLst>
            <a:ext uri="{FF2B5EF4-FFF2-40B4-BE49-F238E27FC236}">
              <a16:creationId xmlns:a16="http://schemas.microsoft.com/office/drawing/2014/main" id="{AD622095-5FF7-EAAA-28AD-73D1E758AEE0}"/>
            </a:ext>
          </a:extLst>
        </p:cNvPr>
        <p:cNvGrpSpPr/>
        <p:nvPr/>
      </p:nvGrpSpPr>
      <p:grpSpPr>
        <a:xfrm>
          <a:off x="0" y="0"/>
          <a:ext cx="0" cy="0"/>
          <a:chOff x="0" y="0"/>
          <a:chExt cx="0" cy="0"/>
        </a:xfrm>
      </p:grpSpPr>
      <p:sp>
        <p:nvSpPr>
          <p:cNvPr id="37" name="四角形: 角を丸くする 36">
            <a:extLst>
              <a:ext uri="{FF2B5EF4-FFF2-40B4-BE49-F238E27FC236}">
                <a16:creationId xmlns:a16="http://schemas.microsoft.com/office/drawing/2014/main" id="{E39B2C42-5AA2-8959-B4E4-B604913EFB27}"/>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grpSp>
        <p:nvGrpSpPr>
          <p:cNvPr id="24" name="グループ化 23">
            <a:extLst>
              <a:ext uri="{FF2B5EF4-FFF2-40B4-BE49-F238E27FC236}">
                <a16:creationId xmlns:a16="http://schemas.microsoft.com/office/drawing/2014/main" id="{0FDDF0C6-36FC-7A8E-CCF1-863BA6995455}"/>
              </a:ext>
            </a:extLst>
          </p:cNvPr>
          <p:cNvGrpSpPr/>
          <p:nvPr/>
        </p:nvGrpSpPr>
        <p:grpSpPr>
          <a:xfrm>
            <a:off x="163586" y="134635"/>
            <a:ext cx="1975684" cy="1396119"/>
            <a:chOff x="163586" y="134635"/>
            <a:chExt cx="1975684" cy="1396119"/>
          </a:xfrm>
        </p:grpSpPr>
        <p:grpSp>
          <p:nvGrpSpPr>
            <p:cNvPr id="25" name="グループ化 24">
              <a:extLst>
                <a:ext uri="{FF2B5EF4-FFF2-40B4-BE49-F238E27FC236}">
                  <a16:creationId xmlns:a16="http://schemas.microsoft.com/office/drawing/2014/main" id="{74F5FA65-11F5-FA32-3088-126809E29E84}"/>
                </a:ext>
              </a:extLst>
            </p:cNvPr>
            <p:cNvGrpSpPr/>
            <p:nvPr/>
          </p:nvGrpSpPr>
          <p:grpSpPr>
            <a:xfrm>
              <a:off x="163586" y="134635"/>
              <a:ext cx="1975684" cy="1396119"/>
              <a:chOff x="163586" y="134635"/>
              <a:chExt cx="1975684" cy="1396119"/>
            </a:xfrm>
          </p:grpSpPr>
          <p:pic>
            <p:nvPicPr>
              <p:cNvPr id="27" name="図 26">
                <a:extLst>
                  <a:ext uri="{FF2B5EF4-FFF2-40B4-BE49-F238E27FC236}">
                    <a16:creationId xmlns:a16="http://schemas.microsoft.com/office/drawing/2014/main" id="{3EF6E20A-E429-60E7-EA49-B9246B8463E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8" name="楕円 27">
                <a:extLst>
                  <a:ext uri="{FF2B5EF4-FFF2-40B4-BE49-F238E27FC236}">
                    <a16:creationId xmlns:a16="http://schemas.microsoft.com/office/drawing/2014/main" id="{82B714FB-FC4F-61D2-C082-4DD2019FAA0F}"/>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6" name="図 25">
              <a:extLst>
                <a:ext uri="{FF2B5EF4-FFF2-40B4-BE49-F238E27FC236}">
                  <a16:creationId xmlns:a16="http://schemas.microsoft.com/office/drawing/2014/main" id="{1319529D-8908-C7EB-8B5F-D16408729C6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
        <p:nvSpPr>
          <p:cNvPr id="39" name="テキスト ボックス 38">
            <a:extLst>
              <a:ext uri="{FF2B5EF4-FFF2-40B4-BE49-F238E27FC236}">
                <a16:creationId xmlns:a16="http://schemas.microsoft.com/office/drawing/2014/main" id="{A8244F95-D41E-FE7A-EC1B-F25A3E8E3090}"/>
              </a:ext>
            </a:extLst>
          </p:cNvPr>
          <p:cNvSpPr txBox="1"/>
          <p:nvPr/>
        </p:nvSpPr>
        <p:spPr>
          <a:xfrm>
            <a:off x="1624591" y="641390"/>
            <a:ext cx="1467068" cy="400110"/>
          </a:xfrm>
          <a:prstGeom prst="rect">
            <a:avLst/>
          </a:prstGeom>
          <a:noFill/>
        </p:spPr>
        <p:txBody>
          <a:bodyPr wrap="none" rtlCol="0">
            <a:spAutoFit/>
          </a:bodyPr>
          <a:lstStyle/>
          <a:p>
            <a:pPr algn="ctr"/>
            <a:r>
              <a:rPr kumimoji="1"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ゲーム設定</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5" name="四角形: 角を丸くする 54">
            <a:extLst>
              <a:ext uri="{FF2B5EF4-FFF2-40B4-BE49-F238E27FC236}">
                <a16:creationId xmlns:a16="http://schemas.microsoft.com/office/drawing/2014/main" id="{8BBF9A70-FA9B-8388-DCAD-68A6584CCADE}"/>
              </a:ext>
            </a:extLst>
          </p:cNvPr>
          <p:cNvSpPr/>
          <p:nvPr/>
        </p:nvSpPr>
        <p:spPr>
          <a:xfrm>
            <a:off x="1698342" y="1912266"/>
            <a:ext cx="8795316" cy="4056319"/>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a:p>
        </p:txBody>
      </p:sp>
      <p:sp>
        <p:nvSpPr>
          <p:cNvPr id="57" name="四角形: 角を丸くする 56">
            <a:extLst>
              <a:ext uri="{FF2B5EF4-FFF2-40B4-BE49-F238E27FC236}">
                <a16:creationId xmlns:a16="http://schemas.microsoft.com/office/drawing/2014/main" id="{DE9ED7D4-878F-3FA7-BCA2-0EC0AE25CEB9}"/>
              </a:ext>
            </a:extLst>
          </p:cNvPr>
          <p:cNvSpPr/>
          <p:nvPr/>
        </p:nvSpPr>
        <p:spPr>
          <a:xfrm>
            <a:off x="6352916" y="5101411"/>
            <a:ext cx="2336019" cy="625904"/>
          </a:xfrm>
          <a:prstGeom prst="roundRect">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latin typeface="和音 Joyo R" panose="00000500000000000000" pitchFamily="50" charset="-128"/>
                <a:ea typeface="和音 Joyo R" panose="00000500000000000000" pitchFamily="50" charset="-128"/>
              </a:rPr>
              <a:t>OK</a:t>
            </a:r>
            <a:endParaRPr kumimoji="1" lang="ja-JP" altLang="en-US" sz="2000" dirty="0">
              <a:latin typeface="和音 Joyo R" panose="00000500000000000000" pitchFamily="50" charset="-128"/>
              <a:ea typeface="和音 Joyo R" panose="00000500000000000000" pitchFamily="50" charset="-128"/>
            </a:endParaRPr>
          </a:p>
        </p:txBody>
      </p:sp>
      <p:sp>
        <p:nvSpPr>
          <p:cNvPr id="59" name="四角形: 角を丸くする 58">
            <a:extLst>
              <a:ext uri="{FF2B5EF4-FFF2-40B4-BE49-F238E27FC236}">
                <a16:creationId xmlns:a16="http://schemas.microsoft.com/office/drawing/2014/main" id="{A6180682-93A3-F4B5-9AF5-C7BE44FD0F5C}"/>
              </a:ext>
            </a:extLst>
          </p:cNvPr>
          <p:cNvSpPr/>
          <p:nvPr/>
        </p:nvSpPr>
        <p:spPr>
          <a:xfrm>
            <a:off x="3520077" y="5101411"/>
            <a:ext cx="2336019" cy="625904"/>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000" dirty="0">
                <a:latin typeface="和音 Joyo R" panose="00000500000000000000" pitchFamily="50" charset="-128"/>
                <a:ea typeface="和音 Joyo R" panose="00000500000000000000" pitchFamily="50" charset="-128"/>
              </a:rPr>
              <a:t>デフォルトに戻す</a:t>
            </a:r>
          </a:p>
        </p:txBody>
      </p:sp>
      <p:sp>
        <p:nvSpPr>
          <p:cNvPr id="60" name="テキスト ボックス 59">
            <a:extLst>
              <a:ext uri="{FF2B5EF4-FFF2-40B4-BE49-F238E27FC236}">
                <a16:creationId xmlns:a16="http://schemas.microsoft.com/office/drawing/2014/main" id="{355EBB08-A4E2-432C-53A6-A0DA2E60FDA5}"/>
              </a:ext>
            </a:extLst>
          </p:cNvPr>
          <p:cNvSpPr txBox="1"/>
          <p:nvPr/>
        </p:nvSpPr>
        <p:spPr>
          <a:xfrm>
            <a:off x="4925648" y="2038846"/>
            <a:ext cx="2340704" cy="461665"/>
          </a:xfrm>
          <a:prstGeom prst="rect">
            <a:avLst/>
          </a:prstGeom>
          <a:noFill/>
        </p:spPr>
        <p:txBody>
          <a:bodyPr wrap="none" rtlCol="0">
            <a:spAutoFit/>
          </a:bodyPr>
          <a:lstStyle/>
          <a:p>
            <a:pPr algn="ctr"/>
            <a:r>
              <a:rPr lang="ja-JP" altLang="en-US" sz="2400" b="1">
                <a:solidFill>
                  <a:srgbClr val="FF00FF"/>
                </a:solidFill>
                <a:latin typeface="和音 Joyo R" panose="00000500000000000000" pitchFamily="50" charset="-128"/>
                <a:ea typeface="和音 Joyo R" panose="00000500000000000000" pitchFamily="50" charset="-128"/>
              </a:rPr>
              <a:t>バトル</a:t>
            </a:r>
            <a:r>
              <a:rPr kumimoji="1" lang="ja-JP" altLang="en-US" sz="2400" b="1">
                <a:solidFill>
                  <a:srgbClr val="FF00FF"/>
                </a:solidFill>
                <a:latin typeface="和音 Joyo R" panose="00000500000000000000" pitchFamily="50" charset="-128"/>
                <a:ea typeface="和音 Joyo R" panose="00000500000000000000" pitchFamily="50" charset="-128"/>
              </a:rPr>
              <a:t>設定</a:t>
            </a:r>
            <a:r>
              <a:rPr kumimoji="1" lang="en-US" altLang="ja-JP" sz="2400" b="1">
                <a:solidFill>
                  <a:srgbClr val="FF00FF"/>
                </a:solidFill>
                <a:latin typeface="和音 Joyo R" panose="00000500000000000000" pitchFamily="50" charset="-128"/>
                <a:ea typeface="和音 Joyo R" panose="00000500000000000000" pitchFamily="50" charset="-128"/>
              </a:rPr>
              <a:t>0/0</a:t>
            </a:r>
            <a:endParaRPr kumimoji="1" lang="ja-JP" altLang="en-US" sz="3200" b="1" dirty="0">
              <a:solidFill>
                <a:srgbClr val="FF00FF"/>
              </a:solidFill>
              <a:latin typeface="和音 Joyo R" panose="00000500000000000000" pitchFamily="50" charset="-128"/>
              <a:ea typeface="和音 Joyo R" panose="00000500000000000000" pitchFamily="50" charset="-128"/>
            </a:endParaRPr>
          </a:p>
        </p:txBody>
      </p:sp>
      <p:cxnSp>
        <p:nvCxnSpPr>
          <p:cNvPr id="61" name="直線コネクタ 60">
            <a:extLst>
              <a:ext uri="{FF2B5EF4-FFF2-40B4-BE49-F238E27FC236}">
                <a16:creationId xmlns:a16="http://schemas.microsoft.com/office/drawing/2014/main" id="{6C003911-B05F-91DC-83A1-5DAF9A3BCC27}"/>
              </a:ext>
            </a:extLst>
          </p:cNvPr>
          <p:cNvCxnSpPr>
            <a:cxnSpLocks/>
          </p:cNvCxnSpPr>
          <p:nvPr/>
        </p:nvCxnSpPr>
        <p:spPr>
          <a:xfrm>
            <a:off x="4363451" y="2536583"/>
            <a:ext cx="3465100" cy="0"/>
          </a:xfrm>
          <a:prstGeom prst="line">
            <a:avLst/>
          </a:prstGeom>
          <a:ln>
            <a:solidFill>
              <a:srgbClr val="FF00FF"/>
            </a:solidFill>
            <a:headEnd type="stealth"/>
            <a:tailEnd type="stealth"/>
          </a:ln>
        </p:spPr>
        <p:style>
          <a:lnRef idx="2">
            <a:schemeClr val="accent1"/>
          </a:lnRef>
          <a:fillRef idx="0">
            <a:schemeClr val="accent1"/>
          </a:fillRef>
          <a:effectRef idx="1">
            <a:schemeClr val="accent1"/>
          </a:effectRef>
          <a:fontRef idx="minor">
            <a:schemeClr val="tx1"/>
          </a:fontRef>
        </p:style>
      </p:cxnSp>
      <p:sp>
        <p:nvSpPr>
          <p:cNvPr id="62" name="二等辺三角形 61">
            <a:extLst>
              <a:ext uri="{FF2B5EF4-FFF2-40B4-BE49-F238E27FC236}">
                <a16:creationId xmlns:a16="http://schemas.microsoft.com/office/drawing/2014/main" id="{188B6C89-E420-257B-EDF6-3E5AAB42B7B8}"/>
              </a:ext>
            </a:extLst>
          </p:cNvPr>
          <p:cNvSpPr/>
          <p:nvPr/>
        </p:nvSpPr>
        <p:spPr>
          <a:xfrm rot="16200000">
            <a:off x="1979298" y="3683235"/>
            <a:ext cx="953935" cy="514380"/>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4" name="二等辺三角形 63">
            <a:extLst>
              <a:ext uri="{FF2B5EF4-FFF2-40B4-BE49-F238E27FC236}">
                <a16:creationId xmlns:a16="http://schemas.microsoft.com/office/drawing/2014/main" id="{3EC66B11-B9D7-5391-6644-FBB096D8EFB9}"/>
              </a:ext>
            </a:extLst>
          </p:cNvPr>
          <p:cNvSpPr/>
          <p:nvPr/>
        </p:nvSpPr>
        <p:spPr>
          <a:xfrm rot="5400000" flipH="1">
            <a:off x="9258768" y="3683235"/>
            <a:ext cx="953935" cy="514380"/>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6" name="テキスト ボックス 65">
            <a:extLst>
              <a:ext uri="{FF2B5EF4-FFF2-40B4-BE49-F238E27FC236}">
                <a16:creationId xmlns:a16="http://schemas.microsoft.com/office/drawing/2014/main" id="{7C27696F-789D-9F16-7E3E-CCFE6AB2A354}"/>
              </a:ext>
            </a:extLst>
          </p:cNvPr>
          <p:cNvSpPr txBox="1"/>
          <p:nvPr/>
        </p:nvSpPr>
        <p:spPr>
          <a:xfrm>
            <a:off x="4454661" y="3582998"/>
            <a:ext cx="3342582" cy="830997"/>
          </a:xfrm>
          <a:prstGeom prst="rect">
            <a:avLst/>
          </a:prstGeom>
          <a:noFill/>
        </p:spPr>
        <p:txBody>
          <a:bodyPr wrap="none" rtlCol="0">
            <a:spAutoFit/>
          </a:bodyPr>
          <a:lstStyle/>
          <a:p>
            <a:pPr algn="ctr"/>
            <a:r>
              <a:rPr lang="ja-JP" altLang="en-US" sz="2400" b="1">
                <a:solidFill>
                  <a:srgbClr val="FF00FF"/>
                </a:solidFill>
                <a:latin typeface="和音 Joyo R" panose="00000500000000000000" pitchFamily="50" charset="-128"/>
                <a:ea typeface="和音 Joyo R" panose="00000500000000000000" pitchFamily="50" charset="-128"/>
              </a:rPr>
              <a:t>バトル</a:t>
            </a:r>
            <a:r>
              <a:rPr kumimoji="1" lang="ja-JP" altLang="en-US" sz="2400" b="1">
                <a:solidFill>
                  <a:srgbClr val="FF00FF"/>
                </a:solidFill>
                <a:latin typeface="和音 Joyo R" panose="00000500000000000000" pitchFamily="50" charset="-128"/>
                <a:ea typeface="和音 Joyo R" panose="00000500000000000000" pitchFamily="50" charset="-128"/>
              </a:rPr>
              <a:t>設定項目を列挙</a:t>
            </a:r>
            <a:br>
              <a:rPr kumimoji="1" lang="en-US" altLang="ja-JP" sz="2400" b="1">
                <a:solidFill>
                  <a:srgbClr val="FF00FF"/>
                </a:solidFill>
                <a:latin typeface="和音 Joyo R" panose="00000500000000000000" pitchFamily="50" charset="-128"/>
                <a:ea typeface="和音 Joyo R" panose="00000500000000000000" pitchFamily="50" charset="-128"/>
              </a:rPr>
            </a:br>
            <a:r>
              <a:rPr kumimoji="1" lang="en-US" altLang="ja-JP" sz="2400" b="1">
                <a:solidFill>
                  <a:srgbClr val="FF00FF"/>
                </a:solidFill>
                <a:latin typeface="和音 Joyo R" panose="00000500000000000000" pitchFamily="50" charset="-128"/>
                <a:ea typeface="和音 Joyo R" panose="00000500000000000000" pitchFamily="50" charset="-128"/>
              </a:rPr>
              <a:t>(</a:t>
            </a:r>
            <a:r>
              <a:rPr kumimoji="1" lang="ja-JP" altLang="en-US" sz="2400" b="1">
                <a:solidFill>
                  <a:srgbClr val="FF00FF"/>
                </a:solidFill>
                <a:latin typeface="和音 Joyo R" panose="00000500000000000000" pitchFamily="50" charset="-128"/>
                <a:ea typeface="和音 Joyo R" panose="00000500000000000000" pitchFamily="50" charset="-128"/>
              </a:rPr>
              <a:t>ここでは割愛</a:t>
            </a:r>
            <a:r>
              <a:rPr kumimoji="1" lang="en-US" altLang="ja-JP" sz="2400" b="1">
                <a:solidFill>
                  <a:srgbClr val="FF00FF"/>
                </a:solidFill>
                <a:latin typeface="和音 Joyo R" panose="00000500000000000000" pitchFamily="50" charset="-128"/>
                <a:ea typeface="和音 Joyo R" panose="00000500000000000000" pitchFamily="50" charset="-128"/>
              </a:rPr>
              <a:t>)</a:t>
            </a:r>
            <a:endParaRPr kumimoji="1" lang="ja-JP" altLang="en-US" sz="3200" b="1" dirty="0">
              <a:solidFill>
                <a:srgbClr val="FF00FF"/>
              </a:solidFill>
              <a:latin typeface="和音 Joyo R" panose="00000500000000000000" pitchFamily="50" charset="-128"/>
              <a:ea typeface="和音 Joyo R" panose="00000500000000000000" pitchFamily="50" charset="-128"/>
            </a:endParaRPr>
          </a:p>
        </p:txBody>
      </p:sp>
    </p:spTree>
    <p:extLst>
      <p:ext uri="{BB962C8B-B14F-4D97-AF65-F5344CB8AC3E}">
        <p14:creationId xmlns:p14="http://schemas.microsoft.com/office/powerpoint/2010/main" val="199622313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gradFill flip="none" rotWithShape="1">
          <a:gsLst>
            <a:gs pos="25000">
              <a:schemeClr val="tx1">
                <a:lumMod val="85000"/>
                <a:lumOff val="15000"/>
              </a:schemeClr>
            </a:gs>
            <a:gs pos="78000">
              <a:schemeClr val="tx1">
                <a:lumMod val="85000"/>
                <a:lumOff val="15000"/>
              </a:schemeClr>
            </a:gs>
            <a:gs pos="50000">
              <a:srgbClr val="660066"/>
            </a:gs>
          </a:gsLst>
          <a:lin ang="13500000" scaled="1"/>
          <a:tileRect/>
        </a:gradFill>
        <a:effectLst/>
      </p:bgPr>
    </p:bg>
    <p:spTree>
      <p:nvGrpSpPr>
        <p:cNvPr id="1" name="">
          <a:extLst>
            <a:ext uri="{FF2B5EF4-FFF2-40B4-BE49-F238E27FC236}">
              <a16:creationId xmlns:a16="http://schemas.microsoft.com/office/drawing/2014/main" id="{1022C91A-E251-8CA0-6459-1B1682725058}"/>
            </a:ext>
          </a:extLst>
        </p:cNvPr>
        <p:cNvGrpSpPr/>
        <p:nvPr/>
      </p:nvGrpSpPr>
      <p:grpSpPr>
        <a:xfrm>
          <a:off x="0" y="0"/>
          <a:ext cx="0" cy="0"/>
          <a:chOff x="0" y="0"/>
          <a:chExt cx="0" cy="0"/>
        </a:xfrm>
      </p:grpSpPr>
      <p:sp>
        <p:nvSpPr>
          <p:cNvPr id="37" name="四角形: 角を丸くする 36">
            <a:extLst>
              <a:ext uri="{FF2B5EF4-FFF2-40B4-BE49-F238E27FC236}">
                <a16:creationId xmlns:a16="http://schemas.microsoft.com/office/drawing/2014/main" id="{B0DE6AEC-0EC8-9BAD-CE15-38D44FB5167D}"/>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grpSp>
        <p:nvGrpSpPr>
          <p:cNvPr id="24" name="グループ化 23">
            <a:extLst>
              <a:ext uri="{FF2B5EF4-FFF2-40B4-BE49-F238E27FC236}">
                <a16:creationId xmlns:a16="http://schemas.microsoft.com/office/drawing/2014/main" id="{5CA32284-8E1E-6ACD-CB5F-2F62016EF057}"/>
              </a:ext>
            </a:extLst>
          </p:cNvPr>
          <p:cNvGrpSpPr/>
          <p:nvPr/>
        </p:nvGrpSpPr>
        <p:grpSpPr>
          <a:xfrm>
            <a:off x="163586" y="134635"/>
            <a:ext cx="1975684" cy="1396119"/>
            <a:chOff x="163586" y="134635"/>
            <a:chExt cx="1975684" cy="1396119"/>
          </a:xfrm>
        </p:grpSpPr>
        <p:grpSp>
          <p:nvGrpSpPr>
            <p:cNvPr id="25" name="グループ化 24">
              <a:extLst>
                <a:ext uri="{FF2B5EF4-FFF2-40B4-BE49-F238E27FC236}">
                  <a16:creationId xmlns:a16="http://schemas.microsoft.com/office/drawing/2014/main" id="{2C984971-AAD4-5414-0BBA-2CF86AB2967F}"/>
                </a:ext>
              </a:extLst>
            </p:cNvPr>
            <p:cNvGrpSpPr/>
            <p:nvPr/>
          </p:nvGrpSpPr>
          <p:grpSpPr>
            <a:xfrm>
              <a:off x="163586" y="134635"/>
              <a:ext cx="1975684" cy="1396119"/>
              <a:chOff x="163586" y="134635"/>
              <a:chExt cx="1975684" cy="1396119"/>
            </a:xfrm>
          </p:grpSpPr>
          <p:pic>
            <p:nvPicPr>
              <p:cNvPr id="27" name="図 26">
                <a:extLst>
                  <a:ext uri="{FF2B5EF4-FFF2-40B4-BE49-F238E27FC236}">
                    <a16:creationId xmlns:a16="http://schemas.microsoft.com/office/drawing/2014/main" id="{E65E7D19-42B2-E471-8923-3F0C3C06653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8" name="楕円 27">
                <a:extLst>
                  <a:ext uri="{FF2B5EF4-FFF2-40B4-BE49-F238E27FC236}">
                    <a16:creationId xmlns:a16="http://schemas.microsoft.com/office/drawing/2014/main" id="{CDD59038-D862-493B-B6A2-A847FAE19239}"/>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6" name="図 25">
              <a:extLst>
                <a:ext uri="{FF2B5EF4-FFF2-40B4-BE49-F238E27FC236}">
                  <a16:creationId xmlns:a16="http://schemas.microsoft.com/office/drawing/2014/main" id="{0A012E5C-22C9-FD35-A4F3-6CE1C7CD3C3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
        <p:nvSpPr>
          <p:cNvPr id="39" name="テキスト ボックス 38">
            <a:extLst>
              <a:ext uri="{FF2B5EF4-FFF2-40B4-BE49-F238E27FC236}">
                <a16:creationId xmlns:a16="http://schemas.microsoft.com/office/drawing/2014/main" id="{3CB7EED8-FC06-918F-C9D4-E5EC24931BB3}"/>
              </a:ext>
            </a:extLst>
          </p:cNvPr>
          <p:cNvSpPr txBox="1"/>
          <p:nvPr/>
        </p:nvSpPr>
        <p:spPr>
          <a:xfrm>
            <a:off x="1624591" y="641390"/>
            <a:ext cx="1467068" cy="400110"/>
          </a:xfrm>
          <a:prstGeom prst="rect">
            <a:avLst/>
          </a:prstGeom>
          <a:noFill/>
        </p:spPr>
        <p:txBody>
          <a:bodyPr wrap="none" rtlCol="0">
            <a:spAutoFit/>
          </a:bodyPr>
          <a:lstStyle/>
          <a:p>
            <a:pPr algn="ctr"/>
            <a:r>
              <a:rPr kumimoji="1"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ゲーム設定</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5" name="四角形: 角を丸くする 54">
            <a:extLst>
              <a:ext uri="{FF2B5EF4-FFF2-40B4-BE49-F238E27FC236}">
                <a16:creationId xmlns:a16="http://schemas.microsoft.com/office/drawing/2014/main" id="{4C72685E-68F4-F6F7-9D6E-79AA509EB0F3}"/>
              </a:ext>
            </a:extLst>
          </p:cNvPr>
          <p:cNvSpPr/>
          <p:nvPr/>
        </p:nvSpPr>
        <p:spPr>
          <a:xfrm>
            <a:off x="1698342" y="1912266"/>
            <a:ext cx="8795316" cy="4056319"/>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a:p>
        </p:txBody>
      </p:sp>
      <p:sp>
        <p:nvSpPr>
          <p:cNvPr id="57" name="四角形: 角を丸くする 56">
            <a:extLst>
              <a:ext uri="{FF2B5EF4-FFF2-40B4-BE49-F238E27FC236}">
                <a16:creationId xmlns:a16="http://schemas.microsoft.com/office/drawing/2014/main" id="{E45029E8-B930-5506-E40D-113A54990E2D}"/>
              </a:ext>
            </a:extLst>
          </p:cNvPr>
          <p:cNvSpPr/>
          <p:nvPr/>
        </p:nvSpPr>
        <p:spPr>
          <a:xfrm>
            <a:off x="6352916" y="5101411"/>
            <a:ext cx="2336019" cy="625904"/>
          </a:xfrm>
          <a:prstGeom prst="roundRect">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latin typeface="和音 Joyo R" panose="00000500000000000000" pitchFamily="50" charset="-128"/>
                <a:ea typeface="和音 Joyo R" panose="00000500000000000000" pitchFamily="50" charset="-128"/>
              </a:rPr>
              <a:t>OK</a:t>
            </a:r>
            <a:endParaRPr kumimoji="1" lang="ja-JP" altLang="en-US" sz="2000" dirty="0">
              <a:latin typeface="和音 Joyo R" panose="00000500000000000000" pitchFamily="50" charset="-128"/>
              <a:ea typeface="和音 Joyo R" panose="00000500000000000000" pitchFamily="50" charset="-128"/>
            </a:endParaRPr>
          </a:p>
        </p:txBody>
      </p:sp>
      <p:sp>
        <p:nvSpPr>
          <p:cNvPr id="59" name="四角形: 角を丸くする 58">
            <a:extLst>
              <a:ext uri="{FF2B5EF4-FFF2-40B4-BE49-F238E27FC236}">
                <a16:creationId xmlns:a16="http://schemas.microsoft.com/office/drawing/2014/main" id="{C20CF86F-48C4-8B73-7C41-C4E3F7FF863A}"/>
              </a:ext>
            </a:extLst>
          </p:cNvPr>
          <p:cNvSpPr/>
          <p:nvPr/>
        </p:nvSpPr>
        <p:spPr>
          <a:xfrm>
            <a:off x="3520077" y="5101411"/>
            <a:ext cx="2336019" cy="625904"/>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000" dirty="0">
                <a:latin typeface="和音 Joyo R" panose="00000500000000000000" pitchFamily="50" charset="-128"/>
                <a:ea typeface="和音 Joyo R" panose="00000500000000000000" pitchFamily="50" charset="-128"/>
              </a:rPr>
              <a:t>デフォルトに戻す</a:t>
            </a:r>
          </a:p>
        </p:txBody>
      </p:sp>
      <p:sp>
        <p:nvSpPr>
          <p:cNvPr id="60" name="テキスト ボックス 59">
            <a:extLst>
              <a:ext uri="{FF2B5EF4-FFF2-40B4-BE49-F238E27FC236}">
                <a16:creationId xmlns:a16="http://schemas.microsoft.com/office/drawing/2014/main" id="{B3F5DD5E-1B25-FAAF-78E1-58FCF7F64F16}"/>
              </a:ext>
            </a:extLst>
          </p:cNvPr>
          <p:cNvSpPr txBox="1"/>
          <p:nvPr/>
        </p:nvSpPr>
        <p:spPr>
          <a:xfrm>
            <a:off x="4925648" y="2038846"/>
            <a:ext cx="2340704" cy="461665"/>
          </a:xfrm>
          <a:prstGeom prst="rect">
            <a:avLst/>
          </a:prstGeom>
          <a:noFill/>
        </p:spPr>
        <p:txBody>
          <a:bodyPr wrap="none" rtlCol="0">
            <a:spAutoFit/>
          </a:bodyPr>
          <a:lstStyle/>
          <a:p>
            <a:pPr algn="ctr"/>
            <a:r>
              <a:rPr lang="ja-JP" altLang="en-US" sz="2400" b="1">
                <a:solidFill>
                  <a:srgbClr val="FF00FF"/>
                </a:solidFill>
                <a:latin typeface="和音 Joyo R" panose="00000500000000000000" pitchFamily="50" charset="-128"/>
                <a:ea typeface="和音 Joyo R" panose="00000500000000000000" pitchFamily="50" charset="-128"/>
              </a:rPr>
              <a:t>バトル</a:t>
            </a:r>
            <a:r>
              <a:rPr kumimoji="1" lang="ja-JP" altLang="en-US" sz="2400" b="1">
                <a:solidFill>
                  <a:srgbClr val="FF00FF"/>
                </a:solidFill>
                <a:latin typeface="和音 Joyo R" panose="00000500000000000000" pitchFamily="50" charset="-128"/>
                <a:ea typeface="和音 Joyo R" panose="00000500000000000000" pitchFamily="50" charset="-128"/>
              </a:rPr>
              <a:t>設定</a:t>
            </a:r>
            <a:r>
              <a:rPr kumimoji="1" lang="en-US" altLang="ja-JP" sz="2400" b="1">
                <a:solidFill>
                  <a:srgbClr val="FF00FF"/>
                </a:solidFill>
                <a:latin typeface="和音 Joyo R" panose="00000500000000000000" pitchFamily="50" charset="-128"/>
                <a:ea typeface="和音 Joyo R" panose="00000500000000000000" pitchFamily="50" charset="-128"/>
              </a:rPr>
              <a:t>0/0</a:t>
            </a:r>
            <a:endParaRPr kumimoji="1" lang="ja-JP" altLang="en-US" sz="3200" b="1" dirty="0">
              <a:solidFill>
                <a:srgbClr val="FF00FF"/>
              </a:solidFill>
              <a:latin typeface="和音 Joyo R" panose="00000500000000000000" pitchFamily="50" charset="-128"/>
              <a:ea typeface="和音 Joyo R" panose="00000500000000000000" pitchFamily="50" charset="-128"/>
            </a:endParaRPr>
          </a:p>
        </p:txBody>
      </p:sp>
      <p:cxnSp>
        <p:nvCxnSpPr>
          <p:cNvPr id="61" name="直線コネクタ 60">
            <a:extLst>
              <a:ext uri="{FF2B5EF4-FFF2-40B4-BE49-F238E27FC236}">
                <a16:creationId xmlns:a16="http://schemas.microsoft.com/office/drawing/2014/main" id="{37E61D08-FEBD-A4F9-75EF-8D112D432F48}"/>
              </a:ext>
            </a:extLst>
          </p:cNvPr>
          <p:cNvCxnSpPr>
            <a:cxnSpLocks/>
          </p:cNvCxnSpPr>
          <p:nvPr/>
        </p:nvCxnSpPr>
        <p:spPr>
          <a:xfrm>
            <a:off x="4363451" y="2536583"/>
            <a:ext cx="3465100" cy="0"/>
          </a:xfrm>
          <a:prstGeom prst="line">
            <a:avLst/>
          </a:prstGeom>
          <a:ln>
            <a:solidFill>
              <a:srgbClr val="FF00FF"/>
            </a:solidFill>
            <a:headEnd type="stealth"/>
            <a:tailEnd type="stealth"/>
          </a:ln>
        </p:spPr>
        <p:style>
          <a:lnRef idx="2">
            <a:schemeClr val="accent1"/>
          </a:lnRef>
          <a:fillRef idx="0">
            <a:schemeClr val="accent1"/>
          </a:fillRef>
          <a:effectRef idx="1">
            <a:schemeClr val="accent1"/>
          </a:effectRef>
          <a:fontRef idx="minor">
            <a:schemeClr val="tx1"/>
          </a:fontRef>
        </p:style>
      </p:cxnSp>
      <p:sp>
        <p:nvSpPr>
          <p:cNvPr id="62" name="二等辺三角形 61">
            <a:extLst>
              <a:ext uri="{FF2B5EF4-FFF2-40B4-BE49-F238E27FC236}">
                <a16:creationId xmlns:a16="http://schemas.microsoft.com/office/drawing/2014/main" id="{8C3FD141-FE39-1BE1-49E4-D762EDEEF4A2}"/>
              </a:ext>
            </a:extLst>
          </p:cNvPr>
          <p:cNvSpPr/>
          <p:nvPr/>
        </p:nvSpPr>
        <p:spPr>
          <a:xfrm rot="16200000">
            <a:off x="1979298" y="3683235"/>
            <a:ext cx="953935" cy="514380"/>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4" name="二等辺三角形 63">
            <a:extLst>
              <a:ext uri="{FF2B5EF4-FFF2-40B4-BE49-F238E27FC236}">
                <a16:creationId xmlns:a16="http://schemas.microsoft.com/office/drawing/2014/main" id="{1CB3CED1-530F-9222-B6A9-945ACC0E470E}"/>
              </a:ext>
            </a:extLst>
          </p:cNvPr>
          <p:cNvSpPr/>
          <p:nvPr/>
        </p:nvSpPr>
        <p:spPr>
          <a:xfrm rot="5400000" flipH="1">
            <a:off x="9258768" y="3683235"/>
            <a:ext cx="953935" cy="514380"/>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6" name="テキスト ボックス 65">
            <a:extLst>
              <a:ext uri="{FF2B5EF4-FFF2-40B4-BE49-F238E27FC236}">
                <a16:creationId xmlns:a16="http://schemas.microsoft.com/office/drawing/2014/main" id="{3D8D2BB5-CCAE-6DA5-CA2B-8EFE9E4A5981}"/>
              </a:ext>
            </a:extLst>
          </p:cNvPr>
          <p:cNvSpPr txBox="1"/>
          <p:nvPr/>
        </p:nvSpPr>
        <p:spPr>
          <a:xfrm>
            <a:off x="4454661" y="3582998"/>
            <a:ext cx="3342582" cy="830997"/>
          </a:xfrm>
          <a:prstGeom prst="rect">
            <a:avLst/>
          </a:prstGeom>
          <a:noFill/>
        </p:spPr>
        <p:txBody>
          <a:bodyPr wrap="none" rtlCol="0">
            <a:spAutoFit/>
          </a:bodyPr>
          <a:lstStyle/>
          <a:p>
            <a:pPr algn="ctr"/>
            <a:r>
              <a:rPr lang="ja-JP" altLang="en-US" sz="2400" b="1">
                <a:solidFill>
                  <a:srgbClr val="FF00FF"/>
                </a:solidFill>
                <a:latin typeface="和音 Joyo R" panose="00000500000000000000" pitchFamily="50" charset="-128"/>
                <a:ea typeface="和音 Joyo R" panose="00000500000000000000" pitchFamily="50" charset="-128"/>
              </a:rPr>
              <a:t>バトル</a:t>
            </a:r>
            <a:r>
              <a:rPr kumimoji="1" lang="ja-JP" altLang="en-US" sz="2400" b="1">
                <a:solidFill>
                  <a:srgbClr val="FF00FF"/>
                </a:solidFill>
                <a:latin typeface="和音 Joyo R" panose="00000500000000000000" pitchFamily="50" charset="-128"/>
                <a:ea typeface="和音 Joyo R" panose="00000500000000000000" pitchFamily="50" charset="-128"/>
              </a:rPr>
              <a:t>設定項目を列挙</a:t>
            </a:r>
            <a:br>
              <a:rPr kumimoji="1" lang="en-US" altLang="ja-JP" sz="2400" b="1">
                <a:solidFill>
                  <a:srgbClr val="FF00FF"/>
                </a:solidFill>
                <a:latin typeface="和音 Joyo R" panose="00000500000000000000" pitchFamily="50" charset="-128"/>
                <a:ea typeface="和音 Joyo R" panose="00000500000000000000" pitchFamily="50" charset="-128"/>
              </a:rPr>
            </a:br>
            <a:r>
              <a:rPr kumimoji="1" lang="en-US" altLang="ja-JP" sz="2400" b="1">
                <a:solidFill>
                  <a:srgbClr val="FF00FF"/>
                </a:solidFill>
                <a:latin typeface="和音 Joyo R" panose="00000500000000000000" pitchFamily="50" charset="-128"/>
                <a:ea typeface="和音 Joyo R" panose="00000500000000000000" pitchFamily="50" charset="-128"/>
              </a:rPr>
              <a:t>(</a:t>
            </a:r>
            <a:r>
              <a:rPr kumimoji="1" lang="ja-JP" altLang="en-US" sz="2400" b="1">
                <a:solidFill>
                  <a:srgbClr val="FF00FF"/>
                </a:solidFill>
                <a:latin typeface="和音 Joyo R" panose="00000500000000000000" pitchFamily="50" charset="-128"/>
                <a:ea typeface="和音 Joyo R" panose="00000500000000000000" pitchFamily="50" charset="-128"/>
              </a:rPr>
              <a:t>ここでは割愛</a:t>
            </a:r>
            <a:r>
              <a:rPr kumimoji="1" lang="en-US" altLang="ja-JP" sz="2400" b="1">
                <a:solidFill>
                  <a:srgbClr val="FF00FF"/>
                </a:solidFill>
                <a:latin typeface="和音 Joyo R" panose="00000500000000000000" pitchFamily="50" charset="-128"/>
                <a:ea typeface="和音 Joyo R" panose="00000500000000000000" pitchFamily="50" charset="-128"/>
              </a:rPr>
              <a:t>)</a:t>
            </a:r>
            <a:endParaRPr kumimoji="1" lang="ja-JP" altLang="en-US" sz="3200" b="1" dirty="0">
              <a:solidFill>
                <a:srgbClr val="FF00FF"/>
              </a:solidFill>
              <a:latin typeface="和音 Joyo R" panose="00000500000000000000" pitchFamily="50" charset="-128"/>
              <a:ea typeface="和音 Joyo R" panose="00000500000000000000" pitchFamily="50" charset="-128"/>
            </a:endParaRPr>
          </a:p>
        </p:txBody>
      </p:sp>
      <p:grpSp>
        <p:nvGrpSpPr>
          <p:cNvPr id="2" name="グループ化 1">
            <a:extLst>
              <a:ext uri="{FF2B5EF4-FFF2-40B4-BE49-F238E27FC236}">
                <a16:creationId xmlns:a16="http://schemas.microsoft.com/office/drawing/2014/main" id="{15A8E848-4CF8-F7A1-5038-3FD7A7AFB134}"/>
              </a:ext>
            </a:extLst>
          </p:cNvPr>
          <p:cNvGrpSpPr/>
          <p:nvPr/>
        </p:nvGrpSpPr>
        <p:grpSpPr>
          <a:xfrm>
            <a:off x="0" y="-1"/>
            <a:ext cx="12192000" cy="6858001"/>
            <a:chOff x="0" y="-1"/>
            <a:chExt cx="12192000" cy="6858001"/>
          </a:xfrm>
        </p:grpSpPr>
        <p:sp>
          <p:nvSpPr>
            <p:cNvPr id="3" name="正方形/長方形 2">
              <a:extLst>
                <a:ext uri="{FF2B5EF4-FFF2-40B4-BE49-F238E27FC236}">
                  <a16:creationId xmlns:a16="http://schemas.microsoft.com/office/drawing/2014/main" id="{9ABD1407-F517-FE3A-925A-9907F8D13DA9}"/>
                </a:ext>
              </a:extLst>
            </p:cNvPr>
            <p:cNvSpPr>
              <a:spLocks/>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4" name="グループ化 3">
              <a:extLst>
                <a:ext uri="{FF2B5EF4-FFF2-40B4-BE49-F238E27FC236}">
                  <a16:creationId xmlns:a16="http://schemas.microsoft.com/office/drawing/2014/main" id="{BEA05E59-30C6-E0B0-56DD-622E41D1FFC0}"/>
                </a:ext>
              </a:extLst>
            </p:cNvPr>
            <p:cNvGrpSpPr/>
            <p:nvPr/>
          </p:nvGrpSpPr>
          <p:grpSpPr>
            <a:xfrm>
              <a:off x="3159742" y="1823170"/>
              <a:ext cx="5872517" cy="3211661"/>
              <a:chOff x="3159742" y="1823170"/>
              <a:chExt cx="5872517" cy="3211661"/>
            </a:xfrm>
          </p:grpSpPr>
          <p:sp>
            <p:nvSpPr>
              <p:cNvPr id="5" name="四角形: 角を丸くする 4">
                <a:extLst>
                  <a:ext uri="{FF2B5EF4-FFF2-40B4-BE49-F238E27FC236}">
                    <a16:creationId xmlns:a16="http://schemas.microsoft.com/office/drawing/2014/main" id="{957218CD-D575-0718-39F8-F5ABC85565A9}"/>
                  </a:ext>
                </a:extLst>
              </p:cNvPr>
              <p:cNvSpPr/>
              <p:nvPr/>
            </p:nvSpPr>
            <p:spPr>
              <a:xfrm>
                <a:off x="3159742" y="1823170"/>
                <a:ext cx="5872517" cy="3211661"/>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四角形: 角を丸くする 5">
                <a:extLst>
                  <a:ext uri="{FF2B5EF4-FFF2-40B4-BE49-F238E27FC236}">
                    <a16:creationId xmlns:a16="http://schemas.microsoft.com/office/drawing/2014/main" id="{8ECBD327-DC87-988D-9347-EC1A09BFB7C8}"/>
                  </a:ext>
                </a:extLst>
              </p:cNvPr>
              <p:cNvSpPr/>
              <p:nvPr/>
            </p:nvSpPr>
            <p:spPr>
              <a:xfrm>
                <a:off x="6323378" y="3797078"/>
                <a:ext cx="2138224" cy="767022"/>
              </a:xfrm>
              <a:prstGeom prst="roundRect">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a:latin typeface="和音 Joyo R" panose="00000500000000000000" pitchFamily="50" charset="-128"/>
                    <a:ea typeface="和音 Joyo R" panose="00000500000000000000" pitchFamily="50" charset="-128"/>
                  </a:rPr>
                  <a:t>はい</a:t>
                </a:r>
                <a:endParaRPr lang="ja-JP" altLang="en-US" sz="2400" dirty="0">
                  <a:latin typeface="和音 Joyo R" panose="00000500000000000000" pitchFamily="50" charset="-128"/>
                  <a:ea typeface="和音 Joyo R" panose="00000500000000000000" pitchFamily="50" charset="-128"/>
                </a:endParaRPr>
              </a:p>
            </p:txBody>
          </p:sp>
          <p:sp>
            <p:nvSpPr>
              <p:cNvPr id="7" name="四角形: 角を丸くする 6">
                <a:extLst>
                  <a:ext uri="{FF2B5EF4-FFF2-40B4-BE49-F238E27FC236}">
                    <a16:creationId xmlns:a16="http://schemas.microsoft.com/office/drawing/2014/main" id="{EFD9C910-83F0-9B8B-8250-1CE82CD4FE29}"/>
                  </a:ext>
                </a:extLst>
              </p:cNvPr>
              <p:cNvSpPr/>
              <p:nvPr/>
            </p:nvSpPr>
            <p:spPr>
              <a:xfrm>
                <a:off x="3730400" y="3797078"/>
                <a:ext cx="2138224" cy="767022"/>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a:latin typeface="和音 Joyo R" panose="00000500000000000000" pitchFamily="50" charset="-128"/>
                    <a:ea typeface="和音 Joyo R" panose="00000500000000000000" pitchFamily="50" charset="-128"/>
                  </a:rPr>
                  <a:t>いいえ</a:t>
                </a:r>
                <a:endParaRPr kumimoji="1" lang="ja-JP" altLang="en-US" sz="2400" dirty="0">
                  <a:latin typeface="和音 Joyo R" panose="00000500000000000000" pitchFamily="50" charset="-128"/>
                  <a:ea typeface="和音 Joyo R" panose="00000500000000000000" pitchFamily="50" charset="-128"/>
                </a:endParaRPr>
              </a:p>
            </p:txBody>
          </p:sp>
          <p:sp>
            <p:nvSpPr>
              <p:cNvPr id="8" name="テキスト ボックス 7">
                <a:extLst>
                  <a:ext uri="{FF2B5EF4-FFF2-40B4-BE49-F238E27FC236}">
                    <a16:creationId xmlns:a16="http://schemas.microsoft.com/office/drawing/2014/main" id="{BD21581F-7905-21D1-7022-535B499FA061}"/>
                  </a:ext>
                </a:extLst>
              </p:cNvPr>
              <p:cNvSpPr txBox="1"/>
              <p:nvPr/>
            </p:nvSpPr>
            <p:spPr>
              <a:xfrm>
                <a:off x="3263337" y="2409602"/>
                <a:ext cx="5665333" cy="584775"/>
              </a:xfrm>
              <a:prstGeom prst="rect">
                <a:avLst/>
              </a:prstGeom>
              <a:noFill/>
            </p:spPr>
            <p:txBody>
              <a:bodyPr wrap="none" rtlCol="0">
                <a:spAutoFit/>
              </a:bodyPr>
              <a:lstStyle/>
              <a:p>
                <a:pPr algn="ctr"/>
                <a:r>
                  <a:rPr kumimoji="1" lang="ja-JP" altLang="en-US" sz="3200" b="1" dirty="0">
                    <a:solidFill>
                      <a:schemeClr val="tx1">
                        <a:lumMod val="85000"/>
                        <a:lumOff val="15000"/>
                      </a:schemeClr>
                    </a:solidFill>
                    <a:latin typeface="和音 Joyo R" panose="00000500000000000000" pitchFamily="50" charset="-128"/>
                    <a:ea typeface="和音 Joyo R" panose="00000500000000000000" pitchFamily="50" charset="-128"/>
                  </a:rPr>
                  <a:t>変更をキャンセルしますか？</a:t>
                </a:r>
                <a:endParaRPr kumimoji="1" lang="ja-JP" altLang="en-US" sz="4000" b="1"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grpSp>
      </p:grpSp>
    </p:spTree>
    <p:extLst>
      <p:ext uri="{BB962C8B-B14F-4D97-AF65-F5344CB8AC3E}">
        <p14:creationId xmlns:p14="http://schemas.microsoft.com/office/powerpoint/2010/main" val="79079000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gradFill flip="none" rotWithShape="1">
          <a:gsLst>
            <a:gs pos="25000">
              <a:schemeClr val="tx1">
                <a:lumMod val="85000"/>
                <a:lumOff val="15000"/>
              </a:schemeClr>
            </a:gs>
            <a:gs pos="78000">
              <a:schemeClr val="tx1">
                <a:lumMod val="85000"/>
                <a:lumOff val="15000"/>
              </a:schemeClr>
            </a:gs>
            <a:gs pos="50000">
              <a:srgbClr val="660066"/>
            </a:gs>
          </a:gsLst>
          <a:lin ang="13500000" scaled="1"/>
          <a:tileRect/>
        </a:gradFill>
        <a:effectLst/>
      </p:bgPr>
    </p:bg>
    <p:spTree>
      <p:nvGrpSpPr>
        <p:cNvPr id="1" name="">
          <a:extLst>
            <a:ext uri="{FF2B5EF4-FFF2-40B4-BE49-F238E27FC236}">
              <a16:creationId xmlns:a16="http://schemas.microsoft.com/office/drawing/2014/main" id="{35B5C7D4-A749-D9F0-87CD-01A353161804}"/>
            </a:ext>
          </a:extLst>
        </p:cNvPr>
        <p:cNvGrpSpPr/>
        <p:nvPr/>
      </p:nvGrpSpPr>
      <p:grpSpPr>
        <a:xfrm>
          <a:off x="0" y="0"/>
          <a:ext cx="0" cy="0"/>
          <a:chOff x="0" y="0"/>
          <a:chExt cx="0" cy="0"/>
        </a:xfrm>
      </p:grpSpPr>
      <p:sp>
        <p:nvSpPr>
          <p:cNvPr id="37" name="四角形: 角を丸くする 36">
            <a:extLst>
              <a:ext uri="{FF2B5EF4-FFF2-40B4-BE49-F238E27FC236}">
                <a16:creationId xmlns:a16="http://schemas.microsoft.com/office/drawing/2014/main" id="{8B6BA5D2-BBA7-DB67-4CED-1B8046629866}"/>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grpSp>
        <p:nvGrpSpPr>
          <p:cNvPr id="24" name="グループ化 23">
            <a:extLst>
              <a:ext uri="{FF2B5EF4-FFF2-40B4-BE49-F238E27FC236}">
                <a16:creationId xmlns:a16="http://schemas.microsoft.com/office/drawing/2014/main" id="{B2B318E9-8F19-DDC6-4239-8D4FAD7EFDA7}"/>
              </a:ext>
            </a:extLst>
          </p:cNvPr>
          <p:cNvGrpSpPr/>
          <p:nvPr/>
        </p:nvGrpSpPr>
        <p:grpSpPr>
          <a:xfrm>
            <a:off x="163586" y="134635"/>
            <a:ext cx="1975684" cy="1396119"/>
            <a:chOff x="163586" y="134635"/>
            <a:chExt cx="1975684" cy="1396119"/>
          </a:xfrm>
        </p:grpSpPr>
        <p:grpSp>
          <p:nvGrpSpPr>
            <p:cNvPr id="25" name="グループ化 24">
              <a:extLst>
                <a:ext uri="{FF2B5EF4-FFF2-40B4-BE49-F238E27FC236}">
                  <a16:creationId xmlns:a16="http://schemas.microsoft.com/office/drawing/2014/main" id="{7C728C12-A196-4E8C-D100-E6BE912AF7D1}"/>
                </a:ext>
              </a:extLst>
            </p:cNvPr>
            <p:cNvGrpSpPr/>
            <p:nvPr/>
          </p:nvGrpSpPr>
          <p:grpSpPr>
            <a:xfrm>
              <a:off x="163586" y="134635"/>
              <a:ext cx="1975684" cy="1396119"/>
              <a:chOff x="163586" y="134635"/>
              <a:chExt cx="1975684" cy="1396119"/>
            </a:xfrm>
          </p:grpSpPr>
          <p:pic>
            <p:nvPicPr>
              <p:cNvPr id="27" name="図 26">
                <a:extLst>
                  <a:ext uri="{FF2B5EF4-FFF2-40B4-BE49-F238E27FC236}">
                    <a16:creationId xmlns:a16="http://schemas.microsoft.com/office/drawing/2014/main" id="{16AEB021-EFCA-6D9D-ED90-73BBCB251D6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8" name="楕円 27">
                <a:extLst>
                  <a:ext uri="{FF2B5EF4-FFF2-40B4-BE49-F238E27FC236}">
                    <a16:creationId xmlns:a16="http://schemas.microsoft.com/office/drawing/2014/main" id="{91100049-8BD7-F8EE-714B-9A6759A0EB21}"/>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6" name="図 25">
              <a:extLst>
                <a:ext uri="{FF2B5EF4-FFF2-40B4-BE49-F238E27FC236}">
                  <a16:creationId xmlns:a16="http://schemas.microsoft.com/office/drawing/2014/main" id="{4AD7D812-BB78-BF38-92AC-045C9FED3BF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
        <p:nvSpPr>
          <p:cNvPr id="39" name="テキスト ボックス 38">
            <a:extLst>
              <a:ext uri="{FF2B5EF4-FFF2-40B4-BE49-F238E27FC236}">
                <a16:creationId xmlns:a16="http://schemas.microsoft.com/office/drawing/2014/main" id="{F5BABEFC-55C5-A38F-F769-0D4AC28AC491}"/>
              </a:ext>
            </a:extLst>
          </p:cNvPr>
          <p:cNvSpPr txBox="1"/>
          <p:nvPr/>
        </p:nvSpPr>
        <p:spPr>
          <a:xfrm>
            <a:off x="1624591" y="641390"/>
            <a:ext cx="1467068" cy="400110"/>
          </a:xfrm>
          <a:prstGeom prst="rect">
            <a:avLst/>
          </a:prstGeom>
          <a:noFill/>
        </p:spPr>
        <p:txBody>
          <a:bodyPr wrap="none" rtlCol="0">
            <a:spAutoFit/>
          </a:bodyPr>
          <a:lstStyle/>
          <a:p>
            <a:pPr algn="ctr"/>
            <a:r>
              <a:rPr kumimoji="1"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ゲーム設定</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5" name="四角形: 角を丸くする 54">
            <a:extLst>
              <a:ext uri="{FF2B5EF4-FFF2-40B4-BE49-F238E27FC236}">
                <a16:creationId xmlns:a16="http://schemas.microsoft.com/office/drawing/2014/main" id="{9472F8AC-18A0-E174-F454-8903DA3AD894}"/>
              </a:ext>
            </a:extLst>
          </p:cNvPr>
          <p:cNvSpPr/>
          <p:nvPr/>
        </p:nvSpPr>
        <p:spPr>
          <a:xfrm>
            <a:off x="1698342" y="1912266"/>
            <a:ext cx="8795316" cy="4056319"/>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a:p>
        </p:txBody>
      </p:sp>
      <p:sp>
        <p:nvSpPr>
          <p:cNvPr id="57" name="四角形: 角を丸くする 56">
            <a:extLst>
              <a:ext uri="{FF2B5EF4-FFF2-40B4-BE49-F238E27FC236}">
                <a16:creationId xmlns:a16="http://schemas.microsoft.com/office/drawing/2014/main" id="{27FF3E3C-4D09-5CE3-78F8-75BBA28DF9FF}"/>
              </a:ext>
            </a:extLst>
          </p:cNvPr>
          <p:cNvSpPr/>
          <p:nvPr/>
        </p:nvSpPr>
        <p:spPr>
          <a:xfrm>
            <a:off x="6352916" y="5101411"/>
            <a:ext cx="2336019" cy="625904"/>
          </a:xfrm>
          <a:prstGeom prst="roundRect">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latin typeface="和音 Joyo R" panose="00000500000000000000" pitchFamily="50" charset="-128"/>
                <a:ea typeface="和音 Joyo R" panose="00000500000000000000" pitchFamily="50" charset="-128"/>
              </a:rPr>
              <a:t>OK</a:t>
            </a:r>
            <a:endParaRPr kumimoji="1" lang="ja-JP" altLang="en-US" sz="2000" dirty="0">
              <a:latin typeface="和音 Joyo R" panose="00000500000000000000" pitchFamily="50" charset="-128"/>
              <a:ea typeface="和音 Joyo R" panose="00000500000000000000" pitchFamily="50" charset="-128"/>
            </a:endParaRPr>
          </a:p>
        </p:txBody>
      </p:sp>
      <p:sp>
        <p:nvSpPr>
          <p:cNvPr id="59" name="四角形: 角を丸くする 58">
            <a:extLst>
              <a:ext uri="{FF2B5EF4-FFF2-40B4-BE49-F238E27FC236}">
                <a16:creationId xmlns:a16="http://schemas.microsoft.com/office/drawing/2014/main" id="{0AE60A05-AE5D-54D0-E8EE-1DE58DAB87B7}"/>
              </a:ext>
            </a:extLst>
          </p:cNvPr>
          <p:cNvSpPr/>
          <p:nvPr/>
        </p:nvSpPr>
        <p:spPr>
          <a:xfrm>
            <a:off x="3520077" y="5101411"/>
            <a:ext cx="2336019" cy="625904"/>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000" dirty="0">
                <a:latin typeface="和音 Joyo R" panose="00000500000000000000" pitchFamily="50" charset="-128"/>
                <a:ea typeface="和音 Joyo R" panose="00000500000000000000" pitchFamily="50" charset="-128"/>
              </a:rPr>
              <a:t>デフォルトに戻す</a:t>
            </a:r>
          </a:p>
        </p:txBody>
      </p:sp>
      <p:sp>
        <p:nvSpPr>
          <p:cNvPr id="60" name="テキスト ボックス 59">
            <a:extLst>
              <a:ext uri="{FF2B5EF4-FFF2-40B4-BE49-F238E27FC236}">
                <a16:creationId xmlns:a16="http://schemas.microsoft.com/office/drawing/2014/main" id="{DBB38E26-0A63-E436-F621-87D0A9235F1C}"/>
              </a:ext>
            </a:extLst>
          </p:cNvPr>
          <p:cNvSpPr txBox="1"/>
          <p:nvPr/>
        </p:nvSpPr>
        <p:spPr>
          <a:xfrm>
            <a:off x="4925648" y="2038846"/>
            <a:ext cx="2340704" cy="461665"/>
          </a:xfrm>
          <a:prstGeom prst="rect">
            <a:avLst/>
          </a:prstGeom>
          <a:noFill/>
        </p:spPr>
        <p:txBody>
          <a:bodyPr wrap="none" rtlCol="0">
            <a:spAutoFit/>
          </a:bodyPr>
          <a:lstStyle/>
          <a:p>
            <a:pPr algn="ctr"/>
            <a:r>
              <a:rPr lang="ja-JP" altLang="en-US" sz="2400" b="1">
                <a:solidFill>
                  <a:srgbClr val="FF00FF"/>
                </a:solidFill>
                <a:latin typeface="和音 Joyo R" panose="00000500000000000000" pitchFamily="50" charset="-128"/>
                <a:ea typeface="和音 Joyo R" panose="00000500000000000000" pitchFamily="50" charset="-128"/>
              </a:rPr>
              <a:t>バトル</a:t>
            </a:r>
            <a:r>
              <a:rPr kumimoji="1" lang="ja-JP" altLang="en-US" sz="2400" b="1">
                <a:solidFill>
                  <a:srgbClr val="FF00FF"/>
                </a:solidFill>
                <a:latin typeface="和音 Joyo R" panose="00000500000000000000" pitchFamily="50" charset="-128"/>
                <a:ea typeface="和音 Joyo R" panose="00000500000000000000" pitchFamily="50" charset="-128"/>
              </a:rPr>
              <a:t>設定</a:t>
            </a:r>
            <a:r>
              <a:rPr kumimoji="1" lang="en-US" altLang="ja-JP" sz="2400" b="1">
                <a:solidFill>
                  <a:srgbClr val="FF00FF"/>
                </a:solidFill>
                <a:latin typeface="和音 Joyo R" panose="00000500000000000000" pitchFamily="50" charset="-128"/>
                <a:ea typeface="和音 Joyo R" panose="00000500000000000000" pitchFamily="50" charset="-128"/>
              </a:rPr>
              <a:t>0/0</a:t>
            </a:r>
            <a:endParaRPr kumimoji="1" lang="ja-JP" altLang="en-US" sz="3200" b="1" dirty="0">
              <a:solidFill>
                <a:srgbClr val="FF00FF"/>
              </a:solidFill>
              <a:latin typeface="和音 Joyo R" panose="00000500000000000000" pitchFamily="50" charset="-128"/>
              <a:ea typeface="和音 Joyo R" panose="00000500000000000000" pitchFamily="50" charset="-128"/>
            </a:endParaRPr>
          </a:p>
        </p:txBody>
      </p:sp>
      <p:cxnSp>
        <p:nvCxnSpPr>
          <p:cNvPr id="61" name="直線コネクタ 60">
            <a:extLst>
              <a:ext uri="{FF2B5EF4-FFF2-40B4-BE49-F238E27FC236}">
                <a16:creationId xmlns:a16="http://schemas.microsoft.com/office/drawing/2014/main" id="{E80E8268-720C-A77A-A8E1-DE07AD922536}"/>
              </a:ext>
            </a:extLst>
          </p:cNvPr>
          <p:cNvCxnSpPr>
            <a:cxnSpLocks/>
          </p:cNvCxnSpPr>
          <p:nvPr/>
        </p:nvCxnSpPr>
        <p:spPr>
          <a:xfrm>
            <a:off x="4363451" y="2536583"/>
            <a:ext cx="3465100" cy="0"/>
          </a:xfrm>
          <a:prstGeom prst="line">
            <a:avLst/>
          </a:prstGeom>
          <a:ln>
            <a:solidFill>
              <a:srgbClr val="FF00FF"/>
            </a:solidFill>
            <a:headEnd type="stealth"/>
            <a:tailEnd type="stealth"/>
          </a:ln>
        </p:spPr>
        <p:style>
          <a:lnRef idx="2">
            <a:schemeClr val="accent1"/>
          </a:lnRef>
          <a:fillRef idx="0">
            <a:schemeClr val="accent1"/>
          </a:fillRef>
          <a:effectRef idx="1">
            <a:schemeClr val="accent1"/>
          </a:effectRef>
          <a:fontRef idx="minor">
            <a:schemeClr val="tx1"/>
          </a:fontRef>
        </p:style>
      </p:cxnSp>
      <p:sp>
        <p:nvSpPr>
          <p:cNvPr id="62" name="二等辺三角形 61">
            <a:extLst>
              <a:ext uri="{FF2B5EF4-FFF2-40B4-BE49-F238E27FC236}">
                <a16:creationId xmlns:a16="http://schemas.microsoft.com/office/drawing/2014/main" id="{88882E6F-48CB-F475-D7EA-1AF61C2E9BDF}"/>
              </a:ext>
            </a:extLst>
          </p:cNvPr>
          <p:cNvSpPr/>
          <p:nvPr/>
        </p:nvSpPr>
        <p:spPr>
          <a:xfrm rot="16200000">
            <a:off x="1979298" y="3683235"/>
            <a:ext cx="953935" cy="514380"/>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4" name="二等辺三角形 63">
            <a:extLst>
              <a:ext uri="{FF2B5EF4-FFF2-40B4-BE49-F238E27FC236}">
                <a16:creationId xmlns:a16="http://schemas.microsoft.com/office/drawing/2014/main" id="{61D48BE4-2404-6995-215B-6F71BDA72E6D}"/>
              </a:ext>
            </a:extLst>
          </p:cNvPr>
          <p:cNvSpPr/>
          <p:nvPr/>
        </p:nvSpPr>
        <p:spPr>
          <a:xfrm rot="5400000" flipH="1">
            <a:off x="9258768" y="3683235"/>
            <a:ext cx="953935" cy="514380"/>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6" name="テキスト ボックス 65">
            <a:extLst>
              <a:ext uri="{FF2B5EF4-FFF2-40B4-BE49-F238E27FC236}">
                <a16:creationId xmlns:a16="http://schemas.microsoft.com/office/drawing/2014/main" id="{0CFFF711-38E3-C85E-7EAD-8987FACC977D}"/>
              </a:ext>
            </a:extLst>
          </p:cNvPr>
          <p:cNvSpPr txBox="1"/>
          <p:nvPr/>
        </p:nvSpPr>
        <p:spPr>
          <a:xfrm>
            <a:off x="4454661" y="3582998"/>
            <a:ext cx="3342582" cy="830997"/>
          </a:xfrm>
          <a:prstGeom prst="rect">
            <a:avLst/>
          </a:prstGeom>
          <a:noFill/>
        </p:spPr>
        <p:txBody>
          <a:bodyPr wrap="none" rtlCol="0">
            <a:spAutoFit/>
          </a:bodyPr>
          <a:lstStyle/>
          <a:p>
            <a:pPr algn="ctr"/>
            <a:r>
              <a:rPr lang="ja-JP" altLang="en-US" sz="2400" b="1">
                <a:solidFill>
                  <a:srgbClr val="FF00FF"/>
                </a:solidFill>
                <a:latin typeface="和音 Joyo R" panose="00000500000000000000" pitchFamily="50" charset="-128"/>
                <a:ea typeface="和音 Joyo R" panose="00000500000000000000" pitchFamily="50" charset="-128"/>
              </a:rPr>
              <a:t>バトル</a:t>
            </a:r>
            <a:r>
              <a:rPr kumimoji="1" lang="ja-JP" altLang="en-US" sz="2400" b="1">
                <a:solidFill>
                  <a:srgbClr val="FF00FF"/>
                </a:solidFill>
                <a:latin typeface="和音 Joyo R" panose="00000500000000000000" pitchFamily="50" charset="-128"/>
                <a:ea typeface="和音 Joyo R" panose="00000500000000000000" pitchFamily="50" charset="-128"/>
              </a:rPr>
              <a:t>設定項目を列挙</a:t>
            </a:r>
            <a:br>
              <a:rPr kumimoji="1" lang="en-US" altLang="ja-JP" sz="2400" b="1">
                <a:solidFill>
                  <a:srgbClr val="FF00FF"/>
                </a:solidFill>
                <a:latin typeface="和音 Joyo R" panose="00000500000000000000" pitchFamily="50" charset="-128"/>
                <a:ea typeface="和音 Joyo R" panose="00000500000000000000" pitchFamily="50" charset="-128"/>
              </a:rPr>
            </a:br>
            <a:r>
              <a:rPr kumimoji="1" lang="en-US" altLang="ja-JP" sz="2400" b="1">
                <a:solidFill>
                  <a:srgbClr val="FF00FF"/>
                </a:solidFill>
                <a:latin typeface="和音 Joyo R" panose="00000500000000000000" pitchFamily="50" charset="-128"/>
                <a:ea typeface="和音 Joyo R" panose="00000500000000000000" pitchFamily="50" charset="-128"/>
              </a:rPr>
              <a:t>(</a:t>
            </a:r>
            <a:r>
              <a:rPr kumimoji="1" lang="ja-JP" altLang="en-US" sz="2400" b="1">
                <a:solidFill>
                  <a:srgbClr val="FF00FF"/>
                </a:solidFill>
                <a:latin typeface="和音 Joyo R" panose="00000500000000000000" pitchFamily="50" charset="-128"/>
                <a:ea typeface="和音 Joyo R" panose="00000500000000000000" pitchFamily="50" charset="-128"/>
              </a:rPr>
              <a:t>ここでは割愛</a:t>
            </a:r>
            <a:r>
              <a:rPr kumimoji="1" lang="en-US" altLang="ja-JP" sz="2400" b="1">
                <a:solidFill>
                  <a:srgbClr val="FF00FF"/>
                </a:solidFill>
                <a:latin typeface="和音 Joyo R" panose="00000500000000000000" pitchFamily="50" charset="-128"/>
                <a:ea typeface="和音 Joyo R" panose="00000500000000000000" pitchFamily="50" charset="-128"/>
              </a:rPr>
              <a:t>)</a:t>
            </a:r>
            <a:endParaRPr kumimoji="1" lang="ja-JP" altLang="en-US" sz="3200" b="1" dirty="0">
              <a:solidFill>
                <a:srgbClr val="FF00FF"/>
              </a:solidFill>
              <a:latin typeface="和音 Joyo R" panose="00000500000000000000" pitchFamily="50" charset="-128"/>
              <a:ea typeface="和音 Joyo R" panose="00000500000000000000" pitchFamily="50" charset="-128"/>
            </a:endParaRPr>
          </a:p>
        </p:txBody>
      </p:sp>
      <p:grpSp>
        <p:nvGrpSpPr>
          <p:cNvPr id="5" name="グループ化 4">
            <a:extLst>
              <a:ext uri="{FF2B5EF4-FFF2-40B4-BE49-F238E27FC236}">
                <a16:creationId xmlns:a16="http://schemas.microsoft.com/office/drawing/2014/main" id="{13EF0CB3-7C52-14CC-DB96-DA80884D19D8}"/>
              </a:ext>
            </a:extLst>
          </p:cNvPr>
          <p:cNvGrpSpPr/>
          <p:nvPr/>
        </p:nvGrpSpPr>
        <p:grpSpPr>
          <a:xfrm>
            <a:off x="0" y="-1"/>
            <a:ext cx="12192000" cy="6858001"/>
            <a:chOff x="0" y="-1"/>
            <a:chExt cx="12192000" cy="6858001"/>
          </a:xfrm>
        </p:grpSpPr>
        <p:grpSp>
          <p:nvGrpSpPr>
            <p:cNvPr id="6" name="グループ化 5">
              <a:extLst>
                <a:ext uri="{FF2B5EF4-FFF2-40B4-BE49-F238E27FC236}">
                  <a16:creationId xmlns:a16="http://schemas.microsoft.com/office/drawing/2014/main" id="{28F56B4F-D9F2-9C5F-E18B-408940EED632}"/>
                </a:ext>
              </a:extLst>
            </p:cNvPr>
            <p:cNvGrpSpPr/>
            <p:nvPr/>
          </p:nvGrpSpPr>
          <p:grpSpPr>
            <a:xfrm>
              <a:off x="0" y="-1"/>
              <a:ext cx="12192000" cy="6858001"/>
              <a:chOff x="0" y="-1"/>
              <a:chExt cx="12192000" cy="6858001"/>
            </a:xfrm>
          </p:grpSpPr>
          <p:sp>
            <p:nvSpPr>
              <p:cNvPr id="10" name="正方形/長方形 9">
                <a:extLst>
                  <a:ext uri="{FF2B5EF4-FFF2-40B4-BE49-F238E27FC236}">
                    <a16:creationId xmlns:a16="http://schemas.microsoft.com/office/drawing/2014/main" id="{79B2CA4F-5526-BC1A-8148-D233B1184078}"/>
                  </a:ext>
                </a:extLst>
              </p:cNvPr>
              <p:cNvSpPr>
                <a:spLocks/>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四角形: 角を丸くする 10">
                <a:extLst>
                  <a:ext uri="{FF2B5EF4-FFF2-40B4-BE49-F238E27FC236}">
                    <a16:creationId xmlns:a16="http://schemas.microsoft.com/office/drawing/2014/main" id="{1CD2D349-C17C-97C8-E911-52CFFF0D3B08}"/>
                  </a:ext>
                </a:extLst>
              </p:cNvPr>
              <p:cNvSpPr/>
              <p:nvPr/>
            </p:nvSpPr>
            <p:spPr>
              <a:xfrm>
                <a:off x="3159742" y="1823170"/>
                <a:ext cx="5872517" cy="3211661"/>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7" name="四角形: 角を丸くする 6">
              <a:extLst>
                <a:ext uri="{FF2B5EF4-FFF2-40B4-BE49-F238E27FC236}">
                  <a16:creationId xmlns:a16="http://schemas.microsoft.com/office/drawing/2014/main" id="{C3FD5908-61EB-5ED5-3756-0C835FF67629}"/>
                </a:ext>
              </a:extLst>
            </p:cNvPr>
            <p:cNvSpPr/>
            <p:nvPr/>
          </p:nvSpPr>
          <p:spPr>
            <a:xfrm>
              <a:off x="6323378" y="3797078"/>
              <a:ext cx="2138224" cy="767022"/>
            </a:xfrm>
            <a:prstGeom prst="roundRect">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a:latin typeface="和音 Joyo R" panose="00000500000000000000" pitchFamily="50" charset="-128"/>
                  <a:ea typeface="和音 Joyo R" panose="00000500000000000000" pitchFamily="50" charset="-128"/>
                </a:rPr>
                <a:t>戻す</a:t>
              </a:r>
              <a:endParaRPr lang="ja-JP" altLang="en-US" sz="2400" dirty="0">
                <a:latin typeface="和音 Joyo R" panose="00000500000000000000" pitchFamily="50" charset="-128"/>
                <a:ea typeface="和音 Joyo R" panose="00000500000000000000" pitchFamily="50" charset="-128"/>
              </a:endParaRPr>
            </a:p>
          </p:txBody>
        </p:sp>
        <p:sp>
          <p:nvSpPr>
            <p:cNvPr id="8" name="四角形: 角を丸くする 7">
              <a:extLst>
                <a:ext uri="{FF2B5EF4-FFF2-40B4-BE49-F238E27FC236}">
                  <a16:creationId xmlns:a16="http://schemas.microsoft.com/office/drawing/2014/main" id="{2DADFC63-F46D-C3C8-BFE4-4F487C4FDB74}"/>
                </a:ext>
              </a:extLst>
            </p:cNvPr>
            <p:cNvSpPr/>
            <p:nvPr/>
          </p:nvSpPr>
          <p:spPr>
            <a:xfrm>
              <a:off x="3730400" y="3797078"/>
              <a:ext cx="2138224" cy="767022"/>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a:latin typeface="和音 Joyo R" panose="00000500000000000000" pitchFamily="50" charset="-128"/>
                  <a:ea typeface="和音 Joyo R" panose="00000500000000000000" pitchFamily="50" charset="-128"/>
                </a:rPr>
                <a:t>戻さない</a:t>
              </a:r>
              <a:endParaRPr kumimoji="1" lang="ja-JP" altLang="en-US" sz="2400" dirty="0">
                <a:latin typeface="和音 Joyo R" panose="00000500000000000000" pitchFamily="50" charset="-128"/>
                <a:ea typeface="和音 Joyo R" panose="00000500000000000000" pitchFamily="50" charset="-128"/>
              </a:endParaRPr>
            </a:p>
          </p:txBody>
        </p:sp>
        <p:sp>
          <p:nvSpPr>
            <p:cNvPr id="9" name="テキスト ボックス 8">
              <a:extLst>
                <a:ext uri="{FF2B5EF4-FFF2-40B4-BE49-F238E27FC236}">
                  <a16:creationId xmlns:a16="http://schemas.microsoft.com/office/drawing/2014/main" id="{8DE592D1-8417-A84C-8C42-577A28FD9046}"/>
                </a:ext>
              </a:extLst>
            </p:cNvPr>
            <p:cNvSpPr txBox="1"/>
            <p:nvPr/>
          </p:nvSpPr>
          <p:spPr>
            <a:xfrm>
              <a:off x="3474132" y="2409602"/>
              <a:ext cx="5243744" cy="584775"/>
            </a:xfrm>
            <a:prstGeom prst="rect">
              <a:avLst/>
            </a:prstGeom>
            <a:noFill/>
          </p:spPr>
          <p:txBody>
            <a:bodyPr wrap="none" rtlCol="0">
              <a:spAutoFit/>
            </a:bodyPr>
            <a:lstStyle/>
            <a:p>
              <a:pPr algn="ctr"/>
              <a:r>
                <a:rPr kumimoji="1" lang="ja-JP" altLang="en-US" sz="3200" b="1">
                  <a:solidFill>
                    <a:schemeClr val="tx1">
                      <a:lumMod val="85000"/>
                      <a:lumOff val="15000"/>
                    </a:schemeClr>
                  </a:solidFill>
                  <a:latin typeface="和音 Joyo R" panose="00000500000000000000" pitchFamily="50" charset="-128"/>
                  <a:ea typeface="和音 Joyo R" panose="00000500000000000000" pitchFamily="50" charset="-128"/>
                </a:rPr>
                <a:t>デフォルトに戻しますか？</a:t>
              </a:r>
              <a:endParaRPr kumimoji="1" lang="ja-JP" altLang="en-US" sz="4000" b="1"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grpSp>
    </p:spTree>
    <p:extLst>
      <p:ext uri="{BB962C8B-B14F-4D97-AF65-F5344CB8AC3E}">
        <p14:creationId xmlns:p14="http://schemas.microsoft.com/office/powerpoint/2010/main" val="332994978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gradFill flip="none" rotWithShape="1">
          <a:gsLst>
            <a:gs pos="25000">
              <a:schemeClr val="tx1">
                <a:lumMod val="85000"/>
                <a:lumOff val="15000"/>
              </a:schemeClr>
            </a:gs>
            <a:gs pos="78000">
              <a:schemeClr val="tx1">
                <a:lumMod val="85000"/>
                <a:lumOff val="15000"/>
              </a:schemeClr>
            </a:gs>
            <a:gs pos="50000">
              <a:srgbClr val="660066"/>
            </a:gs>
          </a:gsLst>
          <a:lin ang="13500000" scaled="1"/>
          <a:tileRect/>
        </a:gradFill>
        <a:effectLst/>
      </p:bgPr>
    </p:bg>
    <p:spTree>
      <p:nvGrpSpPr>
        <p:cNvPr id="1" name="">
          <a:extLst>
            <a:ext uri="{FF2B5EF4-FFF2-40B4-BE49-F238E27FC236}">
              <a16:creationId xmlns:a16="http://schemas.microsoft.com/office/drawing/2014/main" id="{BE751E18-E14E-2BA6-1083-F343C9D2436B}"/>
            </a:ext>
          </a:extLst>
        </p:cNvPr>
        <p:cNvGrpSpPr/>
        <p:nvPr/>
      </p:nvGrpSpPr>
      <p:grpSpPr>
        <a:xfrm>
          <a:off x="0" y="0"/>
          <a:ext cx="0" cy="0"/>
          <a:chOff x="0" y="0"/>
          <a:chExt cx="0" cy="0"/>
        </a:xfrm>
      </p:grpSpPr>
      <p:sp>
        <p:nvSpPr>
          <p:cNvPr id="37" name="四角形: 角を丸くする 36">
            <a:extLst>
              <a:ext uri="{FF2B5EF4-FFF2-40B4-BE49-F238E27FC236}">
                <a16:creationId xmlns:a16="http://schemas.microsoft.com/office/drawing/2014/main" id="{2FDAA43A-5994-8417-E230-D396DA32E3E3}"/>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grpSp>
        <p:nvGrpSpPr>
          <p:cNvPr id="24" name="グループ化 23">
            <a:extLst>
              <a:ext uri="{FF2B5EF4-FFF2-40B4-BE49-F238E27FC236}">
                <a16:creationId xmlns:a16="http://schemas.microsoft.com/office/drawing/2014/main" id="{73F0388B-4409-F61A-2E9B-64CB21F2FD42}"/>
              </a:ext>
            </a:extLst>
          </p:cNvPr>
          <p:cNvGrpSpPr/>
          <p:nvPr/>
        </p:nvGrpSpPr>
        <p:grpSpPr>
          <a:xfrm>
            <a:off x="163586" y="134635"/>
            <a:ext cx="1975684" cy="1396119"/>
            <a:chOff x="163586" y="134635"/>
            <a:chExt cx="1975684" cy="1396119"/>
          </a:xfrm>
        </p:grpSpPr>
        <p:grpSp>
          <p:nvGrpSpPr>
            <p:cNvPr id="25" name="グループ化 24">
              <a:extLst>
                <a:ext uri="{FF2B5EF4-FFF2-40B4-BE49-F238E27FC236}">
                  <a16:creationId xmlns:a16="http://schemas.microsoft.com/office/drawing/2014/main" id="{C03DCA70-C0DC-A448-B967-DE916C6B3C8E}"/>
                </a:ext>
              </a:extLst>
            </p:cNvPr>
            <p:cNvGrpSpPr/>
            <p:nvPr/>
          </p:nvGrpSpPr>
          <p:grpSpPr>
            <a:xfrm>
              <a:off x="163586" y="134635"/>
              <a:ext cx="1975684" cy="1396119"/>
              <a:chOff x="163586" y="134635"/>
              <a:chExt cx="1975684" cy="1396119"/>
            </a:xfrm>
          </p:grpSpPr>
          <p:pic>
            <p:nvPicPr>
              <p:cNvPr id="27" name="図 26">
                <a:extLst>
                  <a:ext uri="{FF2B5EF4-FFF2-40B4-BE49-F238E27FC236}">
                    <a16:creationId xmlns:a16="http://schemas.microsoft.com/office/drawing/2014/main" id="{5D3BF5BF-5062-04EA-CDD0-06220807EBA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8" name="楕円 27">
                <a:extLst>
                  <a:ext uri="{FF2B5EF4-FFF2-40B4-BE49-F238E27FC236}">
                    <a16:creationId xmlns:a16="http://schemas.microsoft.com/office/drawing/2014/main" id="{98E820A1-C9F8-BBD4-29C9-BD83E2E6FF21}"/>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6" name="図 25">
              <a:extLst>
                <a:ext uri="{FF2B5EF4-FFF2-40B4-BE49-F238E27FC236}">
                  <a16:creationId xmlns:a16="http://schemas.microsoft.com/office/drawing/2014/main" id="{39084E1E-A626-F407-669E-93AC3EB0C37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
        <p:nvSpPr>
          <p:cNvPr id="39" name="テキスト ボックス 38">
            <a:extLst>
              <a:ext uri="{FF2B5EF4-FFF2-40B4-BE49-F238E27FC236}">
                <a16:creationId xmlns:a16="http://schemas.microsoft.com/office/drawing/2014/main" id="{3E7FFAF9-4642-18C8-9E6B-78F46278EDB9}"/>
              </a:ext>
            </a:extLst>
          </p:cNvPr>
          <p:cNvSpPr txBox="1"/>
          <p:nvPr/>
        </p:nvSpPr>
        <p:spPr>
          <a:xfrm>
            <a:off x="1752829" y="641390"/>
            <a:ext cx="1210589" cy="400110"/>
          </a:xfrm>
          <a:prstGeom prst="rect">
            <a:avLst/>
          </a:prstGeom>
          <a:noFill/>
        </p:spPr>
        <p:txBody>
          <a:bodyPr wrap="none" rtlCol="0">
            <a:spAutoFit/>
          </a:bodyPr>
          <a:lstStyle/>
          <a:p>
            <a:pPr algn="ctr"/>
            <a:r>
              <a:rPr kumimoji="1"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メニュー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52" name="グループ化 51">
            <a:extLst>
              <a:ext uri="{FF2B5EF4-FFF2-40B4-BE49-F238E27FC236}">
                <a16:creationId xmlns:a16="http://schemas.microsoft.com/office/drawing/2014/main" id="{A48DFE0D-959B-0D85-CF52-397A44A53279}"/>
              </a:ext>
            </a:extLst>
          </p:cNvPr>
          <p:cNvGrpSpPr/>
          <p:nvPr/>
        </p:nvGrpSpPr>
        <p:grpSpPr>
          <a:xfrm>
            <a:off x="4062697" y="1886662"/>
            <a:ext cx="4066606" cy="3678256"/>
            <a:chOff x="4062697" y="1228836"/>
            <a:chExt cx="4066606" cy="3678256"/>
          </a:xfrm>
        </p:grpSpPr>
        <p:grpSp>
          <p:nvGrpSpPr>
            <p:cNvPr id="45" name="グループ化 44">
              <a:extLst>
                <a:ext uri="{FF2B5EF4-FFF2-40B4-BE49-F238E27FC236}">
                  <a16:creationId xmlns:a16="http://schemas.microsoft.com/office/drawing/2014/main" id="{9F0D2CCA-98AE-52C5-1619-CD8A2D472E20}"/>
                </a:ext>
              </a:extLst>
            </p:cNvPr>
            <p:cNvGrpSpPr/>
            <p:nvPr/>
          </p:nvGrpSpPr>
          <p:grpSpPr>
            <a:xfrm>
              <a:off x="4062697" y="1228836"/>
              <a:ext cx="4066606" cy="914400"/>
              <a:chOff x="3917035" y="1105498"/>
              <a:chExt cx="4066606" cy="914400"/>
            </a:xfrm>
          </p:grpSpPr>
          <p:sp>
            <p:nvSpPr>
              <p:cNvPr id="30" name="六角形 29">
                <a:extLst>
                  <a:ext uri="{FF2B5EF4-FFF2-40B4-BE49-F238E27FC236}">
                    <a16:creationId xmlns:a16="http://schemas.microsoft.com/office/drawing/2014/main" id="{B5CE9ABD-7339-986B-124C-A5142BDFA133}"/>
                  </a:ext>
                </a:extLst>
              </p:cNvPr>
              <p:cNvSpPr/>
              <p:nvPr/>
            </p:nvSpPr>
            <p:spPr>
              <a:xfrm>
                <a:off x="3917035" y="1105498"/>
                <a:ext cx="4066606" cy="914400"/>
              </a:xfrm>
              <a:prstGeom prst="hexagon">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2" name="テキスト ボックス 31">
                <a:extLst>
                  <a:ext uri="{FF2B5EF4-FFF2-40B4-BE49-F238E27FC236}">
                    <a16:creationId xmlns:a16="http://schemas.microsoft.com/office/drawing/2014/main" id="{EFC7563D-C655-C9F7-0C2B-6D4E296C87A9}"/>
                  </a:ext>
                </a:extLst>
              </p:cNvPr>
              <p:cNvSpPr txBox="1"/>
              <p:nvPr/>
            </p:nvSpPr>
            <p:spPr>
              <a:xfrm>
                <a:off x="5088564" y="1331866"/>
                <a:ext cx="1723549" cy="461665"/>
              </a:xfrm>
              <a:prstGeom prst="rect">
                <a:avLst/>
              </a:prstGeom>
              <a:noFill/>
            </p:spPr>
            <p:txBody>
              <a:bodyPr wrap="none" rtlCol="0">
                <a:spAutoFit/>
              </a:bodyPr>
              <a:lstStyle/>
              <a:p>
                <a:pPr algn="ctr"/>
                <a:r>
                  <a:rPr lang="ja-JP" altLang="en-US"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ゲーム設定</a:t>
                </a:r>
                <a:endParaRPr kumimoji="1" lang="ja-JP" altLang="en-US" sz="24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46" name="グループ化 45">
              <a:extLst>
                <a:ext uri="{FF2B5EF4-FFF2-40B4-BE49-F238E27FC236}">
                  <a16:creationId xmlns:a16="http://schemas.microsoft.com/office/drawing/2014/main" id="{AC2FAEEB-AE90-65EB-9203-FEBCC2BFB2C4}"/>
                </a:ext>
              </a:extLst>
            </p:cNvPr>
            <p:cNvGrpSpPr/>
            <p:nvPr/>
          </p:nvGrpSpPr>
          <p:grpSpPr>
            <a:xfrm>
              <a:off x="4062697" y="2610764"/>
              <a:ext cx="4066606" cy="914400"/>
              <a:chOff x="3917035" y="1105498"/>
              <a:chExt cx="4066606" cy="914400"/>
            </a:xfrm>
          </p:grpSpPr>
          <p:sp>
            <p:nvSpPr>
              <p:cNvPr id="47" name="六角形 46">
                <a:extLst>
                  <a:ext uri="{FF2B5EF4-FFF2-40B4-BE49-F238E27FC236}">
                    <a16:creationId xmlns:a16="http://schemas.microsoft.com/office/drawing/2014/main" id="{A05F67A9-D4D6-33D7-9CCA-090316F05133}"/>
                  </a:ext>
                </a:extLst>
              </p:cNvPr>
              <p:cNvSpPr/>
              <p:nvPr/>
            </p:nvSpPr>
            <p:spPr>
              <a:xfrm>
                <a:off x="3917035" y="1105498"/>
                <a:ext cx="4066606" cy="914400"/>
              </a:xfrm>
              <a:prstGeom prst="hexagon">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8" name="テキスト ボックス 47">
                <a:extLst>
                  <a:ext uri="{FF2B5EF4-FFF2-40B4-BE49-F238E27FC236}">
                    <a16:creationId xmlns:a16="http://schemas.microsoft.com/office/drawing/2014/main" id="{A7B38B71-C1A7-4F25-5CAC-823B6D847B6B}"/>
                  </a:ext>
                </a:extLst>
              </p:cNvPr>
              <p:cNvSpPr txBox="1"/>
              <p:nvPr/>
            </p:nvSpPr>
            <p:spPr>
              <a:xfrm>
                <a:off x="4780789" y="1331866"/>
                <a:ext cx="2339102" cy="461665"/>
              </a:xfrm>
              <a:prstGeom prst="rect">
                <a:avLst/>
              </a:prstGeom>
              <a:noFill/>
            </p:spPr>
            <p:txBody>
              <a:bodyPr wrap="none" rtlCol="0">
                <a:spAutoFit/>
              </a:bodyPr>
              <a:lstStyle/>
              <a:p>
                <a:pPr algn="ctr"/>
                <a:r>
                  <a:rPr lang="ja-JP" altLang="en-US"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タイトルへ戻る</a:t>
                </a:r>
                <a:endParaRPr kumimoji="1" lang="ja-JP" altLang="en-US" sz="24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49" name="グループ化 48">
              <a:extLst>
                <a:ext uri="{FF2B5EF4-FFF2-40B4-BE49-F238E27FC236}">
                  <a16:creationId xmlns:a16="http://schemas.microsoft.com/office/drawing/2014/main" id="{26DC5814-05CD-1A28-CA55-3BB7B8096C4C}"/>
                </a:ext>
              </a:extLst>
            </p:cNvPr>
            <p:cNvGrpSpPr/>
            <p:nvPr/>
          </p:nvGrpSpPr>
          <p:grpSpPr>
            <a:xfrm>
              <a:off x="4062697" y="3992692"/>
              <a:ext cx="4066606" cy="914400"/>
              <a:chOff x="3917035" y="1105498"/>
              <a:chExt cx="4066606" cy="914400"/>
            </a:xfrm>
          </p:grpSpPr>
          <p:sp>
            <p:nvSpPr>
              <p:cNvPr id="50" name="六角形 49">
                <a:extLst>
                  <a:ext uri="{FF2B5EF4-FFF2-40B4-BE49-F238E27FC236}">
                    <a16:creationId xmlns:a16="http://schemas.microsoft.com/office/drawing/2014/main" id="{F69E8C1B-30F1-4DD4-CADB-BA634A811343}"/>
                  </a:ext>
                </a:extLst>
              </p:cNvPr>
              <p:cNvSpPr/>
              <p:nvPr/>
            </p:nvSpPr>
            <p:spPr>
              <a:xfrm>
                <a:off x="3917035" y="1105498"/>
                <a:ext cx="4066606" cy="914400"/>
              </a:xfrm>
              <a:prstGeom prst="hexagon">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1" name="テキスト ボックス 50">
                <a:extLst>
                  <a:ext uri="{FF2B5EF4-FFF2-40B4-BE49-F238E27FC236}">
                    <a16:creationId xmlns:a16="http://schemas.microsoft.com/office/drawing/2014/main" id="{36B045AC-4C93-0D50-CBB9-D1A4F20E0EFA}"/>
                  </a:ext>
                </a:extLst>
              </p:cNvPr>
              <p:cNvSpPr txBox="1"/>
              <p:nvPr/>
            </p:nvSpPr>
            <p:spPr>
              <a:xfrm>
                <a:off x="5242456" y="1331866"/>
                <a:ext cx="1415772" cy="461665"/>
              </a:xfrm>
              <a:prstGeom prst="rect">
                <a:avLst/>
              </a:prstGeom>
              <a:noFill/>
            </p:spPr>
            <p:txBody>
              <a:bodyPr wrap="none" rtlCol="0">
                <a:spAutoFit/>
              </a:bodyPr>
              <a:lstStyle/>
              <a:p>
                <a:pPr algn="ctr"/>
                <a:r>
                  <a:rPr lang="ja-JP" altLang="en-US"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アイテム</a:t>
                </a:r>
                <a:endParaRPr kumimoji="1" lang="ja-JP" altLang="en-US" sz="24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grpSp>
        <p:nvGrpSpPr>
          <p:cNvPr id="2" name="グループ化 1">
            <a:extLst>
              <a:ext uri="{FF2B5EF4-FFF2-40B4-BE49-F238E27FC236}">
                <a16:creationId xmlns:a16="http://schemas.microsoft.com/office/drawing/2014/main" id="{51A6D9FA-5427-5BA7-4848-733308AF3D33}"/>
              </a:ext>
            </a:extLst>
          </p:cNvPr>
          <p:cNvGrpSpPr/>
          <p:nvPr/>
        </p:nvGrpSpPr>
        <p:grpSpPr>
          <a:xfrm>
            <a:off x="0" y="-1"/>
            <a:ext cx="12192000" cy="6858001"/>
            <a:chOff x="0" y="-1"/>
            <a:chExt cx="12192000" cy="6858001"/>
          </a:xfrm>
        </p:grpSpPr>
        <p:sp>
          <p:nvSpPr>
            <p:cNvPr id="3" name="正方形/長方形 2">
              <a:extLst>
                <a:ext uri="{FF2B5EF4-FFF2-40B4-BE49-F238E27FC236}">
                  <a16:creationId xmlns:a16="http://schemas.microsoft.com/office/drawing/2014/main" id="{9C410563-8E1F-31E2-152A-5EA80532A63A}"/>
                </a:ext>
              </a:extLst>
            </p:cNvPr>
            <p:cNvSpPr>
              <a:spLocks/>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4" name="グループ化 3">
              <a:extLst>
                <a:ext uri="{FF2B5EF4-FFF2-40B4-BE49-F238E27FC236}">
                  <a16:creationId xmlns:a16="http://schemas.microsoft.com/office/drawing/2014/main" id="{90FC98A7-DEB4-B42E-42FF-FBBB5396216B}"/>
                </a:ext>
              </a:extLst>
            </p:cNvPr>
            <p:cNvGrpSpPr/>
            <p:nvPr/>
          </p:nvGrpSpPr>
          <p:grpSpPr>
            <a:xfrm>
              <a:off x="3159742" y="1823170"/>
              <a:ext cx="5872517" cy="3211661"/>
              <a:chOff x="3159742" y="1823170"/>
              <a:chExt cx="5872517" cy="3211661"/>
            </a:xfrm>
          </p:grpSpPr>
          <p:sp>
            <p:nvSpPr>
              <p:cNvPr id="5" name="四角形: 角を丸くする 4">
                <a:extLst>
                  <a:ext uri="{FF2B5EF4-FFF2-40B4-BE49-F238E27FC236}">
                    <a16:creationId xmlns:a16="http://schemas.microsoft.com/office/drawing/2014/main" id="{2F41E0A3-B9D9-1A95-C109-87954CDFA324}"/>
                  </a:ext>
                </a:extLst>
              </p:cNvPr>
              <p:cNvSpPr/>
              <p:nvPr/>
            </p:nvSpPr>
            <p:spPr>
              <a:xfrm>
                <a:off x="3159742" y="1823170"/>
                <a:ext cx="5872517" cy="3211661"/>
              </a:xfrm>
              <a:prstGeom prst="roundRect">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テキスト ボックス 5">
                <a:extLst>
                  <a:ext uri="{FF2B5EF4-FFF2-40B4-BE49-F238E27FC236}">
                    <a16:creationId xmlns:a16="http://schemas.microsoft.com/office/drawing/2014/main" id="{E24225B6-312C-3C24-3A18-63AB6079D559}"/>
                  </a:ext>
                </a:extLst>
              </p:cNvPr>
              <p:cNvSpPr txBox="1"/>
              <p:nvPr/>
            </p:nvSpPr>
            <p:spPr>
              <a:xfrm>
                <a:off x="3684928" y="2384084"/>
                <a:ext cx="4822154" cy="584775"/>
              </a:xfrm>
              <a:prstGeom prst="rect">
                <a:avLst/>
              </a:prstGeom>
              <a:noFill/>
            </p:spPr>
            <p:txBody>
              <a:bodyPr wrap="none" rtlCol="0">
                <a:spAutoFit/>
              </a:bodyPr>
              <a:lstStyle/>
              <a:p>
                <a:pPr algn="ctr"/>
                <a:r>
                  <a:rPr kumimoji="1" lang="ja-JP" altLang="en-US" sz="3200" b="1">
                    <a:solidFill>
                      <a:schemeClr val="tx1">
                        <a:lumMod val="85000"/>
                        <a:lumOff val="15000"/>
                      </a:schemeClr>
                    </a:solidFill>
                    <a:latin typeface="和音 Joyo R" panose="00000500000000000000" pitchFamily="50" charset="-128"/>
                    <a:ea typeface="和音 Joyo R" panose="00000500000000000000" pitchFamily="50" charset="-128"/>
                  </a:rPr>
                  <a:t>タイトルに</a:t>
                </a:r>
                <a:r>
                  <a:rPr lang="ja-JP" altLang="en-US" sz="3200" b="1">
                    <a:solidFill>
                      <a:schemeClr val="tx1">
                        <a:lumMod val="85000"/>
                        <a:lumOff val="15000"/>
                      </a:schemeClr>
                    </a:solidFill>
                    <a:latin typeface="和音 Joyo R" panose="00000500000000000000" pitchFamily="50" charset="-128"/>
                    <a:ea typeface="和音 Joyo R" panose="00000500000000000000" pitchFamily="50" charset="-128"/>
                  </a:rPr>
                  <a:t>戻りますか？</a:t>
                </a:r>
                <a:endParaRPr kumimoji="1" lang="ja-JP" altLang="en-US" sz="4000" b="1"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sp>
            <p:nvSpPr>
              <p:cNvPr id="7" name="四角形: 角を丸くする 6">
                <a:extLst>
                  <a:ext uri="{FF2B5EF4-FFF2-40B4-BE49-F238E27FC236}">
                    <a16:creationId xmlns:a16="http://schemas.microsoft.com/office/drawing/2014/main" id="{B0C7CFAA-22B8-433F-B7C1-21DCB599F7E1}"/>
                  </a:ext>
                </a:extLst>
              </p:cNvPr>
              <p:cNvSpPr/>
              <p:nvPr/>
            </p:nvSpPr>
            <p:spPr>
              <a:xfrm>
                <a:off x="6323378" y="3797078"/>
                <a:ext cx="2138224" cy="767022"/>
              </a:xfrm>
              <a:prstGeom prst="roundRect">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400">
                    <a:latin typeface="和音 Joyo R" panose="00000500000000000000" pitchFamily="50" charset="-128"/>
                    <a:ea typeface="和音 Joyo R" panose="00000500000000000000" pitchFamily="50" charset="-128"/>
                  </a:rPr>
                  <a:t>はい</a:t>
                </a:r>
                <a:endParaRPr kumimoji="1" lang="ja-JP" altLang="en-US" sz="2400" dirty="0">
                  <a:latin typeface="和音 Joyo R" panose="00000500000000000000" pitchFamily="50" charset="-128"/>
                  <a:ea typeface="和音 Joyo R" panose="00000500000000000000" pitchFamily="50" charset="-128"/>
                </a:endParaRPr>
              </a:p>
            </p:txBody>
          </p:sp>
          <p:sp>
            <p:nvSpPr>
              <p:cNvPr id="8" name="四角形: 角を丸くする 7">
                <a:extLst>
                  <a:ext uri="{FF2B5EF4-FFF2-40B4-BE49-F238E27FC236}">
                    <a16:creationId xmlns:a16="http://schemas.microsoft.com/office/drawing/2014/main" id="{89200F96-398C-A4A3-46FD-EDF8B09739C8}"/>
                  </a:ext>
                </a:extLst>
              </p:cNvPr>
              <p:cNvSpPr/>
              <p:nvPr/>
            </p:nvSpPr>
            <p:spPr>
              <a:xfrm>
                <a:off x="3730400" y="3797078"/>
                <a:ext cx="2138224" cy="767022"/>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400">
                    <a:latin typeface="和音 Joyo R" panose="00000500000000000000" pitchFamily="50" charset="-128"/>
                    <a:ea typeface="和音 Joyo R" panose="00000500000000000000" pitchFamily="50" charset="-128"/>
                  </a:rPr>
                  <a:t>いいえ</a:t>
                </a:r>
                <a:endParaRPr kumimoji="1" lang="ja-JP" altLang="en-US" sz="2400" dirty="0">
                  <a:latin typeface="和音 Joyo R" panose="00000500000000000000" pitchFamily="50" charset="-128"/>
                  <a:ea typeface="和音 Joyo R" panose="00000500000000000000" pitchFamily="50" charset="-128"/>
                </a:endParaRPr>
              </a:p>
            </p:txBody>
          </p:sp>
          <p:sp>
            <p:nvSpPr>
              <p:cNvPr id="9" name="テキスト ボックス 8">
                <a:extLst>
                  <a:ext uri="{FF2B5EF4-FFF2-40B4-BE49-F238E27FC236}">
                    <a16:creationId xmlns:a16="http://schemas.microsoft.com/office/drawing/2014/main" id="{EE5FBA31-461C-A0EF-526A-2763C5D5943F}"/>
                  </a:ext>
                </a:extLst>
              </p:cNvPr>
              <p:cNvSpPr txBox="1"/>
              <p:nvPr/>
            </p:nvSpPr>
            <p:spPr>
              <a:xfrm>
                <a:off x="3393978" y="3112065"/>
                <a:ext cx="5404043" cy="369332"/>
              </a:xfrm>
              <a:prstGeom prst="rect">
                <a:avLst/>
              </a:prstGeom>
              <a:noFill/>
            </p:spPr>
            <p:txBody>
              <a:bodyPr wrap="none" rtlCol="0">
                <a:spAutoFit/>
              </a:bodyPr>
              <a:lstStyle/>
              <a:p>
                <a:pPr algn="ctr"/>
                <a:r>
                  <a:rPr kumimoji="1" lang="en-US" altLang="ja-JP" b="1">
                    <a:solidFill>
                      <a:srgbClr val="C00000"/>
                    </a:solidFill>
                    <a:latin typeface="和音 Joyo R" panose="00000500000000000000" pitchFamily="50" charset="-128"/>
                    <a:ea typeface="和音 Joyo R" panose="00000500000000000000" pitchFamily="50" charset="-128"/>
                  </a:rPr>
                  <a:t>※</a:t>
                </a:r>
                <a:r>
                  <a:rPr kumimoji="1" lang="ja-JP" altLang="en-US" b="1">
                    <a:solidFill>
                      <a:srgbClr val="C00000"/>
                    </a:solidFill>
                    <a:latin typeface="和音 Joyo R" panose="00000500000000000000" pitchFamily="50" charset="-128"/>
                    <a:ea typeface="和音 Joyo R" panose="00000500000000000000" pitchFamily="50" charset="-128"/>
                  </a:rPr>
                  <a:t>セーブしていないデータは消えてしまいます。</a:t>
                </a:r>
                <a:endParaRPr kumimoji="1" lang="ja-JP" altLang="en-US" sz="2400" b="1" dirty="0">
                  <a:solidFill>
                    <a:srgbClr val="C00000"/>
                  </a:solidFill>
                  <a:latin typeface="和音 Joyo R" panose="00000500000000000000" pitchFamily="50" charset="-128"/>
                  <a:ea typeface="和音 Joyo R" panose="00000500000000000000" pitchFamily="50" charset="-128"/>
                </a:endParaRPr>
              </a:p>
            </p:txBody>
          </p:sp>
        </p:grpSp>
      </p:grpSp>
    </p:spTree>
    <p:extLst>
      <p:ext uri="{BB962C8B-B14F-4D97-AF65-F5344CB8AC3E}">
        <p14:creationId xmlns:p14="http://schemas.microsoft.com/office/powerpoint/2010/main" val="101245744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グループ化 1">
            <a:extLst>
              <a:ext uri="{FF2B5EF4-FFF2-40B4-BE49-F238E27FC236}">
                <a16:creationId xmlns:a16="http://schemas.microsoft.com/office/drawing/2014/main" id="{A964677B-3BBB-B869-7E68-5467C6F6186D}"/>
              </a:ext>
            </a:extLst>
          </p:cNvPr>
          <p:cNvGrpSpPr/>
          <p:nvPr/>
        </p:nvGrpSpPr>
        <p:grpSpPr>
          <a:xfrm>
            <a:off x="0" y="-1"/>
            <a:ext cx="12192000" cy="6858001"/>
            <a:chOff x="0" y="-1"/>
            <a:chExt cx="12192000" cy="6858001"/>
          </a:xfrm>
        </p:grpSpPr>
        <p:sp>
          <p:nvSpPr>
            <p:cNvPr id="5" name="正方形/長方形 4">
              <a:extLst>
                <a:ext uri="{FF2B5EF4-FFF2-40B4-BE49-F238E27FC236}">
                  <a16:creationId xmlns:a16="http://schemas.microsoft.com/office/drawing/2014/main" id="{68092A9C-B29B-FA04-2F38-1FBFC3092DD2}"/>
                </a:ext>
              </a:extLst>
            </p:cNvPr>
            <p:cNvSpPr>
              <a:spLocks/>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6" name="グループ化 5">
              <a:extLst>
                <a:ext uri="{FF2B5EF4-FFF2-40B4-BE49-F238E27FC236}">
                  <a16:creationId xmlns:a16="http://schemas.microsoft.com/office/drawing/2014/main" id="{BD888F8D-5280-88E7-C924-3BC9ADB13DF3}"/>
                </a:ext>
              </a:extLst>
            </p:cNvPr>
            <p:cNvGrpSpPr/>
            <p:nvPr/>
          </p:nvGrpSpPr>
          <p:grpSpPr>
            <a:xfrm>
              <a:off x="2616038" y="1823170"/>
              <a:ext cx="6959925" cy="3211661"/>
              <a:chOff x="2616038" y="1823170"/>
              <a:chExt cx="6959925" cy="3211661"/>
            </a:xfrm>
          </p:grpSpPr>
          <p:sp>
            <p:nvSpPr>
              <p:cNvPr id="7" name="四角形: 角を丸くする 6">
                <a:extLst>
                  <a:ext uri="{FF2B5EF4-FFF2-40B4-BE49-F238E27FC236}">
                    <a16:creationId xmlns:a16="http://schemas.microsoft.com/office/drawing/2014/main" id="{78A02471-C308-C9C8-5656-D367263F8DDE}"/>
                  </a:ext>
                </a:extLst>
              </p:cNvPr>
              <p:cNvSpPr/>
              <p:nvPr/>
            </p:nvSpPr>
            <p:spPr>
              <a:xfrm>
                <a:off x="2616038" y="1823170"/>
                <a:ext cx="6959925" cy="3211661"/>
              </a:xfrm>
              <a:prstGeom prst="roundRect">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テキスト ボックス 7">
                <a:extLst>
                  <a:ext uri="{FF2B5EF4-FFF2-40B4-BE49-F238E27FC236}">
                    <a16:creationId xmlns:a16="http://schemas.microsoft.com/office/drawing/2014/main" id="{229B724E-8AA0-7083-DAD4-886A10D722D7}"/>
                  </a:ext>
                </a:extLst>
              </p:cNvPr>
              <p:cNvSpPr txBox="1"/>
              <p:nvPr/>
            </p:nvSpPr>
            <p:spPr>
              <a:xfrm>
                <a:off x="3052547" y="2384084"/>
                <a:ext cx="6086923" cy="584775"/>
              </a:xfrm>
              <a:prstGeom prst="rect">
                <a:avLst/>
              </a:prstGeom>
              <a:noFill/>
            </p:spPr>
            <p:txBody>
              <a:bodyPr wrap="none" rtlCol="0">
                <a:spAutoFit/>
              </a:bodyPr>
              <a:lstStyle/>
              <a:p>
                <a:pPr algn="ctr"/>
                <a:r>
                  <a:rPr lang="ja-JP" altLang="en-US" sz="3200" b="1">
                    <a:solidFill>
                      <a:schemeClr val="tx1">
                        <a:lumMod val="85000"/>
                        <a:lumOff val="15000"/>
                      </a:schemeClr>
                    </a:solidFill>
                    <a:latin typeface="和音 Joyo R" panose="00000500000000000000" pitchFamily="50" charset="-128"/>
                    <a:ea typeface="和音 Joyo R" panose="00000500000000000000" pitchFamily="50" charset="-128"/>
                  </a:rPr>
                  <a:t>受け取り可能な報酬があります</a:t>
                </a:r>
                <a:endParaRPr kumimoji="1" lang="ja-JP" altLang="en-US" sz="4000" b="1"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sp>
            <p:nvSpPr>
              <p:cNvPr id="9" name="四角形: 角を丸くする 8">
                <a:extLst>
                  <a:ext uri="{FF2B5EF4-FFF2-40B4-BE49-F238E27FC236}">
                    <a16:creationId xmlns:a16="http://schemas.microsoft.com/office/drawing/2014/main" id="{FB04B816-CA10-9C1A-9323-2EDEAD6DC528}"/>
                  </a:ext>
                </a:extLst>
              </p:cNvPr>
              <p:cNvSpPr/>
              <p:nvPr/>
            </p:nvSpPr>
            <p:spPr>
              <a:xfrm>
                <a:off x="6323378" y="3797078"/>
                <a:ext cx="2138224" cy="767022"/>
              </a:xfrm>
              <a:prstGeom prst="roundRect">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400">
                    <a:latin typeface="和音 Joyo R" panose="00000500000000000000" pitchFamily="50" charset="-128"/>
                    <a:ea typeface="和音 Joyo R" panose="00000500000000000000" pitchFamily="50" charset="-128"/>
                  </a:rPr>
                  <a:t>受け取る</a:t>
                </a:r>
                <a:endParaRPr kumimoji="1" lang="ja-JP" altLang="en-US" sz="2400" dirty="0">
                  <a:latin typeface="和音 Joyo R" panose="00000500000000000000" pitchFamily="50" charset="-128"/>
                  <a:ea typeface="和音 Joyo R" panose="00000500000000000000" pitchFamily="50" charset="-128"/>
                </a:endParaRPr>
              </a:p>
            </p:txBody>
          </p:sp>
          <p:sp>
            <p:nvSpPr>
              <p:cNvPr id="10" name="四角形: 角を丸くする 9">
                <a:extLst>
                  <a:ext uri="{FF2B5EF4-FFF2-40B4-BE49-F238E27FC236}">
                    <a16:creationId xmlns:a16="http://schemas.microsoft.com/office/drawing/2014/main" id="{3C3AB643-659C-4D9D-0118-2B944B79392F}"/>
                  </a:ext>
                </a:extLst>
              </p:cNvPr>
              <p:cNvSpPr/>
              <p:nvPr/>
            </p:nvSpPr>
            <p:spPr>
              <a:xfrm>
                <a:off x="3730400" y="3797078"/>
                <a:ext cx="2138224" cy="767022"/>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400">
                    <a:latin typeface="和音 Joyo R" panose="00000500000000000000" pitchFamily="50" charset="-128"/>
                    <a:ea typeface="和音 Joyo R" panose="00000500000000000000" pitchFamily="50" charset="-128"/>
                  </a:rPr>
                  <a:t>受け取らない</a:t>
                </a:r>
                <a:endParaRPr kumimoji="1" lang="ja-JP" altLang="en-US" sz="2400" dirty="0">
                  <a:latin typeface="和音 Joyo R" panose="00000500000000000000" pitchFamily="50" charset="-128"/>
                  <a:ea typeface="和音 Joyo R" panose="00000500000000000000" pitchFamily="50" charset="-128"/>
                </a:endParaRPr>
              </a:p>
            </p:txBody>
          </p:sp>
          <p:sp>
            <p:nvSpPr>
              <p:cNvPr id="11" name="テキスト ボックス 10">
                <a:extLst>
                  <a:ext uri="{FF2B5EF4-FFF2-40B4-BE49-F238E27FC236}">
                    <a16:creationId xmlns:a16="http://schemas.microsoft.com/office/drawing/2014/main" id="{BAFD4BED-0A03-3399-6928-159C738B48C4}"/>
                  </a:ext>
                </a:extLst>
              </p:cNvPr>
              <p:cNvSpPr txBox="1"/>
              <p:nvPr/>
            </p:nvSpPr>
            <p:spPr>
              <a:xfrm>
                <a:off x="2800874" y="3112065"/>
                <a:ext cx="6590267" cy="369332"/>
              </a:xfrm>
              <a:prstGeom prst="rect">
                <a:avLst/>
              </a:prstGeom>
              <a:noFill/>
            </p:spPr>
            <p:txBody>
              <a:bodyPr wrap="none" rtlCol="0">
                <a:spAutoFit/>
              </a:bodyPr>
              <a:lstStyle/>
              <a:p>
                <a:pPr algn="ctr"/>
                <a:r>
                  <a:rPr kumimoji="1" lang="en-US" altLang="ja-JP" b="1">
                    <a:solidFill>
                      <a:srgbClr val="C00000"/>
                    </a:solidFill>
                    <a:latin typeface="和音 Joyo R" panose="00000500000000000000" pitchFamily="50" charset="-128"/>
                    <a:ea typeface="和音 Joyo R" panose="00000500000000000000" pitchFamily="50" charset="-128"/>
                  </a:rPr>
                  <a:t>※</a:t>
                </a:r>
                <a:r>
                  <a:rPr kumimoji="1" lang="ja-JP" altLang="en-US" b="1">
                    <a:solidFill>
                      <a:srgbClr val="C00000"/>
                    </a:solidFill>
                    <a:latin typeface="和音 Joyo R" panose="00000500000000000000" pitchFamily="50" charset="-128"/>
                    <a:ea typeface="和音 Joyo R" panose="00000500000000000000" pitchFamily="50" charset="-128"/>
                  </a:rPr>
                  <a:t>このまま進行すると、リミットミッションが更新されます</a:t>
                </a:r>
                <a:endParaRPr kumimoji="1" lang="ja-JP" altLang="en-US" sz="2400" b="1" dirty="0">
                  <a:solidFill>
                    <a:srgbClr val="C00000"/>
                  </a:solidFill>
                  <a:latin typeface="和音 Joyo R" panose="00000500000000000000" pitchFamily="50" charset="-128"/>
                  <a:ea typeface="和音 Joyo R" panose="00000500000000000000" pitchFamily="50" charset="-128"/>
                </a:endParaRPr>
              </a:p>
            </p:txBody>
          </p:sp>
        </p:grpSp>
      </p:grpSp>
    </p:spTree>
    <p:extLst>
      <p:ext uri="{BB962C8B-B14F-4D97-AF65-F5344CB8AC3E}">
        <p14:creationId xmlns:p14="http://schemas.microsoft.com/office/powerpoint/2010/main" val="110934215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gradFill flip="none" rotWithShape="1">
          <a:gsLst>
            <a:gs pos="25000">
              <a:schemeClr val="tx1">
                <a:lumMod val="85000"/>
                <a:lumOff val="15000"/>
              </a:schemeClr>
            </a:gs>
            <a:gs pos="78000">
              <a:schemeClr val="tx1">
                <a:lumMod val="85000"/>
                <a:lumOff val="15000"/>
              </a:schemeClr>
            </a:gs>
            <a:gs pos="50000">
              <a:srgbClr val="660066"/>
            </a:gs>
          </a:gsLst>
          <a:lin ang="16200000" scaled="1"/>
          <a:tileRect/>
        </a:gradFill>
        <a:effectLst/>
      </p:bgPr>
    </p:bg>
    <p:spTree>
      <p:nvGrpSpPr>
        <p:cNvPr id="1" name="">
          <a:extLst>
            <a:ext uri="{FF2B5EF4-FFF2-40B4-BE49-F238E27FC236}">
              <a16:creationId xmlns:a16="http://schemas.microsoft.com/office/drawing/2014/main" id="{29B48975-597A-0777-69CD-E54731DEC11B}"/>
            </a:ext>
          </a:extLst>
        </p:cNvPr>
        <p:cNvGrpSpPr/>
        <p:nvPr/>
      </p:nvGrpSpPr>
      <p:grpSpPr>
        <a:xfrm>
          <a:off x="0" y="0"/>
          <a:ext cx="0" cy="0"/>
          <a:chOff x="0" y="0"/>
          <a:chExt cx="0" cy="0"/>
        </a:xfrm>
      </p:grpSpPr>
      <p:sp>
        <p:nvSpPr>
          <p:cNvPr id="13" name="四角形: 角を丸くする 12">
            <a:extLst>
              <a:ext uri="{FF2B5EF4-FFF2-40B4-BE49-F238E27FC236}">
                <a16:creationId xmlns:a16="http://schemas.microsoft.com/office/drawing/2014/main" id="{0A16323E-AF91-CFD6-8300-DF135AD527F1}"/>
              </a:ext>
            </a:extLst>
          </p:cNvPr>
          <p:cNvSpPr/>
          <p:nvPr/>
        </p:nvSpPr>
        <p:spPr>
          <a:xfrm>
            <a:off x="1698342" y="1872890"/>
            <a:ext cx="8795316" cy="4056319"/>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a:p>
        </p:txBody>
      </p:sp>
      <p:sp>
        <p:nvSpPr>
          <p:cNvPr id="37" name="四角形: 角を丸くする 36">
            <a:extLst>
              <a:ext uri="{FF2B5EF4-FFF2-40B4-BE49-F238E27FC236}">
                <a16:creationId xmlns:a16="http://schemas.microsoft.com/office/drawing/2014/main" id="{FDAF85CD-B457-FB8E-D02A-91405A7A81E4}"/>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grpSp>
        <p:nvGrpSpPr>
          <p:cNvPr id="24" name="グループ化 23">
            <a:extLst>
              <a:ext uri="{FF2B5EF4-FFF2-40B4-BE49-F238E27FC236}">
                <a16:creationId xmlns:a16="http://schemas.microsoft.com/office/drawing/2014/main" id="{CE9ECA23-DCF9-9E6B-76AC-5EF52D2B6CFB}"/>
              </a:ext>
            </a:extLst>
          </p:cNvPr>
          <p:cNvGrpSpPr/>
          <p:nvPr/>
        </p:nvGrpSpPr>
        <p:grpSpPr>
          <a:xfrm>
            <a:off x="163586" y="134635"/>
            <a:ext cx="1975684" cy="1396119"/>
            <a:chOff x="163586" y="134635"/>
            <a:chExt cx="1975684" cy="1396119"/>
          </a:xfrm>
        </p:grpSpPr>
        <p:grpSp>
          <p:nvGrpSpPr>
            <p:cNvPr id="25" name="グループ化 24">
              <a:extLst>
                <a:ext uri="{FF2B5EF4-FFF2-40B4-BE49-F238E27FC236}">
                  <a16:creationId xmlns:a16="http://schemas.microsoft.com/office/drawing/2014/main" id="{0C482299-172B-DFB4-14B1-C493E407787D}"/>
                </a:ext>
              </a:extLst>
            </p:cNvPr>
            <p:cNvGrpSpPr/>
            <p:nvPr/>
          </p:nvGrpSpPr>
          <p:grpSpPr>
            <a:xfrm>
              <a:off x="163586" y="134635"/>
              <a:ext cx="1975684" cy="1396119"/>
              <a:chOff x="163586" y="134635"/>
              <a:chExt cx="1975684" cy="1396119"/>
            </a:xfrm>
          </p:grpSpPr>
          <p:pic>
            <p:nvPicPr>
              <p:cNvPr id="27" name="図 26">
                <a:extLst>
                  <a:ext uri="{FF2B5EF4-FFF2-40B4-BE49-F238E27FC236}">
                    <a16:creationId xmlns:a16="http://schemas.microsoft.com/office/drawing/2014/main" id="{0C4E1E6A-55FD-309C-C1B7-FCB4B633409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8" name="楕円 27">
                <a:extLst>
                  <a:ext uri="{FF2B5EF4-FFF2-40B4-BE49-F238E27FC236}">
                    <a16:creationId xmlns:a16="http://schemas.microsoft.com/office/drawing/2014/main" id="{EF13C8ED-B07D-2417-DA93-0E8A94E805BC}"/>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6" name="図 25">
              <a:extLst>
                <a:ext uri="{FF2B5EF4-FFF2-40B4-BE49-F238E27FC236}">
                  <a16:creationId xmlns:a16="http://schemas.microsoft.com/office/drawing/2014/main" id="{AF93BB72-1B86-3927-10C0-6CF9480AD15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
        <p:nvSpPr>
          <p:cNvPr id="39" name="テキスト ボックス 38">
            <a:extLst>
              <a:ext uri="{FF2B5EF4-FFF2-40B4-BE49-F238E27FC236}">
                <a16:creationId xmlns:a16="http://schemas.microsoft.com/office/drawing/2014/main" id="{FAF0E1BC-8615-5719-869F-BF0B37E97669}"/>
              </a:ext>
            </a:extLst>
          </p:cNvPr>
          <p:cNvSpPr txBox="1"/>
          <p:nvPr/>
        </p:nvSpPr>
        <p:spPr>
          <a:xfrm>
            <a:off x="1752829" y="641390"/>
            <a:ext cx="1210588" cy="400110"/>
          </a:xfrm>
          <a:prstGeom prst="rect">
            <a:avLst/>
          </a:prstGeom>
          <a:noFill/>
        </p:spPr>
        <p:txBody>
          <a:bodyPr wrap="none" rtlCol="0">
            <a:spAutoFit/>
          </a:bodyPr>
          <a:lstStyle/>
          <a:p>
            <a:pPr algn="ctr"/>
            <a:r>
              <a:rPr kumimoji="1"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アイテム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 name="四角形: 角を丸くする 4">
            <a:extLst>
              <a:ext uri="{FF2B5EF4-FFF2-40B4-BE49-F238E27FC236}">
                <a16:creationId xmlns:a16="http://schemas.microsoft.com/office/drawing/2014/main" id="{91887811-9BED-242E-CB0D-94DDC03C94AA}"/>
              </a:ext>
            </a:extLst>
          </p:cNvPr>
          <p:cNvSpPr/>
          <p:nvPr/>
        </p:nvSpPr>
        <p:spPr>
          <a:xfrm>
            <a:off x="2051021" y="3560075"/>
            <a:ext cx="1545081" cy="712577"/>
          </a:xfrm>
          <a:prstGeom prst="roundRect">
            <a:avLst>
              <a:gd name="adj" fmla="val 9765"/>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素材</a:t>
            </a:r>
          </a:p>
        </p:txBody>
      </p:sp>
      <p:sp>
        <p:nvSpPr>
          <p:cNvPr id="7" name="四角形: 角を丸くする 6">
            <a:extLst>
              <a:ext uri="{FF2B5EF4-FFF2-40B4-BE49-F238E27FC236}">
                <a16:creationId xmlns:a16="http://schemas.microsoft.com/office/drawing/2014/main" id="{208AA265-29D2-EC09-6DFB-0586342EB5E0}"/>
              </a:ext>
            </a:extLst>
          </p:cNvPr>
          <p:cNvSpPr/>
          <p:nvPr/>
        </p:nvSpPr>
        <p:spPr>
          <a:xfrm>
            <a:off x="2051021" y="2416590"/>
            <a:ext cx="1545081"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rPr>
              <a:t>消費</a:t>
            </a:r>
          </a:p>
        </p:txBody>
      </p:sp>
      <p:sp>
        <p:nvSpPr>
          <p:cNvPr id="9" name="四角形: 角を丸くする 8">
            <a:extLst>
              <a:ext uri="{FF2B5EF4-FFF2-40B4-BE49-F238E27FC236}">
                <a16:creationId xmlns:a16="http://schemas.microsoft.com/office/drawing/2014/main" id="{E10F76A6-5B8A-127A-2388-EF34F8AEC9EA}"/>
              </a:ext>
            </a:extLst>
          </p:cNvPr>
          <p:cNvSpPr/>
          <p:nvPr/>
        </p:nvSpPr>
        <p:spPr>
          <a:xfrm>
            <a:off x="2051021" y="4703561"/>
            <a:ext cx="1545081" cy="712577"/>
          </a:xfrm>
          <a:prstGeom prst="roundRect">
            <a:avLst>
              <a:gd name="adj" fmla="val 9765"/>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ストーリー</a:t>
            </a:r>
          </a:p>
        </p:txBody>
      </p:sp>
      <p:sp>
        <p:nvSpPr>
          <p:cNvPr id="19" name="フリーフォーム: 図形 18">
            <a:extLst>
              <a:ext uri="{FF2B5EF4-FFF2-40B4-BE49-F238E27FC236}">
                <a16:creationId xmlns:a16="http://schemas.microsoft.com/office/drawing/2014/main" id="{83131D74-CA83-BDA1-B4A1-2085FE4FCC70}"/>
              </a:ext>
            </a:extLst>
          </p:cNvPr>
          <p:cNvSpPr/>
          <p:nvPr/>
        </p:nvSpPr>
        <p:spPr>
          <a:xfrm>
            <a:off x="3948781" y="1880042"/>
            <a:ext cx="6544877" cy="4056319"/>
          </a:xfrm>
          <a:custGeom>
            <a:avLst/>
            <a:gdLst>
              <a:gd name="csX0" fmla="*/ 0 w 6544877"/>
              <a:gd name="csY0" fmla="*/ 0 h 4056319"/>
              <a:gd name="csX1" fmla="*/ 6148777 w 6544877"/>
              <a:gd name="csY1" fmla="*/ 0 h 4056319"/>
              <a:gd name="csX2" fmla="*/ 6544877 w 6544877"/>
              <a:gd name="csY2" fmla="*/ 396100 h 4056319"/>
              <a:gd name="csX3" fmla="*/ 6544877 w 6544877"/>
              <a:gd name="csY3" fmla="*/ 3660219 h 4056319"/>
              <a:gd name="csX4" fmla="*/ 6148777 w 6544877"/>
              <a:gd name="csY4" fmla="*/ 4056319 h 4056319"/>
              <a:gd name="csX5" fmla="*/ 0 w 6544877"/>
              <a:gd name="csY5" fmla="*/ 4056319 h 4056319"/>
            </a:gdLst>
            <a:ahLst/>
            <a:cxnLst>
              <a:cxn ang="0">
                <a:pos x="csX0" y="csY0"/>
              </a:cxn>
              <a:cxn ang="0">
                <a:pos x="csX1" y="csY1"/>
              </a:cxn>
              <a:cxn ang="0">
                <a:pos x="csX2" y="csY2"/>
              </a:cxn>
              <a:cxn ang="0">
                <a:pos x="csX3" y="csY3"/>
              </a:cxn>
              <a:cxn ang="0">
                <a:pos x="csX4" y="csY4"/>
              </a:cxn>
              <a:cxn ang="0">
                <a:pos x="csX5" y="csY5"/>
              </a:cxn>
            </a:cxnLst>
            <a:rect l="l" t="t" r="r" b="b"/>
            <a:pathLst>
              <a:path w="6544877" h="4056319">
                <a:moveTo>
                  <a:pt x="0" y="0"/>
                </a:moveTo>
                <a:lnTo>
                  <a:pt x="6148777" y="0"/>
                </a:lnTo>
                <a:cubicBezTo>
                  <a:pt x="6367537" y="0"/>
                  <a:pt x="6544877" y="177340"/>
                  <a:pt x="6544877" y="396100"/>
                </a:cubicBezTo>
                <a:lnTo>
                  <a:pt x="6544877" y="3660219"/>
                </a:lnTo>
                <a:cubicBezTo>
                  <a:pt x="6544877" y="3878979"/>
                  <a:pt x="6367537" y="4056319"/>
                  <a:pt x="6148777" y="4056319"/>
                </a:cubicBezTo>
                <a:lnTo>
                  <a:pt x="0" y="4056319"/>
                </a:lnTo>
                <a:close/>
              </a:path>
            </a:pathLst>
          </a:cu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endParaRPr kumimoji="1" lang="ja-JP" altLang="en-US"/>
          </a:p>
        </p:txBody>
      </p:sp>
      <p:sp>
        <p:nvSpPr>
          <p:cNvPr id="23" name="四角形: 角を丸くする 22">
            <a:extLst>
              <a:ext uri="{FF2B5EF4-FFF2-40B4-BE49-F238E27FC236}">
                <a16:creationId xmlns:a16="http://schemas.microsoft.com/office/drawing/2014/main" id="{06C360F7-05D9-6E76-BE00-8410F7C361A6}"/>
              </a:ext>
            </a:extLst>
          </p:cNvPr>
          <p:cNvSpPr/>
          <p:nvPr/>
        </p:nvSpPr>
        <p:spPr>
          <a:xfrm>
            <a:off x="3287031" y="2416589"/>
            <a:ext cx="1545081"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40" name="グループ化 39">
            <a:extLst>
              <a:ext uri="{FF2B5EF4-FFF2-40B4-BE49-F238E27FC236}">
                <a16:creationId xmlns:a16="http://schemas.microsoft.com/office/drawing/2014/main" id="{4EC553EA-4E94-4A63-E9A2-C5656008B86A}"/>
              </a:ext>
            </a:extLst>
          </p:cNvPr>
          <p:cNvGrpSpPr/>
          <p:nvPr/>
        </p:nvGrpSpPr>
        <p:grpSpPr>
          <a:xfrm>
            <a:off x="10022798" y="2766171"/>
            <a:ext cx="236362" cy="2284060"/>
            <a:chOff x="11044871" y="4022147"/>
            <a:chExt cx="236362" cy="2031812"/>
          </a:xfrm>
        </p:grpSpPr>
        <p:sp>
          <p:nvSpPr>
            <p:cNvPr id="41" name="四角形: 角を丸くする 40">
              <a:extLst>
                <a:ext uri="{FF2B5EF4-FFF2-40B4-BE49-F238E27FC236}">
                  <a16:creationId xmlns:a16="http://schemas.microsoft.com/office/drawing/2014/main" id="{DE1BE9A4-F251-35F5-B4B5-2A4830C6EC29}"/>
                </a:ext>
              </a:extLst>
            </p:cNvPr>
            <p:cNvSpPr/>
            <p:nvPr/>
          </p:nvSpPr>
          <p:spPr>
            <a:xfrm>
              <a:off x="11044871" y="4022147"/>
              <a:ext cx="236362" cy="2031812"/>
            </a:xfrm>
            <a:prstGeom prst="roundRect">
              <a:avLst/>
            </a:prstGeom>
            <a:no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2" name="四角形: 角を丸くする 41">
              <a:extLst>
                <a:ext uri="{FF2B5EF4-FFF2-40B4-BE49-F238E27FC236}">
                  <a16:creationId xmlns:a16="http://schemas.microsoft.com/office/drawing/2014/main" id="{1696F634-2086-E80A-1232-E43F0C917E7B}"/>
                </a:ext>
              </a:extLst>
            </p:cNvPr>
            <p:cNvSpPr/>
            <p:nvPr/>
          </p:nvSpPr>
          <p:spPr>
            <a:xfrm>
              <a:off x="11066205" y="4094529"/>
              <a:ext cx="193695" cy="571313"/>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74" name="グループ化 73">
            <a:extLst>
              <a:ext uri="{FF2B5EF4-FFF2-40B4-BE49-F238E27FC236}">
                <a16:creationId xmlns:a16="http://schemas.microsoft.com/office/drawing/2014/main" id="{487D887E-5877-5F8B-EA02-0A35FAAEA39C}"/>
              </a:ext>
            </a:extLst>
          </p:cNvPr>
          <p:cNvGrpSpPr/>
          <p:nvPr/>
        </p:nvGrpSpPr>
        <p:grpSpPr>
          <a:xfrm>
            <a:off x="4461820" y="2260336"/>
            <a:ext cx="5047940" cy="3295731"/>
            <a:chOff x="4567606" y="1712966"/>
            <a:chExt cx="5047940" cy="3295731"/>
          </a:xfrm>
        </p:grpSpPr>
        <p:grpSp>
          <p:nvGrpSpPr>
            <p:cNvPr id="38" name="グループ化 37">
              <a:extLst>
                <a:ext uri="{FF2B5EF4-FFF2-40B4-BE49-F238E27FC236}">
                  <a16:creationId xmlns:a16="http://schemas.microsoft.com/office/drawing/2014/main" id="{9E2AA229-7D03-2726-4D77-004BF6B9A5E7}"/>
                </a:ext>
              </a:extLst>
            </p:cNvPr>
            <p:cNvGrpSpPr/>
            <p:nvPr/>
          </p:nvGrpSpPr>
          <p:grpSpPr>
            <a:xfrm>
              <a:off x="4567606" y="1712966"/>
              <a:ext cx="995006" cy="3295731"/>
              <a:chOff x="4567605" y="1871153"/>
              <a:chExt cx="995006" cy="3295731"/>
            </a:xfrm>
          </p:grpSpPr>
          <p:sp>
            <p:nvSpPr>
              <p:cNvPr id="31" name="四角形: 角を丸くする 30">
                <a:extLst>
                  <a:ext uri="{FF2B5EF4-FFF2-40B4-BE49-F238E27FC236}">
                    <a16:creationId xmlns:a16="http://schemas.microsoft.com/office/drawing/2014/main" id="{A42D7511-ACD1-C523-7F84-3C4E6D2C50D5}"/>
                  </a:ext>
                </a:extLst>
              </p:cNvPr>
              <p:cNvSpPr/>
              <p:nvPr/>
            </p:nvSpPr>
            <p:spPr>
              <a:xfrm>
                <a:off x="4567606" y="1871153"/>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4" name="四角形: 角を丸くする 33">
                <a:extLst>
                  <a:ext uri="{FF2B5EF4-FFF2-40B4-BE49-F238E27FC236}">
                    <a16:creationId xmlns:a16="http://schemas.microsoft.com/office/drawing/2014/main" id="{FC29BF26-788E-F0F5-15F9-1673A542591D}"/>
                  </a:ext>
                </a:extLst>
              </p:cNvPr>
              <p:cNvSpPr/>
              <p:nvPr/>
            </p:nvSpPr>
            <p:spPr>
              <a:xfrm>
                <a:off x="4567606" y="3030482"/>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6" name="四角形: 角を丸くする 35">
                <a:extLst>
                  <a:ext uri="{FF2B5EF4-FFF2-40B4-BE49-F238E27FC236}">
                    <a16:creationId xmlns:a16="http://schemas.microsoft.com/office/drawing/2014/main" id="{F7D09CAB-E804-318C-F58E-422118F861BC}"/>
                  </a:ext>
                </a:extLst>
              </p:cNvPr>
              <p:cNvSpPr/>
              <p:nvPr/>
            </p:nvSpPr>
            <p:spPr>
              <a:xfrm>
                <a:off x="4567605" y="4188701"/>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44" name="グループ化 43">
              <a:extLst>
                <a:ext uri="{FF2B5EF4-FFF2-40B4-BE49-F238E27FC236}">
                  <a16:creationId xmlns:a16="http://schemas.microsoft.com/office/drawing/2014/main" id="{A0B8072C-244D-2465-1107-987A823D6595}"/>
                </a:ext>
              </a:extLst>
            </p:cNvPr>
            <p:cNvGrpSpPr/>
            <p:nvPr/>
          </p:nvGrpSpPr>
          <p:grpSpPr>
            <a:xfrm>
              <a:off x="5918584" y="1712966"/>
              <a:ext cx="995006" cy="3295731"/>
              <a:chOff x="4567605" y="1871153"/>
              <a:chExt cx="995006" cy="3295731"/>
            </a:xfrm>
          </p:grpSpPr>
          <p:sp>
            <p:nvSpPr>
              <p:cNvPr id="54" name="四角形: 角を丸くする 53">
                <a:extLst>
                  <a:ext uri="{FF2B5EF4-FFF2-40B4-BE49-F238E27FC236}">
                    <a16:creationId xmlns:a16="http://schemas.microsoft.com/office/drawing/2014/main" id="{8199AFC4-8B8A-15AD-6F1E-12211A975A26}"/>
                  </a:ext>
                </a:extLst>
              </p:cNvPr>
              <p:cNvSpPr/>
              <p:nvPr/>
            </p:nvSpPr>
            <p:spPr>
              <a:xfrm>
                <a:off x="4567606" y="1871153"/>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6" name="四角形: 角を丸くする 55">
                <a:extLst>
                  <a:ext uri="{FF2B5EF4-FFF2-40B4-BE49-F238E27FC236}">
                    <a16:creationId xmlns:a16="http://schemas.microsoft.com/office/drawing/2014/main" id="{3886951A-920C-61AA-B8E2-A196866AD28A}"/>
                  </a:ext>
                </a:extLst>
              </p:cNvPr>
              <p:cNvSpPr/>
              <p:nvPr/>
            </p:nvSpPr>
            <p:spPr>
              <a:xfrm>
                <a:off x="4567606" y="3030482"/>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8" name="四角形: 角を丸くする 57">
                <a:extLst>
                  <a:ext uri="{FF2B5EF4-FFF2-40B4-BE49-F238E27FC236}">
                    <a16:creationId xmlns:a16="http://schemas.microsoft.com/office/drawing/2014/main" id="{5C794892-A542-1865-AEDC-DA1903143F28}"/>
                  </a:ext>
                </a:extLst>
              </p:cNvPr>
              <p:cNvSpPr/>
              <p:nvPr/>
            </p:nvSpPr>
            <p:spPr>
              <a:xfrm>
                <a:off x="4567605" y="4188701"/>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60" name="グループ化 59">
              <a:extLst>
                <a:ext uri="{FF2B5EF4-FFF2-40B4-BE49-F238E27FC236}">
                  <a16:creationId xmlns:a16="http://schemas.microsoft.com/office/drawing/2014/main" id="{CC0B3A91-452A-7408-F41E-ABE81A41D7F6}"/>
                </a:ext>
              </a:extLst>
            </p:cNvPr>
            <p:cNvGrpSpPr/>
            <p:nvPr/>
          </p:nvGrpSpPr>
          <p:grpSpPr>
            <a:xfrm>
              <a:off x="7269562" y="1712966"/>
              <a:ext cx="995006" cy="3295731"/>
              <a:chOff x="4567605" y="1871153"/>
              <a:chExt cx="995006" cy="3295731"/>
            </a:xfrm>
          </p:grpSpPr>
          <p:sp>
            <p:nvSpPr>
              <p:cNvPr id="62" name="四角形: 角を丸くする 61">
                <a:extLst>
                  <a:ext uri="{FF2B5EF4-FFF2-40B4-BE49-F238E27FC236}">
                    <a16:creationId xmlns:a16="http://schemas.microsoft.com/office/drawing/2014/main" id="{FDE6C470-62B6-7E94-025F-90DEA446D88E}"/>
                  </a:ext>
                </a:extLst>
              </p:cNvPr>
              <p:cNvSpPr/>
              <p:nvPr/>
            </p:nvSpPr>
            <p:spPr>
              <a:xfrm>
                <a:off x="4567606" y="1871153"/>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64" name="四角形: 角を丸くする 63">
                <a:extLst>
                  <a:ext uri="{FF2B5EF4-FFF2-40B4-BE49-F238E27FC236}">
                    <a16:creationId xmlns:a16="http://schemas.microsoft.com/office/drawing/2014/main" id="{D3E2DFBF-8D4C-4BE8-8BB3-733DEA45CEFC}"/>
                  </a:ext>
                </a:extLst>
              </p:cNvPr>
              <p:cNvSpPr/>
              <p:nvPr/>
            </p:nvSpPr>
            <p:spPr>
              <a:xfrm>
                <a:off x="4567606" y="3030482"/>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67" name="四角形: 角を丸くする 66">
                <a:extLst>
                  <a:ext uri="{FF2B5EF4-FFF2-40B4-BE49-F238E27FC236}">
                    <a16:creationId xmlns:a16="http://schemas.microsoft.com/office/drawing/2014/main" id="{B423CB0B-F238-17B0-AD23-E8ECE0470427}"/>
                  </a:ext>
                </a:extLst>
              </p:cNvPr>
              <p:cNvSpPr/>
              <p:nvPr/>
            </p:nvSpPr>
            <p:spPr>
              <a:xfrm>
                <a:off x="4567605" y="4188701"/>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68" name="グループ化 67">
              <a:extLst>
                <a:ext uri="{FF2B5EF4-FFF2-40B4-BE49-F238E27FC236}">
                  <a16:creationId xmlns:a16="http://schemas.microsoft.com/office/drawing/2014/main" id="{E41C5001-5A0F-FE7A-856F-5B5AC43A8DB4}"/>
                </a:ext>
              </a:extLst>
            </p:cNvPr>
            <p:cNvGrpSpPr/>
            <p:nvPr/>
          </p:nvGrpSpPr>
          <p:grpSpPr>
            <a:xfrm>
              <a:off x="8620540" y="1712966"/>
              <a:ext cx="995006" cy="3295731"/>
              <a:chOff x="4567605" y="1871153"/>
              <a:chExt cx="995006" cy="3295731"/>
            </a:xfrm>
          </p:grpSpPr>
          <p:sp>
            <p:nvSpPr>
              <p:cNvPr id="70" name="四角形: 角を丸くする 69">
                <a:extLst>
                  <a:ext uri="{FF2B5EF4-FFF2-40B4-BE49-F238E27FC236}">
                    <a16:creationId xmlns:a16="http://schemas.microsoft.com/office/drawing/2014/main" id="{17CB63C1-FAB9-46D2-D8F1-04D28611AD3B}"/>
                  </a:ext>
                </a:extLst>
              </p:cNvPr>
              <p:cNvSpPr/>
              <p:nvPr/>
            </p:nvSpPr>
            <p:spPr>
              <a:xfrm>
                <a:off x="4567606" y="1871153"/>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2" name="四角形: 角を丸くする 71">
                <a:extLst>
                  <a:ext uri="{FF2B5EF4-FFF2-40B4-BE49-F238E27FC236}">
                    <a16:creationId xmlns:a16="http://schemas.microsoft.com/office/drawing/2014/main" id="{3B9AF909-6AD9-443F-3B6D-62A15C27A01C}"/>
                  </a:ext>
                </a:extLst>
              </p:cNvPr>
              <p:cNvSpPr/>
              <p:nvPr/>
            </p:nvSpPr>
            <p:spPr>
              <a:xfrm>
                <a:off x="4567606" y="3030482"/>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3" name="四角形: 角を丸くする 72">
                <a:extLst>
                  <a:ext uri="{FF2B5EF4-FFF2-40B4-BE49-F238E27FC236}">
                    <a16:creationId xmlns:a16="http://schemas.microsoft.com/office/drawing/2014/main" id="{D78113FB-CBFC-D2CA-1DA5-6C0D713FB64A}"/>
                  </a:ext>
                </a:extLst>
              </p:cNvPr>
              <p:cNvSpPr/>
              <p:nvPr/>
            </p:nvSpPr>
            <p:spPr>
              <a:xfrm>
                <a:off x="4567605" y="4188701"/>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spTree>
    <p:extLst>
      <p:ext uri="{BB962C8B-B14F-4D97-AF65-F5344CB8AC3E}">
        <p14:creationId xmlns:p14="http://schemas.microsoft.com/office/powerpoint/2010/main" val="376682512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gradFill flip="none" rotWithShape="1">
          <a:gsLst>
            <a:gs pos="25000">
              <a:schemeClr val="tx1">
                <a:lumMod val="85000"/>
                <a:lumOff val="15000"/>
              </a:schemeClr>
            </a:gs>
            <a:gs pos="78000">
              <a:schemeClr val="tx1">
                <a:lumMod val="85000"/>
                <a:lumOff val="15000"/>
              </a:schemeClr>
            </a:gs>
            <a:gs pos="50000">
              <a:srgbClr val="660066"/>
            </a:gs>
          </a:gsLst>
          <a:lin ang="8100000" scaled="1"/>
          <a:tileRect/>
        </a:gradFill>
        <a:effectLst/>
      </p:bgPr>
    </p:bg>
    <p:spTree>
      <p:nvGrpSpPr>
        <p:cNvPr id="1" name="">
          <a:extLst>
            <a:ext uri="{FF2B5EF4-FFF2-40B4-BE49-F238E27FC236}">
              <a16:creationId xmlns:a16="http://schemas.microsoft.com/office/drawing/2014/main" id="{5F25F259-59A1-1D99-E82F-E94421914B8F}"/>
            </a:ext>
          </a:extLst>
        </p:cNvPr>
        <p:cNvGrpSpPr/>
        <p:nvPr/>
      </p:nvGrpSpPr>
      <p:grpSpPr>
        <a:xfrm>
          <a:off x="0" y="0"/>
          <a:ext cx="0" cy="0"/>
          <a:chOff x="0" y="0"/>
          <a:chExt cx="0" cy="0"/>
        </a:xfrm>
      </p:grpSpPr>
      <p:sp>
        <p:nvSpPr>
          <p:cNvPr id="37" name="四角形: 角を丸くする 36">
            <a:extLst>
              <a:ext uri="{FF2B5EF4-FFF2-40B4-BE49-F238E27FC236}">
                <a16:creationId xmlns:a16="http://schemas.microsoft.com/office/drawing/2014/main" id="{09449CF2-ED1C-3045-B47F-B22D237C36D9}"/>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grpSp>
        <p:nvGrpSpPr>
          <p:cNvPr id="24" name="グループ化 23">
            <a:extLst>
              <a:ext uri="{FF2B5EF4-FFF2-40B4-BE49-F238E27FC236}">
                <a16:creationId xmlns:a16="http://schemas.microsoft.com/office/drawing/2014/main" id="{265D41D6-7990-E518-6113-687D6B156473}"/>
              </a:ext>
            </a:extLst>
          </p:cNvPr>
          <p:cNvGrpSpPr/>
          <p:nvPr/>
        </p:nvGrpSpPr>
        <p:grpSpPr>
          <a:xfrm>
            <a:off x="163586" y="134635"/>
            <a:ext cx="1975684" cy="1396119"/>
            <a:chOff x="163586" y="134635"/>
            <a:chExt cx="1975684" cy="1396119"/>
          </a:xfrm>
        </p:grpSpPr>
        <p:grpSp>
          <p:nvGrpSpPr>
            <p:cNvPr id="25" name="グループ化 24">
              <a:extLst>
                <a:ext uri="{FF2B5EF4-FFF2-40B4-BE49-F238E27FC236}">
                  <a16:creationId xmlns:a16="http://schemas.microsoft.com/office/drawing/2014/main" id="{F6B0C776-3C67-3323-9C3E-7C51FA183B10}"/>
                </a:ext>
              </a:extLst>
            </p:cNvPr>
            <p:cNvGrpSpPr/>
            <p:nvPr/>
          </p:nvGrpSpPr>
          <p:grpSpPr>
            <a:xfrm>
              <a:off x="163586" y="134635"/>
              <a:ext cx="1975684" cy="1396119"/>
              <a:chOff x="163586" y="134635"/>
              <a:chExt cx="1975684" cy="1396119"/>
            </a:xfrm>
          </p:grpSpPr>
          <p:pic>
            <p:nvPicPr>
              <p:cNvPr id="27" name="図 26">
                <a:extLst>
                  <a:ext uri="{FF2B5EF4-FFF2-40B4-BE49-F238E27FC236}">
                    <a16:creationId xmlns:a16="http://schemas.microsoft.com/office/drawing/2014/main" id="{22475B25-84D5-1C3B-801E-022924DDBBE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8" name="楕円 27">
                <a:extLst>
                  <a:ext uri="{FF2B5EF4-FFF2-40B4-BE49-F238E27FC236}">
                    <a16:creationId xmlns:a16="http://schemas.microsoft.com/office/drawing/2014/main" id="{7164912C-E968-23B4-0CDD-9AE382FB7396}"/>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6" name="図 25">
              <a:extLst>
                <a:ext uri="{FF2B5EF4-FFF2-40B4-BE49-F238E27FC236}">
                  <a16:creationId xmlns:a16="http://schemas.microsoft.com/office/drawing/2014/main" id="{38B97773-FDEE-34C6-8C66-94A5E9326B2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
        <p:nvSpPr>
          <p:cNvPr id="39" name="テキスト ボックス 38">
            <a:extLst>
              <a:ext uri="{FF2B5EF4-FFF2-40B4-BE49-F238E27FC236}">
                <a16:creationId xmlns:a16="http://schemas.microsoft.com/office/drawing/2014/main" id="{D53C0918-C78E-DC78-15F5-3D45773DDB12}"/>
              </a:ext>
            </a:extLst>
          </p:cNvPr>
          <p:cNvSpPr txBox="1"/>
          <p:nvPr/>
        </p:nvSpPr>
        <p:spPr>
          <a:xfrm>
            <a:off x="1624588" y="641390"/>
            <a:ext cx="146706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ミッション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2" name="四角形: 角を丸くする 1">
            <a:extLst>
              <a:ext uri="{FF2B5EF4-FFF2-40B4-BE49-F238E27FC236}">
                <a16:creationId xmlns:a16="http://schemas.microsoft.com/office/drawing/2014/main" id="{3861B1F2-207A-9DB4-4C4B-AEE27384E1CB}"/>
              </a:ext>
            </a:extLst>
          </p:cNvPr>
          <p:cNvSpPr/>
          <p:nvPr/>
        </p:nvSpPr>
        <p:spPr>
          <a:xfrm>
            <a:off x="1698342" y="1872890"/>
            <a:ext cx="8795316" cy="4056319"/>
          </a:xfrm>
          <a:prstGeom prst="roundRect">
            <a:avLst>
              <a:gd name="adj" fmla="val 9765"/>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a:p>
        </p:txBody>
      </p:sp>
      <p:sp>
        <p:nvSpPr>
          <p:cNvPr id="3" name="四角形: 角を丸くする 2">
            <a:extLst>
              <a:ext uri="{FF2B5EF4-FFF2-40B4-BE49-F238E27FC236}">
                <a16:creationId xmlns:a16="http://schemas.microsoft.com/office/drawing/2014/main" id="{A511D108-9B76-B6BF-21F8-CAFE640FD2EB}"/>
              </a:ext>
            </a:extLst>
          </p:cNvPr>
          <p:cNvSpPr/>
          <p:nvPr/>
        </p:nvSpPr>
        <p:spPr>
          <a:xfrm>
            <a:off x="2051021" y="3560075"/>
            <a:ext cx="1545081" cy="712577"/>
          </a:xfrm>
          <a:prstGeom prst="roundRect">
            <a:avLst>
              <a:gd name="adj" fmla="val 9765"/>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リミット</a:t>
            </a:r>
          </a:p>
        </p:txBody>
      </p:sp>
      <p:sp>
        <p:nvSpPr>
          <p:cNvPr id="4" name="四角形: 角を丸くする 3">
            <a:extLst>
              <a:ext uri="{FF2B5EF4-FFF2-40B4-BE49-F238E27FC236}">
                <a16:creationId xmlns:a16="http://schemas.microsoft.com/office/drawing/2014/main" id="{7EA661AA-B091-A23C-96F4-11F6B746B13F}"/>
              </a:ext>
            </a:extLst>
          </p:cNvPr>
          <p:cNvSpPr/>
          <p:nvPr/>
        </p:nvSpPr>
        <p:spPr>
          <a:xfrm>
            <a:off x="2051021" y="2416590"/>
            <a:ext cx="1545081"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rPr>
              <a:t>メイン</a:t>
            </a:r>
          </a:p>
        </p:txBody>
      </p:sp>
      <p:sp>
        <p:nvSpPr>
          <p:cNvPr id="5" name="四角形: 角を丸くする 4">
            <a:extLst>
              <a:ext uri="{FF2B5EF4-FFF2-40B4-BE49-F238E27FC236}">
                <a16:creationId xmlns:a16="http://schemas.microsoft.com/office/drawing/2014/main" id="{6685F373-6D23-8408-BCA0-27E4603934EF}"/>
              </a:ext>
            </a:extLst>
          </p:cNvPr>
          <p:cNvSpPr/>
          <p:nvPr/>
        </p:nvSpPr>
        <p:spPr>
          <a:xfrm>
            <a:off x="2051021" y="4703561"/>
            <a:ext cx="1545081" cy="712577"/>
          </a:xfrm>
          <a:prstGeom prst="roundRect">
            <a:avLst>
              <a:gd name="adj" fmla="val 9765"/>
            </a:avLst>
          </a:prstGeom>
          <a:solidFill>
            <a:schemeClr val="tx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完了済み</a:t>
            </a:r>
          </a:p>
        </p:txBody>
      </p:sp>
      <p:sp>
        <p:nvSpPr>
          <p:cNvPr id="6" name="フリーフォーム: 図形 5">
            <a:extLst>
              <a:ext uri="{FF2B5EF4-FFF2-40B4-BE49-F238E27FC236}">
                <a16:creationId xmlns:a16="http://schemas.microsoft.com/office/drawing/2014/main" id="{7BEF9576-C647-FF8B-C512-00D7464BFFB9}"/>
              </a:ext>
            </a:extLst>
          </p:cNvPr>
          <p:cNvSpPr/>
          <p:nvPr/>
        </p:nvSpPr>
        <p:spPr>
          <a:xfrm>
            <a:off x="3948781" y="1880042"/>
            <a:ext cx="6544877" cy="4056319"/>
          </a:xfrm>
          <a:custGeom>
            <a:avLst/>
            <a:gdLst>
              <a:gd name="csX0" fmla="*/ 0 w 6544877"/>
              <a:gd name="csY0" fmla="*/ 0 h 4056319"/>
              <a:gd name="csX1" fmla="*/ 6148777 w 6544877"/>
              <a:gd name="csY1" fmla="*/ 0 h 4056319"/>
              <a:gd name="csX2" fmla="*/ 6544877 w 6544877"/>
              <a:gd name="csY2" fmla="*/ 396100 h 4056319"/>
              <a:gd name="csX3" fmla="*/ 6544877 w 6544877"/>
              <a:gd name="csY3" fmla="*/ 3660219 h 4056319"/>
              <a:gd name="csX4" fmla="*/ 6148777 w 6544877"/>
              <a:gd name="csY4" fmla="*/ 4056319 h 4056319"/>
              <a:gd name="csX5" fmla="*/ 0 w 6544877"/>
              <a:gd name="csY5" fmla="*/ 4056319 h 4056319"/>
            </a:gdLst>
            <a:ahLst/>
            <a:cxnLst>
              <a:cxn ang="0">
                <a:pos x="csX0" y="csY0"/>
              </a:cxn>
              <a:cxn ang="0">
                <a:pos x="csX1" y="csY1"/>
              </a:cxn>
              <a:cxn ang="0">
                <a:pos x="csX2" y="csY2"/>
              </a:cxn>
              <a:cxn ang="0">
                <a:pos x="csX3" y="csY3"/>
              </a:cxn>
              <a:cxn ang="0">
                <a:pos x="csX4" y="csY4"/>
              </a:cxn>
              <a:cxn ang="0">
                <a:pos x="csX5" y="csY5"/>
              </a:cxn>
            </a:cxnLst>
            <a:rect l="l" t="t" r="r" b="b"/>
            <a:pathLst>
              <a:path w="6544877" h="4056319">
                <a:moveTo>
                  <a:pt x="0" y="0"/>
                </a:moveTo>
                <a:lnTo>
                  <a:pt x="6148777" y="0"/>
                </a:lnTo>
                <a:cubicBezTo>
                  <a:pt x="6367537" y="0"/>
                  <a:pt x="6544877" y="177340"/>
                  <a:pt x="6544877" y="396100"/>
                </a:cubicBezTo>
                <a:lnTo>
                  <a:pt x="6544877" y="3660219"/>
                </a:lnTo>
                <a:cubicBezTo>
                  <a:pt x="6544877" y="3878979"/>
                  <a:pt x="6367537" y="4056319"/>
                  <a:pt x="6148777" y="4056319"/>
                </a:cubicBezTo>
                <a:lnTo>
                  <a:pt x="0" y="4056319"/>
                </a:lnTo>
                <a:close/>
              </a:path>
            </a:pathLst>
          </a:cu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endParaRPr kumimoji="1" lang="ja-JP" altLang="en-US"/>
          </a:p>
        </p:txBody>
      </p:sp>
      <p:sp>
        <p:nvSpPr>
          <p:cNvPr id="7" name="四角形: 角を丸くする 6">
            <a:extLst>
              <a:ext uri="{FF2B5EF4-FFF2-40B4-BE49-F238E27FC236}">
                <a16:creationId xmlns:a16="http://schemas.microsoft.com/office/drawing/2014/main" id="{A694A3FA-5EEC-E787-9009-D31E926F21B3}"/>
              </a:ext>
            </a:extLst>
          </p:cNvPr>
          <p:cNvSpPr/>
          <p:nvPr/>
        </p:nvSpPr>
        <p:spPr>
          <a:xfrm>
            <a:off x="3287031" y="2416589"/>
            <a:ext cx="1545081"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4" name="四角形: 角を丸くする 33">
            <a:extLst>
              <a:ext uri="{FF2B5EF4-FFF2-40B4-BE49-F238E27FC236}">
                <a16:creationId xmlns:a16="http://schemas.microsoft.com/office/drawing/2014/main" id="{4DDA7A9A-FE06-F4D7-2474-6EBA8B879531}"/>
              </a:ext>
            </a:extLst>
          </p:cNvPr>
          <p:cNvSpPr/>
          <p:nvPr/>
        </p:nvSpPr>
        <p:spPr>
          <a:xfrm>
            <a:off x="4489817" y="2847524"/>
            <a:ext cx="5462804" cy="1766061"/>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7" name="テキスト ボックス 46">
            <a:extLst>
              <a:ext uri="{FF2B5EF4-FFF2-40B4-BE49-F238E27FC236}">
                <a16:creationId xmlns:a16="http://schemas.microsoft.com/office/drawing/2014/main" id="{D9668838-E1F8-B214-BCD9-E974C79F2CC1}"/>
              </a:ext>
            </a:extLst>
          </p:cNvPr>
          <p:cNvSpPr txBox="1"/>
          <p:nvPr/>
        </p:nvSpPr>
        <p:spPr>
          <a:xfrm>
            <a:off x="5436115" y="2201301"/>
            <a:ext cx="3570208" cy="461665"/>
          </a:xfrm>
          <a:prstGeom prst="rect">
            <a:avLst/>
          </a:prstGeom>
          <a:noFill/>
        </p:spPr>
        <p:txBody>
          <a:bodyPr wrap="none" rtlCol="0">
            <a:spAutoFit/>
          </a:bodyPr>
          <a:lstStyle/>
          <a:p>
            <a:pPr algn="ctr"/>
            <a:r>
              <a:rPr lang="ja-JP" altLang="en-US"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進行中メインミッション</a:t>
            </a:r>
            <a:endParaRPr kumimoji="1" lang="ja-JP" altLang="en-US" sz="24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51" name="グループ化 50">
            <a:extLst>
              <a:ext uri="{FF2B5EF4-FFF2-40B4-BE49-F238E27FC236}">
                <a16:creationId xmlns:a16="http://schemas.microsoft.com/office/drawing/2014/main" id="{B533620A-D1D7-D18E-6FC1-D5946E91C462}"/>
              </a:ext>
            </a:extLst>
          </p:cNvPr>
          <p:cNvGrpSpPr/>
          <p:nvPr/>
        </p:nvGrpSpPr>
        <p:grpSpPr>
          <a:xfrm>
            <a:off x="8710851" y="3914402"/>
            <a:ext cx="1035934" cy="474368"/>
            <a:chOff x="6592795" y="2986404"/>
            <a:chExt cx="1035934" cy="474368"/>
          </a:xfrm>
        </p:grpSpPr>
        <p:sp>
          <p:nvSpPr>
            <p:cNvPr id="48" name="二等辺三角形 47">
              <a:extLst>
                <a:ext uri="{FF2B5EF4-FFF2-40B4-BE49-F238E27FC236}">
                  <a16:creationId xmlns:a16="http://schemas.microsoft.com/office/drawing/2014/main" id="{9CD6FA70-4B11-9D7C-19A0-B8564DC31E2C}"/>
                </a:ext>
              </a:extLst>
            </p:cNvPr>
            <p:cNvSpPr/>
            <p:nvPr/>
          </p:nvSpPr>
          <p:spPr>
            <a:xfrm rot="5400000">
              <a:off x="7187076" y="3019119"/>
              <a:ext cx="474368" cy="408938"/>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0" name="テキスト ボックス 49">
              <a:extLst>
                <a:ext uri="{FF2B5EF4-FFF2-40B4-BE49-F238E27FC236}">
                  <a16:creationId xmlns:a16="http://schemas.microsoft.com/office/drawing/2014/main" id="{F4975067-BCAF-AFFF-B123-753DBFEEE870}"/>
                </a:ext>
              </a:extLst>
            </p:cNvPr>
            <p:cNvSpPr txBox="1"/>
            <p:nvPr/>
          </p:nvSpPr>
          <p:spPr>
            <a:xfrm>
              <a:off x="6592795" y="3038922"/>
              <a:ext cx="646332" cy="369332"/>
            </a:xfrm>
            <a:prstGeom prst="rect">
              <a:avLst/>
            </a:prstGeom>
            <a:noFill/>
          </p:spPr>
          <p:txBody>
            <a:bodyPr wrap="none" rtlCol="0">
              <a:spAutoFit/>
            </a:bodyPr>
            <a:lstStyle/>
            <a:p>
              <a:pPr algn="ctr"/>
              <a:r>
                <a:rPr lang="ja-JP" altLang="en-US">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進む</a:t>
              </a:r>
              <a:endParaRPr kumimoji="1" lang="ja-JP" altLang="en-US"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54" name="テキスト ボックス 53">
            <a:extLst>
              <a:ext uri="{FF2B5EF4-FFF2-40B4-BE49-F238E27FC236}">
                <a16:creationId xmlns:a16="http://schemas.microsoft.com/office/drawing/2014/main" id="{80F2EA09-AEC0-5205-9546-9675474D0B37}"/>
              </a:ext>
            </a:extLst>
          </p:cNvPr>
          <p:cNvSpPr txBox="1"/>
          <p:nvPr/>
        </p:nvSpPr>
        <p:spPr>
          <a:xfrm>
            <a:off x="4832112" y="3003760"/>
            <a:ext cx="1723549"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ミッション名</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8" name="テキスト ボックス 57">
            <a:extLst>
              <a:ext uri="{FF2B5EF4-FFF2-40B4-BE49-F238E27FC236}">
                <a16:creationId xmlns:a16="http://schemas.microsoft.com/office/drawing/2014/main" id="{89022DFA-A9ED-AD46-E110-D3161A52E8A1}"/>
              </a:ext>
            </a:extLst>
          </p:cNvPr>
          <p:cNvSpPr txBox="1"/>
          <p:nvPr/>
        </p:nvSpPr>
        <p:spPr>
          <a:xfrm>
            <a:off x="4832112" y="3613413"/>
            <a:ext cx="3877985" cy="830997"/>
          </a:xfrm>
          <a:prstGeom prst="rect">
            <a:avLst/>
          </a:prstGeom>
          <a:noFill/>
        </p:spPr>
        <p:txBody>
          <a:bodyPr wrap="none" rtlCol="0">
            <a:spAutoFit/>
          </a:bodyPr>
          <a:lstStyle/>
          <a:p>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フレーバーテキストフレーバーテキスト</a:t>
            </a:r>
          </a:p>
          <a:p>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フレーバーテキストフレーバーテキスト</a:t>
            </a:r>
            <a:br>
              <a:rPr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br>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フレーバーテキストフレーバーテキスト</a:t>
            </a:r>
          </a:p>
        </p:txBody>
      </p:sp>
      <p:grpSp>
        <p:nvGrpSpPr>
          <p:cNvPr id="67" name="グループ化 66">
            <a:extLst>
              <a:ext uri="{FF2B5EF4-FFF2-40B4-BE49-F238E27FC236}">
                <a16:creationId xmlns:a16="http://schemas.microsoft.com/office/drawing/2014/main" id="{E593D623-B7A4-F3FC-D5D1-3A5B4B8CB2C0}"/>
              </a:ext>
            </a:extLst>
          </p:cNvPr>
          <p:cNvGrpSpPr/>
          <p:nvPr/>
        </p:nvGrpSpPr>
        <p:grpSpPr>
          <a:xfrm>
            <a:off x="5005082" y="4818581"/>
            <a:ext cx="4432274" cy="914400"/>
            <a:chOff x="5314511" y="4226490"/>
            <a:chExt cx="4432274" cy="914400"/>
          </a:xfrm>
        </p:grpSpPr>
        <p:sp>
          <p:nvSpPr>
            <p:cNvPr id="60" name="楕円 59">
              <a:extLst>
                <a:ext uri="{FF2B5EF4-FFF2-40B4-BE49-F238E27FC236}">
                  <a16:creationId xmlns:a16="http://schemas.microsoft.com/office/drawing/2014/main" id="{CCED8623-68B9-5CC4-055B-ACAED9707394}"/>
                </a:ext>
              </a:extLst>
            </p:cNvPr>
            <p:cNvSpPr/>
            <p:nvPr/>
          </p:nvSpPr>
          <p:spPr>
            <a:xfrm>
              <a:off x="8832385" y="4226490"/>
              <a:ext cx="914400" cy="914400"/>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4" name="テキスト ボックス 63">
              <a:extLst>
                <a:ext uri="{FF2B5EF4-FFF2-40B4-BE49-F238E27FC236}">
                  <a16:creationId xmlns:a16="http://schemas.microsoft.com/office/drawing/2014/main" id="{C04A43F6-FF0A-24FB-D0A5-E08FAF65EF7C}"/>
                </a:ext>
              </a:extLst>
            </p:cNvPr>
            <p:cNvSpPr txBox="1"/>
            <p:nvPr/>
          </p:nvSpPr>
          <p:spPr>
            <a:xfrm>
              <a:off x="5314511" y="4422080"/>
              <a:ext cx="3108543" cy="523220"/>
            </a:xfrm>
            <a:prstGeom prst="rect">
              <a:avLst/>
            </a:prstGeom>
            <a:noFill/>
          </p:spPr>
          <p:txBody>
            <a:bodyPr wrap="none" rtlCol="0">
              <a:spAutoFit/>
            </a:bodyPr>
            <a:lstStyle/>
            <a:p>
              <a:r>
                <a:rPr lang="en-US" altLang="ja-JP"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a:t>
              </a:r>
              <a:r>
                <a:rPr lang="ja-JP" altLang="en-US"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章　</a:t>
              </a:r>
              <a:r>
                <a:rPr lang="ja-JP" altLang="en-US" sz="28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章のタイトル</a:t>
              </a:r>
              <a:endParaRPr kumimoji="1" lang="ja-JP" altLang="en-US" sz="24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69" name="テキスト ボックス 68">
            <a:extLst>
              <a:ext uri="{FF2B5EF4-FFF2-40B4-BE49-F238E27FC236}">
                <a16:creationId xmlns:a16="http://schemas.microsoft.com/office/drawing/2014/main" id="{9F8DE161-B014-0F02-E554-D87F540A3269}"/>
              </a:ext>
            </a:extLst>
          </p:cNvPr>
          <p:cNvSpPr txBox="1"/>
          <p:nvPr/>
        </p:nvSpPr>
        <p:spPr>
          <a:xfrm>
            <a:off x="8526924" y="4958185"/>
            <a:ext cx="902811" cy="523220"/>
          </a:xfrm>
          <a:prstGeom prst="rect">
            <a:avLst/>
          </a:prstGeom>
          <a:noFill/>
        </p:spPr>
        <p:txBody>
          <a:bodyPr wrap="none" rtlCol="0">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a:t>
            </a:r>
            <a:b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b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アイコン</a:t>
            </a:r>
          </a:p>
        </p:txBody>
      </p:sp>
    </p:spTree>
    <p:extLst>
      <p:ext uri="{BB962C8B-B14F-4D97-AF65-F5344CB8AC3E}">
        <p14:creationId xmlns:p14="http://schemas.microsoft.com/office/powerpoint/2010/main" val="9353878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gradFill flip="none" rotWithShape="1">
          <a:gsLst>
            <a:gs pos="25000">
              <a:schemeClr val="tx1">
                <a:lumMod val="85000"/>
                <a:lumOff val="15000"/>
              </a:schemeClr>
            </a:gs>
            <a:gs pos="78000">
              <a:schemeClr val="tx1">
                <a:lumMod val="85000"/>
                <a:lumOff val="15000"/>
              </a:schemeClr>
            </a:gs>
            <a:gs pos="50000">
              <a:srgbClr val="660066"/>
            </a:gs>
          </a:gsLst>
          <a:lin ang="8100000" scaled="1"/>
          <a:tileRect/>
        </a:gradFill>
        <a:effectLst/>
      </p:bgPr>
    </p:bg>
    <p:spTree>
      <p:nvGrpSpPr>
        <p:cNvPr id="1" name="">
          <a:extLst>
            <a:ext uri="{FF2B5EF4-FFF2-40B4-BE49-F238E27FC236}">
              <a16:creationId xmlns:a16="http://schemas.microsoft.com/office/drawing/2014/main" id="{522331BF-64A2-66F9-007F-C4E185EF9B03}"/>
            </a:ext>
          </a:extLst>
        </p:cNvPr>
        <p:cNvGrpSpPr/>
        <p:nvPr/>
      </p:nvGrpSpPr>
      <p:grpSpPr>
        <a:xfrm>
          <a:off x="0" y="0"/>
          <a:ext cx="0" cy="0"/>
          <a:chOff x="0" y="0"/>
          <a:chExt cx="0" cy="0"/>
        </a:xfrm>
      </p:grpSpPr>
      <p:sp>
        <p:nvSpPr>
          <p:cNvPr id="37" name="四角形: 角を丸くする 36">
            <a:extLst>
              <a:ext uri="{FF2B5EF4-FFF2-40B4-BE49-F238E27FC236}">
                <a16:creationId xmlns:a16="http://schemas.microsoft.com/office/drawing/2014/main" id="{2FBD8127-5700-89DB-FC51-5CBB610D5C12}"/>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grpSp>
        <p:nvGrpSpPr>
          <p:cNvPr id="24" name="グループ化 23">
            <a:extLst>
              <a:ext uri="{FF2B5EF4-FFF2-40B4-BE49-F238E27FC236}">
                <a16:creationId xmlns:a16="http://schemas.microsoft.com/office/drawing/2014/main" id="{0B84AC78-FFFA-130E-98F8-8A1A9F65AA8A}"/>
              </a:ext>
            </a:extLst>
          </p:cNvPr>
          <p:cNvGrpSpPr/>
          <p:nvPr/>
        </p:nvGrpSpPr>
        <p:grpSpPr>
          <a:xfrm>
            <a:off x="163586" y="134635"/>
            <a:ext cx="1975684" cy="1396119"/>
            <a:chOff x="163586" y="134635"/>
            <a:chExt cx="1975684" cy="1396119"/>
          </a:xfrm>
        </p:grpSpPr>
        <p:grpSp>
          <p:nvGrpSpPr>
            <p:cNvPr id="25" name="グループ化 24">
              <a:extLst>
                <a:ext uri="{FF2B5EF4-FFF2-40B4-BE49-F238E27FC236}">
                  <a16:creationId xmlns:a16="http://schemas.microsoft.com/office/drawing/2014/main" id="{9B0722D4-2799-9112-6330-46D3726E9DA8}"/>
                </a:ext>
              </a:extLst>
            </p:cNvPr>
            <p:cNvGrpSpPr/>
            <p:nvPr/>
          </p:nvGrpSpPr>
          <p:grpSpPr>
            <a:xfrm>
              <a:off x="163586" y="134635"/>
              <a:ext cx="1975684" cy="1396119"/>
              <a:chOff x="163586" y="134635"/>
              <a:chExt cx="1975684" cy="1396119"/>
            </a:xfrm>
          </p:grpSpPr>
          <p:pic>
            <p:nvPicPr>
              <p:cNvPr id="27" name="図 26">
                <a:extLst>
                  <a:ext uri="{FF2B5EF4-FFF2-40B4-BE49-F238E27FC236}">
                    <a16:creationId xmlns:a16="http://schemas.microsoft.com/office/drawing/2014/main" id="{CA6B0B25-1596-3B72-7362-6BA9985AA3D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8" name="楕円 27">
                <a:extLst>
                  <a:ext uri="{FF2B5EF4-FFF2-40B4-BE49-F238E27FC236}">
                    <a16:creationId xmlns:a16="http://schemas.microsoft.com/office/drawing/2014/main" id="{98732546-59BE-64E3-3E3A-97FE38808E0D}"/>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6" name="図 25">
              <a:extLst>
                <a:ext uri="{FF2B5EF4-FFF2-40B4-BE49-F238E27FC236}">
                  <a16:creationId xmlns:a16="http://schemas.microsoft.com/office/drawing/2014/main" id="{9ABCC6F7-D509-A52D-999D-6BA37BE9435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
        <p:nvSpPr>
          <p:cNvPr id="39" name="テキスト ボックス 38">
            <a:extLst>
              <a:ext uri="{FF2B5EF4-FFF2-40B4-BE49-F238E27FC236}">
                <a16:creationId xmlns:a16="http://schemas.microsoft.com/office/drawing/2014/main" id="{B8FAA3D1-2A84-E397-AD5B-F8EE0C777ED4}"/>
              </a:ext>
            </a:extLst>
          </p:cNvPr>
          <p:cNvSpPr txBox="1"/>
          <p:nvPr/>
        </p:nvSpPr>
        <p:spPr>
          <a:xfrm>
            <a:off x="1624588" y="641390"/>
            <a:ext cx="146706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ミッション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2" name="四角形: 角を丸くする 1">
            <a:extLst>
              <a:ext uri="{FF2B5EF4-FFF2-40B4-BE49-F238E27FC236}">
                <a16:creationId xmlns:a16="http://schemas.microsoft.com/office/drawing/2014/main" id="{AA8F80E6-D58C-AA35-8A2B-EB134E42EAAF}"/>
              </a:ext>
            </a:extLst>
          </p:cNvPr>
          <p:cNvSpPr/>
          <p:nvPr/>
        </p:nvSpPr>
        <p:spPr>
          <a:xfrm>
            <a:off x="1698342" y="1876903"/>
            <a:ext cx="8795316" cy="4056319"/>
          </a:xfrm>
          <a:prstGeom prst="roundRect">
            <a:avLst>
              <a:gd name="adj" fmla="val 9765"/>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a:p>
        </p:txBody>
      </p:sp>
      <p:sp>
        <p:nvSpPr>
          <p:cNvPr id="3" name="四角形: 角を丸くする 2">
            <a:extLst>
              <a:ext uri="{FF2B5EF4-FFF2-40B4-BE49-F238E27FC236}">
                <a16:creationId xmlns:a16="http://schemas.microsoft.com/office/drawing/2014/main" id="{28D4C69D-0E34-3FDB-34BE-8A3676F89395}"/>
              </a:ext>
            </a:extLst>
          </p:cNvPr>
          <p:cNvSpPr/>
          <p:nvPr/>
        </p:nvSpPr>
        <p:spPr>
          <a:xfrm>
            <a:off x="2051021" y="3564088"/>
            <a:ext cx="1545081"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rPr>
              <a:t>リミット</a:t>
            </a:r>
          </a:p>
        </p:txBody>
      </p:sp>
      <p:sp>
        <p:nvSpPr>
          <p:cNvPr id="4" name="四角形: 角を丸くする 3">
            <a:extLst>
              <a:ext uri="{FF2B5EF4-FFF2-40B4-BE49-F238E27FC236}">
                <a16:creationId xmlns:a16="http://schemas.microsoft.com/office/drawing/2014/main" id="{B8E832A3-7F0C-EBE5-7250-29F07825423D}"/>
              </a:ext>
            </a:extLst>
          </p:cNvPr>
          <p:cNvSpPr/>
          <p:nvPr/>
        </p:nvSpPr>
        <p:spPr>
          <a:xfrm>
            <a:off x="2051021" y="2420603"/>
            <a:ext cx="1545081" cy="712577"/>
          </a:xfrm>
          <a:prstGeom prst="roundRect">
            <a:avLst>
              <a:gd name="adj" fmla="val 9765"/>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メイン</a:t>
            </a:r>
          </a:p>
        </p:txBody>
      </p:sp>
      <p:sp>
        <p:nvSpPr>
          <p:cNvPr id="5" name="四角形: 角を丸くする 4">
            <a:extLst>
              <a:ext uri="{FF2B5EF4-FFF2-40B4-BE49-F238E27FC236}">
                <a16:creationId xmlns:a16="http://schemas.microsoft.com/office/drawing/2014/main" id="{E219126C-F0A8-7207-E261-2B8100B64DED}"/>
              </a:ext>
            </a:extLst>
          </p:cNvPr>
          <p:cNvSpPr/>
          <p:nvPr/>
        </p:nvSpPr>
        <p:spPr>
          <a:xfrm>
            <a:off x="2051021" y="4707574"/>
            <a:ext cx="1545081" cy="712577"/>
          </a:xfrm>
          <a:prstGeom prst="roundRect">
            <a:avLst>
              <a:gd name="adj" fmla="val 9765"/>
            </a:avLst>
          </a:prstGeom>
          <a:solidFill>
            <a:schemeClr val="tx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完了済み</a:t>
            </a:r>
          </a:p>
        </p:txBody>
      </p:sp>
      <p:sp>
        <p:nvSpPr>
          <p:cNvPr id="6" name="フリーフォーム: 図形 5">
            <a:extLst>
              <a:ext uri="{FF2B5EF4-FFF2-40B4-BE49-F238E27FC236}">
                <a16:creationId xmlns:a16="http://schemas.microsoft.com/office/drawing/2014/main" id="{288BFE79-BE36-2ED9-136A-EAD999982085}"/>
              </a:ext>
            </a:extLst>
          </p:cNvPr>
          <p:cNvSpPr/>
          <p:nvPr/>
        </p:nvSpPr>
        <p:spPr>
          <a:xfrm>
            <a:off x="3948781" y="1884055"/>
            <a:ext cx="6544877" cy="4056319"/>
          </a:xfrm>
          <a:custGeom>
            <a:avLst/>
            <a:gdLst>
              <a:gd name="csX0" fmla="*/ 0 w 6544877"/>
              <a:gd name="csY0" fmla="*/ 0 h 4056319"/>
              <a:gd name="csX1" fmla="*/ 6148777 w 6544877"/>
              <a:gd name="csY1" fmla="*/ 0 h 4056319"/>
              <a:gd name="csX2" fmla="*/ 6544877 w 6544877"/>
              <a:gd name="csY2" fmla="*/ 396100 h 4056319"/>
              <a:gd name="csX3" fmla="*/ 6544877 w 6544877"/>
              <a:gd name="csY3" fmla="*/ 3660219 h 4056319"/>
              <a:gd name="csX4" fmla="*/ 6148777 w 6544877"/>
              <a:gd name="csY4" fmla="*/ 4056319 h 4056319"/>
              <a:gd name="csX5" fmla="*/ 0 w 6544877"/>
              <a:gd name="csY5" fmla="*/ 4056319 h 4056319"/>
            </a:gdLst>
            <a:ahLst/>
            <a:cxnLst>
              <a:cxn ang="0">
                <a:pos x="csX0" y="csY0"/>
              </a:cxn>
              <a:cxn ang="0">
                <a:pos x="csX1" y="csY1"/>
              </a:cxn>
              <a:cxn ang="0">
                <a:pos x="csX2" y="csY2"/>
              </a:cxn>
              <a:cxn ang="0">
                <a:pos x="csX3" y="csY3"/>
              </a:cxn>
              <a:cxn ang="0">
                <a:pos x="csX4" y="csY4"/>
              </a:cxn>
              <a:cxn ang="0">
                <a:pos x="csX5" y="csY5"/>
              </a:cxn>
            </a:cxnLst>
            <a:rect l="l" t="t" r="r" b="b"/>
            <a:pathLst>
              <a:path w="6544877" h="4056319">
                <a:moveTo>
                  <a:pt x="0" y="0"/>
                </a:moveTo>
                <a:lnTo>
                  <a:pt x="6148777" y="0"/>
                </a:lnTo>
                <a:cubicBezTo>
                  <a:pt x="6367537" y="0"/>
                  <a:pt x="6544877" y="177340"/>
                  <a:pt x="6544877" y="396100"/>
                </a:cubicBezTo>
                <a:lnTo>
                  <a:pt x="6544877" y="3660219"/>
                </a:lnTo>
                <a:cubicBezTo>
                  <a:pt x="6544877" y="3878979"/>
                  <a:pt x="6367537" y="4056319"/>
                  <a:pt x="6148777" y="4056319"/>
                </a:cubicBezTo>
                <a:lnTo>
                  <a:pt x="0" y="4056319"/>
                </a:lnTo>
                <a:close/>
              </a:path>
            </a:pathLst>
          </a:cu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endParaRPr kumimoji="1" lang="ja-JP" altLang="en-US"/>
          </a:p>
        </p:txBody>
      </p:sp>
      <p:sp>
        <p:nvSpPr>
          <p:cNvPr id="7" name="四角形: 角を丸くする 6">
            <a:extLst>
              <a:ext uri="{FF2B5EF4-FFF2-40B4-BE49-F238E27FC236}">
                <a16:creationId xmlns:a16="http://schemas.microsoft.com/office/drawing/2014/main" id="{0258E596-19BD-A7B5-849B-BC87F7B9BE14}"/>
              </a:ext>
            </a:extLst>
          </p:cNvPr>
          <p:cNvSpPr/>
          <p:nvPr/>
        </p:nvSpPr>
        <p:spPr>
          <a:xfrm>
            <a:off x="3287031" y="3558941"/>
            <a:ext cx="1545081"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5" name="テキスト ボックス 14">
            <a:extLst>
              <a:ext uri="{FF2B5EF4-FFF2-40B4-BE49-F238E27FC236}">
                <a16:creationId xmlns:a16="http://schemas.microsoft.com/office/drawing/2014/main" id="{5AAC6769-9A8D-50AA-EB3F-01C47A0EFA1D}"/>
              </a:ext>
            </a:extLst>
          </p:cNvPr>
          <p:cNvSpPr txBox="1"/>
          <p:nvPr/>
        </p:nvSpPr>
        <p:spPr>
          <a:xfrm>
            <a:off x="5487411" y="2021514"/>
            <a:ext cx="3467616" cy="584775"/>
          </a:xfrm>
          <a:prstGeom prst="rect">
            <a:avLst/>
          </a:prstGeom>
          <a:noFill/>
        </p:spPr>
        <p:txBody>
          <a:bodyPr wrap="none" rtlCol="0">
            <a:spAutoFit/>
          </a:bodyPr>
          <a:lstStyle/>
          <a:p>
            <a:pPr algn="ctr"/>
            <a:r>
              <a:rPr lang="en-US" altLang="ja-JP" sz="3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a:t>
            </a:r>
            <a:r>
              <a:rPr lang="ja-JP" altLang="en-US"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章リミットミッション</a:t>
            </a:r>
            <a:endParaRPr kumimoji="1" lang="ja-JP" altLang="en-US" sz="24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12" name="グループ化 11">
            <a:extLst>
              <a:ext uri="{FF2B5EF4-FFF2-40B4-BE49-F238E27FC236}">
                <a16:creationId xmlns:a16="http://schemas.microsoft.com/office/drawing/2014/main" id="{BB88C6D8-8A7D-C3F7-60F6-EF7BBD051BF5}"/>
              </a:ext>
            </a:extLst>
          </p:cNvPr>
          <p:cNvGrpSpPr/>
          <p:nvPr/>
        </p:nvGrpSpPr>
        <p:grpSpPr>
          <a:xfrm>
            <a:off x="4558118" y="2778589"/>
            <a:ext cx="5102512" cy="619528"/>
            <a:chOff x="4560112" y="2357800"/>
            <a:chExt cx="5102512" cy="619528"/>
          </a:xfrm>
        </p:grpSpPr>
        <p:sp>
          <p:nvSpPr>
            <p:cNvPr id="11" name="四角形: 角を丸くする 10">
              <a:extLst>
                <a:ext uri="{FF2B5EF4-FFF2-40B4-BE49-F238E27FC236}">
                  <a16:creationId xmlns:a16="http://schemas.microsoft.com/office/drawing/2014/main" id="{3DB44C83-4409-3DD3-BDBB-7A7425024C55}"/>
                </a:ext>
              </a:extLst>
            </p:cNvPr>
            <p:cNvSpPr/>
            <p:nvPr/>
          </p:nvSpPr>
          <p:spPr>
            <a:xfrm>
              <a:off x="4560112" y="2357800"/>
              <a:ext cx="5102512" cy="619528"/>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18" name="グループ化 17">
              <a:extLst>
                <a:ext uri="{FF2B5EF4-FFF2-40B4-BE49-F238E27FC236}">
                  <a16:creationId xmlns:a16="http://schemas.microsoft.com/office/drawing/2014/main" id="{304DAA67-C2CC-5409-42ED-A6D06029DBE6}"/>
                </a:ext>
              </a:extLst>
            </p:cNvPr>
            <p:cNvGrpSpPr/>
            <p:nvPr/>
          </p:nvGrpSpPr>
          <p:grpSpPr>
            <a:xfrm>
              <a:off x="7856185" y="2477481"/>
              <a:ext cx="976199" cy="380166"/>
              <a:chOff x="6592795" y="2998878"/>
              <a:chExt cx="976199" cy="380166"/>
            </a:xfrm>
          </p:grpSpPr>
          <p:sp>
            <p:nvSpPr>
              <p:cNvPr id="20" name="二等辺三角形 19">
                <a:extLst>
                  <a:ext uri="{FF2B5EF4-FFF2-40B4-BE49-F238E27FC236}">
                    <a16:creationId xmlns:a16="http://schemas.microsoft.com/office/drawing/2014/main" id="{E9AA1FB2-9712-46F7-235A-708672102CFA}"/>
                  </a:ext>
                </a:extLst>
              </p:cNvPr>
              <p:cNvSpPr/>
              <p:nvPr/>
            </p:nvSpPr>
            <p:spPr>
              <a:xfrm rot="5400000">
                <a:off x="7230628" y="3040678"/>
                <a:ext cx="363430" cy="313302"/>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テキスト ボックス 21">
                <a:extLst>
                  <a:ext uri="{FF2B5EF4-FFF2-40B4-BE49-F238E27FC236}">
                    <a16:creationId xmlns:a16="http://schemas.microsoft.com/office/drawing/2014/main" id="{2DD44A16-A1AE-90D8-2456-5F76E2A9C8A9}"/>
                  </a:ext>
                </a:extLst>
              </p:cNvPr>
              <p:cNvSpPr txBox="1"/>
              <p:nvPr/>
            </p:nvSpPr>
            <p:spPr>
              <a:xfrm>
                <a:off x="6592795" y="2998878"/>
                <a:ext cx="646332" cy="369332"/>
              </a:xfrm>
              <a:prstGeom prst="rect">
                <a:avLst/>
              </a:prstGeom>
              <a:noFill/>
            </p:spPr>
            <p:txBody>
              <a:bodyPr wrap="none" rtlCol="0">
                <a:spAutoFit/>
              </a:bodyPr>
              <a:lstStyle/>
              <a:p>
                <a:pPr algn="ctr"/>
                <a:r>
                  <a:rPr lang="ja-JP" altLang="en-US">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進む</a:t>
                </a:r>
                <a:endParaRPr kumimoji="1" lang="ja-JP" altLang="en-US"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29" name="テキスト ボックス 28">
              <a:extLst>
                <a:ext uri="{FF2B5EF4-FFF2-40B4-BE49-F238E27FC236}">
                  <a16:creationId xmlns:a16="http://schemas.microsoft.com/office/drawing/2014/main" id="{FF4923BB-CF50-BF07-9192-41B4E451DF60}"/>
                </a:ext>
              </a:extLst>
            </p:cNvPr>
            <p:cNvSpPr txBox="1"/>
            <p:nvPr/>
          </p:nvSpPr>
          <p:spPr>
            <a:xfrm>
              <a:off x="4758592" y="2467509"/>
              <a:ext cx="1723549"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ミッション名</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82" name="楕円 81">
              <a:extLst>
                <a:ext uri="{FF2B5EF4-FFF2-40B4-BE49-F238E27FC236}">
                  <a16:creationId xmlns:a16="http://schemas.microsoft.com/office/drawing/2014/main" id="{2FC992DD-609A-6C3D-ED7B-F878C02DDABF}"/>
                </a:ext>
              </a:extLst>
            </p:cNvPr>
            <p:cNvSpPr/>
            <p:nvPr/>
          </p:nvSpPr>
          <p:spPr>
            <a:xfrm flipH="1">
              <a:off x="9045928" y="2444807"/>
              <a:ext cx="445515" cy="445515"/>
            </a:xfrm>
            <a:prstGeom prst="ellipse">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8" name="グループ化 7">
            <a:extLst>
              <a:ext uri="{FF2B5EF4-FFF2-40B4-BE49-F238E27FC236}">
                <a16:creationId xmlns:a16="http://schemas.microsoft.com/office/drawing/2014/main" id="{97A0C767-274C-7CC5-ABA4-1EBB8A37D4D4}"/>
              </a:ext>
            </a:extLst>
          </p:cNvPr>
          <p:cNvGrpSpPr/>
          <p:nvPr/>
        </p:nvGrpSpPr>
        <p:grpSpPr>
          <a:xfrm>
            <a:off x="9917113" y="2814771"/>
            <a:ext cx="236362" cy="2161157"/>
            <a:chOff x="11044871" y="4022147"/>
            <a:chExt cx="236362" cy="2031812"/>
          </a:xfrm>
        </p:grpSpPr>
        <p:sp>
          <p:nvSpPr>
            <p:cNvPr id="9" name="四角形: 角を丸くする 8">
              <a:extLst>
                <a:ext uri="{FF2B5EF4-FFF2-40B4-BE49-F238E27FC236}">
                  <a16:creationId xmlns:a16="http://schemas.microsoft.com/office/drawing/2014/main" id="{87D694BD-81BD-0373-8B4B-9C91B8685D0B}"/>
                </a:ext>
              </a:extLst>
            </p:cNvPr>
            <p:cNvSpPr/>
            <p:nvPr/>
          </p:nvSpPr>
          <p:spPr>
            <a:xfrm>
              <a:off x="11044871" y="4022147"/>
              <a:ext cx="236362" cy="2031812"/>
            </a:xfrm>
            <a:prstGeom prst="roundRect">
              <a:avLst/>
            </a:prstGeom>
            <a:no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 name="四角形: 角を丸くする 9">
              <a:extLst>
                <a:ext uri="{FF2B5EF4-FFF2-40B4-BE49-F238E27FC236}">
                  <a16:creationId xmlns:a16="http://schemas.microsoft.com/office/drawing/2014/main" id="{3581B02F-2FCD-3A85-FD73-6FA45ABF36E1}"/>
                </a:ext>
              </a:extLst>
            </p:cNvPr>
            <p:cNvSpPr/>
            <p:nvPr/>
          </p:nvSpPr>
          <p:spPr>
            <a:xfrm>
              <a:off x="11066205" y="4094529"/>
              <a:ext cx="193695" cy="571313"/>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13" name="グループ化 12">
            <a:extLst>
              <a:ext uri="{FF2B5EF4-FFF2-40B4-BE49-F238E27FC236}">
                <a16:creationId xmlns:a16="http://schemas.microsoft.com/office/drawing/2014/main" id="{ADC4398E-1BC0-B65A-C344-EAAA878085CB}"/>
              </a:ext>
            </a:extLst>
          </p:cNvPr>
          <p:cNvGrpSpPr/>
          <p:nvPr/>
        </p:nvGrpSpPr>
        <p:grpSpPr>
          <a:xfrm>
            <a:off x="4558118" y="3585832"/>
            <a:ext cx="5102512" cy="619528"/>
            <a:chOff x="4560112" y="2357800"/>
            <a:chExt cx="5102512" cy="619528"/>
          </a:xfrm>
        </p:grpSpPr>
        <p:sp>
          <p:nvSpPr>
            <p:cNvPr id="14" name="四角形: 角を丸くする 13">
              <a:extLst>
                <a:ext uri="{FF2B5EF4-FFF2-40B4-BE49-F238E27FC236}">
                  <a16:creationId xmlns:a16="http://schemas.microsoft.com/office/drawing/2014/main" id="{8B28C813-0353-5EBB-7742-3FC6E29A8021}"/>
                </a:ext>
              </a:extLst>
            </p:cNvPr>
            <p:cNvSpPr/>
            <p:nvPr/>
          </p:nvSpPr>
          <p:spPr>
            <a:xfrm>
              <a:off x="4560112" y="2357800"/>
              <a:ext cx="5102512" cy="619528"/>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16" name="グループ化 15">
              <a:extLst>
                <a:ext uri="{FF2B5EF4-FFF2-40B4-BE49-F238E27FC236}">
                  <a16:creationId xmlns:a16="http://schemas.microsoft.com/office/drawing/2014/main" id="{A835949A-5A56-F842-85D3-881CE6C6F3F8}"/>
                </a:ext>
              </a:extLst>
            </p:cNvPr>
            <p:cNvGrpSpPr/>
            <p:nvPr/>
          </p:nvGrpSpPr>
          <p:grpSpPr>
            <a:xfrm>
              <a:off x="7856185" y="2477481"/>
              <a:ext cx="976199" cy="380166"/>
              <a:chOff x="6592795" y="2998878"/>
              <a:chExt cx="976199" cy="380166"/>
            </a:xfrm>
          </p:grpSpPr>
          <p:sp>
            <p:nvSpPr>
              <p:cNvPr id="21" name="二等辺三角形 20">
                <a:extLst>
                  <a:ext uri="{FF2B5EF4-FFF2-40B4-BE49-F238E27FC236}">
                    <a16:creationId xmlns:a16="http://schemas.microsoft.com/office/drawing/2014/main" id="{7BD155C7-62CD-04E9-7884-1BE538ECE22B}"/>
                  </a:ext>
                </a:extLst>
              </p:cNvPr>
              <p:cNvSpPr/>
              <p:nvPr/>
            </p:nvSpPr>
            <p:spPr>
              <a:xfrm rot="5400000">
                <a:off x="7230628" y="3040678"/>
                <a:ext cx="363430" cy="313302"/>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3" name="テキスト ボックス 22">
                <a:extLst>
                  <a:ext uri="{FF2B5EF4-FFF2-40B4-BE49-F238E27FC236}">
                    <a16:creationId xmlns:a16="http://schemas.microsoft.com/office/drawing/2014/main" id="{D3095A9F-8DCA-8D11-63FD-0572F190524C}"/>
                  </a:ext>
                </a:extLst>
              </p:cNvPr>
              <p:cNvSpPr txBox="1"/>
              <p:nvPr/>
            </p:nvSpPr>
            <p:spPr>
              <a:xfrm>
                <a:off x="6592795" y="2998878"/>
                <a:ext cx="646332" cy="369332"/>
              </a:xfrm>
              <a:prstGeom prst="rect">
                <a:avLst/>
              </a:prstGeom>
              <a:noFill/>
            </p:spPr>
            <p:txBody>
              <a:bodyPr wrap="none" rtlCol="0">
                <a:spAutoFit/>
              </a:bodyPr>
              <a:lstStyle/>
              <a:p>
                <a:pPr algn="ctr"/>
                <a:r>
                  <a:rPr lang="ja-JP" altLang="en-US">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進む</a:t>
                </a:r>
                <a:endParaRPr kumimoji="1" lang="ja-JP" altLang="en-US"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17" name="テキスト ボックス 16">
              <a:extLst>
                <a:ext uri="{FF2B5EF4-FFF2-40B4-BE49-F238E27FC236}">
                  <a16:creationId xmlns:a16="http://schemas.microsoft.com/office/drawing/2014/main" id="{1F73707E-B75C-2EE8-4A0A-23E842257962}"/>
                </a:ext>
              </a:extLst>
            </p:cNvPr>
            <p:cNvSpPr txBox="1"/>
            <p:nvPr/>
          </p:nvSpPr>
          <p:spPr>
            <a:xfrm>
              <a:off x="4758592" y="2467509"/>
              <a:ext cx="1723549"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ミッション名</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9" name="楕円 18">
              <a:extLst>
                <a:ext uri="{FF2B5EF4-FFF2-40B4-BE49-F238E27FC236}">
                  <a16:creationId xmlns:a16="http://schemas.microsoft.com/office/drawing/2014/main" id="{AB947C47-991F-4D08-F529-41D7D31777FF}"/>
                </a:ext>
              </a:extLst>
            </p:cNvPr>
            <p:cNvSpPr/>
            <p:nvPr/>
          </p:nvSpPr>
          <p:spPr>
            <a:xfrm flipH="1">
              <a:off x="9045928" y="2444807"/>
              <a:ext cx="445515" cy="445515"/>
            </a:xfrm>
            <a:prstGeom prst="ellipse">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30" name="グループ化 29">
            <a:extLst>
              <a:ext uri="{FF2B5EF4-FFF2-40B4-BE49-F238E27FC236}">
                <a16:creationId xmlns:a16="http://schemas.microsoft.com/office/drawing/2014/main" id="{3EB22C6F-AE22-0FB7-B59F-9C32BECDA1AD}"/>
              </a:ext>
            </a:extLst>
          </p:cNvPr>
          <p:cNvGrpSpPr/>
          <p:nvPr/>
        </p:nvGrpSpPr>
        <p:grpSpPr>
          <a:xfrm>
            <a:off x="4558118" y="4393075"/>
            <a:ext cx="5102512" cy="619528"/>
            <a:chOff x="4560112" y="2357800"/>
            <a:chExt cx="5102512" cy="619528"/>
          </a:xfrm>
        </p:grpSpPr>
        <p:sp>
          <p:nvSpPr>
            <p:cNvPr id="31" name="四角形: 角を丸くする 30">
              <a:extLst>
                <a:ext uri="{FF2B5EF4-FFF2-40B4-BE49-F238E27FC236}">
                  <a16:creationId xmlns:a16="http://schemas.microsoft.com/office/drawing/2014/main" id="{30BE969A-D429-96C9-2ACE-314D3DB30E53}"/>
                </a:ext>
              </a:extLst>
            </p:cNvPr>
            <p:cNvSpPr/>
            <p:nvPr/>
          </p:nvSpPr>
          <p:spPr>
            <a:xfrm>
              <a:off x="4560112" y="2357800"/>
              <a:ext cx="5102512" cy="619528"/>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33" name="グループ化 32">
              <a:extLst>
                <a:ext uri="{FF2B5EF4-FFF2-40B4-BE49-F238E27FC236}">
                  <a16:creationId xmlns:a16="http://schemas.microsoft.com/office/drawing/2014/main" id="{CFB2F133-CAF1-506D-7177-182146E5AB43}"/>
                </a:ext>
              </a:extLst>
            </p:cNvPr>
            <p:cNvGrpSpPr/>
            <p:nvPr/>
          </p:nvGrpSpPr>
          <p:grpSpPr>
            <a:xfrm>
              <a:off x="7856185" y="2477481"/>
              <a:ext cx="976199" cy="380166"/>
              <a:chOff x="6592795" y="2998878"/>
              <a:chExt cx="976199" cy="380166"/>
            </a:xfrm>
          </p:grpSpPr>
          <p:sp>
            <p:nvSpPr>
              <p:cNvPr id="36" name="二等辺三角形 35">
                <a:extLst>
                  <a:ext uri="{FF2B5EF4-FFF2-40B4-BE49-F238E27FC236}">
                    <a16:creationId xmlns:a16="http://schemas.microsoft.com/office/drawing/2014/main" id="{F3A9B34E-E1A5-74F3-80ED-3ABC1B20A1BC}"/>
                  </a:ext>
                </a:extLst>
              </p:cNvPr>
              <p:cNvSpPr/>
              <p:nvPr/>
            </p:nvSpPr>
            <p:spPr>
              <a:xfrm rot="5400000">
                <a:off x="7230628" y="3040678"/>
                <a:ext cx="363430" cy="313302"/>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8" name="テキスト ボックス 37">
                <a:extLst>
                  <a:ext uri="{FF2B5EF4-FFF2-40B4-BE49-F238E27FC236}">
                    <a16:creationId xmlns:a16="http://schemas.microsoft.com/office/drawing/2014/main" id="{CD9B426B-B373-BFB4-0EE7-DCC421E6E09A}"/>
                  </a:ext>
                </a:extLst>
              </p:cNvPr>
              <p:cNvSpPr txBox="1"/>
              <p:nvPr/>
            </p:nvSpPr>
            <p:spPr>
              <a:xfrm>
                <a:off x="6592795" y="2998878"/>
                <a:ext cx="646332" cy="369332"/>
              </a:xfrm>
              <a:prstGeom prst="rect">
                <a:avLst/>
              </a:prstGeom>
              <a:noFill/>
            </p:spPr>
            <p:txBody>
              <a:bodyPr wrap="none" rtlCol="0">
                <a:spAutoFit/>
              </a:bodyPr>
              <a:lstStyle/>
              <a:p>
                <a:pPr algn="ctr"/>
                <a:r>
                  <a:rPr lang="ja-JP" altLang="en-US">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進む</a:t>
                </a:r>
                <a:endParaRPr kumimoji="1" lang="ja-JP" altLang="en-US"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34" name="テキスト ボックス 33">
              <a:extLst>
                <a:ext uri="{FF2B5EF4-FFF2-40B4-BE49-F238E27FC236}">
                  <a16:creationId xmlns:a16="http://schemas.microsoft.com/office/drawing/2014/main" id="{1F33BF48-E60D-9646-2E68-EE85C4BF516D}"/>
                </a:ext>
              </a:extLst>
            </p:cNvPr>
            <p:cNvSpPr txBox="1"/>
            <p:nvPr/>
          </p:nvSpPr>
          <p:spPr>
            <a:xfrm>
              <a:off x="4758592" y="2467509"/>
              <a:ext cx="1723549"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ミッション名</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5" name="楕円 34">
              <a:extLst>
                <a:ext uri="{FF2B5EF4-FFF2-40B4-BE49-F238E27FC236}">
                  <a16:creationId xmlns:a16="http://schemas.microsoft.com/office/drawing/2014/main" id="{1E2705CA-2A3D-CD8F-BF5A-5F05DF9BBF6F}"/>
                </a:ext>
              </a:extLst>
            </p:cNvPr>
            <p:cNvSpPr/>
            <p:nvPr/>
          </p:nvSpPr>
          <p:spPr>
            <a:xfrm flipH="1">
              <a:off x="9045928" y="2444807"/>
              <a:ext cx="445515" cy="445515"/>
            </a:xfrm>
            <a:prstGeom prst="ellipse">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48" name="グループ化 47">
            <a:extLst>
              <a:ext uri="{FF2B5EF4-FFF2-40B4-BE49-F238E27FC236}">
                <a16:creationId xmlns:a16="http://schemas.microsoft.com/office/drawing/2014/main" id="{7F8A3926-FE48-3A7D-8415-D35C1F1E72AD}"/>
              </a:ext>
            </a:extLst>
          </p:cNvPr>
          <p:cNvGrpSpPr/>
          <p:nvPr/>
        </p:nvGrpSpPr>
        <p:grpSpPr>
          <a:xfrm>
            <a:off x="4560112" y="5024609"/>
            <a:ext cx="5102512" cy="612948"/>
            <a:chOff x="4560112" y="4475160"/>
            <a:chExt cx="5102512" cy="612948"/>
          </a:xfrm>
        </p:grpSpPr>
        <p:sp>
          <p:nvSpPr>
            <p:cNvPr id="68" name="四角形: 角を丸くする 67">
              <a:extLst>
                <a:ext uri="{FF2B5EF4-FFF2-40B4-BE49-F238E27FC236}">
                  <a16:creationId xmlns:a16="http://schemas.microsoft.com/office/drawing/2014/main" id="{3BB2FB62-8C76-DD75-7078-0DF8848B72F4}"/>
                </a:ext>
              </a:extLst>
            </p:cNvPr>
            <p:cNvSpPr/>
            <p:nvPr/>
          </p:nvSpPr>
          <p:spPr>
            <a:xfrm>
              <a:off x="4560112" y="4475160"/>
              <a:ext cx="5102512" cy="612948"/>
            </a:xfrm>
            <a:prstGeom prst="roundRect">
              <a:avLst>
                <a:gd name="adj" fmla="val 9765"/>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0" name="テキスト ボックス 69">
              <a:extLst>
                <a:ext uri="{FF2B5EF4-FFF2-40B4-BE49-F238E27FC236}">
                  <a16:creationId xmlns:a16="http://schemas.microsoft.com/office/drawing/2014/main" id="{6ECB890A-9DC5-3240-FB18-99C20A57CEB8}"/>
                </a:ext>
              </a:extLst>
            </p:cNvPr>
            <p:cNvSpPr txBox="1"/>
            <p:nvPr/>
          </p:nvSpPr>
          <p:spPr>
            <a:xfrm>
              <a:off x="7094056" y="4649681"/>
              <a:ext cx="595035" cy="338554"/>
            </a:xfrm>
            <a:prstGeom prst="rect">
              <a:avLst/>
            </a:prstGeom>
            <a:noFill/>
          </p:spPr>
          <p:txBody>
            <a:bodyPr wrap="none" rtlCol="0">
              <a:spAutoFit/>
            </a:bodyPr>
            <a:lstStyle/>
            <a:p>
              <a:r>
                <a:rPr kumimoji="1"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報酬</a:t>
              </a: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pic>
          <p:nvPicPr>
            <p:cNvPr id="76" name="図 75">
              <a:extLst>
                <a:ext uri="{FF2B5EF4-FFF2-40B4-BE49-F238E27FC236}">
                  <a16:creationId xmlns:a16="http://schemas.microsoft.com/office/drawing/2014/main" id="{A72CDCF5-23DB-7BAC-7078-6605C116D720}"/>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603772" y="4517996"/>
              <a:ext cx="532696" cy="518967"/>
            </a:xfrm>
            <a:prstGeom prst="rect">
              <a:avLst/>
            </a:prstGeom>
          </p:spPr>
        </p:pic>
        <p:sp>
          <p:nvSpPr>
            <p:cNvPr id="78" name="テキスト ボックス 77">
              <a:extLst>
                <a:ext uri="{FF2B5EF4-FFF2-40B4-BE49-F238E27FC236}">
                  <a16:creationId xmlns:a16="http://schemas.microsoft.com/office/drawing/2014/main" id="{0F925825-5B2D-E103-2054-EB7D5031362B}"/>
                </a:ext>
              </a:extLst>
            </p:cNvPr>
            <p:cNvSpPr txBox="1"/>
            <p:nvPr/>
          </p:nvSpPr>
          <p:spPr>
            <a:xfrm>
              <a:off x="7994981" y="4634292"/>
              <a:ext cx="710451" cy="369332"/>
            </a:xfrm>
            <a:prstGeom prst="rect">
              <a:avLst/>
            </a:prstGeom>
            <a:noFill/>
          </p:spPr>
          <p:txBody>
            <a:bodyPr wrap="none" rtlCol="0">
              <a:spAutoFit/>
            </a:bodyPr>
            <a:lstStyle/>
            <a:p>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005</a:t>
              </a: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80" name="テキスト ボックス 79">
              <a:extLst>
                <a:ext uri="{FF2B5EF4-FFF2-40B4-BE49-F238E27FC236}">
                  <a16:creationId xmlns:a16="http://schemas.microsoft.com/office/drawing/2014/main" id="{771B5F7E-B0E0-F345-FEA0-EEDD16C36364}"/>
                </a:ext>
              </a:extLst>
            </p:cNvPr>
            <p:cNvSpPr txBox="1"/>
            <p:nvPr/>
          </p:nvSpPr>
          <p:spPr>
            <a:xfrm>
              <a:off x="4801094" y="4550802"/>
              <a:ext cx="2146742" cy="461665"/>
            </a:xfrm>
            <a:prstGeom prst="rect">
              <a:avLst/>
            </a:prstGeom>
            <a:noFill/>
          </p:spPr>
          <p:txBody>
            <a:bodyPr wrap="none" rtlCol="0">
              <a:spAutoFit/>
            </a:bodyPr>
            <a:lstStyle/>
            <a:p>
              <a:r>
                <a:rPr kumimoji="1" lang="en-US" altLang="ja-JP"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a:t>
              </a:r>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章</a:t>
              </a:r>
              <a:r>
                <a:rPr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達成</a:t>
              </a:r>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数 </a:t>
              </a:r>
              <a:r>
                <a:rPr lang="en-US" altLang="ja-JP" sz="24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0</a:t>
              </a:r>
              <a:r>
                <a:rPr kumimoji="1" lang="en-US" altLang="ja-JP" sz="24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0/05</a:t>
              </a:r>
              <a:endParaRPr kumimoji="1" lang="ja-JP" altLang="en-US"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87" name="楕円 86">
              <a:extLst>
                <a:ext uri="{FF2B5EF4-FFF2-40B4-BE49-F238E27FC236}">
                  <a16:creationId xmlns:a16="http://schemas.microsoft.com/office/drawing/2014/main" id="{D1A7E859-B747-3FEF-FFA9-8753AB04E946}"/>
                </a:ext>
              </a:extLst>
            </p:cNvPr>
            <p:cNvSpPr/>
            <p:nvPr/>
          </p:nvSpPr>
          <p:spPr>
            <a:xfrm>
              <a:off x="8875497" y="4523866"/>
              <a:ext cx="508246" cy="508246"/>
            </a:xfrm>
            <a:prstGeom prst="ellipse">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9" name="テキスト ボックス 88">
              <a:extLst>
                <a:ext uri="{FF2B5EF4-FFF2-40B4-BE49-F238E27FC236}">
                  <a16:creationId xmlns:a16="http://schemas.microsoft.com/office/drawing/2014/main" id="{CCA87F82-313E-FDC7-E5DB-09F6836933BF}"/>
                </a:ext>
              </a:extLst>
            </p:cNvPr>
            <p:cNvSpPr txBox="1"/>
            <p:nvPr/>
          </p:nvSpPr>
          <p:spPr>
            <a:xfrm>
              <a:off x="8767983" y="4610306"/>
              <a:ext cx="723275" cy="307777"/>
            </a:xfrm>
            <a:prstGeom prst="rect">
              <a:avLst/>
            </a:prstGeom>
            <a:noFill/>
          </p:spPr>
          <p:txBody>
            <a:bodyPr wrap="none" rtlCol="0">
              <a:spAutoFit/>
            </a:bodyPr>
            <a:lstStyle/>
            <a:p>
              <a:pPr algn="ctr"/>
              <a:r>
                <a:rPr lang="ja-JP" altLang="en-US" sz="1400">
                  <a:solidFill>
                    <a:schemeClr val="bg1">
                      <a:lumMod val="95000"/>
                    </a:schemeClr>
                  </a:solidFill>
                  <a:effectLst>
                    <a:glow rad="114300">
                      <a:schemeClr val="tx1">
                        <a:lumMod val="50000"/>
                        <a:lumOff val="50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rPr>
                <a:t>未達成</a:t>
              </a:r>
            </a:p>
          </p:txBody>
        </p:sp>
      </p:grpSp>
    </p:spTree>
    <p:extLst>
      <p:ext uri="{BB962C8B-B14F-4D97-AF65-F5344CB8AC3E}">
        <p14:creationId xmlns:p14="http://schemas.microsoft.com/office/powerpoint/2010/main" val="357650829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gradFill flip="none" rotWithShape="1">
          <a:gsLst>
            <a:gs pos="25000">
              <a:schemeClr val="tx1">
                <a:lumMod val="85000"/>
                <a:lumOff val="15000"/>
              </a:schemeClr>
            </a:gs>
            <a:gs pos="78000">
              <a:schemeClr val="tx1">
                <a:lumMod val="85000"/>
                <a:lumOff val="15000"/>
              </a:schemeClr>
            </a:gs>
            <a:gs pos="50000">
              <a:srgbClr val="660066"/>
            </a:gs>
          </a:gsLst>
          <a:lin ang="8100000" scaled="1"/>
          <a:tileRect/>
        </a:gradFill>
        <a:effectLst/>
      </p:bgPr>
    </p:bg>
    <p:spTree>
      <p:nvGrpSpPr>
        <p:cNvPr id="1" name="">
          <a:extLst>
            <a:ext uri="{FF2B5EF4-FFF2-40B4-BE49-F238E27FC236}">
              <a16:creationId xmlns:a16="http://schemas.microsoft.com/office/drawing/2014/main" id="{A11C9001-FC2C-E043-64F3-9B072AFA2453}"/>
            </a:ext>
          </a:extLst>
        </p:cNvPr>
        <p:cNvGrpSpPr/>
        <p:nvPr/>
      </p:nvGrpSpPr>
      <p:grpSpPr>
        <a:xfrm>
          <a:off x="0" y="0"/>
          <a:ext cx="0" cy="0"/>
          <a:chOff x="0" y="0"/>
          <a:chExt cx="0" cy="0"/>
        </a:xfrm>
      </p:grpSpPr>
      <p:sp>
        <p:nvSpPr>
          <p:cNvPr id="37" name="四角形: 角を丸くする 36">
            <a:extLst>
              <a:ext uri="{FF2B5EF4-FFF2-40B4-BE49-F238E27FC236}">
                <a16:creationId xmlns:a16="http://schemas.microsoft.com/office/drawing/2014/main" id="{5D006B52-AF1F-01EC-CEC2-B8216B12A6DF}"/>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grpSp>
        <p:nvGrpSpPr>
          <p:cNvPr id="24" name="グループ化 23">
            <a:extLst>
              <a:ext uri="{FF2B5EF4-FFF2-40B4-BE49-F238E27FC236}">
                <a16:creationId xmlns:a16="http://schemas.microsoft.com/office/drawing/2014/main" id="{B6177132-3ECF-A908-930B-1F075843DF4E}"/>
              </a:ext>
            </a:extLst>
          </p:cNvPr>
          <p:cNvGrpSpPr/>
          <p:nvPr/>
        </p:nvGrpSpPr>
        <p:grpSpPr>
          <a:xfrm>
            <a:off x="163586" y="134635"/>
            <a:ext cx="1975684" cy="1396119"/>
            <a:chOff x="163586" y="134635"/>
            <a:chExt cx="1975684" cy="1396119"/>
          </a:xfrm>
        </p:grpSpPr>
        <p:grpSp>
          <p:nvGrpSpPr>
            <p:cNvPr id="25" name="グループ化 24">
              <a:extLst>
                <a:ext uri="{FF2B5EF4-FFF2-40B4-BE49-F238E27FC236}">
                  <a16:creationId xmlns:a16="http://schemas.microsoft.com/office/drawing/2014/main" id="{0F7D3F51-4821-E3DC-5D63-1FBBF0537FC7}"/>
                </a:ext>
              </a:extLst>
            </p:cNvPr>
            <p:cNvGrpSpPr/>
            <p:nvPr/>
          </p:nvGrpSpPr>
          <p:grpSpPr>
            <a:xfrm>
              <a:off x="163586" y="134635"/>
              <a:ext cx="1975684" cy="1396119"/>
              <a:chOff x="163586" y="134635"/>
              <a:chExt cx="1975684" cy="1396119"/>
            </a:xfrm>
          </p:grpSpPr>
          <p:pic>
            <p:nvPicPr>
              <p:cNvPr id="27" name="図 26">
                <a:extLst>
                  <a:ext uri="{FF2B5EF4-FFF2-40B4-BE49-F238E27FC236}">
                    <a16:creationId xmlns:a16="http://schemas.microsoft.com/office/drawing/2014/main" id="{B4B4DF3A-0717-0A9A-18D3-3D43620C7AD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8" name="楕円 27">
                <a:extLst>
                  <a:ext uri="{FF2B5EF4-FFF2-40B4-BE49-F238E27FC236}">
                    <a16:creationId xmlns:a16="http://schemas.microsoft.com/office/drawing/2014/main" id="{C4C2FE3D-1A8B-CA43-F10B-F13478CB6925}"/>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6" name="図 25">
              <a:extLst>
                <a:ext uri="{FF2B5EF4-FFF2-40B4-BE49-F238E27FC236}">
                  <a16:creationId xmlns:a16="http://schemas.microsoft.com/office/drawing/2014/main" id="{904203A8-6CC1-8607-DB8A-EAC1E900FBB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
        <p:nvSpPr>
          <p:cNvPr id="39" name="テキスト ボックス 38">
            <a:extLst>
              <a:ext uri="{FF2B5EF4-FFF2-40B4-BE49-F238E27FC236}">
                <a16:creationId xmlns:a16="http://schemas.microsoft.com/office/drawing/2014/main" id="{4324316A-9188-D028-ABB9-8E0E36DD92DD}"/>
              </a:ext>
            </a:extLst>
          </p:cNvPr>
          <p:cNvSpPr txBox="1"/>
          <p:nvPr/>
        </p:nvSpPr>
        <p:spPr>
          <a:xfrm>
            <a:off x="1624588" y="641390"/>
            <a:ext cx="146706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ミッション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2" name="四角形: 角を丸くする 1">
            <a:extLst>
              <a:ext uri="{FF2B5EF4-FFF2-40B4-BE49-F238E27FC236}">
                <a16:creationId xmlns:a16="http://schemas.microsoft.com/office/drawing/2014/main" id="{044EE6BD-0906-E898-7D87-8C096CB1EC65}"/>
              </a:ext>
            </a:extLst>
          </p:cNvPr>
          <p:cNvSpPr/>
          <p:nvPr/>
        </p:nvSpPr>
        <p:spPr>
          <a:xfrm>
            <a:off x="1698342" y="1921017"/>
            <a:ext cx="8795316" cy="4056319"/>
          </a:xfrm>
          <a:prstGeom prst="roundRect">
            <a:avLst>
              <a:gd name="adj" fmla="val 9765"/>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a:p>
        </p:txBody>
      </p:sp>
      <p:sp>
        <p:nvSpPr>
          <p:cNvPr id="3" name="四角形: 角を丸くする 2">
            <a:extLst>
              <a:ext uri="{FF2B5EF4-FFF2-40B4-BE49-F238E27FC236}">
                <a16:creationId xmlns:a16="http://schemas.microsoft.com/office/drawing/2014/main" id="{43FB29CA-5307-EF02-4F33-B998261A7864}"/>
              </a:ext>
            </a:extLst>
          </p:cNvPr>
          <p:cNvSpPr/>
          <p:nvPr/>
        </p:nvSpPr>
        <p:spPr>
          <a:xfrm>
            <a:off x="2051021" y="3608202"/>
            <a:ext cx="1545081"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rPr>
              <a:t>リミット</a:t>
            </a:r>
          </a:p>
        </p:txBody>
      </p:sp>
      <p:sp>
        <p:nvSpPr>
          <p:cNvPr id="4" name="四角形: 角を丸くする 3">
            <a:extLst>
              <a:ext uri="{FF2B5EF4-FFF2-40B4-BE49-F238E27FC236}">
                <a16:creationId xmlns:a16="http://schemas.microsoft.com/office/drawing/2014/main" id="{E6ADA72B-CDBC-7B37-1082-B6E337BFB488}"/>
              </a:ext>
            </a:extLst>
          </p:cNvPr>
          <p:cNvSpPr/>
          <p:nvPr/>
        </p:nvSpPr>
        <p:spPr>
          <a:xfrm>
            <a:off x="2051021" y="2464717"/>
            <a:ext cx="1545081" cy="712577"/>
          </a:xfrm>
          <a:prstGeom prst="roundRect">
            <a:avLst>
              <a:gd name="adj" fmla="val 9765"/>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メイン</a:t>
            </a:r>
          </a:p>
        </p:txBody>
      </p:sp>
      <p:sp>
        <p:nvSpPr>
          <p:cNvPr id="5" name="四角形: 角を丸くする 4">
            <a:extLst>
              <a:ext uri="{FF2B5EF4-FFF2-40B4-BE49-F238E27FC236}">
                <a16:creationId xmlns:a16="http://schemas.microsoft.com/office/drawing/2014/main" id="{89376F24-E879-46FE-AB1B-720DB1C86426}"/>
              </a:ext>
            </a:extLst>
          </p:cNvPr>
          <p:cNvSpPr/>
          <p:nvPr/>
        </p:nvSpPr>
        <p:spPr>
          <a:xfrm>
            <a:off x="2051021" y="4751688"/>
            <a:ext cx="1545081" cy="712577"/>
          </a:xfrm>
          <a:prstGeom prst="roundRect">
            <a:avLst>
              <a:gd name="adj" fmla="val 9765"/>
            </a:avLst>
          </a:prstGeom>
          <a:solidFill>
            <a:schemeClr val="tx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完了済み</a:t>
            </a:r>
          </a:p>
        </p:txBody>
      </p:sp>
      <p:sp>
        <p:nvSpPr>
          <p:cNvPr id="6" name="フリーフォーム: 図形 5">
            <a:extLst>
              <a:ext uri="{FF2B5EF4-FFF2-40B4-BE49-F238E27FC236}">
                <a16:creationId xmlns:a16="http://schemas.microsoft.com/office/drawing/2014/main" id="{04736FAB-F3CB-AF73-81A4-49AF1A615742}"/>
              </a:ext>
            </a:extLst>
          </p:cNvPr>
          <p:cNvSpPr/>
          <p:nvPr/>
        </p:nvSpPr>
        <p:spPr>
          <a:xfrm>
            <a:off x="3948781" y="1928169"/>
            <a:ext cx="6544877" cy="4056319"/>
          </a:xfrm>
          <a:custGeom>
            <a:avLst/>
            <a:gdLst>
              <a:gd name="csX0" fmla="*/ 0 w 6544877"/>
              <a:gd name="csY0" fmla="*/ 0 h 4056319"/>
              <a:gd name="csX1" fmla="*/ 6148777 w 6544877"/>
              <a:gd name="csY1" fmla="*/ 0 h 4056319"/>
              <a:gd name="csX2" fmla="*/ 6544877 w 6544877"/>
              <a:gd name="csY2" fmla="*/ 396100 h 4056319"/>
              <a:gd name="csX3" fmla="*/ 6544877 w 6544877"/>
              <a:gd name="csY3" fmla="*/ 3660219 h 4056319"/>
              <a:gd name="csX4" fmla="*/ 6148777 w 6544877"/>
              <a:gd name="csY4" fmla="*/ 4056319 h 4056319"/>
              <a:gd name="csX5" fmla="*/ 0 w 6544877"/>
              <a:gd name="csY5" fmla="*/ 4056319 h 4056319"/>
            </a:gdLst>
            <a:ahLst/>
            <a:cxnLst>
              <a:cxn ang="0">
                <a:pos x="csX0" y="csY0"/>
              </a:cxn>
              <a:cxn ang="0">
                <a:pos x="csX1" y="csY1"/>
              </a:cxn>
              <a:cxn ang="0">
                <a:pos x="csX2" y="csY2"/>
              </a:cxn>
              <a:cxn ang="0">
                <a:pos x="csX3" y="csY3"/>
              </a:cxn>
              <a:cxn ang="0">
                <a:pos x="csX4" y="csY4"/>
              </a:cxn>
              <a:cxn ang="0">
                <a:pos x="csX5" y="csY5"/>
              </a:cxn>
            </a:cxnLst>
            <a:rect l="l" t="t" r="r" b="b"/>
            <a:pathLst>
              <a:path w="6544877" h="4056319">
                <a:moveTo>
                  <a:pt x="0" y="0"/>
                </a:moveTo>
                <a:lnTo>
                  <a:pt x="6148777" y="0"/>
                </a:lnTo>
                <a:cubicBezTo>
                  <a:pt x="6367537" y="0"/>
                  <a:pt x="6544877" y="177340"/>
                  <a:pt x="6544877" y="396100"/>
                </a:cubicBezTo>
                <a:lnTo>
                  <a:pt x="6544877" y="3660219"/>
                </a:lnTo>
                <a:cubicBezTo>
                  <a:pt x="6544877" y="3878979"/>
                  <a:pt x="6367537" y="4056319"/>
                  <a:pt x="6148777" y="4056319"/>
                </a:cubicBezTo>
                <a:lnTo>
                  <a:pt x="0" y="4056319"/>
                </a:lnTo>
                <a:close/>
              </a:path>
            </a:pathLst>
          </a:cu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endParaRPr kumimoji="1" lang="ja-JP" altLang="en-US"/>
          </a:p>
        </p:txBody>
      </p:sp>
      <p:sp>
        <p:nvSpPr>
          <p:cNvPr id="7" name="四角形: 角を丸くする 6">
            <a:extLst>
              <a:ext uri="{FF2B5EF4-FFF2-40B4-BE49-F238E27FC236}">
                <a16:creationId xmlns:a16="http://schemas.microsoft.com/office/drawing/2014/main" id="{C570B18F-7393-88F5-60D7-E3EFB201DE8D}"/>
              </a:ext>
            </a:extLst>
          </p:cNvPr>
          <p:cNvSpPr/>
          <p:nvPr/>
        </p:nvSpPr>
        <p:spPr>
          <a:xfrm>
            <a:off x="3287031" y="3603055"/>
            <a:ext cx="1545081"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5" name="テキスト ボックス 14">
            <a:extLst>
              <a:ext uri="{FF2B5EF4-FFF2-40B4-BE49-F238E27FC236}">
                <a16:creationId xmlns:a16="http://schemas.microsoft.com/office/drawing/2014/main" id="{15B15743-3BE2-80B9-07F2-A35DB63266CA}"/>
              </a:ext>
            </a:extLst>
          </p:cNvPr>
          <p:cNvSpPr txBox="1"/>
          <p:nvPr/>
        </p:nvSpPr>
        <p:spPr>
          <a:xfrm>
            <a:off x="5487411" y="2065628"/>
            <a:ext cx="3467616" cy="584775"/>
          </a:xfrm>
          <a:prstGeom prst="rect">
            <a:avLst/>
          </a:prstGeom>
          <a:noFill/>
        </p:spPr>
        <p:txBody>
          <a:bodyPr wrap="none" rtlCol="0">
            <a:spAutoFit/>
          </a:bodyPr>
          <a:lstStyle/>
          <a:p>
            <a:pPr algn="ctr"/>
            <a:r>
              <a:rPr lang="en-US" altLang="ja-JP" sz="3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a:t>
            </a:r>
            <a:r>
              <a:rPr lang="ja-JP" altLang="en-US"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章リミットミッション</a:t>
            </a:r>
            <a:endParaRPr kumimoji="1" lang="ja-JP" altLang="en-US" sz="24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12" name="グループ化 11">
            <a:extLst>
              <a:ext uri="{FF2B5EF4-FFF2-40B4-BE49-F238E27FC236}">
                <a16:creationId xmlns:a16="http://schemas.microsoft.com/office/drawing/2014/main" id="{377798AA-055A-A7A9-03F7-4B2E313BD763}"/>
              </a:ext>
            </a:extLst>
          </p:cNvPr>
          <p:cNvGrpSpPr/>
          <p:nvPr/>
        </p:nvGrpSpPr>
        <p:grpSpPr>
          <a:xfrm>
            <a:off x="4558118" y="2822703"/>
            <a:ext cx="5102512" cy="619528"/>
            <a:chOff x="4560112" y="2357800"/>
            <a:chExt cx="5102512" cy="619528"/>
          </a:xfrm>
        </p:grpSpPr>
        <p:sp>
          <p:nvSpPr>
            <p:cNvPr id="11" name="四角形: 角を丸くする 10">
              <a:extLst>
                <a:ext uri="{FF2B5EF4-FFF2-40B4-BE49-F238E27FC236}">
                  <a16:creationId xmlns:a16="http://schemas.microsoft.com/office/drawing/2014/main" id="{D553842A-586B-ED6C-3E52-2C5D225D1F06}"/>
                </a:ext>
              </a:extLst>
            </p:cNvPr>
            <p:cNvSpPr/>
            <p:nvPr/>
          </p:nvSpPr>
          <p:spPr>
            <a:xfrm>
              <a:off x="4560112" y="2357800"/>
              <a:ext cx="5102512" cy="619528"/>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18" name="グループ化 17">
              <a:extLst>
                <a:ext uri="{FF2B5EF4-FFF2-40B4-BE49-F238E27FC236}">
                  <a16:creationId xmlns:a16="http://schemas.microsoft.com/office/drawing/2014/main" id="{67E13261-F3B6-DB20-47F7-90C8D5B9D7F7}"/>
                </a:ext>
              </a:extLst>
            </p:cNvPr>
            <p:cNvGrpSpPr/>
            <p:nvPr/>
          </p:nvGrpSpPr>
          <p:grpSpPr>
            <a:xfrm>
              <a:off x="7856185" y="2477481"/>
              <a:ext cx="976199" cy="380166"/>
              <a:chOff x="6592795" y="2998878"/>
              <a:chExt cx="976199" cy="380166"/>
            </a:xfrm>
          </p:grpSpPr>
          <p:sp>
            <p:nvSpPr>
              <p:cNvPr id="20" name="二等辺三角形 19">
                <a:extLst>
                  <a:ext uri="{FF2B5EF4-FFF2-40B4-BE49-F238E27FC236}">
                    <a16:creationId xmlns:a16="http://schemas.microsoft.com/office/drawing/2014/main" id="{155E1873-C38B-4455-A95D-9621DF4F9554}"/>
                  </a:ext>
                </a:extLst>
              </p:cNvPr>
              <p:cNvSpPr/>
              <p:nvPr/>
            </p:nvSpPr>
            <p:spPr>
              <a:xfrm rot="5400000">
                <a:off x="7230628" y="3040678"/>
                <a:ext cx="363430" cy="313302"/>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テキスト ボックス 21">
                <a:extLst>
                  <a:ext uri="{FF2B5EF4-FFF2-40B4-BE49-F238E27FC236}">
                    <a16:creationId xmlns:a16="http://schemas.microsoft.com/office/drawing/2014/main" id="{69C1C7B2-CA8E-16CE-DB32-87EBCAED2C69}"/>
                  </a:ext>
                </a:extLst>
              </p:cNvPr>
              <p:cNvSpPr txBox="1"/>
              <p:nvPr/>
            </p:nvSpPr>
            <p:spPr>
              <a:xfrm>
                <a:off x="6592795" y="2998878"/>
                <a:ext cx="646332" cy="369332"/>
              </a:xfrm>
              <a:prstGeom prst="rect">
                <a:avLst/>
              </a:prstGeom>
              <a:noFill/>
            </p:spPr>
            <p:txBody>
              <a:bodyPr wrap="none" rtlCol="0">
                <a:spAutoFit/>
              </a:bodyPr>
              <a:lstStyle/>
              <a:p>
                <a:pPr algn="ctr"/>
                <a:r>
                  <a:rPr lang="ja-JP" altLang="en-US">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進む</a:t>
                </a:r>
                <a:endParaRPr kumimoji="1" lang="ja-JP" altLang="en-US"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29" name="テキスト ボックス 28">
              <a:extLst>
                <a:ext uri="{FF2B5EF4-FFF2-40B4-BE49-F238E27FC236}">
                  <a16:creationId xmlns:a16="http://schemas.microsoft.com/office/drawing/2014/main" id="{B800F784-FB36-B4FC-9244-87FE3C22E36A}"/>
                </a:ext>
              </a:extLst>
            </p:cNvPr>
            <p:cNvSpPr txBox="1"/>
            <p:nvPr/>
          </p:nvSpPr>
          <p:spPr>
            <a:xfrm>
              <a:off x="4758592" y="2467509"/>
              <a:ext cx="1723549"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ミッション名</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82" name="楕円 81">
              <a:extLst>
                <a:ext uri="{FF2B5EF4-FFF2-40B4-BE49-F238E27FC236}">
                  <a16:creationId xmlns:a16="http://schemas.microsoft.com/office/drawing/2014/main" id="{9F4BBC18-CB1D-6A89-C256-35546149E6B1}"/>
                </a:ext>
              </a:extLst>
            </p:cNvPr>
            <p:cNvSpPr/>
            <p:nvPr/>
          </p:nvSpPr>
          <p:spPr>
            <a:xfrm flipH="1">
              <a:off x="9045928" y="2444807"/>
              <a:ext cx="445515" cy="445515"/>
            </a:xfrm>
            <a:prstGeom prst="ellipse">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8" name="グループ化 7">
            <a:extLst>
              <a:ext uri="{FF2B5EF4-FFF2-40B4-BE49-F238E27FC236}">
                <a16:creationId xmlns:a16="http://schemas.microsoft.com/office/drawing/2014/main" id="{797E425C-4DAF-033A-5922-A83C4A877EBE}"/>
              </a:ext>
            </a:extLst>
          </p:cNvPr>
          <p:cNvGrpSpPr/>
          <p:nvPr/>
        </p:nvGrpSpPr>
        <p:grpSpPr>
          <a:xfrm>
            <a:off x="9917113" y="2858885"/>
            <a:ext cx="236362" cy="2161157"/>
            <a:chOff x="11044871" y="4022147"/>
            <a:chExt cx="236362" cy="2031812"/>
          </a:xfrm>
        </p:grpSpPr>
        <p:sp>
          <p:nvSpPr>
            <p:cNvPr id="9" name="四角形: 角を丸くする 8">
              <a:extLst>
                <a:ext uri="{FF2B5EF4-FFF2-40B4-BE49-F238E27FC236}">
                  <a16:creationId xmlns:a16="http://schemas.microsoft.com/office/drawing/2014/main" id="{99E6E48A-6C60-DF48-6AC2-A3B6DB42A3EF}"/>
                </a:ext>
              </a:extLst>
            </p:cNvPr>
            <p:cNvSpPr/>
            <p:nvPr/>
          </p:nvSpPr>
          <p:spPr>
            <a:xfrm>
              <a:off x="11044871" y="4022147"/>
              <a:ext cx="236362" cy="2031812"/>
            </a:xfrm>
            <a:prstGeom prst="roundRect">
              <a:avLst/>
            </a:prstGeom>
            <a:no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 name="四角形: 角を丸くする 9">
              <a:extLst>
                <a:ext uri="{FF2B5EF4-FFF2-40B4-BE49-F238E27FC236}">
                  <a16:creationId xmlns:a16="http://schemas.microsoft.com/office/drawing/2014/main" id="{E3C21993-C899-7CEE-3A60-64B7106DBE6D}"/>
                </a:ext>
              </a:extLst>
            </p:cNvPr>
            <p:cNvSpPr/>
            <p:nvPr/>
          </p:nvSpPr>
          <p:spPr>
            <a:xfrm>
              <a:off x="11066205" y="4094529"/>
              <a:ext cx="193695" cy="571313"/>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14" name="四角形: 角を丸くする 13">
            <a:extLst>
              <a:ext uri="{FF2B5EF4-FFF2-40B4-BE49-F238E27FC236}">
                <a16:creationId xmlns:a16="http://schemas.microsoft.com/office/drawing/2014/main" id="{7FF22D89-CCE6-F269-DB1C-88FAA0D7505E}"/>
              </a:ext>
            </a:extLst>
          </p:cNvPr>
          <p:cNvSpPr/>
          <p:nvPr/>
        </p:nvSpPr>
        <p:spPr>
          <a:xfrm>
            <a:off x="4558118" y="3629946"/>
            <a:ext cx="5102512" cy="619528"/>
          </a:xfrm>
          <a:prstGeom prst="roundRect">
            <a:avLst>
              <a:gd name="adj" fmla="val 9765"/>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7" name="テキスト ボックス 16">
            <a:extLst>
              <a:ext uri="{FF2B5EF4-FFF2-40B4-BE49-F238E27FC236}">
                <a16:creationId xmlns:a16="http://schemas.microsoft.com/office/drawing/2014/main" id="{9A09B65F-8DCB-D504-76A1-D819265B78C2}"/>
              </a:ext>
            </a:extLst>
          </p:cNvPr>
          <p:cNvSpPr txBox="1"/>
          <p:nvPr/>
        </p:nvSpPr>
        <p:spPr>
          <a:xfrm>
            <a:off x="4756598" y="3739655"/>
            <a:ext cx="1723549"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ミッション名</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30" name="グループ化 29">
            <a:extLst>
              <a:ext uri="{FF2B5EF4-FFF2-40B4-BE49-F238E27FC236}">
                <a16:creationId xmlns:a16="http://schemas.microsoft.com/office/drawing/2014/main" id="{60A939F4-E166-B3DA-293B-78A8DF00A6B4}"/>
              </a:ext>
            </a:extLst>
          </p:cNvPr>
          <p:cNvGrpSpPr/>
          <p:nvPr/>
        </p:nvGrpSpPr>
        <p:grpSpPr>
          <a:xfrm>
            <a:off x="4558118" y="4437189"/>
            <a:ext cx="5102512" cy="619528"/>
            <a:chOff x="4560112" y="2357800"/>
            <a:chExt cx="5102512" cy="619528"/>
          </a:xfrm>
        </p:grpSpPr>
        <p:sp>
          <p:nvSpPr>
            <p:cNvPr id="31" name="四角形: 角を丸くする 30">
              <a:extLst>
                <a:ext uri="{FF2B5EF4-FFF2-40B4-BE49-F238E27FC236}">
                  <a16:creationId xmlns:a16="http://schemas.microsoft.com/office/drawing/2014/main" id="{44FAD712-4CCA-08B7-C935-3FF2F6AACFC3}"/>
                </a:ext>
              </a:extLst>
            </p:cNvPr>
            <p:cNvSpPr/>
            <p:nvPr/>
          </p:nvSpPr>
          <p:spPr>
            <a:xfrm>
              <a:off x="4560112" y="2357800"/>
              <a:ext cx="5102512" cy="619528"/>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33" name="グループ化 32">
              <a:extLst>
                <a:ext uri="{FF2B5EF4-FFF2-40B4-BE49-F238E27FC236}">
                  <a16:creationId xmlns:a16="http://schemas.microsoft.com/office/drawing/2014/main" id="{BBDA444E-2B3D-51E7-97A6-A7BC4C97064B}"/>
                </a:ext>
              </a:extLst>
            </p:cNvPr>
            <p:cNvGrpSpPr/>
            <p:nvPr/>
          </p:nvGrpSpPr>
          <p:grpSpPr>
            <a:xfrm>
              <a:off x="7856185" y="2477481"/>
              <a:ext cx="976199" cy="380166"/>
              <a:chOff x="6592795" y="2998878"/>
              <a:chExt cx="976199" cy="380166"/>
            </a:xfrm>
          </p:grpSpPr>
          <p:sp>
            <p:nvSpPr>
              <p:cNvPr id="36" name="二等辺三角形 35">
                <a:extLst>
                  <a:ext uri="{FF2B5EF4-FFF2-40B4-BE49-F238E27FC236}">
                    <a16:creationId xmlns:a16="http://schemas.microsoft.com/office/drawing/2014/main" id="{F97E2023-8BA8-6B13-3FFD-30A0FABAF169}"/>
                  </a:ext>
                </a:extLst>
              </p:cNvPr>
              <p:cNvSpPr/>
              <p:nvPr/>
            </p:nvSpPr>
            <p:spPr>
              <a:xfrm rot="5400000">
                <a:off x="7230628" y="3040678"/>
                <a:ext cx="363430" cy="313302"/>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8" name="テキスト ボックス 37">
                <a:extLst>
                  <a:ext uri="{FF2B5EF4-FFF2-40B4-BE49-F238E27FC236}">
                    <a16:creationId xmlns:a16="http://schemas.microsoft.com/office/drawing/2014/main" id="{ACBB0F07-204C-0474-B35E-0CCB2B8AA8CF}"/>
                  </a:ext>
                </a:extLst>
              </p:cNvPr>
              <p:cNvSpPr txBox="1"/>
              <p:nvPr/>
            </p:nvSpPr>
            <p:spPr>
              <a:xfrm>
                <a:off x="6592795" y="2998878"/>
                <a:ext cx="646332" cy="369332"/>
              </a:xfrm>
              <a:prstGeom prst="rect">
                <a:avLst/>
              </a:prstGeom>
              <a:noFill/>
            </p:spPr>
            <p:txBody>
              <a:bodyPr wrap="none" rtlCol="0">
                <a:spAutoFit/>
              </a:bodyPr>
              <a:lstStyle/>
              <a:p>
                <a:pPr algn="ctr"/>
                <a:r>
                  <a:rPr lang="ja-JP" altLang="en-US">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進む</a:t>
                </a:r>
                <a:endParaRPr kumimoji="1" lang="ja-JP" altLang="en-US"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34" name="テキスト ボックス 33">
              <a:extLst>
                <a:ext uri="{FF2B5EF4-FFF2-40B4-BE49-F238E27FC236}">
                  <a16:creationId xmlns:a16="http://schemas.microsoft.com/office/drawing/2014/main" id="{3B29A6B3-5CFF-37CF-85AB-EE0C9FA2B873}"/>
                </a:ext>
              </a:extLst>
            </p:cNvPr>
            <p:cNvSpPr txBox="1"/>
            <p:nvPr/>
          </p:nvSpPr>
          <p:spPr>
            <a:xfrm>
              <a:off x="4758592" y="2467509"/>
              <a:ext cx="1723549"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ミッション名</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5" name="楕円 34">
              <a:extLst>
                <a:ext uri="{FF2B5EF4-FFF2-40B4-BE49-F238E27FC236}">
                  <a16:creationId xmlns:a16="http://schemas.microsoft.com/office/drawing/2014/main" id="{7F49CEAA-863C-0C4C-E168-DEBC26C3BAFB}"/>
                </a:ext>
              </a:extLst>
            </p:cNvPr>
            <p:cNvSpPr/>
            <p:nvPr/>
          </p:nvSpPr>
          <p:spPr>
            <a:xfrm flipH="1">
              <a:off x="9045928" y="2444807"/>
              <a:ext cx="445515" cy="445515"/>
            </a:xfrm>
            <a:prstGeom prst="ellipse">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48" name="グループ化 47">
            <a:extLst>
              <a:ext uri="{FF2B5EF4-FFF2-40B4-BE49-F238E27FC236}">
                <a16:creationId xmlns:a16="http://schemas.microsoft.com/office/drawing/2014/main" id="{ACA0ADB9-3600-FE50-ED8C-AD61A500AD66}"/>
              </a:ext>
            </a:extLst>
          </p:cNvPr>
          <p:cNvGrpSpPr/>
          <p:nvPr/>
        </p:nvGrpSpPr>
        <p:grpSpPr>
          <a:xfrm>
            <a:off x="4560112" y="5068723"/>
            <a:ext cx="5102512" cy="612948"/>
            <a:chOff x="4560112" y="4475160"/>
            <a:chExt cx="5102512" cy="612948"/>
          </a:xfrm>
        </p:grpSpPr>
        <p:sp>
          <p:nvSpPr>
            <p:cNvPr id="68" name="四角形: 角を丸くする 67">
              <a:extLst>
                <a:ext uri="{FF2B5EF4-FFF2-40B4-BE49-F238E27FC236}">
                  <a16:creationId xmlns:a16="http://schemas.microsoft.com/office/drawing/2014/main" id="{D8C6760A-17C4-6E03-D94B-ADB8D3AA6B11}"/>
                </a:ext>
              </a:extLst>
            </p:cNvPr>
            <p:cNvSpPr/>
            <p:nvPr/>
          </p:nvSpPr>
          <p:spPr>
            <a:xfrm>
              <a:off x="4560112" y="4475160"/>
              <a:ext cx="5102512" cy="612948"/>
            </a:xfrm>
            <a:prstGeom prst="roundRect">
              <a:avLst>
                <a:gd name="adj" fmla="val 9765"/>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0" name="テキスト ボックス 69">
              <a:extLst>
                <a:ext uri="{FF2B5EF4-FFF2-40B4-BE49-F238E27FC236}">
                  <a16:creationId xmlns:a16="http://schemas.microsoft.com/office/drawing/2014/main" id="{51B41370-D1DD-0EB7-40BF-9284FE811137}"/>
                </a:ext>
              </a:extLst>
            </p:cNvPr>
            <p:cNvSpPr txBox="1"/>
            <p:nvPr/>
          </p:nvSpPr>
          <p:spPr>
            <a:xfrm>
              <a:off x="7094056" y="4649681"/>
              <a:ext cx="595035" cy="338554"/>
            </a:xfrm>
            <a:prstGeom prst="rect">
              <a:avLst/>
            </a:prstGeom>
            <a:noFill/>
          </p:spPr>
          <p:txBody>
            <a:bodyPr wrap="none" rtlCol="0">
              <a:spAutoFit/>
            </a:bodyPr>
            <a:lstStyle/>
            <a:p>
              <a:r>
                <a:rPr kumimoji="1"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報酬</a:t>
              </a: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pic>
          <p:nvPicPr>
            <p:cNvPr id="76" name="図 75">
              <a:extLst>
                <a:ext uri="{FF2B5EF4-FFF2-40B4-BE49-F238E27FC236}">
                  <a16:creationId xmlns:a16="http://schemas.microsoft.com/office/drawing/2014/main" id="{757F8283-044B-A6FD-2713-E548C78C6050}"/>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603772" y="4517996"/>
              <a:ext cx="532696" cy="518967"/>
            </a:xfrm>
            <a:prstGeom prst="rect">
              <a:avLst/>
            </a:prstGeom>
          </p:spPr>
        </p:pic>
        <p:sp>
          <p:nvSpPr>
            <p:cNvPr id="78" name="テキスト ボックス 77">
              <a:extLst>
                <a:ext uri="{FF2B5EF4-FFF2-40B4-BE49-F238E27FC236}">
                  <a16:creationId xmlns:a16="http://schemas.microsoft.com/office/drawing/2014/main" id="{FEA6CE6C-DBBB-92A1-6EDD-A78C3D20B4BB}"/>
                </a:ext>
              </a:extLst>
            </p:cNvPr>
            <p:cNvSpPr txBox="1"/>
            <p:nvPr/>
          </p:nvSpPr>
          <p:spPr>
            <a:xfrm>
              <a:off x="7994981" y="4634292"/>
              <a:ext cx="710451" cy="369332"/>
            </a:xfrm>
            <a:prstGeom prst="rect">
              <a:avLst/>
            </a:prstGeom>
            <a:noFill/>
          </p:spPr>
          <p:txBody>
            <a:bodyPr wrap="none" rtlCol="0">
              <a:spAutoFit/>
            </a:bodyPr>
            <a:lstStyle/>
            <a:p>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005</a:t>
              </a: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80" name="テキスト ボックス 79">
              <a:extLst>
                <a:ext uri="{FF2B5EF4-FFF2-40B4-BE49-F238E27FC236}">
                  <a16:creationId xmlns:a16="http://schemas.microsoft.com/office/drawing/2014/main" id="{18E70797-2BE7-ABFA-072C-81CE56761CC2}"/>
                </a:ext>
              </a:extLst>
            </p:cNvPr>
            <p:cNvSpPr txBox="1"/>
            <p:nvPr/>
          </p:nvSpPr>
          <p:spPr>
            <a:xfrm>
              <a:off x="4801094" y="4550802"/>
              <a:ext cx="2146742" cy="461665"/>
            </a:xfrm>
            <a:prstGeom prst="rect">
              <a:avLst/>
            </a:prstGeom>
            <a:noFill/>
          </p:spPr>
          <p:txBody>
            <a:bodyPr wrap="none" rtlCol="0">
              <a:spAutoFit/>
            </a:bodyPr>
            <a:lstStyle/>
            <a:p>
              <a:r>
                <a:rPr kumimoji="1" lang="en-US" altLang="ja-JP"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a:t>
              </a:r>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章</a:t>
              </a:r>
              <a:r>
                <a:rPr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達成</a:t>
              </a:r>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数 </a:t>
              </a:r>
              <a:r>
                <a:rPr kumimoji="1" lang="en-US" altLang="ja-JP" sz="24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10/05</a:t>
              </a:r>
              <a:endParaRPr kumimoji="1" lang="ja-JP" altLang="en-US"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40" name="楕円 39">
            <a:extLst>
              <a:ext uri="{FF2B5EF4-FFF2-40B4-BE49-F238E27FC236}">
                <a16:creationId xmlns:a16="http://schemas.microsoft.com/office/drawing/2014/main" id="{6A2141AC-EC48-3EAB-B1CB-E80CD36B5520}"/>
              </a:ext>
            </a:extLst>
          </p:cNvPr>
          <p:cNvSpPr/>
          <p:nvPr/>
        </p:nvSpPr>
        <p:spPr>
          <a:xfrm>
            <a:off x="8903162" y="5122025"/>
            <a:ext cx="508246" cy="508246"/>
          </a:xfrm>
          <a:prstGeom prst="ellips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2" name="テキスト ボックス 41">
            <a:extLst>
              <a:ext uri="{FF2B5EF4-FFF2-40B4-BE49-F238E27FC236}">
                <a16:creationId xmlns:a16="http://schemas.microsoft.com/office/drawing/2014/main" id="{0762A0F1-A771-1D32-D4D6-092C627CB986}"/>
              </a:ext>
            </a:extLst>
          </p:cNvPr>
          <p:cNvSpPr txBox="1"/>
          <p:nvPr/>
        </p:nvSpPr>
        <p:spPr>
          <a:xfrm>
            <a:off x="8705880" y="5208465"/>
            <a:ext cx="902811" cy="307777"/>
          </a:xfrm>
          <a:prstGeom prst="rect">
            <a:avLst/>
          </a:prstGeom>
          <a:noFill/>
        </p:spPr>
        <p:txBody>
          <a:bodyPr wrap="none" rtlCol="0">
            <a:spAutoFit/>
          </a:bodyPr>
          <a:lstStyle/>
          <a:p>
            <a:pPr algn="ctr"/>
            <a:r>
              <a:rPr lang="ja-JP" altLang="en-US" sz="1400">
                <a:solidFill>
                  <a:schemeClr val="bg1">
                    <a:lumMod val="95000"/>
                  </a:schemeClr>
                </a:solidFill>
                <a:effectLst>
                  <a:glow rad="114300">
                    <a:srgbClr val="FF00FF">
                      <a:alpha val="85000"/>
                    </a:srgbClr>
                  </a:glow>
                </a:effectLst>
                <a:latin typeface="原稿用標準書体" panose="03000503000000000000" pitchFamily="66" charset="-128"/>
                <a:ea typeface="原稿用標準書体" panose="03000503000000000000" pitchFamily="66" charset="-128"/>
                <a:cs typeface="叛逆明朝" panose="02000503000000000000" pitchFamily="2" charset="-128"/>
              </a:rPr>
              <a:t>受け取る</a:t>
            </a:r>
          </a:p>
        </p:txBody>
      </p:sp>
      <p:grpSp>
        <p:nvGrpSpPr>
          <p:cNvPr id="44" name="グループ化 43">
            <a:extLst>
              <a:ext uri="{FF2B5EF4-FFF2-40B4-BE49-F238E27FC236}">
                <a16:creationId xmlns:a16="http://schemas.microsoft.com/office/drawing/2014/main" id="{BEC241E6-33F2-38D7-8910-B118ECD0F0A8}"/>
              </a:ext>
            </a:extLst>
          </p:cNvPr>
          <p:cNvGrpSpPr/>
          <p:nvPr/>
        </p:nvGrpSpPr>
        <p:grpSpPr>
          <a:xfrm>
            <a:off x="9043933" y="3714691"/>
            <a:ext cx="445516" cy="445516"/>
            <a:chOff x="8484520" y="3671796"/>
            <a:chExt cx="730638" cy="730638"/>
          </a:xfrm>
        </p:grpSpPr>
        <p:sp>
          <p:nvSpPr>
            <p:cNvPr id="45" name="楕円 44">
              <a:extLst>
                <a:ext uri="{FF2B5EF4-FFF2-40B4-BE49-F238E27FC236}">
                  <a16:creationId xmlns:a16="http://schemas.microsoft.com/office/drawing/2014/main" id="{8B341A8C-CEF9-A7A2-229E-EC7F6B875D8C}"/>
                </a:ext>
              </a:extLst>
            </p:cNvPr>
            <p:cNvSpPr/>
            <p:nvPr/>
          </p:nvSpPr>
          <p:spPr>
            <a:xfrm flipH="1">
              <a:off x="8484520" y="3671796"/>
              <a:ext cx="730638" cy="730638"/>
            </a:xfrm>
            <a:prstGeom prst="ellipse">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46" name="図 45">
              <a:extLst>
                <a:ext uri="{FF2B5EF4-FFF2-40B4-BE49-F238E27FC236}">
                  <a16:creationId xmlns:a16="http://schemas.microsoft.com/office/drawing/2014/main" id="{7B8A06AE-FF4E-7D57-1D1E-5E0D463F425F}"/>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8603598" y="3867826"/>
              <a:ext cx="502997" cy="377248"/>
            </a:xfrm>
            <a:prstGeom prst="rect">
              <a:avLst/>
            </a:prstGeom>
          </p:spPr>
        </p:pic>
      </p:grpSp>
    </p:spTree>
    <p:extLst>
      <p:ext uri="{BB962C8B-B14F-4D97-AF65-F5344CB8AC3E}">
        <p14:creationId xmlns:p14="http://schemas.microsoft.com/office/powerpoint/2010/main" val="144419787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gradFill flip="none" rotWithShape="1">
          <a:gsLst>
            <a:gs pos="25000">
              <a:schemeClr val="tx1">
                <a:lumMod val="85000"/>
                <a:lumOff val="15000"/>
              </a:schemeClr>
            </a:gs>
            <a:gs pos="78000">
              <a:schemeClr val="tx1">
                <a:lumMod val="85000"/>
                <a:lumOff val="15000"/>
              </a:schemeClr>
            </a:gs>
            <a:gs pos="50000">
              <a:srgbClr val="660066"/>
            </a:gs>
          </a:gsLst>
          <a:lin ang="8100000" scaled="1"/>
          <a:tileRect/>
        </a:gradFill>
        <a:effectLst/>
      </p:bgPr>
    </p:bg>
    <p:spTree>
      <p:nvGrpSpPr>
        <p:cNvPr id="1" name="">
          <a:extLst>
            <a:ext uri="{FF2B5EF4-FFF2-40B4-BE49-F238E27FC236}">
              <a16:creationId xmlns:a16="http://schemas.microsoft.com/office/drawing/2014/main" id="{C8E3BE66-C0AB-3AB4-4755-6F1DFB13ABFF}"/>
            </a:ext>
          </a:extLst>
        </p:cNvPr>
        <p:cNvGrpSpPr/>
        <p:nvPr/>
      </p:nvGrpSpPr>
      <p:grpSpPr>
        <a:xfrm>
          <a:off x="0" y="0"/>
          <a:ext cx="0" cy="0"/>
          <a:chOff x="0" y="0"/>
          <a:chExt cx="0" cy="0"/>
        </a:xfrm>
      </p:grpSpPr>
      <p:sp>
        <p:nvSpPr>
          <p:cNvPr id="37" name="四角形: 角を丸くする 36">
            <a:extLst>
              <a:ext uri="{FF2B5EF4-FFF2-40B4-BE49-F238E27FC236}">
                <a16:creationId xmlns:a16="http://schemas.microsoft.com/office/drawing/2014/main" id="{5443E9F1-3E68-EA28-410F-2BBD81339349}"/>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grpSp>
        <p:nvGrpSpPr>
          <p:cNvPr id="24" name="グループ化 23">
            <a:extLst>
              <a:ext uri="{FF2B5EF4-FFF2-40B4-BE49-F238E27FC236}">
                <a16:creationId xmlns:a16="http://schemas.microsoft.com/office/drawing/2014/main" id="{A9E313D5-87D8-4D11-7C1D-23ACAAA63B57}"/>
              </a:ext>
            </a:extLst>
          </p:cNvPr>
          <p:cNvGrpSpPr/>
          <p:nvPr/>
        </p:nvGrpSpPr>
        <p:grpSpPr>
          <a:xfrm>
            <a:off x="163586" y="134635"/>
            <a:ext cx="1975684" cy="1396119"/>
            <a:chOff x="163586" y="134635"/>
            <a:chExt cx="1975684" cy="1396119"/>
          </a:xfrm>
        </p:grpSpPr>
        <p:grpSp>
          <p:nvGrpSpPr>
            <p:cNvPr id="25" name="グループ化 24">
              <a:extLst>
                <a:ext uri="{FF2B5EF4-FFF2-40B4-BE49-F238E27FC236}">
                  <a16:creationId xmlns:a16="http://schemas.microsoft.com/office/drawing/2014/main" id="{D933F229-9921-B40A-FF5E-65DC2BA2C7E0}"/>
                </a:ext>
              </a:extLst>
            </p:cNvPr>
            <p:cNvGrpSpPr/>
            <p:nvPr/>
          </p:nvGrpSpPr>
          <p:grpSpPr>
            <a:xfrm>
              <a:off x="163586" y="134635"/>
              <a:ext cx="1975684" cy="1396119"/>
              <a:chOff x="163586" y="134635"/>
              <a:chExt cx="1975684" cy="1396119"/>
            </a:xfrm>
          </p:grpSpPr>
          <p:pic>
            <p:nvPicPr>
              <p:cNvPr id="27" name="図 26">
                <a:extLst>
                  <a:ext uri="{FF2B5EF4-FFF2-40B4-BE49-F238E27FC236}">
                    <a16:creationId xmlns:a16="http://schemas.microsoft.com/office/drawing/2014/main" id="{919B36ED-20FF-1172-FBDD-64708D9BABB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8" name="楕円 27">
                <a:extLst>
                  <a:ext uri="{FF2B5EF4-FFF2-40B4-BE49-F238E27FC236}">
                    <a16:creationId xmlns:a16="http://schemas.microsoft.com/office/drawing/2014/main" id="{419C3E43-CA4E-AD40-D568-C07CA3C87150}"/>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6" name="図 25">
              <a:extLst>
                <a:ext uri="{FF2B5EF4-FFF2-40B4-BE49-F238E27FC236}">
                  <a16:creationId xmlns:a16="http://schemas.microsoft.com/office/drawing/2014/main" id="{B29484D3-20B3-347F-112C-794DABE1679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
        <p:nvSpPr>
          <p:cNvPr id="39" name="テキスト ボックス 38">
            <a:extLst>
              <a:ext uri="{FF2B5EF4-FFF2-40B4-BE49-F238E27FC236}">
                <a16:creationId xmlns:a16="http://schemas.microsoft.com/office/drawing/2014/main" id="{F3F56D16-5C71-7EC8-7C8B-FB21C4FA7048}"/>
              </a:ext>
            </a:extLst>
          </p:cNvPr>
          <p:cNvSpPr txBox="1"/>
          <p:nvPr/>
        </p:nvSpPr>
        <p:spPr>
          <a:xfrm>
            <a:off x="1624588" y="641390"/>
            <a:ext cx="146706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ミッション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2" name="四角形: 角を丸くする 1">
            <a:extLst>
              <a:ext uri="{FF2B5EF4-FFF2-40B4-BE49-F238E27FC236}">
                <a16:creationId xmlns:a16="http://schemas.microsoft.com/office/drawing/2014/main" id="{350C1DBE-8A55-5EB8-CE6E-7981D73155A2}"/>
              </a:ext>
            </a:extLst>
          </p:cNvPr>
          <p:cNvSpPr/>
          <p:nvPr/>
        </p:nvSpPr>
        <p:spPr>
          <a:xfrm>
            <a:off x="1698342" y="1908988"/>
            <a:ext cx="8795316" cy="4056319"/>
          </a:xfrm>
          <a:prstGeom prst="roundRect">
            <a:avLst>
              <a:gd name="adj" fmla="val 9765"/>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a:p>
        </p:txBody>
      </p:sp>
      <p:sp>
        <p:nvSpPr>
          <p:cNvPr id="3" name="四角形: 角を丸くする 2">
            <a:extLst>
              <a:ext uri="{FF2B5EF4-FFF2-40B4-BE49-F238E27FC236}">
                <a16:creationId xmlns:a16="http://schemas.microsoft.com/office/drawing/2014/main" id="{6F99C214-4912-C0A9-EC13-591DCF2DECC2}"/>
              </a:ext>
            </a:extLst>
          </p:cNvPr>
          <p:cNvSpPr/>
          <p:nvPr/>
        </p:nvSpPr>
        <p:spPr>
          <a:xfrm>
            <a:off x="2051021" y="3596173"/>
            <a:ext cx="1545081" cy="712577"/>
          </a:xfrm>
          <a:prstGeom prst="roundRect">
            <a:avLst>
              <a:gd name="adj" fmla="val 9765"/>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solidFill>
                  <a:schemeClr val="bg1">
                    <a:lumMod val="95000"/>
                  </a:schemeClr>
                </a:solidFill>
                <a:latin typeface="原稿用標準書体" panose="03000503000000000000" pitchFamily="66" charset="-128"/>
                <a:ea typeface="原稿用標準書体" panose="03000503000000000000" pitchFamily="66" charset="-128"/>
              </a:rPr>
              <a:t>リミット</a:t>
            </a:r>
          </a:p>
        </p:txBody>
      </p:sp>
      <p:sp>
        <p:nvSpPr>
          <p:cNvPr id="4" name="四角形: 角を丸くする 3">
            <a:extLst>
              <a:ext uri="{FF2B5EF4-FFF2-40B4-BE49-F238E27FC236}">
                <a16:creationId xmlns:a16="http://schemas.microsoft.com/office/drawing/2014/main" id="{03FA77BC-F906-F967-1856-05E8F8038D37}"/>
              </a:ext>
            </a:extLst>
          </p:cNvPr>
          <p:cNvSpPr/>
          <p:nvPr/>
        </p:nvSpPr>
        <p:spPr>
          <a:xfrm>
            <a:off x="2051021" y="2452688"/>
            <a:ext cx="1545081" cy="712577"/>
          </a:xfrm>
          <a:prstGeom prst="roundRect">
            <a:avLst>
              <a:gd name="adj" fmla="val 9765"/>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メイン</a:t>
            </a:r>
          </a:p>
        </p:txBody>
      </p:sp>
      <p:sp>
        <p:nvSpPr>
          <p:cNvPr id="6" name="フリーフォーム: 図形 5">
            <a:extLst>
              <a:ext uri="{FF2B5EF4-FFF2-40B4-BE49-F238E27FC236}">
                <a16:creationId xmlns:a16="http://schemas.microsoft.com/office/drawing/2014/main" id="{DABDD9D7-5E93-EBF1-16BC-FD0241BE3429}"/>
              </a:ext>
            </a:extLst>
          </p:cNvPr>
          <p:cNvSpPr/>
          <p:nvPr/>
        </p:nvSpPr>
        <p:spPr>
          <a:xfrm>
            <a:off x="3948781" y="1916140"/>
            <a:ext cx="6544877" cy="4056319"/>
          </a:xfrm>
          <a:custGeom>
            <a:avLst/>
            <a:gdLst>
              <a:gd name="csX0" fmla="*/ 0 w 6544877"/>
              <a:gd name="csY0" fmla="*/ 0 h 4056319"/>
              <a:gd name="csX1" fmla="*/ 6148777 w 6544877"/>
              <a:gd name="csY1" fmla="*/ 0 h 4056319"/>
              <a:gd name="csX2" fmla="*/ 6544877 w 6544877"/>
              <a:gd name="csY2" fmla="*/ 396100 h 4056319"/>
              <a:gd name="csX3" fmla="*/ 6544877 w 6544877"/>
              <a:gd name="csY3" fmla="*/ 3660219 h 4056319"/>
              <a:gd name="csX4" fmla="*/ 6148777 w 6544877"/>
              <a:gd name="csY4" fmla="*/ 4056319 h 4056319"/>
              <a:gd name="csX5" fmla="*/ 0 w 6544877"/>
              <a:gd name="csY5" fmla="*/ 4056319 h 4056319"/>
            </a:gdLst>
            <a:ahLst/>
            <a:cxnLst>
              <a:cxn ang="0">
                <a:pos x="csX0" y="csY0"/>
              </a:cxn>
              <a:cxn ang="0">
                <a:pos x="csX1" y="csY1"/>
              </a:cxn>
              <a:cxn ang="0">
                <a:pos x="csX2" y="csY2"/>
              </a:cxn>
              <a:cxn ang="0">
                <a:pos x="csX3" y="csY3"/>
              </a:cxn>
              <a:cxn ang="0">
                <a:pos x="csX4" y="csY4"/>
              </a:cxn>
              <a:cxn ang="0">
                <a:pos x="csX5" y="csY5"/>
              </a:cxn>
            </a:cxnLst>
            <a:rect l="l" t="t" r="r" b="b"/>
            <a:pathLst>
              <a:path w="6544877" h="4056319">
                <a:moveTo>
                  <a:pt x="0" y="0"/>
                </a:moveTo>
                <a:lnTo>
                  <a:pt x="6148777" y="0"/>
                </a:lnTo>
                <a:cubicBezTo>
                  <a:pt x="6367537" y="0"/>
                  <a:pt x="6544877" y="177340"/>
                  <a:pt x="6544877" y="396100"/>
                </a:cubicBezTo>
                <a:lnTo>
                  <a:pt x="6544877" y="3660219"/>
                </a:lnTo>
                <a:cubicBezTo>
                  <a:pt x="6544877" y="3878979"/>
                  <a:pt x="6367537" y="4056319"/>
                  <a:pt x="6148777" y="4056319"/>
                </a:cubicBezTo>
                <a:lnTo>
                  <a:pt x="0" y="4056319"/>
                </a:lnTo>
                <a:close/>
              </a:path>
            </a:pathLst>
          </a:custGeom>
          <a:solidFill>
            <a:schemeClr val="tx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endParaRPr kumimoji="1" lang="ja-JP" altLang="en-US"/>
          </a:p>
        </p:txBody>
      </p:sp>
      <p:sp>
        <p:nvSpPr>
          <p:cNvPr id="7" name="四角形: 角を丸くする 6">
            <a:extLst>
              <a:ext uri="{FF2B5EF4-FFF2-40B4-BE49-F238E27FC236}">
                <a16:creationId xmlns:a16="http://schemas.microsoft.com/office/drawing/2014/main" id="{87F9E1E9-ED27-B0AF-5F76-A5FA3AFF37B0}"/>
              </a:ext>
            </a:extLst>
          </p:cNvPr>
          <p:cNvSpPr/>
          <p:nvPr/>
        </p:nvSpPr>
        <p:spPr>
          <a:xfrm>
            <a:off x="3287031" y="4748022"/>
            <a:ext cx="1545081" cy="712577"/>
          </a:xfrm>
          <a:prstGeom prst="roundRect">
            <a:avLst>
              <a:gd name="adj" fmla="val 9765"/>
            </a:avLst>
          </a:prstGeom>
          <a:solidFill>
            <a:schemeClr val="tx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8" name="グループ化 7">
            <a:extLst>
              <a:ext uri="{FF2B5EF4-FFF2-40B4-BE49-F238E27FC236}">
                <a16:creationId xmlns:a16="http://schemas.microsoft.com/office/drawing/2014/main" id="{AAA9EA0A-4C80-F2A0-5F61-298FA83884F4}"/>
              </a:ext>
            </a:extLst>
          </p:cNvPr>
          <p:cNvGrpSpPr/>
          <p:nvPr/>
        </p:nvGrpSpPr>
        <p:grpSpPr>
          <a:xfrm>
            <a:off x="10022798" y="2802269"/>
            <a:ext cx="236362" cy="2284060"/>
            <a:chOff x="11044871" y="4022147"/>
            <a:chExt cx="236362" cy="2031812"/>
          </a:xfrm>
        </p:grpSpPr>
        <p:sp>
          <p:nvSpPr>
            <p:cNvPr id="9" name="四角形: 角を丸くする 8">
              <a:extLst>
                <a:ext uri="{FF2B5EF4-FFF2-40B4-BE49-F238E27FC236}">
                  <a16:creationId xmlns:a16="http://schemas.microsoft.com/office/drawing/2014/main" id="{2ED9155A-CA78-AD95-A40B-2430E4023BC4}"/>
                </a:ext>
              </a:extLst>
            </p:cNvPr>
            <p:cNvSpPr/>
            <p:nvPr/>
          </p:nvSpPr>
          <p:spPr>
            <a:xfrm>
              <a:off x="11044871" y="4022147"/>
              <a:ext cx="236362" cy="2031812"/>
            </a:xfrm>
            <a:prstGeom prst="roundRect">
              <a:avLst/>
            </a:prstGeom>
            <a:no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 name="四角形: 角を丸くする 9">
              <a:extLst>
                <a:ext uri="{FF2B5EF4-FFF2-40B4-BE49-F238E27FC236}">
                  <a16:creationId xmlns:a16="http://schemas.microsoft.com/office/drawing/2014/main" id="{3B52C071-DFB9-2F28-C3FE-B2CB43499C2C}"/>
                </a:ext>
              </a:extLst>
            </p:cNvPr>
            <p:cNvSpPr/>
            <p:nvPr/>
          </p:nvSpPr>
          <p:spPr>
            <a:xfrm>
              <a:off x="11066205" y="4094529"/>
              <a:ext cx="193695" cy="571313"/>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36" name="四角形: 角を丸くする 35">
            <a:extLst>
              <a:ext uri="{FF2B5EF4-FFF2-40B4-BE49-F238E27FC236}">
                <a16:creationId xmlns:a16="http://schemas.microsoft.com/office/drawing/2014/main" id="{0F9F0B28-A0C5-9C05-B1F5-C4962485E433}"/>
              </a:ext>
            </a:extLst>
          </p:cNvPr>
          <p:cNvSpPr/>
          <p:nvPr/>
        </p:nvSpPr>
        <p:spPr>
          <a:xfrm>
            <a:off x="4492959" y="3065029"/>
            <a:ext cx="5102512" cy="612948"/>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0" name="四角形: 角を丸くする 39">
            <a:extLst>
              <a:ext uri="{FF2B5EF4-FFF2-40B4-BE49-F238E27FC236}">
                <a16:creationId xmlns:a16="http://schemas.microsoft.com/office/drawing/2014/main" id="{FAAB11CA-3431-DA37-7DA4-169672AEDEB1}"/>
              </a:ext>
            </a:extLst>
          </p:cNvPr>
          <p:cNvSpPr/>
          <p:nvPr/>
        </p:nvSpPr>
        <p:spPr>
          <a:xfrm>
            <a:off x="4492959" y="3735512"/>
            <a:ext cx="5102512" cy="612948"/>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2" name="四角形: 角を丸くする 41">
            <a:extLst>
              <a:ext uri="{FF2B5EF4-FFF2-40B4-BE49-F238E27FC236}">
                <a16:creationId xmlns:a16="http://schemas.microsoft.com/office/drawing/2014/main" id="{3FE242B1-C52E-CF49-DDE0-B24915B7F08C}"/>
              </a:ext>
            </a:extLst>
          </p:cNvPr>
          <p:cNvSpPr/>
          <p:nvPr/>
        </p:nvSpPr>
        <p:spPr>
          <a:xfrm>
            <a:off x="4492959" y="4405995"/>
            <a:ext cx="5102512" cy="612948"/>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5" name="四角形: 角を丸くする 44">
            <a:extLst>
              <a:ext uri="{FF2B5EF4-FFF2-40B4-BE49-F238E27FC236}">
                <a16:creationId xmlns:a16="http://schemas.microsoft.com/office/drawing/2014/main" id="{AE898838-D016-1AF6-E2C0-5D552738ADB8}"/>
              </a:ext>
            </a:extLst>
          </p:cNvPr>
          <p:cNvSpPr/>
          <p:nvPr/>
        </p:nvSpPr>
        <p:spPr>
          <a:xfrm>
            <a:off x="4492959" y="5076477"/>
            <a:ext cx="5102512" cy="612948"/>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9" name="テキスト ボックス 18">
            <a:extLst>
              <a:ext uri="{FF2B5EF4-FFF2-40B4-BE49-F238E27FC236}">
                <a16:creationId xmlns:a16="http://schemas.microsoft.com/office/drawing/2014/main" id="{278345F8-5387-890A-4CB9-70E152A831E3}"/>
              </a:ext>
            </a:extLst>
          </p:cNvPr>
          <p:cNvSpPr txBox="1"/>
          <p:nvPr/>
        </p:nvSpPr>
        <p:spPr>
          <a:xfrm>
            <a:off x="5579712" y="2526174"/>
            <a:ext cx="2929007" cy="369332"/>
          </a:xfrm>
          <a:prstGeom prst="rect">
            <a:avLst/>
          </a:prstGeom>
          <a:noFill/>
        </p:spPr>
        <p:txBody>
          <a:bodyPr wrap="none" rtlCol="0">
            <a:spAutoFit/>
          </a:bodyPr>
          <a:lstStyle/>
          <a:p>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リミットクエスト</a:t>
            </a:r>
            <a:r>
              <a:rPr kumimoji="1"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直近</a:t>
            </a:r>
            <a:r>
              <a:rPr kumimoji="1"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30</a:t>
            </a:r>
            <a:r>
              <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件</a:t>
            </a:r>
            <a:r>
              <a:rPr kumimoji="1"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a:t>
            </a:r>
            <a:endParaRPr kumimoji="1" lang="ja-JP" altLang="en-US"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21" name="テキスト ボックス 20">
            <a:extLst>
              <a:ext uri="{FF2B5EF4-FFF2-40B4-BE49-F238E27FC236}">
                <a16:creationId xmlns:a16="http://schemas.microsoft.com/office/drawing/2014/main" id="{94566961-1513-CB05-89BB-AE7B603417EE}"/>
              </a:ext>
            </a:extLst>
          </p:cNvPr>
          <p:cNvSpPr txBox="1"/>
          <p:nvPr/>
        </p:nvSpPr>
        <p:spPr>
          <a:xfrm>
            <a:off x="6438921" y="3220024"/>
            <a:ext cx="1210588" cy="338554"/>
          </a:xfrm>
          <a:prstGeom prst="rect">
            <a:avLst/>
          </a:prstGeom>
          <a:noFill/>
        </p:spPr>
        <p:txBody>
          <a:bodyPr wrap="none" rtlCol="0">
            <a:spAutoFit/>
          </a:bodyPr>
          <a:lstStyle/>
          <a:p>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クエスト名</a:t>
            </a: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5" name="テキスト ボックス 34">
            <a:extLst>
              <a:ext uri="{FF2B5EF4-FFF2-40B4-BE49-F238E27FC236}">
                <a16:creationId xmlns:a16="http://schemas.microsoft.com/office/drawing/2014/main" id="{1C57603B-53D1-A403-FCD6-068BFB5F0661}"/>
              </a:ext>
            </a:extLst>
          </p:cNvPr>
          <p:cNvSpPr txBox="1"/>
          <p:nvPr/>
        </p:nvSpPr>
        <p:spPr>
          <a:xfrm>
            <a:off x="6438921" y="3885763"/>
            <a:ext cx="1210588" cy="338554"/>
          </a:xfrm>
          <a:prstGeom prst="rect">
            <a:avLst/>
          </a:prstGeom>
          <a:noFill/>
        </p:spPr>
        <p:txBody>
          <a:bodyPr wrap="none" rtlCol="0">
            <a:spAutoFit/>
          </a:bodyPr>
          <a:lstStyle/>
          <a:p>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クエスト名</a:t>
            </a:r>
            <a:endParaRPr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0" name="テキスト ボックス 49">
            <a:extLst>
              <a:ext uri="{FF2B5EF4-FFF2-40B4-BE49-F238E27FC236}">
                <a16:creationId xmlns:a16="http://schemas.microsoft.com/office/drawing/2014/main" id="{B34C28D6-B24C-7C31-C5DD-71958EC3F490}"/>
              </a:ext>
            </a:extLst>
          </p:cNvPr>
          <p:cNvSpPr txBox="1"/>
          <p:nvPr/>
        </p:nvSpPr>
        <p:spPr>
          <a:xfrm>
            <a:off x="6438921" y="4551502"/>
            <a:ext cx="1210588" cy="338554"/>
          </a:xfrm>
          <a:prstGeom prst="rect">
            <a:avLst/>
          </a:prstGeom>
          <a:noFill/>
        </p:spPr>
        <p:txBody>
          <a:bodyPr wrap="none" rtlCol="0">
            <a:spAutoFit/>
          </a:bodyPr>
          <a:lstStyle/>
          <a:p>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クエスト名</a:t>
            </a:r>
            <a:endParaRPr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6" name="テキスト ボックス 55">
            <a:extLst>
              <a:ext uri="{FF2B5EF4-FFF2-40B4-BE49-F238E27FC236}">
                <a16:creationId xmlns:a16="http://schemas.microsoft.com/office/drawing/2014/main" id="{FFA6B779-BDDF-71B7-47F8-5BDCDB1D56D2}"/>
              </a:ext>
            </a:extLst>
          </p:cNvPr>
          <p:cNvSpPr txBox="1"/>
          <p:nvPr/>
        </p:nvSpPr>
        <p:spPr>
          <a:xfrm>
            <a:off x="6438921" y="5217241"/>
            <a:ext cx="1210588" cy="338554"/>
          </a:xfrm>
          <a:prstGeom prst="rect">
            <a:avLst/>
          </a:prstGeom>
          <a:noFill/>
        </p:spPr>
        <p:txBody>
          <a:bodyPr wrap="none" rtlCol="0">
            <a:spAutoFit/>
          </a:bodyPr>
          <a:lstStyle/>
          <a:p>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クエスト名</a:t>
            </a:r>
            <a:endParaRPr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 name="四角形: 角を丸くする 4">
            <a:extLst>
              <a:ext uri="{FF2B5EF4-FFF2-40B4-BE49-F238E27FC236}">
                <a16:creationId xmlns:a16="http://schemas.microsoft.com/office/drawing/2014/main" id="{CA80D194-47F6-F7AD-6805-A34348078E5C}"/>
              </a:ext>
            </a:extLst>
          </p:cNvPr>
          <p:cNvSpPr/>
          <p:nvPr/>
        </p:nvSpPr>
        <p:spPr>
          <a:xfrm>
            <a:off x="2051021" y="4739659"/>
            <a:ext cx="1545081" cy="712577"/>
          </a:xfrm>
          <a:prstGeom prst="roundRect">
            <a:avLst>
              <a:gd name="adj" fmla="val 9765"/>
            </a:avLst>
          </a:prstGeom>
          <a:solidFill>
            <a:schemeClr val="tx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完了済み</a:t>
            </a:r>
          </a:p>
        </p:txBody>
      </p:sp>
      <p:sp>
        <p:nvSpPr>
          <p:cNvPr id="34" name="四角形: 角を丸くする 33">
            <a:extLst>
              <a:ext uri="{FF2B5EF4-FFF2-40B4-BE49-F238E27FC236}">
                <a16:creationId xmlns:a16="http://schemas.microsoft.com/office/drawing/2014/main" id="{749A3132-F725-69B9-42DE-4D239E66428F}"/>
              </a:ext>
            </a:extLst>
          </p:cNvPr>
          <p:cNvSpPr/>
          <p:nvPr/>
        </p:nvSpPr>
        <p:spPr>
          <a:xfrm flipH="1">
            <a:off x="4492959" y="2394546"/>
            <a:ext cx="5102512" cy="612948"/>
          </a:xfrm>
          <a:prstGeom prst="roundRect">
            <a:avLst>
              <a:gd name="adj" fmla="val 9765"/>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3" name="テキスト ボックス 12">
            <a:extLst>
              <a:ext uri="{FF2B5EF4-FFF2-40B4-BE49-F238E27FC236}">
                <a16:creationId xmlns:a16="http://schemas.microsoft.com/office/drawing/2014/main" id="{AF608C91-D683-BAB8-4173-A327773159F5}"/>
              </a:ext>
            </a:extLst>
          </p:cNvPr>
          <p:cNvSpPr txBox="1"/>
          <p:nvPr/>
        </p:nvSpPr>
        <p:spPr>
          <a:xfrm>
            <a:off x="6143968" y="2516354"/>
            <a:ext cx="1800493" cy="369332"/>
          </a:xfrm>
          <a:prstGeom prst="rect">
            <a:avLst/>
          </a:prstGeom>
          <a:noFill/>
        </p:spPr>
        <p:txBody>
          <a:bodyPr wrap="none" rtlCol="0">
            <a:spAutoFit/>
          </a:bodyPr>
          <a:lstStyle/>
          <a:p>
            <a:pPr algn="ctr"/>
            <a:r>
              <a:rPr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メイン</a:t>
            </a:r>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クエスト</a:t>
            </a:r>
            <a:endParaRPr kumimoji="1" lang="ja-JP" altLang="en-US"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Tree>
    <p:extLst>
      <p:ext uri="{BB962C8B-B14F-4D97-AF65-F5344CB8AC3E}">
        <p14:creationId xmlns:p14="http://schemas.microsoft.com/office/powerpoint/2010/main" val="318273628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gradFill>
          <a:gsLst>
            <a:gs pos="25000">
              <a:schemeClr val="tx1">
                <a:lumMod val="85000"/>
                <a:lumOff val="15000"/>
              </a:schemeClr>
            </a:gs>
            <a:gs pos="78000">
              <a:schemeClr val="tx1">
                <a:lumMod val="85000"/>
                <a:lumOff val="15000"/>
              </a:schemeClr>
            </a:gs>
            <a:gs pos="50000">
              <a:srgbClr val="660066"/>
            </a:gs>
          </a:gsLst>
          <a:lin ang="16200000" scaled="1"/>
        </a:gradFill>
        <a:effectLst/>
      </p:bgPr>
    </p:bg>
    <p:spTree>
      <p:nvGrpSpPr>
        <p:cNvPr id="1" name="">
          <a:extLst>
            <a:ext uri="{FF2B5EF4-FFF2-40B4-BE49-F238E27FC236}">
              <a16:creationId xmlns:a16="http://schemas.microsoft.com/office/drawing/2014/main" id="{AA572323-D779-F40E-26CB-EF7820F6CCF4}"/>
            </a:ext>
          </a:extLst>
        </p:cNvPr>
        <p:cNvGrpSpPr/>
        <p:nvPr/>
      </p:nvGrpSpPr>
      <p:grpSpPr>
        <a:xfrm>
          <a:off x="0" y="0"/>
          <a:ext cx="0" cy="0"/>
          <a:chOff x="0" y="0"/>
          <a:chExt cx="0" cy="0"/>
        </a:xfrm>
      </p:grpSpPr>
      <p:sp>
        <p:nvSpPr>
          <p:cNvPr id="13" name="四角形: 角を丸くする 12">
            <a:extLst>
              <a:ext uri="{FF2B5EF4-FFF2-40B4-BE49-F238E27FC236}">
                <a16:creationId xmlns:a16="http://schemas.microsoft.com/office/drawing/2014/main" id="{B7397C98-9F8E-F3A0-48B3-8116B345F3EC}"/>
              </a:ext>
            </a:extLst>
          </p:cNvPr>
          <p:cNvSpPr/>
          <p:nvPr/>
        </p:nvSpPr>
        <p:spPr>
          <a:xfrm>
            <a:off x="1698342" y="1872890"/>
            <a:ext cx="8795316" cy="4056319"/>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a:p>
        </p:txBody>
      </p:sp>
      <p:sp>
        <p:nvSpPr>
          <p:cNvPr id="37" name="四角形: 角を丸くする 36">
            <a:extLst>
              <a:ext uri="{FF2B5EF4-FFF2-40B4-BE49-F238E27FC236}">
                <a16:creationId xmlns:a16="http://schemas.microsoft.com/office/drawing/2014/main" id="{7D36E530-7A51-38E9-AE58-00E327F0CC2E}"/>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grpSp>
        <p:nvGrpSpPr>
          <p:cNvPr id="24" name="グループ化 23">
            <a:extLst>
              <a:ext uri="{FF2B5EF4-FFF2-40B4-BE49-F238E27FC236}">
                <a16:creationId xmlns:a16="http://schemas.microsoft.com/office/drawing/2014/main" id="{7D9FB36E-3E5E-2313-D2D5-369CF982F3A7}"/>
              </a:ext>
            </a:extLst>
          </p:cNvPr>
          <p:cNvGrpSpPr/>
          <p:nvPr/>
        </p:nvGrpSpPr>
        <p:grpSpPr>
          <a:xfrm>
            <a:off x="163586" y="134635"/>
            <a:ext cx="1975684" cy="1396119"/>
            <a:chOff x="163586" y="134635"/>
            <a:chExt cx="1975684" cy="1396119"/>
          </a:xfrm>
        </p:grpSpPr>
        <p:grpSp>
          <p:nvGrpSpPr>
            <p:cNvPr id="25" name="グループ化 24">
              <a:extLst>
                <a:ext uri="{FF2B5EF4-FFF2-40B4-BE49-F238E27FC236}">
                  <a16:creationId xmlns:a16="http://schemas.microsoft.com/office/drawing/2014/main" id="{91386D02-0377-F5DA-F6AC-18D03F17EF5C}"/>
                </a:ext>
              </a:extLst>
            </p:cNvPr>
            <p:cNvGrpSpPr/>
            <p:nvPr/>
          </p:nvGrpSpPr>
          <p:grpSpPr>
            <a:xfrm>
              <a:off x="163586" y="134635"/>
              <a:ext cx="1975684" cy="1396119"/>
              <a:chOff x="163586" y="134635"/>
              <a:chExt cx="1975684" cy="1396119"/>
            </a:xfrm>
          </p:grpSpPr>
          <p:pic>
            <p:nvPicPr>
              <p:cNvPr id="27" name="図 26">
                <a:extLst>
                  <a:ext uri="{FF2B5EF4-FFF2-40B4-BE49-F238E27FC236}">
                    <a16:creationId xmlns:a16="http://schemas.microsoft.com/office/drawing/2014/main" id="{6B9551EA-A90B-6F60-E9C8-991DD17CAA8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8" name="楕円 27">
                <a:extLst>
                  <a:ext uri="{FF2B5EF4-FFF2-40B4-BE49-F238E27FC236}">
                    <a16:creationId xmlns:a16="http://schemas.microsoft.com/office/drawing/2014/main" id="{AB45A69B-3CFC-11FA-68E8-A8D56576A109}"/>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6" name="図 25">
              <a:extLst>
                <a:ext uri="{FF2B5EF4-FFF2-40B4-BE49-F238E27FC236}">
                  <a16:creationId xmlns:a16="http://schemas.microsoft.com/office/drawing/2014/main" id="{8AB0F824-1271-2B7A-B398-1ECDED83EB8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
        <p:nvSpPr>
          <p:cNvPr id="39" name="テキスト ボックス 38">
            <a:extLst>
              <a:ext uri="{FF2B5EF4-FFF2-40B4-BE49-F238E27FC236}">
                <a16:creationId xmlns:a16="http://schemas.microsoft.com/office/drawing/2014/main" id="{5D8406C7-0317-754A-A8C7-3B7213EC5F23}"/>
              </a:ext>
            </a:extLst>
          </p:cNvPr>
          <p:cNvSpPr txBox="1"/>
          <p:nvPr/>
        </p:nvSpPr>
        <p:spPr>
          <a:xfrm>
            <a:off x="1752829" y="641390"/>
            <a:ext cx="1210588" cy="400110"/>
          </a:xfrm>
          <a:prstGeom prst="rect">
            <a:avLst/>
          </a:prstGeom>
          <a:noFill/>
        </p:spPr>
        <p:txBody>
          <a:bodyPr wrap="none" rtlCol="0">
            <a:spAutoFit/>
          </a:bodyPr>
          <a:lstStyle/>
          <a:p>
            <a:pPr algn="ctr"/>
            <a:r>
              <a:rPr kumimoji="1"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アイテム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 name="四角形: 角を丸くする 4">
            <a:extLst>
              <a:ext uri="{FF2B5EF4-FFF2-40B4-BE49-F238E27FC236}">
                <a16:creationId xmlns:a16="http://schemas.microsoft.com/office/drawing/2014/main" id="{9E27B92E-49A7-15C6-E675-44385D7A71C8}"/>
              </a:ext>
            </a:extLst>
          </p:cNvPr>
          <p:cNvSpPr/>
          <p:nvPr/>
        </p:nvSpPr>
        <p:spPr>
          <a:xfrm>
            <a:off x="2051021" y="3560075"/>
            <a:ext cx="1545081" cy="712577"/>
          </a:xfrm>
          <a:prstGeom prst="roundRect">
            <a:avLst>
              <a:gd name="adj" fmla="val 9765"/>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素材</a:t>
            </a:r>
          </a:p>
        </p:txBody>
      </p:sp>
      <p:sp>
        <p:nvSpPr>
          <p:cNvPr id="7" name="四角形: 角を丸くする 6">
            <a:extLst>
              <a:ext uri="{FF2B5EF4-FFF2-40B4-BE49-F238E27FC236}">
                <a16:creationId xmlns:a16="http://schemas.microsoft.com/office/drawing/2014/main" id="{56912DF2-50E1-517C-F896-70A528CA772B}"/>
              </a:ext>
            </a:extLst>
          </p:cNvPr>
          <p:cNvSpPr/>
          <p:nvPr/>
        </p:nvSpPr>
        <p:spPr>
          <a:xfrm>
            <a:off x="2051021" y="2416590"/>
            <a:ext cx="1545081"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rPr>
              <a:t>消費</a:t>
            </a:r>
          </a:p>
        </p:txBody>
      </p:sp>
      <p:sp>
        <p:nvSpPr>
          <p:cNvPr id="9" name="四角形: 角を丸くする 8">
            <a:extLst>
              <a:ext uri="{FF2B5EF4-FFF2-40B4-BE49-F238E27FC236}">
                <a16:creationId xmlns:a16="http://schemas.microsoft.com/office/drawing/2014/main" id="{8485DD89-036E-36BF-07C2-C2A6AD6BB48F}"/>
              </a:ext>
            </a:extLst>
          </p:cNvPr>
          <p:cNvSpPr/>
          <p:nvPr/>
        </p:nvSpPr>
        <p:spPr>
          <a:xfrm>
            <a:off x="2051021" y="4703561"/>
            <a:ext cx="1545081" cy="712577"/>
          </a:xfrm>
          <a:prstGeom prst="roundRect">
            <a:avLst>
              <a:gd name="adj" fmla="val 9765"/>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ストーリー</a:t>
            </a:r>
          </a:p>
        </p:txBody>
      </p:sp>
      <p:sp>
        <p:nvSpPr>
          <p:cNvPr id="19" name="フリーフォーム: 図形 18">
            <a:extLst>
              <a:ext uri="{FF2B5EF4-FFF2-40B4-BE49-F238E27FC236}">
                <a16:creationId xmlns:a16="http://schemas.microsoft.com/office/drawing/2014/main" id="{340D1AA8-475A-CEF4-B85B-F945038FAE98}"/>
              </a:ext>
            </a:extLst>
          </p:cNvPr>
          <p:cNvSpPr/>
          <p:nvPr/>
        </p:nvSpPr>
        <p:spPr>
          <a:xfrm>
            <a:off x="3948781" y="1880042"/>
            <a:ext cx="6544877" cy="4056319"/>
          </a:xfrm>
          <a:custGeom>
            <a:avLst/>
            <a:gdLst>
              <a:gd name="csX0" fmla="*/ 0 w 6544877"/>
              <a:gd name="csY0" fmla="*/ 0 h 4056319"/>
              <a:gd name="csX1" fmla="*/ 6148777 w 6544877"/>
              <a:gd name="csY1" fmla="*/ 0 h 4056319"/>
              <a:gd name="csX2" fmla="*/ 6544877 w 6544877"/>
              <a:gd name="csY2" fmla="*/ 396100 h 4056319"/>
              <a:gd name="csX3" fmla="*/ 6544877 w 6544877"/>
              <a:gd name="csY3" fmla="*/ 3660219 h 4056319"/>
              <a:gd name="csX4" fmla="*/ 6148777 w 6544877"/>
              <a:gd name="csY4" fmla="*/ 4056319 h 4056319"/>
              <a:gd name="csX5" fmla="*/ 0 w 6544877"/>
              <a:gd name="csY5" fmla="*/ 4056319 h 4056319"/>
            </a:gdLst>
            <a:ahLst/>
            <a:cxnLst>
              <a:cxn ang="0">
                <a:pos x="csX0" y="csY0"/>
              </a:cxn>
              <a:cxn ang="0">
                <a:pos x="csX1" y="csY1"/>
              </a:cxn>
              <a:cxn ang="0">
                <a:pos x="csX2" y="csY2"/>
              </a:cxn>
              <a:cxn ang="0">
                <a:pos x="csX3" y="csY3"/>
              </a:cxn>
              <a:cxn ang="0">
                <a:pos x="csX4" y="csY4"/>
              </a:cxn>
              <a:cxn ang="0">
                <a:pos x="csX5" y="csY5"/>
              </a:cxn>
            </a:cxnLst>
            <a:rect l="l" t="t" r="r" b="b"/>
            <a:pathLst>
              <a:path w="6544877" h="4056319">
                <a:moveTo>
                  <a:pt x="0" y="0"/>
                </a:moveTo>
                <a:lnTo>
                  <a:pt x="6148777" y="0"/>
                </a:lnTo>
                <a:cubicBezTo>
                  <a:pt x="6367537" y="0"/>
                  <a:pt x="6544877" y="177340"/>
                  <a:pt x="6544877" y="396100"/>
                </a:cubicBezTo>
                <a:lnTo>
                  <a:pt x="6544877" y="3660219"/>
                </a:lnTo>
                <a:cubicBezTo>
                  <a:pt x="6544877" y="3878979"/>
                  <a:pt x="6367537" y="4056319"/>
                  <a:pt x="6148777" y="4056319"/>
                </a:cubicBezTo>
                <a:lnTo>
                  <a:pt x="0" y="4056319"/>
                </a:lnTo>
                <a:close/>
              </a:path>
            </a:pathLst>
          </a:cu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endParaRPr kumimoji="1" lang="ja-JP" altLang="en-US"/>
          </a:p>
        </p:txBody>
      </p:sp>
      <p:sp>
        <p:nvSpPr>
          <p:cNvPr id="23" name="四角形: 角を丸くする 22">
            <a:extLst>
              <a:ext uri="{FF2B5EF4-FFF2-40B4-BE49-F238E27FC236}">
                <a16:creationId xmlns:a16="http://schemas.microsoft.com/office/drawing/2014/main" id="{2B864CB2-BDAF-EDBB-34CA-3F87F4F22926}"/>
              </a:ext>
            </a:extLst>
          </p:cNvPr>
          <p:cNvSpPr/>
          <p:nvPr/>
        </p:nvSpPr>
        <p:spPr>
          <a:xfrm>
            <a:off x="3287031" y="2416589"/>
            <a:ext cx="1545081"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40" name="グループ化 39">
            <a:extLst>
              <a:ext uri="{FF2B5EF4-FFF2-40B4-BE49-F238E27FC236}">
                <a16:creationId xmlns:a16="http://schemas.microsoft.com/office/drawing/2014/main" id="{2926912B-432F-B3CE-7557-F1D695F43D79}"/>
              </a:ext>
            </a:extLst>
          </p:cNvPr>
          <p:cNvGrpSpPr/>
          <p:nvPr/>
        </p:nvGrpSpPr>
        <p:grpSpPr>
          <a:xfrm>
            <a:off x="10022798" y="2766171"/>
            <a:ext cx="236362" cy="2284060"/>
            <a:chOff x="11044871" y="4022147"/>
            <a:chExt cx="236362" cy="2031812"/>
          </a:xfrm>
        </p:grpSpPr>
        <p:sp>
          <p:nvSpPr>
            <p:cNvPr id="41" name="四角形: 角を丸くする 40">
              <a:extLst>
                <a:ext uri="{FF2B5EF4-FFF2-40B4-BE49-F238E27FC236}">
                  <a16:creationId xmlns:a16="http://schemas.microsoft.com/office/drawing/2014/main" id="{F5B69149-2665-DFAB-42B2-E6031FBA44F6}"/>
                </a:ext>
              </a:extLst>
            </p:cNvPr>
            <p:cNvSpPr/>
            <p:nvPr/>
          </p:nvSpPr>
          <p:spPr>
            <a:xfrm>
              <a:off x="11044871" y="4022147"/>
              <a:ext cx="236362" cy="2031812"/>
            </a:xfrm>
            <a:prstGeom prst="roundRect">
              <a:avLst/>
            </a:prstGeom>
            <a:no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2" name="四角形: 角を丸くする 41">
              <a:extLst>
                <a:ext uri="{FF2B5EF4-FFF2-40B4-BE49-F238E27FC236}">
                  <a16:creationId xmlns:a16="http://schemas.microsoft.com/office/drawing/2014/main" id="{2596B523-9803-DE99-4B0B-B50DC154BC49}"/>
                </a:ext>
              </a:extLst>
            </p:cNvPr>
            <p:cNvSpPr/>
            <p:nvPr/>
          </p:nvSpPr>
          <p:spPr>
            <a:xfrm>
              <a:off x="11066205" y="4094529"/>
              <a:ext cx="193695" cy="571313"/>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74" name="グループ化 73">
            <a:extLst>
              <a:ext uri="{FF2B5EF4-FFF2-40B4-BE49-F238E27FC236}">
                <a16:creationId xmlns:a16="http://schemas.microsoft.com/office/drawing/2014/main" id="{6827B2CD-B426-C142-C1B4-FB7701D27181}"/>
              </a:ext>
            </a:extLst>
          </p:cNvPr>
          <p:cNvGrpSpPr/>
          <p:nvPr/>
        </p:nvGrpSpPr>
        <p:grpSpPr>
          <a:xfrm>
            <a:off x="4461820" y="2260336"/>
            <a:ext cx="5047940" cy="3295731"/>
            <a:chOff x="4567606" y="1712966"/>
            <a:chExt cx="5047940" cy="3295731"/>
          </a:xfrm>
        </p:grpSpPr>
        <p:grpSp>
          <p:nvGrpSpPr>
            <p:cNvPr id="38" name="グループ化 37">
              <a:extLst>
                <a:ext uri="{FF2B5EF4-FFF2-40B4-BE49-F238E27FC236}">
                  <a16:creationId xmlns:a16="http://schemas.microsoft.com/office/drawing/2014/main" id="{FACFAB4C-5106-2B40-6D47-A00485D157A2}"/>
                </a:ext>
              </a:extLst>
            </p:cNvPr>
            <p:cNvGrpSpPr/>
            <p:nvPr/>
          </p:nvGrpSpPr>
          <p:grpSpPr>
            <a:xfrm>
              <a:off x="4567606" y="1712966"/>
              <a:ext cx="995006" cy="3295731"/>
              <a:chOff x="4567605" y="1871153"/>
              <a:chExt cx="995006" cy="3295731"/>
            </a:xfrm>
          </p:grpSpPr>
          <p:sp>
            <p:nvSpPr>
              <p:cNvPr id="31" name="四角形: 角を丸くする 30">
                <a:extLst>
                  <a:ext uri="{FF2B5EF4-FFF2-40B4-BE49-F238E27FC236}">
                    <a16:creationId xmlns:a16="http://schemas.microsoft.com/office/drawing/2014/main" id="{20FF95B5-0B36-8413-B0F9-ECC1416C6EF2}"/>
                  </a:ext>
                </a:extLst>
              </p:cNvPr>
              <p:cNvSpPr/>
              <p:nvPr/>
            </p:nvSpPr>
            <p:spPr>
              <a:xfrm>
                <a:off x="4567606" y="1871153"/>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4" name="四角形: 角を丸くする 33">
                <a:extLst>
                  <a:ext uri="{FF2B5EF4-FFF2-40B4-BE49-F238E27FC236}">
                    <a16:creationId xmlns:a16="http://schemas.microsoft.com/office/drawing/2014/main" id="{8A2EB264-9727-AD79-BC61-6C79A8AF2D99}"/>
                  </a:ext>
                </a:extLst>
              </p:cNvPr>
              <p:cNvSpPr/>
              <p:nvPr/>
            </p:nvSpPr>
            <p:spPr>
              <a:xfrm>
                <a:off x="4567606" y="3030482"/>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6" name="四角形: 角を丸くする 35">
                <a:extLst>
                  <a:ext uri="{FF2B5EF4-FFF2-40B4-BE49-F238E27FC236}">
                    <a16:creationId xmlns:a16="http://schemas.microsoft.com/office/drawing/2014/main" id="{8EFD19C0-51DF-AB56-7B08-E3529E9D66DE}"/>
                  </a:ext>
                </a:extLst>
              </p:cNvPr>
              <p:cNvSpPr/>
              <p:nvPr/>
            </p:nvSpPr>
            <p:spPr>
              <a:xfrm>
                <a:off x="4567605" y="4188701"/>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44" name="グループ化 43">
              <a:extLst>
                <a:ext uri="{FF2B5EF4-FFF2-40B4-BE49-F238E27FC236}">
                  <a16:creationId xmlns:a16="http://schemas.microsoft.com/office/drawing/2014/main" id="{0D67433C-4E7C-FAF0-AB00-A9D3A4CDF407}"/>
                </a:ext>
              </a:extLst>
            </p:cNvPr>
            <p:cNvGrpSpPr/>
            <p:nvPr/>
          </p:nvGrpSpPr>
          <p:grpSpPr>
            <a:xfrm>
              <a:off x="5918584" y="1712966"/>
              <a:ext cx="995006" cy="3295731"/>
              <a:chOff x="4567605" y="1871153"/>
              <a:chExt cx="995006" cy="3295731"/>
            </a:xfrm>
          </p:grpSpPr>
          <p:sp>
            <p:nvSpPr>
              <p:cNvPr id="54" name="四角形: 角を丸くする 53">
                <a:extLst>
                  <a:ext uri="{FF2B5EF4-FFF2-40B4-BE49-F238E27FC236}">
                    <a16:creationId xmlns:a16="http://schemas.microsoft.com/office/drawing/2014/main" id="{179132A3-B350-F122-780D-449D6DBEC740}"/>
                  </a:ext>
                </a:extLst>
              </p:cNvPr>
              <p:cNvSpPr/>
              <p:nvPr/>
            </p:nvSpPr>
            <p:spPr>
              <a:xfrm>
                <a:off x="4567606" y="1871153"/>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6" name="四角形: 角を丸くする 55">
                <a:extLst>
                  <a:ext uri="{FF2B5EF4-FFF2-40B4-BE49-F238E27FC236}">
                    <a16:creationId xmlns:a16="http://schemas.microsoft.com/office/drawing/2014/main" id="{1DA7D877-6CE4-7893-699D-08DAC4AA858B}"/>
                  </a:ext>
                </a:extLst>
              </p:cNvPr>
              <p:cNvSpPr/>
              <p:nvPr/>
            </p:nvSpPr>
            <p:spPr>
              <a:xfrm>
                <a:off x="4567606" y="3030482"/>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8" name="四角形: 角を丸くする 57">
                <a:extLst>
                  <a:ext uri="{FF2B5EF4-FFF2-40B4-BE49-F238E27FC236}">
                    <a16:creationId xmlns:a16="http://schemas.microsoft.com/office/drawing/2014/main" id="{CF211A50-4D20-59C1-BE54-722664E39931}"/>
                  </a:ext>
                </a:extLst>
              </p:cNvPr>
              <p:cNvSpPr/>
              <p:nvPr/>
            </p:nvSpPr>
            <p:spPr>
              <a:xfrm>
                <a:off x="4567605" y="4188701"/>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60" name="グループ化 59">
              <a:extLst>
                <a:ext uri="{FF2B5EF4-FFF2-40B4-BE49-F238E27FC236}">
                  <a16:creationId xmlns:a16="http://schemas.microsoft.com/office/drawing/2014/main" id="{086DBC2B-FA3E-213D-7393-44C44C99A0FE}"/>
                </a:ext>
              </a:extLst>
            </p:cNvPr>
            <p:cNvGrpSpPr/>
            <p:nvPr/>
          </p:nvGrpSpPr>
          <p:grpSpPr>
            <a:xfrm>
              <a:off x="7269562" y="1712966"/>
              <a:ext cx="995006" cy="3295731"/>
              <a:chOff x="4567605" y="1871153"/>
              <a:chExt cx="995006" cy="3295731"/>
            </a:xfrm>
          </p:grpSpPr>
          <p:sp>
            <p:nvSpPr>
              <p:cNvPr id="62" name="四角形: 角を丸くする 61">
                <a:extLst>
                  <a:ext uri="{FF2B5EF4-FFF2-40B4-BE49-F238E27FC236}">
                    <a16:creationId xmlns:a16="http://schemas.microsoft.com/office/drawing/2014/main" id="{DBA4BF31-3648-91AD-9ABA-A9AECB41A711}"/>
                  </a:ext>
                </a:extLst>
              </p:cNvPr>
              <p:cNvSpPr/>
              <p:nvPr/>
            </p:nvSpPr>
            <p:spPr>
              <a:xfrm>
                <a:off x="4567606" y="1871153"/>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64" name="四角形: 角を丸くする 63">
                <a:extLst>
                  <a:ext uri="{FF2B5EF4-FFF2-40B4-BE49-F238E27FC236}">
                    <a16:creationId xmlns:a16="http://schemas.microsoft.com/office/drawing/2014/main" id="{4F447607-C880-7B64-6B36-2644C6323375}"/>
                  </a:ext>
                </a:extLst>
              </p:cNvPr>
              <p:cNvSpPr/>
              <p:nvPr/>
            </p:nvSpPr>
            <p:spPr>
              <a:xfrm>
                <a:off x="4567606" y="3030482"/>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67" name="四角形: 角を丸くする 66">
                <a:extLst>
                  <a:ext uri="{FF2B5EF4-FFF2-40B4-BE49-F238E27FC236}">
                    <a16:creationId xmlns:a16="http://schemas.microsoft.com/office/drawing/2014/main" id="{D4CA1B55-EA35-C282-0600-A87EC455DCCA}"/>
                  </a:ext>
                </a:extLst>
              </p:cNvPr>
              <p:cNvSpPr/>
              <p:nvPr/>
            </p:nvSpPr>
            <p:spPr>
              <a:xfrm>
                <a:off x="4567605" y="4188701"/>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68" name="グループ化 67">
              <a:extLst>
                <a:ext uri="{FF2B5EF4-FFF2-40B4-BE49-F238E27FC236}">
                  <a16:creationId xmlns:a16="http://schemas.microsoft.com/office/drawing/2014/main" id="{0F259247-7D6C-7719-BC5C-6701D225E0E6}"/>
                </a:ext>
              </a:extLst>
            </p:cNvPr>
            <p:cNvGrpSpPr/>
            <p:nvPr/>
          </p:nvGrpSpPr>
          <p:grpSpPr>
            <a:xfrm>
              <a:off x="8620540" y="1712966"/>
              <a:ext cx="995006" cy="3295731"/>
              <a:chOff x="4567605" y="1871153"/>
              <a:chExt cx="995006" cy="3295731"/>
            </a:xfrm>
          </p:grpSpPr>
          <p:sp>
            <p:nvSpPr>
              <p:cNvPr id="70" name="四角形: 角を丸くする 69">
                <a:extLst>
                  <a:ext uri="{FF2B5EF4-FFF2-40B4-BE49-F238E27FC236}">
                    <a16:creationId xmlns:a16="http://schemas.microsoft.com/office/drawing/2014/main" id="{746119B8-53FB-984C-A356-54574B3E515E}"/>
                  </a:ext>
                </a:extLst>
              </p:cNvPr>
              <p:cNvSpPr/>
              <p:nvPr/>
            </p:nvSpPr>
            <p:spPr>
              <a:xfrm>
                <a:off x="4567606" y="1871153"/>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2" name="四角形: 角を丸くする 71">
                <a:extLst>
                  <a:ext uri="{FF2B5EF4-FFF2-40B4-BE49-F238E27FC236}">
                    <a16:creationId xmlns:a16="http://schemas.microsoft.com/office/drawing/2014/main" id="{1349EA88-2921-DC76-893F-17639AADDBF8}"/>
                  </a:ext>
                </a:extLst>
              </p:cNvPr>
              <p:cNvSpPr/>
              <p:nvPr/>
            </p:nvSpPr>
            <p:spPr>
              <a:xfrm>
                <a:off x="4567606" y="3030482"/>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3" name="四角形: 角を丸くする 72">
                <a:extLst>
                  <a:ext uri="{FF2B5EF4-FFF2-40B4-BE49-F238E27FC236}">
                    <a16:creationId xmlns:a16="http://schemas.microsoft.com/office/drawing/2014/main" id="{45B5E4F8-F252-C679-2901-DAFD48D3D3A4}"/>
                  </a:ext>
                </a:extLst>
              </p:cNvPr>
              <p:cNvSpPr/>
              <p:nvPr/>
            </p:nvSpPr>
            <p:spPr>
              <a:xfrm>
                <a:off x="4567605" y="4188701"/>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grpSp>
        <p:nvGrpSpPr>
          <p:cNvPr id="2" name="グループ化 1">
            <a:extLst>
              <a:ext uri="{FF2B5EF4-FFF2-40B4-BE49-F238E27FC236}">
                <a16:creationId xmlns:a16="http://schemas.microsoft.com/office/drawing/2014/main" id="{9F1C2D7B-0DF7-6257-932B-A2B37F5C4C28}"/>
              </a:ext>
            </a:extLst>
          </p:cNvPr>
          <p:cNvGrpSpPr/>
          <p:nvPr/>
        </p:nvGrpSpPr>
        <p:grpSpPr>
          <a:xfrm>
            <a:off x="0" y="-1"/>
            <a:ext cx="12192000" cy="6858001"/>
            <a:chOff x="0" y="-1"/>
            <a:chExt cx="12192000" cy="6858001"/>
          </a:xfrm>
        </p:grpSpPr>
        <p:sp>
          <p:nvSpPr>
            <p:cNvPr id="3" name="正方形/長方形 2">
              <a:extLst>
                <a:ext uri="{FF2B5EF4-FFF2-40B4-BE49-F238E27FC236}">
                  <a16:creationId xmlns:a16="http://schemas.microsoft.com/office/drawing/2014/main" id="{294D5940-B1B2-F79D-1214-540D56CC7EBA}"/>
                </a:ext>
              </a:extLst>
            </p:cNvPr>
            <p:cNvSpPr>
              <a:spLocks/>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 name="四角形: 角を丸くする 3">
              <a:extLst>
                <a:ext uri="{FF2B5EF4-FFF2-40B4-BE49-F238E27FC236}">
                  <a16:creationId xmlns:a16="http://schemas.microsoft.com/office/drawing/2014/main" id="{BF353A65-07B3-AD4D-464C-CABA7513714A}"/>
                </a:ext>
              </a:extLst>
            </p:cNvPr>
            <p:cNvSpPr/>
            <p:nvPr/>
          </p:nvSpPr>
          <p:spPr>
            <a:xfrm>
              <a:off x="3159740" y="1541088"/>
              <a:ext cx="5872517" cy="3640397"/>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四角形: 角を丸くする 5">
              <a:extLst>
                <a:ext uri="{FF2B5EF4-FFF2-40B4-BE49-F238E27FC236}">
                  <a16:creationId xmlns:a16="http://schemas.microsoft.com/office/drawing/2014/main" id="{F86B7D7B-646C-B729-37E2-50CB291C50EC}"/>
                </a:ext>
              </a:extLst>
            </p:cNvPr>
            <p:cNvSpPr/>
            <p:nvPr/>
          </p:nvSpPr>
          <p:spPr>
            <a:xfrm>
              <a:off x="5026886" y="4236816"/>
              <a:ext cx="2138224" cy="767022"/>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a:latin typeface="和音 Joyo R" panose="00000500000000000000" pitchFamily="50" charset="-128"/>
                  <a:ea typeface="和音 Joyo R" panose="00000500000000000000" pitchFamily="50" charset="-128"/>
                </a:rPr>
                <a:t>閉じる</a:t>
              </a:r>
              <a:endParaRPr kumimoji="1" lang="ja-JP" altLang="en-US" sz="2400" dirty="0">
                <a:latin typeface="和音 Joyo R" panose="00000500000000000000" pitchFamily="50" charset="-128"/>
                <a:ea typeface="和音 Joyo R" panose="00000500000000000000" pitchFamily="50" charset="-128"/>
              </a:endParaRPr>
            </a:p>
          </p:txBody>
        </p:sp>
        <p:sp>
          <p:nvSpPr>
            <p:cNvPr id="8" name="四角形: 角を丸くする 7">
              <a:extLst>
                <a:ext uri="{FF2B5EF4-FFF2-40B4-BE49-F238E27FC236}">
                  <a16:creationId xmlns:a16="http://schemas.microsoft.com/office/drawing/2014/main" id="{91A250BB-A02A-F8E3-3055-F265737E42DA}"/>
                </a:ext>
              </a:extLst>
            </p:cNvPr>
            <p:cNvSpPr/>
            <p:nvPr/>
          </p:nvSpPr>
          <p:spPr>
            <a:xfrm>
              <a:off x="5598495" y="1697199"/>
              <a:ext cx="995005" cy="978183"/>
            </a:xfrm>
            <a:prstGeom prst="roundRect">
              <a:avLst>
                <a:gd name="adj" fmla="val 9765"/>
              </a:avLst>
            </a:prstGeom>
            <a:solidFill>
              <a:schemeClr val="bg1">
                <a:lumMod val="95000"/>
              </a:schemeClr>
            </a:solid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 name="テキスト ボックス 9">
              <a:extLst>
                <a:ext uri="{FF2B5EF4-FFF2-40B4-BE49-F238E27FC236}">
                  <a16:creationId xmlns:a16="http://schemas.microsoft.com/office/drawing/2014/main" id="{18124C3C-FFAD-193C-BFF7-71DB9948A3CE}"/>
                </a:ext>
              </a:extLst>
            </p:cNvPr>
            <p:cNvSpPr txBox="1"/>
            <p:nvPr/>
          </p:nvSpPr>
          <p:spPr>
            <a:xfrm>
              <a:off x="5490704" y="2710463"/>
              <a:ext cx="1210588" cy="338554"/>
            </a:xfrm>
            <a:prstGeom prst="rect">
              <a:avLst/>
            </a:prstGeom>
            <a:noFill/>
          </p:spPr>
          <p:txBody>
            <a:bodyPr wrap="none" rtlCol="0">
              <a:spAutoFit/>
            </a:bodyPr>
            <a:lstStyle/>
            <a:p>
              <a:pPr algn="ctr"/>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アイテム名</a:t>
              </a: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1" name="正方形/長方形 10">
              <a:extLst>
                <a:ext uri="{FF2B5EF4-FFF2-40B4-BE49-F238E27FC236}">
                  <a16:creationId xmlns:a16="http://schemas.microsoft.com/office/drawing/2014/main" id="{E465191C-5B74-B4F1-81B3-6A1A77D433C4}"/>
                </a:ext>
              </a:extLst>
            </p:cNvPr>
            <p:cNvSpPr/>
            <p:nvPr/>
          </p:nvSpPr>
          <p:spPr>
            <a:xfrm>
              <a:off x="3159741" y="3069961"/>
              <a:ext cx="5872516" cy="598183"/>
            </a:xfrm>
            <a:prstGeom prst="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テキスト ボックス 11">
              <a:extLst>
                <a:ext uri="{FF2B5EF4-FFF2-40B4-BE49-F238E27FC236}">
                  <a16:creationId xmlns:a16="http://schemas.microsoft.com/office/drawing/2014/main" id="{C22F867A-4A2D-6D96-C3F8-B0A732596FE4}"/>
                </a:ext>
              </a:extLst>
            </p:cNvPr>
            <p:cNvSpPr txBox="1"/>
            <p:nvPr/>
          </p:nvSpPr>
          <p:spPr>
            <a:xfrm>
              <a:off x="3363458" y="3147749"/>
              <a:ext cx="5465082" cy="461665"/>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説明テキスト説明テキスト説明テキスト説明テキスト説明テキスト</a:t>
              </a:r>
            </a:p>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説明テキスト説明テキスト説明テキスト説明テキスト説明テキスト</a:t>
              </a:r>
            </a:p>
          </p:txBody>
        </p:sp>
        <p:sp>
          <p:nvSpPr>
            <p:cNvPr id="14" name="四角形: 角を丸くする 13">
              <a:extLst>
                <a:ext uri="{FF2B5EF4-FFF2-40B4-BE49-F238E27FC236}">
                  <a16:creationId xmlns:a16="http://schemas.microsoft.com/office/drawing/2014/main" id="{B6F1E28A-05BF-B560-053C-E356DC3D1015}"/>
                </a:ext>
              </a:extLst>
            </p:cNvPr>
            <p:cNvSpPr/>
            <p:nvPr/>
          </p:nvSpPr>
          <p:spPr>
            <a:xfrm>
              <a:off x="5239260" y="3796899"/>
              <a:ext cx="698274" cy="348144"/>
            </a:xfrm>
            <a:prstGeom prst="round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テキスト ボックス 14">
              <a:extLst>
                <a:ext uri="{FF2B5EF4-FFF2-40B4-BE49-F238E27FC236}">
                  <a16:creationId xmlns:a16="http://schemas.microsoft.com/office/drawing/2014/main" id="{1C4AAF11-560D-3992-8DE3-DFB3567ADC7D}"/>
                </a:ext>
              </a:extLst>
            </p:cNvPr>
            <p:cNvSpPr txBox="1"/>
            <p:nvPr/>
          </p:nvSpPr>
          <p:spPr>
            <a:xfrm>
              <a:off x="5068663" y="3821731"/>
              <a:ext cx="1039469"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所持数</a:t>
              </a:r>
            </a:p>
          </p:txBody>
        </p:sp>
        <p:sp>
          <p:nvSpPr>
            <p:cNvPr id="16" name="テキスト ボックス 15">
              <a:extLst>
                <a:ext uri="{FF2B5EF4-FFF2-40B4-BE49-F238E27FC236}">
                  <a16:creationId xmlns:a16="http://schemas.microsoft.com/office/drawing/2014/main" id="{7C712829-E2B6-3CBD-A8A4-16703B832D62}"/>
                </a:ext>
              </a:extLst>
            </p:cNvPr>
            <p:cNvSpPr txBox="1"/>
            <p:nvPr/>
          </p:nvSpPr>
          <p:spPr>
            <a:xfrm>
              <a:off x="6124306" y="3824736"/>
              <a:ext cx="1039469" cy="276999"/>
            </a:xfrm>
            <a:prstGeom prst="rect">
              <a:avLst/>
            </a:prstGeom>
            <a:noFill/>
          </p:spPr>
          <p:txBody>
            <a:bodyPr wrap="square" rtlCol="0">
              <a:spAutoFit/>
            </a:bodyPr>
            <a:lstStyle/>
            <a:p>
              <a:pPr algn="ctr"/>
              <a:r>
                <a:rPr lang="en-US" altLang="ja-JP"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000000000</a:t>
              </a:r>
              <a:endPar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Tree>
    <p:extLst>
      <p:ext uri="{BB962C8B-B14F-4D97-AF65-F5344CB8AC3E}">
        <p14:creationId xmlns:p14="http://schemas.microsoft.com/office/powerpoint/2010/main" val="310440709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gradFill>
          <a:gsLst>
            <a:gs pos="25000">
              <a:schemeClr val="tx1">
                <a:lumMod val="85000"/>
                <a:lumOff val="15000"/>
              </a:schemeClr>
            </a:gs>
            <a:gs pos="78000">
              <a:schemeClr val="tx1">
                <a:lumMod val="85000"/>
                <a:lumOff val="15000"/>
              </a:schemeClr>
            </a:gs>
            <a:gs pos="50000">
              <a:srgbClr val="660066"/>
            </a:gs>
          </a:gsLst>
          <a:lin ang="16200000" scaled="1"/>
        </a:gradFill>
        <a:effectLst/>
      </p:bgPr>
    </p:bg>
    <p:spTree>
      <p:nvGrpSpPr>
        <p:cNvPr id="1" name="">
          <a:extLst>
            <a:ext uri="{FF2B5EF4-FFF2-40B4-BE49-F238E27FC236}">
              <a16:creationId xmlns:a16="http://schemas.microsoft.com/office/drawing/2014/main" id="{A8006BE4-038D-AB89-8EA9-526590FA71CC}"/>
            </a:ext>
          </a:extLst>
        </p:cNvPr>
        <p:cNvGrpSpPr/>
        <p:nvPr/>
      </p:nvGrpSpPr>
      <p:grpSpPr>
        <a:xfrm>
          <a:off x="0" y="0"/>
          <a:ext cx="0" cy="0"/>
          <a:chOff x="0" y="0"/>
          <a:chExt cx="0" cy="0"/>
        </a:xfrm>
      </p:grpSpPr>
      <p:sp>
        <p:nvSpPr>
          <p:cNvPr id="13" name="四角形: 角を丸くする 12">
            <a:extLst>
              <a:ext uri="{FF2B5EF4-FFF2-40B4-BE49-F238E27FC236}">
                <a16:creationId xmlns:a16="http://schemas.microsoft.com/office/drawing/2014/main" id="{05E51793-3081-7A37-7A89-447496FFBF68}"/>
              </a:ext>
            </a:extLst>
          </p:cNvPr>
          <p:cNvSpPr/>
          <p:nvPr/>
        </p:nvSpPr>
        <p:spPr>
          <a:xfrm>
            <a:off x="1698342" y="1872890"/>
            <a:ext cx="8795316" cy="4056319"/>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a:p>
        </p:txBody>
      </p:sp>
      <p:sp>
        <p:nvSpPr>
          <p:cNvPr id="37" name="四角形: 角を丸くする 36">
            <a:extLst>
              <a:ext uri="{FF2B5EF4-FFF2-40B4-BE49-F238E27FC236}">
                <a16:creationId xmlns:a16="http://schemas.microsoft.com/office/drawing/2014/main" id="{69C1AA0F-F39E-E068-1E21-DA3C3321D6D8}"/>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grpSp>
        <p:nvGrpSpPr>
          <p:cNvPr id="24" name="グループ化 23">
            <a:extLst>
              <a:ext uri="{FF2B5EF4-FFF2-40B4-BE49-F238E27FC236}">
                <a16:creationId xmlns:a16="http://schemas.microsoft.com/office/drawing/2014/main" id="{88350ABD-DA5F-48E8-1D79-5FBC55D40473}"/>
              </a:ext>
            </a:extLst>
          </p:cNvPr>
          <p:cNvGrpSpPr/>
          <p:nvPr/>
        </p:nvGrpSpPr>
        <p:grpSpPr>
          <a:xfrm>
            <a:off x="163586" y="134635"/>
            <a:ext cx="1975684" cy="1396119"/>
            <a:chOff x="163586" y="134635"/>
            <a:chExt cx="1975684" cy="1396119"/>
          </a:xfrm>
        </p:grpSpPr>
        <p:grpSp>
          <p:nvGrpSpPr>
            <p:cNvPr id="25" name="グループ化 24">
              <a:extLst>
                <a:ext uri="{FF2B5EF4-FFF2-40B4-BE49-F238E27FC236}">
                  <a16:creationId xmlns:a16="http://schemas.microsoft.com/office/drawing/2014/main" id="{38C01C30-E965-FED4-9845-369D2F9B7BC1}"/>
                </a:ext>
              </a:extLst>
            </p:cNvPr>
            <p:cNvGrpSpPr/>
            <p:nvPr/>
          </p:nvGrpSpPr>
          <p:grpSpPr>
            <a:xfrm>
              <a:off x="163586" y="134635"/>
              <a:ext cx="1975684" cy="1396119"/>
              <a:chOff x="163586" y="134635"/>
              <a:chExt cx="1975684" cy="1396119"/>
            </a:xfrm>
          </p:grpSpPr>
          <p:pic>
            <p:nvPicPr>
              <p:cNvPr id="27" name="図 26">
                <a:extLst>
                  <a:ext uri="{FF2B5EF4-FFF2-40B4-BE49-F238E27FC236}">
                    <a16:creationId xmlns:a16="http://schemas.microsoft.com/office/drawing/2014/main" id="{A522CAF6-892E-2FB0-0DF7-47E5957CBB9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8" name="楕円 27">
                <a:extLst>
                  <a:ext uri="{FF2B5EF4-FFF2-40B4-BE49-F238E27FC236}">
                    <a16:creationId xmlns:a16="http://schemas.microsoft.com/office/drawing/2014/main" id="{340BFCAB-CBE9-2ACA-2420-347BEAD69A2C}"/>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6" name="図 25">
              <a:extLst>
                <a:ext uri="{FF2B5EF4-FFF2-40B4-BE49-F238E27FC236}">
                  <a16:creationId xmlns:a16="http://schemas.microsoft.com/office/drawing/2014/main" id="{325B92F6-6A15-5F13-11A1-739E7592985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
        <p:nvSpPr>
          <p:cNvPr id="39" name="テキスト ボックス 38">
            <a:extLst>
              <a:ext uri="{FF2B5EF4-FFF2-40B4-BE49-F238E27FC236}">
                <a16:creationId xmlns:a16="http://schemas.microsoft.com/office/drawing/2014/main" id="{CEF38ABC-E91A-0DD2-F1EE-FE9CC45A1E35}"/>
              </a:ext>
            </a:extLst>
          </p:cNvPr>
          <p:cNvSpPr txBox="1"/>
          <p:nvPr/>
        </p:nvSpPr>
        <p:spPr>
          <a:xfrm>
            <a:off x="1752829" y="641390"/>
            <a:ext cx="1210588" cy="400110"/>
          </a:xfrm>
          <a:prstGeom prst="rect">
            <a:avLst/>
          </a:prstGeom>
          <a:noFill/>
        </p:spPr>
        <p:txBody>
          <a:bodyPr wrap="none" rtlCol="0">
            <a:spAutoFit/>
          </a:bodyPr>
          <a:lstStyle/>
          <a:p>
            <a:pPr algn="ctr"/>
            <a:r>
              <a:rPr kumimoji="1"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アイテム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 name="四角形: 角を丸くする 4">
            <a:extLst>
              <a:ext uri="{FF2B5EF4-FFF2-40B4-BE49-F238E27FC236}">
                <a16:creationId xmlns:a16="http://schemas.microsoft.com/office/drawing/2014/main" id="{C811F276-D46C-D33F-4A57-19BCD0423B63}"/>
              </a:ext>
            </a:extLst>
          </p:cNvPr>
          <p:cNvSpPr/>
          <p:nvPr/>
        </p:nvSpPr>
        <p:spPr>
          <a:xfrm>
            <a:off x="2051021" y="3560075"/>
            <a:ext cx="1545081" cy="712577"/>
          </a:xfrm>
          <a:prstGeom prst="roundRect">
            <a:avLst>
              <a:gd name="adj" fmla="val 9765"/>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素材</a:t>
            </a:r>
          </a:p>
        </p:txBody>
      </p:sp>
      <p:sp>
        <p:nvSpPr>
          <p:cNvPr id="7" name="四角形: 角を丸くする 6">
            <a:extLst>
              <a:ext uri="{FF2B5EF4-FFF2-40B4-BE49-F238E27FC236}">
                <a16:creationId xmlns:a16="http://schemas.microsoft.com/office/drawing/2014/main" id="{010627A7-0CF8-C280-7AB8-6123F46BEA56}"/>
              </a:ext>
            </a:extLst>
          </p:cNvPr>
          <p:cNvSpPr/>
          <p:nvPr/>
        </p:nvSpPr>
        <p:spPr>
          <a:xfrm>
            <a:off x="2051021" y="2416590"/>
            <a:ext cx="1545081"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rPr>
              <a:t>消費</a:t>
            </a:r>
          </a:p>
        </p:txBody>
      </p:sp>
      <p:sp>
        <p:nvSpPr>
          <p:cNvPr id="9" name="四角形: 角を丸くする 8">
            <a:extLst>
              <a:ext uri="{FF2B5EF4-FFF2-40B4-BE49-F238E27FC236}">
                <a16:creationId xmlns:a16="http://schemas.microsoft.com/office/drawing/2014/main" id="{929FEB04-FF47-087E-6FD1-AA887367CFCC}"/>
              </a:ext>
            </a:extLst>
          </p:cNvPr>
          <p:cNvSpPr/>
          <p:nvPr/>
        </p:nvSpPr>
        <p:spPr>
          <a:xfrm>
            <a:off x="2051021" y="4703561"/>
            <a:ext cx="1545081" cy="712577"/>
          </a:xfrm>
          <a:prstGeom prst="roundRect">
            <a:avLst>
              <a:gd name="adj" fmla="val 9765"/>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ストーリー</a:t>
            </a:r>
          </a:p>
        </p:txBody>
      </p:sp>
      <p:sp>
        <p:nvSpPr>
          <p:cNvPr id="19" name="フリーフォーム: 図形 18">
            <a:extLst>
              <a:ext uri="{FF2B5EF4-FFF2-40B4-BE49-F238E27FC236}">
                <a16:creationId xmlns:a16="http://schemas.microsoft.com/office/drawing/2014/main" id="{D187718A-F298-9E64-92D1-5C5BC08127F6}"/>
              </a:ext>
            </a:extLst>
          </p:cNvPr>
          <p:cNvSpPr/>
          <p:nvPr/>
        </p:nvSpPr>
        <p:spPr>
          <a:xfrm>
            <a:off x="3948781" y="1880042"/>
            <a:ext cx="6544877" cy="4056319"/>
          </a:xfrm>
          <a:custGeom>
            <a:avLst/>
            <a:gdLst>
              <a:gd name="csX0" fmla="*/ 0 w 6544877"/>
              <a:gd name="csY0" fmla="*/ 0 h 4056319"/>
              <a:gd name="csX1" fmla="*/ 6148777 w 6544877"/>
              <a:gd name="csY1" fmla="*/ 0 h 4056319"/>
              <a:gd name="csX2" fmla="*/ 6544877 w 6544877"/>
              <a:gd name="csY2" fmla="*/ 396100 h 4056319"/>
              <a:gd name="csX3" fmla="*/ 6544877 w 6544877"/>
              <a:gd name="csY3" fmla="*/ 3660219 h 4056319"/>
              <a:gd name="csX4" fmla="*/ 6148777 w 6544877"/>
              <a:gd name="csY4" fmla="*/ 4056319 h 4056319"/>
              <a:gd name="csX5" fmla="*/ 0 w 6544877"/>
              <a:gd name="csY5" fmla="*/ 4056319 h 4056319"/>
            </a:gdLst>
            <a:ahLst/>
            <a:cxnLst>
              <a:cxn ang="0">
                <a:pos x="csX0" y="csY0"/>
              </a:cxn>
              <a:cxn ang="0">
                <a:pos x="csX1" y="csY1"/>
              </a:cxn>
              <a:cxn ang="0">
                <a:pos x="csX2" y="csY2"/>
              </a:cxn>
              <a:cxn ang="0">
                <a:pos x="csX3" y="csY3"/>
              </a:cxn>
              <a:cxn ang="0">
                <a:pos x="csX4" y="csY4"/>
              </a:cxn>
              <a:cxn ang="0">
                <a:pos x="csX5" y="csY5"/>
              </a:cxn>
            </a:cxnLst>
            <a:rect l="l" t="t" r="r" b="b"/>
            <a:pathLst>
              <a:path w="6544877" h="4056319">
                <a:moveTo>
                  <a:pt x="0" y="0"/>
                </a:moveTo>
                <a:lnTo>
                  <a:pt x="6148777" y="0"/>
                </a:lnTo>
                <a:cubicBezTo>
                  <a:pt x="6367537" y="0"/>
                  <a:pt x="6544877" y="177340"/>
                  <a:pt x="6544877" y="396100"/>
                </a:cubicBezTo>
                <a:lnTo>
                  <a:pt x="6544877" y="3660219"/>
                </a:lnTo>
                <a:cubicBezTo>
                  <a:pt x="6544877" y="3878979"/>
                  <a:pt x="6367537" y="4056319"/>
                  <a:pt x="6148777" y="4056319"/>
                </a:cubicBezTo>
                <a:lnTo>
                  <a:pt x="0" y="4056319"/>
                </a:lnTo>
                <a:close/>
              </a:path>
            </a:pathLst>
          </a:cu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endParaRPr kumimoji="1" lang="ja-JP" altLang="en-US"/>
          </a:p>
        </p:txBody>
      </p:sp>
      <p:sp>
        <p:nvSpPr>
          <p:cNvPr id="23" name="四角形: 角を丸くする 22">
            <a:extLst>
              <a:ext uri="{FF2B5EF4-FFF2-40B4-BE49-F238E27FC236}">
                <a16:creationId xmlns:a16="http://schemas.microsoft.com/office/drawing/2014/main" id="{938DEB67-D6B9-1F29-7D24-4A7BBCA129B3}"/>
              </a:ext>
            </a:extLst>
          </p:cNvPr>
          <p:cNvSpPr/>
          <p:nvPr/>
        </p:nvSpPr>
        <p:spPr>
          <a:xfrm>
            <a:off x="3287031" y="2416589"/>
            <a:ext cx="1545081"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40" name="グループ化 39">
            <a:extLst>
              <a:ext uri="{FF2B5EF4-FFF2-40B4-BE49-F238E27FC236}">
                <a16:creationId xmlns:a16="http://schemas.microsoft.com/office/drawing/2014/main" id="{343A21F4-0B46-0F6B-E22D-2DAAE8591484}"/>
              </a:ext>
            </a:extLst>
          </p:cNvPr>
          <p:cNvGrpSpPr/>
          <p:nvPr/>
        </p:nvGrpSpPr>
        <p:grpSpPr>
          <a:xfrm>
            <a:off x="10022798" y="2766171"/>
            <a:ext cx="236362" cy="2284060"/>
            <a:chOff x="11044871" y="4022147"/>
            <a:chExt cx="236362" cy="2031812"/>
          </a:xfrm>
        </p:grpSpPr>
        <p:sp>
          <p:nvSpPr>
            <p:cNvPr id="41" name="四角形: 角を丸くする 40">
              <a:extLst>
                <a:ext uri="{FF2B5EF4-FFF2-40B4-BE49-F238E27FC236}">
                  <a16:creationId xmlns:a16="http://schemas.microsoft.com/office/drawing/2014/main" id="{1581BA6A-93F0-455E-7990-CC47F1988ACF}"/>
                </a:ext>
              </a:extLst>
            </p:cNvPr>
            <p:cNvSpPr/>
            <p:nvPr/>
          </p:nvSpPr>
          <p:spPr>
            <a:xfrm>
              <a:off x="11044871" y="4022147"/>
              <a:ext cx="236362" cy="2031812"/>
            </a:xfrm>
            <a:prstGeom prst="roundRect">
              <a:avLst/>
            </a:prstGeom>
            <a:no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2" name="四角形: 角を丸くする 41">
              <a:extLst>
                <a:ext uri="{FF2B5EF4-FFF2-40B4-BE49-F238E27FC236}">
                  <a16:creationId xmlns:a16="http://schemas.microsoft.com/office/drawing/2014/main" id="{DC7F1222-58C4-93A6-98B7-D2A96413C197}"/>
                </a:ext>
              </a:extLst>
            </p:cNvPr>
            <p:cNvSpPr/>
            <p:nvPr/>
          </p:nvSpPr>
          <p:spPr>
            <a:xfrm>
              <a:off x="11066205" y="4094529"/>
              <a:ext cx="193695" cy="571313"/>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74" name="グループ化 73">
            <a:extLst>
              <a:ext uri="{FF2B5EF4-FFF2-40B4-BE49-F238E27FC236}">
                <a16:creationId xmlns:a16="http://schemas.microsoft.com/office/drawing/2014/main" id="{3E0A98D0-0124-FF59-3846-30D510035E08}"/>
              </a:ext>
            </a:extLst>
          </p:cNvPr>
          <p:cNvGrpSpPr/>
          <p:nvPr/>
        </p:nvGrpSpPr>
        <p:grpSpPr>
          <a:xfrm>
            <a:off x="4461820" y="2260336"/>
            <a:ext cx="5047940" cy="3295731"/>
            <a:chOff x="4567606" y="1712966"/>
            <a:chExt cx="5047940" cy="3295731"/>
          </a:xfrm>
        </p:grpSpPr>
        <p:grpSp>
          <p:nvGrpSpPr>
            <p:cNvPr id="38" name="グループ化 37">
              <a:extLst>
                <a:ext uri="{FF2B5EF4-FFF2-40B4-BE49-F238E27FC236}">
                  <a16:creationId xmlns:a16="http://schemas.microsoft.com/office/drawing/2014/main" id="{51B0FF13-DDCF-216F-3B91-579884ED3B8D}"/>
                </a:ext>
              </a:extLst>
            </p:cNvPr>
            <p:cNvGrpSpPr/>
            <p:nvPr/>
          </p:nvGrpSpPr>
          <p:grpSpPr>
            <a:xfrm>
              <a:off x="4567606" y="1712966"/>
              <a:ext cx="995006" cy="3295731"/>
              <a:chOff x="4567605" y="1871153"/>
              <a:chExt cx="995006" cy="3295731"/>
            </a:xfrm>
          </p:grpSpPr>
          <p:sp>
            <p:nvSpPr>
              <p:cNvPr id="31" name="四角形: 角を丸くする 30">
                <a:extLst>
                  <a:ext uri="{FF2B5EF4-FFF2-40B4-BE49-F238E27FC236}">
                    <a16:creationId xmlns:a16="http://schemas.microsoft.com/office/drawing/2014/main" id="{B559C26D-33C3-E813-88F9-8303524E1A34}"/>
                  </a:ext>
                </a:extLst>
              </p:cNvPr>
              <p:cNvSpPr/>
              <p:nvPr/>
            </p:nvSpPr>
            <p:spPr>
              <a:xfrm>
                <a:off x="4567606" y="1871153"/>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4" name="四角形: 角を丸くする 33">
                <a:extLst>
                  <a:ext uri="{FF2B5EF4-FFF2-40B4-BE49-F238E27FC236}">
                    <a16:creationId xmlns:a16="http://schemas.microsoft.com/office/drawing/2014/main" id="{13F93302-3FA8-5F31-E9A4-5C43EC31059C}"/>
                  </a:ext>
                </a:extLst>
              </p:cNvPr>
              <p:cNvSpPr/>
              <p:nvPr/>
            </p:nvSpPr>
            <p:spPr>
              <a:xfrm>
                <a:off x="4567606" y="3030482"/>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6" name="四角形: 角を丸くする 35">
                <a:extLst>
                  <a:ext uri="{FF2B5EF4-FFF2-40B4-BE49-F238E27FC236}">
                    <a16:creationId xmlns:a16="http://schemas.microsoft.com/office/drawing/2014/main" id="{4C492AFA-9253-4BCA-766C-283102485AE6}"/>
                  </a:ext>
                </a:extLst>
              </p:cNvPr>
              <p:cNvSpPr/>
              <p:nvPr/>
            </p:nvSpPr>
            <p:spPr>
              <a:xfrm>
                <a:off x="4567605" y="4188701"/>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44" name="グループ化 43">
              <a:extLst>
                <a:ext uri="{FF2B5EF4-FFF2-40B4-BE49-F238E27FC236}">
                  <a16:creationId xmlns:a16="http://schemas.microsoft.com/office/drawing/2014/main" id="{FB39734C-A6A2-8E51-E32A-C9D7F057C501}"/>
                </a:ext>
              </a:extLst>
            </p:cNvPr>
            <p:cNvGrpSpPr/>
            <p:nvPr/>
          </p:nvGrpSpPr>
          <p:grpSpPr>
            <a:xfrm>
              <a:off x="5918584" y="1712966"/>
              <a:ext cx="995006" cy="3295731"/>
              <a:chOff x="4567605" y="1871153"/>
              <a:chExt cx="995006" cy="3295731"/>
            </a:xfrm>
          </p:grpSpPr>
          <p:sp>
            <p:nvSpPr>
              <p:cNvPr id="54" name="四角形: 角を丸くする 53">
                <a:extLst>
                  <a:ext uri="{FF2B5EF4-FFF2-40B4-BE49-F238E27FC236}">
                    <a16:creationId xmlns:a16="http://schemas.microsoft.com/office/drawing/2014/main" id="{A3AF54D5-A90F-52BE-DACB-A411CF16E3D8}"/>
                  </a:ext>
                </a:extLst>
              </p:cNvPr>
              <p:cNvSpPr/>
              <p:nvPr/>
            </p:nvSpPr>
            <p:spPr>
              <a:xfrm>
                <a:off x="4567606" y="1871153"/>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6" name="四角形: 角を丸くする 55">
                <a:extLst>
                  <a:ext uri="{FF2B5EF4-FFF2-40B4-BE49-F238E27FC236}">
                    <a16:creationId xmlns:a16="http://schemas.microsoft.com/office/drawing/2014/main" id="{FB946299-4596-DD13-3981-1048D55B60FF}"/>
                  </a:ext>
                </a:extLst>
              </p:cNvPr>
              <p:cNvSpPr/>
              <p:nvPr/>
            </p:nvSpPr>
            <p:spPr>
              <a:xfrm>
                <a:off x="4567606" y="3030482"/>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8" name="四角形: 角を丸くする 57">
                <a:extLst>
                  <a:ext uri="{FF2B5EF4-FFF2-40B4-BE49-F238E27FC236}">
                    <a16:creationId xmlns:a16="http://schemas.microsoft.com/office/drawing/2014/main" id="{9EAFDE4A-69DB-9782-7D08-23D6998006AD}"/>
                  </a:ext>
                </a:extLst>
              </p:cNvPr>
              <p:cNvSpPr/>
              <p:nvPr/>
            </p:nvSpPr>
            <p:spPr>
              <a:xfrm>
                <a:off x="4567605" y="4188701"/>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60" name="グループ化 59">
              <a:extLst>
                <a:ext uri="{FF2B5EF4-FFF2-40B4-BE49-F238E27FC236}">
                  <a16:creationId xmlns:a16="http://schemas.microsoft.com/office/drawing/2014/main" id="{AF254892-E791-F5CB-CAC1-B9D6B0153F74}"/>
                </a:ext>
              </a:extLst>
            </p:cNvPr>
            <p:cNvGrpSpPr/>
            <p:nvPr/>
          </p:nvGrpSpPr>
          <p:grpSpPr>
            <a:xfrm>
              <a:off x="7269562" y="1712966"/>
              <a:ext cx="995006" cy="3295731"/>
              <a:chOff x="4567605" y="1871153"/>
              <a:chExt cx="995006" cy="3295731"/>
            </a:xfrm>
          </p:grpSpPr>
          <p:sp>
            <p:nvSpPr>
              <p:cNvPr id="62" name="四角形: 角を丸くする 61">
                <a:extLst>
                  <a:ext uri="{FF2B5EF4-FFF2-40B4-BE49-F238E27FC236}">
                    <a16:creationId xmlns:a16="http://schemas.microsoft.com/office/drawing/2014/main" id="{2A763D63-11ED-6AAA-7908-4536D068960C}"/>
                  </a:ext>
                </a:extLst>
              </p:cNvPr>
              <p:cNvSpPr/>
              <p:nvPr/>
            </p:nvSpPr>
            <p:spPr>
              <a:xfrm>
                <a:off x="4567606" y="1871153"/>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64" name="四角形: 角を丸くする 63">
                <a:extLst>
                  <a:ext uri="{FF2B5EF4-FFF2-40B4-BE49-F238E27FC236}">
                    <a16:creationId xmlns:a16="http://schemas.microsoft.com/office/drawing/2014/main" id="{12CC02C3-D177-E6C1-5BC0-1BCAF6587E12}"/>
                  </a:ext>
                </a:extLst>
              </p:cNvPr>
              <p:cNvSpPr/>
              <p:nvPr/>
            </p:nvSpPr>
            <p:spPr>
              <a:xfrm>
                <a:off x="4567606" y="3030482"/>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67" name="四角形: 角を丸くする 66">
                <a:extLst>
                  <a:ext uri="{FF2B5EF4-FFF2-40B4-BE49-F238E27FC236}">
                    <a16:creationId xmlns:a16="http://schemas.microsoft.com/office/drawing/2014/main" id="{C751B8DD-A7A2-B91D-7F9E-216599F2E655}"/>
                  </a:ext>
                </a:extLst>
              </p:cNvPr>
              <p:cNvSpPr/>
              <p:nvPr/>
            </p:nvSpPr>
            <p:spPr>
              <a:xfrm>
                <a:off x="4567605" y="4188701"/>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68" name="グループ化 67">
              <a:extLst>
                <a:ext uri="{FF2B5EF4-FFF2-40B4-BE49-F238E27FC236}">
                  <a16:creationId xmlns:a16="http://schemas.microsoft.com/office/drawing/2014/main" id="{4B560A57-DEC8-2119-660E-63A9770A42B5}"/>
                </a:ext>
              </a:extLst>
            </p:cNvPr>
            <p:cNvGrpSpPr/>
            <p:nvPr/>
          </p:nvGrpSpPr>
          <p:grpSpPr>
            <a:xfrm>
              <a:off x="8620540" y="1712966"/>
              <a:ext cx="995006" cy="3295731"/>
              <a:chOff x="4567605" y="1871153"/>
              <a:chExt cx="995006" cy="3295731"/>
            </a:xfrm>
          </p:grpSpPr>
          <p:sp>
            <p:nvSpPr>
              <p:cNvPr id="70" name="四角形: 角を丸くする 69">
                <a:extLst>
                  <a:ext uri="{FF2B5EF4-FFF2-40B4-BE49-F238E27FC236}">
                    <a16:creationId xmlns:a16="http://schemas.microsoft.com/office/drawing/2014/main" id="{E8E1C160-7195-8E45-EB67-9B5332AEFECA}"/>
                  </a:ext>
                </a:extLst>
              </p:cNvPr>
              <p:cNvSpPr/>
              <p:nvPr/>
            </p:nvSpPr>
            <p:spPr>
              <a:xfrm>
                <a:off x="4567606" y="1871153"/>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2" name="四角形: 角を丸くする 71">
                <a:extLst>
                  <a:ext uri="{FF2B5EF4-FFF2-40B4-BE49-F238E27FC236}">
                    <a16:creationId xmlns:a16="http://schemas.microsoft.com/office/drawing/2014/main" id="{DA1877F9-FD63-4EE8-9D77-7372039A18D0}"/>
                  </a:ext>
                </a:extLst>
              </p:cNvPr>
              <p:cNvSpPr/>
              <p:nvPr/>
            </p:nvSpPr>
            <p:spPr>
              <a:xfrm>
                <a:off x="4567606" y="3030482"/>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3" name="四角形: 角を丸くする 72">
                <a:extLst>
                  <a:ext uri="{FF2B5EF4-FFF2-40B4-BE49-F238E27FC236}">
                    <a16:creationId xmlns:a16="http://schemas.microsoft.com/office/drawing/2014/main" id="{670EFFFA-4C80-321F-968D-507A0873CB27}"/>
                  </a:ext>
                </a:extLst>
              </p:cNvPr>
              <p:cNvSpPr/>
              <p:nvPr/>
            </p:nvSpPr>
            <p:spPr>
              <a:xfrm>
                <a:off x="4567605" y="4188701"/>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grpSp>
        <p:nvGrpSpPr>
          <p:cNvPr id="2" name="グループ化 1">
            <a:extLst>
              <a:ext uri="{FF2B5EF4-FFF2-40B4-BE49-F238E27FC236}">
                <a16:creationId xmlns:a16="http://schemas.microsoft.com/office/drawing/2014/main" id="{B3F2E710-0C5D-46D4-7418-89C484D65E94}"/>
              </a:ext>
            </a:extLst>
          </p:cNvPr>
          <p:cNvGrpSpPr/>
          <p:nvPr/>
        </p:nvGrpSpPr>
        <p:grpSpPr>
          <a:xfrm>
            <a:off x="0" y="-1"/>
            <a:ext cx="12192000" cy="6858001"/>
            <a:chOff x="0" y="-1"/>
            <a:chExt cx="12192000" cy="6858001"/>
          </a:xfrm>
        </p:grpSpPr>
        <p:sp>
          <p:nvSpPr>
            <p:cNvPr id="3" name="四角形: 角を丸くする 2">
              <a:extLst>
                <a:ext uri="{FF2B5EF4-FFF2-40B4-BE49-F238E27FC236}">
                  <a16:creationId xmlns:a16="http://schemas.microsoft.com/office/drawing/2014/main" id="{F1095F21-97A4-D81E-8940-4903A5389413}"/>
                </a:ext>
              </a:extLst>
            </p:cNvPr>
            <p:cNvSpPr/>
            <p:nvPr/>
          </p:nvSpPr>
          <p:spPr>
            <a:xfrm>
              <a:off x="3287031" y="1871153"/>
              <a:ext cx="1545081"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 name="正方形/長方形 3">
              <a:extLst>
                <a:ext uri="{FF2B5EF4-FFF2-40B4-BE49-F238E27FC236}">
                  <a16:creationId xmlns:a16="http://schemas.microsoft.com/office/drawing/2014/main" id="{4E11CF8E-74B2-2ECB-1C9C-A1957DCAC9A7}"/>
                </a:ext>
              </a:extLst>
            </p:cNvPr>
            <p:cNvSpPr>
              <a:spLocks/>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四角形: 角を丸くする 5">
              <a:extLst>
                <a:ext uri="{FF2B5EF4-FFF2-40B4-BE49-F238E27FC236}">
                  <a16:creationId xmlns:a16="http://schemas.microsoft.com/office/drawing/2014/main" id="{69667010-B98C-FB3D-0541-80CC4B05E642}"/>
                </a:ext>
              </a:extLst>
            </p:cNvPr>
            <p:cNvSpPr/>
            <p:nvPr/>
          </p:nvSpPr>
          <p:spPr>
            <a:xfrm>
              <a:off x="3165404" y="1541088"/>
              <a:ext cx="5872517" cy="3640397"/>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8" name="グループ化 7">
              <a:extLst>
                <a:ext uri="{FF2B5EF4-FFF2-40B4-BE49-F238E27FC236}">
                  <a16:creationId xmlns:a16="http://schemas.microsoft.com/office/drawing/2014/main" id="{E2336E77-6DF0-2F0D-8CBF-1CA5BCC2AE05}"/>
                </a:ext>
              </a:extLst>
            </p:cNvPr>
            <p:cNvGrpSpPr/>
            <p:nvPr/>
          </p:nvGrpSpPr>
          <p:grpSpPr>
            <a:xfrm>
              <a:off x="3670723" y="1670876"/>
              <a:ext cx="1826142" cy="1351818"/>
              <a:chOff x="3904632" y="1697199"/>
              <a:chExt cx="1826142" cy="1351818"/>
            </a:xfrm>
          </p:grpSpPr>
          <p:sp>
            <p:nvSpPr>
              <p:cNvPr id="53" name="四角形: 角を丸くする 52">
                <a:extLst>
                  <a:ext uri="{FF2B5EF4-FFF2-40B4-BE49-F238E27FC236}">
                    <a16:creationId xmlns:a16="http://schemas.microsoft.com/office/drawing/2014/main" id="{3D8C1A08-513C-DE14-1220-DC76213705DE}"/>
                  </a:ext>
                </a:extLst>
              </p:cNvPr>
              <p:cNvSpPr/>
              <p:nvPr/>
            </p:nvSpPr>
            <p:spPr>
              <a:xfrm>
                <a:off x="4320199" y="1697199"/>
                <a:ext cx="995005" cy="978183"/>
              </a:xfrm>
              <a:prstGeom prst="roundRect">
                <a:avLst>
                  <a:gd name="adj" fmla="val 9765"/>
                </a:avLst>
              </a:prstGeom>
              <a:solidFill>
                <a:schemeClr val="bg1">
                  <a:lumMod val="95000"/>
                </a:schemeClr>
              </a:solid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5" name="テキスト ボックス 54">
                <a:extLst>
                  <a:ext uri="{FF2B5EF4-FFF2-40B4-BE49-F238E27FC236}">
                    <a16:creationId xmlns:a16="http://schemas.microsoft.com/office/drawing/2014/main" id="{C3380F9E-7DAE-DE7D-26D1-BDFA116CF47D}"/>
                  </a:ext>
                </a:extLst>
              </p:cNvPr>
              <p:cNvSpPr txBox="1"/>
              <p:nvPr/>
            </p:nvSpPr>
            <p:spPr>
              <a:xfrm>
                <a:off x="3904632" y="2710463"/>
                <a:ext cx="1826142" cy="338554"/>
              </a:xfrm>
              <a:prstGeom prst="rect">
                <a:avLst/>
              </a:prstGeom>
              <a:noFill/>
            </p:spPr>
            <p:txBody>
              <a:bodyPr wrap="none" rtlCol="0">
                <a:spAutoFit/>
              </a:bodyPr>
              <a:lstStyle/>
              <a:p>
                <a:pPr algn="ctr"/>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使用：アイテム名</a:t>
                </a: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10" name="正方形/長方形 9">
              <a:extLst>
                <a:ext uri="{FF2B5EF4-FFF2-40B4-BE49-F238E27FC236}">
                  <a16:creationId xmlns:a16="http://schemas.microsoft.com/office/drawing/2014/main" id="{D89EFA23-DC20-8890-1B2A-2F4C6221CEE1}"/>
                </a:ext>
              </a:extLst>
            </p:cNvPr>
            <p:cNvSpPr/>
            <p:nvPr/>
          </p:nvSpPr>
          <p:spPr>
            <a:xfrm>
              <a:off x="3159740" y="3069961"/>
              <a:ext cx="5872517" cy="598183"/>
            </a:xfrm>
            <a:prstGeom prst="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テキスト ボックス 10">
              <a:extLst>
                <a:ext uri="{FF2B5EF4-FFF2-40B4-BE49-F238E27FC236}">
                  <a16:creationId xmlns:a16="http://schemas.microsoft.com/office/drawing/2014/main" id="{28C06825-4E15-7D03-99D2-D4DECE21B3E3}"/>
                </a:ext>
              </a:extLst>
            </p:cNvPr>
            <p:cNvSpPr txBox="1"/>
            <p:nvPr/>
          </p:nvSpPr>
          <p:spPr>
            <a:xfrm>
              <a:off x="3363458" y="3147749"/>
              <a:ext cx="5465082" cy="461665"/>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説明テキスト説明テキスト説明テキスト説明テキスト説明テキスト</a:t>
              </a:r>
            </a:p>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説明テキスト説明テキスト説明テキスト説明テキスト説明テキスト</a:t>
              </a:r>
            </a:p>
          </p:txBody>
        </p:sp>
        <p:grpSp>
          <p:nvGrpSpPr>
            <p:cNvPr id="12" name="グループ化 11">
              <a:extLst>
                <a:ext uri="{FF2B5EF4-FFF2-40B4-BE49-F238E27FC236}">
                  <a16:creationId xmlns:a16="http://schemas.microsoft.com/office/drawing/2014/main" id="{35CC94B2-2B77-F713-BAE6-1EDF7678FFBE}"/>
                </a:ext>
              </a:extLst>
            </p:cNvPr>
            <p:cNvGrpSpPr/>
            <p:nvPr/>
          </p:nvGrpSpPr>
          <p:grpSpPr>
            <a:xfrm>
              <a:off x="5054106" y="3796899"/>
              <a:ext cx="2095112" cy="348144"/>
              <a:chOff x="5068663" y="3796899"/>
              <a:chExt cx="2095112" cy="348144"/>
            </a:xfrm>
          </p:grpSpPr>
          <p:sp>
            <p:nvSpPr>
              <p:cNvPr id="50" name="四角形: 角を丸くする 49">
                <a:extLst>
                  <a:ext uri="{FF2B5EF4-FFF2-40B4-BE49-F238E27FC236}">
                    <a16:creationId xmlns:a16="http://schemas.microsoft.com/office/drawing/2014/main" id="{C3E8A9A7-FED4-59F9-D80F-BCDD1D769FAB}"/>
                  </a:ext>
                </a:extLst>
              </p:cNvPr>
              <p:cNvSpPr/>
              <p:nvPr/>
            </p:nvSpPr>
            <p:spPr>
              <a:xfrm>
                <a:off x="5239260" y="3796899"/>
                <a:ext cx="698274" cy="348144"/>
              </a:xfrm>
              <a:prstGeom prst="roundRect">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1" name="テキスト ボックス 50">
                <a:extLst>
                  <a:ext uri="{FF2B5EF4-FFF2-40B4-BE49-F238E27FC236}">
                    <a16:creationId xmlns:a16="http://schemas.microsoft.com/office/drawing/2014/main" id="{88CB47FC-A25D-C3AA-ED72-CDAE8001951B}"/>
                  </a:ext>
                </a:extLst>
              </p:cNvPr>
              <p:cNvSpPr txBox="1"/>
              <p:nvPr/>
            </p:nvSpPr>
            <p:spPr>
              <a:xfrm>
                <a:off x="5068663" y="3821731"/>
                <a:ext cx="1039469"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獲得数</a:t>
                </a:r>
              </a:p>
            </p:txBody>
          </p:sp>
          <p:sp>
            <p:nvSpPr>
              <p:cNvPr id="52" name="テキスト ボックス 51">
                <a:extLst>
                  <a:ext uri="{FF2B5EF4-FFF2-40B4-BE49-F238E27FC236}">
                    <a16:creationId xmlns:a16="http://schemas.microsoft.com/office/drawing/2014/main" id="{0D90300B-FE7A-897C-4F7C-9E65BD268C1F}"/>
                  </a:ext>
                </a:extLst>
              </p:cNvPr>
              <p:cNvSpPr txBox="1"/>
              <p:nvPr/>
            </p:nvSpPr>
            <p:spPr>
              <a:xfrm>
                <a:off x="6124306" y="3824736"/>
                <a:ext cx="1039469" cy="276999"/>
              </a:xfrm>
              <a:prstGeom prst="rect">
                <a:avLst/>
              </a:prstGeom>
              <a:noFill/>
            </p:spPr>
            <p:txBody>
              <a:bodyPr wrap="square" rtlCol="0">
                <a:spAutoFit/>
              </a:bodyPr>
              <a:lstStyle/>
              <a:p>
                <a:pPr algn="ctr"/>
                <a:r>
                  <a:rPr lang="en-US" altLang="ja-JP" sz="1200">
                    <a:solidFill>
                      <a:srgbClr val="FFA4F3"/>
                    </a:solidFill>
                    <a:latin typeface="原稿用標準書体" panose="03000503000000000000" pitchFamily="66" charset="-128"/>
                    <a:ea typeface="原稿用標準書体" panose="03000503000000000000" pitchFamily="66" charset="-128"/>
                    <a:cs typeface="叛逆明朝" panose="02000503000000000000" pitchFamily="2" charset="-128"/>
                  </a:rPr>
                  <a:t>000000000</a:t>
                </a:r>
                <a:endParaRPr lang="ja-JP" altLang="en-US" sz="1200">
                  <a:solidFill>
                    <a:srgbClr val="FFA4F3"/>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14" name="四角形: 角を丸くする 13">
              <a:extLst>
                <a:ext uri="{FF2B5EF4-FFF2-40B4-BE49-F238E27FC236}">
                  <a16:creationId xmlns:a16="http://schemas.microsoft.com/office/drawing/2014/main" id="{8BC3947E-1506-6665-1B46-3CB690332481}"/>
                </a:ext>
              </a:extLst>
            </p:cNvPr>
            <p:cNvSpPr/>
            <p:nvPr/>
          </p:nvSpPr>
          <p:spPr>
            <a:xfrm>
              <a:off x="6323378" y="4272941"/>
              <a:ext cx="2138224" cy="767022"/>
            </a:xfrm>
            <a:prstGeom prst="roundRect">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a:latin typeface="和音 Joyo R" panose="00000500000000000000" pitchFamily="50" charset="-128"/>
                  <a:ea typeface="和音 Joyo R" panose="00000500000000000000" pitchFamily="50" charset="-128"/>
                </a:rPr>
                <a:t>使用</a:t>
              </a:r>
              <a:endParaRPr lang="ja-JP" altLang="en-US" sz="2400" dirty="0">
                <a:latin typeface="和音 Joyo R" panose="00000500000000000000" pitchFamily="50" charset="-128"/>
                <a:ea typeface="和音 Joyo R" panose="00000500000000000000" pitchFamily="50" charset="-128"/>
              </a:endParaRPr>
            </a:p>
          </p:txBody>
        </p:sp>
        <p:sp>
          <p:nvSpPr>
            <p:cNvPr id="15" name="四角形: 角を丸くする 14">
              <a:extLst>
                <a:ext uri="{FF2B5EF4-FFF2-40B4-BE49-F238E27FC236}">
                  <a16:creationId xmlns:a16="http://schemas.microsoft.com/office/drawing/2014/main" id="{72E4E0BF-E764-CBA1-F571-8B4D8A620736}"/>
                </a:ext>
              </a:extLst>
            </p:cNvPr>
            <p:cNvSpPr/>
            <p:nvPr/>
          </p:nvSpPr>
          <p:spPr>
            <a:xfrm>
              <a:off x="3730400" y="4272941"/>
              <a:ext cx="2138224" cy="767022"/>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a:latin typeface="和音 Joyo R" panose="00000500000000000000" pitchFamily="50" charset="-128"/>
                  <a:ea typeface="和音 Joyo R" panose="00000500000000000000" pitchFamily="50" charset="-128"/>
                </a:rPr>
                <a:t>閉じる</a:t>
              </a:r>
              <a:endParaRPr kumimoji="1" lang="ja-JP" altLang="en-US" sz="2400" dirty="0">
                <a:latin typeface="和音 Joyo R" panose="00000500000000000000" pitchFamily="50" charset="-128"/>
                <a:ea typeface="和音 Joyo R" panose="00000500000000000000" pitchFamily="50" charset="-128"/>
              </a:endParaRPr>
            </a:p>
          </p:txBody>
        </p:sp>
        <p:grpSp>
          <p:nvGrpSpPr>
            <p:cNvPr id="16" name="グループ化 15">
              <a:extLst>
                <a:ext uri="{FF2B5EF4-FFF2-40B4-BE49-F238E27FC236}">
                  <a16:creationId xmlns:a16="http://schemas.microsoft.com/office/drawing/2014/main" id="{46F58CB8-5009-9BF5-5D98-2A84A8367C87}"/>
                </a:ext>
              </a:extLst>
            </p:cNvPr>
            <p:cNvGrpSpPr/>
            <p:nvPr/>
          </p:nvGrpSpPr>
          <p:grpSpPr>
            <a:xfrm>
              <a:off x="6706460" y="1670876"/>
              <a:ext cx="1826142" cy="1351818"/>
              <a:chOff x="6462548" y="1701571"/>
              <a:chExt cx="1826142" cy="1351818"/>
            </a:xfrm>
          </p:grpSpPr>
          <p:sp>
            <p:nvSpPr>
              <p:cNvPr id="48" name="四角形: 角を丸くする 47">
                <a:extLst>
                  <a:ext uri="{FF2B5EF4-FFF2-40B4-BE49-F238E27FC236}">
                    <a16:creationId xmlns:a16="http://schemas.microsoft.com/office/drawing/2014/main" id="{82B7B0EC-F3E9-6A74-B5E4-43F7DEF08122}"/>
                  </a:ext>
                </a:extLst>
              </p:cNvPr>
              <p:cNvSpPr/>
              <p:nvPr/>
            </p:nvSpPr>
            <p:spPr>
              <a:xfrm>
                <a:off x="6878114" y="1701571"/>
                <a:ext cx="995005" cy="978183"/>
              </a:xfrm>
              <a:prstGeom prst="roundRect">
                <a:avLst>
                  <a:gd name="adj" fmla="val 9765"/>
                </a:avLst>
              </a:prstGeom>
              <a:solidFill>
                <a:schemeClr val="bg1">
                  <a:lumMod val="95000"/>
                </a:schemeClr>
              </a:solidFill>
              <a:ln>
                <a:solidFill>
                  <a:srgbClr val="FFA4F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9" name="テキスト ボックス 48">
                <a:extLst>
                  <a:ext uri="{FF2B5EF4-FFF2-40B4-BE49-F238E27FC236}">
                    <a16:creationId xmlns:a16="http://schemas.microsoft.com/office/drawing/2014/main" id="{BA4B135C-B6E7-4109-99B6-743BCE9672D3}"/>
                  </a:ext>
                </a:extLst>
              </p:cNvPr>
              <p:cNvSpPr txBox="1"/>
              <p:nvPr/>
            </p:nvSpPr>
            <p:spPr>
              <a:xfrm>
                <a:off x="6462548" y="2714835"/>
                <a:ext cx="1826142" cy="338554"/>
              </a:xfrm>
              <a:prstGeom prst="rect">
                <a:avLst/>
              </a:prstGeom>
              <a:noFill/>
            </p:spPr>
            <p:txBody>
              <a:bodyPr wrap="none" rtlCol="0">
                <a:spAutoFit/>
              </a:bodyPr>
              <a:lstStyle/>
              <a:p>
                <a:pPr algn="ctr"/>
                <a:r>
                  <a:rPr lang="ja-JP" altLang="en-US" sz="1600">
                    <a:solidFill>
                      <a:srgbClr val="FFA4F3"/>
                    </a:solidFill>
                    <a:latin typeface="原稿用標準書体" panose="03000503000000000000" pitchFamily="66" charset="-128"/>
                    <a:ea typeface="原稿用標準書体" panose="03000503000000000000" pitchFamily="66" charset="-128"/>
                    <a:cs typeface="叛逆明朝" panose="02000503000000000000" pitchFamily="2" charset="-128"/>
                  </a:rPr>
                  <a:t>獲得：アイテム名</a:t>
                </a:r>
                <a:endParaRPr kumimoji="1" lang="ja-JP" altLang="en-US" sz="1600" dirty="0">
                  <a:solidFill>
                    <a:srgbClr val="FFA4F3"/>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cxnSp>
          <p:nvCxnSpPr>
            <p:cNvPr id="17" name="直線矢印コネクタ 16">
              <a:extLst>
                <a:ext uri="{FF2B5EF4-FFF2-40B4-BE49-F238E27FC236}">
                  <a16:creationId xmlns:a16="http://schemas.microsoft.com/office/drawing/2014/main" id="{5FAC3578-8857-72E3-8424-2EC2DFED9E1F}"/>
                </a:ext>
              </a:extLst>
            </p:cNvPr>
            <p:cNvCxnSpPr>
              <a:cxnSpLocks/>
            </p:cNvCxnSpPr>
            <p:nvPr/>
          </p:nvCxnSpPr>
          <p:spPr>
            <a:xfrm>
              <a:off x="5081295" y="2187961"/>
              <a:ext cx="2040731" cy="0"/>
            </a:xfrm>
            <a:prstGeom prst="straightConnector1">
              <a:avLst/>
            </a:prstGeom>
            <a:ln w="88900">
              <a:solidFill>
                <a:srgbClr val="FFA4F3"/>
              </a:solidFill>
              <a:prstDash val="solid"/>
              <a:tailEnd type="triangle"/>
            </a:ln>
          </p:spPr>
          <p:style>
            <a:lnRef idx="2">
              <a:schemeClr val="accent1"/>
            </a:lnRef>
            <a:fillRef idx="0">
              <a:schemeClr val="accent1"/>
            </a:fillRef>
            <a:effectRef idx="1">
              <a:schemeClr val="accent1"/>
            </a:effectRef>
            <a:fontRef idx="minor">
              <a:schemeClr val="tx1"/>
            </a:fontRef>
          </p:style>
        </p:cxnSp>
        <p:sp>
          <p:nvSpPr>
            <p:cNvPr id="18" name="四角形: 角を丸くする 17">
              <a:extLst>
                <a:ext uri="{FF2B5EF4-FFF2-40B4-BE49-F238E27FC236}">
                  <a16:creationId xmlns:a16="http://schemas.microsoft.com/office/drawing/2014/main" id="{F6284BF3-B3B0-03E6-6E9B-36E290BE4A65}"/>
                </a:ext>
              </a:extLst>
            </p:cNvPr>
            <p:cNvSpPr/>
            <p:nvPr/>
          </p:nvSpPr>
          <p:spPr>
            <a:xfrm>
              <a:off x="5644462" y="2010040"/>
              <a:ext cx="914400" cy="345806"/>
            </a:xfrm>
            <a:prstGeom prst="roundRect">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a:t>
              </a:r>
              <a:r>
                <a:rPr kumimoji="1" lang="en-US" altLang="ja-JP">
                  <a:solidFill>
                    <a:schemeClr val="tx1">
                      <a:lumMod val="85000"/>
                      <a:lumOff val="15000"/>
                    </a:schemeClr>
                  </a:solidFill>
                  <a:latin typeface="原稿用標準書体" panose="03000503000000000000" pitchFamily="66" charset="-128"/>
                  <a:ea typeface="原稿用標準書体" panose="03000503000000000000" pitchFamily="66" charset="-128"/>
                </a:rPr>
                <a:t>0000</a:t>
              </a:r>
              <a:endPar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nvGrpSpPr>
            <p:cNvPr id="20" name="グループ化 19">
              <a:extLst>
                <a:ext uri="{FF2B5EF4-FFF2-40B4-BE49-F238E27FC236}">
                  <a16:creationId xmlns:a16="http://schemas.microsoft.com/office/drawing/2014/main" id="{40C7E224-3751-B514-A99C-5C7BF5A8C377}"/>
                </a:ext>
              </a:extLst>
            </p:cNvPr>
            <p:cNvGrpSpPr/>
            <p:nvPr/>
          </p:nvGrpSpPr>
          <p:grpSpPr>
            <a:xfrm>
              <a:off x="5642008" y="1587072"/>
              <a:ext cx="359461" cy="400110"/>
              <a:chOff x="5734884" y="2400336"/>
              <a:chExt cx="359461" cy="400110"/>
            </a:xfrm>
          </p:grpSpPr>
          <p:sp>
            <p:nvSpPr>
              <p:cNvPr id="46" name="四角形: 角を丸くする 45">
                <a:extLst>
                  <a:ext uri="{FF2B5EF4-FFF2-40B4-BE49-F238E27FC236}">
                    <a16:creationId xmlns:a16="http://schemas.microsoft.com/office/drawing/2014/main" id="{09F46CF2-C5C2-B21B-C070-CCE34FCF5D0E}"/>
                  </a:ext>
                </a:extLst>
              </p:cNvPr>
              <p:cNvSpPr/>
              <p:nvPr/>
            </p:nvSpPr>
            <p:spPr>
              <a:xfrm>
                <a:off x="5734884" y="2499387"/>
                <a:ext cx="359461" cy="270489"/>
              </a:xfrm>
              <a:prstGeom prst="roundRect">
                <a:avLst/>
              </a:prstGeom>
              <a:solidFill>
                <a:srgbClr val="F2F2F2"/>
              </a:solid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47" name="テキスト ボックス 46">
                <a:extLst>
                  <a:ext uri="{FF2B5EF4-FFF2-40B4-BE49-F238E27FC236}">
                    <a16:creationId xmlns:a16="http://schemas.microsoft.com/office/drawing/2014/main" id="{7CAEA1B6-2DA6-68CE-B4D1-FE2BA0B0D182}"/>
                  </a:ext>
                </a:extLst>
              </p:cNvPr>
              <p:cNvSpPr txBox="1"/>
              <p:nvPr/>
            </p:nvSpPr>
            <p:spPr>
              <a:xfrm>
                <a:off x="5815141" y="2400336"/>
                <a:ext cx="203454" cy="400110"/>
              </a:xfrm>
              <a:prstGeom prst="rect">
                <a:avLst/>
              </a:prstGeom>
              <a:noFill/>
            </p:spPr>
            <p:txBody>
              <a:bodyPr wrap="squar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a:t>
                </a:r>
              </a:p>
            </p:txBody>
          </p:sp>
        </p:grpSp>
        <p:grpSp>
          <p:nvGrpSpPr>
            <p:cNvPr id="21" name="グループ化 20">
              <a:extLst>
                <a:ext uri="{FF2B5EF4-FFF2-40B4-BE49-F238E27FC236}">
                  <a16:creationId xmlns:a16="http://schemas.microsoft.com/office/drawing/2014/main" id="{168AC116-D2DF-9814-23B7-63F7D3CA2225}"/>
                </a:ext>
              </a:extLst>
            </p:cNvPr>
            <p:cNvGrpSpPr/>
            <p:nvPr/>
          </p:nvGrpSpPr>
          <p:grpSpPr>
            <a:xfrm>
              <a:off x="5642008" y="2298957"/>
              <a:ext cx="359461" cy="400110"/>
              <a:chOff x="5734884" y="2400336"/>
              <a:chExt cx="359461" cy="400110"/>
            </a:xfrm>
          </p:grpSpPr>
          <p:sp>
            <p:nvSpPr>
              <p:cNvPr id="43" name="四角形: 角を丸くする 42">
                <a:extLst>
                  <a:ext uri="{FF2B5EF4-FFF2-40B4-BE49-F238E27FC236}">
                    <a16:creationId xmlns:a16="http://schemas.microsoft.com/office/drawing/2014/main" id="{BF833ED5-4254-8094-666E-9A8B9FE64934}"/>
                  </a:ext>
                </a:extLst>
              </p:cNvPr>
              <p:cNvSpPr/>
              <p:nvPr/>
            </p:nvSpPr>
            <p:spPr>
              <a:xfrm>
                <a:off x="5734884" y="2499387"/>
                <a:ext cx="359461" cy="270489"/>
              </a:xfrm>
              <a:prstGeom prst="roundRect">
                <a:avLst/>
              </a:prstGeom>
              <a:solidFill>
                <a:srgbClr val="F2F2F2"/>
              </a:solid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45" name="テキスト ボックス 44">
                <a:extLst>
                  <a:ext uri="{FF2B5EF4-FFF2-40B4-BE49-F238E27FC236}">
                    <a16:creationId xmlns:a16="http://schemas.microsoft.com/office/drawing/2014/main" id="{39996F17-96E1-268D-2F00-71F204E475E7}"/>
                  </a:ext>
                </a:extLst>
              </p:cNvPr>
              <p:cNvSpPr txBox="1"/>
              <p:nvPr/>
            </p:nvSpPr>
            <p:spPr>
              <a:xfrm>
                <a:off x="5815141" y="2400336"/>
                <a:ext cx="203454" cy="400110"/>
              </a:xfrm>
              <a:prstGeom prst="rect">
                <a:avLst/>
              </a:prstGeom>
              <a:noFill/>
            </p:spPr>
            <p:txBody>
              <a:bodyPr wrap="squar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a:t>
                </a:r>
              </a:p>
            </p:txBody>
          </p:sp>
        </p:grpSp>
        <p:grpSp>
          <p:nvGrpSpPr>
            <p:cNvPr id="22" name="グループ化 21">
              <a:extLst>
                <a:ext uri="{FF2B5EF4-FFF2-40B4-BE49-F238E27FC236}">
                  <a16:creationId xmlns:a16="http://schemas.microsoft.com/office/drawing/2014/main" id="{C80FC96B-3C86-91A2-F65F-4703BDE7F4B0}"/>
                </a:ext>
              </a:extLst>
            </p:cNvPr>
            <p:cNvGrpSpPr/>
            <p:nvPr/>
          </p:nvGrpSpPr>
          <p:grpSpPr>
            <a:xfrm>
              <a:off x="5992152" y="2396515"/>
              <a:ext cx="623899" cy="275840"/>
              <a:chOff x="5682203" y="2494036"/>
              <a:chExt cx="574678" cy="275840"/>
            </a:xfrm>
          </p:grpSpPr>
          <p:sp>
            <p:nvSpPr>
              <p:cNvPr id="33" name="四角形: 角を丸くする 32">
                <a:extLst>
                  <a:ext uri="{FF2B5EF4-FFF2-40B4-BE49-F238E27FC236}">
                    <a16:creationId xmlns:a16="http://schemas.microsoft.com/office/drawing/2014/main" id="{5024B3C2-C6A1-829E-FEDC-0A315878CD3F}"/>
                  </a:ext>
                </a:extLst>
              </p:cNvPr>
              <p:cNvSpPr/>
              <p:nvPr/>
            </p:nvSpPr>
            <p:spPr>
              <a:xfrm>
                <a:off x="5734884" y="2499387"/>
                <a:ext cx="455729" cy="270489"/>
              </a:xfrm>
              <a:prstGeom prst="roundRect">
                <a:avLst/>
              </a:prstGeom>
              <a:solidFill>
                <a:srgbClr val="F2F2F2"/>
              </a:solid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35" name="テキスト ボックス 34">
                <a:extLst>
                  <a:ext uri="{FF2B5EF4-FFF2-40B4-BE49-F238E27FC236}">
                    <a16:creationId xmlns:a16="http://schemas.microsoft.com/office/drawing/2014/main" id="{86B6ADCC-792A-7C5A-1AE4-266CEB02EEFE}"/>
                  </a:ext>
                </a:extLst>
              </p:cNvPr>
              <p:cNvSpPr txBox="1"/>
              <p:nvPr/>
            </p:nvSpPr>
            <p:spPr>
              <a:xfrm>
                <a:off x="5682203" y="2494036"/>
                <a:ext cx="574678" cy="246221"/>
              </a:xfrm>
              <a:prstGeom prst="rect">
                <a:avLst/>
              </a:prstGeom>
              <a:noFill/>
            </p:spPr>
            <p:txBody>
              <a:bodyPr wrap="square" rtlCol="0">
                <a:spAutoFit/>
              </a:bodyPr>
              <a:lstStyle/>
              <a:p>
                <a:pPr algn="ctr"/>
                <a:r>
                  <a:rPr lang="en-US" altLang="ja-JP" sz="1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MIN</a:t>
                </a:r>
                <a:endParaRPr lang="ja-JP" altLang="en-US" sz="1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29" name="グループ化 28">
              <a:extLst>
                <a:ext uri="{FF2B5EF4-FFF2-40B4-BE49-F238E27FC236}">
                  <a16:creationId xmlns:a16="http://schemas.microsoft.com/office/drawing/2014/main" id="{DCEF32E6-0995-070E-D871-4E9F51A20163}"/>
                </a:ext>
              </a:extLst>
            </p:cNvPr>
            <p:cNvGrpSpPr/>
            <p:nvPr/>
          </p:nvGrpSpPr>
          <p:grpSpPr>
            <a:xfrm>
              <a:off x="5992152" y="1680719"/>
              <a:ext cx="623899" cy="275840"/>
              <a:chOff x="5682203" y="2494036"/>
              <a:chExt cx="574678" cy="275840"/>
            </a:xfrm>
          </p:grpSpPr>
          <p:sp>
            <p:nvSpPr>
              <p:cNvPr id="30" name="四角形: 角を丸くする 29">
                <a:extLst>
                  <a:ext uri="{FF2B5EF4-FFF2-40B4-BE49-F238E27FC236}">
                    <a16:creationId xmlns:a16="http://schemas.microsoft.com/office/drawing/2014/main" id="{C1E02E68-5103-8BEE-A7D3-FE5B38D087FE}"/>
                  </a:ext>
                </a:extLst>
              </p:cNvPr>
              <p:cNvSpPr/>
              <p:nvPr/>
            </p:nvSpPr>
            <p:spPr>
              <a:xfrm>
                <a:off x="5734884" y="2499387"/>
                <a:ext cx="455729" cy="270489"/>
              </a:xfrm>
              <a:prstGeom prst="roundRect">
                <a:avLst/>
              </a:prstGeom>
              <a:solidFill>
                <a:srgbClr val="F2F2F2"/>
              </a:solid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32" name="テキスト ボックス 31">
                <a:extLst>
                  <a:ext uri="{FF2B5EF4-FFF2-40B4-BE49-F238E27FC236}">
                    <a16:creationId xmlns:a16="http://schemas.microsoft.com/office/drawing/2014/main" id="{E3CF70E2-E54C-123E-6524-2B00FC00B268}"/>
                  </a:ext>
                </a:extLst>
              </p:cNvPr>
              <p:cNvSpPr txBox="1"/>
              <p:nvPr/>
            </p:nvSpPr>
            <p:spPr>
              <a:xfrm>
                <a:off x="5682203" y="2494036"/>
                <a:ext cx="574678" cy="246221"/>
              </a:xfrm>
              <a:prstGeom prst="rect">
                <a:avLst/>
              </a:prstGeom>
              <a:noFill/>
            </p:spPr>
            <p:txBody>
              <a:bodyPr wrap="square" rtlCol="0">
                <a:spAutoFit/>
              </a:bodyPr>
              <a:lstStyle/>
              <a:p>
                <a:pPr algn="ctr"/>
                <a:r>
                  <a:rPr lang="en-US" altLang="ja-JP" sz="1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MAX</a:t>
                </a:r>
                <a:endParaRPr lang="ja-JP" altLang="en-US" sz="1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spTree>
    <p:extLst>
      <p:ext uri="{BB962C8B-B14F-4D97-AF65-F5344CB8AC3E}">
        <p14:creationId xmlns:p14="http://schemas.microsoft.com/office/powerpoint/2010/main" val="607851798"/>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FFA4F3"/>
        </a:solidFill>
        <a:effectLst/>
      </p:bgPr>
    </p:bg>
    <p:spTree>
      <p:nvGrpSpPr>
        <p:cNvPr id="1" name="">
          <a:extLst>
            <a:ext uri="{FF2B5EF4-FFF2-40B4-BE49-F238E27FC236}">
              <a16:creationId xmlns:a16="http://schemas.microsoft.com/office/drawing/2014/main" id="{89B2EA79-83F4-8E32-3AB0-34CE4A73E7F2}"/>
            </a:ext>
          </a:extLst>
        </p:cNvPr>
        <p:cNvGrpSpPr/>
        <p:nvPr/>
      </p:nvGrpSpPr>
      <p:grpSpPr>
        <a:xfrm>
          <a:off x="0" y="0"/>
          <a:ext cx="0" cy="0"/>
          <a:chOff x="0" y="0"/>
          <a:chExt cx="0" cy="0"/>
        </a:xfrm>
      </p:grpSpPr>
      <p:sp>
        <p:nvSpPr>
          <p:cNvPr id="33" name="テキスト ボックス 32">
            <a:extLst>
              <a:ext uri="{FF2B5EF4-FFF2-40B4-BE49-F238E27FC236}">
                <a16:creationId xmlns:a16="http://schemas.microsoft.com/office/drawing/2014/main" id="{07031827-DDFA-7443-3071-352F3A7647CB}"/>
              </a:ext>
            </a:extLst>
          </p:cNvPr>
          <p:cNvSpPr txBox="1"/>
          <p:nvPr/>
        </p:nvSpPr>
        <p:spPr>
          <a:xfrm>
            <a:off x="393726" y="202300"/>
            <a:ext cx="1210589" cy="707886"/>
          </a:xfrm>
          <a:prstGeom prst="rect">
            <a:avLst/>
          </a:prstGeom>
          <a:noFill/>
        </p:spPr>
        <p:txBody>
          <a:bodyPr wrap="none" rtlCol="0">
            <a:spAutoFit/>
          </a:bodyPr>
          <a:lstStyle/>
          <a:p>
            <a:pPr algn="ctr"/>
            <a:r>
              <a:rPr lang="en-US" altLang="ja-JP" sz="4000" b="1">
                <a:solidFill>
                  <a:schemeClr val="bg1">
                    <a:lumMod val="95000"/>
                  </a:schemeClr>
                </a:solidFill>
                <a:latin typeface="原稿用標準書体" panose="03000503000000000000" pitchFamily="66" charset="-128"/>
                <a:ea typeface="原稿用標準書体" panose="03000503000000000000" pitchFamily="66" charset="-128"/>
              </a:rPr>
              <a:t>SAVE</a:t>
            </a:r>
            <a:endParaRPr kumimoji="1" lang="ja-JP" altLang="en-US" sz="48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cxnSp>
        <p:nvCxnSpPr>
          <p:cNvPr id="35" name="直線コネクタ 34">
            <a:extLst>
              <a:ext uri="{FF2B5EF4-FFF2-40B4-BE49-F238E27FC236}">
                <a16:creationId xmlns:a16="http://schemas.microsoft.com/office/drawing/2014/main" id="{790622B0-5FC2-E59E-08AC-6A5591CACDA1}"/>
              </a:ext>
            </a:extLst>
          </p:cNvPr>
          <p:cNvCxnSpPr>
            <a:cxnSpLocks/>
          </p:cNvCxnSpPr>
          <p:nvPr/>
        </p:nvCxnSpPr>
        <p:spPr>
          <a:xfrm flipH="1">
            <a:off x="-211707" y="916395"/>
            <a:ext cx="2238704" cy="0"/>
          </a:xfrm>
          <a:prstGeom prst="line">
            <a:avLst/>
          </a:prstGeom>
          <a:ln>
            <a:solidFill>
              <a:schemeClr val="bg1">
                <a:lumMod val="95000"/>
              </a:schemeClr>
            </a:solidFill>
            <a:headEnd type="arrow"/>
            <a:tailEnd type="arrow"/>
          </a:ln>
        </p:spPr>
        <p:style>
          <a:lnRef idx="2">
            <a:schemeClr val="accent1"/>
          </a:lnRef>
          <a:fillRef idx="0">
            <a:schemeClr val="accent1"/>
          </a:fillRef>
          <a:effectRef idx="1">
            <a:schemeClr val="accent1"/>
          </a:effectRef>
          <a:fontRef idx="minor">
            <a:schemeClr val="tx1"/>
          </a:fontRef>
        </p:style>
      </p:cxnSp>
      <p:grpSp>
        <p:nvGrpSpPr>
          <p:cNvPr id="39" name="グループ化 38">
            <a:extLst>
              <a:ext uri="{FF2B5EF4-FFF2-40B4-BE49-F238E27FC236}">
                <a16:creationId xmlns:a16="http://schemas.microsoft.com/office/drawing/2014/main" id="{DBA03D91-54CD-A2EC-B3FA-5AC13788DF5B}"/>
              </a:ext>
            </a:extLst>
          </p:cNvPr>
          <p:cNvGrpSpPr/>
          <p:nvPr/>
        </p:nvGrpSpPr>
        <p:grpSpPr>
          <a:xfrm>
            <a:off x="11576392" y="3863211"/>
            <a:ext cx="236362" cy="2284060"/>
            <a:chOff x="11044871" y="4022147"/>
            <a:chExt cx="236362" cy="2031812"/>
          </a:xfrm>
        </p:grpSpPr>
        <p:sp>
          <p:nvSpPr>
            <p:cNvPr id="31" name="四角形: 角を丸くする 30">
              <a:extLst>
                <a:ext uri="{FF2B5EF4-FFF2-40B4-BE49-F238E27FC236}">
                  <a16:creationId xmlns:a16="http://schemas.microsoft.com/office/drawing/2014/main" id="{42ECBAC7-D02F-3B3C-7329-323A7E09D090}"/>
                </a:ext>
              </a:extLst>
            </p:cNvPr>
            <p:cNvSpPr/>
            <p:nvPr/>
          </p:nvSpPr>
          <p:spPr>
            <a:xfrm>
              <a:off x="11044871" y="4022147"/>
              <a:ext cx="236362" cy="2031812"/>
            </a:xfrm>
            <a:prstGeom prst="roundRect">
              <a:avLst/>
            </a:prstGeom>
            <a:no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8" name="四角形: 角を丸くする 37">
              <a:extLst>
                <a:ext uri="{FF2B5EF4-FFF2-40B4-BE49-F238E27FC236}">
                  <a16:creationId xmlns:a16="http://schemas.microsoft.com/office/drawing/2014/main" id="{663B11E4-C616-2AC1-A000-F5D2EEEB40D9}"/>
                </a:ext>
              </a:extLst>
            </p:cNvPr>
            <p:cNvSpPr/>
            <p:nvPr/>
          </p:nvSpPr>
          <p:spPr>
            <a:xfrm>
              <a:off x="11066205" y="4094529"/>
              <a:ext cx="193695" cy="571313"/>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22" name="グループ化 21">
            <a:extLst>
              <a:ext uri="{FF2B5EF4-FFF2-40B4-BE49-F238E27FC236}">
                <a16:creationId xmlns:a16="http://schemas.microsoft.com/office/drawing/2014/main" id="{0769A6C4-D5E3-E428-F639-D21ECF1FF6D3}"/>
              </a:ext>
            </a:extLst>
          </p:cNvPr>
          <p:cNvGrpSpPr/>
          <p:nvPr/>
        </p:nvGrpSpPr>
        <p:grpSpPr>
          <a:xfrm>
            <a:off x="2440821" y="1178530"/>
            <a:ext cx="8486935" cy="1186295"/>
            <a:chOff x="1526425" y="935293"/>
            <a:chExt cx="8486935" cy="1186295"/>
          </a:xfrm>
        </p:grpSpPr>
        <p:sp>
          <p:nvSpPr>
            <p:cNvPr id="17" name="六角形 16">
              <a:extLst>
                <a:ext uri="{FF2B5EF4-FFF2-40B4-BE49-F238E27FC236}">
                  <a16:creationId xmlns:a16="http://schemas.microsoft.com/office/drawing/2014/main" id="{7DDFCB85-3BAD-8D2F-CD30-3E701D84051E}"/>
                </a:ext>
              </a:extLst>
            </p:cNvPr>
            <p:cNvSpPr/>
            <p:nvPr/>
          </p:nvSpPr>
          <p:spPr>
            <a:xfrm>
              <a:off x="1531691" y="935293"/>
              <a:ext cx="8481669" cy="1186295"/>
            </a:xfrm>
            <a:prstGeom prst="hexagon">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0" name="六角形 19">
              <a:extLst>
                <a:ext uri="{FF2B5EF4-FFF2-40B4-BE49-F238E27FC236}">
                  <a16:creationId xmlns:a16="http://schemas.microsoft.com/office/drawing/2014/main" id="{01C93E74-8B62-ED81-E057-708B63D7AEA0}"/>
                </a:ext>
              </a:extLst>
            </p:cNvPr>
            <p:cNvSpPr/>
            <p:nvPr/>
          </p:nvSpPr>
          <p:spPr>
            <a:xfrm>
              <a:off x="1526425" y="935293"/>
              <a:ext cx="1649148" cy="1186295"/>
            </a:xfrm>
            <a:prstGeom prst="hexagon">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3" name="テキスト ボックス 12">
              <a:extLst>
                <a:ext uri="{FF2B5EF4-FFF2-40B4-BE49-F238E27FC236}">
                  <a16:creationId xmlns:a16="http://schemas.microsoft.com/office/drawing/2014/main" id="{720D8A88-BAD1-6B39-51A7-906E15C583B4}"/>
                </a:ext>
              </a:extLst>
            </p:cNvPr>
            <p:cNvSpPr txBox="1"/>
            <p:nvPr/>
          </p:nvSpPr>
          <p:spPr>
            <a:xfrm>
              <a:off x="1950889" y="1112942"/>
              <a:ext cx="800219" cy="830997"/>
            </a:xfrm>
            <a:prstGeom prst="rect">
              <a:avLst/>
            </a:prstGeom>
            <a:noFill/>
          </p:spPr>
          <p:txBody>
            <a:bodyPr wrap="none" rtlCol="0">
              <a:spAutoFit/>
            </a:bodyPr>
            <a:lstStyle/>
            <a:p>
              <a:pPr algn="ctr"/>
              <a:r>
                <a:rPr lang="en-US" altLang="ja-JP" sz="2400" b="1" dirty="0">
                  <a:solidFill>
                    <a:schemeClr val="bg1">
                      <a:lumMod val="95000"/>
                    </a:schemeClr>
                  </a:solidFill>
                  <a:latin typeface="原稿用標準書体" panose="03000503000000000000" pitchFamily="66" charset="-128"/>
                  <a:ea typeface="原稿用標準書体" panose="03000503000000000000" pitchFamily="66" charset="-128"/>
                </a:rPr>
                <a:t>AUTO</a:t>
              </a:r>
              <a:br>
                <a:rPr lang="en-US" altLang="ja-JP" sz="2400" b="1" dirty="0">
                  <a:solidFill>
                    <a:schemeClr val="bg1">
                      <a:lumMod val="95000"/>
                    </a:schemeClr>
                  </a:solidFill>
                  <a:latin typeface="原稿用標準書体" panose="03000503000000000000" pitchFamily="66" charset="-128"/>
                  <a:ea typeface="原稿用標準書体" panose="03000503000000000000" pitchFamily="66" charset="-128"/>
                </a:rPr>
              </a:br>
              <a:r>
                <a:rPr lang="en-US" altLang="ja-JP" sz="2400" b="1" dirty="0">
                  <a:solidFill>
                    <a:schemeClr val="bg1">
                      <a:lumMod val="95000"/>
                    </a:schemeClr>
                  </a:solidFill>
                  <a:latin typeface="原稿用標準書体" panose="03000503000000000000" pitchFamily="66" charset="-128"/>
                  <a:ea typeface="原稿用標準書体" panose="03000503000000000000" pitchFamily="66" charset="-128"/>
                </a:rPr>
                <a:t>SAVE</a:t>
              </a:r>
              <a:endParaRPr kumimoji="1" lang="ja-JP" altLang="en-US" sz="3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60" name="グループ化 59">
            <a:extLst>
              <a:ext uri="{FF2B5EF4-FFF2-40B4-BE49-F238E27FC236}">
                <a16:creationId xmlns:a16="http://schemas.microsoft.com/office/drawing/2014/main" id="{F154C2D9-DE3D-7FA9-C3E4-4FC112572A52}"/>
              </a:ext>
            </a:extLst>
          </p:cNvPr>
          <p:cNvGrpSpPr/>
          <p:nvPr/>
        </p:nvGrpSpPr>
        <p:grpSpPr>
          <a:xfrm>
            <a:off x="8214158" y="1626697"/>
            <a:ext cx="2380516" cy="289960"/>
            <a:chOff x="8231923" y="1510868"/>
            <a:chExt cx="2380516" cy="289960"/>
          </a:xfrm>
        </p:grpSpPr>
        <p:sp>
          <p:nvSpPr>
            <p:cNvPr id="48" name="楕円 47">
              <a:extLst>
                <a:ext uri="{FF2B5EF4-FFF2-40B4-BE49-F238E27FC236}">
                  <a16:creationId xmlns:a16="http://schemas.microsoft.com/office/drawing/2014/main" id="{BF84DC4D-0F42-1E21-9FEC-0573F60C078F}"/>
                </a:ext>
              </a:extLst>
            </p:cNvPr>
            <p:cNvSpPr/>
            <p:nvPr/>
          </p:nvSpPr>
          <p:spPr>
            <a:xfrm>
              <a:off x="10322479"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9" name="ハート 48">
              <a:extLst>
                <a:ext uri="{FF2B5EF4-FFF2-40B4-BE49-F238E27FC236}">
                  <a16:creationId xmlns:a16="http://schemas.microsoft.com/office/drawing/2014/main" id="{A39B608D-30F7-E354-F5E0-FD37EB564D81}"/>
                </a:ext>
              </a:extLst>
            </p:cNvPr>
            <p:cNvSpPr/>
            <p:nvPr/>
          </p:nvSpPr>
          <p:spPr>
            <a:xfrm>
              <a:off x="8231923"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1" name="楕円 50">
              <a:extLst>
                <a:ext uri="{FF2B5EF4-FFF2-40B4-BE49-F238E27FC236}">
                  <a16:creationId xmlns:a16="http://schemas.microsoft.com/office/drawing/2014/main" id="{E838E0F1-8AF5-E352-6ECF-E4802E623E5D}"/>
                </a:ext>
              </a:extLst>
            </p:cNvPr>
            <p:cNvSpPr/>
            <p:nvPr/>
          </p:nvSpPr>
          <p:spPr>
            <a:xfrm>
              <a:off x="9277201"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3" name="楕円 52">
              <a:extLst>
                <a:ext uri="{FF2B5EF4-FFF2-40B4-BE49-F238E27FC236}">
                  <a16:creationId xmlns:a16="http://schemas.microsoft.com/office/drawing/2014/main" id="{8B9E0AE0-3403-2527-3E7C-84C29C23A2B2}"/>
                </a:ext>
              </a:extLst>
            </p:cNvPr>
            <p:cNvSpPr/>
            <p:nvPr/>
          </p:nvSpPr>
          <p:spPr>
            <a:xfrm>
              <a:off x="9625628"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5" name="楕円 54">
              <a:extLst>
                <a:ext uri="{FF2B5EF4-FFF2-40B4-BE49-F238E27FC236}">
                  <a16:creationId xmlns:a16="http://schemas.microsoft.com/office/drawing/2014/main" id="{AD40B641-4C73-D91A-F568-958B4EF92B84}"/>
                </a:ext>
              </a:extLst>
            </p:cNvPr>
            <p:cNvSpPr/>
            <p:nvPr/>
          </p:nvSpPr>
          <p:spPr>
            <a:xfrm>
              <a:off x="9974055"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7" name="ハート 56">
              <a:extLst>
                <a:ext uri="{FF2B5EF4-FFF2-40B4-BE49-F238E27FC236}">
                  <a16:creationId xmlns:a16="http://schemas.microsoft.com/office/drawing/2014/main" id="{21B0C88F-ECCA-B405-E2A6-2D854C688CBD}"/>
                </a:ext>
              </a:extLst>
            </p:cNvPr>
            <p:cNvSpPr/>
            <p:nvPr/>
          </p:nvSpPr>
          <p:spPr>
            <a:xfrm>
              <a:off x="8580349"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9" name="ハート 58">
              <a:extLst>
                <a:ext uri="{FF2B5EF4-FFF2-40B4-BE49-F238E27FC236}">
                  <a16:creationId xmlns:a16="http://schemas.microsoft.com/office/drawing/2014/main" id="{44096C42-AA92-7623-405A-52FE8622505D}"/>
                </a:ext>
              </a:extLst>
            </p:cNvPr>
            <p:cNvSpPr/>
            <p:nvPr/>
          </p:nvSpPr>
          <p:spPr>
            <a:xfrm>
              <a:off x="8928775"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23" name="グループ化 22">
            <a:extLst>
              <a:ext uri="{FF2B5EF4-FFF2-40B4-BE49-F238E27FC236}">
                <a16:creationId xmlns:a16="http://schemas.microsoft.com/office/drawing/2014/main" id="{62CBAA38-156E-0237-6652-9F41F6E8FE1A}"/>
              </a:ext>
            </a:extLst>
          </p:cNvPr>
          <p:cNvGrpSpPr/>
          <p:nvPr/>
        </p:nvGrpSpPr>
        <p:grpSpPr>
          <a:xfrm>
            <a:off x="2440821" y="2808079"/>
            <a:ext cx="8486935" cy="1186295"/>
            <a:chOff x="1526425" y="935293"/>
            <a:chExt cx="8486935" cy="1186295"/>
          </a:xfrm>
        </p:grpSpPr>
        <p:sp>
          <p:nvSpPr>
            <p:cNvPr id="24" name="六角形 23">
              <a:extLst>
                <a:ext uri="{FF2B5EF4-FFF2-40B4-BE49-F238E27FC236}">
                  <a16:creationId xmlns:a16="http://schemas.microsoft.com/office/drawing/2014/main" id="{CDCC861F-50A6-8BB2-AE57-64004A465027}"/>
                </a:ext>
              </a:extLst>
            </p:cNvPr>
            <p:cNvSpPr/>
            <p:nvPr/>
          </p:nvSpPr>
          <p:spPr>
            <a:xfrm>
              <a:off x="1531691" y="935293"/>
              <a:ext cx="8481669" cy="1186295"/>
            </a:xfrm>
            <a:prstGeom prst="hexagon">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25" name="六角形 24">
              <a:extLst>
                <a:ext uri="{FF2B5EF4-FFF2-40B4-BE49-F238E27FC236}">
                  <a16:creationId xmlns:a16="http://schemas.microsoft.com/office/drawing/2014/main" id="{0BFE0D68-A128-ADCC-0C6D-EEAD4CE54776}"/>
                </a:ext>
              </a:extLst>
            </p:cNvPr>
            <p:cNvSpPr/>
            <p:nvPr/>
          </p:nvSpPr>
          <p:spPr>
            <a:xfrm>
              <a:off x="1526425" y="935293"/>
              <a:ext cx="1649148" cy="1186295"/>
            </a:xfrm>
            <a:prstGeom prst="hexagon">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26" name="テキスト ボックス 25">
              <a:extLst>
                <a:ext uri="{FF2B5EF4-FFF2-40B4-BE49-F238E27FC236}">
                  <a16:creationId xmlns:a16="http://schemas.microsoft.com/office/drawing/2014/main" id="{B311774C-917D-4C53-F129-86CA2089D2DD}"/>
                </a:ext>
              </a:extLst>
            </p:cNvPr>
            <p:cNvSpPr txBox="1"/>
            <p:nvPr/>
          </p:nvSpPr>
          <p:spPr>
            <a:xfrm>
              <a:off x="1797001" y="1297608"/>
              <a:ext cx="1107996" cy="461665"/>
            </a:xfrm>
            <a:prstGeom prst="rect">
              <a:avLst/>
            </a:prstGeom>
            <a:noFill/>
          </p:spPr>
          <p:txBody>
            <a:bodyPr wrap="none" rtlCol="0">
              <a:spAutoFit/>
            </a:bodyPr>
            <a:lstStyle/>
            <a:p>
              <a:pPr algn="ctr"/>
              <a:r>
                <a:rPr lang="en-US" altLang="ja-JP" sz="2400" b="1" dirty="0">
                  <a:solidFill>
                    <a:schemeClr val="bg1">
                      <a:lumMod val="95000"/>
                    </a:schemeClr>
                  </a:solidFill>
                  <a:latin typeface="原稿用標準書体" panose="03000503000000000000" pitchFamily="66" charset="-128"/>
                  <a:ea typeface="原稿用標準書体" panose="03000503000000000000" pitchFamily="66" charset="-128"/>
                </a:rPr>
                <a:t>SAVE01</a:t>
              </a:r>
              <a:endParaRPr kumimoji="1" lang="ja-JP" altLang="en-US" sz="3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67" name="グループ化 66">
            <a:extLst>
              <a:ext uri="{FF2B5EF4-FFF2-40B4-BE49-F238E27FC236}">
                <a16:creationId xmlns:a16="http://schemas.microsoft.com/office/drawing/2014/main" id="{37AC3157-394B-8145-2E84-9C895062E6E9}"/>
              </a:ext>
            </a:extLst>
          </p:cNvPr>
          <p:cNvGrpSpPr/>
          <p:nvPr/>
        </p:nvGrpSpPr>
        <p:grpSpPr>
          <a:xfrm>
            <a:off x="8214158" y="3276866"/>
            <a:ext cx="2380516" cy="289960"/>
            <a:chOff x="8231923" y="1510868"/>
            <a:chExt cx="2380516" cy="289960"/>
          </a:xfrm>
        </p:grpSpPr>
        <p:sp>
          <p:nvSpPr>
            <p:cNvPr id="68" name="楕円 67">
              <a:extLst>
                <a:ext uri="{FF2B5EF4-FFF2-40B4-BE49-F238E27FC236}">
                  <a16:creationId xmlns:a16="http://schemas.microsoft.com/office/drawing/2014/main" id="{99C237E9-D5CD-7E16-25A5-AEB7FE62AD06}"/>
                </a:ext>
              </a:extLst>
            </p:cNvPr>
            <p:cNvSpPr/>
            <p:nvPr/>
          </p:nvSpPr>
          <p:spPr>
            <a:xfrm>
              <a:off x="10322479" y="1510868"/>
              <a:ext cx="289960" cy="289960"/>
            </a:xfrm>
            <a:prstGeom prst="ellipse">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69" name="ハート 68">
              <a:extLst>
                <a:ext uri="{FF2B5EF4-FFF2-40B4-BE49-F238E27FC236}">
                  <a16:creationId xmlns:a16="http://schemas.microsoft.com/office/drawing/2014/main" id="{FFE56547-D068-8D33-16C4-886D58DAF584}"/>
                </a:ext>
              </a:extLst>
            </p:cNvPr>
            <p:cNvSpPr/>
            <p:nvPr/>
          </p:nvSpPr>
          <p:spPr>
            <a:xfrm>
              <a:off x="8231923"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0" name="楕円 69">
              <a:extLst>
                <a:ext uri="{FF2B5EF4-FFF2-40B4-BE49-F238E27FC236}">
                  <a16:creationId xmlns:a16="http://schemas.microsoft.com/office/drawing/2014/main" id="{C66F9239-3671-7F04-3692-56A2762E9300}"/>
                </a:ext>
              </a:extLst>
            </p:cNvPr>
            <p:cNvSpPr/>
            <p:nvPr/>
          </p:nvSpPr>
          <p:spPr>
            <a:xfrm>
              <a:off x="9277201"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1" name="楕円 70">
              <a:extLst>
                <a:ext uri="{FF2B5EF4-FFF2-40B4-BE49-F238E27FC236}">
                  <a16:creationId xmlns:a16="http://schemas.microsoft.com/office/drawing/2014/main" id="{3DEB4713-1646-03DF-6259-BC0B023BBBC0}"/>
                </a:ext>
              </a:extLst>
            </p:cNvPr>
            <p:cNvSpPr/>
            <p:nvPr/>
          </p:nvSpPr>
          <p:spPr>
            <a:xfrm>
              <a:off x="9625628"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2" name="楕円 71">
              <a:extLst>
                <a:ext uri="{FF2B5EF4-FFF2-40B4-BE49-F238E27FC236}">
                  <a16:creationId xmlns:a16="http://schemas.microsoft.com/office/drawing/2014/main" id="{36E7EB3B-CDF4-1709-0CEA-B9A6BB25C001}"/>
                </a:ext>
              </a:extLst>
            </p:cNvPr>
            <p:cNvSpPr/>
            <p:nvPr/>
          </p:nvSpPr>
          <p:spPr>
            <a:xfrm>
              <a:off x="9974055"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3" name="ハート 72">
              <a:extLst>
                <a:ext uri="{FF2B5EF4-FFF2-40B4-BE49-F238E27FC236}">
                  <a16:creationId xmlns:a16="http://schemas.microsoft.com/office/drawing/2014/main" id="{D00FC152-C448-5997-DE96-91E6C5EB152C}"/>
                </a:ext>
              </a:extLst>
            </p:cNvPr>
            <p:cNvSpPr/>
            <p:nvPr/>
          </p:nvSpPr>
          <p:spPr>
            <a:xfrm>
              <a:off x="8580349"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4" name="ハート 73">
              <a:extLst>
                <a:ext uri="{FF2B5EF4-FFF2-40B4-BE49-F238E27FC236}">
                  <a16:creationId xmlns:a16="http://schemas.microsoft.com/office/drawing/2014/main" id="{8206B594-CD20-F331-016E-79EF61CF5F47}"/>
                </a:ext>
              </a:extLst>
            </p:cNvPr>
            <p:cNvSpPr/>
            <p:nvPr/>
          </p:nvSpPr>
          <p:spPr>
            <a:xfrm>
              <a:off x="8928775"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27" name="グループ化 26">
            <a:extLst>
              <a:ext uri="{FF2B5EF4-FFF2-40B4-BE49-F238E27FC236}">
                <a16:creationId xmlns:a16="http://schemas.microsoft.com/office/drawing/2014/main" id="{D4C9984C-AF43-F7A4-0DF5-F39C4F94E56A}"/>
              </a:ext>
            </a:extLst>
          </p:cNvPr>
          <p:cNvGrpSpPr/>
          <p:nvPr/>
        </p:nvGrpSpPr>
        <p:grpSpPr>
          <a:xfrm>
            <a:off x="2440821" y="4437628"/>
            <a:ext cx="8486935" cy="1186295"/>
            <a:chOff x="1526425" y="935293"/>
            <a:chExt cx="8486935" cy="1186295"/>
          </a:xfrm>
        </p:grpSpPr>
        <p:sp>
          <p:nvSpPr>
            <p:cNvPr id="28" name="六角形 27">
              <a:extLst>
                <a:ext uri="{FF2B5EF4-FFF2-40B4-BE49-F238E27FC236}">
                  <a16:creationId xmlns:a16="http://schemas.microsoft.com/office/drawing/2014/main" id="{E993AB9D-4320-D124-8AC2-6A2FEA926FD2}"/>
                </a:ext>
              </a:extLst>
            </p:cNvPr>
            <p:cNvSpPr/>
            <p:nvPr/>
          </p:nvSpPr>
          <p:spPr>
            <a:xfrm>
              <a:off x="1531691" y="935293"/>
              <a:ext cx="8481669" cy="1186295"/>
            </a:xfrm>
            <a:prstGeom prst="hexagon">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29" name="六角形 28">
              <a:extLst>
                <a:ext uri="{FF2B5EF4-FFF2-40B4-BE49-F238E27FC236}">
                  <a16:creationId xmlns:a16="http://schemas.microsoft.com/office/drawing/2014/main" id="{23E3973A-8714-04A6-0894-88446E6B0856}"/>
                </a:ext>
              </a:extLst>
            </p:cNvPr>
            <p:cNvSpPr/>
            <p:nvPr/>
          </p:nvSpPr>
          <p:spPr>
            <a:xfrm>
              <a:off x="1526425" y="935293"/>
              <a:ext cx="1649148" cy="1186295"/>
            </a:xfrm>
            <a:prstGeom prst="hexagon">
              <a:avLst/>
            </a:prstGeom>
            <a:solidFill>
              <a:schemeClr val="bg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30" name="テキスト ボックス 29">
              <a:extLst>
                <a:ext uri="{FF2B5EF4-FFF2-40B4-BE49-F238E27FC236}">
                  <a16:creationId xmlns:a16="http://schemas.microsoft.com/office/drawing/2014/main" id="{D2E0D8FB-35E3-94EB-D047-BD0FB5E5437F}"/>
                </a:ext>
              </a:extLst>
            </p:cNvPr>
            <p:cNvSpPr txBox="1"/>
            <p:nvPr/>
          </p:nvSpPr>
          <p:spPr>
            <a:xfrm>
              <a:off x="1797001" y="1297608"/>
              <a:ext cx="1107996" cy="461665"/>
            </a:xfrm>
            <a:prstGeom prst="rect">
              <a:avLst/>
            </a:prstGeom>
            <a:noFill/>
          </p:spPr>
          <p:txBody>
            <a:bodyPr wrap="none" rtlCol="0">
              <a:spAutoFit/>
            </a:bodyPr>
            <a:lstStyle/>
            <a:p>
              <a:pPr algn="ctr"/>
              <a:r>
                <a:rPr lang="en-US" altLang="ja-JP" sz="2400" b="1" dirty="0">
                  <a:solidFill>
                    <a:schemeClr val="bg1">
                      <a:lumMod val="95000"/>
                    </a:schemeClr>
                  </a:solidFill>
                  <a:latin typeface="原稿用標準書体" panose="03000503000000000000" pitchFamily="66" charset="-128"/>
                  <a:ea typeface="原稿用標準書体" panose="03000503000000000000" pitchFamily="66" charset="-128"/>
                </a:rPr>
                <a:t>SAVE02</a:t>
              </a:r>
              <a:endParaRPr kumimoji="1" lang="ja-JP" altLang="en-US" sz="3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82" name="グループ化 81">
            <a:extLst>
              <a:ext uri="{FF2B5EF4-FFF2-40B4-BE49-F238E27FC236}">
                <a16:creationId xmlns:a16="http://schemas.microsoft.com/office/drawing/2014/main" id="{0491CA8C-264B-9917-8898-8BA489F2A5F1}"/>
              </a:ext>
            </a:extLst>
          </p:cNvPr>
          <p:cNvGrpSpPr/>
          <p:nvPr/>
        </p:nvGrpSpPr>
        <p:grpSpPr>
          <a:xfrm>
            <a:off x="8214158" y="4906415"/>
            <a:ext cx="2380516" cy="289960"/>
            <a:chOff x="8231923" y="1510868"/>
            <a:chExt cx="2380516" cy="289960"/>
          </a:xfrm>
          <a:solidFill>
            <a:schemeClr val="bg1">
              <a:lumMod val="50000"/>
            </a:schemeClr>
          </a:solidFill>
        </p:grpSpPr>
        <p:sp>
          <p:nvSpPr>
            <p:cNvPr id="83" name="楕円 82">
              <a:extLst>
                <a:ext uri="{FF2B5EF4-FFF2-40B4-BE49-F238E27FC236}">
                  <a16:creationId xmlns:a16="http://schemas.microsoft.com/office/drawing/2014/main" id="{67EA3F6E-DDC4-0938-90A3-6FF0F2F98B17}"/>
                </a:ext>
              </a:extLst>
            </p:cNvPr>
            <p:cNvSpPr/>
            <p:nvPr/>
          </p:nvSpPr>
          <p:spPr>
            <a:xfrm>
              <a:off x="10322479" y="1510868"/>
              <a:ext cx="289960" cy="289960"/>
            </a:xfrm>
            <a:prstGeom prst="ellipse">
              <a:avLst/>
            </a:prstGeom>
            <a:grp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4" name="ハート 83">
              <a:extLst>
                <a:ext uri="{FF2B5EF4-FFF2-40B4-BE49-F238E27FC236}">
                  <a16:creationId xmlns:a16="http://schemas.microsoft.com/office/drawing/2014/main" id="{1D9E5415-C7F4-FF03-296F-05DBB362A264}"/>
                </a:ext>
              </a:extLst>
            </p:cNvPr>
            <p:cNvSpPr/>
            <p:nvPr/>
          </p:nvSpPr>
          <p:spPr>
            <a:xfrm>
              <a:off x="8231923" y="1510869"/>
              <a:ext cx="289959" cy="289959"/>
            </a:xfrm>
            <a:prstGeom prst="ellipse">
              <a:avLst/>
            </a:prstGeom>
            <a:grp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5" name="楕円 84">
              <a:extLst>
                <a:ext uri="{FF2B5EF4-FFF2-40B4-BE49-F238E27FC236}">
                  <a16:creationId xmlns:a16="http://schemas.microsoft.com/office/drawing/2014/main" id="{1C7B101C-D38E-AC5F-F07A-DCFC6217A89C}"/>
                </a:ext>
              </a:extLst>
            </p:cNvPr>
            <p:cNvSpPr/>
            <p:nvPr/>
          </p:nvSpPr>
          <p:spPr>
            <a:xfrm>
              <a:off x="9277201" y="1510868"/>
              <a:ext cx="289960" cy="289960"/>
            </a:xfrm>
            <a:prstGeom prst="ellipse">
              <a:avLst/>
            </a:prstGeom>
            <a:grp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6" name="楕円 85">
              <a:extLst>
                <a:ext uri="{FF2B5EF4-FFF2-40B4-BE49-F238E27FC236}">
                  <a16:creationId xmlns:a16="http://schemas.microsoft.com/office/drawing/2014/main" id="{8E168269-E082-58D1-2A63-4D8C20A19CB3}"/>
                </a:ext>
              </a:extLst>
            </p:cNvPr>
            <p:cNvSpPr/>
            <p:nvPr/>
          </p:nvSpPr>
          <p:spPr>
            <a:xfrm>
              <a:off x="9625628" y="1510868"/>
              <a:ext cx="289960" cy="289960"/>
            </a:xfrm>
            <a:prstGeom prst="ellipse">
              <a:avLst/>
            </a:prstGeom>
            <a:grp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7" name="楕円 86">
              <a:extLst>
                <a:ext uri="{FF2B5EF4-FFF2-40B4-BE49-F238E27FC236}">
                  <a16:creationId xmlns:a16="http://schemas.microsoft.com/office/drawing/2014/main" id="{8BA62AAE-73C5-CDD9-DFAB-AB5717E55A18}"/>
                </a:ext>
              </a:extLst>
            </p:cNvPr>
            <p:cNvSpPr/>
            <p:nvPr/>
          </p:nvSpPr>
          <p:spPr>
            <a:xfrm>
              <a:off x="9974055" y="1510868"/>
              <a:ext cx="289960" cy="289960"/>
            </a:xfrm>
            <a:prstGeom prst="ellipse">
              <a:avLst/>
            </a:prstGeom>
            <a:grp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8" name="ハート 87">
              <a:extLst>
                <a:ext uri="{FF2B5EF4-FFF2-40B4-BE49-F238E27FC236}">
                  <a16:creationId xmlns:a16="http://schemas.microsoft.com/office/drawing/2014/main" id="{3B3C9B28-9AEF-C9F6-728B-98A66AF7EF1A}"/>
                </a:ext>
              </a:extLst>
            </p:cNvPr>
            <p:cNvSpPr/>
            <p:nvPr/>
          </p:nvSpPr>
          <p:spPr>
            <a:xfrm>
              <a:off x="8580349" y="1510869"/>
              <a:ext cx="289959" cy="289959"/>
            </a:xfrm>
            <a:prstGeom prst="ellipse">
              <a:avLst/>
            </a:prstGeom>
            <a:grp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9" name="ハート 88">
              <a:extLst>
                <a:ext uri="{FF2B5EF4-FFF2-40B4-BE49-F238E27FC236}">
                  <a16:creationId xmlns:a16="http://schemas.microsoft.com/office/drawing/2014/main" id="{325A30DF-E4ED-2B22-257E-D69BEFE5E46A}"/>
                </a:ext>
              </a:extLst>
            </p:cNvPr>
            <p:cNvSpPr/>
            <p:nvPr/>
          </p:nvSpPr>
          <p:spPr>
            <a:xfrm>
              <a:off x="8928775" y="1510869"/>
              <a:ext cx="289959" cy="289959"/>
            </a:xfrm>
            <a:prstGeom prst="ellipse">
              <a:avLst/>
            </a:prstGeom>
            <a:grp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96" name="グループ化 95">
            <a:extLst>
              <a:ext uri="{FF2B5EF4-FFF2-40B4-BE49-F238E27FC236}">
                <a16:creationId xmlns:a16="http://schemas.microsoft.com/office/drawing/2014/main" id="{0413AF81-F339-C38B-F850-D4896562ECA1}"/>
              </a:ext>
            </a:extLst>
          </p:cNvPr>
          <p:cNvGrpSpPr/>
          <p:nvPr/>
        </p:nvGrpSpPr>
        <p:grpSpPr>
          <a:xfrm>
            <a:off x="2440821" y="6067176"/>
            <a:ext cx="8486935" cy="1186295"/>
            <a:chOff x="1526425" y="935293"/>
            <a:chExt cx="8486935" cy="1186295"/>
          </a:xfrm>
        </p:grpSpPr>
        <p:sp>
          <p:nvSpPr>
            <p:cNvPr id="112" name="六角形 111">
              <a:extLst>
                <a:ext uri="{FF2B5EF4-FFF2-40B4-BE49-F238E27FC236}">
                  <a16:creationId xmlns:a16="http://schemas.microsoft.com/office/drawing/2014/main" id="{56598ECB-69B9-9428-442A-28BD1440F72C}"/>
                </a:ext>
              </a:extLst>
            </p:cNvPr>
            <p:cNvSpPr/>
            <p:nvPr/>
          </p:nvSpPr>
          <p:spPr>
            <a:xfrm>
              <a:off x="1531691" y="935293"/>
              <a:ext cx="8481669" cy="1186295"/>
            </a:xfrm>
            <a:prstGeom prst="hexagon">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13" name="六角形 112">
              <a:extLst>
                <a:ext uri="{FF2B5EF4-FFF2-40B4-BE49-F238E27FC236}">
                  <a16:creationId xmlns:a16="http://schemas.microsoft.com/office/drawing/2014/main" id="{CEED7567-55D1-5C32-B9F8-27677F813752}"/>
                </a:ext>
              </a:extLst>
            </p:cNvPr>
            <p:cNvSpPr/>
            <p:nvPr/>
          </p:nvSpPr>
          <p:spPr>
            <a:xfrm>
              <a:off x="1526425" y="935293"/>
              <a:ext cx="1649148" cy="1186295"/>
            </a:xfrm>
            <a:prstGeom prst="hexagon">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14" name="テキスト ボックス 113">
              <a:extLst>
                <a:ext uri="{FF2B5EF4-FFF2-40B4-BE49-F238E27FC236}">
                  <a16:creationId xmlns:a16="http://schemas.microsoft.com/office/drawing/2014/main" id="{EED355A6-56E4-9F7A-A856-31263035EA25}"/>
                </a:ext>
              </a:extLst>
            </p:cNvPr>
            <p:cNvSpPr txBox="1"/>
            <p:nvPr/>
          </p:nvSpPr>
          <p:spPr>
            <a:xfrm>
              <a:off x="1797001" y="1297608"/>
              <a:ext cx="1107996" cy="461665"/>
            </a:xfrm>
            <a:prstGeom prst="rect">
              <a:avLst/>
            </a:prstGeom>
            <a:noFill/>
          </p:spPr>
          <p:txBody>
            <a:bodyPr wrap="none" rtlCol="0">
              <a:spAutoFit/>
            </a:bodyPr>
            <a:lstStyle/>
            <a:p>
              <a:pPr algn="ctr"/>
              <a:r>
                <a:rPr lang="en-US" altLang="ja-JP" sz="2400" b="1" dirty="0">
                  <a:solidFill>
                    <a:schemeClr val="bg1">
                      <a:lumMod val="95000"/>
                    </a:schemeClr>
                  </a:solidFill>
                  <a:latin typeface="原稿用標準書体" panose="03000503000000000000" pitchFamily="66" charset="-128"/>
                  <a:ea typeface="原稿用標準書体" panose="03000503000000000000" pitchFamily="66" charset="-128"/>
                </a:rPr>
                <a:t>SAVE03</a:t>
              </a:r>
              <a:endParaRPr kumimoji="1" lang="ja-JP" altLang="en-US" sz="3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100" name="グループ化 99">
            <a:extLst>
              <a:ext uri="{FF2B5EF4-FFF2-40B4-BE49-F238E27FC236}">
                <a16:creationId xmlns:a16="http://schemas.microsoft.com/office/drawing/2014/main" id="{8980FC90-D711-5E20-ABCA-71132FBB36A8}"/>
              </a:ext>
            </a:extLst>
          </p:cNvPr>
          <p:cNvGrpSpPr/>
          <p:nvPr/>
        </p:nvGrpSpPr>
        <p:grpSpPr>
          <a:xfrm>
            <a:off x="8214158" y="6535963"/>
            <a:ext cx="2380516" cy="289960"/>
            <a:chOff x="8231923" y="1510868"/>
            <a:chExt cx="2380516" cy="289960"/>
          </a:xfrm>
        </p:grpSpPr>
        <p:sp>
          <p:nvSpPr>
            <p:cNvPr id="101" name="楕円 100">
              <a:extLst>
                <a:ext uri="{FF2B5EF4-FFF2-40B4-BE49-F238E27FC236}">
                  <a16:creationId xmlns:a16="http://schemas.microsoft.com/office/drawing/2014/main" id="{96ACDDC0-8D3F-D867-C940-03B73C43BF04}"/>
                </a:ext>
              </a:extLst>
            </p:cNvPr>
            <p:cNvSpPr/>
            <p:nvPr/>
          </p:nvSpPr>
          <p:spPr>
            <a:xfrm>
              <a:off x="10322479"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2" name="ハート 101">
              <a:extLst>
                <a:ext uri="{FF2B5EF4-FFF2-40B4-BE49-F238E27FC236}">
                  <a16:creationId xmlns:a16="http://schemas.microsoft.com/office/drawing/2014/main" id="{59A6B41C-55E2-B61C-07A5-5E1D5627D8DB}"/>
                </a:ext>
              </a:extLst>
            </p:cNvPr>
            <p:cNvSpPr/>
            <p:nvPr/>
          </p:nvSpPr>
          <p:spPr>
            <a:xfrm>
              <a:off x="8231923"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3" name="楕円 102">
              <a:extLst>
                <a:ext uri="{FF2B5EF4-FFF2-40B4-BE49-F238E27FC236}">
                  <a16:creationId xmlns:a16="http://schemas.microsoft.com/office/drawing/2014/main" id="{C3E902DE-7FE4-0D93-DAA6-5CDF40876F1D}"/>
                </a:ext>
              </a:extLst>
            </p:cNvPr>
            <p:cNvSpPr/>
            <p:nvPr/>
          </p:nvSpPr>
          <p:spPr>
            <a:xfrm>
              <a:off x="9277201"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4" name="楕円 103">
              <a:extLst>
                <a:ext uri="{FF2B5EF4-FFF2-40B4-BE49-F238E27FC236}">
                  <a16:creationId xmlns:a16="http://schemas.microsoft.com/office/drawing/2014/main" id="{AA4E10F2-1FA1-CFAD-5813-BA4E5846D6A8}"/>
                </a:ext>
              </a:extLst>
            </p:cNvPr>
            <p:cNvSpPr/>
            <p:nvPr/>
          </p:nvSpPr>
          <p:spPr>
            <a:xfrm>
              <a:off x="9625628"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5" name="楕円 104">
              <a:extLst>
                <a:ext uri="{FF2B5EF4-FFF2-40B4-BE49-F238E27FC236}">
                  <a16:creationId xmlns:a16="http://schemas.microsoft.com/office/drawing/2014/main" id="{6B4532AF-3015-F426-A960-44DCDBB70C8C}"/>
                </a:ext>
              </a:extLst>
            </p:cNvPr>
            <p:cNvSpPr/>
            <p:nvPr/>
          </p:nvSpPr>
          <p:spPr>
            <a:xfrm>
              <a:off x="9974055"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6" name="ハート 105">
              <a:extLst>
                <a:ext uri="{FF2B5EF4-FFF2-40B4-BE49-F238E27FC236}">
                  <a16:creationId xmlns:a16="http://schemas.microsoft.com/office/drawing/2014/main" id="{70CAA62C-3FA7-0408-C963-B1A4BB946B7A}"/>
                </a:ext>
              </a:extLst>
            </p:cNvPr>
            <p:cNvSpPr/>
            <p:nvPr/>
          </p:nvSpPr>
          <p:spPr>
            <a:xfrm>
              <a:off x="8580349"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7" name="ハート 106">
              <a:extLst>
                <a:ext uri="{FF2B5EF4-FFF2-40B4-BE49-F238E27FC236}">
                  <a16:creationId xmlns:a16="http://schemas.microsoft.com/office/drawing/2014/main" id="{D13E7F54-3ADC-176B-1ED6-2959FB284E26}"/>
                </a:ext>
              </a:extLst>
            </p:cNvPr>
            <p:cNvSpPr/>
            <p:nvPr/>
          </p:nvSpPr>
          <p:spPr>
            <a:xfrm>
              <a:off x="8928775"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10" name="グループ化 9">
            <a:extLst>
              <a:ext uri="{FF2B5EF4-FFF2-40B4-BE49-F238E27FC236}">
                <a16:creationId xmlns:a16="http://schemas.microsoft.com/office/drawing/2014/main" id="{991FBDD6-FAD5-7115-82E9-FD80EF5F6A2C}"/>
              </a:ext>
            </a:extLst>
          </p:cNvPr>
          <p:cNvGrpSpPr/>
          <p:nvPr/>
        </p:nvGrpSpPr>
        <p:grpSpPr>
          <a:xfrm>
            <a:off x="4266558" y="2945547"/>
            <a:ext cx="3256407" cy="963346"/>
            <a:chOff x="4260533" y="2945547"/>
            <a:chExt cx="3256407" cy="963346"/>
          </a:xfrm>
        </p:grpSpPr>
        <p:grpSp>
          <p:nvGrpSpPr>
            <p:cNvPr id="66" name="グループ化 65">
              <a:extLst>
                <a:ext uri="{FF2B5EF4-FFF2-40B4-BE49-F238E27FC236}">
                  <a16:creationId xmlns:a16="http://schemas.microsoft.com/office/drawing/2014/main" id="{806DCBF0-04E5-8BBE-DBE8-7A42BC9FA375}"/>
                </a:ext>
              </a:extLst>
            </p:cNvPr>
            <p:cNvGrpSpPr/>
            <p:nvPr/>
          </p:nvGrpSpPr>
          <p:grpSpPr>
            <a:xfrm>
              <a:off x="4260533" y="2945547"/>
              <a:ext cx="3069555" cy="400110"/>
              <a:chOff x="4472608" y="1805236"/>
              <a:chExt cx="3069555" cy="400110"/>
            </a:xfrm>
          </p:grpSpPr>
          <p:sp>
            <p:nvSpPr>
              <p:cNvPr id="75" name="テキスト ボックス 74">
                <a:extLst>
                  <a:ext uri="{FF2B5EF4-FFF2-40B4-BE49-F238E27FC236}">
                    <a16:creationId xmlns:a16="http://schemas.microsoft.com/office/drawing/2014/main" id="{B42FCC43-7AD0-307C-0810-6413515774E2}"/>
                  </a:ext>
                </a:extLst>
              </p:cNvPr>
              <p:cNvSpPr txBox="1"/>
              <p:nvPr/>
            </p:nvSpPr>
            <p:spPr>
              <a:xfrm>
                <a:off x="4472608" y="1866792"/>
                <a:ext cx="595035" cy="338554"/>
              </a:xfrm>
              <a:prstGeom prst="rect">
                <a:avLst/>
              </a:prstGeom>
              <a:noFill/>
            </p:spPr>
            <p:txBody>
              <a:bodyPr wrap="none" rtlCol="0">
                <a:spAutoFit/>
              </a:bodyPr>
              <a:lstStyle/>
              <a:p>
                <a:pPr algn="ctr"/>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Date</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76" name="テキスト ボックス 75">
                <a:extLst>
                  <a:ext uri="{FF2B5EF4-FFF2-40B4-BE49-F238E27FC236}">
                    <a16:creationId xmlns:a16="http://schemas.microsoft.com/office/drawing/2014/main" id="{B4D640A7-6AA5-EB82-22A5-3CC410F77F81}"/>
                  </a:ext>
                </a:extLst>
              </p:cNvPr>
              <p:cNvSpPr txBox="1"/>
              <p:nvPr/>
            </p:nvSpPr>
            <p:spPr>
              <a:xfrm>
                <a:off x="5177413" y="1805236"/>
                <a:ext cx="2364750" cy="400110"/>
              </a:xfrm>
              <a:prstGeom prst="rect">
                <a:avLst/>
              </a:prstGeom>
              <a:noFill/>
            </p:spPr>
            <p:txBody>
              <a:bodyPr wrap="none" rtlCol="0">
                <a:spAutoFit/>
              </a:bodyPr>
              <a:lstStyle/>
              <a:p>
                <a:pPr algn="ctr"/>
                <a:r>
                  <a:rPr lang="en-US" altLang="ja-JP"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YYYY/MM/DD</a:t>
                </a:r>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　</a:t>
                </a:r>
                <a:r>
                  <a:rPr lang="en-US" altLang="ja-JP" sz="2000" dirty="0" err="1">
                    <a:solidFill>
                      <a:schemeClr val="tx1">
                        <a:lumMod val="85000"/>
                        <a:lumOff val="15000"/>
                      </a:schemeClr>
                    </a:solidFill>
                    <a:latin typeface="原稿用標準書体" panose="03000503000000000000" pitchFamily="66" charset="-128"/>
                    <a:ea typeface="原稿用標準書体" panose="03000503000000000000" pitchFamily="66" charset="-128"/>
                  </a:rPr>
                  <a:t>HH:mm</a:t>
                </a:r>
                <a:endParaRPr kumimoji="1"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9" name="グループ化 8">
              <a:extLst>
                <a:ext uri="{FF2B5EF4-FFF2-40B4-BE49-F238E27FC236}">
                  <a16:creationId xmlns:a16="http://schemas.microsoft.com/office/drawing/2014/main" id="{EA028E80-11AC-B08C-6489-773221E06AF8}"/>
                </a:ext>
              </a:extLst>
            </p:cNvPr>
            <p:cNvGrpSpPr/>
            <p:nvPr/>
          </p:nvGrpSpPr>
          <p:grpSpPr>
            <a:xfrm>
              <a:off x="4260535" y="3493560"/>
              <a:ext cx="3256405" cy="415333"/>
              <a:chOff x="4260535" y="3493560"/>
              <a:chExt cx="3256405" cy="415333"/>
            </a:xfrm>
          </p:grpSpPr>
          <p:sp>
            <p:nvSpPr>
              <p:cNvPr id="3" name="テキスト ボックス 2">
                <a:extLst>
                  <a:ext uri="{FF2B5EF4-FFF2-40B4-BE49-F238E27FC236}">
                    <a16:creationId xmlns:a16="http://schemas.microsoft.com/office/drawing/2014/main" id="{1D918FF9-16D0-B34F-B2EF-20593EF60158}"/>
                  </a:ext>
                </a:extLst>
              </p:cNvPr>
              <p:cNvSpPr txBox="1"/>
              <p:nvPr/>
            </p:nvSpPr>
            <p:spPr>
              <a:xfrm>
                <a:off x="4260535" y="3493560"/>
                <a:ext cx="1005403" cy="338554"/>
              </a:xfrm>
              <a:prstGeom prst="rect">
                <a:avLst/>
              </a:prstGeom>
              <a:noFill/>
            </p:spPr>
            <p:txBody>
              <a:bodyPr wrap="none" rtlCol="0">
                <a:spAutoFit/>
              </a:bodyPr>
              <a:lstStyle/>
              <a:p>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PlayTime</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6" name="テキスト ボックス 5">
                <a:extLst>
                  <a:ext uri="{FF2B5EF4-FFF2-40B4-BE49-F238E27FC236}">
                    <a16:creationId xmlns:a16="http://schemas.microsoft.com/office/drawing/2014/main" id="{86B6FFDD-BE09-5933-9BCC-E3831F8159AA}"/>
                  </a:ext>
                </a:extLst>
              </p:cNvPr>
              <p:cNvSpPr txBox="1"/>
              <p:nvPr/>
            </p:nvSpPr>
            <p:spPr>
              <a:xfrm>
                <a:off x="5323133" y="3508783"/>
                <a:ext cx="889945" cy="400110"/>
              </a:xfrm>
              <a:prstGeom prst="rect">
                <a:avLst/>
              </a:prstGeom>
              <a:noFill/>
            </p:spPr>
            <p:txBody>
              <a:bodyPr wrap="square">
                <a:spAutoFit/>
              </a:bodyPr>
              <a:lstStyle/>
              <a:p>
                <a:r>
                  <a:rPr lang="en-US" altLang="ja-JP" sz="2000">
                    <a:solidFill>
                      <a:schemeClr val="tx1">
                        <a:lumMod val="85000"/>
                        <a:lumOff val="15000"/>
                      </a:schemeClr>
                    </a:solidFill>
                    <a:latin typeface="原稿用標準書体" panose="03000503000000000000" pitchFamily="66" charset="-128"/>
                    <a:ea typeface="原稿用標準書体" panose="03000503000000000000" pitchFamily="66" charset="-128"/>
                  </a:rPr>
                  <a:t>HH:mm</a:t>
                </a:r>
                <a:endParaRPr lang="ja-JP" altLang="en-US"/>
              </a:p>
            </p:txBody>
          </p:sp>
          <p:sp>
            <p:nvSpPr>
              <p:cNvPr id="8" name="テキスト ボックス 7">
                <a:extLst>
                  <a:ext uri="{FF2B5EF4-FFF2-40B4-BE49-F238E27FC236}">
                    <a16:creationId xmlns:a16="http://schemas.microsoft.com/office/drawing/2014/main" id="{95036FAC-853E-314F-8D3A-E941FF5829C9}"/>
                  </a:ext>
                </a:extLst>
              </p:cNvPr>
              <p:cNvSpPr txBox="1"/>
              <p:nvPr/>
            </p:nvSpPr>
            <p:spPr>
              <a:xfrm>
                <a:off x="6408944" y="3493560"/>
                <a:ext cx="1107996" cy="338554"/>
              </a:xfrm>
              <a:prstGeom prst="rect">
                <a:avLst/>
              </a:prstGeom>
              <a:noFill/>
            </p:spPr>
            <p:txBody>
              <a:bodyPr wrap="none" rtlCol="0">
                <a:spAutoFit/>
              </a:bodyPr>
              <a:lstStyle/>
              <a:p>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Chapter</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 </a:t>
                </a:r>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0</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grpSp>
        <p:nvGrpSpPr>
          <p:cNvPr id="11" name="グループ化 10">
            <a:extLst>
              <a:ext uri="{FF2B5EF4-FFF2-40B4-BE49-F238E27FC236}">
                <a16:creationId xmlns:a16="http://schemas.microsoft.com/office/drawing/2014/main" id="{6CF24D48-1D70-968D-DAA2-7BF74FF6B17E}"/>
              </a:ext>
            </a:extLst>
          </p:cNvPr>
          <p:cNvGrpSpPr/>
          <p:nvPr/>
        </p:nvGrpSpPr>
        <p:grpSpPr>
          <a:xfrm>
            <a:off x="4266558" y="1290004"/>
            <a:ext cx="3256407" cy="963346"/>
            <a:chOff x="4260533" y="2945547"/>
            <a:chExt cx="3256407" cy="963346"/>
          </a:xfrm>
        </p:grpSpPr>
        <p:grpSp>
          <p:nvGrpSpPr>
            <p:cNvPr id="12" name="グループ化 11">
              <a:extLst>
                <a:ext uri="{FF2B5EF4-FFF2-40B4-BE49-F238E27FC236}">
                  <a16:creationId xmlns:a16="http://schemas.microsoft.com/office/drawing/2014/main" id="{BA707C87-6CD5-0188-AB0A-E4138ED911F1}"/>
                </a:ext>
              </a:extLst>
            </p:cNvPr>
            <p:cNvGrpSpPr/>
            <p:nvPr/>
          </p:nvGrpSpPr>
          <p:grpSpPr>
            <a:xfrm>
              <a:off x="4260533" y="2945547"/>
              <a:ext cx="3069555" cy="400110"/>
              <a:chOff x="4472608" y="1805236"/>
              <a:chExt cx="3069555" cy="400110"/>
            </a:xfrm>
          </p:grpSpPr>
          <p:sp>
            <p:nvSpPr>
              <p:cNvPr id="19" name="テキスト ボックス 18">
                <a:extLst>
                  <a:ext uri="{FF2B5EF4-FFF2-40B4-BE49-F238E27FC236}">
                    <a16:creationId xmlns:a16="http://schemas.microsoft.com/office/drawing/2014/main" id="{3C30929F-842B-809B-190B-E73F6C27D597}"/>
                  </a:ext>
                </a:extLst>
              </p:cNvPr>
              <p:cNvSpPr txBox="1"/>
              <p:nvPr/>
            </p:nvSpPr>
            <p:spPr>
              <a:xfrm>
                <a:off x="4472608" y="1866792"/>
                <a:ext cx="595035" cy="338554"/>
              </a:xfrm>
              <a:prstGeom prst="rect">
                <a:avLst/>
              </a:prstGeom>
              <a:noFill/>
            </p:spPr>
            <p:txBody>
              <a:bodyPr wrap="none" rtlCol="0">
                <a:spAutoFit/>
              </a:bodyPr>
              <a:lstStyle/>
              <a:p>
                <a:pPr algn="ctr"/>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Date</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21" name="テキスト ボックス 20">
                <a:extLst>
                  <a:ext uri="{FF2B5EF4-FFF2-40B4-BE49-F238E27FC236}">
                    <a16:creationId xmlns:a16="http://schemas.microsoft.com/office/drawing/2014/main" id="{BF40FF39-713E-AF07-0E08-1FBE3CA61048}"/>
                  </a:ext>
                </a:extLst>
              </p:cNvPr>
              <p:cNvSpPr txBox="1"/>
              <p:nvPr/>
            </p:nvSpPr>
            <p:spPr>
              <a:xfrm>
                <a:off x="5177413" y="1805236"/>
                <a:ext cx="2364750" cy="400110"/>
              </a:xfrm>
              <a:prstGeom prst="rect">
                <a:avLst/>
              </a:prstGeom>
              <a:noFill/>
            </p:spPr>
            <p:txBody>
              <a:bodyPr wrap="none" rtlCol="0">
                <a:spAutoFit/>
              </a:bodyPr>
              <a:lstStyle/>
              <a:p>
                <a:pPr algn="ctr"/>
                <a:r>
                  <a:rPr lang="en-US" altLang="ja-JP"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YYYY/MM/DD</a:t>
                </a:r>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　</a:t>
                </a:r>
                <a:r>
                  <a:rPr lang="en-US" altLang="ja-JP" sz="2000" dirty="0" err="1">
                    <a:solidFill>
                      <a:schemeClr val="tx1">
                        <a:lumMod val="85000"/>
                        <a:lumOff val="15000"/>
                      </a:schemeClr>
                    </a:solidFill>
                    <a:latin typeface="原稿用標準書体" panose="03000503000000000000" pitchFamily="66" charset="-128"/>
                    <a:ea typeface="原稿用標準書体" panose="03000503000000000000" pitchFamily="66" charset="-128"/>
                  </a:rPr>
                  <a:t>HH:mm</a:t>
                </a:r>
                <a:endParaRPr kumimoji="1"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14" name="グループ化 13">
              <a:extLst>
                <a:ext uri="{FF2B5EF4-FFF2-40B4-BE49-F238E27FC236}">
                  <a16:creationId xmlns:a16="http://schemas.microsoft.com/office/drawing/2014/main" id="{E13606FD-E596-05E2-72B6-B6912BF7D1D7}"/>
                </a:ext>
              </a:extLst>
            </p:cNvPr>
            <p:cNvGrpSpPr/>
            <p:nvPr/>
          </p:nvGrpSpPr>
          <p:grpSpPr>
            <a:xfrm>
              <a:off x="4260535" y="3493560"/>
              <a:ext cx="3256405" cy="415333"/>
              <a:chOff x="4260535" y="3493560"/>
              <a:chExt cx="3256405" cy="415333"/>
            </a:xfrm>
          </p:grpSpPr>
          <p:sp>
            <p:nvSpPr>
              <p:cNvPr id="15" name="テキスト ボックス 14">
                <a:extLst>
                  <a:ext uri="{FF2B5EF4-FFF2-40B4-BE49-F238E27FC236}">
                    <a16:creationId xmlns:a16="http://schemas.microsoft.com/office/drawing/2014/main" id="{8F0EBD89-D28D-9608-CBB8-FDD1B82D4061}"/>
                  </a:ext>
                </a:extLst>
              </p:cNvPr>
              <p:cNvSpPr txBox="1"/>
              <p:nvPr/>
            </p:nvSpPr>
            <p:spPr>
              <a:xfrm>
                <a:off x="4260535" y="3493560"/>
                <a:ext cx="1005403" cy="338554"/>
              </a:xfrm>
              <a:prstGeom prst="rect">
                <a:avLst/>
              </a:prstGeom>
              <a:noFill/>
            </p:spPr>
            <p:txBody>
              <a:bodyPr wrap="none" rtlCol="0">
                <a:spAutoFit/>
              </a:bodyPr>
              <a:lstStyle/>
              <a:p>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PlayTime</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6" name="テキスト ボックス 15">
                <a:extLst>
                  <a:ext uri="{FF2B5EF4-FFF2-40B4-BE49-F238E27FC236}">
                    <a16:creationId xmlns:a16="http://schemas.microsoft.com/office/drawing/2014/main" id="{2D19D5F1-2D8F-996D-6C88-C3A203C9A8DF}"/>
                  </a:ext>
                </a:extLst>
              </p:cNvPr>
              <p:cNvSpPr txBox="1"/>
              <p:nvPr/>
            </p:nvSpPr>
            <p:spPr>
              <a:xfrm>
                <a:off x="5323133" y="3508783"/>
                <a:ext cx="889945" cy="400110"/>
              </a:xfrm>
              <a:prstGeom prst="rect">
                <a:avLst/>
              </a:prstGeom>
              <a:noFill/>
            </p:spPr>
            <p:txBody>
              <a:bodyPr wrap="square">
                <a:spAutoFit/>
              </a:bodyPr>
              <a:lstStyle/>
              <a:p>
                <a:r>
                  <a:rPr lang="en-US" altLang="ja-JP" sz="2000">
                    <a:solidFill>
                      <a:schemeClr val="tx1">
                        <a:lumMod val="85000"/>
                        <a:lumOff val="15000"/>
                      </a:schemeClr>
                    </a:solidFill>
                    <a:latin typeface="原稿用標準書体" panose="03000503000000000000" pitchFamily="66" charset="-128"/>
                    <a:ea typeface="原稿用標準書体" panose="03000503000000000000" pitchFamily="66" charset="-128"/>
                  </a:rPr>
                  <a:t>HH:mm</a:t>
                </a:r>
                <a:endParaRPr lang="ja-JP" altLang="en-US"/>
              </a:p>
            </p:txBody>
          </p:sp>
          <p:sp>
            <p:nvSpPr>
              <p:cNvPr id="18" name="テキスト ボックス 17">
                <a:extLst>
                  <a:ext uri="{FF2B5EF4-FFF2-40B4-BE49-F238E27FC236}">
                    <a16:creationId xmlns:a16="http://schemas.microsoft.com/office/drawing/2014/main" id="{33A01274-5CC8-4B39-323A-CEAF1C4B8CFE}"/>
                  </a:ext>
                </a:extLst>
              </p:cNvPr>
              <p:cNvSpPr txBox="1"/>
              <p:nvPr/>
            </p:nvSpPr>
            <p:spPr>
              <a:xfrm>
                <a:off x="6408944" y="3493560"/>
                <a:ext cx="1107996" cy="338554"/>
              </a:xfrm>
              <a:prstGeom prst="rect">
                <a:avLst/>
              </a:prstGeom>
              <a:noFill/>
            </p:spPr>
            <p:txBody>
              <a:bodyPr wrap="none" rtlCol="0">
                <a:spAutoFit/>
              </a:bodyPr>
              <a:lstStyle/>
              <a:p>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Chapter</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 </a:t>
                </a:r>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0</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grpSp>
        <p:nvGrpSpPr>
          <p:cNvPr id="32" name="グループ化 31">
            <a:extLst>
              <a:ext uri="{FF2B5EF4-FFF2-40B4-BE49-F238E27FC236}">
                <a16:creationId xmlns:a16="http://schemas.microsoft.com/office/drawing/2014/main" id="{974EF36C-DD09-7DA3-8B2F-5F6CA50586B0}"/>
              </a:ext>
            </a:extLst>
          </p:cNvPr>
          <p:cNvGrpSpPr/>
          <p:nvPr/>
        </p:nvGrpSpPr>
        <p:grpSpPr>
          <a:xfrm>
            <a:off x="4266558" y="6178650"/>
            <a:ext cx="3256407" cy="963346"/>
            <a:chOff x="4260533" y="2945547"/>
            <a:chExt cx="3256407" cy="963346"/>
          </a:xfrm>
        </p:grpSpPr>
        <p:grpSp>
          <p:nvGrpSpPr>
            <p:cNvPr id="34" name="グループ化 33">
              <a:extLst>
                <a:ext uri="{FF2B5EF4-FFF2-40B4-BE49-F238E27FC236}">
                  <a16:creationId xmlns:a16="http://schemas.microsoft.com/office/drawing/2014/main" id="{94C1FB33-D611-65E5-DA14-8A5A264419C1}"/>
                </a:ext>
              </a:extLst>
            </p:cNvPr>
            <p:cNvGrpSpPr/>
            <p:nvPr/>
          </p:nvGrpSpPr>
          <p:grpSpPr>
            <a:xfrm>
              <a:off x="4260533" y="2945547"/>
              <a:ext cx="3069555" cy="400110"/>
              <a:chOff x="4472608" y="1805236"/>
              <a:chExt cx="3069555" cy="400110"/>
            </a:xfrm>
          </p:grpSpPr>
          <p:sp>
            <p:nvSpPr>
              <p:cNvPr id="42" name="テキスト ボックス 41">
                <a:extLst>
                  <a:ext uri="{FF2B5EF4-FFF2-40B4-BE49-F238E27FC236}">
                    <a16:creationId xmlns:a16="http://schemas.microsoft.com/office/drawing/2014/main" id="{F2B538AE-81EC-08A3-DF1E-E581BE7BF5C2}"/>
                  </a:ext>
                </a:extLst>
              </p:cNvPr>
              <p:cNvSpPr txBox="1"/>
              <p:nvPr/>
            </p:nvSpPr>
            <p:spPr>
              <a:xfrm>
                <a:off x="4472608" y="1866792"/>
                <a:ext cx="595035" cy="338554"/>
              </a:xfrm>
              <a:prstGeom prst="rect">
                <a:avLst/>
              </a:prstGeom>
              <a:noFill/>
            </p:spPr>
            <p:txBody>
              <a:bodyPr wrap="none" rtlCol="0">
                <a:spAutoFit/>
              </a:bodyPr>
              <a:lstStyle/>
              <a:p>
                <a:pPr algn="ctr"/>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Date</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43" name="テキスト ボックス 42">
                <a:extLst>
                  <a:ext uri="{FF2B5EF4-FFF2-40B4-BE49-F238E27FC236}">
                    <a16:creationId xmlns:a16="http://schemas.microsoft.com/office/drawing/2014/main" id="{0F77E91B-5A4A-5E68-795B-027D2DDA184A}"/>
                  </a:ext>
                </a:extLst>
              </p:cNvPr>
              <p:cNvSpPr txBox="1"/>
              <p:nvPr/>
            </p:nvSpPr>
            <p:spPr>
              <a:xfrm>
                <a:off x="5177413" y="1805236"/>
                <a:ext cx="2364750" cy="400110"/>
              </a:xfrm>
              <a:prstGeom prst="rect">
                <a:avLst/>
              </a:prstGeom>
              <a:noFill/>
            </p:spPr>
            <p:txBody>
              <a:bodyPr wrap="none" rtlCol="0">
                <a:spAutoFit/>
              </a:bodyPr>
              <a:lstStyle/>
              <a:p>
                <a:pPr algn="ctr"/>
                <a:r>
                  <a:rPr lang="en-US" altLang="ja-JP"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YYYY/MM/DD</a:t>
                </a:r>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　</a:t>
                </a:r>
                <a:r>
                  <a:rPr lang="en-US" altLang="ja-JP" sz="2000" dirty="0" err="1">
                    <a:solidFill>
                      <a:schemeClr val="tx1">
                        <a:lumMod val="85000"/>
                        <a:lumOff val="15000"/>
                      </a:schemeClr>
                    </a:solidFill>
                    <a:latin typeface="原稿用標準書体" panose="03000503000000000000" pitchFamily="66" charset="-128"/>
                    <a:ea typeface="原稿用標準書体" panose="03000503000000000000" pitchFamily="66" charset="-128"/>
                  </a:rPr>
                  <a:t>HH:mm</a:t>
                </a:r>
                <a:endParaRPr kumimoji="1"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36" name="グループ化 35">
              <a:extLst>
                <a:ext uri="{FF2B5EF4-FFF2-40B4-BE49-F238E27FC236}">
                  <a16:creationId xmlns:a16="http://schemas.microsoft.com/office/drawing/2014/main" id="{0AC73BE7-A81D-26FF-84FA-F80F086C08C3}"/>
                </a:ext>
              </a:extLst>
            </p:cNvPr>
            <p:cNvGrpSpPr/>
            <p:nvPr/>
          </p:nvGrpSpPr>
          <p:grpSpPr>
            <a:xfrm>
              <a:off x="4260535" y="3493560"/>
              <a:ext cx="3256405" cy="415333"/>
              <a:chOff x="4260535" y="3493560"/>
              <a:chExt cx="3256405" cy="415333"/>
            </a:xfrm>
          </p:grpSpPr>
          <p:sp>
            <p:nvSpPr>
              <p:cNvPr id="37" name="テキスト ボックス 36">
                <a:extLst>
                  <a:ext uri="{FF2B5EF4-FFF2-40B4-BE49-F238E27FC236}">
                    <a16:creationId xmlns:a16="http://schemas.microsoft.com/office/drawing/2014/main" id="{1091AE66-77D9-7D4F-FE78-6B21F2C53294}"/>
                  </a:ext>
                </a:extLst>
              </p:cNvPr>
              <p:cNvSpPr txBox="1"/>
              <p:nvPr/>
            </p:nvSpPr>
            <p:spPr>
              <a:xfrm>
                <a:off x="4260535" y="3493560"/>
                <a:ext cx="1005403" cy="338554"/>
              </a:xfrm>
              <a:prstGeom prst="rect">
                <a:avLst/>
              </a:prstGeom>
              <a:noFill/>
            </p:spPr>
            <p:txBody>
              <a:bodyPr wrap="none" rtlCol="0">
                <a:spAutoFit/>
              </a:bodyPr>
              <a:lstStyle/>
              <a:p>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PlayTime</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40" name="テキスト ボックス 39">
                <a:extLst>
                  <a:ext uri="{FF2B5EF4-FFF2-40B4-BE49-F238E27FC236}">
                    <a16:creationId xmlns:a16="http://schemas.microsoft.com/office/drawing/2014/main" id="{B961939B-BD45-FB77-7515-588B4A2BFF7F}"/>
                  </a:ext>
                </a:extLst>
              </p:cNvPr>
              <p:cNvSpPr txBox="1"/>
              <p:nvPr/>
            </p:nvSpPr>
            <p:spPr>
              <a:xfrm>
                <a:off x="5323133" y="3508783"/>
                <a:ext cx="889945" cy="400110"/>
              </a:xfrm>
              <a:prstGeom prst="rect">
                <a:avLst/>
              </a:prstGeom>
              <a:noFill/>
            </p:spPr>
            <p:txBody>
              <a:bodyPr wrap="square">
                <a:spAutoFit/>
              </a:bodyPr>
              <a:lstStyle/>
              <a:p>
                <a:r>
                  <a:rPr lang="en-US" altLang="ja-JP" sz="2000">
                    <a:solidFill>
                      <a:schemeClr val="tx1">
                        <a:lumMod val="85000"/>
                        <a:lumOff val="15000"/>
                      </a:schemeClr>
                    </a:solidFill>
                    <a:latin typeface="原稿用標準書体" panose="03000503000000000000" pitchFamily="66" charset="-128"/>
                    <a:ea typeface="原稿用標準書体" panose="03000503000000000000" pitchFamily="66" charset="-128"/>
                  </a:rPr>
                  <a:t>HH:mm</a:t>
                </a:r>
                <a:endParaRPr lang="ja-JP" altLang="en-US"/>
              </a:p>
            </p:txBody>
          </p:sp>
          <p:sp>
            <p:nvSpPr>
              <p:cNvPr id="41" name="テキスト ボックス 40">
                <a:extLst>
                  <a:ext uri="{FF2B5EF4-FFF2-40B4-BE49-F238E27FC236}">
                    <a16:creationId xmlns:a16="http://schemas.microsoft.com/office/drawing/2014/main" id="{38D7BB01-DF1F-D8A5-A3B7-3260CAF695EC}"/>
                  </a:ext>
                </a:extLst>
              </p:cNvPr>
              <p:cNvSpPr txBox="1"/>
              <p:nvPr/>
            </p:nvSpPr>
            <p:spPr>
              <a:xfrm>
                <a:off x="6408944" y="3493560"/>
                <a:ext cx="1107996" cy="338554"/>
              </a:xfrm>
              <a:prstGeom prst="rect">
                <a:avLst/>
              </a:prstGeom>
              <a:noFill/>
            </p:spPr>
            <p:txBody>
              <a:bodyPr wrap="none" rtlCol="0">
                <a:spAutoFit/>
              </a:bodyPr>
              <a:lstStyle/>
              <a:p>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Chapter</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 </a:t>
                </a:r>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0</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grpSp>
        <p:nvGrpSpPr>
          <p:cNvPr id="44" name="グループ化 43">
            <a:extLst>
              <a:ext uri="{FF2B5EF4-FFF2-40B4-BE49-F238E27FC236}">
                <a16:creationId xmlns:a16="http://schemas.microsoft.com/office/drawing/2014/main" id="{22436152-91F2-1BE9-3E8A-A9ABD9E39CB8}"/>
              </a:ext>
            </a:extLst>
          </p:cNvPr>
          <p:cNvGrpSpPr/>
          <p:nvPr/>
        </p:nvGrpSpPr>
        <p:grpSpPr>
          <a:xfrm>
            <a:off x="169071" y="5261608"/>
            <a:ext cx="1975684" cy="1396119"/>
            <a:chOff x="163586" y="134635"/>
            <a:chExt cx="1975684" cy="1396119"/>
          </a:xfrm>
        </p:grpSpPr>
        <p:grpSp>
          <p:nvGrpSpPr>
            <p:cNvPr id="46" name="グループ化 45">
              <a:extLst>
                <a:ext uri="{FF2B5EF4-FFF2-40B4-BE49-F238E27FC236}">
                  <a16:creationId xmlns:a16="http://schemas.microsoft.com/office/drawing/2014/main" id="{11FDC953-6DF8-CABF-2585-D25F763348AA}"/>
                </a:ext>
              </a:extLst>
            </p:cNvPr>
            <p:cNvGrpSpPr/>
            <p:nvPr/>
          </p:nvGrpSpPr>
          <p:grpSpPr>
            <a:xfrm>
              <a:off x="163586" y="134635"/>
              <a:ext cx="1975684" cy="1396119"/>
              <a:chOff x="163586" y="134635"/>
              <a:chExt cx="1975684" cy="1396119"/>
            </a:xfrm>
          </p:grpSpPr>
          <p:pic>
            <p:nvPicPr>
              <p:cNvPr id="52" name="図 51">
                <a:extLst>
                  <a:ext uri="{FF2B5EF4-FFF2-40B4-BE49-F238E27FC236}">
                    <a16:creationId xmlns:a16="http://schemas.microsoft.com/office/drawing/2014/main" id="{921CFFF4-776E-8BE6-B7E2-16BC2BFE38C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54" name="楕円 53">
                <a:extLst>
                  <a:ext uri="{FF2B5EF4-FFF2-40B4-BE49-F238E27FC236}">
                    <a16:creationId xmlns:a16="http://schemas.microsoft.com/office/drawing/2014/main" id="{95C5CC2C-2DD3-1A11-8CCC-47B6685DF13B}"/>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50" name="図 49">
              <a:extLst>
                <a:ext uri="{FF2B5EF4-FFF2-40B4-BE49-F238E27FC236}">
                  <a16:creationId xmlns:a16="http://schemas.microsoft.com/office/drawing/2014/main" id="{372960F8-F387-87A2-6B8D-FB432AF52C6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Tree>
    <p:extLst>
      <p:ext uri="{BB962C8B-B14F-4D97-AF65-F5344CB8AC3E}">
        <p14:creationId xmlns:p14="http://schemas.microsoft.com/office/powerpoint/2010/main" val="73296214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FFA4F3"/>
        </a:solidFill>
        <a:effectLst/>
      </p:bgPr>
    </p:bg>
    <p:spTree>
      <p:nvGrpSpPr>
        <p:cNvPr id="1" name="">
          <a:extLst>
            <a:ext uri="{FF2B5EF4-FFF2-40B4-BE49-F238E27FC236}">
              <a16:creationId xmlns:a16="http://schemas.microsoft.com/office/drawing/2014/main" id="{0E23236E-F7D4-4CDF-B7A0-F491E75298A0}"/>
            </a:ext>
          </a:extLst>
        </p:cNvPr>
        <p:cNvGrpSpPr/>
        <p:nvPr/>
      </p:nvGrpSpPr>
      <p:grpSpPr>
        <a:xfrm>
          <a:off x="0" y="0"/>
          <a:ext cx="0" cy="0"/>
          <a:chOff x="0" y="0"/>
          <a:chExt cx="0" cy="0"/>
        </a:xfrm>
      </p:grpSpPr>
      <p:sp>
        <p:nvSpPr>
          <p:cNvPr id="33" name="テキスト ボックス 32">
            <a:extLst>
              <a:ext uri="{FF2B5EF4-FFF2-40B4-BE49-F238E27FC236}">
                <a16:creationId xmlns:a16="http://schemas.microsoft.com/office/drawing/2014/main" id="{5E9F3A13-187D-B8EC-928A-A943A94C9AB4}"/>
              </a:ext>
            </a:extLst>
          </p:cNvPr>
          <p:cNvSpPr txBox="1"/>
          <p:nvPr/>
        </p:nvSpPr>
        <p:spPr>
          <a:xfrm>
            <a:off x="393726" y="202300"/>
            <a:ext cx="1210588" cy="707886"/>
          </a:xfrm>
          <a:prstGeom prst="rect">
            <a:avLst/>
          </a:prstGeom>
          <a:noFill/>
        </p:spPr>
        <p:txBody>
          <a:bodyPr wrap="none" rtlCol="0">
            <a:spAutoFit/>
          </a:bodyPr>
          <a:lstStyle/>
          <a:p>
            <a:pPr algn="ctr"/>
            <a:r>
              <a:rPr lang="en-US" altLang="ja-JP" sz="4000" b="1" dirty="0">
                <a:solidFill>
                  <a:schemeClr val="bg1">
                    <a:lumMod val="95000"/>
                  </a:schemeClr>
                </a:solidFill>
                <a:latin typeface="原稿用標準書体" panose="03000503000000000000" pitchFamily="66" charset="-128"/>
                <a:ea typeface="原稿用標準書体" panose="03000503000000000000" pitchFamily="66" charset="-128"/>
              </a:rPr>
              <a:t>LOAD</a:t>
            </a:r>
            <a:endParaRPr kumimoji="1" lang="ja-JP" altLang="en-US" sz="48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cxnSp>
        <p:nvCxnSpPr>
          <p:cNvPr id="35" name="直線コネクタ 34">
            <a:extLst>
              <a:ext uri="{FF2B5EF4-FFF2-40B4-BE49-F238E27FC236}">
                <a16:creationId xmlns:a16="http://schemas.microsoft.com/office/drawing/2014/main" id="{09C59D32-9D76-1DCC-FAA0-8ACE3856ECB5}"/>
              </a:ext>
            </a:extLst>
          </p:cNvPr>
          <p:cNvCxnSpPr>
            <a:cxnSpLocks/>
          </p:cNvCxnSpPr>
          <p:nvPr/>
        </p:nvCxnSpPr>
        <p:spPr>
          <a:xfrm flipH="1">
            <a:off x="-211707" y="916395"/>
            <a:ext cx="2238704" cy="0"/>
          </a:xfrm>
          <a:prstGeom prst="line">
            <a:avLst/>
          </a:prstGeom>
          <a:ln>
            <a:solidFill>
              <a:schemeClr val="bg1">
                <a:lumMod val="95000"/>
              </a:schemeClr>
            </a:solidFill>
            <a:headEnd type="arrow"/>
            <a:tailEnd type="arrow"/>
          </a:ln>
        </p:spPr>
        <p:style>
          <a:lnRef idx="2">
            <a:schemeClr val="accent1"/>
          </a:lnRef>
          <a:fillRef idx="0">
            <a:schemeClr val="accent1"/>
          </a:fillRef>
          <a:effectRef idx="1">
            <a:schemeClr val="accent1"/>
          </a:effectRef>
          <a:fontRef idx="minor">
            <a:schemeClr val="tx1"/>
          </a:fontRef>
        </p:style>
      </p:cxnSp>
      <p:grpSp>
        <p:nvGrpSpPr>
          <p:cNvPr id="39" name="グループ化 38">
            <a:extLst>
              <a:ext uri="{FF2B5EF4-FFF2-40B4-BE49-F238E27FC236}">
                <a16:creationId xmlns:a16="http://schemas.microsoft.com/office/drawing/2014/main" id="{AAD17709-9298-332F-57C5-BC32F3A6369E}"/>
              </a:ext>
            </a:extLst>
          </p:cNvPr>
          <p:cNvGrpSpPr/>
          <p:nvPr/>
        </p:nvGrpSpPr>
        <p:grpSpPr>
          <a:xfrm>
            <a:off x="11576392" y="3863211"/>
            <a:ext cx="236362" cy="2284060"/>
            <a:chOff x="11044871" y="4022147"/>
            <a:chExt cx="236362" cy="2031812"/>
          </a:xfrm>
        </p:grpSpPr>
        <p:sp>
          <p:nvSpPr>
            <p:cNvPr id="31" name="四角形: 角を丸くする 30">
              <a:extLst>
                <a:ext uri="{FF2B5EF4-FFF2-40B4-BE49-F238E27FC236}">
                  <a16:creationId xmlns:a16="http://schemas.microsoft.com/office/drawing/2014/main" id="{69701F12-C61F-0698-08A4-A563924BDD60}"/>
                </a:ext>
              </a:extLst>
            </p:cNvPr>
            <p:cNvSpPr/>
            <p:nvPr/>
          </p:nvSpPr>
          <p:spPr>
            <a:xfrm>
              <a:off x="11044871" y="4022147"/>
              <a:ext cx="236362" cy="2031812"/>
            </a:xfrm>
            <a:prstGeom prst="roundRect">
              <a:avLst/>
            </a:prstGeom>
            <a:no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8" name="四角形: 角を丸くする 37">
              <a:extLst>
                <a:ext uri="{FF2B5EF4-FFF2-40B4-BE49-F238E27FC236}">
                  <a16:creationId xmlns:a16="http://schemas.microsoft.com/office/drawing/2014/main" id="{34C3235B-09FA-4DE0-ACC9-A849B752BDE5}"/>
                </a:ext>
              </a:extLst>
            </p:cNvPr>
            <p:cNvSpPr/>
            <p:nvPr/>
          </p:nvSpPr>
          <p:spPr>
            <a:xfrm>
              <a:off x="11066205" y="4094529"/>
              <a:ext cx="193695" cy="571313"/>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22" name="グループ化 21">
            <a:extLst>
              <a:ext uri="{FF2B5EF4-FFF2-40B4-BE49-F238E27FC236}">
                <a16:creationId xmlns:a16="http://schemas.microsoft.com/office/drawing/2014/main" id="{F588D0AC-7228-BD45-5669-10D97934F2C5}"/>
              </a:ext>
            </a:extLst>
          </p:cNvPr>
          <p:cNvGrpSpPr/>
          <p:nvPr/>
        </p:nvGrpSpPr>
        <p:grpSpPr>
          <a:xfrm>
            <a:off x="2440821" y="1178530"/>
            <a:ext cx="8486935" cy="1186295"/>
            <a:chOff x="1526425" y="935293"/>
            <a:chExt cx="8486935" cy="1186295"/>
          </a:xfrm>
        </p:grpSpPr>
        <p:sp>
          <p:nvSpPr>
            <p:cNvPr id="17" name="六角形 16">
              <a:extLst>
                <a:ext uri="{FF2B5EF4-FFF2-40B4-BE49-F238E27FC236}">
                  <a16:creationId xmlns:a16="http://schemas.microsoft.com/office/drawing/2014/main" id="{C8E1439C-976F-901F-8D12-25D471F0213E}"/>
                </a:ext>
              </a:extLst>
            </p:cNvPr>
            <p:cNvSpPr/>
            <p:nvPr/>
          </p:nvSpPr>
          <p:spPr>
            <a:xfrm>
              <a:off x="1531691" y="935293"/>
              <a:ext cx="8481669" cy="1186295"/>
            </a:xfrm>
            <a:prstGeom prst="hexagon">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0" name="六角形 19">
              <a:extLst>
                <a:ext uri="{FF2B5EF4-FFF2-40B4-BE49-F238E27FC236}">
                  <a16:creationId xmlns:a16="http://schemas.microsoft.com/office/drawing/2014/main" id="{8320D61F-B1BE-FB19-6482-4C18459815C1}"/>
                </a:ext>
              </a:extLst>
            </p:cNvPr>
            <p:cNvSpPr/>
            <p:nvPr/>
          </p:nvSpPr>
          <p:spPr>
            <a:xfrm>
              <a:off x="1526425" y="935293"/>
              <a:ext cx="1649148" cy="1186295"/>
            </a:xfrm>
            <a:prstGeom prst="hexagon">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3" name="テキスト ボックス 12">
              <a:extLst>
                <a:ext uri="{FF2B5EF4-FFF2-40B4-BE49-F238E27FC236}">
                  <a16:creationId xmlns:a16="http://schemas.microsoft.com/office/drawing/2014/main" id="{2BD29F45-416A-F45F-A47A-67B2494B14F5}"/>
                </a:ext>
              </a:extLst>
            </p:cNvPr>
            <p:cNvSpPr txBox="1"/>
            <p:nvPr/>
          </p:nvSpPr>
          <p:spPr>
            <a:xfrm>
              <a:off x="1950889" y="1112942"/>
              <a:ext cx="800219" cy="830997"/>
            </a:xfrm>
            <a:prstGeom prst="rect">
              <a:avLst/>
            </a:prstGeom>
            <a:noFill/>
          </p:spPr>
          <p:txBody>
            <a:bodyPr wrap="none" rtlCol="0">
              <a:spAutoFit/>
            </a:bodyPr>
            <a:lstStyle/>
            <a:p>
              <a:pPr algn="ctr"/>
              <a:r>
                <a:rPr lang="en-US" altLang="ja-JP" sz="2400" b="1" dirty="0">
                  <a:solidFill>
                    <a:schemeClr val="bg1">
                      <a:lumMod val="95000"/>
                    </a:schemeClr>
                  </a:solidFill>
                  <a:latin typeface="原稿用標準書体" panose="03000503000000000000" pitchFamily="66" charset="-128"/>
                  <a:ea typeface="原稿用標準書体" panose="03000503000000000000" pitchFamily="66" charset="-128"/>
                </a:rPr>
                <a:t>AUTO</a:t>
              </a:r>
              <a:br>
                <a:rPr lang="en-US" altLang="ja-JP" sz="2400" b="1" dirty="0">
                  <a:solidFill>
                    <a:schemeClr val="bg1">
                      <a:lumMod val="95000"/>
                    </a:schemeClr>
                  </a:solidFill>
                  <a:latin typeface="原稿用標準書体" panose="03000503000000000000" pitchFamily="66" charset="-128"/>
                  <a:ea typeface="原稿用標準書体" panose="03000503000000000000" pitchFamily="66" charset="-128"/>
                </a:rPr>
              </a:br>
              <a:r>
                <a:rPr lang="en-US" altLang="ja-JP" sz="2400" b="1" dirty="0">
                  <a:solidFill>
                    <a:schemeClr val="bg1">
                      <a:lumMod val="95000"/>
                    </a:schemeClr>
                  </a:solidFill>
                  <a:latin typeface="原稿用標準書体" panose="03000503000000000000" pitchFamily="66" charset="-128"/>
                  <a:ea typeface="原稿用標準書体" panose="03000503000000000000" pitchFamily="66" charset="-128"/>
                </a:rPr>
                <a:t>SAVE</a:t>
              </a:r>
              <a:endParaRPr kumimoji="1" lang="ja-JP" altLang="en-US" sz="3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60" name="グループ化 59">
            <a:extLst>
              <a:ext uri="{FF2B5EF4-FFF2-40B4-BE49-F238E27FC236}">
                <a16:creationId xmlns:a16="http://schemas.microsoft.com/office/drawing/2014/main" id="{F135BD6D-69C7-4BD3-3808-40462A39608C}"/>
              </a:ext>
            </a:extLst>
          </p:cNvPr>
          <p:cNvGrpSpPr/>
          <p:nvPr/>
        </p:nvGrpSpPr>
        <p:grpSpPr>
          <a:xfrm>
            <a:off x="8214158" y="1626697"/>
            <a:ext cx="2380516" cy="289960"/>
            <a:chOff x="8231923" y="1510868"/>
            <a:chExt cx="2380516" cy="289960"/>
          </a:xfrm>
        </p:grpSpPr>
        <p:sp>
          <p:nvSpPr>
            <p:cNvPr id="48" name="楕円 47">
              <a:extLst>
                <a:ext uri="{FF2B5EF4-FFF2-40B4-BE49-F238E27FC236}">
                  <a16:creationId xmlns:a16="http://schemas.microsoft.com/office/drawing/2014/main" id="{16224645-85BF-7DA9-83B7-9EE6AA5DDE81}"/>
                </a:ext>
              </a:extLst>
            </p:cNvPr>
            <p:cNvSpPr/>
            <p:nvPr/>
          </p:nvSpPr>
          <p:spPr>
            <a:xfrm>
              <a:off x="10322479"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9" name="ハート 48">
              <a:extLst>
                <a:ext uri="{FF2B5EF4-FFF2-40B4-BE49-F238E27FC236}">
                  <a16:creationId xmlns:a16="http://schemas.microsoft.com/office/drawing/2014/main" id="{61D4923A-E148-CB9A-808F-FD4BAA125651}"/>
                </a:ext>
              </a:extLst>
            </p:cNvPr>
            <p:cNvSpPr/>
            <p:nvPr/>
          </p:nvSpPr>
          <p:spPr>
            <a:xfrm>
              <a:off x="8231923"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1" name="楕円 50">
              <a:extLst>
                <a:ext uri="{FF2B5EF4-FFF2-40B4-BE49-F238E27FC236}">
                  <a16:creationId xmlns:a16="http://schemas.microsoft.com/office/drawing/2014/main" id="{813DD857-5D5F-51A4-4917-2346CEA92B37}"/>
                </a:ext>
              </a:extLst>
            </p:cNvPr>
            <p:cNvSpPr/>
            <p:nvPr/>
          </p:nvSpPr>
          <p:spPr>
            <a:xfrm>
              <a:off x="9277201"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3" name="楕円 52">
              <a:extLst>
                <a:ext uri="{FF2B5EF4-FFF2-40B4-BE49-F238E27FC236}">
                  <a16:creationId xmlns:a16="http://schemas.microsoft.com/office/drawing/2014/main" id="{B81CE896-1E7A-4C08-2211-B85BAD404D22}"/>
                </a:ext>
              </a:extLst>
            </p:cNvPr>
            <p:cNvSpPr/>
            <p:nvPr/>
          </p:nvSpPr>
          <p:spPr>
            <a:xfrm>
              <a:off x="9625628"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5" name="楕円 54">
              <a:extLst>
                <a:ext uri="{FF2B5EF4-FFF2-40B4-BE49-F238E27FC236}">
                  <a16:creationId xmlns:a16="http://schemas.microsoft.com/office/drawing/2014/main" id="{F5CB5EED-88DE-18E1-BC92-30BD3C8E8BA7}"/>
                </a:ext>
              </a:extLst>
            </p:cNvPr>
            <p:cNvSpPr/>
            <p:nvPr/>
          </p:nvSpPr>
          <p:spPr>
            <a:xfrm>
              <a:off x="9974055"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7" name="ハート 56">
              <a:extLst>
                <a:ext uri="{FF2B5EF4-FFF2-40B4-BE49-F238E27FC236}">
                  <a16:creationId xmlns:a16="http://schemas.microsoft.com/office/drawing/2014/main" id="{CFF04DBE-AD90-C8FB-57E8-6339B0AF46AD}"/>
                </a:ext>
              </a:extLst>
            </p:cNvPr>
            <p:cNvSpPr/>
            <p:nvPr/>
          </p:nvSpPr>
          <p:spPr>
            <a:xfrm>
              <a:off x="8580349"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9" name="ハート 58">
              <a:extLst>
                <a:ext uri="{FF2B5EF4-FFF2-40B4-BE49-F238E27FC236}">
                  <a16:creationId xmlns:a16="http://schemas.microsoft.com/office/drawing/2014/main" id="{28EBC3AA-C406-6DBC-E1DD-ED6875AA5C5E}"/>
                </a:ext>
              </a:extLst>
            </p:cNvPr>
            <p:cNvSpPr/>
            <p:nvPr/>
          </p:nvSpPr>
          <p:spPr>
            <a:xfrm>
              <a:off x="8928775"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23" name="グループ化 22">
            <a:extLst>
              <a:ext uri="{FF2B5EF4-FFF2-40B4-BE49-F238E27FC236}">
                <a16:creationId xmlns:a16="http://schemas.microsoft.com/office/drawing/2014/main" id="{A82B23E4-0564-8F63-606F-27DED6BF6A77}"/>
              </a:ext>
            </a:extLst>
          </p:cNvPr>
          <p:cNvGrpSpPr/>
          <p:nvPr/>
        </p:nvGrpSpPr>
        <p:grpSpPr>
          <a:xfrm>
            <a:off x="2440821" y="2808079"/>
            <a:ext cx="8486935" cy="1186295"/>
            <a:chOff x="1526425" y="935293"/>
            <a:chExt cx="8486935" cy="1186295"/>
          </a:xfrm>
        </p:grpSpPr>
        <p:sp>
          <p:nvSpPr>
            <p:cNvPr id="24" name="六角形 23">
              <a:extLst>
                <a:ext uri="{FF2B5EF4-FFF2-40B4-BE49-F238E27FC236}">
                  <a16:creationId xmlns:a16="http://schemas.microsoft.com/office/drawing/2014/main" id="{B908A617-A3F0-E10C-4FF5-683A4C41C7C9}"/>
                </a:ext>
              </a:extLst>
            </p:cNvPr>
            <p:cNvSpPr/>
            <p:nvPr/>
          </p:nvSpPr>
          <p:spPr>
            <a:xfrm>
              <a:off x="1531691" y="935293"/>
              <a:ext cx="8481669" cy="1186295"/>
            </a:xfrm>
            <a:prstGeom prst="hexagon">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25" name="六角形 24">
              <a:extLst>
                <a:ext uri="{FF2B5EF4-FFF2-40B4-BE49-F238E27FC236}">
                  <a16:creationId xmlns:a16="http://schemas.microsoft.com/office/drawing/2014/main" id="{7DA1EC2D-C265-BA9F-850A-0BA1AF0962AF}"/>
                </a:ext>
              </a:extLst>
            </p:cNvPr>
            <p:cNvSpPr/>
            <p:nvPr/>
          </p:nvSpPr>
          <p:spPr>
            <a:xfrm>
              <a:off x="1526425" y="935293"/>
              <a:ext cx="1649148" cy="1186295"/>
            </a:xfrm>
            <a:prstGeom prst="hexagon">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26" name="テキスト ボックス 25">
              <a:extLst>
                <a:ext uri="{FF2B5EF4-FFF2-40B4-BE49-F238E27FC236}">
                  <a16:creationId xmlns:a16="http://schemas.microsoft.com/office/drawing/2014/main" id="{0BD62D4B-E213-662F-50B6-91DEFA9C1E47}"/>
                </a:ext>
              </a:extLst>
            </p:cNvPr>
            <p:cNvSpPr txBox="1"/>
            <p:nvPr/>
          </p:nvSpPr>
          <p:spPr>
            <a:xfrm>
              <a:off x="1797001" y="1297608"/>
              <a:ext cx="1107996" cy="461665"/>
            </a:xfrm>
            <a:prstGeom prst="rect">
              <a:avLst/>
            </a:prstGeom>
            <a:noFill/>
          </p:spPr>
          <p:txBody>
            <a:bodyPr wrap="none" rtlCol="0">
              <a:spAutoFit/>
            </a:bodyPr>
            <a:lstStyle/>
            <a:p>
              <a:pPr algn="ctr"/>
              <a:r>
                <a:rPr lang="en-US" altLang="ja-JP" sz="2400" b="1" dirty="0">
                  <a:solidFill>
                    <a:schemeClr val="bg1">
                      <a:lumMod val="95000"/>
                    </a:schemeClr>
                  </a:solidFill>
                  <a:latin typeface="原稿用標準書体" panose="03000503000000000000" pitchFamily="66" charset="-128"/>
                  <a:ea typeface="原稿用標準書体" panose="03000503000000000000" pitchFamily="66" charset="-128"/>
                </a:rPr>
                <a:t>SAVE01</a:t>
              </a:r>
              <a:endParaRPr kumimoji="1" lang="ja-JP" altLang="en-US" sz="3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67" name="グループ化 66">
            <a:extLst>
              <a:ext uri="{FF2B5EF4-FFF2-40B4-BE49-F238E27FC236}">
                <a16:creationId xmlns:a16="http://schemas.microsoft.com/office/drawing/2014/main" id="{4705B6D7-DEDB-A974-5B1E-3C9A481705A9}"/>
              </a:ext>
            </a:extLst>
          </p:cNvPr>
          <p:cNvGrpSpPr/>
          <p:nvPr/>
        </p:nvGrpSpPr>
        <p:grpSpPr>
          <a:xfrm>
            <a:off x="8214158" y="3276866"/>
            <a:ext cx="2380516" cy="289960"/>
            <a:chOff x="8231923" y="1510868"/>
            <a:chExt cx="2380516" cy="289960"/>
          </a:xfrm>
        </p:grpSpPr>
        <p:sp>
          <p:nvSpPr>
            <p:cNvPr id="68" name="楕円 67">
              <a:extLst>
                <a:ext uri="{FF2B5EF4-FFF2-40B4-BE49-F238E27FC236}">
                  <a16:creationId xmlns:a16="http://schemas.microsoft.com/office/drawing/2014/main" id="{D0809903-1821-4038-6ABC-D10BABEBFD37}"/>
                </a:ext>
              </a:extLst>
            </p:cNvPr>
            <p:cNvSpPr/>
            <p:nvPr/>
          </p:nvSpPr>
          <p:spPr>
            <a:xfrm>
              <a:off x="10322479" y="1510868"/>
              <a:ext cx="289960" cy="289960"/>
            </a:xfrm>
            <a:prstGeom prst="ellipse">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69" name="ハート 68">
              <a:extLst>
                <a:ext uri="{FF2B5EF4-FFF2-40B4-BE49-F238E27FC236}">
                  <a16:creationId xmlns:a16="http://schemas.microsoft.com/office/drawing/2014/main" id="{7CF4E15B-025C-E66D-686D-DD24BCFDE56F}"/>
                </a:ext>
              </a:extLst>
            </p:cNvPr>
            <p:cNvSpPr/>
            <p:nvPr/>
          </p:nvSpPr>
          <p:spPr>
            <a:xfrm>
              <a:off x="8231923"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0" name="楕円 69">
              <a:extLst>
                <a:ext uri="{FF2B5EF4-FFF2-40B4-BE49-F238E27FC236}">
                  <a16:creationId xmlns:a16="http://schemas.microsoft.com/office/drawing/2014/main" id="{935D9380-F556-AA16-9EF0-69412558DB36}"/>
                </a:ext>
              </a:extLst>
            </p:cNvPr>
            <p:cNvSpPr/>
            <p:nvPr/>
          </p:nvSpPr>
          <p:spPr>
            <a:xfrm>
              <a:off x="9277201"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1" name="楕円 70">
              <a:extLst>
                <a:ext uri="{FF2B5EF4-FFF2-40B4-BE49-F238E27FC236}">
                  <a16:creationId xmlns:a16="http://schemas.microsoft.com/office/drawing/2014/main" id="{4E43FCF5-C9A1-991D-E485-0D4E67989A87}"/>
                </a:ext>
              </a:extLst>
            </p:cNvPr>
            <p:cNvSpPr/>
            <p:nvPr/>
          </p:nvSpPr>
          <p:spPr>
            <a:xfrm>
              <a:off x="9625628"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2" name="楕円 71">
              <a:extLst>
                <a:ext uri="{FF2B5EF4-FFF2-40B4-BE49-F238E27FC236}">
                  <a16:creationId xmlns:a16="http://schemas.microsoft.com/office/drawing/2014/main" id="{55B1C546-D775-9867-DC0F-05A96194CD58}"/>
                </a:ext>
              </a:extLst>
            </p:cNvPr>
            <p:cNvSpPr/>
            <p:nvPr/>
          </p:nvSpPr>
          <p:spPr>
            <a:xfrm>
              <a:off x="9974055"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3" name="ハート 72">
              <a:extLst>
                <a:ext uri="{FF2B5EF4-FFF2-40B4-BE49-F238E27FC236}">
                  <a16:creationId xmlns:a16="http://schemas.microsoft.com/office/drawing/2014/main" id="{6410EA88-934E-EFD6-A96C-7E4FC43577A8}"/>
                </a:ext>
              </a:extLst>
            </p:cNvPr>
            <p:cNvSpPr/>
            <p:nvPr/>
          </p:nvSpPr>
          <p:spPr>
            <a:xfrm>
              <a:off x="8580349"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4" name="ハート 73">
              <a:extLst>
                <a:ext uri="{FF2B5EF4-FFF2-40B4-BE49-F238E27FC236}">
                  <a16:creationId xmlns:a16="http://schemas.microsoft.com/office/drawing/2014/main" id="{CF796646-2749-06D1-A608-410435D8A14C}"/>
                </a:ext>
              </a:extLst>
            </p:cNvPr>
            <p:cNvSpPr/>
            <p:nvPr/>
          </p:nvSpPr>
          <p:spPr>
            <a:xfrm>
              <a:off x="8928775"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27" name="グループ化 26">
            <a:extLst>
              <a:ext uri="{FF2B5EF4-FFF2-40B4-BE49-F238E27FC236}">
                <a16:creationId xmlns:a16="http://schemas.microsoft.com/office/drawing/2014/main" id="{F7945C27-3EA4-0249-FA9D-A133F89A012F}"/>
              </a:ext>
            </a:extLst>
          </p:cNvPr>
          <p:cNvGrpSpPr/>
          <p:nvPr/>
        </p:nvGrpSpPr>
        <p:grpSpPr>
          <a:xfrm>
            <a:off x="2440821" y="4437628"/>
            <a:ext cx="8486935" cy="1186295"/>
            <a:chOff x="1526425" y="935293"/>
            <a:chExt cx="8486935" cy="1186295"/>
          </a:xfrm>
        </p:grpSpPr>
        <p:sp>
          <p:nvSpPr>
            <p:cNvPr id="28" name="六角形 27">
              <a:extLst>
                <a:ext uri="{FF2B5EF4-FFF2-40B4-BE49-F238E27FC236}">
                  <a16:creationId xmlns:a16="http://schemas.microsoft.com/office/drawing/2014/main" id="{C0F3AA86-70EA-3424-972A-6F03FC8E7C59}"/>
                </a:ext>
              </a:extLst>
            </p:cNvPr>
            <p:cNvSpPr/>
            <p:nvPr/>
          </p:nvSpPr>
          <p:spPr>
            <a:xfrm>
              <a:off x="1531691" y="935293"/>
              <a:ext cx="8481669" cy="1186295"/>
            </a:xfrm>
            <a:prstGeom prst="hexagon">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29" name="六角形 28">
              <a:extLst>
                <a:ext uri="{FF2B5EF4-FFF2-40B4-BE49-F238E27FC236}">
                  <a16:creationId xmlns:a16="http://schemas.microsoft.com/office/drawing/2014/main" id="{E938D320-2961-6304-3EDC-29CCCB2B44C6}"/>
                </a:ext>
              </a:extLst>
            </p:cNvPr>
            <p:cNvSpPr/>
            <p:nvPr/>
          </p:nvSpPr>
          <p:spPr>
            <a:xfrm>
              <a:off x="1526425" y="935293"/>
              <a:ext cx="1649148" cy="1186295"/>
            </a:xfrm>
            <a:prstGeom prst="hexagon">
              <a:avLst/>
            </a:prstGeom>
            <a:solidFill>
              <a:schemeClr val="bg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30" name="テキスト ボックス 29">
              <a:extLst>
                <a:ext uri="{FF2B5EF4-FFF2-40B4-BE49-F238E27FC236}">
                  <a16:creationId xmlns:a16="http://schemas.microsoft.com/office/drawing/2014/main" id="{22102ADA-C28C-8F5C-EDB7-3B32F7E452E5}"/>
                </a:ext>
              </a:extLst>
            </p:cNvPr>
            <p:cNvSpPr txBox="1"/>
            <p:nvPr/>
          </p:nvSpPr>
          <p:spPr>
            <a:xfrm>
              <a:off x="1797001" y="1297608"/>
              <a:ext cx="1107996" cy="461665"/>
            </a:xfrm>
            <a:prstGeom prst="rect">
              <a:avLst/>
            </a:prstGeom>
            <a:noFill/>
          </p:spPr>
          <p:txBody>
            <a:bodyPr wrap="none" rtlCol="0">
              <a:spAutoFit/>
            </a:bodyPr>
            <a:lstStyle/>
            <a:p>
              <a:pPr algn="ctr"/>
              <a:r>
                <a:rPr lang="en-US" altLang="ja-JP" sz="2400" b="1" dirty="0">
                  <a:solidFill>
                    <a:schemeClr val="bg1">
                      <a:lumMod val="95000"/>
                    </a:schemeClr>
                  </a:solidFill>
                  <a:latin typeface="原稿用標準書体" panose="03000503000000000000" pitchFamily="66" charset="-128"/>
                  <a:ea typeface="原稿用標準書体" panose="03000503000000000000" pitchFamily="66" charset="-128"/>
                </a:rPr>
                <a:t>SAVE02</a:t>
              </a:r>
              <a:endParaRPr kumimoji="1" lang="ja-JP" altLang="en-US" sz="3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82" name="グループ化 81">
            <a:extLst>
              <a:ext uri="{FF2B5EF4-FFF2-40B4-BE49-F238E27FC236}">
                <a16:creationId xmlns:a16="http://schemas.microsoft.com/office/drawing/2014/main" id="{A3DA4F3A-C71E-74C3-66A3-34774B1A38D7}"/>
              </a:ext>
            </a:extLst>
          </p:cNvPr>
          <p:cNvGrpSpPr/>
          <p:nvPr/>
        </p:nvGrpSpPr>
        <p:grpSpPr>
          <a:xfrm>
            <a:off x="8214158" y="4906415"/>
            <a:ext cx="2380516" cy="289960"/>
            <a:chOff x="8231923" y="1510868"/>
            <a:chExt cx="2380516" cy="289960"/>
          </a:xfrm>
          <a:solidFill>
            <a:schemeClr val="bg1">
              <a:lumMod val="50000"/>
            </a:schemeClr>
          </a:solidFill>
        </p:grpSpPr>
        <p:sp>
          <p:nvSpPr>
            <p:cNvPr id="83" name="楕円 82">
              <a:extLst>
                <a:ext uri="{FF2B5EF4-FFF2-40B4-BE49-F238E27FC236}">
                  <a16:creationId xmlns:a16="http://schemas.microsoft.com/office/drawing/2014/main" id="{88F2EF2E-F0E4-60FB-364C-4FC7ABAD85FF}"/>
                </a:ext>
              </a:extLst>
            </p:cNvPr>
            <p:cNvSpPr/>
            <p:nvPr/>
          </p:nvSpPr>
          <p:spPr>
            <a:xfrm>
              <a:off x="10322479" y="1510868"/>
              <a:ext cx="289960" cy="289960"/>
            </a:xfrm>
            <a:prstGeom prst="ellipse">
              <a:avLst/>
            </a:prstGeom>
            <a:grp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4" name="ハート 83">
              <a:extLst>
                <a:ext uri="{FF2B5EF4-FFF2-40B4-BE49-F238E27FC236}">
                  <a16:creationId xmlns:a16="http://schemas.microsoft.com/office/drawing/2014/main" id="{B322831F-D04D-1BA2-C64F-DA25386ECD05}"/>
                </a:ext>
              </a:extLst>
            </p:cNvPr>
            <p:cNvSpPr/>
            <p:nvPr/>
          </p:nvSpPr>
          <p:spPr>
            <a:xfrm>
              <a:off x="8231923" y="1510869"/>
              <a:ext cx="289959" cy="289959"/>
            </a:xfrm>
            <a:prstGeom prst="ellipse">
              <a:avLst/>
            </a:prstGeom>
            <a:grp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5" name="楕円 84">
              <a:extLst>
                <a:ext uri="{FF2B5EF4-FFF2-40B4-BE49-F238E27FC236}">
                  <a16:creationId xmlns:a16="http://schemas.microsoft.com/office/drawing/2014/main" id="{21F40F60-8333-76AC-7869-F83E1E40293C}"/>
                </a:ext>
              </a:extLst>
            </p:cNvPr>
            <p:cNvSpPr/>
            <p:nvPr/>
          </p:nvSpPr>
          <p:spPr>
            <a:xfrm>
              <a:off x="9277201" y="1510868"/>
              <a:ext cx="289960" cy="289960"/>
            </a:xfrm>
            <a:prstGeom prst="ellipse">
              <a:avLst/>
            </a:prstGeom>
            <a:grp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6" name="楕円 85">
              <a:extLst>
                <a:ext uri="{FF2B5EF4-FFF2-40B4-BE49-F238E27FC236}">
                  <a16:creationId xmlns:a16="http://schemas.microsoft.com/office/drawing/2014/main" id="{D65669BA-CF08-6E9D-6714-55D2DF798D77}"/>
                </a:ext>
              </a:extLst>
            </p:cNvPr>
            <p:cNvSpPr/>
            <p:nvPr/>
          </p:nvSpPr>
          <p:spPr>
            <a:xfrm>
              <a:off x="9625628" y="1510868"/>
              <a:ext cx="289960" cy="289960"/>
            </a:xfrm>
            <a:prstGeom prst="ellipse">
              <a:avLst/>
            </a:prstGeom>
            <a:grp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7" name="楕円 86">
              <a:extLst>
                <a:ext uri="{FF2B5EF4-FFF2-40B4-BE49-F238E27FC236}">
                  <a16:creationId xmlns:a16="http://schemas.microsoft.com/office/drawing/2014/main" id="{6F3537EA-8194-4FF3-B52F-3D5FB5C19184}"/>
                </a:ext>
              </a:extLst>
            </p:cNvPr>
            <p:cNvSpPr/>
            <p:nvPr/>
          </p:nvSpPr>
          <p:spPr>
            <a:xfrm>
              <a:off x="9974055" y="1510868"/>
              <a:ext cx="289960" cy="289960"/>
            </a:xfrm>
            <a:prstGeom prst="ellipse">
              <a:avLst/>
            </a:prstGeom>
            <a:grp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8" name="ハート 87">
              <a:extLst>
                <a:ext uri="{FF2B5EF4-FFF2-40B4-BE49-F238E27FC236}">
                  <a16:creationId xmlns:a16="http://schemas.microsoft.com/office/drawing/2014/main" id="{0E336B8C-5B9A-B34B-FEFB-29686B662117}"/>
                </a:ext>
              </a:extLst>
            </p:cNvPr>
            <p:cNvSpPr/>
            <p:nvPr/>
          </p:nvSpPr>
          <p:spPr>
            <a:xfrm>
              <a:off x="8580349" y="1510869"/>
              <a:ext cx="289959" cy="289959"/>
            </a:xfrm>
            <a:prstGeom prst="ellipse">
              <a:avLst/>
            </a:prstGeom>
            <a:grp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9" name="ハート 88">
              <a:extLst>
                <a:ext uri="{FF2B5EF4-FFF2-40B4-BE49-F238E27FC236}">
                  <a16:creationId xmlns:a16="http://schemas.microsoft.com/office/drawing/2014/main" id="{1F7C1CB2-9A56-4D61-B826-F31EC490E177}"/>
                </a:ext>
              </a:extLst>
            </p:cNvPr>
            <p:cNvSpPr/>
            <p:nvPr/>
          </p:nvSpPr>
          <p:spPr>
            <a:xfrm>
              <a:off x="8928775" y="1510869"/>
              <a:ext cx="289959" cy="289959"/>
            </a:xfrm>
            <a:prstGeom prst="ellipse">
              <a:avLst/>
            </a:prstGeom>
            <a:grp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96" name="グループ化 95">
            <a:extLst>
              <a:ext uri="{FF2B5EF4-FFF2-40B4-BE49-F238E27FC236}">
                <a16:creationId xmlns:a16="http://schemas.microsoft.com/office/drawing/2014/main" id="{4BB78F96-1D7C-9FF3-420D-6C1116E948F3}"/>
              </a:ext>
            </a:extLst>
          </p:cNvPr>
          <p:cNvGrpSpPr/>
          <p:nvPr/>
        </p:nvGrpSpPr>
        <p:grpSpPr>
          <a:xfrm>
            <a:off x="2440821" y="6067176"/>
            <a:ext cx="8486935" cy="1186295"/>
            <a:chOff x="1526425" y="935293"/>
            <a:chExt cx="8486935" cy="1186295"/>
          </a:xfrm>
        </p:grpSpPr>
        <p:sp>
          <p:nvSpPr>
            <p:cNvPr id="112" name="六角形 111">
              <a:extLst>
                <a:ext uri="{FF2B5EF4-FFF2-40B4-BE49-F238E27FC236}">
                  <a16:creationId xmlns:a16="http://schemas.microsoft.com/office/drawing/2014/main" id="{FAC6B494-EE9C-74E5-A03B-895CFC81169C}"/>
                </a:ext>
              </a:extLst>
            </p:cNvPr>
            <p:cNvSpPr/>
            <p:nvPr/>
          </p:nvSpPr>
          <p:spPr>
            <a:xfrm>
              <a:off x="1531691" y="935293"/>
              <a:ext cx="8481669" cy="1186295"/>
            </a:xfrm>
            <a:prstGeom prst="hexagon">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13" name="六角形 112">
              <a:extLst>
                <a:ext uri="{FF2B5EF4-FFF2-40B4-BE49-F238E27FC236}">
                  <a16:creationId xmlns:a16="http://schemas.microsoft.com/office/drawing/2014/main" id="{1AC9AA81-C83C-9C24-2B0F-0BC8F07AAE4C}"/>
                </a:ext>
              </a:extLst>
            </p:cNvPr>
            <p:cNvSpPr/>
            <p:nvPr/>
          </p:nvSpPr>
          <p:spPr>
            <a:xfrm>
              <a:off x="1526425" y="935293"/>
              <a:ext cx="1649148" cy="1186295"/>
            </a:xfrm>
            <a:prstGeom prst="hexagon">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14" name="テキスト ボックス 113">
              <a:extLst>
                <a:ext uri="{FF2B5EF4-FFF2-40B4-BE49-F238E27FC236}">
                  <a16:creationId xmlns:a16="http://schemas.microsoft.com/office/drawing/2014/main" id="{61D79A3B-F45B-5B72-B73D-40EFFEF08BCB}"/>
                </a:ext>
              </a:extLst>
            </p:cNvPr>
            <p:cNvSpPr txBox="1"/>
            <p:nvPr/>
          </p:nvSpPr>
          <p:spPr>
            <a:xfrm>
              <a:off x="1797001" y="1297608"/>
              <a:ext cx="1107996" cy="461665"/>
            </a:xfrm>
            <a:prstGeom prst="rect">
              <a:avLst/>
            </a:prstGeom>
            <a:noFill/>
          </p:spPr>
          <p:txBody>
            <a:bodyPr wrap="none" rtlCol="0">
              <a:spAutoFit/>
            </a:bodyPr>
            <a:lstStyle/>
            <a:p>
              <a:pPr algn="ctr"/>
              <a:r>
                <a:rPr lang="en-US" altLang="ja-JP" sz="2400" b="1" dirty="0">
                  <a:solidFill>
                    <a:schemeClr val="bg1">
                      <a:lumMod val="95000"/>
                    </a:schemeClr>
                  </a:solidFill>
                  <a:latin typeface="原稿用標準書体" panose="03000503000000000000" pitchFamily="66" charset="-128"/>
                  <a:ea typeface="原稿用標準書体" panose="03000503000000000000" pitchFamily="66" charset="-128"/>
                </a:rPr>
                <a:t>SAVE03</a:t>
              </a:r>
              <a:endParaRPr kumimoji="1" lang="ja-JP" altLang="en-US" sz="3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100" name="グループ化 99">
            <a:extLst>
              <a:ext uri="{FF2B5EF4-FFF2-40B4-BE49-F238E27FC236}">
                <a16:creationId xmlns:a16="http://schemas.microsoft.com/office/drawing/2014/main" id="{BC5D6038-8DA7-5A6C-9B89-D7507BDDBDC2}"/>
              </a:ext>
            </a:extLst>
          </p:cNvPr>
          <p:cNvGrpSpPr/>
          <p:nvPr/>
        </p:nvGrpSpPr>
        <p:grpSpPr>
          <a:xfrm>
            <a:off x="8214158" y="6535963"/>
            <a:ext cx="2380516" cy="289960"/>
            <a:chOff x="8231923" y="1510868"/>
            <a:chExt cx="2380516" cy="289960"/>
          </a:xfrm>
        </p:grpSpPr>
        <p:sp>
          <p:nvSpPr>
            <p:cNvPr id="101" name="楕円 100">
              <a:extLst>
                <a:ext uri="{FF2B5EF4-FFF2-40B4-BE49-F238E27FC236}">
                  <a16:creationId xmlns:a16="http://schemas.microsoft.com/office/drawing/2014/main" id="{9D2BEF79-B972-E1B0-67F2-DFC45E0126BE}"/>
                </a:ext>
              </a:extLst>
            </p:cNvPr>
            <p:cNvSpPr/>
            <p:nvPr/>
          </p:nvSpPr>
          <p:spPr>
            <a:xfrm>
              <a:off x="10322479"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2" name="ハート 101">
              <a:extLst>
                <a:ext uri="{FF2B5EF4-FFF2-40B4-BE49-F238E27FC236}">
                  <a16:creationId xmlns:a16="http://schemas.microsoft.com/office/drawing/2014/main" id="{012E8BD4-86D5-BE3B-E544-866FAE355003}"/>
                </a:ext>
              </a:extLst>
            </p:cNvPr>
            <p:cNvSpPr/>
            <p:nvPr/>
          </p:nvSpPr>
          <p:spPr>
            <a:xfrm>
              <a:off x="8231923"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3" name="楕円 102">
              <a:extLst>
                <a:ext uri="{FF2B5EF4-FFF2-40B4-BE49-F238E27FC236}">
                  <a16:creationId xmlns:a16="http://schemas.microsoft.com/office/drawing/2014/main" id="{65C75B8B-2EF9-67D2-7091-D433063EC086}"/>
                </a:ext>
              </a:extLst>
            </p:cNvPr>
            <p:cNvSpPr/>
            <p:nvPr/>
          </p:nvSpPr>
          <p:spPr>
            <a:xfrm>
              <a:off x="9277201"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4" name="楕円 103">
              <a:extLst>
                <a:ext uri="{FF2B5EF4-FFF2-40B4-BE49-F238E27FC236}">
                  <a16:creationId xmlns:a16="http://schemas.microsoft.com/office/drawing/2014/main" id="{ED3E8843-C024-3402-ACB5-0726827251E1}"/>
                </a:ext>
              </a:extLst>
            </p:cNvPr>
            <p:cNvSpPr/>
            <p:nvPr/>
          </p:nvSpPr>
          <p:spPr>
            <a:xfrm>
              <a:off x="9625628"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5" name="楕円 104">
              <a:extLst>
                <a:ext uri="{FF2B5EF4-FFF2-40B4-BE49-F238E27FC236}">
                  <a16:creationId xmlns:a16="http://schemas.microsoft.com/office/drawing/2014/main" id="{E497D1FD-7771-FF60-825A-7F2FA7A07956}"/>
                </a:ext>
              </a:extLst>
            </p:cNvPr>
            <p:cNvSpPr/>
            <p:nvPr/>
          </p:nvSpPr>
          <p:spPr>
            <a:xfrm>
              <a:off x="9974055"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6" name="ハート 105">
              <a:extLst>
                <a:ext uri="{FF2B5EF4-FFF2-40B4-BE49-F238E27FC236}">
                  <a16:creationId xmlns:a16="http://schemas.microsoft.com/office/drawing/2014/main" id="{D2101C24-0C1F-3E49-8E8A-0EC97992AB45}"/>
                </a:ext>
              </a:extLst>
            </p:cNvPr>
            <p:cNvSpPr/>
            <p:nvPr/>
          </p:nvSpPr>
          <p:spPr>
            <a:xfrm>
              <a:off x="8580349"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7" name="ハート 106">
              <a:extLst>
                <a:ext uri="{FF2B5EF4-FFF2-40B4-BE49-F238E27FC236}">
                  <a16:creationId xmlns:a16="http://schemas.microsoft.com/office/drawing/2014/main" id="{5019409F-265E-C129-148C-48AEDD0230C0}"/>
                </a:ext>
              </a:extLst>
            </p:cNvPr>
            <p:cNvSpPr/>
            <p:nvPr/>
          </p:nvSpPr>
          <p:spPr>
            <a:xfrm>
              <a:off x="8928775"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10" name="グループ化 9">
            <a:extLst>
              <a:ext uri="{FF2B5EF4-FFF2-40B4-BE49-F238E27FC236}">
                <a16:creationId xmlns:a16="http://schemas.microsoft.com/office/drawing/2014/main" id="{824B9FFC-0ABE-A5ED-116B-B2BF9F8C5357}"/>
              </a:ext>
            </a:extLst>
          </p:cNvPr>
          <p:cNvGrpSpPr/>
          <p:nvPr/>
        </p:nvGrpSpPr>
        <p:grpSpPr>
          <a:xfrm>
            <a:off x="4266558" y="2945547"/>
            <a:ext cx="3256407" cy="963346"/>
            <a:chOff x="4260533" y="2945547"/>
            <a:chExt cx="3256407" cy="963346"/>
          </a:xfrm>
        </p:grpSpPr>
        <p:grpSp>
          <p:nvGrpSpPr>
            <p:cNvPr id="66" name="グループ化 65">
              <a:extLst>
                <a:ext uri="{FF2B5EF4-FFF2-40B4-BE49-F238E27FC236}">
                  <a16:creationId xmlns:a16="http://schemas.microsoft.com/office/drawing/2014/main" id="{FDC8741B-2127-F86D-D95F-47A5431146E1}"/>
                </a:ext>
              </a:extLst>
            </p:cNvPr>
            <p:cNvGrpSpPr/>
            <p:nvPr/>
          </p:nvGrpSpPr>
          <p:grpSpPr>
            <a:xfrm>
              <a:off x="4260533" y="2945547"/>
              <a:ext cx="3069555" cy="400110"/>
              <a:chOff x="4472608" y="1805236"/>
              <a:chExt cx="3069555" cy="400110"/>
            </a:xfrm>
          </p:grpSpPr>
          <p:sp>
            <p:nvSpPr>
              <p:cNvPr id="75" name="テキスト ボックス 74">
                <a:extLst>
                  <a:ext uri="{FF2B5EF4-FFF2-40B4-BE49-F238E27FC236}">
                    <a16:creationId xmlns:a16="http://schemas.microsoft.com/office/drawing/2014/main" id="{C7CB5249-2193-CE32-B134-A1D6C1F0BE5B}"/>
                  </a:ext>
                </a:extLst>
              </p:cNvPr>
              <p:cNvSpPr txBox="1"/>
              <p:nvPr/>
            </p:nvSpPr>
            <p:spPr>
              <a:xfrm>
                <a:off x="4472608" y="1866792"/>
                <a:ext cx="595035" cy="338554"/>
              </a:xfrm>
              <a:prstGeom prst="rect">
                <a:avLst/>
              </a:prstGeom>
              <a:noFill/>
            </p:spPr>
            <p:txBody>
              <a:bodyPr wrap="none" rtlCol="0">
                <a:spAutoFit/>
              </a:bodyPr>
              <a:lstStyle/>
              <a:p>
                <a:pPr algn="ctr"/>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Date</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76" name="テキスト ボックス 75">
                <a:extLst>
                  <a:ext uri="{FF2B5EF4-FFF2-40B4-BE49-F238E27FC236}">
                    <a16:creationId xmlns:a16="http://schemas.microsoft.com/office/drawing/2014/main" id="{611340F1-16E1-BA40-52CD-3A21E9CF6839}"/>
                  </a:ext>
                </a:extLst>
              </p:cNvPr>
              <p:cNvSpPr txBox="1"/>
              <p:nvPr/>
            </p:nvSpPr>
            <p:spPr>
              <a:xfrm>
                <a:off x="5177413" y="1805236"/>
                <a:ext cx="2364750" cy="400110"/>
              </a:xfrm>
              <a:prstGeom prst="rect">
                <a:avLst/>
              </a:prstGeom>
              <a:noFill/>
            </p:spPr>
            <p:txBody>
              <a:bodyPr wrap="none" rtlCol="0">
                <a:spAutoFit/>
              </a:bodyPr>
              <a:lstStyle/>
              <a:p>
                <a:pPr algn="ctr"/>
                <a:r>
                  <a:rPr lang="en-US" altLang="ja-JP"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YYYY/MM/DD</a:t>
                </a:r>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　</a:t>
                </a:r>
                <a:r>
                  <a:rPr lang="en-US" altLang="ja-JP" sz="2000" dirty="0" err="1">
                    <a:solidFill>
                      <a:schemeClr val="tx1">
                        <a:lumMod val="85000"/>
                        <a:lumOff val="15000"/>
                      </a:schemeClr>
                    </a:solidFill>
                    <a:latin typeface="原稿用標準書体" panose="03000503000000000000" pitchFamily="66" charset="-128"/>
                    <a:ea typeface="原稿用標準書体" panose="03000503000000000000" pitchFamily="66" charset="-128"/>
                  </a:rPr>
                  <a:t>HH:mm</a:t>
                </a:r>
                <a:endParaRPr kumimoji="1"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9" name="グループ化 8">
              <a:extLst>
                <a:ext uri="{FF2B5EF4-FFF2-40B4-BE49-F238E27FC236}">
                  <a16:creationId xmlns:a16="http://schemas.microsoft.com/office/drawing/2014/main" id="{3D16ADA0-6500-2006-45EF-F530701E0CA6}"/>
                </a:ext>
              </a:extLst>
            </p:cNvPr>
            <p:cNvGrpSpPr/>
            <p:nvPr/>
          </p:nvGrpSpPr>
          <p:grpSpPr>
            <a:xfrm>
              <a:off x="4260535" y="3493560"/>
              <a:ext cx="3256405" cy="415333"/>
              <a:chOff x="4260535" y="3493560"/>
              <a:chExt cx="3256405" cy="415333"/>
            </a:xfrm>
          </p:grpSpPr>
          <p:sp>
            <p:nvSpPr>
              <p:cNvPr id="3" name="テキスト ボックス 2">
                <a:extLst>
                  <a:ext uri="{FF2B5EF4-FFF2-40B4-BE49-F238E27FC236}">
                    <a16:creationId xmlns:a16="http://schemas.microsoft.com/office/drawing/2014/main" id="{0164A01D-FB43-70F9-A156-A7AA8A0F6143}"/>
                  </a:ext>
                </a:extLst>
              </p:cNvPr>
              <p:cNvSpPr txBox="1"/>
              <p:nvPr/>
            </p:nvSpPr>
            <p:spPr>
              <a:xfrm>
                <a:off x="4260535" y="3493560"/>
                <a:ext cx="1005403" cy="338554"/>
              </a:xfrm>
              <a:prstGeom prst="rect">
                <a:avLst/>
              </a:prstGeom>
              <a:noFill/>
            </p:spPr>
            <p:txBody>
              <a:bodyPr wrap="none" rtlCol="0">
                <a:spAutoFit/>
              </a:bodyPr>
              <a:lstStyle/>
              <a:p>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PlayTime</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6" name="テキスト ボックス 5">
                <a:extLst>
                  <a:ext uri="{FF2B5EF4-FFF2-40B4-BE49-F238E27FC236}">
                    <a16:creationId xmlns:a16="http://schemas.microsoft.com/office/drawing/2014/main" id="{FED54F9C-4170-C2E4-6E5D-626E0BC9F170}"/>
                  </a:ext>
                </a:extLst>
              </p:cNvPr>
              <p:cNvSpPr txBox="1"/>
              <p:nvPr/>
            </p:nvSpPr>
            <p:spPr>
              <a:xfrm>
                <a:off x="5323133" y="3508783"/>
                <a:ext cx="889945" cy="400110"/>
              </a:xfrm>
              <a:prstGeom prst="rect">
                <a:avLst/>
              </a:prstGeom>
              <a:noFill/>
            </p:spPr>
            <p:txBody>
              <a:bodyPr wrap="square">
                <a:spAutoFit/>
              </a:bodyPr>
              <a:lstStyle/>
              <a:p>
                <a:r>
                  <a:rPr lang="en-US" altLang="ja-JP" sz="2000">
                    <a:solidFill>
                      <a:schemeClr val="tx1">
                        <a:lumMod val="85000"/>
                        <a:lumOff val="15000"/>
                      </a:schemeClr>
                    </a:solidFill>
                    <a:latin typeface="原稿用標準書体" panose="03000503000000000000" pitchFamily="66" charset="-128"/>
                    <a:ea typeface="原稿用標準書体" panose="03000503000000000000" pitchFamily="66" charset="-128"/>
                  </a:rPr>
                  <a:t>HH:mm</a:t>
                </a:r>
                <a:endParaRPr lang="ja-JP" altLang="en-US"/>
              </a:p>
            </p:txBody>
          </p:sp>
          <p:sp>
            <p:nvSpPr>
              <p:cNvPr id="8" name="テキスト ボックス 7">
                <a:extLst>
                  <a:ext uri="{FF2B5EF4-FFF2-40B4-BE49-F238E27FC236}">
                    <a16:creationId xmlns:a16="http://schemas.microsoft.com/office/drawing/2014/main" id="{2A6F5E49-8B81-445B-E1A2-B98E3AE42334}"/>
                  </a:ext>
                </a:extLst>
              </p:cNvPr>
              <p:cNvSpPr txBox="1"/>
              <p:nvPr/>
            </p:nvSpPr>
            <p:spPr>
              <a:xfrm>
                <a:off x="6408944" y="3493560"/>
                <a:ext cx="1107996" cy="338554"/>
              </a:xfrm>
              <a:prstGeom prst="rect">
                <a:avLst/>
              </a:prstGeom>
              <a:noFill/>
            </p:spPr>
            <p:txBody>
              <a:bodyPr wrap="none" rtlCol="0">
                <a:spAutoFit/>
              </a:bodyPr>
              <a:lstStyle/>
              <a:p>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Chapter</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 </a:t>
                </a:r>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0</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grpSp>
        <p:nvGrpSpPr>
          <p:cNvPr id="11" name="グループ化 10">
            <a:extLst>
              <a:ext uri="{FF2B5EF4-FFF2-40B4-BE49-F238E27FC236}">
                <a16:creationId xmlns:a16="http://schemas.microsoft.com/office/drawing/2014/main" id="{131CB994-672A-0E47-6572-29F952636B96}"/>
              </a:ext>
            </a:extLst>
          </p:cNvPr>
          <p:cNvGrpSpPr/>
          <p:nvPr/>
        </p:nvGrpSpPr>
        <p:grpSpPr>
          <a:xfrm>
            <a:off x="4266558" y="1290004"/>
            <a:ext cx="3256407" cy="963346"/>
            <a:chOff x="4260533" y="2945547"/>
            <a:chExt cx="3256407" cy="963346"/>
          </a:xfrm>
        </p:grpSpPr>
        <p:grpSp>
          <p:nvGrpSpPr>
            <p:cNvPr id="12" name="グループ化 11">
              <a:extLst>
                <a:ext uri="{FF2B5EF4-FFF2-40B4-BE49-F238E27FC236}">
                  <a16:creationId xmlns:a16="http://schemas.microsoft.com/office/drawing/2014/main" id="{C62C5C32-553E-2596-D7B7-40BEC1DAAFC0}"/>
                </a:ext>
              </a:extLst>
            </p:cNvPr>
            <p:cNvGrpSpPr/>
            <p:nvPr/>
          </p:nvGrpSpPr>
          <p:grpSpPr>
            <a:xfrm>
              <a:off x="4260533" y="2945547"/>
              <a:ext cx="3069555" cy="400110"/>
              <a:chOff x="4472608" y="1805236"/>
              <a:chExt cx="3069555" cy="400110"/>
            </a:xfrm>
          </p:grpSpPr>
          <p:sp>
            <p:nvSpPr>
              <p:cNvPr id="19" name="テキスト ボックス 18">
                <a:extLst>
                  <a:ext uri="{FF2B5EF4-FFF2-40B4-BE49-F238E27FC236}">
                    <a16:creationId xmlns:a16="http://schemas.microsoft.com/office/drawing/2014/main" id="{0CEAA249-7F89-ED9F-48B7-E95E6EDD9025}"/>
                  </a:ext>
                </a:extLst>
              </p:cNvPr>
              <p:cNvSpPr txBox="1"/>
              <p:nvPr/>
            </p:nvSpPr>
            <p:spPr>
              <a:xfrm>
                <a:off x="4472608" y="1866792"/>
                <a:ext cx="595035" cy="338554"/>
              </a:xfrm>
              <a:prstGeom prst="rect">
                <a:avLst/>
              </a:prstGeom>
              <a:noFill/>
            </p:spPr>
            <p:txBody>
              <a:bodyPr wrap="none" rtlCol="0">
                <a:spAutoFit/>
              </a:bodyPr>
              <a:lstStyle/>
              <a:p>
                <a:pPr algn="ctr"/>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Date</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21" name="テキスト ボックス 20">
                <a:extLst>
                  <a:ext uri="{FF2B5EF4-FFF2-40B4-BE49-F238E27FC236}">
                    <a16:creationId xmlns:a16="http://schemas.microsoft.com/office/drawing/2014/main" id="{B7369742-2A55-A6BE-B7B5-68B2BF576C68}"/>
                  </a:ext>
                </a:extLst>
              </p:cNvPr>
              <p:cNvSpPr txBox="1"/>
              <p:nvPr/>
            </p:nvSpPr>
            <p:spPr>
              <a:xfrm>
                <a:off x="5177413" y="1805236"/>
                <a:ext cx="2364750" cy="400110"/>
              </a:xfrm>
              <a:prstGeom prst="rect">
                <a:avLst/>
              </a:prstGeom>
              <a:noFill/>
            </p:spPr>
            <p:txBody>
              <a:bodyPr wrap="none" rtlCol="0">
                <a:spAutoFit/>
              </a:bodyPr>
              <a:lstStyle/>
              <a:p>
                <a:pPr algn="ctr"/>
                <a:r>
                  <a:rPr lang="en-US" altLang="ja-JP"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YYYY/MM/DD</a:t>
                </a:r>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　</a:t>
                </a:r>
                <a:r>
                  <a:rPr lang="en-US" altLang="ja-JP" sz="2000" dirty="0" err="1">
                    <a:solidFill>
                      <a:schemeClr val="tx1">
                        <a:lumMod val="85000"/>
                        <a:lumOff val="15000"/>
                      </a:schemeClr>
                    </a:solidFill>
                    <a:latin typeface="原稿用標準書体" panose="03000503000000000000" pitchFamily="66" charset="-128"/>
                    <a:ea typeface="原稿用標準書体" panose="03000503000000000000" pitchFamily="66" charset="-128"/>
                  </a:rPr>
                  <a:t>HH:mm</a:t>
                </a:r>
                <a:endParaRPr kumimoji="1"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14" name="グループ化 13">
              <a:extLst>
                <a:ext uri="{FF2B5EF4-FFF2-40B4-BE49-F238E27FC236}">
                  <a16:creationId xmlns:a16="http://schemas.microsoft.com/office/drawing/2014/main" id="{D136CEF7-90FF-89CC-955F-0CAFDC76B859}"/>
                </a:ext>
              </a:extLst>
            </p:cNvPr>
            <p:cNvGrpSpPr/>
            <p:nvPr/>
          </p:nvGrpSpPr>
          <p:grpSpPr>
            <a:xfrm>
              <a:off x="4260535" y="3493560"/>
              <a:ext cx="3256405" cy="415333"/>
              <a:chOff x="4260535" y="3493560"/>
              <a:chExt cx="3256405" cy="415333"/>
            </a:xfrm>
          </p:grpSpPr>
          <p:sp>
            <p:nvSpPr>
              <p:cNvPr id="15" name="テキスト ボックス 14">
                <a:extLst>
                  <a:ext uri="{FF2B5EF4-FFF2-40B4-BE49-F238E27FC236}">
                    <a16:creationId xmlns:a16="http://schemas.microsoft.com/office/drawing/2014/main" id="{2456592E-6957-5A72-3193-BA56BB4F0AFD}"/>
                  </a:ext>
                </a:extLst>
              </p:cNvPr>
              <p:cNvSpPr txBox="1"/>
              <p:nvPr/>
            </p:nvSpPr>
            <p:spPr>
              <a:xfrm>
                <a:off x="4260535" y="3493560"/>
                <a:ext cx="1005403" cy="338554"/>
              </a:xfrm>
              <a:prstGeom prst="rect">
                <a:avLst/>
              </a:prstGeom>
              <a:noFill/>
            </p:spPr>
            <p:txBody>
              <a:bodyPr wrap="none" rtlCol="0">
                <a:spAutoFit/>
              </a:bodyPr>
              <a:lstStyle/>
              <a:p>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PlayTime</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6" name="テキスト ボックス 15">
                <a:extLst>
                  <a:ext uri="{FF2B5EF4-FFF2-40B4-BE49-F238E27FC236}">
                    <a16:creationId xmlns:a16="http://schemas.microsoft.com/office/drawing/2014/main" id="{0FDB2751-824C-D335-B1D4-53BFA8B33C6D}"/>
                  </a:ext>
                </a:extLst>
              </p:cNvPr>
              <p:cNvSpPr txBox="1"/>
              <p:nvPr/>
            </p:nvSpPr>
            <p:spPr>
              <a:xfrm>
                <a:off x="5323133" y="3508783"/>
                <a:ext cx="889945" cy="400110"/>
              </a:xfrm>
              <a:prstGeom prst="rect">
                <a:avLst/>
              </a:prstGeom>
              <a:noFill/>
            </p:spPr>
            <p:txBody>
              <a:bodyPr wrap="square">
                <a:spAutoFit/>
              </a:bodyPr>
              <a:lstStyle/>
              <a:p>
                <a:r>
                  <a:rPr lang="en-US" altLang="ja-JP" sz="2000">
                    <a:solidFill>
                      <a:schemeClr val="tx1">
                        <a:lumMod val="85000"/>
                        <a:lumOff val="15000"/>
                      </a:schemeClr>
                    </a:solidFill>
                    <a:latin typeface="原稿用標準書体" panose="03000503000000000000" pitchFamily="66" charset="-128"/>
                    <a:ea typeface="原稿用標準書体" panose="03000503000000000000" pitchFamily="66" charset="-128"/>
                  </a:rPr>
                  <a:t>HH:mm</a:t>
                </a:r>
                <a:endParaRPr lang="ja-JP" altLang="en-US"/>
              </a:p>
            </p:txBody>
          </p:sp>
          <p:sp>
            <p:nvSpPr>
              <p:cNvPr id="18" name="テキスト ボックス 17">
                <a:extLst>
                  <a:ext uri="{FF2B5EF4-FFF2-40B4-BE49-F238E27FC236}">
                    <a16:creationId xmlns:a16="http://schemas.microsoft.com/office/drawing/2014/main" id="{C0BAC99E-93CE-BE35-7B0E-7C577661E401}"/>
                  </a:ext>
                </a:extLst>
              </p:cNvPr>
              <p:cNvSpPr txBox="1"/>
              <p:nvPr/>
            </p:nvSpPr>
            <p:spPr>
              <a:xfrm>
                <a:off x="6408944" y="3493560"/>
                <a:ext cx="1107996" cy="338554"/>
              </a:xfrm>
              <a:prstGeom prst="rect">
                <a:avLst/>
              </a:prstGeom>
              <a:noFill/>
            </p:spPr>
            <p:txBody>
              <a:bodyPr wrap="none" rtlCol="0">
                <a:spAutoFit/>
              </a:bodyPr>
              <a:lstStyle/>
              <a:p>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Chapter</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 </a:t>
                </a:r>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0</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grpSp>
        <p:nvGrpSpPr>
          <p:cNvPr id="32" name="グループ化 31">
            <a:extLst>
              <a:ext uri="{FF2B5EF4-FFF2-40B4-BE49-F238E27FC236}">
                <a16:creationId xmlns:a16="http://schemas.microsoft.com/office/drawing/2014/main" id="{4946E03D-F194-A089-B4E4-6836810C9047}"/>
              </a:ext>
            </a:extLst>
          </p:cNvPr>
          <p:cNvGrpSpPr/>
          <p:nvPr/>
        </p:nvGrpSpPr>
        <p:grpSpPr>
          <a:xfrm>
            <a:off x="4266558" y="6178650"/>
            <a:ext cx="3256407" cy="963346"/>
            <a:chOff x="4260533" y="2945547"/>
            <a:chExt cx="3256407" cy="963346"/>
          </a:xfrm>
        </p:grpSpPr>
        <p:grpSp>
          <p:nvGrpSpPr>
            <p:cNvPr id="34" name="グループ化 33">
              <a:extLst>
                <a:ext uri="{FF2B5EF4-FFF2-40B4-BE49-F238E27FC236}">
                  <a16:creationId xmlns:a16="http://schemas.microsoft.com/office/drawing/2014/main" id="{0693FCF6-B399-A3D3-08C3-60FFDD9B1397}"/>
                </a:ext>
              </a:extLst>
            </p:cNvPr>
            <p:cNvGrpSpPr/>
            <p:nvPr/>
          </p:nvGrpSpPr>
          <p:grpSpPr>
            <a:xfrm>
              <a:off x="4260533" y="2945547"/>
              <a:ext cx="3069555" cy="400110"/>
              <a:chOff x="4472608" y="1805236"/>
              <a:chExt cx="3069555" cy="400110"/>
            </a:xfrm>
          </p:grpSpPr>
          <p:sp>
            <p:nvSpPr>
              <p:cNvPr id="42" name="テキスト ボックス 41">
                <a:extLst>
                  <a:ext uri="{FF2B5EF4-FFF2-40B4-BE49-F238E27FC236}">
                    <a16:creationId xmlns:a16="http://schemas.microsoft.com/office/drawing/2014/main" id="{286FECEF-1BBC-F7D8-2A5D-B87D0B515AFD}"/>
                  </a:ext>
                </a:extLst>
              </p:cNvPr>
              <p:cNvSpPr txBox="1"/>
              <p:nvPr/>
            </p:nvSpPr>
            <p:spPr>
              <a:xfrm>
                <a:off x="4472608" y="1866792"/>
                <a:ext cx="595035" cy="338554"/>
              </a:xfrm>
              <a:prstGeom prst="rect">
                <a:avLst/>
              </a:prstGeom>
              <a:noFill/>
            </p:spPr>
            <p:txBody>
              <a:bodyPr wrap="none" rtlCol="0">
                <a:spAutoFit/>
              </a:bodyPr>
              <a:lstStyle/>
              <a:p>
                <a:pPr algn="ctr"/>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Date</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43" name="テキスト ボックス 42">
                <a:extLst>
                  <a:ext uri="{FF2B5EF4-FFF2-40B4-BE49-F238E27FC236}">
                    <a16:creationId xmlns:a16="http://schemas.microsoft.com/office/drawing/2014/main" id="{F9B12CE6-0122-EC5F-70CF-D299F9062C17}"/>
                  </a:ext>
                </a:extLst>
              </p:cNvPr>
              <p:cNvSpPr txBox="1"/>
              <p:nvPr/>
            </p:nvSpPr>
            <p:spPr>
              <a:xfrm>
                <a:off x="5177413" y="1805236"/>
                <a:ext cx="2364750" cy="400110"/>
              </a:xfrm>
              <a:prstGeom prst="rect">
                <a:avLst/>
              </a:prstGeom>
              <a:noFill/>
            </p:spPr>
            <p:txBody>
              <a:bodyPr wrap="none" rtlCol="0">
                <a:spAutoFit/>
              </a:bodyPr>
              <a:lstStyle/>
              <a:p>
                <a:pPr algn="ctr"/>
                <a:r>
                  <a:rPr lang="en-US" altLang="ja-JP"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YYYY/MM/DD</a:t>
                </a:r>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　</a:t>
                </a:r>
                <a:r>
                  <a:rPr lang="en-US" altLang="ja-JP" sz="2000" dirty="0" err="1">
                    <a:solidFill>
                      <a:schemeClr val="tx1">
                        <a:lumMod val="85000"/>
                        <a:lumOff val="15000"/>
                      </a:schemeClr>
                    </a:solidFill>
                    <a:latin typeface="原稿用標準書体" panose="03000503000000000000" pitchFamily="66" charset="-128"/>
                    <a:ea typeface="原稿用標準書体" panose="03000503000000000000" pitchFamily="66" charset="-128"/>
                  </a:rPr>
                  <a:t>HH:mm</a:t>
                </a:r>
                <a:endParaRPr kumimoji="1"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36" name="グループ化 35">
              <a:extLst>
                <a:ext uri="{FF2B5EF4-FFF2-40B4-BE49-F238E27FC236}">
                  <a16:creationId xmlns:a16="http://schemas.microsoft.com/office/drawing/2014/main" id="{2CBE04F2-B273-3C2D-3B12-04ADC0437DC8}"/>
                </a:ext>
              </a:extLst>
            </p:cNvPr>
            <p:cNvGrpSpPr/>
            <p:nvPr/>
          </p:nvGrpSpPr>
          <p:grpSpPr>
            <a:xfrm>
              <a:off x="4260535" y="3493560"/>
              <a:ext cx="3256405" cy="415333"/>
              <a:chOff x="4260535" y="3493560"/>
              <a:chExt cx="3256405" cy="415333"/>
            </a:xfrm>
          </p:grpSpPr>
          <p:sp>
            <p:nvSpPr>
              <p:cNvPr id="37" name="テキスト ボックス 36">
                <a:extLst>
                  <a:ext uri="{FF2B5EF4-FFF2-40B4-BE49-F238E27FC236}">
                    <a16:creationId xmlns:a16="http://schemas.microsoft.com/office/drawing/2014/main" id="{ADE19F8C-8852-1078-AF5A-8BBB66D81409}"/>
                  </a:ext>
                </a:extLst>
              </p:cNvPr>
              <p:cNvSpPr txBox="1"/>
              <p:nvPr/>
            </p:nvSpPr>
            <p:spPr>
              <a:xfrm>
                <a:off x="4260535" y="3493560"/>
                <a:ext cx="1005403" cy="338554"/>
              </a:xfrm>
              <a:prstGeom prst="rect">
                <a:avLst/>
              </a:prstGeom>
              <a:noFill/>
            </p:spPr>
            <p:txBody>
              <a:bodyPr wrap="none" rtlCol="0">
                <a:spAutoFit/>
              </a:bodyPr>
              <a:lstStyle/>
              <a:p>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PlayTime</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40" name="テキスト ボックス 39">
                <a:extLst>
                  <a:ext uri="{FF2B5EF4-FFF2-40B4-BE49-F238E27FC236}">
                    <a16:creationId xmlns:a16="http://schemas.microsoft.com/office/drawing/2014/main" id="{92E85A10-C35F-73A1-7610-5B5CDDBFB0B6}"/>
                  </a:ext>
                </a:extLst>
              </p:cNvPr>
              <p:cNvSpPr txBox="1"/>
              <p:nvPr/>
            </p:nvSpPr>
            <p:spPr>
              <a:xfrm>
                <a:off x="5323133" y="3508783"/>
                <a:ext cx="889945" cy="400110"/>
              </a:xfrm>
              <a:prstGeom prst="rect">
                <a:avLst/>
              </a:prstGeom>
              <a:noFill/>
            </p:spPr>
            <p:txBody>
              <a:bodyPr wrap="square">
                <a:spAutoFit/>
              </a:bodyPr>
              <a:lstStyle/>
              <a:p>
                <a:r>
                  <a:rPr lang="en-US" altLang="ja-JP" sz="2000">
                    <a:solidFill>
                      <a:schemeClr val="tx1">
                        <a:lumMod val="85000"/>
                        <a:lumOff val="15000"/>
                      </a:schemeClr>
                    </a:solidFill>
                    <a:latin typeface="原稿用標準書体" panose="03000503000000000000" pitchFamily="66" charset="-128"/>
                    <a:ea typeface="原稿用標準書体" panose="03000503000000000000" pitchFamily="66" charset="-128"/>
                  </a:rPr>
                  <a:t>HH:mm</a:t>
                </a:r>
                <a:endParaRPr lang="ja-JP" altLang="en-US"/>
              </a:p>
            </p:txBody>
          </p:sp>
          <p:sp>
            <p:nvSpPr>
              <p:cNvPr id="41" name="テキスト ボックス 40">
                <a:extLst>
                  <a:ext uri="{FF2B5EF4-FFF2-40B4-BE49-F238E27FC236}">
                    <a16:creationId xmlns:a16="http://schemas.microsoft.com/office/drawing/2014/main" id="{B371B262-EB2B-61C0-A836-98B485B1E747}"/>
                  </a:ext>
                </a:extLst>
              </p:cNvPr>
              <p:cNvSpPr txBox="1"/>
              <p:nvPr/>
            </p:nvSpPr>
            <p:spPr>
              <a:xfrm>
                <a:off x="6408944" y="3493560"/>
                <a:ext cx="1107996" cy="338554"/>
              </a:xfrm>
              <a:prstGeom prst="rect">
                <a:avLst/>
              </a:prstGeom>
              <a:noFill/>
            </p:spPr>
            <p:txBody>
              <a:bodyPr wrap="none" rtlCol="0">
                <a:spAutoFit/>
              </a:bodyPr>
              <a:lstStyle/>
              <a:p>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Chapter</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 </a:t>
                </a:r>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0</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grpSp>
        <p:nvGrpSpPr>
          <p:cNvPr id="44" name="グループ化 43">
            <a:extLst>
              <a:ext uri="{FF2B5EF4-FFF2-40B4-BE49-F238E27FC236}">
                <a16:creationId xmlns:a16="http://schemas.microsoft.com/office/drawing/2014/main" id="{30D05BD0-D1B3-2E52-6575-190E05BDF500}"/>
              </a:ext>
            </a:extLst>
          </p:cNvPr>
          <p:cNvGrpSpPr/>
          <p:nvPr/>
        </p:nvGrpSpPr>
        <p:grpSpPr>
          <a:xfrm>
            <a:off x="169071" y="5261608"/>
            <a:ext cx="1975684" cy="1396119"/>
            <a:chOff x="163586" y="134635"/>
            <a:chExt cx="1975684" cy="1396119"/>
          </a:xfrm>
        </p:grpSpPr>
        <p:grpSp>
          <p:nvGrpSpPr>
            <p:cNvPr id="46" name="グループ化 45">
              <a:extLst>
                <a:ext uri="{FF2B5EF4-FFF2-40B4-BE49-F238E27FC236}">
                  <a16:creationId xmlns:a16="http://schemas.microsoft.com/office/drawing/2014/main" id="{7170A814-5C13-C1C2-ECE6-F9143F874359}"/>
                </a:ext>
              </a:extLst>
            </p:cNvPr>
            <p:cNvGrpSpPr/>
            <p:nvPr/>
          </p:nvGrpSpPr>
          <p:grpSpPr>
            <a:xfrm>
              <a:off x="163586" y="134635"/>
              <a:ext cx="1975684" cy="1396119"/>
              <a:chOff x="163586" y="134635"/>
              <a:chExt cx="1975684" cy="1396119"/>
            </a:xfrm>
          </p:grpSpPr>
          <p:pic>
            <p:nvPicPr>
              <p:cNvPr id="52" name="図 51">
                <a:extLst>
                  <a:ext uri="{FF2B5EF4-FFF2-40B4-BE49-F238E27FC236}">
                    <a16:creationId xmlns:a16="http://schemas.microsoft.com/office/drawing/2014/main" id="{CB12456B-3424-C842-6E71-2DEC14F4D96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54" name="楕円 53">
                <a:extLst>
                  <a:ext uri="{FF2B5EF4-FFF2-40B4-BE49-F238E27FC236}">
                    <a16:creationId xmlns:a16="http://schemas.microsoft.com/office/drawing/2014/main" id="{022A0FCB-048D-C9CF-FA52-DB3ED7F6C1AB}"/>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50" name="図 49">
              <a:extLst>
                <a:ext uri="{FF2B5EF4-FFF2-40B4-BE49-F238E27FC236}">
                  <a16:creationId xmlns:a16="http://schemas.microsoft.com/office/drawing/2014/main" id="{6AF0C1B2-F70E-25A0-FFEA-154046E6E5E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
        <p:nvSpPr>
          <p:cNvPr id="4" name="正方形/長方形 3">
            <a:extLst>
              <a:ext uri="{FF2B5EF4-FFF2-40B4-BE49-F238E27FC236}">
                <a16:creationId xmlns:a16="http://schemas.microsoft.com/office/drawing/2014/main" id="{F8CAEB28-89D4-7EF4-A1B4-EFFCC0B8C859}"/>
              </a:ext>
            </a:extLst>
          </p:cNvPr>
          <p:cNvSpPr>
            <a:spLocks/>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2" name="グループ化 1">
            <a:extLst>
              <a:ext uri="{FF2B5EF4-FFF2-40B4-BE49-F238E27FC236}">
                <a16:creationId xmlns:a16="http://schemas.microsoft.com/office/drawing/2014/main" id="{5597672E-7981-D36E-DD37-C1B60F8CBE6E}"/>
              </a:ext>
            </a:extLst>
          </p:cNvPr>
          <p:cNvGrpSpPr/>
          <p:nvPr/>
        </p:nvGrpSpPr>
        <p:grpSpPr>
          <a:xfrm>
            <a:off x="2267222" y="1823170"/>
            <a:ext cx="7657556" cy="3211661"/>
            <a:chOff x="2267222" y="1823170"/>
            <a:chExt cx="7657556" cy="3211661"/>
          </a:xfrm>
        </p:grpSpPr>
        <p:sp>
          <p:nvSpPr>
            <p:cNvPr id="5" name="四角形: 角を丸くする 4">
              <a:extLst>
                <a:ext uri="{FF2B5EF4-FFF2-40B4-BE49-F238E27FC236}">
                  <a16:creationId xmlns:a16="http://schemas.microsoft.com/office/drawing/2014/main" id="{9BDDB8A7-21AC-6CAF-2F87-EB113B43263D}"/>
                </a:ext>
              </a:extLst>
            </p:cNvPr>
            <p:cNvSpPr/>
            <p:nvPr/>
          </p:nvSpPr>
          <p:spPr>
            <a:xfrm>
              <a:off x="2267222" y="1823170"/>
              <a:ext cx="7657556" cy="3211661"/>
            </a:xfrm>
            <a:prstGeom prst="roundRect">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テキスト ボックス 6">
              <a:extLst>
                <a:ext uri="{FF2B5EF4-FFF2-40B4-BE49-F238E27FC236}">
                  <a16:creationId xmlns:a16="http://schemas.microsoft.com/office/drawing/2014/main" id="{402E18AB-89EC-F138-77B2-ACD85773D6BC}"/>
                </a:ext>
              </a:extLst>
            </p:cNvPr>
            <p:cNvSpPr txBox="1"/>
            <p:nvPr/>
          </p:nvSpPr>
          <p:spPr>
            <a:xfrm>
              <a:off x="2841751" y="2384084"/>
              <a:ext cx="6508513" cy="584775"/>
            </a:xfrm>
            <a:prstGeom prst="rect">
              <a:avLst/>
            </a:prstGeom>
            <a:noFill/>
          </p:spPr>
          <p:txBody>
            <a:bodyPr wrap="none" rtlCol="0">
              <a:spAutoFit/>
            </a:bodyPr>
            <a:lstStyle/>
            <a:p>
              <a:pPr algn="ctr"/>
              <a:r>
                <a:rPr lang="ja-JP" altLang="en-US" sz="3200" b="1">
                  <a:solidFill>
                    <a:schemeClr val="tx1">
                      <a:lumMod val="85000"/>
                      <a:lumOff val="15000"/>
                    </a:schemeClr>
                  </a:solidFill>
                  <a:latin typeface="和音 Joyo R" panose="00000500000000000000" pitchFamily="50" charset="-128"/>
                  <a:ea typeface="和音 Joyo R" panose="00000500000000000000" pitchFamily="50" charset="-128"/>
                </a:rPr>
                <a:t>セーブデータを上書きしますか？</a:t>
              </a:r>
              <a:endParaRPr kumimoji="1" lang="ja-JP" altLang="en-US" sz="4000" b="1"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sp>
          <p:nvSpPr>
            <p:cNvPr id="45" name="四角形: 角を丸くする 44">
              <a:extLst>
                <a:ext uri="{FF2B5EF4-FFF2-40B4-BE49-F238E27FC236}">
                  <a16:creationId xmlns:a16="http://schemas.microsoft.com/office/drawing/2014/main" id="{5C35CBF5-B326-A4EA-0397-0FDC3074B68D}"/>
                </a:ext>
              </a:extLst>
            </p:cNvPr>
            <p:cNvSpPr/>
            <p:nvPr/>
          </p:nvSpPr>
          <p:spPr>
            <a:xfrm>
              <a:off x="6323378" y="3797078"/>
              <a:ext cx="2138224" cy="767022"/>
            </a:xfrm>
            <a:prstGeom prst="roundRect">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400">
                  <a:latin typeface="和音 Joyo R" panose="00000500000000000000" pitchFamily="50" charset="-128"/>
                  <a:ea typeface="和音 Joyo R" panose="00000500000000000000" pitchFamily="50" charset="-128"/>
                </a:rPr>
                <a:t>はい</a:t>
              </a:r>
              <a:endParaRPr kumimoji="1" lang="ja-JP" altLang="en-US" sz="2400" dirty="0">
                <a:latin typeface="和音 Joyo R" panose="00000500000000000000" pitchFamily="50" charset="-128"/>
                <a:ea typeface="和音 Joyo R" panose="00000500000000000000" pitchFamily="50" charset="-128"/>
              </a:endParaRPr>
            </a:p>
          </p:txBody>
        </p:sp>
        <p:sp>
          <p:nvSpPr>
            <p:cNvPr id="47" name="四角形: 角を丸くする 46">
              <a:extLst>
                <a:ext uri="{FF2B5EF4-FFF2-40B4-BE49-F238E27FC236}">
                  <a16:creationId xmlns:a16="http://schemas.microsoft.com/office/drawing/2014/main" id="{C47A3B54-8468-F47B-ED7B-2F52D0B3FB95}"/>
                </a:ext>
              </a:extLst>
            </p:cNvPr>
            <p:cNvSpPr/>
            <p:nvPr/>
          </p:nvSpPr>
          <p:spPr>
            <a:xfrm>
              <a:off x="3730400" y="3797078"/>
              <a:ext cx="2138224" cy="767022"/>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400">
                  <a:latin typeface="和音 Joyo R" panose="00000500000000000000" pitchFamily="50" charset="-128"/>
                  <a:ea typeface="和音 Joyo R" panose="00000500000000000000" pitchFamily="50" charset="-128"/>
                </a:rPr>
                <a:t>いいえ</a:t>
              </a:r>
              <a:endParaRPr kumimoji="1" lang="ja-JP" altLang="en-US" sz="2400" dirty="0">
                <a:latin typeface="和音 Joyo R" panose="00000500000000000000" pitchFamily="50" charset="-128"/>
                <a:ea typeface="和音 Joyo R" panose="00000500000000000000" pitchFamily="50" charset="-128"/>
              </a:endParaRPr>
            </a:p>
          </p:txBody>
        </p:sp>
        <p:sp>
          <p:nvSpPr>
            <p:cNvPr id="56" name="テキスト ボックス 55">
              <a:extLst>
                <a:ext uri="{FF2B5EF4-FFF2-40B4-BE49-F238E27FC236}">
                  <a16:creationId xmlns:a16="http://schemas.microsoft.com/office/drawing/2014/main" id="{ABB54692-D3EE-5A0F-A0C8-28C4877963B5}"/>
                </a:ext>
              </a:extLst>
            </p:cNvPr>
            <p:cNvSpPr txBox="1"/>
            <p:nvPr/>
          </p:nvSpPr>
          <p:spPr>
            <a:xfrm>
              <a:off x="3631223" y="3112065"/>
              <a:ext cx="4929555" cy="369332"/>
            </a:xfrm>
            <a:prstGeom prst="rect">
              <a:avLst/>
            </a:prstGeom>
            <a:noFill/>
          </p:spPr>
          <p:txBody>
            <a:bodyPr wrap="none" rtlCol="0">
              <a:spAutoFit/>
            </a:bodyPr>
            <a:lstStyle/>
            <a:p>
              <a:pPr algn="ctr"/>
              <a:r>
                <a:rPr kumimoji="1" lang="en-US" altLang="ja-JP" b="1">
                  <a:solidFill>
                    <a:srgbClr val="C00000"/>
                  </a:solidFill>
                  <a:latin typeface="和音 Joyo R" panose="00000500000000000000" pitchFamily="50" charset="-128"/>
                  <a:ea typeface="和音 Joyo R" panose="00000500000000000000" pitchFamily="50" charset="-128"/>
                </a:rPr>
                <a:t>※</a:t>
              </a:r>
              <a:r>
                <a:rPr kumimoji="1" lang="ja-JP" altLang="en-US" b="1">
                  <a:solidFill>
                    <a:srgbClr val="C00000"/>
                  </a:solidFill>
                  <a:latin typeface="和音 Joyo R" panose="00000500000000000000" pitchFamily="50" charset="-128"/>
                  <a:ea typeface="和音 Joyo R" panose="00000500000000000000" pitchFamily="50" charset="-128"/>
                </a:rPr>
                <a:t>上書きされるデータは消えてしまいます。</a:t>
              </a:r>
              <a:endParaRPr kumimoji="1" lang="ja-JP" altLang="en-US" sz="2400" b="1" dirty="0">
                <a:solidFill>
                  <a:srgbClr val="C00000"/>
                </a:solidFill>
                <a:latin typeface="和音 Joyo R" panose="00000500000000000000" pitchFamily="50" charset="-128"/>
                <a:ea typeface="和音 Joyo R" panose="00000500000000000000" pitchFamily="50" charset="-128"/>
              </a:endParaRPr>
            </a:p>
          </p:txBody>
        </p:sp>
      </p:grpSp>
    </p:spTree>
    <p:extLst>
      <p:ext uri="{BB962C8B-B14F-4D97-AF65-F5344CB8AC3E}">
        <p14:creationId xmlns:p14="http://schemas.microsoft.com/office/powerpoint/2010/main" val="1007904196"/>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1FF87E-0189-4C85-92AC-7E276D9ADBD5}"/>
            </a:ext>
          </a:extLst>
        </p:cNvPr>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D09BA052-056F-0C34-6F1F-56AD81444B41}"/>
              </a:ext>
            </a:extLst>
          </p:cNvPr>
          <p:cNvSpPr txBox="1"/>
          <p:nvPr/>
        </p:nvSpPr>
        <p:spPr>
          <a:xfrm>
            <a:off x="1921620" y="501178"/>
            <a:ext cx="8348760" cy="2308324"/>
          </a:xfrm>
          <a:prstGeom prst="rect">
            <a:avLst/>
          </a:prstGeom>
          <a:noFill/>
        </p:spPr>
        <p:txBody>
          <a:bodyPr wrap="none" rtlCol="0">
            <a:spAutoFit/>
          </a:bodyPr>
          <a:lstStyle/>
          <a:p>
            <a:r>
              <a:rPr lang="ja-JP" altLang="ja-JP">
                <a:solidFill>
                  <a:schemeClr val="bg1">
                    <a:lumMod val="95000"/>
                  </a:schemeClr>
                </a:solidFill>
              </a:rPr>
              <a:t>1. テキスト関連 メッセージスピード（瞬間/速い/普通/遅い） 未読スキップ / </a:t>
            </a:r>
            <a:br>
              <a:rPr lang="en-US" altLang="ja-JP">
                <a:solidFill>
                  <a:schemeClr val="bg1">
                    <a:lumMod val="95000"/>
                  </a:schemeClr>
                </a:solidFill>
              </a:rPr>
            </a:br>
            <a:r>
              <a:rPr lang="ja-JP" altLang="en-US">
                <a:solidFill>
                  <a:schemeClr val="bg1">
                    <a:lumMod val="95000"/>
                  </a:schemeClr>
                </a:solidFill>
              </a:rPr>
              <a:t>　</a:t>
            </a:r>
            <a:r>
              <a:rPr lang="ja-JP" altLang="ja-JP">
                <a:solidFill>
                  <a:schemeClr val="bg1">
                    <a:lumMod val="95000"/>
                  </a:schemeClr>
                </a:solidFill>
              </a:rPr>
              <a:t>既読スキップ テキストウィンドウの透明度／</a:t>
            </a:r>
            <a:br>
              <a:rPr lang="en-US" altLang="ja-JP">
                <a:solidFill>
                  <a:schemeClr val="bg1">
                    <a:lumMod val="95000"/>
                  </a:schemeClr>
                </a:solidFill>
              </a:rPr>
            </a:br>
            <a:r>
              <a:rPr lang="ja-JP" altLang="en-US">
                <a:solidFill>
                  <a:schemeClr val="bg1">
                    <a:lumMod val="95000"/>
                  </a:schemeClr>
                </a:solidFill>
              </a:rPr>
              <a:t>　</a:t>
            </a:r>
            <a:r>
              <a:rPr lang="ja-JP" altLang="ja-JP">
                <a:solidFill>
                  <a:schemeClr val="bg1">
                    <a:lumMod val="95000"/>
                  </a:schemeClr>
                </a:solidFill>
              </a:rPr>
              <a:t>背景の明度 自動送り（Autoモード） フォントサイズ変更（小/中/大）</a:t>
            </a:r>
            <a:br>
              <a:rPr lang="en-US" altLang="ja-JP">
                <a:solidFill>
                  <a:schemeClr val="bg1">
                    <a:lumMod val="95000"/>
                  </a:schemeClr>
                </a:solidFill>
              </a:rPr>
            </a:br>
            <a:r>
              <a:rPr lang="ja-JP" altLang="ja-JP">
                <a:solidFill>
                  <a:schemeClr val="bg1">
                    <a:lumMod val="95000"/>
                  </a:schemeClr>
                </a:solidFill>
              </a:rPr>
              <a:t> </a:t>
            </a:r>
            <a:br>
              <a:rPr lang="en-US" altLang="ja-JP">
                <a:solidFill>
                  <a:schemeClr val="bg1">
                    <a:lumMod val="95000"/>
                  </a:schemeClr>
                </a:solidFill>
              </a:rPr>
            </a:br>
            <a:r>
              <a:rPr lang="ja-JP" altLang="ja-JP">
                <a:solidFill>
                  <a:schemeClr val="bg1">
                    <a:lumMod val="95000"/>
                  </a:schemeClr>
                </a:solidFill>
              </a:rPr>
              <a:t>2. サウンド関連 BGM音量 SE音量 カットイン音量（ENBなど特殊演出）</a:t>
            </a:r>
            <a:br>
              <a:rPr lang="en-US" altLang="ja-JP">
                <a:solidFill>
                  <a:schemeClr val="bg1">
                    <a:lumMod val="95000"/>
                  </a:schemeClr>
                </a:solidFill>
              </a:rPr>
            </a:br>
            <a:r>
              <a:rPr lang="ja-JP" altLang="ja-JP">
                <a:solidFill>
                  <a:schemeClr val="bg1">
                    <a:lumMod val="95000"/>
                  </a:schemeClr>
                </a:solidFill>
              </a:rPr>
              <a:t> </a:t>
            </a:r>
            <a:br>
              <a:rPr lang="en-US" altLang="ja-JP">
                <a:solidFill>
                  <a:schemeClr val="bg1">
                    <a:lumMod val="95000"/>
                  </a:schemeClr>
                </a:solidFill>
              </a:rPr>
            </a:br>
            <a:r>
              <a:rPr lang="ja-JP" altLang="ja-JP">
                <a:solidFill>
                  <a:schemeClr val="bg1">
                    <a:lumMod val="95000"/>
                  </a:schemeClr>
                </a:solidFill>
              </a:rPr>
              <a:t>3. エロ演出の基本ON/OFF カットイン演出オン/オフ 画面揺れオン/</a:t>
            </a:r>
            <a:br>
              <a:rPr lang="en-US" altLang="ja-JP">
                <a:solidFill>
                  <a:schemeClr val="bg1">
                    <a:lumMod val="95000"/>
                  </a:schemeClr>
                </a:solidFill>
              </a:rPr>
            </a:br>
            <a:r>
              <a:rPr lang="ja-JP" altLang="en-US">
                <a:solidFill>
                  <a:schemeClr val="bg1">
                    <a:lumMod val="95000"/>
                  </a:schemeClr>
                </a:solidFill>
              </a:rPr>
              <a:t>　</a:t>
            </a:r>
            <a:r>
              <a:rPr lang="ja-JP" altLang="ja-JP">
                <a:solidFill>
                  <a:schemeClr val="bg1">
                    <a:lumMod val="95000"/>
                  </a:schemeClr>
                </a:solidFill>
              </a:rPr>
              <a:t>オフ 喘ぎ声カットオン/オフ UIの点滅演出オフ バイブ・ピストン効果音オフ</a:t>
            </a:r>
            <a:endParaRPr kumimoji="1" lang="ja-JP" altLang="en-US" sz="24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 name="テキスト ボックス 2">
            <a:extLst>
              <a:ext uri="{FF2B5EF4-FFF2-40B4-BE49-F238E27FC236}">
                <a16:creationId xmlns:a16="http://schemas.microsoft.com/office/drawing/2014/main" id="{E9690B9F-63D6-2533-720F-D24908271B58}"/>
              </a:ext>
            </a:extLst>
          </p:cNvPr>
          <p:cNvSpPr txBox="1"/>
          <p:nvPr/>
        </p:nvSpPr>
        <p:spPr>
          <a:xfrm>
            <a:off x="2909768" y="3557334"/>
            <a:ext cx="6095234" cy="2585323"/>
          </a:xfrm>
          <a:prstGeom prst="rect">
            <a:avLst/>
          </a:prstGeom>
          <a:noFill/>
        </p:spPr>
        <p:txBody>
          <a:bodyPr wrap="square">
            <a:spAutoFit/>
          </a:bodyPr>
          <a:lstStyle/>
          <a:p>
            <a:r>
              <a:rPr lang="ja-JP" altLang="en-US">
                <a:solidFill>
                  <a:schemeClr val="bg1">
                    <a:lumMod val="95000"/>
                  </a:schemeClr>
                </a:solidFill>
              </a:rPr>
              <a:t>┣キャラ絵変更アイコンを選択┃┣現在ホーム画面に表示されているキャラが通常の場合┳該当キャラのエロシーンに切り替え┃┃　　　　　　　　　　　　　　　　　　　　　　　　┗該当キャラのエロシーンが未開放の場合━エロシーンTips'を表示┃┃　　　　　　　　　　　　　　　　　　　　　　　　　　　　　　　　　　　　　　　　　　　　┗閉じるを選択┃┃　　　　　　　　　　　　　　　　　　　　　　　　　　　　　　　　　　　　　　　　　　　　　┗ホーム画面へ┃┗現在ホーム画面に表示されているキャラがエロシーンの場合━該当キャラの通常立ち絵に切り替え┃</a:t>
            </a:r>
          </a:p>
        </p:txBody>
      </p:sp>
    </p:spTree>
    <p:extLst>
      <p:ext uri="{BB962C8B-B14F-4D97-AF65-F5344CB8AC3E}">
        <p14:creationId xmlns:p14="http://schemas.microsoft.com/office/powerpoint/2010/main" val="388662934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96CC84-0A7D-7810-BF55-F64E1B40FF84}"/>
            </a:ext>
          </a:extLst>
        </p:cNvPr>
        <p:cNvGrpSpPr/>
        <p:nvPr/>
      </p:nvGrpSpPr>
      <p:grpSpPr>
        <a:xfrm>
          <a:off x="0" y="0"/>
          <a:ext cx="0" cy="0"/>
          <a:chOff x="0" y="0"/>
          <a:chExt cx="0" cy="0"/>
        </a:xfrm>
      </p:grpSpPr>
      <p:sp>
        <p:nvSpPr>
          <p:cNvPr id="5" name="テキスト ボックス 4">
            <a:extLst>
              <a:ext uri="{FF2B5EF4-FFF2-40B4-BE49-F238E27FC236}">
                <a16:creationId xmlns:a16="http://schemas.microsoft.com/office/drawing/2014/main" id="{F3D2BE54-6C45-12E7-3766-BF48CA2DC214}"/>
              </a:ext>
            </a:extLst>
          </p:cNvPr>
          <p:cNvSpPr txBox="1"/>
          <p:nvPr/>
        </p:nvSpPr>
        <p:spPr>
          <a:xfrm>
            <a:off x="3048383" y="2967335"/>
            <a:ext cx="6095234" cy="923330"/>
          </a:xfrm>
          <a:prstGeom prst="rect">
            <a:avLst/>
          </a:prstGeom>
          <a:noFill/>
        </p:spPr>
        <p:txBody>
          <a:bodyPr wrap="square">
            <a:spAutoFit/>
          </a:bodyPr>
          <a:lstStyle/>
          <a:p>
            <a:pPr algn="ctr"/>
            <a:r>
              <a:rPr kumimoji="1" lang="ja-JP" altLang="en-US" sz="5400">
                <a:solidFill>
                  <a:schemeClr val="bg1">
                    <a:lumMod val="85000"/>
                  </a:schemeClr>
                </a:solidFill>
                <a:latin typeface="瀞ノグリッチ黒体 H1" pitchFamily="50" charset="-128"/>
                <a:ea typeface="瀞ノグリッチ黒体 H1" pitchFamily="50" charset="-128"/>
              </a:rPr>
              <a:t>ゲート</a:t>
            </a:r>
            <a:endParaRPr kumimoji="1" lang="ja-JP" altLang="en-US" sz="5400" dirty="0">
              <a:solidFill>
                <a:schemeClr val="bg1">
                  <a:lumMod val="85000"/>
                </a:schemeClr>
              </a:solidFill>
              <a:latin typeface="瀞ノグリッチ黒体 H1" pitchFamily="50" charset="-128"/>
              <a:ea typeface="瀞ノグリッチ黒体 H1" pitchFamily="50" charset="-128"/>
            </a:endParaRPr>
          </a:p>
        </p:txBody>
      </p:sp>
    </p:spTree>
    <p:extLst>
      <p:ext uri="{BB962C8B-B14F-4D97-AF65-F5344CB8AC3E}">
        <p14:creationId xmlns:p14="http://schemas.microsoft.com/office/powerpoint/2010/main" val="602933122"/>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gradFill flip="none" rotWithShape="1">
          <a:gsLst>
            <a:gs pos="27000">
              <a:schemeClr val="tx1">
                <a:lumMod val="85000"/>
                <a:lumOff val="15000"/>
              </a:schemeClr>
            </a:gs>
            <a:gs pos="97000">
              <a:schemeClr val="tx1">
                <a:lumMod val="85000"/>
                <a:lumOff val="15000"/>
              </a:schemeClr>
            </a:gs>
            <a:gs pos="74000">
              <a:schemeClr val="tx1">
                <a:lumMod val="75000"/>
                <a:lumOff val="25000"/>
              </a:schemeClr>
            </a:gs>
          </a:gsLst>
          <a:path path="circle">
            <a:fillToRect l="50000" t="50000" r="50000" b="50000"/>
          </a:path>
          <a:tileRect/>
        </a:gradFill>
        <a:effectLst/>
      </p:bgPr>
    </p:bg>
    <p:spTree>
      <p:nvGrpSpPr>
        <p:cNvPr id="1" name="">
          <a:extLst>
            <a:ext uri="{FF2B5EF4-FFF2-40B4-BE49-F238E27FC236}">
              <a16:creationId xmlns:a16="http://schemas.microsoft.com/office/drawing/2014/main" id="{74F26062-2E51-9021-4884-2A240886A80B}"/>
            </a:ext>
          </a:extLst>
        </p:cNvPr>
        <p:cNvGrpSpPr/>
        <p:nvPr/>
      </p:nvGrpSpPr>
      <p:grpSpPr>
        <a:xfrm>
          <a:off x="0" y="0"/>
          <a:ext cx="0" cy="0"/>
          <a:chOff x="0" y="0"/>
          <a:chExt cx="0" cy="0"/>
        </a:xfrm>
      </p:grpSpPr>
      <p:sp>
        <p:nvSpPr>
          <p:cNvPr id="21" name="四角形: 角を丸くする 20">
            <a:extLst>
              <a:ext uri="{FF2B5EF4-FFF2-40B4-BE49-F238E27FC236}">
                <a16:creationId xmlns:a16="http://schemas.microsoft.com/office/drawing/2014/main" id="{43B89A86-521D-1004-E830-DCC3713787E8}"/>
              </a:ext>
            </a:extLst>
          </p:cNvPr>
          <p:cNvSpPr/>
          <p:nvPr/>
        </p:nvSpPr>
        <p:spPr>
          <a:xfrm>
            <a:off x="1877400" y="1618979"/>
            <a:ext cx="3939838" cy="3404828"/>
          </a:xfrm>
          <a:prstGeom prst="roundRect">
            <a:avLst>
              <a:gd name="adj" fmla="val 14643"/>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4000">
                <a:latin typeface="原稿用標準書体" panose="03000503000000000000" pitchFamily="66" charset="-128"/>
                <a:ea typeface="原稿用標準書体" panose="03000503000000000000" pitchFamily="66" charset="-128"/>
              </a:rPr>
              <a:t>ストーリー</a:t>
            </a:r>
            <a:endParaRPr kumimoji="1" lang="ja-JP" altLang="en-US" sz="4000" dirty="0">
              <a:latin typeface="原稿用標準書体" panose="03000503000000000000" pitchFamily="66" charset="-128"/>
              <a:ea typeface="原稿用標準書体" panose="03000503000000000000" pitchFamily="66" charset="-128"/>
            </a:endParaRPr>
          </a:p>
        </p:txBody>
      </p:sp>
      <p:cxnSp>
        <p:nvCxnSpPr>
          <p:cNvPr id="23" name="直線コネクタ 22">
            <a:extLst>
              <a:ext uri="{FF2B5EF4-FFF2-40B4-BE49-F238E27FC236}">
                <a16:creationId xmlns:a16="http://schemas.microsoft.com/office/drawing/2014/main" id="{426C55AC-0B35-8339-79DE-DF6C961DD4A9}"/>
              </a:ext>
            </a:extLst>
          </p:cNvPr>
          <p:cNvCxnSpPr>
            <a:cxnSpLocks/>
          </p:cNvCxnSpPr>
          <p:nvPr/>
        </p:nvCxnSpPr>
        <p:spPr>
          <a:xfrm>
            <a:off x="6262951" y="1710833"/>
            <a:ext cx="0" cy="3276214"/>
          </a:xfrm>
          <a:prstGeom prst="line">
            <a:avLst/>
          </a:prstGeom>
          <a:ln>
            <a:solidFill>
              <a:srgbClr val="FFA4F3">
                <a:alpha val="30000"/>
              </a:srgbClr>
            </a:solidFill>
          </a:ln>
        </p:spPr>
        <p:style>
          <a:lnRef idx="2">
            <a:schemeClr val="accent1"/>
          </a:lnRef>
          <a:fillRef idx="0">
            <a:schemeClr val="accent1"/>
          </a:fillRef>
          <a:effectRef idx="1">
            <a:schemeClr val="accent1"/>
          </a:effectRef>
          <a:fontRef idx="minor">
            <a:schemeClr val="tx1"/>
          </a:fontRef>
        </p:style>
      </p:cxnSp>
      <p:sp>
        <p:nvSpPr>
          <p:cNvPr id="26" name="四角形: 角を丸くする 25">
            <a:extLst>
              <a:ext uri="{FF2B5EF4-FFF2-40B4-BE49-F238E27FC236}">
                <a16:creationId xmlns:a16="http://schemas.microsoft.com/office/drawing/2014/main" id="{A3A65B7F-D958-EB0C-77BF-DB8614177378}"/>
              </a:ext>
            </a:extLst>
          </p:cNvPr>
          <p:cNvSpPr/>
          <p:nvPr/>
        </p:nvSpPr>
        <p:spPr>
          <a:xfrm>
            <a:off x="6708665" y="1618979"/>
            <a:ext cx="3939838" cy="3404828"/>
          </a:xfrm>
          <a:prstGeom prst="roundRect">
            <a:avLst>
              <a:gd name="adj" fmla="val 14643"/>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4000">
                <a:latin typeface="原稿用標準書体" panose="03000503000000000000" pitchFamily="66" charset="-128"/>
                <a:ea typeface="原稿用標準書体" panose="03000503000000000000" pitchFamily="66" charset="-128"/>
              </a:rPr>
              <a:t>防衛戦</a:t>
            </a:r>
            <a:endParaRPr kumimoji="1" lang="ja-JP" altLang="en-US" sz="4000" dirty="0">
              <a:latin typeface="原稿用標準書体" panose="03000503000000000000" pitchFamily="66" charset="-128"/>
              <a:ea typeface="原稿用標準書体" panose="03000503000000000000" pitchFamily="66" charset="-128"/>
            </a:endParaRPr>
          </a:p>
        </p:txBody>
      </p:sp>
      <p:grpSp>
        <p:nvGrpSpPr>
          <p:cNvPr id="5" name="グループ化 4">
            <a:extLst>
              <a:ext uri="{FF2B5EF4-FFF2-40B4-BE49-F238E27FC236}">
                <a16:creationId xmlns:a16="http://schemas.microsoft.com/office/drawing/2014/main" id="{A688E773-3A89-C2D0-5A0E-7F8DD9223873}"/>
              </a:ext>
            </a:extLst>
          </p:cNvPr>
          <p:cNvGrpSpPr/>
          <p:nvPr/>
        </p:nvGrpSpPr>
        <p:grpSpPr>
          <a:xfrm>
            <a:off x="431675" y="5640918"/>
            <a:ext cx="11328651" cy="929715"/>
            <a:chOff x="431675" y="5640918"/>
            <a:chExt cx="11328651" cy="929715"/>
          </a:xfrm>
        </p:grpSpPr>
        <p:sp>
          <p:nvSpPr>
            <p:cNvPr id="20" name="四角形: 角を丸くする 19">
              <a:extLst>
                <a:ext uri="{FF2B5EF4-FFF2-40B4-BE49-F238E27FC236}">
                  <a16:creationId xmlns:a16="http://schemas.microsoft.com/office/drawing/2014/main" id="{84CA43C3-EC51-21B7-F775-4D960856C8FE}"/>
                </a:ext>
              </a:extLst>
            </p:cNvPr>
            <p:cNvSpPr/>
            <p:nvPr/>
          </p:nvSpPr>
          <p:spPr>
            <a:xfrm>
              <a:off x="431675" y="5656233"/>
              <a:ext cx="11328651" cy="914400"/>
            </a:xfrm>
            <a:prstGeom prst="roundRect">
              <a:avLst>
                <a:gd name="adj" fmla="val 4803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22" name="四角形: 角を丸くする 21">
              <a:extLst>
                <a:ext uri="{FF2B5EF4-FFF2-40B4-BE49-F238E27FC236}">
                  <a16:creationId xmlns:a16="http://schemas.microsoft.com/office/drawing/2014/main" id="{5C6FE7E0-2CF9-1CA4-B784-73FC74D08739}"/>
                </a:ext>
              </a:extLst>
            </p:cNvPr>
            <p:cNvSpPr/>
            <p:nvPr/>
          </p:nvSpPr>
          <p:spPr>
            <a:xfrm>
              <a:off x="6531344" y="5640918"/>
              <a:ext cx="1338828" cy="914400"/>
            </a:xfrm>
            <a:prstGeom prst="roundRect">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4" name="テキスト ボックス 23">
              <a:extLst>
                <a:ext uri="{FF2B5EF4-FFF2-40B4-BE49-F238E27FC236}">
                  <a16:creationId xmlns:a16="http://schemas.microsoft.com/office/drawing/2014/main" id="{49A946B9-97EC-99BE-3392-32A5CF7C7B68}"/>
                </a:ext>
              </a:extLst>
            </p:cNvPr>
            <p:cNvSpPr txBox="1"/>
            <p:nvPr/>
          </p:nvSpPr>
          <p:spPr>
            <a:xfrm>
              <a:off x="1165119"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25" name="テキスト ボックス 24">
              <a:extLst>
                <a:ext uri="{FF2B5EF4-FFF2-40B4-BE49-F238E27FC236}">
                  <a16:creationId xmlns:a16="http://schemas.microsoft.com/office/drawing/2014/main" id="{C7A76F9E-00B2-6945-AABC-0BF15E687FBF}"/>
                </a:ext>
              </a:extLst>
            </p:cNvPr>
            <p:cNvSpPr txBox="1"/>
            <p:nvPr/>
          </p:nvSpPr>
          <p:spPr>
            <a:xfrm flipH="1">
              <a:off x="529243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27" name="テキスト ボックス 26">
              <a:extLst>
                <a:ext uri="{FF2B5EF4-FFF2-40B4-BE49-F238E27FC236}">
                  <a16:creationId xmlns:a16="http://schemas.microsoft.com/office/drawing/2014/main" id="{6D69F94E-B396-D824-742E-B93FB6DE9F76}"/>
                </a:ext>
              </a:extLst>
            </p:cNvPr>
            <p:cNvSpPr txBox="1"/>
            <p:nvPr/>
          </p:nvSpPr>
          <p:spPr>
            <a:xfrm>
              <a:off x="284405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28" name="テキスト ボックス 27">
              <a:extLst>
                <a:ext uri="{FF2B5EF4-FFF2-40B4-BE49-F238E27FC236}">
                  <a16:creationId xmlns:a16="http://schemas.microsoft.com/office/drawing/2014/main" id="{2F46936B-806F-A5D2-4F4D-53139424FB37}"/>
                </a:ext>
              </a:extLst>
            </p:cNvPr>
            <p:cNvSpPr txBox="1"/>
            <p:nvPr/>
          </p:nvSpPr>
          <p:spPr>
            <a:xfrm>
              <a:off x="8393833"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29" name="テキスト ボックス 28">
              <a:extLst>
                <a:ext uri="{FF2B5EF4-FFF2-40B4-BE49-F238E27FC236}">
                  <a16:creationId xmlns:a16="http://schemas.microsoft.com/office/drawing/2014/main" id="{28E96164-BD02-B2AB-DBFB-FDD9424AC151}"/>
                </a:ext>
              </a:extLst>
            </p:cNvPr>
            <p:cNvSpPr txBox="1"/>
            <p:nvPr/>
          </p:nvSpPr>
          <p:spPr>
            <a:xfrm>
              <a:off x="6714895"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0" name="テキスト ボックス 29">
              <a:extLst>
                <a:ext uri="{FF2B5EF4-FFF2-40B4-BE49-F238E27FC236}">
                  <a16:creationId xmlns:a16="http://schemas.microsoft.com/office/drawing/2014/main" id="{CF602BE6-D6C3-6489-EB2C-A5561AEC4BAE}"/>
                </a:ext>
              </a:extLst>
            </p:cNvPr>
            <p:cNvSpPr txBox="1"/>
            <p:nvPr/>
          </p:nvSpPr>
          <p:spPr>
            <a:xfrm flipH="1">
              <a:off x="9816293" y="5913378"/>
              <a:ext cx="1210588"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31" name="グループ化 30">
            <a:extLst>
              <a:ext uri="{FF2B5EF4-FFF2-40B4-BE49-F238E27FC236}">
                <a16:creationId xmlns:a16="http://schemas.microsoft.com/office/drawing/2014/main" id="{8DDDB182-68DB-B9D7-2532-B83F05888764}"/>
              </a:ext>
            </a:extLst>
          </p:cNvPr>
          <p:cNvGrpSpPr/>
          <p:nvPr/>
        </p:nvGrpSpPr>
        <p:grpSpPr>
          <a:xfrm>
            <a:off x="617274" y="432515"/>
            <a:ext cx="2130007" cy="638703"/>
            <a:chOff x="1157024" y="508715"/>
            <a:chExt cx="2130007" cy="638703"/>
          </a:xfrm>
        </p:grpSpPr>
        <p:sp>
          <p:nvSpPr>
            <p:cNvPr id="32" name="六角形 31">
              <a:extLst>
                <a:ext uri="{FF2B5EF4-FFF2-40B4-BE49-F238E27FC236}">
                  <a16:creationId xmlns:a16="http://schemas.microsoft.com/office/drawing/2014/main" id="{626BA2CD-AFD9-9DAE-536D-38E52B9CF21F}"/>
                </a:ext>
              </a:extLst>
            </p:cNvPr>
            <p:cNvSpPr/>
            <p:nvPr/>
          </p:nvSpPr>
          <p:spPr>
            <a:xfrm>
              <a:off x="1157024" y="508715"/>
              <a:ext cx="2130007" cy="638703"/>
            </a:xfrm>
            <a:prstGeom prst="hexagon">
              <a:avLst/>
            </a:prstGeom>
            <a:solidFill>
              <a:schemeClr val="bg1">
                <a:lumMod val="95000"/>
                <a:alpha val="70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33" name="テキスト ボックス 32">
              <a:extLst>
                <a:ext uri="{FF2B5EF4-FFF2-40B4-BE49-F238E27FC236}">
                  <a16:creationId xmlns:a16="http://schemas.microsoft.com/office/drawing/2014/main" id="{1F2241A3-16E1-7AAC-C748-4F9263014A38}"/>
                </a:ext>
              </a:extLst>
            </p:cNvPr>
            <p:cNvSpPr txBox="1"/>
            <p:nvPr/>
          </p:nvSpPr>
          <p:spPr>
            <a:xfrm>
              <a:off x="1488492" y="641390"/>
              <a:ext cx="146706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a:t>
              </a:r>
              <a:r>
                <a:rPr kumimoji="1"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選択</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Tree>
    <p:extLst>
      <p:ext uri="{BB962C8B-B14F-4D97-AF65-F5344CB8AC3E}">
        <p14:creationId xmlns:p14="http://schemas.microsoft.com/office/powerpoint/2010/main" val="200384616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gradFill flip="none" rotWithShape="1">
          <a:gsLst>
            <a:gs pos="27000">
              <a:schemeClr val="tx1">
                <a:lumMod val="85000"/>
                <a:lumOff val="15000"/>
              </a:schemeClr>
            </a:gs>
            <a:gs pos="97000">
              <a:schemeClr val="tx1">
                <a:lumMod val="85000"/>
                <a:lumOff val="15000"/>
              </a:schemeClr>
            </a:gs>
            <a:gs pos="74000">
              <a:schemeClr val="tx1">
                <a:lumMod val="75000"/>
                <a:lumOff val="25000"/>
              </a:schemeClr>
            </a:gs>
          </a:gsLst>
          <a:path path="circle">
            <a:fillToRect l="100000" t="100000"/>
          </a:path>
          <a:tileRect r="-100000" b="-100000"/>
        </a:gradFill>
        <a:effectLst/>
      </p:bgPr>
    </p:bg>
    <p:spTree>
      <p:nvGrpSpPr>
        <p:cNvPr id="1" name="">
          <a:extLst>
            <a:ext uri="{FF2B5EF4-FFF2-40B4-BE49-F238E27FC236}">
              <a16:creationId xmlns:a16="http://schemas.microsoft.com/office/drawing/2014/main" id="{10A90546-DA85-138C-66D3-0EF34B63CA3A}"/>
            </a:ext>
          </a:extLst>
        </p:cNvPr>
        <p:cNvGrpSpPr/>
        <p:nvPr/>
      </p:nvGrpSpPr>
      <p:grpSpPr>
        <a:xfrm>
          <a:off x="0" y="0"/>
          <a:ext cx="0" cy="0"/>
          <a:chOff x="0" y="0"/>
          <a:chExt cx="0" cy="0"/>
        </a:xfrm>
      </p:grpSpPr>
      <p:grpSp>
        <p:nvGrpSpPr>
          <p:cNvPr id="10" name="グループ化 9">
            <a:extLst>
              <a:ext uri="{FF2B5EF4-FFF2-40B4-BE49-F238E27FC236}">
                <a16:creationId xmlns:a16="http://schemas.microsoft.com/office/drawing/2014/main" id="{4566D3BA-7C56-0ED8-391A-77647603B6F2}"/>
              </a:ext>
            </a:extLst>
          </p:cNvPr>
          <p:cNvGrpSpPr/>
          <p:nvPr/>
        </p:nvGrpSpPr>
        <p:grpSpPr>
          <a:xfrm>
            <a:off x="163586" y="134635"/>
            <a:ext cx="3123445" cy="1396119"/>
            <a:chOff x="163586" y="134635"/>
            <a:chExt cx="3123445" cy="1396119"/>
          </a:xfrm>
        </p:grpSpPr>
        <p:sp>
          <p:nvSpPr>
            <p:cNvPr id="2" name="四角形: 角を丸くする 1">
              <a:extLst>
                <a:ext uri="{FF2B5EF4-FFF2-40B4-BE49-F238E27FC236}">
                  <a16:creationId xmlns:a16="http://schemas.microsoft.com/office/drawing/2014/main" id="{0E6E80AB-BC98-3A06-CA3D-451CEBC761EF}"/>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3" name="テキスト ボックス 2">
              <a:extLst>
                <a:ext uri="{FF2B5EF4-FFF2-40B4-BE49-F238E27FC236}">
                  <a16:creationId xmlns:a16="http://schemas.microsoft.com/office/drawing/2014/main" id="{3DA4FB94-5D86-BD62-D949-15BE94D39818}"/>
                </a:ext>
              </a:extLst>
            </p:cNvPr>
            <p:cNvSpPr txBox="1"/>
            <p:nvPr/>
          </p:nvSpPr>
          <p:spPr>
            <a:xfrm>
              <a:off x="1881072" y="641390"/>
              <a:ext cx="954107" cy="400110"/>
            </a:xfrm>
            <a:prstGeom prst="rect">
              <a:avLst/>
            </a:prstGeom>
            <a:noFill/>
          </p:spPr>
          <p:txBody>
            <a:bodyPr wrap="none" rtlCol="0">
              <a:spAutoFit/>
            </a:bodyPr>
            <a:lstStyle/>
            <a:p>
              <a:pPr algn="ctr"/>
              <a:r>
                <a:rPr kumimoji="1"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章選択</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4" name="グループ化 3">
              <a:extLst>
                <a:ext uri="{FF2B5EF4-FFF2-40B4-BE49-F238E27FC236}">
                  <a16:creationId xmlns:a16="http://schemas.microsoft.com/office/drawing/2014/main" id="{C5D4C600-0CF9-1F3F-965F-B5C30FB3A4C6}"/>
                </a:ext>
              </a:extLst>
            </p:cNvPr>
            <p:cNvGrpSpPr/>
            <p:nvPr/>
          </p:nvGrpSpPr>
          <p:grpSpPr>
            <a:xfrm>
              <a:off x="163586" y="134635"/>
              <a:ext cx="1975684" cy="1396119"/>
              <a:chOff x="163586" y="134635"/>
              <a:chExt cx="1975684" cy="1396119"/>
            </a:xfrm>
          </p:grpSpPr>
          <p:grpSp>
            <p:nvGrpSpPr>
              <p:cNvPr id="6" name="グループ化 5">
                <a:extLst>
                  <a:ext uri="{FF2B5EF4-FFF2-40B4-BE49-F238E27FC236}">
                    <a16:creationId xmlns:a16="http://schemas.microsoft.com/office/drawing/2014/main" id="{157A2CEB-C585-1500-840D-239BDFA494F5}"/>
                  </a:ext>
                </a:extLst>
              </p:cNvPr>
              <p:cNvGrpSpPr/>
              <p:nvPr/>
            </p:nvGrpSpPr>
            <p:grpSpPr>
              <a:xfrm>
                <a:off x="163586" y="134635"/>
                <a:ext cx="1975684" cy="1396119"/>
                <a:chOff x="163586" y="134635"/>
                <a:chExt cx="1975684" cy="1396119"/>
              </a:xfrm>
            </p:grpSpPr>
            <p:pic>
              <p:nvPicPr>
                <p:cNvPr id="8" name="図 7">
                  <a:extLst>
                    <a:ext uri="{FF2B5EF4-FFF2-40B4-BE49-F238E27FC236}">
                      <a16:creationId xmlns:a16="http://schemas.microsoft.com/office/drawing/2014/main" id="{2FB89DE4-C713-FB0D-AC7E-8C595A27542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9" name="楕円 8">
                  <a:extLst>
                    <a:ext uri="{FF2B5EF4-FFF2-40B4-BE49-F238E27FC236}">
                      <a16:creationId xmlns:a16="http://schemas.microsoft.com/office/drawing/2014/main" id="{4A2B7D1B-1A38-8123-85DB-147E9F6A9419}"/>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7" name="図 6">
                <a:extLst>
                  <a:ext uri="{FF2B5EF4-FFF2-40B4-BE49-F238E27FC236}">
                    <a16:creationId xmlns:a16="http://schemas.microsoft.com/office/drawing/2014/main" id="{B6F1360E-230E-3B8C-70B5-AE707090441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grpSp>
        <p:nvGrpSpPr>
          <p:cNvPr id="28" name="グループ化 27">
            <a:extLst>
              <a:ext uri="{FF2B5EF4-FFF2-40B4-BE49-F238E27FC236}">
                <a16:creationId xmlns:a16="http://schemas.microsoft.com/office/drawing/2014/main" id="{B9FFA40E-1850-469B-92CB-EB8A9AB9BF9E}"/>
              </a:ext>
            </a:extLst>
          </p:cNvPr>
          <p:cNvGrpSpPr/>
          <p:nvPr/>
        </p:nvGrpSpPr>
        <p:grpSpPr>
          <a:xfrm>
            <a:off x="678143" y="2443433"/>
            <a:ext cx="3505752" cy="1484983"/>
            <a:chOff x="1151428" y="1944017"/>
            <a:chExt cx="3505752" cy="1484983"/>
          </a:xfrm>
        </p:grpSpPr>
        <p:sp>
          <p:nvSpPr>
            <p:cNvPr id="21" name="フローチャート: 手作業 20">
              <a:extLst>
                <a:ext uri="{FF2B5EF4-FFF2-40B4-BE49-F238E27FC236}">
                  <a16:creationId xmlns:a16="http://schemas.microsoft.com/office/drawing/2014/main" id="{8BF5244A-7E8A-B9C4-1D47-D5FDEFFE15C2}"/>
                </a:ext>
              </a:extLst>
            </p:cNvPr>
            <p:cNvSpPr/>
            <p:nvPr/>
          </p:nvSpPr>
          <p:spPr>
            <a:xfrm>
              <a:off x="1151428" y="1944017"/>
              <a:ext cx="3505752" cy="1484983"/>
            </a:xfrm>
            <a:prstGeom prst="flowChartManualOperation">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22" name="テキスト ボックス 21">
              <a:extLst>
                <a:ext uri="{FF2B5EF4-FFF2-40B4-BE49-F238E27FC236}">
                  <a16:creationId xmlns:a16="http://schemas.microsoft.com/office/drawing/2014/main" id="{53A06E63-6CD8-334F-57E9-AA13F0CF8E7A}"/>
                </a:ext>
              </a:extLst>
            </p:cNvPr>
            <p:cNvSpPr txBox="1"/>
            <p:nvPr/>
          </p:nvSpPr>
          <p:spPr>
            <a:xfrm>
              <a:off x="2262349" y="2227969"/>
              <a:ext cx="1283912" cy="917079"/>
            </a:xfrm>
            <a:prstGeom prst="flowChartDecision">
              <a:avLst/>
            </a:prstGeom>
            <a:noFill/>
          </p:spPr>
          <p:txBody>
            <a:bodyPr wrap="none" rtlCol="0">
              <a:spAutoFit/>
            </a:bodyPr>
            <a:lstStyle/>
            <a:p>
              <a:pPr algn="ctr"/>
              <a:r>
                <a:rPr lang="en-US" altLang="ja-JP" sz="2400">
                  <a:solidFill>
                    <a:schemeClr val="bg1">
                      <a:lumMod val="95000"/>
                    </a:schemeClr>
                  </a:solidFill>
                  <a:latin typeface="原稿用標準書体" panose="03000503000000000000" pitchFamily="66" charset="-128"/>
                  <a:ea typeface="原稿用標準書体" panose="03000503000000000000" pitchFamily="66" charset="-128"/>
                </a:rPr>
                <a:t>0</a:t>
              </a:r>
              <a:r>
                <a:rPr lang="ja-JP" altLang="en-US" sz="2400">
                  <a:solidFill>
                    <a:schemeClr val="bg1">
                      <a:lumMod val="95000"/>
                    </a:schemeClr>
                  </a:solidFill>
                  <a:latin typeface="原稿用標準書体" panose="03000503000000000000" pitchFamily="66" charset="-128"/>
                  <a:ea typeface="原稿用標準書体" panose="03000503000000000000" pitchFamily="66" charset="-128"/>
                </a:rPr>
                <a:t>章</a:t>
              </a:r>
              <a:endParaRPr kumimoji="1" lang="ja-JP" altLang="en-US" sz="240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25" name="グループ化 24">
            <a:extLst>
              <a:ext uri="{FF2B5EF4-FFF2-40B4-BE49-F238E27FC236}">
                <a16:creationId xmlns:a16="http://schemas.microsoft.com/office/drawing/2014/main" id="{643177A6-FE2D-7FE5-1A87-156B88A1B536}"/>
              </a:ext>
            </a:extLst>
          </p:cNvPr>
          <p:cNvGrpSpPr/>
          <p:nvPr/>
        </p:nvGrpSpPr>
        <p:grpSpPr>
          <a:xfrm>
            <a:off x="3771721" y="4069959"/>
            <a:ext cx="3505752" cy="1484983"/>
            <a:chOff x="4237188" y="3251448"/>
            <a:chExt cx="3505752" cy="1484983"/>
          </a:xfrm>
        </p:grpSpPr>
        <p:sp>
          <p:nvSpPr>
            <p:cNvPr id="20" name="フローチャート: 手作業 19">
              <a:extLst>
                <a:ext uri="{FF2B5EF4-FFF2-40B4-BE49-F238E27FC236}">
                  <a16:creationId xmlns:a16="http://schemas.microsoft.com/office/drawing/2014/main" id="{071849F1-CE12-C622-0818-91570D90A25B}"/>
                </a:ext>
              </a:extLst>
            </p:cNvPr>
            <p:cNvSpPr/>
            <p:nvPr/>
          </p:nvSpPr>
          <p:spPr>
            <a:xfrm flipV="1">
              <a:off x="4237188" y="3251448"/>
              <a:ext cx="3505752" cy="1484983"/>
            </a:xfrm>
            <a:prstGeom prst="flowChartManualOperation">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vert="vert"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24" name="テキスト ボックス 23">
              <a:extLst>
                <a:ext uri="{FF2B5EF4-FFF2-40B4-BE49-F238E27FC236}">
                  <a16:creationId xmlns:a16="http://schemas.microsoft.com/office/drawing/2014/main" id="{39D557C1-A4BC-BCDD-D6E6-E656D226040F}"/>
                </a:ext>
              </a:extLst>
            </p:cNvPr>
            <p:cNvSpPr txBox="1"/>
            <p:nvPr/>
          </p:nvSpPr>
          <p:spPr>
            <a:xfrm>
              <a:off x="5348109" y="3535400"/>
              <a:ext cx="1283912" cy="917079"/>
            </a:xfrm>
            <a:prstGeom prst="flowChartDecision">
              <a:avLst/>
            </a:prstGeom>
            <a:noFill/>
          </p:spPr>
          <p:txBody>
            <a:bodyPr wrap="none" rtlCol="0">
              <a:spAutoFit/>
            </a:bodyPr>
            <a:lstStyle/>
            <a:p>
              <a:pPr algn="ctr"/>
              <a:r>
                <a:rPr lang="en-US" altLang="ja-JP" sz="2400">
                  <a:solidFill>
                    <a:schemeClr val="bg1">
                      <a:lumMod val="95000"/>
                    </a:schemeClr>
                  </a:solidFill>
                  <a:latin typeface="原稿用標準書体" panose="03000503000000000000" pitchFamily="66" charset="-128"/>
                  <a:ea typeface="原稿用標準書体" panose="03000503000000000000" pitchFamily="66" charset="-128"/>
                </a:rPr>
                <a:t>0</a:t>
              </a:r>
              <a:r>
                <a:rPr lang="ja-JP" altLang="en-US" sz="2400">
                  <a:solidFill>
                    <a:schemeClr val="bg1">
                      <a:lumMod val="95000"/>
                    </a:schemeClr>
                  </a:solidFill>
                  <a:latin typeface="原稿用標準書体" panose="03000503000000000000" pitchFamily="66" charset="-128"/>
                  <a:ea typeface="原稿用標準書体" panose="03000503000000000000" pitchFamily="66" charset="-128"/>
                </a:rPr>
                <a:t>章</a:t>
              </a:r>
            </a:p>
          </p:txBody>
        </p:sp>
      </p:grpSp>
      <p:grpSp>
        <p:nvGrpSpPr>
          <p:cNvPr id="29" name="グループ化 28">
            <a:extLst>
              <a:ext uri="{FF2B5EF4-FFF2-40B4-BE49-F238E27FC236}">
                <a16:creationId xmlns:a16="http://schemas.microsoft.com/office/drawing/2014/main" id="{E4876DE7-956D-7272-4DF8-3050C0E836D7}"/>
              </a:ext>
            </a:extLst>
          </p:cNvPr>
          <p:cNvGrpSpPr/>
          <p:nvPr/>
        </p:nvGrpSpPr>
        <p:grpSpPr>
          <a:xfrm>
            <a:off x="6865299" y="2443433"/>
            <a:ext cx="3505752" cy="1484983"/>
            <a:chOff x="1151428" y="1944017"/>
            <a:chExt cx="3505752" cy="1484983"/>
          </a:xfrm>
        </p:grpSpPr>
        <p:sp>
          <p:nvSpPr>
            <p:cNvPr id="30" name="フローチャート: 手作業 29">
              <a:extLst>
                <a:ext uri="{FF2B5EF4-FFF2-40B4-BE49-F238E27FC236}">
                  <a16:creationId xmlns:a16="http://schemas.microsoft.com/office/drawing/2014/main" id="{F05DA158-23B2-A1CD-D59B-ECD7D80BA4BC}"/>
                </a:ext>
              </a:extLst>
            </p:cNvPr>
            <p:cNvSpPr/>
            <p:nvPr/>
          </p:nvSpPr>
          <p:spPr>
            <a:xfrm>
              <a:off x="1151428" y="1944017"/>
              <a:ext cx="3505752" cy="1484983"/>
            </a:xfrm>
            <a:prstGeom prst="flowChartManualOperation">
              <a:avLst/>
            </a:prstGeom>
            <a:solidFill>
              <a:schemeClr val="bg1">
                <a:lumMod val="95000"/>
                <a:alpha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31" name="テキスト ボックス 30">
              <a:extLst>
                <a:ext uri="{FF2B5EF4-FFF2-40B4-BE49-F238E27FC236}">
                  <a16:creationId xmlns:a16="http://schemas.microsoft.com/office/drawing/2014/main" id="{EBA3121D-9E54-9BA0-1AE8-1FF799534174}"/>
                </a:ext>
              </a:extLst>
            </p:cNvPr>
            <p:cNvSpPr txBox="1"/>
            <p:nvPr/>
          </p:nvSpPr>
          <p:spPr>
            <a:xfrm>
              <a:off x="2262349" y="2227969"/>
              <a:ext cx="1283912" cy="917079"/>
            </a:xfrm>
            <a:prstGeom prst="flowChartDecision">
              <a:avLst/>
            </a:prstGeom>
            <a:noFill/>
          </p:spPr>
          <p:txBody>
            <a:bodyPr wrap="none" rtlCol="0">
              <a:spAutoFit/>
            </a:bodyPr>
            <a:lstStyle/>
            <a:p>
              <a:pPr algn="ctr"/>
              <a:r>
                <a:rPr lang="en-US" altLang="ja-JP" sz="2400">
                  <a:solidFill>
                    <a:schemeClr val="bg1">
                      <a:lumMod val="95000"/>
                    </a:schemeClr>
                  </a:solidFill>
                  <a:latin typeface="原稿用標準書体" panose="03000503000000000000" pitchFamily="66" charset="-128"/>
                  <a:ea typeface="原稿用標準書体" panose="03000503000000000000" pitchFamily="66" charset="-128"/>
                </a:rPr>
                <a:t>0</a:t>
              </a:r>
              <a:r>
                <a:rPr lang="ja-JP" altLang="en-US" sz="2400">
                  <a:solidFill>
                    <a:schemeClr val="bg1">
                      <a:lumMod val="95000"/>
                    </a:schemeClr>
                  </a:solidFill>
                  <a:latin typeface="原稿用標準書体" panose="03000503000000000000" pitchFamily="66" charset="-128"/>
                  <a:ea typeface="原稿用標準書体" panose="03000503000000000000" pitchFamily="66" charset="-128"/>
                </a:rPr>
                <a:t>章</a:t>
              </a:r>
              <a:endParaRPr kumimoji="1" lang="ja-JP" altLang="en-US" sz="240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32" name="グループ化 31">
            <a:extLst>
              <a:ext uri="{FF2B5EF4-FFF2-40B4-BE49-F238E27FC236}">
                <a16:creationId xmlns:a16="http://schemas.microsoft.com/office/drawing/2014/main" id="{77706B8C-7171-6E4A-DCE0-294FEC924AA8}"/>
              </a:ext>
            </a:extLst>
          </p:cNvPr>
          <p:cNvGrpSpPr/>
          <p:nvPr/>
        </p:nvGrpSpPr>
        <p:grpSpPr>
          <a:xfrm>
            <a:off x="9958877" y="4069959"/>
            <a:ext cx="3505752" cy="1484983"/>
            <a:chOff x="4237188" y="3251448"/>
            <a:chExt cx="3505752" cy="1484983"/>
          </a:xfrm>
        </p:grpSpPr>
        <p:sp>
          <p:nvSpPr>
            <p:cNvPr id="33" name="フローチャート: 手作業 32">
              <a:extLst>
                <a:ext uri="{FF2B5EF4-FFF2-40B4-BE49-F238E27FC236}">
                  <a16:creationId xmlns:a16="http://schemas.microsoft.com/office/drawing/2014/main" id="{DD2C913A-3B31-6CB0-2D3B-8DB0181C3206}"/>
                </a:ext>
              </a:extLst>
            </p:cNvPr>
            <p:cNvSpPr/>
            <p:nvPr/>
          </p:nvSpPr>
          <p:spPr>
            <a:xfrm flipV="1">
              <a:off x="4237188" y="3251448"/>
              <a:ext cx="3505752" cy="1484983"/>
            </a:xfrm>
            <a:prstGeom prst="flowChartManualOperation">
              <a:avLst/>
            </a:prstGeom>
            <a:solidFill>
              <a:schemeClr val="bg1">
                <a:lumMod val="95000"/>
                <a:alpha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vert="vert"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34" name="テキスト ボックス 33">
              <a:extLst>
                <a:ext uri="{FF2B5EF4-FFF2-40B4-BE49-F238E27FC236}">
                  <a16:creationId xmlns:a16="http://schemas.microsoft.com/office/drawing/2014/main" id="{C4EC31F5-D5A1-8178-CE9F-5F2E6FE65985}"/>
                </a:ext>
              </a:extLst>
            </p:cNvPr>
            <p:cNvSpPr txBox="1"/>
            <p:nvPr/>
          </p:nvSpPr>
          <p:spPr>
            <a:xfrm>
              <a:off x="5348109" y="3535400"/>
              <a:ext cx="1283912" cy="917079"/>
            </a:xfrm>
            <a:prstGeom prst="flowChartDecision">
              <a:avLst/>
            </a:prstGeom>
            <a:noFill/>
          </p:spPr>
          <p:txBody>
            <a:bodyPr wrap="none" rtlCol="0">
              <a:spAutoFit/>
            </a:bodyPr>
            <a:lstStyle/>
            <a:p>
              <a:pPr algn="ctr"/>
              <a:r>
                <a:rPr lang="en-US" altLang="ja-JP" sz="2400">
                  <a:solidFill>
                    <a:schemeClr val="bg1">
                      <a:lumMod val="95000"/>
                    </a:schemeClr>
                  </a:solidFill>
                  <a:latin typeface="原稿用標準書体" panose="03000503000000000000" pitchFamily="66" charset="-128"/>
                  <a:ea typeface="原稿用標準書体" panose="03000503000000000000" pitchFamily="66" charset="-128"/>
                </a:rPr>
                <a:t>0</a:t>
              </a:r>
              <a:r>
                <a:rPr lang="ja-JP" altLang="en-US" sz="2400">
                  <a:solidFill>
                    <a:schemeClr val="bg1">
                      <a:lumMod val="95000"/>
                    </a:schemeClr>
                  </a:solidFill>
                  <a:latin typeface="原稿用標準書体" panose="03000503000000000000" pitchFamily="66" charset="-128"/>
                  <a:ea typeface="原稿用標準書体" panose="03000503000000000000" pitchFamily="66" charset="-128"/>
                </a:rPr>
                <a:t>章</a:t>
              </a:r>
            </a:p>
          </p:txBody>
        </p:sp>
      </p:grpSp>
      <p:grpSp>
        <p:nvGrpSpPr>
          <p:cNvPr id="5" name="グループ化 4">
            <a:extLst>
              <a:ext uri="{FF2B5EF4-FFF2-40B4-BE49-F238E27FC236}">
                <a16:creationId xmlns:a16="http://schemas.microsoft.com/office/drawing/2014/main" id="{4A2BE03B-425D-5BBF-0F16-113D2198DE7D}"/>
              </a:ext>
            </a:extLst>
          </p:cNvPr>
          <p:cNvGrpSpPr/>
          <p:nvPr/>
        </p:nvGrpSpPr>
        <p:grpSpPr>
          <a:xfrm>
            <a:off x="4920182" y="2715391"/>
            <a:ext cx="1230262" cy="1230262"/>
            <a:chOff x="5881972" y="962320"/>
            <a:chExt cx="990440" cy="990440"/>
          </a:xfrm>
        </p:grpSpPr>
        <p:sp>
          <p:nvSpPr>
            <p:cNvPr id="23" name="涙形 22">
              <a:extLst>
                <a:ext uri="{FF2B5EF4-FFF2-40B4-BE49-F238E27FC236}">
                  <a16:creationId xmlns:a16="http://schemas.microsoft.com/office/drawing/2014/main" id="{AF85EE80-A777-34B5-7817-B14A419DDAF7}"/>
                </a:ext>
              </a:extLst>
            </p:cNvPr>
            <p:cNvSpPr/>
            <p:nvPr/>
          </p:nvSpPr>
          <p:spPr>
            <a:xfrm rot="8079010">
              <a:off x="5881972" y="962320"/>
              <a:ext cx="990440" cy="990440"/>
            </a:xfrm>
            <a:prstGeom prst="teardrop">
              <a:avLst>
                <a:gd name="adj" fmla="val 127170"/>
              </a:avLst>
            </a:prstGeom>
            <a:solidFill>
              <a:srgbClr val="FFA4F3"/>
            </a:solidFill>
            <a:ln>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6" name="二等辺三角形 25">
              <a:extLst>
                <a:ext uri="{FF2B5EF4-FFF2-40B4-BE49-F238E27FC236}">
                  <a16:creationId xmlns:a16="http://schemas.microsoft.com/office/drawing/2014/main" id="{95FFD638-42E0-191A-CFFB-74D6363F410B}"/>
                </a:ext>
              </a:extLst>
            </p:cNvPr>
            <p:cNvSpPr/>
            <p:nvPr/>
          </p:nvSpPr>
          <p:spPr>
            <a:xfrm rot="5400000">
              <a:off x="6146729" y="1188589"/>
              <a:ext cx="596979" cy="514637"/>
            </a:xfrm>
            <a:prstGeom prst="triangl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Tree>
    <p:extLst>
      <p:ext uri="{BB962C8B-B14F-4D97-AF65-F5344CB8AC3E}">
        <p14:creationId xmlns:p14="http://schemas.microsoft.com/office/powerpoint/2010/main" val="2824274479"/>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gradFill flip="none" rotWithShape="1">
          <a:gsLst>
            <a:gs pos="27000">
              <a:schemeClr val="tx1">
                <a:lumMod val="85000"/>
                <a:lumOff val="15000"/>
              </a:schemeClr>
            </a:gs>
            <a:gs pos="97000">
              <a:schemeClr val="tx1">
                <a:lumMod val="85000"/>
                <a:lumOff val="15000"/>
              </a:schemeClr>
            </a:gs>
            <a:gs pos="74000">
              <a:schemeClr val="tx1">
                <a:lumMod val="75000"/>
                <a:lumOff val="25000"/>
              </a:schemeClr>
            </a:gs>
          </a:gsLst>
          <a:lin ang="16200000" scaled="1"/>
          <a:tileRect/>
        </a:gradFill>
        <a:effectLst/>
      </p:bgPr>
    </p:bg>
    <p:spTree>
      <p:nvGrpSpPr>
        <p:cNvPr id="1" name="">
          <a:extLst>
            <a:ext uri="{FF2B5EF4-FFF2-40B4-BE49-F238E27FC236}">
              <a16:creationId xmlns:a16="http://schemas.microsoft.com/office/drawing/2014/main" id="{8CC5A8C7-B30C-06A0-E293-743077CD0F42}"/>
            </a:ext>
          </a:extLst>
        </p:cNvPr>
        <p:cNvGrpSpPr/>
        <p:nvPr/>
      </p:nvGrpSpPr>
      <p:grpSpPr>
        <a:xfrm>
          <a:off x="0" y="0"/>
          <a:ext cx="0" cy="0"/>
          <a:chOff x="0" y="0"/>
          <a:chExt cx="0" cy="0"/>
        </a:xfrm>
      </p:grpSpPr>
      <p:grpSp>
        <p:nvGrpSpPr>
          <p:cNvPr id="64" name="グループ化 63">
            <a:extLst>
              <a:ext uri="{FF2B5EF4-FFF2-40B4-BE49-F238E27FC236}">
                <a16:creationId xmlns:a16="http://schemas.microsoft.com/office/drawing/2014/main" id="{AD55846F-6F25-53C6-6997-926DD0990DA3}"/>
              </a:ext>
            </a:extLst>
          </p:cNvPr>
          <p:cNvGrpSpPr/>
          <p:nvPr/>
        </p:nvGrpSpPr>
        <p:grpSpPr>
          <a:xfrm>
            <a:off x="5883738" y="5720672"/>
            <a:ext cx="2579659" cy="650436"/>
            <a:chOff x="379505" y="4358243"/>
            <a:chExt cx="3626554" cy="914400"/>
          </a:xfrm>
        </p:grpSpPr>
        <p:cxnSp>
          <p:nvCxnSpPr>
            <p:cNvPr id="65" name="直線コネクタ 64">
              <a:extLst>
                <a:ext uri="{FF2B5EF4-FFF2-40B4-BE49-F238E27FC236}">
                  <a16:creationId xmlns:a16="http://schemas.microsoft.com/office/drawing/2014/main" id="{2877D835-73DE-E166-F064-C033414C7715}"/>
                </a:ext>
              </a:extLst>
            </p:cNvPr>
            <p:cNvCxnSpPr>
              <a:cxnSpLocks/>
              <a:stCxn id="66" idx="6"/>
              <a:endCxn id="67" idx="2"/>
            </p:cNvCxnSpPr>
            <p:nvPr/>
          </p:nvCxnSpPr>
          <p:spPr>
            <a:xfrm>
              <a:off x="1293905" y="4815443"/>
              <a:ext cx="1797754" cy="0"/>
            </a:xfrm>
            <a:prstGeom prst="line">
              <a:avLst/>
            </a:prstGeom>
            <a:ln w="63500">
              <a:solidFill>
                <a:schemeClr val="bg1">
                  <a:lumMod val="95000"/>
                </a:schemeClr>
              </a:solidFill>
              <a:prstDash val="sysDash"/>
            </a:ln>
          </p:spPr>
          <p:style>
            <a:lnRef idx="2">
              <a:schemeClr val="accent1"/>
            </a:lnRef>
            <a:fillRef idx="0">
              <a:schemeClr val="accent1"/>
            </a:fillRef>
            <a:effectRef idx="1">
              <a:schemeClr val="accent1"/>
            </a:effectRef>
            <a:fontRef idx="minor">
              <a:schemeClr val="tx1"/>
            </a:fontRef>
          </p:style>
        </p:cxnSp>
        <p:sp>
          <p:nvSpPr>
            <p:cNvPr id="66" name="楕円 65">
              <a:extLst>
                <a:ext uri="{FF2B5EF4-FFF2-40B4-BE49-F238E27FC236}">
                  <a16:creationId xmlns:a16="http://schemas.microsoft.com/office/drawing/2014/main" id="{170378A7-0F1C-E6CC-1B9B-C9EA6E4205C4}"/>
                </a:ext>
              </a:extLst>
            </p:cNvPr>
            <p:cNvSpPr/>
            <p:nvPr/>
          </p:nvSpPr>
          <p:spPr>
            <a:xfrm>
              <a:off x="379505" y="4358243"/>
              <a:ext cx="914400" cy="914400"/>
            </a:xfrm>
            <a:prstGeom prst="ellipse">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7" name="楕円 66">
              <a:extLst>
                <a:ext uri="{FF2B5EF4-FFF2-40B4-BE49-F238E27FC236}">
                  <a16:creationId xmlns:a16="http://schemas.microsoft.com/office/drawing/2014/main" id="{14F3DFD4-B7CA-E221-DAD2-1C000A9EC414}"/>
                </a:ext>
              </a:extLst>
            </p:cNvPr>
            <p:cNvSpPr/>
            <p:nvPr/>
          </p:nvSpPr>
          <p:spPr>
            <a:xfrm>
              <a:off x="3091659" y="4358243"/>
              <a:ext cx="914400" cy="914400"/>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10" name="グループ化 9">
            <a:extLst>
              <a:ext uri="{FF2B5EF4-FFF2-40B4-BE49-F238E27FC236}">
                <a16:creationId xmlns:a16="http://schemas.microsoft.com/office/drawing/2014/main" id="{83D18BAE-841B-9604-0F10-8FC6B8B63F8E}"/>
              </a:ext>
            </a:extLst>
          </p:cNvPr>
          <p:cNvGrpSpPr/>
          <p:nvPr/>
        </p:nvGrpSpPr>
        <p:grpSpPr>
          <a:xfrm>
            <a:off x="163586" y="134635"/>
            <a:ext cx="3123445" cy="1396119"/>
            <a:chOff x="163586" y="134635"/>
            <a:chExt cx="3123445" cy="1396119"/>
          </a:xfrm>
        </p:grpSpPr>
        <p:sp>
          <p:nvSpPr>
            <p:cNvPr id="2" name="四角形: 角を丸くする 1">
              <a:extLst>
                <a:ext uri="{FF2B5EF4-FFF2-40B4-BE49-F238E27FC236}">
                  <a16:creationId xmlns:a16="http://schemas.microsoft.com/office/drawing/2014/main" id="{A81E2809-75E1-0257-5B43-63DE0E4A7535}"/>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3" name="テキスト ボックス 2">
              <a:extLst>
                <a:ext uri="{FF2B5EF4-FFF2-40B4-BE49-F238E27FC236}">
                  <a16:creationId xmlns:a16="http://schemas.microsoft.com/office/drawing/2014/main" id="{3965BDF9-5A89-28F9-1A1A-C1D54D83FDB7}"/>
                </a:ext>
              </a:extLst>
            </p:cNvPr>
            <p:cNvSpPr txBox="1"/>
            <p:nvPr/>
          </p:nvSpPr>
          <p:spPr>
            <a:xfrm>
              <a:off x="2073432" y="641390"/>
              <a:ext cx="569387" cy="400110"/>
            </a:xfrm>
            <a:prstGeom prst="rect">
              <a:avLst/>
            </a:prstGeom>
            <a:noFill/>
          </p:spPr>
          <p:txBody>
            <a:bodyPr wrap="none" rtlCol="0">
              <a:spAutoFit/>
            </a:bodyPr>
            <a:lstStyle/>
            <a:p>
              <a:pPr algn="ctr"/>
              <a:r>
                <a:rPr kumimoji="1" lang="en-US" altLang="ja-JP"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a:t>
              </a:r>
              <a:r>
                <a:rPr kumimoji="1"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4" name="グループ化 3">
              <a:extLst>
                <a:ext uri="{FF2B5EF4-FFF2-40B4-BE49-F238E27FC236}">
                  <a16:creationId xmlns:a16="http://schemas.microsoft.com/office/drawing/2014/main" id="{A19E089D-9C2A-9E2D-3507-841AB43287C6}"/>
                </a:ext>
              </a:extLst>
            </p:cNvPr>
            <p:cNvGrpSpPr/>
            <p:nvPr/>
          </p:nvGrpSpPr>
          <p:grpSpPr>
            <a:xfrm>
              <a:off x="163586" y="134635"/>
              <a:ext cx="1975684" cy="1396119"/>
              <a:chOff x="163586" y="134635"/>
              <a:chExt cx="1975684" cy="1396119"/>
            </a:xfrm>
          </p:grpSpPr>
          <p:grpSp>
            <p:nvGrpSpPr>
              <p:cNvPr id="6" name="グループ化 5">
                <a:extLst>
                  <a:ext uri="{FF2B5EF4-FFF2-40B4-BE49-F238E27FC236}">
                    <a16:creationId xmlns:a16="http://schemas.microsoft.com/office/drawing/2014/main" id="{1482971E-B584-BCF9-7F6D-FE1889C33B22}"/>
                  </a:ext>
                </a:extLst>
              </p:cNvPr>
              <p:cNvGrpSpPr/>
              <p:nvPr/>
            </p:nvGrpSpPr>
            <p:grpSpPr>
              <a:xfrm>
                <a:off x="163586" y="134635"/>
                <a:ext cx="1975684" cy="1396119"/>
                <a:chOff x="163586" y="134635"/>
                <a:chExt cx="1975684" cy="1396119"/>
              </a:xfrm>
            </p:grpSpPr>
            <p:pic>
              <p:nvPicPr>
                <p:cNvPr id="8" name="図 7">
                  <a:extLst>
                    <a:ext uri="{FF2B5EF4-FFF2-40B4-BE49-F238E27FC236}">
                      <a16:creationId xmlns:a16="http://schemas.microsoft.com/office/drawing/2014/main" id="{3D4B5699-ADD9-8196-8CCB-980BDBCF239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9" name="楕円 8">
                  <a:extLst>
                    <a:ext uri="{FF2B5EF4-FFF2-40B4-BE49-F238E27FC236}">
                      <a16:creationId xmlns:a16="http://schemas.microsoft.com/office/drawing/2014/main" id="{5FF5A446-C28E-C484-10BC-9599469515C1}"/>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7" name="図 6">
                <a:extLst>
                  <a:ext uri="{FF2B5EF4-FFF2-40B4-BE49-F238E27FC236}">
                    <a16:creationId xmlns:a16="http://schemas.microsoft.com/office/drawing/2014/main" id="{3BE8A1B8-3AF5-3E3F-7F88-3F3CDC2CC9A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grpSp>
        <p:nvGrpSpPr>
          <p:cNvPr id="35" name="グループ化 34">
            <a:extLst>
              <a:ext uri="{FF2B5EF4-FFF2-40B4-BE49-F238E27FC236}">
                <a16:creationId xmlns:a16="http://schemas.microsoft.com/office/drawing/2014/main" id="{CA7016E8-3C80-96C1-1550-2ACC57AEC3AB}"/>
              </a:ext>
            </a:extLst>
          </p:cNvPr>
          <p:cNvGrpSpPr/>
          <p:nvPr/>
        </p:nvGrpSpPr>
        <p:grpSpPr>
          <a:xfrm>
            <a:off x="4809918" y="2311126"/>
            <a:ext cx="3135206" cy="2351404"/>
            <a:chOff x="8376931" y="1797112"/>
            <a:chExt cx="3135206" cy="2351404"/>
          </a:xfrm>
        </p:grpSpPr>
        <p:pic>
          <p:nvPicPr>
            <p:cNvPr id="23" name="図 22">
              <a:extLst>
                <a:ext uri="{FF2B5EF4-FFF2-40B4-BE49-F238E27FC236}">
                  <a16:creationId xmlns:a16="http://schemas.microsoft.com/office/drawing/2014/main" id="{59050A62-03A4-15D7-47DB-3611C39C7AAF}"/>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8376931" y="1797112"/>
              <a:ext cx="3135206" cy="2351404"/>
            </a:xfrm>
            <a:prstGeom prst="rect">
              <a:avLst/>
            </a:prstGeom>
            <a:effectLst>
              <a:glow rad="88900">
                <a:schemeClr val="bg1">
                  <a:lumMod val="95000"/>
                  <a:alpha val="55000"/>
                </a:schemeClr>
              </a:glow>
            </a:effectLst>
          </p:spPr>
        </p:pic>
        <p:sp>
          <p:nvSpPr>
            <p:cNvPr id="27" name="テキスト ボックス 26">
              <a:extLst>
                <a:ext uri="{FF2B5EF4-FFF2-40B4-BE49-F238E27FC236}">
                  <a16:creationId xmlns:a16="http://schemas.microsoft.com/office/drawing/2014/main" id="{FF08C6A9-B016-0B15-2F0B-3F0607B09E24}"/>
                </a:ext>
              </a:extLst>
            </p:cNvPr>
            <p:cNvSpPr txBox="1"/>
            <p:nvPr/>
          </p:nvSpPr>
          <p:spPr>
            <a:xfrm flipH="1">
              <a:off x="9236648" y="2786006"/>
              <a:ext cx="1415772" cy="584775"/>
            </a:xfrm>
            <a:prstGeom prst="rect">
              <a:avLst/>
            </a:prstGeom>
            <a:noFill/>
            <a:effectLst>
              <a:glow rad="63500">
                <a:schemeClr val="bg1">
                  <a:lumMod val="95000"/>
                  <a:alpha val="40000"/>
                </a:schemeClr>
              </a:glow>
            </a:effectLst>
          </p:spPr>
          <p:txBody>
            <a:bodyPr wrap="none" rtlCol="0">
              <a:spAutoFit/>
            </a:bodyPr>
            <a:lstStyle/>
            <a:p>
              <a:r>
                <a:rPr kumimoji="1" lang="ja-JP" altLang="en-US" sz="3200" b="1">
                  <a:solidFill>
                    <a:schemeClr val="tx1">
                      <a:lumMod val="85000"/>
                      <a:lumOff val="15000"/>
                    </a:schemeClr>
                  </a:solidFill>
                  <a:effectLst>
                    <a:glow rad="101600">
                      <a:schemeClr val="bg1">
                        <a:lumMod val="95000"/>
                        <a:alpha val="9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3200" b="1" dirty="0">
                <a:solidFill>
                  <a:schemeClr val="tx1">
                    <a:lumMod val="85000"/>
                    <a:lumOff val="15000"/>
                  </a:schemeClr>
                </a:solidFill>
                <a:effectLst>
                  <a:glow rad="101600">
                    <a:schemeClr val="bg1">
                      <a:lumMod val="95000"/>
                      <a:alpha val="9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43" name="グループ化 42">
            <a:extLst>
              <a:ext uri="{FF2B5EF4-FFF2-40B4-BE49-F238E27FC236}">
                <a16:creationId xmlns:a16="http://schemas.microsoft.com/office/drawing/2014/main" id="{3238CCCC-5587-64FA-410B-4098AAB648F1}"/>
              </a:ext>
            </a:extLst>
          </p:cNvPr>
          <p:cNvGrpSpPr/>
          <p:nvPr/>
        </p:nvGrpSpPr>
        <p:grpSpPr>
          <a:xfrm>
            <a:off x="3951685" y="5720672"/>
            <a:ext cx="2579659" cy="650436"/>
            <a:chOff x="379505" y="4358243"/>
            <a:chExt cx="3626554" cy="914400"/>
          </a:xfrm>
        </p:grpSpPr>
        <p:cxnSp>
          <p:nvCxnSpPr>
            <p:cNvPr id="37" name="直線コネクタ 36">
              <a:extLst>
                <a:ext uri="{FF2B5EF4-FFF2-40B4-BE49-F238E27FC236}">
                  <a16:creationId xmlns:a16="http://schemas.microsoft.com/office/drawing/2014/main" id="{C9A6DA92-0C45-2241-F787-DFBB558F8434}"/>
                </a:ext>
              </a:extLst>
            </p:cNvPr>
            <p:cNvCxnSpPr>
              <a:cxnSpLocks/>
              <a:stCxn id="38" idx="6"/>
              <a:endCxn id="40" idx="2"/>
            </p:cNvCxnSpPr>
            <p:nvPr/>
          </p:nvCxnSpPr>
          <p:spPr>
            <a:xfrm>
              <a:off x="1293905" y="4815443"/>
              <a:ext cx="1797754" cy="0"/>
            </a:xfrm>
            <a:prstGeom prst="line">
              <a:avLst/>
            </a:prstGeom>
            <a:ln w="63500">
              <a:solidFill>
                <a:schemeClr val="bg1">
                  <a:lumMod val="85000"/>
                </a:schemeClr>
              </a:solidFill>
              <a:prstDash val="sysDash"/>
            </a:ln>
          </p:spPr>
          <p:style>
            <a:lnRef idx="2">
              <a:schemeClr val="accent1"/>
            </a:lnRef>
            <a:fillRef idx="0">
              <a:schemeClr val="accent1"/>
            </a:fillRef>
            <a:effectRef idx="1">
              <a:schemeClr val="accent1"/>
            </a:effectRef>
            <a:fontRef idx="minor">
              <a:schemeClr val="tx1"/>
            </a:fontRef>
          </p:style>
        </p:cxnSp>
        <p:sp>
          <p:nvSpPr>
            <p:cNvPr id="38" name="楕円 37">
              <a:extLst>
                <a:ext uri="{FF2B5EF4-FFF2-40B4-BE49-F238E27FC236}">
                  <a16:creationId xmlns:a16="http://schemas.microsoft.com/office/drawing/2014/main" id="{5CC44C86-53C2-8335-71B0-668DCA9BC2CD}"/>
                </a:ext>
              </a:extLst>
            </p:cNvPr>
            <p:cNvSpPr/>
            <p:nvPr/>
          </p:nvSpPr>
          <p:spPr>
            <a:xfrm>
              <a:off x="379505" y="4358243"/>
              <a:ext cx="914400" cy="914400"/>
            </a:xfrm>
            <a:prstGeom prst="ellipse">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0" name="楕円 39">
              <a:extLst>
                <a:ext uri="{FF2B5EF4-FFF2-40B4-BE49-F238E27FC236}">
                  <a16:creationId xmlns:a16="http://schemas.microsoft.com/office/drawing/2014/main" id="{83A7AD87-4D5F-014C-3139-00D0019D18F3}"/>
                </a:ext>
              </a:extLst>
            </p:cNvPr>
            <p:cNvSpPr/>
            <p:nvPr/>
          </p:nvSpPr>
          <p:spPr>
            <a:xfrm>
              <a:off x="3091659" y="4358243"/>
              <a:ext cx="914400" cy="91440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44" name="グループ化 43">
            <a:extLst>
              <a:ext uri="{FF2B5EF4-FFF2-40B4-BE49-F238E27FC236}">
                <a16:creationId xmlns:a16="http://schemas.microsoft.com/office/drawing/2014/main" id="{D7653AE2-CFF3-1FC4-1CEF-0A66C2D3A623}"/>
              </a:ext>
            </a:extLst>
          </p:cNvPr>
          <p:cNvGrpSpPr/>
          <p:nvPr/>
        </p:nvGrpSpPr>
        <p:grpSpPr>
          <a:xfrm>
            <a:off x="2022463" y="5720672"/>
            <a:ext cx="2579658" cy="650436"/>
            <a:chOff x="379505" y="4358243"/>
            <a:chExt cx="3626553" cy="914400"/>
          </a:xfrm>
          <a:solidFill>
            <a:schemeClr val="tx1">
              <a:lumMod val="50000"/>
              <a:lumOff val="50000"/>
            </a:schemeClr>
          </a:solidFill>
        </p:grpSpPr>
        <p:cxnSp>
          <p:nvCxnSpPr>
            <p:cNvPr id="45" name="直線コネクタ 44">
              <a:extLst>
                <a:ext uri="{FF2B5EF4-FFF2-40B4-BE49-F238E27FC236}">
                  <a16:creationId xmlns:a16="http://schemas.microsoft.com/office/drawing/2014/main" id="{5FF36B91-7F61-3DB4-2B3B-57F42AFA9044}"/>
                </a:ext>
              </a:extLst>
            </p:cNvPr>
            <p:cNvCxnSpPr>
              <a:cxnSpLocks/>
              <a:stCxn id="46" idx="6"/>
              <a:endCxn id="47" idx="2"/>
            </p:cNvCxnSpPr>
            <p:nvPr/>
          </p:nvCxnSpPr>
          <p:spPr>
            <a:xfrm>
              <a:off x="1293905" y="4815443"/>
              <a:ext cx="1797754" cy="0"/>
            </a:xfrm>
            <a:prstGeom prst="line">
              <a:avLst/>
            </a:prstGeom>
            <a:grpFill/>
            <a:ln w="63500">
              <a:solidFill>
                <a:schemeClr val="tx1">
                  <a:lumMod val="50000"/>
                  <a:lumOff val="50000"/>
                </a:schemeClr>
              </a:solidFill>
              <a:prstDash val="sysDash"/>
            </a:ln>
          </p:spPr>
          <p:style>
            <a:lnRef idx="2">
              <a:schemeClr val="accent1"/>
            </a:lnRef>
            <a:fillRef idx="0">
              <a:schemeClr val="accent1"/>
            </a:fillRef>
            <a:effectRef idx="1">
              <a:schemeClr val="accent1"/>
            </a:effectRef>
            <a:fontRef idx="minor">
              <a:schemeClr val="tx1"/>
            </a:fontRef>
          </p:style>
        </p:cxnSp>
        <p:sp>
          <p:nvSpPr>
            <p:cNvPr id="46" name="楕円 45">
              <a:extLst>
                <a:ext uri="{FF2B5EF4-FFF2-40B4-BE49-F238E27FC236}">
                  <a16:creationId xmlns:a16="http://schemas.microsoft.com/office/drawing/2014/main" id="{25AFE3C7-E805-99E8-2B0F-2E67708C5C3B}"/>
                </a:ext>
              </a:extLst>
            </p:cNvPr>
            <p:cNvSpPr/>
            <p:nvPr/>
          </p:nvSpPr>
          <p:spPr>
            <a:xfrm>
              <a:off x="379505" y="4358243"/>
              <a:ext cx="914400" cy="914400"/>
            </a:xfrm>
            <a:prstGeom prst="ellipse">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7" name="楕円 46">
              <a:extLst>
                <a:ext uri="{FF2B5EF4-FFF2-40B4-BE49-F238E27FC236}">
                  <a16:creationId xmlns:a16="http://schemas.microsoft.com/office/drawing/2014/main" id="{F88D469A-0342-FFEF-2822-37828E38A8C4}"/>
                </a:ext>
              </a:extLst>
            </p:cNvPr>
            <p:cNvSpPr/>
            <p:nvPr/>
          </p:nvSpPr>
          <p:spPr>
            <a:xfrm>
              <a:off x="3091658" y="4358243"/>
              <a:ext cx="914400" cy="914400"/>
            </a:xfrm>
            <a:prstGeom prst="ellipse">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56" name="グループ化 55">
            <a:extLst>
              <a:ext uri="{FF2B5EF4-FFF2-40B4-BE49-F238E27FC236}">
                <a16:creationId xmlns:a16="http://schemas.microsoft.com/office/drawing/2014/main" id="{A93E80A3-FBB6-9ABA-4ED9-99D17C43DAEB}"/>
              </a:ext>
            </a:extLst>
          </p:cNvPr>
          <p:cNvGrpSpPr/>
          <p:nvPr/>
        </p:nvGrpSpPr>
        <p:grpSpPr>
          <a:xfrm>
            <a:off x="93240" y="5720672"/>
            <a:ext cx="2579658" cy="650436"/>
            <a:chOff x="379505" y="4358243"/>
            <a:chExt cx="3626553" cy="914400"/>
          </a:xfrm>
          <a:solidFill>
            <a:schemeClr val="tx1">
              <a:lumMod val="50000"/>
              <a:lumOff val="50000"/>
            </a:schemeClr>
          </a:solidFill>
        </p:grpSpPr>
        <p:cxnSp>
          <p:nvCxnSpPr>
            <p:cNvPr id="57" name="直線コネクタ 56">
              <a:extLst>
                <a:ext uri="{FF2B5EF4-FFF2-40B4-BE49-F238E27FC236}">
                  <a16:creationId xmlns:a16="http://schemas.microsoft.com/office/drawing/2014/main" id="{4A7475D3-2E35-6AD0-AE1F-C154661F3A3D}"/>
                </a:ext>
              </a:extLst>
            </p:cNvPr>
            <p:cNvCxnSpPr>
              <a:cxnSpLocks/>
              <a:stCxn id="58" idx="6"/>
              <a:endCxn id="59" idx="2"/>
            </p:cNvCxnSpPr>
            <p:nvPr/>
          </p:nvCxnSpPr>
          <p:spPr>
            <a:xfrm>
              <a:off x="1293905" y="4815443"/>
              <a:ext cx="1797754" cy="0"/>
            </a:xfrm>
            <a:prstGeom prst="line">
              <a:avLst/>
            </a:prstGeom>
            <a:grpFill/>
            <a:ln w="63500">
              <a:solidFill>
                <a:schemeClr val="tx1">
                  <a:lumMod val="50000"/>
                  <a:lumOff val="50000"/>
                </a:schemeClr>
              </a:solidFill>
              <a:prstDash val="sysDash"/>
            </a:ln>
          </p:spPr>
          <p:style>
            <a:lnRef idx="2">
              <a:schemeClr val="accent1"/>
            </a:lnRef>
            <a:fillRef idx="0">
              <a:schemeClr val="accent1"/>
            </a:fillRef>
            <a:effectRef idx="1">
              <a:schemeClr val="accent1"/>
            </a:effectRef>
            <a:fontRef idx="minor">
              <a:schemeClr val="tx1"/>
            </a:fontRef>
          </p:style>
        </p:cxnSp>
        <p:sp>
          <p:nvSpPr>
            <p:cNvPr id="58" name="楕円 57">
              <a:extLst>
                <a:ext uri="{FF2B5EF4-FFF2-40B4-BE49-F238E27FC236}">
                  <a16:creationId xmlns:a16="http://schemas.microsoft.com/office/drawing/2014/main" id="{A0CFFB81-5427-F4F6-2D01-A3C024F81EFA}"/>
                </a:ext>
              </a:extLst>
            </p:cNvPr>
            <p:cNvSpPr/>
            <p:nvPr/>
          </p:nvSpPr>
          <p:spPr>
            <a:xfrm>
              <a:off x="379505" y="4358243"/>
              <a:ext cx="914400" cy="914400"/>
            </a:xfrm>
            <a:prstGeom prst="ellipse">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9" name="楕円 58">
              <a:extLst>
                <a:ext uri="{FF2B5EF4-FFF2-40B4-BE49-F238E27FC236}">
                  <a16:creationId xmlns:a16="http://schemas.microsoft.com/office/drawing/2014/main" id="{77F0BF53-9352-621D-6943-830C7F1EDE06}"/>
                </a:ext>
              </a:extLst>
            </p:cNvPr>
            <p:cNvSpPr/>
            <p:nvPr/>
          </p:nvSpPr>
          <p:spPr>
            <a:xfrm>
              <a:off x="3091658" y="4358243"/>
              <a:ext cx="914400" cy="914400"/>
            </a:xfrm>
            <a:prstGeom prst="ellipse">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60" name="グループ化 59">
            <a:extLst>
              <a:ext uri="{FF2B5EF4-FFF2-40B4-BE49-F238E27FC236}">
                <a16:creationId xmlns:a16="http://schemas.microsoft.com/office/drawing/2014/main" id="{54095788-7D70-2365-D534-32637C360BD3}"/>
              </a:ext>
            </a:extLst>
          </p:cNvPr>
          <p:cNvGrpSpPr/>
          <p:nvPr/>
        </p:nvGrpSpPr>
        <p:grpSpPr>
          <a:xfrm>
            <a:off x="-1835982" y="5720672"/>
            <a:ext cx="2579658" cy="650436"/>
            <a:chOff x="379505" y="4358243"/>
            <a:chExt cx="3626553" cy="914400"/>
          </a:xfrm>
          <a:solidFill>
            <a:schemeClr val="tx1">
              <a:lumMod val="50000"/>
              <a:lumOff val="50000"/>
            </a:schemeClr>
          </a:solidFill>
        </p:grpSpPr>
        <p:cxnSp>
          <p:nvCxnSpPr>
            <p:cNvPr id="61" name="直線コネクタ 60">
              <a:extLst>
                <a:ext uri="{FF2B5EF4-FFF2-40B4-BE49-F238E27FC236}">
                  <a16:creationId xmlns:a16="http://schemas.microsoft.com/office/drawing/2014/main" id="{8E782F69-4AD0-94EF-ADFB-07F13AD15156}"/>
                </a:ext>
              </a:extLst>
            </p:cNvPr>
            <p:cNvCxnSpPr>
              <a:cxnSpLocks/>
              <a:stCxn id="62" idx="6"/>
              <a:endCxn id="63" idx="2"/>
            </p:cNvCxnSpPr>
            <p:nvPr/>
          </p:nvCxnSpPr>
          <p:spPr>
            <a:xfrm>
              <a:off x="1293905" y="4815443"/>
              <a:ext cx="1797754" cy="0"/>
            </a:xfrm>
            <a:prstGeom prst="line">
              <a:avLst/>
            </a:prstGeom>
            <a:grpFill/>
            <a:ln w="63500">
              <a:solidFill>
                <a:schemeClr val="tx1">
                  <a:lumMod val="50000"/>
                  <a:lumOff val="50000"/>
                </a:schemeClr>
              </a:solidFill>
              <a:prstDash val="sysDash"/>
            </a:ln>
          </p:spPr>
          <p:style>
            <a:lnRef idx="2">
              <a:schemeClr val="accent1"/>
            </a:lnRef>
            <a:fillRef idx="0">
              <a:schemeClr val="accent1"/>
            </a:fillRef>
            <a:effectRef idx="1">
              <a:schemeClr val="accent1"/>
            </a:effectRef>
            <a:fontRef idx="minor">
              <a:schemeClr val="tx1"/>
            </a:fontRef>
          </p:style>
        </p:cxnSp>
        <p:sp>
          <p:nvSpPr>
            <p:cNvPr id="62" name="楕円 61">
              <a:extLst>
                <a:ext uri="{FF2B5EF4-FFF2-40B4-BE49-F238E27FC236}">
                  <a16:creationId xmlns:a16="http://schemas.microsoft.com/office/drawing/2014/main" id="{8E90F38E-FF45-0071-A993-E16A1773DE00}"/>
                </a:ext>
              </a:extLst>
            </p:cNvPr>
            <p:cNvSpPr/>
            <p:nvPr/>
          </p:nvSpPr>
          <p:spPr>
            <a:xfrm>
              <a:off x="379505" y="4358243"/>
              <a:ext cx="914400" cy="914400"/>
            </a:xfrm>
            <a:prstGeom prst="ellipse">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3" name="楕円 62">
              <a:extLst>
                <a:ext uri="{FF2B5EF4-FFF2-40B4-BE49-F238E27FC236}">
                  <a16:creationId xmlns:a16="http://schemas.microsoft.com/office/drawing/2014/main" id="{5C514C01-6310-9B86-2FE8-67B089E60464}"/>
                </a:ext>
              </a:extLst>
            </p:cNvPr>
            <p:cNvSpPr/>
            <p:nvPr/>
          </p:nvSpPr>
          <p:spPr>
            <a:xfrm>
              <a:off x="3091658" y="4358243"/>
              <a:ext cx="914400" cy="914400"/>
            </a:xfrm>
            <a:prstGeom prst="ellipse">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cxnSp>
        <p:nvCxnSpPr>
          <p:cNvPr id="69" name="直線コネクタ 68">
            <a:extLst>
              <a:ext uri="{FF2B5EF4-FFF2-40B4-BE49-F238E27FC236}">
                <a16:creationId xmlns:a16="http://schemas.microsoft.com/office/drawing/2014/main" id="{A5345193-1D3B-55A3-C3D3-06B0B0C0A3E7}"/>
              </a:ext>
            </a:extLst>
          </p:cNvPr>
          <p:cNvCxnSpPr>
            <a:cxnSpLocks/>
            <a:stCxn id="70" idx="6"/>
            <a:endCxn id="71" idx="2"/>
          </p:cNvCxnSpPr>
          <p:nvPr/>
        </p:nvCxnSpPr>
        <p:spPr>
          <a:xfrm>
            <a:off x="8460567" y="6042062"/>
            <a:ext cx="1278788" cy="0"/>
          </a:xfrm>
          <a:prstGeom prst="line">
            <a:avLst/>
          </a:prstGeom>
          <a:ln w="63500">
            <a:solidFill>
              <a:schemeClr val="bg1">
                <a:lumMod val="95000"/>
              </a:schemeClr>
            </a:solidFill>
            <a:prstDash val="sysDash"/>
          </a:ln>
        </p:spPr>
        <p:style>
          <a:lnRef idx="2">
            <a:schemeClr val="accent1"/>
          </a:lnRef>
          <a:fillRef idx="0">
            <a:schemeClr val="accent1"/>
          </a:fillRef>
          <a:effectRef idx="1">
            <a:schemeClr val="accent1"/>
          </a:effectRef>
          <a:fontRef idx="minor">
            <a:schemeClr val="tx1"/>
          </a:fontRef>
        </p:style>
      </p:cxnSp>
      <p:sp>
        <p:nvSpPr>
          <p:cNvPr id="71" name="楕円 70">
            <a:extLst>
              <a:ext uri="{FF2B5EF4-FFF2-40B4-BE49-F238E27FC236}">
                <a16:creationId xmlns:a16="http://schemas.microsoft.com/office/drawing/2014/main" id="{2652D261-2FFA-746F-D1FF-7937065B7CEC}"/>
              </a:ext>
            </a:extLst>
          </p:cNvPr>
          <p:cNvSpPr/>
          <p:nvPr/>
        </p:nvSpPr>
        <p:spPr>
          <a:xfrm>
            <a:off x="9739354" y="5716844"/>
            <a:ext cx="650436" cy="650436"/>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75" name="グループ化 74">
            <a:extLst>
              <a:ext uri="{FF2B5EF4-FFF2-40B4-BE49-F238E27FC236}">
                <a16:creationId xmlns:a16="http://schemas.microsoft.com/office/drawing/2014/main" id="{72066896-AC47-19D5-9510-85A3C449EEF8}"/>
              </a:ext>
            </a:extLst>
          </p:cNvPr>
          <p:cNvGrpSpPr/>
          <p:nvPr/>
        </p:nvGrpSpPr>
        <p:grpSpPr>
          <a:xfrm>
            <a:off x="9737051" y="5716844"/>
            <a:ext cx="2579659" cy="650436"/>
            <a:chOff x="379505" y="4358243"/>
            <a:chExt cx="3626554" cy="914400"/>
          </a:xfrm>
        </p:grpSpPr>
        <p:cxnSp>
          <p:nvCxnSpPr>
            <p:cNvPr id="76" name="直線コネクタ 75">
              <a:extLst>
                <a:ext uri="{FF2B5EF4-FFF2-40B4-BE49-F238E27FC236}">
                  <a16:creationId xmlns:a16="http://schemas.microsoft.com/office/drawing/2014/main" id="{5BF3E31D-3948-125F-8BF4-DFCB06132AB6}"/>
                </a:ext>
              </a:extLst>
            </p:cNvPr>
            <p:cNvCxnSpPr>
              <a:cxnSpLocks/>
              <a:stCxn id="77" idx="6"/>
              <a:endCxn id="78" idx="2"/>
            </p:cNvCxnSpPr>
            <p:nvPr/>
          </p:nvCxnSpPr>
          <p:spPr>
            <a:xfrm>
              <a:off x="1293905" y="4815443"/>
              <a:ext cx="1797754" cy="0"/>
            </a:xfrm>
            <a:prstGeom prst="line">
              <a:avLst/>
            </a:prstGeom>
            <a:ln w="63500">
              <a:solidFill>
                <a:schemeClr val="bg1">
                  <a:lumMod val="95000"/>
                </a:schemeClr>
              </a:solidFill>
              <a:prstDash val="sysDash"/>
            </a:ln>
          </p:spPr>
          <p:style>
            <a:lnRef idx="2">
              <a:schemeClr val="accent1"/>
            </a:lnRef>
            <a:fillRef idx="0">
              <a:schemeClr val="accent1"/>
            </a:fillRef>
            <a:effectRef idx="1">
              <a:schemeClr val="accent1"/>
            </a:effectRef>
            <a:fontRef idx="minor">
              <a:schemeClr val="tx1"/>
            </a:fontRef>
          </p:style>
        </p:cxnSp>
        <p:sp>
          <p:nvSpPr>
            <p:cNvPr id="77" name="楕円 76">
              <a:extLst>
                <a:ext uri="{FF2B5EF4-FFF2-40B4-BE49-F238E27FC236}">
                  <a16:creationId xmlns:a16="http://schemas.microsoft.com/office/drawing/2014/main" id="{F0C82F15-43FC-9A83-B797-644F88172DBA}"/>
                </a:ext>
              </a:extLst>
            </p:cNvPr>
            <p:cNvSpPr/>
            <p:nvPr/>
          </p:nvSpPr>
          <p:spPr>
            <a:xfrm>
              <a:off x="379505" y="4358243"/>
              <a:ext cx="914400" cy="914400"/>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8" name="楕円 77">
              <a:extLst>
                <a:ext uri="{FF2B5EF4-FFF2-40B4-BE49-F238E27FC236}">
                  <a16:creationId xmlns:a16="http://schemas.microsoft.com/office/drawing/2014/main" id="{EFC40FBC-5B57-5307-A459-B7F4444D2B87}"/>
                </a:ext>
              </a:extLst>
            </p:cNvPr>
            <p:cNvSpPr/>
            <p:nvPr/>
          </p:nvSpPr>
          <p:spPr>
            <a:xfrm>
              <a:off x="3091659" y="4358243"/>
              <a:ext cx="914400" cy="914400"/>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108" name="グループ化 107">
            <a:extLst>
              <a:ext uri="{FF2B5EF4-FFF2-40B4-BE49-F238E27FC236}">
                <a16:creationId xmlns:a16="http://schemas.microsoft.com/office/drawing/2014/main" id="{287EE808-4CBD-63AC-C2B1-3B1200F15E6B}"/>
              </a:ext>
            </a:extLst>
          </p:cNvPr>
          <p:cNvGrpSpPr/>
          <p:nvPr/>
        </p:nvGrpSpPr>
        <p:grpSpPr>
          <a:xfrm>
            <a:off x="8111059" y="1475766"/>
            <a:ext cx="2269011" cy="2269011"/>
            <a:chOff x="2030967" y="2294494"/>
            <a:chExt cx="2269011" cy="2269011"/>
          </a:xfrm>
        </p:grpSpPr>
        <p:pic>
          <p:nvPicPr>
            <p:cNvPr id="80" name="図 79">
              <a:extLst>
                <a:ext uri="{FF2B5EF4-FFF2-40B4-BE49-F238E27FC236}">
                  <a16:creationId xmlns:a16="http://schemas.microsoft.com/office/drawing/2014/main" id="{8221D96E-0CA4-F260-5802-683749E7EB17}"/>
                </a:ext>
              </a:extLst>
            </p:cNvPr>
            <p:cNvPicPr>
              <a:picLocks noChangeAspect="1"/>
            </p:cNvPicPr>
            <p:nvPr/>
          </p:nvPicPr>
          <p:blipFill>
            <a:blip r:embed="rId5">
              <a:duotone>
                <a:prstClr val="black"/>
                <a:schemeClr val="accent1">
                  <a:tint val="45000"/>
                  <a:satMod val="400000"/>
                </a:schemeClr>
              </a:duotone>
              <a:extLst>
                <a:ext uri="{28A0092B-C50C-407E-A947-70E740481C1C}">
                  <a14:useLocalDpi xmlns:a14="http://schemas.microsoft.com/office/drawing/2010/main" val="0"/>
                </a:ext>
              </a:extLst>
            </a:blip>
            <a:stretch>
              <a:fillRect/>
            </a:stretch>
          </p:blipFill>
          <p:spPr>
            <a:xfrm>
              <a:off x="2030967" y="2294494"/>
              <a:ext cx="2269011" cy="2269011"/>
            </a:xfrm>
            <a:prstGeom prst="rect">
              <a:avLst/>
            </a:prstGeom>
          </p:spPr>
        </p:pic>
        <p:sp>
          <p:nvSpPr>
            <p:cNvPr id="82" name="テキスト ボックス 81">
              <a:extLst>
                <a:ext uri="{FF2B5EF4-FFF2-40B4-BE49-F238E27FC236}">
                  <a16:creationId xmlns:a16="http://schemas.microsoft.com/office/drawing/2014/main" id="{2AAF92A8-BCEC-FEA8-E621-AAB3F74CFFBA}"/>
                </a:ext>
              </a:extLst>
            </p:cNvPr>
            <p:cNvSpPr txBox="1"/>
            <p:nvPr/>
          </p:nvSpPr>
          <p:spPr>
            <a:xfrm flipH="1">
              <a:off x="2680399" y="3136612"/>
              <a:ext cx="1107996" cy="461665"/>
            </a:xfrm>
            <a:prstGeom prst="rect">
              <a:avLst/>
            </a:prstGeom>
            <a:noFill/>
            <a:effectLst>
              <a:glow rad="63500">
                <a:schemeClr val="bg1">
                  <a:lumMod val="95000"/>
                  <a:alpha val="40000"/>
                </a:schemeClr>
              </a:glow>
            </a:effectLst>
          </p:spPr>
          <p:txBody>
            <a:bodyPr wrap="none" rtlCol="0">
              <a:spAutoFit/>
            </a:bodyPr>
            <a:lstStyle/>
            <a:p>
              <a:r>
                <a:rPr kumimoji="1" lang="ja-JP" altLang="en-US" sz="2400" b="1">
                  <a:solidFill>
                    <a:schemeClr val="tx1">
                      <a:lumMod val="85000"/>
                      <a:lumOff val="15000"/>
                    </a:schemeClr>
                  </a:solidFill>
                  <a:effectLst>
                    <a:glow rad="101600">
                      <a:schemeClr val="bg1">
                        <a:lumMod val="95000"/>
                        <a:alpha val="9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rPr>
                <a:t>バトル</a:t>
              </a:r>
              <a:endParaRPr kumimoji="1" lang="ja-JP" altLang="en-US" sz="2400" b="1" dirty="0">
                <a:solidFill>
                  <a:schemeClr val="tx1">
                    <a:lumMod val="85000"/>
                    <a:lumOff val="15000"/>
                  </a:schemeClr>
                </a:solidFill>
                <a:effectLst>
                  <a:glow rad="101600">
                    <a:schemeClr val="bg1">
                      <a:lumMod val="95000"/>
                      <a:alpha val="9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84" name="テキスト ボックス 83">
            <a:extLst>
              <a:ext uri="{FF2B5EF4-FFF2-40B4-BE49-F238E27FC236}">
                <a16:creationId xmlns:a16="http://schemas.microsoft.com/office/drawing/2014/main" id="{B3BF766E-F101-986F-3805-B8E47BC768DA}"/>
              </a:ext>
            </a:extLst>
          </p:cNvPr>
          <p:cNvSpPr txBox="1"/>
          <p:nvPr/>
        </p:nvSpPr>
        <p:spPr>
          <a:xfrm flipH="1">
            <a:off x="206635" y="5825231"/>
            <a:ext cx="441147" cy="400110"/>
          </a:xfrm>
          <a:prstGeom prst="rect">
            <a:avLst/>
          </a:prstGeom>
          <a:noFill/>
          <a:effectLst/>
        </p:spPr>
        <p:txBody>
          <a:bodyPr wrap="none" rtlCol="0">
            <a:spAutoFit/>
          </a:bodyPr>
          <a:lstStyle/>
          <a:p>
            <a:pPr algn="ctr"/>
            <a:r>
              <a:rPr kumimoji="1" lang="en-US" altLang="ja-JP" sz="2000">
                <a:solidFill>
                  <a:schemeClr val="bg1">
                    <a:lumMod val="75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rPr>
              <a:t>00</a:t>
            </a:r>
            <a:endParaRPr kumimoji="1" lang="ja-JP" altLang="en-US" sz="2000" dirty="0">
              <a:solidFill>
                <a:schemeClr val="bg1">
                  <a:lumMod val="75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86" name="テキスト ボックス 85">
            <a:extLst>
              <a:ext uri="{FF2B5EF4-FFF2-40B4-BE49-F238E27FC236}">
                <a16:creationId xmlns:a16="http://schemas.microsoft.com/office/drawing/2014/main" id="{148FFE27-1F4D-CCF8-800E-79A9A5880F94}"/>
              </a:ext>
            </a:extLst>
          </p:cNvPr>
          <p:cNvSpPr txBox="1"/>
          <p:nvPr/>
        </p:nvSpPr>
        <p:spPr>
          <a:xfrm flipH="1">
            <a:off x="2136068" y="5825231"/>
            <a:ext cx="441147" cy="400110"/>
          </a:xfrm>
          <a:prstGeom prst="rect">
            <a:avLst/>
          </a:prstGeom>
          <a:noFill/>
          <a:effectLst/>
        </p:spPr>
        <p:txBody>
          <a:bodyPr wrap="none" rtlCol="0">
            <a:spAutoFit/>
          </a:bodyPr>
          <a:lstStyle/>
          <a:p>
            <a:pPr algn="ctr"/>
            <a:r>
              <a:rPr kumimoji="1" lang="en-US" altLang="ja-JP" sz="2000">
                <a:solidFill>
                  <a:schemeClr val="bg1">
                    <a:lumMod val="75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rPr>
              <a:t>00</a:t>
            </a:r>
            <a:endParaRPr kumimoji="1" lang="ja-JP" altLang="en-US" sz="2000" dirty="0">
              <a:solidFill>
                <a:schemeClr val="bg1">
                  <a:lumMod val="75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88" name="テキスト ボックス 87">
            <a:extLst>
              <a:ext uri="{FF2B5EF4-FFF2-40B4-BE49-F238E27FC236}">
                <a16:creationId xmlns:a16="http://schemas.microsoft.com/office/drawing/2014/main" id="{DC5A612F-E05C-9E99-0972-26ADA34835CB}"/>
              </a:ext>
            </a:extLst>
          </p:cNvPr>
          <p:cNvSpPr txBox="1"/>
          <p:nvPr/>
        </p:nvSpPr>
        <p:spPr>
          <a:xfrm flipH="1">
            <a:off x="5994934" y="5825231"/>
            <a:ext cx="441147" cy="400110"/>
          </a:xfrm>
          <a:prstGeom prst="rect">
            <a:avLst/>
          </a:prstGeom>
          <a:noFill/>
          <a:effectLst/>
        </p:spPr>
        <p:txBody>
          <a:bodyPr wrap="none" rtlCol="0">
            <a:spAutoFit/>
          </a:bodyPr>
          <a:lstStyle/>
          <a:p>
            <a:pPr algn="ctr"/>
            <a:r>
              <a:rPr kumimoji="1" lang="en-US" altLang="ja-JP" sz="2000">
                <a:solidFill>
                  <a:schemeClr val="bg1">
                    <a:lumMod val="50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rPr>
              <a:t>00</a:t>
            </a:r>
            <a:endParaRPr kumimoji="1" lang="ja-JP" altLang="en-US" sz="2000" dirty="0">
              <a:solidFill>
                <a:schemeClr val="bg1">
                  <a:lumMod val="50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5" name="グループ化 4">
            <a:extLst>
              <a:ext uri="{FF2B5EF4-FFF2-40B4-BE49-F238E27FC236}">
                <a16:creationId xmlns:a16="http://schemas.microsoft.com/office/drawing/2014/main" id="{9A839E8A-08DC-BF64-E206-C08DA9D863F4}"/>
              </a:ext>
            </a:extLst>
          </p:cNvPr>
          <p:cNvGrpSpPr/>
          <p:nvPr/>
        </p:nvGrpSpPr>
        <p:grpSpPr>
          <a:xfrm>
            <a:off x="7810131" y="5716844"/>
            <a:ext cx="650436" cy="650436"/>
            <a:chOff x="7810131" y="4669094"/>
            <a:chExt cx="650436" cy="650436"/>
          </a:xfrm>
        </p:grpSpPr>
        <p:sp>
          <p:nvSpPr>
            <p:cNvPr id="70" name="楕円 69">
              <a:extLst>
                <a:ext uri="{FF2B5EF4-FFF2-40B4-BE49-F238E27FC236}">
                  <a16:creationId xmlns:a16="http://schemas.microsoft.com/office/drawing/2014/main" id="{34EC314B-9757-C2D0-2261-66821B336CC1}"/>
                </a:ext>
              </a:extLst>
            </p:cNvPr>
            <p:cNvSpPr/>
            <p:nvPr/>
          </p:nvSpPr>
          <p:spPr>
            <a:xfrm>
              <a:off x="7810131" y="4669094"/>
              <a:ext cx="650436" cy="650436"/>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0" name="テキスト ボックス 89">
              <a:extLst>
                <a:ext uri="{FF2B5EF4-FFF2-40B4-BE49-F238E27FC236}">
                  <a16:creationId xmlns:a16="http://schemas.microsoft.com/office/drawing/2014/main" id="{58CB1AE7-B8D8-9A84-5D2D-D15357D04DDF}"/>
                </a:ext>
              </a:extLst>
            </p:cNvPr>
            <p:cNvSpPr txBox="1"/>
            <p:nvPr/>
          </p:nvSpPr>
          <p:spPr>
            <a:xfrm flipH="1">
              <a:off x="7924367" y="4777481"/>
              <a:ext cx="441147" cy="400110"/>
            </a:xfrm>
            <a:prstGeom prst="rect">
              <a:avLst/>
            </a:prstGeom>
            <a:noFill/>
            <a:effectLst/>
          </p:spPr>
          <p:txBody>
            <a:bodyPr wrap="none" rtlCol="0">
              <a:spAutoFit/>
            </a:bodyPr>
            <a:lstStyle/>
            <a:p>
              <a:pPr algn="ctr"/>
              <a:r>
                <a:rPr kumimoji="1" lang="en-US" altLang="ja-JP" sz="2000">
                  <a:solidFill>
                    <a:schemeClr val="bg1">
                      <a:lumMod val="50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rPr>
                <a:t>00</a:t>
              </a:r>
              <a:endParaRPr kumimoji="1" lang="ja-JP" altLang="en-US" sz="2000" dirty="0">
                <a:solidFill>
                  <a:schemeClr val="bg1">
                    <a:lumMod val="50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92" name="テキスト ボックス 91">
            <a:extLst>
              <a:ext uri="{FF2B5EF4-FFF2-40B4-BE49-F238E27FC236}">
                <a16:creationId xmlns:a16="http://schemas.microsoft.com/office/drawing/2014/main" id="{A4FB55E2-2E17-4094-48ED-C2CDECA49C8A}"/>
              </a:ext>
            </a:extLst>
          </p:cNvPr>
          <p:cNvSpPr txBox="1"/>
          <p:nvPr/>
        </p:nvSpPr>
        <p:spPr>
          <a:xfrm flipH="1">
            <a:off x="9853800" y="5825231"/>
            <a:ext cx="441147" cy="400110"/>
          </a:xfrm>
          <a:prstGeom prst="rect">
            <a:avLst/>
          </a:prstGeom>
          <a:noFill/>
          <a:effectLst/>
        </p:spPr>
        <p:txBody>
          <a:bodyPr wrap="none" rtlCol="0">
            <a:spAutoFit/>
          </a:bodyPr>
          <a:lstStyle/>
          <a:p>
            <a:pPr algn="ctr"/>
            <a:r>
              <a:rPr kumimoji="1" lang="en-US" altLang="ja-JP" sz="2000">
                <a:solidFill>
                  <a:schemeClr val="bg1">
                    <a:lumMod val="50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rPr>
              <a:t>00</a:t>
            </a:r>
            <a:endParaRPr kumimoji="1" lang="ja-JP" altLang="en-US" sz="2000" dirty="0">
              <a:solidFill>
                <a:schemeClr val="bg1">
                  <a:lumMod val="50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94" name="テキスト ボックス 93">
            <a:extLst>
              <a:ext uri="{FF2B5EF4-FFF2-40B4-BE49-F238E27FC236}">
                <a16:creationId xmlns:a16="http://schemas.microsoft.com/office/drawing/2014/main" id="{7CE1B1F1-B7DC-76DB-6BB7-E9BBB15072C4}"/>
              </a:ext>
            </a:extLst>
          </p:cNvPr>
          <p:cNvSpPr txBox="1"/>
          <p:nvPr/>
        </p:nvSpPr>
        <p:spPr>
          <a:xfrm flipH="1">
            <a:off x="11783232" y="5825231"/>
            <a:ext cx="441147" cy="400110"/>
          </a:xfrm>
          <a:prstGeom prst="rect">
            <a:avLst/>
          </a:prstGeom>
          <a:noFill/>
          <a:effectLst/>
        </p:spPr>
        <p:txBody>
          <a:bodyPr wrap="none" rtlCol="0">
            <a:spAutoFit/>
          </a:bodyPr>
          <a:lstStyle/>
          <a:p>
            <a:pPr algn="ctr"/>
            <a:r>
              <a:rPr kumimoji="1" lang="en-US" altLang="ja-JP" sz="2000">
                <a:solidFill>
                  <a:schemeClr val="bg1">
                    <a:lumMod val="50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rPr>
              <a:t>00</a:t>
            </a:r>
            <a:endParaRPr kumimoji="1" lang="ja-JP" altLang="en-US" sz="2000" dirty="0">
              <a:solidFill>
                <a:schemeClr val="bg1">
                  <a:lumMod val="50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96" name="テキスト ボックス 95">
            <a:extLst>
              <a:ext uri="{FF2B5EF4-FFF2-40B4-BE49-F238E27FC236}">
                <a16:creationId xmlns:a16="http://schemas.microsoft.com/office/drawing/2014/main" id="{052731AD-33A5-330D-5752-217FB22C5C43}"/>
              </a:ext>
            </a:extLst>
          </p:cNvPr>
          <p:cNvSpPr txBox="1"/>
          <p:nvPr/>
        </p:nvSpPr>
        <p:spPr>
          <a:xfrm flipH="1">
            <a:off x="4065501" y="5825231"/>
            <a:ext cx="441147" cy="400110"/>
          </a:xfrm>
          <a:prstGeom prst="rect">
            <a:avLst/>
          </a:prstGeom>
          <a:noFill/>
          <a:effectLst/>
        </p:spPr>
        <p:txBody>
          <a:bodyPr wrap="none" rtlCol="0">
            <a:spAutoFit/>
          </a:bodyPr>
          <a:lstStyle/>
          <a:p>
            <a:pPr algn="ctr"/>
            <a:r>
              <a:rPr kumimoji="1" lang="en-US" altLang="ja-JP" sz="2000">
                <a:solidFill>
                  <a:schemeClr val="bg1">
                    <a:lumMod val="75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rPr>
              <a:t>00</a:t>
            </a:r>
            <a:endParaRPr kumimoji="1" lang="ja-JP" altLang="en-US" sz="2000" dirty="0">
              <a:solidFill>
                <a:schemeClr val="bg1">
                  <a:lumMod val="75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101" name="グループ化 100">
            <a:extLst>
              <a:ext uri="{FF2B5EF4-FFF2-40B4-BE49-F238E27FC236}">
                <a16:creationId xmlns:a16="http://schemas.microsoft.com/office/drawing/2014/main" id="{42D44BB3-60FB-E53A-358B-D32EA3F9CB36}"/>
              </a:ext>
            </a:extLst>
          </p:cNvPr>
          <p:cNvGrpSpPr/>
          <p:nvPr/>
        </p:nvGrpSpPr>
        <p:grpSpPr>
          <a:xfrm>
            <a:off x="2123001" y="2996286"/>
            <a:ext cx="2520982" cy="2520982"/>
            <a:chOff x="8328573" y="864740"/>
            <a:chExt cx="2520982" cy="2520982"/>
          </a:xfrm>
        </p:grpSpPr>
        <p:pic>
          <p:nvPicPr>
            <p:cNvPr id="98" name="図 97">
              <a:extLst>
                <a:ext uri="{FF2B5EF4-FFF2-40B4-BE49-F238E27FC236}">
                  <a16:creationId xmlns:a16="http://schemas.microsoft.com/office/drawing/2014/main" id="{6C023578-15BA-E80F-B962-3966930040D9}"/>
                </a:ext>
              </a:extLst>
            </p:cNvPr>
            <p:cNvPicPr>
              <a:picLocks noChangeAspect="1"/>
            </p:cNvPicPr>
            <p:nvPr/>
          </p:nvPicPr>
          <p:blipFill>
            <a:blip r:embed="rId6">
              <a:grayscl/>
              <a:extLst>
                <a:ext uri="{28A0092B-C50C-407E-A947-70E740481C1C}">
                  <a14:useLocalDpi xmlns:a14="http://schemas.microsoft.com/office/drawing/2010/main" val="0"/>
                </a:ext>
              </a:extLst>
            </a:blip>
            <a:stretch>
              <a:fillRect/>
            </a:stretch>
          </p:blipFill>
          <p:spPr>
            <a:xfrm>
              <a:off x="8328573" y="864740"/>
              <a:ext cx="2520982" cy="2520982"/>
            </a:xfrm>
            <a:prstGeom prst="rect">
              <a:avLst/>
            </a:prstGeom>
          </p:spPr>
        </p:pic>
        <p:sp>
          <p:nvSpPr>
            <p:cNvPr id="100" name="テキスト ボックス 99">
              <a:extLst>
                <a:ext uri="{FF2B5EF4-FFF2-40B4-BE49-F238E27FC236}">
                  <a16:creationId xmlns:a16="http://schemas.microsoft.com/office/drawing/2014/main" id="{EB20F9D3-3438-7723-6E6B-2F934203052F}"/>
                </a:ext>
              </a:extLst>
            </p:cNvPr>
            <p:cNvSpPr txBox="1"/>
            <p:nvPr/>
          </p:nvSpPr>
          <p:spPr>
            <a:xfrm flipH="1">
              <a:off x="8727290" y="1791682"/>
              <a:ext cx="1723549" cy="461665"/>
            </a:xfrm>
            <a:prstGeom prst="rect">
              <a:avLst/>
            </a:prstGeom>
            <a:noFill/>
            <a:effectLst>
              <a:glow rad="63500">
                <a:schemeClr val="bg1">
                  <a:lumMod val="95000"/>
                  <a:alpha val="40000"/>
                </a:schemeClr>
              </a:glow>
            </a:effectLst>
          </p:spPr>
          <p:txBody>
            <a:bodyPr wrap="none" rtlCol="0">
              <a:spAutoFit/>
            </a:bodyPr>
            <a:lstStyle/>
            <a:p>
              <a:r>
                <a:rPr kumimoji="1" lang="ja-JP" altLang="en-US" sz="2400" b="1">
                  <a:solidFill>
                    <a:schemeClr val="tx1">
                      <a:lumMod val="85000"/>
                      <a:lumOff val="15000"/>
                    </a:schemeClr>
                  </a:solidFill>
                  <a:effectLst>
                    <a:glow rad="101600">
                      <a:schemeClr val="bg1">
                        <a:lumMod val="95000"/>
                        <a:alpha val="9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rPr>
                <a:t>ストーリー</a:t>
              </a:r>
              <a:endParaRPr kumimoji="1" lang="ja-JP" altLang="en-US" sz="2400" b="1" dirty="0">
                <a:solidFill>
                  <a:schemeClr val="tx1">
                    <a:lumMod val="85000"/>
                    <a:lumOff val="15000"/>
                  </a:schemeClr>
                </a:solidFill>
                <a:effectLst>
                  <a:glow rad="101600">
                    <a:schemeClr val="bg1">
                      <a:lumMod val="95000"/>
                      <a:alpha val="9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02" name="グループ化 101">
            <a:extLst>
              <a:ext uri="{FF2B5EF4-FFF2-40B4-BE49-F238E27FC236}">
                <a16:creationId xmlns:a16="http://schemas.microsoft.com/office/drawing/2014/main" id="{810D423B-7D6B-BD86-6045-CDC92F92D5FD}"/>
              </a:ext>
            </a:extLst>
          </p:cNvPr>
          <p:cNvGrpSpPr/>
          <p:nvPr/>
        </p:nvGrpSpPr>
        <p:grpSpPr>
          <a:xfrm>
            <a:off x="10774673" y="3066837"/>
            <a:ext cx="2520982" cy="2520982"/>
            <a:chOff x="8328573" y="864740"/>
            <a:chExt cx="2520982" cy="2520982"/>
          </a:xfrm>
        </p:grpSpPr>
        <p:pic>
          <p:nvPicPr>
            <p:cNvPr id="103" name="図 102">
              <a:extLst>
                <a:ext uri="{FF2B5EF4-FFF2-40B4-BE49-F238E27FC236}">
                  <a16:creationId xmlns:a16="http://schemas.microsoft.com/office/drawing/2014/main" id="{737C760E-C06A-94E2-EF4A-B4EC630DD2FC}"/>
                </a:ext>
              </a:extLst>
            </p:cNvPr>
            <p:cNvPicPr>
              <a:picLocks noChangeAspect="1"/>
            </p:cNvPicPr>
            <p:nvPr/>
          </p:nvPicPr>
          <p:blipFill>
            <a:blip r:embed="rId6">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8328573" y="864740"/>
              <a:ext cx="2520982" cy="2520982"/>
            </a:xfrm>
            <a:prstGeom prst="rect">
              <a:avLst/>
            </a:prstGeom>
          </p:spPr>
        </p:pic>
        <p:sp>
          <p:nvSpPr>
            <p:cNvPr id="104" name="テキスト ボックス 103">
              <a:extLst>
                <a:ext uri="{FF2B5EF4-FFF2-40B4-BE49-F238E27FC236}">
                  <a16:creationId xmlns:a16="http://schemas.microsoft.com/office/drawing/2014/main" id="{410BC733-706F-8A14-2DE4-680E1DD0FF06}"/>
                </a:ext>
              </a:extLst>
            </p:cNvPr>
            <p:cNvSpPr txBox="1"/>
            <p:nvPr/>
          </p:nvSpPr>
          <p:spPr>
            <a:xfrm flipH="1">
              <a:off x="8727290" y="1791682"/>
              <a:ext cx="1723549" cy="461665"/>
            </a:xfrm>
            <a:prstGeom prst="rect">
              <a:avLst/>
            </a:prstGeom>
            <a:noFill/>
            <a:effectLst>
              <a:glow rad="63500">
                <a:schemeClr val="bg1">
                  <a:lumMod val="95000"/>
                  <a:alpha val="40000"/>
                </a:schemeClr>
              </a:glow>
            </a:effectLst>
          </p:spPr>
          <p:txBody>
            <a:bodyPr wrap="none" rtlCol="0">
              <a:spAutoFit/>
            </a:bodyPr>
            <a:lstStyle/>
            <a:p>
              <a:r>
                <a:rPr kumimoji="1" lang="ja-JP" altLang="en-US" sz="2400" b="1">
                  <a:solidFill>
                    <a:schemeClr val="tx1">
                      <a:lumMod val="85000"/>
                      <a:lumOff val="15000"/>
                    </a:schemeClr>
                  </a:solidFill>
                  <a:effectLst>
                    <a:glow rad="101600">
                      <a:schemeClr val="bg1">
                        <a:lumMod val="95000"/>
                        <a:alpha val="9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rPr>
                <a:t>ストーリー</a:t>
              </a:r>
              <a:endParaRPr kumimoji="1" lang="ja-JP" altLang="en-US" sz="2400" b="1" dirty="0">
                <a:solidFill>
                  <a:schemeClr val="tx1">
                    <a:lumMod val="85000"/>
                    <a:lumOff val="15000"/>
                  </a:schemeClr>
                </a:solidFill>
                <a:effectLst>
                  <a:glow rad="101600">
                    <a:schemeClr val="bg1">
                      <a:lumMod val="95000"/>
                      <a:alpha val="9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05" name="グループ化 104">
            <a:extLst>
              <a:ext uri="{FF2B5EF4-FFF2-40B4-BE49-F238E27FC236}">
                <a16:creationId xmlns:a16="http://schemas.microsoft.com/office/drawing/2014/main" id="{776FCCD5-E72D-49ED-929C-9DC37282BDE2}"/>
              </a:ext>
            </a:extLst>
          </p:cNvPr>
          <p:cNvGrpSpPr/>
          <p:nvPr/>
        </p:nvGrpSpPr>
        <p:grpSpPr>
          <a:xfrm>
            <a:off x="-606354" y="1896408"/>
            <a:ext cx="2520982" cy="2520982"/>
            <a:chOff x="8328573" y="864740"/>
            <a:chExt cx="2520982" cy="2520982"/>
          </a:xfrm>
        </p:grpSpPr>
        <p:pic>
          <p:nvPicPr>
            <p:cNvPr id="106" name="図 105">
              <a:extLst>
                <a:ext uri="{FF2B5EF4-FFF2-40B4-BE49-F238E27FC236}">
                  <a16:creationId xmlns:a16="http://schemas.microsoft.com/office/drawing/2014/main" id="{77325585-D9BE-6A38-207B-5A899056F891}"/>
                </a:ext>
              </a:extLst>
            </p:cNvPr>
            <p:cNvPicPr>
              <a:picLocks noChangeAspect="1"/>
            </p:cNvPicPr>
            <p:nvPr/>
          </p:nvPicPr>
          <p:blipFill>
            <a:blip r:embed="rId6">
              <a:grayscl/>
              <a:extLst>
                <a:ext uri="{28A0092B-C50C-407E-A947-70E740481C1C}">
                  <a14:useLocalDpi xmlns:a14="http://schemas.microsoft.com/office/drawing/2010/main" val="0"/>
                </a:ext>
              </a:extLst>
            </a:blip>
            <a:stretch>
              <a:fillRect/>
            </a:stretch>
          </p:blipFill>
          <p:spPr>
            <a:xfrm>
              <a:off x="8328573" y="864740"/>
              <a:ext cx="2520982" cy="2520982"/>
            </a:xfrm>
            <a:prstGeom prst="rect">
              <a:avLst/>
            </a:prstGeom>
          </p:spPr>
        </p:pic>
        <p:sp>
          <p:nvSpPr>
            <p:cNvPr id="107" name="テキスト ボックス 106">
              <a:extLst>
                <a:ext uri="{FF2B5EF4-FFF2-40B4-BE49-F238E27FC236}">
                  <a16:creationId xmlns:a16="http://schemas.microsoft.com/office/drawing/2014/main" id="{837DF1E2-F5F2-FFDC-C577-7A4F74C94014}"/>
                </a:ext>
              </a:extLst>
            </p:cNvPr>
            <p:cNvSpPr txBox="1"/>
            <p:nvPr/>
          </p:nvSpPr>
          <p:spPr>
            <a:xfrm flipH="1">
              <a:off x="8727290" y="1791682"/>
              <a:ext cx="1723549" cy="461665"/>
            </a:xfrm>
            <a:prstGeom prst="rect">
              <a:avLst/>
            </a:prstGeom>
            <a:noFill/>
            <a:effectLst>
              <a:glow rad="63500">
                <a:schemeClr val="bg1">
                  <a:lumMod val="95000"/>
                  <a:alpha val="40000"/>
                </a:schemeClr>
              </a:glow>
            </a:effectLst>
          </p:spPr>
          <p:txBody>
            <a:bodyPr wrap="none" rtlCol="0">
              <a:spAutoFit/>
            </a:bodyPr>
            <a:lstStyle/>
            <a:p>
              <a:r>
                <a:rPr kumimoji="1" lang="ja-JP" altLang="en-US" sz="2400" b="1">
                  <a:solidFill>
                    <a:schemeClr val="tx1">
                      <a:lumMod val="85000"/>
                      <a:lumOff val="15000"/>
                    </a:schemeClr>
                  </a:solidFill>
                  <a:effectLst>
                    <a:glow rad="101600">
                      <a:schemeClr val="bg1">
                        <a:lumMod val="95000"/>
                        <a:alpha val="9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rPr>
                <a:t>ストーリー</a:t>
              </a:r>
              <a:endParaRPr kumimoji="1" lang="ja-JP" altLang="en-US" sz="2400" b="1" dirty="0">
                <a:solidFill>
                  <a:schemeClr val="tx1">
                    <a:lumMod val="85000"/>
                    <a:lumOff val="15000"/>
                  </a:schemeClr>
                </a:solidFill>
                <a:effectLst>
                  <a:glow rad="101600">
                    <a:schemeClr val="bg1">
                      <a:lumMod val="95000"/>
                      <a:alpha val="9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pic>
        <p:nvPicPr>
          <p:cNvPr id="110" name="図 109">
            <a:extLst>
              <a:ext uri="{FF2B5EF4-FFF2-40B4-BE49-F238E27FC236}">
                <a16:creationId xmlns:a16="http://schemas.microsoft.com/office/drawing/2014/main" id="{08BA864E-5A15-C27B-C30A-19EC868DAF03}"/>
              </a:ext>
            </a:extLst>
          </p:cNvPr>
          <p:cNvPicPr>
            <a:picLocks noChangeAspect="1"/>
          </p:cNvPicPr>
          <p:nvPr/>
        </p:nvPicPr>
        <p:blipFill>
          <a:blip r:embed="rId7">
            <a:grayscl/>
            <a:extLst>
              <a:ext uri="{28A0092B-C50C-407E-A947-70E740481C1C}">
                <a14:useLocalDpi xmlns:a14="http://schemas.microsoft.com/office/drawing/2010/main" val="0"/>
              </a:ext>
            </a:extLst>
          </a:blip>
          <a:stretch>
            <a:fillRect/>
          </a:stretch>
        </p:blipFill>
        <p:spPr>
          <a:xfrm>
            <a:off x="2911181" y="3784466"/>
            <a:ext cx="944622" cy="944622"/>
          </a:xfrm>
          <a:prstGeom prst="rect">
            <a:avLst/>
          </a:prstGeom>
        </p:spPr>
      </p:pic>
      <p:pic>
        <p:nvPicPr>
          <p:cNvPr id="112" name="図 111">
            <a:extLst>
              <a:ext uri="{FF2B5EF4-FFF2-40B4-BE49-F238E27FC236}">
                <a16:creationId xmlns:a16="http://schemas.microsoft.com/office/drawing/2014/main" id="{F44D26AD-6259-BF5D-BF82-AF180B977016}"/>
              </a:ext>
            </a:extLst>
          </p:cNvPr>
          <p:cNvPicPr>
            <a:picLocks noChangeAspect="1"/>
          </p:cNvPicPr>
          <p:nvPr/>
        </p:nvPicPr>
        <p:blipFill>
          <a:blip r:embed="rId7">
            <a:grayscl/>
            <a:extLst>
              <a:ext uri="{28A0092B-C50C-407E-A947-70E740481C1C}">
                <a14:useLocalDpi xmlns:a14="http://schemas.microsoft.com/office/drawing/2010/main" val="0"/>
              </a:ext>
            </a:extLst>
          </a:blip>
          <a:stretch>
            <a:fillRect/>
          </a:stretch>
        </p:blipFill>
        <p:spPr>
          <a:xfrm>
            <a:off x="175471" y="2689183"/>
            <a:ext cx="944622" cy="944622"/>
          </a:xfrm>
          <a:prstGeom prst="rect">
            <a:avLst/>
          </a:prstGeom>
        </p:spPr>
      </p:pic>
      <p:cxnSp>
        <p:nvCxnSpPr>
          <p:cNvPr id="113" name="直線コネクタ 112">
            <a:extLst>
              <a:ext uri="{FF2B5EF4-FFF2-40B4-BE49-F238E27FC236}">
                <a16:creationId xmlns:a16="http://schemas.microsoft.com/office/drawing/2014/main" id="{5BC3C6A7-58C1-4B8A-5D25-FBE5C2DF1966}"/>
              </a:ext>
            </a:extLst>
          </p:cNvPr>
          <p:cNvCxnSpPr>
            <a:cxnSpLocks/>
            <a:stCxn id="110" idx="0"/>
          </p:cNvCxnSpPr>
          <p:nvPr/>
        </p:nvCxnSpPr>
        <p:spPr>
          <a:xfrm flipV="1">
            <a:off x="3383492" y="2996286"/>
            <a:ext cx="2994028" cy="788180"/>
          </a:xfrm>
          <a:prstGeom prst="line">
            <a:avLst/>
          </a:prstGeom>
          <a:ln w="63500">
            <a:solidFill>
              <a:srgbClr val="FFA4F3"/>
            </a:solidFill>
            <a:prstDash val="sysDash"/>
          </a:ln>
        </p:spPr>
        <p:style>
          <a:lnRef idx="2">
            <a:schemeClr val="accent1"/>
          </a:lnRef>
          <a:fillRef idx="0">
            <a:schemeClr val="accent1"/>
          </a:fillRef>
          <a:effectRef idx="1">
            <a:schemeClr val="accent1"/>
          </a:effectRef>
          <a:fontRef idx="minor">
            <a:schemeClr val="tx1"/>
          </a:fontRef>
        </p:style>
      </p:cxnSp>
      <p:cxnSp>
        <p:nvCxnSpPr>
          <p:cNvPr id="117" name="直線コネクタ 116">
            <a:extLst>
              <a:ext uri="{FF2B5EF4-FFF2-40B4-BE49-F238E27FC236}">
                <a16:creationId xmlns:a16="http://schemas.microsoft.com/office/drawing/2014/main" id="{A61E0961-42EC-7A6C-375A-16BCA558430D}"/>
              </a:ext>
            </a:extLst>
          </p:cNvPr>
          <p:cNvCxnSpPr>
            <a:cxnSpLocks/>
            <a:stCxn id="110" idx="0"/>
            <a:endCxn id="112" idx="0"/>
          </p:cNvCxnSpPr>
          <p:nvPr/>
        </p:nvCxnSpPr>
        <p:spPr>
          <a:xfrm flipH="1" flipV="1">
            <a:off x="647782" y="2689183"/>
            <a:ext cx="2735710" cy="1095283"/>
          </a:xfrm>
          <a:prstGeom prst="line">
            <a:avLst/>
          </a:prstGeom>
          <a:ln w="63500">
            <a:solidFill>
              <a:srgbClr val="FFA4F3"/>
            </a:solidFill>
            <a:prstDash val="sysDash"/>
          </a:ln>
        </p:spPr>
        <p:style>
          <a:lnRef idx="2">
            <a:schemeClr val="accent1"/>
          </a:lnRef>
          <a:fillRef idx="0">
            <a:schemeClr val="accent1"/>
          </a:fillRef>
          <a:effectRef idx="1">
            <a:schemeClr val="accent1"/>
          </a:effectRef>
          <a:fontRef idx="minor">
            <a:schemeClr val="tx1"/>
          </a:fontRef>
        </p:style>
      </p:cxnSp>
      <p:grpSp>
        <p:nvGrpSpPr>
          <p:cNvPr id="124" name="グループ化 123">
            <a:extLst>
              <a:ext uri="{FF2B5EF4-FFF2-40B4-BE49-F238E27FC236}">
                <a16:creationId xmlns:a16="http://schemas.microsoft.com/office/drawing/2014/main" id="{607B4015-CDF7-035A-E508-DD9CA2BA4292}"/>
              </a:ext>
            </a:extLst>
          </p:cNvPr>
          <p:cNvGrpSpPr/>
          <p:nvPr/>
        </p:nvGrpSpPr>
        <p:grpSpPr>
          <a:xfrm>
            <a:off x="5738645" y="1370198"/>
            <a:ext cx="1230262" cy="1230262"/>
            <a:chOff x="5881972" y="962320"/>
            <a:chExt cx="990440" cy="990440"/>
          </a:xfrm>
        </p:grpSpPr>
        <p:sp>
          <p:nvSpPr>
            <p:cNvPr id="51" name="涙形 50">
              <a:extLst>
                <a:ext uri="{FF2B5EF4-FFF2-40B4-BE49-F238E27FC236}">
                  <a16:creationId xmlns:a16="http://schemas.microsoft.com/office/drawing/2014/main" id="{E310B8F5-5EB1-C324-0926-E9BC5A84E077}"/>
                </a:ext>
              </a:extLst>
            </p:cNvPr>
            <p:cNvSpPr/>
            <p:nvPr/>
          </p:nvSpPr>
          <p:spPr>
            <a:xfrm rot="8079010">
              <a:off x="5881972" y="962320"/>
              <a:ext cx="990440" cy="990440"/>
            </a:xfrm>
            <a:prstGeom prst="teardrop">
              <a:avLst>
                <a:gd name="adj" fmla="val 127170"/>
              </a:avLst>
            </a:prstGeom>
            <a:solidFill>
              <a:srgbClr val="FFA4F3"/>
            </a:solidFill>
            <a:ln>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3" name="二等辺三角形 122">
              <a:extLst>
                <a:ext uri="{FF2B5EF4-FFF2-40B4-BE49-F238E27FC236}">
                  <a16:creationId xmlns:a16="http://schemas.microsoft.com/office/drawing/2014/main" id="{209BF90D-6545-465C-87D9-DC544BB3ABE8}"/>
                </a:ext>
              </a:extLst>
            </p:cNvPr>
            <p:cNvSpPr/>
            <p:nvPr/>
          </p:nvSpPr>
          <p:spPr>
            <a:xfrm rot="5400000">
              <a:off x="6146729" y="1188589"/>
              <a:ext cx="596979" cy="514637"/>
            </a:xfrm>
            <a:prstGeom prst="triangl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Tree>
    <p:extLst>
      <p:ext uri="{BB962C8B-B14F-4D97-AF65-F5344CB8AC3E}">
        <p14:creationId xmlns:p14="http://schemas.microsoft.com/office/powerpoint/2010/main" val="266888152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gradFill flip="none" rotWithShape="1">
          <a:gsLst>
            <a:gs pos="27000">
              <a:schemeClr val="tx1">
                <a:lumMod val="85000"/>
                <a:lumOff val="15000"/>
              </a:schemeClr>
            </a:gs>
            <a:gs pos="97000">
              <a:schemeClr val="tx1">
                <a:lumMod val="85000"/>
                <a:lumOff val="15000"/>
              </a:schemeClr>
            </a:gs>
            <a:gs pos="74000">
              <a:schemeClr val="tx1">
                <a:lumMod val="75000"/>
                <a:lumOff val="25000"/>
              </a:schemeClr>
            </a:gs>
          </a:gsLst>
          <a:lin ang="16200000" scaled="1"/>
          <a:tileRect/>
        </a:gradFill>
        <a:effectLst/>
      </p:bgPr>
    </p:bg>
    <p:spTree>
      <p:nvGrpSpPr>
        <p:cNvPr id="1" name="">
          <a:extLst>
            <a:ext uri="{FF2B5EF4-FFF2-40B4-BE49-F238E27FC236}">
              <a16:creationId xmlns:a16="http://schemas.microsoft.com/office/drawing/2014/main" id="{C86559F0-794D-B332-7ACA-B087F92CE9D4}"/>
            </a:ext>
          </a:extLst>
        </p:cNvPr>
        <p:cNvGrpSpPr/>
        <p:nvPr/>
      </p:nvGrpSpPr>
      <p:grpSpPr>
        <a:xfrm>
          <a:off x="0" y="0"/>
          <a:ext cx="0" cy="0"/>
          <a:chOff x="0" y="0"/>
          <a:chExt cx="0" cy="0"/>
        </a:xfrm>
      </p:grpSpPr>
      <p:grpSp>
        <p:nvGrpSpPr>
          <p:cNvPr id="64" name="グループ化 63">
            <a:extLst>
              <a:ext uri="{FF2B5EF4-FFF2-40B4-BE49-F238E27FC236}">
                <a16:creationId xmlns:a16="http://schemas.microsoft.com/office/drawing/2014/main" id="{E7A6884E-FFB4-7481-19CC-BDBB74ED21B0}"/>
              </a:ext>
            </a:extLst>
          </p:cNvPr>
          <p:cNvGrpSpPr/>
          <p:nvPr/>
        </p:nvGrpSpPr>
        <p:grpSpPr>
          <a:xfrm>
            <a:off x="5883738" y="5720672"/>
            <a:ext cx="2579659" cy="650436"/>
            <a:chOff x="379505" y="4358243"/>
            <a:chExt cx="3626554" cy="914400"/>
          </a:xfrm>
        </p:grpSpPr>
        <p:cxnSp>
          <p:nvCxnSpPr>
            <p:cNvPr id="65" name="直線コネクタ 64">
              <a:extLst>
                <a:ext uri="{FF2B5EF4-FFF2-40B4-BE49-F238E27FC236}">
                  <a16:creationId xmlns:a16="http://schemas.microsoft.com/office/drawing/2014/main" id="{9821C186-9F15-4232-4E7E-AE7DF6A3A5D1}"/>
                </a:ext>
              </a:extLst>
            </p:cNvPr>
            <p:cNvCxnSpPr>
              <a:cxnSpLocks/>
              <a:stCxn id="66" idx="6"/>
              <a:endCxn id="67" idx="2"/>
            </p:cNvCxnSpPr>
            <p:nvPr/>
          </p:nvCxnSpPr>
          <p:spPr>
            <a:xfrm>
              <a:off x="1293905" y="4815443"/>
              <a:ext cx="1797754" cy="0"/>
            </a:xfrm>
            <a:prstGeom prst="line">
              <a:avLst/>
            </a:prstGeom>
            <a:ln w="63500">
              <a:solidFill>
                <a:schemeClr val="bg1">
                  <a:lumMod val="95000"/>
                </a:schemeClr>
              </a:solidFill>
              <a:prstDash val="sysDash"/>
            </a:ln>
          </p:spPr>
          <p:style>
            <a:lnRef idx="2">
              <a:schemeClr val="accent1"/>
            </a:lnRef>
            <a:fillRef idx="0">
              <a:schemeClr val="accent1"/>
            </a:fillRef>
            <a:effectRef idx="1">
              <a:schemeClr val="accent1"/>
            </a:effectRef>
            <a:fontRef idx="minor">
              <a:schemeClr val="tx1"/>
            </a:fontRef>
          </p:style>
        </p:cxnSp>
        <p:sp>
          <p:nvSpPr>
            <p:cNvPr id="66" name="楕円 65">
              <a:extLst>
                <a:ext uri="{FF2B5EF4-FFF2-40B4-BE49-F238E27FC236}">
                  <a16:creationId xmlns:a16="http://schemas.microsoft.com/office/drawing/2014/main" id="{A5A77FA7-3E83-C875-28FD-BCC32043170A}"/>
                </a:ext>
              </a:extLst>
            </p:cNvPr>
            <p:cNvSpPr/>
            <p:nvPr/>
          </p:nvSpPr>
          <p:spPr>
            <a:xfrm>
              <a:off x="379505" y="4358243"/>
              <a:ext cx="914400" cy="914400"/>
            </a:xfrm>
            <a:prstGeom prst="ellipse">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7" name="楕円 66">
              <a:extLst>
                <a:ext uri="{FF2B5EF4-FFF2-40B4-BE49-F238E27FC236}">
                  <a16:creationId xmlns:a16="http://schemas.microsoft.com/office/drawing/2014/main" id="{DEF8F42A-6364-201C-2A59-F0ED3ED2AF29}"/>
                </a:ext>
              </a:extLst>
            </p:cNvPr>
            <p:cNvSpPr/>
            <p:nvPr/>
          </p:nvSpPr>
          <p:spPr>
            <a:xfrm>
              <a:off x="3091659" y="4358243"/>
              <a:ext cx="914400" cy="914400"/>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10" name="グループ化 9">
            <a:extLst>
              <a:ext uri="{FF2B5EF4-FFF2-40B4-BE49-F238E27FC236}">
                <a16:creationId xmlns:a16="http://schemas.microsoft.com/office/drawing/2014/main" id="{664911F8-7147-1048-FE1F-6CCA9F76B5E8}"/>
              </a:ext>
            </a:extLst>
          </p:cNvPr>
          <p:cNvGrpSpPr/>
          <p:nvPr/>
        </p:nvGrpSpPr>
        <p:grpSpPr>
          <a:xfrm>
            <a:off x="163586" y="134635"/>
            <a:ext cx="3123445" cy="1396119"/>
            <a:chOff x="163586" y="134635"/>
            <a:chExt cx="3123445" cy="1396119"/>
          </a:xfrm>
        </p:grpSpPr>
        <p:sp>
          <p:nvSpPr>
            <p:cNvPr id="2" name="四角形: 角を丸くする 1">
              <a:extLst>
                <a:ext uri="{FF2B5EF4-FFF2-40B4-BE49-F238E27FC236}">
                  <a16:creationId xmlns:a16="http://schemas.microsoft.com/office/drawing/2014/main" id="{BF1BE543-F541-D93E-E2DC-6E3BE88EA937}"/>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3" name="テキスト ボックス 2">
              <a:extLst>
                <a:ext uri="{FF2B5EF4-FFF2-40B4-BE49-F238E27FC236}">
                  <a16:creationId xmlns:a16="http://schemas.microsoft.com/office/drawing/2014/main" id="{2430133B-0540-4068-0AEF-41E1E5B3F3BF}"/>
                </a:ext>
              </a:extLst>
            </p:cNvPr>
            <p:cNvSpPr txBox="1"/>
            <p:nvPr/>
          </p:nvSpPr>
          <p:spPr>
            <a:xfrm>
              <a:off x="2073432" y="641390"/>
              <a:ext cx="569387" cy="400110"/>
            </a:xfrm>
            <a:prstGeom prst="rect">
              <a:avLst/>
            </a:prstGeom>
            <a:noFill/>
          </p:spPr>
          <p:txBody>
            <a:bodyPr wrap="none" rtlCol="0">
              <a:spAutoFit/>
            </a:bodyPr>
            <a:lstStyle/>
            <a:p>
              <a:pPr algn="ctr"/>
              <a:r>
                <a:rPr kumimoji="1" lang="en-US" altLang="ja-JP"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a:t>
              </a:r>
              <a:r>
                <a:rPr kumimoji="1"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4" name="グループ化 3">
              <a:extLst>
                <a:ext uri="{FF2B5EF4-FFF2-40B4-BE49-F238E27FC236}">
                  <a16:creationId xmlns:a16="http://schemas.microsoft.com/office/drawing/2014/main" id="{F3971609-A566-285B-A8ED-8949CEDF02C9}"/>
                </a:ext>
              </a:extLst>
            </p:cNvPr>
            <p:cNvGrpSpPr/>
            <p:nvPr/>
          </p:nvGrpSpPr>
          <p:grpSpPr>
            <a:xfrm>
              <a:off x="163586" y="134635"/>
              <a:ext cx="1975684" cy="1396119"/>
              <a:chOff x="163586" y="134635"/>
              <a:chExt cx="1975684" cy="1396119"/>
            </a:xfrm>
          </p:grpSpPr>
          <p:grpSp>
            <p:nvGrpSpPr>
              <p:cNvPr id="6" name="グループ化 5">
                <a:extLst>
                  <a:ext uri="{FF2B5EF4-FFF2-40B4-BE49-F238E27FC236}">
                    <a16:creationId xmlns:a16="http://schemas.microsoft.com/office/drawing/2014/main" id="{693A3416-A2BA-C70C-627E-BC75E381862D}"/>
                  </a:ext>
                </a:extLst>
              </p:cNvPr>
              <p:cNvGrpSpPr/>
              <p:nvPr/>
            </p:nvGrpSpPr>
            <p:grpSpPr>
              <a:xfrm>
                <a:off x="163586" y="134635"/>
                <a:ext cx="1975684" cy="1396119"/>
                <a:chOff x="163586" y="134635"/>
                <a:chExt cx="1975684" cy="1396119"/>
              </a:xfrm>
            </p:grpSpPr>
            <p:pic>
              <p:nvPicPr>
                <p:cNvPr id="8" name="図 7">
                  <a:extLst>
                    <a:ext uri="{FF2B5EF4-FFF2-40B4-BE49-F238E27FC236}">
                      <a16:creationId xmlns:a16="http://schemas.microsoft.com/office/drawing/2014/main" id="{7B86B01B-9E42-E42D-6728-EE2D5CDE65E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9" name="楕円 8">
                  <a:extLst>
                    <a:ext uri="{FF2B5EF4-FFF2-40B4-BE49-F238E27FC236}">
                      <a16:creationId xmlns:a16="http://schemas.microsoft.com/office/drawing/2014/main" id="{11130025-EC1C-00F0-74BF-7838625EDE42}"/>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7" name="図 6">
                <a:extLst>
                  <a:ext uri="{FF2B5EF4-FFF2-40B4-BE49-F238E27FC236}">
                    <a16:creationId xmlns:a16="http://schemas.microsoft.com/office/drawing/2014/main" id="{33070C98-703A-0AC0-9DFB-96D729DCE10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grpSp>
        <p:nvGrpSpPr>
          <p:cNvPr id="35" name="グループ化 34">
            <a:extLst>
              <a:ext uri="{FF2B5EF4-FFF2-40B4-BE49-F238E27FC236}">
                <a16:creationId xmlns:a16="http://schemas.microsoft.com/office/drawing/2014/main" id="{0D83BDAF-C638-5C40-BE39-6387676D6A7F}"/>
              </a:ext>
            </a:extLst>
          </p:cNvPr>
          <p:cNvGrpSpPr/>
          <p:nvPr/>
        </p:nvGrpSpPr>
        <p:grpSpPr>
          <a:xfrm>
            <a:off x="4809918" y="2311126"/>
            <a:ext cx="3135206" cy="2351404"/>
            <a:chOff x="8376931" y="1797112"/>
            <a:chExt cx="3135206" cy="2351404"/>
          </a:xfrm>
        </p:grpSpPr>
        <p:pic>
          <p:nvPicPr>
            <p:cNvPr id="23" name="図 22">
              <a:extLst>
                <a:ext uri="{FF2B5EF4-FFF2-40B4-BE49-F238E27FC236}">
                  <a16:creationId xmlns:a16="http://schemas.microsoft.com/office/drawing/2014/main" id="{E41C2A09-B6C8-8007-6346-3BA8ABB525AC}"/>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8376931" y="1797112"/>
              <a:ext cx="3135206" cy="2351404"/>
            </a:xfrm>
            <a:prstGeom prst="rect">
              <a:avLst/>
            </a:prstGeom>
            <a:effectLst>
              <a:glow rad="88900">
                <a:schemeClr val="bg1">
                  <a:lumMod val="95000"/>
                  <a:alpha val="55000"/>
                </a:schemeClr>
              </a:glow>
            </a:effectLst>
          </p:spPr>
        </p:pic>
        <p:sp>
          <p:nvSpPr>
            <p:cNvPr id="27" name="テキスト ボックス 26">
              <a:extLst>
                <a:ext uri="{FF2B5EF4-FFF2-40B4-BE49-F238E27FC236}">
                  <a16:creationId xmlns:a16="http://schemas.microsoft.com/office/drawing/2014/main" id="{B8804958-CD4C-666B-9D8C-07254364BE6C}"/>
                </a:ext>
              </a:extLst>
            </p:cNvPr>
            <p:cNvSpPr txBox="1"/>
            <p:nvPr/>
          </p:nvSpPr>
          <p:spPr>
            <a:xfrm flipH="1">
              <a:off x="9236648" y="2786006"/>
              <a:ext cx="1415772" cy="584775"/>
            </a:xfrm>
            <a:prstGeom prst="rect">
              <a:avLst/>
            </a:prstGeom>
            <a:noFill/>
            <a:effectLst>
              <a:glow rad="63500">
                <a:schemeClr val="bg1">
                  <a:lumMod val="95000"/>
                  <a:alpha val="40000"/>
                </a:schemeClr>
              </a:glow>
            </a:effectLst>
          </p:spPr>
          <p:txBody>
            <a:bodyPr wrap="none" rtlCol="0">
              <a:spAutoFit/>
            </a:bodyPr>
            <a:lstStyle/>
            <a:p>
              <a:r>
                <a:rPr kumimoji="1" lang="ja-JP" altLang="en-US" sz="3200" b="1">
                  <a:solidFill>
                    <a:schemeClr val="tx1">
                      <a:lumMod val="85000"/>
                      <a:lumOff val="15000"/>
                    </a:schemeClr>
                  </a:solidFill>
                  <a:effectLst>
                    <a:glow rad="101600">
                      <a:schemeClr val="bg1">
                        <a:lumMod val="95000"/>
                        <a:alpha val="9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3200" b="1" dirty="0">
                <a:solidFill>
                  <a:schemeClr val="tx1">
                    <a:lumMod val="85000"/>
                    <a:lumOff val="15000"/>
                  </a:schemeClr>
                </a:solidFill>
                <a:effectLst>
                  <a:glow rad="101600">
                    <a:schemeClr val="bg1">
                      <a:lumMod val="95000"/>
                      <a:alpha val="9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43" name="グループ化 42">
            <a:extLst>
              <a:ext uri="{FF2B5EF4-FFF2-40B4-BE49-F238E27FC236}">
                <a16:creationId xmlns:a16="http://schemas.microsoft.com/office/drawing/2014/main" id="{86E32A33-5EB0-A27E-3344-60216A145752}"/>
              </a:ext>
            </a:extLst>
          </p:cNvPr>
          <p:cNvGrpSpPr/>
          <p:nvPr/>
        </p:nvGrpSpPr>
        <p:grpSpPr>
          <a:xfrm>
            <a:off x="3951685" y="5720672"/>
            <a:ext cx="2579659" cy="650436"/>
            <a:chOff x="379505" y="4358243"/>
            <a:chExt cx="3626554" cy="914400"/>
          </a:xfrm>
        </p:grpSpPr>
        <p:cxnSp>
          <p:nvCxnSpPr>
            <p:cNvPr id="37" name="直線コネクタ 36">
              <a:extLst>
                <a:ext uri="{FF2B5EF4-FFF2-40B4-BE49-F238E27FC236}">
                  <a16:creationId xmlns:a16="http://schemas.microsoft.com/office/drawing/2014/main" id="{AF480B85-378D-9A29-CC78-C9585BB94F4C}"/>
                </a:ext>
              </a:extLst>
            </p:cNvPr>
            <p:cNvCxnSpPr>
              <a:cxnSpLocks/>
              <a:stCxn id="38" idx="6"/>
              <a:endCxn id="40" idx="2"/>
            </p:cNvCxnSpPr>
            <p:nvPr/>
          </p:nvCxnSpPr>
          <p:spPr>
            <a:xfrm>
              <a:off x="1293905" y="4815443"/>
              <a:ext cx="1797754" cy="0"/>
            </a:xfrm>
            <a:prstGeom prst="line">
              <a:avLst/>
            </a:prstGeom>
            <a:ln w="63500">
              <a:solidFill>
                <a:schemeClr val="bg1">
                  <a:lumMod val="85000"/>
                </a:schemeClr>
              </a:solidFill>
              <a:prstDash val="sysDash"/>
            </a:ln>
          </p:spPr>
          <p:style>
            <a:lnRef idx="2">
              <a:schemeClr val="accent1"/>
            </a:lnRef>
            <a:fillRef idx="0">
              <a:schemeClr val="accent1"/>
            </a:fillRef>
            <a:effectRef idx="1">
              <a:schemeClr val="accent1"/>
            </a:effectRef>
            <a:fontRef idx="minor">
              <a:schemeClr val="tx1"/>
            </a:fontRef>
          </p:style>
        </p:cxnSp>
        <p:sp>
          <p:nvSpPr>
            <p:cNvPr id="38" name="楕円 37">
              <a:extLst>
                <a:ext uri="{FF2B5EF4-FFF2-40B4-BE49-F238E27FC236}">
                  <a16:creationId xmlns:a16="http://schemas.microsoft.com/office/drawing/2014/main" id="{7E16316E-C82D-945B-12CD-222F466B6381}"/>
                </a:ext>
              </a:extLst>
            </p:cNvPr>
            <p:cNvSpPr/>
            <p:nvPr/>
          </p:nvSpPr>
          <p:spPr>
            <a:xfrm>
              <a:off x="379505" y="4358243"/>
              <a:ext cx="914400" cy="914400"/>
            </a:xfrm>
            <a:prstGeom prst="ellipse">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0" name="楕円 39">
              <a:extLst>
                <a:ext uri="{FF2B5EF4-FFF2-40B4-BE49-F238E27FC236}">
                  <a16:creationId xmlns:a16="http://schemas.microsoft.com/office/drawing/2014/main" id="{9D9FCBF6-7ECB-9E89-9AC4-FD36D8F8FBBD}"/>
                </a:ext>
              </a:extLst>
            </p:cNvPr>
            <p:cNvSpPr/>
            <p:nvPr/>
          </p:nvSpPr>
          <p:spPr>
            <a:xfrm>
              <a:off x="3091659" y="4358243"/>
              <a:ext cx="914400" cy="91440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44" name="グループ化 43">
            <a:extLst>
              <a:ext uri="{FF2B5EF4-FFF2-40B4-BE49-F238E27FC236}">
                <a16:creationId xmlns:a16="http://schemas.microsoft.com/office/drawing/2014/main" id="{6D730C8F-B7E9-8F07-06D4-9FC100197358}"/>
              </a:ext>
            </a:extLst>
          </p:cNvPr>
          <p:cNvGrpSpPr/>
          <p:nvPr/>
        </p:nvGrpSpPr>
        <p:grpSpPr>
          <a:xfrm>
            <a:off x="2022463" y="5720672"/>
            <a:ext cx="2579658" cy="650436"/>
            <a:chOff x="379505" y="4358243"/>
            <a:chExt cx="3626553" cy="914400"/>
          </a:xfrm>
          <a:solidFill>
            <a:schemeClr val="tx1">
              <a:lumMod val="50000"/>
              <a:lumOff val="50000"/>
            </a:schemeClr>
          </a:solidFill>
        </p:grpSpPr>
        <p:cxnSp>
          <p:nvCxnSpPr>
            <p:cNvPr id="45" name="直線コネクタ 44">
              <a:extLst>
                <a:ext uri="{FF2B5EF4-FFF2-40B4-BE49-F238E27FC236}">
                  <a16:creationId xmlns:a16="http://schemas.microsoft.com/office/drawing/2014/main" id="{09BBF9FA-3AE9-D173-BBAC-360C56DE1472}"/>
                </a:ext>
              </a:extLst>
            </p:cNvPr>
            <p:cNvCxnSpPr>
              <a:cxnSpLocks/>
              <a:stCxn id="46" idx="6"/>
              <a:endCxn id="47" idx="2"/>
            </p:cNvCxnSpPr>
            <p:nvPr/>
          </p:nvCxnSpPr>
          <p:spPr>
            <a:xfrm>
              <a:off x="1293905" y="4815443"/>
              <a:ext cx="1797754" cy="0"/>
            </a:xfrm>
            <a:prstGeom prst="line">
              <a:avLst/>
            </a:prstGeom>
            <a:grpFill/>
            <a:ln w="63500">
              <a:solidFill>
                <a:schemeClr val="tx1">
                  <a:lumMod val="50000"/>
                  <a:lumOff val="50000"/>
                </a:schemeClr>
              </a:solidFill>
              <a:prstDash val="sysDash"/>
            </a:ln>
          </p:spPr>
          <p:style>
            <a:lnRef idx="2">
              <a:schemeClr val="accent1"/>
            </a:lnRef>
            <a:fillRef idx="0">
              <a:schemeClr val="accent1"/>
            </a:fillRef>
            <a:effectRef idx="1">
              <a:schemeClr val="accent1"/>
            </a:effectRef>
            <a:fontRef idx="minor">
              <a:schemeClr val="tx1"/>
            </a:fontRef>
          </p:style>
        </p:cxnSp>
        <p:sp>
          <p:nvSpPr>
            <p:cNvPr id="46" name="楕円 45">
              <a:extLst>
                <a:ext uri="{FF2B5EF4-FFF2-40B4-BE49-F238E27FC236}">
                  <a16:creationId xmlns:a16="http://schemas.microsoft.com/office/drawing/2014/main" id="{E98FCA17-8433-0102-AAC4-036A5D585AD8}"/>
                </a:ext>
              </a:extLst>
            </p:cNvPr>
            <p:cNvSpPr/>
            <p:nvPr/>
          </p:nvSpPr>
          <p:spPr>
            <a:xfrm>
              <a:off x="379505" y="4358243"/>
              <a:ext cx="914400" cy="914400"/>
            </a:xfrm>
            <a:prstGeom prst="ellipse">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7" name="楕円 46">
              <a:extLst>
                <a:ext uri="{FF2B5EF4-FFF2-40B4-BE49-F238E27FC236}">
                  <a16:creationId xmlns:a16="http://schemas.microsoft.com/office/drawing/2014/main" id="{A0B5E3B0-CAE3-211A-B106-02386714D831}"/>
                </a:ext>
              </a:extLst>
            </p:cNvPr>
            <p:cNvSpPr/>
            <p:nvPr/>
          </p:nvSpPr>
          <p:spPr>
            <a:xfrm>
              <a:off x="3091658" y="4358243"/>
              <a:ext cx="914400" cy="914400"/>
            </a:xfrm>
            <a:prstGeom prst="ellipse">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56" name="グループ化 55">
            <a:extLst>
              <a:ext uri="{FF2B5EF4-FFF2-40B4-BE49-F238E27FC236}">
                <a16:creationId xmlns:a16="http://schemas.microsoft.com/office/drawing/2014/main" id="{290A382E-C5FC-E1AA-CAD2-6EBED4CE7885}"/>
              </a:ext>
            </a:extLst>
          </p:cNvPr>
          <p:cNvGrpSpPr/>
          <p:nvPr/>
        </p:nvGrpSpPr>
        <p:grpSpPr>
          <a:xfrm>
            <a:off x="93240" y="5720672"/>
            <a:ext cx="2579658" cy="650436"/>
            <a:chOff x="379505" y="4358243"/>
            <a:chExt cx="3626553" cy="914400"/>
          </a:xfrm>
          <a:solidFill>
            <a:schemeClr val="tx1">
              <a:lumMod val="50000"/>
              <a:lumOff val="50000"/>
            </a:schemeClr>
          </a:solidFill>
        </p:grpSpPr>
        <p:cxnSp>
          <p:nvCxnSpPr>
            <p:cNvPr id="57" name="直線コネクタ 56">
              <a:extLst>
                <a:ext uri="{FF2B5EF4-FFF2-40B4-BE49-F238E27FC236}">
                  <a16:creationId xmlns:a16="http://schemas.microsoft.com/office/drawing/2014/main" id="{F3BDC7AF-43CB-2B2F-6ED8-3A28C7DEAB05}"/>
                </a:ext>
              </a:extLst>
            </p:cNvPr>
            <p:cNvCxnSpPr>
              <a:cxnSpLocks/>
              <a:stCxn id="58" idx="6"/>
              <a:endCxn id="59" idx="2"/>
            </p:cNvCxnSpPr>
            <p:nvPr/>
          </p:nvCxnSpPr>
          <p:spPr>
            <a:xfrm>
              <a:off x="1293905" y="4815443"/>
              <a:ext cx="1797754" cy="0"/>
            </a:xfrm>
            <a:prstGeom prst="line">
              <a:avLst/>
            </a:prstGeom>
            <a:grpFill/>
            <a:ln w="63500">
              <a:solidFill>
                <a:schemeClr val="tx1">
                  <a:lumMod val="50000"/>
                  <a:lumOff val="50000"/>
                </a:schemeClr>
              </a:solidFill>
              <a:prstDash val="sysDash"/>
            </a:ln>
          </p:spPr>
          <p:style>
            <a:lnRef idx="2">
              <a:schemeClr val="accent1"/>
            </a:lnRef>
            <a:fillRef idx="0">
              <a:schemeClr val="accent1"/>
            </a:fillRef>
            <a:effectRef idx="1">
              <a:schemeClr val="accent1"/>
            </a:effectRef>
            <a:fontRef idx="minor">
              <a:schemeClr val="tx1"/>
            </a:fontRef>
          </p:style>
        </p:cxnSp>
        <p:sp>
          <p:nvSpPr>
            <p:cNvPr id="58" name="楕円 57">
              <a:extLst>
                <a:ext uri="{FF2B5EF4-FFF2-40B4-BE49-F238E27FC236}">
                  <a16:creationId xmlns:a16="http://schemas.microsoft.com/office/drawing/2014/main" id="{C69DD3C1-F2F9-2BFA-2C64-AF11C6412F09}"/>
                </a:ext>
              </a:extLst>
            </p:cNvPr>
            <p:cNvSpPr/>
            <p:nvPr/>
          </p:nvSpPr>
          <p:spPr>
            <a:xfrm>
              <a:off x="379505" y="4358243"/>
              <a:ext cx="914400" cy="914400"/>
            </a:xfrm>
            <a:prstGeom prst="ellipse">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9" name="楕円 58">
              <a:extLst>
                <a:ext uri="{FF2B5EF4-FFF2-40B4-BE49-F238E27FC236}">
                  <a16:creationId xmlns:a16="http://schemas.microsoft.com/office/drawing/2014/main" id="{C734D533-0609-36E0-3322-252FD4A15950}"/>
                </a:ext>
              </a:extLst>
            </p:cNvPr>
            <p:cNvSpPr/>
            <p:nvPr/>
          </p:nvSpPr>
          <p:spPr>
            <a:xfrm>
              <a:off x="3091658" y="4358243"/>
              <a:ext cx="914400" cy="914400"/>
            </a:xfrm>
            <a:prstGeom prst="ellipse">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60" name="グループ化 59">
            <a:extLst>
              <a:ext uri="{FF2B5EF4-FFF2-40B4-BE49-F238E27FC236}">
                <a16:creationId xmlns:a16="http://schemas.microsoft.com/office/drawing/2014/main" id="{00B02A5D-E2C9-498E-1C43-C62B1D636A05}"/>
              </a:ext>
            </a:extLst>
          </p:cNvPr>
          <p:cNvGrpSpPr/>
          <p:nvPr/>
        </p:nvGrpSpPr>
        <p:grpSpPr>
          <a:xfrm>
            <a:off x="-1835982" y="5720672"/>
            <a:ext cx="2579658" cy="650436"/>
            <a:chOff x="379505" y="4358243"/>
            <a:chExt cx="3626553" cy="914400"/>
          </a:xfrm>
          <a:solidFill>
            <a:schemeClr val="tx1">
              <a:lumMod val="50000"/>
              <a:lumOff val="50000"/>
            </a:schemeClr>
          </a:solidFill>
        </p:grpSpPr>
        <p:cxnSp>
          <p:nvCxnSpPr>
            <p:cNvPr id="61" name="直線コネクタ 60">
              <a:extLst>
                <a:ext uri="{FF2B5EF4-FFF2-40B4-BE49-F238E27FC236}">
                  <a16:creationId xmlns:a16="http://schemas.microsoft.com/office/drawing/2014/main" id="{0150DE4D-B590-29A2-8D5C-420BBBD15D16}"/>
                </a:ext>
              </a:extLst>
            </p:cNvPr>
            <p:cNvCxnSpPr>
              <a:cxnSpLocks/>
              <a:stCxn id="62" idx="6"/>
              <a:endCxn id="63" idx="2"/>
            </p:cNvCxnSpPr>
            <p:nvPr/>
          </p:nvCxnSpPr>
          <p:spPr>
            <a:xfrm>
              <a:off x="1293905" y="4815443"/>
              <a:ext cx="1797754" cy="0"/>
            </a:xfrm>
            <a:prstGeom prst="line">
              <a:avLst/>
            </a:prstGeom>
            <a:grpFill/>
            <a:ln w="63500">
              <a:solidFill>
                <a:schemeClr val="tx1">
                  <a:lumMod val="50000"/>
                  <a:lumOff val="50000"/>
                </a:schemeClr>
              </a:solidFill>
              <a:prstDash val="sysDash"/>
            </a:ln>
          </p:spPr>
          <p:style>
            <a:lnRef idx="2">
              <a:schemeClr val="accent1"/>
            </a:lnRef>
            <a:fillRef idx="0">
              <a:schemeClr val="accent1"/>
            </a:fillRef>
            <a:effectRef idx="1">
              <a:schemeClr val="accent1"/>
            </a:effectRef>
            <a:fontRef idx="minor">
              <a:schemeClr val="tx1"/>
            </a:fontRef>
          </p:style>
        </p:cxnSp>
        <p:sp>
          <p:nvSpPr>
            <p:cNvPr id="62" name="楕円 61">
              <a:extLst>
                <a:ext uri="{FF2B5EF4-FFF2-40B4-BE49-F238E27FC236}">
                  <a16:creationId xmlns:a16="http://schemas.microsoft.com/office/drawing/2014/main" id="{E4FCB41A-B928-2A4B-A1CF-F781DCE92503}"/>
                </a:ext>
              </a:extLst>
            </p:cNvPr>
            <p:cNvSpPr/>
            <p:nvPr/>
          </p:nvSpPr>
          <p:spPr>
            <a:xfrm>
              <a:off x="379505" y="4358243"/>
              <a:ext cx="914400" cy="914400"/>
            </a:xfrm>
            <a:prstGeom prst="ellipse">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3" name="楕円 62">
              <a:extLst>
                <a:ext uri="{FF2B5EF4-FFF2-40B4-BE49-F238E27FC236}">
                  <a16:creationId xmlns:a16="http://schemas.microsoft.com/office/drawing/2014/main" id="{26C18C16-DBAA-D10D-E73E-3C2A8B72D8C4}"/>
                </a:ext>
              </a:extLst>
            </p:cNvPr>
            <p:cNvSpPr/>
            <p:nvPr/>
          </p:nvSpPr>
          <p:spPr>
            <a:xfrm>
              <a:off x="3091658" y="4358243"/>
              <a:ext cx="914400" cy="914400"/>
            </a:xfrm>
            <a:prstGeom prst="ellipse">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cxnSp>
        <p:nvCxnSpPr>
          <p:cNvPr id="69" name="直線コネクタ 68">
            <a:extLst>
              <a:ext uri="{FF2B5EF4-FFF2-40B4-BE49-F238E27FC236}">
                <a16:creationId xmlns:a16="http://schemas.microsoft.com/office/drawing/2014/main" id="{8E4FB849-58D7-6F3B-ABE4-53C5966B50BC}"/>
              </a:ext>
            </a:extLst>
          </p:cNvPr>
          <p:cNvCxnSpPr>
            <a:cxnSpLocks/>
            <a:stCxn id="70" idx="6"/>
            <a:endCxn id="71" idx="2"/>
          </p:cNvCxnSpPr>
          <p:nvPr/>
        </p:nvCxnSpPr>
        <p:spPr>
          <a:xfrm>
            <a:off x="8460567" y="6042062"/>
            <a:ext cx="1278788" cy="0"/>
          </a:xfrm>
          <a:prstGeom prst="line">
            <a:avLst/>
          </a:prstGeom>
          <a:ln w="63500">
            <a:solidFill>
              <a:schemeClr val="bg1">
                <a:lumMod val="95000"/>
              </a:schemeClr>
            </a:solidFill>
            <a:prstDash val="sysDash"/>
          </a:ln>
        </p:spPr>
        <p:style>
          <a:lnRef idx="2">
            <a:schemeClr val="accent1"/>
          </a:lnRef>
          <a:fillRef idx="0">
            <a:schemeClr val="accent1"/>
          </a:fillRef>
          <a:effectRef idx="1">
            <a:schemeClr val="accent1"/>
          </a:effectRef>
          <a:fontRef idx="minor">
            <a:schemeClr val="tx1"/>
          </a:fontRef>
        </p:style>
      </p:cxnSp>
      <p:sp>
        <p:nvSpPr>
          <p:cNvPr id="71" name="楕円 70">
            <a:extLst>
              <a:ext uri="{FF2B5EF4-FFF2-40B4-BE49-F238E27FC236}">
                <a16:creationId xmlns:a16="http://schemas.microsoft.com/office/drawing/2014/main" id="{9E2D19A5-81B6-15D1-9483-CBA117EDF8D4}"/>
              </a:ext>
            </a:extLst>
          </p:cNvPr>
          <p:cNvSpPr/>
          <p:nvPr/>
        </p:nvSpPr>
        <p:spPr>
          <a:xfrm>
            <a:off x="9739354" y="5716844"/>
            <a:ext cx="650436" cy="650436"/>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75" name="グループ化 74">
            <a:extLst>
              <a:ext uri="{FF2B5EF4-FFF2-40B4-BE49-F238E27FC236}">
                <a16:creationId xmlns:a16="http://schemas.microsoft.com/office/drawing/2014/main" id="{E5AA30F7-3E6C-475E-5B88-468368DB3CE3}"/>
              </a:ext>
            </a:extLst>
          </p:cNvPr>
          <p:cNvGrpSpPr/>
          <p:nvPr/>
        </p:nvGrpSpPr>
        <p:grpSpPr>
          <a:xfrm>
            <a:off x="9737051" y="5716844"/>
            <a:ext cx="2579659" cy="650436"/>
            <a:chOff x="379505" y="4358243"/>
            <a:chExt cx="3626554" cy="914400"/>
          </a:xfrm>
        </p:grpSpPr>
        <p:cxnSp>
          <p:nvCxnSpPr>
            <p:cNvPr id="76" name="直線コネクタ 75">
              <a:extLst>
                <a:ext uri="{FF2B5EF4-FFF2-40B4-BE49-F238E27FC236}">
                  <a16:creationId xmlns:a16="http://schemas.microsoft.com/office/drawing/2014/main" id="{8A0A365C-5E26-F3C0-EF67-06D8F9ECF2DF}"/>
                </a:ext>
              </a:extLst>
            </p:cNvPr>
            <p:cNvCxnSpPr>
              <a:cxnSpLocks/>
              <a:stCxn id="77" idx="6"/>
              <a:endCxn id="78" idx="2"/>
            </p:cNvCxnSpPr>
            <p:nvPr/>
          </p:nvCxnSpPr>
          <p:spPr>
            <a:xfrm>
              <a:off x="1293905" y="4815443"/>
              <a:ext cx="1797754" cy="0"/>
            </a:xfrm>
            <a:prstGeom prst="line">
              <a:avLst/>
            </a:prstGeom>
            <a:ln w="63500">
              <a:solidFill>
                <a:schemeClr val="bg1">
                  <a:lumMod val="95000"/>
                </a:schemeClr>
              </a:solidFill>
              <a:prstDash val="sysDash"/>
            </a:ln>
          </p:spPr>
          <p:style>
            <a:lnRef idx="2">
              <a:schemeClr val="accent1"/>
            </a:lnRef>
            <a:fillRef idx="0">
              <a:schemeClr val="accent1"/>
            </a:fillRef>
            <a:effectRef idx="1">
              <a:schemeClr val="accent1"/>
            </a:effectRef>
            <a:fontRef idx="minor">
              <a:schemeClr val="tx1"/>
            </a:fontRef>
          </p:style>
        </p:cxnSp>
        <p:sp>
          <p:nvSpPr>
            <p:cNvPr id="77" name="楕円 76">
              <a:extLst>
                <a:ext uri="{FF2B5EF4-FFF2-40B4-BE49-F238E27FC236}">
                  <a16:creationId xmlns:a16="http://schemas.microsoft.com/office/drawing/2014/main" id="{3FD4DF8A-B8E8-B4F1-DBAE-1C037B03B4E4}"/>
                </a:ext>
              </a:extLst>
            </p:cNvPr>
            <p:cNvSpPr/>
            <p:nvPr/>
          </p:nvSpPr>
          <p:spPr>
            <a:xfrm>
              <a:off x="379505" y="4358243"/>
              <a:ext cx="914400" cy="914400"/>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8" name="楕円 77">
              <a:extLst>
                <a:ext uri="{FF2B5EF4-FFF2-40B4-BE49-F238E27FC236}">
                  <a16:creationId xmlns:a16="http://schemas.microsoft.com/office/drawing/2014/main" id="{A17472FD-499A-9193-AF6E-44E818D08106}"/>
                </a:ext>
              </a:extLst>
            </p:cNvPr>
            <p:cNvSpPr/>
            <p:nvPr/>
          </p:nvSpPr>
          <p:spPr>
            <a:xfrm>
              <a:off x="3091659" y="4358243"/>
              <a:ext cx="914400" cy="914400"/>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108" name="グループ化 107">
            <a:extLst>
              <a:ext uri="{FF2B5EF4-FFF2-40B4-BE49-F238E27FC236}">
                <a16:creationId xmlns:a16="http://schemas.microsoft.com/office/drawing/2014/main" id="{532B1E59-3E5F-BDBA-4DCF-316CF7521694}"/>
              </a:ext>
            </a:extLst>
          </p:cNvPr>
          <p:cNvGrpSpPr/>
          <p:nvPr/>
        </p:nvGrpSpPr>
        <p:grpSpPr>
          <a:xfrm>
            <a:off x="8111059" y="1475766"/>
            <a:ext cx="2269011" cy="2269011"/>
            <a:chOff x="2030967" y="2294494"/>
            <a:chExt cx="2269011" cy="2269011"/>
          </a:xfrm>
        </p:grpSpPr>
        <p:pic>
          <p:nvPicPr>
            <p:cNvPr id="80" name="図 79">
              <a:extLst>
                <a:ext uri="{FF2B5EF4-FFF2-40B4-BE49-F238E27FC236}">
                  <a16:creationId xmlns:a16="http://schemas.microsoft.com/office/drawing/2014/main" id="{287F13C5-C3C4-3200-621C-1BEC57C093F4}"/>
                </a:ext>
              </a:extLst>
            </p:cNvPr>
            <p:cNvPicPr>
              <a:picLocks noChangeAspect="1"/>
            </p:cNvPicPr>
            <p:nvPr/>
          </p:nvPicPr>
          <p:blipFill>
            <a:blip r:embed="rId5">
              <a:duotone>
                <a:prstClr val="black"/>
                <a:schemeClr val="accent1">
                  <a:tint val="45000"/>
                  <a:satMod val="400000"/>
                </a:schemeClr>
              </a:duotone>
              <a:extLst>
                <a:ext uri="{28A0092B-C50C-407E-A947-70E740481C1C}">
                  <a14:useLocalDpi xmlns:a14="http://schemas.microsoft.com/office/drawing/2010/main" val="0"/>
                </a:ext>
              </a:extLst>
            </a:blip>
            <a:stretch>
              <a:fillRect/>
            </a:stretch>
          </p:blipFill>
          <p:spPr>
            <a:xfrm>
              <a:off x="2030967" y="2294494"/>
              <a:ext cx="2269011" cy="2269011"/>
            </a:xfrm>
            <a:prstGeom prst="rect">
              <a:avLst/>
            </a:prstGeom>
          </p:spPr>
        </p:pic>
        <p:sp>
          <p:nvSpPr>
            <p:cNvPr id="82" name="テキスト ボックス 81">
              <a:extLst>
                <a:ext uri="{FF2B5EF4-FFF2-40B4-BE49-F238E27FC236}">
                  <a16:creationId xmlns:a16="http://schemas.microsoft.com/office/drawing/2014/main" id="{05B5B0E9-36B1-9950-E796-AA9352560991}"/>
                </a:ext>
              </a:extLst>
            </p:cNvPr>
            <p:cNvSpPr txBox="1"/>
            <p:nvPr/>
          </p:nvSpPr>
          <p:spPr>
            <a:xfrm flipH="1">
              <a:off x="2680399" y="3136612"/>
              <a:ext cx="1107996" cy="461665"/>
            </a:xfrm>
            <a:prstGeom prst="rect">
              <a:avLst/>
            </a:prstGeom>
            <a:noFill/>
            <a:effectLst>
              <a:glow rad="63500">
                <a:schemeClr val="bg1">
                  <a:lumMod val="95000"/>
                  <a:alpha val="40000"/>
                </a:schemeClr>
              </a:glow>
            </a:effectLst>
          </p:spPr>
          <p:txBody>
            <a:bodyPr wrap="none" rtlCol="0">
              <a:spAutoFit/>
            </a:bodyPr>
            <a:lstStyle/>
            <a:p>
              <a:r>
                <a:rPr kumimoji="1" lang="ja-JP" altLang="en-US" sz="2400" b="1">
                  <a:solidFill>
                    <a:schemeClr val="tx1">
                      <a:lumMod val="85000"/>
                      <a:lumOff val="15000"/>
                    </a:schemeClr>
                  </a:solidFill>
                  <a:effectLst>
                    <a:glow rad="101600">
                      <a:schemeClr val="bg1">
                        <a:lumMod val="95000"/>
                        <a:alpha val="9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rPr>
                <a:t>バトル</a:t>
              </a:r>
              <a:endParaRPr kumimoji="1" lang="ja-JP" altLang="en-US" sz="2400" b="1" dirty="0">
                <a:solidFill>
                  <a:schemeClr val="tx1">
                    <a:lumMod val="85000"/>
                    <a:lumOff val="15000"/>
                  </a:schemeClr>
                </a:solidFill>
                <a:effectLst>
                  <a:glow rad="101600">
                    <a:schemeClr val="bg1">
                      <a:lumMod val="95000"/>
                      <a:alpha val="9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84" name="テキスト ボックス 83">
            <a:extLst>
              <a:ext uri="{FF2B5EF4-FFF2-40B4-BE49-F238E27FC236}">
                <a16:creationId xmlns:a16="http://schemas.microsoft.com/office/drawing/2014/main" id="{95728051-1EFE-226E-2694-C315618F6884}"/>
              </a:ext>
            </a:extLst>
          </p:cNvPr>
          <p:cNvSpPr txBox="1"/>
          <p:nvPr/>
        </p:nvSpPr>
        <p:spPr>
          <a:xfrm flipH="1">
            <a:off x="206635" y="5825231"/>
            <a:ext cx="441147" cy="400110"/>
          </a:xfrm>
          <a:prstGeom prst="rect">
            <a:avLst/>
          </a:prstGeom>
          <a:noFill/>
          <a:effectLst/>
        </p:spPr>
        <p:txBody>
          <a:bodyPr wrap="none" rtlCol="0">
            <a:spAutoFit/>
          </a:bodyPr>
          <a:lstStyle/>
          <a:p>
            <a:pPr algn="ctr"/>
            <a:r>
              <a:rPr kumimoji="1" lang="en-US" altLang="ja-JP" sz="2000">
                <a:solidFill>
                  <a:schemeClr val="bg1">
                    <a:lumMod val="75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rPr>
              <a:t>00</a:t>
            </a:r>
            <a:endParaRPr kumimoji="1" lang="ja-JP" altLang="en-US" sz="2000" dirty="0">
              <a:solidFill>
                <a:schemeClr val="bg1">
                  <a:lumMod val="75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86" name="テキスト ボックス 85">
            <a:extLst>
              <a:ext uri="{FF2B5EF4-FFF2-40B4-BE49-F238E27FC236}">
                <a16:creationId xmlns:a16="http://schemas.microsoft.com/office/drawing/2014/main" id="{ACF4B683-4AC1-1637-2A17-5E7D17087909}"/>
              </a:ext>
            </a:extLst>
          </p:cNvPr>
          <p:cNvSpPr txBox="1"/>
          <p:nvPr/>
        </p:nvSpPr>
        <p:spPr>
          <a:xfrm flipH="1">
            <a:off x="2136068" y="5825231"/>
            <a:ext cx="441147" cy="400110"/>
          </a:xfrm>
          <a:prstGeom prst="rect">
            <a:avLst/>
          </a:prstGeom>
          <a:noFill/>
          <a:effectLst/>
        </p:spPr>
        <p:txBody>
          <a:bodyPr wrap="none" rtlCol="0">
            <a:spAutoFit/>
          </a:bodyPr>
          <a:lstStyle/>
          <a:p>
            <a:pPr algn="ctr"/>
            <a:r>
              <a:rPr kumimoji="1" lang="en-US" altLang="ja-JP" sz="2000">
                <a:solidFill>
                  <a:schemeClr val="bg1">
                    <a:lumMod val="75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rPr>
              <a:t>00</a:t>
            </a:r>
            <a:endParaRPr kumimoji="1" lang="ja-JP" altLang="en-US" sz="2000" dirty="0">
              <a:solidFill>
                <a:schemeClr val="bg1">
                  <a:lumMod val="75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88" name="テキスト ボックス 87">
            <a:extLst>
              <a:ext uri="{FF2B5EF4-FFF2-40B4-BE49-F238E27FC236}">
                <a16:creationId xmlns:a16="http://schemas.microsoft.com/office/drawing/2014/main" id="{382753A3-B8B4-C2E8-89F9-1B0069AB8661}"/>
              </a:ext>
            </a:extLst>
          </p:cNvPr>
          <p:cNvSpPr txBox="1"/>
          <p:nvPr/>
        </p:nvSpPr>
        <p:spPr>
          <a:xfrm flipH="1">
            <a:off x="5994934" y="5825231"/>
            <a:ext cx="441147" cy="400110"/>
          </a:xfrm>
          <a:prstGeom prst="rect">
            <a:avLst/>
          </a:prstGeom>
          <a:noFill/>
          <a:effectLst/>
        </p:spPr>
        <p:txBody>
          <a:bodyPr wrap="none" rtlCol="0">
            <a:spAutoFit/>
          </a:bodyPr>
          <a:lstStyle/>
          <a:p>
            <a:pPr algn="ctr"/>
            <a:r>
              <a:rPr kumimoji="1" lang="en-US" altLang="ja-JP" sz="2000">
                <a:solidFill>
                  <a:schemeClr val="bg1">
                    <a:lumMod val="50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rPr>
              <a:t>00</a:t>
            </a:r>
            <a:endParaRPr kumimoji="1" lang="ja-JP" altLang="en-US" sz="2000" dirty="0">
              <a:solidFill>
                <a:schemeClr val="bg1">
                  <a:lumMod val="50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5" name="グループ化 4">
            <a:extLst>
              <a:ext uri="{FF2B5EF4-FFF2-40B4-BE49-F238E27FC236}">
                <a16:creationId xmlns:a16="http://schemas.microsoft.com/office/drawing/2014/main" id="{F1B5D6DF-B9D9-D4CD-B5E4-C08669994B74}"/>
              </a:ext>
            </a:extLst>
          </p:cNvPr>
          <p:cNvGrpSpPr/>
          <p:nvPr/>
        </p:nvGrpSpPr>
        <p:grpSpPr>
          <a:xfrm>
            <a:off x="7810131" y="5716844"/>
            <a:ext cx="650436" cy="650436"/>
            <a:chOff x="7810131" y="4669094"/>
            <a:chExt cx="650436" cy="650436"/>
          </a:xfrm>
        </p:grpSpPr>
        <p:sp>
          <p:nvSpPr>
            <p:cNvPr id="70" name="楕円 69">
              <a:extLst>
                <a:ext uri="{FF2B5EF4-FFF2-40B4-BE49-F238E27FC236}">
                  <a16:creationId xmlns:a16="http://schemas.microsoft.com/office/drawing/2014/main" id="{98D4FBB5-356B-D4D2-B30C-4F1D7250381D}"/>
                </a:ext>
              </a:extLst>
            </p:cNvPr>
            <p:cNvSpPr/>
            <p:nvPr/>
          </p:nvSpPr>
          <p:spPr>
            <a:xfrm>
              <a:off x="7810131" y="4669094"/>
              <a:ext cx="650436" cy="650436"/>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0" name="テキスト ボックス 89">
              <a:extLst>
                <a:ext uri="{FF2B5EF4-FFF2-40B4-BE49-F238E27FC236}">
                  <a16:creationId xmlns:a16="http://schemas.microsoft.com/office/drawing/2014/main" id="{8F5E8103-1535-FF9B-C3BD-8EE2585E14AC}"/>
                </a:ext>
              </a:extLst>
            </p:cNvPr>
            <p:cNvSpPr txBox="1"/>
            <p:nvPr/>
          </p:nvSpPr>
          <p:spPr>
            <a:xfrm flipH="1">
              <a:off x="7924367" y="4777481"/>
              <a:ext cx="441147" cy="400110"/>
            </a:xfrm>
            <a:prstGeom prst="rect">
              <a:avLst/>
            </a:prstGeom>
            <a:noFill/>
            <a:effectLst/>
          </p:spPr>
          <p:txBody>
            <a:bodyPr wrap="none" rtlCol="0">
              <a:spAutoFit/>
            </a:bodyPr>
            <a:lstStyle/>
            <a:p>
              <a:pPr algn="ctr"/>
              <a:r>
                <a:rPr kumimoji="1" lang="en-US" altLang="ja-JP" sz="2000">
                  <a:solidFill>
                    <a:schemeClr val="bg1">
                      <a:lumMod val="50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rPr>
                <a:t>00</a:t>
              </a:r>
              <a:endParaRPr kumimoji="1" lang="ja-JP" altLang="en-US" sz="2000" dirty="0">
                <a:solidFill>
                  <a:schemeClr val="bg1">
                    <a:lumMod val="50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92" name="テキスト ボックス 91">
            <a:extLst>
              <a:ext uri="{FF2B5EF4-FFF2-40B4-BE49-F238E27FC236}">
                <a16:creationId xmlns:a16="http://schemas.microsoft.com/office/drawing/2014/main" id="{517DA16B-B788-AF47-4E3B-B4634F624137}"/>
              </a:ext>
            </a:extLst>
          </p:cNvPr>
          <p:cNvSpPr txBox="1"/>
          <p:nvPr/>
        </p:nvSpPr>
        <p:spPr>
          <a:xfrm flipH="1">
            <a:off x="9853800" y="5825231"/>
            <a:ext cx="441147" cy="400110"/>
          </a:xfrm>
          <a:prstGeom prst="rect">
            <a:avLst/>
          </a:prstGeom>
          <a:noFill/>
          <a:effectLst/>
        </p:spPr>
        <p:txBody>
          <a:bodyPr wrap="none" rtlCol="0">
            <a:spAutoFit/>
          </a:bodyPr>
          <a:lstStyle/>
          <a:p>
            <a:pPr algn="ctr"/>
            <a:r>
              <a:rPr kumimoji="1" lang="en-US" altLang="ja-JP" sz="2000">
                <a:solidFill>
                  <a:schemeClr val="bg1">
                    <a:lumMod val="50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rPr>
              <a:t>00</a:t>
            </a:r>
            <a:endParaRPr kumimoji="1" lang="ja-JP" altLang="en-US" sz="2000" dirty="0">
              <a:solidFill>
                <a:schemeClr val="bg1">
                  <a:lumMod val="50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94" name="テキスト ボックス 93">
            <a:extLst>
              <a:ext uri="{FF2B5EF4-FFF2-40B4-BE49-F238E27FC236}">
                <a16:creationId xmlns:a16="http://schemas.microsoft.com/office/drawing/2014/main" id="{8D764B4D-72E6-C1C7-2F04-1AA474517BFB}"/>
              </a:ext>
            </a:extLst>
          </p:cNvPr>
          <p:cNvSpPr txBox="1"/>
          <p:nvPr/>
        </p:nvSpPr>
        <p:spPr>
          <a:xfrm flipH="1">
            <a:off x="11783232" y="5825231"/>
            <a:ext cx="441147" cy="400110"/>
          </a:xfrm>
          <a:prstGeom prst="rect">
            <a:avLst/>
          </a:prstGeom>
          <a:noFill/>
          <a:effectLst/>
        </p:spPr>
        <p:txBody>
          <a:bodyPr wrap="none" rtlCol="0">
            <a:spAutoFit/>
          </a:bodyPr>
          <a:lstStyle/>
          <a:p>
            <a:pPr algn="ctr"/>
            <a:r>
              <a:rPr kumimoji="1" lang="en-US" altLang="ja-JP" sz="2000">
                <a:solidFill>
                  <a:schemeClr val="bg1">
                    <a:lumMod val="50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rPr>
              <a:t>00</a:t>
            </a:r>
            <a:endParaRPr kumimoji="1" lang="ja-JP" altLang="en-US" sz="2000" dirty="0">
              <a:solidFill>
                <a:schemeClr val="bg1">
                  <a:lumMod val="50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96" name="テキスト ボックス 95">
            <a:extLst>
              <a:ext uri="{FF2B5EF4-FFF2-40B4-BE49-F238E27FC236}">
                <a16:creationId xmlns:a16="http://schemas.microsoft.com/office/drawing/2014/main" id="{A5F9FB20-7F77-7599-CF7F-D2AC9586C6A1}"/>
              </a:ext>
            </a:extLst>
          </p:cNvPr>
          <p:cNvSpPr txBox="1"/>
          <p:nvPr/>
        </p:nvSpPr>
        <p:spPr>
          <a:xfrm flipH="1">
            <a:off x="4065501" y="5825231"/>
            <a:ext cx="441147" cy="400110"/>
          </a:xfrm>
          <a:prstGeom prst="rect">
            <a:avLst/>
          </a:prstGeom>
          <a:noFill/>
          <a:effectLst/>
        </p:spPr>
        <p:txBody>
          <a:bodyPr wrap="none" rtlCol="0">
            <a:spAutoFit/>
          </a:bodyPr>
          <a:lstStyle/>
          <a:p>
            <a:pPr algn="ctr"/>
            <a:r>
              <a:rPr kumimoji="1" lang="en-US" altLang="ja-JP" sz="2000">
                <a:solidFill>
                  <a:schemeClr val="bg1">
                    <a:lumMod val="75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rPr>
              <a:t>00</a:t>
            </a:r>
            <a:endParaRPr kumimoji="1" lang="ja-JP" altLang="en-US" sz="2000" dirty="0">
              <a:solidFill>
                <a:schemeClr val="bg1">
                  <a:lumMod val="75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101" name="グループ化 100">
            <a:extLst>
              <a:ext uri="{FF2B5EF4-FFF2-40B4-BE49-F238E27FC236}">
                <a16:creationId xmlns:a16="http://schemas.microsoft.com/office/drawing/2014/main" id="{8D458D25-05CC-4BDF-267E-B7536B67878F}"/>
              </a:ext>
            </a:extLst>
          </p:cNvPr>
          <p:cNvGrpSpPr/>
          <p:nvPr/>
        </p:nvGrpSpPr>
        <p:grpSpPr>
          <a:xfrm>
            <a:off x="2123001" y="2996286"/>
            <a:ext cx="2520982" cy="2520982"/>
            <a:chOff x="8328573" y="864740"/>
            <a:chExt cx="2520982" cy="2520982"/>
          </a:xfrm>
        </p:grpSpPr>
        <p:pic>
          <p:nvPicPr>
            <p:cNvPr id="98" name="図 97">
              <a:extLst>
                <a:ext uri="{FF2B5EF4-FFF2-40B4-BE49-F238E27FC236}">
                  <a16:creationId xmlns:a16="http://schemas.microsoft.com/office/drawing/2014/main" id="{3E2C847A-D2E5-A043-6B22-6FDB7E13BE24}"/>
                </a:ext>
              </a:extLst>
            </p:cNvPr>
            <p:cNvPicPr>
              <a:picLocks noChangeAspect="1"/>
            </p:cNvPicPr>
            <p:nvPr/>
          </p:nvPicPr>
          <p:blipFill>
            <a:blip r:embed="rId6">
              <a:grayscl/>
              <a:extLst>
                <a:ext uri="{28A0092B-C50C-407E-A947-70E740481C1C}">
                  <a14:useLocalDpi xmlns:a14="http://schemas.microsoft.com/office/drawing/2010/main" val="0"/>
                </a:ext>
              </a:extLst>
            </a:blip>
            <a:stretch>
              <a:fillRect/>
            </a:stretch>
          </p:blipFill>
          <p:spPr>
            <a:xfrm>
              <a:off x="8328573" y="864740"/>
              <a:ext cx="2520982" cy="2520982"/>
            </a:xfrm>
            <a:prstGeom prst="rect">
              <a:avLst/>
            </a:prstGeom>
          </p:spPr>
        </p:pic>
        <p:sp>
          <p:nvSpPr>
            <p:cNvPr id="100" name="テキスト ボックス 99">
              <a:extLst>
                <a:ext uri="{FF2B5EF4-FFF2-40B4-BE49-F238E27FC236}">
                  <a16:creationId xmlns:a16="http://schemas.microsoft.com/office/drawing/2014/main" id="{72158E58-619A-2F4B-12E8-6EC31EAC71A8}"/>
                </a:ext>
              </a:extLst>
            </p:cNvPr>
            <p:cNvSpPr txBox="1"/>
            <p:nvPr/>
          </p:nvSpPr>
          <p:spPr>
            <a:xfrm flipH="1">
              <a:off x="8727290" y="1791682"/>
              <a:ext cx="1723549" cy="461665"/>
            </a:xfrm>
            <a:prstGeom prst="rect">
              <a:avLst/>
            </a:prstGeom>
            <a:noFill/>
            <a:effectLst>
              <a:glow rad="63500">
                <a:schemeClr val="bg1">
                  <a:lumMod val="95000"/>
                  <a:alpha val="40000"/>
                </a:schemeClr>
              </a:glow>
            </a:effectLst>
          </p:spPr>
          <p:txBody>
            <a:bodyPr wrap="none" rtlCol="0">
              <a:spAutoFit/>
            </a:bodyPr>
            <a:lstStyle/>
            <a:p>
              <a:r>
                <a:rPr kumimoji="1" lang="ja-JP" altLang="en-US" sz="2400" b="1">
                  <a:solidFill>
                    <a:schemeClr val="tx1">
                      <a:lumMod val="85000"/>
                      <a:lumOff val="15000"/>
                    </a:schemeClr>
                  </a:solidFill>
                  <a:effectLst>
                    <a:glow rad="101600">
                      <a:schemeClr val="bg1">
                        <a:lumMod val="95000"/>
                        <a:alpha val="9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rPr>
                <a:t>ストーリー</a:t>
              </a:r>
              <a:endParaRPr kumimoji="1" lang="ja-JP" altLang="en-US" sz="2400" b="1" dirty="0">
                <a:solidFill>
                  <a:schemeClr val="tx1">
                    <a:lumMod val="85000"/>
                    <a:lumOff val="15000"/>
                  </a:schemeClr>
                </a:solidFill>
                <a:effectLst>
                  <a:glow rad="101600">
                    <a:schemeClr val="bg1">
                      <a:lumMod val="95000"/>
                      <a:alpha val="9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02" name="グループ化 101">
            <a:extLst>
              <a:ext uri="{FF2B5EF4-FFF2-40B4-BE49-F238E27FC236}">
                <a16:creationId xmlns:a16="http://schemas.microsoft.com/office/drawing/2014/main" id="{D3B1BEA9-14B5-AA51-97A9-F6163989C610}"/>
              </a:ext>
            </a:extLst>
          </p:cNvPr>
          <p:cNvGrpSpPr/>
          <p:nvPr/>
        </p:nvGrpSpPr>
        <p:grpSpPr>
          <a:xfrm>
            <a:off x="10774673" y="3066837"/>
            <a:ext cx="2520982" cy="2520982"/>
            <a:chOff x="8328573" y="864740"/>
            <a:chExt cx="2520982" cy="2520982"/>
          </a:xfrm>
        </p:grpSpPr>
        <p:pic>
          <p:nvPicPr>
            <p:cNvPr id="103" name="図 102">
              <a:extLst>
                <a:ext uri="{FF2B5EF4-FFF2-40B4-BE49-F238E27FC236}">
                  <a16:creationId xmlns:a16="http://schemas.microsoft.com/office/drawing/2014/main" id="{DDAF9D5C-C852-DFA5-A790-F0D886115751}"/>
                </a:ext>
              </a:extLst>
            </p:cNvPr>
            <p:cNvPicPr>
              <a:picLocks noChangeAspect="1"/>
            </p:cNvPicPr>
            <p:nvPr/>
          </p:nvPicPr>
          <p:blipFill>
            <a:blip r:embed="rId6">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8328573" y="864740"/>
              <a:ext cx="2520982" cy="2520982"/>
            </a:xfrm>
            <a:prstGeom prst="rect">
              <a:avLst/>
            </a:prstGeom>
          </p:spPr>
        </p:pic>
        <p:sp>
          <p:nvSpPr>
            <p:cNvPr id="104" name="テキスト ボックス 103">
              <a:extLst>
                <a:ext uri="{FF2B5EF4-FFF2-40B4-BE49-F238E27FC236}">
                  <a16:creationId xmlns:a16="http://schemas.microsoft.com/office/drawing/2014/main" id="{F1F5BB03-FD7B-23EF-7768-B861EBF344F9}"/>
                </a:ext>
              </a:extLst>
            </p:cNvPr>
            <p:cNvSpPr txBox="1"/>
            <p:nvPr/>
          </p:nvSpPr>
          <p:spPr>
            <a:xfrm flipH="1">
              <a:off x="8727290" y="1791682"/>
              <a:ext cx="1723549" cy="461665"/>
            </a:xfrm>
            <a:prstGeom prst="rect">
              <a:avLst/>
            </a:prstGeom>
            <a:noFill/>
            <a:effectLst>
              <a:glow rad="63500">
                <a:schemeClr val="bg1">
                  <a:lumMod val="95000"/>
                  <a:alpha val="40000"/>
                </a:schemeClr>
              </a:glow>
            </a:effectLst>
          </p:spPr>
          <p:txBody>
            <a:bodyPr wrap="none" rtlCol="0">
              <a:spAutoFit/>
            </a:bodyPr>
            <a:lstStyle/>
            <a:p>
              <a:r>
                <a:rPr kumimoji="1" lang="ja-JP" altLang="en-US" sz="2400" b="1">
                  <a:solidFill>
                    <a:schemeClr val="tx1">
                      <a:lumMod val="85000"/>
                      <a:lumOff val="15000"/>
                    </a:schemeClr>
                  </a:solidFill>
                  <a:effectLst>
                    <a:glow rad="101600">
                      <a:schemeClr val="bg1">
                        <a:lumMod val="95000"/>
                        <a:alpha val="9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rPr>
                <a:t>ストーリー</a:t>
              </a:r>
              <a:endParaRPr kumimoji="1" lang="ja-JP" altLang="en-US" sz="2400" b="1" dirty="0">
                <a:solidFill>
                  <a:schemeClr val="tx1">
                    <a:lumMod val="85000"/>
                    <a:lumOff val="15000"/>
                  </a:schemeClr>
                </a:solidFill>
                <a:effectLst>
                  <a:glow rad="101600">
                    <a:schemeClr val="bg1">
                      <a:lumMod val="95000"/>
                      <a:alpha val="9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05" name="グループ化 104">
            <a:extLst>
              <a:ext uri="{FF2B5EF4-FFF2-40B4-BE49-F238E27FC236}">
                <a16:creationId xmlns:a16="http://schemas.microsoft.com/office/drawing/2014/main" id="{31657DA5-6350-F244-36A2-227FB91ADFEF}"/>
              </a:ext>
            </a:extLst>
          </p:cNvPr>
          <p:cNvGrpSpPr/>
          <p:nvPr/>
        </p:nvGrpSpPr>
        <p:grpSpPr>
          <a:xfrm>
            <a:off x="-606354" y="1896408"/>
            <a:ext cx="2520982" cy="2520982"/>
            <a:chOff x="8328573" y="864740"/>
            <a:chExt cx="2520982" cy="2520982"/>
          </a:xfrm>
        </p:grpSpPr>
        <p:pic>
          <p:nvPicPr>
            <p:cNvPr id="106" name="図 105">
              <a:extLst>
                <a:ext uri="{FF2B5EF4-FFF2-40B4-BE49-F238E27FC236}">
                  <a16:creationId xmlns:a16="http://schemas.microsoft.com/office/drawing/2014/main" id="{72C4DD49-E3BC-3D18-4409-AE238B8EEC14}"/>
                </a:ext>
              </a:extLst>
            </p:cNvPr>
            <p:cNvPicPr>
              <a:picLocks noChangeAspect="1"/>
            </p:cNvPicPr>
            <p:nvPr/>
          </p:nvPicPr>
          <p:blipFill>
            <a:blip r:embed="rId6">
              <a:grayscl/>
              <a:extLst>
                <a:ext uri="{28A0092B-C50C-407E-A947-70E740481C1C}">
                  <a14:useLocalDpi xmlns:a14="http://schemas.microsoft.com/office/drawing/2010/main" val="0"/>
                </a:ext>
              </a:extLst>
            </a:blip>
            <a:stretch>
              <a:fillRect/>
            </a:stretch>
          </p:blipFill>
          <p:spPr>
            <a:xfrm>
              <a:off x="8328573" y="864740"/>
              <a:ext cx="2520982" cy="2520982"/>
            </a:xfrm>
            <a:prstGeom prst="rect">
              <a:avLst/>
            </a:prstGeom>
          </p:spPr>
        </p:pic>
        <p:sp>
          <p:nvSpPr>
            <p:cNvPr id="107" name="テキスト ボックス 106">
              <a:extLst>
                <a:ext uri="{FF2B5EF4-FFF2-40B4-BE49-F238E27FC236}">
                  <a16:creationId xmlns:a16="http://schemas.microsoft.com/office/drawing/2014/main" id="{41D0C505-175C-9978-1E71-C30BB207C959}"/>
                </a:ext>
              </a:extLst>
            </p:cNvPr>
            <p:cNvSpPr txBox="1"/>
            <p:nvPr/>
          </p:nvSpPr>
          <p:spPr>
            <a:xfrm flipH="1">
              <a:off x="8727290" y="1791682"/>
              <a:ext cx="1723549" cy="461665"/>
            </a:xfrm>
            <a:prstGeom prst="rect">
              <a:avLst/>
            </a:prstGeom>
            <a:noFill/>
            <a:effectLst>
              <a:glow rad="63500">
                <a:schemeClr val="bg1">
                  <a:lumMod val="95000"/>
                  <a:alpha val="40000"/>
                </a:schemeClr>
              </a:glow>
            </a:effectLst>
          </p:spPr>
          <p:txBody>
            <a:bodyPr wrap="none" rtlCol="0">
              <a:spAutoFit/>
            </a:bodyPr>
            <a:lstStyle/>
            <a:p>
              <a:r>
                <a:rPr kumimoji="1" lang="ja-JP" altLang="en-US" sz="2400" b="1">
                  <a:solidFill>
                    <a:schemeClr val="tx1">
                      <a:lumMod val="85000"/>
                      <a:lumOff val="15000"/>
                    </a:schemeClr>
                  </a:solidFill>
                  <a:effectLst>
                    <a:glow rad="101600">
                      <a:schemeClr val="bg1">
                        <a:lumMod val="95000"/>
                        <a:alpha val="9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rPr>
                <a:t>ストーリー</a:t>
              </a:r>
              <a:endParaRPr kumimoji="1" lang="ja-JP" altLang="en-US" sz="2400" b="1" dirty="0">
                <a:solidFill>
                  <a:schemeClr val="tx1">
                    <a:lumMod val="85000"/>
                    <a:lumOff val="15000"/>
                  </a:schemeClr>
                </a:solidFill>
                <a:effectLst>
                  <a:glow rad="101600">
                    <a:schemeClr val="bg1">
                      <a:lumMod val="95000"/>
                      <a:alpha val="9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pic>
        <p:nvPicPr>
          <p:cNvPr id="110" name="図 109">
            <a:extLst>
              <a:ext uri="{FF2B5EF4-FFF2-40B4-BE49-F238E27FC236}">
                <a16:creationId xmlns:a16="http://schemas.microsoft.com/office/drawing/2014/main" id="{445ECC6E-F640-0AAF-EC2A-35F0ED88443A}"/>
              </a:ext>
            </a:extLst>
          </p:cNvPr>
          <p:cNvPicPr>
            <a:picLocks noChangeAspect="1"/>
          </p:cNvPicPr>
          <p:nvPr/>
        </p:nvPicPr>
        <p:blipFill>
          <a:blip r:embed="rId7">
            <a:grayscl/>
            <a:extLst>
              <a:ext uri="{28A0092B-C50C-407E-A947-70E740481C1C}">
                <a14:useLocalDpi xmlns:a14="http://schemas.microsoft.com/office/drawing/2010/main" val="0"/>
              </a:ext>
            </a:extLst>
          </a:blip>
          <a:stretch>
            <a:fillRect/>
          </a:stretch>
        </p:blipFill>
        <p:spPr>
          <a:xfrm>
            <a:off x="2911181" y="3784466"/>
            <a:ext cx="944622" cy="944622"/>
          </a:xfrm>
          <a:prstGeom prst="rect">
            <a:avLst/>
          </a:prstGeom>
        </p:spPr>
      </p:pic>
      <p:pic>
        <p:nvPicPr>
          <p:cNvPr id="112" name="図 111">
            <a:extLst>
              <a:ext uri="{FF2B5EF4-FFF2-40B4-BE49-F238E27FC236}">
                <a16:creationId xmlns:a16="http://schemas.microsoft.com/office/drawing/2014/main" id="{7E66FDCD-6999-CA7F-638B-2420B4CF03C6}"/>
              </a:ext>
            </a:extLst>
          </p:cNvPr>
          <p:cNvPicPr>
            <a:picLocks noChangeAspect="1"/>
          </p:cNvPicPr>
          <p:nvPr/>
        </p:nvPicPr>
        <p:blipFill>
          <a:blip r:embed="rId7">
            <a:grayscl/>
            <a:extLst>
              <a:ext uri="{28A0092B-C50C-407E-A947-70E740481C1C}">
                <a14:useLocalDpi xmlns:a14="http://schemas.microsoft.com/office/drawing/2010/main" val="0"/>
              </a:ext>
            </a:extLst>
          </a:blip>
          <a:stretch>
            <a:fillRect/>
          </a:stretch>
        </p:blipFill>
        <p:spPr>
          <a:xfrm>
            <a:off x="175471" y="2689183"/>
            <a:ext cx="944622" cy="944622"/>
          </a:xfrm>
          <a:prstGeom prst="rect">
            <a:avLst/>
          </a:prstGeom>
        </p:spPr>
      </p:pic>
      <p:cxnSp>
        <p:nvCxnSpPr>
          <p:cNvPr id="113" name="直線コネクタ 112">
            <a:extLst>
              <a:ext uri="{FF2B5EF4-FFF2-40B4-BE49-F238E27FC236}">
                <a16:creationId xmlns:a16="http://schemas.microsoft.com/office/drawing/2014/main" id="{A92CF592-937D-A0E7-55FC-63591BEF5461}"/>
              </a:ext>
            </a:extLst>
          </p:cNvPr>
          <p:cNvCxnSpPr>
            <a:cxnSpLocks/>
            <a:stCxn id="110" idx="0"/>
          </p:cNvCxnSpPr>
          <p:nvPr/>
        </p:nvCxnSpPr>
        <p:spPr>
          <a:xfrm flipV="1">
            <a:off x="3383492" y="2996286"/>
            <a:ext cx="2994028" cy="788180"/>
          </a:xfrm>
          <a:prstGeom prst="line">
            <a:avLst/>
          </a:prstGeom>
          <a:ln w="63500">
            <a:solidFill>
              <a:srgbClr val="FFA4F3"/>
            </a:solidFill>
            <a:prstDash val="sysDash"/>
          </a:ln>
        </p:spPr>
        <p:style>
          <a:lnRef idx="2">
            <a:schemeClr val="accent1"/>
          </a:lnRef>
          <a:fillRef idx="0">
            <a:schemeClr val="accent1"/>
          </a:fillRef>
          <a:effectRef idx="1">
            <a:schemeClr val="accent1"/>
          </a:effectRef>
          <a:fontRef idx="minor">
            <a:schemeClr val="tx1"/>
          </a:fontRef>
        </p:style>
      </p:cxnSp>
      <p:cxnSp>
        <p:nvCxnSpPr>
          <p:cNvPr id="117" name="直線コネクタ 116">
            <a:extLst>
              <a:ext uri="{FF2B5EF4-FFF2-40B4-BE49-F238E27FC236}">
                <a16:creationId xmlns:a16="http://schemas.microsoft.com/office/drawing/2014/main" id="{A8137A43-1F6C-B77E-A556-EF731B591E72}"/>
              </a:ext>
            </a:extLst>
          </p:cNvPr>
          <p:cNvCxnSpPr>
            <a:cxnSpLocks/>
            <a:stCxn id="110" idx="0"/>
            <a:endCxn id="112" idx="0"/>
          </p:cNvCxnSpPr>
          <p:nvPr/>
        </p:nvCxnSpPr>
        <p:spPr>
          <a:xfrm flipH="1" flipV="1">
            <a:off x="647782" y="2689183"/>
            <a:ext cx="2735710" cy="1095283"/>
          </a:xfrm>
          <a:prstGeom prst="line">
            <a:avLst/>
          </a:prstGeom>
          <a:ln w="63500">
            <a:solidFill>
              <a:srgbClr val="FFA4F3"/>
            </a:solidFill>
            <a:prstDash val="sysDash"/>
          </a:ln>
        </p:spPr>
        <p:style>
          <a:lnRef idx="2">
            <a:schemeClr val="accent1"/>
          </a:lnRef>
          <a:fillRef idx="0">
            <a:schemeClr val="accent1"/>
          </a:fillRef>
          <a:effectRef idx="1">
            <a:schemeClr val="accent1"/>
          </a:effectRef>
          <a:fontRef idx="minor">
            <a:schemeClr val="tx1"/>
          </a:fontRef>
        </p:style>
      </p:cxnSp>
      <p:grpSp>
        <p:nvGrpSpPr>
          <p:cNvPr id="124" name="グループ化 123">
            <a:extLst>
              <a:ext uri="{FF2B5EF4-FFF2-40B4-BE49-F238E27FC236}">
                <a16:creationId xmlns:a16="http://schemas.microsoft.com/office/drawing/2014/main" id="{C254C662-AE02-AB4C-49D9-15ED94ED95C2}"/>
              </a:ext>
            </a:extLst>
          </p:cNvPr>
          <p:cNvGrpSpPr/>
          <p:nvPr/>
        </p:nvGrpSpPr>
        <p:grpSpPr>
          <a:xfrm>
            <a:off x="5738645" y="1370198"/>
            <a:ext cx="1230262" cy="1230262"/>
            <a:chOff x="5881972" y="962320"/>
            <a:chExt cx="990440" cy="990440"/>
          </a:xfrm>
        </p:grpSpPr>
        <p:sp>
          <p:nvSpPr>
            <p:cNvPr id="51" name="涙形 50">
              <a:extLst>
                <a:ext uri="{FF2B5EF4-FFF2-40B4-BE49-F238E27FC236}">
                  <a16:creationId xmlns:a16="http://schemas.microsoft.com/office/drawing/2014/main" id="{249E4C99-658F-E8EB-8356-62300AB971B5}"/>
                </a:ext>
              </a:extLst>
            </p:cNvPr>
            <p:cNvSpPr/>
            <p:nvPr/>
          </p:nvSpPr>
          <p:spPr>
            <a:xfrm rot="8079010">
              <a:off x="5881972" y="962320"/>
              <a:ext cx="990440" cy="990440"/>
            </a:xfrm>
            <a:prstGeom prst="teardrop">
              <a:avLst>
                <a:gd name="adj" fmla="val 127170"/>
              </a:avLst>
            </a:prstGeom>
            <a:solidFill>
              <a:srgbClr val="FFA4F3"/>
            </a:solidFill>
            <a:ln>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3" name="二等辺三角形 122">
              <a:extLst>
                <a:ext uri="{FF2B5EF4-FFF2-40B4-BE49-F238E27FC236}">
                  <a16:creationId xmlns:a16="http://schemas.microsoft.com/office/drawing/2014/main" id="{638AE964-5FF9-37D3-8BC0-118DF76E9020}"/>
                </a:ext>
              </a:extLst>
            </p:cNvPr>
            <p:cNvSpPr/>
            <p:nvPr/>
          </p:nvSpPr>
          <p:spPr>
            <a:xfrm rot="5400000">
              <a:off x="6146729" y="1188589"/>
              <a:ext cx="596979" cy="514637"/>
            </a:xfrm>
            <a:prstGeom prst="triangl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11" name="グループ化 10">
            <a:extLst>
              <a:ext uri="{FF2B5EF4-FFF2-40B4-BE49-F238E27FC236}">
                <a16:creationId xmlns:a16="http://schemas.microsoft.com/office/drawing/2014/main" id="{EA83C193-9A23-6447-6EFD-B41946E46D5A}"/>
              </a:ext>
            </a:extLst>
          </p:cNvPr>
          <p:cNvGrpSpPr/>
          <p:nvPr/>
        </p:nvGrpSpPr>
        <p:grpSpPr>
          <a:xfrm>
            <a:off x="0" y="-1"/>
            <a:ext cx="12192000" cy="6858001"/>
            <a:chOff x="0" y="-1"/>
            <a:chExt cx="12192000" cy="6858001"/>
          </a:xfrm>
        </p:grpSpPr>
        <p:sp>
          <p:nvSpPr>
            <p:cNvPr id="12" name="正方形/長方形 11">
              <a:extLst>
                <a:ext uri="{FF2B5EF4-FFF2-40B4-BE49-F238E27FC236}">
                  <a16:creationId xmlns:a16="http://schemas.microsoft.com/office/drawing/2014/main" id="{58E53180-0254-4D3A-D876-D4B0BD4E168D}"/>
                </a:ext>
              </a:extLst>
            </p:cNvPr>
            <p:cNvSpPr>
              <a:spLocks/>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3" name="グループ化 12">
              <a:extLst>
                <a:ext uri="{FF2B5EF4-FFF2-40B4-BE49-F238E27FC236}">
                  <a16:creationId xmlns:a16="http://schemas.microsoft.com/office/drawing/2014/main" id="{23E4E5AB-446C-6C58-93CA-E9BA06D7974F}"/>
                </a:ext>
              </a:extLst>
            </p:cNvPr>
            <p:cNvGrpSpPr/>
            <p:nvPr/>
          </p:nvGrpSpPr>
          <p:grpSpPr>
            <a:xfrm>
              <a:off x="2616038" y="1823170"/>
              <a:ext cx="6959925" cy="3211661"/>
              <a:chOff x="2616038" y="1823170"/>
              <a:chExt cx="6959925" cy="3211661"/>
            </a:xfrm>
          </p:grpSpPr>
          <p:sp>
            <p:nvSpPr>
              <p:cNvPr id="14" name="四角形: 角を丸くする 13">
                <a:extLst>
                  <a:ext uri="{FF2B5EF4-FFF2-40B4-BE49-F238E27FC236}">
                    <a16:creationId xmlns:a16="http://schemas.microsoft.com/office/drawing/2014/main" id="{D40A75F8-5824-A274-779B-1B8552EA8B77}"/>
                  </a:ext>
                </a:extLst>
              </p:cNvPr>
              <p:cNvSpPr/>
              <p:nvPr/>
            </p:nvSpPr>
            <p:spPr>
              <a:xfrm>
                <a:off x="2616038" y="1823170"/>
                <a:ext cx="6959925" cy="3211661"/>
              </a:xfrm>
              <a:prstGeom prst="roundRect">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テキスト ボックス 14">
                <a:extLst>
                  <a:ext uri="{FF2B5EF4-FFF2-40B4-BE49-F238E27FC236}">
                    <a16:creationId xmlns:a16="http://schemas.microsoft.com/office/drawing/2014/main" id="{3F2674C9-1A0E-5CE8-92B1-05C81F62C6DF}"/>
                  </a:ext>
                </a:extLst>
              </p:cNvPr>
              <p:cNvSpPr txBox="1"/>
              <p:nvPr/>
            </p:nvSpPr>
            <p:spPr>
              <a:xfrm>
                <a:off x="3052547" y="2384084"/>
                <a:ext cx="6086923" cy="584775"/>
              </a:xfrm>
              <a:prstGeom prst="rect">
                <a:avLst/>
              </a:prstGeom>
              <a:noFill/>
            </p:spPr>
            <p:txBody>
              <a:bodyPr wrap="none" rtlCol="0">
                <a:spAutoFit/>
              </a:bodyPr>
              <a:lstStyle/>
              <a:p>
                <a:pPr algn="ctr"/>
                <a:r>
                  <a:rPr lang="ja-JP" altLang="en-US" sz="3200" b="1">
                    <a:solidFill>
                      <a:schemeClr val="tx1">
                        <a:lumMod val="85000"/>
                        <a:lumOff val="15000"/>
                      </a:schemeClr>
                    </a:solidFill>
                    <a:latin typeface="和音 Joyo R" panose="00000500000000000000" pitchFamily="50" charset="-128"/>
                    <a:ea typeface="和音 Joyo R" panose="00000500000000000000" pitchFamily="50" charset="-128"/>
                  </a:rPr>
                  <a:t>受け取り可能な報酬があります</a:t>
                </a:r>
                <a:endParaRPr kumimoji="1" lang="ja-JP" altLang="en-US" sz="4000" b="1"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sp>
            <p:nvSpPr>
              <p:cNvPr id="16" name="四角形: 角を丸くする 15">
                <a:extLst>
                  <a:ext uri="{FF2B5EF4-FFF2-40B4-BE49-F238E27FC236}">
                    <a16:creationId xmlns:a16="http://schemas.microsoft.com/office/drawing/2014/main" id="{A2F377AA-788F-0EFC-E633-9EB3735D5414}"/>
                  </a:ext>
                </a:extLst>
              </p:cNvPr>
              <p:cNvSpPr/>
              <p:nvPr/>
            </p:nvSpPr>
            <p:spPr>
              <a:xfrm>
                <a:off x="6323378" y="3797078"/>
                <a:ext cx="2138224" cy="767022"/>
              </a:xfrm>
              <a:prstGeom prst="roundRect">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400">
                    <a:latin typeface="和音 Joyo R" panose="00000500000000000000" pitchFamily="50" charset="-128"/>
                    <a:ea typeface="和音 Joyo R" panose="00000500000000000000" pitchFamily="50" charset="-128"/>
                  </a:rPr>
                  <a:t>受け取る</a:t>
                </a:r>
                <a:endParaRPr kumimoji="1" lang="ja-JP" altLang="en-US" sz="2400" dirty="0">
                  <a:latin typeface="和音 Joyo R" panose="00000500000000000000" pitchFamily="50" charset="-128"/>
                  <a:ea typeface="和音 Joyo R" panose="00000500000000000000" pitchFamily="50" charset="-128"/>
                </a:endParaRPr>
              </a:p>
            </p:txBody>
          </p:sp>
          <p:sp>
            <p:nvSpPr>
              <p:cNvPr id="17" name="四角形: 角を丸くする 16">
                <a:extLst>
                  <a:ext uri="{FF2B5EF4-FFF2-40B4-BE49-F238E27FC236}">
                    <a16:creationId xmlns:a16="http://schemas.microsoft.com/office/drawing/2014/main" id="{C1AD320B-24BE-2050-53F4-3DDB30815E92}"/>
                  </a:ext>
                </a:extLst>
              </p:cNvPr>
              <p:cNvSpPr/>
              <p:nvPr/>
            </p:nvSpPr>
            <p:spPr>
              <a:xfrm>
                <a:off x="3730400" y="3797078"/>
                <a:ext cx="2138224" cy="767022"/>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400">
                    <a:latin typeface="和音 Joyo R" panose="00000500000000000000" pitchFamily="50" charset="-128"/>
                    <a:ea typeface="和音 Joyo R" panose="00000500000000000000" pitchFamily="50" charset="-128"/>
                  </a:rPr>
                  <a:t>受け取らない</a:t>
                </a:r>
                <a:endParaRPr kumimoji="1" lang="ja-JP" altLang="en-US" sz="2400" dirty="0">
                  <a:latin typeface="和音 Joyo R" panose="00000500000000000000" pitchFamily="50" charset="-128"/>
                  <a:ea typeface="和音 Joyo R" panose="00000500000000000000" pitchFamily="50" charset="-128"/>
                </a:endParaRPr>
              </a:p>
            </p:txBody>
          </p:sp>
          <p:sp>
            <p:nvSpPr>
              <p:cNvPr id="18" name="テキスト ボックス 17">
                <a:extLst>
                  <a:ext uri="{FF2B5EF4-FFF2-40B4-BE49-F238E27FC236}">
                    <a16:creationId xmlns:a16="http://schemas.microsoft.com/office/drawing/2014/main" id="{E35B5DF9-DF58-338C-1FE2-53F9A8788075}"/>
                  </a:ext>
                </a:extLst>
              </p:cNvPr>
              <p:cNvSpPr txBox="1"/>
              <p:nvPr/>
            </p:nvSpPr>
            <p:spPr>
              <a:xfrm>
                <a:off x="2800874" y="3112065"/>
                <a:ext cx="6590267" cy="369332"/>
              </a:xfrm>
              <a:prstGeom prst="rect">
                <a:avLst/>
              </a:prstGeom>
              <a:noFill/>
            </p:spPr>
            <p:txBody>
              <a:bodyPr wrap="none" rtlCol="0">
                <a:spAutoFit/>
              </a:bodyPr>
              <a:lstStyle/>
              <a:p>
                <a:pPr algn="ctr"/>
                <a:r>
                  <a:rPr kumimoji="1" lang="en-US" altLang="ja-JP" b="1">
                    <a:solidFill>
                      <a:srgbClr val="C00000"/>
                    </a:solidFill>
                    <a:latin typeface="和音 Joyo R" panose="00000500000000000000" pitchFamily="50" charset="-128"/>
                    <a:ea typeface="和音 Joyo R" panose="00000500000000000000" pitchFamily="50" charset="-128"/>
                  </a:rPr>
                  <a:t>※</a:t>
                </a:r>
                <a:r>
                  <a:rPr kumimoji="1" lang="ja-JP" altLang="en-US" b="1">
                    <a:solidFill>
                      <a:srgbClr val="C00000"/>
                    </a:solidFill>
                    <a:latin typeface="和音 Joyo R" panose="00000500000000000000" pitchFamily="50" charset="-128"/>
                    <a:ea typeface="和音 Joyo R" panose="00000500000000000000" pitchFamily="50" charset="-128"/>
                  </a:rPr>
                  <a:t>このまま進行すると、リミットミッションが更新されます</a:t>
                </a:r>
                <a:endParaRPr kumimoji="1" lang="ja-JP" altLang="en-US" sz="2400" b="1" dirty="0">
                  <a:solidFill>
                    <a:srgbClr val="C00000"/>
                  </a:solidFill>
                  <a:latin typeface="和音 Joyo R" panose="00000500000000000000" pitchFamily="50" charset="-128"/>
                  <a:ea typeface="和音 Joyo R" panose="00000500000000000000" pitchFamily="50" charset="-128"/>
                </a:endParaRPr>
              </a:p>
            </p:txBody>
          </p:sp>
        </p:grpSp>
      </p:grpSp>
    </p:spTree>
    <p:extLst>
      <p:ext uri="{BB962C8B-B14F-4D97-AF65-F5344CB8AC3E}">
        <p14:creationId xmlns:p14="http://schemas.microsoft.com/office/powerpoint/2010/main" val="301638065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gradFill flip="none" rotWithShape="1">
          <a:gsLst>
            <a:gs pos="27000">
              <a:schemeClr val="tx1">
                <a:lumMod val="85000"/>
                <a:lumOff val="15000"/>
              </a:schemeClr>
            </a:gs>
            <a:gs pos="97000">
              <a:schemeClr val="tx1">
                <a:lumMod val="85000"/>
                <a:lumOff val="15000"/>
              </a:schemeClr>
            </a:gs>
            <a:gs pos="74000">
              <a:schemeClr val="tx1">
                <a:lumMod val="75000"/>
                <a:lumOff val="25000"/>
              </a:schemeClr>
            </a:gs>
          </a:gsLst>
          <a:path path="circle">
            <a:fillToRect r="100000" b="100000"/>
          </a:path>
          <a:tileRect l="-100000" t="-100000"/>
        </a:gradFill>
        <a:effectLst/>
      </p:bgPr>
    </p:bg>
    <p:spTree>
      <p:nvGrpSpPr>
        <p:cNvPr id="1" name="">
          <a:extLst>
            <a:ext uri="{FF2B5EF4-FFF2-40B4-BE49-F238E27FC236}">
              <a16:creationId xmlns:a16="http://schemas.microsoft.com/office/drawing/2014/main" id="{4CE54756-FCC2-631B-5EC4-5D76B3A95724}"/>
            </a:ext>
          </a:extLst>
        </p:cNvPr>
        <p:cNvGrpSpPr/>
        <p:nvPr/>
      </p:nvGrpSpPr>
      <p:grpSpPr>
        <a:xfrm>
          <a:off x="0" y="0"/>
          <a:ext cx="0" cy="0"/>
          <a:chOff x="0" y="0"/>
          <a:chExt cx="0" cy="0"/>
        </a:xfrm>
      </p:grpSpPr>
      <p:grpSp>
        <p:nvGrpSpPr>
          <p:cNvPr id="48" name="グループ化 47">
            <a:extLst>
              <a:ext uri="{FF2B5EF4-FFF2-40B4-BE49-F238E27FC236}">
                <a16:creationId xmlns:a16="http://schemas.microsoft.com/office/drawing/2014/main" id="{FFD01457-070E-C7DE-09E0-9D99F90D74B8}"/>
              </a:ext>
            </a:extLst>
          </p:cNvPr>
          <p:cNvGrpSpPr/>
          <p:nvPr/>
        </p:nvGrpSpPr>
        <p:grpSpPr>
          <a:xfrm>
            <a:off x="6071560" y="5019810"/>
            <a:ext cx="3763828" cy="699624"/>
            <a:chOff x="6865299" y="2611603"/>
            <a:chExt cx="3094443" cy="699624"/>
          </a:xfrm>
        </p:grpSpPr>
        <p:sp>
          <p:nvSpPr>
            <p:cNvPr id="49" name="フローチャート: 手作業 29">
              <a:extLst>
                <a:ext uri="{FF2B5EF4-FFF2-40B4-BE49-F238E27FC236}">
                  <a16:creationId xmlns:a16="http://schemas.microsoft.com/office/drawing/2014/main" id="{0C1802F4-9671-24F5-5C39-936BD0E0676E}"/>
                </a:ext>
              </a:extLst>
            </p:cNvPr>
            <p:cNvSpPr/>
            <p:nvPr/>
          </p:nvSpPr>
          <p:spPr>
            <a:xfrm>
              <a:off x="6865299" y="2611603"/>
              <a:ext cx="3094443" cy="699624"/>
            </a:xfrm>
            <a:prstGeom prst="parallelogram">
              <a:avLst/>
            </a:prstGeom>
            <a:solidFill>
              <a:schemeClr val="bg1">
                <a:lumMod val="95000"/>
                <a:alpha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50" name="テキスト ボックス 49">
              <a:extLst>
                <a:ext uri="{FF2B5EF4-FFF2-40B4-BE49-F238E27FC236}">
                  <a16:creationId xmlns:a16="http://schemas.microsoft.com/office/drawing/2014/main" id="{57CBB4BA-B01C-11DF-AFDB-F54947709283}"/>
                </a:ext>
              </a:extLst>
            </p:cNvPr>
            <p:cNvSpPr txBox="1"/>
            <p:nvPr/>
          </p:nvSpPr>
          <p:spPr>
            <a:xfrm>
              <a:off x="7692432" y="2721385"/>
              <a:ext cx="1440180" cy="480060"/>
            </a:xfrm>
            <a:prstGeom prst="parallelogram">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rPr>
                <a:t>ゲート名</a:t>
              </a:r>
            </a:p>
          </p:txBody>
        </p:sp>
      </p:grpSp>
      <p:grpSp>
        <p:nvGrpSpPr>
          <p:cNvPr id="51" name="グループ化 50">
            <a:extLst>
              <a:ext uri="{FF2B5EF4-FFF2-40B4-BE49-F238E27FC236}">
                <a16:creationId xmlns:a16="http://schemas.microsoft.com/office/drawing/2014/main" id="{5D7DC07E-8743-F469-727F-5707E1075B10}"/>
              </a:ext>
            </a:extLst>
          </p:cNvPr>
          <p:cNvGrpSpPr/>
          <p:nvPr/>
        </p:nvGrpSpPr>
        <p:grpSpPr>
          <a:xfrm>
            <a:off x="5856057" y="5987908"/>
            <a:ext cx="3763828" cy="699624"/>
            <a:chOff x="6865299" y="2611603"/>
            <a:chExt cx="3094443" cy="699624"/>
          </a:xfrm>
        </p:grpSpPr>
        <p:sp>
          <p:nvSpPr>
            <p:cNvPr id="52" name="フローチャート: 手作業 29">
              <a:extLst>
                <a:ext uri="{FF2B5EF4-FFF2-40B4-BE49-F238E27FC236}">
                  <a16:creationId xmlns:a16="http://schemas.microsoft.com/office/drawing/2014/main" id="{C33F3C51-B7CF-8209-E6A1-8E4CE2DCB300}"/>
                </a:ext>
              </a:extLst>
            </p:cNvPr>
            <p:cNvSpPr/>
            <p:nvPr/>
          </p:nvSpPr>
          <p:spPr>
            <a:xfrm>
              <a:off x="6865299" y="2611603"/>
              <a:ext cx="3094443" cy="699624"/>
            </a:xfrm>
            <a:prstGeom prst="parallelogram">
              <a:avLst/>
            </a:prstGeom>
            <a:solidFill>
              <a:schemeClr val="bg1">
                <a:lumMod val="95000"/>
                <a:alpha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53" name="テキスト ボックス 52">
              <a:extLst>
                <a:ext uri="{FF2B5EF4-FFF2-40B4-BE49-F238E27FC236}">
                  <a16:creationId xmlns:a16="http://schemas.microsoft.com/office/drawing/2014/main" id="{35CACFA5-3D05-ED91-49A6-0E0C399E845E}"/>
                </a:ext>
              </a:extLst>
            </p:cNvPr>
            <p:cNvSpPr txBox="1"/>
            <p:nvPr/>
          </p:nvSpPr>
          <p:spPr>
            <a:xfrm>
              <a:off x="7692432" y="2721385"/>
              <a:ext cx="1440180" cy="480060"/>
            </a:xfrm>
            <a:prstGeom prst="parallelogram">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rPr>
                <a:t>ゲート名</a:t>
              </a:r>
            </a:p>
          </p:txBody>
        </p:sp>
      </p:grpSp>
      <p:grpSp>
        <p:nvGrpSpPr>
          <p:cNvPr id="54" name="グループ化 53">
            <a:extLst>
              <a:ext uri="{FF2B5EF4-FFF2-40B4-BE49-F238E27FC236}">
                <a16:creationId xmlns:a16="http://schemas.microsoft.com/office/drawing/2014/main" id="{835DAD58-39D9-D640-25EF-70AE7FDAEF68}"/>
              </a:ext>
            </a:extLst>
          </p:cNvPr>
          <p:cNvGrpSpPr/>
          <p:nvPr/>
        </p:nvGrpSpPr>
        <p:grpSpPr>
          <a:xfrm>
            <a:off x="5199684" y="6956004"/>
            <a:ext cx="3763828" cy="699624"/>
            <a:chOff x="6865299" y="2611603"/>
            <a:chExt cx="3094443" cy="699624"/>
          </a:xfrm>
        </p:grpSpPr>
        <p:sp>
          <p:nvSpPr>
            <p:cNvPr id="55" name="フローチャート: 手作業 29">
              <a:extLst>
                <a:ext uri="{FF2B5EF4-FFF2-40B4-BE49-F238E27FC236}">
                  <a16:creationId xmlns:a16="http://schemas.microsoft.com/office/drawing/2014/main" id="{C7DFCA4F-E0FA-3730-D6D5-50EB38419C9E}"/>
                </a:ext>
              </a:extLst>
            </p:cNvPr>
            <p:cNvSpPr/>
            <p:nvPr/>
          </p:nvSpPr>
          <p:spPr>
            <a:xfrm>
              <a:off x="6865299" y="2611603"/>
              <a:ext cx="3094443" cy="699624"/>
            </a:xfrm>
            <a:prstGeom prst="parallelogram">
              <a:avLst/>
            </a:prstGeom>
            <a:solidFill>
              <a:schemeClr val="bg1">
                <a:lumMod val="95000"/>
                <a:alpha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56" name="テキスト ボックス 55">
              <a:extLst>
                <a:ext uri="{FF2B5EF4-FFF2-40B4-BE49-F238E27FC236}">
                  <a16:creationId xmlns:a16="http://schemas.microsoft.com/office/drawing/2014/main" id="{D527A169-6C90-607C-0A36-8B0DFC1FB698}"/>
                </a:ext>
              </a:extLst>
            </p:cNvPr>
            <p:cNvSpPr txBox="1"/>
            <p:nvPr/>
          </p:nvSpPr>
          <p:spPr>
            <a:xfrm>
              <a:off x="7692432" y="2721385"/>
              <a:ext cx="1440180" cy="480060"/>
            </a:xfrm>
            <a:prstGeom prst="parallelogram">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rPr>
                <a:t>ゲート名</a:t>
              </a:r>
            </a:p>
          </p:txBody>
        </p:sp>
      </p:grpSp>
      <p:grpSp>
        <p:nvGrpSpPr>
          <p:cNvPr id="10" name="グループ化 9">
            <a:extLst>
              <a:ext uri="{FF2B5EF4-FFF2-40B4-BE49-F238E27FC236}">
                <a16:creationId xmlns:a16="http://schemas.microsoft.com/office/drawing/2014/main" id="{ECF65B7C-9EE1-B4FE-1CED-9C96507AA09D}"/>
              </a:ext>
            </a:extLst>
          </p:cNvPr>
          <p:cNvGrpSpPr/>
          <p:nvPr/>
        </p:nvGrpSpPr>
        <p:grpSpPr>
          <a:xfrm>
            <a:off x="163586" y="134635"/>
            <a:ext cx="3123445" cy="1396119"/>
            <a:chOff x="163586" y="134635"/>
            <a:chExt cx="3123445" cy="1396119"/>
          </a:xfrm>
        </p:grpSpPr>
        <p:sp>
          <p:nvSpPr>
            <p:cNvPr id="2" name="四角形: 角を丸くする 1">
              <a:extLst>
                <a:ext uri="{FF2B5EF4-FFF2-40B4-BE49-F238E27FC236}">
                  <a16:creationId xmlns:a16="http://schemas.microsoft.com/office/drawing/2014/main" id="{616946E3-3B5E-5573-9911-F4B557B887A0}"/>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3" name="テキスト ボックス 2">
              <a:extLst>
                <a:ext uri="{FF2B5EF4-FFF2-40B4-BE49-F238E27FC236}">
                  <a16:creationId xmlns:a16="http://schemas.microsoft.com/office/drawing/2014/main" id="{5F159497-EF10-AB52-7CB9-D744E4429C7B}"/>
                </a:ext>
              </a:extLst>
            </p:cNvPr>
            <p:cNvSpPr txBox="1"/>
            <p:nvPr/>
          </p:nvSpPr>
          <p:spPr>
            <a:xfrm>
              <a:off x="1881074" y="641390"/>
              <a:ext cx="954107"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防衛戦</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4" name="グループ化 3">
              <a:extLst>
                <a:ext uri="{FF2B5EF4-FFF2-40B4-BE49-F238E27FC236}">
                  <a16:creationId xmlns:a16="http://schemas.microsoft.com/office/drawing/2014/main" id="{02A359B2-1D5E-F3D8-33D0-5F347AF1EAE4}"/>
                </a:ext>
              </a:extLst>
            </p:cNvPr>
            <p:cNvGrpSpPr/>
            <p:nvPr/>
          </p:nvGrpSpPr>
          <p:grpSpPr>
            <a:xfrm>
              <a:off x="163586" y="134635"/>
              <a:ext cx="1975684" cy="1396119"/>
              <a:chOff x="163586" y="134635"/>
              <a:chExt cx="1975684" cy="1396119"/>
            </a:xfrm>
          </p:grpSpPr>
          <p:grpSp>
            <p:nvGrpSpPr>
              <p:cNvPr id="6" name="グループ化 5">
                <a:extLst>
                  <a:ext uri="{FF2B5EF4-FFF2-40B4-BE49-F238E27FC236}">
                    <a16:creationId xmlns:a16="http://schemas.microsoft.com/office/drawing/2014/main" id="{24614A44-5270-B58D-FCFB-70A179FD3857}"/>
                  </a:ext>
                </a:extLst>
              </p:cNvPr>
              <p:cNvGrpSpPr/>
              <p:nvPr/>
            </p:nvGrpSpPr>
            <p:grpSpPr>
              <a:xfrm>
                <a:off x="163586" y="134635"/>
                <a:ext cx="1975684" cy="1396119"/>
                <a:chOff x="163586" y="134635"/>
                <a:chExt cx="1975684" cy="1396119"/>
              </a:xfrm>
            </p:grpSpPr>
            <p:pic>
              <p:nvPicPr>
                <p:cNvPr id="8" name="図 7">
                  <a:extLst>
                    <a:ext uri="{FF2B5EF4-FFF2-40B4-BE49-F238E27FC236}">
                      <a16:creationId xmlns:a16="http://schemas.microsoft.com/office/drawing/2014/main" id="{5B1820B5-A193-0C6F-20B3-A0B3D6513FB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9" name="楕円 8">
                  <a:extLst>
                    <a:ext uri="{FF2B5EF4-FFF2-40B4-BE49-F238E27FC236}">
                      <a16:creationId xmlns:a16="http://schemas.microsoft.com/office/drawing/2014/main" id="{93C07461-FA6A-4068-887E-F40F8F86A739}"/>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7" name="図 6">
                <a:extLst>
                  <a:ext uri="{FF2B5EF4-FFF2-40B4-BE49-F238E27FC236}">
                    <a16:creationId xmlns:a16="http://schemas.microsoft.com/office/drawing/2014/main" id="{E52BBE29-23E9-2D29-A666-4BBF0C7F536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grpSp>
        <p:nvGrpSpPr>
          <p:cNvPr id="27" name="グループ化 26">
            <a:extLst>
              <a:ext uri="{FF2B5EF4-FFF2-40B4-BE49-F238E27FC236}">
                <a16:creationId xmlns:a16="http://schemas.microsoft.com/office/drawing/2014/main" id="{47B3DF49-ED40-2388-7B74-3806C72C8FDA}"/>
              </a:ext>
            </a:extLst>
          </p:cNvPr>
          <p:cNvGrpSpPr/>
          <p:nvPr/>
        </p:nvGrpSpPr>
        <p:grpSpPr>
          <a:xfrm>
            <a:off x="6933570" y="1147418"/>
            <a:ext cx="3763828" cy="699624"/>
            <a:chOff x="678143" y="2611602"/>
            <a:chExt cx="3094443" cy="699624"/>
          </a:xfrm>
        </p:grpSpPr>
        <p:sp>
          <p:nvSpPr>
            <p:cNvPr id="21" name="フローチャート: 手作業 20">
              <a:extLst>
                <a:ext uri="{FF2B5EF4-FFF2-40B4-BE49-F238E27FC236}">
                  <a16:creationId xmlns:a16="http://schemas.microsoft.com/office/drawing/2014/main" id="{3CD8D9DA-48C7-C5B4-B201-1BE3482FA8EE}"/>
                </a:ext>
              </a:extLst>
            </p:cNvPr>
            <p:cNvSpPr/>
            <p:nvPr/>
          </p:nvSpPr>
          <p:spPr>
            <a:xfrm>
              <a:off x="678143" y="2611602"/>
              <a:ext cx="3094443" cy="699624"/>
            </a:xfrm>
            <a:prstGeom prst="parallelogram">
              <a:avLst/>
            </a:prstGeom>
            <a:solidFill>
              <a:schemeClr val="bg1">
                <a:lumMod val="95000"/>
                <a:alpha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2" name="テキスト ボックス 21">
              <a:extLst>
                <a:ext uri="{FF2B5EF4-FFF2-40B4-BE49-F238E27FC236}">
                  <a16:creationId xmlns:a16="http://schemas.microsoft.com/office/drawing/2014/main" id="{9055C357-6668-3B06-9544-B011F8BC2D30}"/>
                </a:ext>
              </a:extLst>
            </p:cNvPr>
            <p:cNvSpPr txBox="1"/>
            <p:nvPr/>
          </p:nvSpPr>
          <p:spPr>
            <a:xfrm>
              <a:off x="1505276" y="2721384"/>
              <a:ext cx="1440180" cy="480060"/>
            </a:xfrm>
            <a:prstGeom prst="parallelogram">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rPr>
                <a:t>ゲート名</a:t>
              </a:r>
              <a:endParaRPr kumimoji="1" lang="ja-JP" altLang="en-US">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36" name="グループ化 35">
            <a:extLst>
              <a:ext uri="{FF2B5EF4-FFF2-40B4-BE49-F238E27FC236}">
                <a16:creationId xmlns:a16="http://schemas.microsoft.com/office/drawing/2014/main" id="{F0302C45-C506-E902-EFA7-A4A35914EC2A}"/>
              </a:ext>
            </a:extLst>
          </p:cNvPr>
          <p:cNvGrpSpPr/>
          <p:nvPr/>
        </p:nvGrpSpPr>
        <p:grpSpPr>
          <a:xfrm>
            <a:off x="6718069" y="2115516"/>
            <a:ext cx="3763828" cy="699624"/>
            <a:chOff x="6865299" y="2611603"/>
            <a:chExt cx="3094443" cy="699624"/>
          </a:xfrm>
        </p:grpSpPr>
        <p:sp>
          <p:nvSpPr>
            <p:cNvPr id="30" name="フローチャート: 手作業 29">
              <a:extLst>
                <a:ext uri="{FF2B5EF4-FFF2-40B4-BE49-F238E27FC236}">
                  <a16:creationId xmlns:a16="http://schemas.microsoft.com/office/drawing/2014/main" id="{0476AA6E-0225-2763-B031-F0CA9B9E3BA3}"/>
                </a:ext>
              </a:extLst>
            </p:cNvPr>
            <p:cNvSpPr/>
            <p:nvPr/>
          </p:nvSpPr>
          <p:spPr>
            <a:xfrm>
              <a:off x="6865299" y="2611603"/>
              <a:ext cx="3094443" cy="699624"/>
            </a:xfrm>
            <a:prstGeom prst="parallelogram">
              <a:avLst/>
            </a:prstGeom>
            <a:solidFill>
              <a:schemeClr val="bg1">
                <a:lumMod val="95000"/>
                <a:alpha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31" name="テキスト ボックス 30">
              <a:extLst>
                <a:ext uri="{FF2B5EF4-FFF2-40B4-BE49-F238E27FC236}">
                  <a16:creationId xmlns:a16="http://schemas.microsoft.com/office/drawing/2014/main" id="{9A4AB382-3986-92B4-6325-ABB10E2ABE2A}"/>
                </a:ext>
              </a:extLst>
            </p:cNvPr>
            <p:cNvSpPr txBox="1"/>
            <p:nvPr/>
          </p:nvSpPr>
          <p:spPr>
            <a:xfrm>
              <a:off x="7692432" y="2721385"/>
              <a:ext cx="1440180" cy="480060"/>
            </a:xfrm>
            <a:prstGeom prst="parallelogram">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rPr>
                <a:t>ゲート名</a:t>
              </a:r>
            </a:p>
          </p:txBody>
        </p:sp>
      </p:grpSp>
      <p:sp>
        <p:nvSpPr>
          <p:cNvPr id="38" name="フローチャート: 手作業 20">
            <a:extLst>
              <a:ext uri="{FF2B5EF4-FFF2-40B4-BE49-F238E27FC236}">
                <a16:creationId xmlns:a16="http://schemas.microsoft.com/office/drawing/2014/main" id="{9F41C01F-2A22-8D68-A039-0D7FB5EB44A4}"/>
              </a:ext>
            </a:extLst>
          </p:cNvPr>
          <p:cNvSpPr/>
          <p:nvPr/>
        </p:nvSpPr>
        <p:spPr>
          <a:xfrm>
            <a:off x="1141282" y="2075447"/>
            <a:ext cx="4464529" cy="3692750"/>
          </a:xfrm>
          <a:prstGeom prst="parallelogram">
            <a:avLst/>
          </a:prstGeom>
          <a:gradFill>
            <a:gsLst>
              <a:gs pos="27000">
                <a:schemeClr val="accent6">
                  <a:lumMod val="60000"/>
                  <a:lumOff val="40000"/>
                </a:schemeClr>
              </a:gs>
              <a:gs pos="97000">
                <a:schemeClr val="accent6">
                  <a:lumMod val="60000"/>
                  <a:lumOff val="40000"/>
                </a:schemeClr>
              </a:gs>
              <a:gs pos="74000">
                <a:schemeClr val="tx1">
                  <a:lumMod val="75000"/>
                  <a:lumOff val="25000"/>
                </a:schemeClr>
              </a:gs>
            </a:gsLst>
            <a:path path="circle">
              <a:fillToRect r="100000" b="100000"/>
            </a:path>
          </a:gra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400">
                <a:latin typeface="原稿用標準書体" panose="03000503000000000000" pitchFamily="66" charset="-128"/>
                <a:ea typeface="原稿用標準書体" panose="03000503000000000000" pitchFamily="66" charset="-128"/>
              </a:rPr>
              <a:t>ゲート探索能力強化</a:t>
            </a:r>
            <a:br>
              <a:rPr kumimoji="1" lang="en-US" altLang="ja-JP" sz="2400">
                <a:latin typeface="原稿用標準書体" panose="03000503000000000000" pitchFamily="66" charset="-128"/>
                <a:ea typeface="原稿用標準書体" panose="03000503000000000000" pitchFamily="66" charset="-128"/>
              </a:rPr>
            </a:br>
            <a:br>
              <a:rPr kumimoji="1" lang="en-US" altLang="ja-JP" sz="2400">
                <a:latin typeface="原稿用標準書体" panose="03000503000000000000" pitchFamily="66" charset="-128"/>
                <a:ea typeface="原稿用標準書体" panose="03000503000000000000" pitchFamily="66" charset="-128"/>
              </a:rPr>
            </a:br>
            <a:br>
              <a:rPr kumimoji="1" lang="en-US" altLang="ja-JP" sz="2400">
                <a:latin typeface="原稿用標準書体" panose="03000503000000000000" pitchFamily="66" charset="-128"/>
                <a:ea typeface="原稿用標準書体" panose="03000503000000000000" pitchFamily="66" charset="-128"/>
              </a:rPr>
            </a:br>
            <a:endParaRPr kumimoji="1" lang="ja-JP" altLang="en-US" sz="2400" dirty="0">
              <a:latin typeface="原稿用標準書体" panose="03000503000000000000" pitchFamily="66" charset="-128"/>
              <a:ea typeface="原稿用標準書体" panose="03000503000000000000" pitchFamily="66" charset="-128"/>
            </a:endParaRPr>
          </a:p>
        </p:txBody>
      </p:sp>
      <p:grpSp>
        <p:nvGrpSpPr>
          <p:cNvPr id="39" name="グループ化 38">
            <a:extLst>
              <a:ext uri="{FF2B5EF4-FFF2-40B4-BE49-F238E27FC236}">
                <a16:creationId xmlns:a16="http://schemas.microsoft.com/office/drawing/2014/main" id="{78E9FCA9-1703-CFBF-336D-12882C052DD4}"/>
              </a:ext>
            </a:extLst>
          </p:cNvPr>
          <p:cNvGrpSpPr/>
          <p:nvPr/>
        </p:nvGrpSpPr>
        <p:grpSpPr>
          <a:xfrm>
            <a:off x="6502566" y="3083614"/>
            <a:ext cx="3763828" cy="699624"/>
            <a:chOff x="6865299" y="2611603"/>
            <a:chExt cx="3094443" cy="699624"/>
          </a:xfrm>
        </p:grpSpPr>
        <p:sp>
          <p:nvSpPr>
            <p:cNvPr id="40" name="フローチャート: 手作業 29">
              <a:extLst>
                <a:ext uri="{FF2B5EF4-FFF2-40B4-BE49-F238E27FC236}">
                  <a16:creationId xmlns:a16="http://schemas.microsoft.com/office/drawing/2014/main" id="{26AFA8B7-78B7-F22F-4395-404FEF0C348F}"/>
                </a:ext>
              </a:extLst>
            </p:cNvPr>
            <p:cNvSpPr/>
            <p:nvPr/>
          </p:nvSpPr>
          <p:spPr>
            <a:xfrm>
              <a:off x="6865299" y="2611603"/>
              <a:ext cx="3094443" cy="699624"/>
            </a:xfrm>
            <a:prstGeom prst="parallelogram">
              <a:avLst/>
            </a:prstGeom>
            <a:solidFill>
              <a:srgbClr val="FF99FF">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41" name="テキスト ボックス 40">
              <a:extLst>
                <a:ext uri="{FF2B5EF4-FFF2-40B4-BE49-F238E27FC236}">
                  <a16:creationId xmlns:a16="http://schemas.microsoft.com/office/drawing/2014/main" id="{C2C0A78E-706F-C0C0-CBF3-A4D8F09BB9E7}"/>
                </a:ext>
              </a:extLst>
            </p:cNvPr>
            <p:cNvSpPr txBox="1"/>
            <p:nvPr/>
          </p:nvSpPr>
          <p:spPr>
            <a:xfrm>
              <a:off x="7692432" y="2721385"/>
              <a:ext cx="1440180" cy="480060"/>
            </a:xfrm>
            <a:prstGeom prst="parallelogram">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rPr>
                <a:t>ゲート名</a:t>
              </a:r>
            </a:p>
          </p:txBody>
        </p:sp>
      </p:grpSp>
      <p:grpSp>
        <p:nvGrpSpPr>
          <p:cNvPr id="42" name="グループ化 41">
            <a:extLst>
              <a:ext uri="{FF2B5EF4-FFF2-40B4-BE49-F238E27FC236}">
                <a16:creationId xmlns:a16="http://schemas.microsoft.com/office/drawing/2014/main" id="{C3740BC2-A28D-5DEA-1D02-578B9A1D0CD3}"/>
              </a:ext>
            </a:extLst>
          </p:cNvPr>
          <p:cNvGrpSpPr/>
          <p:nvPr/>
        </p:nvGrpSpPr>
        <p:grpSpPr>
          <a:xfrm>
            <a:off x="6287063" y="4051712"/>
            <a:ext cx="3763828" cy="699624"/>
            <a:chOff x="6865299" y="2611603"/>
            <a:chExt cx="3094443" cy="699624"/>
          </a:xfrm>
        </p:grpSpPr>
        <p:sp>
          <p:nvSpPr>
            <p:cNvPr id="43" name="フローチャート: 手作業 29">
              <a:extLst>
                <a:ext uri="{FF2B5EF4-FFF2-40B4-BE49-F238E27FC236}">
                  <a16:creationId xmlns:a16="http://schemas.microsoft.com/office/drawing/2014/main" id="{DF6024C9-3FAB-6406-ECA5-F5EB537AF05C}"/>
                </a:ext>
              </a:extLst>
            </p:cNvPr>
            <p:cNvSpPr/>
            <p:nvPr/>
          </p:nvSpPr>
          <p:spPr>
            <a:xfrm>
              <a:off x="6865299" y="2611603"/>
              <a:ext cx="3094443" cy="699624"/>
            </a:xfrm>
            <a:prstGeom prst="parallelogram">
              <a:avLst/>
            </a:prstGeom>
            <a:solidFill>
              <a:schemeClr val="bg1">
                <a:lumMod val="95000"/>
                <a:alpha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44" name="テキスト ボックス 43">
              <a:extLst>
                <a:ext uri="{FF2B5EF4-FFF2-40B4-BE49-F238E27FC236}">
                  <a16:creationId xmlns:a16="http://schemas.microsoft.com/office/drawing/2014/main" id="{43467AD9-89F3-BA13-ED03-A62A86935E36}"/>
                </a:ext>
              </a:extLst>
            </p:cNvPr>
            <p:cNvSpPr txBox="1"/>
            <p:nvPr/>
          </p:nvSpPr>
          <p:spPr>
            <a:xfrm>
              <a:off x="7692432" y="2721385"/>
              <a:ext cx="1440180" cy="480060"/>
            </a:xfrm>
            <a:prstGeom prst="parallelogram">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rPr>
                <a:t>ゲート名</a:t>
              </a:r>
            </a:p>
          </p:txBody>
        </p:sp>
      </p:grpSp>
      <p:grpSp>
        <p:nvGrpSpPr>
          <p:cNvPr id="60" name="グループ化 59">
            <a:extLst>
              <a:ext uri="{FF2B5EF4-FFF2-40B4-BE49-F238E27FC236}">
                <a16:creationId xmlns:a16="http://schemas.microsoft.com/office/drawing/2014/main" id="{C75CE92C-67C0-82CF-5EFF-387B50AFCE39}"/>
              </a:ext>
            </a:extLst>
          </p:cNvPr>
          <p:cNvGrpSpPr/>
          <p:nvPr/>
        </p:nvGrpSpPr>
        <p:grpSpPr>
          <a:xfrm>
            <a:off x="6735162" y="2282389"/>
            <a:ext cx="893714" cy="893714"/>
            <a:chOff x="5738645" y="722498"/>
            <a:chExt cx="1230262" cy="1230262"/>
          </a:xfrm>
        </p:grpSpPr>
        <p:sp>
          <p:nvSpPr>
            <p:cNvPr id="58" name="涙形 57">
              <a:extLst>
                <a:ext uri="{FF2B5EF4-FFF2-40B4-BE49-F238E27FC236}">
                  <a16:creationId xmlns:a16="http://schemas.microsoft.com/office/drawing/2014/main" id="{40AF7E38-1936-9968-6125-E67B9B33F7B4}"/>
                </a:ext>
              </a:extLst>
            </p:cNvPr>
            <p:cNvSpPr/>
            <p:nvPr/>
          </p:nvSpPr>
          <p:spPr>
            <a:xfrm rot="8079010">
              <a:off x="5738645" y="722498"/>
              <a:ext cx="1230262" cy="1230262"/>
            </a:xfrm>
            <a:prstGeom prst="teardrop">
              <a:avLst>
                <a:gd name="adj" fmla="val 127170"/>
              </a:avLst>
            </a:prstGeom>
            <a:solidFill>
              <a:srgbClr val="FFA4F3"/>
            </a:solidFill>
            <a:ln>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9" name="二等辺三角形 58">
              <a:extLst>
                <a:ext uri="{FF2B5EF4-FFF2-40B4-BE49-F238E27FC236}">
                  <a16:creationId xmlns:a16="http://schemas.microsoft.com/office/drawing/2014/main" id="{9E0C4051-E523-DE08-AC7C-C4DD132CA39B}"/>
                </a:ext>
              </a:extLst>
            </p:cNvPr>
            <p:cNvSpPr/>
            <p:nvPr/>
          </p:nvSpPr>
          <p:spPr>
            <a:xfrm rot="5400000">
              <a:off x="6067509" y="1003555"/>
              <a:ext cx="741530" cy="639250"/>
            </a:xfrm>
            <a:prstGeom prst="triangl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73" name="グループ化 72">
            <a:extLst>
              <a:ext uri="{FF2B5EF4-FFF2-40B4-BE49-F238E27FC236}">
                <a16:creationId xmlns:a16="http://schemas.microsoft.com/office/drawing/2014/main" id="{E236AC1C-20C1-45F3-8342-72881E1848D4}"/>
              </a:ext>
            </a:extLst>
          </p:cNvPr>
          <p:cNvGrpSpPr/>
          <p:nvPr/>
        </p:nvGrpSpPr>
        <p:grpSpPr>
          <a:xfrm>
            <a:off x="9854072" y="1214767"/>
            <a:ext cx="543740" cy="615897"/>
            <a:chOff x="9413202" y="1214767"/>
            <a:chExt cx="543740" cy="615897"/>
          </a:xfrm>
        </p:grpSpPr>
        <p:sp>
          <p:nvSpPr>
            <p:cNvPr id="66" name="楕円 65">
              <a:extLst>
                <a:ext uri="{FF2B5EF4-FFF2-40B4-BE49-F238E27FC236}">
                  <a16:creationId xmlns:a16="http://schemas.microsoft.com/office/drawing/2014/main" id="{3FA04336-9E86-2059-97DD-B7B18E54A3D9}"/>
                </a:ext>
              </a:extLst>
            </p:cNvPr>
            <p:cNvSpPr/>
            <p:nvPr/>
          </p:nvSpPr>
          <p:spPr>
            <a:xfrm>
              <a:off x="9469834" y="1214767"/>
              <a:ext cx="475577" cy="475577"/>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1" name="テキスト ボックス 70">
              <a:extLst>
                <a:ext uri="{FF2B5EF4-FFF2-40B4-BE49-F238E27FC236}">
                  <a16:creationId xmlns:a16="http://schemas.microsoft.com/office/drawing/2014/main" id="{43689014-8757-02E3-5CEA-A43A6DA9124F}"/>
                </a:ext>
              </a:extLst>
            </p:cNvPr>
            <p:cNvSpPr txBox="1"/>
            <p:nvPr/>
          </p:nvSpPr>
          <p:spPr>
            <a:xfrm>
              <a:off x="9413202" y="1522887"/>
              <a:ext cx="543740" cy="307777"/>
            </a:xfrm>
            <a:prstGeom prst="rect">
              <a:avLst/>
            </a:prstGeom>
            <a:noFill/>
          </p:spPr>
          <p:txBody>
            <a:bodyPr wrap="none" rtlCol="0">
              <a:spAutoFit/>
            </a:bodyPr>
            <a:lstStyle/>
            <a:p>
              <a:pPr algn="ctr"/>
              <a:r>
                <a:rPr kumimoji="1" lang="en-US" altLang="ja-JP" sz="1400" b="1">
                  <a:solidFill>
                    <a:srgbClr val="FF00FF"/>
                  </a:solidFill>
                  <a:effectLst>
                    <a:glow rad="50800">
                      <a:schemeClr val="bg1">
                        <a:lumMod val="95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rPr>
                <a:t>DROP</a:t>
              </a:r>
              <a:endParaRPr kumimoji="1" lang="ja-JP" altLang="en-US" sz="1400" b="1" dirty="0">
                <a:solidFill>
                  <a:srgbClr val="FF00FF"/>
                </a:solidFill>
                <a:effectLst>
                  <a:glow rad="50800">
                    <a:schemeClr val="bg1">
                      <a:lumMod val="95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74" name="グループ化 73">
            <a:extLst>
              <a:ext uri="{FF2B5EF4-FFF2-40B4-BE49-F238E27FC236}">
                <a16:creationId xmlns:a16="http://schemas.microsoft.com/office/drawing/2014/main" id="{0A9CBB16-364C-0771-A0CF-AFCE5825F9BC}"/>
              </a:ext>
            </a:extLst>
          </p:cNvPr>
          <p:cNvGrpSpPr/>
          <p:nvPr/>
        </p:nvGrpSpPr>
        <p:grpSpPr>
          <a:xfrm>
            <a:off x="9634422" y="2184747"/>
            <a:ext cx="543740" cy="615897"/>
            <a:chOff x="9413202" y="1214767"/>
            <a:chExt cx="543740" cy="615897"/>
          </a:xfrm>
        </p:grpSpPr>
        <p:sp>
          <p:nvSpPr>
            <p:cNvPr id="77" name="楕円 76">
              <a:extLst>
                <a:ext uri="{FF2B5EF4-FFF2-40B4-BE49-F238E27FC236}">
                  <a16:creationId xmlns:a16="http://schemas.microsoft.com/office/drawing/2014/main" id="{695B1F87-A797-9DEC-7EDC-41FDCA825802}"/>
                </a:ext>
              </a:extLst>
            </p:cNvPr>
            <p:cNvSpPr/>
            <p:nvPr/>
          </p:nvSpPr>
          <p:spPr>
            <a:xfrm>
              <a:off x="9469834" y="1214767"/>
              <a:ext cx="475577" cy="475577"/>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6" name="テキスト ボックス 75">
              <a:extLst>
                <a:ext uri="{FF2B5EF4-FFF2-40B4-BE49-F238E27FC236}">
                  <a16:creationId xmlns:a16="http://schemas.microsoft.com/office/drawing/2014/main" id="{1C770DD6-AD80-C4D1-FC3C-F6677A96F81B}"/>
                </a:ext>
              </a:extLst>
            </p:cNvPr>
            <p:cNvSpPr txBox="1"/>
            <p:nvPr/>
          </p:nvSpPr>
          <p:spPr>
            <a:xfrm>
              <a:off x="9413202" y="1522887"/>
              <a:ext cx="543740" cy="307777"/>
            </a:xfrm>
            <a:prstGeom prst="rect">
              <a:avLst/>
            </a:prstGeom>
            <a:noFill/>
          </p:spPr>
          <p:txBody>
            <a:bodyPr wrap="none" rtlCol="0">
              <a:spAutoFit/>
            </a:bodyPr>
            <a:lstStyle/>
            <a:p>
              <a:pPr algn="ctr"/>
              <a:r>
                <a:rPr kumimoji="1" lang="en-US" altLang="ja-JP" sz="1400" b="1">
                  <a:solidFill>
                    <a:srgbClr val="FF00FF"/>
                  </a:solidFill>
                  <a:effectLst>
                    <a:glow rad="50800">
                      <a:schemeClr val="bg1">
                        <a:lumMod val="95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rPr>
                <a:t>DROP</a:t>
              </a:r>
              <a:endParaRPr kumimoji="1" lang="ja-JP" altLang="en-US" sz="1400" b="1" dirty="0">
                <a:solidFill>
                  <a:srgbClr val="FF00FF"/>
                </a:solidFill>
                <a:effectLst>
                  <a:glow rad="50800">
                    <a:schemeClr val="bg1">
                      <a:lumMod val="95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79" name="グループ化 78">
            <a:extLst>
              <a:ext uri="{FF2B5EF4-FFF2-40B4-BE49-F238E27FC236}">
                <a16:creationId xmlns:a16="http://schemas.microsoft.com/office/drawing/2014/main" id="{7E77B69D-B7E8-AC5F-36DD-B526DF3FB101}"/>
              </a:ext>
            </a:extLst>
          </p:cNvPr>
          <p:cNvGrpSpPr/>
          <p:nvPr/>
        </p:nvGrpSpPr>
        <p:grpSpPr>
          <a:xfrm>
            <a:off x="9414772" y="3154727"/>
            <a:ext cx="543740" cy="615897"/>
            <a:chOff x="9413202" y="1214767"/>
            <a:chExt cx="543740" cy="615897"/>
          </a:xfrm>
        </p:grpSpPr>
        <p:sp>
          <p:nvSpPr>
            <p:cNvPr id="82" name="楕円 81">
              <a:extLst>
                <a:ext uri="{FF2B5EF4-FFF2-40B4-BE49-F238E27FC236}">
                  <a16:creationId xmlns:a16="http://schemas.microsoft.com/office/drawing/2014/main" id="{FEEC01BA-286A-9F2C-1616-8E8609F77780}"/>
                </a:ext>
              </a:extLst>
            </p:cNvPr>
            <p:cNvSpPr/>
            <p:nvPr/>
          </p:nvSpPr>
          <p:spPr>
            <a:xfrm>
              <a:off x="9469834" y="1214767"/>
              <a:ext cx="475577" cy="475577"/>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1" name="テキスト ボックス 80">
              <a:extLst>
                <a:ext uri="{FF2B5EF4-FFF2-40B4-BE49-F238E27FC236}">
                  <a16:creationId xmlns:a16="http://schemas.microsoft.com/office/drawing/2014/main" id="{95022DF5-5E71-BACE-FF6B-3EF70A9B4DAB}"/>
                </a:ext>
              </a:extLst>
            </p:cNvPr>
            <p:cNvSpPr txBox="1"/>
            <p:nvPr/>
          </p:nvSpPr>
          <p:spPr>
            <a:xfrm>
              <a:off x="9413202" y="1522887"/>
              <a:ext cx="543740" cy="307777"/>
            </a:xfrm>
            <a:prstGeom prst="rect">
              <a:avLst/>
            </a:prstGeom>
            <a:noFill/>
          </p:spPr>
          <p:txBody>
            <a:bodyPr wrap="none" rtlCol="0">
              <a:spAutoFit/>
            </a:bodyPr>
            <a:lstStyle/>
            <a:p>
              <a:pPr algn="ctr"/>
              <a:r>
                <a:rPr kumimoji="1" lang="en-US" altLang="ja-JP" sz="1400" b="1">
                  <a:solidFill>
                    <a:srgbClr val="FF00FF"/>
                  </a:solidFill>
                  <a:effectLst>
                    <a:glow rad="50800">
                      <a:schemeClr val="bg1">
                        <a:lumMod val="95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rPr>
                <a:t>DROP</a:t>
              </a:r>
              <a:endParaRPr kumimoji="1" lang="ja-JP" altLang="en-US" sz="1400" b="1" dirty="0">
                <a:solidFill>
                  <a:srgbClr val="FF00FF"/>
                </a:solidFill>
                <a:effectLst>
                  <a:glow rad="50800">
                    <a:schemeClr val="bg1">
                      <a:lumMod val="95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84" name="グループ化 83">
            <a:extLst>
              <a:ext uri="{FF2B5EF4-FFF2-40B4-BE49-F238E27FC236}">
                <a16:creationId xmlns:a16="http://schemas.microsoft.com/office/drawing/2014/main" id="{D7165354-64FC-C32E-06D2-47ECF49853D3}"/>
              </a:ext>
            </a:extLst>
          </p:cNvPr>
          <p:cNvGrpSpPr/>
          <p:nvPr/>
        </p:nvGrpSpPr>
        <p:grpSpPr>
          <a:xfrm>
            <a:off x="9195122" y="4124707"/>
            <a:ext cx="543740" cy="615897"/>
            <a:chOff x="9413202" y="1214767"/>
            <a:chExt cx="543740" cy="615897"/>
          </a:xfrm>
        </p:grpSpPr>
        <p:sp>
          <p:nvSpPr>
            <p:cNvPr id="87" name="楕円 86">
              <a:extLst>
                <a:ext uri="{FF2B5EF4-FFF2-40B4-BE49-F238E27FC236}">
                  <a16:creationId xmlns:a16="http://schemas.microsoft.com/office/drawing/2014/main" id="{D149ABBD-A2C5-872E-A8FD-E5B25F7FCD51}"/>
                </a:ext>
              </a:extLst>
            </p:cNvPr>
            <p:cNvSpPr/>
            <p:nvPr/>
          </p:nvSpPr>
          <p:spPr>
            <a:xfrm>
              <a:off x="9469834" y="1214767"/>
              <a:ext cx="475577" cy="475577"/>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6" name="テキスト ボックス 85">
              <a:extLst>
                <a:ext uri="{FF2B5EF4-FFF2-40B4-BE49-F238E27FC236}">
                  <a16:creationId xmlns:a16="http://schemas.microsoft.com/office/drawing/2014/main" id="{DF87DD8A-0CB1-FD67-1369-A2FC8D2EE135}"/>
                </a:ext>
              </a:extLst>
            </p:cNvPr>
            <p:cNvSpPr txBox="1"/>
            <p:nvPr/>
          </p:nvSpPr>
          <p:spPr>
            <a:xfrm>
              <a:off x="9413202" y="1522887"/>
              <a:ext cx="543740" cy="307777"/>
            </a:xfrm>
            <a:prstGeom prst="rect">
              <a:avLst/>
            </a:prstGeom>
            <a:noFill/>
          </p:spPr>
          <p:txBody>
            <a:bodyPr wrap="none" rtlCol="0">
              <a:spAutoFit/>
            </a:bodyPr>
            <a:lstStyle/>
            <a:p>
              <a:pPr algn="ctr"/>
              <a:r>
                <a:rPr kumimoji="1" lang="en-US" altLang="ja-JP" sz="1400" b="1">
                  <a:solidFill>
                    <a:srgbClr val="FF00FF"/>
                  </a:solidFill>
                  <a:effectLst>
                    <a:glow rad="50800">
                      <a:schemeClr val="bg1">
                        <a:lumMod val="95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rPr>
                <a:t>DROP</a:t>
              </a:r>
              <a:endParaRPr kumimoji="1" lang="ja-JP" altLang="en-US" sz="1400" b="1" dirty="0">
                <a:solidFill>
                  <a:srgbClr val="FF00FF"/>
                </a:solidFill>
                <a:effectLst>
                  <a:glow rad="50800">
                    <a:schemeClr val="bg1">
                      <a:lumMod val="95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89" name="グループ化 88">
            <a:extLst>
              <a:ext uri="{FF2B5EF4-FFF2-40B4-BE49-F238E27FC236}">
                <a16:creationId xmlns:a16="http://schemas.microsoft.com/office/drawing/2014/main" id="{FB8CE96F-6414-44A4-F7EC-E8718AB9BA57}"/>
              </a:ext>
            </a:extLst>
          </p:cNvPr>
          <p:cNvGrpSpPr/>
          <p:nvPr/>
        </p:nvGrpSpPr>
        <p:grpSpPr>
          <a:xfrm>
            <a:off x="8975472" y="5094685"/>
            <a:ext cx="543740" cy="615897"/>
            <a:chOff x="9413202" y="1214767"/>
            <a:chExt cx="543740" cy="615897"/>
          </a:xfrm>
        </p:grpSpPr>
        <p:sp>
          <p:nvSpPr>
            <p:cNvPr id="92" name="楕円 91">
              <a:extLst>
                <a:ext uri="{FF2B5EF4-FFF2-40B4-BE49-F238E27FC236}">
                  <a16:creationId xmlns:a16="http://schemas.microsoft.com/office/drawing/2014/main" id="{224791A8-DDE2-B1FF-B8E8-20DA3249ECFC}"/>
                </a:ext>
              </a:extLst>
            </p:cNvPr>
            <p:cNvSpPr/>
            <p:nvPr/>
          </p:nvSpPr>
          <p:spPr>
            <a:xfrm>
              <a:off x="9469834" y="1214767"/>
              <a:ext cx="475577" cy="475577"/>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1" name="テキスト ボックス 90">
              <a:extLst>
                <a:ext uri="{FF2B5EF4-FFF2-40B4-BE49-F238E27FC236}">
                  <a16:creationId xmlns:a16="http://schemas.microsoft.com/office/drawing/2014/main" id="{85C51221-732C-FE5A-6EFC-E5AE02D7EE80}"/>
                </a:ext>
              </a:extLst>
            </p:cNvPr>
            <p:cNvSpPr txBox="1"/>
            <p:nvPr/>
          </p:nvSpPr>
          <p:spPr>
            <a:xfrm>
              <a:off x="9413202" y="1522887"/>
              <a:ext cx="543740" cy="307777"/>
            </a:xfrm>
            <a:prstGeom prst="rect">
              <a:avLst/>
            </a:prstGeom>
            <a:noFill/>
          </p:spPr>
          <p:txBody>
            <a:bodyPr wrap="none" rtlCol="0">
              <a:spAutoFit/>
            </a:bodyPr>
            <a:lstStyle/>
            <a:p>
              <a:pPr algn="ctr"/>
              <a:r>
                <a:rPr kumimoji="1" lang="en-US" altLang="ja-JP" sz="1400" b="1">
                  <a:solidFill>
                    <a:srgbClr val="FF00FF"/>
                  </a:solidFill>
                  <a:effectLst>
                    <a:glow rad="50800">
                      <a:schemeClr val="bg1">
                        <a:lumMod val="95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rPr>
                <a:t>DROP</a:t>
              </a:r>
              <a:endParaRPr kumimoji="1" lang="ja-JP" altLang="en-US" sz="1400" b="1" dirty="0">
                <a:solidFill>
                  <a:srgbClr val="FF00FF"/>
                </a:solidFill>
                <a:effectLst>
                  <a:glow rad="50800">
                    <a:schemeClr val="bg1">
                      <a:lumMod val="95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pic>
        <p:nvPicPr>
          <p:cNvPr id="95" name="図 94">
            <a:extLst>
              <a:ext uri="{FF2B5EF4-FFF2-40B4-BE49-F238E27FC236}">
                <a16:creationId xmlns:a16="http://schemas.microsoft.com/office/drawing/2014/main" id="{D2C6CF79-0D47-3049-29B7-224E60FC6621}"/>
              </a:ext>
            </a:extLst>
          </p:cNvPr>
          <p:cNvPicPr>
            <a:picLocks noChangeAspect="1"/>
          </p:cNvPicPr>
          <p:nvPr/>
        </p:nvPicPr>
        <p:blipFill>
          <a:blip r:embed="rId4">
            <a:duotone>
              <a:schemeClr val="accent4">
                <a:shade val="45000"/>
                <a:satMod val="135000"/>
              </a:schemeClr>
              <a:prstClr val="white"/>
            </a:duotone>
            <a:extLst>
              <a:ext uri="{28A0092B-C50C-407E-A947-70E740481C1C}">
                <a14:useLocalDpi xmlns:a14="http://schemas.microsoft.com/office/drawing/2010/main" val="0"/>
              </a:ext>
            </a:extLst>
          </a:blip>
          <a:stretch>
            <a:fillRect/>
          </a:stretch>
        </p:blipFill>
        <p:spPr>
          <a:xfrm>
            <a:off x="9938032" y="1222797"/>
            <a:ext cx="422491" cy="422491"/>
          </a:xfrm>
          <a:prstGeom prst="rect">
            <a:avLst/>
          </a:prstGeom>
        </p:spPr>
      </p:pic>
      <p:pic>
        <p:nvPicPr>
          <p:cNvPr id="97" name="図 96">
            <a:extLst>
              <a:ext uri="{FF2B5EF4-FFF2-40B4-BE49-F238E27FC236}">
                <a16:creationId xmlns:a16="http://schemas.microsoft.com/office/drawing/2014/main" id="{73811AE1-F212-50F2-F19D-B3A6A6BA17FE}"/>
              </a:ext>
            </a:extLst>
          </p:cNvPr>
          <p:cNvPicPr>
            <a:picLocks noChangeAspect="1"/>
          </p:cNvPicPr>
          <p:nvPr/>
        </p:nvPicPr>
        <p:blipFill>
          <a:blip r:embed="rId4">
            <a:duotone>
              <a:schemeClr val="accent1">
                <a:shade val="45000"/>
                <a:satMod val="135000"/>
              </a:schemeClr>
              <a:prstClr val="white"/>
            </a:duotone>
            <a:extLst>
              <a:ext uri="{28A0092B-C50C-407E-A947-70E740481C1C}">
                <a14:useLocalDpi xmlns:a14="http://schemas.microsoft.com/office/drawing/2010/main" val="0"/>
              </a:ext>
            </a:extLst>
          </a:blip>
          <a:stretch>
            <a:fillRect/>
          </a:stretch>
        </p:blipFill>
        <p:spPr>
          <a:xfrm>
            <a:off x="9722641" y="2189557"/>
            <a:ext cx="422491" cy="422491"/>
          </a:xfrm>
          <a:prstGeom prst="rect">
            <a:avLst/>
          </a:prstGeom>
        </p:spPr>
      </p:pic>
      <p:pic>
        <p:nvPicPr>
          <p:cNvPr id="99" name="図 98">
            <a:extLst>
              <a:ext uri="{FF2B5EF4-FFF2-40B4-BE49-F238E27FC236}">
                <a16:creationId xmlns:a16="http://schemas.microsoft.com/office/drawing/2014/main" id="{6A0E0072-5AFB-450D-572C-1C3F97467B11}"/>
              </a:ext>
            </a:extLst>
          </p:cNvPr>
          <p:cNvPicPr>
            <a:picLocks noChangeAspect="1"/>
          </p:cNvPicPr>
          <p:nvPr/>
        </p:nvPicPr>
        <p:blipFill>
          <a:blip r:embed="rId4">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9507681" y="3155898"/>
            <a:ext cx="422491" cy="422491"/>
          </a:xfrm>
          <a:prstGeom prst="rect">
            <a:avLst/>
          </a:prstGeom>
        </p:spPr>
      </p:pic>
      <p:pic>
        <p:nvPicPr>
          <p:cNvPr id="101" name="図 100">
            <a:extLst>
              <a:ext uri="{FF2B5EF4-FFF2-40B4-BE49-F238E27FC236}">
                <a16:creationId xmlns:a16="http://schemas.microsoft.com/office/drawing/2014/main" id="{519C435D-3678-0CB4-39CB-5171BE8688B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311247" y="4151771"/>
            <a:ext cx="355874" cy="346702"/>
          </a:xfrm>
          <a:prstGeom prst="rect">
            <a:avLst/>
          </a:prstGeom>
        </p:spPr>
      </p:pic>
      <p:pic>
        <p:nvPicPr>
          <p:cNvPr id="105" name="図 104">
            <a:extLst>
              <a:ext uri="{FF2B5EF4-FFF2-40B4-BE49-F238E27FC236}">
                <a16:creationId xmlns:a16="http://schemas.microsoft.com/office/drawing/2014/main" id="{C1B7F6ED-D8AF-A5EF-9C26-BE8771B0139F}"/>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9119159" y="5163138"/>
            <a:ext cx="297185" cy="297185"/>
          </a:xfrm>
          <a:prstGeom prst="rect">
            <a:avLst/>
          </a:prstGeom>
        </p:spPr>
      </p:pic>
      <p:grpSp>
        <p:nvGrpSpPr>
          <p:cNvPr id="5" name="グループ化 4">
            <a:extLst>
              <a:ext uri="{FF2B5EF4-FFF2-40B4-BE49-F238E27FC236}">
                <a16:creationId xmlns:a16="http://schemas.microsoft.com/office/drawing/2014/main" id="{B207976B-E1AF-697C-862E-F82E3B3BE1D1}"/>
              </a:ext>
            </a:extLst>
          </p:cNvPr>
          <p:cNvGrpSpPr/>
          <p:nvPr/>
        </p:nvGrpSpPr>
        <p:grpSpPr>
          <a:xfrm>
            <a:off x="7150190" y="237452"/>
            <a:ext cx="3763828" cy="699624"/>
            <a:chOff x="6865299" y="2611603"/>
            <a:chExt cx="3094443" cy="699624"/>
          </a:xfrm>
        </p:grpSpPr>
        <p:sp>
          <p:nvSpPr>
            <p:cNvPr id="11" name="フローチャート: 手作業 29">
              <a:extLst>
                <a:ext uri="{FF2B5EF4-FFF2-40B4-BE49-F238E27FC236}">
                  <a16:creationId xmlns:a16="http://schemas.microsoft.com/office/drawing/2014/main" id="{5F6C38A9-A473-127B-BAA7-63A163CE43E8}"/>
                </a:ext>
              </a:extLst>
            </p:cNvPr>
            <p:cNvSpPr/>
            <p:nvPr/>
          </p:nvSpPr>
          <p:spPr>
            <a:xfrm>
              <a:off x="6865299" y="2611603"/>
              <a:ext cx="3094443" cy="699624"/>
            </a:xfrm>
            <a:prstGeom prst="parallelogram">
              <a:avLst/>
            </a:prstGeom>
            <a:solidFill>
              <a:schemeClr val="bg1">
                <a:lumMod val="95000"/>
                <a:alpha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12" name="テキスト ボックス 11">
              <a:extLst>
                <a:ext uri="{FF2B5EF4-FFF2-40B4-BE49-F238E27FC236}">
                  <a16:creationId xmlns:a16="http://schemas.microsoft.com/office/drawing/2014/main" id="{6BC41BA8-4A27-58B2-2BAC-80A76D90AB04}"/>
                </a:ext>
              </a:extLst>
            </p:cNvPr>
            <p:cNvSpPr txBox="1"/>
            <p:nvPr/>
          </p:nvSpPr>
          <p:spPr>
            <a:xfrm>
              <a:off x="7692432" y="2721385"/>
              <a:ext cx="1440180" cy="480060"/>
            </a:xfrm>
            <a:prstGeom prst="parallelogram">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rPr>
                <a:t>ゲート名</a:t>
              </a:r>
            </a:p>
          </p:txBody>
        </p:sp>
      </p:grpSp>
      <p:pic>
        <p:nvPicPr>
          <p:cNvPr id="14" name="図 13">
            <a:extLst>
              <a:ext uri="{FF2B5EF4-FFF2-40B4-BE49-F238E27FC236}">
                <a16:creationId xmlns:a16="http://schemas.microsoft.com/office/drawing/2014/main" id="{73597B8F-545A-3199-61FE-A1D523CA2157}"/>
              </a:ext>
            </a:extLst>
          </p:cNvPr>
          <p:cNvPicPr>
            <a:picLocks noChangeAspect="1"/>
          </p:cNvPicPr>
          <p:nvPr/>
        </p:nvPicPr>
        <p:blipFill>
          <a:blip r:embed="rId7">
            <a:lum bright="70000" contrast="-70000"/>
            <a:extLst>
              <a:ext uri="{28A0092B-C50C-407E-A947-70E740481C1C}">
                <a14:useLocalDpi xmlns:a14="http://schemas.microsoft.com/office/drawing/2010/main" val="0"/>
              </a:ext>
            </a:extLst>
          </a:blip>
          <a:srcRect t="54981" r="53499"/>
          <a:stretch>
            <a:fillRect/>
          </a:stretch>
        </p:blipFill>
        <p:spPr>
          <a:xfrm>
            <a:off x="2655022" y="3607963"/>
            <a:ext cx="1289462" cy="1248348"/>
          </a:xfrm>
          <a:prstGeom prst="rect">
            <a:avLst/>
          </a:prstGeom>
        </p:spPr>
      </p:pic>
      <p:pic>
        <p:nvPicPr>
          <p:cNvPr id="16" name="図 15">
            <a:extLst>
              <a:ext uri="{FF2B5EF4-FFF2-40B4-BE49-F238E27FC236}">
                <a16:creationId xmlns:a16="http://schemas.microsoft.com/office/drawing/2014/main" id="{F017C5C1-77F7-F10D-2DE4-8CFAB5C79056}"/>
              </a:ext>
            </a:extLst>
          </p:cNvPr>
          <p:cNvPicPr>
            <a:picLocks noChangeAspect="1"/>
          </p:cNvPicPr>
          <p:nvPr/>
        </p:nvPicPr>
        <p:blipFill>
          <a:blip r:embed="rId8">
            <a:duotone>
              <a:prstClr val="black"/>
              <a:schemeClr val="tx2">
                <a:tint val="45000"/>
                <a:satMod val="400000"/>
              </a:schemeClr>
            </a:duotone>
            <a:alphaModFix/>
            <a:extLst>
              <a:ext uri="{28A0092B-C50C-407E-A947-70E740481C1C}">
                <a14:useLocalDpi xmlns:a14="http://schemas.microsoft.com/office/drawing/2010/main" val="0"/>
              </a:ext>
            </a:extLst>
          </a:blip>
          <a:stretch>
            <a:fillRect/>
          </a:stretch>
        </p:blipFill>
        <p:spPr>
          <a:xfrm rot="267255">
            <a:off x="3169989" y="3851814"/>
            <a:ext cx="743414" cy="764423"/>
          </a:xfrm>
          <a:prstGeom prst="rect">
            <a:avLst/>
          </a:prstGeom>
        </p:spPr>
      </p:pic>
      <p:sp>
        <p:nvSpPr>
          <p:cNvPr id="18" name="フローチャート: 手作業 20">
            <a:extLst>
              <a:ext uri="{FF2B5EF4-FFF2-40B4-BE49-F238E27FC236}">
                <a16:creationId xmlns:a16="http://schemas.microsoft.com/office/drawing/2014/main" id="{F29D7C01-3738-BF52-FC95-857E685C3B25}"/>
              </a:ext>
            </a:extLst>
          </p:cNvPr>
          <p:cNvSpPr/>
          <p:nvPr/>
        </p:nvSpPr>
        <p:spPr>
          <a:xfrm>
            <a:off x="1141283" y="5163138"/>
            <a:ext cx="3701306" cy="607714"/>
          </a:xfrm>
          <a:prstGeom prst="parallelogram">
            <a:avLst/>
          </a:prstGeom>
          <a:solidFill>
            <a:srgbClr val="7C5599"/>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4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24" name="二等辺三角形 23">
            <a:extLst>
              <a:ext uri="{FF2B5EF4-FFF2-40B4-BE49-F238E27FC236}">
                <a16:creationId xmlns:a16="http://schemas.microsoft.com/office/drawing/2014/main" id="{9045121A-9D05-D2B1-641B-8CF30E68BF85}"/>
              </a:ext>
            </a:extLst>
          </p:cNvPr>
          <p:cNvSpPr/>
          <p:nvPr/>
        </p:nvSpPr>
        <p:spPr>
          <a:xfrm rot="5400000">
            <a:off x="2770792" y="5276354"/>
            <a:ext cx="442288" cy="381282"/>
          </a:xfrm>
          <a:prstGeom prst="triangl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25" name="グループ化 24">
            <a:extLst>
              <a:ext uri="{FF2B5EF4-FFF2-40B4-BE49-F238E27FC236}">
                <a16:creationId xmlns:a16="http://schemas.microsoft.com/office/drawing/2014/main" id="{175CEA2B-C605-BF54-3E10-7FE7E5B55B4C}"/>
              </a:ext>
            </a:extLst>
          </p:cNvPr>
          <p:cNvGrpSpPr/>
          <p:nvPr/>
        </p:nvGrpSpPr>
        <p:grpSpPr>
          <a:xfrm>
            <a:off x="10097949" y="311312"/>
            <a:ext cx="543740" cy="615897"/>
            <a:chOff x="9413202" y="1214767"/>
            <a:chExt cx="543740" cy="615897"/>
          </a:xfrm>
        </p:grpSpPr>
        <p:sp>
          <p:nvSpPr>
            <p:cNvPr id="26" name="楕円 25">
              <a:extLst>
                <a:ext uri="{FF2B5EF4-FFF2-40B4-BE49-F238E27FC236}">
                  <a16:creationId xmlns:a16="http://schemas.microsoft.com/office/drawing/2014/main" id="{6CD20AAE-BCF2-354D-577B-B991BE74DBDE}"/>
                </a:ext>
              </a:extLst>
            </p:cNvPr>
            <p:cNvSpPr/>
            <p:nvPr/>
          </p:nvSpPr>
          <p:spPr>
            <a:xfrm>
              <a:off x="9469834" y="1214767"/>
              <a:ext cx="475577" cy="475577"/>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8" name="テキスト ボックス 27">
              <a:extLst>
                <a:ext uri="{FF2B5EF4-FFF2-40B4-BE49-F238E27FC236}">
                  <a16:creationId xmlns:a16="http://schemas.microsoft.com/office/drawing/2014/main" id="{09933C90-9F31-717D-882C-1D7605FBBE23}"/>
                </a:ext>
              </a:extLst>
            </p:cNvPr>
            <p:cNvSpPr txBox="1"/>
            <p:nvPr/>
          </p:nvSpPr>
          <p:spPr>
            <a:xfrm>
              <a:off x="9413202" y="1522887"/>
              <a:ext cx="543740" cy="307777"/>
            </a:xfrm>
            <a:prstGeom prst="rect">
              <a:avLst/>
            </a:prstGeom>
            <a:noFill/>
          </p:spPr>
          <p:txBody>
            <a:bodyPr wrap="none" rtlCol="0">
              <a:spAutoFit/>
            </a:bodyPr>
            <a:lstStyle/>
            <a:p>
              <a:pPr algn="ctr"/>
              <a:r>
                <a:rPr kumimoji="1" lang="en-US" altLang="ja-JP" sz="1400" b="1">
                  <a:solidFill>
                    <a:srgbClr val="FF00FF"/>
                  </a:solidFill>
                  <a:effectLst>
                    <a:glow rad="50800">
                      <a:schemeClr val="bg1">
                        <a:lumMod val="95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rPr>
                <a:t>DROP</a:t>
              </a:r>
              <a:endParaRPr kumimoji="1" lang="ja-JP" altLang="en-US" sz="1400" b="1" dirty="0">
                <a:solidFill>
                  <a:srgbClr val="FF00FF"/>
                </a:solidFill>
                <a:effectLst>
                  <a:glow rad="50800">
                    <a:schemeClr val="bg1">
                      <a:lumMod val="95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pic>
        <p:nvPicPr>
          <p:cNvPr id="29" name="図 28">
            <a:extLst>
              <a:ext uri="{FF2B5EF4-FFF2-40B4-BE49-F238E27FC236}">
                <a16:creationId xmlns:a16="http://schemas.microsoft.com/office/drawing/2014/main" id="{E2DFD79F-B345-E2A1-6B2D-D433BD71E736}"/>
              </a:ext>
            </a:extLst>
          </p:cNvPr>
          <p:cNvPicPr>
            <a:picLocks noChangeAspect="1"/>
          </p:cNvPicPr>
          <p:nvPr/>
        </p:nvPicPr>
        <p:blipFill>
          <a:blip r:embed="rId4">
            <a:duotone>
              <a:schemeClr val="accent4">
                <a:shade val="45000"/>
                <a:satMod val="135000"/>
              </a:schemeClr>
              <a:prstClr val="white"/>
            </a:duotone>
            <a:extLst>
              <a:ext uri="{28A0092B-C50C-407E-A947-70E740481C1C}">
                <a14:useLocalDpi xmlns:a14="http://schemas.microsoft.com/office/drawing/2010/main" val="0"/>
              </a:ext>
            </a:extLst>
          </a:blip>
          <a:stretch>
            <a:fillRect/>
          </a:stretch>
        </p:blipFill>
        <p:spPr>
          <a:xfrm>
            <a:off x="10181909" y="319342"/>
            <a:ext cx="422491" cy="422491"/>
          </a:xfrm>
          <a:prstGeom prst="rect">
            <a:avLst/>
          </a:prstGeom>
        </p:spPr>
      </p:pic>
      <p:grpSp>
        <p:nvGrpSpPr>
          <p:cNvPr id="32" name="グループ化 31">
            <a:extLst>
              <a:ext uri="{FF2B5EF4-FFF2-40B4-BE49-F238E27FC236}">
                <a16:creationId xmlns:a16="http://schemas.microsoft.com/office/drawing/2014/main" id="{EC603D14-4969-E645-4E52-3CC040653D42}"/>
              </a:ext>
            </a:extLst>
          </p:cNvPr>
          <p:cNvGrpSpPr/>
          <p:nvPr/>
        </p:nvGrpSpPr>
        <p:grpSpPr>
          <a:xfrm>
            <a:off x="8815046" y="6041564"/>
            <a:ext cx="543740" cy="615897"/>
            <a:chOff x="9413202" y="1214767"/>
            <a:chExt cx="543740" cy="615897"/>
          </a:xfrm>
        </p:grpSpPr>
        <p:sp>
          <p:nvSpPr>
            <p:cNvPr id="33" name="楕円 32">
              <a:extLst>
                <a:ext uri="{FF2B5EF4-FFF2-40B4-BE49-F238E27FC236}">
                  <a16:creationId xmlns:a16="http://schemas.microsoft.com/office/drawing/2014/main" id="{CC84366F-DF1D-F6D2-BF40-0329D2259BA2}"/>
                </a:ext>
              </a:extLst>
            </p:cNvPr>
            <p:cNvSpPr/>
            <p:nvPr/>
          </p:nvSpPr>
          <p:spPr>
            <a:xfrm>
              <a:off x="9469834" y="1214767"/>
              <a:ext cx="475577" cy="475577"/>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4" name="テキスト ボックス 33">
              <a:extLst>
                <a:ext uri="{FF2B5EF4-FFF2-40B4-BE49-F238E27FC236}">
                  <a16:creationId xmlns:a16="http://schemas.microsoft.com/office/drawing/2014/main" id="{E4B31CB1-E5E0-56E2-7AA3-B37FE5679B9B}"/>
                </a:ext>
              </a:extLst>
            </p:cNvPr>
            <p:cNvSpPr txBox="1"/>
            <p:nvPr/>
          </p:nvSpPr>
          <p:spPr>
            <a:xfrm>
              <a:off x="9413202" y="1522887"/>
              <a:ext cx="543740" cy="307777"/>
            </a:xfrm>
            <a:prstGeom prst="rect">
              <a:avLst/>
            </a:prstGeom>
            <a:noFill/>
          </p:spPr>
          <p:txBody>
            <a:bodyPr wrap="none" rtlCol="0">
              <a:spAutoFit/>
            </a:bodyPr>
            <a:lstStyle/>
            <a:p>
              <a:pPr algn="ctr"/>
              <a:r>
                <a:rPr kumimoji="1" lang="en-US" altLang="ja-JP" sz="1400" b="1">
                  <a:solidFill>
                    <a:srgbClr val="FF00FF"/>
                  </a:solidFill>
                  <a:effectLst>
                    <a:glow rad="50800">
                      <a:schemeClr val="bg1">
                        <a:lumMod val="95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rPr>
                <a:t>DROP</a:t>
              </a:r>
              <a:endParaRPr kumimoji="1" lang="ja-JP" altLang="en-US" sz="1400" b="1" dirty="0">
                <a:solidFill>
                  <a:srgbClr val="FF00FF"/>
                </a:solidFill>
                <a:effectLst>
                  <a:glow rad="50800">
                    <a:schemeClr val="bg1">
                      <a:lumMod val="95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pic>
        <p:nvPicPr>
          <p:cNvPr id="35" name="図 34">
            <a:extLst>
              <a:ext uri="{FF2B5EF4-FFF2-40B4-BE49-F238E27FC236}">
                <a16:creationId xmlns:a16="http://schemas.microsoft.com/office/drawing/2014/main" id="{A52152BB-290C-D93F-E763-1A8777DA1F96}"/>
              </a:ext>
            </a:extLst>
          </p:cNvPr>
          <p:cNvPicPr>
            <a:picLocks noChangeAspect="1"/>
          </p:cNvPicPr>
          <p:nvPr/>
        </p:nvPicPr>
        <p:blipFill>
          <a:blip r:embed="rId4">
            <a:duotone>
              <a:schemeClr val="accent4">
                <a:shade val="45000"/>
                <a:satMod val="135000"/>
              </a:schemeClr>
              <a:prstClr val="white"/>
            </a:duotone>
            <a:extLst>
              <a:ext uri="{28A0092B-C50C-407E-A947-70E740481C1C}">
                <a14:useLocalDpi xmlns:a14="http://schemas.microsoft.com/office/drawing/2010/main" val="0"/>
              </a:ext>
            </a:extLst>
          </a:blip>
          <a:stretch>
            <a:fillRect/>
          </a:stretch>
        </p:blipFill>
        <p:spPr>
          <a:xfrm>
            <a:off x="8899006" y="6049594"/>
            <a:ext cx="422491" cy="422491"/>
          </a:xfrm>
          <a:prstGeom prst="rect">
            <a:avLst/>
          </a:prstGeom>
        </p:spPr>
      </p:pic>
    </p:spTree>
    <p:extLst>
      <p:ext uri="{BB962C8B-B14F-4D97-AF65-F5344CB8AC3E}">
        <p14:creationId xmlns:p14="http://schemas.microsoft.com/office/powerpoint/2010/main" val="1962448229"/>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gradFill flip="none" rotWithShape="1">
          <a:gsLst>
            <a:gs pos="27000">
              <a:schemeClr val="tx1">
                <a:lumMod val="85000"/>
                <a:lumOff val="15000"/>
              </a:schemeClr>
            </a:gs>
            <a:gs pos="97000">
              <a:schemeClr val="tx1">
                <a:lumMod val="85000"/>
                <a:lumOff val="15000"/>
              </a:schemeClr>
            </a:gs>
            <a:gs pos="74000">
              <a:schemeClr val="tx1">
                <a:lumMod val="75000"/>
                <a:lumOff val="25000"/>
              </a:schemeClr>
            </a:gs>
          </a:gsLst>
          <a:path path="rect">
            <a:fillToRect l="100000" t="100000"/>
          </a:path>
          <a:tileRect r="-100000" b="-100000"/>
        </a:gradFill>
        <a:effectLst/>
      </p:bgPr>
    </p:bg>
    <p:spTree>
      <p:nvGrpSpPr>
        <p:cNvPr id="1" name="">
          <a:extLst>
            <a:ext uri="{FF2B5EF4-FFF2-40B4-BE49-F238E27FC236}">
              <a16:creationId xmlns:a16="http://schemas.microsoft.com/office/drawing/2014/main" id="{C59D09AF-3086-C086-46E9-481DFB72490F}"/>
            </a:ext>
          </a:extLst>
        </p:cNvPr>
        <p:cNvGrpSpPr/>
        <p:nvPr/>
      </p:nvGrpSpPr>
      <p:grpSpPr>
        <a:xfrm>
          <a:off x="0" y="0"/>
          <a:ext cx="0" cy="0"/>
          <a:chOff x="0" y="0"/>
          <a:chExt cx="0" cy="0"/>
        </a:xfrm>
      </p:grpSpPr>
      <p:sp>
        <p:nvSpPr>
          <p:cNvPr id="195" name="楕円 194">
            <a:extLst>
              <a:ext uri="{FF2B5EF4-FFF2-40B4-BE49-F238E27FC236}">
                <a16:creationId xmlns:a16="http://schemas.microsoft.com/office/drawing/2014/main" id="{6FE0FAFA-A8A0-5712-138E-3D5401884FFB}"/>
              </a:ext>
            </a:extLst>
          </p:cNvPr>
          <p:cNvSpPr/>
          <p:nvPr/>
        </p:nvSpPr>
        <p:spPr>
          <a:xfrm>
            <a:off x="5676478" y="2758426"/>
            <a:ext cx="1041258" cy="1041258"/>
          </a:xfrm>
          <a:prstGeom prst="ellipse">
            <a:avLst/>
          </a:prstGeom>
          <a:solidFill>
            <a:srgbClr val="FFA4F3">
              <a:alpha val="3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93" name="グループ化 192">
            <a:extLst>
              <a:ext uri="{FF2B5EF4-FFF2-40B4-BE49-F238E27FC236}">
                <a16:creationId xmlns:a16="http://schemas.microsoft.com/office/drawing/2014/main" id="{CF6527A3-5A12-9BDD-2307-BBA679494D25}"/>
              </a:ext>
            </a:extLst>
          </p:cNvPr>
          <p:cNvGrpSpPr/>
          <p:nvPr/>
        </p:nvGrpSpPr>
        <p:grpSpPr>
          <a:xfrm>
            <a:off x="5412768" y="1994028"/>
            <a:ext cx="1362771" cy="4059898"/>
            <a:chOff x="5412768" y="1371728"/>
            <a:chExt cx="1362771" cy="4059898"/>
          </a:xfrm>
        </p:grpSpPr>
        <p:sp>
          <p:nvSpPr>
            <p:cNvPr id="126" name="四角形: 角を丸くする 125">
              <a:extLst>
                <a:ext uri="{FF2B5EF4-FFF2-40B4-BE49-F238E27FC236}">
                  <a16:creationId xmlns:a16="http://schemas.microsoft.com/office/drawing/2014/main" id="{08D64255-07EF-0DF0-0D76-41FAC852CD0B}"/>
                </a:ext>
              </a:extLst>
            </p:cNvPr>
            <p:cNvSpPr/>
            <p:nvPr/>
          </p:nvSpPr>
          <p:spPr>
            <a:xfrm>
              <a:off x="5788290" y="2235180"/>
              <a:ext cx="843736" cy="839911"/>
            </a:xfrm>
            <a:prstGeom prst="roundRect">
              <a:avLst>
                <a:gd name="adj" fmla="val 50000"/>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4000" dirty="0">
                <a:latin typeface="原稿用標準書体" panose="03000503000000000000" pitchFamily="66" charset="-128"/>
                <a:ea typeface="原稿用標準書体" panose="03000503000000000000" pitchFamily="66" charset="-128"/>
              </a:endParaRPr>
            </a:p>
          </p:txBody>
        </p:sp>
        <p:pic>
          <p:nvPicPr>
            <p:cNvPr id="20" name="図 19">
              <a:extLst>
                <a:ext uri="{FF2B5EF4-FFF2-40B4-BE49-F238E27FC236}">
                  <a16:creationId xmlns:a16="http://schemas.microsoft.com/office/drawing/2014/main" id="{5780B4F5-FC5C-CFA7-AA44-03C487411D68}"/>
                </a:ext>
              </a:extLst>
            </p:cNvPr>
            <p:cNvPicPr>
              <a:picLocks noChangeAspect="1"/>
            </p:cNvPicPr>
            <p:nvPr/>
          </p:nvPicPr>
          <p:blipFill>
            <a:blip r:embed="rId2">
              <a:duotone>
                <a:schemeClr val="accent4">
                  <a:shade val="45000"/>
                  <a:satMod val="135000"/>
                </a:schemeClr>
                <a:prstClr val="white"/>
              </a:duotone>
              <a:extLst>
                <a:ext uri="{28A0092B-C50C-407E-A947-70E740481C1C}">
                  <a14:useLocalDpi xmlns:a14="http://schemas.microsoft.com/office/drawing/2010/main" val="0"/>
                </a:ext>
              </a:extLst>
            </a:blip>
            <a:stretch>
              <a:fillRect/>
            </a:stretch>
          </p:blipFill>
          <p:spPr>
            <a:xfrm>
              <a:off x="5765886" y="1371728"/>
              <a:ext cx="839911" cy="839911"/>
            </a:xfrm>
            <a:prstGeom prst="rect">
              <a:avLst/>
            </a:prstGeom>
          </p:spPr>
        </p:pic>
        <p:grpSp>
          <p:nvGrpSpPr>
            <p:cNvPr id="120" name="グループ化 119">
              <a:extLst>
                <a:ext uri="{FF2B5EF4-FFF2-40B4-BE49-F238E27FC236}">
                  <a16:creationId xmlns:a16="http://schemas.microsoft.com/office/drawing/2014/main" id="{73068421-AB26-AE7A-9EA6-8A57696852CD}"/>
                </a:ext>
              </a:extLst>
            </p:cNvPr>
            <p:cNvGrpSpPr/>
            <p:nvPr/>
          </p:nvGrpSpPr>
          <p:grpSpPr>
            <a:xfrm>
              <a:off x="5654879" y="3213599"/>
              <a:ext cx="1099221" cy="1076252"/>
              <a:chOff x="5494054" y="3310690"/>
              <a:chExt cx="1099221" cy="1076252"/>
            </a:xfrm>
          </p:grpSpPr>
          <p:pic>
            <p:nvPicPr>
              <p:cNvPr id="94" name="図 93">
                <a:extLst>
                  <a:ext uri="{FF2B5EF4-FFF2-40B4-BE49-F238E27FC236}">
                    <a16:creationId xmlns:a16="http://schemas.microsoft.com/office/drawing/2014/main" id="{CD5CABD4-D209-AEB2-C94E-6C869C3A8553}"/>
                  </a:ext>
                </a:extLst>
              </p:cNvPr>
              <p:cNvPicPr>
                <a:picLocks noChangeAspect="1"/>
              </p:cNvPicPr>
              <p:nvPr/>
            </p:nvPicPr>
            <p:blipFill>
              <a:blip r:embed="rId3">
                <a:duotone>
                  <a:schemeClr val="bg2">
                    <a:shade val="45000"/>
                    <a:satMod val="135000"/>
                  </a:schemeClr>
                  <a:prstClr val="white"/>
                </a:duotone>
                <a:extLst>
                  <a:ext uri="{28A0092B-C50C-407E-A947-70E740481C1C}">
                    <a14:useLocalDpi xmlns:a14="http://schemas.microsoft.com/office/drawing/2010/main" val="0"/>
                  </a:ext>
                </a:extLst>
              </a:blip>
              <a:srcRect l="49938" t="33964" r="24764" b="33010"/>
              <a:stretch>
                <a:fillRect/>
              </a:stretch>
            </p:blipFill>
            <p:spPr>
              <a:xfrm>
                <a:off x="5494054" y="3310690"/>
                <a:ext cx="1099221" cy="1076252"/>
              </a:xfrm>
              <a:prstGeom prst="rect">
                <a:avLst/>
              </a:prstGeom>
            </p:spPr>
          </p:pic>
          <p:pic>
            <p:nvPicPr>
              <p:cNvPr id="104" name="図 103">
                <a:extLst>
                  <a:ext uri="{FF2B5EF4-FFF2-40B4-BE49-F238E27FC236}">
                    <a16:creationId xmlns:a16="http://schemas.microsoft.com/office/drawing/2014/main" id="{673B58E2-817E-042B-9714-9C0EEEAE714F}"/>
                  </a:ext>
                </a:extLst>
              </p:cNvPr>
              <p:cNvPicPr>
                <a:picLocks noChangeAspect="1"/>
              </p:cNvPicPr>
              <p:nvPr/>
            </p:nvPicPr>
            <p:blipFill>
              <a:blip r:embed="rId4">
                <a:grayscl/>
                <a:extLst>
                  <a:ext uri="{28A0092B-C50C-407E-A947-70E740481C1C}">
                    <a14:useLocalDpi xmlns:a14="http://schemas.microsoft.com/office/drawing/2010/main" val="0"/>
                  </a:ext>
                </a:extLst>
              </a:blip>
              <a:stretch>
                <a:fillRect/>
              </a:stretch>
            </p:blipFill>
            <p:spPr>
              <a:xfrm>
                <a:off x="5797624" y="3625093"/>
                <a:ext cx="461127" cy="461127"/>
              </a:xfrm>
              <a:prstGeom prst="rect">
                <a:avLst/>
              </a:prstGeom>
            </p:spPr>
          </p:pic>
        </p:grpSp>
        <p:grpSp>
          <p:nvGrpSpPr>
            <p:cNvPr id="118" name="グループ化 117">
              <a:extLst>
                <a:ext uri="{FF2B5EF4-FFF2-40B4-BE49-F238E27FC236}">
                  <a16:creationId xmlns:a16="http://schemas.microsoft.com/office/drawing/2014/main" id="{16153506-9561-8D85-0E20-00355BFFC973}"/>
                </a:ext>
              </a:extLst>
            </p:cNvPr>
            <p:cNvGrpSpPr/>
            <p:nvPr/>
          </p:nvGrpSpPr>
          <p:grpSpPr>
            <a:xfrm>
              <a:off x="5667384" y="2118778"/>
              <a:ext cx="1074210" cy="1071280"/>
              <a:chOff x="5506559" y="2288793"/>
              <a:chExt cx="1074210" cy="1071280"/>
            </a:xfrm>
          </p:grpSpPr>
          <p:pic>
            <p:nvPicPr>
              <p:cNvPr id="107" name="図 106">
                <a:extLst>
                  <a:ext uri="{FF2B5EF4-FFF2-40B4-BE49-F238E27FC236}">
                    <a16:creationId xmlns:a16="http://schemas.microsoft.com/office/drawing/2014/main" id="{0E5D4D1E-EB41-37A2-7DFC-B6C0E6E91253}"/>
                  </a:ext>
                </a:extLst>
              </p:cNvPr>
              <p:cNvPicPr>
                <a:picLocks noChangeAspect="1"/>
              </p:cNvPicPr>
              <p:nvPr/>
            </p:nvPicPr>
            <p:blipFill>
              <a:blip r:embed="rId3">
                <a:duotone>
                  <a:schemeClr val="bg2">
                    <a:shade val="45000"/>
                    <a:satMod val="135000"/>
                  </a:schemeClr>
                  <a:prstClr val="white"/>
                </a:duotone>
                <a:extLst>
                  <a:ext uri="{28A0092B-C50C-407E-A947-70E740481C1C}">
                    <a14:useLocalDpi xmlns:a14="http://schemas.microsoft.com/office/drawing/2010/main" val="0"/>
                  </a:ext>
                </a:extLst>
              </a:blip>
              <a:srcRect l="49938" r="24764" b="66362"/>
              <a:stretch>
                <a:fillRect/>
              </a:stretch>
            </p:blipFill>
            <p:spPr>
              <a:xfrm>
                <a:off x="5506559" y="2288793"/>
                <a:ext cx="1074210" cy="1071280"/>
              </a:xfrm>
              <a:prstGeom prst="rect">
                <a:avLst/>
              </a:prstGeom>
            </p:spPr>
          </p:pic>
          <p:pic>
            <p:nvPicPr>
              <p:cNvPr id="90" name="図 89">
                <a:extLst>
                  <a:ext uri="{FF2B5EF4-FFF2-40B4-BE49-F238E27FC236}">
                    <a16:creationId xmlns:a16="http://schemas.microsoft.com/office/drawing/2014/main" id="{B222143D-526C-45FC-92D8-4AA63F61CB80}"/>
                  </a:ext>
                </a:extLst>
              </p:cNvPr>
              <p:cNvPicPr>
                <a:picLocks noChangeAspect="1"/>
              </p:cNvPicPr>
              <p:nvPr/>
            </p:nvPicPr>
            <p:blipFill>
              <a:blip r:embed="rId5">
                <a:grayscl/>
                <a:extLst>
                  <a:ext uri="{28A0092B-C50C-407E-A947-70E740481C1C}">
                    <a14:useLocalDpi xmlns:a14="http://schemas.microsoft.com/office/drawing/2010/main" val="0"/>
                  </a:ext>
                </a:extLst>
              </a:blip>
              <a:srcRect l="18338" t="53869" r="53661" b="7428"/>
              <a:stretch>
                <a:fillRect/>
              </a:stretch>
            </p:blipFill>
            <p:spPr>
              <a:xfrm>
                <a:off x="5706137" y="2476703"/>
                <a:ext cx="644101" cy="667674"/>
              </a:xfrm>
              <a:prstGeom prst="rect">
                <a:avLst/>
              </a:prstGeom>
            </p:spPr>
          </p:pic>
        </p:grpSp>
        <p:grpSp>
          <p:nvGrpSpPr>
            <p:cNvPr id="121" name="グループ化 120">
              <a:extLst>
                <a:ext uri="{FF2B5EF4-FFF2-40B4-BE49-F238E27FC236}">
                  <a16:creationId xmlns:a16="http://schemas.microsoft.com/office/drawing/2014/main" id="{0F32AC4E-A331-AD5F-11F1-30C11D90F7A6}"/>
                </a:ext>
              </a:extLst>
            </p:cNvPr>
            <p:cNvGrpSpPr/>
            <p:nvPr/>
          </p:nvGrpSpPr>
          <p:grpSpPr>
            <a:xfrm>
              <a:off x="5633440" y="4313392"/>
              <a:ext cx="1142099" cy="1118234"/>
              <a:chOff x="5472615" y="4313392"/>
              <a:chExt cx="1142099" cy="1118234"/>
            </a:xfrm>
          </p:grpSpPr>
          <p:pic>
            <p:nvPicPr>
              <p:cNvPr id="109" name="図 108">
                <a:extLst>
                  <a:ext uri="{FF2B5EF4-FFF2-40B4-BE49-F238E27FC236}">
                    <a16:creationId xmlns:a16="http://schemas.microsoft.com/office/drawing/2014/main" id="{A9417012-826B-2AEF-7F37-FD85960DAD60}"/>
                  </a:ext>
                </a:extLst>
              </p:cNvPr>
              <p:cNvPicPr>
                <a:picLocks noChangeAspect="1"/>
              </p:cNvPicPr>
              <p:nvPr/>
            </p:nvPicPr>
            <p:blipFill>
              <a:blip r:embed="rId3">
                <a:duotone>
                  <a:prstClr val="black"/>
                  <a:schemeClr val="accent2">
                    <a:tint val="45000"/>
                    <a:satMod val="400000"/>
                  </a:schemeClr>
                </a:duotone>
                <a:extLst>
                  <a:ext uri="{28A0092B-C50C-407E-A947-70E740481C1C}">
                    <a14:useLocalDpi xmlns:a14="http://schemas.microsoft.com/office/drawing/2010/main" val="0"/>
                  </a:ext>
                </a:extLst>
              </a:blip>
              <a:srcRect l="49938" t="66974" r="24764"/>
              <a:stretch>
                <a:fillRect/>
              </a:stretch>
            </p:blipFill>
            <p:spPr>
              <a:xfrm>
                <a:off x="5472615" y="4313392"/>
                <a:ext cx="1142099" cy="1118234"/>
              </a:xfrm>
              <a:prstGeom prst="rect">
                <a:avLst/>
              </a:prstGeom>
            </p:spPr>
          </p:pic>
          <p:pic>
            <p:nvPicPr>
              <p:cNvPr id="111" name="図 110">
                <a:extLst>
                  <a:ext uri="{FF2B5EF4-FFF2-40B4-BE49-F238E27FC236}">
                    <a16:creationId xmlns:a16="http://schemas.microsoft.com/office/drawing/2014/main" id="{0EDF2702-85AE-1B4F-2A84-B37DFDAD6F13}"/>
                  </a:ext>
                </a:extLst>
              </p:cNvPr>
              <p:cNvPicPr>
                <a:picLocks noChangeAspect="1"/>
              </p:cNvPicPr>
              <p:nvPr/>
            </p:nvPicPr>
            <p:blipFill>
              <a:blip r:embed="rId6">
                <a:grayscl/>
                <a:extLst>
                  <a:ext uri="{28A0092B-C50C-407E-A947-70E740481C1C}">
                    <a14:useLocalDpi xmlns:a14="http://schemas.microsoft.com/office/drawing/2010/main" val="0"/>
                  </a:ext>
                </a:extLst>
              </a:blip>
              <a:stretch>
                <a:fillRect/>
              </a:stretch>
            </p:blipFill>
            <p:spPr>
              <a:xfrm>
                <a:off x="5855988" y="4605242"/>
                <a:ext cx="374797" cy="510475"/>
              </a:xfrm>
              <a:prstGeom prst="rect">
                <a:avLst/>
              </a:prstGeom>
            </p:spPr>
          </p:pic>
        </p:grpSp>
        <p:grpSp>
          <p:nvGrpSpPr>
            <p:cNvPr id="165" name="グループ化 164">
              <a:extLst>
                <a:ext uri="{FF2B5EF4-FFF2-40B4-BE49-F238E27FC236}">
                  <a16:creationId xmlns:a16="http://schemas.microsoft.com/office/drawing/2014/main" id="{D359AEE0-C4CE-78A2-93EC-D0B57AEDDC3C}"/>
                </a:ext>
              </a:extLst>
            </p:cNvPr>
            <p:cNvGrpSpPr/>
            <p:nvPr/>
          </p:nvGrpSpPr>
          <p:grpSpPr>
            <a:xfrm>
              <a:off x="5450578" y="2681706"/>
              <a:ext cx="442253" cy="442253"/>
              <a:chOff x="4148632" y="2798340"/>
              <a:chExt cx="554882" cy="554882"/>
            </a:xfrm>
          </p:grpSpPr>
          <p:sp>
            <p:nvSpPr>
              <p:cNvPr id="166" name="楕円 165">
                <a:extLst>
                  <a:ext uri="{FF2B5EF4-FFF2-40B4-BE49-F238E27FC236}">
                    <a16:creationId xmlns:a16="http://schemas.microsoft.com/office/drawing/2014/main" id="{39BB6936-76AB-2B54-9359-95E8DA60E510}"/>
                  </a:ext>
                </a:extLst>
              </p:cNvPr>
              <p:cNvSpPr/>
              <p:nvPr/>
            </p:nvSpPr>
            <p:spPr>
              <a:xfrm>
                <a:off x="4148632" y="2798340"/>
                <a:ext cx="554882" cy="554882"/>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sp>
            <p:nvSpPr>
              <p:cNvPr id="167" name="テキスト ボックス 166">
                <a:extLst>
                  <a:ext uri="{FF2B5EF4-FFF2-40B4-BE49-F238E27FC236}">
                    <a16:creationId xmlns:a16="http://schemas.microsoft.com/office/drawing/2014/main" id="{7A1E1562-4472-9F74-8837-19896F4BC2BB}"/>
                  </a:ext>
                </a:extLst>
              </p:cNvPr>
              <p:cNvSpPr txBox="1"/>
              <p:nvPr/>
            </p:nvSpPr>
            <p:spPr>
              <a:xfrm flipH="1">
                <a:off x="4226506" y="2837833"/>
                <a:ext cx="415499" cy="369332"/>
              </a:xfrm>
              <a:prstGeom prst="rect">
                <a:avLst/>
              </a:prstGeom>
              <a:noFill/>
              <a:effectLst/>
            </p:spPr>
            <p:txBody>
              <a:bodyPr wrap="none" rtlCol="0">
                <a:spAutoFit/>
              </a:bodyPr>
              <a:lstStyle/>
              <a:p>
                <a:pPr algn="ctr"/>
                <a:r>
                  <a:rPr kumimoji="1" lang="en-US" altLang="ja-JP">
                    <a:solidFill>
                      <a:schemeClr val="bg1">
                        <a:lumMod val="50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rPr>
                  <a:t>00</a:t>
                </a:r>
                <a:endParaRPr kumimoji="1" lang="ja-JP" altLang="en-US" dirty="0">
                  <a:solidFill>
                    <a:schemeClr val="bg1">
                      <a:lumMod val="50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68" name="グループ化 167">
              <a:extLst>
                <a:ext uri="{FF2B5EF4-FFF2-40B4-BE49-F238E27FC236}">
                  <a16:creationId xmlns:a16="http://schemas.microsoft.com/office/drawing/2014/main" id="{9A924033-5DAE-3E48-8E09-D38405844158}"/>
                </a:ext>
              </a:extLst>
            </p:cNvPr>
            <p:cNvGrpSpPr/>
            <p:nvPr/>
          </p:nvGrpSpPr>
          <p:grpSpPr>
            <a:xfrm>
              <a:off x="5450578" y="3796655"/>
              <a:ext cx="442253" cy="442253"/>
              <a:chOff x="4148632" y="2798340"/>
              <a:chExt cx="554882" cy="554882"/>
            </a:xfrm>
          </p:grpSpPr>
          <p:sp>
            <p:nvSpPr>
              <p:cNvPr id="169" name="楕円 168">
                <a:extLst>
                  <a:ext uri="{FF2B5EF4-FFF2-40B4-BE49-F238E27FC236}">
                    <a16:creationId xmlns:a16="http://schemas.microsoft.com/office/drawing/2014/main" id="{7BE6031B-0F62-9E07-9A2B-DBBDB2E4985F}"/>
                  </a:ext>
                </a:extLst>
              </p:cNvPr>
              <p:cNvSpPr/>
              <p:nvPr/>
            </p:nvSpPr>
            <p:spPr>
              <a:xfrm>
                <a:off x="4148632" y="2798340"/>
                <a:ext cx="554882" cy="554882"/>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sp>
            <p:nvSpPr>
              <p:cNvPr id="170" name="テキスト ボックス 169">
                <a:extLst>
                  <a:ext uri="{FF2B5EF4-FFF2-40B4-BE49-F238E27FC236}">
                    <a16:creationId xmlns:a16="http://schemas.microsoft.com/office/drawing/2014/main" id="{A35D5EB8-BA18-6E51-0505-ACB85A1A995D}"/>
                  </a:ext>
                </a:extLst>
              </p:cNvPr>
              <p:cNvSpPr txBox="1"/>
              <p:nvPr/>
            </p:nvSpPr>
            <p:spPr>
              <a:xfrm flipH="1">
                <a:off x="4226506" y="2837833"/>
                <a:ext cx="415499" cy="369332"/>
              </a:xfrm>
              <a:prstGeom prst="rect">
                <a:avLst/>
              </a:prstGeom>
              <a:noFill/>
              <a:effectLst/>
            </p:spPr>
            <p:txBody>
              <a:bodyPr wrap="none" rtlCol="0">
                <a:spAutoFit/>
              </a:bodyPr>
              <a:lstStyle/>
              <a:p>
                <a:pPr algn="ctr"/>
                <a:r>
                  <a:rPr kumimoji="1" lang="en-US" altLang="ja-JP">
                    <a:solidFill>
                      <a:schemeClr val="bg1">
                        <a:lumMod val="50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rPr>
                  <a:t>00</a:t>
                </a:r>
                <a:endParaRPr kumimoji="1" lang="ja-JP" altLang="en-US" dirty="0">
                  <a:solidFill>
                    <a:schemeClr val="bg1">
                      <a:lumMod val="50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71" name="グループ化 170">
              <a:extLst>
                <a:ext uri="{FF2B5EF4-FFF2-40B4-BE49-F238E27FC236}">
                  <a16:creationId xmlns:a16="http://schemas.microsoft.com/office/drawing/2014/main" id="{EA60635F-D79C-73E2-A077-7D7D740566F2}"/>
                </a:ext>
              </a:extLst>
            </p:cNvPr>
            <p:cNvGrpSpPr/>
            <p:nvPr/>
          </p:nvGrpSpPr>
          <p:grpSpPr>
            <a:xfrm>
              <a:off x="5412768" y="4911603"/>
              <a:ext cx="530916" cy="442253"/>
              <a:chOff x="4101194" y="2798340"/>
              <a:chExt cx="666125" cy="554882"/>
            </a:xfrm>
          </p:grpSpPr>
          <p:sp>
            <p:nvSpPr>
              <p:cNvPr id="172" name="楕円 171">
                <a:extLst>
                  <a:ext uri="{FF2B5EF4-FFF2-40B4-BE49-F238E27FC236}">
                    <a16:creationId xmlns:a16="http://schemas.microsoft.com/office/drawing/2014/main" id="{2E438310-DD70-F5B3-8CB9-6CB9ADF6B9D2}"/>
                  </a:ext>
                </a:extLst>
              </p:cNvPr>
              <p:cNvSpPr/>
              <p:nvPr/>
            </p:nvSpPr>
            <p:spPr>
              <a:xfrm>
                <a:off x="4148632" y="2798340"/>
                <a:ext cx="554882" cy="554882"/>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sp>
            <p:nvSpPr>
              <p:cNvPr id="173" name="テキスト ボックス 172">
                <a:extLst>
                  <a:ext uri="{FF2B5EF4-FFF2-40B4-BE49-F238E27FC236}">
                    <a16:creationId xmlns:a16="http://schemas.microsoft.com/office/drawing/2014/main" id="{D47D0C02-A8BB-9226-19C8-952975570461}"/>
                  </a:ext>
                </a:extLst>
              </p:cNvPr>
              <p:cNvSpPr txBox="1"/>
              <p:nvPr/>
            </p:nvSpPr>
            <p:spPr>
              <a:xfrm flipH="1">
                <a:off x="4101194" y="2837833"/>
                <a:ext cx="666125" cy="463390"/>
              </a:xfrm>
              <a:prstGeom prst="rect">
                <a:avLst/>
              </a:prstGeom>
              <a:noFill/>
              <a:effectLst/>
            </p:spPr>
            <p:txBody>
              <a:bodyPr wrap="none" rtlCol="0">
                <a:spAutoFit/>
              </a:bodyPr>
              <a:lstStyle/>
              <a:p>
                <a:pPr algn="ctr"/>
                <a:r>
                  <a:rPr kumimoji="1" lang="en-US" altLang="ja-JP">
                    <a:solidFill>
                      <a:schemeClr val="bg1">
                        <a:lumMod val="50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rPr>
                  <a:t>MAX</a:t>
                </a:r>
                <a:endParaRPr kumimoji="1" lang="ja-JP" altLang="en-US" dirty="0">
                  <a:solidFill>
                    <a:schemeClr val="bg1">
                      <a:lumMod val="50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grpSp>
        <p:nvGrpSpPr>
          <p:cNvPr id="10" name="グループ化 9">
            <a:extLst>
              <a:ext uri="{FF2B5EF4-FFF2-40B4-BE49-F238E27FC236}">
                <a16:creationId xmlns:a16="http://schemas.microsoft.com/office/drawing/2014/main" id="{6CC9371C-4538-138C-4FFE-2DAE2B47D3C5}"/>
              </a:ext>
            </a:extLst>
          </p:cNvPr>
          <p:cNvGrpSpPr/>
          <p:nvPr/>
        </p:nvGrpSpPr>
        <p:grpSpPr>
          <a:xfrm>
            <a:off x="163586" y="134635"/>
            <a:ext cx="3123445" cy="1396119"/>
            <a:chOff x="163586" y="134635"/>
            <a:chExt cx="3123445" cy="1396119"/>
          </a:xfrm>
        </p:grpSpPr>
        <p:sp>
          <p:nvSpPr>
            <p:cNvPr id="2" name="四角形: 角を丸くする 1">
              <a:extLst>
                <a:ext uri="{FF2B5EF4-FFF2-40B4-BE49-F238E27FC236}">
                  <a16:creationId xmlns:a16="http://schemas.microsoft.com/office/drawing/2014/main" id="{B8FFE38C-D1F4-AABE-B85C-77B25C0F026D}"/>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3" name="テキスト ボックス 2">
              <a:extLst>
                <a:ext uri="{FF2B5EF4-FFF2-40B4-BE49-F238E27FC236}">
                  <a16:creationId xmlns:a16="http://schemas.microsoft.com/office/drawing/2014/main" id="{0C7B3736-29C3-2B15-7445-AA89A0522C84}"/>
                </a:ext>
              </a:extLst>
            </p:cNvPr>
            <p:cNvSpPr txBox="1"/>
            <p:nvPr/>
          </p:nvSpPr>
          <p:spPr>
            <a:xfrm>
              <a:off x="1752833" y="641390"/>
              <a:ext cx="121058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探索強化</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4" name="グループ化 3">
              <a:extLst>
                <a:ext uri="{FF2B5EF4-FFF2-40B4-BE49-F238E27FC236}">
                  <a16:creationId xmlns:a16="http://schemas.microsoft.com/office/drawing/2014/main" id="{43C7DC96-65F3-656C-4B0C-27559279DAAA}"/>
                </a:ext>
              </a:extLst>
            </p:cNvPr>
            <p:cNvGrpSpPr/>
            <p:nvPr/>
          </p:nvGrpSpPr>
          <p:grpSpPr>
            <a:xfrm>
              <a:off x="163586" y="134635"/>
              <a:ext cx="1975684" cy="1396119"/>
              <a:chOff x="163586" y="134635"/>
              <a:chExt cx="1975684" cy="1396119"/>
            </a:xfrm>
          </p:grpSpPr>
          <p:grpSp>
            <p:nvGrpSpPr>
              <p:cNvPr id="6" name="グループ化 5">
                <a:extLst>
                  <a:ext uri="{FF2B5EF4-FFF2-40B4-BE49-F238E27FC236}">
                    <a16:creationId xmlns:a16="http://schemas.microsoft.com/office/drawing/2014/main" id="{B6D2D057-5AFA-4019-C14E-B73AF7B989CF}"/>
                  </a:ext>
                </a:extLst>
              </p:cNvPr>
              <p:cNvGrpSpPr/>
              <p:nvPr/>
            </p:nvGrpSpPr>
            <p:grpSpPr>
              <a:xfrm>
                <a:off x="163586" y="134635"/>
                <a:ext cx="1975684" cy="1396119"/>
                <a:chOff x="163586" y="134635"/>
                <a:chExt cx="1975684" cy="1396119"/>
              </a:xfrm>
            </p:grpSpPr>
            <p:pic>
              <p:nvPicPr>
                <p:cNvPr id="8" name="図 7">
                  <a:extLst>
                    <a:ext uri="{FF2B5EF4-FFF2-40B4-BE49-F238E27FC236}">
                      <a16:creationId xmlns:a16="http://schemas.microsoft.com/office/drawing/2014/main" id="{91D52ED8-48C9-CCA8-FE42-ECA3F1479D54}"/>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9" name="楕円 8">
                  <a:extLst>
                    <a:ext uri="{FF2B5EF4-FFF2-40B4-BE49-F238E27FC236}">
                      <a16:creationId xmlns:a16="http://schemas.microsoft.com/office/drawing/2014/main" id="{C7EE41FF-13A2-E2D4-EBF4-DDAD9D64592D}"/>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7" name="図 6">
                <a:extLst>
                  <a:ext uri="{FF2B5EF4-FFF2-40B4-BE49-F238E27FC236}">
                    <a16:creationId xmlns:a16="http://schemas.microsoft.com/office/drawing/2014/main" id="{5D013D2B-7C7D-7731-8C4C-A9A24593CB7D}"/>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sp>
        <p:nvSpPr>
          <p:cNvPr id="63" name="正方形/長方形 62">
            <a:extLst>
              <a:ext uri="{FF2B5EF4-FFF2-40B4-BE49-F238E27FC236}">
                <a16:creationId xmlns:a16="http://schemas.microsoft.com/office/drawing/2014/main" id="{BFDDD425-254E-A6D2-6D0A-1AAEBBE216B0}"/>
              </a:ext>
            </a:extLst>
          </p:cNvPr>
          <p:cNvSpPr/>
          <p:nvPr/>
        </p:nvSpPr>
        <p:spPr>
          <a:xfrm>
            <a:off x="6531344" y="641390"/>
            <a:ext cx="5794980" cy="408821"/>
          </a:xfrm>
          <a:prstGeom prst="rect">
            <a:avLst/>
          </a:prstGeom>
          <a:solidFill>
            <a:schemeClr val="bg1">
              <a:lumMod val="65000"/>
              <a:alpha val="20000"/>
            </a:schemeClr>
          </a:solidFill>
          <a:ln>
            <a:noFill/>
          </a:ln>
          <a:effectLst>
            <a:glow rad="63500">
              <a:schemeClr val="bg1">
                <a:lumMod val="50000"/>
                <a:alpha val="2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5" name="フローチャート: 手作業 20">
            <a:extLst>
              <a:ext uri="{FF2B5EF4-FFF2-40B4-BE49-F238E27FC236}">
                <a16:creationId xmlns:a16="http://schemas.microsoft.com/office/drawing/2014/main" id="{ACD94683-10D7-5ABA-6BBE-4D3404766050}"/>
              </a:ext>
            </a:extLst>
          </p:cNvPr>
          <p:cNvSpPr/>
          <p:nvPr/>
        </p:nvSpPr>
        <p:spPr>
          <a:xfrm>
            <a:off x="7663178" y="2547604"/>
            <a:ext cx="3692349" cy="2206996"/>
          </a:xfrm>
          <a:prstGeom prst="parallelogram">
            <a:avLst/>
          </a:prstGeom>
          <a:gradFill>
            <a:gsLst>
              <a:gs pos="27000">
                <a:srgbClr val="FFA4F3">
                  <a:alpha val="65000"/>
                </a:srgbClr>
              </a:gs>
              <a:gs pos="97000">
                <a:srgbClr val="FFA4F3">
                  <a:alpha val="65000"/>
                </a:srgbClr>
              </a:gs>
              <a:gs pos="74000">
                <a:schemeClr val="tx1">
                  <a:lumMod val="75000"/>
                  <a:lumOff val="25000"/>
                </a:schemeClr>
              </a:gs>
            </a:gsLst>
            <a:path path="circle">
              <a:fillToRect r="100000" b="100000"/>
            </a:path>
          </a:gra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68" name="フローチャート: 手作業 20">
            <a:extLst>
              <a:ext uri="{FF2B5EF4-FFF2-40B4-BE49-F238E27FC236}">
                <a16:creationId xmlns:a16="http://schemas.microsoft.com/office/drawing/2014/main" id="{495DEFF1-FE5A-83FB-6CFA-621ABDAA9773}"/>
              </a:ext>
            </a:extLst>
          </p:cNvPr>
          <p:cNvSpPr/>
          <p:nvPr/>
        </p:nvSpPr>
        <p:spPr>
          <a:xfrm>
            <a:off x="8219805" y="2108510"/>
            <a:ext cx="3238398" cy="439094"/>
          </a:xfrm>
          <a:prstGeom prst="parallelogram">
            <a:avLst/>
          </a:prstGeom>
          <a:solidFill>
            <a:schemeClr val="tx1">
              <a:lumMod val="85000"/>
              <a:lumOff val="1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能力名</a:t>
            </a:r>
            <a:endParaRPr kumimoji="1" lang="ja-JP" altLang="en-US" dirty="0">
              <a:latin typeface="原稿用標準書体" panose="03000503000000000000" pitchFamily="66" charset="-128"/>
              <a:ea typeface="原稿用標準書体" panose="03000503000000000000" pitchFamily="66" charset="-128"/>
            </a:endParaRPr>
          </a:p>
        </p:txBody>
      </p:sp>
      <p:sp>
        <p:nvSpPr>
          <p:cNvPr id="85" name="フローチャート: 手作業 20">
            <a:extLst>
              <a:ext uri="{FF2B5EF4-FFF2-40B4-BE49-F238E27FC236}">
                <a16:creationId xmlns:a16="http://schemas.microsoft.com/office/drawing/2014/main" id="{65C5A996-321B-8825-AF9E-6AF5E9115047}"/>
              </a:ext>
            </a:extLst>
          </p:cNvPr>
          <p:cNvSpPr/>
          <p:nvPr/>
        </p:nvSpPr>
        <p:spPr>
          <a:xfrm>
            <a:off x="7393315" y="4760725"/>
            <a:ext cx="3404876" cy="1011250"/>
          </a:xfrm>
          <a:prstGeom prst="parallelogram">
            <a:avLst/>
          </a:prstGeom>
          <a:solidFill>
            <a:srgbClr val="FFA4F3"/>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400">
                <a:solidFill>
                  <a:srgbClr val="FF00FF"/>
                </a:solidFill>
                <a:latin typeface="原稿用標準書体" panose="03000503000000000000" pitchFamily="66" charset="-128"/>
                <a:ea typeface="原稿用標準書体" panose="03000503000000000000" pitchFamily="66" charset="-128"/>
              </a:rPr>
              <a:t>強化する</a:t>
            </a:r>
            <a:endParaRPr kumimoji="1" lang="ja-JP" altLang="en-US" sz="2400" dirty="0">
              <a:solidFill>
                <a:srgbClr val="FF00FF"/>
              </a:solidFill>
              <a:latin typeface="原稿用標準書体" panose="03000503000000000000" pitchFamily="66" charset="-128"/>
              <a:ea typeface="原稿用標準書体" panose="03000503000000000000" pitchFamily="66" charset="-128"/>
            </a:endParaRPr>
          </a:p>
        </p:txBody>
      </p:sp>
      <p:pic>
        <p:nvPicPr>
          <p:cNvPr id="128" name="図 127">
            <a:extLst>
              <a:ext uri="{FF2B5EF4-FFF2-40B4-BE49-F238E27FC236}">
                <a16:creationId xmlns:a16="http://schemas.microsoft.com/office/drawing/2014/main" id="{3045CE11-52AA-EC2E-70DB-65ABA3679B45}"/>
              </a:ext>
            </a:extLst>
          </p:cNvPr>
          <p:cNvPicPr>
            <a:picLocks noChangeAspect="1"/>
          </p:cNvPicPr>
          <p:nvPr/>
        </p:nvPicPr>
        <p:blipFill>
          <a:blip r:embed="rId5">
            <a:grayscl/>
            <a:extLst>
              <a:ext uri="{28A0092B-C50C-407E-A947-70E740481C1C}">
                <a14:useLocalDpi xmlns:a14="http://schemas.microsoft.com/office/drawing/2010/main" val="0"/>
              </a:ext>
            </a:extLst>
          </a:blip>
          <a:srcRect l="18338" t="53869" r="53661" b="7428"/>
          <a:stretch>
            <a:fillRect/>
          </a:stretch>
        </p:blipFill>
        <p:spPr>
          <a:xfrm>
            <a:off x="8085284" y="3245005"/>
            <a:ext cx="732190" cy="758987"/>
          </a:xfrm>
          <a:prstGeom prst="rect">
            <a:avLst/>
          </a:prstGeom>
        </p:spPr>
      </p:pic>
      <p:sp>
        <p:nvSpPr>
          <p:cNvPr id="130" name="テキスト ボックス 129">
            <a:extLst>
              <a:ext uri="{FF2B5EF4-FFF2-40B4-BE49-F238E27FC236}">
                <a16:creationId xmlns:a16="http://schemas.microsoft.com/office/drawing/2014/main" id="{D44ED751-0C73-9943-BF62-D171480E4CE8}"/>
              </a:ext>
            </a:extLst>
          </p:cNvPr>
          <p:cNvSpPr txBox="1"/>
          <p:nvPr/>
        </p:nvSpPr>
        <p:spPr>
          <a:xfrm>
            <a:off x="8907186" y="2688667"/>
            <a:ext cx="2031325" cy="461665"/>
          </a:xfrm>
          <a:prstGeom prst="rect">
            <a:avLst/>
          </a:prstGeom>
          <a:noFill/>
        </p:spPr>
        <p:txBody>
          <a:bodyPr wrap="none" rtlCol="0">
            <a:spAutoFit/>
          </a:bodyPr>
          <a:lstStyle/>
          <a:p>
            <a:r>
              <a:rPr kumimoji="1" lang="ja-JP" altLang="en-US" sz="1200">
                <a:solidFill>
                  <a:schemeClr val="bg1">
                    <a:lumMod val="8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説明</a:t>
            </a:r>
            <a:r>
              <a:rPr lang="ja-JP" altLang="en-US" sz="1200">
                <a:solidFill>
                  <a:schemeClr val="bg1">
                    <a:lumMod val="8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テキスト説明テキスト</a:t>
            </a:r>
            <a:br>
              <a:rPr lang="en-US" altLang="ja-JP" sz="1200">
                <a:solidFill>
                  <a:schemeClr val="bg1">
                    <a:lumMod val="8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br>
            <a:r>
              <a:rPr lang="ja-JP" altLang="en-US" sz="1200">
                <a:solidFill>
                  <a:schemeClr val="bg1">
                    <a:lumMod val="8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説明テキスト説明テキスト</a:t>
            </a:r>
          </a:p>
        </p:txBody>
      </p:sp>
      <p:grpSp>
        <p:nvGrpSpPr>
          <p:cNvPr id="192" name="グループ化 191">
            <a:extLst>
              <a:ext uri="{FF2B5EF4-FFF2-40B4-BE49-F238E27FC236}">
                <a16:creationId xmlns:a16="http://schemas.microsoft.com/office/drawing/2014/main" id="{F1D1732D-370A-FCEB-D74B-DC93B0235B72}"/>
              </a:ext>
            </a:extLst>
          </p:cNvPr>
          <p:cNvGrpSpPr/>
          <p:nvPr/>
        </p:nvGrpSpPr>
        <p:grpSpPr>
          <a:xfrm>
            <a:off x="3330645" y="1994028"/>
            <a:ext cx="1346502" cy="4059898"/>
            <a:chOff x="3261636" y="1371728"/>
            <a:chExt cx="1346502" cy="4059898"/>
          </a:xfrm>
        </p:grpSpPr>
        <p:pic>
          <p:nvPicPr>
            <p:cNvPr id="137" name="図 136">
              <a:extLst>
                <a:ext uri="{FF2B5EF4-FFF2-40B4-BE49-F238E27FC236}">
                  <a16:creationId xmlns:a16="http://schemas.microsoft.com/office/drawing/2014/main" id="{708F6127-F542-FEAD-DC3D-BE9EB05C5BD8}"/>
                </a:ext>
              </a:extLst>
            </p:cNvPr>
            <p:cNvPicPr>
              <a:picLocks noChangeAspect="1"/>
            </p:cNvPicPr>
            <p:nvPr/>
          </p:nvPicPr>
          <p:blipFill>
            <a:blip r:embed="rId3">
              <a:duotone>
                <a:schemeClr val="bg2">
                  <a:shade val="45000"/>
                  <a:satMod val="135000"/>
                </a:schemeClr>
                <a:prstClr val="white"/>
              </a:duotone>
              <a:extLst>
                <a:ext uri="{28A0092B-C50C-407E-A947-70E740481C1C}">
                  <a14:useLocalDpi xmlns:a14="http://schemas.microsoft.com/office/drawing/2010/main" val="0"/>
                </a:ext>
              </a:extLst>
            </a:blip>
            <a:srcRect l="49938" t="33964" r="24764" b="33010"/>
            <a:stretch>
              <a:fillRect/>
            </a:stretch>
          </p:blipFill>
          <p:spPr>
            <a:xfrm>
              <a:off x="3487478" y="3213599"/>
              <a:ext cx="1099221" cy="1076252"/>
            </a:xfrm>
            <a:prstGeom prst="rect">
              <a:avLst/>
            </a:prstGeom>
          </p:spPr>
        </p:pic>
        <p:pic>
          <p:nvPicPr>
            <p:cNvPr id="140" name="図 139">
              <a:extLst>
                <a:ext uri="{FF2B5EF4-FFF2-40B4-BE49-F238E27FC236}">
                  <a16:creationId xmlns:a16="http://schemas.microsoft.com/office/drawing/2014/main" id="{0247CD21-4F12-AA9C-7128-3A0BBC1EFABA}"/>
                </a:ext>
              </a:extLst>
            </p:cNvPr>
            <p:cNvPicPr>
              <a:picLocks noChangeAspect="1"/>
            </p:cNvPicPr>
            <p:nvPr/>
          </p:nvPicPr>
          <p:blipFill>
            <a:blip r:embed="rId3">
              <a:duotone>
                <a:schemeClr val="bg2">
                  <a:shade val="45000"/>
                  <a:satMod val="135000"/>
                </a:schemeClr>
                <a:prstClr val="white"/>
              </a:duotone>
              <a:extLst>
                <a:ext uri="{28A0092B-C50C-407E-A947-70E740481C1C}">
                  <a14:useLocalDpi xmlns:a14="http://schemas.microsoft.com/office/drawing/2010/main" val="0"/>
                </a:ext>
              </a:extLst>
            </a:blip>
            <a:srcRect l="49938" r="24764" b="66362"/>
            <a:stretch>
              <a:fillRect/>
            </a:stretch>
          </p:blipFill>
          <p:spPr>
            <a:xfrm>
              <a:off x="3499983" y="2118778"/>
              <a:ext cx="1074210" cy="1071280"/>
            </a:xfrm>
            <a:prstGeom prst="rect">
              <a:avLst/>
            </a:prstGeom>
          </p:spPr>
        </p:pic>
        <p:pic>
          <p:nvPicPr>
            <p:cNvPr id="143" name="図 142">
              <a:extLst>
                <a:ext uri="{FF2B5EF4-FFF2-40B4-BE49-F238E27FC236}">
                  <a16:creationId xmlns:a16="http://schemas.microsoft.com/office/drawing/2014/main" id="{982D7CBB-E4FF-33B3-50F2-772D34A36557}"/>
                </a:ext>
              </a:extLst>
            </p:cNvPr>
            <p:cNvPicPr>
              <a:picLocks noChangeAspect="1"/>
            </p:cNvPicPr>
            <p:nvPr/>
          </p:nvPicPr>
          <p:blipFill>
            <a:blip r:embed="rId3">
              <a:duotone>
                <a:prstClr val="black"/>
                <a:schemeClr val="accent2">
                  <a:tint val="45000"/>
                  <a:satMod val="400000"/>
                </a:schemeClr>
              </a:duotone>
              <a:extLst>
                <a:ext uri="{28A0092B-C50C-407E-A947-70E740481C1C}">
                  <a14:useLocalDpi xmlns:a14="http://schemas.microsoft.com/office/drawing/2010/main" val="0"/>
                </a:ext>
              </a:extLst>
            </a:blip>
            <a:srcRect l="49938" t="66974" r="24764"/>
            <a:stretch>
              <a:fillRect/>
            </a:stretch>
          </p:blipFill>
          <p:spPr>
            <a:xfrm flipV="1">
              <a:off x="3466039" y="4313392"/>
              <a:ext cx="1142099" cy="1118234"/>
            </a:xfrm>
            <a:prstGeom prst="rect">
              <a:avLst/>
            </a:prstGeom>
          </p:spPr>
        </p:pic>
        <p:pic>
          <p:nvPicPr>
            <p:cNvPr id="24" name="図 23">
              <a:extLst>
                <a:ext uri="{FF2B5EF4-FFF2-40B4-BE49-F238E27FC236}">
                  <a16:creationId xmlns:a16="http://schemas.microsoft.com/office/drawing/2014/main" id="{ABABC256-F752-C4F5-EE6D-3B7E45719C45}"/>
                </a:ext>
              </a:extLst>
            </p:cNvPr>
            <p:cNvPicPr>
              <a:picLocks noChangeAspect="1"/>
            </p:cNvPicPr>
            <p:nvPr/>
          </p:nvPicPr>
          <p:blipFill>
            <a:blip r:embed="rId2">
              <a:duotone>
                <a:schemeClr val="accent1">
                  <a:shade val="45000"/>
                  <a:satMod val="135000"/>
                </a:schemeClr>
                <a:prstClr val="white"/>
              </a:duotone>
              <a:extLst>
                <a:ext uri="{28A0092B-C50C-407E-A947-70E740481C1C}">
                  <a14:useLocalDpi xmlns:a14="http://schemas.microsoft.com/office/drawing/2010/main" val="0"/>
                </a:ext>
              </a:extLst>
            </a:blip>
            <a:stretch>
              <a:fillRect/>
            </a:stretch>
          </p:blipFill>
          <p:spPr>
            <a:xfrm>
              <a:off x="3565668" y="1371728"/>
              <a:ext cx="839911" cy="839911"/>
            </a:xfrm>
            <a:prstGeom prst="rect">
              <a:avLst/>
            </a:prstGeom>
          </p:spPr>
        </p:pic>
        <p:pic>
          <p:nvPicPr>
            <p:cNvPr id="115" name="図 114">
              <a:extLst>
                <a:ext uri="{FF2B5EF4-FFF2-40B4-BE49-F238E27FC236}">
                  <a16:creationId xmlns:a16="http://schemas.microsoft.com/office/drawing/2014/main" id="{7F974F96-7A71-8B5F-431A-1BAE148E34F3}"/>
                </a:ext>
              </a:extLst>
            </p:cNvPr>
            <p:cNvPicPr>
              <a:picLocks noChangeAspect="1"/>
            </p:cNvPicPr>
            <p:nvPr/>
          </p:nvPicPr>
          <p:blipFill>
            <a:blip r:embed="rId9">
              <a:grayscl/>
              <a:extLst>
                <a:ext uri="{28A0092B-C50C-407E-A947-70E740481C1C}">
                  <a14:useLocalDpi xmlns:a14="http://schemas.microsoft.com/office/drawing/2010/main" val="0"/>
                </a:ext>
              </a:extLst>
            </a:blip>
            <a:stretch>
              <a:fillRect/>
            </a:stretch>
          </p:blipFill>
          <p:spPr>
            <a:xfrm>
              <a:off x="3782853" y="4657165"/>
              <a:ext cx="505856" cy="505856"/>
            </a:xfrm>
            <a:prstGeom prst="rect">
              <a:avLst/>
            </a:prstGeom>
          </p:spPr>
        </p:pic>
        <p:pic>
          <p:nvPicPr>
            <p:cNvPr id="135" name="図 134">
              <a:extLst>
                <a:ext uri="{FF2B5EF4-FFF2-40B4-BE49-F238E27FC236}">
                  <a16:creationId xmlns:a16="http://schemas.microsoft.com/office/drawing/2014/main" id="{CF4CA2AC-3113-F91D-337A-4AE18D528C30}"/>
                </a:ext>
              </a:extLst>
            </p:cNvPr>
            <p:cNvPicPr>
              <a:picLocks noChangeAspect="1"/>
            </p:cNvPicPr>
            <p:nvPr/>
          </p:nvPicPr>
          <p:blipFill>
            <a:blip r:embed="rId10">
              <a:duotone>
                <a:schemeClr val="bg2">
                  <a:shade val="45000"/>
                  <a:satMod val="135000"/>
                </a:schemeClr>
                <a:prstClr val="white"/>
              </a:duotone>
              <a:extLst>
                <a:ext uri="{BEBA8EAE-BF5A-486C-A8C5-ECC9F3942E4B}">
                  <a14:imgProps xmlns:a14="http://schemas.microsoft.com/office/drawing/2010/main">
                    <a14:imgLayer r:embed="rId11">
                      <a14:imgEffect>
                        <a14:backgroundRemoval t="3125" b="99609" l="7813" r="93750">
                          <a14:foregroundMark x1="33594" y1="8594" x2="62500" y2="7813"/>
                          <a14:foregroundMark x1="59766" y1="3125" x2="37891" y2="3906"/>
                          <a14:foregroundMark x1="91406" y1="69922" x2="87109" y2="61719"/>
                          <a14:foregroundMark x1="93750" y1="71484" x2="93750" y2="68359"/>
                          <a14:foregroundMark x1="8984" y1="94531" x2="7813" y2="59375"/>
                          <a14:foregroundMark x1="7813" y1="99609" x2="7813" y2="96484"/>
                        </a14:backgroundRemoval>
                      </a14:imgEffect>
                    </a14:imgLayer>
                  </a14:imgProps>
                </a:ext>
                <a:ext uri="{28A0092B-C50C-407E-A947-70E740481C1C}">
                  <a14:useLocalDpi xmlns:a14="http://schemas.microsoft.com/office/drawing/2010/main" val="0"/>
                </a:ext>
              </a:extLst>
            </a:blip>
            <a:stretch>
              <a:fillRect/>
            </a:stretch>
          </p:blipFill>
          <p:spPr>
            <a:xfrm>
              <a:off x="3787448" y="2405113"/>
              <a:ext cx="505856" cy="505856"/>
            </a:xfrm>
            <a:prstGeom prst="rect">
              <a:avLst/>
            </a:prstGeom>
          </p:spPr>
        </p:pic>
        <p:pic>
          <p:nvPicPr>
            <p:cNvPr id="146" name="図 145">
              <a:extLst>
                <a:ext uri="{FF2B5EF4-FFF2-40B4-BE49-F238E27FC236}">
                  <a16:creationId xmlns:a16="http://schemas.microsoft.com/office/drawing/2014/main" id="{26104C2C-7964-B17F-06A2-6D4E622813FF}"/>
                </a:ext>
              </a:extLst>
            </p:cNvPr>
            <p:cNvPicPr>
              <a:picLocks noChangeAspect="1"/>
            </p:cNvPicPr>
            <p:nvPr/>
          </p:nvPicPr>
          <p:blipFill>
            <a:blip r:embed="rId12">
              <a:grayscl/>
              <a:extLst>
                <a:ext uri="{28A0092B-C50C-407E-A947-70E740481C1C}">
                  <a14:useLocalDpi xmlns:a14="http://schemas.microsoft.com/office/drawing/2010/main" val="0"/>
                </a:ext>
              </a:extLst>
            </a:blip>
            <a:stretch>
              <a:fillRect/>
            </a:stretch>
          </p:blipFill>
          <p:spPr>
            <a:xfrm>
              <a:off x="3804931" y="3516280"/>
              <a:ext cx="461699" cy="461699"/>
            </a:xfrm>
            <a:prstGeom prst="rect">
              <a:avLst/>
            </a:prstGeom>
          </p:spPr>
        </p:pic>
        <p:grpSp>
          <p:nvGrpSpPr>
            <p:cNvPr id="158" name="グループ化 157">
              <a:extLst>
                <a:ext uri="{FF2B5EF4-FFF2-40B4-BE49-F238E27FC236}">
                  <a16:creationId xmlns:a16="http://schemas.microsoft.com/office/drawing/2014/main" id="{E4ED0D3C-F93D-2A6E-A59A-590401CE4368}"/>
                </a:ext>
              </a:extLst>
            </p:cNvPr>
            <p:cNvGrpSpPr/>
            <p:nvPr/>
          </p:nvGrpSpPr>
          <p:grpSpPr>
            <a:xfrm>
              <a:off x="3299446" y="2681706"/>
              <a:ext cx="442253" cy="442253"/>
              <a:chOff x="4148632" y="2798340"/>
              <a:chExt cx="554882" cy="554882"/>
            </a:xfrm>
          </p:grpSpPr>
          <p:sp>
            <p:nvSpPr>
              <p:cNvPr id="156" name="楕円 155">
                <a:extLst>
                  <a:ext uri="{FF2B5EF4-FFF2-40B4-BE49-F238E27FC236}">
                    <a16:creationId xmlns:a16="http://schemas.microsoft.com/office/drawing/2014/main" id="{62982E89-8568-B325-BD47-FBEFF35E1665}"/>
                  </a:ext>
                </a:extLst>
              </p:cNvPr>
              <p:cNvSpPr/>
              <p:nvPr/>
            </p:nvSpPr>
            <p:spPr>
              <a:xfrm>
                <a:off x="4148632" y="2798340"/>
                <a:ext cx="554882" cy="554882"/>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sp>
            <p:nvSpPr>
              <p:cNvPr id="157" name="テキスト ボックス 156">
                <a:extLst>
                  <a:ext uri="{FF2B5EF4-FFF2-40B4-BE49-F238E27FC236}">
                    <a16:creationId xmlns:a16="http://schemas.microsoft.com/office/drawing/2014/main" id="{54D11157-F008-332E-4975-EBA8E2A95B83}"/>
                  </a:ext>
                </a:extLst>
              </p:cNvPr>
              <p:cNvSpPr txBox="1"/>
              <p:nvPr/>
            </p:nvSpPr>
            <p:spPr>
              <a:xfrm flipH="1">
                <a:off x="4226506" y="2837833"/>
                <a:ext cx="415499" cy="369332"/>
              </a:xfrm>
              <a:prstGeom prst="rect">
                <a:avLst/>
              </a:prstGeom>
              <a:noFill/>
              <a:effectLst/>
            </p:spPr>
            <p:txBody>
              <a:bodyPr wrap="none" rtlCol="0">
                <a:spAutoFit/>
              </a:bodyPr>
              <a:lstStyle/>
              <a:p>
                <a:pPr algn="ctr"/>
                <a:r>
                  <a:rPr kumimoji="1" lang="en-US" altLang="ja-JP">
                    <a:solidFill>
                      <a:schemeClr val="bg1">
                        <a:lumMod val="50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rPr>
                  <a:t>00</a:t>
                </a:r>
                <a:endParaRPr kumimoji="1" lang="ja-JP" altLang="en-US" dirty="0">
                  <a:solidFill>
                    <a:schemeClr val="bg1">
                      <a:lumMod val="50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59" name="グループ化 158">
              <a:extLst>
                <a:ext uri="{FF2B5EF4-FFF2-40B4-BE49-F238E27FC236}">
                  <a16:creationId xmlns:a16="http://schemas.microsoft.com/office/drawing/2014/main" id="{A42E8039-9D16-B058-0ADF-22A2541B25BE}"/>
                </a:ext>
              </a:extLst>
            </p:cNvPr>
            <p:cNvGrpSpPr/>
            <p:nvPr/>
          </p:nvGrpSpPr>
          <p:grpSpPr>
            <a:xfrm>
              <a:off x="3299446" y="3796655"/>
              <a:ext cx="442253" cy="442253"/>
              <a:chOff x="4148632" y="2798340"/>
              <a:chExt cx="554882" cy="554882"/>
            </a:xfrm>
          </p:grpSpPr>
          <p:sp>
            <p:nvSpPr>
              <p:cNvPr id="160" name="楕円 159">
                <a:extLst>
                  <a:ext uri="{FF2B5EF4-FFF2-40B4-BE49-F238E27FC236}">
                    <a16:creationId xmlns:a16="http://schemas.microsoft.com/office/drawing/2014/main" id="{6EFB8089-52A6-A6E1-37AF-4EE07D9FDF55}"/>
                  </a:ext>
                </a:extLst>
              </p:cNvPr>
              <p:cNvSpPr/>
              <p:nvPr/>
            </p:nvSpPr>
            <p:spPr>
              <a:xfrm>
                <a:off x="4148632" y="2798340"/>
                <a:ext cx="554882" cy="554882"/>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sp>
            <p:nvSpPr>
              <p:cNvPr id="161" name="テキスト ボックス 160">
                <a:extLst>
                  <a:ext uri="{FF2B5EF4-FFF2-40B4-BE49-F238E27FC236}">
                    <a16:creationId xmlns:a16="http://schemas.microsoft.com/office/drawing/2014/main" id="{558D058E-13E6-488D-A461-109E03C51106}"/>
                  </a:ext>
                </a:extLst>
              </p:cNvPr>
              <p:cNvSpPr txBox="1"/>
              <p:nvPr/>
            </p:nvSpPr>
            <p:spPr>
              <a:xfrm flipH="1">
                <a:off x="4226506" y="2837833"/>
                <a:ext cx="415499" cy="369332"/>
              </a:xfrm>
              <a:prstGeom prst="rect">
                <a:avLst/>
              </a:prstGeom>
              <a:noFill/>
              <a:effectLst/>
            </p:spPr>
            <p:txBody>
              <a:bodyPr wrap="none" rtlCol="0">
                <a:spAutoFit/>
              </a:bodyPr>
              <a:lstStyle/>
              <a:p>
                <a:pPr algn="ctr"/>
                <a:r>
                  <a:rPr kumimoji="1" lang="en-US" altLang="ja-JP">
                    <a:solidFill>
                      <a:schemeClr val="bg1">
                        <a:lumMod val="50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rPr>
                  <a:t>00</a:t>
                </a:r>
                <a:endParaRPr kumimoji="1" lang="ja-JP" altLang="en-US" dirty="0">
                  <a:solidFill>
                    <a:schemeClr val="bg1">
                      <a:lumMod val="50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62" name="グループ化 161">
              <a:extLst>
                <a:ext uri="{FF2B5EF4-FFF2-40B4-BE49-F238E27FC236}">
                  <a16:creationId xmlns:a16="http://schemas.microsoft.com/office/drawing/2014/main" id="{45EAF2DD-C855-374F-3136-65032EDF20D2}"/>
                </a:ext>
              </a:extLst>
            </p:cNvPr>
            <p:cNvGrpSpPr/>
            <p:nvPr/>
          </p:nvGrpSpPr>
          <p:grpSpPr>
            <a:xfrm>
              <a:off x="3261636" y="4911603"/>
              <a:ext cx="530916" cy="442253"/>
              <a:chOff x="4101194" y="2798340"/>
              <a:chExt cx="666125" cy="554882"/>
            </a:xfrm>
          </p:grpSpPr>
          <p:sp>
            <p:nvSpPr>
              <p:cNvPr id="163" name="楕円 162">
                <a:extLst>
                  <a:ext uri="{FF2B5EF4-FFF2-40B4-BE49-F238E27FC236}">
                    <a16:creationId xmlns:a16="http://schemas.microsoft.com/office/drawing/2014/main" id="{CB95585A-F423-C5B0-F559-4A1DF2A127D3}"/>
                  </a:ext>
                </a:extLst>
              </p:cNvPr>
              <p:cNvSpPr/>
              <p:nvPr/>
            </p:nvSpPr>
            <p:spPr>
              <a:xfrm>
                <a:off x="4148632" y="2798340"/>
                <a:ext cx="554882" cy="554882"/>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sp>
            <p:nvSpPr>
              <p:cNvPr id="164" name="テキスト ボックス 163">
                <a:extLst>
                  <a:ext uri="{FF2B5EF4-FFF2-40B4-BE49-F238E27FC236}">
                    <a16:creationId xmlns:a16="http://schemas.microsoft.com/office/drawing/2014/main" id="{3A6234C1-05AB-3F35-3872-702A0475B7C8}"/>
                  </a:ext>
                </a:extLst>
              </p:cNvPr>
              <p:cNvSpPr txBox="1"/>
              <p:nvPr/>
            </p:nvSpPr>
            <p:spPr>
              <a:xfrm flipH="1">
                <a:off x="4101194" y="2837833"/>
                <a:ext cx="666125" cy="463390"/>
              </a:xfrm>
              <a:prstGeom prst="rect">
                <a:avLst/>
              </a:prstGeom>
              <a:noFill/>
              <a:effectLst/>
            </p:spPr>
            <p:txBody>
              <a:bodyPr wrap="none" rtlCol="0">
                <a:spAutoFit/>
              </a:bodyPr>
              <a:lstStyle/>
              <a:p>
                <a:pPr algn="ctr"/>
                <a:r>
                  <a:rPr kumimoji="1" lang="en-US" altLang="ja-JP">
                    <a:solidFill>
                      <a:schemeClr val="bg1">
                        <a:lumMod val="50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rPr>
                  <a:t>MAX</a:t>
                </a:r>
                <a:endParaRPr kumimoji="1" lang="ja-JP" altLang="en-US" dirty="0">
                  <a:solidFill>
                    <a:schemeClr val="bg1">
                      <a:lumMod val="50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grpSp>
        <p:nvGrpSpPr>
          <p:cNvPr id="191" name="グループ化 190">
            <a:extLst>
              <a:ext uri="{FF2B5EF4-FFF2-40B4-BE49-F238E27FC236}">
                <a16:creationId xmlns:a16="http://schemas.microsoft.com/office/drawing/2014/main" id="{CEAD4A57-9330-384B-1AAA-726B863F1512}"/>
              </a:ext>
            </a:extLst>
          </p:cNvPr>
          <p:cNvGrpSpPr/>
          <p:nvPr/>
        </p:nvGrpSpPr>
        <p:grpSpPr>
          <a:xfrm>
            <a:off x="1227306" y="1994028"/>
            <a:ext cx="1340147" cy="4059898"/>
            <a:chOff x="1011341" y="1371728"/>
            <a:chExt cx="1340147" cy="4059898"/>
          </a:xfrm>
        </p:grpSpPr>
        <p:pic>
          <p:nvPicPr>
            <p:cNvPr id="175" name="図 174">
              <a:extLst>
                <a:ext uri="{FF2B5EF4-FFF2-40B4-BE49-F238E27FC236}">
                  <a16:creationId xmlns:a16="http://schemas.microsoft.com/office/drawing/2014/main" id="{B9C63315-C4F0-614C-2705-1D4E5772E183}"/>
                </a:ext>
              </a:extLst>
            </p:cNvPr>
            <p:cNvPicPr>
              <a:picLocks noChangeAspect="1"/>
            </p:cNvPicPr>
            <p:nvPr/>
          </p:nvPicPr>
          <p:blipFill>
            <a:blip r:embed="rId3">
              <a:duotone>
                <a:schemeClr val="bg2">
                  <a:shade val="45000"/>
                  <a:satMod val="135000"/>
                </a:schemeClr>
                <a:prstClr val="white"/>
              </a:duotone>
              <a:extLst>
                <a:ext uri="{28A0092B-C50C-407E-A947-70E740481C1C}">
                  <a14:useLocalDpi xmlns:a14="http://schemas.microsoft.com/office/drawing/2010/main" val="0"/>
                </a:ext>
              </a:extLst>
            </a:blip>
            <a:srcRect l="49938" t="33964" r="24764" b="33010"/>
            <a:stretch>
              <a:fillRect/>
            </a:stretch>
          </p:blipFill>
          <p:spPr>
            <a:xfrm>
              <a:off x="1230828" y="2118778"/>
              <a:ext cx="1099221" cy="1076252"/>
            </a:xfrm>
            <a:prstGeom prst="rect">
              <a:avLst/>
            </a:prstGeom>
          </p:spPr>
        </p:pic>
        <p:pic>
          <p:nvPicPr>
            <p:cNvPr id="177" name="図 176">
              <a:extLst>
                <a:ext uri="{FF2B5EF4-FFF2-40B4-BE49-F238E27FC236}">
                  <a16:creationId xmlns:a16="http://schemas.microsoft.com/office/drawing/2014/main" id="{35F46F47-8F30-9C1C-2959-840D278D4BF5}"/>
                </a:ext>
              </a:extLst>
            </p:cNvPr>
            <p:cNvPicPr>
              <a:picLocks noChangeAspect="1"/>
            </p:cNvPicPr>
            <p:nvPr/>
          </p:nvPicPr>
          <p:blipFill>
            <a:blip r:embed="rId3">
              <a:duotone>
                <a:schemeClr val="bg2">
                  <a:shade val="45000"/>
                  <a:satMod val="135000"/>
                </a:schemeClr>
                <a:prstClr val="white"/>
              </a:duotone>
              <a:extLst>
                <a:ext uri="{28A0092B-C50C-407E-A947-70E740481C1C}">
                  <a14:useLocalDpi xmlns:a14="http://schemas.microsoft.com/office/drawing/2010/main" val="0"/>
                </a:ext>
              </a:extLst>
            </a:blip>
            <a:srcRect l="49938" r="24764" b="66362"/>
            <a:stretch>
              <a:fillRect/>
            </a:stretch>
          </p:blipFill>
          <p:spPr>
            <a:xfrm>
              <a:off x="1243333" y="4360346"/>
              <a:ext cx="1074210" cy="1071280"/>
            </a:xfrm>
            <a:prstGeom prst="rect">
              <a:avLst/>
            </a:prstGeom>
          </p:spPr>
        </p:pic>
        <p:pic>
          <p:nvPicPr>
            <p:cNvPr id="179" name="図 178">
              <a:extLst>
                <a:ext uri="{FF2B5EF4-FFF2-40B4-BE49-F238E27FC236}">
                  <a16:creationId xmlns:a16="http://schemas.microsoft.com/office/drawing/2014/main" id="{652F2C86-AF85-1A55-CDF0-FE94A2D40BBE}"/>
                </a:ext>
              </a:extLst>
            </p:cNvPr>
            <p:cNvPicPr>
              <a:picLocks noChangeAspect="1"/>
            </p:cNvPicPr>
            <p:nvPr/>
          </p:nvPicPr>
          <p:blipFill>
            <a:blip r:embed="rId3">
              <a:duotone>
                <a:prstClr val="black"/>
                <a:schemeClr val="accent2">
                  <a:tint val="45000"/>
                  <a:satMod val="400000"/>
                </a:schemeClr>
              </a:duotone>
              <a:extLst>
                <a:ext uri="{28A0092B-C50C-407E-A947-70E740481C1C}">
                  <a14:useLocalDpi xmlns:a14="http://schemas.microsoft.com/office/drawing/2010/main" val="0"/>
                </a:ext>
              </a:extLst>
            </a:blip>
            <a:srcRect l="49938" t="66974" r="24764"/>
            <a:stretch>
              <a:fillRect/>
            </a:stretch>
          </p:blipFill>
          <p:spPr>
            <a:xfrm>
              <a:off x="1209389" y="3218571"/>
              <a:ext cx="1142099" cy="1118234"/>
            </a:xfrm>
            <a:prstGeom prst="rect">
              <a:avLst/>
            </a:prstGeom>
          </p:spPr>
        </p:pic>
        <p:pic>
          <p:nvPicPr>
            <p:cNvPr id="26" name="図 25">
              <a:extLst>
                <a:ext uri="{FF2B5EF4-FFF2-40B4-BE49-F238E27FC236}">
                  <a16:creationId xmlns:a16="http://schemas.microsoft.com/office/drawing/2014/main" id="{FF874C9D-C3B5-078A-7E26-223C1710778B}"/>
                </a:ext>
              </a:extLst>
            </p:cNvPr>
            <p:cNvPicPr>
              <a:picLocks noChangeAspect="1"/>
            </p:cNvPicPr>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1365449" y="1371728"/>
              <a:ext cx="839911" cy="839911"/>
            </a:xfrm>
            <a:prstGeom prst="rect">
              <a:avLst/>
            </a:prstGeom>
          </p:spPr>
        </p:pic>
        <p:pic>
          <p:nvPicPr>
            <p:cNvPr id="113" name="図 112">
              <a:extLst>
                <a:ext uri="{FF2B5EF4-FFF2-40B4-BE49-F238E27FC236}">
                  <a16:creationId xmlns:a16="http://schemas.microsoft.com/office/drawing/2014/main" id="{E6B7A558-1772-D503-02E8-1B87A9EC4481}"/>
                </a:ext>
              </a:extLst>
            </p:cNvPr>
            <p:cNvPicPr>
              <a:picLocks noChangeAspect="1"/>
            </p:cNvPicPr>
            <p:nvPr/>
          </p:nvPicPr>
          <p:blipFill>
            <a:blip r:embed="rId13">
              <a:grayscl/>
              <a:extLst>
                <a:ext uri="{28A0092B-C50C-407E-A947-70E740481C1C}">
                  <a14:useLocalDpi xmlns:a14="http://schemas.microsoft.com/office/drawing/2010/main" val="0"/>
                </a:ext>
              </a:extLst>
            </a:blip>
            <a:stretch>
              <a:fillRect/>
            </a:stretch>
          </p:blipFill>
          <p:spPr>
            <a:xfrm>
              <a:off x="1523522" y="4647975"/>
              <a:ext cx="522951" cy="522951"/>
            </a:xfrm>
            <a:prstGeom prst="rect">
              <a:avLst/>
            </a:prstGeom>
          </p:spPr>
        </p:pic>
        <p:pic>
          <p:nvPicPr>
            <p:cNvPr id="152" name="図 151">
              <a:extLst>
                <a:ext uri="{FF2B5EF4-FFF2-40B4-BE49-F238E27FC236}">
                  <a16:creationId xmlns:a16="http://schemas.microsoft.com/office/drawing/2014/main" id="{A8F7601A-E08C-A002-B73A-89DE0A5EBD0E}"/>
                </a:ext>
              </a:extLst>
            </p:cNvPr>
            <p:cNvPicPr>
              <a:picLocks noChangeAspect="1"/>
            </p:cNvPicPr>
            <p:nvPr/>
          </p:nvPicPr>
          <p:blipFill>
            <a:blip r:embed="rId14">
              <a:lum bright="70000" contrast="-70000"/>
              <a:extLst>
                <a:ext uri="{28A0092B-C50C-407E-A947-70E740481C1C}">
                  <a14:useLocalDpi xmlns:a14="http://schemas.microsoft.com/office/drawing/2010/main" val="0"/>
                </a:ext>
              </a:extLst>
            </a:blip>
            <a:stretch>
              <a:fillRect/>
            </a:stretch>
          </p:blipFill>
          <p:spPr>
            <a:xfrm>
              <a:off x="1514559" y="2379211"/>
              <a:ext cx="531758" cy="531758"/>
            </a:xfrm>
            <a:prstGeom prst="rect">
              <a:avLst/>
            </a:prstGeom>
          </p:spPr>
        </p:pic>
        <p:pic>
          <p:nvPicPr>
            <p:cNvPr id="154" name="図 153">
              <a:extLst>
                <a:ext uri="{FF2B5EF4-FFF2-40B4-BE49-F238E27FC236}">
                  <a16:creationId xmlns:a16="http://schemas.microsoft.com/office/drawing/2014/main" id="{411D3117-5162-3D9B-62B0-EEED36FCE243}"/>
                </a:ext>
              </a:extLst>
            </p:cNvPr>
            <p:cNvPicPr>
              <a:picLocks noChangeAspect="1"/>
            </p:cNvPicPr>
            <p:nvPr/>
          </p:nvPicPr>
          <p:blipFill>
            <a:blip r:embed="rId15">
              <a:lum bright="70000" contrast="-70000"/>
              <a:extLst>
                <a:ext uri="{28A0092B-C50C-407E-A947-70E740481C1C}">
                  <a14:useLocalDpi xmlns:a14="http://schemas.microsoft.com/office/drawing/2010/main" val="0"/>
                </a:ext>
              </a:extLst>
            </a:blip>
            <a:stretch>
              <a:fillRect/>
            </a:stretch>
          </p:blipFill>
          <p:spPr>
            <a:xfrm>
              <a:off x="1537673" y="3495283"/>
              <a:ext cx="526563" cy="526563"/>
            </a:xfrm>
            <a:prstGeom prst="rect">
              <a:avLst/>
            </a:prstGeom>
          </p:spPr>
        </p:pic>
        <p:grpSp>
          <p:nvGrpSpPr>
            <p:cNvPr id="182" name="グループ化 181">
              <a:extLst>
                <a:ext uri="{FF2B5EF4-FFF2-40B4-BE49-F238E27FC236}">
                  <a16:creationId xmlns:a16="http://schemas.microsoft.com/office/drawing/2014/main" id="{7FE6E75F-A50A-C2CE-848F-600F9FAA0974}"/>
                </a:ext>
              </a:extLst>
            </p:cNvPr>
            <p:cNvGrpSpPr/>
            <p:nvPr/>
          </p:nvGrpSpPr>
          <p:grpSpPr>
            <a:xfrm>
              <a:off x="1049151" y="2679936"/>
              <a:ext cx="442253" cy="442253"/>
              <a:chOff x="4148632" y="2798340"/>
              <a:chExt cx="554882" cy="554882"/>
            </a:xfrm>
          </p:grpSpPr>
          <p:sp>
            <p:nvSpPr>
              <p:cNvPr id="183" name="楕円 182">
                <a:extLst>
                  <a:ext uri="{FF2B5EF4-FFF2-40B4-BE49-F238E27FC236}">
                    <a16:creationId xmlns:a16="http://schemas.microsoft.com/office/drawing/2014/main" id="{04B1D6F6-FD99-F2E2-F56E-1A37A19F04AB}"/>
                  </a:ext>
                </a:extLst>
              </p:cNvPr>
              <p:cNvSpPr/>
              <p:nvPr/>
            </p:nvSpPr>
            <p:spPr>
              <a:xfrm>
                <a:off x="4148632" y="2798340"/>
                <a:ext cx="554882" cy="554882"/>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sp>
            <p:nvSpPr>
              <p:cNvPr id="184" name="テキスト ボックス 183">
                <a:extLst>
                  <a:ext uri="{FF2B5EF4-FFF2-40B4-BE49-F238E27FC236}">
                    <a16:creationId xmlns:a16="http://schemas.microsoft.com/office/drawing/2014/main" id="{FC28C460-0371-63BC-ECC0-D91816D9AA5D}"/>
                  </a:ext>
                </a:extLst>
              </p:cNvPr>
              <p:cNvSpPr txBox="1"/>
              <p:nvPr/>
            </p:nvSpPr>
            <p:spPr>
              <a:xfrm flipH="1">
                <a:off x="4226506" y="2837833"/>
                <a:ext cx="415499" cy="369332"/>
              </a:xfrm>
              <a:prstGeom prst="rect">
                <a:avLst/>
              </a:prstGeom>
              <a:noFill/>
              <a:effectLst/>
            </p:spPr>
            <p:txBody>
              <a:bodyPr wrap="none" rtlCol="0">
                <a:spAutoFit/>
              </a:bodyPr>
              <a:lstStyle/>
              <a:p>
                <a:pPr algn="ctr"/>
                <a:r>
                  <a:rPr kumimoji="1" lang="en-US" altLang="ja-JP">
                    <a:solidFill>
                      <a:schemeClr val="bg1">
                        <a:lumMod val="50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rPr>
                  <a:t>00</a:t>
                </a:r>
                <a:endParaRPr kumimoji="1" lang="ja-JP" altLang="en-US" dirty="0">
                  <a:solidFill>
                    <a:schemeClr val="bg1">
                      <a:lumMod val="50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85" name="グループ化 184">
              <a:extLst>
                <a:ext uri="{FF2B5EF4-FFF2-40B4-BE49-F238E27FC236}">
                  <a16:creationId xmlns:a16="http://schemas.microsoft.com/office/drawing/2014/main" id="{47B18C7F-AF34-A069-7E5E-267CF5AB6D17}"/>
                </a:ext>
              </a:extLst>
            </p:cNvPr>
            <p:cNvGrpSpPr/>
            <p:nvPr/>
          </p:nvGrpSpPr>
          <p:grpSpPr>
            <a:xfrm>
              <a:off x="1011341" y="3794885"/>
              <a:ext cx="530916" cy="442253"/>
              <a:chOff x="4101194" y="2798340"/>
              <a:chExt cx="666125" cy="554882"/>
            </a:xfrm>
          </p:grpSpPr>
          <p:sp>
            <p:nvSpPr>
              <p:cNvPr id="186" name="楕円 185">
                <a:extLst>
                  <a:ext uri="{FF2B5EF4-FFF2-40B4-BE49-F238E27FC236}">
                    <a16:creationId xmlns:a16="http://schemas.microsoft.com/office/drawing/2014/main" id="{2170F76C-9EC7-57E2-24CD-129B28834FFB}"/>
                  </a:ext>
                </a:extLst>
              </p:cNvPr>
              <p:cNvSpPr/>
              <p:nvPr/>
            </p:nvSpPr>
            <p:spPr>
              <a:xfrm>
                <a:off x="4148632" y="2798340"/>
                <a:ext cx="554882" cy="554882"/>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sp>
            <p:nvSpPr>
              <p:cNvPr id="187" name="テキスト ボックス 186">
                <a:extLst>
                  <a:ext uri="{FF2B5EF4-FFF2-40B4-BE49-F238E27FC236}">
                    <a16:creationId xmlns:a16="http://schemas.microsoft.com/office/drawing/2014/main" id="{E354A29B-81A3-18AE-5BB1-25BDB47EB68A}"/>
                  </a:ext>
                </a:extLst>
              </p:cNvPr>
              <p:cNvSpPr txBox="1"/>
              <p:nvPr/>
            </p:nvSpPr>
            <p:spPr>
              <a:xfrm flipH="1">
                <a:off x="4101194" y="2837833"/>
                <a:ext cx="666125" cy="463390"/>
              </a:xfrm>
              <a:prstGeom prst="rect">
                <a:avLst/>
              </a:prstGeom>
              <a:noFill/>
              <a:effectLst/>
            </p:spPr>
            <p:txBody>
              <a:bodyPr wrap="none" rtlCol="0">
                <a:spAutoFit/>
              </a:bodyPr>
              <a:lstStyle/>
              <a:p>
                <a:pPr algn="ctr"/>
                <a:r>
                  <a:rPr kumimoji="1" lang="en-US" altLang="ja-JP">
                    <a:solidFill>
                      <a:schemeClr val="bg1">
                        <a:lumMod val="50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rPr>
                  <a:t>MAX</a:t>
                </a:r>
                <a:endParaRPr kumimoji="1" lang="ja-JP" altLang="en-US" dirty="0">
                  <a:solidFill>
                    <a:schemeClr val="bg1">
                      <a:lumMod val="50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88" name="グループ化 187">
              <a:extLst>
                <a:ext uri="{FF2B5EF4-FFF2-40B4-BE49-F238E27FC236}">
                  <a16:creationId xmlns:a16="http://schemas.microsoft.com/office/drawing/2014/main" id="{A2B6010B-498F-6D95-25E7-9EBB23936F60}"/>
                </a:ext>
              </a:extLst>
            </p:cNvPr>
            <p:cNvGrpSpPr/>
            <p:nvPr/>
          </p:nvGrpSpPr>
          <p:grpSpPr>
            <a:xfrm>
              <a:off x="1049151" y="4909833"/>
              <a:ext cx="442253" cy="442253"/>
              <a:chOff x="4148632" y="2798340"/>
              <a:chExt cx="554882" cy="554882"/>
            </a:xfrm>
          </p:grpSpPr>
          <p:sp>
            <p:nvSpPr>
              <p:cNvPr id="189" name="楕円 188">
                <a:extLst>
                  <a:ext uri="{FF2B5EF4-FFF2-40B4-BE49-F238E27FC236}">
                    <a16:creationId xmlns:a16="http://schemas.microsoft.com/office/drawing/2014/main" id="{42DD53DD-6C1A-6161-C9FE-0416136B4D8B}"/>
                  </a:ext>
                </a:extLst>
              </p:cNvPr>
              <p:cNvSpPr/>
              <p:nvPr/>
            </p:nvSpPr>
            <p:spPr>
              <a:xfrm>
                <a:off x="4148632" y="2798340"/>
                <a:ext cx="554882" cy="554882"/>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sp>
            <p:nvSpPr>
              <p:cNvPr id="190" name="テキスト ボックス 189">
                <a:extLst>
                  <a:ext uri="{FF2B5EF4-FFF2-40B4-BE49-F238E27FC236}">
                    <a16:creationId xmlns:a16="http://schemas.microsoft.com/office/drawing/2014/main" id="{4F8E1FCC-D37E-46E6-2860-3DE154439EEB}"/>
                  </a:ext>
                </a:extLst>
              </p:cNvPr>
              <p:cNvSpPr txBox="1"/>
              <p:nvPr/>
            </p:nvSpPr>
            <p:spPr>
              <a:xfrm flipH="1">
                <a:off x="4226506" y="2837833"/>
                <a:ext cx="415499" cy="369332"/>
              </a:xfrm>
              <a:prstGeom prst="rect">
                <a:avLst/>
              </a:prstGeom>
              <a:noFill/>
              <a:effectLst/>
            </p:spPr>
            <p:txBody>
              <a:bodyPr wrap="none" rtlCol="0">
                <a:spAutoFit/>
              </a:bodyPr>
              <a:lstStyle/>
              <a:p>
                <a:pPr algn="ctr"/>
                <a:r>
                  <a:rPr kumimoji="1" lang="en-US" altLang="ja-JP">
                    <a:solidFill>
                      <a:schemeClr val="bg1">
                        <a:lumMod val="50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rPr>
                  <a:t>00</a:t>
                </a:r>
                <a:endParaRPr kumimoji="1" lang="ja-JP" altLang="en-US" dirty="0">
                  <a:solidFill>
                    <a:schemeClr val="bg1">
                      <a:lumMod val="50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pic>
        <p:nvPicPr>
          <p:cNvPr id="21" name="図 20">
            <a:extLst>
              <a:ext uri="{FF2B5EF4-FFF2-40B4-BE49-F238E27FC236}">
                <a16:creationId xmlns:a16="http://schemas.microsoft.com/office/drawing/2014/main" id="{34E31834-6028-3316-8594-8B30C15044C7}"/>
              </a:ext>
            </a:extLst>
          </p:cNvPr>
          <p:cNvPicPr>
            <a:picLocks noChangeAspect="1"/>
          </p:cNvPicPr>
          <p:nvPr/>
        </p:nvPicPr>
        <p:blipFill>
          <a:blip r:embed="rId2">
            <a:duotone>
              <a:schemeClr val="accent4">
                <a:shade val="45000"/>
                <a:satMod val="135000"/>
              </a:schemeClr>
              <a:prstClr val="white"/>
            </a:duotone>
            <a:extLst>
              <a:ext uri="{28A0092B-C50C-407E-A947-70E740481C1C}">
                <a14:useLocalDpi xmlns:a14="http://schemas.microsoft.com/office/drawing/2010/main" val="0"/>
              </a:ext>
            </a:extLst>
          </a:blip>
          <a:stretch>
            <a:fillRect/>
          </a:stretch>
        </p:blipFill>
        <p:spPr>
          <a:xfrm>
            <a:off x="9432695" y="4146185"/>
            <a:ext cx="532696" cy="532696"/>
          </a:xfrm>
          <a:prstGeom prst="rect">
            <a:avLst/>
          </a:prstGeom>
        </p:spPr>
      </p:pic>
      <p:pic>
        <p:nvPicPr>
          <p:cNvPr id="23" name="図 22">
            <a:extLst>
              <a:ext uri="{FF2B5EF4-FFF2-40B4-BE49-F238E27FC236}">
                <a16:creationId xmlns:a16="http://schemas.microsoft.com/office/drawing/2014/main" id="{E2BB1D06-270E-6486-9402-D0E715FAF9EC}"/>
              </a:ext>
            </a:extLst>
          </p:cNvPr>
          <p:cNvPicPr>
            <a:picLocks noChangeAspect="1"/>
          </p:cNvPicPr>
          <p:nvPr/>
        </p:nvPicPr>
        <p:blipFill>
          <a:blip r:embed="rId16">
            <a:extLst>
              <a:ext uri="{28A0092B-C50C-407E-A947-70E740481C1C}">
                <a14:useLocalDpi xmlns:a14="http://schemas.microsoft.com/office/drawing/2010/main" val="0"/>
              </a:ext>
            </a:extLst>
          </a:blip>
          <a:stretch>
            <a:fillRect/>
          </a:stretch>
        </p:blipFill>
        <p:spPr>
          <a:xfrm>
            <a:off x="8206056" y="4108861"/>
            <a:ext cx="532696" cy="518967"/>
          </a:xfrm>
          <a:prstGeom prst="rect">
            <a:avLst/>
          </a:prstGeom>
        </p:spPr>
      </p:pic>
      <p:pic>
        <p:nvPicPr>
          <p:cNvPr id="22" name="図 21">
            <a:extLst>
              <a:ext uri="{FF2B5EF4-FFF2-40B4-BE49-F238E27FC236}">
                <a16:creationId xmlns:a16="http://schemas.microsoft.com/office/drawing/2014/main" id="{E62B9A42-073B-33C7-A388-757AD4A8A2A8}"/>
              </a:ext>
            </a:extLst>
          </p:cNvPr>
          <p:cNvPicPr>
            <a:picLocks noChangeAspect="1"/>
          </p:cNvPicPr>
          <p:nvPr/>
        </p:nvPicPr>
        <p:blipFill>
          <a:blip r:embed="rId2">
            <a:duotone>
              <a:schemeClr val="accent4">
                <a:shade val="45000"/>
                <a:satMod val="135000"/>
              </a:schemeClr>
              <a:prstClr val="white"/>
            </a:duotone>
            <a:extLst>
              <a:ext uri="{28A0092B-C50C-407E-A947-70E740481C1C}">
                <a14:useLocalDpi xmlns:a14="http://schemas.microsoft.com/office/drawing/2010/main" val="0"/>
              </a:ext>
            </a:extLst>
          </a:blip>
          <a:stretch>
            <a:fillRect/>
          </a:stretch>
        </p:blipFill>
        <p:spPr>
          <a:xfrm>
            <a:off x="10568497" y="676616"/>
            <a:ext cx="365074" cy="365074"/>
          </a:xfrm>
          <a:prstGeom prst="rect">
            <a:avLst/>
          </a:prstGeom>
        </p:spPr>
      </p:pic>
      <p:pic>
        <p:nvPicPr>
          <p:cNvPr id="27" name="図 26">
            <a:extLst>
              <a:ext uri="{FF2B5EF4-FFF2-40B4-BE49-F238E27FC236}">
                <a16:creationId xmlns:a16="http://schemas.microsoft.com/office/drawing/2014/main" id="{F4852AD5-4830-1F25-677E-86EC835A1ACD}"/>
              </a:ext>
            </a:extLst>
          </p:cNvPr>
          <p:cNvPicPr>
            <a:picLocks noChangeAspect="1"/>
          </p:cNvPicPr>
          <p:nvPr/>
        </p:nvPicPr>
        <p:blipFill>
          <a:blip r:embed="rId2">
            <a:duotone>
              <a:schemeClr val="accent1">
                <a:shade val="45000"/>
                <a:satMod val="135000"/>
              </a:schemeClr>
              <a:prstClr val="white"/>
            </a:duotone>
            <a:extLst>
              <a:ext uri="{28A0092B-C50C-407E-A947-70E740481C1C}">
                <a14:useLocalDpi xmlns:a14="http://schemas.microsoft.com/office/drawing/2010/main" val="0"/>
              </a:ext>
            </a:extLst>
          </a:blip>
          <a:stretch>
            <a:fillRect/>
          </a:stretch>
        </p:blipFill>
        <p:spPr>
          <a:xfrm>
            <a:off x="9357308" y="676616"/>
            <a:ext cx="365074" cy="365074"/>
          </a:xfrm>
          <a:prstGeom prst="rect">
            <a:avLst/>
          </a:prstGeom>
        </p:spPr>
      </p:pic>
      <p:pic>
        <p:nvPicPr>
          <p:cNvPr id="29" name="図 28">
            <a:extLst>
              <a:ext uri="{FF2B5EF4-FFF2-40B4-BE49-F238E27FC236}">
                <a16:creationId xmlns:a16="http://schemas.microsoft.com/office/drawing/2014/main" id="{974C3E08-6554-B67F-9B1A-569421944C91}"/>
              </a:ext>
            </a:extLst>
          </p:cNvPr>
          <p:cNvPicPr>
            <a:picLocks noChangeAspect="1"/>
          </p:cNvPicPr>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8146120" y="676616"/>
            <a:ext cx="365074" cy="365074"/>
          </a:xfrm>
          <a:prstGeom prst="rect">
            <a:avLst/>
          </a:prstGeom>
        </p:spPr>
      </p:pic>
      <p:pic>
        <p:nvPicPr>
          <p:cNvPr id="31" name="図 30">
            <a:extLst>
              <a:ext uri="{FF2B5EF4-FFF2-40B4-BE49-F238E27FC236}">
                <a16:creationId xmlns:a16="http://schemas.microsoft.com/office/drawing/2014/main" id="{5DD66197-8BEC-391C-A528-51556FB1E99B}"/>
              </a:ext>
            </a:extLst>
          </p:cNvPr>
          <p:cNvPicPr>
            <a:picLocks noChangeAspect="1"/>
          </p:cNvPicPr>
          <p:nvPr/>
        </p:nvPicPr>
        <p:blipFill>
          <a:blip r:embed="rId16">
            <a:extLst>
              <a:ext uri="{28A0092B-C50C-407E-A947-70E740481C1C}">
                <a14:useLocalDpi xmlns:a14="http://schemas.microsoft.com/office/drawing/2010/main" val="0"/>
              </a:ext>
            </a:extLst>
          </a:blip>
          <a:stretch>
            <a:fillRect/>
          </a:stretch>
        </p:blipFill>
        <p:spPr>
          <a:xfrm>
            <a:off x="6921838" y="674943"/>
            <a:ext cx="378168" cy="368421"/>
          </a:xfrm>
          <a:prstGeom prst="rect">
            <a:avLst/>
          </a:prstGeom>
        </p:spPr>
      </p:pic>
      <p:sp>
        <p:nvSpPr>
          <p:cNvPr id="33" name="テキスト ボックス 32">
            <a:extLst>
              <a:ext uri="{FF2B5EF4-FFF2-40B4-BE49-F238E27FC236}">
                <a16:creationId xmlns:a16="http://schemas.microsoft.com/office/drawing/2014/main" id="{19C21DC5-956F-00BD-3BC7-271D0E5560E9}"/>
              </a:ext>
            </a:extLst>
          </p:cNvPr>
          <p:cNvSpPr txBox="1"/>
          <p:nvPr/>
        </p:nvSpPr>
        <p:spPr>
          <a:xfrm>
            <a:off x="8662964" y="4210504"/>
            <a:ext cx="646331" cy="369332"/>
          </a:xfrm>
          <a:prstGeom prst="rect">
            <a:avLst/>
          </a:prstGeom>
          <a:noFill/>
        </p:spPr>
        <p:txBody>
          <a:bodyPr wrap="none" rtlCol="0">
            <a:spAutoFit/>
          </a:bodyPr>
          <a:lstStyle/>
          <a:p>
            <a:r>
              <a:rPr lang="en-US" altLang="ja-JP">
                <a:solidFill>
                  <a:schemeClr val="accent2">
                    <a:lumMod val="40000"/>
                    <a:lumOff val="60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a:t>
            </a:r>
            <a:endParaRPr lang="ja-JP" altLang="en-US">
              <a:solidFill>
                <a:schemeClr val="accent2">
                  <a:lumMod val="40000"/>
                  <a:lumOff val="60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5" name="テキスト ボックス 34">
            <a:extLst>
              <a:ext uri="{FF2B5EF4-FFF2-40B4-BE49-F238E27FC236}">
                <a16:creationId xmlns:a16="http://schemas.microsoft.com/office/drawing/2014/main" id="{42005A88-752D-F34F-B597-C60D71187CBE}"/>
              </a:ext>
            </a:extLst>
          </p:cNvPr>
          <p:cNvSpPr txBox="1"/>
          <p:nvPr/>
        </p:nvSpPr>
        <p:spPr>
          <a:xfrm>
            <a:off x="9948810" y="4210504"/>
            <a:ext cx="646331" cy="369332"/>
          </a:xfrm>
          <a:prstGeom prst="rect">
            <a:avLst/>
          </a:prstGeom>
          <a:noFill/>
        </p:spPr>
        <p:txBody>
          <a:bodyPr wrap="none" rtlCol="0">
            <a:spAutoFit/>
          </a:bodyPr>
          <a:lstStyle/>
          <a:p>
            <a:r>
              <a:rPr lang="en-US" altLang="ja-JP">
                <a:solidFill>
                  <a:schemeClr val="accent2">
                    <a:lumMod val="40000"/>
                    <a:lumOff val="60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a:t>
            </a:r>
            <a:endParaRPr lang="ja-JP" altLang="en-US">
              <a:solidFill>
                <a:schemeClr val="accent2">
                  <a:lumMod val="40000"/>
                  <a:lumOff val="60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9" name="テキスト ボックス 38">
            <a:extLst>
              <a:ext uri="{FF2B5EF4-FFF2-40B4-BE49-F238E27FC236}">
                <a16:creationId xmlns:a16="http://schemas.microsoft.com/office/drawing/2014/main" id="{60A162EA-A27D-7465-5DCF-D74D129096EB}"/>
              </a:ext>
            </a:extLst>
          </p:cNvPr>
          <p:cNvSpPr txBox="1"/>
          <p:nvPr/>
        </p:nvSpPr>
        <p:spPr>
          <a:xfrm>
            <a:off x="8851277" y="3202316"/>
            <a:ext cx="1107996" cy="338554"/>
          </a:xfrm>
          <a:prstGeom prst="rect">
            <a:avLst/>
          </a:prstGeom>
          <a:noFill/>
        </p:spPr>
        <p:txBody>
          <a:bodyPr wrap="none" rtlCol="0">
            <a:spAutoFit/>
          </a:bodyPr>
          <a:lstStyle/>
          <a:p>
            <a:r>
              <a:rPr kumimoji="1" lang="en-US" altLang="ja-JP" sz="1600">
                <a:solidFill>
                  <a:schemeClr val="accent2">
                    <a:lumMod val="40000"/>
                    <a:lumOff val="60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SPD</a:t>
            </a:r>
            <a:r>
              <a:rPr kumimoji="1" lang="ja-JP" altLang="en-US" sz="16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kumimoji="1" lang="en-US" altLang="ja-JP" sz="16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a:t>
            </a:r>
            <a:r>
              <a:rPr kumimoji="1" lang="ja-JP" altLang="en-US" sz="16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a:t>
            </a:r>
            <a:endParaRPr lang="ja-JP" altLang="en-US" sz="16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41" name="二等辺三角形 40">
            <a:extLst>
              <a:ext uri="{FF2B5EF4-FFF2-40B4-BE49-F238E27FC236}">
                <a16:creationId xmlns:a16="http://schemas.microsoft.com/office/drawing/2014/main" id="{DB33B656-71D7-55BD-9A4B-08D808C82978}"/>
              </a:ext>
            </a:extLst>
          </p:cNvPr>
          <p:cNvSpPr/>
          <p:nvPr/>
        </p:nvSpPr>
        <p:spPr>
          <a:xfrm rot="10800000">
            <a:off x="9428834" y="3617789"/>
            <a:ext cx="538679" cy="166556"/>
          </a:xfrm>
          <a:prstGeom prst="triangl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3" name="テキスト ボックス 42">
            <a:extLst>
              <a:ext uri="{FF2B5EF4-FFF2-40B4-BE49-F238E27FC236}">
                <a16:creationId xmlns:a16="http://schemas.microsoft.com/office/drawing/2014/main" id="{41933EAD-89F2-513B-D365-B2308DE7EB48}"/>
              </a:ext>
            </a:extLst>
          </p:cNvPr>
          <p:cNvSpPr txBox="1"/>
          <p:nvPr/>
        </p:nvSpPr>
        <p:spPr>
          <a:xfrm>
            <a:off x="8851277" y="3803393"/>
            <a:ext cx="1107996" cy="338554"/>
          </a:xfrm>
          <a:prstGeom prst="rect">
            <a:avLst/>
          </a:prstGeom>
          <a:noFill/>
        </p:spPr>
        <p:txBody>
          <a:bodyPr wrap="none" rtlCol="0">
            <a:spAutoFit/>
          </a:bodyPr>
          <a:lstStyle/>
          <a:p>
            <a:r>
              <a:rPr kumimoji="1" lang="en-US" altLang="ja-JP" sz="1600">
                <a:solidFill>
                  <a:schemeClr val="accent2">
                    <a:lumMod val="40000"/>
                    <a:lumOff val="60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SPD</a:t>
            </a:r>
            <a:r>
              <a:rPr kumimoji="1" lang="ja-JP" altLang="en-US" sz="16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kumimoji="1" lang="en-US" altLang="ja-JP" sz="16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a:t>
            </a:r>
            <a:r>
              <a:rPr kumimoji="1" lang="ja-JP" altLang="en-US" sz="16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a:t>
            </a:r>
            <a:endParaRPr lang="ja-JP" altLang="en-US" sz="16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45" name="テキスト ボックス 44">
            <a:extLst>
              <a:ext uri="{FF2B5EF4-FFF2-40B4-BE49-F238E27FC236}">
                <a16:creationId xmlns:a16="http://schemas.microsoft.com/office/drawing/2014/main" id="{C8386963-DC71-BD6C-DC05-D4CADC46FDD8}"/>
              </a:ext>
            </a:extLst>
          </p:cNvPr>
          <p:cNvSpPr txBox="1"/>
          <p:nvPr/>
        </p:nvSpPr>
        <p:spPr>
          <a:xfrm>
            <a:off x="7215440" y="699437"/>
            <a:ext cx="543739"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47" name="テキスト ボックス 46">
            <a:extLst>
              <a:ext uri="{FF2B5EF4-FFF2-40B4-BE49-F238E27FC236}">
                <a16:creationId xmlns:a16="http://schemas.microsoft.com/office/drawing/2014/main" id="{EC2D69CE-2A88-E342-4A48-E11DFFDEA94A}"/>
              </a:ext>
            </a:extLst>
          </p:cNvPr>
          <p:cNvSpPr txBox="1"/>
          <p:nvPr/>
        </p:nvSpPr>
        <p:spPr>
          <a:xfrm>
            <a:off x="8436155" y="699437"/>
            <a:ext cx="543739"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49" name="テキスト ボックス 48">
            <a:extLst>
              <a:ext uri="{FF2B5EF4-FFF2-40B4-BE49-F238E27FC236}">
                <a16:creationId xmlns:a16="http://schemas.microsoft.com/office/drawing/2014/main" id="{FCBFE65B-A42A-3A13-4BC7-18928989BBF4}"/>
              </a:ext>
            </a:extLst>
          </p:cNvPr>
          <p:cNvSpPr txBox="1"/>
          <p:nvPr/>
        </p:nvSpPr>
        <p:spPr>
          <a:xfrm>
            <a:off x="9656870" y="699437"/>
            <a:ext cx="543739"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1" name="テキスト ボックス 50">
            <a:extLst>
              <a:ext uri="{FF2B5EF4-FFF2-40B4-BE49-F238E27FC236}">
                <a16:creationId xmlns:a16="http://schemas.microsoft.com/office/drawing/2014/main" id="{A132311F-7682-22B2-7D6E-52830CDBBF65}"/>
              </a:ext>
            </a:extLst>
          </p:cNvPr>
          <p:cNvSpPr txBox="1"/>
          <p:nvPr/>
        </p:nvSpPr>
        <p:spPr>
          <a:xfrm>
            <a:off x="10877585" y="699437"/>
            <a:ext cx="543739"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Tree>
    <p:extLst>
      <p:ext uri="{BB962C8B-B14F-4D97-AF65-F5344CB8AC3E}">
        <p14:creationId xmlns:p14="http://schemas.microsoft.com/office/powerpoint/2010/main" val="74998359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gradFill flip="none" rotWithShape="1">
          <a:gsLst>
            <a:gs pos="27000">
              <a:schemeClr val="tx1">
                <a:lumMod val="85000"/>
                <a:lumOff val="15000"/>
              </a:schemeClr>
            </a:gs>
            <a:gs pos="97000">
              <a:schemeClr val="tx1">
                <a:lumMod val="85000"/>
                <a:lumOff val="15000"/>
              </a:schemeClr>
            </a:gs>
            <a:gs pos="74000">
              <a:schemeClr val="tx1">
                <a:lumMod val="75000"/>
                <a:lumOff val="25000"/>
              </a:schemeClr>
            </a:gs>
          </a:gsLst>
          <a:path path="rect">
            <a:fillToRect l="100000" t="100000"/>
          </a:path>
          <a:tileRect r="-100000" b="-100000"/>
        </a:gradFill>
        <a:effectLst/>
      </p:bgPr>
    </p:bg>
    <p:spTree>
      <p:nvGrpSpPr>
        <p:cNvPr id="1" name="">
          <a:extLst>
            <a:ext uri="{FF2B5EF4-FFF2-40B4-BE49-F238E27FC236}">
              <a16:creationId xmlns:a16="http://schemas.microsoft.com/office/drawing/2014/main" id="{D0EA41B9-52A9-7F7C-E34C-A9DF4800C440}"/>
            </a:ext>
          </a:extLst>
        </p:cNvPr>
        <p:cNvGrpSpPr/>
        <p:nvPr/>
      </p:nvGrpSpPr>
      <p:grpSpPr>
        <a:xfrm>
          <a:off x="0" y="0"/>
          <a:ext cx="0" cy="0"/>
          <a:chOff x="0" y="0"/>
          <a:chExt cx="0" cy="0"/>
        </a:xfrm>
      </p:grpSpPr>
      <p:grpSp>
        <p:nvGrpSpPr>
          <p:cNvPr id="118" name="グループ化 117">
            <a:extLst>
              <a:ext uri="{FF2B5EF4-FFF2-40B4-BE49-F238E27FC236}">
                <a16:creationId xmlns:a16="http://schemas.microsoft.com/office/drawing/2014/main" id="{1D60226D-29CD-8124-0D5D-AB2D414352F7}"/>
              </a:ext>
            </a:extLst>
          </p:cNvPr>
          <p:cNvGrpSpPr/>
          <p:nvPr/>
        </p:nvGrpSpPr>
        <p:grpSpPr>
          <a:xfrm>
            <a:off x="5667384" y="2741078"/>
            <a:ext cx="1074210" cy="1071280"/>
            <a:chOff x="5506559" y="2288793"/>
            <a:chExt cx="1074210" cy="1071280"/>
          </a:xfrm>
        </p:grpSpPr>
        <p:pic>
          <p:nvPicPr>
            <p:cNvPr id="107" name="図 106">
              <a:extLst>
                <a:ext uri="{FF2B5EF4-FFF2-40B4-BE49-F238E27FC236}">
                  <a16:creationId xmlns:a16="http://schemas.microsoft.com/office/drawing/2014/main" id="{4CC358A7-F4C2-BF42-1FD5-C6CE05EB8B32}"/>
                </a:ext>
              </a:extLst>
            </p:cNvPr>
            <p:cNvPicPr>
              <a:picLocks noChangeAspect="1"/>
            </p:cNvPicPr>
            <p:nvPr/>
          </p:nvPicPr>
          <p:blipFill>
            <a:blip r:embed="rId2">
              <a:duotone>
                <a:schemeClr val="bg2">
                  <a:shade val="45000"/>
                  <a:satMod val="135000"/>
                </a:schemeClr>
                <a:prstClr val="white"/>
              </a:duotone>
              <a:extLst>
                <a:ext uri="{28A0092B-C50C-407E-A947-70E740481C1C}">
                  <a14:useLocalDpi xmlns:a14="http://schemas.microsoft.com/office/drawing/2010/main" val="0"/>
                </a:ext>
              </a:extLst>
            </a:blip>
            <a:srcRect l="49938" r="24764" b="66362"/>
            <a:stretch>
              <a:fillRect/>
            </a:stretch>
          </p:blipFill>
          <p:spPr>
            <a:xfrm>
              <a:off x="5506559" y="2288793"/>
              <a:ext cx="1074210" cy="1071280"/>
            </a:xfrm>
            <a:prstGeom prst="rect">
              <a:avLst/>
            </a:prstGeom>
          </p:spPr>
        </p:pic>
        <p:pic>
          <p:nvPicPr>
            <p:cNvPr id="90" name="図 89">
              <a:extLst>
                <a:ext uri="{FF2B5EF4-FFF2-40B4-BE49-F238E27FC236}">
                  <a16:creationId xmlns:a16="http://schemas.microsoft.com/office/drawing/2014/main" id="{EE418D84-F450-6C76-AD2E-132F150DD85D}"/>
                </a:ext>
              </a:extLst>
            </p:cNvPr>
            <p:cNvPicPr>
              <a:picLocks noChangeAspect="1"/>
            </p:cNvPicPr>
            <p:nvPr/>
          </p:nvPicPr>
          <p:blipFill>
            <a:blip r:embed="rId3">
              <a:grayscl/>
              <a:extLst>
                <a:ext uri="{28A0092B-C50C-407E-A947-70E740481C1C}">
                  <a14:useLocalDpi xmlns:a14="http://schemas.microsoft.com/office/drawing/2010/main" val="0"/>
                </a:ext>
              </a:extLst>
            </a:blip>
            <a:srcRect l="18338" t="53869" r="53661" b="7428"/>
            <a:stretch>
              <a:fillRect/>
            </a:stretch>
          </p:blipFill>
          <p:spPr>
            <a:xfrm>
              <a:off x="5706137" y="2476703"/>
              <a:ext cx="644101" cy="667674"/>
            </a:xfrm>
            <a:prstGeom prst="rect">
              <a:avLst/>
            </a:prstGeom>
          </p:spPr>
        </p:pic>
      </p:grpSp>
      <p:sp>
        <p:nvSpPr>
          <p:cNvPr id="195" name="楕円 194">
            <a:extLst>
              <a:ext uri="{FF2B5EF4-FFF2-40B4-BE49-F238E27FC236}">
                <a16:creationId xmlns:a16="http://schemas.microsoft.com/office/drawing/2014/main" id="{29E762D4-9E5F-B9EA-8782-6C23C2D74592}"/>
              </a:ext>
            </a:extLst>
          </p:cNvPr>
          <p:cNvSpPr/>
          <p:nvPr/>
        </p:nvSpPr>
        <p:spPr>
          <a:xfrm>
            <a:off x="5676478" y="4951118"/>
            <a:ext cx="1041258" cy="1041258"/>
          </a:xfrm>
          <a:prstGeom prst="ellipse">
            <a:avLst/>
          </a:prstGeom>
          <a:solidFill>
            <a:srgbClr val="FFA4F3">
              <a:alpha val="3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6" name="四角形: 角を丸くする 125">
            <a:extLst>
              <a:ext uri="{FF2B5EF4-FFF2-40B4-BE49-F238E27FC236}">
                <a16:creationId xmlns:a16="http://schemas.microsoft.com/office/drawing/2014/main" id="{62DADA60-A2A5-D2D4-52C8-BBCF41860E4E}"/>
              </a:ext>
            </a:extLst>
          </p:cNvPr>
          <p:cNvSpPr/>
          <p:nvPr/>
        </p:nvSpPr>
        <p:spPr>
          <a:xfrm>
            <a:off x="5788290" y="5050172"/>
            <a:ext cx="843736" cy="839911"/>
          </a:xfrm>
          <a:prstGeom prst="roundRect">
            <a:avLst>
              <a:gd name="adj" fmla="val 50000"/>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4000" dirty="0">
              <a:latin typeface="原稿用標準書体" panose="03000503000000000000" pitchFamily="66" charset="-128"/>
              <a:ea typeface="原稿用標準書体" panose="03000503000000000000" pitchFamily="66" charset="-128"/>
            </a:endParaRPr>
          </a:p>
        </p:txBody>
      </p:sp>
      <p:pic>
        <p:nvPicPr>
          <p:cNvPr id="20" name="図 19">
            <a:extLst>
              <a:ext uri="{FF2B5EF4-FFF2-40B4-BE49-F238E27FC236}">
                <a16:creationId xmlns:a16="http://schemas.microsoft.com/office/drawing/2014/main" id="{E5983C79-2450-FB2A-E0F5-930C43CF8231}"/>
              </a:ext>
            </a:extLst>
          </p:cNvPr>
          <p:cNvPicPr>
            <a:picLocks noChangeAspect="1"/>
          </p:cNvPicPr>
          <p:nvPr/>
        </p:nvPicPr>
        <p:blipFill>
          <a:blip r:embed="rId4">
            <a:duotone>
              <a:schemeClr val="accent4">
                <a:shade val="45000"/>
                <a:satMod val="135000"/>
              </a:schemeClr>
              <a:prstClr val="white"/>
            </a:duotone>
            <a:extLst>
              <a:ext uri="{28A0092B-C50C-407E-A947-70E740481C1C}">
                <a14:useLocalDpi xmlns:a14="http://schemas.microsoft.com/office/drawing/2010/main" val="0"/>
              </a:ext>
            </a:extLst>
          </a:blip>
          <a:stretch>
            <a:fillRect/>
          </a:stretch>
        </p:blipFill>
        <p:spPr>
          <a:xfrm>
            <a:off x="5765886" y="1994028"/>
            <a:ext cx="839911" cy="839911"/>
          </a:xfrm>
          <a:prstGeom prst="rect">
            <a:avLst/>
          </a:prstGeom>
        </p:spPr>
      </p:pic>
      <p:grpSp>
        <p:nvGrpSpPr>
          <p:cNvPr id="120" name="グループ化 119">
            <a:extLst>
              <a:ext uri="{FF2B5EF4-FFF2-40B4-BE49-F238E27FC236}">
                <a16:creationId xmlns:a16="http://schemas.microsoft.com/office/drawing/2014/main" id="{439F0436-CE77-2FF0-4A2B-CD3E71103771}"/>
              </a:ext>
            </a:extLst>
          </p:cNvPr>
          <p:cNvGrpSpPr/>
          <p:nvPr/>
        </p:nvGrpSpPr>
        <p:grpSpPr>
          <a:xfrm>
            <a:off x="5654879" y="3835899"/>
            <a:ext cx="1099221" cy="1076252"/>
            <a:chOff x="5494054" y="3310690"/>
            <a:chExt cx="1099221" cy="1076252"/>
          </a:xfrm>
        </p:grpSpPr>
        <p:pic>
          <p:nvPicPr>
            <p:cNvPr id="94" name="図 93">
              <a:extLst>
                <a:ext uri="{FF2B5EF4-FFF2-40B4-BE49-F238E27FC236}">
                  <a16:creationId xmlns:a16="http://schemas.microsoft.com/office/drawing/2014/main" id="{7A251950-3AD0-2E7D-4342-651C2A7DFDA0}"/>
                </a:ext>
              </a:extLst>
            </p:cNvPr>
            <p:cNvPicPr>
              <a:picLocks noChangeAspect="1"/>
            </p:cNvPicPr>
            <p:nvPr/>
          </p:nvPicPr>
          <p:blipFill>
            <a:blip r:embed="rId2">
              <a:duotone>
                <a:schemeClr val="bg2">
                  <a:shade val="45000"/>
                  <a:satMod val="135000"/>
                </a:schemeClr>
                <a:prstClr val="white"/>
              </a:duotone>
              <a:extLst>
                <a:ext uri="{28A0092B-C50C-407E-A947-70E740481C1C}">
                  <a14:useLocalDpi xmlns:a14="http://schemas.microsoft.com/office/drawing/2010/main" val="0"/>
                </a:ext>
              </a:extLst>
            </a:blip>
            <a:srcRect l="49938" t="33964" r="24764" b="33010"/>
            <a:stretch>
              <a:fillRect/>
            </a:stretch>
          </p:blipFill>
          <p:spPr>
            <a:xfrm>
              <a:off x="5494054" y="3310690"/>
              <a:ext cx="1099221" cy="1076252"/>
            </a:xfrm>
            <a:prstGeom prst="rect">
              <a:avLst/>
            </a:prstGeom>
          </p:spPr>
        </p:pic>
        <p:pic>
          <p:nvPicPr>
            <p:cNvPr id="104" name="図 103">
              <a:extLst>
                <a:ext uri="{FF2B5EF4-FFF2-40B4-BE49-F238E27FC236}">
                  <a16:creationId xmlns:a16="http://schemas.microsoft.com/office/drawing/2014/main" id="{32719D9A-F321-8BBA-EBB1-CD12709FC184}"/>
                </a:ext>
              </a:extLst>
            </p:cNvPr>
            <p:cNvPicPr>
              <a:picLocks noChangeAspect="1"/>
            </p:cNvPicPr>
            <p:nvPr/>
          </p:nvPicPr>
          <p:blipFill>
            <a:blip r:embed="rId5">
              <a:grayscl/>
              <a:extLst>
                <a:ext uri="{28A0092B-C50C-407E-A947-70E740481C1C}">
                  <a14:useLocalDpi xmlns:a14="http://schemas.microsoft.com/office/drawing/2010/main" val="0"/>
                </a:ext>
              </a:extLst>
            </a:blip>
            <a:stretch>
              <a:fillRect/>
            </a:stretch>
          </p:blipFill>
          <p:spPr>
            <a:xfrm>
              <a:off x="5797624" y="3625093"/>
              <a:ext cx="461127" cy="461127"/>
            </a:xfrm>
            <a:prstGeom prst="rect">
              <a:avLst/>
            </a:prstGeom>
          </p:spPr>
        </p:pic>
      </p:grpSp>
      <p:grpSp>
        <p:nvGrpSpPr>
          <p:cNvPr id="121" name="グループ化 120">
            <a:extLst>
              <a:ext uri="{FF2B5EF4-FFF2-40B4-BE49-F238E27FC236}">
                <a16:creationId xmlns:a16="http://schemas.microsoft.com/office/drawing/2014/main" id="{4215B00A-4341-4B42-B762-0424011258D0}"/>
              </a:ext>
            </a:extLst>
          </p:cNvPr>
          <p:cNvGrpSpPr/>
          <p:nvPr/>
        </p:nvGrpSpPr>
        <p:grpSpPr>
          <a:xfrm>
            <a:off x="5633440" y="4935692"/>
            <a:ext cx="1142099" cy="1118234"/>
            <a:chOff x="5472615" y="4313392"/>
            <a:chExt cx="1142099" cy="1118234"/>
          </a:xfrm>
        </p:grpSpPr>
        <p:pic>
          <p:nvPicPr>
            <p:cNvPr id="109" name="図 108">
              <a:extLst>
                <a:ext uri="{FF2B5EF4-FFF2-40B4-BE49-F238E27FC236}">
                  <a16:creationId xmlns:a16="http://schemas.microsoft.com/office/drawing/2014/main" id="{87631BEC-DB88-2B95-F12A-3CF937E000EA}"/>
                </a:ext>
              </a:extLst>
            </p:cNvPr>
            <p:cNvPicPr>
              <a:picLocks noChangeAspect="1"/>
            </p:cNvPicPr>
            <p:nvPr/>
          </p:nvPicPr>
          <p:blipFill>
            <a:blip r:embed="rId2">
              <a:duotone>
                <a:prstClr val="black"/>
                <a:schemeClr val="accent2">
                  <a:tint val="45000"/>
                  <a:satMod val="400000"/>
                </a:schemeClr>
              </a:duotone>
              <a:extLst>
                <a:ext uri="{28A0092B-C50C-407E-A947-70E740481C1C}">
                  <a14:useLocalDpi xmlns:a14="http://schemas.microsoft.com/office/drawing/2010/main" val="0"/>
                </a:ext>
              </a:extLst>
            </a:blip>
            <a:srcRect l="49938" t="66974" r="24764"/>
            <a:stretch>
              <a:fillRect/>
            </a:stretch>
          </p:blipFill>
          <p:spPr>
            <a:xfrm>
              <a:off x="5472615" y="4313392"/>
              <a:ext cx="1142099" cy="1118234"/>
            </a:xfrm>
            <a:prstGeom prst="rect">
              <a:avLst/>
            </a:prstGeom>
          </p:spPr>
        </p:pic>
        <p:pic>
          <p:nvPicPr>
            <p:cNvPr id="111" name="図 110">
              <a:extLst>
                <a:ext uri="{FF2B5EF4-FFF2-40B4-BE49-F238E27FC236}">
                  <a16:creationId xmlns:a16="http://schemas.microsoft.com/office/drawing/2014/main" id="{6B71709F-20A5-D64E-DD2E-A8ADB39F6876}"/>
                </a:ext>
              </a:extLst>
            </p:cNvPr>
            <p:cNvPicPr>
              <a:picLocks noChangeAspect="1"/>
            </p:cNvPicPr>
            <p:nvPr/>
          </p:nvPicPr>
          <p:blipFill>
            <a:blip r:embed="rId6">
              <a:grayscl/>
              <a:extLst>
                <a:ext uri="{28A0092B-C50C-407E-A947-70E740481C1C}">
                  <a14:useLocalDpi xmlns:a14="http://schemas.microsoft.com/office/drawing/2010/main" val="0"/>
                </a:ext>
              </a:extLst>
            </a:blip>
            <a:stretch>
              <a:fillRect/>
            </a:stretch>
          </p:blipFill>
          <p:spPr>
            <a:xfrm>
              <a:off x="5855988" y="4605242"/>
              <a:ext cx="374797" cy="510475"/>
            </a:xfrm>
            <a:prstGeom prst="rect">
              <a:avLst/>
            </a:prstGeom>
          </p:spPr>
        </p:pic>
      </p:grpSp>
      <p:grpSp>
        <p:nvGrpSpPr>
          <p:cNvPr id="165" name="グループ化 164">
            <a:extLst>
              <a:ext uri="{FF2B5EF4-FFF2-40B4-BE49-F238E27FC236}">
                <a16:creationId xmlns:a16="http://schemas.microsoft.com/office/drawing/2014/main" id="{2CA966FA-2AF5-28D5-BA6D-7ED265678F05}"/>
              </a:ext>
            </a:extLst>
          </p:cNvPr>
          <p:cNvGrpSpPr/>
          <p:nvPr/>
        </p:nvGrpSpPr>
        <p:grpSpPr>
          <a:xfrm>
            <a:off x="5450578" y="3304006"/>
            <a:ext cx="442253" cy="442253"/>
            <a:chOff x="4148632" y="2798340"/>
            <a:chExt cx="554882" cy="554882"/>
          </a:xfrm>
        </p:grpSpPr>
        <p:sp>
          <p:nvSpPr>
            <p:cNvPr id="166" name="楕円 165">
              <a:extLst>
                <a:ext uri="{FF2B5EF4-FFF2-40B4-BE49-F238E27FC236}">
                  <a16:creationId xmlns:a16="http://schemas.microsoft.com/office/drawing/2014/main" id="{B2D405DC-C61B-62AA-4A79-E4ADCF4E5445}"/>
                </a:ext>
              </a:extLst>
            </p:cNvPr>
            <p:cNvSpPr/>
            <p:nvPr/>
          </p:nvSpPr>
          <p:spPr>
            <a:xfrm>
              <a:off x="4148632" y="2798340"/>
              <a:ext cx="554882" cy="554882"/>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sp>
          <p:nvSpPr>
            <p:cNvPr id="167" name="テキスト ボックス 166">
              <a:extLst>
                <a:ext uri="{FF2B5EF4-FFF2-40B4-BE49-F238E27FC236}">
                  <a16:creationId xmlns:a16="http://schemas.microsoft.com/office/drawing/2014/main" id="{256BAF0F-4803-36E3-07C7-B6D82B81ADAB}"/>
                </a:ext>
              </a:extLst>
            </p:cNvPr>
            <p:cNvSpPr txBox="1"/>
            <p:nvPr/>
          </p:nvSpPr>
          <p:spPr>
            <a:xfrm flipH="1">
              <a:off x="4226506" y="2837833"/>
              <a:ext cx="415499" cy="369332"/>
            </a:xfrm>
            <a:prstGeom prst="rect">
              <a:avLst/>
            </a:prstGeom>
            <a:noFill/>
            <a:effectLst/>
          </p:spPr>
          <p:txBody>
            <a:bodyPr wrap="none" rtlCol="0">
              <a:spAutoFit/>
            </a:bodyPr>
            <a:lstStyle/>
            <a:p>
              <a:pPr algn="ctr"/>
              <a:r>
                <a:rPr kumimoji="1" lang="en-US" altLang="ja-JP">
                  <a:solidFill>
                    <a:schemeClr val="bg1">
                      <a:lumMod val="50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rPr>
                <a:t>00</a:t>
              </a:r>
              <a:endParaRPr kumimoji="1" lang="ja-JP" altLang="en-US" dirty="0">
                <a:solidFill>
                  <a:schemeClr val="bg1">
                    <a:lumMod val="50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68" name="グループ化 167">
            <a:extLst>
              <a:ext uri="{FF2B5EF4-FFF2-40B4-BE49-F238E27FC236}">
                <a16:creationId xmlns:a16="http://schemas.microsoft.com/office/drawing/2014/main" id="{C5E0B5AB-90F6-AB0B-FC8C-A411B8748426}"/>
              </a:ext>
            </a:extLst>
          </p:cNvPr>
          <p:cNvGrpSpPr/>
          <p:nvPr/>
        </p:nvGrpSpPr>
        <p:grpSpPr>
          <a:xfrm>
            <a:off x="5450578" y="4418955"/>
            <a:ext cx="442253" cy="442253"/>
            <a:chOff x="4148632" y="2798340"/>
            <a:chExt cx="554882" cy="554882"/>
          </a:xfrm>
        </p:grpSpPr>
        <p:sp>
          <p:nvSpPr>
            <p:cNvPr id="169" name="楕円 168">
              <a:extLst>
                <a:ext uri="{FF2B5EF4-FFF2-40B4-BE49-F238E27FC236}">
                  <a16:creationId xmlns:a16="http://schemas.microsoft.com/office/drawing/2014/main" id="{6A4CD553-1F5B-0FE0-05EC-9A1091882716}"/>
                </a:ext>
              </a:extLst>
            </p:cNvPr>
            <p:cNvSpPr/>
            <p:nvPr/>
          </p:nvSpPr>
          <p:spPr>
            <a:xfrm>
              <a:off x="4148632" y="2798340"/>
              <a:ext cx="554882" cy="554882"/>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sp>
          <p:nvSpPr>
            <p:cNvPr id="170" name="テキスト ボックス 169">
              <a:extLst>
                <a:ext uri="{FF2B5EF4-FFF2-40B4-BE49-F238E27FC236}">
                  <a16:creationId xmlns:a16="http://schemas.microsoft.com/office/drawing/2014/main" id="{3AA5CC41-F610-AC54-5D4A-E9DA401CA92C}"/>
                </a:ext>
              </a:extLst>
            </p:cNvPr>
            <p:cNvSpPr txBox="1"/>
            <p:nvPr/>
          </p:nvSpPr>
          <p:spPr>
            <a:xfrm flipH="1">
              <a:off x="4226506" y="2837833"/>
              <a:ext cx="415499" cy="369332"/>
            </a:xfrm>
            <a:prstGeom prst="rect">
              <a:avLst/>
            </a:prstGeom>
            <a:noFill/>
            <a:effectLst/>
          </p:spPr>
          <p:txBody>
            <a:bodyPr wrap="none" rtlCol="0">
              <a:spAutoFit/>
            </a:bodyPr>
            <a:lstStyle/>
            <a:p>
              <a:pPr algn="ctr"/>
              <a:r>
                <a:rPr kumimoji="1" lang="en-US" altLang="ja-JP">
                  <a:solidFill>
                    <a:schemeClr val="bg1">
                      <a:lumMod val="50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rPr>
                <a:t>00</a:t>
              </a:r>
              <a:endParaRPr kumimoji="1" lang="ja-JP" altLang="en-US" dirty="0">
                <a:solidFill>
                  <a:schemeClr val="bg1">
                    <a:lumMod val="50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71" name="グループ化 170">
            <a:extLst>
              <a:ext uri="{FF2B5EF4-FFF2-40B4-BE49-F238E27FC236}">
                <a16:creationId xmlns:a16="http://schemas.microsoft.com/office/drawing/2014/main" id="{E1026574-B61E-BED4-131E-58830E781E3B}"/>
              </a:ext>
            </a:extLst>
          </p:cNvPr>
          <p:cNvGrpSpPr/>
          <p:nvPr/>
        </p:nvGrpSpPr>
        <p:grpSpPr>
          <a:xfrm>
            <a:off x="5412768" y="5533903"/>
            <a:ext cx="530916" cy="442253"/>
            <a:chOff x="4101194" y="2798340"/>
            <a:chExt cx="666125" cy="554882"/>
          </a:xfrm>
        </p:grpSpPr>
        <p:sp>
          <p:nvSpPr>
            <p:cNvPr id="172" name="楕円 171">
              <a:extLst>
                <a:ext uri="{FF2B5EF4-FFF2-40B4-BE49-F238E27FC236}">
                  <a16:creationId xmlns:a16="http://schemas.microsoft.com/office/drawing/2014/main" id="{85761D07-04F9-EA86-E34F-FE452D48F0E2}"/>
                </a:ext>
              </a:extLst>
            </p:cNvPr>
            <p:cNvSpPr/>
            <p:nvPr/>
          </p:nvSpPr>
          <p:spPr>
            <a:xfrm>
              <a:off x="4148632" y="2798340"/>
              <a:ext cx="554882" cy="554882"/>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sp>
          <p:nvSpPr>
            <p:cNvPr id="173" name="テキスト ボックス 172">
              <a:extLst>
                <a:ext uri="{FF2B5EF4-FFF2-40B4-BE49-F238E27FC236}">
                  <a16:creationId xmlns:a16="http://schemas.microsoft.com/office/drawing/2014/main" id="{43839E09-0F8B-0297-D248-BFCC35708C00}"/>
                </a:ext>
              </a:extLst>
            </p:cNvPr>
            <p:cNvSpPr txBox="1"/>
            <p:nvPr/>
          </p:nvSpPr>
          <p:spPr>
            <a:xfrm flipH="1">
              <a:off x="4101194" y="2837833"/>
              <a:ext cx="666125" cy="463390"/>
            </a:xfrm>
            <a:prstGeom prst="rect">
              <a:avLst/>
            </a:prstGeom>
            <a:noFill/>
            <a:effectLst/>
          </p:spPr>
          <p:txBody>
            <a:bodyPr wrap="none" rtlCol="0">
              <a:spAutoFit/>
            </a:bodyPr>
            <a:lstStyle/>
            <a:p>
              <a:pPr algn="ctr"/>
              <a:r>
                <a:rPr kumimoji="1" lang="en-US" altLang="ja-JP">
                  <a:solidFill>
                    <a:schemeClr val="bg1">
                      <a:lumMod val="50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rPr>
                <a:t>MAX</a:t>
              </a:r>
              <a:endParaRPr kumimoji="1" lang="ja-JP" altLang="en-US" dirty="0">
                <a:solidFill>
                  <a:schemeClr val="bg1">
                    <a:lumMod val="50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0" name="グループ化 9">
            <a:extLst>
              <a:ext uri="{FF2B5EF4-FFF2-40B4-BE49-F238E27FC236}">
                <a16:creationId xmlns:a16="http://schemas.microsoft.com/office/drawing/2014/main" id="{51C9FF0F-D82D-C1FF-CCEC-595E78148EE6}"/>
              </a:ext>
            </a:extLst>
          </p:cNvPr>
          <p:cNvGrpSpPr/>
          <p:nvPr/>
        </p:nvGrpSpPr>
        <p:grpSpPr>
          <a:xfrm>
            <a:off x="163586" y="134635"/>
            <a:ext cx="3123445" cy="1396119"/>
            <a:chOff x="163586" y="134635"/>
            <a:chExt cx="3123445" cy="1396119"/>
          </a:xfrm>
        </p:grpSpPr>
        <p:sp>
          <p:nvSpPr>
            <p:cNvPr id="2" name="四角形: 角を丸くする 1">
              <a:extLst>
                <a:ext uri="{FF2B5EF4-FFF2-40B4-BE49-F238E27FC236}">
                  <a16:creationId xmlns:a16="http://schemas.microsoft.com/office/drawing/2014/main" id="{88B02EFA-F05D-D370-35AC-AB7CE56BFFCE}"/>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3" name="テキスト ボックス 2">
              <a:extLst>
                <a:ext uri="{FF2B5EF4-FFF2-40B4-BE49-F238E27FC236}">
                  <a16:creationId xmlns:a16="http://schemas.microsoft.com/office/drawing/2014/main" id="{64A6C58B-523A-12B7-8A6B-1361E9FB50FC}"/>
                </a:ext>
              </a:extLst>
            </p:cNvPr>
            <p:cNvSpPr txBox="1"/>
            <p:nvPr/>
          </p:nvSpPr>
          <p:spPr>
            <a:xfrm>
              <a:off x="1752833" y="641390"/>
              <a:ext cx="121058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探索強化</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4" name="グループ化 3">
              <a:extLst>
                <a:ext uri="{FF2B5EF4-FFF2-40B4-BE49-F238E27FC236}">
                  <a16:creationId xmlns:a16="http://schemas.microsoft.com/office/drawing/2014/main" id="{0ADE3786-152A-0ED9-9735-838C251E16CC}"/>
                </a:ext>
              </a:extLst>
            </p:cNvPr>
            <p:cNvGrpSpPr/>
            <p:nvPr/>
          </p:nvGrpSpPr>
          <p:grpSpPr>
            <a:xfrm>
              <a:off x="163586" y="134635"/>
              <a:ext cx="1975684" cy="1396119"/>
              <a:chOff x="163586" y="134635"/>
              <a:chExt cx="1975684" cy="1396119"/>
            </a:xfrm>
          </p:grpSpPr>
          <p:grpSp>
            <p:nvGrpSpPr>
              <p:cNvPr id="6" name="グループ化 5">
                <a:extLst>
                  <a:ext uri="{FF2B5EF4-FFF2-40B4-BE49-F238E27FC236}">
                    <a16:creationId xmlns:a16="http://schemas.microsoft.com/office/drawing/2014/main" id="{4C32758D-0F30-2573-D2F1-FB5F0D4352FF}"/>
                  </a:ext>
                </a:extLst>
              </p:cNvPr>
              <p:cNvGrpSpPr/>
              <p:nvPr/>
            </p:nvGrpSpPr>
            <p:grpSpPr>
              <a:xfrm>
                <a:off x="163586" y="134635"/>
                <a:ext cx="1975684" cy="1396119"/>
                <a:chOff x="163586" y="134635"/>
                <a:chExt cx="1975684" cy="1396119"/>
              </a:xfrm>
            </p:grpSpPr>
            <p:pic>
              <p:nvPicPr>
                <p:cNvPr id="8" name="図 7">
                  <a:extLst>
                    <a:ext uri="{FF2B5EF4-FFF2-40B4-BE49-F238E27FC236}">
                      <a16:creationId xmlns:a16="http://schemas.microsoft.com/office/drawing/2014/main" id="{57E10941-1C92-5402-5746-233EC2E2C778}"/>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9" name="楕円 8">
                  <a:extLst>
                    <a:ext uri="{FF2B5EF4-FFF2-40B4-BE49-F238E27FC236}">
                      <a16:creationId xmlns:a16="http://schemas.microsoft.com/office/drawing/2014/main" id="{763C8F93-2B54-F780-2EB9-5E0AF664DF58}"/>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7" name="図 6">
                <a:extLst>
                  <a:ext uri="{FF2B5EF4-FFF2-40B4-BE49-F238E27FC236}">
                    <a16:creationId xmlns:a16="http://schemas.microsoft.com/office/drawing/2014/main" id="{A7F10098-93C1-6D0B-E1AE-437BD5647D78}"/>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sp>
        <p:nvSpPr>
          <p:cNvPr id="63" name="正方形/長方形 62">
            <a:extLst>
              <a:ext uri="{FF2B5EF4-FFF2-40B4-BE49-F238E27FC236}">
                <a16:creationId xmlns:a16="http://schemas.microsoft.com/office/drawing/2014/main" id="{1A9EE680-AD41-06FC-27E4-1733DFB10B12}"/>
              </a:ext>
            </a:extLst>
          </p:cNvPr>
          <p:cNvSpPr/>
          <p:nvPr/>
        </p:nvSpPr>
        <p:spPr>
          <a:xfrm>
            <a:off x="6531344" y="641390"/>
            <a:ext cx="5794980" cy="408821"/>
          </a:xfrm>
          <a:prstGeom prst="rect">
            <a:avLst/>
          </a:prstGeom>
          <a:solidFill>
            <a:schemeClr val="bg1">
              <a:lumMod val="65000"/>
              <a:alpha val="20000"/>
            </a:schemeClr>
          </a:solidFill>
          <a:ln>
            <a:noFill/>
          </a:ln>
          <a:effectLst>
            <a:glow rad="63500">
              <a:schemeClr val="bg1">
                <a:lumMod val="50000"/>
                <a:alpha val="2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5" name="フローチャート: 手作業 20">
            <a:extLst>
              <a:ext uri="{FF2B5EF4-FFF2-40B4-BE49-F238E27FC236}">
                <a16:creationId xmlns:a16="http://schemas.microsoft.com/office/drawing/2014/main" id="{141838BB-9F99-9CD0-EA64-E7C6171E910B}"/>
              </a:ext>
            </a:extLst>
          </p:cNvPr>
          <p:cNvSpPr/>
          <p:nvPr/>
        </p:nvSpPr>
        <p:spPr>
          <a:xfrm>
            <a:off x="7663178" y="2547604"/>
            <a:ext cx="3692349" cy="2206996"/>
          </a:xfrm>
          <a:prstGeom prst="parallelogram">
            <a:avLst/>
          </a:prstGeom>
          <a:gradFill>
            <a:gsLst>
              <a:gs pos="27000">
                <a:srgbClr val="FFA4F3">
                  <a:alpha val="65000"/>
                </a:srgbClr>
              </a:gs>
              <a:gs pos="97000">
                <a:srgbClr val="FFA4F3">
                  <a:alpha val="65000"/>
                </a:srgbClr>
              </a:gs>
              <a:gs pos="74000">
                <a:schemeClr val="tx1">
                  <a:lumMod val="75000"/>
                  <a:lumOff val="25000"/>
                </a:schemeClr>
              </a:gs>
            </a:gsLst>
            <a:path path="circle">
              <a:fillToRect r="100000" b="100000"/>
            </a:path>
          </a:gra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68" name="フローチャート: 手作業 20">
            <a:extLst>
              <a:ext uri="{FF2B5EF4-FFF2-40B4-BE49-F238E27FC236}">
                <a16:creationId xmlns:a16="http://schemas.microsoft.com/office/drawing/2014/main" id="{F186E985-6904-3634-B1A5-672628D824DC}"/>
              </a:ext>
            </a:extLst>
          </p:cNvPr>
          <p:cNvSpPr/>
          <p:nvPr/>
        </p:nvSpPr>
        <p:spPr>
          <a:xfrm>
            <a:off x="8219805" y="2108510"/>
            <a:ext cx="3238398" cy="439094"/>
          </a:xfrm>
          <a:prstGeom prst="parallelogram">
            <a:avLst/>
          </a:prstGeom>
          <a:solidFill>
            <a:schemeClr val="tx1">
              <a:lumMod val="85000"/>
              <a:lumOff val="1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能力名</a:t>
            </a:r>
            <a:endParaRPr kumimoji="1" lang="ja-JP" altLang="en-US" dirty="0">
              <a:latin typeface="原稿用標準書体" panose="03000503000000000000" pitchFamily="66" charset="-128"/>
              <a:ea typeface="原稿用標準書体" panose="03000503000000000000" pitchFamily="66" charset="-128"/>
            </a:endParaRPr>
          </a:p>
        </p:txBody>
      </p:sp>
      <p:sp>
        <p:nvSpPr>
          <p:cNvPr id="85" name="フローチャート: 手作業 20">
            <a:extLst>
              <a:ext uri="{FF2B5EF4-FFF2-40B4-BE49-F238E27FC236}">
                <a16:creationId xmlns:a16="http://schemas.microsoft.com/office/drawing/2014/main" id="{A6C94845-C571-06D0-E0D1-34F5A8078335}"/>
              </a:ext>
            </a:extLst>
          </p:cNvPr>
          <p:cNvSpPr/>
          <p:nvPr/>
        </p:nvSpPr>
        <p:spPr>
          <a:xfrm>
            <a:off x="7393315" y="4760725"/>
            <a:ext cx="3404876" cy="1011250"/>
          </a:xfrm>
          <a:prstGeom prst="parallelogram">
            <a:avLst/>
          </a:prstGeom>
          <a:solidFill>
            <a:srgbClr val="FFA4F3"/>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a:solidFill>
                  <a:srgbClr val="FF00FF"/>
                </a:solidFill>
                <a:latin typeface="原稿用標準書体" panose="03000503000000000000" pitchFamily="66" charset="-128"/>
                <a:ea typeface="原稿用標準書体" panose="03000503000000000000" pitchFamily="66" charset="-128"/>
              </a:rPr>
              <a:t>強化</a:t>
            </a:r>
            <a:r>
              <a:rPr lang="en-US" altLang="ja-JP" sz="2400">
                <a:solidFill>
                  <a:srgbClr val="FF00FF"/>
                </a:solidFill>
                <a:latin typeface="原稿用標準書体" panose="03000503000000000000" pitchFamily="66" charset="-128"/>
                <a:ea typeface="原稿用標準書体" panose="03000503000000000000" pitchFamily="66" charset="-128"/>
              </a:rPr>
              <a:t>LvMAX</a:t>
            </a:r>
            <a:endParaRPr kumimoji="1" lang="ja-JP" altLang="en-US" sz="2400" dirty="0">
              <a:solidFill>
                <a:srgbClr val="FF00FF"/>
              </a:solidFill>
              <a:latin typeface="原稿用標準書体" panose="03000503000000000000" pitchFamily="66" charset="-128"/>
              <a:ea typeface="原稿用標準書体" panose="03000503000000000000" pitchFamily="66" charset="-128"/>
            </a:endParaRPr>
          </a:p>
        </p:txBody>
      </p:sp>
      <p:sp>
        <p:nvSpPr>
          <p:cNvPr id="130" name="テキスト ボックス 129">
            <a:extLst>
              <a:ext uri="{FF2B5EF4-FFF2-40B4-BE49-F238E27FC236}">
                <a16:creationId xmlns:a16="http://schemas.microsoft.com/office/drawing/2014/main" id="{C191F54E-B75A-2094-6BB8-E4B24C755C29}"/>
              </a:ext>
            </a:extLst>
          </p:cNvPr>
          <p:cNvSpPr txBox="1"/>
          <p:nvPr/>
        </p:nvSpPr>
        <p:spPr>
          <a:xfrm>
            <a:off x="8907186" y="2688667"/>
            <a:ext cx="2031325" cy="461665"/>
          </a:xfrm>
          <a:prstGeom prst="rect">
            <a:avLst/>
          </a:prstGeom>
          <a:noFill/>
        </p:spPr>
        <p:txBody>
          <a:bodyPr wrap="none" rtlCol="0">
            <a:spAutoFit/>
          </a:bodyPr>
          <a:lstStyle/>
          <a:p>
            <a:r>
              <a:rPr kumimoji="1" lang="ja-JP" altLang="en-US" sz="1200">
                <a:solidFill>
                  <a:schemeClr val="bg1">
                    <a:lumMod val="8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説明</a:t>
            </a:r>
            <a:r>
              <a:rPr lang="ja-JP" altLang="en-US" sz="1200">
                <a:solidFill>
                  <a:schemeClr val="bg1">
                    <a:lumMod val="8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テキスト説明テキスト</a:t>
            </a:r>
            <a:br>
              <a:rPr lang="en-US" altLang="ja-JP" sz="1200">
                <a:solidFill>
                  <a:schemeClr val="bg1">
                    <a:lumMod val="8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br>
            <a:r>
              <a:rPr lang="ja-JP" altLang="en-US" sz="1200">
                <a:solidFill>
                  <a:schemeClr val="bg1">
                    <a:lumMod val="8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説明テキスト説明テキスト</a:t>
            </a:r>
          </a:p>
        </p:txBody>
      </p:sp>
      <p:grpSp>
        <p:nvGrpSpPr>
          <p:cNvPr id="192" name="グループ化 191">
            <a:extLst>
              <a:ext uri="{FF2B5EF4-FFF2-40B4-BE49-F238E27FC236}">
                <a16:creationId xmlns:a16="http://schemas.microsoft.com/office/drawing/2014/main" id="{5654944E-A5D9-7662-8443-11D669BB40E1}"/>
              </a:ext>
            </a:extLst>
          </p:cNvPr>
          <p:cNvGrpSpPr/>
          <p:nvPr/>
        </p:nvGrpSpPr>
        <p:grpSpPr>
          <a:xfrm>
            <a:off x="3330645" y="1994028"/>
            <a:ext cx="1346502" cy="4059898"/>
            <a:chOff x="3261636" y="1371728"/>
            <a:chExt cx="1346502" cy="4059898"/>
          </a:xfrm>
        </p:grpSpPr>
        <p:pic>
          <p:nvPicPr>
            <p:cNvPr id="137" name="図 136">
              <a:extLst>
                <a:ext uri="{FF2B5EF4-FFF2-40B4-BE49-F238E27FC236}">
                  <a16:creationId xmlns:a16="http://schemas.microsoft.com/office/drawing/2014/main" id="{831D687E-400E-9281-6662-3EBDAB4FB827}"/>
                </a:ext>
              </a:extLst>
            </p:cNvPr>
            <p:cNvPicPr>
              <a:picLocks noChangeAspect="1"/>
            </p:cNvPicPr>
            <p:nvPr/>
          </p:nvPicPr>
          <p:blipFill>
            <a:blip r:embed="rId2">
              <a:duotone>
                <a:schemeClr val="bg2">
                  <a:shade val="45000"/>
                  <a:satMod val="135000"/>
                </a:schemeClr>
                <a:prstClr val="white"/>
              </a:duotone>
              <a:extLst>
                <a:ext uri="{28A0092B-C50C-407E-A947-70E740481C1C}">
                  <a14:useLocalDpi xmlns:a14="http://schemas.microsoft.com/office/drawing/2010/main" val="0"/>
                </a:ext>
              </a:extLst>
            </a:blip>
            <a:srcRect l="49938" t="33964" r="24764" b="33010"/>
            <a:stretch>
              <a:fillRect/>
            </a:stretch>
          </p:blipFill>
          <p:spPr>
            <a:xfrm>
              <a:off x="3487478" y="3213599"/>
              <a:ext cx="1099221" cy="1076252"/>
            </a:xfrm>
            <a:prstGeom prst="rect">
              <a:avLst/>
            </a:prstGeom>
          </p:spPr>
        </p:pic>
        <p:pic>
          <p:nvPicPr>
            <p:cNvPr id="140" name="図 139">
              <a:extLst>
                <a:ext uri="{FF2B5EF4-FFF2-40B4-BE49-F238E27FC236}">
                  <a16:creationId xmlns:a16="http://schemas.microsoft.com/office/drawing/2014/main" id="{8511BC5A-78B1-5928-7704-6E9855C0C3E3}"/>
                </a:ext>
              </a:extLst>
            </p:cNvPr>
            <p:cNvPicPr>
              <a:picLocks noChangeAspect="1"/>
            </p:cNvPicPr>
            <p:nvPr/>
          </p:nvPicPr>
          <p:blipFill>
            <a:blip r:embed="rId2">
              <a:duotone>
                <a:schemeClr val="bg2">
                  <a:shade val="45000"/>
                  <a:satMod val="135000"/>
                </a:schemeClr>
                <a:prstClr val="white"/>
              </a:duotone>
              <a:extLst>
                <a:ext uri="{28A0092B-C50C-407E-A947-70E740481C1C}">
                  <a14:useLocalDpi xmlns:a14="http://schemas.microsoft.com/office/drawing/2010/main" val="0"/>
                </a:ext>
              </a:extLst>
            </a:blip>
            <a:srcRect l="49938" r="24764" b="66362"/>
            <a:stretch>
              <a:fillRect/>
            </a:stretch>
          </p:blipFill>
          <p:spPr>
            <a:xfrm>
              <a:off x="3499983" y="2118778"/>
              <a:ext cx="1074210" cy="1071280"/>
            </a:xfrm>
            <a:prstGeom prst="rect">
              <a:avLst/>
            </a:prstGeom>
          </p:spPr>
        </p:pic>
        <p:pic>
          <p:nvPicPr>
            <p:cNvPr id="143" name="図 142">
              <a:extLst>
                <a:ext uri="{FF2B5EF4-FFF2-40B4-BE49-F238E27FC236}">
                  <a16:creationId xmlns:a16="http://schemas.microsoft.com/office/drawing/2014/main" id="{63AFFB1A-C83F-A1C2-7C66-B294FBC41399}"/>
                </a:ext>
              </a:extLst>
            </p:cNvPr>
            <p:cNvPicPr>
              <a:picLocks noChangeAspect="1"/>
            </p:cNvPicPr>
            <p:nvPr/>
          </p:nvPicPr>
          <p:blipFill>
            <a:blip r:embed="rId2">
              <a:duotone>
                <a:prstClr val="black"/>
                <a:schemeClr val="accent2">
                  <a:tint val="45000"/>
                  <a:satMod val="400000"/>
                </a:schemeClr>
              </a:duotone>
              <a:extLst>
                <a:ext uri="{28A0092B-C50C-407E-A947-70E740481C1C}">
                  <a14:useLocalDpi xmlns:a14="http://schemas.microsoft.com/office/drawing/2010/main" val="0"/>
                </a:ext>
              </a:extLst>
            </a:blip>
            <a:srcRect l="49938" t="66974" r="24764"/>
            <a:stretch>
              <a:fillRect/>
            </a:stretch>
          </p:blipFill>
          <p:spPr>
            <a:xfrm flipV="1">
              <a:off x="3466039" y="4313392"/>
              <a:ext cx="1142099" cy="1118234"/>
            </a:xfrm>
            <a:prstGeom prst="rect">
              <a:avLst/>
            </a:prstGeom>
          </p:spPr>
        </p:pic>
        <p:pic>
          <p:nvPicPr>
            <p:cNvPr id="24" name="図 23">
              <a:extLst>
                <a:ext uri="{FF2B5EF4-FFF2-40B4-BE49-F238E27FC236}">
                  <a16:creationId xmlns:a16="http://schemas.microsoft.com/office/drawing/2014/main" id="{2ED3030D-9384-7837-3C16-C4FD7FA27243}"/>
                </a:ext>
              </a:extLst>
            </p:cNvPr>
            <p:cNvPicPr>
              <a:picLocks noChangeAspect="1"/>
            </p:cNvPicPr>
            <p:nvPr/>
          </p:nvPicPr>
          <p:blipFill>
            <a:blip r:embed="rId4">
              <a:duotone>
                <a:schemeClr val="accent1">
                  <a:shade val="45000"/>
                  <a:satMod val="135000"/>
                </a:schemeClr>
                <a:prstClr val="white"/>
              </a:duotone>
              <a:extLst>
                <a:ext uri="{28A0092B-C50C-407E-A947-70E740481C1C}">
                  <a14:useLocalDpi xmlns:a14="http://schemas.microsoft.com/office/drawing/2010/main" val="0"/>
                </a:ext>
              </a:extLst>
            </a:blip>
            <a:stretch>
              <a:fillRect/>
            </a:stretch>
          </p:blipFill>
          <p:spPr>
            <a:xfrm>
              <a:off x="3565668" y="1371728"/>
              <a:ext cx="839911" cy="839911"/>
            </a:xfrm>
            <a:prstGeom prst="rect">
              <a:avLst/>
            </a:prstGeom>
          </p:spPr>
        </p:pic>
        <p:pic>
          <p:nvPicPr>
            <p:cNvPr id="115" name="図 114">
              <a:extLst>
                <a:ext uri="{FF2B5EF4-FFF2-40B4-BE49-F238E27FC236}">
                  <a16:creationId xmlns:a16="http://schemas.microsoft.com/office/drawing/2014/main" id="{8898B876-EFD4-07DC-3CB9-62FB4074B30E}"/>
                </a:ext>
              </a:extLst>
            </p:cNvPr>
            <p:cNvPicPr>
              <a:picLocks noChangeAspect="1"/>
            </p:cNvPicPr>
            <p:nvPr/>
          </p:nvPicPr>
          <p:blipFill>
            <a:blip r:embed="rId9">
              <a:grayscl/>
              <a:extLst>
                <a:ext uri="{28A0092B-C50C-407E-A947-70E740481C1C}">
                  <a14:useLocalDpi xmlns:a14="http://schemas.microsoft.com/office/drawing/2010/main" val="0"/>
                </a:ext>
              </a:extLst>
            </a:blip>
            <a:stretch>
              <a:fillRect/>
            </a:stretch>
          </p:blipFill>
          <p:spPr>
            <a:xfrm>
              <a:off x="3782853" y="4657165"/>
              <a:ext cx="505856" cy="505856"/>
            </a:xfrm>
            <a:prstGeom prst="rect">
              <a:avLst/>
            </a:prstGeom>
          </p:spPr>
        </p:pic>
        <p:pic>
          <p:nvPicPr>
            <p:cNvPr id="135" name="図 134">
              <a:extLst>
                <a:ext uri="{FF2B5EF4-FFF2-40B4-BE49-F238E27FC236}">
                  <a16:creationId xmlns:a16="http://schemas.microsoft.com/office/drawing/2014/main" id="{77F2FD88-1FD1-D991-D5B7-A6BB66D9B0E4}"/>
                </a:ext>
              </a:extLst>
            </p:cNvPr>
            <p:cNvPicPr>
              <a:picLocks noChangeAspect="1"/>
            </p:cNvPicPr>
            <p:nvPr/>
          </p:nvPicPr>
          <p:blipFill>
            <a:blip r:embed="rId10">
              <a:duotone>
                <a:schemeClr val="bg2">
                  <a:shade val="45000"/>
                  <a:satMod val="135000"/>
                </a:schemeClr>
                <a:prstClr val="white"/>
              </a:duotone>
              <a:extLst>
                <a:ext uri="{BEBA8EAE-BF5A-486C-A8C5-ECC9F3942E4B}">
                  <a14:imgProps xmlns:a14="http://schemas.microsoft.com/office/drawing/2010/main">
                    <a14:imgLayer r:embed="rId11">
                      <a14:imgEffect>
                        <a14:backgroundRemoval t="3125" b="99609" l="7813" r="93750">
                          <a14:foregroundMark x1="33594" y1="8594" x2="62500" y2="7813"/>
                          <a14:foregroundMark x1="59766" y1="3125" x2="37891" y2="3906"/>
                          <a14:foregroundMark x1="91406" y1="69922" x2="87109" y2="61719"/>
                          <a14:foregroundMark x1="93750" y1="71484" x2="93750" y2="68359"/>
                          <a14:foregroundMark x1="8984" y1="94531" x2="7813" y2="59375"/>
                          <a14:foregroundMark x1="7813" y1="99609" x2="7813" y2="96484"/>
                        </a14:backgroundRemoval>
                      </a14:imgEffect>
                    </a14:imgLayer>
                  </a14:imgProps>
                </a:ext>
                <a:ext uri="{28A0092B-C50C-407E-A947-70E740481C1C}">
                  <a14:useLocalDpi xmlns:a14="http://schemas.microsoft.com/office/drawing/2010/main" val="0"/>
                </a:ext>
              </a:extLst>
            </a:blip>
            <a:stretch>
              <a:fillRect/>
            </a:stretch>
          </p:blipFill>
          <p:spPr>
            <a:xfrm>
              <a:off x="3787448" y="2405113"/>
              <a:ext cx="505856" cy="505856"/>
            </a:xfrm>
            <a:prstGeom prst="rect">
              <a:avLst/>
            </a:prstGeom>
          </p:spPr>
        </p:pic>
        <p:pic>
          <p:nvPicPr>
            <p:cNvPr id="146" name="図 145">
              <a:extLst>
                <a:ext uri="{FF2B5EF4-FFF2-40B4-BE49-F238E27FC236}">
                  <a16:creationId xmlns:a16="http://schemas.microsoft.com/office/drawing/2014/main" id="{2C393CBD-605C-A2F8-1897-3031CC5C36FE}"/>
                </a:ext>
              </a:extLst>
            </p:cNvPr>
            <p:cNvPicPr>
              <a:picLocks noChangeAspect="1"/>
            </p:cNvPicPr>
            <p:nvPr/>
          </p:nvPicPr>
          <p:blipFill>
            <a:blip r:embed="rId12">
              <a:grayscl/>
              <a:extLst>
                <a:ext uri="{28A0092B-C50C-407E-A947-70E740481C1C}">
                  <a14:useLocalDpi xmlns:a14="http://schemas.microsoft.com/office/drawing/2010/main" val="0"/>
                </a:ext>
              </a:extLst>
            </a:blip>
            <a:stretch>
              <a:fillRect/>
            </a:stretch>
          </p:blipFill>
          <p:spPr>
            <a:xfrm>
              <a:off x="3804931" y="3516280"/>
              <a:ext cx="461699" cy="461699"/>
            </a:xfrm>
            <a:prstGeom prst="rect">
              <a:avLst/>
            </a:prstGeom>
          </p:spPr>
        </p:pic>
        <p:grpSp>
          <p:nvGrpSpPr>
            <p:cNvPr id="158" name="グループ化 157">
              <a:extLst>
                <a:ext uri="{FF2B5EF4-FFF2-40B4-BE49-F238E27FC236}">
                  <a16:creationId xmlns:a16="http://schemas.microsoft.com/office/drawing/2014/main" id="{8C38DC59-5DDA-B83B-A1BA-4A239AF1BC38}"/>
                </a:ext>
              </a:extLst>
            </p:cNvPr>
            <p:cNvGrpSpPr/>
            <p:nvPr/>
          </p:nvGrpSpPr>
          <p:grpSpPr>
            <a:xfrm>
              <a:off x="3299446" y="2681706"/>
              <a:ext cx="442253" cy="442253"/>
              <a:chOff x="4148632" y="2798340"/>
              <a:chExt cx="554882" cy="554882"/>
            </a:xfrm>
          </p:grpSpPr>
          <p:sp>
            <p:nvSpPr>
              <p:cNvPr id="156" name="楕円 155">
                <a:extLst>
                  <a:ext uri="{FF2B5EF4-FFF2-40B4-BE49-F238E27FC236}">
                    <a16:creationId xmlns:a16="http://schemas.microsoft.com/office/drawing/2014/main" id="{C8619A75-06B7-9551-1F28-6CBE6FEFB363}"/>
                  </a:ext>
                </a:extLst>
              </p:cNvPr>
              <p:cNvSpPr/>
              <p:nvPr/>
            </p:nvSpPr>
            <p:spPr>
              <a:xfrm>
                <a:off x="4148632" y="2798340"/>
                <a:ext cx="554882" cy="554882"/>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sp>
            <p:nvSpPr>
              <p:cNvPr id="157" name="テキスト ボックス 156">
                <a:extLst>
                  <a:ext uri="{FF2B5EF4-FFF2-40B4-BE49-F238E27FC236}">
                    <a16:creationId xmlns:a16="http://schemas.microsoft.com/office/drawing/2014/main" id="{DABA67EE-0EFE-B5B4-4E88-42129C93C40B}"/>
                  </a:ext>
                </a:extLst>
              </p:cNvPr>
              <p:cNvSpPr txBox="1"/>
              <p:nvPr/>
            </p:nvSpPr>
            <p:spPr>
              <a:xfrm flipH="1">
                <a:off x="4226506" y="2837833"/>
                <a:ext cx="415499" cy="369332"/>
              </a:xfrm>
              <a:prstGeom prst="rect">
                <a:avLst/>
              </a:prstGeom>
              <a:noFill/>
              <a:effectLst/>
            </p:spPr>
            <p:txBody>
              <a:bodyPr wrap="none" rtlCol="0">
                <a:spAutoFit/>
              </a:bodyPr>
              <a:lstStyle/>
              <a:p>
                <a:pPr algn="ctr"/>
                <a:r>
                  <a:rPr kumimoji="1" lang="en-US" altLang="ja-JP">
                    <a:solidFill>
                      <a:schemeClr val="bg1">
                        <a:lumMod val="50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rPr>
                  <a:t>00</a:t>
                </a:r>
                <a:endParaRPr kumimoji="1" lang="ja-JP" altLang="en-US" dirty="0">
                  <a:solidFill>
                    <a:schemeClr val="bg1">
                      <a:lumMod val="50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59" name="グループ化 158">
              <a:extLst>
                <a:ext uri="{FF2B5EF4-FFF2-40B4-BE49-F238E27FC236}">
                  <a16:creationId xmlns:a16="http://schemas.microsoft.com/office/drawing/2014/main" id="{A838C728-E5D6-D8D2-720E-D02707552A31}"/>
                </a:ext>
              </a:extLst>
            </p:cNvPr>
            <p:cNvGrpSpPr/>
            <p:nvPr/>
          </p:nvGrpSpPr>
          <p:grpSpPr>
            <a:xfrm>
              <a:off x="3299446" y="3796655"/>
              <a:ext cx="442253" cy="442253"/>
              <a:chOff x="4148632" y="2798340"/>
              <a:chExt cx="554882" cy="554882"/>
            </a:xfrm>
          </p:grpSpPr>
          <p:sp>
            <p:nvSpPr>
              <p:cNvPr id="160" name="楕円 159">
                <a:extLst>
                  <a:ext uri="{FF2B5EF4-FFF2-40B4-BE49-F238E27FC236}">
                    <a16:creationId xmlns:a16="http://schemas.microsoft.com/office/drawing/2014/main" id="{E9D1A16C-B755-FF13-30C7-29763F06C6F5}"/>
                  </a:ext>
                </a:extLst>
              </p:cNvPr>
              <p:cNvSpPr/>
              <p:nvPr/>
            </p:nvSpPr>
            <p:spPr>
              <a:xfrm>
                <a:off x="4148632" y="2798340"/>
                <a:ext cx="554882" cy="554882"/>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sp>
            <p:nvSpPr>
              <p:cNvPr id="161" name="テキスト ボックス 160">
                <a:extLst>
                  <a:ext uri="{FF2B5EF4-FFF2-40B4-BE49-F238E27FC236}">
                    <a16:creationId xmlns:a16="http://schemas.microsoft.com/office/drawing/2014/main" id="{EEBACE6B-1C46-887B-A874-C76E88239E3B}"/>
                  </a:ext>
                </a:extLst>
              </p:cNvPr>
              <p:cNvSpPr txBox="1"/>
              <p:nvPr/>
            </p:nvSpPr>
            <p:spPr>
              <a:xfrm flipH="1">
                <a:off x="4226506" y="2837833"/>
                <a:ext cx="415499" cy="369332"/>
              </a:xfrm>
              <a:prstGeom prst="rect">
                <a:avLst/>
              </a:prstGeom>
              <a:noFill/>
              <a:effectLst/>
            </p:spPr>
            <p:txBody>
              <a:bodyPr wrap="none" rtlCol="0">
                <a:spAutoFit/>
              </a:bodyPr>
              <a:lstStyle/>
              <a:p>
                <a:pPr algn="ctr"/>
                <a:r>
                  <a:rPr kumimoji="1" lang="en-US" altLang="ja-JP">
                    <a:solidFill>
                      <a:schemeClr val="bg1">
                        <a:lumMod val="50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rPr>
                  <a:t>00</a:t>
                </a:r>
                <a:endParaRPr kumimoji="1" lang="ja-JP" altLang="en-US" dirty="0">
                  <a:solidFill>
                    <a:schemeClr val="bg1">
                      <a:lumMod val="50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62" name="グループ化 161">
              <a:extLst>
                <a:ext uri="{FF2B5EF4-FFF2-40B4-BE49-F238E27FC236}">
                  <a16:creationId xmlns:a16="http://schemas.microsoft.com/office/drawing/2014/main" id="{3A9A92A1-6F6A-20D2-4F10-A01856DD4C40}"/>
                </a:ext>
              </a:extLst>
            </p:cNvPr>
            <p:cNvGrpSpPr/>
            <p:nvPr/>
          </p:nvGrpSpPr>
          <p:grpSpPr>
            <a:xfrm>
              <a:off x="3261636" y="4911603"/>
              <a:ext cx="530916" cy="442253"/>
              <a:chOff x="4101194" y="2798340"/>
              <a:chExt cx="666125" cy="554882"/>
            </a:xfrm>
          </p:grpSpPr>
          <p:sp>
            <p:nvSpPr>
              <p:cNvPr id="163" name="楕円 162">
                <a:extLst>
                  <a:ext uri="{FF2B5EF4-FFF2-40B4-BE49-F238E27FC236}">
                    <a16:creationId xmlns:a16="http://schemas.microsoft.com/office/drawing/2014/main" id="{FD7AC1FA-DE7C-0CED-C8CF-1DC7A7F83564}"/>
                  </a:ext>
                </a:extLst>
              </p:cNvPr>
              <p:cNvSpPr/>
              <p:nvPr/>
            </p:nvSpPr>
            <p:spPr>
              <a:xfrm>
                <a:off x="4148632" y="2798340"/>
                <a:ext cx="554882" cy="554882"/>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sp>
            <p:nvSpPr>
              <p:cNvPr id="164" name="テキスト ボックス 163">
                <a:extLst>
                  <a:ext uri="{FF2B5EF4-FFF2-40B4-BE49-F238E27FC236}">
                    <a16:creationId xmlns:a16="http://schemas.microsoft.com/office/drawing/2014/main" id="{F20F250D-83DA-BD29-4D64-B9A593F7F0B8}"/>
                  </a:ext>
                </a:extLst>
              </p:cNvPr>
              <p:cNvSpPr txBox="1"/>
              <p:nvPr/>
            </p:nvSpPr>
            <p:spPr>
              <a:xfrm flipH="1">
                <a:off x="4101194" y="2837833"/>
                <a:ext cx="666125" cy="463390"/>
              </a:xfrm>
              <a:prstGeom prst="rect">
                <a:avLst/>
              </a:prstGeom>
              <a:noFill/>
              <a:effectLst/>
            </p:spPr>
            <p:txBody>
              <a:bodyPr wrap="none" rtlCol="0">
                <a:spAutoFit/>
              </a:bodyPr>
              <a:lstStyle/>
              <a:p>
                <a:pPr algn="ctr"/>
                <a:r>
                  <a:rPr kumimoji="1" lang="en-US" altLang="ja-JP">
                    <a:solidFill>
                      <a:schemeClr val="bg1">
                        <a:lumMod val="50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rPr>
                  <a:t>MAX</a:t>
                </a:r>
                <a:endParaRPr kumimoji="1" lang="ja-JP" altLang="en-US" dirty="0">
                  <a:solidFill>
                    <a:schemeClr val="bg1">
                      <a:lumMod val="50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grpSp>
        <p:nvGrpSpPr>
          <p:cNvPr id="191" name="グループ化 190">
            <a:extLst>
              <a:ext uri="{FF2B5EF4-FFF2-40B4-BE49-F238E27FC236}">
                <a16:creationId xmlns:a16="http://schemas.microsoft.com/office/drawing/2014/main" id="{E4D33088-0756-AB75-5AAE-C7BA3AAC7746}"/>
              </a:ext>
            </a:extLst>
          </p:cNvPr>
          <p:cNvGrpSpPr/>
          <p:nvPr/>
        </p:nvGrpSpPr>
        <p:grpSpPr>
          <a:xfrm>
            <a:off x="1227306" y="1994028"/>
            <a:ext cx="1340147" cy="4059898"/>
            <a:chOff x="1011341" y="1371728"/>
            <a:chExt cx="1340147" cy="4059898"/>
          </a:xfrm>
        </p:grpSpPr>
        <p:pic>
          <p:nvPicPr>
            <p:cNvPr id="175" name="図 174">
              <a:extLst>
                <a:ext uri="{FF2B5EF4-FFF2-40B4-BE49-F238E27FC236}">
                  <a16:creationId xmlns:a16="http://schemas.microsoft.com/office/drawing/2014/main" id="{15612C10-858A-9C00-C94E-C6C0E25E7C3E}"/>
                </a:ext>
              </a:extLst>
            </p:cNvPr>
            <p:cNvPicPr>
              <a:picLocks noChangeAspect="1"/>
            </p:cNvPicPr>
            <p:nvPr/>
          </p:nvPicPr>
          <p:blipFill>
            <a:blip r:embed="rId2">
              <a:duotone>
                <a:schemeClr val="bg2">
                  <a:shade val="45000"/>
                  <a:satMod val="135000"/>
                </a:schemeClr>
                <a:prstClr val="white"/>
              </a:duotone>
              <a:extLst>
                <a:ext uri="{28A0092B-C50C-407E-A947-70E740481C1C}">
                  <a14:useLocalDpi xmlns:a14="http://schemas.microsoft.com/office/drawing/2010/main" val="0"/>
                </a:ext>
              </a:extLst>
            </a:blip>
            <a:srcRect l="49938" t="33964" r="24764" b="33010"/>
            <a:stretch>
              <a:fillRect/>
            </a:stretch>
          </p:blipFill>
          <p:spPr>
            <a:xfrm>
              <a:off x="1230828" y="2118778"/>
              <a:ext cx="1099221" cy="1076252"/>
            </a:xfrm>
            <a:prstGeom prst="rect">
              <a:avLst/>
            </a:prstGeom>
          </p:spPr>
        </p:pic>
        <p:pic>
          <p:nvPicPr>
            <p:cNvPr id="177" name="図 176">
              <a:extLst>
                <a:ext uri="{FF2B5EF4-FFF2-40B4-BE49-F238E27FC236}">
                  <a16:creationId xmlns:a16="http://schemas.microsoft.com/office/drawing/2014/main" id="{7181ADEA-5676-15B7-6F89-C118F1102D1B}"/>
                </a:ext>
              </a:extLst>
            </p:cNvPr>
            <p:cNvPicPr>
              <a:picLocks noChangeAspect="1"/>
            </p:cNvPicPr>
            <p:nvPr/>
          </p:nvPicPr>
          <p:blipFill>
            <a:blip r:embed="rId2">
              <a:duotone>
                <a:schemeClr val="bg2">
                  <a:shade val="45000"/>
                  <a:satMod val="135000"/>
                </a:schemeClr>
                <a:prstClr val="white"/>
              </a:duotone>
              <a:extLst>
                <a:ext uri="{28A0092B-C50C-407E-A947-70E740481C1C}">
                  <a14:useLocalDpi xmlns:a14="http://schemas.microsoft.com/office/drawing/2010/main" val="0"/>
                </a:ext>
              </a:extLst>
            </a:blip>
            <a:srcRect l="49938" r="24764" b="66362"/>
            <a:stretch>
              <a:fillRect/>
            </a:stretch>
          </p:blipFill>
          <p:spPr>
            <a:xfrm>
              <a:off x="1243333" y="4360346"/>
              <a:ext cx="1074210" cy="1071280"/>
            </a:xfrm>
            <a:prstGeom prst="rect">
              <a:avLst/>
            </a:prstGeom>
          </p:spPr>
        </p:pic>
        <p:pic>
          <p:nvPicPr>
            <p:cNvPr id="179" name="図 178">
              <a:extLst>
                <a:ext uri="{FF2B5EF4-FFF2-40B4-BE49-F238E27FC236}">
                  <a16:creationId xmlns:a16="http://schemas.microsoft.com/office/drawing/2014/main" id="{7300F25A-F24C-5251-511B-49C28617D513}"/>
                </a:ext>
              </a:extLst>
            </p:cNvPr>
            <p:cNvPicPr>
              <a:picLocks noChangeAspect="1"/>
            </p:cNvPicPr>
            <p:nvPr/>
          </p:nvPicPr>
          <p:blipFill>
            <a:blip r:embed="rId2">
              <a:duotone>
                <a:prstClr val="black"/>
                <a:schemeClr val="accent2">
                  <a:tint val="45000"/>
                  <a:satMod val="400000"/>
                </a:schemeClr>
              </a:duotone>
              <a:extLst>
                <a:ext uri="{28A0092B-C50C-407E-A947-70E740481C1C}">
                  <a14:useLocalDpi xmlns:a14="http://schemas.microsoft.com/office/drawing/2010/main" val="0"/>
                </a:ext>
              </a:extLst>
            </a:blip>
            <a:srcRect l="49938" t="66974" r="24764"/>
            <a:stretch>
              <a:fillRect/>
            </a:stretch>
          </p:blipFill>
          <p:spPr>
            <a:xfrm>
              <a:off x="1209389" y="3218571"/>
              <a:ext cx="1142099" cy="1118234"/>
            </a:xfrm>
            <a:prstGeom prst="rect">
              <a:avLst/>
            </a:prstGeom>
          </p:spPr>
        </p:pic>
        <p:pic>
          <p:nvPicPr>
            <p:cNvPr id="26" name="図 25">
              <a:extLst>
                <a:ext uri="{FF2B5EF4-FFF2-40B4-BE49-F238E27FC236}">
                  <a16:creationId xmlns:a16="http://schemas.microsoft.com/office/drawing/2014/main" id="{0D1C90D5-8A92-EDD6-3A49-DA9EC91D9AE9}"/>
                </a:ext>
              </a:extLst>
            </p:cNvPr>
            <p:cNvPicPr>
              <a:picLocks noChangeAspect="1"/>
            </p:cNvPicPr>
            <p:nvPr/>
          </p:nvPicPr>
          <p:blipFill>
            <a:blip r:embed="rId4">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1365449" y="1371728"/>
              <a:ext cx="839911" cy="839911"/>
            </a:xfrm>
            <a:prstGeom prst="rect">
              <a:avLst/>
            </a:prstGeom>
          </p:spPr>
        </p:pic>
        <p:pic>
          <p:nvPicPr>
            <p:cNvPr id="113" name="図 112">
              <a:extLst>
                <a:ext uri="{FF2B5EF4-FFF2-40B4-BE49-F238E27FC236}">
                  <a16:creationId xmlns:a16="http://schemas.microsoft.com/office/drawing/2014/main" id="{1CB5A074-758A-D17D-CDA0-A23EDD14B6EF}"/>
                </a:ext>
              </a:extLst>
            </p:cNvPr>
            <p:cNvPicPr>
              <a:picLocks noChangeAspect="1"/>
            </p:cNvPicPr>
            <p:nvPr/>
          </p:nvPicPr>
          <p:blipFill>
            <a:blip r:embed="rId13">
              <a:grayscl/>
              <a:extLst>
                <a:ext uri="{28A0092B-C50C-407E-A947-70E740481C1C}">
                  <a14:useLocalDpi xmlns:a14="http://schemas.microsoft.com/office/drawing/2010/main" val="0"/>
                </a:ext>
              </a:extLst>
            </a:blip>
            <a:stretch>
              <a:fillRect/>
            </a:stretch>
          </p:blipFill>
          <p:spPr>
            <a:xfrm>
              <a:off x="1523522" y="4647975"/>
              <a:ext cx="522951" cy="522951"/>
            </a:xfrm>
            <a:prstGeom prst="rect">
              <a:avLst/>
            </a:prstGeom>
          </p:spPr>
        </p:pic>
        <p:pic>
          <p:nvPicPr>
            <p:cNvPr id="152" name="図 151">
              <a:extLst>
                <a:ext uri="{FF2B5EF4-FFF2-40B4-BE49-F238E27FC236}">
                  <a16:creationId xmlns:a16="http://schemas.microsoft.com/office/drawing/2014/main" id="{FCEC806E-5911-DC07-A934-EE23F4E41EA6}"/>
                </a:ext>
              </a:extLst>
            </p:cNvPr>
            <p:cNvPicPr>
              <a:picLocks noChangeAspect="1"/>
            </p:cNvPicPr>
            <p:nvPr/>
          </p:nvPicPr>
          <p:blipFill>
            <a:blip r:embed="rId14">
              <a:lum bright="70000" contrast="-70000"/>
              <a:extLst>
                <a:ext uri="{28A0092B-C50C-407E-A947-70E740481C1C}">
                  <a14:useLocalDpi xmlns:a14="http://schemas.microsoft.com/office/drawing/2010/main" val="0"/>
                </a:ext>
              </a:extLst>
            </a:blip>
            <a:stretch>
              <a:fillRect/>
            </a:stretch>
          </p:blipFill>
          <p:spPr>
            <a:xfrm>
              <a:off x="1514559" y="2379211"/>
              <a:ext cx="531758" cy="531758"/>
            </a:xfrm>
            <a:prstGeom prst="rect">
              <a:avLst/>
            </a:prstGeom>
          </p:spPr>
        </p:pic>
        <p:pic>
          <p:nvPicPr>
            <p:cNvPr id="154" name="図 153">
              <a:extLst>
                <a:ext uri="{FF2B5EF4-FFF2-40B4-BE49-F238E27FC236}">
                  <a16:creationId xmlns:a16="http://schemas.microsoft.com/office/drawing/2014/main" id="{4B8ACF25-55F9-BB4F-7FE9-A49C1DE870F5}"/>
                </a:ext>
              </a:extLst>
            </p:cNvPr>
            <p:cNvPicPr>
              <a:picLocks noChangeAspect="1"/>
            </p:cNvPicPr>
            <p:nvPr/>
          </p:nvPicPr>
          <p:blipFill>
            <a:blip r:embed="rId15">
              <a:lum bright="70000" contrast="-70000"/>
              <a:extLst>
                <a:ext uri="{28A0092B-C50C-407E-A947-70E740481C1C}">
                  <a14:useLocalDpi xmlns:a14="http://schemas.microsoft.com/office/drawing/2010/main" val="0"/>
                </a:ext>
              </a:extLst>
            </a:blip>
            <a:stretch>
              <a:fillRect/>
            </a:stretch>
          </p:blipFill>
          <p:spPr>
            <a:xfrm>
              <a:off x="1537673" y="3495283"/>
              <a:ext cx="526563" cy="526563"/>
            </a:xfrm>
            <a:prstGeom prst="rect">
              <a:avLst/>
            </a:prstGeom>
          </p:spPr>
        </p:pic>
        <p:grpSp>
          <p:nvGrpSpPr>
            <p:cNvPr id="182" name="グループ化 181">
              <a:extLst>
                <a:ext uri="{FF2B5EF4-FFF2-40B4-BE49-F238E27FC236}">
                  <a16:creationId xmlns:a16="http://schemas.microsoft.com/office/drawing/2014/main" id="{9B42D395-506E-F4FA-5601-202ACF17CA82}"/>
                </a:ext>
              </a:extLst>
            </p:cNvPr>
            <p:cNvGrpSpPr/>
            <p:nvPr/>
          </p:nvGrpSpPr>
          <p:grpSpPr>
            <a:xfrm>
              <a:off x="1049151" y="2679936"/>
              <a:ext cx="442253" cy="442253"/>
              <a:chOff x="4148632" y="2798340"/>
              <a:chExt cx="554882" cy="554882"/>
            </a:xfrm>
          </p:grpSpPr>
          <p:sp>
            <p:nvSpPr>
              <p:cNvPr id="183" name="楕円 182">
                <a:extLst>
                  <a:ext uri="{FF2B5EF4-FFF2-40B4-BE49-F238E27FC236}">
                    <a16:creationId xmlns:a16="http://schemas.microsoft.com/office/drawing/2014/main" id="{D4586CBA-092F-0891-F7FD-26F4965E9508}"/>
                  </a:ext>
                </a:extLst>
              </p:cNvPr>
              <p:cNvSpPr/>
              <p:nvPr/>
            </p:nvSpPr>
            <p:spPr>
              <a:xfrm>
                <a:off x="4148632" y="2798340"/>
                <a:ext cx="554882" cy="554882"/>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sp>
            <p:nvSpPr>
              <p:cNvPr id="184" name="テキスト ボックス 183">
                <a:extLst>
                  <a:ext uri="{FF2B5EF4-FFF2-40B4-BE49-F238E27FC236}">
                    <a16:creationId xmlns:a16="http://schemas.microsoft.com/office/drawing/2014/main" id="{3635DA35-0E39-C70D-A45C-25B1E1D90E29}"/>
                  </a:ext>
                </a:extLst>
              </p:cNvPr>
              <p:cNvSpPr txBox="1"/>
              <p:nvPr/>
            </p:nvSpPr>
            <p:spPr>
              <a:xfrm flipH="1">
                <a:off x="4226506" y="2837833"/>
                <a:ext cx="415499" cy="369332"/>
              </a:xfrm>
              <a:prstGeom prst="rect">
                <a:avLst/>
              </a:prstGeom>
              <a:noFill/>
              <a:effectLst/>
            </p:spPr>
            <p:txBody>
              <a:bodyPr wrap="none" rtlCol="0">
                <a:spAutoFit/>
              </a:bodyPr>
              <a:lstStyle/>
              <a:p>
                <a:pPr algn="ctr"/>
                <a:r>
                  <a:rPr kumimoji="1" lang="en-US" altLang="ja-JP">
                    <a:solidFill>
                      <a:schemeClr val="bg1">
                        <a:lumMod val="50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rPr>
                  <a:t>00</a:t>
                </a:r>
                <a:endParaRPr kumimoji="1" lang="ja-JP" altLang="en-US" dirty="0">
                  <a:solidFill>
                    <a:schemeClr val="bg1">
                      <a:lumMod val="50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85" name="グループ化 184">
              <a:extLst>
                <a:ext uri="{FF2B5EF4-FFF2-40B4-BE49-F238E27FC236}">
                  <a16:creationId xmlns:a16="http://schemas.microsoft.com/office/drawing/2014/main" id="{A8C7EF46-E889-7202-DB3E-E8D43100FD45}"/>
                </a:ext>
              </a:extLst>
            </p:cNvPr>
            <p:cNvGrpSpPr/>
            <p:nvPr/>
          </p:nvGrpSpPr>
          <p:grpSpPr>
            <a:xfrm>
              <a:off x="1011341" y="3794885"/>
              <a:ext cx="530916" cy="442253"/>
              <a:chOff x="4101194" y="2798340"/>
              <a:chExt cx="666125" cy="554882"/>
            </a:xfrm>
          </p:grpSpPr>
          <p:sp>
            <p:nvSpPr>
              <p:cNvPr id="186" name="楕円 185">
                <a:extLst>
                  <a:ext uri="{FF2B5EF4-FFF2-40B4-BE49-F238E27FC236}">
                    <a16:creationId xmlns:a16="http://schemas.microsoft.com/office/drawing/2014/main" id="{D561E46F-3DA0-8112-3342-27A5850BEB74}"/>
                  </a:ext>
                </a:extLst>
              </p:cNvPr>
              <p:cNvSpPr/>
              <p:nvPr/>
            </p:nvSpPr>
            <p:spPr>
              <a:xfrm>
                <a:off x="4148632" y="2798340"/>
                <a:ext cx="554882" cy="554882"/>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sp>
            <p:nvSpPr>
              <p:cNvPr id="187" name="テキスト ボックス 186">
                <a:extLst>
                  <a:ext uri="{FF2B5EF4-FFF2-40B4-BE49-F238E27FC236}">
                    <a16:creationId xmlns:a16="http://schemas.microsoft.com/office/drawing/2014/main" id="{A7D755C9-FE47-9D8C-8285-1B8279107C09}"/>
                  </a:ext>
                </a:extLst>
              </p:cNvPr>
              <p:cNvSpPr txBox="1"/>
              <p:nvPr/>
            </p:nvSpPr>
            <p:spPr>
              <a:xfrm flipH="1">
                <a:off x="4101194" y="2837833"/>
                <a:ext cx="666125" cy="463390"/>
              </a:xfrm>
              <a:prstGeom prst="rect">
                <a:avLst/>
              </a:prstGeom>
              <a:noFill/>
              <a:effectLst/>
            </p:spPr>
            <p:txBody>
              <a:bodyPr wrap="none" rtlCol="0">
                <a:spAutoFit/>
              </a:bodyPr>
              <a:lstStyle/>
              <a:p>
                <a:pPr algn="ctr"/>
                <a:r>
                  <a:rPr kumimoji="1" lang="en-US" altLang="ja-JP">
                    <a:solidFill>
                      <a:schemeClr val="bg1">
                        <a:lumMod val="50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rPr>
                  <a:t>MAX</a:t>
                </a:r>
                <a:endParaRPr kumimoji="1" lang="ja-JP" altLang="en-US" dirty="0">
                  <a:solidFill>
                    <a:schemeClr val="bg1">
                      <a:lumMod val="50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88" name="グループ化 187">
              <a:extLst>
                <a:ext uri="{FF2B5EF4-FFF2-40B4-BE49-F238E27FC236}">
                  <a16:creationId xmlns:a16="http://schemas.microsoft.com/office/drawing/2014/main" id="{438FC499-770F-3F3A-B921-8B1F23858B61}"/>
                </a:ext>
              </a:extLst>
            </p:cNvPr>
            <p:cNvGrpSpPr/>
            <p:nvPr/>
          </p:nvGrpSpPr>
          <p:grpSpPr>
            <a:xfrm>
              <a:off x="1049151" y="4909833"/>
              <a:ext cx="442253" cy="442253"/>
              <a:chOff x="4148632" y="2798340"/>
              <a:chExt cx="554882" cy="554882"/>
            </a:xfrm>
          </p:grpSpPr>
          <p:sp>
            <p:nvSpPr>
              <p:cNvPr id="189" name="楕円 188">
                <a:extLst>
                  <a:ext uri="{FF2B5EF4-FFF2-40B4-BE49-F238E27FC236}">
                    <a16:creationId xmlns:a16="http://schemas.microsoft.com/office/drawing/2014/main" id="{85AFE7F1-DD19-39B8-AA29-6DD875CA7EFB}"/>
                  </a:ext>
                </a:extLst>
              </p:cNvPr>
              <p:cNvSpPr/>
              <p:nvPr/>
            </p:nvSpPr>
            <p:spPr>
              <a:xfrm>
                <a:off x="4148632" y="2798340"/>
                <a:ext cx="554882" cy="554882"/>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sp>
            <p:nvSpPr>
              <p:cNvPr id="190" name="テキスト ボックス 189">
                <a:extLst>
                  <a:ext uri="{FF2B5EF4-FFF2-40B4-BE49-F238E27FC236}">
                    <a16:creationId xmlns:a16="http://schemas.microsoft.com/office/drawing/2014/main" id="{DDDA859F-0B2F-0E71-2229-A6936A616505}"/>
                  </a:ext>
                </a:extLst>
              </p:cNvPr>
              <p:cNvSpPr txBox="1"/>
              <p:nvPr/>
            </p:nvSpPr>
            <p:spPr>
              <a:xfrm flipH="1">
                <a:off x="4226506" y="2837833"/>
                <a:ext cx="415499" cy="369332"/>
              </a:xfrm>
              <a:prstGeom prst="rect">
                <a:avLst/>
              </a:prstGeom>
              <a:noFill/>
              <a:effectLst/>
            </p:spPr>
            <p:txBody>
              <a:bodyPr wrap="none" rtlCol="0">
                <a:spAutoFit/>
              </a:bodyPr>
              <a:lstStyle/>
              <a:p>
                <a:pPr algn="ctr"/>
                <a:r>
                  <a:rPr kumimoji="1" lang="en-US" altLang="ja-JP">
                    <a:solidFill>
                      <a:schemeClr val="bg1">
                        <a:lumMod val="50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rPr>
                  <a:t>00</a:t>
                </a:r>
                <a:endParaRPr kumimoji="1" lang="ja-JP" altLang="en-US" dirty="0">
                  <a:solidFill>
                    <a:schemeClr val="bg1">
                      <a:lumMod val="50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pic>
        <p:nvPicPr>
          <p:cNvPr id="22" name="図 21">
            <a:extLst>
              <a:ext uri="{FF2B5EF4-FFF2-40B4-BE49-F238E27FC236}">
                <a16:creationId xmlns:a16="http://schemas.microsoft.com/office/drawing/2014/main" id="{F9A2E31A-EC47-3CB4-7333-55C8ABA58031}"/>
              </a:ext>
            </a:extLst>
          </p:cNvPr>
          <p:cNvPicPr>
            <a:picLocks noChangeAspect="1"/>
          </p:cNvPicPr>
          <p:nvPr/>
        </p:nvPicPr>
        <p:blipFill>
          <a:blip r:embed="rId4">
            <a:duotone>
              <a:schemeClr val="accent4">
                <a:shade val="45000"/>
                <a:satMod val="135000"/>
              </a:schemeClr>
              <a:prstClr val="white"/>
            </a:duotone>
            <a:extLst>
              <a:ext uri="{28A0092B-C50C-407E-A947-70E740481C1C}">
                <a14:useLocalDpi xmlns:a14="http://schemas.microsoft.com/office/drawing/2010/main" val="0"/>
              </a:ext>
            </a:extLst>
          </a:blip>
          <a:stretch>
            <a:fillRect/>
          </a:stretch>
        </p:blipFill>
        <p:spPr>
          <a:xfrm>
            <a:off x="10568497" y="676616"/>
            <a:ext cx="365074" cy="365074"/>
          </a:xfrm>
          <a:prstGeom prst="rect">
            <a:avLst/>
          </a:prstGeom>
        </p:spPr>
      </p:pic>
      <p:pic>
        <p:nvPicPr>
          <p:cNvPr id="27" name="図 26">
            <a:extLst>
              <a:ext uri="{FF2B5EF4-FFF2-40B4-BE49-F238E27FC236}">
                <a16:creationId xmlns:a16="http://schemas.microsoft.com/office/drawing/2014/main" id="{E423A127-5026-7BA7-F805-DA47596D7550}"/>
              </a:ext>
            </a:extLst>
          </p:cNvPr>
          <p:cNvPicPr>
            <a:picLocks noChangeAspect="1"/>
          </p:cNvPicPr>
          <p:nvPr/>
        </p:nvPicPr>
        <p:blipFill>
          <a:blip r:embed="rId4">
            <a:duotone>
              <a:schemeClr val="accent1">
                <a:shade val="45000"/>
                <a:satMod val="135000"/>
              </a:schemeClr>
              <a:prstClr val="white"/>
            </a:duotone>
            <a:extLst>
              <a:ext uri="{28A0092B-C50C-407E-A947-70E740481C1C}">
                <a14:useLocalDpi xmlns:a14="http://schemas.microsoft.com/office/drawing/2010/main" val="0"/>
              </a:ext>
            </a:extLst>
          </a:blip>
          <a:stretch>
            <a:fillRect/>
          </a:stretch>
        </p:blipFill>
        <p:spPr>
          <a:xfrm>
            <a:off x="9357308" y="676616"/>
            <a:ext cx="365074" cy="365074"/>
          </a:xfrm>
          <a:prstGeom prst="rect">
            <a:avLst/>
          </a:prstGeom>
        </p:spPr>
      </p:pic>
      <p:pic>
        <p:nvPicPr>
          <p:cNvPr id="29" name="図 28">
            <a:extLst>
              <a:ext uri="{FF2B5EF4-FFF2-40B4-BE49-F238E27FC236}">
                <a16:creationId xmlns:a16="http://schemas.microsoft.com/office/drawing/2014/main" id="{8EB8A8F9-1EB8-0B2B-66A6-B170EB8B0CBA}"/>
              </a:ext>
            </a:extLst>
          </p:cNvPr>
          <p:cNvPicPr>
            <a:picLocks noChangeAspect="1"/>
          </p:cNvPicPr>
          <p:nvPr/>
        </p:nvPicPr>
        <p:blipFill>
          <a:blip r:embed="rId4">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8146120" y="676616"/>
            <a:ext cx="365074" cy="365074"/>
          </a:xfrm>
          <a:prstGeom prst="rect">
            <a:avLst/>
          </a:prstGeom>
        </p:spPr>
      </p:pic>
      <p:pic>
        <p:nvPicPr>
          <p:cNvPr id="31" name="図 30">
            <a:extLst>
              <a:ext uri="{FF2B5EF4-FFF2-40B4-BE49-F238E27FC236}">
                <a16:creationId xmlns:a16="http://schemas.microsoft.com/office/drawing/2014/main" id="{AC17CB94-AF4A-214E-A691-1332C9A3CA01}"/>
              </a:ext>
            </a:extLst>
          </p:cNvPr>
          <p:cNvPicPr>
            <a:picLocks noChangeAspect="1"/>
          </p:cNvPicPr>
          <p:nvPr/>
        </p:nvPicPr>
        <p:blipFill>
          <a:blip r:embed="rId16">
            <a:extLst>
              <a:ext uri="{28A0092B-C50C-407E-A947-70E740481C1C}">
                <a14:useLocalDpi xmlns:a14="http://schemas.microsoft.com/office/drawing/2010/main" val="0"/>
              </a:ext>
            </a:extLst>
          </a:blip>
          <a:stretch>
            <a:fillRect/>
          </a:stretch>
        </p:blipFill>
        <p:spPr>
          <a:xfrm>
            <a:off x="6921838" y="674943"/>
            <a:ext cx="378168" cy="368421"/>
          </a:xfrm>
          <a:prstGeom prst="rect">
            <a:avLst/>
          </a:prstGeom>
        </p:spPr>
      </p:pic>
      <p:sp>
        <p:nvSpPr>
          <p:cNvPr id="43" name="テキスト ボックス 42">
            <a:extLst>
              <a:ext uri="{FF2B5EF4-FFF2-40B4-BE49-F238E27FC236}">
                <a16:creationId xmlns:a16="http://schemas.microsoft.com/office/drawing/2014/main" id="{CEF20DB3-BA61-FD10-C3B9-B773113C5C1E}"/>
              </a:ext>
            </a:extLst>
          </p:cNvPr>
          <p:cNvSpPr txBox="1"/>
          <p:nvPr/>
        </p:nvSpPr>
        <p:spPr>
          <a:xfrm>
            <a:off x="9039338" y="3651102"/>
            <a:ext cx="1467068" cy="400110"/>
          </a:xfrm>
          <a:prstGeom prst="rect">
            <a:avLst/>
          </a:prstGeom>
          <a:noFill/>
        </p:spPr>
        <p:txBody>
          <a:bodyPr wrap="none" rtlCol="0">
            <a:spAutoFit/>
          </a:bodyPr>
          <a:lstStyle/>
          <a:p>
            <a:r>
              <a:rPr kumimoji="1" lang="en-US" altLang="ja-JP" sz="2000">
                <a:solidFill>
                  <a:schemeClr val="accent2">
                    <a:lumMod val="40000"/>
                    <a:lumOff val="60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DROP</a:t>
            </a:r>
            <a:r>
              <a:rPr kumimoji="1" lang="ja-JP" altLang="en-US" sz="20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kumimoji="1" lang="en-US" altLang="ja-JP" sz="20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a:t>
            </a:r>
            <a:r>
              <a:rPr kumimoji="1" lang="ja-JP" altLang="en-US" sz="20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a:t>
            </a:r>
            <a:endParaRPr lang="ja-JP" altLang="en-US" sz="20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45" name="テキスト ボックス 44">
            <a:extLst>
              <a:ext uri="{FF2B5EF4-FFF2-40B4-BE49-F238E27FC236}">
                <a16:creationId xmlns:a16="http://schemas.microsoft.com/office/drawing/2014/main" id="{FC103807-5843-C7D1-1A8E-6044909BD030}"/>
              </a:ext>
            </a:extLst>
          </p:cNvPr>
          <p:cNvSpPr txBox="1"/>
          <p:nvPr/>
        </p:nvSpPr>
        <p:spPr>
          <a:xfrm>
            <a:off x="7215440" y="699437"/>
            <a:ext cx="543739"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47" name="テキスト ボックス 46">
            <a:extLst>
              <a:ext uri="{FF2B5EF4-FFF2-40B4-BE49-F238E27FC236}">
                <a16:creationId xmlns:a16="http://schemas.microsoft.com/office/drawing/2014/main" id="{404E6907-B1CD-4BFC-2C84-D3702FCEE9F6}"/>
              </a:ext>
            </a:extLst>
          </p:cNvPr>
          <p:cNvSpPr txBox="1"/>
          <p:nvPr/>
        </p:nvSpPr>
        <p:spPr>
          <a:xfrm>
            <a:off x="8436155" y="699437"/>
            <a:ext cx="543739"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49" name="テキスト ボックス 48">
            <a:extLst>
              <a:ext uri="{FF2B5EF4-FFF2-40B4-BE49-F238E27FC236}">
                <a16:creationId xmlns:a16="http://schemas.microsoft.com/office/drawing/2014/main" id="{AC72D85B-5A1D-236B-705C-392E7B0ED86B}"/>
              </a:ext>
            </a:extLst>
          </p:cNvPr>
          <p:cNvSpPr txBox="1"/>
          <p:nvPr/>
        </p:nvSpPr>
        <p:spPr>
          <a:xfrm>
            <a:off x="9656870" y="699437"/>
            <a:ext cx="543739"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1" name="テキスト ボックス 50">
            <a:extLst>
              <a:ext uri="{FF2B5EF4-FFF2-40B4-BE49-F238E27FC236}">
                <a16:creationId xmlns:a16="http://schemas.microsoft.com/office/drawing/2014/main" id="{5AF5BFE8-4164-6D8B-BCEC-D1A537727A2D}"/>
              </a:ext>
            </a:extLst>
          </p:cNvPr>
          <p:cNvSpPr txBox="1"/>
          <p:nvPr/>
        </p:nvSpPr>
        <p:spPr>
          <a:xfrm>
            <a:off x="10877585" y="699437"/>
            <a:ext cx="543739"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pic>
        <p:nvPicPr>
          <p:cNvPr id="13" name="図 12">
            <a:extLst>
              <a:ext uri="{FF2B5EF4-FFF2-40B4-BE49-F238E27FC236}">
                <a16:creationId xmlns:a16="http://schemas.microsoft.com/office/drawing/2014/main" id="{2F366A9E-75D2-85E1-F3B9-62296D5F68A4}"/>
              </a:ext>
            </a:extLst>
          </p:cNvPr>
          <p:cNvPicPr>
            <a:picLocks noChangeAspect="1"/>
          </p:cNvPicPr>
          <p:nvPr/>
        </p:nvPicPr>
        <p:blipFill>
          <a:blip r:embed="rId6">
            <a:grayscl/>
            <a:extLst>
              <a:ext uri="{28A0092B-C50C-407E-A947-70E740481C1C}">
                <a14:useLocalDpi xmlns:a14="http://schemas.microsoft.com/office/drawing/2010/main" val="0"/>
              </a:ext>
            </a:extLst>
          </a:blip>
          <a:stretch>
            <a:fillRect/>
          </a:stretch>
        </p:blipFill>
        <p:spPr>
          <a:xfrm>
            <a:off x="8301947" y="3334189"/>
            <a:ext cx="521884" cy="710808"/>
          </a:xfrm>
          <a:prstGeom prst="rect">
            <a:avLst/>
          </a:prstGeom>
        </p:spPr>
      </p:pic>
    </p:spTree>
    <p:extLst>
      <p:ext uri="{BB962C8B-B14F-4D97-AF65-F5344CB8AC3E}">
        <p14:creationId xmlns:p14="http://schemas.microsoft.com/office/powerpoint/2010/main" val="277863375"/>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tx1">
                <a:lumMod val="85000"/>
                <a:lumOff val="15000"/>
              </a:schemeClr>
            </a:gs>
            <a:gs pos="23000">
              <a:schemeClr val="accent6">
                <a:lumMod val="89000"/>
              </a:schemeClr>
            </a:gs>
            <a:gs pos="69000">
              <a:schemeClr val="accent6">
                <a:lumMod val="75000"/>
              </a:schemeClr>
            </a:gs>
            <a:gs pos="97000">
              <a:schemeClr val="tx1">
                <a:lumMod val="85000"/>
                <a:lumOff val="15000"/>
              </a:schemeClr>
            </a:gs>
          </a:gsLst>
          <a:path path="circle">
            <a:fillToRect l="50000" t="50000" r="50000" b="50000"/>
          </a:path>
          <a:tileRect/>
        </a:gradFill>
        <a:effectLst/>
      </p:bgPr>
    </p:bg>
    <p:spTree>
      <p:nvGrpSpPr>
        <p:cNvPr id="1" name="">
          <a:extLst>
            <a:ext uri="{FF2B5EF4-FFF2-40B4-BE49-F238E27FC236}">
              <a16:creationId xmlns:a16="http://schemas.microsoft.com/office/drawing/2014/main" id="{7765B82C-3D71-0589-CF15-412645373E7B}"/>
            </a:ext>
          </a:extLst>
        </p:cNvPr>
        <p:cNvGrpSpPr/>
        <p:nvPr/>
      </p:nvGrpSpPr>
      <p:grpSpPr>
        <a:xfrm>
          <a:off x="0" y="0"/>
          <a:ext cx="0" cy="0"/>
          <a:chOff x="0" y="0"/>
          <a:chExt cx="0" cy="0"/>
        </a:xfrm>
      </p:grpSpPr>
      <p:sp>
        <p:nvSpPr>
          <p:cNvPr id="6" name="四角形: 角を丸くする 5">
            <a:extLst>
              <a:ext uri="{FF2B5EF4-FFF2-40B4-BE49-F238E27FC236}">
                <a16:creationId xmlns:a16="http://schemas.microsoft.com/office/drawing/2014/main" id="{30C1A278-90A1-23AB-CF8F-B287D5D63330}"/>
              </a:ext>
            </a:extLst>
          </p:cNvPr>
          <p:cNvSpPr/>
          <p:nvPr/>
        </p:nvSpPr>
        <p:spPr>
          <a:xfrm>
            <a:off x="6645728" y="445192"/>
            <a:ext cx="4960773" cy="5950564"/>
          </a:xfrm>
          <a:prstGeom prst="roundRect">
            <a:avLst>
              <a:gd name="adj" fmla="val 2570"/>
            </a:avLst>
          </a:prstGeom>
          <a:solidFill>
            <a:schemeClr val="tx1">
              <a:lumMod val="50000"/>
              <a:lumOff val="5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9" name="四角形: 角を丸くする 48">
            <a:extLst>
              <a:ext uri="{FF2B5EF4-FFF2-40B4-BE49-F238E27FC236}">
                <a16:creationId xmlns:a16="http://schemas.microsoft.com/office/drawing/2014/main" id="{078832FA-1D6D-EB85-F6D8-5ECB17BFDF89}"/>
              </a:ext>
            </a:extLst>
          </p:cNvPr>
          <p:cNvSpPr/>
          <p:nvPr/>
        </p:nvSpPr>
        <p:spPr>
          <a:xfrm>
            <a:off x="8413385" y="619038"/>
            <a:ext cx="1422938" cy="1458109"/>
          </a:xfrm>
          <a:prstGeom prst="roundRect">
            <a:avLst>
              <a:gd name="adj" fmla="val 4721"/>
            </a:avLst>
          </a:prstGeom>
          <a:solidFill>
            <a:schemeClr val="bg1">
              <a:lumMod val="6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0" name="四角形: 角を丸くする 49">
            <a:extLst>
              <a:ext uri="{FF2B5EF4-FFF2-40B4-BE49-F238E27FC236}">
                <a16:creationId xmlns:a16="http://schemas.microsoft.com/office/drawing/2014/main" id="{C1EFDA95-8060-1404-1226-F2ECD5EDECD8}"/>
              </a:ext>
            </a:extLst>
          </p:cNvPr>
          <p:cNvSpPr/>
          <p:nvPr/>
        </p:nvSpPr>
        <p:spPr>
          <a:xfrm>
            <a:off x="10013585" y="619038"/>
            <a:ext cx="1422938" cy="1458109"/>
          </a:xfrm>
          <a:prstGeom prst="roundRect">
            <a:avLst>
              <a:gd name="adj" fmla="val 4721"/>
            </a:avLst>
          </a:prstGeom>
          <a:solidFill>
            <a:schemeClr val="bg1">
              <a:lumMod val="6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1" name="フリーフォーム: 図形 50">
            <a:extLst>
              <a:ext uri="{FF2B5EF4-FFF2-40B4-BE49-F238E27FC236}">
                <a16:creationId xmlns:a16="http://schemas.microsoft.com/office/drawing/2014/main" id="{3B061424-BA82-0FB7-30F0-B582C71A60D9}"/>
              </a:ext>
            </a:extLst>
          </p:cNvPr>
          <p:cNvSpPr/>
          <p:nvPr/>
        </p:nvSpPr>
        <p:spPr>
          <a:xfrm>
            <a:off x="6822990" y="619039"/>
            <a:ext cx="4606243" cy="4732652"/>
          </a:xfrm>
          <a:custGeom>
            <a:avLst/>
            <a:gdLst>
              <a:gd name="csX0" fmla="*/ 67177 w 4606243"/>
              <a:gd name="csY0" fmla="*/ 0 h 4873817"/>
              <a:gd name="csX1" fmla="*/ 1355761 w 4606243"/>
              <a:gd name="csY1" fmla="*/ 0 h 4873817"/>
              <a:gd name="csX2" fmla="*/ 1422938 w 4606243"/>
              <a:gd name="csY2" fmla="*/ 67177 h 4873817"/>
              <a:gd name="csX3" fmla="*/ 1422938 w 4606243"/>
              <a:gd name="csY3" fmla="*/ 556787 h 4873817"/>
              <a:gd name="csX4" fmla="*/ 4402436 w 4606243"/>
              <a:gd name="csY4" fmla="*/ 556787 h 4873817"/>
              <a:gd name="csX5" fmla="*/ 4606243 w 4606243"/>
              <a:gd name="csY5" fmla="*/ 760594 h 4873817"/>
              <a:gd name="csX6" fmla="*/ 4606243 w 4606243"/>
              <a:gd name="csY6" fmla="*/ 4670010 h 4873817"/>
              <a:gd name="csX7" fmla="*/ 4402436 w 4606243"/>
              <a:gd name="csY7" fmla="*/ 4873817 h 4873817"/>
              <a:gd name="csX8" fmla="*/ 203807 w 4606243"/>
              <a:gd name="csY8" fmla="*/ 4873817 h 4873817"/>
              <a:gd name="csX9" fmla="*/ 0 w 4606243"/>
              <a:gd name="csY9" fmla="*/ 4670010 h 4873817"/>
              <a:gd name="csX10" fmla="*/ 0 w 4606243"/>
              <a:gd name="csY10" fmla="*/ 1390932 h 4873817"/>
              <a:gd name="csX11" fmla="*/ 0 w 4606243"/>
              <a:gd name="csY11" fmla="*/ 760594 h 4873817"/>
              <a:gd name="csX12" fmla="*/ 0 w 4606243"/>
              <a:gd name="csY12" fmla="*/ 67177 h 4873817"/>
              <a:gd name="csX13" fmla="*/ 67177 w 4606243"/>
              <a:gd name="csY13" fmla="*/ 0 h 4873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4606243" h="4873817">
                <a:moveTo>
                  <a:pt x="67177" y="0"/>
                </a:moveTo>
                <a:lnTo>
                  <a:pt x="1355761" y="0"/>
                </a:lnTo>
                <a:cubicBezTo>
                  <a:pt x="1392862" y="0"/>
                  <a:pt x="1422938" y="30076"/>
                  <a:pt x="1422938" y="67177"/>
                </a:cubicBezTo>
                <a:lnTo>
                  <a:pt x="1422938" y="556787"/>
                </a:lnTo>
                <a:lnTo>
                  <a:pt x="4402436" y="556787"/>
                </a:lnTo>
                <a:cubicBezTo>
                  <a:pt x="4514995" y="556787"/>
                  <a:pt x="4606243" y="648035"/>
                  <a:pt x="4606243" y="760594"/>
                </a:cubicBezTo>
                <a:lnTo>
                  <a:pt x="4606243" y="4670010"/>
                </a:lnTo>
                <a:cubicBezTo>
                  <a:pt x="4606243" y="4782569"/>
                  <a:pt x="4514995" y="4873817"/>
                  <a:pt x="4402436" y="4873817"/>
                </a:cubicBezTo>
                <a:lnTo>
                  <a:pt x="203807" y="4873817"/>
                </a:lnTo>
                <a:cubicBezTo>
                  <a:pt x="91248" y="4873817"/>
                  <a:pt x="0" y="4782569"/>
                  <a:pt x="0" y="4670010"/>
                </a:cubicBezTo>
                <a:lnTo>
                  <a:pt x="0" y="1390932"/>
                </a:lnTo>
                <a:lnTo>
                  <a:pt x="0" y="760594"/>
                </a:lnTo>
                <a:lnTo>
                  <a:pt x="0" y="67177"/>
                </a:lnTo>
                <a:cubicBezTo>
                  <a:pt x="0" y="30076"/>
                  <a:pt x="30076" y="0"/>
                  <a:pt x="67177" y="0"/>
                </a:cubicBezTo>
                <a:close/>
              </a:path>
            </a:pathLst>
          </a:custGeom>
          <a:solidFill>
            <a:schemeClr val="bg1">
              <a:lumMod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 name="四角形: 角を丸くする 8">
            <a:extLst>
              <a:ext uri="{FF2B5EF4-FFF2-40B4-BE49-F238E27FC236}">
                <a16:creationId xmlns:a16="http://schemas.microsoft.com/office/drawing/2014/main" id="{41DDDB10-0761-EB9C-A7A4-9C407B960303}"/>
              </a:ext>
            </a:extLst>
          </p:cNvPr>
          <p:cNvSpPr/>
          <p:nvPr/>
        </p:nvSpPr>
        <p:spPr>
          <a:xfrm>
            <a:off x="585498" y="445192"/>
            <a:ext cx="5710332" cy="5967615"/>
          </a:xfrm>
          <a:prstGeom prst="roundRect">
            <a:avLst>
              <a:gd name="adj" fmla="val 2174"/>
            </a:avLst>
          </a:prstGeom>
          <a:solidFill>
            <a:schemeClr val="accent6">
              <a:lumMod val="40000"/>
              <a:lumOff val="6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 name="テキスト ボックス 4">
            <a:extLst>
              <a:ext uri="{FF2B5EF4-FFF2-40B4-BE49-F238E27FC236}">
                <a16:creationId xmlns:a16="http://schemas.microsoft.com/office/drawing/2014/main" id="{DE020734-EEDA-7B08-E2E8-A04C9E40A2BA}"/>
              </a:ext>
            </a:extLst>
          </p:cNvPr>
          <p:cNvSpPr txBox="1"/>
          <p:nvPr/>
        </p:nvSpPr>
        <p:spPr>
          <a:xfrm>
            <a:off x="820249" y="529494"/>
            <a:ext cx="4685898" cy="646331"/>
          </a:xfrm>
          <a:prstGeom prst="rect">
            <a:avLst/>
          </a:prstGeom>
          <a:noFill/>
        </p:spPr>
        <p:txBody>
          <a:bodyPr wrap="none" rtlCol="0">
            <a:spAutoFit/>
          </a:bodyPr>
          <a:lstStyle/>
          <a:p>
            <a:r>
              <a:rPr lang="ja-JP" altLang="en-US" sz="3600" dirty="0">
                <a:solidFill>
                  <a:schemeClr val="tx1">
                    <a:lumMod val="75000"/>
                    <a:lumOff val="25000"/>
                  </a:schemeClr>
                </a:solidFill>
                <a:latin typeface="原稿用標準書体" panose="03000503000000000000" pitchFamily="66" charset="-128"/>
                <a:ea typeface="原稿用標準書体" panose="03000503000000000000" pitchFamily="66" charset="-128"/>
              </a:rPr>
              <a:t>前衛</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ATK+20%</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、注目度</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+4</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、回避率</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-20%</a:t>
            </a:r>
            <a:endParaRPr kumimoji="1" lang="ja-JP" altLang="en-US" sz="3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16" name="グループ化 15">
            <a:extLst>
              <a:ext uri="{FF2B5EF4-FFF2-40B4-BE49-F238E27FC236}">
                <a16:creationId xmlns:a16="http://schemas.microsoft.com/office/drawing/2014/main" id="{D5FB9625-207B-907A-1A8A-CDFAFAD46036}"/>
              </a:ext>
            </a:extLst>
          </p:cNvPr>
          <p:cNvGrpSpPr/>
          <p:nvPr/>
        </p:nvGrpSpPr>
        <p:grpSpPr>
          <a:xfrm>
            <a:off x="789688" y="1318039"/>
            <a:ext cx="5301952" cy="1230022"/>
            <a:chOff x="922576" y="2450171"/>
            <a:chExt cx="5301952" cy="1309138"/>
          </a:xfrm>
          <a:solidFill>
            <a:schemeClr val="tx1">
              <a:lumMod val="75000"/>
              <a:lumOff val="25000"/>
              <a:alpha val="85000"/>
            </a:schemeClr>
          </a:solidFill>
        </p:grpSpPr>
        <p:sp>
          <p:nvSpPr>
            <p:cNvPr id="12" name="四角形: 角を丸くする 11">
              <a:extLst>
                <a:ext uri="{FF2B5EF4-FFF2-40B4-BE49-F238E27FC236}">
                  <a16:creationId xmlns:a16="http://schemas.microsoft.com/office/drawing/2014/main" id="{45F2DB89-FA49-A160-02DF-B80FC4412609}"/>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3" name="四角形: 角を丸くする 12">
              <a:extLst>
                <a:ext uri="{FF2B5EF4-FFF2-40B4-BE49-F238E27FC236}">
                  <a16:creationId xmlns:a16="http://schemas.microsoft.com/office/drawing/2014/main" id="{7E2CCAE3-98C9-CFF1-5EB6-532A17076B7B}"/>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4" name="四角形: 角を丸くする 13">
              <a:extLst>
                <a:ext uri="{FF2B5EF4-FFF2-40B4-BE49-F238E27FC236}">
                  <a16:creationId xmlns:a16="http://schemas.microsoft.com/office/drawing/2014/main" id="{4662CCB6-42D9-CA3B-2434-8DB8B869E815}"/>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5" name="四角形: 角を丸くする 14">
              <a:extLst>
                <a:ext uri="{FF2B5EF4-FFF2-40B4-BE49-F238E27FC236}">
                  <a16:creationId xmlns:a16="http://schemas.microsoft.com/office/drawing/2014/main" id="{7F812A2D-C5E3-5D44-1710-45F5DD57B4A3}"/>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11" name="テキスト ボックス 10">
            <a:extLst>
              <a:ext uri="{FF2B5EF4-FFF2-40B4-BE49-F238E27FC236}">
                <a16:creationId xmlns:a16="http://schemas.microsoft.com/office/drawing/2014/main" id="{D3334D42-6CF1-2FF8-A1E7-4A7BEC4A620B}"/>
              </a:ext>
            </a:extLst>
          </p:cNvPr>
          <p:cNvSpPr txBox="1"/>
          <p:nvPr/>
        </p:nvSpPr>
        <p:spPr>
          <a:xfrm>
            <a:off x="820249" y="3523725"/>
            <a:ext cx="4685898" cy="646331"/>
          </a:xfrm>
          <a:prstGeom prst="rect">
            <a:avLst/>
          </a:prstGeom>
          <a:noFill/>
        </p:spPr>
        <p:txBody>
          <a:bodyPr wrap="none" rtlCol="0">
            <a:spAutoFit/>
          </a:bodyPr>
          <a:lstStyle/>
          <a:p>
            <a:r>
              <a:rPr lang="ja-JP" altLang="en-US" sz="3600" dirty="0">
                <a:solidFill>
                  <a:schemeClr val="bg1">
                    <a:lumMod val="95000"/>
                  </a:schemeClr>
                </a:solidFill>
                <a:latin typeface="原稿用標準書体" panose="03000503000000000000" pitchFamily="66" charset="-128"/>
                <a:ea typeface="原稿用標準書体" panose="03000503000000000000" pitchFamily="66" charset="-128"/>
              </a:rPr>
              <a:t>後衛</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：回避率</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+20%</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、注目度</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+1</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ATK-20%</a:t>
            </a:r>
            <a:endParaRPr kumimoji="1" lang="ja-JP" altLang="en-US" sz="36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19" name="グループ化 18">
            <a:extLst>
              <a:ext uri="{FF2B5EF4-FFF2-40B4-BE49-F238E27FC236}">
                <a16:creationId xmlns:a16="http://schemas.microsoft.com/office/drawing/2014/main" id="{044E2FCE-5FC8-C713-4466-23B178455B1A}"/>
              </a:ext>
            </a:extLst>
          </p:cNvPr>
          <p:cNvGrpSpPr/>
          <p:nvPr/>
        </p:nvGrpSpPr>
        <p:grpSpPr>
          <a:xfrm>
            <a:off x="789688" y="4320508"/>
            <a:ext cx="5301952" cy="1230022"/>
            <a:chOff x="922576" y="2450171"/>
            <a:chExt cx="5301952" cy="1309138"/>
          </a:xfrm>
          <a:solidFill>
            <a:schemeClr val="bg1">
              <a:lumMod val="85000"/>
              <a:alpha val="85000"/>
            </a:schemeClr>
          </a:solidFill>
        </p:grpSpPr>
        <p:sp>
          <p:nvSpPr>
            <p:cNvPr id="20" name="四角形: 角を丸くする 19">
              <a:extLst>
                <a:ext uri="{FF2B5EF4-FFF2-40B4-BE49-F238E27FC236}">
                  <a16:creationId xmlns:a16="http://schemas.microsoft.com/office/drawing/2014/main" id="{05DC43D0-DB65-D710-0D69-46F1C2CD2A74}"/>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1" name="四角形: 角を丸くする 20">
              <a:extLst>
                <a:ext uri="{FF2B5EF4-FFF2-40B4-BE49-F238E27FC236}">
                  <a16:creationId xmlns:a16="http://schemas.microsoft.com/office/drawing/2014/main" id="{2243FDD4-065F-9080-7CD0-4CE56950F481}"/>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2" name="四角形: 角を丸くする 21">
              <a:extLst>
                <a:ext uri="{FF2B5EF4-FFF2-40B4-BE49-F238E27FC236}">
                  <a16:creationId xmlns:a16="http://schemas.microsoft.com/office/drawing/2014/main" id="{FF20D2EF-A76C-CF54-C2F3-7686B40ACB20}"/>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3" name="四角形: 角を丸くする 22">
              <a:extLst>
                <a:ext uri="{FF2B5EF4-FFF2-40B4-BE49-F238E27FC236}">
                  <a16:creationId xmlns:a16="http://schemas.microsoft.com/office/drawing/2014/main" id="{EDE327E6-98F1-6902-B6B8-025C23B33160}"/>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cxnSp>
        <p:nvCxnSpPr>
          <p:cNvPr id="25" name="直線コネクタ 24">
            <a:extLst>
              <a:ext uri="{FF2B5EF4-FFF2-40B4-BE49-F238E27FC236}">
                <a16:creationId xmlns:a16="http://schemas.microsoft.com/office/drawing/2014/main" id="{D30D670F-5975-3BAD-7020-2EE6C39EC0AF}"/>
              </a:ext>
            </a:extLst>
          </p:cNvPr>
          <p:cNvCxnSpPr>
            <a:cxnSpLocks/>
          </p:cNvCxnSpPr>
          <p:nvPr/>
        </p:nvCxnSpPr>
        <p:spPr>
          <a:xfrm>
            <a:off x="759127" y="3428999"/>
            <a:ext cx="5363074" cy="0"/>
          </a:xfrm>
          <a:prstGeom prst="line">
            <a:avLst/>
          </a:prstGeom>
          <a:ln w="12700">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grpSp>
        <p:nvGrpSpPr>
          <p:cNvPr id="28" name="グループ化 27">
            <a:extLst>
              <a:ext uri="{FF2B5EF4-FFF2-40B4-BE49-F238E27FC236}">
                <a16:creationId xmlns:a16="http://schemas.microsoft.com/office/drawing/2014/main" id="{ABC42DF1-8039-5C63-40EC-881C32EFBAED}"/>
              </a:ext>
            </a:extLst>
          </p:cNvPr>
          <p:cNvGrpSpPr/>
          <p:nvPr/>
        </p:nvGrpSpPr>
        <p:grpSpPr>
          <a:xfrm>
            <a:off x="787120" y="2633455"/>
            <a:ext cx="5301952" cy="635908"/>
            <a:chOff x="922576" y="2450171"/>
            <a:chExt cx="5301952" cy="1309138"/>
          </a:xfrm>
          <a:solidFill>
            <a:schemeClr val="tx1">
              <a:lumMod val="75000"/>
              <a:lumOff val="25000"/>
              <a:alpha val="85000"/>
            </a:schemeClr>
          </a:solidFill>
        </p:grpSpPr>
        <p:sp>
          <p:nvSpPr>
            <p:cNvPr id="29" name="四角形: 角を丸くする 28">
              <a:extLst>
                <a:ext uri="{FF2B5EF4-FFF2-40B4-BE49-F238E27FC236}">
                  <a16:creationId xmlns:a16="http://schemas.microsoft.com/office/drawing/2014/main" id="{2E533103-D634-20BA-7F75-4440192FB9D3}"/>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0" name="四角形: 角を丸くする 29">
              <a:extLst>
                <a:ext uri="{FF2B5EF4-FFF2-40B4-BE49-F238E27FC236}">
                  <a16:creationId xmlns:a16="http://schemas.microsoft.com/office/drawing/2014/main" id="{6B08AE6D-00FB-5EF0-554C-895FEB8355DB}"/>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1" name="四角形: 角を丸くする 30">
              <a:extLst>
                <a:ext uri="{FF2B5EF4-FFF2-40B4-BE49-F238E27FC236}">
                  <a16:creationId xmlns:a16="http://schemas.microsoft.com/office/drawing/2014/main" id="{DEB26052-663A-AF8C-C194-D8B9C5F8C365}"/>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2" name="四角形: 角を丸くする 31">
              <a:extLst>
                <a:ext uri="{FF2B5EF4-FFF2-40B4-BE49-F238E27FC236}">
                  <a16:creationId xmlns:a16="http://schemas.microsoft.com/office/drawing/2014/main" id="{9050D7D2-0185-EA45-804F-5A042E374F30}"/>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33" name="グループ化 32">
            <a:extLst>
              <a:ext uri="{FF2B5EF4-FFF2-40B4-BE49-F238E27FC236}">
                <a16:creationId xmlns:a16="http://schemas.microsoft.com/office/drawing/2014/main" id="{42BE2C8D-CC1A-91F6-0BE2-319C77D22F83}"/>
              </a:ext>
            </a:extLst>
          </p:cNvPr>
          <p:cNvGrpSpPr/>
          <p:nvPr/>
        </p:nvGrpSpPr>
        <p:grpSpPr>
          <a:xfrm>
            <a:off x="787120" y="5645255"/>
            <a:ext cx="5301952" cy="635908"/>
            <a:chOff x="922576" y="2450171"/>
            <a:chExt cx="5301952" cy="1309138"/>
          </a:xfrm>
          <a:solidFill>
            <a:schemeClr val="bg1">
              <a:lumMod val="85000"/>
              <a:alpha val="85000"/>
            </a:schemeClr>
          </a:solidFill>
        </p:grpSpPr>
        <p:sp>
          <p:nvSpPr>
            <p:cNvPr id="34" name="四角形: 角を丸くする 33">
              <a:extLst>
                <a:ext uri="{FF2B5EF4-FFF2-40B4-BE49-F238E27FC236}">
                  <a16:creationId xmlns:a16="http://schemas.microsoft.com/office/drawing/2014/main" id="{0D754BD6-0344-D0C1-47C4-1E510C2A1BBE}"/>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5" name="四角形: 角を丸くする 34">
              <a:extLst>
                <a:ext uri="{FF2B5EF4-FFF2-40B4-BE49-F238E27FC236}">
                  <a16:creationId xmlns:a16="http://schemas.microsoft.com/office/drawing/2014/main" id="{8190BDE6-8DAF-E651-932D-52807EAB5858}"/>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6" name="四角形: 角を丸くする 35">
              <a:extLst>
                <a:ext uri="{FF2B5EF4-FFF2-40B4-BE49-F238E27FC236}">
                  <a16:creationId xmlns:a16="http://schemas.microsoft.com/office/drawing/2014/main" id="{F8E102B7-7D9B-716A-580C-91A036650C4A}"/>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7" name="四角形: 角を丸くする 36">
              <a:extLst>
                <a:ext uri="{FF2B5EF4-FFF2-40B4-BE49-F238E27FC236}">
                  <a16:creationId xmlns:a16="http://schemas.microsoft.com/office/drawing/2014/main" id="{454105EA-3168-954A-726B-6BA1C1DF737E}"/>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2" name="テキスト ボックス 1">
            <a:extLst>
              <a:ext uri="{FF2B5EF4-FFF2-40B4-BE49-F238E27FC236}">
                <a16:creationId xmlns:a16="http://schemas.microsoft.com/office/drawing/2014/main" id="{25B3086A-3786-7403-B85B-06EBB8DAD2A5}"/>
              </a:ext>
            </a:extLst>
          </p:cNvPr>
          <p:cNvSpPr txBox="1"/>
          <p:nvPr/>
        </p:nvSpPr>
        <p:spPr>
          <a:xfrm>
            <a:off x="7046965" y="688737"/>
            <a:ext cx="954108"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ゲート</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43" name="テキスト ボックス 42">
            <a:extLst>
              <a:ext uri="{FF2B5EF4-FFF2-40B4-BE49-F238E27FC236}">
                <a16:creationId xmlns:a16="http://schemas.microsoft.com/office/drawing/2014/main" id="{A7EDCF8A-211A-9EC2-5EBE-AED43C8CB958}"/>
              </a:ext>
            </a:extLst>
          </p:cNvPr>
          <p:cNvSpPr txBox="1"/>
          <p:nvPr/>
        </p:nvSpPr>
        <p:spPr>
          <a:xfrm>
            <a:off x="8647800" y="688737"/>
            <a:ext cx="954108"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44" name="テキスト ボックス 43">
            <a:extLst>
              <a:ext uri="{FF2B5EF4-FFF2-40B4-BE49-F238E27FC236}">
                <a16:creationId xmlns:a16="http://schemas.microsoft.com/office/drawing/2014/main" id="{2F8C0087-5144-B754-29FD-8E91EED83EFA}"/>
              </a:ext>
            </a:extLst>
          </p:cNvPr>
          <p:cNvSpPr txBox="1"/>
          <p:nvPr/>
        </p:nvSpPr>
        <p:spPr>
          <a:xfrm>
            <a:off x="10376241" y="688737"/>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60" name="グループ化 59">
            <a:extLst>
              <a:ext uri="{FF2B5EF4-FFF2-40B4-BE49-F238E27FC236}">
                <a16:creationId xmlns:a16="http://schemas.microsoft.com/office/drawing/2014/main" id="{1C25A6E0-27EA-9E6D-9854-267A8F40F067}"/>
              </a:ext>
            </a:extLst>
          </p:cNvPr>
          <p:cNvGrpSpPr/>
          <p:nvPr/>
        </p:nvGrpSpPr>
        <p:grpSpPr>
          <a:xfrm>
            <a:off x="1063119" y="2758022"/>
            <a:ext cx="4765774" cy="400110"/>
            <a:chOff x="1168089" y="2766548"/>
            <a:chExt cx="4765774" cy="400110"/>
          </a:xfrm>
        </p:grpSpPr>
        <p:sp>
          <p:nvSpPr>
            <p:cNvPr id="52" name="テキスト ボックス 51">
              <a:extLst>
                <a:ext uri="{FF2B5EF4-FFF2-40B4-BE49-F238E27FC236}">
                  <a16:creationId xmlns:a16="http://schemas.microsoft.com/office/drawing/2014/main" id="{96391C22-367F-3A44-74E8-CABFF9EAEC4B}"/>
                </a:ext>
              </a:extLst>
            </p:cNvPr>
            <p:cNvSpPr txBox="1"/>
            <p:nvPr/>
          </p:nvSpPr>
          <p:spPr>
            <a:xfrm>
              <a:off x="1168089"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3" name="テキスト ボックス 52">
              <a:extLst>
                <a:ext uri="{FF2B5EF4-FFF2-40B4-BE49-F238E27FC236}">
                  <a16:creationId xmlns:a16="http://schemas.microsoft.com/office/drawing/2014/main" id="{90BDD469-AB54-1EB9-E374-3D8D7BED4389}"/>
                </a:ext>
              </a:extLst>
            </p:cNvPr>
            <p:cNvSpPr txBox="1"/>
            <p:nvPr/>
          </p:nvSpPr>
          <p:spPr>
            <a:xfrm>
              <a:off x="2524138"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4" name="テキスト ボックス 53">
              <a:extLst>
                <a:ext uri="{FF2B5EF4-FFF2-40B4-BE49-F238E27FC236}">
                  <a16:creationId xmlns:a16="http://schemas.microsoft.com/office/drawing/2014/main" id="{F26FCA05-7287-2163-9105-D42333F1A5BE}"/>
                </a:ext>
              </a:extLst>
            </p:cNvPr>
            <p:cNvSpPr txBox="1"/>
            <p:nvPr/>
          </p:nvSpPr>
          <p:spPr>
            <a:xfrm>
              <a:off x="3880187"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5" name="テキスト ボックス 54">
              <a:extLst>
                <a:ext uri="{FF2B5EF4-FFF2-40B4-BE49-F238E27FC236}">
                  <a16:creationId xmlns:a16="http://schemas.microsoft.com/office/drawing/2014/main" id="{3489C8FD-3562-5CCD-260D-D665F64D4CF7}"/>
                </a:ext>
              </a:extLst>
            </p:cNvPr>
            <p:cNvSpPr txBox="1"/>
            <p:nvPr/>
          </p:nvSpPr>
          <p:spPr>
            <a:xfrm>
              <a:off x="5236236"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sp>
        <p:nvSpPr>
          <p:cNvPr id="56" name="テキスト ボックス 55">
            <a:extLst>
              <a:ext uri="{FF2B5EF4-FFF2-40B4-BE49-F238E27FC236}">
                <a16:creationId xmlns:a16="http://schemas.microsoft.com/office/drawing/2014/main" id="{69A60D6D-9135-46C9-368B-7F8BC9CA2865}"/>
              </a:ext>
            </a:extLst>
          </p:cNvPr>
          <p:cNvSpPr txBox="1"/>
          <p:nvPr/>
        </p:nvSpPr>
        <p:spPr>
          <a:xfrm>
            <a:off x="1063119"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57" name="テキスト ボックス 56">
            <a:extLst>
              <a:ext uri="{FF2B5EF4-FFF2-40B4-BE49-F238E27FC236}">
                <a16:creationId xmlns:a16="http://schemas.microsoft.com/office/drawing/2014/main" id="{FAD1EF39-2712-F76E-AA8D-F34B2E48D0DA}"/>
              </a:ext>
            </a:extLst>
          </p:cNvPr>
          <p:cNvSpPr txBox="1"/>
          <p:nvPr/>
        </p:nvSpPr>
        <p:spPr>
          <a:xfrm>
            <a:off x="2419168"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58" name="テキスト ボックス 57">
            <a:extLst>
              <a:ext uri="{FF2B5EF4-FFF2-40B4-BE49-F238E27FC236}">
                <a16:creationId xmlns:a16="http://schemas.microsoft.com/office/drawing/2014/main" id="{99C049FA-36DF-A110-125C-B59287B6359E}"/>
              </a:ext>
            </a:extLst>
          </p:cNvPr>
          <p:cNvSpPr txBox="1"/>
          <p:nvPr/>
        </p:nvSpPr>
        <p:spPr>
          <a:xfrm>
            <a:off x="3775217"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61" name="グループ化 60">
            <a:extLst>
              <a:ext uri="{FF2B5EF4-FFF2-40B4-BE49-F238E27FC236}">
                <a16:creationId xmlns:a16="http://schemas.microsoft.com/office/drawing/2014/main" id="{A632941C-E861-A506-FC2F-FB9F0E1B9569}"/>
              </a:ext>
            </a:extLst>
          </p:cNvPr>
          <p:cNvGrpSpPr/>
          <p:nvPr/>
        </p:nvGrpSpPr>
        <p:grpSpPr>
          <a:xfrm>
            <a:off x="929537" y="1713369"/>
            <a:ext cx="5022254" cy="400110"/>
            <a:chOff x="1039849" y="2766548"/>
            <a:chExt cx="5022254" cy="400110"/>
          </a:xfrm>
        </p:grpSpPr>
        <p:sp>
          <p:nvSpPr>
            <p:cNvPr id="62" name="テキスト ボックス 61">
              <a:extLst>
                <a:ext uri="{FF2B5EF4-FFF2-40B4-BE49-F238E27FC236}">
                  <a16:creationId xmlns:a16="http://schemas.microsoft.com/office/drawing/2014/main" id="{7507EE31-DA20-DB02-3061-95C1CDA00586}"/>
                </a:ext>
              </a:extLst>
            </p:cNvPr>
            <p:cNvSpPr txBox="1"/>
            <p:nvPr/>
          </p:nvSpPr>
          <p:spPr>
            <a:xfrm>
              <a:off x="1039849"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63" name="テキスト ボックス 62">
              <a:extLst>
                <a:ext uri="{FF2B5EF4-FFF2-40B4-BE49-F238E27FC236}">
                  <a16:creationId xmlns:a16="http://schemas.microsoft.com/office/drawing/2014/main" id="{152016CA-95DF-661A-3484-72C0CF3B0BF7}"/>
                </a:ext>
              </a:extLst>
            </p:cNvPr>
            <p:cNvSpPr txBox="1"/>
            <p:nvPr/>
          </p:nvSpPr>
          <p:spPr>
            <a:xfrm>
              <a:off x="2395898"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sp>
          <p:nvSpPr>
            <p:cNvPr id="64" name="テキスト ボックス 63">
              <a:extLst>
                <a:ext uri="{FF2B5EF4-FFF2-40B4-BE49-F238E27FC236}">
                  <a16:creationId xmlns:a16="http://schemas.microsoft.com/office/drawing/2014/main" id="{7D2598D6-C7D4-FAA0-0513-82E296C1D492}"/>
                </a:ext>
              </a:extLst>
            </p:cNvPr>
            <p:cNvSpPr txBox="1"/>
            <p:nvPr/>
          </p:nvSpPr>
          <p:spPr>
            <a:xfrm>
              <a:off x="3751947"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sp>
          <p:nvSpPr>
            <p:cNvPr id="65" name="テキスト ボックス 64">
              <a:extLst>
                <a:ext uri="{FF2B5EF4-FFF2-40B4-BE49-F238E27FC236}">
                  <a16:creationId xmlns:a16="http://schemas.microsoft.com/office/drawing/2014/main" id="{4A636038-B201-DB9E-0454-0656998668ED}"/>
                </a:ext>
              </a:extLst>
            </p:cNvPr>
            <p:cNvSpPr txBox="1"/>
            <p:nvPr/>
          </p:nvSpPr>
          <p:spPr>
            <a:xfrm>
              <a:off x="5107996"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nvGrpSpPr>
          <p:cNvPr id="66" name="グループ化 65">
            <a:extLst>
              <a:ext uri="{FF2B5EF4-FFF2-40B4-BE49-F238E27FC236}">
                <a16:creationId xmlns:a16="http://schemas.microsoft.com/office/drawing/2014/main" id="{3EA6ED9C-EF7D-2F49-F0BC-D92F52B31422}"/>
              </a:ext>
            </a:extLst>
          </p:cNvPr>
          <p:cNvGrpSpPr/>
          <p:nvPr/>
        </p:nvGrpSpPr>
        <p:grpSpPr>
          <a:xfrm>
            <a:off x="895727" y="4764316"/>
            <a:ext cx="4637566" cy="400110"/>
            <a:chOff x="1039849" y="2766548"/>
            <a:chExt cx="4637566" cy="400110"/>
          </a:xfrm>
        </p:grpSpPr>
        <p:sp>
          <p:nvSpPr>
            <p:cNvPr id="67" name="テキスト ボックス 66">
              <a:extLst>
                <a:ext uri="{FF2B5EF4-FFF2-40B4-BE49-F238E27FC236}">
                  <a16:creationId xmlns:a16="http://schemas.microsoft.com/office/drawing/2014/main" id="{04179FBA-2C68-917E-7AF7-768358E6CCF6}"/>
                </a:ext>
              </a:extLst>
            </p:cNvPr>
            <p:cNvSpPr txBox="1"/>
            <p:nvPr/>
          </p:nvSpPr>
          <p:spPr>
            <a:xfrm>
              <a:off x="1039849" y="2766548"/>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68" name="テキスト ボックス 67">
              <a:extLst>
                <a:ext uri="{FF2B5EF4-FFF2-40B4-BE49-F238E27FC236}">
                  <a16:creationId xmlns:a16="http://schemas.microsoft.com/office/drawing/2014/main" id="{0CD0BD3C-8A96-2C87-67E2-5698FC6B3D68}"/>
                </a:ext>
              </a:extLst>
            </p:cNvPr>
            <p:cNvSpPr txBox="1"/>
            <p:nvPr/>
          </p:nvSpPr>
          <p:spPr>
            <a:xfrm>
              <a:off x="2395898" y="2766548"/>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sp>
          <p:nvSpPr>
            <p:cNvPr id="69" name="テキスト ボックス 68">
              <a:extLst>
                <a:ext uri="{FF2B5EF4-FFF2-40B4-BE49-F238E27FC236}">
                  <a16:creationId xmlns:a16="http://schemas.microsoft.com/office/drawing/2014/main" id="{246BA99D-FAC7-97BD-A1C3-F31110CDB583}"/>
                </a:ext>
              </a:extLst>
            </p:cNvPr>
            <p:cNvSpPr txBox="1"/>
            <p:nvPr/>
          </p:nvSpPr>
          <p:spPr>
            <a:xfrm>
              <a:off x="3751947" y="2766548"/>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sp>
          <p:nvSpPr>
            <p:cNvPr id="70" name="テキスト ボックス 69">
              <a:extLst>
                <a:ext uri="{FF2B5EF4-FFF2-40B4-BE49-F238E27FC236}">
                  <a16:creationId xmlns:a16="http://schemas.microsoft.com/office/drawing/2014/main" id="{57D308F1-C034-97AC-0CCA-27D76E99BD25}"/>
                </a:ext>
              </a:extLst>
            </p:cNvPr>
            <p:cNvSpPr txBox="1"/>
            <p:nvPr/>
          </p:nvSpPr>
          <p:spPr>
            <a:xfrm>
              <a:off x="5492684" y="2766548"/>
              <a:ext cx="184731" cy="400110"/>
            </a:xfrm>
            <a:prstGeom prst="rect">
              <a:avLst/>
            </a:prstGeom>
            <a:noFill/>
          </p:spPr>
          <p:txBody>
            <a:bodyPr wrap="none" rtlCol="0">
              <a:spAutoFit/>
            </a:bodyPr>
            <a:lstStyle/>
            <a:p>
              <a:pPr algn="ctr"/>
              <a:endPar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73" name="四角形: 角を丸くする 72">
            <a:extLst>
              <a:ext uri="{FF2B5EF4-FFF2-40B4-BE49-F238E27FC236}">
                <a16:creationId xmlns:a16="http://schemas.microsoft.com/office/drawing/2014/main" id="{877F289B-8AE6-14DF-29AF-49EDE4D17824}"/>
              </a:ext>
            </a:extLst>
          </p:cNvPr>
          <p:cNvSpPr/>
          <p:nvPr/>
        </p:nvSpPr>
        <p:spPr>
          <a:xfrm>
            <a:off x="6995131" y="1366108"/>
            <a:ext cx="4259444" cy="1937731"/>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2" name="テキスト ボックス 71">
            <a:extLst>
              <a:ext uri="{FF2B5EF4-FFF2-40B4-BE49-F238E27FC236}">
                <a16:creationId xmlns:a16="http://schemas.microsoft.com/office/drawing/2014/main" id="{9963962B-B165-0D14-0A3D-6D0FAFBF8ED5}"/>
              </a:ext>
            </a:extLst>
          </p:cNvPr>
          <p:cNvSpPr txBox="1"/>
          <p:nvPr/>
        </p:nvSpPr>
        <p:spPr>
          <a:xfrm>
            <a:off x="8006599" y="1489258"/>
            <a:ext cx="2236510"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ゲートアビリティ</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77" name="四角形: 角を丸くする 76">
            <a:extLst>
              <a:ext uri="{FF2B5EF4-FFF2-40B4-BE49-F238E27FC236}">
                <a16:creationId xmlns:a16="http://schemas.microsoft.com/office/drawing/2014/main" id="{DD82E011-2379-B9D5-DD38-D09CF69004BD}"/>
              </a:ext>
            </a:extLst>
          </p:cNvPr>
          <p:cNvSpPr/>
          <p:nvPr/>
        </p:nvSpPr>
        <p:spPr>
          <a:xfrm>
            <a:off x="6995132" y="3374433"/>
            <a:ext cx="2090552" cy="1789993"/>
          </a:xfrm>
          <a:prstGeom prst="roundRect">
            <a:avLst>
              <a:gd name="adj" fmla="val 6896"/>
            </a:avLst>
          </a:prstGeom>
          <a:solidFill>
            <a:schemeClr val="accent6">
              <a:lumMod val="60000"/>
              <a:lumOff val="40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1" name="テキスト ボックス 70">
            <a:extLst>
              <a:ext uri="{FF2B5EF4-FFF2-40B4-BE49-F238E27FC236}">
                <a16:creationId xmlns:a16="http://schemas.microsoft.com/office/drawing/2014/main" id="{B0CC81F6-A281-3C68-656A-11BBDECDC86F}"/>
              </a:ext>
            </a:extLst>
          </p:cNvPr>
          <p:cNvSpPr txBox="1"/>
          <p:nvPr/>
        </p:nvSpPr>
        <p:spPr>
          <a:xfrm>
            <a:off x="7306874" y="3520465"/>
            <a:ext cx="1467068"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総ノード数</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74" name="テキスト ボックス 73">
            <a:extLst>
              <a:ext uri="{FF2B5EF4-FFF2-40B4-BE49-F238E27FC236}">
                <a16:creationId xmlns:a16="http://schemas.microsoft.com/office/drawing/2014/main" id="{2E910E65-313C-FBA3-E04A-685DF601013C}"/>
              </a:ext>
            </a:extLst>
          </p:cNvPr>
          <p:cNvSpPr txBox="1"/>
          <p:nvPr/>
        </p:nvSpPr>
        <p:spPr>
          <a:xfrm>
            <a:off x="7563354" y="3970342"/>
            <a:ext cx="954107" cy="1015663"/>
          </a:xfrm>
          <a:prstGeom prst="rect">
            <a:avLst/>
          </a:prstGeom>
          <a:noFill/>
        </p:spPr>
        <p:txBody>
          <a:bodyPr wrap="none" rtlCol="0">
            <a:spAutoFit/>
          </a:bodyPr>
          <a:lstStyle/>
          <a:p>
            <a:pPr algn="ctr"/>
            <a:r>
              <a:rPr lang="en-US" altLang="ja-JP" sz="6000" dirty="0">
                <a:solidFill>
                  <a:schemeClr val="tx1">
                    <a:lumMod val="75000"/>
                    <a:lumOff val="25000"/>
                  </a:schemeClr>
                </a:solidFill>
                <a:latin typeface="原稿用標準書体" panose="03000503000000000000" pitchFamily="66" charset="-128"/>
                <a:ea typeface="原稿用標準書体" panose="03000503000000000000" pitchFamily="66" charset="-128"/>
              </a:rPr>
              <a:t>00</a:t>
            </a:r>
            <a:endParaRPr kumimoji="1" lang="ja-JP" altLang="en-US" sz="6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81" name="四角形: 角を丸くする 80">
            <a:extLst>
              <a:ext uri="{FF2B5EF4-FFF2-40B4-BE49-F238E27FC236}">
                <a16:creationId xmlns:a16="http://schemas.microsoft.com/office/drawing/2014/main" id="{869F0BD7-2116-7994-0C63-29683DE44573}"/>
              </a:ext>
            </a:extLst>
          </p:cNvPr>
          <p:cNvSpPr/>
          <p:nvPr/>
        </p:nvSpPr>
        <p:spPr>
          <a:xfrm>
            <a:off x="9164023" y="3374433"/>
            <a:ext cx="2090552" cy="1789993"/>
          </a:xfrm>
          <a:prstGeom prst="roundRect">
            <a:avLst>
              <a:gd name="adj" fmla="val 6896"/>
            </a:avLst>
          </a:prstGeom>
          <a:solidFill>
            <a:schemeClr val="accent6">
              <a:lumMod val="60000"/>
              <a:lumOff val="40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3" name="テキスト ボックス 82">
            <a:extLst>
              <a:ext uri="{FF2B5EF4-FFF2-40B4-BE49-F238E27FC236}">
                <a16:creationId xmlns:a16="http://schemas.microsoft.com/office/drawing/2014/main" id="{F26CCCF5-DC52-7955-971C-B7F4E3B57EA9}"/>
              </a:ext>
            </a:extLst>
          </p:cNvPr>
          <p:cNvSpPr txBox="1"/>
          <p:nvPr/>
        </p:nvSpPr>
        <p:spPr>
          <a:xfrm>
            <a:off x="7236355" y="2453991"/>
            <a:ext cx="3877985" cy="646331"/>
          </a:xfrm>
          <a:prstGeom prst="rect">
            <a:avLst/>
          </a:prstGeom>
          <a:noFill/>
        </p:spPr>
        <p:txBody>
          <a:bodyPr wrap="none" rtlCol="0">
            <a:spAutoFit/>
          </a:bodyPr>
          <a:lstStyle/>
          <a:p>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全ての剛属性キャラクターは</a:t>
            </a:r>
            <a:b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b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与ダメージ＆被ダメージが</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20</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％上昇</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84" name="テキスト ボックス 83">
            <a:extLst>
              <a:ext uri="{FF2B5EF4-FFF2-40B4-BE49-F238E27FC236}">
                <a16:creationId xmlns:a16="http://schemas.microsoft.com/office/drawing/2014/main" id="{EFF324A3-6A74-28E7-2F11-7E2E9D43A60A}"/>
              </a:ext>
            </a:extLst>
          </p:cNvPr>
          <p:cNvSpPr txBox="1"/>
          <p:nvPr/>
        </p:nvSpPr>
        <p:spPr>
          <a:xfrm>
            <a:off x="7994474" y="1913465"/>
            <a:ext cx="2339102" cy="523220"/>
          </a:xfrm>
          <a:prstGeom prst="rect">
            <a:avLst/>
          </a:prstGeom>
          <a:noFill/>
        </p:spPr>
        <p:txBody>
          <a:bodyPr wrap="none" rtlCol="0">
            <a:spAutoFit/>
          </a:bodyPr>
          <a:lstStyle/>
          <a:p>
            <a:pPr algn="ctr"/>
            <a:r>
              <a:rPr lang="ja-JP" altLang="en-US" sz="2800" dirty="0">
                <a:solidFill>
                  <a:schemeClr val="accent6">
                    <a:lumMod val="60000"/>
                    <a:lumOff val="40000"/>
                  </a:schemeClr>
                </a:solidFill>
                <a:latin typeface="原稿用標準書体" panose="03000503000000000000" pitchFamily="66" charset="-128"/>
                <a:ea typeface="原稿用標準書体" panose="03000503000000000000" pitchFamily="66" charset="-128"/>
              </a:rPr>
              <a:t>アビリティ名</a:t>
            </a:r>
            <a:endParaRPr kumimoji="1" lang="ja-JP" altLang="en-US" sz="2800" dirty="0">
              <a:solidFill>
                <a:schemeClr val="accent6">
                  <a:lumMod val="60000"/>
                  <a:lumOff val="40000"/>
                </a:schemeClr>
              </a:solidFill>
              <a:latin typeface="原稿用標準書体" panose="03000503000000000000" pitchFamily="66" charset="-128"/>
              <a:ea typeface="原稿用標準書体" panose="03000503000000000000" pitchFamily="66" charset="-128"/>
            </a:endParaRPr>
          </a:p>
        </p:txBody>
      </p:sp>
      <p:grpSp>
        <p:nvGrpSpPr>
          <p:cNvPr id="39" name="グループ化 38">
            <a:extLst>
              <a:ext uri="{FF2B5EF4-FFF2-40B4-BE49-F238E27FC236}">
                <a16:creationId xmlns:a16="http://schemas.microsoft.com/office/drawing/2014/main" id="{5483DF7A-DEC7-9575-C90E-3769C2798768}"/>
              </a:ext>
            </a:extLst>
          </p:cNvPr>
          <p:cNvGrpSpPr/>
          <p:nvPr/>
        </p:nvGrpSpPr>
        <p:grpSpPr>
          <a:xfrm>
            <a:off x="9732245" y="3520465"/>
            <a:ext cx="954109" cy="1465540"/>
            <a:chOff x="7715754" y="3672865"/>
            <a:chExt cx="954109" cy="1465540"/>
          </a:xfrm>
        </p:grpSpPr>
        <p:sp>
          <p:nvSpPr>
            <p:cNvPr id="10" name="テキスト ボックス 9">
              <a:extLst>
                <a:ext uri="{FF2B5EF4-FFF2-40B4-BE49-F238E27FC236}">
                  <a16:creationId xmlns:a16="http://schemas.microsoft.com/office/drawing/2014/main" id="{01BFDACF-991D-D24F-AED1-095EC1E157DF}"/>
                </a:ext>
              </a:extLst>
            </p:cNvPr>
            <p:cNvSpPr txBox="1"/>
            <p:nvPr/>
          </p:nvSpPr>
          <p:spPr>
            <a:xfrm>
              <a:off x="7715756" y="3672865"/>
              <a:ext cx="954107" cy="400110"/>
            </a:xfrm>
            <a:prstGeom prst="rect">
              <a:avLst/>
            </a:prstGeom>
            <a:noFill/>
          </p:spPr>
          <p:txBody>
            <a:bodyPr wrap="none" rtlCol="0">
              <a:spAutoFit/>
            </a:bodyPr>
            <a:lstStyle/>
            <a:p>
              <a:pPr algn="ctr"/>
              <a:r>
                <a:rPr lang="ja-JP" altLang="en-US" sz="2000">
                  <a:solidFill>
                    <a:schemeClr val="tx1">
                      <a:lumMod val="75000"/>
                      <a:lumOff val="25000"/>
                    </a:schemeClr>
                  </a:solidFill>
                  <a:latin typeface="原稿用標準書体" panose="03000503000000000000" pitchFamily="66" charset="-128"/>
                  <a:ea typeface="原稿用標準書体" panose="03000503000000000000" pitchFamily="66" charset="-128"/>
                </a:rPr>
                <a:t>難易度</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26" name="テキスト ボックス 25">
              <a:extLst>
                <a:ext uri="{FF2B5EF4-FFF2-40B4-BE49-F238E27FC236}">
                  <a16:creationId xmlns:a16="http://schemas.microsoft.com/office/drawing/2014/main" id="{7AAA0641-EEFC-1510-E189-0D248E97C858}"/>
                </a:ext>
              </a:extLst>
            </p:cNvPr>
            <p:cNvSpPr txBox="1"/>
            <p:nvPr/>
          </p:nvSpPr>
          <p:spPr>
            <a:xfrm>
              <a:off x="7715754" y="4122742"/>
              <a:ext cx="954107" cy="1015663"/>
            </a:xfrm>
            <a:prstGeom prst="rect">
              <a:avLst/>
            </a:prstGeom>
            <a:noFill/>
          </p:spPr>
          <p:txBody>
            <a:bodyPr wrap="none" rtlCol="0">
              <a:spAutoFit/>
            </a:bodyPr>
            <a:lstStyle/>
            <a:p>
              <a:pPr algn="ctr"/>
              <a:r>
                <a:rPr lang="ja-JP" altLang="en-US" sz="6000">
                  <a:solidFill>
                    <a:schemeClr val="tx1">
                      <a:lumMod val="75000"/>
                      <a:lumOff val="25000"/>
                    </a:schemeClr>
                  </a:solidFill>
                  <a:latin typeface="原稿用標準書体" panose="03000503000000000000" pitchFamily="66" charset="-128"/>
                  <a:ea typeface="原稿用標準書体" panose="03000503000000000000" pitchFamily="66" charset="-128"/>
                </a:rPr>
                <a:t>高</a:t>
              </a:r>
              <a:endParaRPr kumimoji="1" lang="ja-JP" altLang="en-US" sz="6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grpSp>
        <p:nvGrpSpPr>
          <p:cNvPr id="3" name="グループ化 2">
            <a:extLst>
              <a:ext uri="{FF2B5EF4-FFF2-40B4-BE49-F238E27FC236}">
                <a16:creationId xmlns:a16="http://schemas.microsoft.com/office/drawing/2014/main" id="{871C7706-D634-9FE4-16CA-9F6F78CF96E7}"/>
              </a:ext>
            </a:extLst>
          </p:cNvPr>
          <p:cNvGrpSpPr/>
          <p:nvPr/>
        </p:nvGrpSpPr>
        <p:grpSpPr>
          <a:xfrm>
            <a:off x="6847854" y="5498744"/>
            <a:ext cx="4556517" cy="732910"/>
            <a:chOff x="6847854" y="5498744"/>
            <a:chExt cx="4556517" cy="732910"/>
          </a:xfrm>
        </p:grpSpPr>
        <p:sp>
          <p:nvSpPr>
            <p:cNvPr id="4" name="矢印: 五方向 3">
              <a:extLst>
                <a:ext uri="{FF2B5EF4-FFF2-40B4-BE49-F238E27FC236}">
                  <a16:creationId xmlns:a16="http://schemas.microsoft.com/office/drawing/2014/main" id="{48176EA9-EAD4-1E24-B4A4-8A555B990FDC}"/>
                </a:ext>
              </a:extLst>
            </p:cNvPr>
            <p:cNvSpPr/>
            <p:nvPr/>
          </p:nvSpPr>
          <p:spPr>
            <a:xfrm>
              <a:off x="9327302" y="5507053"/>
              <a:ext cx="2077069" cy="710476"/>
            </a:xfrm>
            <a:prstGeom prst="homePlate">
              <a:avLst/>
            </a:prstGeom>
            <a:solidFill>
              <a:srgbClr val="FF00FF">
                <a:alpha val="6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latin typeface="原稿用標準書体" panose="03000503000000000000" pitchFamily="66" charset="-128"/>
                <a:ea typeface="原稿用標準書体" panose="03000503000000000000" pitchFamily="66" charset="-128"/>
              </a:endParaRPr>
            </a:p>
          </p:txBody>
        </p:sp>
        <p:sp>
          <p:nvSpPr>
            <p:cNvPr id="7" name="矢印: 五方向 6">
              <a:extLst>
                <a:ext uri="{FF2B5EF4-FFF2-40B4-BE49-F238E27FC236}">
                  <a16:creationId xmlns:a16="http://schemas.microsoft.com/office/drawing/2014/main" id="{41FB8D41-AE2F-3D15-E3C9-B36ABEAAC981}"/>
                </a:ext>
              </a:extLst>
            </p:cNvPr>
            <p:cNvSpPr/>
            <p:nvPr/>
          </p:nvSpPr>
          <p:spPr>
            <a:xfrm flipH="1">
              <a:off x="6847854" y="5507053"/>
              <a:ext cx="2077070" cy="710476"/>
            </a:xfrm>
            <a:prstGeom prst="homePlate">
              <a:avLst/>
            </a:prstGeom>
            <a:solidFill>
              <a:schemeClr val="tx1">
                <a:lumMod val="95000"/>
                <a:lumOff val="5000"/>
                <a:alpha val="6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latin typeface="原稿用標準書体" panose="03000503000000000000" pitchFamily="66" charset="-128"/>
                <a:ea typeface="原稿用標準書体" panose="03000503000000000000" pitchFamily="66" charset="-128"/>
              </a:endParaRPr>
            </a:p>
          </p:txBody>
        </p:sp>
        <p:grpSp>
          <p:nvGrpSpPr>
            <p:cNvPr id="8" name="グループ化 7">
              <a:extLst>
                <a:ext uri="{FF2B5EF4-FFF2-40B4-BE49-F238E27FC236}">
                  <a16:creationId xmlns:a16="http://schemas.microsoft.com/office/drawing/2014/main" id="{15C38519-A51D-CDB0-32BF-905859E57821}"/>
                </a:ext>
              </a:extLst>
            </p:cNvPr>
            <p:cNvGrpSpPr/>
            <p:nvPr/>
          </p:nvGrpSpPr>
          <p:grpSpPr>
            <a:xfrm>
              <a:off x="6901145" y="5498744"/>
              <a:ext cx="1645326" cy="732910"/>
              <a:chOff x="163586" y="134635"/>
              <a:chExt cx="3134182" cy="1396119"/>
            </a:xfrm>
          </p:grpSpPr>
          <p:sp>
            <p:nvSpPr>
              <p:cNvPr id="24" name="テキスト ボックス 23">
                <a:extLst>
                  <a:ext uri="{FF2B5EF4-FFF2-40B4-BE49-F238E27FC236}">
                    <a16:creationId xmlns:a16="http://schemas.microsoft.com/office/drawing/2014/main" id="{662700C5-2AFE-A9DD-085C-E8962FC5352C}"/>
                  </a:ext>
                </a:extLst>
              </p:cNvPr>
              <p:cNvSpPr txBox="1"/>
              <p:nvPr/>
            </p:nvSpPr>
            <p:spPr>
              <a:xfrm>
                <a:off x="2066572" y="480925"/>
                <a:ext cx="1231196" cy="703540"/>
              </a:xfrm>
              <a:prstGeom prst="rect">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戻る</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27" name="グループ化 26">
                <a:extLst>
                  <a:ext uri="{FF2B5EF4-FFF2-40B4-BE49-F238E27FC236}">
                    <a16:creationId xmlns:a16="http://schemas.microsoft.com/office/drawing/2014/main" id="{00AEB83D-82AE-ECA0-B0A4-442AC5BAE557}"/>
                  </a:ext>
                </a:extLst>
              </p:cNvPr>
              <p:cNvGrpSpPr/>
              <p:nvPr/>
            </p:nvGrpSpPr>
            <p:grpSpPr>
              <a:xfrm>
                <a:off x="163586" y="134635"/>
                <a:ext cx="1975684" cy="1396119"/>
                <a:chOff x="163586" y="134635"/>
                <a:chExt cx="1975684" cy="1396119"/>
              </a:xfrm>
            </p:grpSpPr>
            <p:grpSp>
              <p:nvGrpSpPr>
                <p:cNvPr id="38" name="グループ化 37">
                  <a:extLst>
                    <a:ext uri="{FF2B5EF4-FFF2-40B4-BE49-F238E27FC236}">
                      <a16:creationId xmlns:a16="http://schemas.microsoft.com/office/drawing/2014/main" id="{4577EBC9-75E4-797C-B206-77CB1F7CC9BF}"/>
                    </a:ext>
                  </a:extLst>
                </p:cNvPr>
                <p:cNvGrpSpPr/>
                <p:nvPr/>
              </p:nvGrpSpPr>
              <p:grpSpPr>
                <a:xfrm>
                  <a:off x="163586" y="134635"/>
                  <a:ext cx="1975684" cy="1396119"/>
                  <a:chOff x="163586" y="134635"/>
                  <a:chExt cx="1975684" cy="1396119"/>
                </a:xfrm>
              </p:grpSpPr>
              <p:pic>
                <p:nvPicPr>
                  <p:cNvPr id="41" name="図 40">
                    <a:extLst>
                      <a:ext uri="{FF2B5EF4-FFF2-40B4-BE49-F238E27FC236}">
                        <a16:creationId xmlns:a16="http://schemas.microsoft.com/office/drawing/2014/main" id="{08E0DFCA-C9D2-C528-BBD7-4BAB171DA2B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42" name="楕円 41">
                    <a:extLst>
                      <a:ext uri="{FF2B5EF4-FFF2-40B4-BE49-F238E27FC236}">
                        <a16:creationId xmlns:a16="http://schemas.microsoft.com/office/drawing/2014/main" id="{1DC9DFAB-39C3-1EAF-67A1-627357D56408}"/>
                      </a:ext>
                    </a:extLst>
                  </p:cNvPr>
                  <p:cNvSpPr/>
                  <p:nvPr/>
                </p:nvSpPr>
                <p:spPr>
                  <a:xfrm>
                    <a:off x="836705" y="560292"/>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40" name="図 39">
                  <a:extLst>
                    <a:ext uri="{FF2B5EF4-FFF2-40B4-BE49-F238E27FC236}">
                      <a16:creationId xmlns:a16="http://schemas.microsoft.com/office/drawing/2014/main" id="{9FFAB4EE-D14C-E7A6-F7BC-228F4AF5F0A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sp>
          <p:nvSpPr>
            <p:cNvPr id="17" name="テキスト ボックス 16">
              <a:extLst>
                <a:ext uri="{FF2B5EF4-FFF2-40B4-BE49-F238E27FC236}">
                  <a16:creationId xmlns:a16="http://schemas.microsoft.com/office/drawing/2014/main" id="{955FF46F-241D-FDE3-5519-B9C2D0ECD3D1}"/>
                </a:ext>
              </a:extLst>
            </p:cNvPr>
            <p:cNvSpPr txBox="1"/>
            <p:nvPr/>
          </p:nvSpPr>
          <p:spPr>
            <a:xfrm>
              <a:off x="9503466" y="5680533"/>
              <a:ext cx="1338828" cy="369332"/>
            </a:xfrm>
            <a:prstGeom prst="rect">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ゲート進入</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8" name="二等辺三角形 17">
              <a:extLst>
                <a:ext uri="{FF2B5EF4-FFF2-40B4-BE49-F238E27FC236}">
                  <a16:creationId xmlns:a16="http://schemas.microsoft.com/office/drawing/2014/main" id="{F59D751D-92D9-B553-E6DE-F0B6ADA20981}"/>
                </a:ext>
              </a:extLst>
            </p:cNvPr>
            <p:cNvSpPr/>
            <p:nvPr/>
          </p:nvSpPr>
          <p:spPr>
            <a:xfrm rot="5400000">
              <a:off x="10948049" y="5733145"/>
              <a:ext cx="299620" cy="258293"/>
            </a:xfrm>
            <a:prstGeom prst="triangl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Tree>
    <p:extLst>
      <p:ext uri="{BB962C8B-B14F-4D97-AF65-F5344CB8AC3E}">
        <p14:creationId xmlns:p14="http://schemas.microsoft.com/office/powerpoint/2010/main" val="814300579"/>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gradFill>
          <a:gsLst>
            <a:gs pos="0">
              <a:schemeClr val="tx1">
                <a:lumMod val="85000"/>
                <a:lumOff val="15000"/>
              </a:schemeClr>
            </a:gs>
            <a:gs pos="23000">
              <a:schemeClr val="accent6">
                <a:lumMod val="89000"/>
              </a:schemeClr>
            </a:gs>
            <a:gs pos="69000">
              <a:schemeClr val="accent6">
                <a:lumMod val="75000"/>
              </a:schemeClr>
            </a:gs>
            <a:gs pos="97000">
              <a:schemeClr val="tx1">
                <a:lumMod val="85000"/>
                <a:lumOff val="15000"/>
              </a:schemeClr>
            </a:gs>
          </a:gsLst>
          <a:path path="circle">
            <a:fillToRect l="50000" t="50000" r="50000" b="50000"/>
          </a:path>
        </a:gradFill>
        <a:effectLst/>
      </p:bgPr>
    </p:bg>
    <p:spTree>
      <p:nvGrpSpPr>
        <p:cNvPr id="1" name="">
          <a:extLst>
            <a:ext uri="{FF2B5EF4-FFF2-40B4-BE49-F238E27FC236}">
              <a16:creationId xmlns:a16="http://schemas.microsoft.com/office/drawing/2014/main" id="{51F1E1B6-EAD1-B58A-6B66-5998CE2E6250}"/>
            </a:ext>
          </a:extLst>
        </p:cNvPr>
        <p:cNvGrpSpPr/>
        <p:nvPr/>
      </p:nvGrpSpPr>
      <p:grpSpPr>
        <a:xfrm>
          <a:off x="0" y="0"/>
          <a:ext cx="0" cy="0"/>
          <a:chOff x="0" y="0"/>
          <a:chExt cx="0" cy="0"/>
        </a:xfrm>
      </p:grpSpPr>
      <p:sp>
        <p:nvSpPr>
          <p:cNvPr id="6" name="四角形: 角を丸くする 5">
            <a:extLst>
              <a:ext uri="{FF2B5EF4-FFF2-40B4-BE49-F238E27FC236}">
                <a16:creationId xmlns:a16="http://schemas.microsoft.com/office/drawing/2014/main" id="{4F53496D-4FAD-40D0-0D70-A614B4BE8C1F}"/>
              </a:ext>
            </a:extLst>
          </p:cNvPr>
          <p:cNvSpPr/>
          <p:nvPr/>
        </p:nvSpPr>
        <p:spPr>
          <a:xfrm>
            <a:off x="6645728" y="445192"/>
            <a:ext cx="4960773" cy="5950564"/>
          </a:xfrm>
          <a:prstGeom prst="roundRect">
            <a:avLst>
              <a:gd name="adj" fmla="val 2570"/>
            </a:avLst>
          </a:prstGeom>
          <a:solidFill>
            <a:schemeClr val="tx1">
              <a:lumMod val="50000"/>
              <a:lumOff val="5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0" name="四角形: 角を丸くする 49">
            <a:extLst>
              <a:ext uri="{FF2B5EF4-FFF2-40B4-BE49-F238E27FC236}">
                <a16:creationId xmlns:a16="http://schemas.microsoft.com/office/drawing/2014/main" id="{DF4121BD-D5C9-0D40-8748-339A15AC15E9}"/>
              </a:ext>
            </a:extLst>
          </p:cNvPr>
          <p:cNvSpPr/>
          <p:nvPr/>
        </p:nvSpPr>
        <p:spPr>
          <a:xfrm>
            <a:off x="10013585" y="619038"/>
            <a:ext cx="1422938" cy="1458109"/>
          </a:xfrm>
          <a:prstGeom prst="roundRect">
            <a:avLst>
              <a:gd name="adj" fmla="val 4721"/>
            </a:avLst>
          </a:prstGeom>
          <a:solidFill>
            <a:schemeClr val="bg1">
              <a:lumMod val="6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 name="四角形: 角を丸くする 3">
            <a:extLst>
              <a:ext uri="{FF2B5EF4-FFF2-40B4-BE49-F238E27FC236}">
                <a16:creationId xmlns:a16="http://schemas.microsoft.com/office/drawing/2014/main" id="{86C4925F-6137-B6D7-EBA6-8026C7AE0DB8}"/>
              </a:ext>
            </a:extLst>
          </p:cNvPr>
          <p:cNvSpPr/>
          <p:nvPr/>
        </p:nvSpPr>
        <p:spPr>
          <a:xfrm>
            <a:off x="6815498" y="619037"/>
            <a:ext cx="1422938" cy="1458109"/>
          </a:xfrm>
          <a:prstGeom prst="roundRect">
            <a:avLst>
              <a:gd name="adj" fmla="val 4721"/>
            </a:avLst>
          </a:prstGeom>
          <a:solidFill>
            <a:schemeClr val="bg1">
              <a:lumMod val="7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 name="フリーフォーム: 図形 9">
            <a:extLst>
              <a:ext uri="{FF2B5EF4-FFF2-40B4-BE49-F238E27FC236}">
                <a16:creationId xmlns:a16="http://schemas.microsoft.com/office/drawing/2014/main" id="{E3626735-4AFA-4010-EA41-C064CF4B691B}"/>
              </a:ext>
            </a:extLst>
          </p:cNvPr>
          <p:cNvSpPr/>
          <p:nvPr/>
        </p:nvSpPr>
        <p:spPr>
          <a:xfrm>
            <a:off x="6812549" y="619037"/>
            <a:ext cx="4616684" cy="4732654"/>
          </a:xfrm>
          <a:custGeom>
            <a:avLst/>
            <a:gdLst>
              <a:gd name="csX0" fmla="*/ 1668013 w 4616684"/>
              <a:gd name="csY0" fmla="*/ 0 h 4732654"/>
              <a:gd name="csX1" fmla="*/ 2956597 w 4616684"/>
              <a:gd name="csY1" fmla="*/ 0 h 4732654"/>
              <a:gd name="csX2" fmla="*/ 3023774 w 4616684"/>
              <a:gd name="csY2" fmla="*/ 67177 h 4732654"/>
              <a:gd name="csX3" fmla="*/ 3023774 w 4616684"/>
              <a:gd name="csY3" fmla="*/ 539508 h 4732654"/>
              <a:gd name="csX4" fmla="*/ 4418726 w 4616684"/>
              <a:gd name="csY4" fmla="*/ 539508 h 4732654"/>
              <a:gd name="csX5" fmla="*/ 4616684 w 4616684"/>
              <a:gd name="csY5" fmla="*/ 737466 h 4732654"/>
              <a:gd name="csX6" fmla="*/ 4616684 w 4616684"/>
              <a:gd name="csY6" fmla="*/ 4534696 h 4732654"/>
              <a:gd name="csX7" fmla="*/ 4418726 w 4616684"/>
              <a:gd name="csY7" fmla="*/ 4732654 h 4732654"/>
              <a:gd name="csX8" fmla="*/ 197958 w 4616684"/>
              <a:gd name="csY8" fmla="*/ 4732654 h 4732654"/>
              <a:gd name="csX9" fmla="*/ 0 w 4616684"/>
              <a:gd name="csY9" fmla="*/ 4534696 h 4732654"/>
              <a:gd name="csX10" fmla="*/ 0 w 4616684"/>
              <a:gd name="csY10" fmla="*/ 737466 h 4732654"/>
              <a:gd name="csX11" fmla="*/ 197958 w 4616684"/>
              <a:gd name="csY11" fmla="*/ 539508 h 4732654"/>
              <a:gd name="csX12" fmla="*/ 1600836 w 4616684"/>
              <a:gd name="csY12" fmla="*/ 539508 h 4732654"/>
              <a:gd name="csX13" fmla="*/ 1600836 w 4616684"/>
              <a:gd name="csY13" fmla="*/ 67177 h 4732654"/>
              <a:gd name="csX14" fmla="*/ 1668013 w 4616684"/>
              <a:gd name="csY14" fmla="*/ 0 h 473265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4616684" h="4732654">
                <a:moveTo>
                  <a:pt x="1668013" y="0"/>
                </a:moveTo>
                <a:lnTo>
                  <a:pt x="2956597" y="0"/>
                </a:lnTo>
                <a:cubicBezTo>
                  <a:pt x="2993698" y="0"/>
                  <a:pt x="3023774" y="30076"/>
                  <a:pt x="3023774" y="67177"/>
                </a:cubicBezTo>
                <a:lnTo>
                  <a:pt x="3023774" y="539508"/>
                </a:lnTo>
                <a:lnTo>
                  <a:pt x="4418726" y="539508"/>
                </a:lnTo>
                <a:cubicBezTo>
                  <a:pt x="4528055" y="539508"/>
                  <a:pt x="4616684" y="628137"/>
                  <a:pt x="4616684" y="737466"/>
                </a:cubicBezTo>
                <a:lnTo>
                  <a:pt x="4616684" y="4534696"/>
                </a:lnTo>
                <a:cubicBezTo>
                  <a:pt x="4616684" y="4644025"/>
                  <a:pt x="4528055" y="4732654"/>
                  <a:pt x="4418726" y="4732654"/>
                </a:cubicBezTo>
                <a:lnTo>
                  <a:pt x="197958" y="4732654"/>
                </a:lnTo>
                <a:cubicBezTo>
                  <a:pt x="88629" y="4732654"/>
                  <a:pt x="0" y="4644025"/>
                  <a:pt x="0" y="4534696"/>
                </a:cubicBezTo>
                <a:lnTo>
                  <a:pt x="0" y="737466"/>
                </a:lnTo>
                <a:cubicBezTo>
                  <a:pt x="0" y="628137"/>
                  <a:pt x="88629" y="539508"/>
                  <a:pt x="197958" y="539508"/>
                </a:cubicBezTo>
                <a:lnTo>
                  <a:pt x="1600836" y="539508"/>
                </a:lnTo>
                <a:lnTo>
                  <a:pt x="1600836" y="67177"/>
                </a:lnTo>
                <a:cubicBezTo>
                  <a:pt x="1600836" y="30076"/>
                  <a:pt x="1630912" y="0"/>
                  <a:pt x="1668013" y="0"/>
                </a:cubicBezTo>
                <a:close/>
              </a:path>
            </a:pathLst>
          </a:custGeom>
          <a:solidFill>
            <a:schemeClr val="bg1">
              <a:lumMod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 name="四角形: 角を丸くする 8">
            <a:extLst>
              <a:ext uri="{FF2B5EF4-FFF2-40B4-BE49-F238E27FC236}">
                <a16:creationId xmlns:a16="http://schemas.microsoft.com/office/drawing/2014/main" id="{F8A16552-A15F-A28E-08AC-FBE3959BF99D}"/>
              </a:ext>
            </a:extLst>
          </p:cNvPr>
          <p:cNvSpPr/>
          <p:nvPr/>
        </p:nvSpPr>
        <p:spPr>
          <a:xfrm>
            <a:off x="585498" y="445192"/>
            <a:ext cx="5710332" cy="5967615"/>
          </a:xfrm>
          <a:prstGeom prst="roundRect">
            <a:avLst>
              <a:gd name="adj" fmla="val 2174"/>
            </a:avLst>
          </a:prstGeom>
          <a:solidFill>
            <a:schemeClr val="accent6">
              <a:lumMod val="40000"/>
              <a:lumOff val="6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 name="テキスト ボックス 4">
            <a:extLst>
              <a:ext uri="{FF2B5EF4-FFF2-40B4-BE49-F238E27FC236}">
                <a16:creationId xmlns:a16="http://schemas.microsoft.com/office/drawing/2014/main" id="{6A55FF85-7BE2-ECA6-9BCE-7F727F9DE7D8}"/>
              </a:ext>
            </a:extLst>
          </p:cNvPr>
          <p:cNvSpPr txBox="1"/>
          <p:nvPr/>
        </p:nvSpPr>
        <p:spPr>
          <a:xfrm>
            <a:off x="820249" y="529494"/>
            <a:ext cx="4685898" cy="646331"/>
          </a:xfrm>
          <a:prstGeom prst="rect">
            <a:avLst/>
          </a:prstGeom>
          <a:noFill/>
        </p:spPr>
        <p:txBody>
          <a:bodyPr wrap="none" rtlCol="0">
            <a:spAutoFit/>
          </a:bodyPr>
          <a:lstStyle/>
          <a:p>
            <a:r>
              <a:rPr lang="ja-JP" altLang="en-US" sz="3600" dirty="0">
                <a:solidFill>
                  <a:schemeClr val="tx1">
                    <a:lumMod val="75000"/>
                    <a:lumOff val="25000"/>
                  </a:schemeClr>
                </a:solidFill>
                <a:latin typeface="原稿用標準書体" panose="03000503000000000000" pitchFamily="66" charset="-128"/>
                <a:ea typeface="原稿用標準書体" panose="03000503000000000000" pitchFamily="66" charset="-128"/>
              </a:rPr>
              <a:t>前衛</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ATK+20%</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、注目度</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+4</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、回避率</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-20%</a:t>
            </a:r>
            <a:endParaRPr kumimoji="1" lang="ja-JP" altLang="en-US" sz="3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12" name="四角形: 角を丸くする 11">
            <a:extLst>
              <a:ext uri="{FF2B5EF4-FFF2-40B4-BE49-F238E27FC236}">
                <a16:creationId xmlns:a16="http://schemas.microsoft.com/office/drawing/2014/main" id="{4A9B573E-F702-6CD5-7D5E-D94D093EE874}"/>
              </a:ext>
            </a:extLst>
          </p:cNvPr>
          <p:cNvSpPr/>
          <p:nvPr/>
        </p:nvSpPr>
        <p:spPr>
          <a:xfrm>
            <a:off x="789688" y="1318039"/>
            <a:ext cx="1233805" cy="1230022"/>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3" name="四角形: 角を丸くする 12">
            <a:extLst>
              <a:ext uri="{FF2B5EF4-FFF2-40B4-BE49-F238E27FC236}">
                <a16:creationId xmlns:a16="http://schemas.microsoft.com/office/drawing/2014/main" id="{E606B1D0-A498-CC6F-A331-E9E1673C2057}"/>
              </a:ext>
            </a:extLst>
          </p:cNvPr>
          <p:cNvSpPr/>
          <p:nvPr/>
        </p:nvSpPr>
        <p:spPr>
          <a:xfrm>
            <a:off x="2145737" y="1318039"/>
            <a:ext cx="1233805" cy="1230022"/>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4" name="四角形: 角を丸くする 13">
            <a:extLst>
              <a:ext uri="{FF2B5EF4-FFF2-40B4-BE49-F238E27FC236}">
                <a16:creationId xmlns:a16="http://schemas.microsoft.com/office/drawing/2014/main" id="{160DA204-F9C8-A1E8-99FB-3D303F7F4808}"/>
              </a:ext>
            </a:extLst>
          </p:cNvPr>
          <p:cNvSpPr/>
          <p:nvPr/>
        </p:nvSpPr>
        <p:spPr>
          <a:xfrm>
            <a:off x="3501786" y="1318039"/>
            <a:ext cx="1233805" cy="1230022"/>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5" name="四角形: 角を丸くする 14">
            <a:extLst>
              <a:ext uri="{FF2B5EF4-FFF2-40B4-BE49-F238E27FC236}">
                <a16:creationId xmlns:a16="http://schemas.microsoft.com/office/drawing/2014/main" id="{AE6C576F-2943-649D-CB3F-C2D646081AD3}"/>
              </a:ext>
            </a:extLst>
          </p:cNvPr>
          <p:cNvSpPr/>
          <p:nvPr/>
        </p:nvSpPr>
        <p:spPr>
          <a:xfrm>
            <a:off x="4857835" y="1318039"/>
            <a:ext cx="1233805" cy="1230022"/>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1" name="テキスト ボックス 10">
            <a:extLst>
              <a:ext uri="{FF2B5EF4-FFF2-40B4-BE49-F238E27FC236}">
                <a16:creationId xmlns:a16="http://schemas.microsoft.com/office/drawing/2014/main" id="{B0CB38DA-7E88-981D-DE51-1A08839ABE71}"/>
              </a:ext>
            </a:extLst>
          </p:cNvPr>
          <p:cNvSpPr txBox="1"/>
          <p:nvPr/>
        </p:nvSpPr>
        <p:spPr>
          <a:xfrm>
            <a:off x="820249" y="3523725"/>
            <a:ext cx="4685898" cy="646331"/>
          </a:xfrm>
          <a:prstGeom prst="rect">
            <a:avLst/>
          </a:prstGeom>
          <a:noFill/>
        </p:spPr>
        <p:txBody>
          <a:bodyPr wrap="none" rtlCol="0">
            <a:spAutoFit/>
          </a:bodyPr>
          <a:lstStyle/>
          <a:p>
            <a:r>
              <a:rPr lang="ja-JP" altLang="en-US" sz="3600" dirty="0">
                <a:solidFill>
                  <a:schemeClr val="bg1">
                    <a:lumMod val="95000"/>
                  </a:schemeClr>
                </a:solidFill>
                <a:latin typeface="原稿用標準書体" panose="03000503000000000000" pitchFamily="66" charset="-128"/>
                <a:ea typeface="原稿用標準書体" panose="03000503000000000000" pitchFamily="66" charset="-128"/>
              </a:rPr>
              <a:t>後衛</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：回避率</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+20%</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、注目度</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+1</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ATK-20%</a:t>
            </a:r>
            <a:endParaRPr kumimoji="1" lang="ja-JP" altLang="en-US" sz="36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19" name="グループ化 18">
            <a:extLst>
              <a:ext uri="{FF2B5EF4-FFF2-40B4-BE49-F238E27FC236}">
                <a16:creationId xmlns:a16="http://schemas.microsoft.com/office/drawing/2014/main" id="{E85FA8EC-FB2B-CB25-8067-AD52DBA08C95}"/>
              </a:ext>
            </a:extLst>
          </p:cNvPr>
          <p:cNvGrpSpPr/>
          <p:nvPr/>
        </p:nvGrpSpPr>
        <p:grpSpPr>
          <a:xfrm>
            <a:off x="789688" y="4320508"/>
            <a:ext cx="5301952" cy="1230022"/>
            <a:chOff x="922576" y="2450171"/>
            <a:chExt cx="5301952" cy="1309138"/>
          </a:xfrm>
          <a:solidFill>
            <a:schemeClr val="bg1">
              <a:lumMod val="85000"/>
              <a:alpha val="85000"/>
            </a:schemeClr>
          </a:solidFill>
        </p:grpSpPr>
        <p:sp>
          <p:nvSpPr>
            <p:cNvPr id="20" name="四角形: 角を丸くする 19">
              <a:extLst>
                <a:ext uri="{FF2B5EF4-FFF2-40B4-BE49-F238E27FC236}">
                  <a16:creationId xmlns:a16="http://schemas.microsoft.com/office/drawing/2014/main" id="{C3A16DDF-157B-3F5E-A9FA-062F1E78414A}"/>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1" name="四角形: 角を丸くする 20">
              <a:extLst>
                <a:ext uri="{FF2B5EF4-FFF2-40B4-BE49-F238E27FC236}">
                  <a16:creationId xmlns:a16="http://schemas.microsoft.com/office/drawing/2014/main" id="{F6E625BC-AA41-3C29-DCA0-9DDF681DDBC5}"/>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2" name="四角形: 角を丸くする 21">
              <a:extLst>
                <a:ext uri="{FF2B5EF4-FFF2-40B4-BE49-F238E27FC236}">
                  <a16:creationId xmlns:a16="http://schemas.microsoft.com/office/drawing/2014/main" id="{791C51C2-E630-8E28-722B-E5193EADF6EC}"/>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3" name="四角形: 角を丸くする 22">
              <a:extLst>
                <a:ext uri="{FF2B5EF4-FFF2-40B4-BE49-F238E27FC236}">
                  <a16:creationId xmlns:a16="http://schemas.microsoft.com/office/drawing/2014/main" id="{FEB36134-3F39-EDA0-C618-651E6164F0B2}"/>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cxnSp>
        <p:nvCxnSpPr>
          <p:cNvPr id="25" name="直線コネクタ 24">
            <a:extLst>
              <a:ext uri="{FF2B5EF4-FFF2-40B4-BE49-F238E27FC236}">
                <a16:creationId xmlns:a16="http://schemas.microsoft.com/office/drawing/2014/main" id="{9EB2C5EF-F7C2-A930-9EEF-4DB534A620D8}"/>
              </a:ext>
            </a:extLst>
          </p:cNvPr>
          <p:cNvCxnSpPr>
            <a:cxnSpLocks/>
          </p:cNvCxnSpPr>
          <p:nvPr/>
        </p:nvCxnSpPr>
        <p:spPr>
          <a:xfrm>
            <a:off x="759127" y="3428999"/>
            <a:ext cx="5363074" cy="0"/>
          </a:xfrm>
          <a:prstGeom prst="line">
            <a:avLst/>
          </a:prstGeom>
          <a:ln w="12700">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grpSp>
        <p:nvGrpSpPr>
          <p:cNvPr id="28" name="グループ化 27">
            <a:extLst>
              <a:ext uri="{FF2B5EF4-FFF2-40B4-BE49-F238E27FC236}">
                <a16:creationId xmlns:a16="http://schemas.microsoft.com/office/drawing/2014/main" id="{366FC0AD-8A14-B8C1-9949-54D864B17724}"/>
              </a:ext>
            </a:extLst>
          </p:cNvPr>
          <p:cNvGrpSpPr/>
          <p:nvPr/>
        </p:nvGrpSpPr>
        <p:grpSpPr>
          <a:xfrm>
            <a:off x="787120" y="2633455"/>
            <a:ext cx="5301952" cy="635908"/>
            <a:chOff x="922576" y="2450171"/>
            <a:chExt cx="5301952" cy="1309138"/>
          </a:xfrm>
          <a:solidFill>
            <a:schemeClr val="tx1">
              <a:lumMod val="75000"/>
              <a:lumOff val="25000"/>
              <a:alpha val="85000"/>
            </a:schemeClr>
          </a:solidFill>
        </p:grpSpPr>
        <p:sp>
          <p:nvSpPr>
            <p:cNvPr id="29" name="四角形: 角を丸くする 28">
              <a:extLst>
                <a:ext uri="{FF2B5EF4-FFF2-40B4-BE49-F238E27FC236}">
                  <a16:creationId xmlns:a16="http://schemas.microsoft.com/office/drawing/2014/main" id="{BCCD29AC-B946-F9DD-55FA-4F8071345329}"/>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0" name="四角形: 角を丸くする 29">
              <a:extLst>
                <a:ext uri="{FF2B5EF4-FFF2-40B4-BE49-F238E27FC236}">
                  <a16:creationId xmlns:a16="http://schemas.microsoft.com/office/drawing/2014/main" id="{BA644004-FAB3-8623-F747-9DDB3A467183}"/>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1" name="四角形: 角を丸くする 30">
              <a:extLst>
                <a:ext uri="{FF2B5EF4-FFF2-40B4-BE49-F238E27FC236}">
                  <a16:creationId xmlns:a16="http://schemas.microsoft.com/office/drawing/2014/main" id="{E7C20D8E-988C-2FCB-0B6A-CB60DDD9BC6B}"/>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2" name="四角形: 角を丸くする 31">
              <a:extLst>
                <a:ext uri="{FF2B5EF4-FFF2-40B4-BE49-F238E27FC236}">
                  <a16:creationId xmlns:a16="http://schemas.microsoft.com/office/drawing/2014/main" id="{AAAA5242-5DC2-4304-59F6-2EB20FF5E8AD}"/>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33" name="グループ化 32">
            <a:extLst>
              <a:ext uri="{FF2B5EF4-FFF2-40B4-BE49-F238E27FC236}">
                <a16:creationId xmlns:a16="http://schemas.microsoft.com/office/drawing/2014/main" id="{EA81D58E-4D0B-4DA5-2519-8F4AC5061DF3}"/>
              </a:ext>
            </a:extLst>
          </p:cNvPr>
          <p:cNvGrpSpPr/>
          <p:nvPr/>
        </p:nvGrpSpPr>
        <p:grpSpPr>
          <a:xfrm>
            <a:off x="787120" y="5645255"/>
            <a:ext cx="5301952" cy="635908"/>
            <a:chOff x="922576" y="2450171"/>
            <a:chExt cx="5301952" cy="1309138"/>
          </a:xfrm>
          <a:solidFill>
            <a:schemeClr val="bg1">
              <a:lumMod val="85000"/>
              <a:alpha val="85000"/>
            </a:schemeClr>
          </a:solidFill>
        </p:grpSpPr>
        <p:sp>
          <p:nvSpPr>
            <p:cNvPr id="34" name="四角形: 角を丸くする 33">
              <a:extLst>
                <a:ext uri="{FF2B5EF4-FFF2-40B4-BE49-F238E27FC236}">
                  <a16:creationId xmlns:a16="http://schemas.microsoft.com/office/drawing/2014/main" id="{BE1EA1DB-D770-B3B1-1D5A-24A67818055A}"/>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5" name="四角形: 角を丸くする 34">
              <a:extLst>
                <a:ext uri="{FF2B5EF4-FFF2-40B4-BE49-F238E27FC236}">
                  <a16:creationId xmlns:a16="http://schemas.microsoft.com/office/drawing/2014/main" id="{7ABA84FA-8CCB-C5BB-61E1-DAA74DC8AA3D}"/>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6" name="四角形: 角を丸くする 35">
              <a:extLst>
                <a:ext uri="{FF2B5EF4-FFF2-40B4-BE49-F238E27FC236}">
                  <a16:creationId xmlns:a16="http://schemas.microsoft.com/office/drawing/2014/main" id="{7F804A4E-7ECF-5DF1-0C03-DC155E5E3A54}"/>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7" name="四角形: 角を丸くする 36">
              <a:extLst>
                <a:ext uri="{FF2B5EF4-FFF2-40B4-BE49-F238E27FC236}">
                  <a16:creationId xmlns:a16="http://schemas.microsoft.com/office/drawing/2014/main" id="{EA0C0F1B-D547-A89E-0D96-3C740738CDDD}"/>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2" name="テキスト ボックス 1">
            <a:extLst>
              <a:ext uri="{FF2B5EF4-FFF2-40B4-BE49-F238E27FC236}">
                <a16:creationId xmlns:a16="http://schemas.microsoft.com/office/drawing/2014/main" id="{360D7D4E-5FD3-6F4C-D5AD-00D653C7A06B}"/>
              </a:ext>
            </a:extLst>
          </p:cNvPr>
          <p:cNvSpPr txBox="1"/>
          <p:nvPr/>
        </p:nvSpPr>
        <p:spPr>
          <a:xfrm>
            <a:off x="7046965" y="688737"/>
            <a:ext cx="954108"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ゲート</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43" name="テキスト ボックス 42">
            <a:extLst>
              <a:ext uri="{FF2B5EF4-FFF2-40B4-BE49-F238E27FC236}">
                <a16:creationId xmlns:a16="http://schemas.microsoft.com/office/drawing/2014/main" id="{2ACCFA4E-458D-4B46-CF61-7F22B545189C}"/>
              </a:ext>
            </a:extLst>
          </p:cNvPr>
          <p:cNvSpPr txBox="1"/>
          <p:nvPr/>
        </p:nvSpPr>
        <p:spPr>
          <a:xfrm>
            <a:off x="8643509" y="688737"/>
            <a:ext cx="954108"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44" name="テキスト ボックス 43">
            <a:extLst>
              <a:ext uri="{FF2B5EF4-FFF2-40B4-BE49-F238E27FC236}">
                <a16:creationId xmlns:a16="http://schemas.microsoft.com/office/drawing/2014/main" id="{97ED6ACE-E5A2-210F-F61C-E74C533137C2}"/>
              </a:ext>
            </a:extLst>
          </p:cNvPr>
          <p:cNvSpPr txBox="1"/>
          <p:nvPr/>
        </p:nvSpPr>
        <p:spPr>
          <a:xfrm>
            <a:off x="10376241" y="688737"/>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60" name="グループ化 59">
            <a:extLst>
              <a:ext uri="{FF2B5EF4-FFF2-40B4-BE49-F238E27FC236}">
                <a16:creationId xmlns:a16="http://schemas.microsoft.com/office/drawing/2014/main" id="{7F9593A2-695C-83FF-80F9-E6C93B018C88}"/>
              </a:ext>
            </a:extLst>
          </p:cNvPr>
          <p:cNvGrpSpPr/>
          <p:nvPr/>
        </p:nvGrpSpPr>
        <p:grpSpPr>
          <a:xfrm>
            <a:off x="1063119" y="2758022"/>
            <a:ext cx="4765774" cy="400110"/>
            <a:chOff x="1168089" y="2766548"/>
            <a:chExt cx="4765774" cy="400110"/>
          </a:xfrm>
        </p:grpSpPr>
        <p:sp>
          <p:nvSpPr>
            <p:cNvPr id="52" name="テキスト ボックス 51">
              <a:extLst>
                <a:ext uri="{FF2B5EF4-FFF2-40B4-BE49-F238E27FC236}">
                  <a16:creationId xmlns:a16="http://schemas.microsoft.com/office/drawing/2014/main" id="{DE87C664-944A-A043-2D74-D0FC32F34E20}"/>
                </a:ext>
              </a:extLst>
            </p:cNvPr>
            <p:cNvSpPr txBox="1"/>
            <p:nvPr/>
          </p:nvSpPr>
          <p:spPr>
            <a:xfrm>
              <a:off x="1168089"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3" name="テキスト ボックス 52">
              <a:extLst>
                <a:ext uri="{FF2B5EF4-FFF2-40B4-BE49-F238E27FC236}">
                  <a16:creationId xmlns:a16="http://schemas.microsoft.com/office/drawing/2014/main" id="{656A63FD-0570-7FB3-3482-6826C0D7927E}"/>
                </a:ext>
              </a:extLst>
            </p:cNvPr>
            <p:cNvSpPr txBox="1"/>
            <p:nvPr/>
          </p:nvSpPr>
          <p:spPr>
            <a:xfrm>
              <a:off x="2524138"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4" name="テキスト ボックス 53">
              <a:extLst>
                <a:ext uri="{FF2B5EF4-FFF2-40B4-BE49-F238E27FC236}">
                  <a16:creationId xmlns:a16="http://schemas.microsoft.com/office/drawing/2014/main" id="{6C429AA1-DAB8-8201-A35D-BD5EE73897D5}"/>
                </a:ext>
              </a:extLst>
            </p:cNvPr>
            <p:cNvSpPr txBox="1"/>
            <p:nvPr/>
          </p:nvSpPr>
          <p:spPr>
            <a:xfrm>
              <a:off x="3880187"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5" name="テキスト ボックス 54">
              <a:extLst>
                <a:ext uri="{FF2B5EF4-FFF2-40B4-BE49-F238E27FC236}">
                  <a16:creationId xmlns:a16="http://schemas.microsoft.com/office/drawing/2014/main" id="{2F566138-6F3C-D97A-82EE-69C9369308D3}"/>
                </a:ext>
              </a:extLst>
            </p:cNvPr>
            <p:cNvSpPr txBox="1"/>
            <p:nvPr/>
          </p:nvSpPr>
          <p:spPr>
            <a:xfrm>
              <a:off x="5236236"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sp>
        <p:nvSpPr>
          <p:cNvPr id="56" name="テキスト ボックス 55">
            <a:extLst>
              <a:ext uri="{FF2B5EF4-FFF2-40B4-BE49-F238E27FC236}">
                <a16:creationId xmlns:a16="http://schemas.microsoft.com/office/drawing/2014/main" id="{70A9FE0F-58D1-809C-0660-C12BAA9A1C84}"/>
              </a:ext>
            </a:extLst>
          </p:cNvPr>
          <p:cNvSpPr txBox="1"/>
          <p:nvPr/>
        </p:nvSpPr>
        <p:spPr>
          <a:xfrm>
            <a:off x="1063119"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57" name="テキスト ボックス 56">
            <a:extLst>
              <a:ext uri="{FF2B5EF4-FFF2-40B4-BE49-F238E27FC236}">
                <a16:creationId xmlns:a16="http://schemas.microsoft.com/office/drawing/2014/main" id="{F097F928-F4D7-33B6-124A-1A9148E072E8}"/>
              </a:ext>
            </a:extLst>
          </p:cNvPr>
          <p:cNvSpPr txBox="1"/>
          <p:nvPr/>
        </p:nvSpPr>
        <p:spPr>
          <a:xfrm>
            <a:off x="2419168"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58" name="テキスト ボックス 57">
            <a:extLst>
              <a:ext uri="{FF2B5EF4-FFF2-40B4-BE49-F238E27FC236}">
                <a16:creationId xmlns:a16="http://schemas.microsoft.com/office/drawing/2014/main" id="{994DF272-303A-7C22-C34C-3CA498B4D1FD}"/>
              </a:ext>
            </a:extLst>
          </p:cNvPr>
          <p:cNvSpPr txBox="1"/>
          <p:nvPr/>
        </p:nvSpPr>
        <p:spPr>
          <a:xfrm>
            <a:off x="3775217"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61" name="グループ化 60">
            <a:extLst>
              <a:ext uri="{FF2B5EF4-FFF2-40B4-BE49-F238E27FC236}">
                <a16:creationId xmlns:a16="http://schemas.microsoft.com/office/drawing/2014/main" id="{6273D9EF-B60B-9E52-C29E-B916A166B362}"/>
              </a:ext>
            </a:extLst>
          </p:cNvPr>
          <p:cNvGrpSpPr/>
          <p:nvPr/>
        </p:nvGrpSpPr>
        <p:grpSpPr>
          <a:xfrm>
            <a:off x="929537" y="1713369"/>
            <a:ext cx="5022254" cy="400110"/>
            <a:chOff x="1039849" y="2766548"/>
            <a:chExt cx="5022254" cy="400110"/>
          </a:xfrm>
        </p:grpSpPr>
        <p:sp>
          <p:nvSpPr>
            <p:cNvPr id="62" name="テキスト ボックス 61">
              <a:extLst>
                <a:ext uri="{FF2B5EF4-FFF2-40B4-BE49-F238E27FC236}">
                  <a16:creationId xmlns:a16="http://schemas.microsoft.com/office/drawing/2014/main" id="{D6E06213-D235-00C9-2616-56A5AAFA30F8}"/>
                </a:ext>
              </a:extLst>
            </p:cNvPr>
            <p:cNvSpPr txBox="1"/>
            <p:nvPr/>
          </p:nvSpPr>
          <p:spPr>
            <a:xfrm>
              <a:off x="1039849"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63" name="テキスト ボックス 62">
              <a:extLst>
                <a:ext uri="{FF2B5EF4-FFF2-40B4-BE49-F238E27FC236}">
                  <a16:creationId xmlns:a16="http://schemas.microsoft.com/office/drawing/2014/main" id="{41578605-4462-7F4B-DF4E-FC274B378BFD}"/>
                </a:ext>
              </a:extLst>
            </p:cNvPr>
            <p:cNvSpPr txBox="1"/>
            <p:nvPr/>
          </p:nvSpPr>
          <p:spPr>
            <a:xfrm>
              <a:off x="2395898"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sp>
          <p:nvSpPr>
            <p:cNvPr id="64" name="テキスト ボックス 63">
              <a:extLst>
                <a:ext uri="{FF2B5EF4-FFF2-40B4-BE49-F238E27FC236}">
                  <a16:creationId xmlns:a16="http://schemas.microsoft.com/office/drawing/2014/main" id="{7093A8EC-A82C-8320-17EB-3B40C8EA0960}"/>
                </a:ext>
              </a:extLst>
            </p:cNvPr>
            <p:cNvSpPr txBox="1"/>
            <p:nvPr/>
          </p:nvSpPr>
          <p:spPr>
            <a:xfrm>
              <a:off x="3751947"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sp>
          <p:nvSpPr>
            <p:cNvPr id="65" name="テキスト ボックス 64">
              <a:extLst>
                <a:ext uri="{FF2B5EF4-FFF2-40B4-BE49-F238E27FC236}">
                  <a16:creationId xmlns:a16="http://schemas.microsoft.com/office/drawing/2014/main" id="{854924F8-B680-E6D5-65F9-42C2186E1179}"/>
                </a:ext>
              </a:extLst>
            </p:cNvPr>
            <p:cNvSpPr txBox="1"/>
            <p:nvPr/>
          </p:nvSpPr>
          <p:spPr>
            <a:xfrm>
              <a:off x="5107996"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nvGrpSpPr>
          <p:cNvPr id="66" name="グループ化 65">
            <a:extLst>
              <a:ext uri="{FF2B5EF4-FFF2-40B4-BE49-F238E27FC236}">
                <a16:creationId xmlns:a16="http://schemas.microsoft.com/office/drawing/2014/main" id="{EEAE2840-BC8A-0DEB-47FA-030DC5124B88}"/>
              </a:ext>
            </a:extLst>
          </p:cNvPr>
          <p:cNvGrpSpPr/>
          <p:nvPr/>
        </p:nvGrpSpPr>
        <p:grpSpPr>
          <a:xfrm>
            <a:off x="895727" y="4764316"/>
            <a:ext cx="4637566" cy="400110"/>
            <a:chOff x="1039849" y="2766548"/>
            <a:chExt cx="4637566" cy="400110"/>
          </a:xfrm>
        </p:grpSpPr>
        <p:sp>
          <p:nvSpPr>
            <p:cNvPr id="67" name="テキスト ボックス 66">
              <a:extLst>
                <a:ext uri="{FF2B5EF4-FFF2-40B4-BE49-F238E27FC236}">
                  <a16:creationId xmlns:a16="http://schemas.microsoft.com/office/drawing/2014/main" id="{5BDBE834-2D0D-B1D2-77D2-26C5ABD2EB0F}"/>
                </a:ext>
              </a:extLst>
            </p:cNvPr>
            <p:cNvSpPr txBox="1"/>
            <p:nvPr/>
          </p:nvSpPr>
          <p:spPr>
            <a:xfrm>
              <a:off x="1039849" y="2766548"/>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68" name="テキスト ボックス 67">
              <a:extLst>
                <a:ext uri="{FF2B5EF4-FFF2-40B4-BE49-F238E27FC236}">
                  <a16:creationId xmlns:a16="http://schemas.microsoft.com/office/drawing/2014/main" id="{841A63F8-F45F-0168-8563-ED98707A1F36}"/>
                </a:ext>
              </a:extLst>
            </p:cNvPr>
            <p:cNvSpPr txBox="1"/>
            <p:nvPr/>
          </p:nvSpPr>
          <p:spPr>
            <a:xfrm>
              <a:off x="2395898" y="2766548"/>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sp>
          <p:nvSpPr>
            <p:cNvPr id="69" name="テキスト ボックス 68">
              <a:extLst>
                <a:ext uri="{FF2B5EF4-FFF2-40B4-BE49-F238E27FC236}">
                  <a16:creationId xmlns:a16="http://schemas.microsoft.com/office/drawing/2014/main" id="{E279F34C-3F55-1734-3A91-5DBE73154D24}"/>
                </a:ext>
              </a:extLst>
            </p:cNvPr>
            <p:cNvSpPr txBox="1"/>
            <p:nvPr/>
          </p:nvSpPr>
          <p:spPr>
            <a:xfrm>
              <a:off x="3751947" y="2766548"/>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sp>
          <p:nvSpPr>
            <p:cNvPr id="70" name="テキスト ボックス 69">
              <a:extLst>
                <a:ext uri="{FF2B5EF4-FFF2-40B4-BE49-F238E27FC236}">
                  <a16:creationId xmlns:a16="http://schemas.microsoft.com/office/drawing/2014/main" id="{16B0973C-6CA2-CDC0-4EEF-782C68AF21F6}"/>
                </a:ext>
              </a:extLst>
            </p:cNvPr>
            <p:cNvSpPr txBox="1"/>
            <p:nvPr/>
          </p:nvSpPr>
          <p:spPr>
            <a:xfrm>
              <a:off x="5492684" y="2766548"/>
              <a:ext cx="184731" cy="400110"/>
            </a:xfrm>
            <a:prstGeom prst="rect">
              <a:avLst/>
            </a:prstGeom>
            <a:noFill/>
          </p:spPr>
          <p:txBody>
            <a:bodyPr wrap="none" rtlCol="0">
              <a:spAutoFit/>
            </a:bodyPr>
            <a:lstStyle/>
            <a:p>
              <a:pPr algn="ctr"/>
              <a:endPar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24" name="テキスト ボックス 23">
            <a:extLst>
              <a:ext uri="{FF2B5EF4-FFF2-40B4-BE49-F238E27FC236}">
                <a16:creationId xmlns:a16="http://schemas.microsoft.com/office/drawing/2014/main" id="{C766186A-07FC-67FD-2E9A-28E585073177}"/>
              </a:ext>
            </a:extLst>
          </p:cNvPr>
          <p:cNvSpPr txBox="1"/>
          <p:nvPr/>
        </p:nvSpPr>
        <p:spPr>
          <a:xfrm>
            <a:off x="8515269" y="1411754"/>
            <a:ext cx="1210588" cy="400110"/>
          </a:xfrm>
          <a:prstGeom prst="rect">
            <a:avLst/>
          </a:prstGeom>
          <a:noFill/>
        </p:spPr>
        <p:txBody>
          <a:bodyPr wrap="none" rtlCol="0">
            <a:spAutoFit/>
          </a:bodyPr>
          <a:lstStyle/>
          <a:p>
            <a:pPr algn="ctr"/>
            <a:r>
              <a:rPr lang="ja-JP" altLang="en-US" sz="2000" dirty="0">
                <a:solidFill>
                  <a:srgbClr val="FF00FF"/>
                </a:solidFill>
                <a:latin typeface="原稿用標準書体" panose="03000503000000000000" pitchFamily="66" charset="-128"/>
                <a:ea typeface="原稿用標準書体" panose="03000503000000000000" pitchFamily="66" charset="-128"/>
              </a:rPr>
              <a:t>キャラ名</a:t>
            </a:r>
          </a:p>
        </p:txBody>
      </p:sp>
      <p:pic>
        <p:nvPicPr>
          <p:cNvPr id="46" name="図 45">
            <a:extLst>
              <a:ext uri="{FF2B5EF4-FFF2-40B4-BE49-F238E27FC236}">
                <a16:creationId xmlns:a16="http://schemas.microsoft.com/office/drawing/2014/main" id="{12205975-DE08-80FA-D15B-601A121FE37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641361" y="2024529"/>
            <a:ext cx="2512235" cy="3129884"/>
          </a:xfrm>
          <a:prstGeom prst="rect">
            <a:avLst/>
          </a:prstGeom>
        </p:spPr>
      </p:pic>
      <p:grpSp>
        <p:nvGrpSpPr>
          <p:cNvPr id="89" name="グループ化 88">
            <a:extLst>
              <a:ext uri="{FF2B5EF4-FFF2-40B4-BE49-F238E27FC236}">
                <a16:creationId xmlns:a16="http://schemas.microsoft.com/office/drawing/2014/main" id="{33A81428-8023-7953-DBCD-BD529E1442D6}"/>
              </a:ext>
            </a:extLst>
          </p:cNvPr>
          <p:cNvGrpSpPr/>
          <p:nvPr/>
        </p:nvGrpSpPr>
        <p:grpSpPr>
          <a:xfrm>
            <a:off x="7182307" y="4317385"/>
            <a:ext cx="1226618" cy="748254"/>
            <a:chOff x="7088997" y="4289392"/>
            <a:chExt cx="1226618" cy="748254"/>
          </a:xfrm>
        </p:grpSpPr>
        <p:pic>
          <p:nvPicPr>
            <p:cNvPr id="86" name="図 85">
              <a:extLst>
                <a:ext uri="{FF2B5EF4-FFF2-40B4-BE49-F238E27FC236}">
                  <a16:creationId xmlns:a16="http://schemas.microsoft.com/office/drawing/2014/main" id="{DFDB5329-F76B-AD73-0319-2F48F4A9B846}"/>
                </a:ext>
              </a:extLst>
            </p:cNvPr>
            <p:cNvPicPr>
              <a:picLocks noChangeAspect="1"/>
            </p:cNvPicPr>
            <p:nvPr/>
          </p:nvPicPr>
          <p:blipFill>
            <a:blip r:embed="rId3">
              <a:duotone>
                <a:schemeClr val="accent3">
                  <a:shade val="45000"/>
                  <a:satMod val="135000"/>
                </a:schemeClr>
                <a:prstClr val="white"/>
              </a:duotone>
              <a:extLst>
                <a:ext uri="{28A0092B-C50C-407E-A947-70E740481C1C}">
                  <a14:useLocalDpi xmlns:a14="http://schemas.microsoft.com/office/drawing/2010/main" val="0"/>
                </a:ext>
              </a:extLst>
            </a:blip>
            <a:srcRect l="6840" t="30163" r="48646" b="36883"/>
            <a:stretch>
              <a:fillRect/>
            </a:stretch>
          </p:blipFill>
          <p:spPr>
            <a:xfrm>
              <a:off x="7098261" y="4289392"/>
              <a:ext cx="452228" cy="502188"/>
            </a:xfrm>
            <a:prstGeom prst="rect">
              <a:avLst/>
            </a:prstGeom>
          </p:spPr>
        </p:pic>
        <p:sp>
          <p:nvSpPr>
            <p:cNvPr id="87" name="テキスト ボックス 86">
              <a:extLst>
                <a:ext uri="{FF2B5EF4-FFF2-40B4-BE49-F238E27FC236}">
                  <a16:creationId xmlns:a16="http://schemas.microsoft.com/office/drawing/2014/main" id="{3B76E40F-F00A-D658-DF3E-020571D06758}"/>
                </a:ext>
              </a:extLst>
            </p:cNvPr>
            <p:cNvSpPr txBox="1"/>
            <p:nvPr/>
          </p:nvSpPr>
          <p:spPr>
            <a:xfrm>
              <a:off x="7472051" y="4372863"/>
              <a:ext cx="805029" cy="338554"/>
            </a:xfrm>
            <a:prstGeom prst="rect">
              <a:avLst/>
            </a:prstGeom>
            <a:noFill/>
            <a:effectLst>
              <a:glow rad="63500">
                <a:schemeClr val="accent3">
                  <a:satMod val="175000"/>
                  <a:alpha val="40000"/>
                </a:schemeClr>
              </a:glow>
            </a:effectLst>
          </p:spPr>
          <p:txBody>
            <a:bodyPr wrap="none" rtlCol="0">
              <a:spAutoFit/>
            </a:bodyPr>
            <a:lstStyle/>
            <a:p>
              <a:r>
                <a:rPr lang="ja-JP" altLang="en-US" sz="1600" dirty="0">
                  <a:solidFill>
                    <a:schemeClr val="tx1">
                      <a:lumMod val="85000"/>
                      <a:lumOff val="15000"/>
                    </a:schemeClr>
                  </a:solidFill>
                  <a:effectLst>
                    <a:glow rad="38100">
                      <a:schemeClr val="accent3">
                        <a:satMod val="175000"/>
                        <a:alpha val="65000"/>
                      </a:schemeClr>
                    </a:glow>
                  </a:effectLst>
                  <a:latin typeface="原稿用標準書体" panose="03000503000000000000" pitchFamily="66" charset="-128"/>
                  <a:ea typeface="原稿用標準書体" panose="03000503000000000000" pitchFamily="66" charset="-128"/>
                </a:rPr>
                <a:t>タンク</a:t>
              </a:r>
              <a:endParaRPr lang="en-US" altLang="ja-JP" sz="1200" dirty="0">
                <a:solidFill>
                  <a:schemeClr val="tx1">
                    <a:lumMod val="85000"/>
                    <a:lumOff val="15000"/>
                  </a:schemeClr>
                </a:solidFill>
                <a:effectLst>
                  <a:glow rad="38100">
                    <a:schemeClr val="accent3">
                      <a:satMod val="175000"/>
                      <a:alpha val="65000"/>
                    </a:schemeClr>
                  </a:glow>
                </a:effectLst>
                <a:latin typeface="原稿用標準書体" panose="03000503000000000000" pitchFamily="66" charset="-128"/>
                <a:ea typeface="原稿用標準書体" panose="03000503000000000000" pitchFamily="66" charset="-128"/>
              </a:endParaRPr>
            </a:p>
          </p:txBody>
        </p:sp>
        <p:sp>
          <p:nvSpPr>
            <p:cNvPr id="88" name="テキスト ボックス 87">
              <a:extLst>
                <a:ext uri="{FF2B5EF4-FFF2-40B4-BE49-F238E27FC236}">
                  <a16:creationId xmlns:a16="http://schemas.microsoft.com/office/drawing/2014/main" id="{502C1960-4FFD-A59F-B1B9-D3C9469F4126}"/>
                </a:ext>
              </a:extLst>
            </p:cNvPr>
            <p:cNvSpPr txBox="1"/>
            <p:nvPr/>
          </p:nvSpPr>
          <p:spPr>
            <a:xfrm>
              <a:off x="7088997" y="4760647"/>
              <a:ext cx="1226618" cy="276999"/>
            </a:xfrm>
            <a:prstGeom prst="rect">
              <a:avLst/>
            </a:prstGeom>
            <a:noFill/>
          </p:spPr>
          <p:txBody>
            <a:bodyPr wrap="none" rtlCol="0">
              <a:spAutoFit/>
            </a:bodyPr>
            <a:lstStyle/>
            <a:p>
              <a:r>
                <a:rPr lang="ja-JP" altLang="en-US" sz="1050" dirty="0">
                  <a:solidFill>
                    <a:schemeClr val="tx1">
                      <a:lumMod val="75000"/>
                      <a:lumOff val="25000"/>
                    </a:schemeClr>
                  </a:solidFill>
                  <a:latin typeface="原稿用標準書体" panose="03000503000000000000" pitchFamily="66" charset="-128"/>
                  <a:ea typeface="原稿用標準書体" panose="03000503000000000000" pitchFamily="66" charset="-128"/>
                </a:rPr>
                <a:t>毎ターン</a:t>
              </a:r>
              <a:r>
                <a:rPr lang="en-US" altLang="ja-JP" sz="1200" dirty="0">
                  <a:solidFill>
                    <a:schemeClr val="tx1">
                      <a:lumMod val="75000"/>
                      <a:lumOff val="25000"/>
                    </a:schemeClr>
                  </a:solidFill>
                  <a:latin typeface="原稿用標準書体" panose="03000503000000000000" pitchFamily="66" charset="-128"/>
                  <a:ea typeface="原稿用標準書体" panose="03000503000000000000" pitchFamily="66" charset="-128"/>
                </a:rPr>
                <a:t>5</a:t>
              </a:r>
              <a:r>
                <a:rPr lang="ja-JP" altLang="en-US" sz="1050" dirty="0">
                  <a:solidFill>
                    <a:schemeClr val="tx1">
                      <a:lumMod val="75000"/>
                      <a:lumOff val="25000"/>
                    </a:schemeClr>
                  </a:solidFill>
                  <a:latin typeface="原稿用標準書体" panose="03000503000000000000" pitchFamily="66" charset="-128"/>
                  <a:ea typeface="原稿用標準書体" panose="03000503000000000000" pitchFamily="66" charset="-128"/>
                </a:rPr>
                <a:t>％回復</a:t>
              </a:r>
              <a:endParaRPr lang="en-US" altLang="ja-JP" sz="105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grpSp>
        <p:nvGrpSpPr>
          <p:cNvPr id="90" name="グループ化 89">
            <a:extLst>
              <a:ext uri="{FF2B5EF4-FFF2-40B4-BE49-F238E27FC236}">
                <a16:creationId xmlns:a16="http://schemas.microsoft.com/office/drawing/2014/main" id="{EB30C1E9-6024-CC93-4FBB-1AD5A81958BD}"/>
              </a:ext>
            </a:extLst>
          </p:cNvPr>
          <p:cNvGrpSpPr/>
          <p:nvPr/>
        </p:nvGrpSpPr>
        <p:grpSpPr>
          <a:xfrm>
            <a:off x="7079024" y="3959376"/>
            <a:ext cx="1422939" cy="1185706"/>
            <a:chOff x="4343042" y="2005061"/>
            <a:chExt cx="4595682" cy="1782085"/>
          </a:xfrm>
        </p:grpSpPr>
        <p:sp>
          <p:nvSpPr>
            <p:cNvPr id="91" name="四角形: 角を丸くする 90">
              <a:extLst>
                <a:ext uri="{FF2B5EF4-FFF2-40B4-BE49-F238E27FC236}">
                  <a16:creationId xmlns:a16="http://schemas.microsoft.com/office/drawing/2014/main" id="{E44E85E5-AEF3-5311-F5A1-C291FA470345}"/>
                </a:ext>
              </a:extLst>
            </p:cNvPr>
            <p:cNvSpPr/>
            <p:nvPr/>
          </p:nvSpPr>
          <p:spPr>
            <a:xfrm>
              <a:off x="4343042" y="2434991"/>
              <a:ext cx="4595682" cy="1352155"/>
            </a:xfrm>
            <a:prstGeom prst="roundRect">
              <a:avLst>
                <a:gd name="adj" fmla="val 5178"/>
              </a:avLst>
            </a:prstGeom>
            <a:noFill/>
            <a:ln w="254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dirty="0">
                <a:latin typeface="原稿用標準書体" panose="03000503000000000000" pitchFamily="66" charset="-128"/>
                <a:ea typeface="原稿用標準書体" panose="03000503000000000000" pitchFamily="66" charset="-128"/>
              </a:endParaRPr>
            </a:p>
          </p:txBody>
        </p:sp>
        <p:sp>
          <p:nvSpPr>
            <p:cNvPr id="92" name="四角形: 角を丸くする 91">
              <a:extLst>
                <a:ext uri="{FF2B5EF4-FFF2-40B4-BE49-F238E27FC236}">
                  <a16:creationId xmlns:a16="http://schemas.microsoft.com/office/drawing/2014/main" id="{A21E6268-085A-F61A-2440-FABDB25D649F}"/>
                </a:ext>
              </a:extLst>
            </p:cNvPr>
            <p:cNvSpPr/>
            <p:nvPr/>
          </p:nvSpPr>
          <p:spPr>
            <a:xfrm>
              <a:off x="5027040" y="2005061"/>
              <a:ext cx="3294263" cy="461666"/>
            </a:xfrm>
            <a:prstGeom prst="round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latin typeface="原稿用標準書体" panose="03000503000000000000" pitchFamily="66" charset="-128"/>
                  <a:ea typeface="原稿用標準書体" panose="03000503000000000000" pitchFamily="66" charset="-128"/>
                </a:rPr>
                <a:t>ロール</a:t>
              </a:r>
            </a:p>
          </p:txBody>
        </p:sp>
      </p:grpSp>
      <p:sp>
        <p:nvSpPr>
          <p:cNvPr id="93" name="楕円 92">
            <a:extLst>
              <a:ext uri="{FF2B5EF4-FFF2-40B4-BE49-F238E27FC236}">
                <a16:creationId xmlns:a16="http://schemas.microsoft.com/office/drawing/2014/main" id="{B6B02CAB-F5C4-3422-1889-D100AA662AD2}"/>
              </a:ext>
            </a:extLst>
          </p:cNvPr>
          <p:cNvSpPr/>
          <p:nvPr/>
        </p:nvSpPr>
        <p:spPr>
          <a:xfrm>
            <a:off x="10060241" y="2744850"/>
            <a:ext cx="296742" cy="296742"/>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200"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sz="12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8" name="テキスト ボックス 7">
            <a:extLst>
              <a:ext uri="{FF2B5EF4-FFF2-40B4-BE49-F238E27FC236}">
                <a16:creationId xmlns:a16="http://schemas.microsoft.com/office/drawing/2014/main" id="{7BD70F82-5A6D-F26F-2F9A-F4F612037B96}"/>
              </a:ext>
            </a:extLst>
          </p:cNvPr>
          <p:cNvSpPr txBox="1"/>
          <p:nvPr/>
        </p:nvSpPr>
        <p:spPr>
          <a:xfrm>
            <a:off x="9366255" y="4331555"/>
            <a:ext cx="1062446" cy="261610"/>
          </a:xfrm>
          <a:prstGeom prst="rect">
            <a:avLst/>
          </a:prstGeom>
          <a:noFill/>
        </p:spPr>
        <p:txBody>
          <a:bodyPr wrap="square">
            <a:spAutoFit/>
          </a:bodyPr>
          <a:lstStyle/>
          <a:p>
            <a:pPr algn="ctr"/>
            <a:r>
              <a:rPr lang="ja-JP" altLang="en-US" sz="1100" dirty="0">
                <a:solidFill>
                  <a:schemeClr val="bg1">
                    <a:lumMod val="95000"/>
                  </a:schemeClr>
                </a:solidFill>
                <a:highlight>
                  <a:srgbClr val="808080"/>
                </a:highlight>
                <a:latin typeface="原稿用標準書体" panose="03000503000000000000" pitchFamily="66" charset="-128"/>
                <a:ea typeface="原稿用標準書体" panose="03000503000000000000" pitchFamily="66" charset="-128"/>
              </a:rPr>
              <a:t>武器</a:t>
            </a:r>
            <a:endParaRPr kumimoji="1" lang="ja-JP" altLang="en-US" sz="1100" dirty="0">
              <a:solidFill>
                <a:schemeClr val="bg1">
                  <a:lumMod val="95000"/>
                </a:schemeClr>
              </a:solidFill>
              <a:highlight>
                <a:srgbClr val="808080"/>
              </a:highlight>
              <a:latin typeface="原稿用標準書体" panose="03000503000000000000" pitchFamily="66" charset="-128"/>
              <a:ea typeface="原稿用標準書体" panose="03000503000000000000" pitchFamily="66" charset="-128"/>
            </a:endParaRPr>
          </a:p>
        </p:txBody>
      </p:sp>
      <p:sp>
        <p:nvSpPr>
          <p:cNvPr id="3" name="四角形: 角を丸くする 2">
            <a:extLst>
              <a:ext uri="{FF2B5EF4-FFF2-40B4-BE49-F238E27FC236}">
                <a16:creationId xmlns:a16="http://schemas.microsoft.com/office/drawing/2014/main" id="{A58858B3-2762-3221-150C-20301B9D5C24}"/>
              </a:ext>
            </a:extLst>
          </p:cNvPr>
          <p:cNvSpPr/>
          <p:nvPr/>
        </p:nvSpPr>
        <p:spPr>
          <a:xfrm>
            <a:off x="9993616" y="2397817"/>
            <a:ext cx="1062447" cy="1372489"/>
          </a:xfrm>
          <a:prstGeom prst="roundRect">
            <a:avLst>
              <a:gd name="adj" fmla="val 6896"/>
            </a:avLst>
          </a:prstGeom>
          <a:solidFill>
            <a:srgbClr val="D9D9D9"/>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27" name="テキスト ボックス 26">
            <a:extLst>
              <a:ext uri="{FF2B5EF4-FFF2-40B4-BE49-F238E27FC236}">
                <a16:creationId xmlns:a16="http://schemas.microsoft.com/office/drawing/2014/main" id="{5F5566CB-E457-B598-EB76-1BE19B95AA5C}"/>
              </a:ext>
            </a:extLst>
          </p:cNvPr>
          <p:cNvSpPr txBox="1"/>
          <p:nvPr/>
        </p:nvSpPr>
        <p:spPr>
          <a:xfrm>
            <a:off x="10002948" y="2030427"/>
            <a:ext cx="1062446" cy="276999"/>
          </a:xfrm>
          <a:prstGeom prst="rect">
            <a:avLst/>
          </a:prstGeom>
          <a:noFill/>
        </p:spPr>
        <p:txBody>
          <a:bodyPr wrap="square">
            <a:spAutoFit/>
          </a:bodyPr>
          <a:lstStyle/>
          <a:p>
            <a:pPr algn="ctr"/>
            <a:r>
              <a:rPr lang="ja-JP" altLang="en-US" sz="1200" dirty="0">
                <a:solidFill>
                  <a:schemeClr val="bg1">
                    <a:lumMod val="95000"/>
                  </a:schemeClr>
                </a:solidFill>
                <a:highlight>
                  <a:srgbClr val="5C5C5C"/>
                </a:highlight>
                <a:latin typeface="原稿用標準書体" panose="03000503000000000000" pitchFamily="66" charset="-128"/>
                <a:ea typeface="原稿用標準書体" panose="03000503000000000000" pitchFamily="66" charset="-128"/>
              </a:rPr>
              <a:t>特殊スキル</a:t>
            </a:r>
            <a:endParaRPr kumimoji="1" lang="ja-JP" altLang="en-US" sz="1200" dirty="0">
              <a:solidFill>
                <a:schemeClr val="bg1">
                  <a:lumMod val="95000"/>
                </a:schemeClr>
              </a:solidFill>
              <a:highlight>
                <a:srgbClr val="5C5C5C"/>
              </a:highlight>
              <a:latin typeface="原稿用標準書体" panose="03000503000000000000" pitchFamily="66" charset="-128"/>
              <a:ea typeface="原稿用標準書体" panose="03000503000000000000" pitchFamily="66" charset="-128"/>
            </a:endParaRPr>
          </a:p>
        </p:txBody>
      </p:sp>
      <p:sp>
        <p:nvSpPr>
          <p:cNvPr id="49" name="四角形: 角を丸くする 48">
            <a:extLst>
              <a:ext uri="{FF2B5EF4-FFF2-40B4-BE49-F238E27FC236}">
                <a16:creationId xmlns:a16="http://schemas.microsoft.com/office/drawing/2014/main" id="{492D1BED-770E-2AF2-9939-372DEBB81B02}"/>
              </a:ext>
            </a:extLst>
          </p:cNvPr>
          <p:cNvSpPr/>
          <p:nvPr/>
        </p:nvSpPr>
        <p:spPr>
          <a:xfrm>
            <a:off x="8697253" y="4307949"/>
            <a:ext cx="2394303" cy="777504"/>
          </a:xfrm>
          <a:prstGeom prst="roundRect">
            <a:avLst>
              <a:gd name="adj" fmla="val 6896"/>
            </a:avLst>
          </a:prstGeom>
          <a:solidFill>
            <a:srgbClr val="D9D9D9"/>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41" name="四角形: 角を丸くする 40">
            <a:extLst>
              <a:ext uri="{FF2B5EF4-FFF2-40B4-BE49-F238E27FC236}">
                <a16:creationId xmlns:a16="http://schemas.microsoft.com/office/drawing/2014/main" id="{FDF5ADA2-8D25-8944-0C36-AB667B4308A3}"/>
              </a:ext>
            </a:extLst>
          </p:cNvPr>
          <p:cNvSpPr/>
          <p:nvPr/>
        </p:nvSpPr>
        <p:spPr>
          <a:xfrm>
            <a:off x="9941402" y="4335367"/>
            <a:ext cx="1114661" cy="484206"/>
          </a:xfrm>
          <a:prstGeom prst="roundRect">
            <a:avLst>
              <a:gd name="adj" fmla="val 6896"/>
            </a:avLst>
          </a:prstGeom>
          <a:solidFill>
            <a:schemeClr val="tx1">
              <a:lumMod val="50000"/>
              <a:lumOff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48" name="グループ化 47">
            <a:extLst>
              <a:ext uri="{FF2B5EF4-FFF2-40B4-BE49-F238E27FC236}">
                <a16:creationId xmlns:a16="http://schemas.microsoft.com/office/drawing/2014/main" id="{99EEE265-139A-4BC8-75E5-EF1D150179D9}"/>
              </a:ext>
            </a:extLst>
          </p:cNvPr>
          <p:cNvGrpSpPr/>
          <p:nvPr/>
        </p:nvGrpSpPr>
        <p:grpSpPr>
          <a:xfrm>
            <a:off x="8756066" y="4321341"/>
            <a:ext cx="2299997" cy="740676"/>
            <a:chOff x="8756066" y="4312009"/>
            <a:chExt cx="2299997" cy="740676"/>
          </a:xfrm>
        </p:grpSpPr>
        <p:sp>
          <p:nvSpPr>
            <p:cNvPr id="45" name="フリーフォーム: 図形 44">
              <a:extLst>
                <a:ext uri="{FF2B5EF4-FFF2-40B4-BE49-F238E27FC236}">
                  <a16:creationId xmlns:a16="http://schemas.microsoft.com/office/drawing/2014/main" id="{1EC6CB11-397F-68B0-A89B-2AFCA52BF3CB}"/>
                </a:ext>
              </a:extLst>
            </p:cNvPr>
            <p:cNvSpPr/>
            <p:nvPr/>
          </p:nvSpPr>
          <p:spPr>
            <a:xfrm>
              <a:off x="8756066" y="4331554"/>
              <a:ext cx="2299997" cy="721131"/>
            </a:xfrm>
            <a:custGeom>
              <a:avLst/>
              <a:gdLst>
                <a:gd name="csX0" fmla="*/ 37967 w 2299997"/>
                <a:gd name="csY0" fmla="*/ 0 h 721131"/>
                <a:gd name="csX1" fmla="*/ 1085846 w 2299997"/>
                <a:gd name="csY1" fmla="*/ 0 h 721131"/>
                <a:gd name="csX2" fmla="*/ 1119237 w 2299997"/>
                <a:gd name="csY2" fmla="*/ 33391 h 721131"/>
                <a:gd name="csX3" fmla="*/ 1119237 w 2299997"/>
                <a:gd name="csY3" fmla="*/ 236925 h 721131"/>
                <a:gd name="csX4" fmla="*/ 2266606 w 2299997"/>
                <a:gd name="csY4" fmla="*/ 236925 h 721131"/>
                <a:gd name="csX5" fmla="*/ 2299997 w 2299997"/>
                <a:gd name="csY5" fmla="*/ 270316 h 721131"/>
                <a:gd name="csX6" fmla="*/ 2299997 w 2299997"/>
                <a:gd name="csY6" fmla="*/ 687740 h 721131"/>
                <a:gd name="csX7" fmla="*/ 2266606 w 2299997"/>
                <a:gd name="csY7" fmla="*/ 721131 h 721131"/>
                <a:gd name="csX8" fmla="*/ 33391 w 2299997"/>
                <a:gd name="csY8" fmla="*/ 721131 h 721131"/>
                <a:gd name="csX9" fmla="*/ 0 w 2299997"/>
                <a:gd name="csY9" fmla="*/ 687740 h 721131"/>
                <a:gd name="csX10" fmla="*/ 0 w 2299997"/>
                <a:gd name="csY10" fmla="*/ 270316 h 721131"/>
                <a:gd name="csX11" fmla="*/ 4576 w 2299997"/>
                <a:gd name="csY11" fmla="*/ 259269 h 721131"/>
                <a:gd name="csX12" fmla="*/ 4576 w 2299997"/>
                <a:gd name="csY12" fmla="*/ 33391 h 721131"/>
                <a:gd name="csX13" fmla="*/ 37967 w 2299997"/>
                <a:gd name="csY13" fmla="*/ 0 h 72113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2299997" h="721131">
                  <a:moveTo>
                    <a:pt x="37967" y="0"/>
                  </a:moveTo>
                  <a:lnTo>
                    <a:pt x="1085846" y="0"/>
                  </a:lnTo>
                  <a:cubicBezTo>
                    <a:pt x="1104287" y="0"/>
                    <a:pt x="1119237" y="14950"/>
                    <a:pt x="1119237" y="33391"/>
                  </a:cubicBezTo>
                  <a:lnTo>
                    <a:pt x="1119237" y="236925"/>
                  </a:lnTo>
                  <a:lnTo>
                    <a:pt x="2266606" y="236925"/>
                  </a:lnTo>
                  <a:cubicBezTo>
                    <a:pt x="2285047" y="236925"/>
                    <a:pt x="2299997" y="251875"/>
                    <a:pt x="2299997" y="270316"/>
                  </a:cubicBezTo>
                  <a:lnTo>
                    <a:pt x="2299997" y="687740"/>
                  </a:lnTo>
                  <a:cubicBezTo>
                    <a:pt x="2299997" y="706181"/>
                    <a:pt x="2285047" y="721131"/>
                    <a:pt x="2266606" y="721131"/>
                  </a:cubicBezTo>
                  <a:lnTo>
                    <a:pt x="33391" y="721131"/>
                  </a:lnTo>
                  <a:cubicBezTo>
                    <a:pt x="14950" y="721131"/>
                    <a:pt x="0" y="706181"/>
                    <a:pt x="0" y="687740"/>
                  </a:cubicBezTo>
                  <a:lnTo>
                    <a:pt x="0" y="270316"/>
                  </a:lnTo>
                  <a:lnTo>
                    <a:pt x="4576" y="259269"/>
                  </a:lnTo>
                  <a:lnTo>
                    <a:pt x="4576" y="33391"/>
                  </a:lnTo>
                  <a:cubicBezTo>
                    <a:pt x="4576" y="14950"/>
                    <a:pt x="19526" y="0"/>
                    <a:pt x="37967" y="0"/>
                  </a:cubicBezTo>
                  <a:close/>
                </a:path>
              </a:pathLst>
            </a:custGeom>
            <a:solidFill>
              <a:srgbClr val="BFBFBF"/>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47" name="テキスト ボックス 46">
              <a:extLst>
                <a:ext uri="{FF2B5EF4-FFF2-40B4-BE49-F238E27FC236}">
                  <a16:creationId xmlns:a16="http://schemas.microsoft.com/office/drawing/2014/main" id="{F9257080-3DF2-FFFF-8E62-8EC5BCAC9AA3}"/>
                </a:ext>
              </a:extLst>
            </p:cNvPr>
            <p:cNvSpPr txBox="1"/>
            <p:nvPr/>
          </p:nvSpPr>
          <p:spPr>
            <a:xfrm>
              <a:off x="8875753" y="4312009"/>
              <a:ext cx="800219" cy="276999"/>
            </a:xfrm>
            <a:prstGeom prst="rect">
              <a:avLst/>
            </a:prstGeom>
            <a:noFill/>
          </p:spPr>
          <p:txBody>
            <a:bodyPr wrap="none" rtlCol="0">
              <a:spAutoFit/>
            </a:bodyPr>
            <a:lstStyle/>
            <a:p>
              <a:r>
                <a:rPr lang="ja-JP" altLang="en-US" sz="1200" dirty="0">
                  <a:solidFill>
                    <a:schemeClr val="tx1">
                      <a:lumMod val="75000"/>
                      <a:lumOff val="25000"/>
                    </a:schemeClr>
                  </a:solidFill>
                  <a:latin typeface="原稿用標準書体" panose="03000503000000000000" pitchFamily="66" charset="-128"/>
                  <a:ea typeface="原稿用標準書体" panose="03000503000000000000" pitchFamily="66" charset="-128"/>
                </a:rPr>
                <a:t>通常攻撃</a:t>
              </a:r>
              <a:endParaRPr lang="en-US" altLang="ja-JP" sz="12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51" name="テキスト ボックス 50">
            <a:extLst>
              <a:ext uri="{FF2B5EF4-FFF2-40B4-BE49-F238E27FC236}">
                <a16:creationId xmlns:a16="http://schemas.microsoft.com/office/drawing/2014/main" id="{521E0D2A-58F0-3948-0F81-D85D4641AEB5}"/>
              </a:ext>
            </a:extLst>
          </p:cNvPr>
          <p:cNvSpPr txBox="1"/>
          <p:nvPr/>
        </p:nvSpPr>
        <p:spPr>
          <a:xfrm>
            <a:off x="10290983" y="4317385"/>
            <a:ext cx="415498" cy="276999"/>
          </a:xfrm>
          <a:prstGeom prst="rect">
            <a:avLst/>
          </a:prstGeom>
          <a:noFill/>
        </p:spPr>
        <p:txBody>
          <a:bodyPr wrap="none" rtlCol="0">
            <a:spAutoFit/>
          </a:bodyPr>
          <a:lstStyle/>
          <a:p>
            <a:pPr algn="ctr"/>
            <a:r>
              <a:rPr lang="en-US" altLang="ja-JP" sz="1200" dirty="0">
                <a:solidFill>
                  <a:schemeClr val="bg1">
                    <a:lumMod val="95000"/>
                  </a:schemeClr>
                </a:solidFill>
                <a:latin typeface="原稿用標準書体" panose="03000503000000000000" pitchFamily="66" charset="-128"/>
                <a:ea typeface="原稿用標準書体" panose="03000503000000000000" pitchFamily="66" charset="-128"/>
              </a:rPr>
              <a:t>ENB</a:t>
            </a:r>
          </a:p>
        </p:txBody>
      </p:sp>
      <p:sp>
        <p:nvSpPr>
          <p:cNvPr id="71" name="テキスト ボックス 70">
            <a:extLst>
              <a:ext uri="{FF2B5EF4-FFF2-40B4-BE49-F238E27FC236}">
                <a16:creationId xmlns:a16="http://schemas.microsoft.com/office/drawing/2014/main" id="{D45733CA-753F-BC6B-04B1-CD2286F408F3}"/>
              </a:ext>
            </a:extLst>
          </p:cNvPr>
          <p:cNvSpPr txBox="1"/>
          <p:nvPr/>
        </p:nvSpPr>
        <p:spPr>
          <a:xfrm>
            <a:off x="9360450" y="3983915"/>
            <a:ext cx="1062446" cy="276999"/>
          </a:xfrm>
          <a:prstGeom prst="rect">
            <a:avLst/>
          </a:prstGeom>
          <a:noFill/>
        </p:spPr>
        <p:txBody>
          <a:bodyPr wrap="square">
            <a:spAutoFit/>
          </a:bodyPr>
          <a:lstStyle/>
          <a:p>
            <a:pPr algn="ctr"/>
            <a:r>
              <a:rPr lang="ja-JP" altLang="en-US" sz="1200" dirty="0">
                <a:solidFill>
                  <a:schemeClr val="bg1">
                    <a:lumMod val="95000"/>
                  </a:schemeClr>
                </a:solidFill>
                <a:highlight>
                  <a:srgbClr val="5C5C5C"/>
                </a:highlight>
                <a:latin typeface="原稿用標準書体" panose="03000503000000000000" pitchFamily="66" charset="-128"/>
                <a:ea typeface="原稿用標準書体" panose="03000503000000000000" pitchFamily="66" charset="-128"/>
              </a:rPr>
              <a:t>固定スキル</a:t>
            </a:r>
            <a:endParaRPr kumimoji="1" lang="ja-JP" altLang="en-US" sz="1200" dirty="0">
              <a:solidFill>
                <a:schemeClr val="bg1">
                  <a:lumMod val="95000"/>
                </a:schemeClr>
              </a:solidFill>
              <a:highlight>
                <a:srgbClr val="5C5C5C"/>
              </a:highlight>
              <a:latin typeface="原稿用標準書体" panose="03000503000000000000" pitchFamily="66" charset="-128"/>
              <a:ea typeface="原稿用標準書体" panose="03000503000000000000" pitchFamily="66" charset="-128"/>
            </a:endParaRPr>
          </a:p>
        </p:txBody>
      </p:sp>
      <p:sp>
        <p:nvSpPr>
          <p:cNvPr id="80" name="四角形: 角を丸くする 79">
            <a:extLst>
              <a:ext uri="{FF2B5EF4-FFF2-40B4-BE49-F238E27FC236}">
                <a16:creationId xmlns:a16="http://schemas.microsoft.com/office/drawing/2014/main" id="{B8DE2C66-9BA8-2E4C-A482-C13706A1BE8D}"/>
              </a:ext>
            </a:extLst>
          </p:cNvPr>
          <p:cNvSpPr/>
          <p:nvPr/>
        </p:nvSpPr>
        <p:spPr>
          <a:xfrm>
            <a:off x="10388771" y="2405535"/>
            <a:ext cx="296743" cy="1066156"/>
          </a:xfrm>
          <a:prstGeom prst="roundRect">
            <a:avLst>
              <a:gd name="adj" fmla="val 6896"/>
            </a:avLst>
          </a:prstGeom>
          <a:solidFill>
            <a:schemeClr val="tx1">
              <a:lumMod val="50000"/>
              <a:lumOff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81" name="四角形: 角を丸くする 80">
            <a:extLst>
              <a:ext uri="{FF2B5EF4-FFF2-40B4-BE49-F238E27FC236}">
                <a16:creationId xmlns:a16="http://schemas.microsoft.com/office/drawing/2014/main" id="{0881354A-4A06-868F-69C3-002B91D2AB83}"/>
              </a:ext>
            </a:extLst>
          </p:cNvPr>
          <p:cNvSpPr/>
          <p:nvPr/>
        </p:nvSpPr>
        <p:spPr>
          <a:xfrm>
            <a:off x="10773287" y="2405535"/>
            <a:ext cx="296743" cy="1066156"/>
          </a:xfrm>
          <a:prstGeom prst="roundRect">
            <a:avLst>
              <a:gd name="adj" fmla="val 6896"/>
            </a:avLst>
          </a:prstGeom>
          <a:solidFill>
            <a:schemeClr val="tx1">
              <a:lumMod val="50000"/>
              <a:lumOff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82" name="フリーフォーム: 図形 81">
            <a:extLst>
              <a:ext uri="{FF2B5EF4-FFF2-40B4-BE49-F238E27FC236}">
                <a16:creationId xmlns:a16="http://schemas.microsoft.com/office/drawing/2014/main" id="{86FF3095-9E59-53D2-71D0-94436ABB9129}"/>
              </a:ext>
            </a:extLst>
          </p:cNvPr>
          <p:cNvSpPr/>
          <p:nvPr/>
        </p:nvSpPr>
        <p:spPr>
          <a:xfrm>
            <a:off x="10011362" y="2405535"/>
            <a:ext cx="1062447" cy="1333377"/>
          </a:xfrm>
          <a:custGeom>
            <a:avLst/>
            <a:gdLst>
              <a:gd name="csX0" fmla="*/ 21769 w 1062447"/>
              <a:gd name="csY0" fmla="*/ 0 h 1333377"/>
              <a:gd name="csX1" fmla="*/ 277586 w 1062447"/>
              <a:gd name="csY1" fmla="*/ 0 h 1333377"/>
              <a:gd name="csX2" fmla="*/ 298049 w 1062447"/>
              <a:gd name="csY2" fmla="*/ 20463 h 1333377"/>
              <a:gd name="csX3" fmla="*/ 298049 w 1062447"/>
              <a:gd name="csY3" fmla="*/ 267221 h 1333377"/>
              <a:gd name="csX4" fmla="*/ 989181 w 1062447"/>
              <a:gd name="csY4" fmla="*/ 267221 h 1333377"/>
              <a:gd name="csX5" fmla="*/ 1062447 w 1062447"/>
              <a:gd name="csY5" fmla="*/ 340487 h 1333377"/>
              <a:gd name="csX6" fmla="*/ 1062447 w 1062447"/>
              <a:gd name="csY6" fmla="*/ 1260111 h 1333377"/>
              <a:gd name="csX7" fmla="*/ 989181 w 1062447"/>
              <a:gd name="csY7" fmla="*/ 1333377 h 1333377"/>
              <a:gd name="csX8" fmla="*/ 73266 w 1062447"/>
              <a:gd name="csY8" fmla="*/ 1333377 h 1333377"/>
              <a:gd name="csX9" fmla="*/ 0 w 1062447"/>
              <a:gd name="csY9" fmla="*/ 1260111 h 1333377"/>
              <a:gd name="csX10" fmla="*/ 0 w 1062447"/>
              <a:gd name="csY10" fmla="*/ 340487 h 1333377"/>
              <a:gd name="csX11" fmla="*/ 1306 w 1062447"/>
              <a:gd name="csY11" fmla="*/ 334018 h 1333377"/>
              <a:gd name="csX12" fmla="*/ 1306 w 1062447"/>
              <a:gd name="csY12" fmla="*/ 20463 h 1333377"/>
              <a:gd name="csX13" fmla="*/ 21769 w 1062447"/>
              <a:gd name="csY13" fmla="*/ 0 h 133337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1062447" h="1333377">
                <a:moveTo>
                  <a:pt x="21769" y="0"/>
                </a:moveTo>
                <a:lnTo>
                  <a:pt x="277586" y="0"/>
                </a:lnTo>
                <a:cubicBezTo>
                  <a:pt x="288887" y="0"/>
                  <a:pt x="298049" y="9162"/>
                  <a:pt x="298049" y="20463"/>
                </a:cubicBezTo>
                <a:lnTo>
                  <a:pt x="298049" y="267221"/>
                </a:lnTo>
                <a:lnTo>
                  <a:pt x="989181" y="267221"/>
                </a:lnTo>
                <a:cubicBezTo>
                  <a:pt x="1029645" y="267221"/>
                  <a:pt x="1062447" y="300023"/>
                  <a:pt x="1062447" y="340487"/>
                </a:cubicBezTo>
                <a:lnTo>
                  <a:pt x="1062447" y="1260111"/>
                </a:lnTo>
                <a:cubicBezTo>
                  <a:pt x="1062447" y="1300575"/>
                  <a:pt x="1029645" y="1333377"/>
                  <a:pt x="989181" y="1333377"/>
                </a:cubicBezTo>
                <a:lnTo>
                  <a:pt x="73266" y="1333377"/>
                </a:lnTo>
                <a:cubicBezTo>
                  <a:pt x="32802" y="1333377"/>
                  <a:pt x="0" y="1300575"/>
                  <a:pt x="0" y="1260111"/>
                </a:cubicBezTo>
                <a:lnTo>
                  <a:pt x="0" y="340487"/>
                </a:lnTo>
                <a:lnTo>
                  <a:pt x="1306" y="334018"/>
                </a:lnTo>
                <a:lnTo>
                  <a:pt x="1306" y="20463"/>
                </a:lnTo>
                <a:cubicBezTo>
                  <a:pt x="1306" y="9162"/>
                  <a:pt x="10468" y="0"/>
                  <a:pt x="21769" y="0"/>
                </a:cubicBezTo>
                <a:close/>
              </a:path>
            </a:pathLst>
          </a:custGeom>
          <a:solidFill>
            <a:srgbClr val="BFBFBF"/>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83" name="テキスト ボックス 82">
            <a:extLst>
              <a:ext uri="{FF2B5EF4-FFF2-40B4-BE49-F238E27FC236}">
                <a16:creationId xmlns:a16="http://schemas.microsoft.com/office/drawing/2014/main" id="{CBC56E94-C416-4757-C151-DC5F3F6308F4}"/>
              </a:ext>
            </a:extLst>
          </p:cNvPr>
          <p:cNvSpPr txBox="1"/>
          <p:nvPr/>
        </p:nvSpPr>
        <p:spPr>
          <a:xfrm>
            <a:off x="10404649" y="2389383"/>
            <a:ext cx="264816" cy="276999"/>
          </a:xfrm>
          <a:prstGeom prst="rect">
            <a:avLst/>
          </a:prstGeom>
          <a:noFill/>
        </p:spPr>
        <p:txBody>
          <a:bodyPr wrap="none" rtlCol="0">
            <a:spAutoFit/>
          </a:bodyPr>
          <a:lstStyle/>
          <a:p>
            <a:pPr algn="ctr"/>
            <a:r>
              <a:rPr lang="en-US" altLang="ja-JP" sz="1200" dirty="0">
                <a:solidFill>
                  <a:schemeClr val="bg1">
                    <a:lumMod val="95000"/>
                  </a:schemeClr>
                </a:solidFill>
                <a:latin typeface="原稿用標準書体" panose="03000503000000000000" pitchFamily="66" charset="-128"/>
                <a:ea typeface="原稿用標準書体" panose="03000503000000000000" pitchFamily="66" charset="-128"/>
              </a:rPr>
              <a:t>2</a:t>
            </a:r>
          </a:p>
        </p:txBody>
      </p:sp>
      <p:sp>
        <p:nvSpPr>
          <p:cNvPr id="84" name="テキスト ボックス 83">
            <a:extLst>
              <a:ext uri="{FF2B5EF4-FFF2-40B4-BE49-F238E27FC236}">
                <a16:creationId xmlns:a16="http://schemas.microsoft.com/office/drawing/2014/main" id="{6DE05103-BDF5-5EA8-C29B-89C9E59CCC3A}"/>
              </a:ext>
            </a:extLst>
          </p:cNvPr>
          <p:cNvSpPr txBox="1"/>
          <p:nvPr/>
        </p:nvSpPr>
        <p:spPr>
          <a:xfrm>
            <a:off x="10791950" y="2389383"/>
            <a:ext cx="264816" cy="276999"/>
          </a:xfrm>
          <a:prstGeom prst="rect">
            <a:avLst/>
          </a:prstGeom>
          <a:noFill/>
        </p:spPr>
        <p:txBody>
          <a:bodyPr wrap="none" rtlCol="0">
            <a:spAutoFit/>
          </a:bodyPr>
          <a:lstStyle/>
          <a:p>
            <a:pPr algn="ctr"/>
            <a:r>
              <a:rPr lang="en-US" altLang="ja-JP" sz="1200" dirty="0">
                <a:solidFill>
                  <a:schemeClr val="bg1">
                    <a:lumMod val="95000"/>
                  </a:schemeClr>
                </a:solidFill>
                <a:latin typeface="原稿用標準書体" panose="03000503000000000000" pitchFamily="66" charset="-128"/>
                <a:ea typeface="原稿用標準書体" panose="03000503000000000000" pitchFamily="66" charset="-128"/>
              </a:rPr>
              <a:t>3</a:t>
            </a:r>
          </a:p>
        </p:txBody>
      </p:sp>
      <p:sp>
        <p:nvSpPr>
          <p:cNvPr id="85" name="テキスト ボックス 84">
            <a:extLst>
              <a:ext uri="{FF2B5EF4-FFF2-40B4-BE49-F238E27FC236}">
                <a16:creationId xmlns:a16="http://schemas.microsoft.com/office/drawing/2014/main" id="{35B1A80B-A28C-2D91-A187-531B4ED5DE8F}"/>
              </a:ext>
            </a:extLst>
          </p:cNvPr>
          <p:cNvSpPr txBox="1"/>
          <p:nvPr/>
        </p:nvSpPr>
        <p:spPr>
          <a:xfrm>
            <a:off x="10036010" y="2389383"/>
            <a:ext cx="264816" cy="276999"/>
          </a:xfrm>
          <a:prstGeom prst="rect">
            <a:avLst/>
          </a:prstGeom>
          <a:noFill/>
        </p:spPr>
        <p:txBody>
          <a:bodyPr wrap="none" rtlCol="0">
            <a:spAutoFit/>
          </a:bodyPr>
          <a:lstStyle/>
          <a:p>
            <a:pPr algn="ctr"/>
            <a:r>
              <a:rPr lang="en-US" altLang="ja-JP" sz="1200" dirty="0">
                <a:solidFill>
                  <a:schemeClr val="tx1">
                    <a:lumMod val="75000"/>
                    <a:lumOff val="25000"/>
                  </a:schemeClr>
                </a:solidFill>
                <a:latin typeface="原稿用標準書体" panose="03000503000000000000" pitchFamily="66" charset="-128"/>
                <a:ea typeface="原稿用標準書体" panose="03000503000000000000" pitchFamily="66" charset="-128"/>
              </a:rPr>
              <a:t>1</a:t>
            </a:r>
          </a:p>
        </p:txBody>
      </p:sp>
      <p:grpSp>
        <p:nvGrpSpPr>
          <p:cNvPr id="95" name="グループ化 94">
            <a:extLst>
              <a:ext uri="{FF2B5EF4-FFF2-40B4-BE49-F238E27FC236}">
                <a16:creationId xmlns:a16="http://schemas.microsoft.com/office/drawing/2014/main" id="{8756BCBE-8637-009A-26BE-3636F026B2E6}"/>
              </a:ext>
            </a:extLst>
          </p:cNvPr>
          <p:cNvGrpSpPr/>
          <p:nvPr/>
        </p:nvGrpSpPr>
        <p:grpSpPr>
          <a:xfrm>
            <a:off x="10205439" y="3369817"/>
            <a:ext cx="677545" cy="312314"/>
            <a:chOff x="10130793" y="3279791"/>
            <a:chExt cx="696970" cy="383679"/>
          </a:xfrm>
        </p:grpSpPr>
        <p:sp>
          <p:nvSpPr>
            <p:cNvPr id="75" name="四角形: 角を丸くする 74">
              <a:extLst>
                <a:ext uri="{FF2B5EF4-FFF2-40B4-BE49-F238E27FC236}">
                  <a16:creationId xmlns:a16="http://schemas.microsoft.com/office/drawing/2014/main" id="{5E38EB43-F5A4-F682-3EBA-906E0A08B2F4}"/>
                </a:ext>
              </a:extLst>
            </p:cNvPr>
            <p:cNvSpPr/>
            <p:nvPr/>
          </p:nvSpPr>
          <p:spPr>
            <a:xfrm>
              <a:off x="10130793" y="3298920"/>
              <a:ext cx="696970" cy="364550"/>
            </a:xfrm>
            <a:prstGeom prst="roundRect">
              <a:avLst>
                <a:gd name="adj" fmla="val 6896"/>
              </a:avLst>
            </a:prstGeom>
            <a:solidFill>
              <a:srgbClr val="FFA4F3"/>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latin typeface="原稿用標準書体" panose="03000503000000000000" pitchFamily="66" charset="-128"/>
                <a:ea typeface="原稿用標準書体" panose="03000503000000000000" pitchFamily="66" charset="-128"/>
              </a:endParaRPr>
            </a:p>
          </p:txBody>
        </p:sp>
        <p:sp>
          <p:nvSpPr>
            <p:cNvPr id="94" name="テキスト ボックス 93">
              <a:extLst>
                <a:ext uri="{FF2B5EF4-FFF2-40B4-BE49-F238E27FC236}">
                  <a16:creationId xmlns:a16="http://schemas.microsoft.com/office/drawing/2014/main" id="{243C27CC-D36A-D927-F40E-32AAA5E8C172}"/>
                </a:ext>
              </a:extLst>
            </p:cNvPr>
            <p:cNvSpPr txBox="1"/>
            <p:nvPr/>
          </p:nvSpPr>
          <p:spPr>
            <a:xfrm>
              <a:off x="10211797" y="3279791"/>
              <a:ext cx="559328" cy="378105"/>
            </a:xfrm>
            <a:prstGeom prst="rect">
              <a:avLst/>
            </a:prstGeom>
            <a:noFill/>
          </p:spPr>
          <p:txBody>
            <a:bodyPr wrap="none" rtlCol="0">
              <a:spAutoFit/>
            </a:bodyPr>
            <a:lstStyle/>
            <a:p>
              <a:r>
                <a:rPr lang="ja-JP" altLang="en-US" sz="1400" dirty="0">
                  <a:solidFill>
                    <a:schemeClr val="tx1">
                      <a:lumMod val="75000"/>
                      <a:lumOff val="25000"/>
                    </a:schemeClr>
                  </a:solidFill>
                  <a:latin typeface="原稿用標準書体" panose="03000503000000000000" pitchFamily="66" charset="-128"/>
                  <a:ea typeface="原稿用標準書体" panose="03000503000000000000" pitchFamily="66" charset="-128"/>
                </a:rPr>
                <a:t>装備</a:t>
              </a:r>
              <a:endParaRPr lang="en-US" altLang="ja-JP" sz="14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96" name="テキスト ボックス 95">
            <a:extLst>
              <a:ext uri="{FF2B5EF4-FFF2-40B4-BE49-F238E27FC236}">
                <a16:creationId xmlns:a16="http://schemas.microsoft.com/office/drawing/2014/main" id="{A2BAC4B5-CAD2-CDC0-6D0B-D357A97EE0E5}"/>
              </a:ext>
            </a:extLst>
          </p:cNvPr>
          <p:cNvSpPr txBox="1"/>
          <p:nvPr/>
        </p:nvSpPr>
        <p:spPr>
          <a:xfrm>
            <a:off x="10031426" y="2681876"/>
            <a:ext cx="697627" cy="246221"/>
          </a:xfrm>
          <a:prstGeom prst="rect">
            <a:avLst/>
          </a:prstGeom>
          <a:noFill/>
        </p:spPr>
        <p:txBody>
          <a:bodyPr wrap="none" rtlCol="0">
            <a:spAutoFit/>
          </a:bodyPr>
          <a:lstStyle/>
          <a:p>
            <a:r>
              <a:rPr lang="ja-JP" altLang="en-US"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スキル名</a:t>
            </a:r>
            <a:endParaRPr lang="en-US" altLang="ja-JP" sz="1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97" name="テキスト ボックス 96">
            <a:extLst>
              <a:ext uri="{FF2B5EF4-FFF2-40B4-BE49-F238E27FC236}">
                <a16:creationId xmlns:a16="http://schemas.microsoft.com/office/drawing/2014/main" id="{720A5568-4A56-00A9-EEE5-0FDF703A9570}"/>
              </a:ext>
            </a:extLst>
          </p:cNvPr>
          <p:cNvSpPr txBox="1"/>
          <p:nvPr/>
        </p:nvSpPr>
        <p:spPr>
          <a:xfrm>
            <a:off x="10034534" y="2862269"/>
            <a:ext cx="877163" cy="507831"/>
          </a:xfrm>
          <a:prstGeom prst="rect">
            <a:avLst/>
          </a:prstGeom>
          <a:noFill/>
        </p:spPr>
        <p:txBody>
          <a:bodyPr wrap="none" rtlCol="0">
            <a:spAutoFit/>
          </a:bodyPr>
          <a:lstStyle/>
          <a:p>
            <a:r>
              <a:rPr lang="ja-JP" altLang="en-US" sz="900" dirty="0">
                <a:solidFill>
                  <a:schemeClr val="tx1">
                    <a:lumMod val="75000"/>
                    <a:lumOff val="25000"/>
                  </a:schemeClr>
                </a:solidFill>
                <a:latin typeface="原稿用標準書体" panose="03000503000000000000" pitchFamily="66" charset="-128"/>
                <a:ea typeface="原稿用標準書体" panose="03000503000000000000" pitchFamily="66" charset="-128"/>
              </a:rPr>
              <a:t>効果テキスト</a:t>
            </a:r>
            <a:br>
              <a:rPr lang="en-US" altLang="ja-JP" sz="900" dirty="0">
                <a:solidFill>
                  <a:schemeClr val="tx1">
                    <a:lumMod val="75000"/>
                    <a:lumOff val="25000"/>
                  </a:schemeClr>
                </a:solidFill>
                <a:latin typeface="原稿用標準書体" panose="03000503000000000000" pitchFamily="66" charset="-128"/>
                <a:ea typeface="原稿用標準書体" panose="03000503000000000000" pitchFamily="66" charset="-128"/>
              </a:rPr>
            </a:br>
            <a:r>
              <a:rPr lang="ja-JP" altLang="en-US" sz="900" dirty="0">
                <a:solidFill>
                  <a:schemeClr val="tx1">
                    <a:lumMod val="75000"/>
                    <a:lumOff val="25000"/>
                  </a:schemeClr>
                </a:solidFill>
                <a:latin typeface="原稿用標準書体" panose="03000503000000000000" pitchFamily="66" charset="-128"/>
                <a:ea typeface="原稿用標準書体" panose="03000503000000000000" pitchFamily="66" charset="-128"/>
              </a:rPr>
              <a:t>効果テキスト</a:t>
            </a:r>
            <a:endParaRPr lang="en-US" altLang="ja-JP" sz="9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a:p>
            <a:r>
              <a:rPr lang="ja-JP" altLang="en-US" sz="900" dirty="0">
                <a:solidFill>
                  <a:schemeClr val="tx1">
                    <a:lumMod val="75000"/>
                    <a:lumOff val="25000"/>
                  </a:schemeClr>
                </a:solidFill>
                <a:latin typeface="原稿用標準書体" panose="03000503000000000000" pitchFamily="66" charset="-128"/>
                <a:ea typeface="原稿用標準書体" panose="03000503000000000000" pitchFamily="66" charset="-128"/>
              </a:rPr>
              <a:t>効果テキスト</a:t>
            </a:r>
            <a:endParaRPr lang="en-US" altLang="ja-JP" sz="9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102" name="グループ化 101">
            <a:extLst>
              <a:ext uri="{FF2B5EF4-FFF2-40B4-BE49-F238E27FC236}">
                <a16:creationId xmlns:a16="http://schemas.microsoft.com/office/drawing/2014/main" id="{D44F7208-8E78-5642-AA25-A01312263E1B}"/>
              </a:ext>
            </a:extLst>
          </p:cNvPr>
          <p:cNvGrpSpPr/>
          <p:nvPr/>
        </p:nvGrpSpPr>
        <p:grpSpPr>
          <a:xfrm>
            <a:off x="10706392" y="2769566"/>
            <a:ext cx="307601" cy="79382"/>
            <a:chOff x="10725054" y="3385387"/>
            <a:chExt cx="569131" cy="146875"/>
          </a:xfrm>
        </p:grpSpPr>
        <p:sp>
          <p:nvSpPr>
            <p:cNvPr id="99" name="楕円 98">
              <a:extLst>
                <a:ext uri="{FF2B5EF4-FFF2-40B4-BE49-F238E27FC236}">
                  <a16:creationId xmlns:a16="http://schemas.microsoft.com/office/drawing/2014/main" id="{A578A2C0-7D19-977C-41E9-DF1C48408621}"/>
                </a:ext>
              </a:extLst>
            </p:cNvPr>
            <p:cNvSpPr/>
            <p:nvPr/>
          </p:nvSpPr>
          <p:spPr>
            <a:xfrm>
              <a:off x="10725054" y="3385387"/>
              <a:ext cx="157325" cy="146875"/>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100" name="楕円 99">
              <a:extLst>
                <a:ext uri="{FF2B5EF4-FFF2-40B4-BE49-F238E27FC236}">
                  <a16:creationId xmlns:a16="http://schemas.microsoft.com/office/drawing/2014/main" id="{7A401DA9-E3F7-733B-E14D-2C8631E1F10A}"/>
                </a:ext>
              </a:extLst>
            </p:cNvPr>
            <p:cNvSpPr/>
            <p:nvPr/>
          </p:nvSpPr>
          <p:spPr>
            <a:xfrm>
              <a:off x="10930957" y="3385387"/>
              <a:ext cx="157325" cy="146875"/>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101" name="楕円 100">
              <a:extLst>
                <a:ext uri="{FF2B5EF4-FFF2-40B4-BE49-F238E27FC236}">
                  <a16:creationId xmlns:a16="http://schemas.microsoft.com/office/drawing/2014/main" id="{451A1A6E-554D-0E3A-94FE-E30DA52323A0}"/>
                </a:ext>
              </a:extLst>
            </p:cNvPr>
            <p:cNvSpPr/>
            <p:nvPr/>
          </p:nvSpPr>
          <p:spPr>
            <a:xfrm>
              <a:off x="11136860" y="3385387"/>
              <a:ext cx="157325" cy="146875"/>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sp>
        <p:nvSpPr>
          <p:cNvPr id="103" name="テキスト ボックス 102">
            <a:extLst>
              <a:ext uri="{FF2B5EF4-FFF2-40B4-BE49-F238E27FC236}">
                <a16:creationId xmlns:a16="http://schemas.microsoft.com/office/drawing/2014/main" id="{06048B3F-7A0C-2F52-D811-E98C6E2B4E01}"/>
              </a:ext>
            </a:extLst>
          </p:cNvPr>
          <p:cNvSpPr txBox="1"/>
          <p:nvPr/>
        </p:nvSpPr>
        <p:spPr>
          <a:xfrm>
            <a:off x="8880746" y="4657506"/>
            <a:ext cx="1657826" cy="246221"/>
          </a:xfrm>
          <a:prstGeom prst="rect">
            <a:avLst/>
          </a:prstGeom>
          <a:noFill/>
        </p:spPr>
        <p:txBody>
          <a:bodyPr wrap="none" rtlCol="0">
            <a:spAutoFit/>
          </a:bodyPr>
          <a:lstStyle/>
          <a:p>
            <a:r>
              <a:rPr lang="ja-JP" altLang="en-US"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敵</a:t>
            </a:r>
            <a:r>
              <a:rPr lang="en-US" altLang="ja-JP"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1</a:t>
            </a:r>
            <a:r>
              <a:rPr lang="ja-JP" altLang="en-US"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体に</a:t>
            </a:r>
            <a:r>
              <a:rPr lang="en-US" altLang="ja-JP"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ATK×80</a:t>
            </a:r>
            <a:r>
              <a:rPr lang="ja-JP" altLang="en-US"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％の攻撃</a:t>
            </a:r>
            <a:endParaRPr lang="en-US" altLang="ja-JP" sz="1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pic>
        <p:nvPicPr>
          <p:cNvPr id="39" name="図 38">
            <a:extLst>
              <a:ext uri="{FF2B5EF4-FFF2-40B4-BE49-F238E27FC236}">
                <a16:creationId xmlns:a16="http://schemas.microsoft.com/office/drawing/2014/main" id="{0028A10C-7D48-9234-60E3-12DE47F526D0}"/>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992219" y="1933050"/>
            <a:ext cx="1387192" cy="1958200"/>
          </a:xfrm>
          <a:prstGeom prst="rect">
            <a:avLst/>
          </a:prstGeom>
        </p:spPr>
      </p:pic>
      <p:grpSp>
        <p:nvGrpSpPr>
          <p:cNvPr id="118" name="グループ化 117">
            <a:extLst>
              <a:ext uri="{FF2B5EF4-FFF2-40B4-BE49-F238E27FC236}">
                <a16:creationId xmlns:a16="http://schemas.microsoft.com/office/drawing/2014/main" id="{7D8A006E-27AF-871A-841A-1321231B2BF6}"/>
              </a:ext>
            </a:extLst>
          </p:cNvPr>
          <p:cNvGrpSpPr/>
          <p:nvPr/>
        </p:nvGrpSpPr>
        <p:grpSpPr>
          <a:xfrm>
            <a:off x="7039550" y="1408045"/>
            <a:ext cx="1321756" cy="407528"/>
            <a:chOff x="6961435" y="1453494"/>
            <a:chExt cx="1321756" cy="407528"/>
          </a:xfrm>
        </p:grpSpPr>
        <p:grpSp>
          <p:nvGrpSpPr>
            <p:cNvPr id="117" name="グループ化 116">
              <a:extLst>
                <a:ext uri="{FF2B5EF4-FFF2-40B4-BE49-F238E27FC236}">
                  <a16:creationId xmlns:a16="http://schemas.microsoft.com/office/drawing/2014/main" id="{E6E89C96-58A7-F467-A394-65CA37022C40}"/>
                </a:ext>
              </a:extLst>
            </p:cNvPr>
            <p:cNvGrpSpPr/>
            <p:nvPr/>
          </p:nvGrpSpPr>
          <p:grpSpPr>
            <a:xfrm>
              <a:off x="6961435" y="1453494"/>
              <a:ext cx="1321756" cy="407528"/>
              <a:chOff x="6931430" y="1379411"/>
              <a:chExt cx="1988006" cy="612948"/>
            </a:xfrm>
          </p:grpSpPr>
          <p:sp>
            <p:nvSpPr>
              <p:cNvPr id="112" name="四角形: 角を丸くする 111">
                <a:extLst>
                  <a:ext uri="{FF2B5EF4-FFF2-40B4-BE49-F238E27FC236}">
                    <a16:creationId xmlns:a16="http://schemas.microsoft.com/office/drawing/2014/main" id="{D7CAD52C-D7FE-A033-9D18-6CF497CA16B0}"/>
                  </a:ext>
                </a:extLst>
              </p:cNvPr>
              <p:cNvSpPr/>
              <p:nvPr/>
            </p:nvSpPr>
            <p:spPr>
              <a:xfrm>
                <a:off x="6931430" y="1379411"/>
                <a:ext cx="1988006" cy="612948"/>
              </a:xfrm>
              <a:prstGeom prst="roundRect">
                <a:avLst>
                  <a:gd name="adj" fmla="val 9765"/>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16" name="二等辺三角形 115">
                <a:extLst>
                  <a:ext uri="{FF2B5EF4-FFF2-40B4-BE49-F238E27FC236}">
                    <a16:creationId xmlns:a16="http://schemas.microsoft.com/office/drawing/2014/main" id="{BDF02DAD-425A-7509-3AF8-78018E151C04}"/>
                  </a:ext>
                </a:extLst>
              </p:cNvPr>
              <p:cNvSpPr/>
              <p:nvPr/>
            </p:nvSpPr>
            <p:spPr>
              <a:xfrm rot="16200000" flipH="1">
                <a:off x="7132754" y="1513146"/>
                <a:ext cx="400753" cy="345478"/>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14" name="テキスト ボックス 113">
              <a:extLst>
                <a:ext uri="{FF2B5EF4-FFF2-40B4-BE49-F238E27FC236}">
                  <a16:creationId xmlns:a16="http://schemas.microsoft.com/office/drawing/2014/main" id="{8F315BE5-AD68-24D0-7BD7-2FFC52DB2E24}"/>
                </a:ext>
              </a:extLst>
            </p:cNvPr>
            <p:cNvSpPr txBox="1"/>
            <p:nvPr/>
          </p:nvSpPr>
          <p:spPr>
            <a:xfrm>
              <a:off x="7434618" y="1487981"/>
              <a:ext cx="800219" cy="338554"/>
            </a:xfrm>
            <a:prstGeom prst="rect">
              <a:avLst/>
            </a:prstGeom>
            <a:noFill/>
          </p:spPr>
          <p:txBody>
            <a:bodyPr wrap="none" rtlCol="0">
              <a:spAutoFit/>
            </a:bodyPr>
            <a:lstStyle/>
            <a:p>
              <a:r>
                <a:rPr kumimoji="1" lang="ja-JP" altLang="en-US" sz="16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一覧へ</a:t>
              </a:r>
              <a:endParaRPr kumimoji="1" lang="ja-JP" altLang="en-US" sz="1600"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19" name="グループ化 118">
            <a:extLst>
              <a:ext uri="{FF2B5EF4-FFF2-40B4-BE49-F238E27FC236}">
                <a16:creationId xmlns:a16="http://schemas.microsoft.com/office/drawing/2014/main" id="{F374EA13-B76B-EDDF-6639-B516D2055E50}"/>
              </a:ext>
            </a:extLst>
          </p:cNvPr>
          <p:cNvGrpSpPr/>
          <p:nvPr/>
        </p:nvGrpSpPr>
        <p:grpSpPr>
          <a:xfrm>
            <a:off x="9972935" y="1427012"/>
            <a:ext cx="1139403" cy="407528"/>
            <a:chOff x="6961435" y="1453494"/>
            <a:chExt cx="1321756" cy="407528"/>
          </a:xfrm>
        </p:grpSpPr>
        <p:sp>
          <p:nvSpPr>
            <p:cNvPr id="122" name="四角形: 角を丸くする 121">
              <a:extLst>
                <a:ext uri="{FF2B5EF4-FFF2-40B4-BE49-F238E27FC236}">
                  <a16:creationId xmlns:a16="http://schemas.microsoft.com/office/drawing/2014/main" id="{309A474E-C09F-2EE2-AED4-279069F45A25}"/>
                </a:ext>
              </a:extLst>
            </p:cNvPr>
            <p:cNvSpPr/>
            <p:nvPr/>
          </p:nvSpPr>
          <p:spPr>
            <a:xfrm>
              <a:off x="6961435" y="1453494"/>
              <a:ext cx="1321756" cy="407528"/>
            </a:xfrm>
            <a:prstGeom prst="roundRect">
              <a:avLst>
                <a:gd name="adj" fmla="val 9765"/>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21" name="テキスト ボックス 120">
              <a:extLst>
                <a:ext uri="{FF2B5EF4-FFF2-40B4-BE49-F238E27FC236}">
                  <a16:creationId xmlns:a16="http://schemas.microsoft.com/office/drawing/2014/main" id="{FF9A7E66-B3E7-9009-AD1A-04C35F1F6C3F}"/>
                </a:ext>
              </a:extLst>
            </p:cNvPr>
            <p:cNvSpPr txBox="1"/>
            <p:nvPr/>
          </p:nvSpPr>
          <p:spPr>
            <a:xfrm>
              <a:off x="7222204" y="1487981"/>
              <a:ext cx="800219" cy="338554"/>
            </a:xfrm>
            <a:prstGeom prst="rect">
              <a:avLst/>
            </a:prstGeom>
            <a:noFill/>
          </p:spPr>
          <p:txBody>
            <a:bodyPr wrap="none" rtlCol="0">
              <a:spAutoFit/>
            </a:bodyPr>
            <a:lstStyle/>
            <a:p>
              <a:r>
                <a:rPr kumimoji="1" lang="en-US" altLang="ja-JP" sz="16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Lv</a:t>
              </a:r>
              <a:r>
                <a:rPr lang="en-US" altLang="ja-JP" sz="16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.00</a:t>
              </a:r>
              <a:r>
                <a:rPr lang="en-US" altLang="ja-JP" sz="1600"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0</a:t>
              </a:r>
              <a:endParaRPr kumimoji="1" lang="en-US" altLang="ja-JP" sz="16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125" name="四角形: 角を丸くする 124">
            <a:extLst>
              <a:ext uri="{FF2B5EF4-FFF2-40B4-BE49-F238E27FC236}">
                <a16:creationId xmlns:a16="http://schemas.microsoft.com/office/drawing/2014/main" id="{C6B033D6-8F26-5E70-EEE3-4F4F8E73F915}"/>
              </a:ext>
            </a:extLst>
          </p:cNvPr>
          <p:cNvSpPr/>
          <p:nvPr/>
        </p:nvSpPr>
        <p:spPr>
          <a:xfrm>
            <a:off x="789687" y="1315344"/>
            <a:ext cx="1233805" cy="1230022"/>
          </a:xfrm>
          <a:prstGeom prst="roundRect">
            <a:avLst>
              <a:gd name="adj" fmla="val 6896"/>
            </a:avLst>
          </a:prstGeom>
          <a:solidFill>
            <a:srgbClr val="FF00FF">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130" name="グループ化 129">
            <a:extLst>
              <a:ext uri="{FF2B5EF4-FFF2-40B4-BE49-F238E27FC236}">
                <a16:creationId xmlns:a16="http://schemas.microsoft.com/office/drawing/2014/main" id="{9B6DFAA6-6092-CCED-6C4F-253BF142B9E0}"/>
              </a:ext>
            </a:extLst>
          </p:cNvPr>
          <p:cNvGrpSpPr/>
          <p:nvPr/>
        </p:nvGrpSpPr>
        <p:grpSpPr>
          <a:xfrm>
            <a:off x="1006480" y="1624031"/>
            <a:ext cx="800219" cy="612648"/>
            <a:chOff x="981599" y="1624031"/>
            <a:chExt cx="800219" cy="612648"/>
          </a:xfrm>
        </p:grpSpPr>
        <p:sp>
          <p:nvSpPr>
            <p:cNvPr id="127" name="四角形: 角を丸くする 126">
              <a:extLst>
                <a:ext uri="{FF2B5EF4-FFF2-40B4-BE49-F238E27FC236}">
                  <a16:creationId xmlns:a16="http://schemas.microsoft.com/office/drawing/2014/main" id="{C8C7F5E2-6509-827B-C6CB-70401DCE526E}"/>
                </a:ext>
              </a:extLst>
            </p:cNvPr>
            <p:cNvSpPr/>
            <p:nvPr/>
          </p:nvSpPr>
          <p:spPr>
            <a:xfrm>
              <a:off x="1002683" y="1624031"/>
              <a:ext cx="758051" cy="612648"/>
            </a:xfrm>
            <a:prstGeom prst="round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9" name="テキスト ボックス 128">
              <a:extLst>
                <a:ext uri="{FF2B5EF4-FFF2-40B4-BE49-F238E27FC236}">
                  <a16:creationId xmlns:a16="http://schemas.microsoft.com/office/drawing/2014/main" id="{469B9164-3848-549E-E8D9-462FFB1B92E5}"/>
                </a:ext>
              </a:extLst>
            </p:cNvPr>
            <p:cNvSpPr txBox="1"/>
            <p:nvPr/>
          </p:nvSpPr>
          <p:spPr>
            <a:xfrm>
              <a:off x="981599" y="1761078"/>
              <a:ext cx="800219" cy="338554"/>
            </a:xfrm>
            <a:prstGeom prst="rect">
              <a:avLst/>
            </a:prstGeom>
            <a:noFill/>
          </p:spPr>
          <p:txBody>
            <a:bodyPr wrap="none" rtlCol="0">
              <a:spAutoFit/>
            </a:bodyPr>
            <a:lstStyle/>
            <a:p>
              <a:r>
                <a:rPr kumimoji="1"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選択中</a:t>
              </a: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7" name="グループ化 6">
            <a:extLst>
              <a:ext uri="{FF2B5EF4-FFF2-40B4-BE49-F238E27FC236}">
                <a16:creationId xmlns:a16="http://schemas.microsoft.com/office/drawing/2014/main" id="{EFE698F0-7846-207C-3668-424FB6E86253}"/>
              </a:ext>
            </a:extLst>
          </p:cNvPr>
          <p:cNvGrpSpPr/>
          <p:nvPr/>
        </p:nvGrpSpPr>
        <p:grpSpPr>
          <a:xfrm>
            <a:off x="6847854" y="5498744"/>
            <a:ext cx="4556517" cy="732910"/>
            <a:chOff x="6847854" y="5498744"/>
            <a:chExt cx="4556517" cy="732910"/>
          </a:xfrm>
        </p:grpSpPr>
        <p:sp>
          <p:nvSpPr>
            <p:cNvPr id="16" name="矢印: 五方向 15">
              <a:extLst>
                <a:ext uri="{FF2B5EF4-FFF2-40B4-BE49-F238E27FC236}">
                  <a16:creationId xmlns:a16="http://schemas.microsoft.com/office/drawing/2014/main" id="{7F21C8E3-97E5-4CB6-68DC-9607BC536243}"/>
                </a:ext>
              </a:extLst>
            </p:cNvPr>
            <p:cNvSpPr/>
            <p:nvPr/>
          </p:nvSpPr>
          <p:spPr>
            <a:xfrm>
              <a:off x="9327302" y="5507053"/>
              <a:ext cx="2077069" cy="710476"/>
            </a:xfrm>
            <a:prstGeom prst="homePlate">
              <a:avLst/>
            </a:prstGeom>
            <a:solidFill>
              <a:srgbClr val="FF00FF">
                <a:alpha val="6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latin typeface="原稿用標準書体" panose="03000503000000000000" pitchFamily="66" charset="-128"/>
                <a:ea typeface="原稿用標準書体" panose="03000503000000000000" pitchFamily="66" charset="-128"/>
              </a:endParaRPr>
            </a:p>
          </p:txBody>
        </p:sp>
        <p:sp>
          <p:nvSpPr>
            <p:cNvPr id="17" name="矢印: 五方向 16">
              <a:extLst>
                <a:ext uri="{FF2B5EF4-FFF2-40B4-BE49-F238E27FC236}">
                  <a16:creationId xmlns:a16="http://schemas.microsoft.com/office/drawing/2014/main" id="{DA886682-A6A6-D3FA-129A-47E0EA5D2EBA}"/>
                </a:ext>
              </a:extLst>
            </p:cNvPr>
            <p:cNvSpPr/>
            <p:nvPr/>
          </p:nvSpPr>
          <p:spPr>
            <a:xfrm flipH="1">
              <a:off x="6847854" y="5507053"/>
              <a:ext cx="2077070" cy="710476"/>
            </a:xfrm>
            <a:prstGeom prst="homePlate">
              <a:avLst/>
            </a:prstGeom>
            <a:solidFill>
              <a:schemeClr val="tx1">
                <a:lumMod val="95000"/>
                <a:lumOff val="5000"/>
                <a:alpha val="6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latin typeface="原稿用標準書体" panose="03000503000000000000" pitchFamily="66" charset="-128"/>
                <a:ea typeface="原稿用標準書体" panose="03000503000000000000" pitchFamily="66" charset="-128"/>
              </a:endParaRPr>
            </a:p>
          </p:txBody>
        </p:sp>
        <p:grpSp>
          <p:nvGrpSpPr>
            <p:cNvPr id="18" name="グループ化 17">
              <a:extLst>
                <a:ext uri="{FF2B5EF4-FFF2-40B4-BE49-F238E27FC236}">
                  <a16:creationId xmlns:a16="http://schemas.microsoft.com/office/drawing/2014/main" id="{33BC15E1-FB3E-5A24-A634-E40419BBD8FB}"/>
                </a:ext>
              </a:extLst>
            </p:cNvPr>
            <p:cNvGrpSpPr/>
            <p:nvPr/>
          </p:nvGrpSpPr>
          <p:grpSpPr>
            <a:xfrm>
              <a:off x="6901145" y="5498744"/>
              <a:ext cx="1645326" cy="732910"/>
              <a:chOff x="163586" y="134635"/>
              <a:chExt cx="3134182" cy="1396119"/>
            </a:xfrm>
          </p:grpSpPr>
          <p:sp>
            <p:nvSpPr>
              <p:cNvPr id="40" name="テキスト ボックス 39">
                <a:extLst>
                  <a:ext uri="{FF2B5EF4-FFF2-40B4-BE49-F238E27FC236}">
                    <a16:creationId xmlns:a16="http://schemas.microsoft.com/office/drawing/2014/main" id="{AC13E079-342F-935C-1565-071FD9B1DC5D}"/>
                  </a:ext>
                </a:extLst>
              </p:cNvPr>
              <p:cNvSpPr txBox="1"/>
              <p:nvPr/>
            </p:nvSpPr>
            <p:spPr>
              <a:xfrm>
                <a:off x="2066572" y="480925"/>
                <a:ext cx="1231196" cy="703540"/>
              </a:xfrm>
              <a:prstGeom prst="rect">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戻る</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42" name="グループ化 41">
                <a:extLst>
                  <a:ext uri="{FF2B5EF4-FFF2-40B4-BE49-F238E27FC236}">
                    <a16:creationId xmlns:a16="http://schemas.microsoft.com/office/drawing/2014/main" id="{ADE289CC-C529-53D6-9830-F29BC3866499}"/>
                  </a:ext>
                </a:extLst>
              </p:cNvPr>
              <p:cNvGrpSpPr/>
              <p:nvPr/>
            </p:nvGrpSpPr>
            <p:grpSpPr>
              <a:xfrm>
                <a:off x="163586" y="134635"/>
                <a:ext cx="1975684" cy="1396119"/>
                <a:chOff x="163586" y="134635"/>
                <a:chExt cx="1975684" cy="1396119"/>
              </a:xfrm>
            </p:grpSpPr>
            <p:grpSp>
              <p:nvGrpSpPr>
                <p:cNvPr id="59" name="グループ化 58">
                  <a:extLst>
                    <a:ext uri="{FF2B5EF4-FFF2-40B4-BE49-F238E27FC236}">
                      <a16:creationId xmlns:a16="http://schemas.microsoft.com/office/drawing/2014/main" id="{6FB07557-5E66-EEEF-6F91-4DC713E8F018}"/>
                    </a:ext>
                  </a:extLst>
                </p:cNvPr>
                <p:cNvGrpSpPr/>
                <p:nvPr/>
              </p:nvGrpSpPr>
              <p:grpSpPr>
                <a:xfrm>
                  <a:off x="163586" y="134635"/>
                  <a:ext cx="1975684" cy="1396119"/>
                  <a:chOff x="163586" y="134635"/>
                  <a:chExt cx="1975684" cy="1396119"/>
                </a:xfrm>
              </p:grpSpPr>
              <p:pic>
                <p:nvPicPr>
                  <p:cNvPr id="111" name="図 110">
                    <a:extLst>
                      <a:ext uri="{FF2B5EF4-FFF2-40B4-BE49-F238E27FC236}">
                        <a16:creationId xmlns:a16="http://schemas.microsoft.com/office/drawing/2014/main" id="{BF926B05-1C5C-376B-610B-2A614E9A0B6E}"/>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113" name="楕円 112">
                    <a:extLst>
                      <a:ext uri="{FF2B5EF4-FFF2-40B4-BE49-F238E27FC236}">
                        <a16:creationId xmlns:a16="http://schemas.microsoft.com/office/drawing/2014/main" id="{FF28EC7A-2439-FD8E-D75C-DDE625245794}"/>
                      </a:ext>
                    </a:extLst>
                  </p:cNvPr>
                  <p:cNvSpPr/>
                  <p:nvPr/>
                </p:nvSpPr>
                <p:spPr>
                  <a:xfrm>
                    <a:off x="836705" y="560292"/>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76" name="図 75">
                  <a:extLst>
                    <a:ext uri="{FF2B5EF4-FFF2-40B4-BE49-F238E27FC236}">
                      <a16:creationId xmlns:a16="http://schemas.microsoft.com/office/drawing/2014/main" id="{2C97E455-55D7-60F9-11AD-08D19380A34A}"/>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sp>
          <p:nvSpPr>
            <p:cNvPr id="26" name="テキスト ボックス 25">
              <a:extLst>
                <a:ext uri="{FF2B5EF4-FFF2-40B4-BE49-F238E27FC236}">
                  <a16:creationId xmlns:a16="http://schemas.microsoft.com/office/drawing/2014/main" id="{3A3AE826-65CA-0BF4-D4D6-EF426EF67EEB}"/>
                </a:ext>
              </a:extLst>
            </p:cNvPr>
            <p:cNvSpPr txBox="1"/>
            <p:nvPr/>
          </p:nvSpPr>
          <p:spPr>
            <a:xfrm>
              <a:off x="9503466" y="5680533"/>
              <a:ext cx="1338828" cy="369332"/>
            </a:xfrm>
            <a:prstGeom prst="rect">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ゲート進入</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8" name="二等辺三角形 37">
              <a:extLst>
                <a:ext uri="{FF2B5EF4-FFF2-40B4-BE49-F238E27FC236}">
                  <a16:creationId xmlns:a16="http://schemas.microsoft.com/office/drawing/2014/main" id="{CF0E4961-EFDC-3B96-3E41-0E931BAA828D}"/>
                </a:ext>
              </a:extLst>
            </p:cNvPr>
            <p:cNvSpPr/>
            <p:nvPr/>
          </p:nvSpPr>
          <p:spPr>
            <a:xfrm rot="5400000">
              <a:off x="10948049" y="5733145"/>
              <a:ext cx="299620" cy="258293"/>
            </a:xfrm>
            <a:prstGeom prst="triangl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Tree>
    <p:extLst>
      <p:ext uri="{BB962C8B-B14F-4D97-AF65-F5344CB8AC3E}">
        <p14:creationId xmlns:p14="http://schemas.microsoft.com/office/powerpoint/2010/main" val="3446104415"/>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gradFill>
          <a:gsLst>
            <a:gs pos="0">
              <a:schemeClr val="tx1">
                <a:lumMod val="85000"/>
                <a:lumOff val="15000"/>
              </a:schemeClr>
            </a:gs>
            <a:gs pos="23000">
              <a:schemeClr val="accent6">
                <a:lumMod val="89000"/>
              </a:schemeClr>
            </a:gs>
            <a:gs pos="69000">
              <a:schemeClr val="accent6">
                <a:lumMod val="75000"/>
              </a:schemeClr>
            </a:gs>
            <a:gs pos="97000">
              <a:schemeClr val="tx1">
                <a:lumMod val="85000"/>
                <a:lumOff val="15000"/>
              </a:schemeClr>
            </a:gs>
          </a:gsLst>
          <a:path path="circle">
            <a:fillToRect l="50000" t="50000" r="50000" b="50000"/>
          </a:path>
        </a:gradFill>
        <a:effectLst/>
      </p:bgPr>
    </p:bg>
    <p:spTree>
      <p:nvGrpSpPr>
        <p:cNvPr id="1" name="">
          <a:extLst>
            <a:ext uri="{FF2B5EF4-FFF2-40B4-BE49-F238E27FC236}">
              <a16:creationId xmlns:a16="http://schemas.microsoft.com/office/drawing/2014/main" id="{CEB0DEE5-06C8-C1C3-3D51-6E14660F325A}"/>
            </a:ext>
          </a:extLst>
        </p:cNvPr>
        <p:cNvGrpSpPr/>
        <p:nvPr/>
      </p:nvGrpSpPr>
      <p:grpSpPr>
        <a:xfrm>
          <a:off x="0" y="0"/>
          <a:ext cx="0" cy="0"/>
          <a:chOff x="0" y="0"/>
          <a:chExt cx="0" cy="0"/>
        </a:xfrm>
      </p:grpSpPr>
      <p:sp>
        <p:nvSpPr>
          <p:cNvPr id="6" name="四角形: 角を丸くする 5">
            <a:extLst>
              <a:ext uri="{FF2B5EF4-FFF2-40B4-BE49-F238E27FC236}">
                <a16:creationId xmlns:a16="http://schemas.microsoft.com/office/drawing/2014/main" id="{47C6A9F7-285F-35A9-05F4-D62423E535F9}"/>
              </a:ext>
            </a:extLst>
          </p:cNvPr>
          <p:cNvSpPr/>
          <p:nvPr/>
        </p:nvSpPr>
        <p:spPr>
          <a:xfrm>
            <a:off x="6645728" y="445192"/>
            <a:ext cx="4960773" cy="5950564"/>
          </a:xfrm>
          <a:prstGeom prst="roundRect">
            <a:avLst>
              <a:gd name="adj" fmla="val 2570"/>
            </a:avLst>
          </a:prstGeom>
          <a:solidFill>
            <a:schemeClr val="tx1">
              <a:lumMod val="50000"/>
              <a:lumOff val="5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0" name="四角形: 角を丸くする 49">
            <a:extLst>
              <a:ext uri="{FF2B5EF4-FFF2-40B4-BE49-F238E27FC236}">
                <a16:creationId xmlns:a16="http://schemas.microsoft.com/office/drawing/2014/main" id="{95A48BCC-C5D7-1B4C-39CD-4CFE1B57434D}"/>
              </a:ext>
            </a:extLst>
          </p:cNvPr>
          <p:cNvSpPr/>
          <p:nvPr/>
        </p:nvSpPr>
        <p:spPr>
          <a:xfrm>
            <a:off x="10013585" y="619038"/>
            <a:ext cx="1422938" cy="1458109"/>
          </a:xfrm>
          <a:prstGeom prst="roundRect">
            <a:avLst>
              <a:gd name="adj" fmla="val 4721"/>
            </a:avLst>
          </a:prstGeom>
          <a:solidFill>
            <a:schemeClr val="bg1">
              <a:lumMod val="6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 name="四角形: 角を丸くする 3">
            <a:extLst>
              <a:ext uri="{FF2B5EF4-FFF2-40B4-BE49-F238E27FC236}">
                <a16:creationId xmlns:a16="http://schemas.microsoft.com/office/drawing/2014/main" id="{9CA6D3EB-2DB9-4860-4EDB-290C2F9BECEA}"/>
              </a:ext>
            </a:extLst>
          </p:cNvPr>
          <p:cNvSpPr/>
          <p:nvPr/>
        </p:nvSpPr>
        <p:spPr>
          <a:xfrm>
            <a:off x="6815498" y="619037"/>
            <a:ext cx="1422938" cy="1458109"/>
          </a:xfrm>
          <a:prstGeom prst="roundRect">
            <a:avLst>
              <a:gd name="adj" fmla="val 4721"/>
            </a:avLst>
          </a:prstGeom>
          <a:solidFill>
            <a:schemeClr val="bg1">
              <a:lumMod val="7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 name="フリーフォーム: 図形 9">
            <a:extLst>
              <a:ext uri="{FF2B5EF4-FFF2-40B4-BE49-F238E27FC236}">
                <a16:creationId xmlns:a16="http://schemas.microsoft.com/office/drawing/2014/main" id="{F68CCA8F-2BA1-7534-906A-C4CBA651A0E1}"/>
              </a:ext>
            </a:extLst>
          </p:cNvPr>
          <p:cNvSpPr/>
          <p:nvPr/>
        </p:nvSpPr>
        <p:spPr>
          <a:xfrm>
            <a:off x="6812549" y="619037"/>
            <a:ext cx="4616684" cy="4732654"/>
          </a:xfrm>
          <a:custGeom>
            <a:avLst/>
            <a:gdLst>
              <a:gd name="csX0" fmla="*/ 1668013 w 4616684"/>
              <a:gd name="csY0" fmla="*/ 0 h 4732654"/>
              <a:gd name="csX1" fmla="*/ 2956597 w 4616684"/>
              <a:gd name="csY1" fmla="*/ 0 h 4732654"/>
              <a:gd name="csX2" fmla="*/ 3023774 w 4616684"/>
              <a:gd name="csY2" fmla="*/ 67177 h 4732654"/>
              <a:gd name="csX3" fmla="*/ 3023774 w 4616684"/>
              <a:gd name="csY3" fmla="*/ 539508 h 4732654"/>
              <a:gd name="csX4" fmla="*/ 4418726 w 4616684"/>
              <a:gd name="csY4" fmla="*/ 539508 h 4732654"/>
              <a:gd name="csX5" fmla="*/ 4616684 w 4616684"/>
              <a:gd name="csY5" fmla="*/ 737466 h 4732654"/>
              <a:gd name="csX6" fmla="*/ 4616684 w 4616684"/>
              <a:gd name="csY6" fmla="*/ 4534696 h 4732654"/>
              <a:gd name="csX7" fmla="*/ 4418726 w 4616684"/>
              <a:gd name="csY7" fmla="*/ 4732654 h 4732654"/>
              <a:gd name="csX8" fmla="*/ 197958 w 4616684"/>
              <a:gd name="csY8" fmla="*/ 4732654 h 4732654"/>
              <a:gd name="csX9" fmla="*/ 0 w 4616684"/>
              <a:gd name="csY9" fmla="*/ 4534696 h 4732654"/>
              <a:gd name="csX10" fmla="*/ 0 w 4616684"/>
              <a:gd name="csY10" fmla="*/ 737466 h 4732654"/>
              <a:gd name="csX11" fmla="*/ 197958 w 4616684"/>
              <a:gd name="csY11" fmla="*/ 539508 h 4732654"/>
              <a:gd name="csX12" fmla="*/ 1600836 w 4616684"/>
              <a:gd name="csY12" fmla="*/ 539508 h 4732654"/>
              <a:gd name="csX13" fmla="*/ 1600836 w 4616684"/>
              <a:gd name="csY13" fmla="*/ 67177 h 4732654"/>
              <a:gd name="csX14" fmla="*/ 1668013 w 4616684"/>
              <a:gd name="csY14" fmla="*/ 0 h 473265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4616684" h="4732654">
                <a:moveTo>
                  <a:pt x="1668013" y="0"/>
                </a:moveTo>
                <a:lnTo>
                  <a:pt x="2956597" y="0"/>
                </a:lnTo>
                <a:cubicBezTo>
                  <a:pt x="2993698" y="0"/>
                  <a:pt x="3023774" y="30076"/>
                  <a:pt x="3023774" y="67177"/>
                </a:cubicBezTo>
                <a:lnTo>
                  <a:pt x="3023774" y="539508"/>
                </a:lnTo>
                <a:lnTo>
                  <a:pt x="4418726" y="539508"/>
                </a:lnTo>
                <a:cubicBezTo>
                  <a:pt x="4528055" y="539508"/>
                  <a:pt x="4616684" y="628137"/>
                  <a:pt x="4616684" y="737466"/>
                </a:cubicBezTo>
                <a:lnTo>
                  <a:pt x="4616684" y="4534696"/>
                </a:lnTo>
                <a:cubicBezTo>
                  <a:pt x="4616684" y="4644025"/>
                  <a:pt x="4528055" y="4732654"/>
                  <a:pt x="4418726" y="4732654"/>
                </a:cubicBezTo>
                <a:lnTo>
                  <a:pt x="197958" y="4732654"/>
                </a:lnTo>
                <a:cubicBezTo>
                  <a:pt x="88629" y="4732654"/>
                  <a:pt x="0" y="4644025"/>
                  <a:pt x="0" y="4534696"/>
                </a:cubicBezTo>
                <a:lnTo>
                  <a:pt x="0" y="737466"/>
                </a:lnTo>
                <a:cubicBezTo>
                  <a:pt x="0" y="628137"/>
                  <a:pt x="88629" y="539508"/>
                  <a:pt x="197958" y="539508"/>
                </a:cubicBezTo>
                <a:lnTo>
                  <a:pt x="1600836" y="539508"/>
                </a:lnTo>
                <a:lnTo>
                  <a:pt x="1600836" y="67177"/>
                </a:lnTo>
                <a:cubicBezTo>
                  <a:pt x="1600836" y="30076"/>
                  <a:pt x="1630912" y="0"/>
                  <a:pt x="1668013" y="0"/>
                </a:cubicBezTo>
                <a:close/>
              </a:path>
            </a:pathLst>
          </a:custGeom>
          <a:solidFill>
            <a:schemeClr val="bg1">
              <a:lumMod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 name="四角形: 角を丸くする 8">
            <a:extLst>
              <a:ext uri="{FF2B5EF4-FFF2-40B4-BE49-F238E27FC236}">
                <a16:creationId xmlns:a16="http://schemas.microsoft.com/office/drawing/2014/main" id="{B3B7C63E-E814-07A5-0875-F01814979C1F}"/>
              </a:ext>
            </a:extLst>
          </p:cNvPr>
          <p:cNvSpPr/>
          <p:nvPr/>
        </p:nvSpPr>
        <p:spPr>
          <a:xfrm>
            <a:off x="585498" y="445192"/>
            <a:ext cx="5710332" cy="5967615"/>
          </a:xfrm>
          <a:prstGeom prst="roundRect">
            <a:avLst>
              <a:gd name="adj" fmla="val 2174"/>
            </a:avLst>
          </a:prstGeom>
          <a:solidFill>
            <a:schemeClr val="accent6">
              <a:lumMod val="40000"/>
              <a:lumOff val="6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 name="テキスト ボックス 4">
            <a:extLst>
              <a:ext uri="{FF2B5EF4-FFF2-40B4-BE49-F238E27FC236}">
                <a16:creationId xmlns:a16="http://schemas.microsoft.com/office/drawing/2014/main" id="{5E2CBA2C-528B-27B1-5A3E-A7DD1E63016F}"/>
              </a:ext>
            </a:extLst>
          </p:cNvPr>
          <p:cNvSpPr txBox="1"/>
          <p:nvPr/>
        </p:nvSpPr>
        <p:spPr>
          <a:xfrm>
            <a:off x="820249" y="529494"/>
            <a:ext cx="4685898" cy="646331"/>
          </a:xfrm>
          <a:prstGeom prst="rect">
            <a:avLst/>
          </a:prstGeom>
          <a:noFill/>
        </p:spPr>
        <p:txBody>
          <a:bodyPr wrap="none" rtlCol="0">
            <a:spAutoFit/>
          </a:bodyPr>
          <a:lstStyle/>
          <a:p>
            <a:r>
              <a:rPr lang="ja-JP" altLang="en-US" sz="3600" dirty="0">
                <a:solidFill>
                  <a:schemeClr val="tx1">
                    <a:lumMod val="75000"/>
                    <a:lumOff val="25000"/>
                  </a:schemeClr>
                </a:solidFill>
                <a:latin typeface="原稿用標準書体" panose="03000503000000000000" pitchFamily="66" charset="-128"/>
                <a:ea typeface="原稿用標準書体" panose="03000503000000000000" pitchFamily="66" charset="-128"/>
              </a:rPr>
              <a:t>前衛</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ATK+20%</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、注目度</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+4</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、回避率</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-20%</a:t>
            </a:r>
            <a:endParaRPr kumimoji="1" lang="ja-JP" altLang="en-US" sz="3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12" name="四角形: 角を丸くする 11">
            <a:extLst>
              <a:ext uri="{FF2B5EF4-FFF2-40B4-BE49-F238E27FC236}">
                <a16:creationId xmlns:a16="http://schemas.microsoft.com/office/drawing/2014/main" id="{FDCD5B53-4CE7-38B2-4B82-09EF2928FD69}"/>
              </a:ext>
            </a:extLst>
          </p:cNvPr>
          <p:cNvSpPr/>
          <p:nvPr/>
        </p:nvSpPr>
        <p:spPr>
          <a:xfrm>
            <a:off x="789688" y="1318039"/>
            <a:ext cx="1233805" cy="1230022"/>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3" name="四角形: 角を丸くする 12">
            <a:extLst>
              <a:ext uri="{FF2B5EF4-FFF2-40B4-BE49-F238E27FC236}">
                <a16:creationId xmlns:a16="http://schemas.microsoft.com/office/drawing/2014/main" id="{320E8BF6-DC22-85D9-2B6C-FC5171A8D9DA}"/>
              </a:ext>
            </a:extLst>
          </p:cNvPr>
          <p:cNvSpPr/>
          <p:nvPr/>
        </p:nvSpPr>
        <p:spPr>
          <a:xfrm>
            <a:off x="2145737" y="1318039"/>
            <a:ext cx="1233805" cy="1230022"/>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4" name="四角形: 角を丸くする 13">
            <a:extLst>
              <a:ext uri="{FF2B5EF4-FFF2-40B4-BE49-F238E27FC236}">
                <a16:creationId xmlns:a16="http://schemas.microsoft.com/office/drawing/2014/main" id="{8DB42E9E-1A0B-3484-D88A-BD6AF58077C6}"/>
              </a:ext>
            </a:extLst>
          </p:cNvPr>
          <p:cNvSpPr/>
          <p:nvPr/>
        </p:nvSpPr>
        <p:spPr>
          <a:xfrm>
            <a:off x="3501786" y="1318039"/>
            <a:ext cx="1233805" cy="1230022"/>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5" name="四角形: 角を丸くする 14">
            <a:extLst>
              <a:ext uri="{FF2B5EF4-FFF2-40B4-BE49-F238E27FC236}">
                <a16:creationId xmlns:a16="http://schemas.microsoft.com/office/drawing/2014/main" id="{4A7C5BE7-DECD-1E5D-E225-360E855276E9}"/>
              </a:ext>
            </a:extLst>
          </p:cNvPr>
          <p:cNvSpPr/>
          <p:nvPr/>
        </p:nvSpPr>
        <p:spPr>
          <a:xfrm>
            <a:off x="4857835" y="1318039"/>
            <a:ext cx="1233805" cy="1230022"/>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1" name="テキスト ボックス 10">
            <a:extLst>
              <a:ext uri="{FF2B5EF4-FFF2-40B4-BE49-F238E27FC236}">
                <a16:creationId xmlns:a16="http://schemas.microsoft.com/office/drawing/2014/main" id="{99747BFA-9F54-FB63-E367-13558C393AF2}"/>
              </a:ext>
            </a:extLst>
          </p:cNvPr>
          <p:cNvSpPr txBox="1"/>
          <p:nvPr/>
        </p:nvSpPr>
        <p:spPr>
          <a:xfrm>
            <a:off x="820249" y="3523725"/>
            <a:ext cx="4685898" cy="646331"/>
          </a:xfrm>
          <a:prstGeom prst="rect">
            <a:avLst/>
          </a:prstGeom>
          <a:noFill/>
        </p:spPr>
        <p:txBody>
          <a:bodyPr wrap="none" rtlCol="0">
            <a:spAutoFit/>
          </a:bodyPr>
          <a:lstStyle/>
          <a:p>
            <a:r>
              <a:rPr lang="ja-JP" altLang="en-US" sz="3600" dirty="0">
                <a:solidFill>
                  <a:schemeClr val="bg1">
                    <a:lumMod val="95000"/>
                  </a:schemeClr>
                </a:solidFill>
                <a:latin typeface="原稿用標準書体" panose="03000503000000000000" pitchFamily="66" charset="-128"/>
                <a:ea typeface="原稿用標準書体" panose="03000503000000000000" pitchFamily="66" charset="-128"/>
              </a:rPr>
              <a:t>後衛</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：回避率</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+20%</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、注目度</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+1</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ATK-20%</a:t>
            </a:r>
            <a:endParaRPr kumimoji="1" lang="ja-JP" altLang="en-US" sz="36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19" name="グループ化 18">
            <a:extLst>
              <a:ext uri="{FF2B5EF4-FFF2-40B4-BE49-F238E27FC236}">
                <a16:creationId xmlns:a16="http://schemas.microsoft.com/office/drawing/2014/main" id="{8BACFCE9-D456-C847-856A-FF869253739B}"/>
              </a:ext>
            </a:extLst>
          </p:cNvPr>
          <p:cNvGrpSpPr/>
          <p:nvPr/>
        </p:nvGrpSpPr>
        <p:grpSpPr>
          <a:xfrm>
            <a:off x="789688" y="4320508"/>
            <a:ext cx="5301952" cy="1230022"/>
            <a:chOff x="922576" y="2450171"/>
            <a:chExt cx="5301952" cy="1309138"/>
          </a:xfrm>
          <a:solidFill>
            <a:schemeClr val="bg1">
              <a:lumMod val="85000"/>
              <a:alpha val="85000"/>
            </a:schemeClr>
          </a:solidFill>
        </p:grpSpPr>
        <p:sp>
          <p:nvSpPr>
            <p:cNvPr id="20" name="四角形: 角を丸くする 19">
              <a:extLst>
                <a:ext uri="{FF2B5EF4-FFF2-40B4-BE49-F238E27FC236}">
                  <a16:creationId xmlns:a16="http://schemas.microsoft.com/office/drawing/2014/main" id="{F4885802-EC28-F521-860B-90D79C637D76}"/>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1" name="四角形: 角を丸くする 20">
              <a:extLst>
                <a:ext uri="{FF2B5EF4-FFF2-40B4-BE49-F238E27FC236}">
                  <a16:creationId xmlns:a16="http://schemas.microsoft.com/office/drawing/2014/main" id="{7EC8999B-18E2-762E-1189-D783521E1C00}"/>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2" name="四角形: 角を丸くする 21">
              <a:extLst>
                <a:ext uri="{FF2B5EF4-FFF2-40B4-BE49-F238E27FC236}">
                  <a16:creationId xmlns:a16="http://schemas.microsoft.com/office/drawing/2014/main" id="{14840E06-1700-FD95-A3DA-83B95DFC70CA}"/>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3" name="四角形: 角を丸くする 22">
              <a:extLst>
                <a:ext uri="{FF2B5EF4-FFF2-40B4-BE49-F238E27FC236}">
                  <a16:creationId xmlns:a16="http://schemas.microsoft.com/office/drawing/2014/main" id="{47608DBE-8D51-F6F5-2535-8D99AFDD608E}"/>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cxnSp>
        <p:nvCxnSpPr>
          <p:cNvPr id="25" name="直線コネクタ 24">
            <a:extLst>
              <a:ext uri="{FF2B5EF4-FFF2-40B4-BE49-F238E27FC236}">
                <a16:creationId xmlns:a16="http://schemas.microsoft.com/office/drawing/2014/main" id="{0AA788F5-DE32-AA92-28F2-83EB8CCAE0E1}"/>
              </a:ext>
            </a:extLst>
          </p:cNvPr>
          <p:cNvCxnSpPr>
            <a:cxnSpLocks/>
          </p:cNvCxnSpPr>
          <p:nvPr/>
        </p:nvCxnSpPr>
        <p:spPr>
          <a:xfrm>
            <a:off x="759127" y="3428999"/>
            <a:ext cx="5363074" cy="0"/>
          </a:xfrm>
          <a:prstGeom prst="line">
            <a:avLst/>
          </a:prstGeom>
          <a:ln w="12700">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grpSp>
        <p:nvGrpSpPr>
          <p:cNvPr id="28" name="グループ化 27">
            <a:extLst>
              <a:ext uri="{FF2B5EF4-FFF2-40B4-BE49-F238E27FC236}">
                <a16:creationId xmlns:a16="http://schemas.microsoft.com/office/drawing/2014/main" id="{C6807D27-FFEF-CE94-6166-F482D862D1C5}"/>
              </a:ext>
            </a:extLst>
          </p:cNvPr>
          <p:cNvGrpSpPr/>
          <p:nvPr/>
        </p:nvGrpSpPr>
        <p:grpSpPr>
          <a:xfrm>
            <a:off x="787120" y="2633455"/>
            <a:ext cx="5301952" cy="635908"/>
            <a:chOff x="922576" y="2450171"/>
            <a:chExt cx="5301952" cy="1309138"/>
          </a:xfrm>
          <a:solidFill>
            <a:schemeClr val="tx1">
              <a:lumMod val="75000"/>
              <a:lumOff val="25000"/>
              <a:alpha val="85000"/>
            </a:schemeClr>
          </a:solidFill>
        </p:grpSpPr>
        <p:sp>
          <p:nvSpPr>
            <p:cNvPr id="29" name="四角形: 角を丸くする 28">
              <a:extLst>
                <a:ext uri="{FF2B5EF4-FFF2-40B4-BE49-F238E27FC236}">
                  <a16:creationId xmlns:a16="http://schemas.microsoft.com/office/drawing/2014/main" id="{A50B2BC4-B20B-63C1-88C8-B410E27D54F3}"/>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0" name="四角形: 角を丸くする 29">
              <a:extLst>
                <a:ext uri="{FF2B5EF4-FFF2-40B4-BE49-F238E27FC236}">
                  <a16:creationId xmlns:a16="http://schemas.microsoft.com/office/drawing/2014/main" id="{9A33721A-DD31-F348-C177-935A933584CC}"/>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1" name="四角形: 角を丸くする 30">
              <a:extLst>
                <a:ext uri="{FF2B5EF4-FFF2-40B4-BE49-F238E27FC236}">
                  <a16:creationId xmlns:a16="http://schemas.microsoft.com/office/drawing/2014/main" id="{AA875463-A5B5-800D-0212-1CBD38C018BA}"/>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2" name="四角形: 角を丸くする 31">
              <a:extLst>
                <a:ext uri="{FF2B5EF4-FFF2-40B4-BE49-F238E27FC236}">
                  <a16:creationId xmlns:a16="http://schemas.microsoft.com/office/drawing/2014/main" id="{DAC4A8D0-391F-1765-5169-B879B3BDC640}"/>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33" name="グループ化 32">
            <a:extLst>
              <a:ext uri="{FF2B5EF4-FFF2-40B4-BE49-F238E27FC236}">
                <a16:creationId xmlns:a16="http://schemas.microsoft.com/office/drawing/2014/main" id="{9B506CC3-D009-8274-E2DD-71C12ECB98C0}"/>
              </a:ext>
            </a:extLst>
          </p:cNvPr>
          <p:cNvGrpSpPr/>
          <p:nvPr/>
        </p:nvGrpSpPr>
        <p:grpSpPr>
          <a:xfrm>
            <a:off x="787120" y="5645255"/>
            <a:ext cx="5301952" cy="635908"/>
            <a:chOff x="922576" y="2450171"/>
            <a:chExt cx="5301952" cy="1309138"/>
          </a:xfrm>
          <a:solidFill>
            <a:schemeClr val="bg1">
              <a:lumMod val="85000"/>
              <a:alpha val="85000"/>
            </a:schemeClr>
          </a:solidFill>
        </p:grpSpPr>
        <p:sp>
          <p:nvSpPr>
            <p:cNvPr id="34" name="四角形: 角を丸くする 33">
              <a:extLst>
                <a:ext uri="{FF2B5EF4-FFF2-40B4-BE49-F238E27FC236}">
                  <a16:creationId xmlns:a16="http://schemas.microsoft.com/office/drawing/2014/main" id="{026964D7-5A02-AE43-0580-AB0AEF2D3541}"/>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5" name="四角形: 角を丸くする 34">
              <a:extLst>
                <a:ext uri="{FF2B5EF4-FFF2-40B4-BE49-F238E27FC236}">
                  <a16:creationId xmlns:a16="http://schemas.microsoft.com/office/drawing/2014/main" id="{204A55F8-1CFB-4F4D-612A-B962DD235AEE}"/>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6" name="四角形: 角を丸くする 35">
              <a:extLst>
                <a:ext uri="{FF2B5EF4-FFF2-40B4-BE49-F238E27FC236}">
                  <a16:creationId xmlns:a16="http://schemas.microsoft.com/office/drawing/2014/main" id="{99711116-9C44-A54C-C6DD-0FCC305C277C}"/>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7" name="四角形: 角を丸くする 36">
              <a:extLst>
                <a:ext uri="{FF2B5EF4-FFF2-40B4-BE49-F238E27FC236}">
                  <a16:creationId xmlns:a16="http://schemas.microsoft.com/office/drawing/2014/main" id="{C5292E98-2BF9-1FC3-D698-FF5F4B9CEEA2}"/>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2" name="テキスト ボックス 1">
            <a:extLst>
              <a:ext uri="{FF2B5EF4-FFF2-40B4-BE49-F238E27FC236}">
                <a16:creationId xmlns:a16="http://schemas.microsoft.com/office/drawing/2014/main" id="{A6E6E79F-6884-F7C6-633D-9C63282085C7}"/>
              </a:ext>
            </a:extLst>
          </p:cNvPr>
          <p:cNvSpPr txBox="1"/>
          <p:nvPr/>
        </p:nvSpPr>
        <p:spPr>
          <a:xfrm>
            <a:off x="7046965" y="688737"/>
            <a:ext cx="954108"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ゲート</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43" name="テキスト ボックス 42">
            <a:extLst>
              <a:ext uri="{FF2B5EF4-FFF2-40B4-BE49-F238E27FC236}">
                <a16:creationId xmlns:a16="http://schemas.microsoft.com/office/drawing/2014/main" id="{AD8BA49E-E15E-D95A-1853-F43DED360DFF}"/>
              </a:ext>
            </a:extLst>
          </p:cNvPr>
          <p:cNvSpPr txBox="1"/>
          <p:nvPr/>
        </p:nvSpPr>
        <p:spPr>
          <a:xfrm>
            <a:off x="8643509" y="688737"/>
            <a:ext cx="954108"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44" name="テキスト ボックス 43">
            <a:extLst>
              <a:ext uri="{FF2B5EF4-FFF2-40B4-BE49-F238E27FC236}">
                <a16:creationId xmlns:a16="http://schemas.microsoft.com/office/drawing/2014/main" id="{DA80FB6F-4FC7-9587-16D8-A8478F95DDFF}"/>
              </a:ext>
            </a:extLst>
          </p:cNvPr>
          <p:cNvSpPr txBox="1"/>
          <p:nvPr/>
        </p:nvSpPr>
        <p:spPr>
          <a:xfrm>
            <a:off x="10376241" y="688737"/>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60" name="グループ化 59">
            <a:extLst>
              <a:ext uri="{FF2B5EF4-FFF2-40B4-BE49-F238E27FC236}">
                <a16:creationId xmlns:a16="http://schemas.microsoft.com/office/drawing/2014/main" id="{1BEFCC5A-A357-3035-BC6D-622B5F36AA7D}"/>
              </a:ext>
            </a:extLst>
          </p:cNvPr>
          <p:cNvGrpSpPr/>
          <p:nvPr/>
        </p:nvGrpSpPr>
        <p:grpSpPr>
          <a:xfrm>
            <a:off x="1063119" y="2758022"/>
            <a:ext cx="4765774" cy="400110"/>
            <a:chOff x="1168089" y="2766548"/>
            <a:chExt cx="4765774" cy="400110"/>
          </a:xfrm>
        </p:grpSpPr>
        <p:sp>
          <p:nvSpPr>
            <p:cNvPr id="52" name="テキスト ボックス 51">
              <a:extLst>
                <a:ext uri="{FF2B5EF4-FFF2-40B4-BE49-F238E27FC236}">
                  <a16:creationId xmlns:a16="http://schemas.microsoft.com/office/drawing/2014/main" id="{96F183F8-20C9-5606-5E7E-E42002053AA7}"/>
                </a:ext>
              </a:extLst>
            </p:cNvPr>
            <p:cNvSpPr txBox="1"/>
            <p:nvPr/>
          </p:nvSpPr>
          <p:spPr>
            <a:xfrm>
              <a:off x="1168089"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3" name="テキスト ボックス 52">
              <a:extLst>
                <a:ext uri="{FF2B5EF4-FFF2-40B4-BE49-F238E27FC236}">
                  <a16:creationId xmlns:a16="http://schemas.microsoft.com/office/drawing/2014/main" id="{6F519845-CD10-5A0F-6AFD-02F6EF331B40}"/>
                </a:ext>
              </a:extLst>
            </p:cNvPr>
            <p:cNvSpPr txBox="1"/>
            <p:nvPr/>
          </p:nvSpPr>
          <p:spPr>
            <a:xfrm>
              <a:off x="2524138"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4" name="テキスト ボックス 53">
              <a:extLst>
                <a:ext uri="{FF2B5EF4-FFF2-40B4-BE49-F238E27FC236}">
                  <a16:creationId xmlns:a16="http://schemas.microsoft.com/office/drawing/2014/main" id="{4C1ECD04-D327-AD5C-0104-CEE23ECB49E8}"/>
                </a:ext>
              </a:extLst>
            </p:cNvPr>
            <p:cNvSpPr txBox="1"/>
            <p:nvPr/>
          </p:nvSpPr>
          <p:spPr>
            <a:xfrm>
              <a:off x="3880187"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5" name="テキスト ボックス 54">
              <a:extLst>
                <a:ext uri="{FF2B5EF4-FFF2-40B4-BE49-F238E27FC236}">
                  <a16:creationId xmlns:a16="http://schemas.microsoft.com/office/drawing/2014/main" id="{6BDE9DF7-6AB1-B6D4-D19A-CC4C481B0E44}"/>
                </a:ext>
              </a:extLst>
            </p:cNvPr>
            <p:cNvSpPr txBox="1"/>
            <p:nvPr/>
          </p:nvSpPr>
          <p:spPr>
            <a:xfrm>
              <a:off x="5236236"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sp>
        <p:nvSpPr>
          <p:cNvPr id="56" name="テキスト ボックス 55">
            <a:extLst>
              <a:ext uri="{FF2B5EF4-FFF2-40B4-BE49-F238E27FC236}">
                <a16:creationId xmlns:a16="http://schemas.microsoft.com/office/drawing/2014/main" id="{94D287AB-86B0-B0D9-D5A9-5307B06270F7}"/>
              </a:ext>
            </a:extLst>
          </p:cNvPr>
          <p:cNvSpPr txBox="1"/>
          <p:nvPr/>
        </p:nvSpPr>
        <p:spPr>
          <a:xfrm>
            <a:off x="1063119"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57" name="テキスト ボックス 56">
            <a:extLst>
              <a:ext uri="{FF2B5EF4-FFF2-40B4-BE49-F238E27FC236}">
                <a16:creationId xmlns:a16="http://schemas.microsoft.com/office/drawing/2014/main" id="{FD5FF24F-978D-828F-1D8B-948FF1EF6257}"/>
              </a:ext>
            </a:extLst>
          </p:cNvPr>
          <p:cNvSpPr txBox="1"/>
          <p:nvPr/>
        </p:nvSpPr>
        <p:spPr>
          <a:xfrm>
            <a:off x="2419168"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58" name="テキスト ボックス 57">
            <a:extLst>
              <a:ext uri="{FF2B5EF4-FFF2-40B4-BE49-F238E27FC236}">
                <a16:creationId xmlns:a16="http://schemas.microsoft.com/office/drawing/2014/main" id="{FFF4E796-4108-1890-4AC2-D6E499A28402}"/>
              </a:ext>
            </a:extLst>
          </p:cNvPr>
          <p:cNvSpPr txBox="1"/>
          <p:nvPr/>
        </p:nvSpPr>
        <p:spPr>
          <a:xfrm>
            <a:off x="3775217"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61" name="グループ化 60">
            <a:extLst>
              <a:ext uri="{FF2B5EF4-FFF2-40B4-BE49-F238E27FC236}">
                <a16:creationId xmlns:a16="http://schemas.microsoft.com/office/drawing/2014/main" id="{A588DB39-BCAE-0B71-5EDB-FD13CF4153C9}"/>
              </a:ext>
            </a:extLst>
          </p:cNvPr>
          <p:cNvGrpSpPr/>
          <p:nvPr/>
        </p:nvGrpSpPr>
        <p:grpSpPr>
          <a:xfrm>
            <a:off x="929537" y="1713369"/>
            <a:ext cx="5022254" cy="400110"/>
            <a:chOff x="1039849" y="2766548"/>
            <a:chExt cx="5022254" cy="400110"/>
          </a:xfrm>
        </p:grpSpPr>
        <p:sp>
          <p:nvSpPr>
            <p:cNvPr id="62" name="テキスト ボックス 61">
              <a:extLst>
                <a:ext uri="{FF2B5EF4-FFF2-40B4-BE49-F238E27FC236}">
                  <a16:creationId xmlns:a16="http://schemas.microsoft.com/office/drawing/2014/main" id="{AA361035-DF86-3C69-8A5A-ACD44417A753}"/>
                </a:ext>
              </a:extLst>
            </p:cNvPr>
            <p:cNvSpPr txBox="1"/>
            <p:nvPr/>
          </p:nvSpPr>
          <p:spPr>
            <a:xfrm>
              <a:off x="1039849"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63" name="テキスト ボックス 62">
              <a:extLst>
                <a:ext uri="{FF2B5EF4-FFF2-40B4-BE49-F238E27FC236}">
                  <a16:creationId xmlns:a16="http://schemas.microsoft.com/office/drawing/2014/main" id="{03AFCF4F-D18D-6A51-125D-7D52510D4DC6}"/>
                </a:ext>
              </a:extLst>
            </p:cNvPr>
            <p:cNvSpPr txBox="1"/>
            <p:nvPr/>
          </p:nvSpPr>
          <p:spPr>
            <a:xfrm>
              <a:off x="2395898"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sp>
          <p:nvSpPr>
            <p:cNvPr id="64" name="テキスト ボックス 63">
              <a:extLst>
                <a:ext uri="{FF2B5EF4-FFF2-40B4-BE49-F238E27FC236}">
                  <a16:creationId xmlns:a16="http://schemas.microsoft.com/office/drawing/2014/main" id="{C4920769-E586-A913-421D-D769160BD69B}"/>
                </a:ext>
              </a:extLst>
            </p:cNvPr>
            <p:cNvSpPr txBox="1"/>
            <p:nvPr/>
          </p:nvSpPr>
          <p:spPr>
            <a:xfrm>
              <a:off x="3751947"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sp>
          <p:nvSpPr>
            <p:cNvPr id="65" name="テキスト ボックス 64">
              <a:extLst>
                <a:ext uri="{FF2B5EF4-FFF2-40B4-BE49-F238E27FC236}">
                  <a16:creationId xmlns:a16="http://schemas.microsoft.com/office/drawing/2014/main" id="{C4A05BC3-0C44-F209-C6BA-5ED2F781ACFF}"/>
                </a:ext>
              </a:extLst>
            </p:cNvPr>
            <p:cNvSpPr txBox="1"/>
            <p:nvPr/>
          </p:nvSpPr>
          <p:spPr>
            <a:xfrm>
              <a:off x="5107996"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nvGrpSpPr>
          <p:cNvPr id="66" name="グループ化 65">
            <a:extLst>
              <a:ext uri="{FF2B5EF4-FFF2-40B4-BE49-F238E27FC236}">
                <a16:creationId xmlns:a16="http://schemas.microsoft.com/office/drawing/2014/main" id="{B7B9CEE3-7990-6D03-3E2F-91639515B9EB}"/>
              </a:ext>
            </a:extLst>
          </p:cNvPr>
          <p:cNvGrpSpPr/>
          <p:nvPr/>
        </p:nvGrpSpPr>
        <p:grpSpPr>
          <a:xfrm>
            <a:off x="895727" y="4764316"/>
            <a:ext cx="4637566" cy="400110"/>
            <a:chOff x="1039849" y="2766548"/>
            <a:chExt cx="4637566" cy="400110"/>
          </a:xfrm>
        </p:grpSpPr>
        <p:sp>
          <p:nvSpPr>
            <p:cNvPr id="67" name="テキスト ボックス 66">
              <a:extLst>
                <a:ext uri="{FF2B5EF4-FFF2-40B4-BE49-F238E27FC236}">
                  <a16:creationId xmlns:a16="http://schemas.microsoft.com/office/drawing/2014/main" id="{393E26EA-DB01-8BD0-AB28-D030329140EA}"/>
                </a:ext>
              </a:extLst>
            </p:cNvPr>
            <p:cNvSpPr txBox="1"/>
            <p:nvPr/>
          </p:nvSpPr>
          <p:spPr>
            <a:xfrm>
              <a:off x="1039849" y="2766548"/>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68" name="テキスト ボックス 67">
              <a:extLst>
                <a:ext uri="{FF2B5EF4-FFF2-40B4-BE49-F238E27FC236}">
                  <a16:creationId xmlns:a16="http://schemas.microsoft.com/office/drawing/2014/main" id="{475AE0C5-9D14-A443-7AFC-35279F080491}"/>
                </a:ext>
              </a:extLst>
            </p:cNvPr>
            <p:cNvSpPr txBox="1"/>
            <p:nvPr/>
          </p:nvSpPr>
          <p:spPr>
            <a:xfrm>
              <a:off x="2395898" y="2766548"/>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sp>
          <p:nvSpPr>
            <p:cNvPr id="69" name="テキスト ボックス 68">
              <a:extLst>
                <a:ext uri="{FF2B5EF4-FFF2-40B4-BE49-F238E27FC236}">
                  <a16:creationId xmlns:a16="http://schemas.microsoft.com/office/drawing/2014/main" id="{87B232DC-86EB-9FDA-F56F-9B4995F5BBA6}"/>
                </a:ext>
              </a:extLst>
            </p:cNvPr>
            <p:cNvSpPr txBox="1"/>
            <p:nvPr/>
          </p:nvSpPr>
          <p:spPr>
            <a:xfrm>
              <a:off x="3751947" y="2766548"/>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sp>
          <p:nvSpPr>
            <p:cNvPr id="70" name="テキスト ボックス 69">
              <a:extLst>
                <a:ext uri="{FF2B5EF4-FFF2-40B4-BE49-F238E27FC236}">
                  <a16:creationId xmlns:a16="http://schemas.microsoft.com/office/drawing/2014/main" id="{3A4731A7-3F99-C1C8-69C6-3FE43731FB29}"/>
                </a:ext>
              </a:extLst>
            </p:cNvPr>
            <p:cNvSpPr txBox="1"/>
            <p:nvPr/>
          </p:nvSpPr>
          <p:spPr>
            <a:xfrm>
              <a:off x="5492684" y="2766548"/>
              <a:ext cx="184731" cy="400110"/>
            </a:xfrm>
            <a:prstGeom prst="rect">
              <a:avLst/>
            </a:prstGeom>
            <a:noFill/>
          </p:spPr>
          <p:txBody>
            <a:bodyPr wrap="none" rtlCol="0">
              <a:spAutoFit/>
            </a:bodyPr>
            <a:lstStyle/>
            <a:p>
              <a:pPr algn="ctr"/>
              <a:endPar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24" name="テキスト ボックス 23">
            <a:extLst>
              <a:ext uri="{FF2B5EF4-FFF2-40B4-BE49-F238E27FC236}">
                <a16:creationId xmlns:a16="http://schemas.microsoft.com/office/drawing/2014/main" id="{0C86DECD-6E62-74A5-A1D1-F87311AC029C}"/>
              </a:ext>
            </a:extLst>
          </p:cNvPr>
          <p:cNvSpPr txBox="1"/>
          <p:nvPr/>
        </p:nvSpPr>
        <p:spPr>
          <a:xfrm>
            <a:off x="8515269" y="1411754"/>
            <a:ext cx="1210588" cy="400110"/>
          </a:xfrm>
          <a:prstGeom prst="rect">
            <a:avLst/>
          </a:prstGeom>
          <a:noFill/>
        </p:spPr>
        <p:txBody>
          <a:bodyPr wrap="none" rtlCol="0">
            <a:spAutoFit/>
          </a:bodyPr>
          <a:lstStyle/>
          <a:p>
            <a:pPr algn="ctr"/>
            <a:r>
              <a:rPr lang="ja-JP" altLang="en-US" sz="2000" dirty="0">
                <a:solidFill>
                  <a:srgbClr val="FF00FF"/>
                </a:solidFill>
                <a:latin typeface="原稿用標準書体" panose="03000503000000000000" pitchFamily="66" charset="-128"/>
                <a:ea typeface="原稿用標準書体" panose="03000503000000000000" pitchFamily="66" charset="-128"/>
              </a:rPr>
              <a:t>キャラ名</a:t>
            </a:r>
          </a:p>
        </p:txBody>
      </p:sp>
      <p:pic>
        <p:nvPicPr>
          <p:cNvPr id="46" name="図 45">
            <a:extLst>
              <a:ext uri="{FF2B5EF4-FFF2-40B4-BE49-F238E27FC236}">
                <a16:creationId xmlns:a16="http://schemas.microsoft.com/office/drawing/2014/main" id="{D7E17389-7939-6017-D08D-9E0B6DFA2F1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641361" y="2024529"/>
            <a:ext cx="2512235" cy="3129884"/>
          </a:xfrm>
          <a:prstGeom prst="rect">
            <a:avLst/>
          </a:prstGeom>
        </p:spPr>
      </p:pic>
      <p:grpSp>
        <p:nvGrpSpPr>
          <p:cNvPr id="89" name="グループ化 88">
            <a:extLst>
              <a:ext uri="{FF2B5EF4-FFF2-40B4-BE49-F238E27FC236}">
                <a16:creationId xmlns:a16="http://schemas.microsoft.com/office/drawing/2014/main" id="{2A284154-7D8E-25B2-1483-BCF35A9D54A9}"/>
              </a:ext>
            </a:extLst>
          </p:cNvPr>
          <p:cNvGrpSpPr/>
          <p:nvPr/>
        </p:nvGrpSpPr>
        <p:grpSpPr>
          <a:xfrm>
            <a:off x="7182307" y="4317385"/>
            <a:ext cx="1226618" cy="748254"/>
            <a:chOff x="7088997" y="4289392"/>
            <a:chExt cx="1226618" cy="748254"/>
          </a:xfrm>
        </p:grpSpPr>
        <p:pic>
          <p:nvPicPr>
            <p:cNvPr id="86" name="図 85">
              <a:extLst>
                <a:ext uri="{FF2B5EF4-FFF2-40B4-BE49-F238E27FC236}">
                  <a16:creationId xmlns:a16="http://schemas.microsoft.com/office/drawing/2014/main" id="{91BF4DB8-02A4-DA85-336E-978660A4F471}"/>
                </a:ext>
              </a:extLst>
            </p:cNvPr>
            <p:cNvPicPr>
              <a:picLocks noChangeAspect="1"/>
            </p:cNvPicPr>
            <p:nvPr/>
          </p:nvPicPr>
          <p:blipFill>
            <a:blip r:embed="rId3">
              <a:duotone>
                <a:schemeClr val="accent3">
                  <a:shade val="45000"/>
                  <a:satMod val="135000"/>
                </a:schemeClr>
                <a:prstClr val="white"/>
              </a:duotone>
              <a:extLst>
                <a:ext uri="{28A0092B-C50C-407E-A947-70E740481C1C}">
                  <a14:useLocalDpi xmlns:a14="http://schemas.microsoft.com/office/drawing/2010/main" val="0"/>
                </a:ext>
              </a:extLst>
            </a:blip>
            <a:srcRect l="6840" t="30163" r="48646" b="36883"/>
            <a:stretch>
              <a:fillRect/>
            </a:stretch>
          </p:blipFill>
          <p:spPr>
            <a:xfrm>
              <a:off x="7098261" y="4289392"/>
              <a:ext cx="452228" cy="502188"/>
            </a:xfrm>
            <a:prstGeom prst="rect">
              <a:avLst/>
            </a:prstGeom>
          </p:spPr>
        </p:pic>
        <p:sp>
          <p:nvSpPr>
            <p:cNvPr id="87" name="テキスト ボックス 86">
              <a:extLst>
                <a:ext uri="{FF2B5EF4-FFF2-40B4-BE49-F238E27FC236}">
                  <a16:creationId xmlns:a16="http://schemas.microsoft.com/office/drawing/2014/main" id="{CEDEB4B3-3F7F-D0A0-BA21-BED4BBE22D6B}"/>
                </a:ext>
              </a:extLst>
            </p:cNvPr>
            <p:cNvSpPr txBox="1"/>
            <p:nvPr/>
          </p:nvSpPr>
          <p:spPr>
            <a:xfrm>
              <a:off x="7472051" y="4372863"/>
              <a:ext cx="805029" cy="338554"/>
            </a:xfrm>
            <a:prstGeom prst="rect">
              <a:avLst/>
            </a:prstGeom>
            <a:noFill/>
            <a:effectLst>
              <a:glow rad="63500">
                <a:schemeClr val="accent3">
                  <a:satMod val="175000"/>
                  <a:alpha val="40000"/>
                </a:schemeClr>
              </a:glow>
            </a:effectLst>
          </p:spPr>
          <p:txBody>
            <a:bodyPr wrap="none" rtlCol="0">
              <a:spAutoFit/>
            </a:bodyPr>
            <a:lstStyle/>
            <a:p>
              <a:r>
                <a:rPr lang="ja-JP" altLang="en-US" sz="1600" dirty="0">
                  <a:solidFill>
                    <a:schemeClr val="tx1">
                      <a:lumMod val="85000"/>
                      <a:lumOff val="15000"/>
                    </a:schemeClr>
                  </a:solidFill>
                  <a:effectLst>
                    <a:glow rad="38100">
                      <a:schemeClr val="accent3">
                        <a:satMod val="175000"/>
                        <a:alpha val="65000"/>
                      </a:schemeClr>
                    </a:glow>
                  </a:effectLst>
                  <a:latin typeface="原稿用標準書体" panose="03000503000000000000" pitchFamily="66" charset="-128"/>
                  <a:ea typeface="原稿用標準書体" panose="03000503000000000000" pitchFamily="66" charset="-128"/>
                </a:rPr>
                <a:t>タンク</a:t>
              </a:r>
              <a:endParaRPr lang="en-US" altLang="ja-JP" sz="1200" dirty="0">
                <a:solidFill>
                  <a:schemeClr val="tx1">
                    <a:lumMod val="85000"/>
                    <a:lumOff val="15000"/>
                  </a:schemeClr>
                </a:solidFill>
                <a:effectLst>
                  <a:glow rad="38100">
                    <a:schemeClr val="accent3">
                      <a:satMod val="175000"/>
                      <a:alpha val="65000"/>
                    </a:schemeClr>
                  </a:glow>
                </a:effectLst>
                <a:latin typeface="原稿用標準書体" panose="03000503000000000000" pitchFamily="66" charset="-128"/>
                <a:ea typeface="原稿用標準書体" panose="03000503000000000000" pitchFamily="66" charset="-128"/>
              </a:endParaRPr>
            </a:p>
          </p:txBody>
        </p:sp>
        <p:sp>
          <p:nvSpPr>
            <p:cNvPr id="88" name="テキスト ボックス 87">
              <a:extLst>
                <a:ext uri="{FF2B5EF4-FFF2-40B4-BE49-F238E27FC236}">
                  <a16:creationId xmlns:a16="http://schemas.microsoft.com/office/drawing/2014/main" id="{49CCA939-1F1B-109E-FCE8-AA9083E11F65}"/>
                </a:ext>
              </a:extLst>
            </p:cNvPr>
            <p:cNvSpPr txBox="1"/>
            <p:nvPr/>
          </p:nvSpPr>
          <p:spPr>
            <a:xfrm>
              <a:off x="7088997" y="4760647"/>
              <a:ext cx="1226618" cy="276999"/>
            </a:xfrm>
            <a:prstGeom prst="rect">
              <a:avLst/>
            </a:prstGeom>
            <a:noFill/>
          </p:spPr>
          <p:txBody>
            <a:bodyPr wrap="none" rtlCol="0">
              <a:spAutoFit/>
            </a:bodyPr>
            <a:lstStyle/>
            <a:p>
              <a:r>
                <a:rPr lang="ja-JP" altLang="en-US" sz="1050" dirty="0">
                  <a:solidFill>
                    <a:schemeClr val="tx1">
                      <a:lumMod val="75000"/>
                      <a:lumOff val="25000"/>
                    </a:schemeClr>
                  </a:solidFill>
                  <a:latin typeface="原稿用標準書体" panose="03000503000000000000" pitchFamily="66" charset="-128"/>
                  <a:ea typeface="原稿用標準書体" panose="03000503000000000000" pitchFamily="66" charset="-128"/>
                </a:rPr>
                <a:t>毎ターン</a:t>
              </a:r>
              <a:r>
                <a:rPr lang="en-US" altLang="ja-JP" sz="1200" dirty="0">
                  <a:solidFill>
                    <a:schemeClr val="tx1">
                      <a:lumMod val="75000"/>
                      <a:lumOff val="25000"/>
                    </a:schemeClr>
                  </a:solidFill>
                  <a:latin typeface="原稿用標準書体" panose="03000503000000000000" pitchFamily="66" charset="-128"/>
                  <a:ea typeface="原稿用標準書体" panose="03000503000000000000" pitchFamily="66" charset="-128"/>
                </a:rPr>
                <a:t>5</a:t>
              </a:r>
              <a:r>
                <a:rPr lang="ja-JP" altLang="en-US" sz="1050" dirty="0">
                  <a:solidFill>
                    <a:schemeClr val="tx1">
                      <a:lumMod val="75000"/>
                      <a:lumOff val="25000"/>
                    </a:schemeClr>
                  </a:solidFill>
                  <a:latin typeface="原稿用標準書体" panose="03000503000000000000" pitchFamily="66" charset="-128"/>
                  <a:ea typeface="原稿用標準書体" panose="03000503000000000000" pitchFamily="66" charset="-128"/>
                </a:rPr>
                <a:t>％回復</a:t>
              </a:r>
              <a:endParaRPr lang="en-US" altLang="ja-JP" sz="105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grpSp>
        <p:nvGrpSpPr>
          <p:cNvPr id="90" name="グループ化 89">
            <a:extLst>
              <a:ext uri="{FF2B5EF4-FFF2-40B4-BE49-F238E27FC236}">
                <a16:creationId xmlns:a16="http://schemas.microsoft.com/office/drawing/2014/main" id="{161045F4-C015-BDE6-E253-D3205704283B}"/>
              </a:ext>
            </a:extLst>
          </p:cNvPr>
          <p:cNvGrpSpPr/>
          <p:nvPr/>
        </p:nvGrpSpPr>
        <p:grpSpPr>
          <a:xfrm>
            <a:off x="7079024" y="3959376"/>
            <a:ext cx="1422939" cy="1185706"/>
            <a:chOff x="4343042" y="2005061"/>
            <a:chExt cx="4595682" cy="1782085"/>
          </a:xfrm>
        </p:grpSpPr>
        <p:sp>
          <p:nvSpPr>
            <p:cNvPr id="91" name="四角形: 角を丸くする 90">
              <a:extLst>
                <a:ext uri="{FF2B5EF4-FFF2-40B4-BE49-F238E27FC236}">
                  <a16:creationId xmlns:a16="http://schemas.microsoft.com/office/drawing/2014/main" id="{8CB29E71-E907-01A2-83DB-355B78F60547}"/>
                </a:ext>
              </a:extLst>
            </p:cNvPr>
            <p:cNvSpPr/>
            <p:nvPr/>
          </p:nvSpPr>
          <p:spPr>
            <a:xfrm>
              <a:off x="4343042" y="2434991"/>
              <a:ext cx="4595682" cy="1352155"/>
            </a:xfrm>
            <a:prstGeom prst="roundRect">
              <a:avLst>
                <a:gd name="adj" fmla="val 5178"/>
              </a:avLst>
            </a:prstGeom>
            <a:noFill/>
            <a:ln w="254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dirty="0">
                <a:latin typeface="原稿用標準書体" panose="03000503000000000000" pitchFamily="66" charset="-128"/>
                <a:ea typeface="原稿用標準書体" panose="03000503000000000000" pitchFamily="66" charset="-128"/>
              </a:endParaRPr>
            </a:p>
          </p:txBody>
        </p:sp>
        <p:sp>
          <p:nvSpPr>
            <p:cNvPr id="92" name="四角形: 角を丸くする 91">
              <a:extLst>
                <a:ext uri="{FF2B5EF4-FFF2-40B4-BE49-F238E27FC236}">
                  <a16:creationId xmlns:a16="http://schemas.microsoft.com/office/drawing/2014/main" id="{68797988-130C-FB9D-0B46-9C5FFEF09338}"/>
                </a:ext>
              </a:extLst>
            </p:cNvPr>
            <p:cNvSpPr/>
            <p:nvPr/>
          </p:nvSpPr>
          <p:spPr>
            <a:xfrm>
              <a:off x="5027040" y="2005061"/>
              <a:ext cx="3294263" cy="461666"/>
            </a:xfrm>
            <a:prstGeom prst="round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latin typeface="原稿用標準書体" panose="03000503000000000000" pitchFamily="66" charset="-128"/>
                  <a:ea typeface="原稿用標準書体" panose="03000503000000000000" pitchFamily="66" charset="-128"/>
                </a:rPr>
                <a:t>ロール</a:t>
              </a:r>
            </a:p>
          </p:txBody>
        </p:sp>
      </p:grpSp>
      <p:sp>
        <p:nvSpPr>
          <p:cNvPr id="93" name="楕円 92">
            <a:extLst>
              <a:ext uri="{FF2B5EF4-FFF2-40B4-BE49-F238E27FC236}">
                <a16:creationId xmlns:a16="http://schemas.microsoft.com/office/drawing/2014/main" id="{4E979932-AAF9-500B-5FB8-76F269218B04}"/>
              </a:ext>
            </a:extLst>
          </p:cNvPr>
          <p:cNvSpPr/>
          <p:nvPr/>
        </p:nvSpPr>
        <p:spPr>
          <a:xfrm>
            <a:off x="10060241" y="2744850"/>
            <a:ext cx="296742" cy="296742"/>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200"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sz="12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8" name="テキスト ボックス 7">
            <a:extLst>
              <a:ext uri="{FF2B5EF4-FFF2-40B4-BE49-F238E27FC236}">
                <a16:creationId xmlns:a16="http://schemas.microsoft.com/office/drawing/2014/main" id="{D1D2F1A9-54E7-18C8-6842-DF8A937CA4E7}"/>
              </a:ext>
            </a:extLst>
          </p:cNvPr>
          <p:cNvSpPr txBox="1"/>
          <p:nvPr/>
        </p:nvSpPr>
        <p:spPr>
          <a:xfrm>
            <a:off x="9366255" y="4331555"/>
            <a:ext cx="1062446" cy="261610"/>
          </a:xfrm>
          <a:prstGeom prst="rect">
            <a:avLst/>
          </a:prstGeom>
          <a:noFill/>
        </p:spPr>
        <p:txBody>
          <a:bodyPr wrap="square">
            <a:spAutoFit/>
          </a:bodyPr>
          <a:lstStyle/>
          <a:p>
            <a:pPr algn="ctr"/>
            <a:r>
              <a:rPr lang="ja-JP" altLang="en-US" sz="1100" dirty="0">
                <a:solidFill>
                  <a:schemeClr val="bg1">
                    <a:lumMod val="95000"/>
                  </a:schemeClr>
                </a:solidFill>
                <a:highlight>
                  <a:srgbClr val="808080"/>
                </a:highlight>
                <a:latin typeface="原稿用標準書体" panose="03000503000000000000" pitchFamily="66" charset="-128"/>
                <a:ea typeface="原稿用標準書体" panose="03000503000000000000" pitchFamily="66" charset="-128"/>
              </a:rPr>
              <a:t>武器</a:t>
            </a:r>
            <a:endParaRPr kumimoji="1" lang="ja-JP" altLang="en-US" sz="1100" dirty="0">
              <a:solidFill>
                <a:schemeClr val="bg1">
                  <a:lumMod val="95000"/>
                </a:schemeClr>
              </a:solidFill>
              <a:highlight>
                <a:srgbClr val="808080"/>
              </a:highlight>
              <a:latin typeface="原稿用標準書体" panose="03000503000000000000" pitchFamily="66" charset="-128"/>
              <a:ea typeface="原稿用標準書体" panose="03000503000000000000" pitchFamily="66" charset="-128"/>
            </a:endParaRPr>
          </a:p>
        </p:txBody>
      </p:sp>
      <p:sp>
        <p:nvSpPr>
          <p:cNvPr id="3" name="四角形: 角を丸くする 2">
            <a:extLst>
              <a:ext uri="{FF2B5EF4-FFF2-40B4-BE49-F238E27FC236}">
                <a16:creationId xmlns:a16="http://schemas.microsoft.com/office/drawing/2014/main" id="{8506D7E8-A080-21B6-2C07-5910839DE6C5}"/>
              </a:ext>
            </a:extLst>
          </p:cNvPr>
          <p:cNvSpPr/>
          <p:nvPr/>
        </p:nvSpPr>
        <p:spPr>
          <a:xfrm>
            <a:off x="9993616" y="2397817"/>
            <a:ext cx="1062447" cy="1372489"/>
          </a:xfrm>
          <a:prstGeom prst="roundRect">
            <a:avLst>
              <a:gd name="adj" fmla="val 6896"/>
            </a:avLst>
          </a:prstGeom>
          <a:solidFill>
            <a:srgbClr val="D9D9D9"/>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27" name="テキスト ボックス 26">
            <a:extLst>
              <a:ext uri="{FF2B5EF4-FFF2-40B4-BE49-F238E27FC236}">
                <a16:creationId xmlns:a16="http://schemas.microsoft.com/office/drawing/2014/main" id="{A223EA06-C4C6-90C5-B029-E6B554B615AE}"/>
              </a:ext>
            </a:extLst>
          </p:cNvPr>
          <p:cNvSpPr txBox="1"/>
          <p:nvPr/>
        </p:nvSpPr>
        <p:spPr>
          <a:xfrm>
            <a:off x="10002948" y="2030427"/>
            <a:ext cx="1062446" cy="276999"/>
          </a:xfrm>
          <a:prstGeom prst="rect">
            <a:avLst/>
          </a:prstGeom>
          <a:noFill/>
        </p:spPr>
        <p:txBody>
          <a:bodyPr wrap="square">
            <a:spAutoFit/>
          </a:bodyPr>
          <a:lstStyle/>
          <a:p>
            <a:pPr algn="ctr"/>
            <a:r>
              <a:rPr lang="ja-JP" altLang="en-US" sz="1200" dirty="0">
                <a:solidFill>
                  <a:schemeClr val="bg1">
                    <a:lumMod val="95000"/>
                  </a:schemeClr>
                </a:solidFill>
                <a:highlight>
                  <a:srgbClr val="5C5C5C"/>
                </a:highlight>
                <a:latin typeface="原稿用標準書体" panose="03000503000000000000" pitchFamily="66" charset="-128"/>
                <a:ea typeface="原稿用標準書体" panose="03000503000000000000" pitchFamily="66" charset="-128"/>
              </a:rPr>
              <a:t>特殊スキル</a:t>
            </a:r>
            <a:endParaRPr kumimoji="1" lang="ja-JP" altLang="en-US" sz="1200" dirty="0">
              <a:solidFill>
                <a:schemeClr val="bg1">
                  <a:lumMod val="95000"/>
                </a:schemeClr>
              </a:solidFill>
              <a:highlight>
                <a:srgbClr val="5C5C5C"/>
              </a:highlight>
              <a:latin typeface="原稿用標準書体" panose="03000503000000000000" pitchFamily="66" charset="-128"/>
              <a:ea typeface="原稿用標準書体" panose="03000503000000000000" pitchFamily="66" charset="-128"/>
            </a:endParaRPr>
          </a:p>
        </p:txBody>
      </p:sp>
      <p:sp>
        <p:nvSpPr>
          <p:cNvPr id="49" name="四角形: 角を丸くする 48">
            <a:extLst>
              <a:ext uri="{FF2B5EF4-FFF2-40B4-BE49-F238E27FC236}">
                <a16:creationId xmlns:a16="http://schemas.microsoft.com/office/drawing/2014/main" id="{FB20FB7B-4DD0-34EB-1F46-4E3CD2AB34FC}"/>
              </a:ext>
            </a:extLst>
          </p:cNvPr>
          <p:cNvSpPr/>
          <p:nvPr/>
        </p:nvSpPr>
        <p:spPr>
          <a:xfrm>
            <a:off x="8697253" y="4307949"/>
            <a:ext cx="2394303" cy="777504"/>
          </a:xfrm>
          <a:prstGeom prst="roundRect">
            <a:avLst>
              <a:gd name="adj" fmla="val 6896"/>
            </a:avLst>
          </a:prstGeom>
          <a:solidFill>
            <a:srgbClr val="D9D9D9"/>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41" name="四角形: 角を丸くする 40">
            <a:extLst>
              <a:ext uri="{FF2B5EF4-FFF2-40B4-BE49-F238E27FC236}">
                <a16:creationId xmlns:a16="http://schemas.microsoft.com/office/drawing/2014/main" id="{B816F259-076E-FDB8-5494-D26FE727C14B}"/>
              </a:ext>
            </a:extLst>
          </p:cNvPr>
          <p:cNvSpPr/>
          <p:nvPr/>
        </p:nvSpPr>
        <p:spPr>
          <a:xfrm>
            <a:off x="9941402" y="4335367"/>
            <a:ext cx="1114661" cy="484206"/>
          </a:xfrm>
          <a:prstGeom prst="roundRect">
            <a:avLst>
              <a:gd name="adj" fmla="val 6896"/>
            </a:avLst>
          </a:prstGeom>
          <a:solidFill>
            <a:schemeClr val="tx1">
              <a:lumMod val="50000"/>
              <a:lumOff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48" name="グループ化 47">
            <a:extLst>
              <a:ext uri="{FF2B5EF4-FFF2-40B4-BE49-F238E27FC236}">
                <a16:creationId xmlns:a16="http://schemas.microsoft.com/office/drawing/2014/main" id="{C382813B-E538-D2D9-FE46-BC9F5639AB8F}"/>
              </a:ext>
            </a:extLst>
          </p:cNvPr>
          <p:cNvGrpSpPr/>
          <p:nvPr/>
        </p:nvGrpSpPr>
        <p:grpSpPr>
          <a:xfrm>
            <a:off x="8756066" y="4321341"/>
            <a:ext cx="2299997" cy="740676"/>
            <a:chOff x="8756066" y="4312009"/>
            <a:chExt cx="2299997" cy="740676"/>
          </a:xfrm>
        </p:grpSpPr>
        <p:sp>
          <p:nvSpPr>
            <p:cNvPr id="45" name="フリーフォーム: 図形 44">
              <a:extLst>
                <a:ext uri="{FF2B5EF4-FFF2-40B4-BE49-F238E27FC236}">
                  <a16:creationId xmlns:a16="http://schemas.microsoft.com/office/drawing/2014/main" id="{3C4C89E8-F486-6B31-1106-DBA956ABEEA6}"/>
                </a:ext>
              </a:extLst>
            </p:cNvPr>
            <p:cNvSpPr/>
            <p:nvPr/>
          </p:nvSpPr>
          <p:spPr>
            <a:xfrm>
              <a:off x="8756066" y="4331554"/>
              <a:ext cx="2299997" cy="721131"/>
            </a:xfrm>
            <a:custGeom>
              <a:avLst/>
              <a:gdLst>
                <a:gd name="csX0" fmla="*/ 37967 w 2299997"/>
                <a:gd name="csY0" fmla="*/ 0 h 721131"/>
                <a:gd name="csX1" fmla="*/ 1085846 w 2299997"/>
                <a:gd name="csY1" fmla="*/ 0 h 721131"/>
                <a:gd name="csX2" fmla="*/ 1119237 w 2299997"/>
                <a:gd name="csY2" fmla="*/ 33391 h 721131"/>
                <a:gd name="csX3" fmla="*/ 1119237 w 2299997"/>
                <a:gd name="csY3" fmla="*/ 236925 h 721131"/>
                <a:gd name="csX4" fmla="*/ 2266606 w 2299997"/>
                <a:gd name="csY4" fmla="*/ 236925 h 721131"/>
                <a:gd name="csX5" fmla="*/ 2299997 w 2299997"/>
                <a:gd name="csY5" fmla="*/ 270316 h 721131"/>
                <a:gd name="csX6" fmla="*/ 2299997 w 2299997"/>
                <a:gd name="csY6" fmla="*/ 687740 h 721131"/>
                <a:gd name="csX7" fmla="*/ 2266606 w 2299997"/>
                <a:gd name="csY7" fmla="*/ 721131 h 721131"/>
                <a:gd name="csX8" fmla="*/ 33391 w 2299997"/>
                <a:gd name="csY8" fmla="*/ 721131 h 721131"/>
                <a:gd name="csX9" fmla="*/ 0 w 2299997"/>
                <a:gd name="csY9" fmla="*/ 687740 h 721131"/>
                <a:gd name="csX10" fmla="*/ 0 w 2299997"/>
                <a:gd name="csY10" fmla="*/ 270316 h 721131"/>
                <a:gd name="csX11" fmla="*/ 4576 w 2299997"/>
                <a:gd name="csY11" fmla="*/ 259269 h 721131"/>
                <a:gd name="csX12" fmla="*/ 4576 w 2299997"/>
                <a:gd name="csY12" fmla="*/ 33391 h 721131"/>
                <a:gd name="csX13" fmla="*/ 37967 w 2299997"/>
                <a:gd name="csY13" fmla="*/ 0 h 72113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2299997" h="721131">
                  <a:moveTo>
                    <a:pt x="37967" y="0"/>
                  </a:moveTo>
                  <a:lnTo>
                    <a:pt x="1085846" y="0"/>
                  </a:lnTo>
                  <a:cubicBezTo>
                    <a:pt x="1104287" y="0"/>
                    <a:pt x="1119237" y="14950"/>
                    <a:pt x="1119237" y="33391"/>
                  </a:cubicBezTo>
                  <a:lnTo>
                    <a:pt x="1119237" y="236925"/>
                  </a:lnTo>
                  <a:lnTo>
                    <a:pt x="2266606" y="236925"/>
                  </a:lnTo>
                  <a:cubicBezTo>
                    <a:pt x="2285047" y="236925"/>
                    <a:pt x="2299997" y="251875"/>
                    <a:pt x="2299997" y="270316"/>
                  </a:cubicBezTo>
                  <a:lnTo>
                    <a:pt x="2299997" y="687740"/>
                  </a:lnTo>
                  <a:cubicBezTo>
                    <a:pt x="2299997" y="706181"/>
                    <a:pt x="2285047" y="721131"/>
                    <a:pt x="2266606" y="721131"/>
                  </a:cubicBezTo>
                  <a:lnTo>
                    <a:pt x="33391" y="721131"/>
                  </a:lnTo>
                  <a:cubicBezTo>
                    <a:pt x="14950" y="721131"/>
                    <a:pt x="0" y="706181"/>
                    <a:pt x="0" y="687740"/>
                  </a:cubicBezTo>
                  <a:lnTo>
                    <a:pt x="0" y="270316"/>
                  </a:lnTo>
                  <a:lnTo>
                    <a:pt x="4576" y="259269"/>
                  </a:lnTo>
                  <a:lnTo>
                    <a:pt x="4576" y="33391"/>
                  </a:lnTo>
                  <a:cubicBezTo>
                    <a:pt x="4576" y="14950"/>
                    <a:pt x="19526" y="0"/>
                    <a:pt x="37967" y="0"/>
                  </a:cubicBezTo>
                  <a:close/>
                </a:path>
              </a:pathLst>
            </a:custGeom>
            <a:solidFill>
              <a:srgbClr val="BFBFBF"/>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47" name="テキスト ボックス 46">
              <a:extLst>
                <a:ext uri="{FF2B5EF4-FFF2-40B4-BE49-F238E27FC236}">
                  <a16:creationId xmlns:a16="http://schemas.microsoft.com/office/drawing/2014/main" id="{D5B539E6-E314-F1E7-CA21-B2E5C6846C1F}"/>
                </a:ext>
              </a:extLst>
            </p:cNvPr>
            <p:cNvSpPr txBox="1"/>
            <p:nvPr/>
          </p:nvSpPr>
          <p:spPr>
            <a:xfrm>
              <a:off x="8875753" y="4312009"/>
              <a:ext cx="800219" cy="276999"/>
            </a:xfrm>
            <a:prstGeom prst="rect">
              <a:avLst/>
            </a:prstGeom>
            <a:noFill/>
          </p:spPr>
          <p:txBody>
            <a:bodyPr wrap="none" rtlCol="0">
              <a:spAutoFit/>
            </a:bodyPr>
            <a:lstStyle/>
            <a:p>
              <a:r>
                <a:rPr lang="ja-JP" altLang="en-US" sz="1200" dirty="0">
                  <a:solidFill>
                    <a:schemeClr val="tx1">
                      <a:lumMod val="75000"/>
                      <a:lumOff val="25000"/>
                    </a:schemeClr>
                  </a:solidFill>
                  <a:latin typeface="原稿用標準書体" panose="03000503000000000000" pitchFamily="66" charset="-128"/>
                  <a:ea typeface="原稿用標準書体" panose="03000503000000000000" pitchFamily="66" charset="-128"/>
                </a:rPr>
                <a:t>通常攻撃</a:t>
              </a:r>
              <a:endParaRPr lang="en-US" altLang="ja-JP" sz="12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51" name="テキスト ボックス 50">
            <a:extLst>
              <a:ext uri="{FF2B5EF4-FFF2-40B4-BE49-F238E27FC236}">
                <a16:creationId xmlns:a16="http://schemas.microsoft.com/office/drawing/2014/main" id="{3142F4CC-E471-16AD-6C1F-2E74C2E8152A}"/>
              </a:ext>
            </a:extLst>
          </p:cNvPr>
          <p:cNvSpPr txBox="1"/>
          <p:nvPr/>
        </p:nvSpPr>
        <p:spPr>
          <a:xfrm>
            <a:off x="10290983" y="4317385"/>
            <a:ext cx="415498" cy="276999"/>
          </a:xfrm>
          <a:prstGeom prst="rect">
            <a:avLst/>
          </a:prstGeom>
          <a:noFill/>
        </p:spPr>
        <p:txBody>
          <a:bodyPr wrap="none" rtlCol="0">
            <a:spAutoFit/>
          </a:bodyPr>
          <a:lstStyle/>
          <a:p>
            <a:pPr algn="ctr"/>
            <a:r>
              <a:rPr lang="en-US" altLang="ja-JP" sz="1200" dirty="0">
                <a:solidFill>
                  <a:schemeClr val="bg1">
                    <a:lumMod val="95000"/>
                  </a:schemeClr>
                </a:solidFill>
                <a:latin typeface="原稿用標準書体" panose="03000503000000000000" pitchFamily="66" charset="-128"/>
                <a:ea typeface="原稿用標準書体" panose="03000503000000000000" pitchFamily="66" charset="-128"/>
              </a:rPr>
              <a:t>ENB</a:t>
            </a:r>
          </a:p>
        </p:txBody>
      </p:sp>
      <p:sp>
        <p:nvSpPr>
          <p:cNvPr id="71" name="テキスト ボックス 70">
            <a:extLst>
              <a:ext uri="{FF2B5EF4-FFF2-40B4-BE49-F238E27FC236}">
                <a16:creationId xmlns:a16="http://schemas.microsoft.com/office/drawing/2014/main" id="{CA9D3908-DE4B-7741-1116-B7B58C02F5CC}"/>
              </a:ext>
            </a:extLst>
          </p:cNvPr>
          <p:cNvSpPr txBox="1"/>
          <p:nvPr/>
        </p:nvSpPr>
        <p:spPr>
          <a:xfrm>
            <a:off x="9360450" y="3983915"/>
            <a:ext cx="1062446" cy="276999"/>
          </a:xfrm>
          <a:prstGeom prst="rect">
            <a:avLst/>
          </a:prstGeom>
          <a:noFill/>
        </p:spPr>
        <p:txBody>
          <a:bodyPr wrap="square">
            <a:spAutoFit/>
          </a:bodyPr>
          <a:lstStyle/>
          <a:p>
            <a:pPr algn="ctr"/>
            <a:r>
              <a:rPr lang="ja-JP" altLang="en-US" sz="1200" dirty="0">
                <a:solidFill>
                  <a:schemeClr val="bg1">
                    <a:lumMod val="95000"/>
                  </a:schemeClr>
                </a:solidFill>
                <a:highlight>
                  <a:srgbClr val="5C5C5C"/>
                </a:highlight>
                <a:latin typeface="原稿用標準書体" panose="03000503000000000000" pitchFamily="66" charset="-128"/>
                <a:ea typeface="原稿用標準書体" panose="03000503000000000000" pitchFamily="66" charset="-128"/>
              </a:rPr>
              <a:t>固定スキル</a:t>
            </a:r>
            <a:endParaRPr kumimoji="1" lang="ja-JP" altLang="en-US" sz="1200" dirty="0">
              <a:solidFill>
                <a:schemeClr val="bg1">
                  <a:lumMod val="95000"/>
                </a:schemeClr>
              </a:solidFill>
              <a:highlight>
                <a:srgbClr val="5C5C5C"/>
              </a:highlight>
              <a:latin typeface="原稿用標準書体" panose="03000503000000000000" pitchFamily="66" charset="-128"/>
              <a:ea typeface="原稿用標準書体" panose="03000503000000000000" pitchFamily="66" charset="-128"/>
            </a:endParaRPr>
          </a:p>
        </p:txBody>
      </p:sp>
      <p:sp>
        <p:nvSpPr>
          <p:cNvPr id="80" name="四角形: 角を丸くする 79">
            <a:extLst>
              <a:ext uri="{FF2B5EF4-FFF2-40B4-BE49-F238E27FC236}">
                <a16:creationId xmlns:a16="http://schemas.microsoft.com/office/drawing/2014/main" id="{A1F0FEBA-3316-B8E7-27B5-5A4754DBABBE}"/>
              </a:ext>
            </a:extLst>
          </p:cNvPr>
          <p:cNvSpPr/>
          <p:nvPr/>
        </p:nvSpPr>
        <p:spPr>
          <a:xfrm>
            <a:off x="10388771" y="2405535"/>
            <a:ext cx="296743" cy="1066156"/>
          </a:xfrm>
          <a:prstGeom prst="roundRect">
            <a:avLst>
              <a:gd name="adj" fmla="val 6896"/>
            </a:avLst>
          </a:prstGeom>
          <a:solidFill>
            <a:schemeClr val="tx1">
              <a:lumMod val="50000"/>
              <a:lumOff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81" name="四角形: 角を丸くする 80">
            <a:extLst>
              <a:ext uri="{FF2B5EF4-FFF2-40B4-BE49-F238E27FC236}">
                <a16:creationId xmlns:a16="http://schemas.microsoft.com/office/drawing/2014/main" id="{4DB5AF6C-F10A-2F83-BC7A-CAD2501DCA7E}"/>
              </a:ext>
            </a:extLst>
          </p:cNvPr>
          <p:cNvSpPr/>
          <p:nvPr/>
        </p:nvSpPr>
        <p:spPr>
          <a:xfrm>
            <a:off x="10773287" y="2405535"/>
            <a:ext cx="296743" cy="1066156"/>
          </a:xfrm>
          <a:prstGeom prst="roundRect">
            <a:avLst>
              <a:gd name="adj" fmla="val 6896"/>
            </a:avLst>
          </a:prstGeom>
          <a:solidFill>
            <a:schemeClr val="tx1">
              <a:lumMod val="50000"/>
              <a:lumOff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82" name="フリーフォーム: 図形 81">
            <a:extLst>
              <a:ext uri="{FF2B5EF4-FFF2-40B4-BE49-F238E27FC236}">
                <a16:creationId xmlns:a16="http://schemas.microsoft.com/office/drawing/2014/main" id="{F60E08BA-D507-01AE-7929-DE2FC95FA3EB}"/>
              </a:ext>
            </a:extLst>
          </p:cNvPr>
          <p:cNvSpPr/>
          <p:nvPr/>
        </p:nvSpPr>
        <p:spPr>
          <a:xfrm>
            <a:off x="10011362" y="2405535"/>
            <a:ext cx="1062447" cy="1333377"/>
          </a:xfrm>
          <a:custGeom>
            <a:avLst/>
            <a:gdLst>
              <a:gd name="csX0" fmla="*/ 21769 w 1062447"/>
              <a:gd name="csY0" fmla="*/ 0 h 1333377"/>
              <a:gd name="csX1" fmla="*/ 277586 w 1062447"/>
              <a:gd name="csY1" fmla="*/ 0 h 1333377"/>
              <a:gd name="csX2" fmla="*/ 298049 w 1062447"/>
              <a:gd name="csY2" fmla="*/ 20463 h 1333377"/>
              <a:gd name="csX3" fmla="*/ 298049 w 1062447"/>
              <a:gd name="csY3" fmla="*/ 267221 h 1333377"/>
              <a:gd name="csX4" fmla="*/ 989181 w 1062447"/>
              <a:gd name="csY4" fmla="*/ 267221 h 1333377"/>
              <a:gd name="csX5" fmla="*/ 1062447 w 1062447"/>
              <a:gd name="csY5" fmla="*/ 340487 h 1333377"/>
              <a:gd name="csX6" fmla="*/ 1062447 w 1062447"/>
              <a:gd name="csY6" fmla="*/ 1260111 h 1333377"/>
              <a:gd name="csX7" fmla="*/ 989181 w 1062447"/>
              <a:gd name="csY7" fmla="*/ 1333377 h 1333377"/>
              <a:gd name="csX8" fmla="*/ 73266 w 1062447"/>
              <a:gd name="csY8" fmla="*/ 1333377 h 1333377"/>
              <a:gd name="csX9" fmla="*/ 0 w 1062447"/>
              <a:gd name="csY9" fmla="*/ 1260111 h 1333377"/>
              <a:gd name="csX10" fmla="*/ 0 w 1062447"/>
              <a:gd name="csY10" fmla="*/ 340487 h 1333377"/>
              <a:gd name="csX11" fmla="*/ 1306 w 1062447"/>
              <a:gd name="csY11" fmla="*/ 334018 h 1333377"/>
              <a:gd name="csX12" fmla="*/ 1306 w 1062447"/>
              <a:gd name="csY12" fmla="*/ 20463 h 1333377"/>
              <a:gd name="csX13" fmla="*/ 21769 w 1062447"/>
              <a:gd name="csY13" fmla="*/ 0 h 133337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1062447" h="1333377">
                <a:moveTo>
                  <a:pt x="21769" y="0"/>
                </a:moveTo>
                <a:lnTo>
                  <a:pt x="277586" y="0"/>
                </a:lnTo>
                <a:cubicBezTo>
                  <a:pt x="288887" y="0"/>
                  <a:pt x="298049" y="9162"/>
                  <a:pt x="298049" y="20463"/>
                </a:cubicBezTo>
                <a:lnTo>
                  <a:pt x="298049" y="267221"/>
                </a:lnTo>
                <a:lnTo>
                  <a:pt x="989181" y="267221"/>
                </a:lnTo>
                <a:cubicBezTo>
                  <a:pt x="1029645" y="267221"/>
                  <a:pt x="1062447" y="300023"/>
                  <a:pt x="1062447" y="340487"/>
                </a:cubicBezTo>
                <a:lnTo>
                  <a:pt x="1062447" y="1260111"/>
                </a:lnTo>
                <a:cubicBezTo>
                  <a:pt x="1062447" y="1300575"/>
                  <a:pt x="1029645" y="1333377"/>
                  <a:pt x="989181" y="1333377"/>
                </a:cubicBezTo>
                <a:lnTo>
                  <a:pt x="73266" y="1333377"/>
                </a:lnTo>
                <a:cubicBezTo>
                  <a:pt x="32802" y="1333377"/>
                  <a:pt x="0" y="1300575"/>
                  <a:pt x="0" y="1260111"/>
                </a:cubicBezTo>
                <a:lnTo>
                  <a:pt x="0" y="340487"/>
                </a:lnTo>
                <a:lnTo>
                  <a:pt x="1306" y="334018"/>
                </a:lnTo>
                <a:lnTo>
                  <a:pt x="1306" y="20463"/>
                </a:lnTo>
                <a:cubicBezTo>
                  <a:pt x="1306" y="9162"/>
                  <a:pt x="10468" y="0"/>
                  <a:pt x="21769" y="0"/>
                </a:cubicBezTo>
                <a:close/>
              </a:path>
            </a:pathLst>
          </a:custGeom>
          <a:solidFill>
            <a:srgbClr val="BFBFBF"/>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83" name="テキスト ボックス 82">
            <a:extLst>
              <a:ext uri="{FF2B5EF4-FFF2-40B4-BE49-F238E27FC236}">
                <a16:creationId xmlns:a16="http://schemas.microsoft.com/office/drawing/2014/main" id="{F5CBB407-D7F9-8899-04BE-840872E93536}"/>
              </a:ext>
            </a:extLst>
          </p:cNvPr>
          <p:cNvSpPr txBox="1"/>
          <p:nvPr/>
        </p:nvSpPr>
        <p:spPr>
          <a:xfrm>
            <a:off x="10404649" y="2389383"/>
            <a:ext cx="264816" cy="276999"/>
          </a:xfrm>
          <a:prstGeom prst="rect">
            <a:avLst/>
          </a:prstGeom>
          <a:noFill/>
        </p:spPr>
        <p:txBody>
          <a:bodyPr wrap="none" rtlCol="0">
            <a:spAutoFit/>
          </a:bodyPr>
          <a:lstStyle/>
          <a:p>
            <a:pPr algn="ctr"/>
            <a:r>
              <a:rPr lang="en-US" altLang="ja-JP" sz="1200" dirty="0">
                <a:solidFill>
                  <a:schemeClr val="bg1">
                    <a:lumMod val="95000"/>
                  </a:schemeClr>
                </a:solidFill>
                <a:latin typeface="原稿用標準書体" panose="03000503000000000000" pitchFamily="66" charset="-128"/>
                <a:ea typeface="原稿用標準書体" panose="03000503000000000000" pitchFamily="66" charset="-128"/>
              </a:rPr>
              <a:t>2</a:t>
            </a:r>
          </a:p>
        </p:txBody>
      </p:sp>
      <p:sp>
        <p:nvSpPr>
          <p:cNvPr id="84" name="テキスト ボックス 83">
            <a:extLst>
              <a:ext uri="{FF2B5EF4-FFF2-40B4-BE49-F238E27FC236}">
                <a16:creationId xmlns:a16="http://schemas.microsoft.com/office/drawing/2014/main" id="{C6E2C211-0C59-6B24-2FB3-2B78C7384A35}"/>
              </a:ext>
            </a:extLst>
          </p:cNvPr>
          <p:cNvSpPr txBox="1"/>
          <p:nvPr/>
        </p:nvSpPr>
        <p:spPr>
          <a:xfrm>
            <a:off x="10791950" y="2389383"/>
            <a:ext cx="264816" cy="276999"/>
          </a:xfrm>
          <a:prstGeom prst="rect">
            <a:avLst/>
          </a:prstGeom>
          <a:noFill/>
        </p:spPr>
        <p:txBody>
          <a:bodyPr wrap="none" rtlCol="0">
            <a:spAutoFit/>
          </a:bodyPr>
          <a:lstStyle/>
          <a:p>
            <a:pPr algn="ctr"/>
            <a:r>
              <a:rPr lang="en-US" altLang="ja-JP" sz="1200" dirty="0">
                <a:solidFill>
                  <a:schemeClr val="bg1">
                    <a:lumMod val="95000"/>
                  </a:schemeClr>
                </a:solidFill>
                <a:latin typeface="原稿用標準書体" panose="03000503000000000000" pitchFamily="66" charset="-128"/>
                <a:ea typeface="原稿用標準書体" panose="03000503000000000000" pitchFamily="66" charset="-128"/>
              </a:rPr>
              <a:t>3</a:t>
            </a:r>
          </a:p>
        </p:txBody>
      </p:sp>
      <p:sp>
        <p:nvSpPr>
          <p:cNvPr id="85" name="テキスト ボックス 84">
            <a:extLst>
              <a:ext uri="{FF2B5EF4-FFF2-40B4-BE49-F238E27FC236}">
                <a16:creationId xmlns:a16="http://schemas.microsoft.com/office/drawing/2014/main" id="{EBB0E998-2285-72B3-C42E-C66B01FD8111}"/>
              </a:ext>
            </a:extLst>
          </p:cNvPr>
          <p:cNvSpPr txBox="1"/>
          <p:nvPr/>
        </p:nvSpPr>
        <p:spPr>
          <a:xfrm>
            <a:off x="10036010" y="2389383"/>
            <a:ext cx="264816" cy="276999"/>
          </a:xfrm>
          <a:prstGeom prst="rect">
            <a:avLst/>
          </a:prstGeom>
          <a:noFill/>
        </p:spPr>
        <p:txBody>
          <a:bodyPr wrap="none" rtlCol="0">
            <a:spAutoFit/>
          </a:bodyPr>
          <a:lstStyle/>
          <a:p>
            <a:pPr algn="ctr"/>
            <a:r>
              <a:rPr lang="en-US" altLang="ja-JP" sz="1200" dirty="0">
                <a:solidFill>
                  <a:schemeClr val="tx1">
                    <a:lumMod val="75000"/>
                    <a:lumOff val="25000"/>
                  </a:schemeClr>
                </a:solidFill>
                <a:latin typeface="原稿用標準書体" panose="03000503000000000000" pitchFamily="66" charset="-128"/>
                <a:ea typeface="原稿用標準書体" panose="03000503000000000000" pitchFamily="66" charset="-128"/>
              </a:rPr>
              <a:t>1</a:t>
            </a:r>
          </a:p>
        </p:txBody>
      </p:sp>
      <p:grpSp>
        <p:nvGrpSpPr>
          <p:cNvPr id="95" name="グループ化 94">
            <a:extLst>
              <a:ext uri="{FF2B5EF4-FFF2-40B4-BE49-F238E27FC236}">
                <a16:creationId xmlns:a16="http://schemas.microsoft.com/office/drawing/2014/main" id="{9472F264-F2A5-85BE-C166-098091270FA9}"/>
              </a:ext>
            </a:extLst>
          </p:cNvPr>
          <p:cNvGrpSpPr/>
          <p:nvPr/>
        </p:nvGrpSpPr>
        <p:grpSpPr>
          <a:xfrm>
            <a:off x="10205439" y="3369817"/>
            <a:ext cx="677545" cy="312314"/>
            <a:chOff x="10130793" y="3279791"/>
            <a:chExt cx="696970" cy="383679"/>
          </a:xfrm>
        </p:grpSpPr>
        <p:sp>
          <p:nvSpPr>
            <p:cNvPr id="75" name="四角形: 角を丸くする 74">
              <a:extLst>
                <a:ext uri="{FF2B5EF4-FFF2-40B4-BE49-F238E27FC236}">
                  <a16:creationId xmlns:a16="http://schemas.microsoft.com/office/drawing/2014/main" id="{CBA0206E-18CA-5D43-9506-F0044DDC49D6}"/>
                </a:ext>
              </a:extLst>
            </p:cNvPr>
            <p:cNvSpPr/>
            <p:nvPr/>
          </p:nvSpPr>
          <p:spPr>
            <a:xfrm>
              <a:off x="10130793" y="3298920"/>
              <a:ext cx="696970" cy="364550"/>
            </a:xfrm>
            <a:prstGeom prst="roundRect">
              <a:avLst>
                <a:gd name="adj" fmla="val 6896"/>
              </a:avLst>
            </a:prstGeom>
            <a:solidFill>
              <a:srgbClr val="FFA4F3"/>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latin typeface="原稿用標準書体" panose="03000503000000000000" pitchFamily="66" charset="-128"/>
                <a:ea typeface="原稿用標準書体" panose="03000503000000000000" pitchFamily="66" charset="-128"/>
              </a:endParaRPr>
            </a:p>
          </p:txBody>
        </p:sp>
        <p:sp>
          <p:nvSpPr>
            <p:cNvPr id="94" name="テキスト ボックス 93">
              <a:extLst>
                <a:ext uri="{FF2B5EF4-FFF2-40B4-BE49-F238E27FC236}">
                  <a16:creationId xmlns:a16="http://schemas.microsoft.com/office/drawing/2014/main" id="{B68D55F5-2380-5C27-3BA6-280622151CD0}"/>
                </a:ext>
              </a:extLst>
            </p:cNvPr>
            <p:cNvSpPr txBox="1"/>
            <p:nvPr/>
          </p:nvSpPr>
          <p:spPr>
            <a:xfrm>
              <a:off x="10211797" y="3279791"/>
              <a:ext cx="559328" cy="378105"/>
            </a:xfrm>
            <a:prstGeom prst="rect">
              <a:avLst/>
            </a:prstGeom>
            <a:noFill/>
          </p:spPr>
          <p:txBody>
            <a:bodyPr wrap="none" rtlCol="0">
              <a:spAutoFit/>
            </a:bodyPr>
            <a:lstStyle/>
            <a:p>
              <a:r>
                <a:rPr lang="ja-JP" altLang="en-US" sz="1400" dirty="0">
                  <a:solidFill>
                    <a:schemeClr val="tx1">
                      <a:lumMod val="75000"/>
                      <a:lumOff val="25000"/>
                    </a:schemeClr>
                  </a:solidFill>
                  <a:latin typeface="原稿用標準書体" panose="03000503000000000000" pitchFamily="66" charset="-128"/>
                  <a:ea typeface="原稿用標準書体" panose="03000503000000000000" pitchFamily="66" charset="-128"/>
                </a:rPr>
                <a:t>装備</a:t>
              </a:r>
              <a:endParaRPr lang="en-US" altLang="ja-JP" sz="14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96" name="テキスト ボックス 95">
            <a:extLst>
              <a:ext uri="{FF2B5EF4-FFF2-40B4-BE49-F238E27FC236}">
                <a16:creationId xmlns:a16="http://schemas.microsoft.com/office/drawing/2014/main" id="{2E529557-D28F-A002-9C74-4FAB419CA043}"/>
              </a:ext>
            </a:extLst>
          </p:cNvPr>
          <p:cNvSpPr txBox="1"/>
          <p:nvPr/>
        </p:nvSpPr>
        <p:spPr>
          <a:xfrm>
            <a:off x="10031426" y="2681876"/>
            <a:ext cx="697627" cy="246221"/>
          </a:xfrm>
          <a:prstGeom prst="rect">
            <a:avLst/>
          </a:prstGeom>
          <a:noFill/>
        </p:spPr>
        <p:txBody>
          <a:bodyPr wrap="none" rtlCol="0">
            <a:spAutoFit/>
          </a:bodyPr>
          <a:lstStyle/>
          <a:p>
            <a:r>
              <a:rPr lang="ja-JP" altLang="en-US"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スキル名</a:t>
            </a:r>
            <a:endParaRPr lang="en-US" altLang="ja-JP" sz="1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97" name="テキスト ボックス 96">
            <a:extLst>
              <a:ext uri="{FF2B5EF4-FFF2-40B4-BE49-F238E27FC236}">
                <a16:creationId xmlns:a16="http://schemas.microsoft.com/office/drawing/2014/main" id="{357D21B8-8BC1-E5BF-0401-481512BC9365}"/>
              </a:ext>
            </a:extLst>
          </p:cNvPr>
          <p:cNvSpPr txBox="1"/>
          <p:nvPr/>
        </p:nvSpPr>
        <p:spPr>
          <a:xfrm>
            <a:off x="10034534" y="2862269"/>
            <a:ext cx="877163" cy="507831"/>
          </a:xfrm>
          <a:prstGeom prst="rect">
            <a:avLst/>
          </a:prstGeom>
          <a:noFill/>
        </p:spPr>
        <p:txBody>
          <a:bodyPr wrap="none" rtlCol="0">
            <a:spAutoFit/>
          </a:bodyPr>
          <a:lstStyle/>
          <a:p>
            <a:r>
              <a:rPr lang="ja-JP" altLang="en-US" sz="900" dirty="0">
                <a:solidFill>
                  <a:schemeClr val="tx1">
                    <a:lumMod val="75000"/>
                    <a:lumOff val="25000"/>
                  </a:schemeClr>
                </a:solidFill>
                <a:latin typeface="原稿用標準書体" panose="03000503000000000000" pitchFamily="66" charset="-128"/>
                <a:ea typeface="原稿用標準書体" panose="03000503000000000000" pitchFamily="66" charset="-128"/>
              </a:rPr>
              <a:t>効果テキスト</a:t>
            </a:r>
            <a:br>
              <a:rPr lang="en-US" altLang="ja-JP" sz="900" dirty="0">
                <a:solidFill>
                  <a:schemeClr val="tx1">
                    <a:lumMod val="75000"/>
                    <a:lumOff val="25000"/>
                  </a:schemeClr>
                </a:solidFill>
                <a:latin typeface="原稿用標準書体" panose="03000503000000000000" pitchFamily="66" charset="-128"/>
                <a:ea typeface="原稿用標準書体" panose="03000503000000000000" pitchFamily="66" charset="-128"/>
              </a:rPr>
            </a:br>
            <a:r>
              <a:rPr lang="ja-JP" altLang="en-US" sz="900" dirty="0">
                <a:solidFill>
                  <a:schemeClr val="tx1">
                    <a:lumMod val="75000"/>
                    <a:lumOff val="25000"/>
                  </a:schemeClr>
                </a:solidFill>
                <a:latin typeface="原稿用標準書体" panose="03000503000000000000" pitchFamily="66" charset="-128"/>
                <a:ea typeface="原稿用標準書体" panose="03000503000000000000" pitchFamily="66" charset="-128"/>
              </a:rPr>
              <a:t>効果テキスト</a:t>
            </a:r>
            <a:endParaRPr lang="en-US" altLang="ja-JP" sz="9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a:p>
            <a:r>
              <a:rPr lang="ja-JP" altLang="en-US" sz="900" dirty="0">
                <a:solidFill>
                  <a:schemeClr val="tx1">
                    <a:lumMod val="75000"/>
                    <a:lumOff val="25000"/>
                  </a:schemeClr>
                </a:solidFill>
                <a:latin typeface="原稿用標準書体" panose="03000503000000000000" pitchFamily="66" charset="-128"/>
                <a:ea typeface="原稿用標準書体" panose="03000503000000000000" pitchFamily="66" charset="-128"/>
              </a:rPr>
              <a:t>効果テキスト</a:t>
            </a:r>
            <a:endParaRPr lang="en-US" altLang="ja-JP" sz="9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102" name="グループ化 101">
            <a:extLst>
              <a:ext uri="{FF2B5EF4-FFF2-40B4-BE49-F238E27FC236}">
                <a16:creationId xmlns:a16="http://schemas.microsoft.com/office/drawing/2014/main" id="{88510916-F08C-E282-8778-7EB3BE7C714B}"/>
              </a:ext>
            </a:extLst>
          </p:cNvPr>
          <p:cNvGrpSpPr/>
          <p:nvPr/>
        </p:nvGrpSpPr>
        <p:grpSpPr>
          <a:xfrm>
            <a:off x="10706392" y="2769566"/>
            <a:ext cx="307601" cy="79382"/>
            <a:chOff x="10725054" y="3385387"/>
            <a:chExt cx="569131" cy="146875"/>
          </a:xfrm>
        </p:grpSpPr>
        <p:sp>
          <p:nvSpPr>
            <p:cNvPr id="99" name="楕円 98">
              <a:extLst>
                <a:ext uri="{FF2B5EF4-FFF2-40B4-BE49-F238E27FC236}">
                  <a16:creationId xmlns:a16="http://schemas.microsoft.com/office/drawing/2014/main" id="{20903BCD-6E21-7606-0BF2-46F56A0006A9}"/>
                </a:ext>
              </a:extLst>
            </p:cNvPr>
            <p:cNvSpPr/>
            <p:nvPr/>
          </p:nvSpPr>
          <p:spPr>
            <a:xfrm>
              <a:off x="10725054" y="3385387"/>
              <a:ext cx="157325" cy="146875"/>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100" name="楕円 99">
              <a:extLst>
                <a:ext uri="{FF2B5EF4-FFF2-40B4-BE49-F238E27FC236}">
                  <a16:creationId xmlns:a16="http://schemas.microsoft.com/office/drawing/2014/main" id="{B9873AA7-1444-2552-665E-5EAE61461119}"/>
                </a:ext>
              </a:extLst>
            </p:cNvPr>
            <p:cNvSpPr/>
            <p:nvPr/>
          </p:nvSpPr>
          <p:spPr>
            <a:xfrm>
              <a:off x="10930957" y="3385387"/>
              <a:ext cx="157325" cy="146875"/>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101" name="楕円 100">
              <a:extLst>
                <a:ext uri="{FF2B5EF4-FFF2-40B4-BE49-F238E27FC236}">
                  <a16:creationId xmlns:a16="http://schemas.microsoft.com/office/drawing/2014/main" id="{89483F66-2019-42A8-102F-2111CB0647A6}"/>
                </a:ext>
              </a:extLst>
            </p:cNvPr>
            <p:cNvSpPr/>
            <p:nvPr/>
          </p:nvSpPr>
          <p:spPr>
            <a:xfrm>
              <a:off x="11136860" y="3385387"/>
              <a:ext cx="157325" cy="146875"/>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sp>
        <p:nvSpPr>
          <p:cNvPr id="103" name="テキスト ボックス 102">
            <a:extLst>
              <a:ext uri="{FF2B5EF4-FFF2-40B4-BE49-F238E27FC236}">
                <a16:creationId xmlns:a16="http://schemas.microsoft.com/office/drawing/2014/main" id="{0F4AB217-7494-763F-5006-28613B07DBBF}"/>
              </a:ext>
            </a:extLst>
          </p:cNvPr>
          <p:cNvSpPr txBox="1"/>
          <p:nvPr/>
        </p:nvSpPr>
        <p:spPr>
          <a:xfrm>
            <a:off x="8880746" y="4657506"/>
            <a:ext cx="1657826" cy="246221"/>
          </a:xfrm>
          <a:prstGeom prst="rect">
            <a:avLst/>
          </a:prstGeom>
          <a:noFill/>
        </p:spPr>
        <p:txBody>
          <a:bodyPr wrap="none" rtlCol="0">
            <a:spAutoFit/>
          </a:bodyPr>
          <a:lstStyle/>
          <a:p>
            <a:r>
              <a:rPr lang="ja-JP" altLang="en-US"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敵</a:t>
            </a:r>
            <a:r>
              <a:rPr lang="en-US" altLang="ja-JP"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1</a:t>
            </a:r>
            <a:r>
              <a:rPr lang="ja-JP" altLang="en-US"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体に</a:t>
            </a:r>
            <a:r>
              <a:rPr lang="en-US" altLang="ja-JP"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ATK×80</a:t>
            </a:r>
            <a:r>
              <a:rPr lang="ja-JP" altLang="en-US"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％の攻撃</a:t>
            </a:r>
            <a:endParaRPr lang="en-US" altLang="ja-JP" sz="1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pic>
        <p:nvPicPr>
          <p:cNvPr id="39" name="図 38">
            <a:extLst>
              <a:ext uri="{FF2B5EF4-FFF2-40B4-BE49-F238E27FC236}">
                <a16:creationId xmlns:a16="http://schemas.microsoft.com/office/drawing/2014/main" id="{D5506A4E-C4AB-9FEE-75D6-ACF70E15CE65}"/>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992219" y="1933050"/>
            <a:ext cx="1387192" cy="1958200"/>
          </a:xfrm>
          <a:prstGeom prst="rect">
            <a:avLst/>
          </a:prstGeom>
        </p:spPr>
      </p:pic>
      <p:grpSp>
        <p:nvGrpSpPr>
          <p:cNvPr id="118" name="グループ化 117">
            <a:extLst>
              <a:ext uri="{FF2B5EF4-FFF2-40B4-BE49-F238E27FC236}">
                <a16:creationId xmlns:a16="http://schemas.microsoft.com/office/drawing/2014/main" id="{250AF7FF-8EA4-8C40-7488-B85DC9E0EF77}"/>
              </a:ext>
            </a:extLst>
          </p:cNvPr>
          <p:cNvGrpSpPr/>
          <p:nvPr/>
        </p:nvGrpSpPr>
        <p:grpSpPr>
          <a:xfrm>
            <a:off x="7039550" y="1408045"/>
            <a:ext cx="1321756" cy="407528"/>
            <a:chOff x="6961435" y="1453494"/>
            <a:chExt cx="1321756" cy="407528"/>
          </a:xfrm>
        </p:grpSpPr>
        <p:grpSp>
          <p:nvGrpSpPr>
            <p:cNvPr id="117" name="グループ化 116">
              <a:extLst>
                <a:ext uri="{FF2B5EF4-FFF2-40B4-BE49-F238E27FC236}">
                  <a16:creationId xmlns:a16="http://schemas.microsoft.com/office/drawing/2014/main" id="{26A9FE3F-C0C8-2855-6B8D-A1AE67A99A2E}"/>
                </a:ext>
              </a:extLst>
            </p:cNvPr>
            <p:cNvGrpSpPr/>
            <p:nvPr/>
          </p:nvGrpSpPr>
          <p:grpSpPr>
            <a:xfrm>
              <a:off x="6961435" y="1453494"/>
              <a:ext cx="1321756" cy="407528"/>
              <a:chOff x="6931430" y="1379411"/>
              <a:chExt cx="1988006" cy="612948"/>
            </a:xfrm>
          </p:grpSpPr>
          <p:sp>
            <p:nvSpPr>
              <p:cNvPr id="112" name="四角形: 角を丸くする 111">
                <a:extLst>
                  <a:ext uri="{FF2B5EF4-FFF2-40B4-BE49-F238E27FC236}">
                    <a16:creationId xmlns:a16="http://schemas.microsoft.com/office/drawing/2014/main" id="{59F4B585-70D1-D9F9-F34E-F146D58E1E85}"/>
                  </a:ext>
                </a:extLst>
              </p:cNvPr>
              <p:cNvSpPr/>
              <p:nvPr/>
            </p:nvSpPr>
            <p:spPr>
              <a:xfrm>
                <a:off x="6931430" y="1379411"/>
                <a:ext cx="1988006" cy="612948"/>
              </a:xfrm>
              <a:prstGeom prst="roundRect">
                <a:avLst>
                  <a:gd name="adj" fmla="val 9765"/>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16" name="二等辺三角形 115">
                <a:extLst>
                  <a:ext uri="{FF2B5EF4-FFF2-40B4-BE49-F238E27FC236}">
                    <a16:creationId xmlns:a16="http://schemas.microsoft.com/office/drawing/2014/main" id="{DBCC47B2-BBCF-C335-AF02-2328950B6087}"/>
                  </a:ext>
                </a:extLst>
              </p:cNvPr>
              <p:cNvSpPr/>
              <p:nvPr/>
            </p:nvSpPr>
            <p:spPr>
              <a:xfrm rot="16200000" flipH="1">
                <a:off x="7132754" y="1513146"/>
                <a:ext cx="400753" cy="345478"/>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14" name="テキスト ボックス 113">
              <a:extLst>
                <a:ext uri="{FF2B5EF4-FFF2-40B4-BE49-F238E27FC236}">
                  <a16:creationId xmlns:a16="http://schemas.microsoft.com/office/drawing/2014/main" id="{160DF19D-ADA6-8C14-FC30-F1970562F12A}"/>
                </a:ext>
              </a:extLst>
            </p:cNvPr>
            <p:cNvSpPr txBox="1"/>
            <p:nvPr/>
          </p:nvSpPr>
          <p:spPr>
            <a:xfrm>
              <a:off x="7434618" y="1487981"/>
              <a:ext cx="800219" cy="338554"/>
            </a:xfrm>
            <a:prstGeom prst="rect">
              <a:avLst/>
            </a:prstGeom>
            <a:noFill/>
          </p:spPr>
          <p:txBody>
            <a:bodyPr wrap="none" rtlCol="0">
              <a:spAutoFit/>
            </a:bodyPr>
            <a:lstStyle/>
            <a:p>
              <a:r>
                <a:rPr kumimoji="1" lang="ja-JP" altLang="en-US" sz="16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一覧へ</a:t>
              </a:r>
              <a:endParaRPr kumimoji="1" lang="ja-JP" altLang="en-US" sz="1600"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19" name="グループ化 118">
            <a:extLst>
              <a:ext uri="{FF2B5EF4-FFF2-40B4-BE49-F238E27FC236}">
                <a16:creationId xmlns:a16="http://schemas.microsoft.com/office/drawing/2014/main" id="{D71CEEB0-A7EC-16A4-B89C-7E061D383677}"/>
              </a:ext>
            </a:extLst>
          </p:cNvPr>
          <p:cNvGrpSpPr/>
          <p:nvPr/>
        </p:nvGrpSpPr>
        <p:grpSpPr>
          <a:xfrm>
            <a:off x="9972935" y="1427012"/>
            <a:ext cx="1139403" cy="407528"/>
            <a:chOff x="6961435" y="1453494"/>
            <a:chExt cx="1321756" cy="407528"/>
          </a:xfrm>
        </p:grpSpPr>
        <p:sp>
          <p:nvSpPr>
            <p:cNvPr id="122" name="四角形: 角を丸くする 121">
              <a:extLst>
                <a:ext uri="{FF2B5EF4-FFF2-40B4-BE49-F238E27FC236}">
                  <a16:creationId xmlns:a16="http://schemas.microsoft.com/office/drawing/2014/main" id="{BBBDC5B6-45CF-7B1F-3805-119EF686E046}"/>
                </a:ext>
              </a:extLst>
            </p:cNvPr>
            <p:cNvSpPr/>
            <p:nvPr/>
          </p:nvSpPr>
          <p:spPr>
            <a:xfrm>
              <a:off x="6961435" y="1453494"/>
              <a:ext cx="1321756" cy="407528"/>
            </a:xfrm>
            <a:prstGeom prst="roundRect">
              <a:avLst>
                <a:gd name="adj" fmla="val 9765"/>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21" name="テキスト ボックス 120">
              <a:extLst>
                <a:ext uri="{FF2B5EF4-FFF2-40B4-BE49-F238E27FC236}">
                  <a16:creationId xmlns:a16="http://schemas.microsoft.com/office/drawing/2014/main" id="{8552DCFC-6F90-25A2-76BA-E8B817DBF999}"/>
                </a:ext>
              </a:extLst>
            </p:cNvPr>
            <p:cNvSpPr txBox="1"/>
            <p:nvPr/>
          </p:nvSpPr>
          <p:spPr>
            <a:xfrm>
              <a:off x="7222204" y="1487981"/>
              <a:ext cx="800219" cy="338554"/>
            </a:xfrm>
            <a:prstGeom prst="rect">
              <a:avLst/>
            </a:prstGeom>
            <a:noFill/>
          </p:spPr>
          <p:txBody>
            <a:bodyPr wrap="none" rtlCol="0">
              <a:spAutoFit/>
            </a:bodyPr>
            <a:lstStyle/>
            <a:p>
              <a:r>
                <a:rPr kumimoji="1" lang="en-US" altLang="ja-JP" sz="16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Lv</a:t>
              </a:r>
              <a:r>
                <a:rPr lang="en-US" altLang="ja-JP" sz="16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.00</a:t>
              </a:r>
              <a:r>
                <a:rPr lang="en-US" altLang="ja-JP" sz="1600"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0</a:t>
              </a:r>
              <a:endParaRPr kumimoji="1" lang="en-US" altLang="ja-JP" sz="16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125" name="四角形: 角を丸くする 124">
            <a:extLst>
              <a:ext uri="{FF2B5EF4-FFF2-40B4-BE49-F238E27FC236}">
                <a16:creationId xmlns:a16="http://schemas.microsoft.com/office/drawing/2014/main" id="{FFF7B6AE-F2C3-A76D-2CDF-7CD6578190BD}"/>
              </a:ext>
            </a:extLst>
          </p:cNvPr>
          <p:cNvSpPr/>
          <p:nvPr/>
        </p:nvSpPr>
        <p:spPr>
          <a:xfrm>
            <a:off x="789687" y="1315344"/>
            <a:ext cx="1233805" cy="1230022"/>
          </a:xfrm>
          <a:prstGeom prst="roundRect">
            <a:avLst>
              <a:gd name="adj" fmla="val 6896"/>
            </a:avLst>
          </a:prstGeom>
          <a:solidFill>
            <a:srgbClr val="FF00FF">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130" name="グループ化 129">
            <a:extLst>
              <a:ext uri="{FF2B5EF4-FFF2-40B4-BE49-F238E27FC236}">
                <a16:creationId xmlns:a16="http://schemas.microsoft.com/office/drawing/2014/main" id="{AC453ED3-E708-568C-B821-18F58B518CCF}"/>
              </a:ext>
            </a:extLst>
          </p:cNvPr>
          <p:cNvGrpSpPr/>
          <p:nvPr/>
        </p:nvGrpSpPr>
        <p:grpSpPr>
          <a:xfrm>
            <a:off x="1006480" y="1624031"/>
            <a:ext cx="800219" cy="612648"/>
            <a:chOff x="981599" y="1624031"/>
            <a:chExt cx="800219" cy="612648"/>
          </a:xfrm>
        </p:grpSpPr>
        <p:sp>
          <p:nvSpPr>
            <p:cNvPr id="127" name="フローチャート: 他ページ結合子 126">
              <a:extLst>
                <a:ext uri="{FF2B5EF4-FFF2-40B4-BE49-F238E27FC236}">
                  <a16:creationId xmlns:a16="http://schemas.microsoft.com/office/drawing/2014/main" id="{053A6958-C745-857B-DD2A-85C35CFFC4A9}"/>
                </a:ext>
              </a:extLst>
            </p:cNvPr>
            <p:cNvSpPr/>
            <p:nvPr/>
          </p:nvSpPr>
          <p:spPr>
            <a:xfrm>
              <a:off x="1002683" y="1624031"/>
              <a:ext cx="758051" cy="612648"/>
            </a:xfrm>
            <a:prstGeom prst="flowChartOffpageConnector">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9" name="テキスト ボックス 128">
              <a:extLst>
                <a:ext uri="{FF2B5EF4-FFF2-40B4-BE49-F238E27FC236}">
                  <a16:creationId xmlns:a16="http://schemas.microsoft.com/office/drawing/2014/main" id="{FB1AB97D-6246-FCC2-D9BF-3225EE106C4E}"/>
                </a:ext>
              </a:extLst>
            </p:cNvPr>
            <p:cNvSpPr txBox="1"/>
            <p:nvPr/>
          </p:nvSpPr>
          <p:spPr>
            <a:xfrm>
              <a:off x="981599" y="1707423"/>
              <a:ext cx="800219" cy="338554"/>
            </a:xfrm>
            <a:prstGeom prst="rect">
              <a:avLst/>
            </a:prstGeom>
            <a:noFill/>
          </p:spPr>
          <p:txBody>
            <a:bodyPr wrap="none" rtlCol="0">
              <a:spAutoFit/>
            </a:bodyPr>
            <a:lstStyle/>
            <a:p>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後衛</a:t>
              </a:r>
              <a:r>
                <a:rPr kumimoji="1"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へ</a:t>
              </a: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7" name="グループ化 6">
            <a:extLst>
              <a:ext uri="{FF2B5EF4-FFF2-40B4-BE49-F238E27FC236}">
                <a16:creationId xmlns:a16="http://schemas.microsoft.com/office/drawing/2014/main" id="{1B0EF31A-5A8C-97F0-CB8F-D764504B0FDE}"/>
              </a:ext>
            </a:extLst>
          </p:cNvPr>
          <p:cNvGrpSpPr/>
          <p:nvPr/>
        </p:nvGrpSpPr>
        <p:grpSpPr>
          <a:xfrm>
            <a:off x="6847854" y="5498744"/>
            <a:ext cx="4556517" cy="732910"/>
            <a:chOff x="6847854" y="5498744"/>
            <a:chExt cx="4556517" cy="732910"/>
          </a:xfrm>
        </p:grpSpPr>
        <p:sp>
          <p:nvSpPr>
            <p:cNvPr id="16" name="矢印: 五方向 15">
              <a:extLst>
                <a:ext uri="{FF2B5EF4-FFF2-40B4-BE49-F238E27FC236}">
                  <a16:creationId xmlns:a16="http://schemas.microsoft.com/office/drawing/2014/main" id="{EAC41412-D4B6-C69B-C661-192A237CAB38}"/>
                </a:ext>
              </a:extLst>
            </p:cNvPr>
            <p:cNvSpPr/>
            <p:nvPr/>
          </p:nvSpPr>
          <p:spPr>
            <a:xfrm>
              <a:off x="9327302" y="5507053"/>
              <a:ext cx="2077069" cy="710476"/>
            </a:xfrm>
            <a:prstGeom prst="homePlate">
              <a:avLst/>
            </a:prstGeom>
            <a:solidFill>
              <a:srgbClr val="FF00FF">
                <a:alpha val="6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latin typeface="原稿用標準書体" panose="03000503000000000000" pitchFamily="66" charset="-128"/>
                <a:ea typeface="原稿用標準書体" panose="03000503000000000000" pitchFamily="66" charset="-128"/>
              </a:endParaRPr>
            </a:p>
          </p:txBody>
        </p:sp>
        <p:sp>
          <p:nvSpPr>
            <p:cNvPr id="17" name="矢印: 五方向 16">
              <a:extLst>
                <a:ext uri="{FF2B5EF4-FFF2-40B4-BE49-F238E27FC236}">
                  <a16:creationId xmlns:a16="http://schemas.microsoft.com/office/drawing/2014/main" id="{F3DCF6BA-FD64-C41A-CE55-1A956A9BD198}"/>
                </a:ext>
              </a:extLst>
            </p:cNvPr>
            <p:cNvSpPr/>
            <p:nvPr/>
          </p:nvSpPr>
          <p:spPr>
            <a:xfrm flipH="1">
              <a:off x="6847854" y="5507053"/>
              <a:ext cx="2077070" cy="710476"/>
            </a:xfrm>
            <a:prstGeom prst="homePlate">
              <a:avLst/>
            </a:prstGeom>
            <a:solidFill>
              <a:schemeClr val="tx1">
                <a:lumMod val="95000"/>
                <a:lumOff val="5000"/>
                <a:alpha val="6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latin typeface="原稿用標準書体" panose="03000503000000000000" pitchFamily="66" charset="-128"/>
                <a:ea typeface="原稿用標準書体" panose="03000503000000000000" pitchFamily="66" charset="-128"/>
              </a:endParaRPr>
            </a:p>
          </p:txBody>
        </p:sp>
        <p:grpSp>
          <p:nvGrpSpPr>
            <p:cNvPr id="18" name="グループ化 17">
              <a:extLst>
                <a:ext uri="{FF2B5EF4-FFF2-40B4-BE49-F238E27FC236}">
                  <a16:creationId xmlns:a16="http://schemas.microsoft.com/office/drawing/2014/main" id="{FB7BE567-D294-1191-1A85-13A51A3327EA}"/>
                </a:ext>
              </a:extLst>
            </p:cNvPr>
            <p:cNvGrpSpPr/>
            <p:nvPr/>
          </p:nvGrpSpPr>
          <p:grpSpPr>
            <a:xfrm>
              <a:off x="6901145" y="5498744"/>
              <a:ext cx="1645326" cy="732910"/>
              <a:chOff x="163586" y="134635"/>
              <a:chExt cx="3134182" cy="1396119"/>
            </a:xfrm>
          </p:grpSpPr>
          <p:sp>
            <p:nvSpPr>
              <p:cNvPr id="40" name="テキスト ボックス 39">
                <a:extLst>
                  <a:ext uri="{FF2B5EF4-FFF2-40B4-BE49-F238E27FC236}">
                    <a16:creationId xmlns:a16="http://schemas.microsoft.com/office/drawing/2014/main" id="{EB03CE93-0E83-FF22-C56E-16EFFD99712A}"/>
                  </a:ext>
                </a:extLst>
              </p:cNvPr>
              <p:cNvSpPr txBox="1"/>
              <p:nvPr/>
            </p:nvSpPr>
            <p:spPr>
              <a:xfrm>
                <a:off x="2066572" y="480925"/>
                <a:ext cx="1231196" cy="703540"/>
              </a:xfrm>
              <a:prstGeom prst="rect">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戻る</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42" name="グループ化 41">
                <a:extLst>
                  <a:ext uri="{FF2B5EF4-FFF2-40B4-BE49-F238E27FC236}">
                    <a16:creationId xmlns:a16="http://schemas.microsoft.com/office/drawing/2014/main" id="{E3F5E3E7-2088-AE7A-0C8D-A218BC7205AC}"/>
                  </a:ext>
                </a:extLst>
              </p:cNvPr>
              <p:cNvGrpSpPr/>
              <p:nvPr/>
            </p:nvGrpSpPr>
            <p:grpSpPr>
              <a:xfrm>
                <a:off x="163586" y="134635"/>
                <a:ext cx="1975684" cy="1396119"/>
                <a:chOff x="163586" y="134635"/>
                <a:chExt cx="1975684" cy="1396119"/>
              </a:xfrm>
            </p:grpSpPr>
            <p:grpSp>
              <p:nvGrpSpPr>
                <p:cNvPr id="59" name="グループ化 58">
                  <a:extLst>
                    <a:ext uri="{FF2B5EF4-FFF2-40B4-BE49-F238E27FC236}">
                      <a16:creationId xmlns:a16="http://schemas.microsoft.com/office/drawing/2014/main" id="{84B718F7-F779-7A55-87E8-6E528DFE1223}"/>
                    </a:ext>
                  </a:extLst>
                </p:cNvPr>
                <p:cNvGrpSpPr/>
                <p:nvPr/>
              </p:nvGrpSpPr>
              <p:grpSpPr>
                <a:xfrm>
                  <a:off x="163586" y="134635"/>
                  <a:ext cx="1975684" cy="1396119"/>
                  <a:chOff x="163586" y="134635"/>
                  <a:chExt cx="1975684" cy="1396119"/>
                </a:xfrm>
              </p:grpSpPr>
              <p:pic>
                <p:nvPicPr>
                  <p:cNvPr id="111" name="図 110">
                    <a:extLst>
                      <a:ext uri="{FF2B5EF4-FFF2-40B4-BE49-F238E27FC236}">
                        <a16:creationId xmlns:a16="http://schemas.microsoft.com/office/drawing/2014/main" id="{10FF1DCE-AE3D-6CFC-5C63-ED417A823F3D}"/>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113" name="楕円 112">
                    <a:extLst>
                      <a:ext uri="{FF2B5EF4-FFF2-40B4-BE49-F238E27FC236}">
                        <a16:creationId xmlns:a16="http://schemas.microsoft.com/office/drawing/2014/main" id="{1479DDF0-7202-EE5A-4B2A-8DEE7CB141D4}"/>
                      </a:ext>
                    </a:extLst>
                  </p:cNvPr>
                  <p:cNvSpPr/>
                  <p:nvPr/>
                </p:nvSpPr>
                <p:spPr>
                  <a:xfrm>
                    <a:off x="836705" y="560292"/>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76" name="図 75">
                  <a:extLst>
                    <a:ext uri="{FF2B5EF4-FFF2-40B4-BE49-F238E27FC236}">
                      <a16:creationId xmlns:a16="http://schemas.microsoft.com/office/drawing/2014/main" id="{3F401B25-AC72-AE8E-C25F-831636D89CC9}"/>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sp>
          <p:nvSpPr>
            <p:cNvPr id="26" name="テキスト ボックス 25">
              <a:extLst>
                <a:ext uri="{FF2B5EF4-FFF2-40B4-BE49-F238E27FC236}">
                  <a16:creationId xmlns:a16="http://schemas.microsoft.com/office/drawing/2014/main" id="{EFE8DCDC-5876-3EA7-6BA7-F11E26C90AB6}"/>
                </a:ext>
              </a:extLst>
            </p:cNvPr>
            <p:cNvSpPr txBox="1"/>
            <p:nvPr/>
          </p:nvSpPr>
          <p:spPr>
            <a:xfrm>
              <a:off x="9503466" y="5680533"/>
              <a:ext cx="1338828" cy="369332"/>
            </a:xfrm>
            <a:prstGeom prst="rect">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ゲート進入</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8" name="二等辺三角形 37">
              <a:extLst>
                <a:ext uri="{FF2B5EF4-FFF2-40B4-BE49-F238E27FC236}">
                  <a16:creationId xmlns:a16="http://schemas.microsoft.com/office/drawing/2014/main" id="{6882ED20-C250-0D97-37E5-CD047968653C}"/>
                </a:ext>
              </a:extLst>
            </p:cNvPr>
            <p:cNvSpPr/>
            <p:nvPr/>
          </p:nvSpPr>
          <p:spPr>
            <a:xfrm rot="5400000">
              <a:off x="10948049" y="5733145"/>
              <a:ext cx="299620" cy="258293"/>
            </a:xfrm>
            <a:prstGeom prst="triangl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73" name="楕円 72">
            <a:extLst>
              <a:ext uri="{FF2B5EF4-FFF2-40B4-BE49-F238E27FC236}">
                <a16:creationId xmlns:a16="http://schemas.microsoft.com/office/drawing/2014/main" id="{6AD2D93B-159A-BEEA-7138-40A69E375865}"/>
              </a:ext>
            </a:extLst>
          </p:cNvPr>
          <p:cNvSpPr/>
          <p:nvPr/>
        </p:nvSpPr>
        <p:spPr>
          <a:xfrm>
            <a:off x="1052537" y="1588680"/>
            <a:ext cx="708107" cy="708107"/>
          </a:xfrm>
          <a:prstGeom prst="ellipse">
            <a:avLst/>
          </a:prstGeom>
          <a:noFill/>
          <a:ln>
            <a:solidFill>
              <a:srgbClr val="FF00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7" name="楕円 76">
            <a:extLst>
              <a:ext uri="{FF2B5EF4-FFF2-40B4-BE49-F238E27FC236}">
                <a16:creationId xmlns:a16="http://schemas.microsoft.com/office/drawing/2014/main" id="{2629149D-285E-9246-30D1-F341F945CB7A}"/>
              </a:ext>
            </a:extLst>
          </p:cNvPr>
          <p:cNvSpPr/>
          <p:nvPr/>
        </p:nvSpPr>
        <p:spPr>
          <a:xfrm>
            <a:off x="1207872" y="1744015"/>
            <a:ext cx="397437" cy="397437"/>
          </a:xfrm>
          <a:prstGeom prst="ellipse">
            <a:avLst/>
          </a:prstGeom>
          <a:noFill/>
          <a:ln>
            <a:solidFill>
              <a:srgbClr val="FF00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1218328958"/>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gradFill>
          <a:gsLst>
            <a:gs pos="0">
              <a:schemeClr val="tx1">
                <a:lumMod val="85000"/>
                <a:lumOff val="15000"/>
              </a:schemeClr>
            </a:gs>
            <a:gs pos="23000">
              <a:schemeClr val="accent6">
                <a:lumMod val="89000"/>
              </a:schemeClr>
            </a:gs>
            <a:gs pos="69000">
              <a:schemeClr val="accent6">
                <a:lumMod val="75000"/>
              </a:schemeClr>
            </a:gs>
            <a:gs pos="97000">
              <a:schemeClr val="tx1">
                <a:lumMod val="85000"/>
                <a:lumOff val="15000"/>
              </a:schemeClr>
            </a:gs>
          </a:gsLst>
          <a:path path="circle">
            <a:fillToRect l="50000" t="50000" r="50000" b="50000"/>
          </a:path>
        </a:gradFill>
        <a:effectLst/>
      </p:bgPr>
    </p:bg>
    <p:spTree>
      <p:nvGrpSpPr>
        <p:cNvPr id="1" name="">
          <a:extLst>
            <a:ext uri="{FF2B5EF4-FFF2-40B4-BE49-F238E27FC236}">
              <a16:creationId xmlns:a16="http://schemas.microsoft.com/office/drawing/2014/main" id="{168A27BA-C4AB-30C1-4847-38B4DF016293}"/>
            </a:ext>
          </a:extLst>
        </p:cNvPr>
        <p:cNvGrpSpPr/>
        <p:nvPr/>
      </p:nvGrpSpPr>
      <p:grpSpPr>
        <a:xfrm>
          <a:off x="0" y="0"/>
          <a:ext cx="0" cy="0"/>
          <a:chOff x="0" y="0"/>
          <a:chExt cx="0" cy="0"/>
        </a:xfrm>
      </p:grpSpPr>
      <p:sp>
        <p:nvSpPr>
          <p:cNvPr id="6" name="四角形: 角を丸くする 5">
            <a:extLst>
              <a:ext uri="{FF2B5EF4-FFF2-40B4-BE49-F238E27FC236}">
                <a16:creationId xmlns:a16="http://schemas.microsoft.com/office/drawing/2014/main" id="{923C94F7-CD6C-D3E4-7A0D-64D057FCD3CF}"/>
              </a:ext>
            </a:extLst>
          </p:cNvPr>
          <p:cNvSpPr/>
          <p:nvPr/>
        </p:nvSpPr>
        <p:spPr>
          <a:xfrm>
            <a:off x="6645728" y="445192"/>
            <a:ext cx="4960773" cy="5950564"/>
          </a:xfrm>
          <a:prstGeom prst="roundRect">
            <a:avLst>
              <a:gd name="adj" fmla="val 2570"/>
            </a:avLst>
          </a:prstGeom>
          <a:solidFill>
            <a:schemeClr val="tx1">
              <a:lumMod val="50000"/>
              <a:lumOff val="5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0" name="四角形: 角を丸くする 49">
            <a:extLst>
              <a:ext uri="{FF2B5EF4-FFF2-40B4-BE49-F238E27FC236}">
                <a16:creationId xmlns:a16="http://schemas.microsoft.com/office/drawing/2014/main" id="{A7E88107-F6C0-5072-8D75-D31D79645D23}"/>
              </a:ext>
            </a:extLst>
          </p:cNvPr>
          <p:cNvSpPr/>
          <p:nvPr/>
        </p:nvSpPr>
        <p:spPr>
          <a:xfrm>
            <a:off x="10013585" y="619038"/>
            <a:ext cx="1422938" cy="1458109"/>
          </a:xfrm>
          <a:prstGeom prst="roundRect">
            <a:avLst>
              <a:gd name="adj" fmla="val 4721"/>
            </a:avLst>
          </a:prstGeom>
          <a:solidFill>
            <a:schemeClr val="bg1">
              <a:lumMod val="6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 name="四角形: 角を丸くする 3">
            <a:extLst>
              <a:ext uri="{FF2B5EF4-FFF2-40B4-BE49-F238E27FC236}">
                <a16:creationId xmlns:a16="http://schemas.microsoft.com/office/drawing/2014/main" id="{F2944D06-1122-5D8B-46CB-16E5BD3C963F}"/>
              </a:ext>
            </a:extLst>
          </p:cNvPr>
          <p:cNvSpPr/>
          <p:nvPr/>
        </p:nvSpPr>
        <p:spPr>
          <a:xfrm>
            <a:off x="6815498" y="619037"/>
            <a:ext cx="1422938" cy="1458109"/>
          </a:xfrm>
          <a:prstGeom prst="roundRect">
            <a:avLst>
              <a:gd name="adj" fmla="val 4721"/>
            </a:avLst>
          </a:prstGeom>
          <a:solidFill>
            <a:schemeClr val="bg1">
              <a:lumMod val="7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 name="フリーフォーム: 図形 9">
            <a:extLst>
              <a:ext uri="{FF2B5EF4-FFF2-40B4-BE49-F238E27FC236}">
                <a16:creationId xmlns:a16="http://schemas.microsoft.com/office/drawing/2014/main" id="{790F074B-8DEF-D419-BC1C-253E16582FB9}"/>
              </a:ext>
            </a:extLst>
          </p:cNvPr>
          <p:cNvSpPr/>
          <p:nvPr/>
        </p:nvSpPr>
        <p:spPr>
          <a:xfrm>
            <a:off x="6812549" y="619037"/>
            <a:ext cx="4616684" cy="4732654"/>
          </a:xfrm>
          <a:custGeom>
            <a:avLst/>
            <a:gdLst>
              <a:gd name="csX0" fmla="*/ 1668013 w 4616684"/>
              <a:gd name="csY0" fmla="*/ 0 h 4732654"/>
              <a:gd name="csX1" fmla="*/ 2956597 w 4616684"/>
              <a:gd name="csY1" fmla="*/ 0 h 4732654"/>
              <a:gd name="csX2" fmla="*/ 3023774 w 4616684"/>
              <a:gd name="csY2" fmla="*/ 67177 h 4732654"/>
              <a:gd name="csX3" fmla="*/ 3023774 w 4616684"/>
              <a:gd name="csY3" fmla="*/ 539508 h 4732654"/>
              <a:gd name="csX4" fmla="*/ 4418726 w 4616684"/>
              <a:gd name="csY4" fmla="*/ 539508 h 4732654"/>
              <a:gd name="csX5" fmla="*/ 4616684 w 4616684"/>
              <a:gd name="csY5" fmla="*/ 737466 h 4732654"/>
              <a:gd name="csX6" fmla="*/ 4616684 w 4616684"/>
              <a:gd name="csY6" fmla="*/ 4534696 h 4732654"/>
              <a:gd name="csX7" fmla="*/ 4418726 w 4616684"/>
              <a:gd name="csY7" fmla="*/ 4732654 h 4732654"/>
              <a:gd name="csX8" fmla="*/ 197958 w 4616684"/>
              <a:gd name="csY8" fmla="*/ 4732654 h 4732654"/>
              <a:gd name="csX9" fmla="*/ 0 w 4616684"/>
              <a:gd name="csY9" fmla="*/ 4534696 h 4732654"/>
              <a:gd name="csX10" fmla="*/ 0 w 4616684"/>
              <a:gd name="csY10" fmla="*/ 737466 h 4732654"/>
              <a:gd name="csX11" fmla="*/ 197958 w 4616684"/>
              <a:gd name="csY11" fmla="*/ 539508 h 4732654"/>
              <a:gd name="csX12" fmla="*/ 1600836 w 4616684"/>
              <a:gd name="csY12" fmla="*/ 539508 h 4732654"/>
              <a:gd name="csX13" fmla="*/ 1600836 w 4616684"/>
              <a:gd name="csY13" fmla="*/ 67177 h 4732654"/>
              <a:gd name="csX14" fmla="*/ 1668013 w 4616684"/>
              <a:gd name="csY14" fmla="*/ 0 h 473265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4616684" h="4732654">
                <a:moveTo>
                  <a:pt x="1668013" y="0"/>
                </a:moveTo>
                <a:lnTo>
                  <a:pt x="2956597" y="0"/>
                </a:lnTo>
                <a:cubicBezTo>
                  <a:pt x="2993698" y="0"/>
                  <a:pt x="3023774" y="30076"/>
                  <a:pt x="3023774" y="67177"/>
                </a:cubicBezTo>
                <a:lnTo>
                  <a:pt x="3023774" y="539508"/>
                </a:lnTo>
                <a:lnTo>
                  <a:pt x="4418726" y="539508"/>
                </a:lnTo>
                <a:cubicBezTo>
                  <a:pt x="4528055" y="539508"/>
                  <a:pt x="4616684" y="628137"/>
                  <a:pt x="4616684" y="737466"/>
                </a:cubicBezTo>
                <a:lnTo>
                  <a:pt x="4616684" y="4534696"/>
                </a:lnTo>
                <a:cubicBezTo>
                  <a:pt x="4616684" y="4644025"/>
                  <a:pt x="4528055" y="4732654"/>
                  <a:pt x="4418726" y="4732654"/>
                </a:cubicBezTo>
                <a:lnTo>
                  <a:pt x="197958" y="4732654"/>
                </a:lnTo>
                <a:cubicBezTo>
                  <a:pt x="88629" y="4732654"/>
                  <a:pt x="0" y="4644025"/>
                  <a:pt x="0" y="4534696"/>
                </a:cubicBezTo>
                <a:lnTo>
                  <a:pt x="0" y="737466"/>
                </a:lnTo>
                <a:cubicBezTo>
                  <a:pt x="0" y="628137"/>
                  <a:pt x="88629" y="539508"/>
                  <a:pt x="197958" y="539508"/>
                </a:cubicBezTo>
                <a:lnTo>
                  <a:pt x="1600836" y="539508"/>
                </a:lnTo>
                <a:lnTo>
                  <a:pt x="1600836" y="67177"/>
                </a:lnTo>
                <a:cubicBezTo>
                  <a:pt x="1600836" y="30076"/>
                  <a:pt x="1630912" y="0"/>
                  <a:pt x="1668013" y="0"/>
                </a:cubicBezTo>
                <a:close/>
              </a:path>
            </a:pathLst>
          </a:custGeom>
          <a:solidFill>
            <a:schemeClr val="bg1">
              <a:lumMod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 name="四角形: 角を丸くする 8">
            <a:extLst>
              <a:ext uri="{FF2B5EF4-FFF2-40B4-BE49-F238E27FC236}">
                <a16:creationId xmlns:a16="http://schemas.microsoft.com/office/drawing/2014/main" id="{A4824B8A-08E5-0EF5-3F44-B27453342C0A}"/>
              </a:ext>
            </a:extLst>
          </p:cNvPr>
          <p:cNvSpPr/>
          <p:nvPr/>
        </p:nvSpPr>
        <p:spPr>
          <a:xfrm>
            <a:off x="585498" y="445192"/>
            <a:ext cx="5710332" cy="5967615"/>
          </a:xfrm>
          <a:prstGeom prst="roundRect">
            <a:avLst>
              <a:gd name="adj" fmla="val 2174"/>
            </a:avLst>
          </a:prstGeom>
          <a:solidFill>
            <a:schemeClr val="accent6">
              <a:lumMod val="40000"/>
              <a:lumOff val="6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 name="テキスト ボックス 4">
            <a:extLst>
              <a:ext uri="{FF2B5EF4-FFF2-40B4-BE49-F238E27FC236}">
                <a16:creationId xmlns:a16="http://schemas.microsoft.com/office/drawing/2014/main" id="{49565005-D54D-5E9C-E0C4-79DFFDC3B865}"/>
              </a:ext>
            </a:extLst>
          </p:cNvPr>
          <p:cNvSpPr txBox="1"/>
          <p:nvPr/>
        </p:nvSpPr>
        <p:spPr>
          <a:xfrm>
            <a:off x="820249" y="529494"/>
            <a:ext cx="4685898" cy="646331"/>
          </a:xfrm>
          <a:prstGeom prst="rect">
            <a:avLst/>
          </a:prstGeom>
          <a:noFill/>
        </p:spPr>
        <p:txBody>
          <a:bodyPr wrap="none" rtlCol="0">
            <a:spAutoFit/>
          </a:bodyPr>
          <a:lstStyle/>
          <a:p>
            <a:r>
              <a:rPr lang="ja-JP" altLang="en-US" sz="3600" dirty="0">
                <a:solidFill>
                  <a:schemeClr val="tx1">
                    <a:lumMod val="75000"/>
                    <a:lumOff val="25000"/>
                  </a:schemeClr>
                </a:solidFill>
                <a:latin typeface="原稿用標準書体" panose="03000503000000000000" pitchFamily="66" charset="-128"/>
                <a:ea typeface="原稿用標準書体" panose="03000503000000000000" pitchFamily="66" charset="-128"/>
              </a:rPr>
              <a:t>前衛</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ATK+20%</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、注目度</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+4</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、回避率</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-20%</a:t>
            </a:r>
            <a:endParaRPr kumimoji="1" lang="ja-JP" altLang="en-US" sz="3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12" name="四角形: 角を丸くする 11">
            <a:extLst>
              <a:ext uri="{FF2B5EF4-FFF2-40B4-BE49-F238E27FC236}">
                <a16:creationId xmlns:a16="http://schemas.microsoft.com/office/drawing/2014/main" id="{B1F4468E-040B-5B22-213B-312E8E98D1F3}"/>
              </a:ext>
            </a:extLst>
          </p:cNvPr>
          <p:cNvSpPr/>
          <p:nvPr/>
        </p:nvSpPr>
        <p:spPr>
          <a:xfrm>
            <a:off x="789688" y="1318039"/>
            <a:ext cx="1233805" cy="1230022"/>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3" name="四角形: 角を丸くする 12">
            <a:extLst>
              <a:ext uri="{FF2B5EF4-FFF2-40B4-BE49-F238E27FC236}">
                <a16:creationId xmlns:a16="http://schemas.microsoft.com/office/drawing/2014/main" id="{B5D54038-A4BC-9A2A-441B-EED813987AA0}"/>
              </a:ext>
            </a:extLst>
          </p:cNvPr>
          <p:cNvSpPr/>
          <p:nvPr/>
        </p:nvSpPr>
        <p:spPr>
          <a:xfrm>
            <a:off x="2145737" y="1318039"/>
            <a:ext cx="1233805" cy="1230022"/>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4" name="四角形: 角を丸くする 13">
            <a:extLst>
              <a:ext uri="{FF2B5EF4-FFF2-40B4-BE49-F238E27FC236}">
                <a16:creationId xmlns:a16="http://schemas.microsoft.com/office/drawing/2014/main" id="{C0EFBC52-98BC-1DA3-CEA8-4676E74DF115}"/>
              </a:ext>
            </a:extLst>
          </p:cNvPr>
          <p:cNvSpPr/>
          <p:nvPr/>
        </p:nvSpPr>
        <p:spPr>
          <a:xfrm>
            <a:off x="3501786" y="1318039"/>
            <a:ext cx="1233805" cy="1230022"/>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5" name="四角形: 角を丸くする 14">
            <a:extLst>
              <a:ext uri="{FF2B5EF4-FFF2-40B4-BE49-F238E27FC236}">
                <a16:creationId xmlns:a16="http://schemas.microsoft.com/office/drawing/2014/main" id="{1E8EFD57-7D06-2926-5B9E-35AF2D17437D}"/>
              </a:ext>
            </a:extLst>
          </p:cNvPr>
          <p:cNvSpPr/>
          <p:nvPr/>
        </p:nvSpPr>
        <p:spPr>
          <a:xfrm>
            <a:off x="4857835" y="1318039"/>
            <a:ext cx="1233805" cy="1230022"/>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1" name="テキスト ボックス 10">
            <a:extLst>
              <a:ext uri="{FF2B5EF4-FFF2-40B4-BE49-F238E27FC236}">
                <a16:creationId xmlns:a16="http://schemas.microsoft.com/office/drawing/2014/main" id="{4C51F854-8463-4C97-4407-31FEE4C444D7}"/>
              </a:ext>
            </a:extLst>
          </p:cNvPr>
          <p:cNvSpPr txBox="1"/>
          <p:nvPr/>
        </p:nvSpPr>
        <p:spPr>
          <a:xfrm>
            <a:off x="820249" y="3523725"/>
            <a:ext cx="4685898" cy="646331"/>
          </a:xfrm>
          <a:prstGeom prst="rect">
            <a:avLst/>
          </a:prstGeom>
          <a:noFill/>
        </p:spPr>
        <p:txBody>
          <a:bodyPr wrap="none" rtlCol="0">
            <a:spAutoFit/>
          </a:bodyPr>
          <a:lstStyle/>
          <a:p>
            <a:r>
              <a:rPr lang="ja-JP" altLang="en-US" sz="3600" dirty="0">
                <a:solidFill>
                  <a:schemeClr val="bg1">
                    <a:lumMod val="95000"/>
                  </a:schemeClr>
                </a:solidFill>
                <a:latin typeface="原稿用標準書体" panose="03000503000000000000" pitchFamily="66" charset="-128"/>
                <a:ea typeface="原稿用標準書体" panose="03000503000000000000" pitchFamily="66" charset="-128"/>
              </a:rPr>
              <a:t>後衛</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：回避率</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+20%</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、注目度</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+1</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ATK-20%</a:t>
            </a:r>
            <a:endParaRPr kumimoji="1" lang="ja-JP" altLang="en-US" sz="36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19" name="グループ化 18">
            <a:extLst>
              <a:ext uri="{FF2B5EF4-FFF2-40B4-BE49-F238E27FC236}">
                <a16:creationId xmlns:a16="http://schemas.microsoft.com/office/drawing/2014/main" id="{6216ECF9-E4F4-39BA-D115-86803AAF497A}"/>
              </a:ext>
            </a:extLst>
          </p:cNvPr>
          <p:cNvGrpSpPr/>
          <p:nvPr/>
        </p:nvGrpSpPr>
        <p:grpSpPr>
          <a:xfrm>
            <a:off x="789688" y="4320508"/>
            <a:ext cx="5301952" cy="1230022"/>
            <a:chOff x="922576" y="2450171"/>
            <a:chExt cx="5301952" cy="1309138"/>
          </a:xfrm>
          <a:solidFill>
            <a:schemeClr val="bg1">
              <a:lumMod val="85000"/>
              <a:alpha val="85000"/>
            </a:schemeClr>
          </a:solidFill>
        </p:grpSpPr>
        <p:sp>
          <p:nvSpPr>
            <p:cNvPr id="20" name="四角形: 角を丸くする 19">
              <a:extLst>
                <a:ext uri="{FF2B5EF4-FFF2-40B4-BE49-F238E27FC236}">
                  <a16:creationId xmlns:a16="http://schemas.microsoft.com/office/drawing/2014/main" id="{4316B950-537C-F0CF-D9A6-3283323B4AAA}"/>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1" name="四角形: 角を丸くする 20">
              <a:extLst>
                <a:ext uri="{FF2B5EF4-FFF2-40B4-BE49-F238E27FC236}">
                  <a16:creationId xmlns:a16="http://schemas.microsoft.com/office/drawing/2014/main" id="{93BF3D36-983A-F714-B519-A63DDEE97509}"/>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2" name="四角形: 角を丸くする 21">
              <a:extLst>
                <a:ext uri="{FF2B5EF4-FFF2-40B4-BE49-F238E27FC236}">
                  <a16:creationId xmlns:a16="http://schemas.microsoft.com/office/drawing/2014/main" id="{B4771C56-8157-5138-6E02-726B87E88509}"/>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3" name="四角形: 角を丸くする 22">
              <a:extLst>
                <a:ext uri="{FF2B5EF4-FFF2-40B4-BE49-F238E27FC236}">
                  <a16:creationId xmlns:a16="http://schemas.microsoft.com/office/drawing/2014/main" id="{781C586A-5223-7129-2A09-7C0F66434C69}"/>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cxnSp>
        <p:nvCxnSpPr>
          <p:cNvPr id="25" name="直線コネクタ 24">
            <a:extLst>
              <a:ext uri="{FF2B5EF4-FFF2-40B4-BE49-F238E27FC236}">
                <a16:creationId xmlns:a16="http://schemas.microsoft.com/office/drawing/2014/main" id="{187327FA-2CF3-5A6A-7C15-709A7CEDF0C7}"/>
              </a:ext>
            </a:extLst>
          </p:cNvPr>
          <p:cNvCxnSpPr>
            <a:cxnSpLocks/>
          </p:cNvCxnSpPr>
          <p:nvPr/>
        </p:nvCxnSpPr>
        <p:spPr>
          <a:xfrm>
            <a:off x="759127" y="3428999"/>
            <a:ext cx="5363074" cy="0"/>
          </a:xfrm>
          <a:prstGeom prst="line">
            <a:avLst/>
          </a:prstGeom>
          <a:ln w="12700">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grpSp>
        <p:nvGrpSpPr>
          <p:cNvPr id="28" name="グループ化 27">
            <a:extLst>
              <a:ext uri="{FF2B5EF4-FFF2-40B4-BE49-F238E27FC236}">
                <a16:creationId xmlns:a16="http://schemas.microsoft.com/office/drawing/2014/main" id="{48F3761C-71EA-0BFF-006B-53DD26E7A5E3}"/>
              </a:ext>
            </a:extLst>
          </p:cNvPr>
          <p:cNvGrpSpPr/>
          <p:nvPr/>
        </p:nvGrpSpPr>
        <p:grpSpPr>
          <a:xfrm>
            <a:off x="787120" y="2633455"/>
            <a:ext cx="5301952" cy="635908"/>
            <a:chOff x="922576" y="2450171"/>
            <a:chExt cx="5301952" cy="1309138"/>
          </a:xfrm>
          <a:solidFill>
            <a:schemeClr val="tx1">
              <a:lumMod val="75000"/>
              <a:lumOff val="25000"/>
              <a:alpha val="85000"/>
            </a:schemeClr>
          </a:solidFill>
        </p:grpSpPr>
        <p:sp>
          <p:nvSpPr>
            <p:cNvPr id="29" name="四角形: 角を丸くする 28">
              <a:extLst>
                <a:ext uri="{FF2B5EF4-FFF2-40B4-BE49-F238E27FC236}">
                  <a16:creationId xmlns:a16="http://schemas.microsoft.com/office/drawing/2014/main" id="{09FC4774-DDCA-EB66-3200-1E17C310F1CD}"/>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0" name="四角形: 角を丸くする 29">
              <a:extLst>
                <a:ext uri="{FF2B5EF4-FFF2-40B4-BE49-F238E27FC236}">
                  <a16:creationId xmlns:a16="http://schemas.microsoft.com/office/drawing/2014/main" id="{30F96CEA-5158-0CA2-725B-0101751D22D2}"/>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1" name="四角形: 角を丸くする 30">
              <a:extLst>
                <a:ext uri="{FF2B5EF4-FFF2-40B4-BE49-F238E27FC236}">
                  <a16:creationId xmlns:a16="http://schemas.microsoft.com/office/drawing/2014/main" id="{D29D397D-ECC9-9614-EF2B-C0A53EA8E127}"/>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2" name="四角形: 角を丸くする 31">
              <a:extLst>
                <a:ext uri="{FF2B5EF4-FFF2-40B4-BE49-F238E27FC236}">
                  <a16:creationId xmlns:a16="http://schemas.microsoft.com/office/drawing/2014/main" id="{FC35F85B-28FA-88CE-D801-69BEC2DC586B}"/>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33" name="グループ化 32">
            <a:extLst>
              <a:ext uri="{FF2B5EF4-FFF2-40B4-BE49-F238E27FC236}">
                <a16:creationId xmlns:a16="http://schemas.microsoft.com/office/drawing/2014/main" id="{C7A81671-67D4-12B2-219F-45663D2B78D6}"/>
              </a:ext>
            </a:extLst>
          </p:cNvPr>
          <p:cNvGrpSpPr/>
          <p:nvPr/>
        </p:nvGrpSpPr>
        <p:grpSpPr>
          <a:xfrm>
            <a:off x="787120" y="5645255"/>
            <a:ext cx="5301952" cy="635908"/>
            <a:chOff x="922576" y="2450171"/>
            <a:chExt cx="5301952" cy="1309138"/>
          </a:xfrm>
          <a:solidFill>
            <a:schemeClr val="bg1">
              <a:lumMod val="85000"/>
              <a:alpha val="85000"/>
            </a:schemeClr>
          </a:solidFill>
        </p:grpSpPr>
        <p:sp>
          <p:nvSpPr>
            <p:cNvPr id="34" name="四角形: 角を丸くする 33">
              <a:extLst>
                <a:ext uri="{FF2B5EF4-FFF2-40B4-BE49-F238E27FC236}">
                  <a16:creationId xmlns:a16="http://schemas.microsoft.com/office/drawing/2014/main" id="{F91C8C3B-A6D2-CC21-663B-E78EE61866FC}"/>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5" name="四角形: 角を丸くする 34">
              <a:extLst>
                <a:ext uri="{FF2B5EF4-FFF2-40B4-BE49-F238E27FC236}">
                  <a16:creationId xmlns:a16="http://schemas.microsoft.com/office/drawing/2014/main" id="{5194A2FB-46AF-ABC9-722A-967A9E923492}"/>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6" name="四角形: 角を丸くする 35">
              <a:extLst>
                <a:ext uri="{FF2B5EF4-FFF2-40B4-BE49-F238E27FC236}">
                  <a16:creationId xmlns:a16="http://schemas.microsoft.com/office/drawing/2014/main" id="{717A67A9-1482-C4AF-4656-8225AD61B5E3}"/>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7" name="四角形: 角を丸くする 36">
              <a:extLst>
                <a:ext uri="{FF2B5EF4-FFF2-40B4-BE49-F238E27FC236}">
                  <a16:creationId xmlns:a16="http://schemas.microsoft.com/office/drawing/2014/main" id="{2E999A54-F20C-C826-EEAA-0F955FDE6CEB}"/>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2" name="テキスト ボックス 1">
            <a:extLst>
              <a:ext uri="{FF2B5EF4-FFF2-40B4-BE49-F238E27FC236}">
                <a16:creationId xmlns:a16="http://schemas.microsoft.com/office/drawing/2014/main" id="{E7119875-5CC2-4A88-C0CE-D6B8EEC98A84}"/>
              </a:ext>
            </a:extLst>
          </p:cNvPr>
          <p:cNvSpPr txBox="1"/>
          <p:nvPr/>
        </p:nvSpPr>
        <p:spPr>
          <a:xfrm>
            <a:off x="7046965" y="688737"/>
            <a:ext cx="954108"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ゲート</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43" name="テキスト ボックス 42">
            <a:extLst>
              <a:ext uri="{FF2B5EF4-FFF2-40B4-BE49-F238E27FC236}">
                <a16:creationId xmlns:a16="http://schemas.microsoft.com/office/drawing/2014/main" id="{763F6FBB-3691-7354-025B-317FABADBD65}"/>
              </a:ext>
            </a:extLst>
          </p:cNvPr>
          <p:cNvSpPr txBox="1"/>
          <p:nvPr/>
        </p:nvSpPr>
        <p:spPr>
          <a:xfrm>
            <a:off x="8643509" y="688737"/>
            <a:ext cx="954108"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44" name="テキスト ボックス 43">
            <a:extLst>
              <a:ext uri="{FF2B5EF4-FFF2-40B4-BE49-F238E27FC236}">
                <a16:creationId xmlns:a16="http://schemas.microsoft.com/office/drawing/2014/main" id="{78A69F6E-4814-05F2-1435-C0919B2B6271}"/>
              </a:ext>
            </a:extLst>
          </p:cNvPr>
          <p:cNvSpPr txBox="1"/>
          <p:nvPr/>
        </p:nvSpPr>
        <p:spPr>
          <a:xfrm>
            <a:off x="10376241" y="688737"/>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60" name="グループ化 59">
            <a:extLst>
              <a:ext uri="{FF2B5EF4-FFF2-40B4-BE49-F238E27FC236}">
                <a16:creationId xmlns:a16="http://schemas.microsoft.com/office/drawing/2014/main" id="{D2D57B7C-B800-5982-61A0-033874065B45}"/>
              </a:ext>
            </a:extLst>
          </p:cNvPr>
          <p:cNvGrpSpPr/>
          <p:nvPr/>
        </p:nvGrpSpPr>
        <p:grpSpPr>
          <a:xfrm>
            <a:off x="1063119" y="2758022"/>
            <a:ext cx="4765774" cy="400110"/>
            <a:chOff x="1168089" y="2766548"/>
            <a:chExt cx="4765774" cy="400110"/>
          </a:xfrm>
        </p:grpSpPr>
        <p:sp>
          <p:nvSpPr>
            <p:cNvPr id="52" name="テキスト ボックス 51">
              <a:extLst>
                <a:ext uri="{FF2B5EF4-FFF2-40B4-BE49-F238E27FC236}">
                  <a16:creationId xmlns:a16="http://schemas.microsoft.com/office/drawing/2014/main" id="{3D832DF8-B9A5-A975-0814-5FEC7F1DF9EB}"/>
                </a:ext>
              </a:extLst>
            </p:cNvPr>
            <p:cNvSpPr txBox="1"/>
            <p:nvPr/>
          </p:nvSpPr>
          <p:spPr>
            <a:xfrm>
              <a:off x="1168089"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3" name="テキスト ボックス 52">
              <a:extLst>
                <a:ext uri="{FF2B5EF4-FFF2-40B4-BE49-F238E27FC236}">
                  <a16:creationId xmlns:a16="http://schemas.microsoft.com/office/drawing/2014/main" id="{D2576801-D7F9-723F-2AB1-912A1CDE1B1E}"/>
                </a:ext>
              </a:extLst>
            </p:cNvPr>
            <p:cNvSpPr txBox="1"/>
            <p:nvPr/>
          </p:nvSpPr>
          <p:spPr>
            <a:xfrm>
              <a:off x="2524138"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4" name="テキスト ボックス 53">
              <a:extLst>
                <a:ext uri="{FF2B5EF4-FFF2-40B4-BE49-F238E27FC236}">
                  <a16:creationId xmlns:a16="http://schemas.microsoft.com/office/drawing/2014/main" id="{817A62DF-F2F2-F5F2-9A1B-8AA87405034A}"/>
                </a:ext>
              </a:extLst>
            </p:cNvPr>
            <p:cNvSpPr txBox="1"/>
            <p:nvPr/>
          </p:nvSpPr>
          <p:spPr>
            <a:xfrm>
              <a:off x="3880187"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5" name="テキスト ボックス 54">
              <a:extLst>
                <a:ext uri="{FF2B5EF4-FFF2-40B4-BE49-F238E27FC236}">
                  <a16:creationId xmlns:a16="http://schemas.microsoft.com/office/drawing/2014/main" id="{55D5C795-007C-72DD-B067-796F3EE34444}"/>
                </a:ext>
              </a:extLst>
            </p:cNvPr>
            <p:cNvSpPr txBox="1"/>
            <p:nvPr/>
          </p:nvSpPr>
          <p:spPr>
            <a:xfrm>
              <a:off x="5236236"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sp>
        <p:nvSpPr>
          <p:cNvPr id="56" name="テキスト ボックス 55">
            <a:extLst>
              <a:ext uri="{FF2B5EF4-FFF2-40B4-BE49-F238E27FC236}">
                <a16:creationId xmlns:a16="http://schemas.microsoft.com/office/drawing/2014/main" id="{060B206A-A055-8752-7F54-589CA236F8BF}"/>
              </a:ext>
            </a:extLst>
          </p:cNvPr>
          <p:cNvSpPr txBox="1"/>
          <p:nvPr/>
        </p:nvSpPr>
        <p:spPr>
          <a:xfrm>
            <a:off x="1063119"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57" name="テキスト ボックス 56">
            <a:extLst>
              <a:ext uri="{FF2B5EF4-FFF2-40B4-BE49-F238E27FC236}">
                <a16:creationId xmlns:a16="http://schemas.microsoft.com/office/drawing/2014/main" id="{F62D1F49-6974-8629-1AA5-C7EB3F83A791}"/>
              </a:ext>
            </a:extLst>
          </p:cNvPr>
          <p:cNvSpPr txBox="1"/>
          <p:nvPr/>
        </p:nvSpPr>
        <p:spPr>
          <a:xfrm>
            <a:off x="2419168"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58" name="テキスト ボックス 57">
            <a:extLst>
              <a:ext uri="{FF2B5EF4-FFF2-40B4-BE49-F238E27FC236}">
                <a16:creationId xmlns:a16="http://schemas.microsoft.com/office/drawing/2014/main" id="{B3A43C8B-1F97-7084-058C-D9B118C21DF7}"/>
              </a:ext>
            </a:extLst>
          </p:cNvPr>
          <p:cNvSpPr txBox="1"/>
          <p:nvPr/>
        </p:nvSpPr>
        <p:spPr>
          <a:xfrm>
            <a:off x="3775217"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61" name="グループ化 60">
            <a:extLst>
              <a:ext uri="{FF2B5EF4-FFF2-40B4-BE49-F238E27FC236}">
                <a16:creationId xmlns:a16="http://schemas.microsoft.com/office/drawing/2014/main" id="{5284CA52-DAAE-ECE3-53DB-A466A7FDD28C}"/>
              </a:ext>
            </a:extLst>
          </p:cNvPr>
          <p:cNvGrpSpPr/>
          <p:nvPr/>
        </p:nvGrpSpPr>
        <p:grpSpPr>
          <a:xfrm>
            <a:off x="929537" y="1713369"/>
            <a:ext cx="5022254" cy="400110"/>
            <a:chOff x="1039849" y="2766548"/>
            <a:chExt cx="5022254" cy="400110"/>
          </a:xfrm>
        </p:grpSpPr>
        <p:sp>
          <p:nvSpPr>
            <p:cNvPr id="62" name="テキスト ボックス 61">
              <a:extLst>
                <a:ext uri="{FF2B5EF4-FFF2-40B4-BE49-F238E27FC236}">
                  <a16:creationId xmlns:a16="http://schemas.microsoft.com/office/drawing/2014/main" id="{18C8F103-4905-BF1D-4139-90863BF6227C}"/>
                </a:ext>
              </a:extLst>
            </p:cNvPr>
            <p:cNvSpPr txBox="1"/>
            <p:nvPr/>
          </p:nvSpPr>
          <p:spPr>
            <a:xfrm>
              <a:off x="1039849"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63" name="テキスト ボックス 62">
              <a:extLst>
                <a:ext uri="{FF2B5EF4-FFF2-40B4-BE49-F238E27FC236}">
                  <a16:creationId xmlns:a16="http://schemas.microsoft.com/office/drawing/2014/main" id="{D3FCB456-5C07-079B-2062-1CA1D2A5C5F3}"/>
                </a:ext>
              </a:extLst>
            </p:cNvPr>
            <p:cNvSpPr txBox="1"/>
            <p:nvPr/>
          </p:nvSpPr>
          <p:spPr>
            <a:xfrm>
              <a:off x="2395898"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sp>
          <p:nvSpPr>
            <p:cNvPr id="64" name="テキスト ボックス 63">
              <a:extLst>
                <a:ext uri="{FF2B5EF4-FFF2-40B4-BE49-F238E27FC236}">
                  <a16:creationId xmlns:a16="http://schemas.microsoft.com/office/drawing/2014/main" id="{65054AAC-6C18-5FBA-E096-83C3AE189B46}"/>
                </a:ext>
              </a:extLst>
            </p:cNvPr>
            <p:cNvSpPr txBox="1"/>
            <p:nvPr/>
          </p:nvSpPr>
          <p:spPr>
            <a:xfrm>
              <a:off x="3751947"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sp>
          <p:nvSpPr>
            <p:cNvPr id="65" name="テキスト ボックス 64">
              <a:extLst>
                <a:ext uri="{FF2B5EF4-FFF2-40B4-BE49-F238E27FC236}">
                  <a16:creationId xmlns:a16="http://schemas.microsoft.com/office/drawing/2014/main" id="{32BE8AB3-52CB-D459-2B24-7B9A961E3946}"/>
                </a:ext>
              </a:extLst>
            </p:cNvPr>
            <p:cNvSpPr txBox="1"/>
            <p:nvPr/>
          </p:nvSpPr>
          <p:spPr>
            <a:xfrm>
              <a:off x="5107996"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nvGrpSpPr>
          <p:cNvPr id="66" name="グループ化 65">
            <a:extLst>
              <a:ext uri="{FF2B5EF4-FFF2-40B4-BE49-F238E27FC236}">
                <a16:creationId xmlns:a16="http://schemas.microsoft.com/office/drawing/2014/main" id="{28D8AF7B-DE80-76B3-491E-06C55FFA4E4A}"/>
              </a:ext>
            </a:extLst>
          </p:cNvPr>
          <p:cNvGrpSpPr/>
          <p:nvPr/>
        </p:nvGrpSpPr>
        <p:grpSpPr>
          <a:xfrm>
            <a:off x="895727" y="4764316"/>
            <a:ext cx="4637566" cy="400110"/>
            <a:chOff x="1039849" y="2766548"/>
            <a:chExt cx="4637566" cy="400110"/>
          </a:xfrm>
        </p:grpSpPr>
        <p:sp>
          <p:nvSpPr>
            <p:cNvPr id="67" name="テキスト ボックス 66">
              <a:extLst>
                <a:ext uri="{FF2B5EF4-FFF2-40B4-BE49-F238E27FC236}">
                  <a16:creationId xmlns:a16="http://schemas.microsoft.com/office/drawing/2014/main" id="{6CE2B5CA-9A02-1437-BE8D-1778C468091C}"/>
                </a:ext>
              </a:extLst>
            </p:cNvPr>
            <p:cNvSpPr txBox="1"/>
            <p:nvPr/>
          </p:nvSpPr>
          <p:spPr>
            <a:xfrm>
              <a:off x="1039849" y="2766548"/>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68" name="テキスト ボックス 67">
              <a:extLst>
                <a:ext uri="{FF2B5EF4-FFF2-40B4-BE49-F238E27FC236}">
                  <a16:creationId xmlns:a16="http://schemas.microsoft.com/office/drawing/2014/main" id="{8FDE0FE0-8C16-5BFE-1EC3-832396AE8BD1}"/>
                </a:ext>
              </a:extLst>
            </p:cNvPr>
            <p:cNvSpPr txBox="1"/>
            <p:nvPr/>
          </p:nvSpPr>
          <p:spPr>
            <a:xfrm>
              <a:off x="2395898" y="2766548"/>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sp>
          <p:nvSpPr>
            <p:cNvPr id="69" name="テキスト ボックス 68">
              <a:extLst>
                <a:ext uri="{FF2B5EF4-FFF2-40B4-BE49-F238E27FC236}">
                  <a16:creationId xmlns:a16="http://schemas.microsoft.com/office/drawing/2014/main" id="{6DCFF2A2-AB97-5370-4C30-42F136A6EA7B}"/>
                </a:ext>
              </a:extLst>
            </p:cNvPr>
            <p:cNvSpPr txBox="1"/>
            <p:nvPr/>
          </p:nvSpPr>
          <p:spPr>
            <a:xfrm>
              <a:off x="3751947" y="2766548"/>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sp>
          <p:nvSpPr>
            <p:cNvPr id="70" name="テキスト ボックス 69">
              <a:extLst>
                <a:ext uri="{FF2B5EF4-FFF2-40B4-BE49-F238E27FC236}">
                  <a16:creationId xmlns:a16="http://schemas.microsoft.com/office/drawing/2014/main" id="{CA0249D1-AA77-BE72-3C97-F7989BA9E7D7}"/>
                </a:ext>
              </a:extLst>
            </p:cNvPr>
            <p:cNvSpPr txBox="1"/>
            <p:nvPr/>
          </p:nvSpPr>
          <p:spPr>
            <a:xfrm>
              <a:off x="5492684" y="2766548"/>
              <a:ext cx="184731" cy="400110"/>
            </a:xfrm>
            <a:prstGeom prst="rect">
              <a:avLst/>
            </a:prstGeom>
            <a:noFill/>
          </p:spPr>
          <p:txBody>
            <a:bodyPr wrap="none" rtlCol="0">
              <a:spAutoFit/>
            </a:bodyPr>
            <a:lstStyle/>
            <a:p>
              <a:pPr algn="ctr"/>
              <a:endPar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24" name="テキスト ボックス 23">
            <a:extLst>
              <a:ext uri="{FF2B5EF4-FFF2-40B4-BE49-F238E27FC236}">
                <a16:creationId xmlns:a16="http://schemas.microsoft.com/office/drawing/2014/main" id="{E40A54C2-4C09-80F9-71E6-43C5B8842947}"/>
              </a:ext>
            </a:extLst>
          </p:cNvPr>
          <p:cNvSpPr txBox="1"/>
          <p:nvPr/>
        </p:nvSpPr>
        <p:spPr>
          <a:xfrm>
            <a:off x="8515269" y="1411754"/>
            <a:ext cx="1210588" cy="400110"/>
          </a:xfrm>
          <a:prstGeom prst="rect">
            <a:avLst/>
          </a:prstGeom>
          <a:noFill/>
        </p:spPr>
        <p:txBody>
          <a:bodyPr wrap="none" rtlCol="0">
            <a:spAutoFit/>
          </a:bodyPr>
          <a:lstStyle/>
          <a:p>
            <a:pPr algn="ctr"/>
            <a:r>
              <a:rPr lang="ja-JP" altLang="en-US" sz="2000" dirty="0">
                <a:solidFill>
                  <a:srgbClr val="FF00FF"/>
                </a:solidFill>
                <a:latin typeface="原稿用標準書体" panose="03000503000000000000" pitchFamily="66" charset="-128"/>
                <a:ea typeface="原稿用標準書体" panose="03000503000000000000" pitchFamily="66" charset="-128"/>
              </a:rPr>
              <a:t>キャラ名</a:t>
            </a:r>
          </a:p>
        </p:txBody>
      </p:sp>
      <p:pic>
        <p:nvPicPr>
          <p:cNvPr id="46" name="図 45">
            <a:extLst>
              <a:ext uri="{FF2B5EF4-FFF2-40B4-BE49-F238E27FC236}">
                <a16:creationId xmlns:a16="http://schemas.microsoft.com/office/drawing/2014/main" id="{A531ECE4-46FF-81C9-5F86-279F7B8F6E5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641361" y="2024529"/>
            <a:ext cx="2512235" cy="3129884"/>
          </a:xfrm>
          <a:prstGeom prst="rect">
            <a:avLst/>
          </a:prstGeom>
        </p:spPr>
      </p:pic>
      <p:grpSp>
        <p:nvGrpSpPr>
          <p:cNvPr id="89" name="グループ化 88">
            <a:extLst>
              <a:ext uri="{FF2B5EF4-FFF2-40B4-BE49-F238E27FC236}">
                <a16:creationId xmlns:a16="http://schemas.microsoft.com/office/drawing/2014/main" id="{E901BE27-DD35-560A-2BB5-C6E9B72FEE84}"/>
              </a:ext>
            </a:extLst>
          </p:cNvPr>
          <p:cNvGrpSpPr/>
          <p:nvPr/>
        </p:nvGrpSpPr>
        <p:grpSpPr>
          <a:xfrm>
            <a:off x="7182307" y="4317385"/>
            <a:ext cx="1226618" cy="748254"/>
            <a:chOff x="7088997" y="4289392"/>
            <a:chExt cx="1226618" cy="748254"/>
          </a:xfrm>
        </p:grpSpPr>
        <p:pic>
          <p:nvPicPr>
            <p:cNvPr id="86" name="図 85">
              <a:extLst>
                <a:ext uri="{FF2B5EF4-FFF2-40B4-BE49-F238E27FC236}">
                  <a16:creationId xmlns:a16="http://schemas.microsoft.com/office/drawing/2014/main" id="{C390577F-FC02-5C43-7AD8-A378F5ABC50B}"/>
                </a:ext>
              </a:extLst>
            </p:cNvPr>
            <p:cNvPicPr>
              <a:picLocks noChangeAspect="1"/>
            </p:cNvPicPr>
            <p:nvPr/>
          </p:nvPicPr>
          <p:blipFill>
            <a:blip r:embed="rId3">
              <a:duotone>
                <a:schemeClr val="accent3">
                  <a:shade val="45000"/>
                  <a:satMod val="135000"/>
                </a:schemeClr>
                <a:prstClr val="white"/>
              </a:duotone>
              <a:extLst>
                <a:ext uri="{28A0092B-C50C-407E-A947-70E740481C1C}">
                  <a14:useLocalDpi xmlns:a14="http://schemas.microsoft.com/office/drawing/2010/main" val="0"/>
                </a:ext>
              </a:extLst>
            </a:blip>
            <a:srcRect l="6840" t="30163" r="48646" b="36883"/>
            <a:stretch>
              <a:fillRect/>
            </a:stretch>
          </p:blipFill>
          <p:spPr>
            <a:xfrm>
              <a:off x="7098261" y="4289392"/>
              <a:ext cx="452228" cy="502188"/>
            </a:xfrm>
            <a:prstGeom prst="rect">
              <a:avLst/>
            </a:prstGeom>
          </p:spPr>
        </p:pic>
        <p:sp>
          <p:nvSpPr>
            <p:cNvPr id="87" name="テキスト ボックス 86">
              <a:extLst>
                <a:ext uri="{FF2B5EF4-FFF2-40B4-BE49-F238E27FC236}">
                  <a16:creationId xmlns:a16="http://schemas.microsoft.com/office/drawing/2014/main" id="{BC460589-2068-3967-A5D0-B4942E070379}"/>
                </a:ext>
              </a:extLst>
            </p:cNvPr>
            <p:cNvSpPr txBox="1"/>
            <p:nvPr/>
          </p:nvSpPr>
          <p:spPr>
            <a:xfrm>
              <a:off x="7472051" y="4372863"/>
              <a:ext cx="805029" cy="338554"/>
            </a:xfrm>
            <a:prstGeom prst="rect">
              <a:avLst/>
            </a:prstGeom>
            <a:noFill/>
            <a:effectLst>
              <a:glow rad="63500">
                <a:schemeClr val="accent3">
                  <a:satMod val="175000"/>
                  <a:alpha val="40000"/>
                </a:schemeClr>
              </a:glow>
            </a:effectLst>
          </p:spPr>
          <p:txBody>
            <a:bodyPr wrap="none" rtlCol="0">
              <a:spAutoFit/>
            </a:bodyPr>
            <a:lstStyle/>
            <a:p>
              <a:r>
                <a:rPr lang="ja-JP" altLang="en-US" sz="1600" dirty="0">
                  <a:solidFill>
                    <a:schemeClr val="tx1">
                      <a:lumMod val="85000"/>
                      <a:lumOff val="15000"/>
                    </a:schemeClr>
                  </a:solidFill>
                  <a:effectLst>
                    <a:glow rad="38100">
                      <a:schemeClr val="accent3">
                        <a:satMod val="175000"/>
                        <a:alpha val="65000"/>
                      </a:schemeClr>
                    </a:glow>
                  </a:effectLst>
                  <a:latin typeface="原稿用標準書体" panose="03000503000000000000" pitchFamily="66" charset="-128"/>
                  <a:ea typeface="原稿用標準書体" panose="03000503000000000000" pitchFamily="66" charset="-128"/>
                </a:rPr>
                <a:t>タンク</a:t>
              </a:r>
              <a:endParaRPr lang="en-US" altLang="ja-JP" sz="1200" dirty="0">
                <a:solidFill>
                  <a:schemeClr val="tx1">
                    <a:lumMod val="85000"/>
                    <a:lumOff val="15000"/>
                  </a:schemeClr>
                </a:solidFill>
                <a:effectLst>
                  <a:glow rad="38100">
                    <a:schemeClr val="accent3">
                      <a:satMod val="175000"/>
                      <a:alpha val="65000"/>
                    </a:schemeClr>
                  </a:glow>
                </a:effectLst>
                <a:latin typeface="原稿用標準書体" panose="03000503000000000000" pitchFamily="66" charset="-128"/>
                <a:ea typeface="原稿用標準書体" panose="03000503000000000000" pitchFamily="66" charset="-128"/>
              </a:endParaRPr>
            </a:p>
          </p:txBody>
        </p:sp>
        <p:sp>
          <p:nvSpPr>
            <p:cNvPr id="88" name="テキスト ボックス 87">
              <a:extLst>
                <a:ext uri="{FF2B5EF4-FFF2-40B4-BE49-F238E27FC236}">
                  <a16:creationId xmlns:a16="http://schemas.microsoft.com/office/drawing/2014/main" id="{C8386D52-B0A0-EEBC-BE22-01945F36FA49}"/>
                </a:ext>
              </a:extLst>
            </p:cNvPr>
            <p:cNvSpPr txBox="1"/>
            <p:nvPr/>
          </p:nvSpPr>
          <p:spPr>
            <a:xfrm>
              <a:off x="7088997" y="4760647"/>
              <a:ext cx="1226618" cy="276999"/>
            </a:xfrm>
            <a:prstGeom prst="rect">
              <a:avLst/>
            </a:prstGeom>
            <a:noFill/>
          </p:spPr>
          <p:txBody>
            <a:bodyPr wrap="none" rtlCol="0">
              <a:spAutoFit/>
            </a:bodyPr>
            <a:lstStyle/>
            <a:p>
              <a:r>
                <a:rPr lang="ja-JP" altLang="en-US" sz="1050" dirty="0">
                  <a:solidFill>
                    <a:schemeClr val="tx1">
                      <a:lumMod val="75000"/>
                      <a:lumOff val="25000"/>
                    </a:schemeClr>
                  </a:solidFill>
                  <a:latin typeface="原稿用標準書体" panose="03000503000000000000" pitchFamily="66" charset="-128"/>
                  <a:ea typeface="原稿用標準書体" panose="03000503000000000000" pitchFamily="66" charset="-128"/>
                </a:rPr>
                <a:t>毎ターン</a:t>
              </a:r>
              <a:r>
                <a:rPr lang="en-US" altLang="ja-JP" sz="1200" dirty="0">
                  <a:solidFill>
                    <a:schemeClr val="tx1">
                      <a:lumMod val="75000"/>
                      <a:lumOff val="25000"/>
                    </a:schemeClr>
                  </a:solidFill>
                  <a:latin typeface="原稿用標準書体" panose="03000503000000000000" pitchFamily="66" charset="-128"/>
                  <a:ea typeface="原稿用標準書体" panose="03000503000000000000" pitchFamily="66" charset="-128"/>
                </a:rPr>
                <a:t>5</a:t>
              </a:r>
              <a:r>
                <a:rPr lang="ja-JP" altLang="en-US" sz="1050" dirty="0">
                  <a:solidFill>
                    <a:schemeClr val="tx1">
                      <a:lumMod val="75000"/>
                      <a:lumOff val="25000"/>
                    </a:schemeClr>
                  </a:solidFill>
                  <a:latin typeface="原稿用標準書体" panose="03000503000000000000" pitchFamily="66" charset="-128"/>
                  <a:ea typeface="原稿用標準書体" panose="03000503000000000000" pitchFamily="66" charset="-128"/>
                </a:rPr>
                <a:t>％回復</a:t>
              </a:r>
              <a:endParaRPr lang="en-US" altLang="ja-JP" sz="105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grpSp>
        <p:nvGrpSpPr>
          <p:cNvPr id="90" name="グループ化 89">
            <a:extLst>
              <a:ext uri="{FF2B5EF4-FFF2-40B4-BE49-F238E27FC236}">
                <a16:creationId xmlns:a16="http://schemas.microsoft.com/office/drawing/2014/main" id="{2D4365A8-F57F-0465-AFED-0DE692220D36}"/>
              </a:ext>
            </a:extLst>
          </p:cNvPr>
          <p:cNvGrpSpPr/>
          <p:nvPr/>
        </p:nvGrpSpPr>
        <p:grpSpPr>
          <a:xfrm>
            <a:off x="7079024" y="3959376"/>
            <a:ext cx="1422939" cy="1185706"/>
            <a:chOff x="4343042" y="2005061"/>
            <a:chExt cx="4595682" cy="1782085"/>
          </a:xfrm>
        </p:grpSpPr>
        <p:sp>
          <p:nvSpPr>
            <p:cNvPr id="91" name="四角形: 角を丸くする 90">
              <a:extLst>
                <a:ext uri="{FF2B5EF4-FFF2-40B4-BE49-F238E27FC236}">
                  <a16:creationId xmlns:a16="http://schemas.microsoft.com/office/drawing/2014/main" id="{4321295C-47A6-0708-4510-AB19C73AEB39}"/>
                </a:ext>
              </a:extLst>
            </p:cNvPr>
            <p:cNvSpPr/>
            <p:nvPr/>
          </p:nvSpPr>
          <p:spPr>
            <a:xfrm>
              <a:off x="4343042" y="2434991"/>
              <a:ext cx="4595682" cy="1352155"/>
            </a:xfrm>
            <a:prstGeom prst="roundRect">
              <a:avLst>
                <a:gd name="adj" fmla="val 5178"/>
              </a:avLst>
            </a:prstGeom>
            <a:noFill/>
            <a:ln w="254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dirty="0">
                <a:latin typeface="原稿用標準書体" panose="03000503000000000000" pitchFamily="66" charset="-128"/>
                <a:ea typeface="原稿用標準書体" panose="03000503000000000000" pitchFamily="66" charset="-128"/>
              </a:endParaRPr>
            </a:p>
          </p:txBody>
        </p:sp>
        <p:sp>
          <p:nvSpPr>
            <p:cNvPr id="92" name="四角形: 角を丸くする 91">
              <a:extLst>
                <a:ext uri="{FF2B5EF4-FFF2-40B4-BE49-F238E27FC236}">
                  <a16:creationId xmlns:a16="http://schemas.microsoft.com/office/drawing/2014/main" id="{1140745A-FAF2-1C2B-E3D8-B91D289D21C7}"/>
                </a:ext>
              </a:extLst>
            </p:cNvPr>
            <p:cNvSpPr/>
            <p:nvPr/>
          </p:nvSpPr>
          <p:spPr>
            <a:xfrm>
              <a:off x="5027040" y="2005061"/>
              <a:ext cx="3294263" cy="461666"/>
            </a:xfrm>
            <a:prstGeom prst="round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latin typeface="原稿用標準書体" panose="03000503000000000000" pitchFamily="66" charset="-128"/>
                  <a:ea typeface="原稿用標準書体" panose="03000503000000000000" pitchFamily="66" charset="-128"/>
                </a:rPr>
                <a:t>ロール</a:t>
              </a:r>
            </a:p>
          </p:txBody>
        </p:sp>
      </p:grpSp>
      <p:sp>
        <p:nvSpPr>
          <p:cNvPr id="93" name="楕円 92">
            <a:extLst>
              <a:ext uri="{FF2B5EF4-FFF2-40B4-BE49-F238E27FC236}">
                <a16:creationId xmlns:a16="http://schemas.microsoft.com/office/drawing/2014/main" id="{D35A8957-26D2-2916-9F1C-E7A685B58B25}"/>
              </a:ext>
            </a:extLst>
          </p:cNvPr>
          <p:cNvSpPr/>
          <p:nvPr/>
        </p:nvSpPr>
        <p:spPr>
          <a:xfrm>
            <a:off x="10060241" y="2744850"/>
            <a:ext cx="296742" cy="296742"/>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200"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sz="12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8" name="テキスト ボックス 7">
            <a:extLst>
              <a:ext uri="{FF2B5EF4-FFF2-40B4-BE49-F238E27FC236}">
                <a16:creationId xmlns:a16="http://schemas.microsoft.com/office/drawing/2014/main" id="{D2D83147-DCB3-43C8-519C-F293ADE9AAAE}"/>
              </a:ext>
            </a:extLst>
          </p:cNvPr>
          <p:cNvSpPr txBox="1"/>
          <p:nvPr/>
        </p:nvSpPr>
        <p:spPr>
          <a:xfrm>
            <a:off x="9366255" y="4331555"/>
            <a:ext cx="1062446" cy="261610"/>
          </a:xfrm>
          <a:prstGeom prst="rect">
            <a:avLst/>
          </a:prstGeom>
          <a:noFill/>
        </p:spPr>
        <p:txBody>
          <a:bodyPr wrap="square">
            <a:spAutoFit/>
          </a:bodyPr>
          <a:lstStyle/>
          <a:p>
            <a:pPr algn="ctr"/>
            <a:r>
              <a:rPr lang="ja-JP" altLang="en-US" sz="1100" dirty="0">
                <a:solidFill>
                  <a:schemeClr val="bg1">
                    <a:lumMod val="95000"/>
                  </a:schemeClr>
                </a:solidFill>
                <a:highlight>
                  <a:srgbClr val="808080"/>
                </a:highlight>
                <a:latin typeface="原稿用標準書体" panose="03000503000000000000" pitchFamily="66" charset="-128"/>
                <a:ea typeface="原稿用標準書体" panose="03000503000000000000" pitchFamily="66" charset="-128"/>
              </a:rPr>
              <a:t>武器</a:t>
            </a:r>
            <a:endParaRPr kumimoji="1" lang="ja-JP" altLang="en-US" sz="1100" dirty="0">
              <a:solidFill>
                <a:schemeClr val="bg1">
                  <a:lumMod val="95000"/>
                </a:schemeClr>
              </a:solidFill>
              <a:highlight>
                <a:srgbClr val="808080"/>
              </a:highlight>
              <a:latin typeface="原稿用標準書体" panose="03000503000000000000" pitchFamily="66" charset="-128"/>
              <a:ea typeface="原稿用標準書体" panose="03000503000000000000" pitchFamily="66" charset="-128"/>
            </a:endParaRPr>
          </a:p>
        </p:txBody>
      </p:sp>
      <p:sp>
        <p:nvSpPr>
          <p:cNvPr id="3" name="四角形: 角を丸くする 2">
            <a:extLst>
              <a:ext uri="{FF2B5EF4-FFF2-40B4-BE49-F238E27FC236}">
                <a16:creationId xmlns:a16="http://schemas.microsoft.com/office/drawing/2014/main" id="{ED3527F6-6A06-A27D-3C31-7AE10CA767EC}"/>
              </a:ext>
            </a:extLst>
          </p:cNvPr>
          <p:cNvSpPr/>
          <p:nvPr/>
        </p:nvSpPr>
        <p:spPr>
          <a:xfrm>
            <a:off x="9993616" y="2397817"/>
            <a:ext cx="1062447" cy="1372489"/>
          </a:xfrm>
          <a:prstGeom prst="roundRect">
            <a:avLst>
              <a:gd name="adj" fmla="val 6896"/>
            </a:avLst>
          </a:prstGeom>
          <a:solidFill>
            <a:srgbClr val="D9D9D9"/>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27" name="テキスト ボックス 26">
            <a:extLst>
              <a:ext uri="{FF2B5EF4-FFF2-40B4-BE49-F238E27FC236}">
                <a16:creationId xmlns:a16="http://schemas.microsoft.com/office/drawing/2014/main" id="{FAA1E380-2939-20C4-068D-44D34A451825}"/>
              </a:ext>
            </a:extLst>
          </p:cNvPr>
          <p:cNvSpPr txBox="1"/>
          <p:nvPr/>
        </p:nvSpPr>
        <p:spPr>
          <a:xfrm>
            <a:off x="10002948" y="2030427"/>
            <a:ext cx="1062446" cy="276999"/>
          </a:xfrm>
          <a:prstGeom prst="rect">
            <a:avLst/>
          </a:prstGeom>
          <a:noFill/>
        </p:spPr>
        <p:txBody>
          <a:bodyPr wrap="square">
            <a:spAutoFit/>
          </a:bodyPr>
          <a:lstStyle/>
          <a:p>
            <a:pPr algn="ctr"/>
            <a:r>
              <a:rPr lang="ja-JP" altLang="en-US" sz="1200" dirty="0">
                <a:solidFill>
                  <a:schemeClr val="bg1">
                    <a:lumMod val="95000"/>
                  </a:schemeClr>
                </a:solidFill>
                <a:highlight>
                  <a:srgbClr val="5C5C5C"/>
                </a:highlight>
                <a:latin typeface="原稿用標準書体" panose="03000503000000000000" pitchFamily="66" charset="-128"/>
                <a:ea typeface="原稿用標準書体" panose="03000503000000000000" pitchFamily="66" charset="-128"/>
              </a:rPr>
              <a:t>特殊スキル</a:t>
            </a:r>
            <a:endParaRPr kumimoji="1" lang="ja-JP" altLang="en-US" sz="1200" dirty="0">
              <a:solidFill>
                <a:schemeClr val="bg1">
                  <a:lumMod val="95000"/>
                </a:schemeClr>
              </a:solidFill>
              <a:highlight>
                <a:srgbClr val="5C5C5C"/>
              </a:highlight>
              <a:latin typeface="原稿用標準書体" panose="03000503000000000000" pitchFamily="66" charset="-128"/>
              <a:ea typeface="原稿用標準書体" panose="03000503000000000000" pitchFamily="66" charset="-128"/>
            </a:endParaRPr>
          </a:p>
        </p:txBody>
      </p:sp>
      <p:sp>
        <p:nvSpPr>
          <p:cNvPr id="49" name="四角形: 角を丸くする 48">
            <a:extLst>
              <a:ext uri="{FF2B5EF4-FFF2-40B4-BE49-F238E27FC236}">
                <a16:creationId xmlns:a16="http://schemas.microsoft.com/office/drawing/2014/main" id="{69CC9B0A-5E94-F15D-D71A-DABAC3EF54CB}"/>
              </a:ext>
            </a:extLst>
          </p:cNvPr>
          <p:cNvSpPr/>
          <p:nvPr/>
        </p:nvSpPr>
        <p:spPr>
          <a:xfrm>
            <a:off x="8697253" y="4307949"/>
            <a:ext cx="2394303" cy="777504"/>
          </a:xfrm>
          <a:prstGeom prst="roundRect">
            <a:avLst>
              <a:gd name="adj" fmla="val 6896"/>
            </a:avLst>
          </a:prstGeom>
          <a:solidFill>
            <a:srgbClr val="D9D9D9"/>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41" name="四角形: 角を丸くする 40">
            <a:extLst>
              <a:ext uri="{FF2B5EF4-FFF2-40B4-BE49-F238E27FC236}">
                <a16:creationId xmlns:a16="http://schemas.microsoft.com/office/drawing/2014/main" id="{4FDB17F7-09F1-1C12-1D49-3DDCF8212B15}"/>
              </a:ext>
            </a:extLst>
          </p:cNvPr>
          <p:cNvSpPr/>
          <p:nvPr/>
        </p:nvSpPr>
        <p:spPr>
          <a:xfrm>
            <a:off x="9941402" y="4335367"/>
            <a:ext cx="1114661" cy="484206"/>
          </a:xfrm>
          <a:prstGeom prst="roundRect">
            <a:avLst>
              <a:gd name="adj" fmla="val 6896"/>
            </a:avLst>
          </a:prstGeom>
          <a:solidFill>
            <a:schemeClr val="tx1">
              <a:lumMod val="50000"/>
              <a:lumOff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48" name="グループ化 47">
            <a:extLst>
              <a:ext uri="{FF2B5EF4-FFF2-40B4-BE49-F238E27FC236}">
                <a16:creationId xmlns:a16="http://schemas.microsoft.com/office/drawing/2014/main" id="{631C22BB-6842-D490-2E50-6B75CC5D5BEE}"/>
              </a:ext>
            </a:extLst>
          </p:cNvPr>
          <p:cNvGrpSpPr/>
          <p:nvPr/>
        </p:nvGrpSpPr>
        <p:grpSpPr>
          <a:xfrm>
            <a:off x="8756066" y="4321341"/>
            <a:ext cx="2299997" cy="740676"/>
            <a:chOff x="8756066" y="4312009"/>
            <a:chExt cx="2299997" cy="740676"/>
          </a:xfrm>
        </p:grpSpPr>
        <p:sp>
          <p:nvSpPr>
            <p:cNvPr id="45" name="フリーフォーム: 図形 44">
              <a:extLst>
                <a:ext uri="{FF2B5EF4-FFF2-40B4-BE49-F238E27FC236}">
                  <a16:creationId xmlns:a16="http://schemas.microsoft.com/office/drawing/2014/main" id="{C3080BF6-69E9-ED29-5007-6B325EE05547}"/>
                </a:ext>
              </a:extLst>
            </p:cNvPr>
            <p:cNvSpPr/>
            <p:nvPr/>
          </p:nvSpPr>
          <p:spPr>
            <a:xfrm>
              <a:off x="8756066" y="4331554"/>
              <a:ext cx="2299997" cy="721131"/>
            </a:xfrm>
            <a:custGeom>
              <a:avLst/>
              <a:gdLst>
                <a:gd name="csX0" fmla="*/ 37967 w 2299997"/>
                <a:gd name="csY0" fmla="*/ 0 h 721131"/>
                <a:gd name="csX1" fmla="*/ 1085846 w 2299997"/>
                <a:gd name="csY1" fmla="*/ 0 h 721131"/>
                <a:gd name="csX2" fmla="*/ 1119237 w 2299997"/>
                <a:gd name="csY2" fmla="*/ 33391 h 721131"/>
                <a:gd name="csX3" fmla="*/ 1119237 w 2299997"/>
                <a:gd name="csY3" fmla="*/ 236925 h 721131"/>
                <a:gd name="csX4" fmla="*/ 2266606 w 2299997"/>
                <a:gd name="csY4" fmla="*/ 236925 h 721131"/>
                <a:gd name="csX5" fmla="*/ 2299997 w 2299997"/>
                <a:gd name="csY5" fmla="*/ 270316 h 721131"/>
                <a:gd name="csX6" fmla="*/ 2299997 w 2299997"/>
                <a:gd name="csY6" fmla="*/ 687740 h 721131"/>
                <a:gd name="csX7" fmla="*/ 2266606 w 2299997"/>
                <a:gd name="csY7" fmla="*/ 721131 h 721131"/>
                <a:gd name="csX8" fmla="*/ 33391 w 2299997"/>
                <a:gd name="csY8" fmla="*/ 721131 h 721131"/>
                <a:gd name="csX9" fmla="*/ 0 w 2299997"/>
                <a:gd name="csY9" fmla="*/ 687740 h 721131"/>
                <a:gd name="csX10" fmla="*/ 0 w 2299997"/>
                <a:gd name="csY10" fmla="*/ 270316 h 721131"/>
                <a:gd name="csX11" fmla="*/ 4576 w 2299997"/>
                <a:gd name="csY11" fmla="*/ 259269 h 721131"/>
                <a:gd name="csX12" fmla="*/ 4576 w 2299997"/>
                <a:gd name="csY12" fmla="*/ 33391 h 721131"/>
                <a:gd name="csX13" fmla="*/ 37967 w 2299997"/>
                <a:gd name="csY13" fmla="*/ 0 h 72113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2299997" h="721131">
                  <a:moveTo>
                    <a:pt x="37967" y="0"/>
                  </a:moveTo>
                  <a:lnTo>
                    <a:pt x="1085846" y="0"/>
                  </a:lnTo>
                  <a:cubicBezTo>
                    <a:pt x="1104287" y="0"/>
                    <a:pt x="1119237" y="14950"/>
                    <a:pt x="1119237" y="33391"/>
                  </a:cubicBezTo>
                  <a:lnTo>
                    <a:pt x="1119237" y="236925"/>
                  </a:lnTo>
                  <a:lnTo>
                    <a:pt x="2266606" y="236925"/>
                  </a:lnTo>
                  <a:cubicBezTo>
                    <a:pt x="2285047" y="236925"/>
                    <a:pt x="2299997" y="251875"/>
                    <a:pt x="2299997" y="270316"/>
                  </a:cubicBezTo>
                  <a:lnTo>
                    <a:pt x="2299997" y="687740"/>
                  </a:lnTo>
                  <a:cubicBezTo>
                    <a:pt x="2299997" y="706181"/>
                    <a:pt x="2285047" y="721131"/>
                    <a:pt x="2266606" y="721131"/>
                  </a:cubicBezTo>
                  <a:lnTo>
                    <a:pt x="33391" y="721131"/>
                  </a:lnTo>
                  <a:cubicBezTo>
                    <a:pt x="14950" y="721131"/>
                    <a:pt x="0" y="706181"/>
                    <a:pt x="0" y="687740"/>
                  </a:cubicBezTo>
                  <a:lnTo>
                    <a:pt x="0" y="270316"/>
                  </a:lnTo>
                  <a:lnTo>
                    <a:pt x="4576" y="259269"/>
                  </a:lnTo>
                  <a:lnTo>
                    <a:pt x="4576" y="33391"/>
                  </a:lnTo>
                  <a:cubicBezTo>
                    <a:pt x="4576" y="14950"/>
                    <a:pt x="19526" y="0"/>
                    <a:pt x="37967" y="0"/>
                  </a:cubicBezTo>
                  <a:close/>
                </a:path>
              </a:pathLst>
            </a:custGeom>
            <a:solidFill>
              <a:srgbClr val="BFBFBF"/>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47" name="テキスト ボックス 46">
              <a:extLst>
                <a:ext uri="{FF2B5EF4-FFF2-40B4-BE49-F238E27FC236}">
                  <a16:creationId xmlns:a16="http://schemas.microsoft.com/office/drawing/2014/main" id="{CD2D33CE-F199-47CE-591A-D9E814505BBC}"/>
                </a:ext>
              </a:extLst>
            </p:cNvPr>
            <p:cNvSpPr txBox="1"/>
            <p:nvPr/>
          </p:nvSpPr>
          <p:spPr>
            <a:xfrm>
              <a:off x="8875753" y="4312009"/>
              <a:ext cx="800219" cy="276999"/>
            </a:xfrm>
            <a:prstGeom prst="rect">
              <a:avLst/>
            </a:prstGeom>
            <a:noFill/>
          </p:spPr>
          <p:txBody>
            <a:bodyPr wrap="none" rtlCol="0">
              <a:spAutoFit/>
            </a:bodyPr>
            <a:lstStyle/>
            <a:p>
              <a:r>
                <a:rPr lang="ja-JP" altLang="en-US" sz="1200" dirty="0">
                  <a:solidFill>
                    <a:schemeClr val="tx1">
                      <a:lumMod val="75000"/>
                      <a:lumOff val="25000"/>
                    </a:schemeClr>
                  </a:solidFill>
                  <a:latin typeface="原稿用標準書体" panose="03000503000000000000" pitchFamily="66" charset="-128"/>
                  <a:ea typeface="原稿用標準書体" panose="03000503000000000000" pitchFamily="66" charset="-128"/>
                </a:rPr>
                <a:t>通常攻撃</a:t>
              </a:r>
              <a:endParaRPr lang="en-US" altLang="ja-JP" sz="12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51" name="テキスト ボックス 50">
            <a:extLst>
              <a:ext uri="{FF2B5EF4-FFF2-40B4-BE49-F238E27FC236}">
                <a16:creationId xmlns:a16="http://schemas.microsoft.com/office/drawing/2014/main" id="{26F4D4A0-E86B-6772-82A6-3A4C9B43B618}"/>
              </a:ext>
            </a:extLst>
          </p:cNvPr>
          <p:cNvSpPr txBox="1"/>
          <p:nvPr/>
        </p:nvSpPr>
        <p:spPr>
          <a:xfrm>
            <a:off x="10290983" y="4317385"/>
            <a:ext cx="415498" cy="276999"/>
          </a:xfrm>
          <a:prstGeom prst="rect">
            <a:avLst/>
          </a:prstGeom>
          <a:noFill/>
        </p:spPr>
        <p:txBody>
          <a:bodyPr wrap="none" rtlCol="0">
            <a:spAutoFit/>
          </a:bodyPr>
          <a:lstStyle/>
          <a:p>
            <a:pPr algn="ctr"/>
            <a:r>
              <a:rPr lang="en-US" altLang="ja-JP" sz="1200" dirty="0">
                <a:solidFill>
                  <a:schemeClr val="bg1">
                    <a:lumMod val="95000"/>
                  </a:schemeClr>
                </a:solidFill>
                <a:latin typeface="原稿用標準書体" panose="03000503000000000000" pitchFamily="66" charset="-128"/>
                <a:ea typeface="原稿用標準書体" panose="03000503000000000000" pitchFamily="66" charset="-128"/>
              </a:rPr>
              <a:t>ENB</a:t>
            </a:r>
          </a:p>
        </p:txBody>
      </p:sp>
      <p:sp>
        <p:nvSpPr>
          <p:cNvPr id="71" name="テキスト ボックス 70">
            <a:extLst>
              <a:ext uri="{FF2B5EF4-FFF2-40B4-BE49-F238E27FC236}">
                <a16:creationId xmlns:a16="http://schemas.microsoft.com/office/drawing/2014/main" id="{403C56A6-B391-382F-FE5A-5F5FAB724E46}"/>
              </a:ext>
            </a:extLst>
          </p:cNvPr>
          <p:cNvSpPr txBox="1"/>
          <p:nvPr/>
        </p:nvSpPr>
        <p:spPr>
          <a:xfrm>
            <a:off x="9360450" y="3983915"/>
            <a:ext cx="1062446" cy="276999"/>
          </a:xfrm>
          <a:prstGeom prst="rect">
            <a:avLst/>
          </a:prstGeom>
          <a:noFill/>
        </p:spPr>
        <p:txBody>
          <a:bodyPr wrap="square">
            <a:spAutoFit/>
          </a:bodyPr>
          <a:lstStyle/>
          <a:p>
            <a:pPr algn="ctr"/>
            <a:r>
              <a:rPr lang="ja-JP" altLang="en-US" sz="1200" dirty="0">
                <a:solidFill>
                  <a:schemeClr val="bg1">
                    <a:lumMod val="95000"/>
                  </a:schemeClr>
                </a:solidFill>
                <a:highlight>
                  <a:srgbClr val="5C5C5C"/>
                </a:highlight>
                <a:latin typeface="原稿用標準書体" panose="03000503000000000000" pitchFamily="66" charset="-128"/>
                <a:ea typeface="原稿用標準書体" panose="03000503000000000000" pitchFamily="66" charset="-128"/>
              </a:rPr>
              <a:t>固定スキル</a:t>
            </a:r>
            <a:endParaRPr kumimoji="1" lang="ja-JP" altLang="en-US" sz="1200" dirty="0">
              <a:solidFill>
                <a:schemeClr val="bg1">
                  <a:lumMod val="95000"/>
                </a:schemeClr>
              </a:solidFill>
              <a:highlight>
                <a:srgbClr val="5C5C5C"/>
              </a:highlight>
              <a:latin typeface="原稿用標準書体" panose="03000503000000000000" pitchFamily="66" charset="-128"/>
              <a:ea typeface="原稿用標準書体" panose="03000503000000000000" pitchFamily="66" charset="-128"/>
            </a:endParaRPr>
          </a:p>
        </p:txBody>
      </p:sp>
      <p:sp>
        <p:nvSpPr>
          <p:cNvPr id="80" name="四角形: 角を丸くする 79">
            <a:extLst>
              <a:ext uri="{FF2B5EF4-FFF2-40B4-BE49-F238E27FC236}">
                <a16:creationId xmlns:a16="http://schemas.microsoft.com/office/drawing/2014/main" id="{E6DEA1BB-1FC1-9EF7-86F8-EA93E3BDE68D}"/>
              </a:ext>
            </a:extLst>
          </p:cNvPr>
          <p:cNvSpPr/>
          <p:nvPr/>
        </p:nvSpPr>
        <p:spPr>
          <a:xfrm>
            <a:off x="10388771" y="2405535"/>
            <a:ext cx="296743" cy="1066156"/>
          </a:xfrm>
          <a:prstGeom prst="roundRect">
            <a:avLst>
              <a:gd name="adj" fmla="val 6896"/>
            </a:avLst>
          </a:prstGeom>
          <a:solidFill>
            <a:schemeClr val="tx1">
              <a:lumMod val="50000"/>
              <a:lumOff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81" name="四角形: 角を丸くする 80">
            <a:extLst>
              <a:ext uri="{FF2B5EF4-FFF2-40B4-BE49-F238E27FC236}">
                <a16:creationId xmlns:a16="http://schemas.microsoft.com/office/drawing/2014/main" id="{59CBD393-6444-8B30-C1C4-DCA98FA779EE}"/>
              </a:ext>
            </a:extLst>
          </p:cNvPr>
          <p:cNvSpPr/>
          <p:nvPr/>
        </p:nvSpPr>
        <p:spPr>
          <a:xfrm>
            <a:off x="10773287" y="2405535"/>
            <a:ext cx="296743" cy="1066156"/>
          </a:xfrm>
          <a:prstGeom prst="roundRect">
            <a:avLst>
              <a:gd name="adj" fmla="val 6896"/>
            </a:avLst>
          </a:prstGeom>
          <a:solidFill>
            <a:schemeClr val="tx1">
              <a:lumMod val="50000"/>
              <a:lumOff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82" name="フリーフォーム: 図形 81">
            <a:extLst>
              <a:ext uri="{FF2B5EF4-FFF2-40B4-BE49-F238E27FC236}">
                <a16:creationId xmlns:a16="http://schemas.microsoft.com/office/drawing/2014/main" id="{6C8B6AA9-9F18-8B12-B2BB-A5C81C80D30F}"/>
              </a:ext>
            </a:extLst>
          </p:cNvPr>
          <p:cNvSpPr/>
          <p:nvPr/>
        </p:nvSpPr>
        <p:spPr>
          <a:xfrm>
            <a:off x="10011362" y="2405535"/>
            <a:ext cx="1062447" cy="1333377"/>
          </a:xfrm>
          <a:custGeom>
            <a:avLst/>
            <a:gdLst>
              <a:gd name="csX0" fmla="*/ 21769 w 1062447"/>
              <a:gd name="csY0" fmla="*/ 0 h 1333377"/>
              <a:gd name="csX1" fmla="*/ 277586 w 1062447"/>
              <a:gd name="csY1" fmla="*/ 0 h 1333377"/>
              <a:gd name="csX2" fmla="*/ 298049 w 1062447"/>
              <a:gd name="csY2" fmla="*/ 20463 h 1333377"/>
              <a:gd name="csX3" fmla="*/ 298049 w 1062447"/>
              <a:gd name="csY3" fmla="*/ 267221 h 1333377"/>
              <a:gd name="csX4" fmla="*/ 989181 w 1062447"/>
              <a:gd name="csY4" fmla="*/ 267221 h 1333377"/>
              <a:gd name="csX5" fmla="*/ 1062447 w 1062447"/>
              <a:gd name="csY5" fmla="*/ 340487 h 1333377"/>
              <a:gd name="csX6" fmla="*/ 1062447 w 1062447"/>
              <a:gd name="csY6" fmla="*/ 1260111 h 1333377"/>
              <a:gd name="csX7" fmla="*/ 989181 w 1062447"/>
              <a:gd name="csY7" fmla="*/ 1333377 h 1333377"/>
              <a:gd name="csX8" fmla="*/ 73266 w 1062447"/>
              <a:gd name="csY8" fmla="*/ 1333377 h 1333377"/>
              <a:gd name="csX9" fmla="*/ 0 w 1062447"/>
              <a:gd name="csY9" fmla="*/ 1260111 h 1333377"/>
              <a:gd name="csX10" fmla="*/ 0 w 1062447"/>
              <a:gd name="csY10" fmla="*/ 340487 h 1333377"/>
              <a:gd name="csX11" fmla="*/ 1306 w 1062447"/>
              <a:gd name="csY11" fmla="*/ 334018 h 1333377"/>
              <a:gd name="csX12" fmla="*/ 1306 w 1062447"/>
              <a:gd name="csY12" fmla="*/ 20463 h 1333377"/>
              <a:gd name="csX13" fmla="*/ 21769 w 1062447"/>
              <a:gd name="csY13" fmla="*/ 0 h 133337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1062447" h="1333377">
                <a:moveTo>
                  <a:pt x="21769" y="0"/>
                </a:moveTo>
                <a:lnTo>
                  <a:pt x="277586" y="0"/>
                </a:lnTo>
                <a:cubicBezTo>
                  <a:pt x="288887" y="0"/>
                  <a:pt x="298049" y="9162"/>
                  <a:pt x="298049" y="20463"/>
                </a:cubicBezTo>
                <a:lnTo>
                  <a:pt x="298049" y="267221"/>
                </a:lnTo>
                <a:lnTo>
                  <a:pt x="989181" y="267221"/>
                </a:lnTo>
                <a:cubicBezTo>
                  <a:pt x="1029645" y="267221"/>
                  <a:pt x="1062447" y="300023"/>
                  <a:pt x="1062447" y="340487"/>
                </a:cubicBezTo>
                <a:lnTo>
                  <a:pt x="1062447" y="1260111"/>
                </a:lnTo>
                <a:cubicBezTo>
                  <a:pt x="1062447" y="1300575"/>
                  <a:pt x="1029645" y="1333377"/>
                  <a:pt x="989181" y="1333377"/>
                </a:cubicBezTo>
                <a:lnTo>
                  <a:pt x="73266" y="1333377"/>
                </a:lnTo>
                <a:cubicBezTo>
                  <a:pt x="32802" y="1333377"/>
                  <a:pt x="0" y="1300575"/>
                  <a:pt x="0" y="1260111"/>
                </a:cubicBezTo>
                <a:lnTo>
                  <a:pt x="0" y="340487"/>
                </a:lnTo>
                <a:lnTo>
                  <a:pt x="1306" y="334018"/>
                </a:lnTo>
                <a:lnTo>
                  <a:pt x="1306" y="20463"/>
                </a:lnTo>
                <a:cubicBezTo>
                  <a:pt x="1306" y="9162"/>
                  <a:pt x="10468" y="0"/>
                  <a:pt x="21769" y="0"/>
                </a:cubicBezTo>
                <a:close/>
              </a:path>
            </a:pathLst>
          </a:custGeom>
          <a:solidFill>
            <a:srgbClr val="BFBFBF"/>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83" name="テキスト ボックス 82">
            <a:extLst>
              <a:ext uri="{FF2B5EF4-FFF2-40B4-BE49-F238E27FC236}">
                <a16:creationId xmlns:a16="http://schemas.microsoft.com/office/drawing/2014/main" id="{6E9287C0-8F9B-CA0F-D5E2-A9FF52160218}"/>
              </a:ext>
            </a:extLst>
          </p:cNvPr>
          <p:cNvSpPr txBox="1"/>
          <p:nvPr/>
        </p:nvSpPr>
        <p:spPr>
          <a:xfrm>
            <a:off x="10404649" y="2389383"/>
            <a:ext cx="264816" cy="276999"/>
          </a:xfrm>
          <a:prstGeom prst="rect">
            <a:avLst/>
          </a:prstGeom>
          <a:noFill/>
        </p:spPr>
        <p:txBody>
          <a:bodyPr wrap="none" rtlCol="0">
            <a:spAutoFit/>
          </a:bodyPr>
          <a:lstStyle/>
          <a:p>
            <a:pPr algn="ctr"/>
            <a:r>
              <a:rPr lang="en-US" altLang="ja-JP" sz="1200" dirty="0">
                <a:solidFill>
                  <a:schemeClr val="bg1">
                    <a:lumMod val="95000"/>
                  </a:schemeClr>
                </a:solidFill>
                <a:latin typeface="原稿用標準書体" panose="03000503000000000000" pitchFamily="66" charset="-128"/>
                <a:ea typeface="原稿用標準書体" panose="03000503000000000000" pitchFamily="66" charset="-128"/>
              </a:rPr>
              <a:t>2</a:t>
            </a:r>
          </a:p>
        </p:txBody>
      </p:sp>
      <p:sp>
        <p:nvSpPr>
          <p:cNvPr id="84" name="テキスト ボックス 83">
            <a:extLst>
              <a:ext uri="{FF2B5EF4-FFF2-40B4-BE49-F238E27FC236}">
                <a16:creationId xmlns:a16="http://schemas.microsoft.com/office/drawing/2014/main" id="{71DD538E-F07D-D598-BFCE-CB20C9AB7B83}"/>
              </a:ext>
            </a:extLst>
          </p:cNvPr>
          <p:cNvSpPr txBox="1"/>
          <p:nvPr/>
        </p:nvSpPr>
        <p:spPr>
          <a:xfrm>
            <a:off x="10791950" y="2389383"/>
            <a:ext cx="264816" cy="276999"/>
          </a:xfrm>
          <a:prstGeom prst="rect">
            <a:avLst/>
          </a:prstGeom>
          <a:noFill/>
        </p:spPr>
        <p:txBody>
          <a:bodyPr wrap="none" rtlCol="0">
            <a:spAutoFit/>
          </a:bodyPr>
          <a:lstStyle/>
          <a:p>
            <a:pPr algn="ctr"/>
            <a:r>
              <a:rPr lang="en-US" altLang="ja-JP" sz="1200" dirty="0">
                <a:solidFill>
                  <a:schemeClr val="bg1">
                    <a:lumMod val="95000"/>
                  </a:schemeClr>
                </a:solidFill>
                <a:latin typeface="原稿用標準書体" panose="03000503000000000000" pitchFamily="66" charset="-128"/>
                <a:ea typeface="原稿用標準書体" panose="03000503000000000000" pitchFamily="66" charset="-128"/>
              </a:rPr>
              <a:t>3</a:t>
            </a:r>
          </a:p>
        </p:txBody>
      </p:sp>
      <p:sp>
        <p:nvSpPr>
          <p:cNvPr id="85" name="テキスト ボックス 84">
            <a:extLst>
              <a:ext uri="{FF2B5EF4-FFF2-40B4-BE49-F238E27FC236}">
                <a16:creationId xmlns:a16="http://schemas.microsoft.com/office/drawing/2014/main" id="{E9F5B0C7-4A8E-2041-F9D4-E15A8F602434}"/>
              </a:ext>
            </a:extLst>
          </p:cNvPr>
          <p:cNvSpPr txBox="1"/>
          <p:nvPr/>
        </p:nvSpPr>
        <p:spPr>
          <a:xfrm>
            <a:off x="10036010" y="2389383"/>
            <a:ext cx="264816" cy="276999"/>
          </a:xfrm>
          <a:prstGeom prst="rect">
            <a:avLst/>
          </a:prstGeom>
          <a:noFill/>
        </p:spPr>
        <p:txBody>
          <a:bodyPr wrap="none" rtlCol="0">
            <a:spAutoFit/>
          </a:bodyPr>
          <a:lstStyle/>
          <a:p>
            <a:pPr algn="ctr"/>
            <a:r>
              <a:rPr lang="en-US" altLang="ja-JP" sz="1200" dirty="0">
                <a:solidFill>
                  <a:schemeClr val="tx1">
                    <a:lumMod val="75000"/>
                    <a:lumOff val="25000"/>
                  </a:schemeClr>
                </a:solidFill>
                <a:latin typeface="原稿用標準書体" panose="03000503000000000000" pitchFamily="66" charset="-128"/>
                <a:ea typeface="原稿用標準書体" panose="03000503000000000000" pitchFamily="66" charset="-128"/>
              </a:rPr>
              <a:t>1</a:t>
            </a:r>
          </a:p>
        </p:txBody>
      </p:sp>
      <p:grpSp>
        <p:nvGrpSpPr>
          <p:cNvPr id="95" name="グループ化 94">
            <a:extLst>
              <a:ext uri="{FF2B5EF4-FFF2-40B4-BE49-F238E27FC236}">
                <a16:creationId xmlns:a16="http://schemas.microsoft.com/office/drawing/2014/main" id="{82E5B21F-0872-FEA3-A30D-FB2C03594E68}"/>
              </a:ext>
            </a:extLst>
          </p:cNvPr>
          <p:cNvGrpSpPr/>
          <p:nvPr/>
        </p:nvGrpSpPr>
        <p:grpSpPr>
          <a:xfrm>
            <a:off x="10205439" y="3369817"/>
            <a:ext cx="677545" cy="312314"/>
            <a:chOff x="10130793" y="3279791"/>
            <a:chExt cx="696970" cy="383679"/>
          </a:xfrm>
        </p:grpSpPr>
        <p:sp>
          <p:nvSpPr>
            <p:cNvPr id="75" name="四角形: 角を丸くする 74">
              <a:extLst>
                <a:ext uri="{FF2B5EF4-FFF2-40B4-BE49-F238E27FC236}">
                  <a16:creationId xmlns:a16="http://schemas.microsoft.com/office/drawing/2014/main" id="{D70B748A-4D8D-52D3-6C58-B87F0B151B15}"/>
                </a:ext>
              </a:extLst>
            </p:cNvPr>
            <p:cNvSpPr/>
            <p:nvPr/>
          </p:nvSpPr>
          <p:spPr>
            <a:xfrm>
              <a:off x="10130793" y="3298920"/>
              <a:ext cx="696970" cy="364550"/>
            </a:xfrm>
            <a:prstGeom prst="roundRect">
              <a:avLst>
                <a:gd name="adj" fmla="val 6896"/>
              </a:avLst>
            </a:prstGeom>
            <a:solidFill>
              <a:srgbClr val="FFA4F3"/>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latin typeface="原稿用標準書体" panose="03000503000000000000" pitchFamily="66" charset="-128"/>
                <a:ea typeface="原稿用標準書体" panose="03000503000000000000" pitchFamily="66" charset="-128"/>
              </a:endParaRPr>
            </a:p>
          </p:txBody>
        </p:sp>
        <p:sp>
          <p:nvSpPr>
            <p:cNvPr id="94" name="テキスト ボックス 93">
              <a:extLst>
                <a:ext uri="{FF2B5EF4-FFF2-40B4-BE49-F238E27FC236}">
                  <a16:creationId xmlns:a16="http://schemas.microsoft.com/office/drawing/2014/main" id="{66024448-668B-2A27-D45C-4E0F73775E7D}"/>
                </a:ext>
              </a:extLst>
            </p:cNvPr>
            <p:cNvSpPr txBox="1"/>
            <p:nvPr/>
          </p:nvSpPr>
          <p:spPr>
            <a:xfrm>
              <a:off x="10211797" y="3279791"/>
              <a:ext cx="559328" cy="378105"/>
            </a:xfrm>
            <a:prstGeom prst="rect">
              <a:avLst/>
            </a:prstGeom>
            <a:noFill/>
          </p:spPr>
          <p:txBody>
            <a:bodyPr wrap="none" rtlCol="0">
              <a:spAutoFit/>
            </a:bodyPr>
            <a:lstStyle/>
            <a:p>
              <a:r>
                <a:rPr lang="ja-JP" altLang="en-US" sz="1400" dirty="0">
                  <a:solidFill>
                    <a:schemeClr val="tx1">
                      <a:lumMod val="75000"/>
                      <a:lumOff val="25000"/>
                    </a:schemeClr>
                  </a:solidFill>
                  <a:latin typeface="原稿用標準書体" panose="03000503000000000000" pitchFamily="66" charset="-128"/>
                  <a:ea typeface="原稿用標準書体" panose="03000503000000000000" pitchFamily="66" charset="-128"/>
                </a:rPr>
                <a:t>装備</a:t>
              </a:r>
              <a:endParaRPr lang="en-US" altLang="ja-JP" sz="14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96" name="テキスト ボックス 95">
            <a:extLst>
              <a:ext uri="{FF2B5EF4-FFF2-40B4-BE49-F238E27FC236}">
                <a16:creationId xmlns:a16="http://schemas.microsoft.com/office/drawing/2014/main" id="{9B003331-D1C4-4500-E4B3-1A25D8D13B4D}"/>
              </a:ext>
            </a:extLst>
          </p:cNvPr>
          <p:cNvSpPr txBox="1"/>
          <p:nvPr/>
        </p:nvSpPr>
        <p:spPr>
          <a:xfrm>
            <a:off x="10031426" y="2681876"/>
            <a:ext cx="697627" cy="246221"/>
          </a:xfrm>
          <a:prstGeom prst="rect">
            <a:avLst/>
          </a:prstGeom>
          <a:noFill/>
        </p:spPr>
        <p:txBody>
          <a:bodyPr wrap="none" rtlCol="0">
            <a:spAutoFit/>
          </a:bodyPr>
          <a:lstStyle/>
          <a:p>
            <a:r>
              <a:rPr lang="ja-JP" altLang="en-US"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スキル名</a:t>
            </a:r>
            <a:endParaRPr lang="en-US" altLang="ja-JP" sz="1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97" name="テキスト ボックス 96">
            <a:extLst>
              <a:ext uri="{FF2B5EF4-FFF2-40B4-BE49-F238E27FC236}">
                <a16:creationId xmlns:a16="http://schemas.microsoft.com/office/drawing/2014/main" id="{DCC53263-D878-C9C7-D395-0E9676468F2D}"/>
              </a:ext>
            </a:extLst>
          </p:cNvPr>
          <p:cNvSpPr txBox="1"/>
          <p:nvPr/>
        </p:nvSpPr>
        <p:spPr>
          <a:xfrm>
            <a:off x="10034534" y="2862269"/>
            <a:ext cx="877163" cy="507831"/>
          </a:xfrm>
          <a:prstGeom prst="rect">
            <a:avLst/>
          </a:prstGeom>
          <a:noFill/>
        </p:spPr>
        <p:txBody>
          <a:bodyPr wrap="none" rtlCol="0">
            <a:spAutoFit/>
          </a:bodyPr>
          <a:lstStyle/>
          <a:p>
            <a:r>
              <a:rPr lang="ja-JP" altLang="en-US" sz="900" dirty="0">
                <a:solidFill>
                  <a:schemeClr val="tx1">
                    <a:lumMod val="75000"/>
                    <a:lumOff val="25000"/>
                  </a:schemeClr>
                </a:solidFill>
                <a:latin typeface="原稿用標準書体" panose="03000503000000000000" pitchFamily="66" charset="-128"/>
                <a:ea typeface="原稿用標準書体" panose="03000503000000000000" pitchFamily="66" charset="-128"/>
              </a:rPr>
              <a:t>効果テキスト</a:t>
            </a:r>
            <a:br>
              <a:rPr lang="en-US" altLang="ja-JP" sz="900" dirty="0">
                <a:solidFill>
                  <a:schemeClr val="tx1">
                    <a:lumMod val="75000"/>
                    <a:lumOff val="25000"/>
                  </a:schemeClr>
                </a:solidFill>
                <a:latin typeface="原稿用標準書体" panose="03000503000000000000" pitchFamily="66" charset="-128"/>
                <a:ea typeface="原稿用標準書体" panose="03000503000000000000" pitchFamily="66" charset="-128"/>
              </a:rPr>
            </a:br>
            <a:r>
              <a:rPr lang="ja-JP" altLang="en-US" sz="900" dirty="0">
                <a:solidFill>
                  <a:schemeClr val="tx1">
                    <a:lumMod val="75000"/>
                    <a:lumOff val="25000"/>
                  </a:schemeClr>
                </a:solidFill>
                <a:latin typeface="原稿用標準書体" panose="03000503000000000000" pitchFamily="66" charset="-128"/>
                <a:ea typeface="原稿用標準書体" panose="03000503000000000000" pitchFamily="66" charset="-128"/>
              </a:rPr>
              <a:t>効果テキスト</a:t>
            </a:r>
            <a:endParaRPr lang="en-US" altLang="ja-JP" sz="9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a:p>
            <a:r>
              <a:rPr lang="ja-JP" altLang="en-US" sz="900" dirty="0">
                <a:solidFill>
                  <a:schemeClr val="tx1">
                    <a:lumMod val="75000"/>
                    <a:lumOff val="25000"/>
                  </a:schemeClr>
                </a:solidFill>
                <a:latin typeface="原稿用標準書体" panose="03000503000000000000" pitchFamily="66" charset="-128"/>
                <a:ea typeface="原稿用標準書体" panose="03000503000000000000" pitchFamily="66" charset="-128"/>
              </a:rPr>
              <a:t>効果テキスト</a:t>
            </a:r>
            <a:endParaRPr lang="en-US" altLang="ja-JP" sz="9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102" name="グループ化 101">
            <a:extLst>
              <a:ext uri="{FF2B5EF4-FFF2-40B4-BE49-F238E27FC236}">
                <a16:creationId xmlns:a16="http://schemas.microsoft.com/office/drawing/2014/main" id="{069DF2DF-FC51-9580-986D-474C88094F98}"/>
              </a:ext>
            </a:extLst>
          </p:cNvPr>
          <p:cNvGrpSpPr/>
          <p:nvPr/>
        </p:nvGrpSpPr>
        <p:grpSpPr>
          <a:xfrm>
            <a:off x="10706392" y="2769566"/>
            <a:ext cx="307601" cy="79382"/>
            <a:chOff x="10725054" y="3385387"/>
            <a:chExt cx="569131" cy="146875"/>
          </a:xfrm>
        </p:grpSpPr>
        <p:sp>
          <p:nvSpPr>
            <p:cNvPr id="99" name="楕円 98">
              <a:extLst>
                <a:ext uri="{FF2B5EF4-FFF2-40B4-BE49-F238E27FC236}">
                  <a16:creationId xmlns:a16="http://schemas.microsoft.com/office/drawing/2014/main" id="{BD220AAD-B8D1-A16C-24F9-A72AFCC999F4}"/>
                </a:ext>
              </a:extLst>
            </p:cNvPr>
            <p:cNvSpPr/>
            <p:nvPr/>
          </p:nvSpPr>
          <p:spPr>
            <a:xfrm>
              <a:off x="10725054" y="3385387"/>
              <a:ext cx="157325" cy="146875"/>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100" name="楕円 99">
              <a:extLst>
                <a:ext uri="{FF2B5EF4-FFF2-40B4-BE49-F238E27FC236}">
                  <a16:creationId xmlns:a16="http://schemas.microsoft.com/office/drawing/2014/main" id="{BE3A7CE7-CCF6-5D40-61BA-56DF75FD0938}"/>
                </a:ext>
              </a:extLst>
            </p:cNvPr>
            <p:cNvSpPr/>
            <p:nvPr/>
          </p:nvSpPr>
          <p:spPr>
            <a:xfrm>
              <a:off x="10930957" y="3385387"/>
              <a:ext cx="157325" cy="146875"/>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101" name="楕円 100">
              <a:extLst>
                <a:ext uri="{FF2B5EF4-FFF2-40B4-BE49-F238E27FC236}">
                  <a16:creationId xmlns:a16="http://schemas.microsoft.com/office/drawing/2014/main" id="{E9E501D0-DFFD-3AA1-D761-194071FDFFCE}"/>
                </a:ext>
              </a:extLst>
            </p:cNvPr>
            <p:cNvSpPr/>
            <p:nvPr/>
          </p:nvSpPr>
          <p:spPr>
            <a:xfrm>
              <a:off x="11136860" y="3385387"/>
              <a:ext cx="157325" cy="146875"/>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sp>
        <p:nvSpPr>
          <p:cNvPr id="103" name="テキスト ボックス 102">
            <a:extLst>
              <a:ext uri="{FF2B5EF4-FFF2-40B4-BE49-F238E27FC236}">
                <a16:creationId xmlns:a16="http://schemas.microsoft.com/office/drawing/2014/main" id="{5D3A9775-35B1-A811-8A17-2523B1F1F31D}"/>
              </a:ext>
            </a:extLst>
          </p:cNvPr>
          <p:cNvSpPr txBox="1"/>
          <p:nvPr/>
        </p:nvSpPr>
        <p:spPr>
          <a:xfrm>
            <a:off x="8880746" y="4657506"/>
            <a:ext cx="1657826" cy="246221"/>
          </a:xfrm>
          <a:prstGeom prst="rect">
            <a:avLst/>
          </a:prstGeom>
          <a:noFill/>
        </p:spPr>
        <p:txBody>
          <a:bodyPr wrap="none" rtlCol="0">
            <a:spAutoFit/>
          </a:bodyPr>
          <a:lstStyle/>
          <a:p>
            <a:r>
              <a:rPr lang="ja-JP" altLang="en-US"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敵</a:t>
            </a:r>
            <a:r>
              <a:rPr lang="en-US" altLang="ja-JP"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1</a:t>
            </a:r>
            <a:r>
              <a:rPr lang="ja-JP" altLang="en-US"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体に</a:t>
            </a:r>
            <a:r>
              <a:rPr lang="en-US" altLang="ja-JP"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ATK×80</a:t>
            </a:r>
            <a:r>
              <a:rPr lang="ja-JP" altLang="en-US"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％の攻撃</a:t>
            </a:r>
            <a:endParaRPr lang="en-US" altLang="ja-JP" sz="1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pic>
        <p:nvPicPr>
          <p:cNvPr id="39" name="図 38">
            <a:extLst>
              <a:ext uri="{FF2B5EF4-FFF2-40B4-BE49-F238E27FC236}">
                <a16:creationId xmlns:a16="http://schemas.microsoft.com/office/drawing/2014/main" id="{AFCDED37-882C-9500-6980-D73717B50906}"/>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992219" y="1933050"/>
            <a:ext cx="1387192" cy="1958200"/>
          </a:xfrm>
          <a:prstGeom prst="rect">
            <a:avLst/>
          </a:prstGeom>
        </p:spPr>
      </p:pic>
      <p:grpSp>
        <p:nvGrpSpPr>
          <p:cNvPr id="118" name="グループ化 117">
            <a:extLst>
              <a:ext uri="{FF2B5EF4-FFF2-40B4-BE49-F238E27FC236}">
                <a16:creationId xmlns:a16="http://schemas.microsoft.com/office/drawing/2014/main" id="{6E7D6C68-77EE-598F-7C49-BA6A63C8377F}"/>
              </a:ext>
            </a:extLst>
          </p:cNvPr>
          <p:cNvGrpSpPr/>
          <p:nvPr/>
        </p:nvGrpSpPr>
        <p:grpSpPr>
          <a:xfrm>
            <a:off x="7039550" y="1408045"/>
            <a:ext cx="1321756" cy="407528"/>
            <a:chOff x="6961435" y="1453494"/>
            <a:chExt cx="1321756" cy="407528"/>
          </a:xfrm>
        </p:grpSpPr>
        <p:grpSp>
          <p:nvGrpSpPr>
            <p:cNvPr id="117" name="グループ化 116">
              <a:extLst>
                <a:ext uri="{FF2B5EF4-FFF2-40B4-BE49-F238E27FC236}">
                  <a16:creationId xmlns:a16="http://schemas.microsoft.com/office/drawing/2014/main" id="{FD5CEA42-048D-2F03-584B-EA620A3CB80F}"/>
                </a:ext>
              </a:extLst>
            </p:cNvPr>
            <p:cNvGrpSpPr/>
            <p:nvPr/>
          </p:nvGrpSpPr>
          <p:grpSpPr>
            <a:xfrm>
              <a:off x="6961435" y="1453494"/>
              <a:ext cx="1321756" cy="407528"/>
              <a:chOff x="6931430" y="1379411"/>
              <a:chExt cx="1988006" cy="612948"/>
            </a:xfrm>
          </p:grpSpPr>
          <p:sp>
            <p:nvSpPr>
              <p:cNvPr id="112" name="四角形: 角を丸くする 111">
                <a:extLst>
                  <a:ext uri="{FF2B5EF4-FFF2-40B4-BE49-F238E27FC236}">
                    <a16:creationId xmlns:a16="http://schemas.microsoft.com/office/drawing/2014/main" id="{C8C69AAE-E326-05DF-70F0-F0F0D3DF1EC4}"/>
                  </a:ext>
                </a:extLst>
              </p:cNvPr>
              <p:cNvSpPr/>
              <p:nvPr/>
            </p:nvSpPr>
            <p:spPr>
              <a:xfrm>
                <a:off x="6931430" y="1379411"/>
                <a:ext cx="1988006" cy="612948"/>
              </a:xfrm>
              <a:prstGeom prst="roundRect">
                <a:avLst>
                  <a:gd name="adj" fmla="val 9765"/>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16" name="二等辺三角形 115">
                <a:extLst>
                  <a:ext uri="{FF2B5EF4-FFF2-40B4-BE49-F238E27FC236}">
                    <a16:creationId xmlns:a16="http://schemas.microsoft.com/office/drawing/2014/main" id="{2D0039CB-6558-EC30-9B42-A306947BC4BE}"/>
                  </a:ext>
                </a:extLst>
              </p:cNvPr>
              <p:cNvSpPr/>
              <p:nvPr/>
            </p:nvSpPr>
            <p:spPr>
              <a:xfrm rot="16200000" flipH="1">
                <a:off x="7132754" y="1513146"/>
                <a:ext cx="400753" cy="345478"/>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14" name="テキスト ボックス 113">
              <a:extLst>
                <a:ext uri="{FF2B5EF4-FFF2-40B4-BE49-F238E27FC236}">
                  <a16:creationId xmlns:a16="http://schemas.microsoft.com/office/drawing/2014/main" id="{27B42527-66C3-36B7-6D5C-B6FC7746F022}"/>
                </a:ext>
              </a:extLst>
            </p:cNvPr>
            <p:cNvSpPr txBox="1"/>
            <p:nvPr/>
          </p:nvSpPr>
          <p:spPr>
            <a:xfrm>
              <a:off x="7434618" y="1487981"/>
              <a:ext cx="800219" cy="338554"/>
            </a:xfrm>
            <a:prstGeom prst="rect">
              <a:avLst/>
            </a:prstGeom>
            <a:noFill/>
          </p:spPr>
          <p:txBody>
            <a:bodyPr wrap="none" rtlCol="0">
              <a:spAutoFit/>
            </a:bodyPr>
            <a:lstStyle/>
            <a:p>
              <a:r>
                <a:rPr kumimoji="1" lang="ja-JP" altLang="en-US" sz="16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一覧へ</a:t>
              </a:r>
              <a:endParaRPr kumimoji="1" lang="ja-JP" altLang="en-US" sz="1600"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19" name="グループ化 118">
            <a:extLst>
              <a:ext uri="{FF2B5EF4-FFF2-40B4-BE49-F238E27FC236}">
                <a16:creationId xmlns:a16="http://schemas.microsoft.com/office/drawing/2014/main" id="{96109A75-5ED6-08B2-3F5A-2409C9B71282}"/>
              </a:ext>
            </a:extLst>
          </p:cNvPr>
          <p:cNvGrpSpPr/>
          <p:nvPr/>
        </p:nvGrpSpPr>
        <p:grpSpPr>
          <a:xfrm>
            <a:off x="9972935" y="1427012"/>
            <a:ext cx="1139403" cy="407528"/>
            <a:chOff x="6961435" y="1453494"/>
            <a:chExt cx="1321756" cy="407528"/>
          </a:xfrm>
        </p:grpSpPr>
        <p:sp>
          <p:nvSpPr>
            <p:cNvPr id="122" name="四角形: 角を丸くする 121">
              <a:extLst>
                <a:ext uri="{FF2B5EF4-FFF2-40B4-BE49-F238E27FC236}">
                  <a16:creationId xmlns:a16="http://schemas.microsoft.com/office/drawing/2014/main" id="{A7B8C7BB-9480-4842-18ED-0C4FE7577708}"/>
                </a:ext>
              </a:extLst>
            </p:cNvPr>
            <p:cNvSpPr/>
            <p:nvPr/>
          </p:nvSpPr>
          <p:spPr>
            <a:xfrm>
              <a:off x="6961435" y="1453494"/>
              <a:ext cx="1321756" cy="407528"/>
            </a:xfrm>
            <a:prstGeom prst="roundRect">
              <a:avLst>
                <a:gd name="adj" fmla="val 9765"/>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21" name="テキスト ボックス 120">
              <a:extLst>
                <a:ext uri="{FF2B5EF4-FFF2-40B4-BE49-F238E27FC236}">
                  <a16:creationId xmlns:a16="http://schemas.microsoft.com/office/drawing/2014/main" id="{6454BFD4-B390-587D-F7F3-474B4DCDD7ED}"/>
                </a:ext>
              </a:extLst>
            </p:cNvPr>
            <p:cNvSpPr txBox="1"/>
            <p:nvPr/>
          </p:nvSpPr>
          <p:spPr>
            <a:xfrm>
              <a:off x="7222204" y="1487981"/>
              <a:ext cx="800219" cy="338554"/>
            </a:xfrm>
            <a:prstGeom prst="rect">
              <a:avLst/>
            </a:prstGeom>
            <a:noFill/>
          </p:spPr>
          <p:txBody>
            <a:bodyPr wrap="none" rtlCol="0">
              <a:spAutoFit/>
            </a:bodyPr>
            <a:lstStyle/>
            <a:p>
              <a:r>
                <a:rPr kumimoji="1" lang="en-US" altLang="ja-JP" sz="16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Lv</a:t>
              </a:r>
              <a:r>
                <a:rPr lang="en-US" altLang="ja-JP" sz="16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.00</a:t>
              </a:r>
              <a:r>
                <a:rPr lang="en-US" altLang="ja-JP" sz="1600"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0</a:t>
              </a:r>
              <a:endParaRPr kumimoji="1" lang="en-US" altLang="ja-JP" sz="16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125" name="四角形: 角を丸くする 124">
            <a:extLst>
              <a:ext uri="{FF2B5EF4-FFF2-40B4-BE49-F238E27FC236}">
                <a16:creationId xmlns:a16="http://schemas.microsoft.com/office/drawing/2014/main" id="{B97EFF53-637F-A9C4-B0E4-2ADE6F7FC3A4}"/>
              </a:ext>
            </a:extLst>
          </p:cNvPr>
          <p:cNvSpPr/>
          <p:nvPr/>
        </p:nvSpPr>
        <p:spPr>
          <a:xfrm>
            <a:off x="789687" y="4320474"/>
            <a:ext cx="1233805" cy="1230022"/>
          </a:xfrm>
          <a:prstGeom prst="roundRect">
            <a:avLst>
              <a:gd name="adj" fmla="val 6896"/>
            </a:avLst>
          </a:prstGeom>
          <a:solidFill>
            <a:srgbClr val="FF00FF">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130" name="グループ化 129">
            <a:extLst>
              <a:ext uri="{FF2B5EF4-FFF2-40B4-BE49-F238E27FC236}">
                <a16:creationId xmlns:a16="http://schemas.microsoft.com/office/drawing/2014/main" id="{D38E90E6-6B61-A2A5-4624-C8166366CC7E}"/>
              </a:ext>
            </a:extLst>
          </p:cNvPr>
          <p:cNvGrpSpPr/>
          <p:nvPr/>
        </p:nvGrpSpPr>
        <p:grpSpPr>
          <a:xfrm flipV="1">
            <a:off x="1006480" y="4624566"/>
            <a:ext cx="800219" cy="612648"/>
            <a:chOff x="981599" y="1624031"/>
            <a:chExt cx="800219" cy="612648"/>
          </a:xfrm>
        </p:grpSpPr>
        <p:sp>
          <p:nvSpPr>
            <p:cNvPr id="127" name="フローチャート: 他ページ結合子 126">
              <a:extLst>
                <a:ext uri="{FF2B5EF4-FFF2-40B4-BE49-F238E27FC236}">
                  <a16:creationId xmlns:a16="http://schemas.microsoft.com/office/drawing/2014/main" id="{706A181F-63AB-0591-2ED5-6B8BCA6D1313}"/>
                </a:ext>
              </a:extLst>
            </p:cNvPr>
            <p:cNvSpPr/>
            <p:nvPr/>
          </p:nvSpPr>
          <p:spPr>
            <a:xfrm>
              <a:off x="1002683" y="1624031"/>
              <a:ext cx="758051" cy="612648"/>
            </a:xfrm>
            <a:prstGeom prst="flowChartOffpageConnector">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9" name="テキスト ボックス 128">
              <a:extLst>
                <a:ext uri="{FF2B5EF4-FFF2-40B4-BE49-F238E27FC236}">
                  <a16:creationId xmlns:a16="http://schemas.microsoft.com/office/drawing/2014/main" id="{D5F99156-C0D3-F5CA-EB75-4BFF388AD1AA}"/>
                </a:ext>
              </a:extLst>
            </p:cNvPr>
            <p:cNvSpPr txBox="1"/>
            <p:nvPr/>
          </p:nvSpPr>
          <p:spPr>
            <a:xfrm flipV="1">
              <a:off x="981599" y="1707423"/>
              <a:ext cx="800219" cy="338554"/>
            </a:xfrm>
            <a:prstGeom prst="rect">
              <a:avLst/>
            </a:prstGeom>
            <a:noFill/>
          </p:spPr>
          <p:txBody>
            <a:bodyPr wrap="none" rtlCol="0">
              <a:spAutoFit/>
            </a:bodyPr>
            <a:lstStyle/>
            <a:p>
              <a:r>
                <a:rPr kumimoji="1" lang="ja-JP" altLang="en-US" sz="16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前衛へ</a:t>
              </a:r>
              <a:endParaRPr kumimoji="1" lang="ja-JP" altLang="en-US" sz="16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42" name="グループ化 41">
            <a:extLst>
              <a:ext uri="{FF2B5EF4-FFF2-40B4-BE49-F238E27FC236}">
                <a16:creationId xmlns:a16="http://schemas.microsoft.com/office/drawing/2014/main" id="{BFF93D7E-1829-1FEF-94EF-25AD82076BA6}"/>
              </a:ext>
            </a:extLst>
          </p:cNvPr>
          <p:cNvGrpSpPr/>
          <p:nvPr/>
        </p:nvGrpSpPr>
        <p:grpSpPr>
          <a:xfrm>
            <a:off x="903889" y="1588680"/>
            <a:ext cx="1005403" cy="708107"/>
            <a:chOff x="903889" y="1561110"/>
            <a:chExt cx="1005403" cy="708107"/>
          </a:xfrm>
        </p:grpSpPr>
        <p:grpSp>
          <p:nvGrpSpPr>
            <p:cNvPr id="7" name="グループ化 6">
              <a:extLst>
                <a:ext uri="{FF2B5EF4-FFF2-40B4-BE49-F238E27FC236}">
                  <a16:creationId xmlns:a16="http://schemas.microsoft.com/office/drawing/2014/main" id="{FDD0C928-B14A-7FB4-821D-F701FFCFDBBF}"/>
                </a:ext>
              </a:extLst>
            </p:cNvPr>
            <p:cNvGrpSpPr/>
            <p:nvPr/>
          </p:nvGrpSpPr>
          <p:grpSpPr>
            <a:xfrm>
              <a:off x="903889" y="1624031"/>
              <a:ext cx="1005403" cy="612648"/>
              <a:chOff x="981599" y="1624031"/>
              <a:chExt cx="1005403" cy="612648"/>
            </a:xfrm>
          </p:grpSpPr>
          <p:sp>
            <p:nvSpPr>
              <p:cNvPr id="16" name="フローチャート: 他ページ結合子 15">
                <a:extLst>
                  <a:ext uri="{FF2B5EF4-FFF2-40B4-BE49-F238E27FC236}">
                    <a16:creationId xmlns:a16="http://schemas.microsoft.com/office/drawing/2014/main" id="{954DA4BD-B137-D559-B257-5CA55491536A}"/>
                  </a:ext>
                </a:extLst>
              </p:cNvPr>
              <p:cNvSpPr/>
              <p:nvPr/>
            </p:nvSpPr>
            <p:spPr>
              <a:xfrm>
                <a:off x="1013848" y="1624031"/>
                <a:ext cx="940905" cy="612648"/>
              </a:xfrm>
              <a:prstGeom prst="flowChartOffpageConnector">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テキスト ボックス 16">
                <a:extLst>
                  <a:ext uri="{FF2B5EF4-FFF2-40B4-BE49-F238E27FC236}">
                    <a16:creationId xmlns:a16="http://schemas.microsoft.com/office/drawing/2014/main" id="{3D950F91-3217-AD92-241F-2E30485DEE4A}"/>
                  </a:ext>
                </a:extLst>
              </p:cNvPr>
              <p:cNvSpPr txBox="1"/>
              <p:nvPr/>
            </p:nvSpPr>
            <p:spPr>
              <a:xfrm>
                <a:off x="981599" y="1707423"/>
                <a:ext cx="1005403" cy="338554"/>
              </a:xfrm>
              <a:prstGeom prst="rect">
                <a:avLst/>
              </a:prstGeom>
              <a:noFill/>
            </p:spPr>
            <p:txBody>
              <a:bodyPr wrap="none" rtlCol="0">
                <a:spAutoFit/>
              </a:bodyPr>
              <a:lstStyle/>
              <a:p>
                <a:pPr algn="ctr"/>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入れ替え</a:t>
                </a: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40" name="グループ化 39">
              <a:extLst>
                <a:ext uri="{FF2B5EF4-FFF2-40B4-BE49-F238E27FC236}">
                  <a16:creationId xmlns:a16="http://schemas.microsoft.com/office/drawing/2014/main" id="{B7FDF39F-BE1B-6292-A3C2-978377B7BA3B}"/>
                </a:ext>
              </a:extLst>
            </p:cNvPr>
            <p:cNvGrpSpPr/>
            <p:nvPr/>
          </p:nvGrpSpPr>
          <p:grpSpPr>
            <a:xfrm>
              <a:off x="1052537" y="1561110"/>
              <a:ext cx="708107" cy="708107"/>
              <a:chOff x="4374416" y="4170056"/>
              <a:chExt cx="914400" cy="914400"/>
            </a:xfrm>
          </p:grpSpPr>
          <p:sp>
            <p:nvSpPr>
              <p:cNvPr id="18" name="楕円 17">
                <a:extLst>
                  <a:ext uri="{FF2B5EF4-FFF2-40B4-BE49-F238E27FC236}">
                    <a16:creationId xmlns:a16="http://schemas.microsoft.com/office/drawing/2014/main" id="{E73501EC-146F-9467-44E4-140339BE12CE}"/>
                  </a:ext>
                </a:extLst>
              </p:cNvPr>
              <p:cNvSpPr/>
              <p:nvPr/>
            </p:nvSpPr>
            <p:spPr>
              <a:xfrm>
                <a:off x="4374416" y="4170056"/>
                <a:ext cx="914400" cy="914400"/>
              </a:xfrm>
              <a:prstGeom prst="ellipse">
                <a:avLst/>
              </a:prstGeom>
              <a:noFill/>
              <a:ln>
                <a:solidFill>
                  <a:srgbClr val="FF00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8" name="楕円 37">
                <a:extLst>
                  <a:ext uri="{FF2B5EF4-FFF2-40B4-BE49-F238E27FC236}">
                    <a16:creationId xmlns:a16="http://schemas.microsoft.com/office/drawing/2014/main" id="{5E583584-491B-D7B5-5AEF-777D9D7E5ABC}"/>
                  </a:ext>
                </a:extLst>
              </p:cNvPr>
              <p:cNvSpPr/>
              <p:nvPr/>
            </p:nvSpPr>
            <p:spPr>
              <a:xfrm>
                <a:off x="4575005" y="4370645"/>
                <a:ext cx="513222" cy="513222"/>
              </a:xfrm>
              <a:prstGeom prst="ellipse">
                <a:avLst/>
              </a:prstGeom>
              <a:noFill/>
              <a:ln>
                <a:solidFill>
                  <a:srgbClr val="FF00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grpSp>
        <p:nvGrpSpPr>
          <p:cNvPr id="59" name="グループ化 58">
            <a:extLst>
              <a:ext uri="{FF2B5EF4-FFF2-40B4-BE49-F238E27FC236}">
                <a16:creationId xmlns:a16="http://schemas.microsoft.com/office/drawing/2014/main" id="{57C7D860-369D-B3F3-0ADA-6CF0D01FB0F5}"/>
              </a:ext>
            </a:extLst>
          </p:cNvPr>
          <p:cNvGrpSpPr/>
          <p:nvPr/>
        </p:nvGrpSpPr>
        <p:grpSpPr>
          <a:xfrm>
            <a:off x="2262882" y="1588680"/>
            <a:ext cx="1005403" cy="708107"/>
            <a:chOff x="903889" y="1561110"/>
            <a:chExt cx="1005403" cy="708107"/>
          </a:xfrm>
        </p:grpSpPr>
        <p:grpSp>
          <p:nvGrpSpPr>
            <p:cNvPr id="76" name="グループ化 75">
              <a:extLst>
                <a:ext uri="{FF2B5EF4-FFF2-40B4-BE49-F238E27FC236}">
                  <a16:creationId xmlns:a16="http://schemas.microsoft.com/office/drawing/2014/main" id="{84F66BA3-0B56-6FEE-25E2-250951F97EC3}"/>
                </a:ext>
              </a:extLst>
            </p:cNvPr>
            <p:cNvGrpSpPr/>
            <p:nvPr/>
          </p:nvGrpSpPr>
          <p:grpSpPr>
            <a:xfrm>
              <a:off x="903889" y="1624031"/>
              <a:ext cx="1005403" cy="612648"/>
              <a:chOff x="981599" y="1624031"/>
              <a:chExt cx="1005403" cy="612648"/>
            </a:xfrm>
          </p:grpSpPr>
          <p:sp>
            <p:nvSpPr>
              <p:cNvPr id="120" name="フローチャート: 他ページ結合子 119">
                <a:extLst>
                  <a:ext uri="{FF2B5EF4-FFF2-40B4-BE49-F238E27FC236}">
                    <a16:creationId xmlns:a16="http://schemas.microsoft.com/office/drawing/2014/main" id="{70817B97-9A97-425D-49B2-8972A52335B5}"/>
                  </a:ext>
                </a:extLst>
              </p:cNvPr>
              <p:cNvSpPr/>
              <p:nvPr/>
            </p:nvSpPr>
            <p:spPr>
              <a:xfrm>
                <a:off x="1013848" y="1624031"/>
                <a:ext cx="940905" cy="612648"/>
              </a:xfrm>
              <a:prstGeom prst="flowChartOffpageConnector">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3" name="テキスト ボックス 122">
                <a:extLst>
                  <a:ext uri="{FF2B5EF4-FFF2-40B4-BE49-F238E27FC236}">
                    <a16:creationId xmlns:a16="http://schemas.microsoft.com/office/drawing/2014/main" id="{9C1CAE84-6014-3044-A274-F27B2C4D2615}"/>
                  </a:ext>
                </a:extLst>
              </p:cNvPr>
              <p:cNvSpPr txBox="1"/>
              <p:nvPr/>
            </p:nvSpPr>
            <p:spPr>
              <a:xfrm>
                <a:off x="981599" y="1707423"/>
                <a:ext cx="1005403" cy="338554"/>
              </a:xfrm>
              <a:prstGeom prst="rect">
                <a:avLst/>
              </a:prstGeom>
              <a:noFill/>
            </p:spPr>
            <p:txBody>
              <a:bodyPr wrap="none" rtlCol="0">
                <a:spAutoFit/>
              </a:bodyPr>
              <a:lstStyle/>
              <a:p>
                <a:pPr algn="ctr"/>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入れ替え</a:t>
                </a: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11" name="グループ化 110">
              <a:extLst>
                <a:ext uri="{FF2B5EF4-FFF2-40B4-BE49-F238E27FC236}">
                  <a16:creationId xmlns:a16="http://schemas.microsoft.com/office/drawing/2014/main" id="{88E2B489-C418-B0E1-223F-B2058CAD1005}"/>
                </a:ext>
              </a:extLst>
            </p:cNvPr>
            <p:cNvGrpSpPr/>
            <p:nvPr/>
          </p:nvGrpSpPr>
          <p:grpSpPr>
            <a:xfrm>
              <a:off x="1052537" y="1561110"/>
              <a:ext cx="708107" cy="708107"/>
              <a:chOff x="4374416" y="4170056"/>
              <a:chExt cx="914400" cy="914400"/>
            </a:xfrm>
          </p:grpSpPr>
          <p:sp>
            <p:nvSpPr>
              <p:cNvPr id="113" name="楕円 112">
                <a:extLst>
                  <a:ext uri="{FF2B5EF4-FFF2-40B4-BE49-F238E27FC236}">
                    <a16:creationId xmlns:a16="http://schemas.microsoft.com/office/drawing/2014/main" id="{5B513CBA-426C-0D86-2FC6-3129AA421D4A}"/>
                  </a:ext>
                </a:extLst>
              </p:cNvPr>
              <p:cNvSpPr/>
              <p:nvPr/>
            </p:nvSpPr>
            <p:spPr>
              <a:xfrm>
                <a:off x="4374416" y="4170056"/>
                <a:ext cx="914400" cy="914400"/>
              </a:xfrm>
              <a:prstGeom prst="ellipse">
                <a:avLst/>
              </a:prstGeom>
              <a:noFill/>
              <a:ln>
                <a:solidFill>
                  <a:srgbClr val="FF00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5" name="楕円 114">
                <a:extLst>
                  <a:ext uri="{FF2B5EF4-FFF2-40B4-BE49-F238E27FC236}">
                    <a16:creationId xmlns:a16="http://schemas.microsoft.com/office/drawing/2014/main" id="{C8AF6C8F-8496-6B17-D941-B31D2DFD5DF3}"/>
                  </a:ext>
                </a:extLst>
              </p:cNvPr>
              <p:cNvSpPr/>
              <p:nvPr/>
            </p:nvSpPr>
            <p:spPr>
              <a:xfrm>
                <a:off x="4575005" y="4370645"/>
                <a:ext cx="513222" cy="513222"/>
              </a:xfrm>
              <a:prstGeom prst="ellipse">
                <a:avLst/>
              </a:prstGeom>
              <a:noFill/>
              <a:ln>
                <a:solidFill>
                  <a:srgbClr val="FF00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grpSp>
        <p:nvGrpSpPr>
          <p:cNvPr id="124" name="グループ化 123">
            <a:extLst>
              <a:ext uri="{FF2B5EF4-FFF2-40B4-BE49-F238E27FC236}">
                <a16:creationId xmlns:a16="http://schemas.microsoft.com/office/drawing/2014/main" id="{4961FA8C-5906-6C7D-8790-26517867BFAC}"/>
              </a:ext>
            </a:extLst>
          </p:cNvPr>
          <p:cNvGrpSpPr/>
          <p:nvPr/>
        </p:nvGrpSpPr>
        <p:grpSpPr>
          <a:xfrm>
            <a:off x="3621875" y="1588680"/>
            <a:ext cx="1005403" cy="708107"/>
            <a:chOff x="903889" y="1561110"/>
            <a:chExt cx="1005403" cy="708107"/>
          </a:xfrm>
        </p:grpSpPr>
        <p:grpSp>
          <p:nvGrpSpPr>
            <p:cNvPr id="126" name="グループ化 125">
              <a:extLst>
                <a:ext uri="{FF2B5EF4-FFF2-40B4-BE49-F238E27FC236}">
                  <a16:creationId xmlns:a16="http://schemas.microsoft.com/office/drawing/2014/main" id="{A052DB09-FB2B-4D9E-44FC-BD20A87C88B5}"/>
                </a:ext>
              </a:extLst>
            </p:cNvPr>
            <p:cNvGrpSpPr/>
            <p:nvPr/>
          </p:nvGrpSpPr>
          <p:grpSpPr>
            <a:xfrm>
              <a:off x="903889" y="1624031"/>
              <a:ext cx="1005403" cy="612648"/>
              <a:chOff x="981599" y="1624031"/>
              <a:chExt cx="1005403" cy="612648"/>
            </a:xfrm>
          </p:grpSpPr>
          <p:sp>
            <p:nvSpPr>
              <p:cNvPr id="133" name="フローチャート: 他ページ結合子 132">
                <a:extLst>
                  <a:ext uri="{FF2B5EF4-FFF2-40B4-BE49-F238E27FC236}">
                    <a16:creationId xmlns:a16="http://schemas.microsoft.com/office/drawing/2014/main" id="{F7139D87-6F9D-D0E1-51FD-8A070B61ECFE}"/>
                  </a:ext>
                </a:extLst>
              </p:cNvPr>
              <p:cNvSpPr/>
              <p:nvPr/>
            </p:nvSpPr>
            <p:spPr>
              <a:xfrm>
                <a:off x="1013848" y="1624031"/>
                <a:ext cx="940905" cy="612648"/>
              </a:xfrm>
              <a:prstGeom prst="flowChartOffpageConnector">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4" name="テキスト ボックス 133">
                <a:extLst>
                  <a:ext uri="{FF2B5EF4-FFF2-40B4-BE49-F238E27FC236}">
                    <a16:creationId xmlns:a16="http://schemas.microsoft.com/office/drawing/2014/main" id="{E682635F-6D0C-4332-DA57-46D38276353C}"/>
                  </a:ext>
                </a:extLst>
              </p:cNvPr>
              <p:cNvSpPr txBox="1"/>
              <p:nvPr/>
            </p:nvSpPr>
            <p:spPr>
              <a:xfrm>
                <a:off x="981599" y="1707423"/>
                <a:ext cx="1005403" cy="338554"/>
              </a:xfrm>
              <a:prstGeom prst="rect">
                <a:avLst/>
              </a:prstGeom>
              <a:noFill/>
            </p:spPr>
            <p:txBody>
              <a:bodyPr wrap="none" rtlCol="0">
                <a:spAutoFit/>
              </a:bodyPr>
              <a:lstStyle/>
              <a:p>
                <a:pPr algn="ctr"/>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入れ替え</a:t>
                </a: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28" name="グループ化 127">
              <a:extLst>
                <a:ext uri="{FF2B5EF4-FFF2-40B4-BE49-F238E27FC236}">
                  <a16:creationId xmlns:a16="http://schemas.microsoft.com/office/drawing/2014/main" id="{E4AFF033-7448-2246-F648-38F8774F9A89}"/>
                </a:ext>
              </a:extLst>
            </p:cNvPr>
            <p:cNvGrpSpPr/>
            <p:nvPr/>
          </p:nvGrpSpPr>
          <p:grpSpPr>
            <a:xfrm>
              <a:off x="1052537" y="1561110"/>
              <a:ext cx="708107" cy="708107"/>
              <a:chOff x="4374416" y="4170056"/>
              <a:chExt cx="914400" cy="914400"/>
            </a:xfrm>
          </p:grpSpPr>
          <p:sp>
            <p:nvSpPr>
              <p:cNvPr id="131" name="楕円 130">
                <a:extLst>
                  <a:ext uri="{FF2B5EF4-FFF2-40B4-BE49-F238E27FC236}">
                    <a16:creationId xmlns:a16="http://schemas.microsoft.com/office/drawing/2014/main" id="{92981B82-613D-8DA0-938F-F7406A524B6C}"/>
                  </a:ext>
                </a:extLst>
              </p:cNvPr>
              <p:cNvSpPr/>
              <p:nvPr/>
            </p:nvSpPr>
            <p:spPr>
              <a:xfrm>
                <a:off x="4374416" y="4170056"/>
                <a:ext cx="914400" cy="914400"/>
              </a:xfrm>
              <a:prstGeom prst="ellipse">
                <a:avLst/>
              </a:prstGeom>
              <a:noFill/>
              <a:ln>
                <a:solidFill>
                  <a:srgbClr val="FF00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2" name="楕円 131">
                <a:extLst>
                  <a:ext uri="{FF2B5EF4-FFF2-40B4-BE49-F238E27FC236}">
                    <a16:creationId xmlns:a16="http://schemas.microsoft.com/office/drawing/2014/main" id="{4BA79172-1FF3-3740-884F-8BD55FFC6701}"/>
                  </a:ext>
                </a:extLst>
              </p:cNvPr>
              <p:cNvSpPr/>
              <p:nvPr/>
            </p:nvSpPr>
            <p:spPr>
              <a:xfrm>
                <a:off x="4575005" y="4370645"/>
                <a:ext cx="513222" cy="513222"/>
              </a:xfrm>
              <a:prstGeom prst="ellipse">
                <a:avLst/>
              </a:prstGeom>
              <a:noFill/>
              <a:ln>
                <a:solidFill>
                  <a:srgbClr val="FF00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grpSp>
        <p:nvGrpSpPr>
          <p:cNvPr id="135" name="グループ化 134">
            <a:extLst>
              <a:ext uri="{FF2B5EF4-FFF2-40B4-BE49-F238E27FC236}">
                <a16:creationId xmlns:a16="http://schemas.microsoft.com/office/drawing/2014/main" id="{ACBB0BA0-FDEE-FE1C-676A-4050CC50AB17}"/>
              </a:ext>
            </a:extLst>
          </p:cNvPr>
          <p:cNvGrpSpPr/>
          <p:nvPr/>
        </p:nvGrpSpPr>
        <p:grpSpPr>
          <a:xfrm>
            <a:off x="4980869" y="1588680"/>
            <a:ext cx="1005403" cy="708107"/>
            <a:chOff x="903889" y="1561110"/>
            <a:chExt cx="1005403" cy="708107"/>
          </a:xfrm>
        </p:grpSpPr>
        <p:grpSp>
          <p:nvGrpSpPr>
            <p:cNvPr id="136" name="グループ化 135">
              <a:extLst>
                <a:ext uri="{FF2B5EF4-FFF2-40B4-BE49-F238E27FC236}">
                  <a16:creationId xmlns:a16="http://schemas.microsoft.com/office/drawing/2014/main" id="{C6DEFBA8-F3EF-F926-5AD7-B678FE02BE0E}"/>
                </a:ext>
              </a:extLst>
            </p:cNvPr>
            <p:cNvGrpSpPr/>
            <p:nvPr/>
          </p:nvGrpSpPr>
          <p:grpSpPr>
            <a:xfrm>
              <a:off x="903889" y="1624031"/>
              <a:ext cx="1005403" cy="612648"/>
              <a:chOff x="981599" y="1624031"/>
              <a:chExt cx="1005403" cy="612648"/>
            </a:xfrm>
          </p:grpSpPr>
          <p:sp>
            <p:nvSpPr>
              <p:cNvPr id="140" name="フローチャート: 他ページ結合子 139">
                <a:extLst>
                  <a:ext uri="{FF2B5EF4-FFF2-40B4-BE49-F238E27FC236}">
                    <a16:creationId xmlns:a16="http://schemas.microsoft.com/office/drawing/2014/main" id="{1DAC7F36-67F7-5A29-B83A-57D2AB6ABB2B}"/>
                  </a:ext>
                </a:extLst>
              </p:cNvPr>
              <p:cNvSpPr/>
              <p:nvPr/>
            </p:nvSpPr>
            <p:spPr>
              <a:xfrm>
                <a:off x="1013848" y="1624031"/>
                <a:ext cx="940905" cy="612648"/>
              </a:xfrm>
              <a:prstGeom prst="flowChartOffpageConnector">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1" name="テキスト ボックス 140">
                <a:extLst>
                  <a:ext uri="{FF2B5EF4-FFF2-40B4-BE49-F238E27FC236}">
                    <a16:creationId xmlns:a16="http://schemas.microsoft.com/office/drawing/2014/main" id="{ADF6C53F-E1CD-DABE-76F1-F370F426FE46}"/>
                  </a:ext>
                </a:extLst>
              </p:cNvPr>
              <p:cNvSpPr txBox="1"/>
              <p:nvPr/>
            </p:nvSpPr>
            <p:spPr>
              <a:xfrm>
                <a:off x="981599" y="1707423"/>
                <a:ext cx="1005403" cy="338554"/>
              </a:xfrm>
              <a:prstGeom prst="rect">
                <a:avLst/>
              </a:prstGeom>
              <a:noFill/>
            </p:spPr>
            <p:txBody>
              <a:bodyPr wrap="none" rtlCol="0">
                <a:spAutoFit/>
              </a:bodyPr>
              <a:lstStyle/>
              <a:p>
                <a:pPr algn="ctr"/>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入れ替え</a:t>
                </a: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37" name="グループ化 136">
              <a:extLst>
                <a:ext uri="{FF2B5EF4-FFF2-40B4-BE49-F238E27FC236}">
                  <a16:creationId xmlns:a16="http://schemas.microsoft.com/office/drawing/2014/main" id="{F4D73561-81E0-4444-358F-A6FB6D1D6F84}"/>
                </a:ext>
              </a:extLst>
            </p:cNvPr>
            <p:cNvGrpSpPr/>
            <p:nvPr/>
          </p:nvGrpSpPr>
          <p:grpSpPr>
            <a:xfrm>
              <a:off x="1052537" y="1561110"/>
              <a:ext cx="708107" cy="708107"/>
              <a:chOff x="4374416" y="4170056"/>
              <a:chExt cx="914400" cy="914400"/>
            </a:xfrm>
          </p:grpSpPr>
          <p:sp>
            <p:nvSpPr>
              <p:cNvPr id="138" name="楕円 137">
                <a:extLst>
                  <a:ext uri="{FF2B5EF4-FFF2-40B4-BE49-F238E27FC236}">
                    <a16:creationId xmlns:a16="http://schemas.microsoft.com/office/drawing/2014/main" id="{23ECB7AD-E568-07CC-CD10-BED9D76C8E03}"/>
                  </a:ext>
                </a:extLst>
              </p:cNvPr>
              <p:cNvSpPr/>
              <p:nvPr/>
            </p:nvSpPr>
            <p:spPr>
              <a:xfrm>
                <a:off x="4374416" y="4170056"/>
                <a:ext cx="914400" cy="914400"/>
              </a:xfrm>
              <a:prstGeom prst="ellipse">
                <a:avLst/>
              </a:prstGeom>
              <a:noFill/>
              <a:ln>
                <a:solidFill>
                  <a:srgbClr val="FF00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9" name="楕円 138">
                <a:extLst>
                  <a:ext uri="{FF2B5EF4-FFF2-40B4-BE49-F238E27FC236}">
                    <a16:creationId xmlns:a16="http://schemas.microsoft.com/office/drawing/2014/main" id="{BB92C2F7-35D1-24DD-17A8-F5371FC617C1}"/>
                  </a:ext>
                </a:extLst>
              </p:cNvPr>
              <p:cNvSpPr/>
              <p:nvPr/>
            </p:nvSpPr>
            <p:spPr>
              <a:xfrm>
                <a:off x="4575005" y="4370645"/>
                <a:ext cx="513222" cy="513222"/>
              </a:xfrm>
              <a:prstGeom prst="ellipse">
                <a:avLst/>
              </a:prstGeom>
              <a:noFill/>
              <a:ln>
                <a:solidFill>
                  <a:srgbClr val="FF00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grpSp>
        <p:nvGrpSpPr>
          <p:cNvPr id="26" name="グループ化 25">
            <a:extLst>
              <a:ext uri="{FF2B5EF4-FFF2-40B4-BE49-F238E27FC236}">
                <a16:creationId xmlns:a16="http://schemas.microsoft.com/office/drawing/2014/main" id="{F07CBC90-583D-11D2-0BEE-A842AE9955CC}"/>
              </a:ext>
            </a:extLst>
          </p:cNvPr>
          <p:cNvGrpSpPr/>
          <p:nvPr/>
        </p:nvGrpSpPr>
        <p:grpSpPr>
          <a:xfrm>
            <a:off x="6847854" y="5498744"/>
            <a:ext cx="4556517" cy="732910"/>
            <a:chOff x="6847854" y="5498744"/>
            <a:chExt cx="4556517" cy="732910"/>
          </a:xfrm>
        </p:grpSpPr>
        <p:sp>
          <p:nvSpPr>
            <p:cNvPr id="142" name="矢印: 五方向 141">
              <a:extLst>
                <a:ext uri="{FF2B5EF4-FFF2-40B4-BE49-F238E27FC236}">
                  <a16:creationId xmlns:a16="http://schemas.microsoft.com/office/drawing/2014/main" id="{1892E223-B15C-7482-3A58-D8572B1D77FF}"/>
                </a:ext>
              </a:extLst>
            </p:cNvPr>
            <p:cNvSpPr/>
            <p:nvPr/>
          </p:nvSpPr>
          <p:spPr>
            <a:xfrm>
              <a:off x="9327302" y="5507053"/>
              <a:ext cx="2077069" cy="710476"/>
            </a:xfrm>
            <a:prstGeom prst="homePlate">
              <a:avLst/>
            </a:prstGeom>
            <a:solidFill>
              <a:srgbClr val="FF00FF">
                <a:alpha val="6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latin typeface="原稿用標準書体" panose="03000503000000000000" pitchFamily="66" charset="-128"/>
                <a:ea typeface="原稿用標準書体" panose="03000503000000000000" pitchFamily="66" charset="-128"/>
              </a:endParaRPr>
            </a:p>
          </p:txBody>
        </p:sp>
        <p:sp>
          <p:nvSpPr>
            <p:cNvPr id="143" name="矢印: 五方向 142">
              <a:extLst>
                <a:ext uri="{FF2B5EF4-FFF2-40B4-BE49-F238E27FC236}">
                  <a16:creationId xmlns:a16="http://schemas.microsoft.com/office/drawing/2014/main" id="{2C3F06EA-A108-A3C4-F34D-D2E04DFF93B0}"/>
                </a:ext>
              </a:extLst>
            </p:cNvPr>
            <p:cNvSpPr/>
            <p:nvPr/>
          </p:nvSpPr>
          <p:spPr>
            <a:xfrm flipH="1">
              <a:off x="6847854" y="5507053"/>
              <a:ext cx="2077070" cy="710476"/>
            </a:xfrm>
            <a:prstGeom prst="homePlate">
              <a:avLst/>
            </a:prstGeom>
            <a:solidFill>
              <a:schemeClr val="tx1">
                <a:lumMod val="95000"/>
                <a:lumOff val="5000"/>
                <a:alpha val="6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latin typeface="原稿用標準書体" panose="03000503000000000000" pitchFamily="66" charset="-128"/>
                <a:ea typeface="原稿用標準書体" panose="03000503000000000000" pitchFamily="66" charset="-128"/>
              </a:endParaRPr>
            </a:p>
          </p:txBody>
        </p:sp>
        <p:grpSp>
          <p:nvGrpSpPr>
            <p:cNvPr id="144" name="グループ化 143">
              <a:extLst>
                <a:ext uri="{FF2B5EF4-FFF2-40B4-BE49-F238E27FC236}">
                  <a16:creationId xmlns:a16="http://schemas.microsoft.com/office/drawing/2014/main" id="{E6BE4572-EA8C-6C85-9D39-BB02E7198738}"/>
                </a:ext>
              </a:extLst>
            </p:cNvPr>
            <p:cNvGrpSpPr/>
            <p:nvPr/>
          </p:nvGrpSpPr>
          <p:grpSpPr>
            <a:xfrm>
              <a:off x="6901145" y="5498744"/>
              <a:ext cx="1645326" cy="732910"/>
              <a:chOff x="163586" y="134635"/>
              <a:chExt cx="3134182" cy="1396119"/>
            </a:xfrm>
          </p:grpSpPr>
          <p:sp>
            <p:nvSpPr>
              <p:cNvPr id="147" name="テキスト ボックス 146">
                <a:extLst>
                  <a:ext uri="{FF2B5EF4-FFF2-40B4-BE49-F238E27FC236}">
                    <a16:creationId xmlns:a16="http://schemas.microsoft.com/office/drawing/2014/main" id="{234326EC-8A7F-F39A-AD18-49F99C465021}"/>
                  </a:ext>
                </a:extLst>
              </p:cNvPr>
              <p:cNvSpPr txBox="1"/>
              <p:nvPr/>
            </p:nvSpPr>
            <p:spPr>
              <a:xfrm>
                <a:off x="2066572" y="480925"/>
                <a:ext cx="1231196" cy="703540"/>
              </a:xfrm>
              <a:prstGeom prst="rect">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戻る</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148" name="グループ化 147">
                <a:extLst>
                  <a:ext uri="{FF2B5EF4-FFF2-40B4-BE49-F238E27FC236}">
                    <a16:creationId xmlns:a16="http://schemas.microsoft.com/office/drawing/2014/main" id="{9D4D564A-5F85-FCA0-E911-8AF40930FA45}"/>
                  </a:ext>
                </a:extLst>
              </p:cNvPr>
              <p:cNvGrpSpPr/>
              <p:nvPr/>
            </p:nvGrpSpPr>
            <p:grpSpPr>
              <a:xfrm>
                <a:off x="163586" y="134635"/>
                <a:ext cx="1975684" cy="1396119"/>
                <a:chOff x="163586" y="134635"/>
                <a:chExt cx="1975684" cy="1396119"/>
              </a:xfrm>
            </p:grpSpPr>
            <p:grpSp>
              <p:nvGrpSpPr>
                <p:cNvPr id="149" name="グループ化 148">
                  <a:extLst>
                    <a:ext uri="{FF2B5EF4-FFF2-40B4-BE49-F238E27FC236}">
                      <a16:creationId xmlns:a16="http://schemas.microsoft.com/office/drawing/2014/main" id="{8F57515A-154E-A5EA-FD8E-C604BC04F4C8}"/>
                    </a:ext>
                  </a:extLst>
                </p:cNvPr>
                <p:cNvGrpSpPr/>
                <p:nvPr/>
              </p:nvGrpSpPr>
              <p:grpSpPr>
                <a:xfrm>
                  <a:off x="163586" y="134635"/>
                  <a:ext cx="1975684" cy="1396119"/>
                  <a:chOff x="163586" y="134635"/>
                  <a:chExt cx="1975684" cy="1396119"/>
                </a:xfrm>
              </p:grpSpPr>
              <p:pic>
                <p:nvPicPr>
                  <p:cNvPr id="151" name="図 150">
                    <a:extLst>
                      <a:ext uri="{FF2B5EF4-FFF2-40B4-BE49-F238E27FC236}">
                        <a16:creationId xmlns:a16="http://schemas.microsoft.com/office/drawing/2014/main" id="{E68267E1-972D-DDA3-1193-18F5704E209C}"/>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152" name="楕円 151">
                    <a:extLst>
                      <a:ext uri="{FF2B5EF4-FFF2-40B4-BE49-F238E27FC236}">
                        <a16:creationId xmlns:a16="http://schemas.microsoft.com/office/drawing/2014/main" id="{B06E8F6F-B0CF-E374-0C5A-71CBD3C18ADC}"/>
                      </a:ext>
                    </a:extLst>
                  </p:cNvPr>
                  <p:cNvSpPr/>
                  <p:nvPr/>
                </p:nvSpPr>
                <p:spPr>
                  <a:xfrm>
                    <a:off x="836705" y="560292"/>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150" name="図 149">
                  <a:extLst>
                    <a:ext uri="{FF2B5EF4-FFF2-40B4-BE49-F238E27FC236}">
                      <a16:creationId xmlns:a16="http://schemas.microsoft.com/office/drawing/2014/main" id="{1C49289D-3AB8-E355-804F-57AC66C750E5}"/>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sp>
          <p:nvSpPr>
            <p:cNvPr id="145" name="テキスト ボックス 144">
              <a:extLst>
                <a:ext uri="{FF2B5EF4-FFF2-40B4-BE49-F238E27FC236}">
                  <a16:creationId xmlns:a16="http://schemas.microsoft.com/office/drawing/2014/main" id="{4F6C1C60-F3D8-F31B-3D68-6D1C9236D44A}"/>
                </a:ext>
              </a:extLst>
            </p:cNvPr>
            <p:cNvSpPr txBox="1"/>
            <p:nvPr/>
          </p:nvSpPr>
          <p:spPr>
            <a:xfrm>
              <a:off x="9503466" y="5680533"/>
              <a:ext cx="1338828" cy="369332"/>
            </a:xfrm>
            <a:prstGeom prst="rect">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ゲート進入</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46" name="二等辺三角形 145">
              <a:extLst>
                <a:ext uri="{FF2B5EF4-FFF2-40B4-BE49-F238E27FC236}">
                  <a16:creationId xmlns:a16="http://schemas.microsoft.com/office/drawing/2014/main" id="{DFEC3333-1C9E-55D2-FECA-3CB7DEBE4CCA}"/>
                </a:ext>
              </a:extLst>
            </p:cNvPr>
            <p:cNvSpPr/>
            <p:nvPr/>
          </p:nvSpPr>
          <p:spPr>
            <a:xfrm rot="5400000">
              <a:off x="10948049" y="5733145"/>
              <a:ext cx="299620" cy="258293"/>
            </a:xfrm>
            <a:prstGeom prst="triangl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Tree>
    <p:extLst>
      <p:ext uri="{BB962C8B-B14F-4D97-AF65-F5344CB8AC3E}">
        <p14:creationId xmlns:p14="http://schemas.microsoft.com/office/powerpoint/2010/main" val="2929783088"/>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gradFill>
          <a:gsLst>
            <a:gs pos="0">
              <a:schemeClr val="tx1">
                <a:lumMod val="85000"/>
                <a:lumOff val="15000"/>
              </a:schemeClr>
            </a:gs>
            <a:gs pos="23000">
              <a:schemeClr val="accent6">
                <a:lumMod val="89000"/>
              </a:schemeClr>
            </a:gs>
            <a:gs pos="69000">
              <a:schemeClr val="accent6">
                <a:lumMod val="75000"/>
              </a:schemeClr>
            </a:gs>
            <a:gs pos="97000">
              <a:schemeClr val="tx1">
                <a:lumMod val="85000"/>
                <a:lumOff val="15000"/>
              </a:schemeClr>
            </a:gs>
          </a:gsLst>
          <a:path path="circle">
            <a:fillToRect l="50000" t="50000" r="50000" b="50000"/>
          </a:path>
        </a:gradFill>
        <a:effectLst/>
      </p:bgPr>
    </p:bg>
    <p:spTree>
      <p:nvGrpSpPr>
        <p:cNvPr id="1" name="">
          <a:extLst>
            <a:ext uri="{FF2B5EF4-FFF2-40B4-BE49-F238E27FC236}">
              <a16:creationId xmlns:a16="http://schemas.microsoft.com/office/drawing/2014/main" id="{5A074ED3-88BB-85EF-93A0-6C3F7A561798}"/>
            </a:ext>
          </a:extLst>
        </p:cNvPr>
        <p:cNvGrpSpPr/>
        <p:nvPr/>
      </p:nvGrpSpPr>
      <p:grpSpPr>
        <a:xfrm>
          <a:off x="0" y="0"/>
          <a:ext cx="0" cy="0"/>
          <a:chOff x="0" y="0"/>
          <a:chExt cx="0" cy="0"/>
        </a:xfrm>
      </p:grpSpPr>
      <p:sp>
        <p:nvSpPr>
          <p:cNvPr id="6" name="四角形: 角を丸くする 5">
            <a:extLst>
              <a:ext uri="{FF2B5EF4-FFF2-40B4-BE49-F238E27FC236}">
                <a16:creationId xmlns:a16="http://schemas.microsoft.com/office/drawing/2014/main" id="{27CB23AB-614F-9466-8C32-BC031013A9A7}"/>
              </a:ext>
            </a:extLst>
          </p:cNvPr>
          <p:cNvSpPr/>
          <p:nvPr/>
        </p:nvSpPr>
        <p:spPr>
          <a:xfrm>
            <a:off x="6645728" y="445192"/>
            <a:ext cx="4960773" cy="5950564"/>
          </a:xfrm>
          <a:prstGeom prst="roundRect">
            <a:avLst>
              <a:gd name="adj" fmla="val 2570"/>
            </a:avLst>
          </a:prstGeom>
          <a:solidFill>
            <a:schemeClr val="tx1">
              <a:lumMod val="50000"/>
              <a:lumOff val="5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0" name="四角形: 角を丸くする 49">
            <a:extLst>
              <a:ext uri="{FF2B5EF4-FFF2-40B4-BE49-F238E27FC236}">
                <a16:creationId xmlns:a16="http://schemas.microsoft.com/office/drawing/2014/main" id="{65E496C9-558E-6D2B-1A49-60197E76BAFD}"/>
              </a:ext>
            </a:extLst>
          </p:cNvPr>
          <p:cNvSpPr/>
          <p:nvPr/>
        </p:nvSpPr>
        <p:spPr>
          <a:xfrm>
            <a:off x="10013585" y="619038"/>
            <a:ext cx="1422938" cy="1458109"/>
          </a:xfrm>
          <a:prstGeom prst="roundRect">
            <a:avLst>
              <a:gd name="adj" fmla="val 4721"/>
            </a:avLst>
          </a:prstGeom>
          <a:solidFill>
            <a:schemeClr val="bg1">
              <a:lumMod val="6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 name="四角形: 角を丸くする 3">
            <a:extLst>
              <a:ext uri="{FF2B5EF4-FFF2-40B4-BE49-F238E27FC236}">
                <a16:creationId xmlns:a16="http://schemas.microsoft.com/office/drawing/2014/main" id="{AE077843-7EA4-DAA8-A088-447C6222EA0D}"/>
              </a:ext>
            </a:extLst>
          </p:cNvPr>
          <p:cNvSpPr/>
          <p:nvPr/>
        </p:nvSpPr>
        <p:spPr>
          <a:xfrm>
            <a:off x="6815498" y="619037"/>
            <a:ext cx="1422938" cy="1458109"/>
          </a:xfrm>
          <a:prstGeom prst="roundRect">
            <a:avLst>
              <a:gd name="adj" fmla="val 4721"/>
            </a:avLst>
          </a:prstGeom>
          <a:solidFill>
            <a:schemeClr val="bg1">
              <a:lumMod val="7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 name="フリーフォーム: 図形 9">
            <a:extLst>
              <a:ext uri="{FF2B5EF4-FFF2-40B4-BE49-F238E27FC236}">
                <a16:creationId xmlns:a16="http://schemas.microsoft.com/office/drawing/2014/main" id="{2C54465F-D90A-9035-3DD9-8400E5F1918D}"/>
              </a:ext>
            </a:extLst>
          </p:cNvPr>
          <p:cNvSpPr/>
          <p:nvPr/>
        </p:nvSpPr>
        <p:spPr>
          <a:xfrm>
            <a:off x="6812549" y="619037"/>
            <a:ext cx="4616684" cy="4732654"/>
          </a:xfrm>
          <a:custGeom>
            <a:avLst/>
            <a:gdLst>
              <a:gd name="csX0" fmla="*/ 1668013 w 4616684"/>
              <a:gd name="csY0" fmla="*/ 0 h 4732654"/>
              <a:gd name="csX1" fmla="*/ 2956597 w 4616684"/>
              <a:gd name="csY1" fmla="*/ 0 h 4732654"/>
              <a:gd name="csX2" fmla="*/ 3023774 w 4616684"/>
              <a:gd name="csY2" fmla="*/ 67177 h 4732654"/>
              <a:gd name="csX3" fmla="*/ 3023774 w 4616684"/>
              <a:gd name="csY3" fmla="*/ 539508 h 4732654"/>
              <a:gd name="csX4" fmla="*/ 4418726 w 4616684"/>
              <a:gd name="csY4" fmla="*/ 539508 h 4732654"/>
              <a:gd name="csX5" fmla="*/ 4616684 w 4616684"/>
              <a:gd name="csY5" fmla="*/ 737466 h 4732654"/>
              <a:gd name="csX6" fmla="*/ 4616684 w 4616684"/>
              <a:gd name="csY6" fmla="*/ 4534696 h 4732654"/>
              <a:gd name="csX7" fmla="*/ 4418726 w 4616684"/>
              <a:gd name="csY7" fmla="*/ 4732654 h 4732654"/>
              <a:gd name="csX8" fmla="*/ 197958 w 4616684"/>
              <a:gd name="csY8" fmla="*/ 4732654 h 4732654"/>
              <a:gd name="csX9" fmla="*/ 0 w 4616684"/>
              <a:gd name="csY9" fmla="*/ 4534696 h 4732654"/>
              <a:gd name="csX10" fmla="*/ 0 w 4616684"/>
              <a:gd name="csY10" fmla="*/ 737466 h 4732654"/>
              <a:gd name="csX11" fmla="*/ 197958 w 4616684"/>
              <a:gd name="csY11" fmla="*/ 539508 h 4732654"/>
              <a:gd name="csX12" fmla="*/ 1600836 w 4616684"/>
              <a:gd name="csY12" fmla="*/ 539508 h 4732654"/>
              <a:gd name="csX13" fmla="*/ 1600836 w 4616684"/>
              <a:gd name="csY13" fmla="*/ 67177 h 4732654"/>
              <a:gd name="csX14" fmla="*/ 1668013 w 4616684"/>
              <a:gd name="csY14" fmla="*/ 0 h 473265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4616684" h="4732654">
                <a:moveTo>
                  <a:pt x="1668013" y="0"/>
                </a:moveTo>
                <a:lnTo>
                  <a:pt x="2956597" y="0"/>
                </a:lnTo>
                <a:cubicBezTo>
                  <a:pt x="2993698" y="0"/>
                  <a:pt x="3023774" y="30076"/>
                  <a:pt x="3023774" y="67177"/>
                </a:cubicBezTo>
                <a:lnTo>
                  <a:pt x="3023774" y="539508"/>
                </a:lnTo>
                <a:lnTo>
                  <a:pt x="4418726" y="539508"/>
                </a:lnTo>
                <a:cubicBezTo>
                  <a:pt x="4528055" y="539508"/>
                  <a:pt x="4616684" y="628137"/>
                  <a:pt x="4616684" y="737466"/>
                </a:cubicBezTo>
                <a:lnTo>
                  <a:pt x="4616684" y="4534696"/>
                </a:lnTo>
                <a:cubicBezTo>
                  <a:pt x="4616684" y="4644025"/>
                  <a:pt x="4528055" y="4732654"/>
                  <a:pt x="4418726" y="4732654"/>
                </a:cubicBezTo>
                <a:lnTo>
                  <a:pt x="197958" y="4732654"/>
                </a:lnTo>
                <a:cubicBezTo>
                  <a:pt x="88629" y="4732654"/>
                  <a:pt x="0" y="4644025"/>
                  <a:pt x="0" y="4534696"/>
                </a:cubicBezTo>
                <a:lnTo>
                  <a:pt x="0" y="737466"/>
                </a:lnTo>
                <a:cubicBezTo>
                  <a:pt x="0" y="628137"/>
                  <a:pt x="88629" y="539508"/>
                  <a:pt x="197958" y="539508"/>
                </a:cubicBezTo>
                <a:lnTo>
                  <a:pt x="1600836" y="539508"/>
                </a:lnTo>
                <a:lnTo>
                  <a:pt x="1600836" y="67177"/>
                </a:lnTo>
                <a:cubicBezTo>
                  <a:pt x="1600836" y="30076"/>
                  <a:pt x="1630912" y="0"/>
                  <a:pt x="1668013" y="0"/>
                </a:cubicBezTo>
                <a:close/>
              </a:path>
            </a:pathLst>
          </a:custGeom>
          <a:solidFill>
            <a:schemeClr val="bg1">
              <a:lumMod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 name="四角形: 角を丸くする 8">
            <a:extLst>
              <a:ext uri="{FF2B5EF4-FFF2-40B4-BE49-F238E27FC236}">
                <a16:creationId xmlns:a16="http://schemas.microsoft.com/office/drawing/2014/main" id="{C359A4CD-8378-6B48-4BDC-C7D3F743051F}"/>
              </a:ext>
            </a:extLst>
          </p:cNvPr>
          <p:cNvSpPr/>
          <p:nvPr/>
        </p:nvSpPr>
        <p:spPr>
          <a:xfrm>
            <a:off x="585498" y="445192"/>
            <a:ext cx="5710332" cy="5967615"/>
          </a:xfrm>
          <a:prstGeom prst="roundRect">
            <a:avLst>
              <a:gd name="adj" fmla="val 2174"/>
            </a:avLst>
          </a:prstGeom>
          <a:solidFill>
            <a:schemeClr val="accent6">
              <a:lumMod val="40000"/>
              <a:lumOff val="6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 name="テキスト ボックス 4">
            <a:extLst>
              <a:ext uri="{FF2B5EF4-FFF2-40B4-BE49-F238E27FC236}">
                <a16:creationId xmlns:a16="http://schemas.microsoft.com/office/drawing/2014/main" id="{EA6502B5-0A5F-5FC3-E94F-2933AE7C3A9E}"/>
              </a:ext>
            </a:extLst>
          </p:cNvPr>
          <p:cNvSpPr txBox="1"/>
          <p:nvPr/>
        </p:nvSpPr>
        <p:spPr>
          <a:xfrm>
            <a:off x="820249" y="529494"/>
            <a:ext cx="4685898" cy="646331"/>
          </a:xfrm>
          <a:prstGeom prst="rect">
            <a:avLst/>
          </a:prstGeom>
          <a:noFill/>
        </p:spPr>
        <p:txBody>
          <a:bodyPr wrap="none" rtlCol="0">
            <a:spAutoFit/>
          </a:bodyPr>
          <a:lstStyle/>
          <a:p>
            <a:r>
              <a:rPr lang="ja-JP" altLang="en-US" sz="3600" dirty="0">
                <a:solidFill>
                  <a:schemeClr val="tx1">
                    <a:lumMod val="75000"/>
                    <a:lumOff val="25000"/>
                  </a:schemeClr>
                </a:solidFill>
                <a:latin typeface="原稿用標準書体" panose="03000503000000000000" pitchFamily="66" charset="-128"/>
                <a:ea typeface="原稿用標準書体" panose="03000503000000000000" pitchFamily="66" charset="-128"/>
              </a:rPr>
              <a:t>前衛</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ATK+20%</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、注目度</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+4</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、回避率</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-20%</a:t>
            </a:r>
            <a:endParaRPr kumimoji="1" lang="ja-JP" altLang="en-US" sz="3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12" name="四角形: 角を丸くする 11">
            <a:extLst>
              <a:ext uri="{FF2B5EF4-FFF2-40B4-BE49-F238E27FC236}">
                <a16:creationId xmlns:a16="http://schemas.microsoft.com/office/drawing/2014/main" id="{2844F9F1-D4F5-6AAD-D910-B79EECBECCBE}"/>
              </a:ext>
            </a:extLst>
          </p:cNvPr>
          <p:cNvSpPr/>
          <p:nvPr/>
        </p:nvSpPr>
        <p:spPr>
          <a:xfrm>
            <a:off x="789688" y="1318039"/>
            <a:ext cx="1233805" cy="1230022"/>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3" name="四角形: 角を丸くする 12">
            <a:extLst>
              <a:ext uri="{FF2B5EF4-FFF2-40B4-BE49-F238E27FC236}">
                <a16:creationId xmlns:a16="http://schemas.microsoft.com/office/drawing/2014/main" id="{D175A821-C74A-E15C-B0E5-B2C6555183F2}"/>
              </a:ext>
            </a:extLst>
          </p:cNvPr>
          <p:cNvSpPr/>
          <p:nvPr/>
        </p:nvSpPr>
        <p:spPr>
          <a:xfrm>
            <a:off x="2145737" y="1318039"/>
            <a:ext cx="1233805" cy="1230022"/>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4" name="四角形: 角を丸くする 13">
            <a:extLst>
              <a:ext uri="{FF2B5EF4-FFF2-40B4-BE49-F238E27FC236}">
                <a16:creationId xmlns:a16="http://schemas.microsoft.com/office/drawing/2014/main" id="{DD3A8A76-0E84-5332-6ABD-B16852C350F4}"/>
              </a:ext>
            </a:extLst>
          </p:cNvPr>
          <p:cNvSpPr/>
          <p:nvPr/>
        </p:nvSpPr>
        <p:spPr>
          <a:xfrm>
            <a:off x="3501786" y="1318039"/>
            <a:ext cx="1233805" cy="1230022"/>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5" name="四角形: 角を丸くする 14">
            <a:extLst>
              <a:ext uri="{FF2B5EF4-FFF2-40B4-BE49-F238E27FC236}">
                <a16:creationId xmlns:a16="http://schemas.microsoft.com/office/drawing/2014/main" id="{E8554EA5-BB61-CFD2-5786-64E599CDBA19}"/>
              </a:ext>
            </a:extLst>
          </p:cNvPr>
          <p:cNvSpPr/>
          <p:nvPr/>
        </p:nvSpPr>
        <p:spPr>
          <a:xfrm>
            <a:off x="4857835" y="1318039"/>
            <a:ext cx="1233805" cy="1230022"/>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1" name="テキスト ボックス 10">
            <a:extLst>
              <a:ext uri="{FF2B5EF4-FFF2-40B4-BE49-F238E27FC236}">
                <a16:creationId xmlns:a16="http://schemas.microsoft.com/office/drawing/2014/main" id="{18E5F6F2-0DA7-C73B-02D2-7A101984B411}"/>
              </a:ext>
            </a:extLst>
          </p:cNvPr>
          <p:cNvSpPr txBox="1"/>
          <p:nvPr/>
        </p:nvSpPr>
        <p:spPr>
          <a:xfrm>
            <a:off x="820249" y="3523725"/>
            <a:ext cx="4685898" cy="646331"/>
          </a:xfrm>
          <a:prstGeom prst="rect">
            <a:avLst/>
          </a:prstGeom>
          <a:noFill/>
        </p:spPr>
        <p:txBody>
          <a:bodyPr wrap="none" rtlCol="0">
            <a:spAutoFit/>
          </a:bodyPr>
          <a:lstStyle/>
          <a:p>
            <a:r>
              <a:rPr lang="ja-JP" altLang="en-US" sz="3600" dirty="0">
                <a:solidFill>
                  <a:schemeClr val="bg1">
                    <a:lumMod val="95000"/>
                  </a:schemeClr>
                </a:solidFill>
                <a:latin typeface="原稿用標準書体" panose="03000503000000000000" pitchFamily="66" charset="-128"/>
                <a:ea typeface="原稿用標準書体" panose="03000503000000000000" pitchFamily="66" charset="-128"/>
              </a:rPr>
              <a:t>後衛</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：回避率</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+20%</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、注目度</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+1</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ATK-20%</a:t>
            </a:r>
            <a:endParaRPr kumimoji="1" lang="ja-JP" altLang="en-US" sz="36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19" name="グループ化 18">
            <a:extLst>
              <a:ext uri="{FF2B5EF4-FFF2-40B4-BE49-F238E27FC236}">
                <a16:creationId xmlns:a16="http://schemas.microsoft.com/office/drawing/2014/main" id="{2C7364F1-9B65-2ADF-C94D-A6449DB4E6CD}"/>
              </a:ext>
            </a:extLst>
          </p:cNvPr>
          <p:cNvGrpSpPr/>
          <p:nvPr/>
        </p:nvGrpSpPr>
        <p:grpSpPr>
          <a:xfrm>
            <a:off x="789688" y="4320508"/>
            <a:ext cx="5301952" cy="1230022"/>
            <a:chOff x="922576" y="2450171"/>
            <a:chExt cx="5301952" cy="1309138"/>
          </a:xfrm>
          <a:solidFill>
            <a:schemeClr val="bg1">
              <a:lumMod val="85000"/>
              <a:alpha val="85000"/>
            </a:schemeClr>
          </a:solidFill>
        </p:grpSpPr>
        <p:sp>
          <p:nvSpPr>
            <p:cNvPr id="20" name="四角形: 角を丸くする 19">
              <a:extLst>
                <a:ext uri="{FF2B5EF4-FFF2-40B4-BE49-F238E27FC236}">
                  <a16:creationId xmlns:a16="http://schemas.microsoft.com/office/drawing/2014/main" id="{F603F086-D236-297C-208D-C315E72B3BE9}"/>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1" name="四角形: 角を丸くする 20">
              <a:extLst>
                <a:ext uri="{FF2B5EF4-FFF2-40B4-BE49-F238E27FC236}">
                  <a16:creationId xmlns:a16="http://schemas.microsoft.com/office/drawing/2014/main" id="{3821C479-10AF-1E04-37B9-13DE5AE16384}"/>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2" name="四角形: 角を丸くする 21">
              <a:extLst>
                <a:ext uri="{FF2B5EF4-FFF2-40B4-BE49-F238E27FC236}">
                  <a16:creationId xmlns:a16="http://schemas.microsoft.com/office/drawing/2014/main" id="{D28D1231-1FFD-1712-18E2-52D135395216}"/>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3" name="四角形: 角を丸くする 22">
              <a:extLst>
                <a:ext uri="{FF2B5EF4-FFF2-40B4-BE49-F238E27FC236}">
                  <a16:creationId xmlns:a16="http://schemas.microsoft.com/office/drawing/2014/main" id="{92216C95-A2FE-21BC-A0D2-87857AC43EBF}"/>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cxnSp>
        <p:nvCxnSpPr>
          <p:cNvPr id="25" name="直線コネクタ 24">
            <a:extLst>
              <a:ext uri="{FF2B5EF4-FFF2-40B4-BE49-F238E27FC236}">
                <a16:creationId xmlns:a16="http://schemas.microsoft.com/office/drawing/2014/main" id="{845DD0BD-48D6-345E-B874-7B56996AE25B}"/>
              </a:ext>
            </a:extLst>
          </p:cNvPr>
          <p:cNvCxnSpPr>
            <a:cxnSpLocks/>
          </p:cNvCxnSpPr>
          <p:nvPr/>
        </p:nvCxnSpPr>
        <p:spPr>
          <a:xfrm>
            <a:off x="759127" y="3428999"/>
            <a:ext cx="5363074" cy="0"/>
          </a:xfrm>
          <a:prstGeom prst="line">
            <a:avLst/>
          </a:prstGeom>
          <a:ln w="12700">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grpSp>
        <p:nvGrpSpPr>
          <p:cNvPr id="28" name="グループ化 27">
            <a:extLst>
              <a:ext uri="{FF2B5EF4-FFF2-40B4-BE49-F238E27FC236}">
                <a16:creationId xmlns:a16="http://schemas.microsoft.com/office/drawing/2014/main" id="{F63F7EFE-5B55-1A60-1609-7CCB8D320FE6}"/>
              </a:ext>
            </a:extLst>
          </p:cNvPr>
          <p:cNvGrpSpPr/>
          <p:nvPr/>
        </p:nvGrpSpPr>
        <p:grpSpPr>
          <a:xfrm>
            <a:off x="787120" y="2633455"/>
            <a:ext cx="5301952" cy="635908"/>
            <a:chOff x="922576" y="2450171"/>
            <a:chExt cx="5301952" cy="1309138"/>
          </a:xfrm>
          <a:solidFill>
            <a:schemeClr val="tx1">
              <a:lumMod val="75000"/>
              <a:lumOff val="25000"/>
              <a:alpha val="85000"/>
            </a:schemeClr>
          </a:solidFill>
        </p:grpSpPr>
        <p:sp>
          <p:nvSpPr>
            <p:cNvPr id="29" name="四角形: 角を丸くする 28">
              <a:extLst>
                <a:ext uri="{FF2B5EF4-FFF2-40B4-BE49-F238E27FC236}">
                  <a16:creationId xmlns:a16="http://schemas.microsoft.com/office/drawing/2014/main" id="{DFFC5096-4B72-61D3-983C-93BBD516C1FE}"/>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0" name="四角形: 角を丸くする 29">
              <a:extLst>
                <a:ext uri="{FF2B5EF4-FFF2-40B4-BE49-F238E27FC236}">
                  <a16:creationId xmlns:a16="http://schemas.microsoft.com/office/drawing/2014/main" id="{B77A2670-C1CE-2BD6-F877-7EAD1B2539A7}"/>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1" name="四角形: 角を丸くする 30">
              <a:extLst>
                <a:ext uri="{FF2B5EF4-FFF2-40B4-BE49-F238E27FC236}">
                  <a16:creationId xmlns:a16="http://schemas.microsoft.com/office/drawing/2014/main" id="{64BDC4C8-FA41-7072-AD7D-4D8E221CF75E}"/>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2" name="四角形: 角を丸くする 31">
              <a:extLst>
                <a:ext uri="{FF2B5EF4-FFF2-40B4-BE49-F238E27FC236}">
                  <a16:creationId xmlns:a16="http://schemas.microsoft.com/office/drawing/2014/main" id="{6018B05E-2479-23E4-22E7-59F9F385C02F}"/>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33" name="グループ化 32">
            <a:extLst>
              <a:ext uri="{FF2B5EF4-FFF2-40B4-BE49-F238E27FC236}">
                <a16:creationId xmlns:a16="http://schemas.microsoft.com/office/drawing/2014/main" id="{650AF3E8-1505-9042-BCE1-5482174870D4}"/>
              </a:ext>
            </a:extLst>
          </p:cNvPr>
          <p:cNvGrpSpPr/>
          <p:nvPr/>
        </p:nvGrpSpPr>
        <p:grpSpPr>
          <a:xfrm>
            <a:off x="787120" y="5645255"/>
            <a:ext cx="5301952" cy="635908"/>
            <a:chOff x="922576" y="2450171"/>
            <a:chExt cx="5301952" cy="1309138"/>
          </a:xfrm>
          <a:solidFill>
            <a:schemeClr val="bg1">
              <a:lumMod val="85000"/>
              <a:alpha val="85000"/>
            </a:schemeClr>
          </a:solidFill>
        </p:grpSpPr>
        <p:sp>
          <p:nvSpPr>
            <p:cNvPr id="34" name="四角形: 角を丸くする 33">
              <a:extLst>
                <a:ext uri="{FF2B5EF4-FFF2-40B4-BE49-F238E27FC236}">
                  <a16:creationId xmlns:a16="http://schemas.microsoft.com/office/drawing/2014/main" id="{2877AD8C-2F4B-3D73-F1F3-169D0108F6E2}"/>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5" name="四角形: 角を丸くする 34">
              <a:extLst>
                <a:ext uri="{FF2B5EF4-FFF2-40B4-BE49-F238E27FC236}">
                  <a16:creationId xmlns:a16="http://schemas.microsoft.com/office/drawing/2014/main" id="{C319FAD6-615D-2BD1-56E5-7A400E5F308C}"/>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6" name="四角形: 角を丸くする 35">
              <a:extLst>
                <a:ext uri="{FF2B5EF4-FFF2-40B4-BE49-F238E27FC236}">
                  <a16:creationId xmlns:a16="http://schemas.microsoft.com/office/drawing/2014/main" id="{1DB787D5-4636-AB42-D284-07DE67AEAD68}"/>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7" name="四角形: 角を丸くする 36">
              <a:extLst>
                <a:ext uri="{FF2B5EF4-FFF2-40B4-BE49-F238E27FC236}">
                  <a16:creationId xmlns:a16="http://schemas.microsoft.com/office/drawing/2014/main" id="{B4395970-2BD6-D22A-ECCA-449FF92CE6DC}"/>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2" name="テキスト ボックス 1">
            <a:extLst>
              <a:ext uri="{FF2B5EF4-FFF2-40B4-BE49-F238E27FC236}">
                <a16:creationId xmlns:a16="http://schemas.microsoft.com/office/drawing/2014/main" id="{A9CBC947-2948-FB0C-AC88-AE405B24F259}"/>
              </a:ext>
            </a:extLst>
          </p:cNvPr>
          <p:cNvSpPr txBox="1"/>
          <p:nvPr/>
        </p:nvSpPr>
        <p:spPr>
          <a:xfrm>
            <a:off x="7046965" y="688737"/>
            <a:ext cx="954108"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ゲート</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43" name="テキスト ボックス 42">
            <a:extLst>
              <a:ext uri="{FF2B5EF4-FFF2-40B4-BE49-F238E27FC236}">
                <a16:creationId xmlns:a16="http://schemas.microsoft.com/office/drawing/2014/main" id="{78E4D823-8208-31E4-6510-DDA8BF3EE58A}"/>
              </a:ext>
            </a:extLst>
          </p:cNvPr>
          <p:cNvSpPr txBox="1"/>
          <p:nvPr/>
        </p:nvSpPr>
        <p:spPr>
          <a:xfrm>
            <a:off x="8643509" y="688737"/>
            <a:ext cx="954108"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44" name="テキスト ボックス 43">
            <a:extLst>
              <a:ext uri="{FF2B5EF4-FFF2-40B4-BE49-F238E27FC236}">
                <a16:creationId xmlns:a16="http://schemas.microsoft.com/office/drawing/2014/main" id="{6614636C-9702-DD19-7226-2D90428CB535}"/>
              </a:ext>
            </a:extLst>
          </p:cNvPr>
          <p:cNvSpPr txBox="1"/>
          <p:nvPr/>
        </p:nvSpPr>
        <p:spPr>
          <a:xfrm>
            <a:off x="10376241" y="688737"/>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60" name="グループ化 59">
            <a:extLst>
              <a:ext uri="{FF2B5EF4-FFF2-40B4-BE49-F238E27FC236}">
                <a16:creationId xmlns:a16="http://schemas.microsoft.com/office/drawing/2014/main" id="{ADC3999F-BCF1-0D43-1C20-34453C31A601}"/>
              </a:ext>
            </a:extLst>
          </p:cNvPr>
          <p:cNvGrpSpPr/>
          <p:nvPr/>
        </p:nvGrpSpPr>
        <p:grpSpPr>
          <a:xfrm>
            <a:off x="1063119" y="2758022"/>
            <a:ext cx="4509326" cy="400110"/>
            <a:chOff x="1168089" y="2766548"/>
            <a:chExt cx="4509326" cy="400110"/>
          </a:xfrm>
        </p:grpSpPr>
        <p:sp>
          <p:nvSpPr>
            <p:cNvPr id="52" name="テキスト ボックス 51">
              <a:extLst>
                <a:ext uri="{FF2B5EF4-FFF2-40B4-BE49-F238E27FC236}">
                  <a16:creationId xmlns:a16="http://schemas.microsoft.com/office/drawing/2014/main" id="{4A614C8D-CE86-D4F8-EE1C-EFE40BC3C165}"/>
                </a:ext>
              </a:extLst>
            </p:cNvPr>
            <p:cNvSpPr txBox="1"/>
            <p:nvPr/>
          </p:nvSpPr>
          <p:spPr>
            <a:xfrm>
              <a:off x="1168089"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3" name="テキスト ボックス 52">
              <a:extLst>
                <a:ext uri="{FF2B5EF4-FFF2-40B4-BE49-F238E27FC236}">
                  <a16:creationId xmlns:a16="http://schemas.microsoft.com/office/drawing/2014/main" id="{7CB6EB78-376E-8B1D-2BFD-C08A7D1E2DC5}"/>
                </a:ext>
              </a:extLst>
            </p:cNvPr>
            <p:cNvSpPr txBox="1"/>
            <p:nvPr/>
          </p:nvSpPr>
          <p:spPr>
            <a:xfrm>
              <a:off x="2524138"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4" name="テキスト ボックス 53">
              <a:extLst>
                <a:ext uri="{FF2B5EF4-FFF2-40B4-BE49-F238E27FC236}">
                  <a16:creationId xmlns:a16="http://schemas.microsoft.com/office/drawing/2014/main" id="{32BAF050-0B53-7BF1-D673-2B2DDD23290E}"/>
                </a:ext>
              </a:extLst>
            </p:cNvPr>
            <p:cNvSpPr txBox="1"/>
            <p:nvPr/>
          </p:nvSpPr>
          <p:spPr>
            <a:xfrm>
              <a:off x="3880187"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5" name="テキスト ボックス 54">
              <a:extLst>
                <a:ext uri="{FF2B5EF4-FFF2-40B4-BE49-F238E27FC236}">
                  <a16:creationId xmlns:a16="http://schemas.microsoft.com/office/drawing/2014/main" id="{68C99A88-9B65-D837-2530-0F813E6F90DF}"/>
                </a:ext>
              </a:extLst>
            </p:cNvPr>
            <p:cNvSpPr txBox="1"/>
            <p:nvPr/>
          </p:nvSpPr>
          <p:spPr>
            <a:xfrm>
              <a:off x="5492684" y="2766548"/>
              <a:ext cx="184731" cy="400110"/>
            </a:xfrm>
            <a:prstGeom prst="rect">
              <a:avLst/>
            </a:prstGeom>
            <a:noFill/>
          </p:spPr>
          <p:txBody>
            <a:bodyPr wrap="none" rtlCol="0">
              <a:spAutoFit/>
            </a:bodyPr>
            <a:lstStyle/>
            <a:p>
              <a:pPr algn="ct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sp>
        <p:nvSpPr>
          <p:cNvPr id="56" name="テキスト ボックス 55">
            <a:extLst>
              <a:ext uri="{FF2B5EF4-FFF2-40B4-BE49-F238E27FC236}">
                <a16:creationId xmlns:a16="http://schemas.microsoft.com/office/drawing/2014/main" id="{31380E89-2D52-217E-7C07-96989E27BA14}"/>
              </a:ext>
            </a:extLst>
          </p:cNvPr>
          <p:cNvSpPr txBox="1"/>
          <p:nvPr/>
        </p:nvSpPr>
        <p:spPr>
          <a:xfrm>
            <a:off x="1063119"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57" name="テキスト ボックス 56">
            <a:extLst>
              <a:ext uri="{FF2B5EF4-FFF2-40B4-BE49-F238E27FC236}">
                <a16:creationId xmlns:a16="http://schemas.microsoft.com/office/drawing/2014/main" id="{FDCC72DA-2AC1-4B9C-6301-79E668E65531}"/>
              </a:ext>
            </a:extLst>
          </p:cNvPr>
          <p:cNvSpPr txBox="1"/>
          <p:nvPr/>
        </p:nvSpPr>
        <p:spPr>
          <a:xfrm>
            <a:off x="2419168"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58" name="テキスト ボックス 57">
            <a:extLst>
              <a:ext uri="{FF2B5EF4-FFF2-40B4-BE49-F238E27FC236}">
                <a16:creationId xmlns:a16="http://schemas.microsoft.com/office/drawing/2014/main" id="{6F255B98-33BB-AE1B-2E77-EC6664D303D7}"/>
              </a:ext>
            </a:extLst>
          </p:cNvPr>
          <p:cNvSpPr txBox="1"/>
          <p:nvPr/>
        </p:nvSpPr>
        <p:spPr>
          <a:xfrm>
            <a:off x="3775217"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61" name="グループ化 60">
            <a:extLst>
              <a:ext uri="{FF2B5EF4-FFF2-40B4-BE49-F238E27FC236}">
                <a16:creationId xmlns:a16="http://schemas.microsoft.com/office/drawing/2014/main" id="{A80EC068-EAFA-4ACC-6731-9BCBA5410C94}"/>
              </a:ext>
            </a:extLst>
          </p:cNvPr>
          <p:cNvGrpSpPr/>
          <p:nvPr/>
        </p:nvGrpSpPr>
        <p:grpSpPr>
          <a:xfrm>
            <a:off x="929537" y="1713369"/>
            <a:ext cx="4637566" cy="400110"/>
            <a:chOff x="1039849" y="2766548"/>
            <a:chExt cx="4637566" cy="400110"/>
          </a:xfrm>
        </p:grpSpPr>
        <p:sp>
          <p:nvSpPr>
            <p:cNvPr id="62" name="テキスト ボックス 61">
              <a:extLst>
                <a:ext uri="{FF2B5EF4-FFF2-40B4-BE49-F238E27FC236}">
                  <a16:creationId xmlns:a16="http://schemas.microsoft.com/office/drawing/2014/main" id="{F43FAAE5-325A-F5E4-FDAF-8B85D266B0BA}"/>
                </a:ext>
              </a:extLst>
            </p:cNvPr>
            <p:cNvSpPr txBox="1"/>
            <p:nvPr/>
          </p:nvSpPr>
          <p:spPr>
            <a:xfrm>
              <a:off x="1039849"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63" name="テキスト ボックス 62">
              <a:extLst>
                <a:ext uri="{FF2B5EF4-FFF2-40B4-BE49-F238E27FC236}">
                  <a16:creationId xmlns:a16="http://schemas.microsoft.com/office/drawing/2014/main" id="{ED5A5639-A19D-5124-3164-AA19CFF2BFC0}"/>
                </a:ext>
              </a:extLst>
            </p:cNvPr>
            <p:cNvSpPr txBox="1"/>
            <p:nvPr/>
          </p:nvSpPr>
          <p:spPr>
            <a:xfrm>
              <a:off x="2395898"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sp>
          <p:nvSpPr>
            <p:cNvPr id="64" name="テキスト ボックス 63">
              <a:extLst>
                <a:ext uri="{FF2B5EF4-FFF2-40B4-BE49-F238E27FC236}">
                  <a16:creationId xmlns:a16="http://schemas.microsoft.com/office/drawing/2014/main" id="{27C4B160-B60C-21B7-9609-2736DE762DC4}"/>
                </a:ext>
              </a:extLst>
            </p:cNvPr>
            <p:cNvSpPr txBox="1"/>
            <p:nvPr/>
          </p:nvSpPr>
          <p:spPr>
            <a:xfrm>
              <a:off x="3751947"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sp>
          <p:nvSpPr>
            <p:cNvPr id="65" name="テキスト ボックス 64">
              <a:extLst>
                <a:ext uri="{FF2B5EF4-FFF2-40B4-BE49-F238E27FC236}">
                  <a16:creationId xmlns:a16="http://schemas.microsoft.com/office/drawing/2014/main" id="{544B225E-7BA4-DDCC-5AA1-4D30F37E296B}"/>
                </a:ext>
              </a:extLst>
            </p:cNvPr>
            <p:cNvSpPr txBox="1"/>
            <p:nvPr/>
          </p:nvSpPr>
          <p:spPr>
            <a:xfrm>
              <a:off x="5492684" y="2766548"/>
              <a:ext cx="184731" cy="400110"/>
            </a:xfrm>
            <a:prstGeom prst="rect">
              <a:avLst/>
            </a:prstGeom>
            <a:noFill/>
          </p:spPr>
          <p:txBody>
            <a:bodyPr wrap="none" rtlCol="0">
              <a:spAutoFit/>
            </a:bodyPr>
            <a:lstStyle/>
            <a:p>
              <a:pPr algn="ctr"/>
              <a:endPar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66" name="グループ化 65">
            <a:extLst>
              <a:ext uri="{FF2B5EF4-FFF2-40B4-BE49-F238E27FC236}">
                <a16:creationId xmlns:a16="http://schemas.microsoft.com/office/drawing/2014/main" id="{24D41636-B602-8465-5607-A2EE7E65706A}"/>
              </a:ext>
            </a:extLst>
          </p:cNvPr>
          <p:cNvGrpSpPr/>
          <p:nvPr/>
        </p:nvGrpSpPr>
        <p:grpSpPr>
          <a:xfrm>
            <a:off x="895727" y="4764316"/>
            <a:ext cx="4637566" cy="400110"/>
            <a:chOff x="1039849" y="2766548"/>
            <a:chExt cx="4637566" cy="400110"/>
          </a:xfrm>
        </p:grpSpPr>
        <p:sp>
          <p:nvSpPr>
            <p:cNvPr id="67" name="テキスト ボックス 66">
              <a:extLst>
                <a:ext uri="{FF2B5EF4-FFF2-40B4-BE49-F238E27FC236}">
                  <a16:creationId xmlns:a16="http://schemas.microsoft.com/office/drawing/2014/main" id="{E1059F66-EAB1-020F-3A99-3667AECAF45C}"/>
                </a:ext>
              </a:extLst>
            </p:cNvPr>
            <p:cNvSpPr txBox="1"/>
            <p:nvPr/>
          </p:nvSpPr>
          <p:spPr>
            <a:xfrm>
              <a:off x="1039849" y="2766548"/>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68" name="テキスト ボックス 67">
              <a:extLst>
                <a:ext uri="{FF2B5EF4-FFF2-40B4-BE49-F238E27FC236}">
                  <a16:creationId xmlns:a16="http://schemas.microsoft.com/office/drawing/2014/main" id="{AF324D9B-D61C-C7A9-9998-D7D46E66D2E0}"/>
                </a:ext>
              </a:extLst>
            </p:cNvPr>
            <p:cNvSpPr txBox="1"/>
            <p:nvPr/>
          </p:nvSpPr>
          <p:spPr>
            <a:xfrm>
              <a:off x="2395898" y="2766548"/>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sp>
          <p:nvSpPr>
            <p:cNvPr id="69" name="テキスト ボックス 68">
              <a:extLst>
                <a:ext uri="{FF2B5EF4-FFF2-40B4-BE49-F238E27FC236}">
                  <a16:creationId xmlns:a16="http://schemas.microsoft.com/office/drawing/2014/main" id="{83680A23-B43E-2E2C-C0A7-D77AF5508621}"/>
                </a:ext>
              </a:extLst>
            </p:cNvPr>
            <p:cNvSpPr txBox="1"/>
            <p:nvPr/>
          </p:nvSpPr>
          <p:spPr>
            <a:xfrm>
              <a:off x="3751947" y="2766548"/>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sp>
          <p:nvSpPr>
            <p:cNvPr id="70" name="テキスト ボックス 69">
              <a:extLst>
                <a:ext uri="{FF2B5EF4-FFF2-40B4-BE49-F238E27FC236}">
                  <a16:creationId xmlns:a16="http://schemas.microsoft.com/office/drawing/2014/main" id="{0AA2ABA8-BD0B-BB5D-A406-3E8E55FECCD5}"/>
                </a:ext>
              </a:extLst>
            </p:cNvPr>
            <p:cNvSpPr txBox="1"/>
            <p:nvPr/>
          </p:nvSpPr>
          <p:spPr>
            <a:xfrm>
              <a:off x="5492684" y="2766548"/>
              <a:ext cx="184731" cy="400110"/>
            </a:xfrm>
            <a:prstGeom prst="rect">
              <a:avLst/>
            </a:prstGeom>
            <a:noFill/>
          </p:spPr>
          <p:txBody>
            <a:bodyPr wrap="none" rtlCol="0">
              <a:spAutoFit/>
            </a:bodyPr>
            <a:lstStyle/>
            <a:p>
              <a:pPr algn="ctr"/>
              <a:endPar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24" name="テキスト ボックス 23">
            <a:extLst>
              <a:ext uri="{FF2B5EF4-FFF2-40B4-BE49-F238E27FC236}">
                <a16:creationId xmlns:a16="http://schemas.microsoft.com/office/drawing/2014/main" id="{DBCA6730-5DD7-D53D-EBE8-35EB1E6CAA5A}"/>
              </a:ext>
            </a:extLst>
          </p:cNvPr>
          <p:cNvSpPr txBox="1"/>
          <p:nvPr/>
        </p:nvSpPr>
        <p:spPr>
          <a:xfrm>
            <a:off x="8515269" y="1411754"/>
            <a:ext cx="1210588" cy="400110"/>
          </a:xfrm>
          <a:prstGeom prst="rect">
            <a:avLst/>
          </a:prstGeom>
          <a:noFill/>
        </p:spPr>
        <p:txBody>
          <a:bodyPr wrap="none" rtlCol="0">
            <a:spAutoFit/>
          </a:bodyPr>
          <a:lstStyle/>
          <a:p>
            <a:pPr algn="ctr"/>
            <a:r>
              <a:rPr lang="ja-JP" altLang="en-US" sz="2000" dirty="0">
                <a:solidFill>
                  <a:srgbClr val="FF00FF"/>
                </a:solidFill>
                <a:latin typeface="原稿用標準書体" panose="03000503000000000000" pitchFamily="66" charset="-128"/>
                <a:ea typeface="原稿用標準書体" panose="03000503000000000000" pitchFamily="66" charset="-128"/>
              </a:rPr>
              <a:t>キャラ名</a:t>
            </a:r>
          </a:p>
        </p:txBody>
      </p:sp>
      <p:pic>
        <p:nvPicPr>
          <p:cNvPr id="46" name="図 45">
            <a:extLst>
              <a:ext uri="{FF2B5EF4-FFF2-40B4-BE49-F238E27FC236}">
                <a16:creationId xmlns:a16="http://schemas.microsoft.com/office/drawing/2014/main" id="{178F72CD-7934-0243-D8AE-C21BFCF5304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641361" y="2024529"/>
            <a:ext cx="2512235" cy="3129884"/>
          </a:xfrm>
          <a:prstGeom prst="rect">
            <a:avLst/>
          </a:prstGeom>
        </p:spPr>
      </p:pic>
      <p:grpSp>
        <p:nvGrpSpPr>
          <p:cNvPr id="89" name="グループ化 88">
            <a:extLst>
              <a:ext uri="{FF2B5EF4-FFF2-40B4-BE49-F238E27FC236}">
                <a16:creationId xmlns:a16="http://schemas.microsoft.com/office/drawing/2014/main" id="{DA764A0E-D569-8DC8-EBB4-8B9A5007117C}"/>
              </a:ext>
            </a:extLst>
          </p:cNvPr>
          <p:cNvGrpSpPr/>
          <p:nvPr/>
        </p:nvGrpSpPr>
        <p:grpSpPr>
          <a:xfrm>
            <a:off x="7182307" y="4317385"/>
            <a:ext cx="1226618" cy="748254"/>
            <a:chOff x="7088997" y="4289392"/>
            <a:chExt cx="1226618" cy="748254"/>
          </a:xfrm>
        </p:grpSpPr>
        <p:pic>
          <p:nvPicPr>
            <p:cNvPr id="86" name="図 85">
              <a:extLst>
                <a:ext uri="{FF2B5EF4-FFF2-40B4-BE49-F238E27FC236}">
                  <a16:creationId xmlns:a16="http://schemas.microsoft.com/office/drawing/2014/main" id="{15D3F045-6966-C838-BE3C-31A13CBD7A57}"/>
                </a:ext>
              </a:extLst>
            </p:cNvPr>
            <p:cNvPicPr>
              <a:picLocks noChangeAspect="1"/>
            </p:cNvPicPr>
            <p:nvPr/>
          </p:nvPicPr>
          <p:blipFill>
            <a:blip r:embed="rId3">
              <a:duotone>
                <a:schemeClr val="accent3">
                  <a:shade val="45000"/>
                  <a:satMod val="135000"/>
                </a:schemeClr>
                <a:prstClr val="white"/>
              </a:duotone>
              <a:extLst>
                <a:ext uri="{28A0092B-C50C-407E-A947-70E740481C1C}">
                  <a14:useLocalDpi xmlns:a14="http://schemas.microsoft.com/office/drawing/2010/main" val="0"/>
                </a:ext>
              </a:extLst>
            </a:blip>
            <a:srcRect l="6840" t="30163" r="48646" b="36883"/>
            <a:stretch>
              <a:fillRect/>
            </a:stretch>
          </p:blipFill>
          <p:spPr>
            <a:xfrm>
              <a:off x="7098261" y="4289392"/>
              <a:ext cx="452228" cy="502188"/>
            </a:xfrm>
            <a:prstGeom prst="rect">
              <a:avLst/>
            </a:prstGeom>
          </p:spPr>
        </p:pic>
        <p:sp>
          <p:nvSpPr>
            <p:cNvPr id="87" name="テキスト ボックス 86">
              <a:extLst>
                <a:ext uri="{FF2B5EF4-FFF2-40B4-BE49-F238E27FC236}">
                  <a16:creationId xmlns:a16="http://schemas.microsoft.com/office/drawing/2014/main" id="{AAE8E3BB-E322-2CBB-59DB-5D4AF18A5D38}"/>
                </a:ext>
              </a:extLst>
            </p:cNvPr>
            <p:cNvSpPr txBox="1"/>
            <p:nvPr/>
          </p:nvSpPr>
          <p:spPr>
            <a:xfrm>
              <a:off x="7472051" y="4372863"/>
              <a:ext cx="805029" cy="338554"/>
            </a:xfrm>
            <a:prstGeom prst="rect">
              <a:avLst/>
            </a:prstGeom>
            <a:noFill/>
            <a:effectLst>
              <a:glow rad="63500">
                <a:schemeClr val="accent3">
                  <a:satMod val="175000"/>
                  <a:alpha val="40000"/>
                </a:schemeClr>
              </a:glow>
            </a:effectLst>
          </p:spPr>
          <p:txBody>
            <a:bodyPr wrap="none" rtlCol="0">
              <a:spAutoFit/>
            </a:bodyPr>
            <a:lstStyle/>
            <a:p>
              <a:r>
                <a:rPr lang="ja-JP" altLang="en-US" sz="1600" dirty="0">
                  <a:solidFill>
                    <a:schemeClr val="tx1">
                      <a:lumMod val="85000"/>
                      <a:lumOff val="15000"/>
                    </a:schemeClr>
                  </a:solidFill>
                  <a:effectLst>
                    <a:glow rad="38100">
                      <a:schemeClr val="accent3">
                        <a:satMod val="175000"/>
                        <a:alpha val="65000"/>
                      </a:schemeClr>
                    </a:glow>
                  </a:effectLst>
                  <a:latin typeface="原稿用標準書体" panose="03000503000000000000" pitchFamily="66" charset="-128"/>
                  <a:ea typeface="原稿用標準書体" panose="03000503000000000000" pitchFamily="66" charset="-128"/>
                </a:rPr>
                <a:t>タンク</a:t>
              </a:r>
              <a:endParaRPr lang="en-US" altLang="ja-JP" sz="1200" dirty="0">
                <a:solidFill>
                  <a:schemeClr val="tx1">
                    <a:lumMod val="85000"/>
                    <a:lumOff val="15000"/>
                  </a:schemeClr>
                </a:solidFill>
                <a:effectLst>
                  <a:glow rad="38100">
                    <a:schemeClr val="accent3">
                      <a:satMod val="175000"/>
                      <a:alpha val="65000"/>
                    </a:schemeClr>
                  </a:glow>
                </a:effectLst>
                <a:latin typeface="原稿用標準書体" panose="03000503000000000000" pitchFamily="66" charset="-128"/>
                <a:ea typeface="原稿用標準書体" panose="03000503000000000000" pitchFamily="66" charset="-128"/>
              </a:endParaRPr>
            </a:p>
          </p:txBody>
        </p:sp>
        <p:sp>
          <p:nvSpPr>
            <p:cNvPr id="88" name="テキスト ボックス 87">
              <a:extLst>
                <a:ext uri="{FF2B5EF4-FFF2-40B4-BE49-F238E27FC236}">
                  <a16:creationId xmlns:a16="http://schemas.microsoft.com/office/drawing/2014/main" id="{E689E5C1-080B-503E-1EF2-945E3459058B}"/>
                </a:ext>
              </a:extLst>
            </p:cNvPr>
            <p:cNvSpPr txBox="1"/>
            <p:nvPr/>
          </p:nvSpPr>
          <p:spPr>
            <a:xfrm>
              <a:off x="7088997" y="4760647"/>
              <a:ext cx="1226618" cy="276999"/>
            </a:xfrm>
            <a:prstGeom prst="rect">
              <a:avLst/>
            </a:prstGeom>
            <a:noFill/>
          </p:spPr>
          <p:txBody>
            <a:bodyPr wrap="none" rtlCol="0">
              <a:spAutoFit/>
            </a:bodyPr>
            <a:lstStyle/>
            <a:p>
              <a:r>
                <a:rPr lang="ja-JP" altLang="en-US" sz="1050" dirty="0">
                  <a:solidFill>
                    <a:schemeClr val="tx1">
                      <a:lumMod val="75000"/>
                      <a:lumOff val="25000"/>
                    </a:schemeClr>
                  </a:solidFill>
                  <a:latin typeface="原稿用標準書体" panose="03000503000000000000" pitchFamily="66" charset="-128"/>
                  <a:ea typeface="原稿用標準書体" panose="03000503000000000000" pitchFamily="66" charset="-128"/>
                </a:rPr>
                <a:t>毎ターン</a:t>
              </a:r>
              <a:r>
                <a:rPr lang="en-US" altLang="ja-JP" sz="1200" dirty="0">
                  <a:solidFill>
                    <a:schemeClr val="tx1">
                      <a:lumMod val="75000"/>
                      <a:lumOff val="25000"/>
                    </a:schemeClr>
                  </a:solidFill>
                  <a:latin typeface="原稿用標準書体" panose="03000503000000000000" pitchFamily="66" charset="-128"/>
                  <a:ea typeface="原稿用標準書体" panose="03000503000000000000" pitchFamily="66" charset="-128"/>
                </a:rPr>
                <a:t>5</a:t>
              </a:r>
              <a:r>
                <a:rPr lang="ja-JP" altLang="en-US" sz="1050" dirty="0">
                  <a:solidFill>
                    <a:schemeClr val="tx1">
                      <a:lumMod val="75000"/>
                      <a:lumOff val="25000"/>
                    </a:schemeClr>
                  </a:solidFill>
                  <a:latin typeface="原稿用標準書体" panose="03000503000000000000" pitchFamily="66" charset="-128"/>
                  <a:ea typeface="原稿用標準書体" panose="03000503000000000000" pitchFamily="66" charset="-128"/>
                </a:rPr>
                <a:t>％回復</a:t>
              </a:r>
              <a:endParaRPr lang="en-US" altLang="ja-JP" sz="105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grpSp>
        <p:nvGrpSpPr>
          <p:cNvPr id="90" name="グループ化 89">
            <a:extLst>
              <a:ext uri="{FF2B5EF4-FFF2-40B4-BE49-F238E27FC236}">
                <a16:creationId xmlns:a16="http://schemas.microsoft.com/office/drawing/2014/main" id="{78612204-4D9E-272A-8FFB-2C19F358394F}"/>
              </a:ext>
            </a:extLst>
          </p:cNvPr>
          <p:cNvGrpSpPr/>
          <p:nvPr/>
        </p:nvGrpSpPr>
        <p:grpSpPr>
          <a:xfrm>
            <a:off x="7079024" y="3959376"/>
            <a:ext cx="1422939" cy="1185706"/>
            <a:chOff x="4343042" y="2005061"/>
            <a:chExt cx="4595682" cy="1782085"/>
          </a:xfrm>
        </p:grpSpPr>
        <p:sp>
          <p:nvSpPr>
            <p:cNvPr id="91" name="四角形: 角を丸くする 90">
              <a:extLst>
                <a:ext uri="{FF2B5EF4-FFF2-40B4-BE49-F238E27FC236}">
                  <a16:creationId xmlns:a16="http://schemas.microsoft.com/office/drawing/2014/main" id="{FCBDAE36-E024-9A2E-9FF3-80D3A35BD5E0}"/>
                </a:ext>
              </a:extLst>
            </p:cNvPr>
            <p:cNvSpPr/>
            <p:nvPr/>
          </p:nvSpPr>
          <p:spPr>
            <a:xfrm>
              <a:off x="4343042" y="2434991"/>
              <a:ext cx="4595682" cy="1352155"/>
            </a:xfrm>
            <a:prstGeom prst="roundRect">
              <a:avLst>
                <a:gd name="adj" fmla="val 5178"/>
              </a:avLst>
            </a:prstGeom>
            <a:noFill/>
            <a:ln w="254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dirty="0">
                <a:latin typeface="原稿用標準書体" panose="03000503000000000000" pitchFamily="66" charset="-128"/>
                <a:ea typeface="原稿用標準書体" panose="03000503000000000000" pitchFamily="66" charset="-128"/>
              </a:endParaRPr>
            </a:p>
          </p:txBody>
        </p:sp>
        <p:sp>
          <p:nvSpPr>
            <p:cNvPr id="92" name="四角形: 角を丸くする 91">
              <a:extLst>
                <a:ext uri="{FF2B5EF4-FFF2-40B4-BE49-F238E27FC236}">
                  <a16:creationId xmlns:a16="http://schemas.microsoft.com/office/drawing/2014/main" id="{E1A3353B-EE63-9B4E-D383-330AA7A37B59}"/>
                </a:ext>
              </a:extLst>
            </p:cNvPr>
            <p:cNvSpPr/>
            <p:nvPr/>
          </p:nvSpPr>
          <p:spPr>
            <a:xfrm>
              <a:off x="5027040" y="2005061"/>
              <a:ext cx="3294263" cy="461666"/>
            </a:xfrm>
            <a:prstGeom prst="round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latin typeface="原稿用標準書体" panose="03000503000000000000" pitchFamily="66" charset="-128"/>
                  <a:ea typeface="原稿用標準書体" panose="03000503000000000000" pitchFamily="66" charset="-128"/>
                </a:rPr>
                <a:t>ロール</a:t>
              </a:r>
            </a:p>
          </p:txBody>
        </p:sp>
      </p:grpSp>
      <p:sp>
        <p:nvSpPr>
          <p:cNvPr id="93" name="楕円 92">
            <a:extLst>
              <a:ext uri="{FF2B5EF4-FFF2-40B4-BE49-F238E27FC236}">
                <a16:creationId xmlns:a16="http://schemas.microsoft.com/office/drawing/2014/main" id="{864F5AE5-EEFA-34D9-6563-00911D5C8A95}"/>
              </a:ext>
            </a:extLst>
          </p:cNvPr>
          <p:cNvSpPr/>
          <p:nvPr/>
        </p:nvSpPr>
        <p:spPr>
          <a:xfrm>
            <a:off x="10060241" y="2744850"/>
            <a:ext cx="296742" cy="296742"/>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200"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sz="12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8" name="テキスト ボックス 7">
            <a:extLst>
              <a:ext uri="{FF2B5EF4-FFF2-40B4-BE49-F238E27FC236}">
                <a16:creationId xmlns:a16="http://schemas.microsoft.com/office/drawing/2014/main" id="{A7F6FE56-DCC4-BBE8-0651-C5F26A49FAF7}"/>
              </a:ext>
            </a:extLst>
          </p:cNvPr>
          <p:cNvSpPr txBox="1"/>
          <p:nvPr/>
        </p:nvSpPr>
        <p:spPr>
          <a:xfrm>
            <a:off x="9366255" y="4331555"/>
            <a:ext cx="1062446" cy="261610"/>
          </a:xfrm>
          <a:prstGeom prst="rect">
            <a:avLst/>
          </a:prstGeom>
          <a:noFill/>
        </p:spPr>
        <p:txBody>
          <a:bodyPr wrap="square">
            <a:spAutoFit/>
          </a:bodyPr>
          <a:lstStyle/>
          <a:p>
            <a:pPr algn="ctr"/>
            <a:r>
              <a:rPr lang="ja-JP" altLang="en-US" sz="1100" dirty="0">
                <a:solidFill>
                  <a:schemeClr val="bg1">
                    <a:lumMod val="95000"/>
                  </a:schemeClr>
                </a:solidFill>
                <a:highlight>
                  <a:srgbClr val="808080"/>
                </a:highlight>
                <a:latin typeface="原稿用標準書体" panose="03000503000000000000" pitchFamily="66" charset="-128"/>
                <a:ea typeface="原稿用標準書体" panose="03000503000000000000" pitchFamily="66" charset="-128"/>
              </a:rPr>
              <a:t>武器</a:t>
            </a:r>
            <a:endParaRPr kumimoji="1" lang="ja-JP" altLang="en-US" sz="1100" dirty="0">
              <a:solidFill>
                <a:schemeClr val="bg1">
                  <a:lumMod val="95000"/>
                </a:schemeClr>
              </a:solidFill>
              <a:highlight>
                <a:srgbClr val="808080"/>
              </a:highlight>
              <a:latin typeface="原稿用標準書体" panose="03000503000000000000" pitchFamily="66" charset="-128"/>
              <a:ea typeface="原稿用標準書体" panose="03000503000000000000" pitchFamily="66" charset="-128"/>
            </a:endParaRPr>
          </a:p>
        </p:txBody>
      </p:sp>
      <p:sp>
        <p:nvSpPr>
          <p:cNvPr id="3" name="四角形: 角を丸くする 2">
            <a:extLst>
              <a:ext uri="{FF2B5EF4-FFF2-40B4-BE49-F238E27FC236}">
                <a16:creationId xmlns:a16="http://schemas.microsoft.com/office/drawing/2014/main" id="{114344D2-E363-43C4-AEBF-50391BBE99D6}"/>
              </a:ext>
            </a:extLst>
          </p:cNvPr>
          <p:cNvSpPr/>
          <p:nvPr/>
        </p:nvSpPr>
        <p:spPr>
          <a:xfrm>
            <a:off x="9993616" y="2397817"/>
            <a:ext cx="1062447" cy="1372489"/>
          </a:xfrm>
          <a:prstGeom prst="roundRect">
            <a:avLst>
              <a:gd name="adj" fmla="val 6896"/>
            </a:avLst>
          </a:prstGeom>
          <a:solidFill>
            <a:srgbClr val="D9D9D9"/>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27" name="テキスト ボックス 26">
            <a:extLst>
              <a:ext uri="{FF2B5EF4-FFF2-40B4-BE49-F238E27FC236}">
                <a16:creationId xmlns:a16="http://schemas.microsoft.com/office/drawing/2014/main" id="{4CADE4F9-0B60-A9AF-C5A9-0179B8666A5F}"/>
              </a:ext>
            </a:extLst>
          </p:cNvPr>
          <p:cNvSpPr txBox="1"/>
          <p:nvPr/>
        </p:nvSpPr>
        <p:spPr>
          <a:xfrm>
            <a:off x="10002948" y="2030427"/>
            <a:ext cx="1062446" cy="276999"/>
          </a:xfrm>
          <a:prstGeom prst="rect">
            <a:avLst/>
          </a:prstGeom>
          <a:noFill/>
        </p:spPr>
        <p:txBody>
          <a:bodyPr wrap="square">
            <a:spAutoFit/>
          </a:bodyPr>
          <a:lstStyle/>
          <a:p>
            <a:pPr algn="ctr"/>
            <a:r>
              <a:rPr lang="ja-JP" altLang="en-US" sz="1200" dirty="0">
                <a:solidFill>
                  <a:schemeClr val="bg1">
                    <a:lumMod val="95000"/>
                  </a:schemeClr>
                </a:solidFill>
                <a:highlight>
                  <a:srgbClr val="5C5C5C"/>
                </a:highlight>
                <a:latin typeface="原稿用標準書体" panose="03000503000000000000" pitchFamily="66" charset="-128"/>
                <a:ea typeface="原稿用標準書体" panose="03000503000000000000" pitchFamily="66" charset="-128"/>
              </a:rPr>
              <a:t>特殊スキル</a:t>
            </a:r>
            <a:endParaRPr kumimoji="1" lang="ja-JP" altLang="en-US" sz="1200" dirty="0">
              <a:solidFill>
                <a:schemeClr val="bg1">
                  <a:lumMod val="95000"/>
                </a:schemeClr>
              </a:solidFill>
              <a:highlight>
                <a:srgbClr val="5C5C5C"/>
              </a:highlight>
              <a:latin typeface="原稿用標準書体" panose="03000503000000000000" pitchFamily="66" charset="-128"/>
              <a:ea typeface="原稿用標準書体" panose="03000503000000000000" pitchFamily="66" charset="-128"/>
            </a:endParaRPr>
          </a:p>
        </p:txBody>
      </p:sp>
      <p:sp>
        <p:nvSpPr>
          <p:cNvPr id="49" name="四角形: 角を丸くする 48">
            <a:extLst>
              <a:ext uri="{FF2B5EF4-FFF2-40B4-BE49-F238E27FC236}">
                <a16:creationId xmlns:a16="http://schemas.microsoft.com/office/drawing/2014/main" id="{248E87C8-9841-5E42-7F90-72924EE20EE5}"/>
              </a:ext>
            </a:extLst>
          </p:cNvPr>
          <p:cNvSpPr/>
          <p:nvPr/>
        </p:nvSpPr>
        <p:spPr>
          <a:xfrm>
            <a:off x="8697253" y="4307949"/>
            <a:ext cx="2394303" cy="777504"/>
          </a:xfrm>
          <a:prstGeom prst="roundRect">
            <a:avLst>
              <a:gd name="adj" fmla="val 6896"/>
            </a:avLst>
          </a:prstGeom>
          <a:solidFill>
            <a:srgbClr val="D9D9D9"/>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41" name="四角形: 角を丸くする 40">
            <a:extLst>
              <a:ext uri="{FF2B5EF4-FFF2-40B4-BE49-F238E27FC236}">
                <a16:creationId xmlns:a16="http://schemas.microsoft.com/office/drawing/2014/main" id="{B9E5E02B-EFF2-CECA-1CA5-DB01AF572E6F}"/>
              </a:ext>
            </a:extLst>
          </p:cNvPr>
          <p:cNvSpPr/>
          <p:nvPr/>
        </p:nvSpPr>
        <p:spPr>
          <a:xfrm>
            <a:off x="9941402" y="4335367"/>
            <a:ext cx="1114661" cy="484206"/>
          </a:xfrm>
          <a:prstGeom prst="roundRect">
            <a:avLst>
              <a:gd name="adj" fmla="val 6896"/>
            </a:avLst>
          </a:prstGeom>
          <a:solidFill>
            <a:schemeClr val="tx1">
              <a:lumMod val="50000"/>
              <a:lumOff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48" name="グループ化 47">
            <a:extLst>
              <a:ext uri="{FF2B5EF4-FFF2-40B4-BE49-F238E27FC236}">
                <a16:creationId xmlns:a16="http://schemas.microsoft.com/office/drawing/2014/main" id="{89F8BE97-B025-855A-4E79-213898E67475}"/>
              </a:ext>
            </a:extLst>
          </p:cNvPr>
          <p:cNvGrpSpPr/>
          <p:nvPr/>
        </p:nvGrpSpPr>
        <p:grpSpPr>
          <a:xfrm>
            <a:off x="8756066" y="4321341"/>
            <a:ext cx="2299997" cy="740676"/>
            <a:chOff x="8756066" y="4312009"/>
            <a:chExt cx="2299997" cy="740676"/>
          </a:xfrm>
        </p:grpSpPr>
        <p:sp>
          <p:nvSpPr>
            <p:cNvPr id="45" name="フリーフォーム: 図形 44">
              <a:extLst>
                <a:ext uri="{FF2B5EF4-FFF2-40B4-BE49-F238E27FC236}">
                  <a16:creationId xmlns:a16="http://schemas.microsoft.com/office/drawing/2014/main" id="{145B39A1-1577-4E2F-FBCB-523D3D0EB74D}"/>
                </a:ext>
              </a:extLst>
            </p:cNvPr>
            <p:cNvSpPr/>
            <p:nvPr/>
          </p:nvSpPr>
          <p:spPr>
            <a:xfrm>
              <a:off x="8756066" y="4331554"/>
              <a:ext cx="2299997" cy="721131"/>
            </a:xfrm>
            <a:custGeom>
              <a:avLst/>
              <a:gdLst>
                <a:gd name="csX0" fmla="*/ 37967 w 2299997"/>
                <a:gd name="csY0" fmla="*/ 0 h 721131"/>
                <a:gd name="csX1" fmla="*/ 1085846 w 2299997"/>
                <a:gd name="csY1" fmla="*/ 0 h 721131"/>
                <a:gd name="csX2" fmla="*/ 1119237 w 2299997"/>
                <a:gd name="csY2" fmla="*/ 33391 h 721131"/>
                <a:gd name="csX3" fmla="*/ 1119237 w 2299997"/>
                <a:gd name="csY3" fmla="*/ 236925 h 721131"/>
                <a:gd name="csX4" fmla="*/ 2266606 w 2299997"/>
                <a:gd name="csY4" fmla="*/ 236925 h 721131"/>
                <a:gd name="csX5" fmla="*/ 2299997 w 2299997"/>
                <a:gd name="csY5" fmla="*/ 270316 h 721131"/>
                <a:gd name="csX6" fmla="*/ 2299997 w 2299997"/>
                <a:gd name="csY6" fmla="*/ 687740 h 721131"/>
                <a:gd name="csX7" fmla="*/ 2266606 w 2299997"/>
                <a:gd name="csY7" fmla="*/ 721131 h 721131"/>
                <a:gd name="csX8" fmla="*/ 33391 w 2299997"/>
                <a:gd name="csY8" fmla="*/ 721131 h 721131"/>
                <a:gd name="csX9" fmla="*/ 0 w 2299997"/>
                <a:gd name="csY9" fmla="*/ 687740 h 721131"/>
                <a:gd name="csX10" fmla="*/ 0 w 2299997"/>
                <a:gd name="csY10" fmla="*/ 270316 h 721131"/>
                <a:gd name="csX11" fmla="*/ 4576 w 2299997"/>
                <a:gd name="csY11" fmla="*/ 259269 h 721131"/>
                <a:gd name="csX12" fmla="*/ 4576 w 2299997"/>
                <a:gd name="csY12" fmla="*/ 33391 h 721131"/>
                <a:gd name="csX13" fmla="*/ 37967 w 2299997"/>
                <a:gd name="csY13" fmla="*/ 0 h 72113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2299997" h="721131">
                  <a:moveTo>
                    <a:pt x="37967" y="0"/>
                  </a:moveTo>
                  <a:lnTo>
                    <a:pt x="1085846" y="0"/>
                  </a:lnTo>
                  <a:cubicBezTo>
                    <a:pt x="1104287" y="0"/>
                    <a:pt x="1119237" y="14950"/>
                    <a:pt x="1119237" y="33391"/>
                  </a:cubicBezTo>
                  <a:lnTo>
                    <a:pt x="1119237" y="236925"/>
                  </a:lnTo>
                  <a:lnTo>
                    <a:pt x="2266606" y="236925"/>
                  </a:lnTo>
                  <a:cubicBezTo>
                    <a:pt x="2285047" y="236925"/>
                    <a:pt x="2299997" y="251875"/>
                    <a:pt x="2299997" y="270316"/>
                  </a:cubicBezTo>
                  <a:lnTo>
                    <a:pt x="2299997" y="687740"/>
                  </a:lnTo>
                  <a:cubicBezTo>
                    <a:pt x="2299997" y="706181"/>
                    <a:pt x="2285047" y="721131"/>
                    <a:pt x="2266606" y="721131"/>
                  </a:cubicBezTo>
                  <a:lnTo>
                    <a:pt x="33391" y="721131"/>
                  </a:lnTo>
                  <a:cubicBezTo>
                    <a:pt x="14950" y="721131"/>
                    <a:pt x="0" y="706181"/>
                    <a:pt x="0" y="687740"/>
                  </a:cubicBezTo>
                  <a:lnTo>
                    <a:pt x="0" y="270316"/>
                  </a:lnTo>
                  <a:lnTo>
                    <a:pt x="4576" y="259269"/>
                  </a:lnTo>
                  <a:lnTo>
                    <a:pt x="4576" y="33391"/>
                  </a:lnTo>
                  <a:cubicBezTo>
                    <a:pt x="4576" y="14950"/>
                    <a:pt x="19526" y="0"/>
                    <a:pt x="37967" y="0"/>
                  </a:cubicBezTo>
                  <a:close/>
                </a:path>
              </a:pathLst>
            </a:custGeom>
            <a:solidFill>
              <a:srgbClr val="BFBFBF"/>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47" name="テキスト ボックス 46">
              <a:extLst>
                <a:ext uri="{FF2B5EF4-FFF2-40B4-BE49-F238E27FC236}">
                  <a16:creationId xmlns:a16="http://schemas.microsoft.com/office/drawing/2014/main" id="{23EF6DEA-DDEE-89AE-0EBA-6ED4584A23BF}"/>
                </a:ext>
              </a:extLst>
            </p:cNvPr>
            <p:cNvSpPr txBox="1"/>
            <p:nvPr/>
          </p:nvSpPr>
          <p:spPr>
            <a:xfrm>
              <a:off x="8875753" y="4312009"/>
              <a:ext cx="800219" cy="276999"/>
            </a:xfrm>
            <a:prstGeom prst="rect">
              <a:avLst/>
            </a:prstGeom>
            <a:noFill/>
          </p:spPr>
          <p:txBody>
            <a:bodyPr wrap="none" rtlCol="0">
              <a:spAutoFit/>
            </a:bodyPr>
            <a:lstStyle/>
            <a:p>
              <a:r>
                <a:rPr lang="ja-JP" altLang="en-US" sz="1200" dirty="0">
                  <a:solidFill>
                    <a:schemeClr val="tx1">
                      <a:lumMod val="75000"/>
                      <a:lumOff val="25000"/>
                    </a:schemeClr>
                  </a:solidFill>
                  <a:latin typeface="原稿用標準書体" panose="03000503000000000000" pitchFamily="66" charset="-128"/>
                  <a:ea typeface="原稿用標準書体" panose="03000503000000000000" pitchFamily="66" charset="-128"/>
                </a:rPr>
                <a:t>通常攻撃</a:t>
              </a:r>
              <a:endParaRPr lang="en-US" altLang="ja-JP" sz="12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51" name="テキスト ボックス 50">
            <a:extLst>
              <a:ext uri="{FF2B5EF4-FFF2-40B4-BE49-F238E27FC236}">
                <a16:creationId xmlns:a16="http://schemas.microsoft.com/office/drawing/2014/main" id="{972FCF7B-5F73-EE64-5F9A-424DC433EC85}"/>
              </a:ext>
            </a:extLst>
          </p:cNvPr>
          <p:cNvSpPr txBox="1"/>
          <p:nvPr/>
        </p:nvSpPr>
        <p:spPr>
          <a:xfrm>
            <a:off x="10290983" y="4317385"/>
            <a:ext cx="415498" cy="276999"/>
          </a:xfrm>
          <a:prstGeom prst="rect">
            <a:avLst/>
          </a:prstGeom>
          <a:noFill/>
        </p:spPr>
        <p:txBody>
          <a:bodyPr wrap="none" rtlCol="0">
            <a:spAutoFit/>
          </a:bodyPr>
          <a:lstStyle/>
          <a:p>
            <a:pPr algn="ctr"/>
            <a:r>
              <a:rPr lang="en-US" altLang="ja-JP" sz="1200" dirty="0">
                <a:solidFill>
                  <a:schemeClr val="bg1">
                    <a:lumMod val="95000"/>
                  </a:schemeClr>
                </a:solidFill>
                <a:latin typeface="原稿用標準書体" panose="03000503000000000000" pitchFamily="66" charset="-128"/>
                <a:ea typeface="原稿用標準書体" panose="03000503000000000000" pitchFamily="66" charset="-128"/>
              </a:rPr>
              <a:t>ENB</a:t>
            </a:r>
          </a:p>
        </p:txBody>
      </p:sp>
      <p:sp>
        <p:nvSpPr>
          <p:cNvPr id="71" name="テキスト ボックス 70">
            <a:extLst>
              <a:ext uri="{FF2B5EF4-FFF2-40B4-BE49-F238E27FC236}">
                <a16:creationId xmlns:a16="http://schemas.microsoft.com/office/drawing/2014/main" id="{1FEC3010-51E8-09D8-7AFD-FA789F312173}"/>
              </a:ext>
            </a:extLst>
          </p:cNvPr>
          <p:cNvSpPr txBox="1"/>
          <p:nvPr/>
        </p:nvSpPr>
        <p:spPr>
          <a:xfrm>
            <a:off x="9360450" y="3983915"/>
            <a:ext cx="1062446" cy="276999"/>
          </a:xfrm>
          <a:prstGeom prst="rect">
            <a:avLst/>
          </a:prstGeom>
          <a:noFill/>
        </p:spPr>
        <p:txBody>
          <a:bodyPr wrap="square">
            <a:spAutoFit/>
          </a:bodyPr>
          <a:lstStyle/>
          <a:p>
            <a:pPr algn="ctr"/>
            <a:r>
              <a:rPr lang="ja-JP" altLang="en-US" sz="1200" dirty="0">
                <a:solidFill>
                  <a:schemeClr val="bg1">
                    <a:lumMod val="95000"/>
                  </a:schemeClr>
                </a:solidFill>
                <a:highlight>
                  <a:srgbClr val="5C5C5C"/>
                </a:highlight>
                <a:latin typeface="原稿用標準書体" panose="03000503000000000000" pitchFamily="66" charset="-128"/>
                <a:ea typeface="原稿用標準書体" panose="03000503000000000000" pitchFamily="66" charset="-128"/>
              </a:rPr>
              <a:t>固定スキル</a:t>
            </a:r>
            <a:endParaRPr kumimoji="1" lang="ja-JP" altLang="en-US" sz="1200" dirty="0">
              <a:solidFill>
                <a:schemeClr val="bg1">
                  <a:lumMod val="95000"/>
                </a:schemeClr>
              </a:solidFill>
              <a:highlight>
                <a:srgbClr val="5C5C5C"/>
              </a:highlight>
              <a:latin typeface="原稿用標準書体" panose="03000503000000000000" pitchFamily="66" charset="-128"/>
              <a:ea typeface="原稿用標準書体" panose="03000503000000000000" pitchFamily="66" charset="-128"/>
            </a:endParaRPr>
          </a:p>
        </p:txBody>
      </p:sp>
      <p:sp>
        <p:nvSpPr>
          <p:cNvPr id="80" name="四角形: 角を丸くする 79">
            <a:extLst>
              <a:ext uri="{FF2B5EF4-FFF2-40B4-BE49-F238E27FC236}">
                <a16:creationId xmlns:a16="http://schemas.microsoft.com/office/drawing/2014/main" id="{93A1B5E8-45F4-19F8-AB88-F0025FDC47E2}"/>
              </a:ext>
            </a:extLst>
          </p:cNvPr>
          <p:cNvSpPr/>
          <p:nvPr/>
        </p:nvSpPr>
        <p:spPr>
          <a:xfrm>
            <a:off x="10388771" y="2405535"/>
            <a:ext cx="296743" cy="1066156"/>
          </a:xfrm>
          <a:prstGeom prst="roundRect">
            <a:avLst>
              <a:gd name="adj" fmla="val 6896"/>
            </a:avLst>
          </a:prstGeom>
          <a:solidFill>
            <a:schemeClr val="tx1">
              <a:lumMod val="50000"/>
              <a:lumOff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81" name="四角形: 角を丸くする 80">
            <a:extLst>
              <a:ext uri="{FF2B5EF4-FFF2-40B4-BE49-F238E27FC236}">
                <a16:creationId xmlns:a16="http://schemas.microsoft.com/office/drawing/2014/main" id="{C6C6771B-92A1-3EDB-C077-5563887E0037}"/>
              </a:ext>
            </a:extLst>
          </p:cNvPr>
          <p:cNvSpPr/>
          <p:nvPr/>
        </p:nvSpPr>
        <p:spPr>
          <a:xfrm>
            <a:off x="10773287" y="2405535"/>
            <a:ext cx="296743" cy="1066156"/>
          </a:xfrm>
          <a:prstGeom prst="roundRect">
            <a:avLst>
              <a:gd name="adj" fmla="val 6896"/>
            </a:avLst>
          </a:prstGeom>
          <a:solidFill>
            <a:schemeClr val="tx1">
              <a:lumMod val="50000"/>
              <a:lumOff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82" name="フリーフォーム: 図形 81">
            <a:extLst>
              <a:ext uri="{FF2B5EF4-FFF2-40B4-BE49-F238E27FC236}">
                <a16:creationId xmlns:a16="http://schemas.microsoft.com/office/drawing/2014/main" id="{53C40F7F-89F3-4A57-9A22-68A480391DA9}"/>
              </a:ext>
            </a:extLst>
          </p:cNvPr>
          <p:cNvSpPr/>
          <p:nvPr/>
        </p:nvSpPr>
        <p:spPr>
          <a:xfrm>
            <a:off x="10011362" y="2405535"/>
            <a:ext cx="1062447" cy="1333377"/>
          </a:xfrm>
          <a:custGeom>
            <a:avLst/>
            <a:gdLst>
              <a:gd name="csX0" fmla="*/ 21769 w 1062447"/>
              <a:gd name="csY0" fmla="*/ 0 h 1333377"/>
              <a:gd name="csX1" fmla="*/ 277586 w 1062447"/>
              <a:gd name="csY1" fmla="*/ 0 h 1333377"/>
              <a:gd name="csX2" fmla="*/ 298049 w 1062447"/>
              <a:gd name="csY2" fmla="*/ 20463 h 1333377"/>
              <a:gd name="csX3" fmla="*/ 298049 w 1062447"/>
              <a:gd name="csY3" fmla="*/ 267221 h 1333377"/>
              <a:gd name="csX4" fmla="*/ 989181 w 1062447"/>
              <a:gd name="csY4" fmla="*/ 267221 h 1333377"/>
              <a:gd name="csX5" fmla="*/ 1062447 w 1062447"/>
              <a:gd name="csY5" fmla="*/ 340487 h 1333377"/>
              <a:gd name="csX6" fmla="*/ 1062447 w 1062447"/>
              <a:gd name="csY6" fmla="*/ 1260111 h 1333377"/>
              <a:gd name="csX7" fmla="*/ 989181 w 1062447"/>
              <a:gd name="csY7" fmla="*/ 1333377 h 1333377"/>
              <a:gd name="csX8" fmla="*/ 73266 w 1062447"/>
              <a:gd name="csY8" fmla="*/ 1333377 h 1333377"/>
              <a:gd name="csX9" fmla="*/ 0 w 1062447"/>
              <a:gd name="csY9" fmla="*/ 1260111 h 1333377"/>
              <a:gd name="csX10" fmla="*/ 0 w 1062447"/>
              <a:gd name="csY10" fmla="*/ 340487 h 1333377"/>
              <a:gd name="csX11" fmla="*/ 1306 w 1062447"/>
              <a:gd name="csY11" fmla="*/ 334018 h 1333377"/>
              <a:gd name="csX12" fmla="*/ 1306 w 1062447"/>
              <a:gd name="csY12" fmla="*/ 20463 h 1333377"/>
              <a:gd name="csX13" fmla="*/ 21769 w 1062447"/>
              <a:gd name="csY13" fmla="*/ 0 h 133337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1062447" h="1333377">
                <a:moveTo>
                  <a:pt x="21769" y="0"/>
                </a:moveTo>
                <a:lnTo>
                  <a:pt x="277586" y="0"/>
                </a:lnTo>
                <a:cubicBezTo>
                  <a:pt x="288887" y="0"/>
                  <a:pt x="298049" y="9162"/>
                  <a:pt x="298049" y="20463"/>
                </a:cubicBezTo>
                <a:lnTo>
                  <a:pt x="298049" y="267221"/>
                </a:lnTo>
                <a:lnTo>
                  <a:pt x="989181" y="267221"/>
                </a:lnTo>
                <a:cubicBezTo>
                  <a:pt x="1029645" y="267221"/>
                  <a:pt x="1062447" y="300023"/>
                  <a:pt x="1062447" y="340487"/>
                </a:cubicBezTo>
                <a:lnTo>
                  <a:pt x="1062447" y="1260111"/>
                </a:lnTo>
                <a:cubicBezTo>
                  <a:pt x="1062447" y="1300575"/>
                  <a:pt x="1029645" y="1333377"/>
                  <a:pt x="989181" y="1333377"/>
                </a:cubicBezTo>
                <a:lnTo>
                  <a:pt x="73266" y="1333377"/>
                </a:lnTo>
                <a:cubicBezTo>
                  <a:pt x="32802" y="1333377"/>
                  <a:pt x="0" y="1300575"/>
                  <a:pt x="0" y="1260111"/>
                </a:cubicBezTo>
                <a:lnTo>
                  <a:pt x="0" y="340487"/>
                </a:lnTo>
                <a:lnTo>
                  <a:pt x="1306" y="334018"/>
                </a:lnTo>
                <a:lnTo>
                  <a:pt x="1306" y="20463"/>
                </a:lnTo>
                <a:cubicBezTo>
                  <a:pt x="1306" y="9162"/>
                  <a:pt x="10468" y="0"/>
                  <a:pt x="21769" y="0"/>
                </a:cubicBezTo>
                <a:close/>
              </a:path>
            </a:pathLst>
          </a:custGeom>
          <a:solidFill>
            <a:srgbClr val="BFBFBF"/>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83" name="テキスト ボックス 82">
            <a:extLst>
              <a:ext uri="{FF2B5EF4-FFF2-40B4-BE49-F238E27FC236}">
                <a16:creationId xmlns:a16="http://schemas.microsoft.com/office/drawing/2014/main" id="{56A82434-848F-604E-DF39-7481D622F46F}"/>
              </a:ext>
            </a:extLst>
          </p:cNvPr>
          <p:cNvSpPr txBox="1"/>
          <p:nvPr/>
        </p:nvSpPr>
        <p:spPr>
          <a:xfrm>
            <a:off x="10404649" y="2389383"/>
            <a:ext cx="264816" cy="276999"/>
          </a:xfrm>
          <a:prstGeom prst="rect">
            <a:avLst/>
          </a:prstGeom>
          <a:noFill/>
        </p:spPr>
        <p:txBody>
          <a:bodyPr wrap="none" rtlCol="0">
            <a:spAutoFit/>
          </a:bodyPr>
          <a:lstStyle/>
          <a:p>
            <a:pPr algn="ctr"/>
            <a:r>
              <a:rPr lang="en-US" altLang="ja-JP" sz="1200" dirty="0">
                <a:solidFill>
                  <a:schemeClr val="bg1">
                    <a:lumMod val="95000"/>
                  </a:schemeClr>
                </a:solidFill>
                <a:latin typeface="原稿用標準書体" panose="03000503000000000000" pitchFamily="66" charset="-128"/>
                <a:ea typeface="原稿用標準書体" panose="03000503000000000000" pitchFamily="66" charset="-128"/>
              </a:rPr>
              <a:t>2</a:t>
            </a:r>
          </a:p>
        </p:txBody>
      </p:sp>
      <p:sp>
        <p:nvSpPr>
          <p:cNvPr id="84" name="テキスト ボックス 83">
            <a:extLst>
              <a:ext uri="{FF2B5EF4-FFF2-40B4-BE49-F238E27FC236}">
                <a16:creationId xmlns:a16="http://schemas.microsoft.com/office/drawing/2014/main" id="{7D337EA8-F105-4B8E-B1D3-767C943598AC}"/>
              </a:ext>
            </a:extLst>
          </p:cNvPr>
          <p:cNvSpPr txBox="1"/>
          <p:nvPr/>
        </p:nvSpPr>
        <p:spPr>
          <a:xfrm>
            <a:off x="10791950" y="2389383"/>
            <a:ext cx="264816" cy="276999"/>
          </a:xfrm>
          <a:prstGeom prst="rect">
            <a:avLst/>
          </a:prstGeom>
          <a:noFill/>
        </p:spPr>
        <p:txBody>
          <a:bodyPr wrap="none" rtlCol="0">
            <a:spAutoFit/>
          </a:bodyPr>
          <a:lstStyle/>
          <a:p>
            <a:pPr algn="ctr"/>
            <a:r>
              <a:rPr lang="en-US" altLang="ja-JP" sz="1200" dirty="0">
                <a:solidFill>
                  <a:schemeClr val="bg1">
                    <a:lumMod val="95000"/>
                  </a:schemeClr>
                </a:solidFill>
                <a:latin typeface="原稿用標準書体" panose="03000503000000000000" pitchFamily="66" charset="-128"/>
                <a:ea typeface="原稿用標準書体" panose="03000503000000000000" pitchFamily="66" charset="-128"/>
              </a:rPr>
              <a:t>3</a:t>
            </a:r>
          </a:p>
        </p:txBody>
      </p:sp>
      <p:sp>
        <p:nvSpPr>
          <p:cNvPr id="85" name="テキスト ボックス 84">
            <a:extLst>
              <a:ext uri="{FF2B5EF4-FFF2-40B4-BE49-F238E27FC236}">
                <a16:creationId xmlns:a16="http://schemas.microsoft.com/office/drawing/2014/main" id="{3335F92A-9A9E-DDB7-113E-BC5A12DF3C8B}"/>
              </a:ext>
            </a:extLst>
          </p:cNvPr>
          <p:cNvSpPr txBox="1"/>
          <p:nvPr/>
        </p:nvSpPr>
        <p:spPr>
          <a:xfrm>
            <a:off x="10036010" y="2389383"/>
            <a:ext cx="264816" cy="276999"/>
          </a:xfrm>
          <a:prstGeom prst="rect">
            <a:avLst/>
          </a:prstGeom>
          <a:noFill/>
        </p:spPr>
        <p:txBody>
          <a:bodyPr wrap="none" rtlCol="0">
            <a:spAutoFit/>
          </a:bodyPr>
          <a:lstStyle/>
          <a:p>
            <a:pPr algn="ctr"/>
            <a:r>
              <a:rPr lang="en-US" altLang="ja-JP" sz="1200" dirty="0">
                <a:solidFill>
                  <a:schemeClr val="tx1">
                    <a:lumMod val="75000"/>
                    <a:lumOff val="25000"/>
                  </a:schemeClr>
                </a:solidFill>
                <a:latin typeface="原稿用標準書体" panose="03000503000000000000" pitchFamily="66" charset="-128"/>
                <a:ea typeface="原稿用標準書体" panose="03000503000000000000" pitchFamily="66" charset="-128"/>
              </a:rPr>
              <a:t>1</a:t>
            </a:r>
          </a:p>
        </p:txBody>
      </p:sp>
      <p:grpSp>
        <p:nvGrpSpPr>
          <p:cNvPr id="95" name="グループ化 94">
            <a:extLst>
              <a:ext uri="{FF2B5EF4-FFF2-40B4-BE49-F238E27FC236}">
                <a16:creationId xmlns:a16="http://schemas.microsoft.com/office/drawing/2014/main" id="{3B40BF9C-3582-3ECC-9968-1414CFCCA0E7}"/>
              </a:ext>
            </a:extLst>
          </p:cNvPr>
          <p:cNvGrpSpPr/>
          <p:nvPr/>
        </p:nvGrpSpPr>
        <p:grpSpPr>
          <a:xfrm>
            <a:off x="10205439" y="3369817"/>
            <a:ext cx="677545" cy="312314"/>
            <a:chOff x="10130793" y="3279791"/>
            <a:chExt cx="696970" cy="383679"/>
          </a:xfrm>
        </p:grpSpPr>
        <p:sp>
          <p:nvSpPr>
            <p:cNvPr id="75" name="四角形: 角を丸くする 74">
              <a:extLst>
                <a:ext uri="{FF2B5EF4-FFF2-40B4-BE49-F238E27FC236}">
                  <a16:creationId xmlns:a16="http://schemas.microsoft.com/office/drawing/2014/main" id="{ACCA2068-DCAE-E12B-8505-03560824B0D9}"/>
                </a:ext>
              </a:extLst>
            </p:cNvPr>
            <p:cNvSpPr/>
            <p:nvPr/>
          </p:nvSpPr>
          <p:spPr>
            <a:xfrm>
              <a:off x="10130793" y="3298920"/>
              <a:ext cx="696970" cy="364550"/>
            </a:xfrm>
            <a:prstGeom prst="roundRect">
              <a:avLst>
                <a:gd name="adj" fmla="val 6896"/>
              </a:avLst>
            </a:prstGeom>
            <a:solidFill>
              <a:srgbClr val="FFA4F3"/>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latin typeface="原稿用標準書体" panose="03000503000000000000" pitchFamily="66" charset="-128"/>
                <a:ea typeface="原稿用標準書体" panose="03000503000000000000" pitchFamily="66" charset="-128"/>
              </a:endParaRPr>
            </a:p>
          </p:txBody>
        </p:sp>
        <p:sp>
          <p:nvSpPr>
            <p:cNvPr id="94" name="テキスト ボックス 93">
              <a:extLst>
                <a:ext uri="{FF2B5EF4-FFF2-40B4-BE49-F238E27FC236}">
                  <a16:creationId xmlns:a16="http://schemas.microsoft.com/office/drawing/2014/main" id="{F7BCC1A3-9A82-6F0E-1AE1-3B2C42789242}"/>
                </a:ext>
              </a:extLst>
            </p:cNvPr>
            <p:cNvSpPr txBox="1"/>
            <p:nvPr/>
          </p:nvSpPr>
          <p:spPr>
            <a:xfrm>
              <a:off x="10211797" y="3279791"/>
              <a:ext cx="559328" cy="378105"/>
            </a:xfrm>
            <a:prstGeom prst="rect">
              <a:avLst/>
            </a:prstGeom>
            <a:noFill/>
          </p:spPr>
          <p:txBody>
            <a:bodyPr wrap="none" rtlCol="0">
              <a:spAutoFit/>
            </a:bodyPr>
            <a:lstStyle/>
            <a:p>
              <a:r>
                <a:rPr lang="ja-JP" altLang="en-US" sz="1400" dirty="0">
                  <a:solidFill>
                    <a:schemeClr val="tx1">
                      <a:lumMod val="75000"/>
                      <a:lumOff val="25000"/>
                    </a:schemeClr>
                  </a:solidFill>
                  <a:latin typeface="原稿用標準書体" panose="03000503000000000000" pitchFamily="66" charset="-128"/>
                  <a:ea typeface="原稿用標準書体" panose="03000503000000000000" pitchFamily="66" charset="-128"/>
                </a:rPr>
                <a:t>装備</a:t>
              </a:r>
              <a:endParaRPr lang="en-US" altLang="ja-JP" sz="14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96" name="テキスト ボックス 95">
            <a:extLst>
              <a:ext uri="{FF2B5EF4-FFF2-40B4-BE49-F238E27FC236}">
                <a16:creationId xmlns:a16="http://schemas.microsoft.com/office/drawing/2014/main" id="{396B5249-7C09-12BC-200A-C4D5DAEFDF22}"/>
              </a:ext>
            </a:extLst>
          </p:cNvPr>
          <p:cNvSpPr txBox="1"/>
          <p:nvPr/>
        </p:nvSpPr>
        <p:spPr>
          <a:xfrm>
            <a:off x="10031426" y="2681876"/>
            <a:ext cx="697627" cy="246221"/>
          </a:xfrm>
          <a:prstGeom prst="rect">
            <a:avLst/>
          </a:prstGeom>
          <a:noFill/>
        </p:spPr>
        <p:txBody>
          <a:bodyPr wrap="none" rtlCol="0">
            <a:spAutoFit/>
          </a:bodyPr>
          <a:lstStyle/>
          <a:p>
            <a:r>
              <a:rPr lang="ja-JP" altLang="en-US"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スキル名</a:t>
            </a:r>
            <a:endParaRPr lang="en-US" altLang="ja-JP" sz="1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97" name="テキスト ボックス 96">
            <a:extLst>
              <a:ext uri="{FF2B5EF4-FFF2-40B4-BE49-F238E27FC236}">
                <a16:creationId xmlns:a16="http://schemas.microsoft.com/office/drawing/2014/main" id="{566C1114-F21B-D33F-B9CC-2F8E4DA68FEE}"/>
              </a:ext>
            </a:extLst>
          </p:cNvPr>
          <p:cNvSpPr txBox="1"/>
          <p:nvPr/>
        </p:nvSpPr>
        <p:spPr>
          <a:xfrm>
            <a:off x="10034534" y="2862269"/>
            <a:ext cx="877163" cy="507831"/>
          </a:xfrm>
          <a:prstGeom prst="rect">
            <a:avLst/>
          </a:prstGeom>
          <a:noFill/>
        </p:spPr>
        <p:txBody>
          <a:bodyPr wrap="none" rtlCol="0">
            <a:spAutoFit/>
          </a:bodyPr>
          <a:lstStyle/>
          <a:p>
            <a:r>
              <a:rPr lang="ja-JP" altLang="en-US" sz="900" dirty="0">
                <a:solidFill>
                  <a:schemeClr val="tx1">
                    <a:lumMod val="75000"/>
                    <a:lumOff val="25000"/>
                  </a:schemeClr>
                </a:solidFill>
                <a:latin typeface="原稿用標準書体" panose="03000503000000000000" pitchFamily="66" charset="-128"/>
                <a:ea typeface="原稿用標準書体" panose="03000503000000000000" pitchFamily="66" charset="-128"/>
              </a:rPr>
              <a:t>効果テキスト</a:t>
            </a:r>
            <a:br>
              <a:rPr lang="en-US" altLang="ja-JP" sz="900" dirty="0">
                <a:solidFill>
                  <a:schemeClr val="tx1">
                    <a:lumMod val="75000"/>
                    <a:lumOff val="25000"/>
                  </a:schemeClr>
                </a:solidFill>
                <a:latin typeface="原稿用標準書体" panose="03000503000000000000" pitchFamily="66" charset="-128"/>
                <a:ea typeface="原稿用標準書体" panose="03000503000000000000" pitchFamily="66" charset="-128"/>
              </a:rPr>
            </a:br>
            <a:r>
              <a:rPr lang="ja-JP" altLang="en-US" sz="900" dirty="0">
                <a:solidFill>
                  <a:schemeClr val="tx1">
                    <a:lumMod val="75000"/>
                    <a:lumOff val="25000"/>
                  </a:schemeClr>
                </a:solidFill>
                <a:latin typeface="原稿用標準書体" panose="03000503000000000000" pitchFamily="66" charset="-128"/>
                <a:ea typeface="原稿用標準書体" panose="03000503000000000000" pitchFamily="66" charset="-128"/>
              </a:rPr>
              <a:t>効果テキスト</a:t>
            </a:r>
            <a:endParaRPr lang="en-US" altLang="ja-JP" sz="9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a:p>
            <a:r>
              <a:rPr lang="ja-JP" altLang="en-US" sz="900" dirty="0">
                <a:solidFill>
                  <a:schemeClr val="tx1">
                    <a:lumMod val="75000"/>
                    <a:lumOff val="25000"/>
                  </a:schemeClr>
                </a:solidFill>
                <a:latin typeface="原稿用標準書体" panose="03000503000000000000" pitchFamily="66" charset="-128"/>
                <a:ea typeface="原稿用標準書体" panose="03000503000000000000" pitchFamily="66" charset="-128"/>
              </a:rPr>
              <a:t>効果テキスト</a:t>
            </a:r>
            <a:endParaRPr lang="en-US" altLang="ja-JP" sz="9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102" name="グループ化 101">
            <a:extLst>
              <a:ext uri="{FF2B5EF4-FFF2-40B4-BE49-F238E27FC236}">
                <a16:creationId xmlns:a16="http://schemas.microsoft.com/office/drawing/2014/main" id="{0D57A855-26EF-C73F-976A-6F11BDBB216C}"/>
              </a:ext>
            </a:extLst>
          </p:cNvPr>
          <p:cNvGrpSpPr/>
          <p:nvPr/>
        </p:nvGrpSpPr>
        <p:grpSpPr>
          <a:xfrm>
            <a:off x="10706392" y="2769566"/>
            <a:ext cx="307601" cy="79382"/>
            <a:chOff x="10725054" y="3385387"/>
            <a:chExt cx="569131" cy="146875"/>
          </a:xfrm>
        </p:grpSpPr>
        <p:sp>
          <p:nvSpPr>
            <p:cNvPr id="99" name="楕円 98">
              <a:extLst>
                <a:ext uri="{FF2B5EF4-FFF2-40B4-BE49-F238E27FC236}">
                  <a16:creationId xmlns:a16="http://schemas.microsoft.com/office/drawing/2014/main" id="{2676F52F-53F6-F3A2-5016-75826E82B24D}"/>
                </a:ext>
              </a:extLst>
            </p:cNvPr>
            <p:cNvSpPr/>
            <p:nvPr/>
          </p:nvSpPr>
          <p:spPr>
            <a:xfrm>
              <a:off x="10725054" y="3385387"/>
              <a:ext cx="157325" cy="146875"/>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100" name="楕円 99">
              <a:extLst>
                <a:ext uri="{FF2B5EF4-FFF2-40B4-BE49-F238E27FC236}">
                  <a16:creationId xmlns:a16="http://schemas.microsoft.com/office/drawing/2014/main" id="{1958B113-A4EC-01CC-C44B-F8ED94C0D527}"/>
                </a:ext>
              </a:extLst>
            </p:cNvPr>
            <p:cNvSpPr/>
            <p:nvPr/>
          </p:nvSpPr>
          <p:spPr>
            <a:xfrm>
              <a:off x="10930957" y="3385387"/>
              <a:ext cx="157325" cy="146875"/>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101" name="楕円 100">
              <a:extLst>
                <a:ext uri="{FF2B5EF4-FFF2-40B4-BE49-F238E27FC236}">
                  <a16:creationId xmlns:a16="http://schemas.microsoft.com/office/drawing/2014/main" id="{DC106C17-89D3-9CE5-6C15-23D42363859E}"/>
                </a:ext>
              </a:extLst>
            </p:cNvPr>
            <p:cNvSpPr/>
            <p:nvPr/>
          </p:nvSpPr>
          <p:spPr>
            <a:xfrm>
              <a:off x="11136860" y="3385387"/>
              <a:ext cx="157325" cy="146875"/>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sp>
        <p:nvSpPr>
          <p:cNvPr id="103" name="テキスト ボックス 102">
            <a:extLst>
              <a:ext uri="{FF2B5EF4-FFF2-40B4-BE49-F238E27FC236}">
                <a16:creationId xmlns:a16="http://schemas.microsoft.com/office/drawing/2014/main" id="{16D641DB-2172-E294-6CBA-C87DA14A0A94}"/>
              </a:ext>
            </a:extLst>
          </p:cNvPr>
          <p:cNvSpPr txBox="1"/>
          <p:nvPr/>
        </p:nvSpPr>
        <p:spPr>
          <a:xfrm>
            <a:off x="8880746" y="4657506"/>
            <a:ext cx="1657826" cy="246221"/>
          </a:xfrm>
          <a:prstGeom prst="rect">
            <a:avLst/>
          </a:prstGeom>
          <a:noFill/>
        </p:spPr>
        <p:txBody>
          <a:bodyPr wrap="none" rtlCol="0">
            <a:spAutoFit/>
          </a:bodyPr>
          <a:lstStyle/>
          <a:p>
            <a:r>
              <a:rPr lang="ja-JP" altLang="en-US"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敵</a:t>
            </a:r>
            <a:r>
              <a:rPr lang="en-US" altLang="ja-JP"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1</a:t>
            </a:r>
            <a:r>
              <a:rPr lang="ja-JP" altLang="en-US"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体に</a:t>
            </a:r>
            <a:r>
              <a:rPr lang="en-US" altLang="ja-JP"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ATK×80</a:t>
            </a:r>
            <a:r>
              <a:rPr lang="ja-JP" altLang="en-US"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％の攻撃</a:t>
            </a:r>
            <a:endParaRPr lang="en-US" altLang="ja-JP" sz="1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pic>
        <p:nvPicPr>
          <p:cNvPr id="39" name="図 38">
            <a:extLst>
              <a:ext uri="{FF2B5EF4-FFF2-40B4-BE49-F238E27FC236}">
                <a16:creationId xmlns:a16="http://schemas.microsoft.com/office/drawing/2014/main" id="{F93D8009-4D13-D236-8232-A77ACFE5CFC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992219" y="1933050"/>
            <a:ext cx="1387192" cy="1958200"/>
          </a:xfrm>
          <a:prstGeom prst="rect">
            <a:avLst/>
          </a:prstGeom>
        </p:spPr>
      </p:pic>
      <p:grpSp>
        <p:nvGrpSpPr>
          <p:cNvPr id="118" name="グループ化 117">
            <a:extLst>
              <a:ext uri="{FF2B5EF4-FFF2-40B4-BE49-F238E27FC236}">
                <a16:creationId xmlns:a16="http://schemas.microsoft.com/office/drawing/2014/main" id="{DD3327AA-2C7D-992D-5847-BE2F52A91EAD}"/>
              </a:ext>
            </a:extLst>
          </p:cNvPr>
          <p:cNvGrpSpPr/>
          <p:nvPr/>
        </p:nvGrpSpPr>
        <p:grpSpPr>
          <a:xfrm>
            <a:off x="7039550" y="1408045"/>
            <a:ext cx="1321756" cy="407528"/>
            <a:chOff x="6961435" y="1453494"/>
            <a:chExt cx="1321756" cy="407528"/>
          </a:xfrm>
        </p:grpSpPr>
        <p:grpSp>
          <p:nvGrpSpPr>
            <p:cNvPr id="117" name="グループ化 116">
              <a:extLst>
                <a:ext uri="{FF2B5EF4-FFF2-40B4-BE49-F238E27FC236}">
                  <a16:creationId xmlns:a16="http://schemas.microsoft.com/office/drawing/2014/main" id="{3AB8FF55-BD54-1333-4CAD-2794DD4434B9}"/>
                </a:ext>
              </a:extLst>
            </p:cNvPr>
            <p:cNvGrpSpPr/>
            <p:nvPr/>
          </p:nvGrpSpPr>
          <p:grpSpPr>
            <a:xfrm>
              <a:off x="6961435" y="1453494"/>
              <a:ext cx="1321756" cy="407528"/>
              <a:chOff x="6931430" y="1379411"/>
              <a:chExt cx="1988006" cy="612948"/>
            </a:xfrm>
          </p:grpSpPr>
          <p:sp>
            <p:nvSpPr>
              <p:cNvPr id="112" name="四角形: 角を丸くする 111">
                <a:extLst>
                  <a:ext uri="{FF2B5EF4-FFF2-40B4-BE49-F238E27FC236}">
                    <a16:creationId xmlns:a16="http://schemas.microsoft.com/office/drawing/2014/main" id="{2BB3D516-44B4-2782-4F83-01D4A0C7079B}"/>
                  </a:ext>
                </a:extLst>
              </p:cNvPr>
              <p:cNvSpPr/>
              <p:nvPr/>
            </p:nvSpPr>
            <p:spPr>
              <a:xfrm>
                <a:off x="6931430" y="1379411"/>
                <a:ext cx="1988006" cy="612948"/>
              </a:xfrm>
              <a:prstGeom prst="roundRect">
                <a:avLst>
                  <a:gd name="adj" fmla="val 9765"/>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16" name="二等辺三角形 115">
                <a:extLst>
                  <a:ext uri="{FF2B5EF4-FFF2-40B4-BE49-F238E27FC236}">
                    <a16:creationId xmlns:a16="http://schemas.microsoft.com/office/drawing/2014/main" id="{D1ED5EBB-857E-0B74-CEF4-DC71529ABD1E}"/>
                  </a:ext>
                </a:extLst>
              </p:cNvPr>
              <p:cNvSpPr/>
              <p:nvPr/>
            </p:nvSpPr>
            <p:spPr>
              <a:xfrm rot="16200000" flipH="1">
                <a:off x="7132754" y="1513146"/>
                <a:ext cx="400753" cy="345478"/>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14" name="テキスト ボックス 113">
              <a:extLst>
                <a:ext uri="{FF2B5EF4-FFF2-40B4-BE49-F238E27FC236}">
                  <a16:creationId xmlns:a16="http://schemas.microsoft.com/office/drawing/2014/main" id="{8B80A841-6DD0-5924-1F53-7DE0D1E5D106}"/>
                </a:ext>
              </a:extLst>
            </p:cNvPr>
            <p:cNvSpPr txBox="1"/>
            <p:nvPr/>
          </p:nvSpPr>
          <p:spPr>
            <a:xfrm>
              <a:off x="7434618" y="1487981"/>
              <a:ext cx="800219" cy="338554"/>
            </a:xfrm>
            <a:prstGeom prst="rect">
              <a:avLst/>
            </a:prstGeom>
            <a:noFill/>
          </p:spPr>
          <p:txBody>
            <a:bodyPr wrap="none" rtlCol="0">
              <a:spAutoFit/>
            </a:bodyPr>
            <a:lstStyle/>
            <a:p>
              <a:r>
                <a:rPr kumimoji="1" lang="ja-JP" altLang="en-US" sz="16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一覧へ</a:t>
              </a:r>
              <a:endParaRPr kumimoji="1" lang="ja-JP" altLang="en-US" sz="1600"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19" name="グループ化 118">
            <a:extLst>
              <a:ext uri="{FF2B5EF4-FFF2-40B4-BE49-F238E27FC236}">
                <a16:creationId xmlns:a16="http://schemas.microsoft.com/office/drawing/2014/main" id="{66CB1EE2-08CA-09CA-A8A0-F64385781089}"/>
              </a:ext>
            </a:extLst>
          </p:cNvPr>
          <p:cNvGrpSpPr/>
          <p:nvPr/>
        </p:nvGrpSpPr>
        <p:grpSpPr>
          <a:xfrm>
            <a:off x="9972935" y="1427012"/>
            <a:ext cx="1139403" cy="407528"/>
            <a:chOff x="6961435" y="1453494"/>
            <a:chExt cx="1321756" cy="407528"/>
          </a:xfrm>
        </p:grpSpPr>
        <p:sp>
          <p:nvSpPr>
            <p:cNvPr id="122" name="四角形: 角を丸くする 121">
              <a:extLst>
                <a:ext uri="{FF2B5EF4-FFF2-40B4-BE49-F238E27FC236}">
                  <a16:creationId xmlns:a16="http://schemas.microsoft.com/office/drawing/2014/main" id="{96FA75FB-C8DE-7F66-CAF9-74E24BE9DFC4}"/>
                </a:ext>
              </a:extLst>
            </p:cNvPr>
            <p:cNvSpPr/>
            <p:nvPr/>
          </p:nvSpPr>
          <p:spPr>
            <a:xfrm>
              <a:off x="6961435" y="1453494"/>
              <a:ext cx="1321756" cy="407528"/>
            </a:xfrm>
            <a:prstGeom prst="roundRect">
              <a:avLst>
                <a:gd name="adj" fmla="val 9765"/>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21" name="テキスト ボックス 120">
              <a:extLst>
                <a:ext uri="{FF2B5EF4-FFF2-40B4-BE49-F238E27FC236}">
                  <a16:creationId xmlns:a16="http://schemas.microsoft.com/office/drawing/2014/main" id="{49CE9622-6312-CDFF-D564-D6EBD105346D}"/>
                </a:ext>
              </a:extLst>
            </p:cNvPr>
            <p:cNvSpPr txBox="1"/>
            <p:nvPr/>
          </p:nvSpPr>
          <p:spPr>
            <a:xfrm>
              <a:off x="7222204" y="1487981"/>
              <a:ext cx="800219" cy="338554"/>
            </a:xfrm>
            <a:prstGeom prst="rect">
              <a:avLst/>
            </a:prstGeom>
            <a:noFill/>
          </p:spPr>
          <p:txBody>
            <a:bodyPr wrap="none" rtlCol="0">
              <a:spAutoFit/>
            </a:bodyPr>
            <a:lstStyle/>
            <a:p>
              <a:r>
                <a:rPr kumimoji="1" lang="en-US" altLang="ja-JP" sz="16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Lv</a:t>
              </a:r>
              <a:r>
                <a:rPr lang="en-US" altLang="ja-JP" sz="16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.00</a:t>
              </a:r>
              <a:r>
                <a:rPr lang="en-US" altLang="ja-JP" sz="1600"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0</a:t>
              </a:r>
              <a:endParaRPr kumimoji="1" lang="en-US" altLang="ja-JP" sz="16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125" name="四角形: 角を丸くする 124">
            <a:extLst>
              <a:ext uri="{FF2B5EF4-FFF2-40B4-BE49-F238E27FC236}">
                <a16:creationId xmlns:a16="http://schemas.microsoft.com/office/drawing/2014/main" id="{0B54E649-D6BE-541D-339E-2734BEC80520}"/>
              </a:ext>
            </a:extLst>
          </p:cNvPr>
          <p:cNvSpPr/>
          <p:nvPr/>
        </p:nvSpPr>
        <p:spPr>
          <a:xfrm>
            <a:off x="4858432" y="4321980"/>
            <a:ext cx="1233805" cy="1230022"/>
          </a:xfrm>
          <a:prstGeom prst="roundRect">
            <a:avLst>
              <a:gd name="adj" fmla="val 6896"/>
            </a:avLst>
          </a:prstGeom>
          <a:solidFill>
            <a:srgbClr val="FF00FF">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6" name="テキスト ボックス 15">
            <a:extLst>
              <a:ext uri="{FF2B5EF4-FFF2-40B4-BE49-F238E27FC236}">
                <a16:creationId xmlns:a16="http://schemas.microsoft.com/office/drawing/2014/main" id="{3D47235D-5E8E-9045-B2EB-67785AEBDDB6}"/>
              </a:ext>
            </a:extLst>
          </p:cNvPr>
          <p:cNvSpPr txBox="1"/>
          <p:nvPr/>
        </p:nvSpPr>
        <p:spPr>
          <a:xfrm>
            <a:off x="5131266"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18" name="テキスト ボックス 17">
            <a:extLst>
              <a:ext uri="{FF2B5EF4-FFF2-40B4-BE49-F238E27FC236}">
                <a16:creationId xmlns:a16="http://schemas.microsoft.com/office/drawing/2014/main" id="{F47A3E49-5029-C7C3-ED7A-03914A428002}"/>
              </a:ext>
            </a:extLst>
          </p:cNvPr>
          <p:cNvSpPr txBox="1"/>
          <p:nvPr/>
        </p:nvSpPr>
        <p:spPr>
          <a:xfrm>
            <a:off x="4963874" y="4764316"/>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pic>
        <p:nvPicPr>
          <p:cNvPr id="38" name="図 37">
            <a:extLst>
              <a:ext uri="{FF2B5EF4-FFF2-40B4-BE49-F238E27FC236}">
                <a16:creationId xmlns:a16="http://schemas.microsoft.com/office/drawing/2014/main" id="{F1B71043-5A3E-EBCA-DF54-4D94B89243EB}"/>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4730182" y="4385622"/>
            <a:ext cx="1492458" cy="1119343"/>
          </a:xfrm>
          <a:prstGeom prst="rect">
            <a:avLst/>
          </a:prstGeom>
        </p:spPr>
      </p:pic>
      <p:grpSp>
        <p:nvGrpSpPr>
          <p:cNvPr id="7" name="グループ化 6">
            <a:extLst>
              <a:ext uri="{FF2B5EF4-FFF2-40B4-BE49-F238E27FC236}">
                <a16:creationId xmlns:a16="http://schemas.microsoft.com/office/drawing/2014/main" id="{6A69901E-3314-352C-4287-CA68EBDECDD7}"/>
              </a:ext>
            </a:extLst>
          </p:cNvPr>
          <p:cNvGrpSpPr/>
          <p:nvPr/>
        </p:nvGrpSpPr>
        <p:grpSpPr>
          <a:xfrm>
            <a:off x="6847854" y="5498744"/>
            <a:ext cx="4556517" cy="732910"/>
            <a:chOff x="6847854" y="5498744"/>
            <a:chExt cx="4556517" cy="732910"/>
          </a:xfrm>
        </p:grpSpPr>
        <p:sp>
          <p:nvSpPr>
            <p:cNvPr id="17" name="矢印: 五方向 16">
              <a:extLst>
                <a:ext uri="{FF2B5EF4-FFF2-40B4-BE49-F238E27FC236}">
                  <a16:creationId xmlns:a16="http://schemas.microsoft.com/office/drawing/2014/main" id="{907BE3FB-5007-6CDD-E8FC-46EB43738149}"/>
                </a:ext>
              </a:extLst>
            </p:cNvPr>
            <p:cNvSpPr/>
            <p:nvPr/>
          </p:nvSpPr>
          <p:spPr>
            <a:xfrm>
              <a:off x="9327302" y="5507053"/>
              <a:ext cx="2077069" cy="710476"/>
            </a:xfrm>
            <a:prstGeom prst="homePlate">
              <a:avLst/>
            </a:prstGeom>
            <a:solidFill>
              <a:srgbClr val="FF00FF">
                <a:alpha val="6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latin typeface="原稿用標準書体" panose="03000503000000000000" pitchFamily="66" charset="-128"/>
                <a:ea typeface="原稿用標準書体" panose="03000503000000000000" pitchFamily="66" charset="-128"/>
              </a:endParaRPr>
            </a:p>
          </p:txBody>
        </p:sp>
        <p:sp>
          <p:nvSpPr>
            <p:cNvPr id="26" name="矢印: 五方向 25">
              <a:extLst>
                <a:ext uri="{FF2B5EF4-FFF2-40B4-BE49-F238E27FC236}">
                  <a16:creationId xmlns:a16="http://schemas.microsoft.com/office/drawing/2014/main" id="{A519F4F2-B2A0-B967-8197-615ACDF98CC3}"/>
                </a:ext>
              </a:extLst>
            </p:cNvPr>
            <p:cNvSpPr/>
            <p:nvPr/>
          </p:nvSpPr>
          <p:spPr>
            <a:xfrm flipH="1">
              <a:off x="6847854" y="5507053"/>
              <a:ext cx="2077070" cy="710476"/>
            </a:xfrm>
            <a:prstGeom prst="homePlate">
              <a:avLst/>
            </a:prstGeom>
            <a:solidFill>
              <a:schemeClr val="tx1">
                <a:lumMod val="95000"/>
                <a:lumOff val="5000"/>
                <a:alpha val="6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latin typeface="原稿用標準書体" panose="03000503000000000000" pitchFamily="66" charset="-128"/>
                <a:ea typeface="原稿用標準書体" panose="03000503000000000000" pitchFamily="66" charset="-128"/>
              </a:endParaRPr>
            </a:p>
          </p:txBody>
        </p:sp>
        <p:grpSp>
          <p:nvGrpSpPr>
            <p:cNvPr id="40" name="グループ化 39">
              <a:extLst>
                <a:ext uri="{FF2B5EF4-FFF2-40B4-BE49-F238E27FC236}">
                  <a16:creationId xmlns:a16="http://schemas.microsoft.com/office/drawing/2014/main" id="{70185BFB-EB30-41C1-D996-C2290784F683}"/>
                </a:ext>
              </a:extLst>
            </p:cNvPr>
            <p:cNvGrpSpPr/>
            <p:nvPr/>
          </p:nvGrpSpPr>
          <p:grpSpPr>
            <a:xfrm>
              <a:off x="6901145" y="5498744"/>
              <a:ext cx="1645326" cy="732910"/>
              <a:chOff x="163586" y="134635"/>
              <a:chExt cx="3134182" cy="1396119"/>
            </a:xfrm>
          </p:grpSpPr>
          <p:sp>
            <p:nvSpPr>
              <p:cNvPr id="76" name="テキスト ボックス 75">
                <a:extLst>
                  <a:ext uri="{FF2B5EF4-FFF2-40B4-BE49-F238E27FC236}">
                    <a16:creationId xmlns:a16="http://schemas.microsoft.com/office/drawing/2014/main" id="{3B948E41-C126-E72F-4903-ADAAF72FFFEE}"/>
                  </a:ext>
                </a:extLst>
              </p:cNvPr>
              <p:cNvSpPr txBox="1"/>
              <p:nvPr/>
            </p:nvSpPr>
            <p:spPr>
              <a:xfrm>
                <a:off x="2066572" y="480925"/>
                <a:ext cx="1231196" cy="703540"/>
              </a:xfrm>
              <a:prstGeom prst="rect">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戻る</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111" name="グループ化 110">
                <a:extLst>
                  <a:ext uri="{FF2B5EF4-FFF2-40B4-BE49-F238E27FC236}">
                    <a16:creationId xmlns:a16="http://schemas.microsoft.com/office/drawing/2014/main" id="{513C08AE-F2BF-CD4C-6D2C-79A676941BC5}"/>
                  </a:ext>
                </a:extLst>
              </p:cNvPr>
              <p:cNvGrpSpPr/>
              <p:nvPr/>
            </p:nvGrpSpPr>
            <p:grpSpPr>
              <a:xfrm>
                <a:off x="163586" y="134635"/>
                <a:ext cx="1975684" cy="1396119"/>
                <a:chOff x="163586" y="134635"/>
                <a:chExt cx="1975684" cy="1396119"/>
              </a:xfrm>
            </p:grpSpPr>
            <p:grpSp>
              <p:nvGrpSpPr>
                <p:cNvPr id="113" name="グループ化 112">
                  <a:extLst>
                    <a:ext uri="{FF2B5EF4-FFF2-40B4-BE49-F238E27FC236}">
                      <a16:creationId xmlns:a16="http://schemas.microsoft.com/office/drawing/2014/main" id="{DF0A90D7-B086-B54D-66F1-6A93546F03F3}"/>
                    </a:ext>
                  </a:extLst>
                </p:cNvPr>
                <p:cNvGrpSpPr/>
                <p:nvPr/>
              </p:nvGrpSpPr>
              <p:grpSpPr>
                <a:xfrm>
                  <a:off x="163586" y="134635"/>
                  <a:ext cx="1975684" cy="1396119"/>
                  <a:chOff x="163586" y="134635"/>
                  <a:chExt cx="1975684" cy="1396119"/>
                </a:xfrm>
              </p:grpSpPr>
              <p:pic>
                <p:nvPicPr>
                  <p:cNvPr id="120" name="図 119">
                    <a:extLst>
                      <a:ext uri="{FF2B5EF4-FFF2-40B4-BE49-F238E27FC236}">
                        <a16:creationId xmlns:a16="http://schemas.microsoft.com/office/drawing/2014/main" id="{E39BBC56-DC9B-4A25-8B0C-E5E0EAA6ED2F}"/>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123" name="楕円 122">
                    <a:extLst>
                      <a:ext uri="{FF2B5EF4-FFF2-40B4-BE49-F238E27FC236}">
                        <a16:creationId xmlns:a16="http://schemas.microsoft.com/office/drawing/2014/main" id="{1674E9CB-23A0-8EA4-37BF-CDCFE7CA21C7}"/>
                      </a:ext>
                    </a:extLst>
                  </p:cNvPr>
                  <p:cNvSpPr/>
                  <p:nvPr/>
                </p:nvSpPr>
                <p:spPr>
                  <a:xfrm>
                    <a:off x="836705" y="560292"/>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115" name="図 114">
                  <a:extLst>
                    <a:ext uri="{FF2B5EF4-FFF2-40B4-BE49-F238E27FC236}">
                      <a16:creationId xmlns:a16="http://schemas.microsoft.com/office/drawing/2014/main" id="{B969D79D-5D2F-A714-4906-212376A82E63}"/>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sp>
          <p:nvSpPr>
            <p:cNvPr id="42" name="テキスト ボックス 41">
              <a:extLst>
                <a:ext uri="{FF2B5EF4-FFF2-40B4-BE49-F238E27FC236}">
                  <a16:creationId xmlns:a16="http://schemas.microsoft.com/office/drawing/2014/main" id="{D54B3A42-67F4-2C92-D04D-32C29C4D59EB}"/>
                </a:ext>
              </a:extLst>
            </p:cNvPr>
            <p:cNvSpPr txBox="1"/>
            <p:nvPr/>
          </p:nvSpPr>
          <p:spPr>
            <a:xfrm>
              <a:off x="9503466" y="5680533"/>
              <a:ext cx="1338828" cy="369332"/>
            </a:xfrm>
            <a:prstGeom prst="rect">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ゲート進入</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9" name="二等辺三角形 58">
              <a:extLst>
                <a:ext uri="{FF2B5EF4-FFF2-40B4-BE49-F238E27FC236}">
                  <a16:creationId xmlns:a16="http://schemas.microsoft.com/office/drawing/2014/main" id="{99AC8D4F-08E9-3E13-CB4D-96871ABAD8F2}"/>
                </a:ext>
              </a:extLst>
            </p:cNvPr>
            <p:cNvSpPr/>
            <p:nvPr/>
          </p:nvSpPr>
          <p:spPr>
            <a:xfrm rot="5400000">
              <a:off x="10948049" y="5733145"/>
              <a:ext cx="299620" cy="258293"/>
            </a:xfrm>
            <a:prstGeom prst="triangl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Tree>
    <p:extLst>
      <p:ext uri="{BB962C8B-B14F-4D97-AF65-F5344CB8AC3E}">
        <p14:creationId xmlns:p14="http://schemas.microsoft.com/office/powerpoint/2010/main" val="2415351686"/>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gradFill>
          <a:gsLst>
            <a:gs pos="0">
              <a:schemeClr val="tx1">
                <a:lumMod val="85000"/>
                <a:lumOff val="15000"/>
              </a:schemeClr>
            </a:gs>
            <a:gs pos="23000">
              <a:schemeClr val="accent6">
                <a:lumMod val="89000"/>
              </a:schemeClr>
            </a:gs>
            <a:gs pos="69000">
              <a:schemeClr val="accent6">
                <a:lumMod val="75000"/>
              </a:schemeClr>
            </a:gs>
            <a:gs pos="97000">
              <a:schemeClr val="tx1">
                <a:lumMod val="85000"/>
                <a:lumOff val="15000"/>
              </a:schemeClr>
            </a:gs>
          </a:gsLst>
          <a:path path="circle">
            <a:fillToRect l="50000" t="50000" r="50000" b="50000"/>
          </a:path>
        </a:gradFill>
        <a:effectLst/>
      </p:bgPr>
    </p:bg>
    <p:spTree>
      <p:nvGrpSpPr>
        <p:cNvPr id="1" name="">
          <a:extLst>
            <a:ext uri="{FF2B5EF4-FFF2-40B4-BE49-F238E27FC236}">
              <a16:creationId xmlns:a16="http://schemas.microsoft.com/office/drawing/2014/main" id="{AE5038EF-5027-A7D7-0E14-2A9A235B852E}"/>
            </a:ext>
          </a:extLst>
        </p:cNvPr>
        <p:cNvGrpSpPr/>
        <p:nvPr/>
      </p:nvGrpSpPr>
      <p:grpSpPr>
        <a:xfrm>
          <a:off x="0" y="0"/>
          <a:ext cx="0" cy="0"/>
          <a:chOff x="0" y="0"/>
          <a:chExt cx="0" cy="0"/>
        </a:xfrm>
      </p:grpSpPr>
      <p:sp>
        <p:nvSpPr>
          <p:cNvPr id="6" name="四角形: 角を丸くする 5">
            <a:extLst>
              <a:ext uri="{FF2B5EF4-FFF2-40B4-BE49-F238E27FC236}">
                <a16:creationId xmlns:a16="http://schemas.microsoft.com/office/drawing/2014/main" id="{6F3DFABD-5315-0CA2-0499-FC8DBE139B98}"/>
              </a:ext>
            </a:extLst>
          </p:cNvPr>
          <p:cNvSpPr/>
          <p:nvPr/>
        </p:nvSpPr>
        <p:spPr>
          <a:xfrm>
            <a:off x="6645728" y="445192"/>
            <a:ext cx="4960773" cy="5950564"/>
          </a:xfrm>
          <a:prstGeom prst="roundRect">
            <a:avLst>
              <a:gd name="adj" fmla="val 2570"/>
            </a:avLst>
          </a:prstGeom>
          <a:solidFill>
            <a:schemeClr val="tx1">
              <a:lumMod val="50000"/>
              <a:lumOff val="5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 name="四角形: 角を丸くする 2">
            <a:extLst>
              <a:ext uri="{FF2B5EF4-FFF2-40B4-BE49-F238E27FC236}">
                <a16:creationId xmlns:a16="http://schemas.microsoft.com/office/drawing/2014/main" id="{E09705F6-244B-B7F9-0447-81CADB030973}"/>
              </a:ext>
            </a:extLst>
          </p:cNvPr>
          <p:cNvSpPr/>
          <p:nvPr/>
        </p:nvSpPr>
        <p:spPr>
          <a:xfrm>
            <a:off x="6820469" y="619037"/>
            <a:ext cx="1422938" cy="1458109"/>
          </a:xfrm>
          <a:prstGeom prst="roundRect">
            <a:avLst>
              <a:gd name="adj" fmla="val 4721"/>
            </a:avLst>
          </a:prstGeom>
          <a:solidFill>
            <a:schemeClr val="bg1">
              <a:lumMod val="6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9" name="四角形: 角を丸くする 48">
            <a:extLst>
              <a:ext uri="{FF2B5EF4-FFF2-40B4-BE49-F238E27FC236}">
                <a16:creationId xmlns:a16="http://schemas.microsoft.com/office/drawing/2014/main" id="{B14A2D13-B6DF-BEEF-E733-78D52D3B5F47}"/>
              </a:ext>
            </a:extLst>
          </p:cNvPr>
          <p:cNvSpPr/>
          <p:nvPr/>
        </p:nvSpPr>
        <p:spPr>
          <a:xfrm>
            <a:off x="8413385" y="619038"/>
            <a:ext cx="1422938" cy="1458109"/>
          </a:xfrm>
          <a:prstGeom prst="roundRect">
            <a:avLst>
              <a:gd name="adj" fmla="val 4721"/>
            </a:avLst>
          </a:prstGeom>
          <a:solidFill>
            <a:schemeClr val="bg1">
              <a:lumMod val="6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7" name="フリーフォーム: 図形 16">
            <a:extLst>
              <a:ext uri="{FF2B5EF4-FFF2-40B4-BE49-F238E27FC236}">
                <a16:creationId xmlns:a16="http://schemas.microsoft.com/office/drawing/2014/main" id="{3A3C4E83-479B-AB8E-FEB3-1A60B7CF1D8E}"/>
              </a:ext>
            </a:extLst>
          </p:cNvPr>
          <p:cNvSpPr/>
          <p:nvPr/>
        </p:nvSpPr>
        <p:spPr>
          <a:xfrm>
            <a:off x="6812548" y="619038"/>
            <a:ext cx="4623974" cy="4732653"/>
          </a:xfrm>
          <a:custGeom>
            <a:avLst/>
            <a:gdLst>
              <a:gd name="csX0" fmla="*/ 3268213 w 4623974"/>
              <a:gd name="csY0" fmla="*/ 0 h 4732653"/>
              <a:gd name="csX1" fmla="*/ 4556797 w 4623974"/>
              <a:gd name="csY1" fmla="*/ 0 h 4732653"/>
              <a:gd name="csX2" fmla="*/ 4623974 w 4623974"/>
              <a:gd name="csY2" fmla="*/ 67177 h 4732653"/>
              <a:gd name="csX3" fmla="*/ 4623974 w 4623974"/>
              <a:gd name="csY3" fmla="*/ 1390932 h 4732653"/>
              <a:gd name="csX4" fmla="*/ 4623973 w 4623974"/>
              <a:gd name="csY4" fmla="*/ 1390937 h 4732653"/>
              <a:gd name="csX5" fmla="*/ 4623973 w 4623974"/>
              <a:gd name="csY5" fmla="*/ 4533824 h 4732653"/>
              <a:gd name="csX6" fmla="*/ 4425144 w 4623974"/>
              <a:gd name="csY6" fmla="*/ 4732653 h 4732653"/>
              <a:gd name="csX7" fmla="*/ 198829 w 4623974"/>
              <a:gd name="csY7" fmla="*/ 4732653 h 4732653"/>
              <a:gd name="csX8" fmla="*/ 0 w 4623974"/>
              <a:gd name="csY8" fmla="*/ 4533824 h 4732653"/>
              <a:gd name="csX9" fmla="*/ 0 w 4623974"/>
              <a:gd name="csY9" fmla="*/ 719903 h 4732653"/>
              <a:gd name="csX10" fmla="*/ 198829 w 4623974"/>
              <a:gd name="csY10" fmla="*/ 521074 h 4732653"/>
              <a:gd name="csX11" fmla="*/ 3201036 w 4623974"/>
              <a:gd name="csY11" fmla="*/ 521074 h 4732653"/>
              <a:gd name="csX12" fmla="*/ 3201036 w 4623974"/>
              <a:gd name="csY12" fmla="*/ 67177 h 4732653"/>
              <a:gd name="csX13" fmla="*/ 3268213 w 4623974"/>
              <a:gd name="csY13" fmla="*/ 0 h 473265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4623974" h="4732653">
                <a:moveTo>
                  <a:pt x="3268213" y="0"/>
                </a:moveTo>
                <a:lnTo>
                  <a:pt x="4556797" y="0"/>
                </a:lnTo>
                <a:cubicBezTo>
                  <a:pt x="4593898" y="0"/>
                  <a:pt x="4623974" y="30076"/>
                  <a:pt x="4623974" y="67177"/>
                </a:cubicBezTo>
                <a:lnTo>
                  <a:pt x="4623974" y="1390932"/>
                </a:lnTo>
                <a:lnTo>
                  <a:pt x="4623973" y="1390937"/>
                </a:lnTo>
                <a:lnTo>
                  <a:pt x="4623973" y="4533824"/>
                </a:lnTo>
                <a:cubicBezTo>
                  <a:pt x="4623973" y="4643634"/>
                  <a:pt x="4534954" y="4732653"/>
                  <a:pt x="4425144" y="4732653"/>
                </a:cubicBezTo>
                <a:lnTo>
                  <a:pt x="198829" y="4732653"/>
                </a:lnTo>
                <a:cubicBezTo>
                  <a:pt x="89019" y="4732653"/>
                  <a:pt x="0" y="4643634"/>
                  <a:pt x="0" y="4533824"/>
                </a:cubicBezTo>
                <a:lnTo>
                  <a:pt x="0" y="719903"/>
                </a:lnTo>
                <a:cubicBezTo>
                  <a:pt x="0" y="610093"/>
                  <a:pt x="89019" y="521074"/>
                  <a:pt x="198829" y="521074"/>
                </a:cubicBezTo>
                <a:lnTo>
                  <a:pt x="3201036" y="521074"/>
                </a:lnTo>
                <a:lnTo>
                  <a:pt x="3201036" y="67177"/>
                </a:lnTo>
                <a:cubicBezTo>
                  <a:pt x="3201036" y="30076"/>
                  <a:pt x="3231112" y="0"/>
                  <a:pt x="3268213" y="0"/>
                </a:cubicBezTo>
                <a:close/>
              </a:path>
            </a:pathLst>
          </a:custGeom>
          <a:solidFill>
            <a:schemeClr val="bg1">
              <a:lumMod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4" name="四角形: 角を丸くする 103">
            <a:extLst>
              <a:ext uri="{FF2B5EF4-FFF2-40B4-BE49-F238E27FC236}">
                <a16:creationId xmlns:a16="http://schemas.microsoft.com/office/drawing/2014/main" id="{DFC4667A-BC38-0365-27D9-7C36FF425E62}"/>
              </a:ext>
            </a:extLst>
          </p:cNvPr>
          <p:cNvSpPr/>
          <p:nvPr/>
        </p:nvSpPr>
        <p:spPr>
          <a:xfrm>
            <a:off x="7078828" y="1420723"/>
            <a:ext cx="3995040" cy="1458109"/>
          </a:xfrm>
          <a:prstGeom prst="roundRect">
            <a:avLst>
              <a:gd name="adj" fmla="val 4721"/>
            </a:avLst>
          </a:prstGeom>
          <a:solidFill>
            <a:schemeClr val="accent6">
              <a:lumMod val="60000"/>
              <a:lumOff val="4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 name="四角形: 角を丸くする 8">
            <a:extLst>
              <a:ext uri="{FF2B5EF4-FFF2-40B4-BE49-F238E27FC236}">
                <a16:creationId xmlns:a16="http://schemas.microsoft.com/office/drawing/2014/main" id="{44340C2F-C435-98DC-82E2-2E5B05358ECF}"/>
              </a:ext>
            </a:extLst>
          </p:cNvPr>
          <p:cNvSpPr/>
          <p:nvPr/>
        </p:nvSpPr>
        <p:spPr>
          <a:xfrm>
            <a:off x="585498" y="445192"/>
            <a:ext cx="5710332" cy="5967615"/>
          </a:xfrm>
          <a:prstGeom prst="roundRect">
            <a:avLst>
              <a:gd name="adj" fmla="val 2174"/>
            </a:avLst>
          </a:prstGeom>
          <a:solidFill>
            <a:schemeClr val="accent6">
              <a:lumMod val="40000"/>
              <a:lumOff val="6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 name="テキスト ボックス 4">
            <a:extLst>
              <a:ext uri="{FF2B5EF4-FFF2-40B4-BE49-F238E27FC236}">
                <a16:creationId xmlns:a16="http://schemas.microsoft.com/office/drawing/2014/main" id="{8966B5A2-A198-1EB9-1B7F-DFC3B3BC57BA}"/>
              </a:ext>
            </a:extLst>
          </p:cNvPr>
          <p:cNvSpPr txBox="1"/>
          <p:nvPr/>
        </p:nvSpPr>
        <p:spPr>
          <a:xfrm>
            <a:off x="820249" y="529494"/>
            <a:ext cx="4685898" cy="646331"/>
          </a:xfrm>
          <a:prstGeom prst="rect">
            <a:avLst/>
          </a:prstGeom>
          <a:noFill/>
        </p:spPr>
        <p:txBody>
          <a:bodyPr wrap="none" rtlCol="0">
            <a:spAutoFit/>
          </a:bodyPr>
          <a:lstStyle/>
          <a:p>
            <a:r>
              <a:rPr lang="ja-JP" altLang="en-US" sz="3600" dirty="0">
                <a:solidFill>
                  <a:schemeClr val="tx1">
                    <a:lumMod val="75000"/>
                    <a:lumOff val="25000"/>
                  </a:schemeClr>
                </a:solidFill>
                <a:latin typeface="原稿用標準書体" panose="03000503000000000000" pitchFamily="66" charset="-128"/>
                <a:ea typeface="原稿用標準書体" panose="03000503000000000000" pitchFamily="66" charset="-128"/>
              </a:rPr>
              <a:t>前衛</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ATK+20%</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、注目度</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+4</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、回避率</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-20%</a:t>
            </a:r>
            <a:endParaRPr kumimoji="1" lang="ja-JP" altLang="en-US" sz="3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16" name="グループ化 15">
            <a:extLst>
              <a:ext uri="{FF2B5EF4-FFF2-40B4-BE49-F238E27FC236}">
                <a16:creationId xmlns:a16="http://schemas.microsoft.com/office/drawing/2014/main" id="{C5FF989E-DDF0-AB62-9793-026C82D083C3}"/>
              </a:ext>
            </a:extLst>
          </p:cNvPr>
          <p:cNvGrpSpPr/>
          <p:nvPr/>
        </p:nvGrpSpPr>
        <p:grpSpPr>
          <a:xfrm>
            <a:off x="789688" y="1318039"/>
            <a:ext cx="5301952" cy="1230022"/>
            <a:chOff x="922576" y="2450171"/>
            <a:chExt cx="5301952" cy="1309138"/>
          </a:xfrm>
          <a:solidFill>
            <a:schemeClr val="tx1">
              <a:lumMod val="75000"/>
              <a:lumOff val="25000"/>
              <a:alpha val="85000"/>
            </a:schemeClr>
          </a:solidFill>
        </p:grpSpPr>
        <p:sp>
          <p:nvSpPr>
            <p:cNvPr id="12" name="四角形: 角を丸くする 11">
              <a:extLst>
                <a:ext uri="{FF2B5EF4-FFF2-40B4-BE49-F238E27FC236}">
                  <a16:creationId xmlns:a16="http://schemas.microsoft.com/office/drawing/2014/main" id="{B3F5BEBE-56A0-A444-CD05-584420AE9195}"/>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3" name="四角形: 角を丸くする 12">
              <a:extLst>
                <a:ext uri="{FF2B5EF4-FFF2-40B4-BE49-F238E27FC236}">
                  <a16:creationId xmlns:a16="http://schemas.microsoft.com/office/drawing/2014/main" id="{AF855052-61D8-2C00-40E6-C0515FD7F48F}"/>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4" name="四角形: 角を丸くする 13">
              <a:extLst>
                <a:ext uri="{FF2B5EF4-FFF2-40B4-BE49-F238E27FC236}">
                  <a16:creationId xmlns:a16="http://schemas.microsoft.com/office/drawing/2014/main" id="{2C3D39BC-F5F1-ECCC-A83E-128B6592296E}"/>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5" name="四角形: 角を丸くする 14">
              <a:extLst>
                <a:ext uri="{FF2B5EF4-FFF2-40B4-BE49-F238E27FC236}">
                  <a16:creationId xmlns:a16="http://schemas.microsoft.com/office/drawing/2014/main" id="{F7EB385B-36C9-3070-B9A8-0AD1AF20C0EE}"/>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11" name="テキスト ボックス 10">
            <a:extLst>
              <a:ext uri="{FF2B5EF4-FFF2-40B4-BE49-F238E27FC236}">
                <a16:creationId xmlns:a16="http://schemas.microsoft.com/office/drawing/2014/main" id="{39479633-BF41-BA2D-B5DF-CFE96D6FFAA9}"/>
              </a:ext>
            </a:extLst>
          </p:cNvPr>
          <p:cNvSpPr txBox="1"/>
          <p:nvPr/>
        </p:nvSpPr>
        <p:spPr>
          <a:xfrm>
            <a:off x="820249" y="3523725"/>
            <a:ext cx="4685898" cy="646331"/>
          </a:xfrm>
          <a:prstGeom prst="rect">
            <a:avLst/>
          </a:prstGeom>
          <a:noFill/>
        </p:spPr>
        <p:txBody>
          <a:bodyPr wrap="none" rtlCol="0">
            <a:spAutoFit/>
          </a:bodyPr>
          <a:lstStyle/>
          <a:p>
            <a:r>
              <a:rPr lang="ja-JP" altLang="en-US" sz="3600" dirty="0">
                <a:solidFill>
                  <a:schemeClr val="bg1">
                    <a:lumMod val="95000"/>
                  </a:schemeClr>
                </a:solidFill>
                <a:latin typeface="原稿用標準書体" panose="03000503000000000000" pitchFamily="66" charset="-128"/>
                <a:ea typeface="原稿用標準書体" panose="03000503000000000000" pitchFamily="66" charset="-128"/>
              </a:rPr>
              <a:t>後衛</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：回避率</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+20%</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、注目度</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+1</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ATK-20%</a:t>
            </a:r>
            <a:endParaRPr kumimoji="1" lang="ja-JP" altLang="en-US" sz="36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19" name="グループ化 18">
            <a:extLst>
              <a:ext uri="{FF2B5EF4-FFF2-40B4-BE49-F238E27FC236}">
                <a16:creationId xmlns:a16="http://schemas.microsoft.com/office/drawing/2014/main" id="{6FFECCD2-B0C5-E010-8D3F-C3DE1188A666}"/>
              </a:ext>
            </a:extLst>
          </p:cNvPr>
          <p:cNvGrpSpPr/>
          <p:nvPr/>
        </p:nvGrpSpPr>
        <p:grpSpPr>
          <a:xfrm>
            <a:off x="789688" y="4320508"/>
            <a:ext cx="5301952" cy="1230022"/>
            <a:chOff x="922576" y="2450171"/>
            <a:chExt cx="5301952" cy="1309138"/>
          </a:xfrm>
          <a:solidFill>
            <a:schemeClr val="bg1">
              <a:lumMod val="85000"/>
              <a:alpha val="85000"/>
            </a:schemeClr>
          </a:solidFill>
        </p:grpSpPr>
        <p:sp>
          <p:nvSpPr>
            <p:cNvPr id="20" name="四角形: 角を丸くする 19">
              <a:extLst>
                <a:ext uri="{FF2B5EF4-FFF2-40B4-BE49-F238E27FC236}">
                  <a16:creationId xmlns:a16="http://schemas.microsoft.com/office/drawing/2014/main" id="{A81D003A-B6A6-58B6-F1CB-82CD3923F9B2}"/>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1" name="四角形: 角を丸くする 20">
              <a:extLst>
                <a:ext uri="{FF2B5EF4-FFF2-40B4-BE49-F238E27FC236}">
                  <a16:creationId xmlns:a16="http://schemas.microsoft.com/office/drawing/2014/main" id="{CF68D928-42A6-5323-04B3-9B6FC0578CE3}"/>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2" name="四角形: 角を丸くする 21">
              <a:extLst>
                <a:ext uri="{FF2B5EF4-FFF2-40B4-BE49-F238E27FC236}">
                  <a16:creationId xmlns:a16="http://schemas.microsoft.com/office/drawing/2014/main" id="{E1000137-A3E4-E185-853D-737131C9E4F0}"/>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3" name="四角形: 角を丸くする 22">
              <a:extLst>
                <a:ext uri="{FF2B5EF4-FFF2-40B4-BE49-F238E27FC236}">
                  <a16:creationId xmlns:a16="http://schemas.microsoft.com/office/drawing/2014/main" id="{363073B1-F61A-BC00-8D43-69CC34645DB1}"/>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cxnSp>
        <p:nvCxnSpPr>
          <p:cNvPr id="25" name="直線コネクタ 24">
            <a:extLst>
              <a:ext uri="{FF2B5EF4-FFF2-40B4-BE49-F238E27FC236}">
                <a16:creationId xmlns:a16="http://schemas.microsoft.com/office/drawing/2014/main" id="{D69D593C-3569-4F90-BDE9-3B337F5E519A}"/>
              </a:ext>
            </a:extLst>
          </p:cNvPr>
          <p:cNvCxnSpPr>
            <a:cxnSpLocks/>
          </p:cNvCxnSpPr>
          <p:nvPr/>
        </p:nvCxnSpPr>
        <p:spPr>
          <a:xfrm>
            <a:off x="759127" y="3428999"/>
            <a:ext cx="5363074" cy="0"/>
          </a:xfrm>
          <a:prstGeom prst="line">
            <a:avLst/>
          </a:prstGeom>
          <a:ln w="12700">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grpSp>
        <p:nvGrpSpPr>
          <p:cNvPr id="28" name="グループ化 27">
            <a:extLst>
              <a:ext uri="{FF2B5EF4-FFF2-40B4-BE49-F238E27FC236}">
                <a16:creationId xmlns:a16="http://schemas.microsoft.com/office/drawing/2014/main" id="{A21167F3-3010-4B15-9DDE-2127E641FEE1}"/>
              </a:ext>
            </a:extLst>
          </p:cNvPr>
          <p:cNvGrpSpPr/>
          <p:nvPr/>
        </p:nvGrpSpPr>
        <p:grpSpPr>
          <a:xfrm>
            <a:off x="787120" y="2633455"/>
            <a:ext cx="5301952" cy="635908"/>
            <a:chOff x="922576" y="2450171"/>
            <a:chExt cx="5301952" cy="1309138"/>
          </a:xfrm>
          <a:solidFill>
            <a:schemeClr val="tx1">
              <a:lumMod val="75000"/>
              <a:lumOff val="25000"/>
              <a:alpha val="85000"/>
            </a:schemeClr>
          </a:solidFill>
        </p:grpSpPr>
        <p:sp>
          <p:nvSpPr>
            <p:cNvPr id="29" name="四角形: 角を丸くする 28">
              <a:extLst>
                <a:ext uri="{FF2B5EF4-FFF2-40B4-BE49-F238E27FC236}">
                  <a16:creationId xmlns:a16="http://schemas.microsoft.com/office/drawing/2014/main" id="{22FFD920-4C52-4DFA-3391-0177F5FB32A9}"/>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0" name="四角形: 角を丸くする 29">
              <a:extLst>
                <a:ext uri="{FF2B5EF4-FFF2-40B4-BE49-F238E27FC236}">
                  <a16:creationId xmlns:a16="http://schemas.microsoft.com/office/drawing/2014/main" id="{10AB2BDD-EF55-76D6-BC3E-2D6469527D9C}"/>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1" name="四角形: 角を丸くする 30">
              <a:extLst>
                <a:ext uri="{FF2B5EF4-FFF2-40B4-BE49-F238E27FC236}">
                  <a16:creationId xmlns:a16="http://schemas.microsoft.com/office/drawing/2014/main" id="{32A5E5B5-370D-D90F-C65E-705A995EC3C3}"/>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2" name="四角形: 角を丸くする 31">
              <a:extLst>
                <a:ext uri="{FF2B5EF4-FFF2-40B4-BE49-F238E27FC236}">
                  <a16:creationId xmlns:a16="http://schemas.microsoft.com/office/drawing/2014/main" id="{46F984E4-4ECC-15C2-9F4C-7C523FB6DA10}"/>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34" name="四角形: 角を丸くする 33">
            <a:extLst>
              <a:ext uri="{FF2B5EF4-FFF2-40B4-BE49-F238E27FC236}">
                <a16:creationId xmlns:a16="http://schemas.microsoft.com/office/drawing/2014/main" id="{5F44A79C-DBD4-1C16-B0EB-B9D896B97D0E}"/>
              </a:ext>
            </a:extLst>
          </p:cNvPr>
          <p:cNvSpPr/>
          <p:nvPr/>
        </p:nvSpPr>
        <p:spPr>
          <a:xfrm>
            <a:off x="787120" y="5645255"/>
            <a:ext cx="1233805" cy="635908"/>
          </a:xfrm>
          <a:prstGeom prst="roundRect">
            <a:avLst>
              <a:gd name="adj" fmla="val 6896"/>
            </a:avLst>
          </a:prstGeom>
          <a:solidFill>
            <a:schemeClr val="bg1">
              <a:lumMod val="8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5" name="四角形: 角を丸くする 34">
            <a:extLst>
              <a:ext uri="{FF2B5EF4-FFF2-40B4-BE49-F238E27FC236}">
                <a16:creationId xmlns:a16="http://schemas.microsoft.com/office/drawing/2014/main" id="{5E15C9B1-53ED-A0A5-369D-87FAAC2F005A}"/>
              </a:ext>
            </a:extLst>
          </p:cNvPr>
          <p:cNvSpPr/>
          <p:nvPr/>
        </p:nvSpPr>
        <p:spPr>
          <a:xfrm>
            <a:off x="2143169" y="5645255"/>
            <a:ext cx="1233805" cy="635908"/>
          </a:xfrm>
          <a:prstGeom prst="roundRect">
            <a:avLst>
              <a:gd name="adj" fmla="val 6896"/>
            </a:avLst>
          </a:prstGeom>
          <a:solidFill>
            <a:schemeClr val="bg1">
              <a:lumMod val="8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6" name="四角形: 角を丸くする 35">
            <a:extLst>
              <a:ext uri="{FF2B5EF4-FFF2-40B4-BE49-F238E27FC236}">
                <a16:creationId xmlns:a16="http://schemas.microsoft.com/office/drawing/2014/main" id="{4E148B6B-AD5C-0D69-3FEA-48CE5DD57002}"/>
              </a:ext>
            </a:extLst>
          </p:cNvPr>
          <p:cNvSpPr/>
          <p:nvPr/>
        </p:nvSpPr>
        <p:spPr>
          <a:xfrm>
            <a:off x="3499218" y="5645255"/>
            <a:ext cx="1233805" cy="635908"/>
          </a:xfrm>
          <a:prstGeom prst="roundRect">
            <a:avLst>
              <a:gd name="adj" fmla="val 6896"/>
            </a:avLst>
          </a:prstGeom>
          <a:solidFill>
            <a:schemeClr val="bg1">
              <a:lumMod val="8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7" name="四角形: 角を丸くする 36">
            <a:extLst>
              <a:ext uri="{FF2B5EF4-FFF2-40B4-BE49-F238E27FC236}">
                <a16:creationId xmlns:a16="http://schemas.microsoft.com/office/drawing/2014/main" id="{D7CC57D7-7793-BD2F-EED9-FCEDD8735E3C}"/>
              </a:ext>
            </a:extLst>
          </p:cNvPr>
          <p:cNvSpPr/>
          <p:nvPr/>
        </p:nvSpPr>
        <p:spPr>
          <a:xfrm>
            <a:off x="4855267" y="5645255"/>
            <a:ext cx="1233805" cy="635908"/>
          </a:xfrm>
          <a:prstGeom prst="roundRect">
            <a:avLst>
              <a:gd name="adj" fmla="val 6896"/>
            </a:avLst>
          </a:prstGeom>
          <a:solidFill>
            <a:schemeClr val="bg1">
              <a:lumMod val="8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 name="テキスト ボックス 1">
            <a:extLst>
              <a:ext uri="{FF2B5EF4-FFF2-40B4-BE49-F238E27FC236}">
                <a16:creationId xmlns:a16="http://schemas.microsoft.com/office/drawing/2014/main" id="{FFD18C42-B1B4-E9BD-65D5-8BED11A3A1F4}"/>
              </a:ext>
            </a:extLst>
          </p:cNvPr>
          <p:cNvSpPr txBox="1"/>
          <p:nvPr/>
        </p:nvSpPr>
        <p:spPr>
          <a:xfrm>
            <a:off x="7046965" y="688737"/>
            <a:ext cx="954108"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ゲート</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43" name="テキスト ボックス 42">
            <a:extLst>
              <a:ext uri="{FF2B5EF4-FFF2-40B4-BE49-F238E27FC236}">
                <a16:creationId xmlns:a16="http://schemas.microsoft.com/office/drawing/2014/main" id="{8BAAC9D9-3174-DDA9-0070-986D353D9B3D}"/>
              </a:ext>
            </a:extLst>
          </p:cNvPr>
          <p:cNvSpPr txBox="1"/>
          <p:nvPr/>
        </p:nvSpPr>
        <p:spPr>
          <a:xfrm>
            <a:off x="8647800" y="688737"/>
            <a:ext cx="954108"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44" name="テキスト ボックス 43">
            <a:extLst>
              <a:ext uri="{FF2B5EF4-FFF2-40B4-BE49-F238E27FC236}">
                <a16:creationId xmlns:a16="http://schemas.microsoft.com/office/drawing/2014/main" id="{8470F7B0-854A-8701-C516-B20EFEE65AD8}"/>
              </a:ext>
            </a:extLst>
          </p:cNvPr>
          <p:cNvSpPr txBox="1"/>
          <p:nvPr/>
        </p:nvSpPr>
        <p:spPr>
          <a:xfrm>
            <a:off x="10376241" y="688737"/>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60" name="グループ化 59">
            <a:extLst>
              <a:ext uri="{FF2B5EF4-FFF2-40B4-BE49-F238E27FC236}">
                <a16:creationId xmlns:a16="http://schemas.microsoft.com/office/drawing/2014/main" id="{B67BDC39-6840-C3D8-6980-3BF9D2853D10}"/>
              </a:ext>
            </a:extLst>
          </p:cNvPr>
          <p:cNvGrpSpPr/>
          <p:nvPr/>
        </p:nvGrpSpPr>
        <p:grpSpPr>
          <a:xfrm>
            <a:off x="1063119" y="2758022"/>
            <a:ext cx="4765774" cy="400110"/>
            <a:chOff x="1168089" y="2766548"/>
            <a:chExt cx="4765774" cy="400110"/>
          </a:xfrm>
        </p:grpSpPr>
        <p:sp>
          <p:nvSpPr>
            <p:cNvPr id="52" name="テキスト ボックス 51">
              <a:extLst>
                <a:ext uri="{FF2B5EF4-FFF2-40B4-BE49-F238E27FC236}">
                  <a16:creationId xmlns:a16="http://schemas.microsoft.com/office/drawing/2014/main" id="{5217A4CA-8D65-4983-1875-7EE282A4A784}"/>
                </a:ext>
              </a:extLst>
            </p:cNvPr>
            <p:cNvSpPr txBox="1"/>
            <p:nvPr/>
          </p:nvSpPr>
          <p:spPr>
            <a:xfrm>
              <a:off x="1168089"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3" name="テキスト ボックス 52">
              <a:extLst>
                <a:ext uri="{FF2B5EF4-FFF2-40B4-BE49-F238E27FC236}">
                  <a16:creationId xmlns:a16="http://schemas.microsoft.com/office/drawing/2014/main" id="{91B204EC-8769-EEE2-C7AD-5974B593B11D}"/>
                </a:ext>
              </a:extLst>
            </p:cNvPr>
            <p:cNvSpPr txBox="1"/>
            <p:nvPr/>
          </p:nvSpPr>
          <p:spPr>
            <a:xfrm>
              <a:off x="2524138"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4" name="テキスト ボックス 53">
              <a:extLst>
                <a:ext uri="{FF2B5EF4-FFF2-40B4-BE49-F238E27FC236}">
                  <a16:creationId xmlns:a16="http://schemas.microsoft.com/office/drawing/2014/main" id="{D8ACC930-5F17-A7E2-413B-97DF5ECE1CAE}"/>
                </a:ext>
              </a:extLst>
            </p:cNvPr>
            <p:cNvSpPr txBox="1"/>
            <p:nvPr/>
          </p:nvSpPr>
          <p:spPr>
            <a:xfrm>
              <a:off x="3880187"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5" name="テキスト ボックス 54">
              <a:extLst>
                <a:ext uri="{FF2B5EF4-FFF2-40B4-BE49-F238E27FC236}">
                  <a16:creationId xmlns:a16="http://schemas.microsoft.com/office/drawing/2014/main" id="{86E0973E-7405-AA11-1BC9-3FE8AB9F1D75}"/>
                </a:ext>
              </a:extLst>
            </p:cNvPr>
            <p:cNvSpPr txBox="1"/>
            <p:nvPr/>
          </p:nvSpPr>
          <p:spPr>
            <a:xfrm>
              <a:off x="5236236"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sp>
        <p:nvSpPr>
          <p:cNvPr id="56" name="テキスト ボックス 55">
            <a:extLst>
              <a:ext uri="{FF2B5EF4-FFF2-40B4-BE49-F238E27FC236}">
                <a16:creationId xmlns:a16="http://schemas.microsoft.com/office/drawing/2014/main" id="{971D1ADF-3F8E-3818-7D07-FAA0B6E841FB}"/>
              </a:ext>
            </a:extLst>
          </p:cNvPr>
          <p:cNvSpPr txBox="1"/>
          <p:nvPr/>
        </p:nvSpPr>
        <p:spPr>
          <a:xfrm>
            <a:off x="1063119"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57" name="テキスト ボックス 56">
            <a:extLst>
              <a:ext uri="{FF2B5EF4-FFF2-40B4-BE49-F238E27FC236}">
                <a16:creationId xmlns:a16="http://schemas.microsoft.com/office/drawing/2014/main" id="{15DF8F52-2EA4-E597-BA37-64EBC989E342}"/>
              </a:ext>
            </a:extLst>
          </p:cNvPr>
          <p:cNvSpPr txBox="1"/>
          <p:nvPr/>
        </p:nvSpPr>
        <p:spPr>
          <a:xfrm>
            <a:off x="2419168"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58" name="テキスト ボックス 57">
            <a:extLst>
              <a:ext uri="{FF2B5EF4-FFF2-40B4-BE49-F238E27FC236}">
                <a16:creationId xmlns:a16="http://schemas.microsoft.com/office/drawing/2014/main" id="{B07A4C0D-40CD-8D03-54B7-1C6BC870EBFA}"/>
              </a:ext>
            </a:extLst>
          </p:cNvPr>
          <p:cNvSpPr txBox="1"/>
          <p:nvPr/>
        </p:nvSpPr>
        <p:spPr>
          <a:xfrm>
            <a:off x="3775217"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61" name="グループ化 60">
            <a:extLst>
              <a:ext uri="{FF2B5EF4-FFF2-40B4-BE49-F238E27FC236}">
                <a16:creationId xmlns:a16="http://schemas.microsoft.com/office/drawing/2014/main" id="{7DE9B21C-CDB6-F129-4E1F-9CF8093E53AB}"/>
              </a:ext>
            </a:extLst>
          </p:cNvPr>
          <p:cNvGrpSpPr/>
          <p:nvPr/>
        </p:nvGrpSpPr>
        <p:grpSpPr>
          <a:xfrm>
            <a:off x="929537" y="1713369"/>
            <a:ext cx="5022254" cy="400110"/>
            <a:chOff x="1039849" y="2766548"/>
            <a:chExt cx="5022254" cy="400110"/>
          </a:xfrm>
        </p:grpSpPr>
        <p:sp>
          <p:nvSpPr>
            <p:cNvPr id="62" name="テキスト ボックス 61">
              <a:extLst>
                <a:ext uri="{FF2B5EF4-FFF2-40B4-BE49-F238E27FC236}">
                  <a16:creationId xmlns:a16="http://schemas.microsoft.com/office/drawing/2014/main" id="{13A3AB25-53EC-1BF2-0BB6-4AD3DB058B8B}"/>
                </a:ext>
              </a:extLst>
            </p:cNvPr>
            <p:cNvSpPr txBox="1"/>
            <p:nvPr/>
          </p:nvSpPr>
          <p:spPr>
            <a:xfrm>
              <a:off x="1039849"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63" name="テキスト ボックス 62">
              <a:extLst>
                <a:ext uri="{FF2B5EF4-FFF2-40B4-BE49-F238E27FC236}">
                  <a16:creationId xmlns:a16="http://schemas.microsoft.com/office/drawing/2014/main" id="{DAAB00A1-37C8-CB76-28F8-5C11E80CBC11}"/>
                </a:ext>
              </a:extLst>
            </p:cNvPr>
            <p:cNvSpPr txBox="1"/>
            <p:nvPr/>
          </p:nvSpPr>
          <p:spPr>
            <a:xfrm>
              <a:off x="2395898"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sp>
          <p:nvSpPr>
            <p:cNvPr id="64" name="テキスト ボックス 63">
              <a:extLst>
                <a:ext uri="{FF2B5EF4-FFF2-40B4-BE49-F238E27FC236}">
                  <a16:creationId xmlns:a16="http://schemas.microsoft.com/office/drawing/2014/main" id="{943BA1BE-AC12-552E-2940-27D05242E7F7}"/>
                </a:ext>
              </a:extLst>
            </p:cNvPr>
            <p:cNvSpPr txBox="1"/>
            <p:nvPr/>
          </p:nvSpPr>
          <p:spPr>
            <a:xfrm>
              <a:off x="3751947"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sp>
          <p:nvSpPr>
            <p:cNvPr id="65" name="テキスト ボックス 64">
              <a:extLst>
                <a:ext uri="{FF2B5EF4-FFF2-40B4-BE49-F238E27FC236}">
                  <a16:creationId xmlns:a16="http://schemas.microsoft.com/office/drawing/2014/main" id="{3843C1CB-6134-803C-BEBD-D8E63987DDF4}"/>
                </a:ext>
              </a:extLst>
            </p:cNvPr>
            <p:cNvSpPr txBox="1"/>
            <p:nvPr/>
          </p:nvSpPr>
          <p:spPr>
            <a:xfrm>
              <a:off x="5107996"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sp>
        <p:nvSpPr>
          <p:cNvPr id="67" name="テキスト ボックス 66">
            <a:extLst>
              <a:ext uri="{FF2B5EF4-FFF2-40B4-BE49-F238E27FC236}">
                <a16:creationId xmlns:a16="http://schemas.microsoft.com/office/drawing/2014/main" id="{29D4CFF7-4FF0-EC71-4C9D-5449FC091F90}"/>
              </a:ext>
            </a:extLst>
          </p:cNvPr>
          <p:cNvSpPr txBox="1"/>
          <p:nvPr/>
        </p:nvSpPr>
        <p:spPr>
          <a:xfrm>
            <a:off x="895727" y="4764316"/>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68" name="テキスト ボックス 67">
            <a:extLst>
              <a:ext uri="{FF2B5EF4-FFF2-40B4-BE49-F238E27FC236}">
                <a16:creationId xmlns:a16="http://schemas.microsoft.com/office/drawing/2014/main" id="{2306D421-C6F3-4854-E441-837C51FC061A}"/>
              </a:ext>
            </a:extLst>
          </p:cNvPr>
          <p:cNvSpPr txBox="1"/>
          <p:nvPr/>
        </p:nvSpPr>
        <p:spPr>
          <a:xfrm>
            <a:off x="2251776" y="4764316"/>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sp>
        <p:nvSpPr>
          <p:cNvPr id="69" name="テキスト ボックス 68">
            <a:extLst>
              <a:ext uri="{FF2B5EF4-FFF2-40B4-BE49-F238E27FC236}">
                <a16:creationId xmlns:a16="http://schemas.microsoft.com/office/drawing/2014/main" id="{65594CE7-AC5F-7EBE-F7EA-C81D13811CA5}"/>
              </a:ext>
            </a:extLst>
          </p:cNvPr>
          <p:cNvSpPr txBox="1"/>
          <p:nvPr/>
        </p:nvSpPr>
        <p:spPr>
          <a:xfrm>
            <a:off x="3607825" y="4764316"/>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grpSp>
        <p:nvGrpSpPr>
          <p:cNvPr id="39" name="グループ化 38">
            <a:extLst>
              <a:ext uri="{FF2B5EF4-FFF2-40B4-BE49-F238E27FC236}">
                <a16:creationId xmlns:a16="http://schemas.microsoft.com/office/drawing/2014/main" id="{F0B59A0B-E6F0-B818-BD16-8BC0D225A3AE}"/>
              </a:ext>
            </a:extLst>
          </p:cNvPr>
          <p:cNvGrpSpPr/>
          <p:nvPr/>
        </p:nvGrpSpPr>
        <p:grpSpPr>
          <a:xfrm>
            <a:off x="7152268" y="3527231"/>
            <a:ext cx="1133594" cy="1104484"/>
            <a:chOff x="7726816" y="3269363"/>
            <a:chExt cx="1349421" cy="1314768"/>
          </a:xfrm>
        </p:grpSpPr>
        <p:sp>
          <p:nvSpPr>
            <p:cNvPr id="26" name="四角形: 角を丸くする 25">
              <a:extLst>
                <a:ext uri="{FF2B5EF4-FFF2-40B4-BE49-F238E27FC236}">
                  <a16:creationId xmlns:a16="http://schemas.microsoft.com/office/drawing/2014/main" id="{355A7FD7-E00D-9C66-08C6-94CF8F0F0BBC}"/>
                </a:ext>
              </a:extLst>
            </p:cNvPr>
            <p:cNvSpPr/>
            <p:nvPr/>
          </p:nvSpPr>
          <p:spPr>
            <a:xfrm>
              <a:off x="7726816" y="3269363"/>
              <a:ext cx="1349421" cy="1314768"/>
            </a:xfrm>
            <a:prstGeom prst="roundRect">
              <a:avLst>
                <a:gd name="adj" fmla="val 6896"/>
              </a:avLst>
            </a:prstGeom>
            <a:noFill/>
            <a:ln w="25400">
              <a:solidFill>
                <a:schemeClr val="accent6">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27" name="図 26">
              <a:extLst>
                <a:ext uri="{FF2B5EF4-FFF2-40B4-BE49-F238E27FC236}">
                  <a16:creationId xmlns:a16="http://schemas.microsoft.com/office/drawing/2014/main" id="{55046EED-9A85-C41A-0C07-E0EFF1A7CDE0}"/>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7883385" y="3371861"/>
              <a:ext cx="1059999" cy="1125304"/>
            </a:xfrm>
            <a:prstGeom prst="rect">
              <a:avLst/>
            </a:prstGeom>
          </p:spPr>
        </p:pic>
      </p:grpSp>
      <p:grpSp>
        <p:nvGrpSpPr>
          <p:cNvPr id="41" name="グループ化 40">
            <a:extLst>
              <a:ext uri="{FF2B5EF4-FFF2-40B4-BE49-F238E27FC236}">
                <a16:creationId xmlns:a16="http://schemas.microsoft.com/office/drawing/2014/main" id="{36571068-179D-3E0A-26BF-EEE8EFE3CD7D}"/>
              </a:ext>
            </a:extLst>
          </p:cNvPr>
          <p:cNvGrpSpPr/>
          <p:nvPr/>
        </p:nvGrpSpPr>
        <p:grpSpPr>
          <a:xfrm>
            <a:off x="8557738" y="3527231"/>
            <a:ext cx="1133594" cy="1104484"/>
            <a:chOff x="7726816" y="3269363"/>
            <a:chExt cx="1349421" cy="1314768"/>
          </a:xfrm>
        </p:grpSpPr>
        <p:sp>
          <p:nvSpPr>
            <p:cNvPr id="45" name="四角形: 角を丸くする 44">
              <a:extLst>
                <a:ext uri="{FF2B5EF4-FFF2-40B4-BE49-F238E27FC236}">
                  <a16:creationId xmlns:a16="http://schemas.microsoft.com/office/drawing/2014/main" id="{CF1A64EB-C7C7-0FA2-53C7-A0EB5E000104}"/>
                </a:ext>
              </a:extLst>
            </p:cNvPr>
            <p:cNvSpPr/>
            <p:nvPr/>
          </p:nvSpPr>
          <p:spPr>
            <a:xfrm>
              <a:off x="7726816" y="3269363"/>
              <a:ext cx="1349421" cy="1314768"/>
            </a:xfrm>
            <a:prstGeom prst="roundRect">
              <a:avLst>
                <a:gd name="adj" fmla="val 6896"/>
              </a:avLst>
            </a:prstGeom>
            <a:noFill/>
            <a:ln w="25400">
              <a:solidFill>
                <a:schemeClr val="tx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46" name="図 45">
              <a:extLst>
                <a:ext uri="{FF2B5EF4-FFF2-40B4-BE49-F238E27FC236}">
                  <a16:creationId xmlns:a16="http://schemas.microsoft.com/office/drawing/2014/main" id="{F4BD565E-359C-24F9-BAF9-FF79D55F6860}"/>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7883385" y="3371861"/>
              <a:ext cx="1059999" cy="1125304"/>
            </a:xfrm>
            <a:prstGeom prst="rect">
              <a:avLst/>
            </a:prstGeom>
          </p:spPr>
        </p:pic>
      </p:grpSp>
      <p:grpSp>
        <p:nvGrpSpPr>
          <p:cNvPr id="47" name="グループ化 46">
            <a:extLst>
              <a:ext uri="{FF2B5EF4-FFF2-40B4-BE49-F238E27FC236}">
                <a16:creationId xmlns:a16="http://schemas.microsoft.com/office/drawing/2014/main" id="{1A7716D4-EE9A-2B5A-C16A-A3C2DFB46338}"/>
              </a:ext>
            </a:extLst>
          </p:cNvPr>
          <p:cNvGrpSpPr/>
          <p:nvPr/>
        </p:nvGrpSpPr>
        <p:grpSpPr>
          <a:xfrm>
            <a:off x="9963209" y="3527231"/>
            <a:ext cx="1133594" cy="1104484"/>
            <a:chOff x="7726816" y="3269363"/>
            <a:chExt cx="1349421" cy="1314768"/>
          </a:xfrm>
        </p:grpSpPr>
        <p:sp>
          <p:nvSpPr>
            <p:cNvPr id="48" name="四角形: 角を丸くする 47">
              <a:extLst>
                <a:ext uri="{FF2B5EF4-FFF2-40B4-BE49-F238E27FC236}">
                  <a16:creationId xmlns:a16="http://schemas.microsoft.com/office/drawing/2014/main" id="{BC1742AD-0327-5307-30C7-D2D2D9C1990D}"/>
                </a:ext>
              </a:extLst>
            </p:cNvPr>
            <p:cNvSpPr/>
            <p:nvPr/>
          </p:nvSpPr>
          <p:spPr>
            <a:xfrm>
              <a:off x="7726816" y="3269363"/>
              <a:ext cx="1349421" cy="1314768"/>
            </a:xfrm>
            <a:prstGeom prst="roundRect">
              <a:avLst>
                <a:gd name="adj" fmla="val 6896"/>
              </a:avLst>
            </a:prstGeom>
            <a:noFill/>
            <a:ln w="25400">
              <a:solidFill>
                <a:schemeClr val="tx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76" name="図 75">
              <a:extLst>
                <a:ext uri="{FF2B5EF4-FFF2-40B4-BE49-F238E27FC236}">
                  <a16:creationId xmlns:a16="http://schemas.microsoft.com/office/drawing/2014/main" id="{14406202-5027-0975-EC63-7D0402FC93D3}"/>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7883385" y="3371861"/>
              <a:ext cx="1059999" cy="1125304"/>
            </a:xfrm>
            <a:prstGeom prst="rect">
              <a:avLst/>
            </a:prstGeom>
          </p:spPr>
        </p:pic>
      </p:grpSp>
      <p:sp>
        <p:nvSpPr>
          <p:cNvPr id="89" name="二等辺三角形 88">
            <a:extLst>
              <a:ext uri="{FF2B5EF4-FFF2-40B4-BE49-F238E27FC236}">
                <a16:creationId xmlns:a16="http://schemas.microsoft.com/office/drawing/2014/main" id="{16BE2AB5-3A12-CE62-D542-86386298071D}"/>
              </a:ext>
            </a:extLst>
          </p:cNvPr>
          <p:cNvSpPr/>
          <p:nvPr/>
        </p:nvSpPr>
        <p:spPr>
          <a:xfrm>
            <a:off x="7429118" y="4553870"/>
            <a:ext cx="625766" cy="366261"/>
          </a:xfrm>
          <a:prstGeom prst="triangle">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2" name="テキスト ボックス 101">
            <a:extLst>
              <a:ext uri="{FF2B5EF4-FFF2-40B4-BE49-F238E27FC236}">
                <a16:creationId xmlns:a16="http://schemas.microsoft.com/office/drawing/2014/main" id="{28D4B164-078E-5F34-3872-88D17B07534D}"/>
              </a:ext>
            </a:extLst>
          </p:cNvPr>
          <p:cNvSpPr txBox="1"/>
          <p:nvPr/>
        </p:nvSpPr>
        <p:spPr>
          <a:xfrm>
            <a:off x="8490029" y="1481807"/>
            <a:ext cx="800219" cy="338554"/>
          </a:xfrm>
          <a:prstGeom prst="rect">
            <a:avLst/>
          </a:prstGeom>
          <a:noFill/>
        </p:spPr>
        <p:txBody>
          <a:bodyPr wrap="none" rtlCol="0">
            <a:spAutoFit/>
          </a:bodyPr>
          <a:lstStyle/>
          <a:p>
            <a:r>
              <a:rPr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武器名</a:t>
            </a:r>
            <a:endParaRPr kumimoji="1"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103" name="テキスト ボックス 102">
            <a:extLst>
              <a:ext uri="{FF2B5EF4-FFF2-40B4-BE49-F238E27FC236}">
                <a16:creationId xmlns:a16="http://schemas.microsoft.com/office/drawing/2014/main" id="{D163B38F-79F7-6FCC-8A75-B0389AB1910E}"/>
              </a:ext>
            </a:extLst>
          </p:cNvPr>
          <p:cNvSpPr txBox="1"/>
          <p:nvPr/>
        </p:nvSpPr>
        <p:spPr>
          <a:xfrm>
            <a:off x="8490029" y="1751306"/>
            <a:ext cx="1336264" cy="1015663"/>
          </a:xfrm>
          <a:prstGeom prst="rect">
            <a:avLst/>
          </a:prstGeom>
          <a:noFill/>
        </p:spPr>
        <p:txBody>
          <a:bodyPr wrap="square" rtlCol="0">
            <a:spAutoFit/>
          </a:bodyPr>
          <a:lstStyle/>
          <a:p>
            <a:r>
              <a:rPr lang="en-US" altLang="ja-JP" sz="1600" dirty="0">
                <a:ln w="0">
                  <a:solidFill>
                    <a:schemeClr val="tx1">
                      <a:lumMod val="85000"/>
                      <a:lumOff val="15000"/>
                      <a:alpha val="55000"/>
                    </a:schemeClr>
                  </a:solidFill>
                </a:ln>
                <a:solidFill>
                  <a:srgbClr val="00B050"/>
                </a:solidFill>
                <a:latin typeface="原稿用標準書体" panose="03000503000000000000" pitchFamily="66" charset="-128"/>
                <a:ea typeface="原稿用標準書体" panose="03000503000000000000" pitchFamily="66" charset="-128"/>
              </a:rPr>
              <a:t>HP</a:t>
            </a:r>
            <a:r>
              <a:rPr lang="ja-JP" altLang="en-US" sz="1600" dirty="0">
                <a:ln w="0">
                  <a:solidFill>
                    <a:schemeClr val="tx1">
                      <a:lumMod val="85000"/>
                      <a:lumOff val="15000"/>
                      <a:alpha val="55000"/>
                    </a:schemeClr>
                  </a:solidFill>
                </a:ln>
                <a:solidFill>
                  <a:srgbClr val="00B050"/>
                </a:solidFill>
                <a:latin typeface="原稿用標準書体" panose="03000503000000000000" pitchFamily="66" charset="-128"/>
                <a:ea typeface="原稿用標準書体" panose="03000503000000000000" pitchFamily="66" charset="-128"/>
              </a:rPr>
              <a:t>＋</a:t>
            </a:r>
            <a:r>
              <a:rPr lang="en-US" altLang="ja-JP" sz="2000" dirty="0">
                <a:ln w="0">
                  <a:solidFill>
                    <a:schemeClr val="tx1">
                      <a:lumMod val="85000"/>
                      <a:lumOff val="15000"/>
                      <a:alpha val="55000"/>
                    </a:schemeClr>
                  </a:solidFill>
                </a:ln>
                <a:solidFill>
                  <a:srgbClr val="00B050"/>
                </a:solidFill>
                <a:latin typeface="原稿用標準書体" panose="03000503000000000000" pitchFamily="66" charset="-128"/>
                <a:ea typeface="原稿用標準書体" panose="03000503000000000000" pitchFamily="66" charset="-128"/>
              </a:rPr>
              <a:t>100</a:t>
            </a:r>
            <a:br>
              <a:rPr lang="en-US" altLang="ja-JP" sz="1600" dirty="0">
                <a:ln w="0">
                  <a:solidFill>
                    <a:schemeClr val="tx1">
                      <a:lumMod val="85000"/>
                      <a:lumOff val="15000"/>
                      <a:alpha val="55000"/>
                    </a:schemeClr>
                  </a:solidFill>
                </a:ln>
                <a:solidFill>
                  <a:schemeClr val="accent5"/>
                </a:solidFill>
                <a:latin typeface="原稿用標準書体" panose="03000503000000000000" pitchFamily="66" charset="-128"/>
                <a:ea typeface="原稿用標準書体" panose="03000503000000000000" pitchFamily="66" charset="-128"/>
              </a:rPr>
            </a:br>
            <a:r>
              <a:rPr lang="en-US" altLang="ja-JP" sz="1600" dirty="0">
                <a:ln w="0">
                  <a:solidFill>
                    <a:schemeClr val="tx1">
                      <a:lumMod val="85000"/>
                      <a:lumOff val="15000"/>
                      <a:alpha val="55000"/>
                    </a:schemeClr>
                  </a:solidFill>
                </a:ln>
                <a:solidFill>
                  <a:schemeClr val="accent5"/>
                </a:solidFill>
                <a:latin typeface="原稿用標準書体" panose="03000503000000000000" pitchFamily="66" charset="-128"/>
                <a:ea typeface="原稿用標準書体" panose="03000503000000000000" pitchFamily="66" charset="-128"/>
              </a:rPr>
              <a:t>SPD</a:t>
            </a:r>
            <a:r>
              <a:rPr lang="ja-JP" altLang="en-US" sz="1600" dirty="0">
                <a:ln w="0">
                  <a:solidFill>
                    <a:schemeClr val="tx1">
                      <a:lumMod val="85000"/>
                      <a:lumOff val="15000"/>
                      <a:alpha val="55000"/>
                    </a:schemeClr>
                  </a:solidFill>
                </a:ln>
                <a:solidFill>
                  <a:schemeClr val="accent5"/>
                </a:solidFill>
                <a:latin typeface="原稿用標準書体" panose="03000503000000000000" pitchFamily="66" charset="-128"/>
                <a:ea typeface="原稿用標準書体" panose="03000503000000000000" pitchFamily="66" charset="-128"/>
              </a:rPr>
              <a:t>＋</a:t>
            </a:r>
            <a:r>
              <a:rPr lang="en-US" altLang="ja-JP" sz="2000" dirty="0">
                <a:ln w="0">
                  <a:solidFill>
                    <a:schemeClr val="tx1">
                      <a:lumMod val="85000"/>
                      <a:lumOff val="15000"/>
                      <a:alpha val="55000"/>
                    </a:schemeClr>
                  </a:solidFill>
                </a:ln>
                <a:solidFill>
                  <a:schemeClr val="accent5"/>
                </a:solidFill>
                <a:latin typeface="原稿用標準書体" panose="03000503000000000000" pitchFamily="66" charset="-128"/>
                <a:ea typeface="原稿用標準書体" panose="03000503000000000000" pitchFamily="66" charset="-128"/>
              </a:rPr>
              <a:t>20</a:t>
            </a:r>
            <a:br>
              <a:rPr lang="en-US" altLang="ja-JP" sz="1600" dirty="0">
                <a:ln w="0">
                  <a:solidFill>
                    <a:schemeClr val="tx1">
                      <a:lumMod val="85000"/>
                      <a:lumOff val="15000"/>
                      <a:alpha val="55000"/>
                    </a:schemeClr>
                  </a:solidFill>
                </a:ln>
                <a:solidFill>
                  <a:schemeClr val="accent5"/>
                </a:solidFill>
                <a:latin typeface="原稿用標準書体" panose="03000503000000000000" pitchFamily="66" charset="-128"/>
                <a:ea typeface="原稿用標準書体" panose="03000503000000000000" pitchFamily="66" charset="-128"/>
              </a:rPr>
            </a:br>
            <a:r>
              <a:rPr lang="en-US" altLang="ja-JP" sz="1600" dirty="0">
                <a:ln w="0">
                  <a:solidFill>
                    <a:schemeClr val="tx1">
                      <a:lumMod val="85000"/>
                      <a:lumOff val="15000"/>
                      <a:alpha val="55000"/>
                    </a:schemeClr>
                  </a:solidFill>
                </a:ln>
                <a:solidFill>
                  <a:schemeClr val="accent1"/>
                </a:solidFill>
                <a:latin typeface="原稿用標準書体" panose="03000503000000000000" pitchFamily="66" charset="-128"/>
                <a:ea typeface="原稿用標準書体" panose="03000503000000000000" pitchFamily="66" charset="-128"/>
              </a:rPr>
              <a:t>ATK</a:t>
            </a:r>
            <a:r>
              <a:rPr lang="ja-JP" altLang="en-US" sz="1600" dirty="0">
                <a:ln w="0">
                  <a:solidFill>
                    <a:schemeClr val="tx1">
                      <a:lumMod val="85000"/>
                      <a:lumOff val="15000"/>
                      <a:alpha val="55000"/>
                    </a:schemeClr>
                  </a:solidFill>
                </a:ln>
                <a:solidFill>
                  <a:schemeClr val="accent1"/>
                </a:solidFill>
                <a:latin typeface="原稿用標準書体" panose="03000503000000000000" pitchFamily="66" charset="-128"/>
                <a:ea typeface="原稿用標準書体" panose="03000503000000000000" pitchFamily="66" charset="-128"/>
              </a:rPr>
              <a:t>＋</a:t>
            </a:r>
            <a:r>
              <a:rPr lang="en-US" altLang="ja-JP" sz="2000" dirty="0">
                <a:ln w="0">
                  <a:solidFill>
                    <a:schemeClr val="tx1">
                      <a:lumMod val="85000"/>
                      <a:lumOff val="15000"/>
                      <a:alpha val="55000"/>
                    </a:schemeClr>
                  </a:solidFill>
                </a:ln>
                <a:solidFill>
                  <a:schemeClr val="accent1"/>
                </a:solidFill>
                <a:latin typeface="原稿用標準書体" panose="03000503000000000000" pitchFamily="66" charset="-128"/>
                <a:ea typeface="原稿用標準書体" panose="03000503000000000000" pitchFamily="66" charset="-128"/>
              </a:rPr>
              <a:t>50</a:t>
            </a:r>
            <a:endParaRPr lang="en-US" altLang="ja-JP" sz="1600" dirty="0">
              <a:ln w="0">
                <a:solidFill>
                  <a:schemeClr val="tx1">
                    <a:lumMod val="85000"/>
                    <a:lumOff val="15000"/>
                    <a:alpha val="55000"/>
                  </a:schemeClr>
                </a:solidFill>
              </a:ln>
              <a:solidFill>
                <a:schemeClr val="accent1"/>
              </a:solidFill>
              <a:latin typeface="原稿用標準書体" panose="03000503000000000000" pitchFamily="66" charset="-128"/>
              <a:ea typeface="原稿用標準書体" panose="03000503000000000000" pitchFamily="66" charset="-128"/>
            </a:endParaRPr>
          </a:p>
        </p:txBody>
      </p:sp>
      <p:pic>
        <p:nvPicPr>
          <p:cNvPr id="24" name="図 23">
            <a:extLst>
              <a:ext uri="{FF2B5EF4-FFF2-40B4-BE49-F238E27FC236}">
                <a16:creationId xmlns:a16="http://schemas.microsoft.com/office/drawing/2014/main" id="{C1A2910B-EFFF-45D5-A0E0-B10B34FE9504}"/>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7366107" y="1554521"/>
            <a:ext cx="1059999" cy="1125304"/>
          </a:xfrm>
          <a:prstGeom prst="rect">
            <a:avLst/>
          </a:prstGeom>
        </p:spPr>
      </p:pic>
      <p:sp>
        <p:nvSpPr>
          <p:cNvPr id="105" name="楕円 104">
            <a:extLst>
              <a:ext uri="{FF2B5EF4-FFF2-40B4-BE49-F238E27FC236}">
                <a16:creationId xmlns:a16="http://schemas.microsoft.com/office/drawing/2014/main" id="{02FEFEE2-FB9D-B19D-AB74-41E0ADC21635}"/>
              </a:ext>
            </a:extLst>
          </p:cNvPr>
          <p:cNvSpPr/>
          <p:nvPr/>
        </p:nvSpPr>
        <p:spPr>
          <a:xfrm>
            <a:off x="7245106" y="2250183"/>
            <a:ext cx="454282" cy="454282"/>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pic>
        <p:nvPicPr>
          <p:cNvPr id="18" name="図 17">
            <a:extLst>
              <a:ext uri="{FF2B5EF4-FFF2-40B4-BE49-F238E27FC236}">
                <a16:creationId xmlns:a16="http://schemas.microsoft.com/office/drawing/2014/main" id="{B2AA62BC-9A71-8E93-EC52-BC5A1A4579A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549688" y="1787860"/>
            <a:ext cx="217724" cy="223877"/>
          </a:xfrm>
          <a:prstGeom prst="rect">
            <a:avLst/>
          </a:prstGeom>
        </p:spPr>
      </p:pic>
      <p:pic>
        <p:nvPicPr>
          <p:cNvPr id="50" name="図 49">
            <a:extLst>
              <a:ext uri="{FF2B5EF4-FFF2-40B4-BE49-F238E27FC236}">
                <a16:creationId xmlns:a16="http://schemas.microsoft.com/office/drawing/2014/main" id="{935C9AA9-5C52-D24C-6F2A-F7241C0500A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549688" y="2134232"/>
            <a:ext cx="217724" cy="223877"/>
          </a:xfrm>
          <a:prstGeom prst="rect">
            <a:avLst/>
          </a:prstGeom>
        </p:spPr>
      </p:pic>
      <p:pic>
        <p:nvPicPr>
          <p:cNvPr id="51" name="図 50">
            <a:extLst>
              <a:ext uri="{FF2B5EF4-FFF2-40B4-BE49-F238E27FC236}">
                <a16:creationId xmlns:a16="http://schemas.microsoft.com/office/drawing/2014/main" id="{2DBB8ACA-22A5-A6F4-91C3-4779F116E01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flipV="1">
            <a:off x="9549688" y="2480603"/>
            <a:ext cx="217724" cy="223877"/>
          </a:xfrm>
          <a:prstGeom prst="rect">
            <a:avLst/>
          </a:prstGeom>
        </p:spPr>
      </p:pic>
      <p:sp>
        <p:nvSpPr>
          <p:cNvPr id="71" name="テキスト ボックス 70">
            <a:extLst>
              <a:ext uri="{FF2B5EF4-FFF2-40B4-BE49-F238E27FC236}">
                <a16:creationId xmlns:a16="http://schemas.microsoft.com/office/drawing/2014/main" id="{3B384CB1-19CA-75DC-999C-1FE3E8A06CA3}"/>
              </a:ext>
            </a:extLst>
          </p:cNvPr>
          <p:cNvSpPr txBox="1"/>
          <p:nvPr/>
        </p:nvSpPr>
        <p:spPr>
          <a:xfrm>
            <a:off x="9883967" y="1481807"/>
            <a:ext cx="1005403" cy="338554"/>
          </a:xfrm>
          <a:prstGeom prst="rect">
            <a:avLst/>
          </a:prstGeom>
          <a:noFill/>
        </p:spPr>
        <p:txBody>
          <a:bodyPr wrap="none" rtlCol="0">
            <a:spAutoFit/>
          </a:bodyPr>
          <a:lstStyle/>
          <a:p>
            <a:r>
              <a:rPr lang="ja-JP" altLang="en-US" sz="1600">
                <a:solidFill>
                  <a:schemeClr val="tx1">
                    <a:lumMod val="75000"/>
                    <a:lumOff val="25000"/>
                  </a:schemeClr>
                </a:solidFill>
                <a:latin typeface="原稿用標準書体" panose="03000503000000000000" pitchFamily="66" charset="-128"/>
                <a:ea typeface="原稿用標準書体" panose="03000503000000000000" pitchFamily="66" charset="-128"/>
              </a:rPr>
              <a:t>状態付与</a:t>
            </a:r>
            <a:endParaRPr kumimoji="1"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122" name="四角形: 角を丸くする 121">
            <a:extLst>
              <a:ext uri="{FF2B5EF4-FFF2-40B4-BE49-F238E27FC236}">
                <a16:creationId xmlns:a16="http://schemas.microsoft.com/office/drawing/2014/main" id="{E19B3C47-5755-6D79-A6F5-B0F650B9B0C9}"/>
              </a:ext>
            </a:extLst>
          </p:cNvPr>
          <p:cNvSpPr/>
          <p:nvPr/>
        </p:nvSpPr>
        <p:spPr>
          <a:xfrm>
            <a:off x="790434" y="2633455"/>
            <a:ext cx="1233805" cy="635908"/>
          </a:xfrm>
          <a:prstGeom prst="roundRect">
            <a:avLst>
              <a:gd name="adj" fmla="val 6896"/>
            </a:avLst>
          </a:prstGeom>
          <a:solidFill>
            <a:srgbClr val="FF00FF">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24" name="楕円 123">
            <a:extLst>
              <a:ext uri="{FF2B5EF4-FFF2-40B4-BE49-F238E27FC236}">
                <a16:creationId xmlns:a16="http://schemas.microsoft.com/office/drawing/2014/main" id="{070527FC-CECE-41EB-E08D-1A5EFCA9C53C}"/>
              </a:ext>
            </a:extLst>
          </p:cNvPr>
          <p:cNvSpPr/>
          <p:nvPr/>
        </p:nvSpPr>
        <p:spPr>
          <a:xfrm>
            <a:off x="6998507" y="3158333"/>
            <a:ext cx="454282" cy="454282"/>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26" name="楕円 125">
            <a:extLst>
              <a:ext uri="{FF2B5EF4-FFF2-40B4-BE49-F238E27FC236}">
                <a16:creationId xmlns:a16="http://schemas.microsoft.com/office/drawing/2014/main" id="{07B10B7E-319B-C708-514B-3C36648A8705}"/>
              </a:ext>
            </a:extLst>
          </p:cNvPr>
          <p:cNvSpPr/>
          <p:nvPr/>
        </p:nvSpPr>
        <p:spPr>
          <a:xfrm>
            <a:off x="8407253" y="3158333"/>
            <a:ext cx="454282" cy="45428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solidFill>
                  <a:schemeClr val="bg1">
                    <a:lumMod val="95000"/>
                  </a:schemeClr>
                </a:solidFill>
                <a:latin typeface="原稿用標準書体" panose="03000503000000000000" pitchFamily="66" charset="-128"/>
                <a:ea typeface="原稿用標準書体" panose="03000503000000000000" pitchFamily="66" charset="-128"/>
              </a:rPr>
              <a:t>速</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28" name="楕円 127">
            <a:extLst>
              <a:ext uri="{FF2B5EF4-FFF2-40B4-BE49-F238E27FC236}">
                <a16:creationId xmlns:a16="http://schemas.microsoft.com/office/drawing/2014/main" id="{A06A74E5-37DC-4DA8-3A38-C648B9266797}"/>
              </a:ext>
            </a:extLst>
          </p:cNvPr>
          <p:cNvSpPr/>
          <p:nvPr/>
        </p:nvSpPr>
        <p:spPr>
          <a:xfrm>
            <a:off x="9816000" y="3158333"/>
            <a:ext cx="454282" cy="454282"/>
          </a:xfrm>
          <a:prstGeom prst="ellipse">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rPr>
              <a:t>技</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143" name="グループ化 142">
            <a:extLst>
              <a:ext uri="{FF2B5EF4-FFF2-40B4-BE49-F238E27FC236}">
                <a16:creationId xmlns:a16="http://schemas.microsoft.com/office/drawing/2014/main" id="{A9F51350-CA77-652A-370E-687FCCFD5B7B}"/>
              </a:ext>
            </a:extLst>
          </p:cNvPr>
          <p:cNvGrpSpPr/>
          <p:nvPr/>
        </p:nvGrpSpPr>
        <p:grpSpPr>
          <a:xfrm>
            <a:off x="9972029" y="1913159"/>
            <a:ext cx="836714" cy="307777"/>
            <a:chOff x="9966073" y="1885589"/>
            <a:chExt cx="836714" cy="307777"/>
          </a:xfrm>
        </p:grpSpPr>
        <p:sp>
          <p:nvSpPr>
            <p:cNvPr id="132" name="四角形: 角を丸くする 131">
              <a:extLst>
                <a:ext uri="{FF2B5EF4-FFF2-40B4-BE49-F238E27FC236}">
                  <a16:creationId xmlns:a16="http://schemas.microsoft.com/office/drawing/2014/main" id="{75DC6727-1A8E-C053-ECEA-974C21EB3F05}"/>
                </a:ext>
              </a:extLst>
            </p:cNvPr>
            <p:cNvSpPr/>
            <p:nvPr/>
          </p:nvSpPr>
          <p:spPr>
            <a:xfrm>
              <a:off x="9966073" y="1901097"/>
              <a:ext cx="836714" cy="292269"/>
            </a:xfrm>
            <a:prstGeom prst="roundRect">
              <a:avLst>
                <a:gd name="adj" fmla="val 4721"/>
              </a:avLst>
            </a:prstGeom>
            <a:solidFill>
              <a:schemeClr val="bg1">
                <a:lumMod val="9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2" name="テキスト ボックス 71">
              <a:extLst>
                <a:ext uri="{FF2B5EF4-FFF2-40B4-BE49-F238E27FC236}">
                  <a16:creationId xmlns:a16="http://schemas.microsoft.com/office/drawing/2014/main" id="{7824B46A-7B2C-A677-EC6E-4EC6A5F2917C}"/>
                </a:ext>
              </a:extLst>
            </p:cNvPr>
            <p:cNvSpPr txBox="1"/>
            <p:nvPr/>
          </p:nvSpPr>
          <p:spPr>
            <a:xfrm>
              <a:off x="10022793" y="1885589"/>
              <a:ext cx="723275" cy="307777"/>
            </a:xfrm>
            <a:prstGeom prst="rect">
              <a:avLst/>
            </a:prstGeom>
            <a:noFill/>
          </p:spPr>
          <p:txBody>
            <a:bodyPr wrap="none" rtlCol="0">
              <a:spAutoFit/>
            </a:bodyPr>
            <a:lstStyle/>
            <a:p>
              <a:pPr algn="ctr"/>
              <a:r>
                <a:rPr lang="ja-JP" altLang="en-US" sz="1400">
                  <a:solidFill>
                    <a:schemeClr val="tx1">
                      <a:lumMod val="75000"/>
                      <a:lumOff val="25000"/>
                    </a:schemeClr>
                  </a:solidFill>
                  <a:latin typeface="原稿用標準書体" panose="03000503000000000000" pitchFamily="66" charset="-128"/>
                  <a:ea typeface="原稿用標準書体" panose="03000503000000000000" pitchFamily="66" charset="-128"/>
                </a:rPr>
                <a:t>状態名</a:t>
              </a:r>
              <a:endParaRPr lang="en-US" altLang="ja-JP" sz="14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134" name="楕円 133">
            <a:extLst>
              <a:ext uri="{FF2B5EF4-FFF2-40B4-BE49-F238E27FC236}">
                <a16:creationId xmlns:a16="http://schemas.microsoft.com/office/drawing/2014/main" id="{170FD972-B3AC-78BE-D79F-7880DD51420A}"/>
              </a:ext>
            </a:extLst>
          </p:cNvPr>
          <p:cNvSpPr/>
          <p:nvPr/>
        </p:nvSpPr>
        <p:spPr>
          <a:xfrm>
            <a:off x="8402658" y="4537406"/>
            <a:ext cx="371328" cy="371328"/>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a:solidFill>
                  <a:srgbClr val="FF00FF"/>
                </a:solidFill>
                <a:latin typeface="原稿用標準書体" panose="03000503000000000000" pitchFamily="66" charset="-128"/>
                <a:ea typeface="原稿用標準書体" panose="03000503000000000000" pitchFamily="66" charset="-128"/>
              </a:rPr>
              <a:t>E</a:t>
            </a:r>
            <a:endParaRPr kumimoji="1" lang="ja-JP" altLang="en-US" sz="1400" dirty="0">
              <a:solidFill>
                <a:srgbClr val="FF00FF"/>
              </a:solidFill>
              <a:latin typeface="原稿用標準書体" panose="03000503000000000000" pitchFamily="66" charset="-128"/>
              <a:ea typeface="原稿用標準書体" panose="03000503000000000000" pitchFamily="66" charset="-128"/>
            </a:endParaRPr>
          </a:p>
        </p:txBody>
      </p:sp>
      <p:sp>
        <p:nvSpPr>
          <p:cNvPr id="138" name="テキスト ボックス 137">
            <a:extLst>
              <a:ext uri="{FF2B5EF4-FFF2-40B4-BE49-F238E27FC236}">
                <a16:creationId xmlns:a16="http://schemas.microsoft.com/office/drawing/2014/main" id="{37A064B5-B6AE-C4CD-65BB-373B60564414}"/>
              </a:ext>
            </a:extLst>
          </p:cNvPr>
          <p:cNvSpPr txBox="1"/>
          <p:nvPr/>
        </p:nvSpPr>
        <p:spPr>
          <a:xfrm>
            <a:off x="7434371" y="3118921"/>
            <a:ext cx="569388" cy="400110"/>
          </a:xfrm>
          <a:prstGeom prst="rect">
            <a:avLst/>
          </a:prstGeom>
          <a:noFill/>
        </p:spPr>
        <p:txBody>
          <a:bodyPr wrap="none" rtlCol="0">
            <a:spAutoFit/>
          </a:bodyPr>
          <a:lstStyle/>
          <a:p>
            <a:pPr algn="ctr"/>
            <a:r>
              <a:rPr lang="en-US" altLang="ja-JP" sz="2000" b="1">
                <a:ln>
                  <a:gradFill flip="none" rotWithShape="1">
                    <a:gsLst>
                      <a:gs pos="25000">
                        <a:srgbClr val="FFFF00"/>
                      </a:gs>
                      <a:gs pos="0">
                        <a:srgbClr val="FF0000"/>
                      </a:gs>
                      <a:gs pos="50000">
                        <a:srgbClr val="00B050"/>
                      </a:gs>
                      <a:gs pos="75000">
                        <a:srgbClr val="0070C0"/>
                      </a:gs>
                      <a:gs pos="100000">
                        <a:schemeClr val="accent6"/>
                      </a:gs>
                    </a:gsLst>
                    <a:lin ang="0" scaled="1"/>
                    <a:tileRect/>
                  </a:gradFill>
                </a:ln>
                <a:gradFill flip="none" rotWithShape="1">
                  <a:gsLst>
                    <a:gs pos="0">
                      <a:srgbClr val="FF0000">
                        <a:lumMod val="97000"/>
                        <a:lumOff val="3000"/>
                      </a:srgbClr>
                    </a:gs>
                    <a:gs pos="100000">
                      <a:srgbClr val="7030A0"/>
                    </a:gs>
                    <a:gs pos="75000">
                      <a:srgbClr val="0070C0"/>
                    </a:gs>
                    <a:gs pos="50000">
                      <a:srgbClr val="8EDC23"/>
                    </a:gs>
                    <a:gs pos="25000">
                      <a:srgbClr val="FFFF00"/>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SSR</a:t>
            </a:r>
            <a:endParaRPr kumimoji="1" lang="ja-JP" altLang="en-US" sz="2000" b="1" dirty="0">
              <a:ln>
                <a:gradFill flip="none" rotWithShape="1">
                  <a:gsLst>
                    <a:gs pos="25000">
                      <a:srgbClr val="FFFF00"/>
                    </a:gs>
                    <a:gs pos="0">
                      <a:srgbClr val="FF0000"/>
                    </a:gs>
                    <a:gs pos="50000">
                      <a:srgbClr val="00B050"/>
                    </a:gs>
                    <a:gs pos="75000">
                      <a:srgbClr val="0070C0"/>
                    </a:gs>
                    <a:gs pos="100000">
                      <a:schemeClr val="accent6"/>
                    </a:gs>
                  </a:gsLst>
                  <a:lin ang="0" scaled="1"/>
                  <a:tileRect/>
                </a:gradFill>
              </a:ln>
              <a:gradFill flip="none" rotWithShape="1">
                <a:gsLst>
                  <a:gs pos="0">
                    <a:srgbClr val="FF0000">
                      <a:lumMod val="97000"/>
                      <a:lumOff val="3000"/>
                    </a:srgbClr>
                  </a:gs>
                  <a:gs pos="100000">
                    <a:srgbClr val="7030A0"/>
                  </a:gs>
                  <a:gs pos="75000">
                    <a:srgbClr val="0070C0"/>
                  </a:gs>
                  <a:gs pos="50000">
                    <a:srgbClr val="8EDC23"/>
                  </a:gs>
                  <a:gs pos="25000">
                    <a:srgbClr val="FFFF00"/>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sp>
        <p:nvSpPr>
          <p:cNvPr id="140" name="テキスト ボックス 139">
            <a:extLst>
              <a:ext uri="{FF2B5EF4-FFF2-40B4-BE49-F238E27FC236}">
                <a16:creationId xmlns:a16="http://schemas.microsoft.com/office/drawing/2014/main" id="{55D0C903-040F-2142-EE61-F6E891702DDD}"/>
              </a:ext>
            </a:extLst>
          </p:cNvPr>
          <p:cNvSpPr txBox="1"/>
          <p:nvPr/>
        </p:nvSpPr>
        <p:spPr>
          <a:xfrm>
            <a:off x="8903962" y="3118921"/>
            <a:ext cx="441146" cy="400110"/>
          </a:xfrm>
          <a:prstGeom prst="rect">
            <a:avLst/>
          </a:prstGeom>
          <a:noFill/>
        </p:spPr>
        <p:txBody>
          <a:bodyPr wrap="none" rtlCol="0">
            <a:spAutoFit/>
          </a:bodyPr>
          <a:lstStyle/>
          <a:p>
            <a:pPr algn="ctr"/>
            <a:r>
              <a:rPr lang="en-US" altLang="ja-JP" sz="2000" b="1">
                <a:ln>
                  <a:gradFill flip="none" rotWithShape="1">
                    <a:gsLst>
                      <a:gs pos="0">
                        <a:schemeClr val="accent6">
                          <a:lumMod val="67000"/>
                        </a:schemeClr>
                      </a:gs>
                      <a:gs pos="48000">
                        <a:schemeClr val="accent6">
                          <a:lumMod val="97000"/>
                          <a:lumOff val="3000"/>
                        </a:schemeClr>
                      </a:gs>
                      <a:gs pos="100000">
                        <a:schemeClr val="accent6">
                          <a:lumMod val="60000"/>
                          <a:lumOff val="40000"/>
                        </a:schemeClr>
                      </a:gs>
                    </a:gsLst>
                    <a:lin ang="16200000" scaled="1"/>
                    <a:tileRect/>
                  </a:gradFill>
                </a:ln>
                <a:gradFill flip="none" rotWithShape="1">
                  <a:gsLst>
                    <a:gs pos="0">
                      <a:schemeClr val="accent6">
                        <a:lumMod val="67000"/>
                      </a:schemeClr>
                    </a:gs>
                    <a:gs pos="48000">
                      <a:schemeClr val="accent6">
                        <a:lumMod val="97000"/>
                        <a:lumOff val="3000"/>
                      </a:schemeClr>
                    </a:gs>
                    <a:gs pos="100000">
                      <a:schemeClr val="bg1">
                        <a:lumMod val="75000"/>
                      </a:schemeClr>
                    </a:gs>
                  </a:gsLst>
                  <a:lin ang="1620000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SR</a:t>
            </a:r>
            <a:endParaRPr kumimoji="1" lang="ja-JP" altLang="en-US" sz="2000" b="1" dirty="0">
              <a:ln>
                <a:gradFill flip="none" rotWithShape="1">
                  <a:gsLst>
                    <a:gs pos="0">
                      <a:schemeClr val="accent6">
                        <a:lumMod val="67000"/>
                      </a:schemeClr>
                    </a:gs>
                    <a:gs pos="48000">
                      <a:schemeClr val="accent6">
                        <a:lumMod val="97000"/>
                        <a:lumOff val="3000"/>
                      </a:schemeClr>
                    </a:gs>
                    <a:gs pos="100000">
                      <a:schemeClr val="accent6">
                        <a:lumMod val="60000"/>
                        <a:lumOff val="40000"/>
                      </a:schemeClr>
                    </a:gs>
                  </a:gsLst>
                  <a:lin ang="16200000" scaled="1"/>
                  <a:tileRect/>
                </a:gradFill>
              </a:ln>
              <a:gradFill flip="none" rotWithShape="1">
                <a:gsLst>
                  <a:gs pos="0">
                    <a:schemeClr val="accent6">
                      <a:lumMod val="67000"/>
                    </a:schemeClr>
                  </a:gs>
                  <a:gs pos="48000">
                    <a:schemeClr val="accent6">
                      <a:lumMod val="97000"/>
                      <a:lumOff val="3000"/>
                    </a:schemeClr>
                  </a:gs>
                  <a:gs pos="100000">
                    <a:schemeClr val="bg1">
                      <a:lumMod val="75000"/>
                    </a:schemeClr>
                  </a:gs>
                </a:gsLst>
                <a:lin ang="1620000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sp>
        <p:nvSpPr>
          <p:cNvPr id="142" name="テキスト ボックス 141">
            <a:extLst>
              <a:ext uri="{FF2B5EF4-FFF2-40B4-BE49-F238E27FC236}">
                <a16:creationId xmlns:a16="http://schemas.microsoft.com/office/drawing/2014/main" id="{9963E7A6-9A26-EFEF-9540-72631A8A8D28}"/>
              </a:ext>
            </a:extLst>
          </p:cNvPr>
          <p:cNvSpPr txBox="1"/>
          <p:nvPr/>
        </p:nvSpPr>
        <p:spPr>
          <a:xfrm>
            <a:off x="10245312" y="3118921"/>
            <a:ext cx="569388" cy="400110"/>
          </a:xfrm>
          <a:prstGeom prst="rect">
            <a:avLst/>
          </a:prstGeom>
          <a:noFill/>
        </p:spPr>
        <p:txBody>
          <a:bodyPr wrap="none" rtlCol="0">
            <a:spAutoFit/>
          </a:bodyPr>
          <a:lstStyle/>
          <a:p>
            <a:pPr algn="ctr"/>
            <a:r>
              <a:rPr lang="en-US" altLang="ja-JP" sz="2000" b="1">
                <a:ln>
                  <a:gradFill flip="none" rotWithShape="1">
                    <a:gsLst>
                      <a:gs pos="25000">
                        <a:srgbClr val="FFFF00"/>
                      </a:gs>
                      <a:gs pos="0">
                        <a:srgbClr val="FF0000"/>
                      </a:gs>
                      <a:gs pos="50000">
                        <a:srgbClr val="00B050"/>
                      </a:gs>
                      <a:gs pos="75000">
                        <a:srgbClr val="0070C0"/>
                      </a:gs>
                      <a:gs pos="100000">
                        <a:schemeClr val="accent6"/>
                      </a:gs>
                    </a:gsLst>
                    <a:lin ang="0" scaled="1"/>
                    <a:tileRect/>
                  </a:gradFill>
                </a:ln>
                <a:gradFill flip="none" rotWithShape="1">
                  <a:gsLst>
                    <a:gs pos="0">
                      <a:srgbClr val="FF0000">
                        <a:lumMod val="97000"/>
                        <a:lumOff val="3000"/>
                      </a:srgbClr>
                    </a:gs>
                    <a:gs pos="100000">
                      <a:srgbClr val="7030A0"/>
                    </a:gs>
                    <a:gs pos="75000">
                      <a:srgbClr val="0070C0"/>
                    </a:gs>
                    <a:gs pos="50000">
                      <a:srgbClr val="8EDC23"/>
                    </a:gs>
                    <a:gs pos="25000">
                      <a:srgbClr val="FFFF00"/>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SSR</a:t>
            </a:r>
            <a:endParaRPr kumimoji="1" lang="ja-JP" altLang="en-US" sz="2000" b="1" dirty="0">
              <a:ln>
                <a:gradFill flip="none" rotWithShape="1">
                  <a:gsLst>
                    <a:gs pos="25000">
                      <a:srgbClr val="FFFF00"/>
                    </a:gs>
                    <a:gs pos="0">
                      <a:srgbClr val="FF0000"/>
                    </a:gs>
                    <a:gs pos="50000">
                      <a:srgbClr val="00B050"/>
                    </a:gs>
                    <a:gs pos="75000">
                      <a:srgbClr val="0070C0"/>
                    </a:gs>
                    <a:gs pos="100000">
                      <a:schemeClr val="accent6"/>
                    </a:gs>
                  </a:gsLst>
                  <a:lin ang="0" scaled="1"/>
                  <a:tileRect/>
                </a:gradFill>
              </a:ln>
              <a:gradFill flip="none" rotWithShape="1">
                <a:gsLst>
                  <a:gs pos="0">
                    <a:srgbClr val="FF0000">
                      <a:lumMod val="97000"/>
                      <a:lumOff val="3000"/>
                    </a:srgbClr>
                  </a:gs>
                  <a:gs pos="100000">
                    <a:srgbClr val="7030A0"/>
                  </a:gs>
                  <a:gs pos="75000">
                    <a:srgbClr val="0070C0"/>
                  </a:gs>
                  <a:gs pos="50000">
                    <a:srgbClr val="8EDC23"/>
                  </a:gs>
                  <a:gs pos="25000">
                    <a:srgbClr val="FFFF00"/>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grpSp>
        <p:nvGrpSpPr>
          <p:cNvPr id="144" name="グループ化 143">
            <a:extLst>
              <a:ext uri="{FF2B5EF4-FFF2-40B4-BE49-F238E27FC236}">
                <a16:creationId xmlns:a16="http://schemas.microsoft.com/office/drawing/2014/main" id="{789B425E-95F2-318D-DEBF-1FF6EFEE4F8E}"/>
              </a:ext>
            </a:extLst>
          </p:cNvPr>
          <p:cNvGrpSpPr/>
          <p:nvPr/>
        </p:nvGrpSpPr>
        <p:grpSpPr>
          <a:xfrm>
            <a:off x="9938981" y="2366846"/>
            <a:ext cx="902811" cy="307777"/>
            <a:chOff x="9933025" y="1885589"/>
            <a:chExt cx="902811" cy="307777"/>
          </a:xfrm>
        </p:grpSpPr>
        <p:sp>
          <p:nvSpPr>
            <p:cNvPr id="145" name="四角形: 角を丸くする 144">
              <a:extLst>
                <a:ext uri="{FF2B5EF4-FFF2-40B4-BE49-F238E27FC236}">
                  <a16:creationId xmlns:a16="http://schemas.microsoft.com/office/drawing/2014/main" id="{037C0ABE-9C51-25BE-34C2-CF75764D1D73}"/>
                </a:ext>
              </a:extLst>
            </p:cNvPr>
            <p:cNvSpPr/>
            <p:nvPr/>
          </p:nvSpPr>
          <p:spPr>
            <a:xfrm>
              <a:off x="9966073" y="1901097"/>
              <a:ext cx="836714" cy="292269"/>
            </a:xfrm>
            <a:prstGeom prst="roundRect">
              <a:avLst>
                <a:gd name="adj" fmla="val 4721"/>
              </a:avLst>
            </a:prstGeom>
            <a:solidFill>
              <a:srgbClr val="FF00FF">
                <a:alpha val="6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46" name="テキスト ボックス 145">
              <a:extLst>
                <a:ext uri="{FF2B5EF4-FFF2-40B4-BE49-F238E27FC236}">
                  <a16:creationId xmlns:a16="http://schemas.microsoft.com/office/drawing/2014/main" id="{EA75CABD-C8B4-FDC9-BADB-9990060E8171}"/>
                </a:ext>
              </a:extLst>
            </p:cNvPr>
            <p:cNvSpPr txBox="1"/>
            <p:nvPr/>
          </p:nvSpPr>
          <p:spPr>
            <a:xfrm>
              <a:off x="9933025" y="1885589"/>
              <a:ext cx="902811" cy="307777"/>
            </a:xfrm>
            <a:prstGeom prst="rect">
              <a:avLst/>
            </a:prstGeom>
            <a:noFill/>
          </p:spPr>
          <p:txBody>
            <a:bodyPr wrap="none" rtlCol="0">
              <a:spAutoFit/>
            </a:bodyPr>
            <a:lstStyle/>
            <a:p>
              <a:pPr algn="ctr"/>
              <a:r>
                <a:rPr lang="ja-JP" altLang="en-US" sz="1400">
                  <a:solidFill>
                    <a:schemeClr val="accent2"/>
                  </a:solidFill>
                  <a:latin typeface="原稿用標準書体" panose="03000503000000000000" pitchFamily="66" charset="-128"/>
                  <a:ea typeface="原稿用標準書体" panose="03000503000000000000" pitchFamily="66" charset="-128"/>
                </a:rPr>
                <a:t>装備する</a:t>
              </a:r>
              <a:endParaRPr lang="en-US" altLang="ja-JP" sz="1400" dirty="0">
                <a:solidFill>
                  <a:schemeClr val="accent2"/>
                </a:solidFill>
                <a:latin typeface="原稿用標準書体" panose="03000503000000000000" pitchFamily="66" charset="-128"/>
                <a:ea typeface="原稿用標準書体" panose="03000503000000000000" pitchFamily="66" charset="-128"/>
              </a:endParaRPr>
            </a:p>
          </p:txBody>
        </p:sp>
      </p:grpSp>
      <p:grpSp>
        <p:nvGrpSpPr>
          <p:cNvPr id="4" name="グループ化 3">
            <a:extLst>
              <a:ext uri="{FF2B5EF4-FFF2-40B4-BE49-F238E27FC236}">
                <a16:creationId xmlns:a16="http://schemas.microsoft.com/office/drawing/2014/main" id="{58B94022-73F6-7CC2-7176-2A5FED1FD6FE}"/>
              </a:ext>
            </a:extLst>
          </p:cNvPr>
          <p:cNvGrpSpPr/>
          <p:nvPr/>
        </p:nvGrpSpPr>
        <p:grpSpPr>
          <a:xfrm>
            <a:off x="6847854" y="5498744"/>
            <a:ext cx="4556517" cy="732910"/>
            <a:chOff x="6847854" y="5498744"/>
            <a:chExt cx="4556517" cy="732910"/>
          </a:xfrm>
        </p:grpSpPr>
        <p:sp>
          <p:nvSpPr>
            <p:cNvPr id="7" name="矢印: 五方向 6">
              <a:extLst>
                <a:ext uri="{FF2B5EF4-FFF2-40B4-BE49-F238E27FC236}">
                  <a16:creationId xmlns:a16="http://schemas.microsoft.com/office/drawing/2014/main" id="{5C155CCC-8C64-2F1D-9C8C-3932FB056D68}"/>
                </a:ext>
              </a:extLst>
            </p:cNvPr>
            <p:cNvSpPr/>
            <p:nvPr/>
          </p:nvSpPr>
          <p:spPr>
            <a:xfrm>
              <a:off x="9327302" y="5507053"/>
              <a:ext cx="2077069" cy="710476"/>
            </a:xfrm>
            <a:prstGeom prst="homePlate">
              <a:avLst/>
            </a:prstGeom>
            <a:solidFill>
              <a:srgbClr val="FF00FF">
                <a:alpha val="6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latin typeface="原稿用標準書体" panose="03000503000000000000" pitchFamily="66" charset="-128"/>
                <a:ea typeface="原稿用標準書体" panose="03000503000000000000" pitchFamily="66" charset="-128"/>
              </a:endParaRPr>
            </a:p>
          </p:txBody>
        </p:sp>
        <p:sp>
          <p:nvSpPr>
            <p:cNvPr id="8" name="矢印: 五方向 7">
              <a:extLst>
                <a:ext uri="{FF2B5EF4-FFF2-40B4-BE49-F238E27FC236}">
                  <a16:creationId xmlns:a16="http://schemas.microsoft.com/office/drawing/2014/main" id="{26303218-2CBF-3D94-21DE-FDB5060F62D2}"/>
                </a:ext>
              </a:extLst>
            </p:cNvPr>
            <p:cNvSpPr/>
            <p:nvPr/>
          </p:nvSpPr>
          <p:spPr>
            <a:xfrm flipH="1">
              <a:off x="6847854" y="5507053"/>
              <a:ext cx="2077070" cy="710476"/>
            </a:xfrm>
            <a:prstGeom prst="homePlate">
              <a:avLst/>
            </a:prstGeom>
            <a:solidFill>
              <a:schemeClr val="tx1">
                <a:lumMod val="95000"/>
                <a:lumOff val="5000"/>
                <a:alpha val="6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latin typeface="原稿用標準書体" panose="03000503000000000000" pitchFamily="66" charset="-128"/>
                <a:ea typeface="原稿用標準書体" panose="03000503000000000000" pitchFamily="66" charset="-128"/>
              </a:endParaRPr>
            </a:p>
          </p:txBody>
        </p:sp>
        <p:grpSp>
          <p:nvGrpSpPr>
            <p:cNvPr id="10" name="グループ化 9">
              <a:extLst>
                <a:ext uri="{FF2B5EF4-FFF2-40B4-BE49-F238E27FC236}">
                  <a16:creationId xmlns:a16="http://schemas.microsoft.com/office/drawing/2014/main" id="{1C241D27-11FB-C1D0-2F53-14882BB08C98}"/>
                </a:ext>
              </a:extLst>
            </p:cNvPr>
            <p:cNvGrpSpPr/>
            <p:nvPr/>
          </p:nvGrpSpPr>
          <p:grpSpPr>
            <a:xfrm>
              <a:off x="6901145" y="5498744"/>
              <a:ext cx="1645326" cy="732910"/>
              <a:chOff x="163586" y="134635"/>
              <a:chExt cx="3134182" cy="1396119"/>
            </a:xfrm>
          </p:grpSpPr>
          <p:sp>
            <p:nvSpPr>
              <p:cNvPr id="40" name="テキスト ボックス 39">
                <a:extLst>
                  <a:ext uri="{FF2B5EF4-FFF2-40B4-BE49-F238E27FC236}">
                    <a16:creationId xmlns:a16="http://schemas.microsoft.com/office/drawing/2014/main" id="{C8FEC753-45CA-1A65-0787-E06930883AA9}"/>
                  </a:ext>
                </a:extLst>
              </p:cNvPr>
              <p:cNvSpPr txBox="1"/>
              <p:nvPr/>
            </p:nvSpPr>
            <p:spPr>
              <a:xfrm>
                <a:off x="2066572" y="480925"/>
                <a:ext cx="1231196" cy="703540"/>
              </a:xfrm>
              <a:prstGeom prst="rect">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戻る</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42" name="グループ化 41">
                <a:extLst>
                  <a:ext uri="{FF2B5EF4-FFF2-40B4-BE49-F238E27FC236}">
                    <a16:creationId xmlns:a16="http://schemas.microsoft.com/office/drawing/2014/main" id="{DBD44F35-D746-7398-5969-56202AEB8392}"/>
                  </a:ext>
                </a:extLst>
              </p:cNvPr>
              <p:cNvGrpSpPr/>
              <p:nvPr/>
            </p:nvGrpSpPr>
            <p:grpSpPr>
              <a:xfrm>
                <a:off x="163586" y="134635"/>
                <a:ext cx="1975684" cy="1396119"/>
                <a:chOff x="163586" y="134635"/>
                <a:chExt cx="1975684" cy="1396119"/>
              </a:xfrm>
            </p:grpSpPr>
            <p:grpSp>
              <p:nvGrpSpPr>
                <p:cNvPr id="59" name="グループ化 58">
                  <a:extLst>
                    <a:ext uri="{FF2B5EF4-FFF2-40B4-BE49-F238E27FC236}">
                      <a16:creationId xmlns:a16="http://schemas.microsoft.com/office/drawing/2014/main" id="{2FF53C4A-D9C5-040F-1456-71F0D28A2DA6}"/>
                    </a:ext>
                  </a:extLst>
                </p:cNvPr>
                <p:cNvGrpSpPr/>
                <p:nvPr/>
              </p:nvGrpSpPr>
              <p:grpSpPr>
                <a:xfrm>
                  <a:off x="163586" y="134635"/>
                  <a:ext cx="1975684" cy="1396119"/>
                  <a:chOff x="163586" y="134635"/>
                  <a:chExt cx="1975684" cy="1396119"/>
                </a:xfrm>
              </p:grpSpPr>
              <p:pic>
                <p:nvPicPr>
                  <p:cNvPr id="70" name="図 69">
                    <a:extLst>
                      <a:ext uri="{FF2B5EF4-FFF2-40B4-BE49-F238E27FC236}">
                        <a16:creationId xmlns:a16="http://schemas.microsoft.com/office/drawing/2014/main" id="{EE9442CC-DA06-3170-1901-5B7E52748D56}"/>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73" name="楕円 72">
                    <a:extLst>
                      <a:ext uri="{FF2B5EF4-FFF2-40B4-BE49-F238E27FC236}">
                        <a16:creationId xmlns:a16="http://schemas.microsoft.com/office/drawing/2014/main" id="{10446F80-98A7-4615-0708-BD5ED3A89EF1}"/>
                      </a:ext>
                    </a:extLst>
                  </p:cNvPr>
                  <p:cNvSpPr/>
                  <p:nvPr/>
                </p:nvSpPr>
                <p:spPr>
                  <a:xfrm>
                    <a:off x="836705" y="560292"/>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66" name="図 65">
                  <a:extLst>
                    <a:ext uri="{FF2B5EF4-FFF2-40B4-BE49-F238E27FC236}">
                      <a16:creationId xmlns:a16="http://schemas.microsoft.com/office/drawing/2014/main" id="{86E9040C-7D08-9EC3-B6E3-04B1E6D0415C}"/>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sp>
          <p:nvSpPr>
            <p:cNvPr id="33" name="テキスト ボックス 32">
              <a:extLst>
                <a:ext uri="{FF2B5EF4-FFF2-40B4-BE49-F238E27FC236}">
                  <a16:creationId xmlns:a16="http://schemas.microsoft.com/office/drawing/2014/main" id="{4E1A17C3-E035-7E6D-C80F-E0D9A6458A88}"/>
                </a:ext>
              </a:extLst>
            </p:cNvPr>
            <p:cNvSpPr txBox="1"/>
            <p:nvPr/>
          </p:nvSpPr>
          <p:spPr>
            <a:xfrm>
              <a:off x="9503466" y="5680533"/>
              <a:ext cx="1338828" cy="369332"/>
            </a:xfrm>
            <a:prstGeom prst="rect">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ゲート進入</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8" name="二等辺三角形 37">
              <a:extLst>
                <a:ext uri="{FF2B5EF4-FFF2-40B4-BE49-F238E27FC236}">
                  <a16:creationId xmlns:a16="http://schemas.microsoft.com/office/drawing/2014/main" id="{87E3523E-F88B-CC48-5D1D-5FA227165CD1}"/>
                </a:ext>
              </a:extLst>
            </p:cNvPr>
            <p:cNvSpPr/>
            <p:nvPr/>
          </p:nvSpPr>
          <p:spPr>
            <a:xfrm rot="5400000">
              <a:off x="10948049" y="5733145"/>
              <a:ext cx="299620" cy="258293"/>
            </a:xfrm>
            <a:prstGeom prst="triangl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Tree>
    <p:extLst>
      <p:ext uri="{BB962C8B-B14F-4D97-AF65-F5344CB8AC3E}">
        <p14:creationId xmlns:p14="http://schemas.microsoft.com/office/powerpoint/2010/main" val="3988864422"/>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gradFill>
          <a:gsLst>
            <a:gs pos="0">
              <a:schemeClr val="tx1">
                <a:lumMod val="85000"/>
                <a:lumOff val="15000"/>
              </a:schemeClr>
            </a:gs>
            <a:gs pos="23000">
              <a:schemeClr val="accent6">
                <a:lumMod val="89000"/>
              </a:schemeClr>
            </a:gs>
            <a:gs pos="69000">
              <a:schemeClr val="accent6">
                <a:lumMod val="75000"/>
              </a:schemeClr>
            </a:gs>
            <a:gs pos="97000">
              <a:schemeClr val="tx1">
                <a:lumMod val="85000"/>
                <a:lumOff val="15000"/>
              </a:schemeClr>
            </a:gs>
          </a:gsLst>
          <a:path path="circle">
            <a:fillToRect l="50000" t="50000" r="50000" b="50000"/>
          </a:path>
        </a:gradFill>
        <a:effectLst/>
      </p:bgPr>
    </p:bg>
    <p:spTree>
      <p:nvGrpSpPr>
        <p:cNvPr id="1" name="">
          <a:extLst>
            <a:ext uri="{FF2B5EF4-FFF2-40B4-BE49-F238E27FC236}">
              <a16:creationId xmlns:a16="http://schemas.microsoft.com/office/drawing/2014/main" id="{539827D5-8CBA-229B-749E-3A865D38C5B0}"/>
            </a:ext>
          </a:extLst>
        </p:cNvPr>
        <p:cNvGrpSpPr/>
        <p:nvPr/>
      </p:nvGrpSpPr>
      <p:grpSpPr>
        <a:xfrm>
          <a:off x="0" y="0"/>
          <a:ext cx="0" cy="0"/>
          <a:chOff x="0" y="0"/>
          <a:chExt cx="0" cy="0"/>
        </a:xfrm>
      </p:grpSpPr>
      <p:sp>
        <p:nvSpPr>
          <p:cNvPr id="6" name="四角形: 角を丸くする 5">
            <a:extLst>
              <a:ext uri="{FF2B5EF4-FFF2-40B4-BE49-F238E27FC236}">
                <a16:creationId xmlns:a16="http://schemas.microsoft.com/office/drawing/2014/main" id="{3154F1CF-0051-3E12-0D25-1BB17277FE4A}"/>
              </a:ext>
            </a:extLst>
          </p:cNvPr>
          <p:cNvSpPr/>
          <p:nvPr/>
        </p:nvSpPr>
        <p:spPr>
          <a:xfrm>
            <a:off x="6645728" y="445192"/>
            <a:ext cx="4960773" cy="5950564"/>
          </a:xfrm>
          <a:prstGeom prst="roundRect">
            <a:avLst>
              <a:gd name="adj" fmla="val 2570"/>
            </a:avLst>
          </a:prstGeom>
          <a:solidFill>
            <a:schemeClr val="tx1">
              <a:lumMod val="50000"/>
              <a:lumOff val="5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 name="四角形: 角を丸くする 2">
            <a:extLst>
              <a:ext uri="{FF2B5EF4-FFF2-40B4-BE49-F238E27FC236}">
                <a16:creationId xmlns:a16="http://schemas.microsoft.com/office/drawing/2014/main" id="{88EA4138-C6EA-DACE-C892-53FBA4D25D24}"/>
              </a:ext>
            </a:extLst>
          </p:cNvPr>
          <p:cNvSpPr/>
          <p:nvPr/>
        </p:nvSpPr>
        <p:spPr>
          <a:xfrm>
            <a:off x="6820469" y="619037"/>
            <a:ext cx="1422938" cy="1458109"/>
          </a:xfrm>
          <a:prstGeom prst="roundRect">
            <a:avLst>
              <a:gd name="adj" fmla="val 4721"/>
            </a:avLst>
          </a:prstGeom>
          <a:solidFill>
            <a:schemeClr val="bg1">
              <a:lumMod val="6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9" name="四角形: 角を丸くする 48">
            <a:extLst>
              <a:ext uri="{FF2B5EF4-FFF2-40B4-BE49-F238E27FC236}">
                <a16:creationId xmlns:a16="http://schemas.microsoft.com/office/drawing/2014/main" id="{9D260FA4-DCDA-A1BB-8BF3-7766B256B606}"/>
              </a:ext>
            </a:extLst>
          </p:cNvPr>
          <p:cNvSpPr/>
          <p:nvPr/>
        </p:nvSpPr>
        <p:spPr>
          <a:xfrm>
            <a:off x="8413385" y="619038"/>
            <a:ext cx="1422938" cy="1458109"/>
          </a:xfrm>
          <a:prstGeom prst="roundRect">
            <a:avLst>
              <a:gd name="adj" fmla="val 4721"/>
            </a:avLst>
          </a:prstGeom>
          <a:solidFill>
            <a:schemeClr val="bg1">
              <a:lumMod val="6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7" name="フリーフォーム: 図形 16">
            <a:extLst>
              <a:ext uri="{FF2B5EF4-FFF2-40B4-BE49-F238E27FC236}">
                <a16:creationId xmlns:a16="http://schemas.microsoft.com/office/drawing/2014/main" id="{41E74FCF-FC94-940C-9818-562CC08A50C5}"/>
              </a:ext>
            </a:extLst>
          </p:cNvPr>
          <p:cNvSpPr/>
          <p:nvPr/>
        </p:nvSpPr>
        <p:spPr>
          <a:xfrm>
            <a:off x="6812548" y="619038"/>
            <a:ext cx="4623974" cy="4732653"/>
          </a:xfrm>
          <a:custGeom>
            <a:avLst/>
            <a:gdLst>
              <a:gd name="csX0" fmla="*/ 3268213 w 4623974"/>
              <a:gd name="csY0" fmla="*/ 0 h 4732653"/>
              <a:gd name="csX1" fmla="*/ 4556797 w 4623974"/>
              <a:gd name="csY1" fmla="*/ 0 h 4732653"/>
              <a:gd name="csX2" fmla="*/ 4623974 w 4623974"/>
              <a:gd name="csY2" fmla="*/ 67177 h 4732653"/>
              <a:gd name="csX3" fmla="*/ 4623974 w 4623974"/>
              <a:gd name="csY3" fmla="*/ 1390932 h 4732653"/>
              <a:gd name="csX4" fmla="*/ 4623973 w 4623974"/>
              <a:gd name="csY4" fmla="*/ 1390937 h 4732653"/>
              <a:gd name="csX5" fmla="*/ 4623973 w 4623974"/>
              <a:gd name="csY5" fmla="*/ 4533824 h 4732653"/>
              <a:gd name="csX6" fmla="*/ 4425144 w 4623974"/>
              <a:gd name="csY6" fmla="*/ 4732653 h 4732653"/>
              <a:gd name="csX7" fmla="*/ 198829 w 4623974"/>
              <a:gd name="csY7" fmla="*/ 4732653 h 4732653"/>
              <a:gd name="csX8" fmla="*/ 0 w 4623974"/>
              <a:gd name="csY8" fmla="*/ 4533824 h 4732653"/>
              <a:gd name="csX9" fmla="*/ 0 w 4623974"/>
              <a:gd name="csY9" fmla="*/ 719903 h 4732653"/>
              <a:gd name="csX10" fmla="*/ 198829 w 4623974"/>
              <a:gd name="csY10" fmla="*/ 521074 h 4732653"/>
              <a:gd name="csX11" fmla="*/ 3201036 w 4623974"/>
              <a:gd name="csY11" fmla="*/ 521074 h 4732653"/>
              <a:gd name="csX12" fmla="*/ 3201036 w 4623974"/>
              <a:gd name="csY12" fmla="*/ 67177 h 4732653"/>
              <a:gd name="csX13" fmla="*/ 3268213 w 4623974"/>
              <a:gd name="csY13" fmla="*/ 0 h 473265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4623974" h="4732653">
                <a:moveTo>
                  <a:pt x="3268213" y="0"/>
                </a:moveTo>
                <a:lnTo>
                  <a:pt x="4556797" y="0"/>
                </a:lnTo>
                <a:cubicBezTo>
                  <a:pt x="4593898" y="0"/>
                  <a:pt x="4623974" y="30076"/>
                  <a:pt x="4623974" y="67177"/>
                </a:cubicBezTo>
                <a:lnTo>
                  <a:pt x="4623974" y="1390932"/>
                </a:lnTo>
                <a:lnTo>
                  <a:pt x="4623973" y="1390937"/>
                </a:lnTo>
                <a:lnTo>
                  <a:pt x="4623973" y="4533824"/>
                </a:lnTo>
                <a:cubicBezTo>
                  <a:pt x="4623973" y="4643634"/>
                  <a:pt x="4534954" y="4732653"/>
                  <a:pt x="4425144" y="4732653"/>
                </a:cubicBezTo>
                <a:lnTo>
                  <a:pt x="198829" y="4732653"/>
                </a:lnTo>
                <a:cubicBezTo>
                  <a:pt x="89019" y="4732653"/>
                  <a:pt x="0" y="4643634"/>
                  <a:pt x="0" y="4533824"/>
                </a:cubicBezTo>
                <a:lnTo>
                  <a:pt x="0" y="719903"/>
                </a:lnTo>
                <a:cubicBezTo>
                  <a:pt x="0" y="610093"/>
                  <a:pt x="89019" y="521074"/>
                  <a:pt x="198829" y="521074"/>
                </a:cubicBezTo>
                <a:lnTo>
                  <a:pt x="3201036" y="521074"/>
                </a:lnTo>
                <a:lnTo>
                  <a:pt x="3201036" y="67177"/>
                </a:lnTo>
                <a:cubicBezTo>
                  <a:pt x="3201036" y="30076"/>
                  <a:pt x="3231112" y="0"/>
                  <a:pt x="3268213" y="0"/>
                </a:cubicBezTo>
                <a:close/>
              </a:path>
            </a:pathLst>
          </a:custGeom>
          <a:solidFill>
            <a:schemeClr val="bg1">
              <a:lumMod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4" name="四角形: 角を丸くする 103">
            <a:extLst>
              <a:ext uri="{FF2B5EF4-FFF2-40B4-BE49-F238E27FC236}">
                <a16:creationId xmlns:a16="http://schemas.microsoft.com/office/drawing/2014/main" id="{CAB0FD66-19D3-06BC-8F48-24E5816DE2EA}"/>
              </a:ext>
            </a:extLst>
          </p:cNvPr>
          <p:cNvSpPr/>
          <p:nvPr/>
        </p:nvSpPr>
        <p:spPr>
          <a:xfrm>
            <a:off x="7078828" y="1420723"/>
            <a:ext cx="3995040" cy="1458109"/>
          </a:xfrm>
          <a:prstGeom prst="roundRect">
            <a:avLst>
              <a:gd name="adj" fmla="val 4721"/>
            </a:avLst>
          </a:prstGeom>
          <a:solidFill>
            <a:schemeClr val="accent6">
              <a:lumMod val="60000"/>
              <a:lumOff val="4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 name="四角形: 角を丸くする 8">
            <a:extLst>
              <a:ext uri="{FF2B5EF4-FFF2-40B4-BE49-F238E27FC236}">
                <a16:creationId xmlns:a16="http://schemas.microsoft.com/office/drawing/2014/main" id="{D60AF479-9A64-73E1-4191-D9CBB76BB07A}"/>
              </a:ext>
            </a:extLst>
          </p:cNvPr>
          <p:cNvSpPr/>
          <p:nvPr/>
        </p:nvSpPr>
        <p:spPr>
          <a:xfrm>
            <a:off x="585498" y="445192"/>
            <a:ext cx="5710332" cy="5967615"/>
          </a:xfrm>
          <a:prstGeom prst="roundRect">
            <a:avLst>
              <a:gd name="adj" fmla="val 2174"/>
            </a:avLst>
          </a:prstGeom>
          <a:solidFill>
            <a:schemeClr val="accent6">
              <a:lumMod val="40000"/>
              <a:lumOff val="6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 name="テキスト ボックス 4">
            <a:extLst>
              <a:ext uri="{FF2B5EF4-FFF2-40B4-BE49-F238E27FC236}">
                <a16:creationId xmlns:a16="http://schemas.microsoft.com/office/drawing/2014/main" id="{8F1C5E8E-6249-0372-6B19-3F8D71CAA826}"/>
              </a:ext>
            </a:extLst>
          </p:cNvPr>
          <p:cNvSpPr txBox="1"/>
          <p:nvPr/>
        </p:nvSpPr>
        <p:spPr>
          <a:xfrm>
            <a:off x="820249" y="529494"/>
            <a:ext cx="4685898" cy="646331"/>
          </a:xfrm>
          <a:prstGeom prst="rect">
            <a:avLst/>
          </a:prstGeom>
          <a:noFill/>
        </p:spPr>
        <p:txBody>
          <a:bodyPr wrap="none" rtlCol="0">
            <a:spAutoFit/>
          </a:bodyPr>
          <a:lstStyle/>
          <a:p>
            <a:r>
              <a:rPr lang="ja-JP" altLang="en-US" sz="3600" dirty="0">
                <a:solidFill>
                  <a:schemeClr val="tx1">
                    <a:lumMod val="75000"/>
                    <a:lumOff val="25000"/>
                  </a:schemeClr>
                </a:solidFill>
                <a:latin typeface="原稿用標準書体" panose="03000503000000000000" pitchFamily="66" charset="-128"/>
                <a:ea typeface="原稿用標準書体" panose="03000503000000000000" pitchFamily="66" charset="-128"/>
              </a:rPr>
              <a:t>前衛</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ATK+20%</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、注目度</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+4</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、回避率</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-20%</a:t>
            </a:r>
            <a:endParaRPr kumimoji="1" lang="ja-JP" altLang="en-US" sz="3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16" name="グループ化 15">
            <a:extLst>
              <a:ext uri="{FF2B5EF4-FFF2-40B4-BE49-F238E27FC236}">
                <a16:creationId xmlns:a16="http://schemas.microsoft.com/office/drawing/2014/main" id="{F24E89D0-61DA-F4BA-CFB0-D3743F38F9F1}"/>
              </a:ext>
            </a:extLst>
          </p:cNvPr>
          <p:cNvGrpSpPr/>
          <p:nvPr/>
        </p:nvGrpSpPr>
        <p:grpSpPr>
          <a:xfrm>
            <a:off x="789688" y="1318039"/>
            <a:ext cx="5301952" cy="1230022"/>
            <a:chOff x="922576" y="2450171"/>
            <a:chExt cx="5301952" cy="1309138"/>
          </a:xfrm>
          <a:solidFill>
            <a:schemeClr val="tx1">
              <a:lumMod val="75000"/>
              <a:lumOff val="25000"/>
              <a:alpha val="85000"/>
            </a:schemeClr>
          </a:solidFill>
        </p:grpSpPr>
        <p:sp>
          <p:nvSpPr>
            <p:cNvPr id="12" name="四角形: 角を丸くする 11">
              <a:extLst>
                <a:ext uri="{FF2B5EF4-FFF2-40B4-BE49-F238E27FC236}">
                  <a16:creationId xmlns:a16="http://schemas.microsoft.com/office/drawing/2014/main" id="{E74E872E-0861-1545-1A48-762E3A14856D}"/>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3" name="四角形: 角を丸くする 12">
              <a:extLst>
                <a:ext uri="{FF2B5EF4-FFF2-40B4-BE49-F238E27FC236}">
                  <a16:creationId xmlns:a16="http://schemas.microsoft.com/office/drawing/2014/main" id="{D69B60DC-8081-3031-E1EC-71611F4DC64F}"/>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4" name="四角形: 角を丸くする 13">
              <a:extLst>
                <a:ext uri="{FF2B5EF4-FFF2-40B4-BE49-F238E27FC236}">
                  <a16:creationId xmlns:a16="http://schemas.microsoft.com/office/drawing/2014/main" id="{D12525F9-A3E0-B4FD-A43B-B76811F0734B}"/>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5" name="四角形: 角を丸くする 14">
              <a:extLst>
                <a:ext uri="{FF2B5EF4-FFF2-40B4-BE49-F238E27FC236}">
                  <a16:creationId xmlns:a16="http://schemas.microsoft.com/office/drawing/2014/main" id="{8E2A039C-96CF-EBCA-717F-BCFFC3578168}"/>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11" name="テキスト ボックス 10">
            <a:extLst>
              <a:ext uri="{FF2B5EF4-FFF2-40B4-BE49-F238E27FC236}">
                <a16:creationId xmlns:a16="http://schemas.microsoft.com/office/drawing/2014/main" id="{8D6CA3BF-B65A-EF14-7636-FFA7BBAED4C7}"/>
              </a:ext>
            </a:extLst>
          </p:cNvPr>
          <p:cNvSpPr txBox="1"/>
          <p:nvPr/>
        </p:nvSpPr>
        <p:spPr>
          <a:xfrm>
            <a:off x="820249" y="3523725"/>
            <a:ext cx="4685898" cy="646331"/>
          </a:xfrm>
          <a:prstGeom prst="rect">
            <a:avLst/>
          </a:prstGeom>
          <a:noFill/>
        </p:spPr>
        <p:txBody>
          <a:bodyPr wrap="none" rtlCol="0">
            <a:spAutoFit/>
          </a:bodyPr>
          <a:lstStyle/>
          <a:p>
            <a:r>
              <a:rPr lang="ja-JP" altLang="en-US" sz="3600" dirty="0">
                <a:solidFill>
                  <a:schemeClr val="bg1">
                    <a:lumMod val="95000"/>
                  </a:schemeClr>
                </a:solidFill>
                <a:latin typeface="原稿用標準書体" panose="03000503000000000000" pitchFamily="66" charset="-128"/>
                <a:ea typeface="原稿用標準書体" panose="03000503000000000000" pitchFamily="66" charset="-128"/>
              </a:rPr>
              <a:t>後衛</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：回避率</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+20%</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、注目度</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+1</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ATK-20%</a:t>
            </a:r>
            <a:endParaRPr kumimoji="1" lang="ja-JP" altLang="en-US" sz="36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19" name="グループ化 18">
            <a:extLst>
              <a:ext uri="{FF2B5EF4-FFF2-40B4-BE49-F238E27FC236}">
                <a16:creationId xmlns:a16="http://schemas.microsoft.com/office/drawing/2014/main" id="{BDFAC17B-C246-087B-6558-27889AD986E0}"/>
              </a:ext>
            </a:extLst>
          </p:cNvPr>
          <p:cNvGrpSpPr/>
          <p:nvPr/>
        </p:nvGrpSpPr>
        <p:grpSpPr>
          <a:xfrm>
            <a:off x="789688" y="4320508"/>
            <a:ext cx="5301952" cy="1230022"/>
            <a:chOff x="922576" y="2450171"/>
            <a:chExt cx="5301952" cy="1309138"/>
          </a:xfrm>
          <a:solidFill>
            <a:schemeClr val="bg1">
              <a:lumMod val="85000"/>
              <a:alpha val="85000"/>
            </a:schemeClr>
          </a:solidFill>
        </p:grpSpPr>
        <p:sp>
          <p:nvSpPr>
            <p:cNvPr id="20" name="四角形: 角を丸くする 19">
              <a:extLst>
                <a:ext uri="{FF2B5EF4-FFF2-40B4-BE49-F238E27FC236}">
                  <a16:creationId xmlns:a16="http://schemas.microsoft.com/office/drawing/2014/main" id="{D8E15EC7-D011-27A3-A142-62398D9D2FF1}"/>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1" name="四角形: 角を丸くする 20">
              <a:extLst>
                <a:ext uri="{FF2B5EF4-FFF2-40B4-BE49-F238E27FC236}">
                  <a16:creationId xmlns:a16="http://schemas.microsoft.com/office/drawing/2014/main" id="{FB3BD71A-B194-3CCC-4C23-EA0F5D3E1451}"/>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2" name="四角形: 角を丸くする 21">
              <a:extLst>
                <a:ext uri="{FF2B5EF4-FFF2-40B4-BE49-F238E27FC236}">
                  <a16:creationId xmlns:a16="http://schemas.microsoft.com/office/drawing/2014/main" id="{32EF6543-145E-4334-F883-0C6987123807}"/>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3" name="四角形: 角を丸くする 22">
              <a:extLst>
                <a:ext uri="{FF2B5EF4-FFF2-40B4-BE49-F238E27FC236}">
                  <a16:creationId xmlns:a16="http://schemas.microsoft.com/office/drawing/2014/main" id="{E6F56235-D3DD-4337-102B-E84991A7658E}"/>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cxnSp>
        <p:nvCxnSpPr>
          <p:cNvPr id="25" name="直線コネクタ 24">
            <a:extLst>
              <a:ext uri="{FF2B5EF4-FFF2-40B4-BE49-F238E27FC236}">
                <a16:creationId xmlns:a16="http://schemas.microsoft.com/office/drawing/2014/main" id="{54D6ED78-7B0D-A870-8F93-9D1F3A6225A8}"/>
              </a:ext>
            </a:extLst>
          </p:cNvPr>
          <p:cNvCxnSpPr>
            <a:cxnSpLocks/>
          </p:cNvCxnSpPr>
          <p:nvPr/>
        </p:nvCxnSpPr>
        <p:spPr>
          <a:xfrm>
            <a:off x="759127" y="3428999"/>
            <a:ext cx="5363074" cy="0"/>
          </a:xfrm>
          <a:prstGeom prst="line">
            <a:avLst/>
          </a:prstGeom>
          <a:ln w="12700">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grpSp>
        <p:nvGrpSpPr>
          <p:cNvPr id="28" name="グループ化 27">
            <a:extLst>
              <a:ext uri="{FF2B5EF4-FFF2-40B4-BE49-F238E27FC236}">
                <a16:creationId xmlns:a16="http://schemas.microsoft.com/office/drawing/2014/main" id="{E920AA52-B511-1320-06F3-93F760F9C101}"/>
              </a:ext>
            </a:extLst>
          </p:cNvPr>
          <p:cNvGrpSpPr/>
          <p:nvPr/>
        </p:nvGrpSpPr>
        <p:grpSpPr>
          <a:xfrm>
            <a:off x="787120" y="2633455"/>
            <a:ext cx="5301952" cy="635908"/>
            <a:chOff x="922576" y="2450171"/>
            <a:chExt cx="5301952" cy="1309138"/>
          </a:xfrm>
          <a:solidFill>
            <a:schemeClr val="tx1">
              <a:lumMod val="75000"/>
              <a:lumOff val="25000"/>
              <a:alpha val="85000"/>
            </a:schemeClr>
          </a:solidFill>
        </p:grpSpPr>
        <p:sp>
          <p:nvSpPr>
            <p:cNvPr id="29" name="四角形: 角を丸くする 28">
              <a:extLst>
                <a:ext uri="{FF2B5EF4-FFF2-40B4-BE49-F238E27FC236}">
                  <a16:creationId xmlns:a16="http://schemas.microsoft.com/office/drawing/2014/main" id="{2A640F21-9ED4-98AA-86B5-0E6E85A43C75}"/>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0" name="四角形: 角を丸くする 29">
              <a:extLst>
                <a:ext uri="{FF2B5EF4-FFF2-40B4-BE49-F238E27FC236}">
                  <a16:creationId xmlns:a16="http://schemas.microsoft.com/office/drawing/2014/main" id="{067A7B73-16DB-6902-F2C8-4C62BB05BBA7}"/>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1" name="四角形: 角を丸くする 30">
              <a:extLst>
                <a:ext uri="{FF2B5EF4-FFF2-40B4-BE49-F238E27FC236}">
                  <a16:creationId xmlns:a16="http://schemas.microsoft.com/office/drawing/2014/main" id="{999D8AEE-7C31-A47E-7FB5-41824A2B8E6E}"/>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2" name="四角形: 角を丸くする 31">
              <a:extLst>
                <a:ext uri="{FF2B5EF4-FFF2-40B4-BE49-F238E27FC236}">
                  <a16:creationId xmlns:a16="http://schemas.microsoft.com/office/drawing/2014/main" id="{261AB5C4-2736-CE42-D6F2-48A67AF92F7C}"/>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34" name="四角形: 角を丸くする 33">
            <a:extLst>
              <a:ext uri="{FF2B5EF4-FFF2-40B4-BE49-F238E27FC236}">
                <a16:creationId xmlns:a16="http://schemas.microsoft.com/office/drawing/2014/main" id="{C255DE76-2612-8D4C-8856-6295A2E01C8A}"/>
              </a:ext>
            </a:extLst>
          </p:cNvPr>
          <p:cNvSpPr/>
          <p:nvPr/>
        </p:nvSpPr>
        <p:spPr>
          <a:xfrm>
            <a:off x="787120" y="5645255"/>
            <a:ext cx="1233805" cy="635908"/>
          </a:xfrm>
          <a:prstGeom prst="roundRect">
            <a:avLst>
              <a:gd name="adj" fmla="val 6896"/>
            </a:avLst>
          </a:prstGeom>
          <a:solidFill>
            <a:schemeClr val="bg1">
              <a:lumMod val="8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5" name="四角形: 角を丸くする 34">
            <a:extLst>
              <a:ext uri="{FF2B5EF4-FFF2-40B4-BE49-F238E27FC236}">
                <a16:creationId xmlns:a16="http://schemas.microsoft.com/office/drawing/2014/main" id="{A91D8754-FF7D-D374-369E-05BD801CD6C8}"/>
              </a:ext>
            </a:extLst>
          </p:cNvPr>
          <p:cNvSpPr/>
          <p:nvPr/>
        </p:nvSpPr>
        <p:spPr>
          <a:xfrm>
            <a:off x="2143169" y="5645255"/>
            <a:ext cx="1233805" cy="635908"/>
          </a:xfrm>
          <a:prstGeom prst="roundRect">
            <a:avLst>
              <a:gd name="adj" fmla="val 6896"/>
            </a:avLst>
          </a:prstGeom>
          <a:solidFill>
            <a:schemeClr val="bg1">
              <a:lumMod val="8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6" name="四角形: 角を丸くする 35">
            <a:extLst>
              <a:ext uri="{FF2B5EF4-FFF2-40B4-BE49-F238E27FC236}">
                <a16:creationId xmlns:a16="http://schemas.microsoft.com/office/drawing/2014/main" id="{B5DE9239-6B27-0222-CE19-310228D8CA07}"/>
              </a:ext>
            </a:extLst>
          </p:cNvPr>
          <p:cNvSpPr/>
          <p:nvPr/>
        </p:nvSpPr>
        <p:spPr>
          <a:xfrm>
            <a:off x="3499218" y="5645255"/>
            <a:ext cx="1233805" cy="635908"/>
          </a:xfrm>
          <a:prstGeom prst="roundRect">
            <a:avLst>
              <a:gd name="adj" fmla="val 6896"/>
            </a:avLst>
          </a:prstGeom>
          <a:solidFill>
            <a:schemeClr val="bg1">
              <a:lumMod val="8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7" name="四角形: 角を丸くする 36">
            <a:extLst>
              <a:ext uri="{FF2B5EF4-FFF2-40B4-BE49-F238E27FC236}">
                <a16:creationId xmlns:a16="http://schemas.microsoft.com/office/drawing/2014/main" id="{17B67C06-071A-2889-A38C-5296F357BDD8}"/>
              </a:ext>
            </a:extLst>
          </p:cNvPr>
          <p:cNvSpPr/>
          <p:nvPr/>
        </p:nvSpPr>
        <p:spPr>
          <a:xfrm>
            <a:off x="4855267" y="5645255"/>
            <a:ext cx="1233805" cy="635908"/>
          </a:xfrm>
          <a:prstGeom prst="roundRect">
            <a:avLst>
              <a:gd name="adj" fmla="val 6896"/>
            </a:avLst>
          </a:prstGeom>
          <a:solidFill>
            <a:schemeClr val="bg1">
              <a:lumMod val="8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 name="テキスト ボックス 1">
            <a:extLst>
              <a:ext uri="{FF2B5EF4-FFF2-40B4-BE49-F238E27FC236}">
                <a16:creationId xmlns:a16="http://schemas.microsoft.com/office/drawing/2014/main" id="{668256AF-3C3D-A823-1A9A-5D0FF9F8721E}"/>
              </a:ext>
            </a:extLst>
          </p:cNvPr>
          <p:cNvSpPr txBox="1"/>
          <p:nvPr/>
        </p:nvSpPr>
        <p:spPr>
          <a:xfrm>
            <a:off x="7046965" y="688737"/>
            <a:ext cx="954108"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ゲート</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43" name="テキスト ボックス 42">
            <a:extLst>
              <a:ext uri="{FF2B5EF4-FFF2-40B4-BE49-F238E27FC236}">
                <a16:creationId xmlns:a16="http://schemas.microsoft.com/office/drawing/2014/main" id="{5473154B-1460-568C-8C18-D12234C6680F}"/>
              </a:ext>
            </a:extLst>
          </p:cNvPr>
          <p:cNvSpPr txBox="1"/>
          <p:nvPr/>
        </p:nvSpPr>
        <p:spPr>
          <a:xfrm>
            <a:off x="8647800" y="688737"/>
            <a:ext cx="954108"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44" name="テキスト ボックス 43">
            <a:extLst>
              <a:ext uri="{FF2B5EF4-FFF2-40B4-BE49-F238E27FC236}">
                <a16:creationId xmlns:a16="http://schemas.microsoft.com/office/drawing/2014/main" id="{97AA6A50-8174-9362-10D9-2DE7CDADFC53}"/>
              </a:ext>
            </a:extLst>
          </p:cNvPr>
          <p:cNvSpPr txBox="1"/>
          <p:nvPr/>
        </p:nvSpPr>
        <p:spPr>
          <a:xfrm>
            <a:off x="10376241" y="688737"/>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60" name="グループ化 59">
            <a:extLst>
              <a:ext uri="{FF2B5EF4-FFF2-40B4-BE49-F238E27FC236}">
                <a16:creationId xmlns:a16="http://schemas.microsoft.com/office/drawing/2014/main" id="{7EA09C53-BFFE-AAE9-7C27-08D58DFBB7C2}"/>
              </a:ext>
            </a:extLst>
          </p:cNvPr>
          <p:cNvGrpSpPr/>
          <p:nvPr/>
        </p:nvGrpSpPr>
        <p:grpSpPr>
          <a:xfrm>
            <a:off x="1063119" y="2758022"/>
            <a:ext cx="4765774" cy="400110"/>
            <a:chOff x="1168089" y="2766548"/>
            <a:chExt cx="4765774" cy="400110"/>
          </a:xfrm>
        </p:grpSpPr>
        <p:sp>
          <p:nvSpPr>
            <p:cNvPr id="52" name="テキスト ボックス 51">
              <a:extLst>
                <a:ext uri="{FF2B5EF4-FFF2-40B4-BE49-F238E27FC236}">
                  <a16:creationId xmlns:a16="http://schemas.microsoft.com/office/drawing/2014/main" id="{8096BBDB-647D-7667-9A57-ACB427D8EC2A}"/>
                </a:ext>
              </a:extLst>
            </p:cNvPr>
            <p:cNvSpPr txBox="1"/>
            <p:nvPr/>
          </p:nvSpPr>
          <p:spPr>
            <a:xfrm>
              <a:off x="1168089"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3" name="テキスト ボックス 52">
              <a:extLst>
                <a:ext uri="{FF2B5EF4-FFF2-40B4-BE49-F238E27FC236}">
                  <a16:creationId xmlns:a16="http://schemas.microsoft.com/office/drawing/2014/main" id="{327CA212-93BD-C3A0-785A-1E233A52E65D}"/>
                </a:ext>
              </a:extLst>
            </p:cNvPr>
            <p:cNvSpPr txBox="1"/>
            <p:nvPr/>
          </p:nvSpPr>
          <p:spPr>
            <a:xfrm>
              <a:off x="2524138"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4" name="テキスト ボックス 53">
              <a:extLst>
                <a:ext uri="{FF2B5EF4-FFF2-40B4-BE49-F238E27FC236}">
                  <a16:creationId xmlns:a16="http://schemas.microsoft.com/office/drawing/2014/main" id="{3786DB0A-8A6C-9742-3EED-DCACBF1830A2}"/>
                </a:ext>
              </a:extLst>
            </p:cNvPr>
            <p:cNvSpPr txBox="1"/>
            <p:nvPr/>
          </p:nvSpPr>
          <p:spPr>
            <a:xfrm>
              <a:off x="3880187"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5" name="テキスト ボックス 54">
              <a:extLst>
                <a:ext uri="{FF2B5EF4-FFF2-40B4-BE49-F238E27FC236}">
                  <a16:creationId xmlns:a16="http://schemas.microsoft.com/office/drawing/2014/main" id="{236B7A2B-27E2-46CF-D81A-85808C010391}"/>
                </a:ext>
              </a:extLst>
            </p:cNvPr>
            <p:cNvSpPr txBox="1"/>
            <p:nvPr/>
          </p:nvSpPr>
          <p:spPr>
            <a:xfrm>
              <a:off x="5236236"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sp>
        <p:nvSpPr>
          <p:cNvPr id="56" name="テキスト ボックス 55">
            <a:extLst>
              <a:ext uri="{FF2B5EF4-FFF2-40B4-BE49-F238E27FC236}">
                <a16:creationId xmlns:a16="http://schemas.microsoft.com/office/drawing/2014/main" id="{28A6D77A-EA91-B619-C565-79290F3CB2E5}"/>
              </a:ext>
            </a:extLst>
          </p:cNvPr>
          <p:cNvSpPr txBox="1"/>
          <p:nvPr/>
        </p:nvSpPr>
        <p:spPr>
          <a:xfrm>
            <a:off x="1063119"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57" name="テキスト ボックス 56">
            <a:extLst>
              <a:ext uri="{FF2B5EF4-FFF2-40B4-BE49-F238E27FC236}">
                <a16:creationId xmlns:a16="http://schemas.microsoft.com/office/drawing/2014/main" id="{993F5ABA-9045-72DA-22C0-DA036E1290AC}"/>
              </a:ext>
            </a:extLst>
          </p:cNvPr>
          <p:cNvSpPr txBox="1"/>
          <p:nvPr/>
        </p:nvSpPr>
        <p:spPr>
          <a:xfrm>
            <a:off x="2419168"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58" name="テキスト ボックス 57">
            <a:extLst>
              <a:ext uri="{FF2B5EF4-FFF2-40B4-BE49-F238E27FC236}">
                <a16:creationId xmlns:a16="http://schemas.microsoft.com/office/drawing/2014/main" id="{B5DAEF03-C873-3C15-B6B0-3F1D9C99583D}"/>
              </a:ext>
            </a:extLst>
          </p:cNvPr>
          <p:cNvSpPr txBox="1"/>
          <p:nvPr/>
        </p:nvSpPr>
        <p:spPr>
          <a:xfrm>
            <a:off x="3775217"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61" name="グループ化 60">
            <a:extLst>
              <a:ext uri="{FF2B5EF4-FFF2-40B4-BE49-F238E27FC236}">
                <a16:creationId xmlns:a16="http://schemas.microsoft.com/office/drawing/2014/main" id="{14DBA648-8A4B-544E-E083-CBD9036DE2D0}"/>
              </a:ext>
            </a:extLst>
          </p:cNvPr>
          <p:cNvGrpSpPr/>
          <p:nvPr/>
        </p:nvGrpSpPr>
        <p:grpSpPr>
          <a:xfrm>
            <a:off x="929537" y="1713369"/>
            <a:ext cx="5022254" cy="400110"/>
            <a:chOff x="1039849" y="2766548"/>
            <a:chExt cx="5022254" cy="400110"/>
          </a:xfrm>
        </p:grpSpPr>
        <p:sp>
          <p:nvSpPr>
            <p:cNvPr id="62" name="テキスト ボックス 61">
              <a:extLst>
                <a:ext uri="{FF2B5EF4-FFF2-40B4-BE49-F238E27FC236}">
                  <a16:creationId xmlns:a16="http://schemas.microsoft.com/office/drawing/2014/main" id="{B1D83588-5BCC-D0AF-10E1-2B1D7C5C8C9E}"/>
                </a:ext>
              </a:extLst>
            </p:cNvPr>
            <p:cNvSpPr txBox="1"/>
            <p:nvPr/>
          </p:nvSpPr>
          <p:spPr>
            <a:xfrm>
              <a:off x="1039849"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63" name="テキスト ボックス 62">
              <a:extLst>
                <a:ext uri="{FF2B5EF4-FFF2-40B4-BE49-F238E27FC236}">
                  <a16:creationId xmlns:a16="http://schemas.microsoft.com/office/drawing/2014/main" id="{78C3A9CF-4C8F-479C-27EC-9AA2D3A3A1AD}"/>
                </a:ext>
              </a:extLst>
            </p:cNvPr>
            <p:cNvSpPr txBox="1"/>
            <p:nvPr/>
          </p:nvSpPr>
          <p:spPr>
            <a:xfrm>
              <a:off x="2395898"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sp>
          <p:nvSpPr>
            <p:cNvPr id="64" name="テキスト ボックス 63">
              <a:extLst>
                <a:ext uri="{FF2B5EF4-FFF2-40B4-BE49-F238E27FC236}">
                  <a16:creationId xmlns:a16="http://schemas.microsoft.com/office/drawing/2014/main" id="{834A6E28-E2B1-63BF-5E69-15C8ED9158A6}"/>
                </a:ext>
              </a:extLst>
            </p:cNvPr>
            <p:cNvSpPr txBox="1"/>
            <p:nvPr/>
          </p:nvSpPr>
          <p:spPr>
            <a:xfrm>
              <a:off x="3751947"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sp>
          <p:nvSpPr>
            <p:cNvPr id="65" name="テキスト ボックス 64">
              <a:extLst>
                <a:ext uri="{FF2B5EF4-FFF2-40B4-BE49-F238E27FC236}">
                  <a16:creationId xmlns:a16="http://schemas.microsoft.com/office/drawing/2014/main" id="{5FE4397A-D7EC-3C06-8C36-3E2B70F4832D}"/>
                </a:ext>
              </a:extLst>
            </p:cNvPr>
            <p:cNvSpPr txBox="1"/>
            <p:nvPr/>
          </p:nvSpPr>
          <p:spPr>
            <a:xfrm>
              <a:off x="5107996"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sp>
        <p:nvSpPr>
          <p:cNvPr id="67" name="テキスト ボックス 66">
            <a:extLst>
              <a:ext uri="{FF2B5EF4-FFF2-40B4-BE49-F238E27FC236}">
                <a16:creationId xmlns:a16="http://schemas.microsoft.com/office/drawing/2014/main" id="{7946B0C8-EEE9-988B-E362-8797CE36AD8C}"/>
              </a:ext>
            </a:extLst>
          </p:cNvPr>
          <p:cNvSpPr txBox="1"/>
          <p:nvPr/>
        </p:nvSpPr>
        <p:spPr>
          <a:xfrm>
            <a:off x="895727" y="4764316"/>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68" name="テキスト ボックス 67">
            <a:extLst>
              <a:ext uri="{FF2B5EF4-FFF2-40B4-BE49-F238E27FC236}">
                <a16:creationId xmlns:a16="http://schemas.microsoft.com/office/drawing/2014/main" id="{71FB1303-7325-D458-5D00-6B76656150A4}"/>
              </a:ext>
            </a:extLst>
          </p:cNvPr>
          <p:cNvSpPr txBox="1"/>
          <p:nvPr/>
        </p:nvSpPr>
        <p:spPr>
          <a:xfrm>
            <a:off x="2251776" y="4764316"/>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sp>
        <p:nvSpPr>
          <p:cNvPr id="69" name="テキスト ボックス 68">
            <a:extLst>
              <a:ext uri="{FF2B5EF4-FFF2-40B4-BE49-F238E27FC236}">
                <a16:creationId xmlns:a16="http://schemas.microsoft.com/office/drawing/2014/main" id="{F0E1DF33-6674-37DD-9C97-C65FDE7A543F}"/>
              </a:ext>
            </a:extLst>
          </p:cNvPr>
          <p:cNvSpPr txBox="1"/>
          <p:nvPr/>
        </p:nvSpPr>
        <p:spPr>
          <a:xfrm>
            <a:off x="3607825" y="4764316"/>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grpSp>
        <p:nvGrpSpPr>
          <p:cNvPr id="39" name="グループ化 38">
            <a:extLst>
              <a:ext uri="{FF2B5EF4-FFF2-40B4-BE49-F238E27FC236}">
                <a16:creationId xmlns:a16="http://schemas.microsoft.com/office/drawing/2014/main" id="{510AC7FE-CDF4-75F6-E124-84576D5191A1}"/>
              </a:ext>
            </a:extLst>
          </p:cNvPr>
          <p:cNvGrpSpPr/>
          <p:nvPr/>
        </p:nvGrpSpPr>
        <p:grpSpPr>
          <a:xfrm>
            <a:off x="7152268" y="3527231"/>
            <a:ext cx="1133594" cy="1104484"/>
            <a:chOff x="7726816" y="3269363"/>
            <a:chExt cx="1349421" cy="1314768"/>
          </a:xfrm>
        </p:grpSpPr>
        <p:sp>
          <p:nvSpPr>
            <p:cNvPr id="26" name="四角形: 角を丸くする 25">
              <a:extLst>
                <a:ext uri="{FF2B5EF4-FFF2-40B4-BE49-F238E27FC236}">
                  <a16:creationId xmlns:a16="http://schemas.microsoft.com/office/drawing/2014/main" id="{C3ACCF5A-2244-B0AA-0240-5395D478A7B5}"/>
                </a:ext>
              </a:extLst>
            </p:cNvPr>
            <p:cNvSpPr/>
            <p:nvPr/>
          </p:nvSpPr>
          <p:spPr>
            <a:xfrm>
              <a:off x="7726816" y="3269363"/>
              <a:ext cx="1349421" cy="1314768"/>
            </a:xfrm>
            <a:prstGeom prst="roundRect">
              <a:avLst>
                <a:gd name="adj" fmla="val 6896"/>
              </a:avLst>
            </a:prstGeom>
            <a:noFill/>
            <a:ln w="25400">
              <a:solidFill>
                <a:schemeClr val="accent6">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27" name="図 26">
              <a:extLst>
                <a:ext uri="{FF2B5EF4-FFF2-40B4-BE49-F238E27FC236}">
                  <a16:creationId xmlns:a16="http://schemas.microsoft.com/office/drawing/2014/main" id="{02C573A2-C3C1-62D8-095D-2F120613BEA9}"/>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7883385" y="3371861"/>
              <a:ext cx="1059999" cy="1125304"/>
            </a:xfrm>
            <a:prstGeom prst="rect">
              <a:avLst/>
            </a:prstGeom>
          </p:spPr>
        </p:pic>
      </p:grpSp>
      <p:grpSp>
        <p:nvGrpSpPr>
          <p:cNvPr id="41" name="グループ化 40">
            <a:extLst>
              <a:ext uri="{FF2B5EF4-FFF2-40B4-BE49-F238E27FC236}">
                <a16:creationId xmlns:a16="http://schemas.microsoft.com/office/drawing/2014/main" id="{7F8C8665-6208-1E3D-A705-5158AEF5EB80}"/>
              </a:ext>
            </a:extLst>
          </p:cNvPr>
          <p:cNvGrpSpPr/>
          <p:nvPr/>
        </p:nvGrpSpPr>
        <p:grpSpPr>
          <a:xfrm>
            <a:off x="8557738" y="3527231"/>
            <a:ext cx="1133594" cy="1104484"/>
            <a:chOff x="7726816" y="3269363"/>
            <a:chExt cx="1349421" cy="1314768"/>
          </a:xfrm>
        </p:grpSpPr>
        <p:sp>
          <p:nvSpPr>
            <p:cNvPr id="45" name="四角形: 角を丸くする 44">
              <a:extLst>
                <a:ext uri="{FF2B5EF4-FFF2-40B4-BE49-F238E27FC236}">
                  <a16:creationId xmlns:a16="http://schemas.microsoft.com/office/drawing/2014/main" id="{24943DED-9DD5-12FA-0538-31D259B4C5B8}"/>
                </a:ext>
              </a:extLst>
            </p:cNvPr>
            <p:cNvSpPr/>
            <p:nvPr/>
          </p:nvSpPr>
          <p:spPr>
            <a:xfrm>
              <a:off x="7726816" y="3269363"/>
              <a:ext cx="1349421" cy="1314768"/>
            </a:xfrm>
            <a:prstGeom prst="roundRect">
              <a:avLst>
                <a:gd name="adj" fmla="val 6896"/>
              </a:avLst>
            </a:prstGeom>
            <a:noFill/>
            <a:ln w="25400">
              <a:solidFill>
                <a:schemeClr val="tx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46" name="図 45">
              <a:extLst>
                <a:ext uri="{FF2B5EF4-FFF2-40B4-BE49-F238E27FC236}">
                  <a16:creationId xmlns:a16="http://schemas.microsoft.com/office/drawing/2014/main" id="{7EB5F32A-623E-9ED5-0B9F-704E3A23F188}"/>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7883385" y="3371861"/>
              <a:ext cx="1059999" cy="1125304"/>
            </a:xfrm>
            <a:prstGeom prst="rect">
              <a:avLst/>
            </a:prstGeom>
          </p:spPr>
        </p:pic>
      </p:grpSp>
      <p:grpSp>
        <p:nvGrpSpPr>
          <p:cNvPr id="47" name="グループ化 46">
            <a:extLst>
              <a:ext uri="{FF2B5EF4-FFF2-40B4-BE49-F238E27FC236}">
                <a16:creationId xmlns:a16="http://schemas.microsoft.com/office/drawing/2014/main" id="{D35B8A7E-83B1-20B0-8718-D1F898C1097F}"/>
              </a:ext>
            </a:extLst>
          </p:cNvPr>
          <p:cNvGrpSpPr/>
          <p:nvPr/>
        </p:nvGrpSpPr>
        <p:grpSpPr>
          <a:xfrm>
            <a:off x="9963209" y="3527231"/>
            <a:ext cx="1133594" cy="1104484"/>
            <a:chOff x="7726816" y="3269363"/>
            <a:chExt cx="1349421" cy="1314768"/>
          </a:xfrm>
        </p:grpSpPr>
        <p:sp>
          <p:nvSpPr>
            <p:cNvPr id="48" name="四角形: 角を丸くする 47">
              <a:extLst>
                <a:ext uri="{FF2B5EF4-FFF2-40B4-BE49-F238E27FC236}">
                  <a16:creationId xmlns:a16="http://schemas.microsoft.com/office/drawing/2014/main" id="{958F7961-736B-D21A-50A4-D9952D10712F}"/>
                </a:ext>
              </a:extLst>
            </p:cNvPr>
            <p:cNvSpPr/>
            <p:nvPr/>
          </p:nvSpPr>
          <p:spPr>
            <a:xfrm>
              <a:off x="7726816" y="3269363"/>
              <a:ext cx="1349421" cy="1314768"/>
            </a:xfrm>
            <a:prstGeom prst="roundRect">
              <a:avLst>
                <a:gd name="adj" fmla="val 6896"/>
              </a:avLst>
            </a:prstGeom>
            <a:noFill/>
            <a:ln w="25400">
              <a:solidFill>
                <a:schemeClr val="tx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76" name="図 75">
              <a:extLst>
                <a:ext uri="{FF2B5EF4-FFF2-40B4-BE49-F238E27FC236}">
                  <a16:creationId xmlns:a16="http://schemas.microsoft.com/office/drawing/2014/main" id="{1724AB89-B83F-DDED-65A0-BD5C294A921A}"/>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7883385" y="3371861"/>
              <a:ext cx="1059999" cy="1125304"/>
            </a:xfrm>
            <a:prstGeom prst="rect">
              <a:avLst/>
            </a:prstGeom>
          </p:spPr>
        </p:pic>
      </p:grpSp>
      <p:sp>
        <p:nvSpPr>
          <p:cNvPr id="89" name="二等辺三角形 88">
            <a:extLst>
              <a:ext uri="{FF2B5EF4-FFF2-40B4-BE49-F238E27FC236}">
                <a16:creationId xmlns:a16="http://schemas.microsoft.com/office/drawing/2014/main" id="{8B9B40B8-C3FE-9159-B7F6-D30B46B9A220}"/>
              </a:ext>
            </a:extLst>
          </p:cNvPr>
          <p:cNvSpPr/>
          <p:nvPr/>
        </p:nvSpPr>
        <p:spPr>
          <a:xfrm>
            <a:off x="7429118" y="4553870"/>
            <a:ext cx="625766" cy="366261"/>
          </a:xfrm>
          <a:prstGeom prst="triangle">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2" name="テキスト ボックス 101">
            <a:extLst>
              <a:ext uri="{FF2B5EF4-FFF2-40B4-BE49-F238E27FC236}">
                <a16:creationId xmlns:a16="http://schemas.microsoft.com/office/drawing/2014/main" id="{13DDFE61-AE70-5EC6-5BC0-A8D5EA0F4B48}"/>
              </a:ext>
            </a:extLst>
          </p:cNvPr>
          <p:cNvSpPr txBox="1"/>
          <p:nvPr/>
        </p:nvSpPr>
        <p:spPr>
          <a:xfrm>
            <a:off x="8490029" y="1481807"/>
            <a:ext cx="800219" cy="338554"/>
          </a:xfrm>
          <a:prstGeom prst="rect">
            <a:avLst/>
          </a:prstGeom>
          <a:noFill/>
        </p:spPr>
        <p:txBody>
          <a:bodyPr wrap="none" rtlCol="0">
            <a:spAutoFit/>
          </a:bodyPr>
          <a:lstStyle/>
          <a:p>
            <a:r>
              <a:rPr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武器名</a:t>
            </a:r>
            <a:endParaRPr kumimoji="1"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103" name="テキスト ボックス 102">
            <a:extLst>
              <a:ext uri="{FF2B5EF4-FFF2-40B4-BE49-F238E27FC236}">
                <a16:creationId xmlns:a16="http://schemas.microsoft.com/office/drawing/2014/main" id="{83203543-2EEE-5C30-47CD-6EE281A3D600}"/>
              </a:ext>
            </a:extLst>
          </p:cNvPr>
          <p:cNvSpPr txBox="1"/>
          <p:nvPr/>
        </p:nvSpPr>
        <p:spPr>
          <a:xfrm>
            <a:off x="8490029" y="1751306"/>
            <a:ext cx="1336264" cy="1015663"/>
          </a:xfrm>
          <a:prstGeom prst="rect">
            <a:avLst/>
          </a:prstGeom>
          <a:noFill/>
        </p:spPr>
        <p:txBody>
          <a:bodyPr wrap="square" rtlCol="0">
            <a:spAutoFit/>
          </a:bodyPr>
          <a:lstStyle/>
          <a:p>
            <a:r>
              <a:rPr lang="en-US" altLang="ja-JP" sz="1600" dirty="0">
                <a:ln w="0">
                  <a:solidFill>
                    <a:schemeClr val="tx1">
                      <a:lumMod val="85000"/>
                      <a:lumOff val="15000"/>
                      <a:alpha val="55000"/>
                    </a:schemeClr>
                  </a:solidFill>
                </a:ln>
                <a:solidFill>
                  <a:srgbClr val="00B050"/>
                </a:solidFill>
                <a:latin typeface="原稿用標準書体" panose="03000503000000000000" pitchFamily="66" charset="-128"/>
                <a:ea typeface="原稿用標準書体" panose="03000503000000000000" pitchFamily="66" charset="-128"/>
              </a:rPr>
              <a:t>HP</a:t>
            </a:r>
            <a:r>
              <a:rPr lang="ja-JP" altLang="en-US" sz="1600" dirty="0">
                <a:ln w="0">
                  <a:solidFill>
                    <a:schemeClr val="tx1">
                      <a:lumMod val="85000"/>
                      <a:lumOff val="15000"/>
                      <a:alpha val="55000"/>
                    </a:schemeClr>
                  </a:solidFill>
                </a:ln>
                <a:solidFill>
                  <a:srgbClr val="00B050"/>
                </a:solidFill>
                <a:latin typeface="原稿用標準書体" panose="03000503000000000000" pitchFamily="66" charset="-128"/>
                <a:ea typeface="原稿用標準書体" panose="03000503000000000000" pitchFamily="66" charset="-128"/>
              </a:rPr>
              <a:t>＋</a:t>
            </a:r>
            <a:r>
              <a:rPr lang="en-US" altLang="ja-JP" sz="2000" dirty="0">
                <a:ln w="0">
                  <a:solidFill>
                    <a:schemeClr val="tx1">
                      <a:lumMod val="85000"/>
                      <a:lumOff val="15000"/>
                      <a:alpha val="55000"/>
                    </a:schemeClr>
                  </a:solidFill>
                </a:ln>
                <a:solidFill>
                  <a:srgbClr val="00B050"/>
                </a:solidFill>
                <a:latin typeface="原稿用標準書体" panose="03000503000000000000" pitchFamily="66" charset="-128"/>
                <a:ea typeface="原稿用標準書体" panose="03000503000000000000" pitchFamily="66" charset="-128"/>
              </a:rPr>
              <a:t>100</a:t>
            </a:r>
            <a:br>
              <a:rPr lang="en-US" altLang="ja-JP" sz="1600" dirty="0">
                <a:ln w="0">
                  <a:solidFill>
                    <a:schemeClr val="tx1">
                      <a:lumMod val="85000"/>
                      <a:lumOff val="15000"/>
                      <a:alpha val="55000"/>
                    </a:schemeClr>
                  </a:solidFill>
                </a:ln>
                <a:solidFill>
                  <a:schemeClr val="accent5"/>
                </a:solidFill>
                <a:latin typeface="原稿用標準書体" panose="03000503000000000000" pitchFamily="66" charset="-128"/>
                <a:ea typeface="原稿用標準書体" panose="03000503000000000000" pitchFamily="66" charset="-128"/>
              </a:rPr>
            </a:br>
            <a:r>
              <a:rPr lang="en-US" altLang="ja-JP" sz="1600" dirty="0">
                <a:ln w="0">
                  <a:solidFill>
                    <a:schemeClr val="tx1">
                      <a:lumMod val="85000"/>
                      <a:lumOff val="15000"/>
                      <a:alpha val="55000"/>
                    </a:schemeClr>
                  </a:solidFill>
                </a:ln>
                <a:solidFill>
                  <a:schemeClr val="accent5"/>
                </a:solidFill>
                <a:latin typeface="原稿用標準書体" panose="03000503000000000000" pitchFamily="66" charset="-128"/>
                <a:ea typeface="原稿用標準書体" panose="03000503000000000000" pitchFamily="66" charset="-128"/>
              </a:rPr>
              <a:t>SPD</a:t>
            </a:r>
            <a:r>
              <a:rPr lang="ja-JP" altLang="en-US" sz="1600" dirty="0">
                <a:ln w="0">
                  <a:solidFill>
                    <a:schemeClr val="tx1">
                      <a:lumMod val="85000"/>
                      <a:lumOff val="15000"/>
                      <a:alpha val="55000"/>
                    </a:schemeClr>
                  </a:solidFill>
                </a:ln>
                <a:solidFill>
                  <a:schemeClr val="accent5"/>
                </a:solidFill>
                <a:latin typeface="原稿用標準書体" panose="03000503000000000000" pitchFamily="66" charset="-128"/>
                <a:ea typeface="原稿用標準書体" panose="03000503000000000000" pitchFamily="66" charset="-128"/>
              </a:rPr>
              <a:t>＋</a:t>
            </a:r>
            <a:r>
              <a:rPr lang="en-US" altLang="ja-JP" sz="2000" dirty="0">
                <a:ln w="0">
                  <a:solidFill>
                    <a:schemeClr val="tx1">
                      <a:lumMod val="85000"/>
                      <a:lumOff val="15000"/>
                      <a:alpha val="55000"/>
                    </a:schemeClr>
                  </a:solidFill>
                </a:ln>
                <a:solidFill>
                  <a:schemeClr val="accent5"/>
                </a:solidFill>
                <a:latin typeface="原稿用標準書体" panose="03000503000000000000" pitchFamily="66" charset="-128"/>
                <a:ea typeface="原稿用標準書体" panose="03000503000000000000" pitchFamily="66" charset="-128"/>
              </a:rPr>
              <a:t>20</a:t>
            </a:r>
            <a:br>
              <a:rPr lang="en-US" altLang="ja-JP" sz="1600" dirty="0">
                <a:ln w="0">
                  <a:solidFill>
                    <a:schemeClr val="tx1">
                      <a:lumMod val="85000"/>
                      <a:lumOff val="15000"/>
                      <a:alpha val="55000"/>
                    </a:schemeClr>
                  </a:solidFill>
                </a:ln>
                <a:solidFill>
                  <a:schemeClr val="accent5"/>
                </a:solidFill>
                <a:latin typeface="原稿用標準書体" panose="03000503000000000000" pitchFamily="66" charset="-128"/>
                <a:ea typeface="原稿用標準書体" panose="03000503000000000000" pitchFamily="66" charset="-128"/>
              </a:rPr>
            </a:br>
            <a:r>
              <a:rPr lang="en-US" altLang="ja-JP" sz="1600" dirty="0">
                <a:ln w="0">
                  <a:solidFill>
                    <a:schemeClr val="tx1">
                      <a:lumMod val="85000"/>
                      <a:lumOff val="15000"/>
                      <a:alpha val="55000"/>
                    </a:schemeClr>
                  </a:solidFill>
                </a:ln>
                <a:solidFill>
                  <a:schemeClr val="accent1"/>
                </a:solidFill>
                <a:latin typeface="原稿用標準書体" panose="03000503000000000000" pitchFamily="66" charset="-128"/>
                <a:ea typeface="原稿用標準書体" panose="03000503000000000000" pitchFamily="66" charset="-128"/>
              </a:rPr>
              <a:t>ATK</a:t>
            </a:r>
            <a:r>
              <a:rPr lang="ja-JP" altLang="en-US" sz="1600" dirty="0">
                <a:ln w="0">
                  <a:solidFill>
                    <a:schemeClr val="tx1">
                      <a:lumMod val="85000"/>
                      <a:lumOff val="15000"/>
                      <a:alpha val="55000"/>
                    </a:schemeClr>
                  </a:solidFill>
                </a:ln>
                <a:solidFill>
                  <a:schemeClr val="accent1"/>
                </a:solidFill>
                <a:latin typeface="原稿用標準書体" panose="03000503000000000000" pitchFamily="66" charset="-128"/>
                <a:ea typeface="原稿用標準書体" panose="03000503000000000000" pitchFamily="66" charset="-128"/>
              </a:rPr>
              <a:t>＋</a:t>
            </a:r>
            <a:r>
              <a:rPr lang="en-US" altLang="ja-JP" sz="2000" dirty="0">
                <a:ln w="0">
                  <a:solidFill>
                    <a:schemeClr val="tx1">
                      <a:lumMod val="85000"/>
                      <a:lumOff val="15000"/>
                      <a:alpha val="55000"/>
                    </a:schemeClr>
                  </a:solidFill>
                </a:ln>
                <a:solidFill>
                  <a:schemeClr val="accent1"/>
                </a:solidFill>
                <a:latin typeface="原稿用標準書体" panose="03000503000000000000" pitchFamily="66" charset="-128"/>
                <a:ea typeface="原稿用標準書体" panose="03000503000000000000" pitchFamily="66" charset="-128"/>
              </a:rPr>
              <a:t>50</a:t>
            </a:r>
            <a:endParaRPr lang="en-US" altLang="ja-JP" sz="1600" dirty="0">
              <a:ln w="0">
                <a:solidFill>
                  <a:schemeClr val="tx1">
                    <a:lumMod val="85000"/>
                    <a:lumOff val="15000"/>
                    <a:alpha val="55000"/>
                  </a:schemeClr>
                </a:solidFill>
              </a:ln>
              <a:solidFill>
                <a:schemeClr val="accent1"/>
              </a:solidFill>
              <a:latin typeface="原稿用標準書体" panose="03000503000000000000" pitchFamily="66" charset="-128"/>
              <a:ea typeface="原稿用標準書体" panose="03000503000000000000" pitchFamily="66" charset="-128"/>
            </a:endParaRPr>
          </a:p>
        </p:txBody>
      </p:sp>
      <p:pic>
        <p:nvPicPr>
          <p:cNvPr id="24" name="図 23">
            <a:extLst>
              <a:ext uri="{FF2B5EF4-FFF2-40B4-BE49-F238E27FC236}">
                <a16:creationId xmlns:a16="http://schemas.microsoft.com/office/drawing/2014/main" id="{6FD14D4D-3CD4-8F93-4ABE-74DDD8F98714}"/>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7366107" y="1554521"/>
            <a:ext cx="1059999" cy="1125304"/>
          </a:xfrm>
          <a:prstGeom prst="rect">
            <a:avLst/>
          </a:prstGeom>
        </p:spPr>
      </p:pic>
      <p:sp>
        <p:nvSpPr>
          <p:cNvPr id="105" name="楕円 104">
            <a:extLst>
              <a:ext uri="{FF2B5EF4-FFF2-40B4-BE49-F238E27FC236}">
                <a16:creationId xmlns:a16="http://schemas.microsoft.com/office/drawing/2014/main" id="{5F21FC0E-F46E-0E51-E986-3083528A7E5D}"/>
              </a:ext>
            </a:extLst>
          </p:cNvPr>
          <p:cNvSpPr/>
          <p:nvPr/>
        </p:nvSpPr>
        <p:spPr>
          <a:xfrm>
            <a:off x="7245106" y="2250183"/>
            <a:ext cx="454282" cy="454282"/>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71" name="テキスト ボックス 70">
            <a:extLst>
              <a:ext uri="{FF2B5EF4-FFF2-40B4-BE49-F238E27FC236}">
                <a16:creationId xmlns:a16="http://schemas.microsoft.com/office/drawing/2014/main" id="{69870FD2-562A-6D50-C8EE-EA34549544A1}"/>
              </a:ext>
            </a:extLst>
          </p:cNvPr>
          <p:cNvSpPr txBox="1"/>
          <p:nvPr/>
        </p:nvSpPr>
        <p:spPr>
          <a:xfrm>
            <a:off x="9883967" y="1481807"/>
            <a:ext cx="1005403" cy="338554"/>
          </a:xfrm>
          <a:prstGeom prst="rect">
            <a:avLst/>
          </a:prstGeom>
          <a:noFill/>
        </p:spPr>
        <p:txBody>
          <a:bodyPr wrap="none" rtlCol="0">
            <a:spAutoFit/>
          </a:bodyPr>
          <a:lstStyle/>
          <a:p>
            <a:r>
              <a:rPr lang="ja-JP" altLang="en-US" sz="1600">
                <a:solidFill>
                  <a:schemeClr val="tx1">
                    <a:lumMod val="75000"/>
                    <a:lumOff val="25000"/>
                  </a:schemeClr>
                </a:solidFill>
                <a:latin typeface="原稿用標準書体" panose="03000503000000000000" pitchFamily="66" charset="-128"/>
                <a:ea typeface="原稿用標準書体" panose="03000503000000000000" pitchFamily="66" charset="-128"/>
              </a:rPr>
              <a:t>状態付与</a:t>
            </a:r>
            <a:endParaRPr kumimoji="1"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122" name="四角形: 角を丸くする 121">
            <a:extLst>
              <a:ext uri="{FF2B5EF4-FFF2-40B4-BE49-F238E27FC236}">
                <a16:creationId xmlns:a16="http://schemas.microsoft.com/office/drawing/2014/main" id="{F40B52CF-40ED-DD55-1135-91F0A8FCCD08}"/>
              </a:ext>
            </a:extLst>
          </p:cNvPr>
          <p:cNvSpPr/>
          <p:nvPr/>
        </p:nvSpPr>
        <p:spPr>
          <a:xfrm>
            <a:off x="790434" y="2633455"/>
            <a:ext cx="1233805" cy="635908"/>
          </a:xfrm>
          <a:prstGeom prst="roundRect">
            <a:avLst>
              <a:gd name="adj" fmla="val 6896"/>
            </a:avLst>
          </a:prstGeom>
          <a:solidFill>
            <a:srgbClr val="FF00FF">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24" name="楕円 123">
            <a:extLst>
              <a:ext uri="{FF2B5EF4-FFF2-40B4-BE49-F238E27FC236}">
                <a16:creationId xmlns:a16="http://schemas.microsoft.com/office/drawing/2014/main" id="{154762D2-24BD-EDD2-E087-EA1F03FFA04D}"/>
              </a:ext>
            </a:extLst>
          </p:cNvPr>
          <p:cNvSpPr/>
          <p:nvPr/>
        </p:nvSpPr>
        <p:spPr>
          <a:xfrm>
            <a:off x="6998507" y="3158333"/>
            <a:ext cx="454282" cy="454282"/>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26" name="楕円 125">
            <a:extLst>
              <a:ext uri="{FF2B5EF4-FFF2-40B4-BE49-F238E27FC236}">
                <a16:creationId xmlns:a16="http://schemas.microsoft.com/office/drawing/2014/main" id="{17E4F02A-C180-195A-8F89-F924E15747D4}"/>
              </a:ext>
            </a:extLst>
          </p:cNvPr>
          <p:cNvSpPr/>
          <p:nvPr/>
        </p:nvSpPr>
        <p:spPr>
          <a:xfrm>
            <a:off x="8407253" y="3158333"/>
            <a:ext cx="454282" cy="45428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solidFill>
                  <a:schemeClr val="bg1">
                    <a:lumMod val="95000"/>
                  </a:schemeClr>
                </a:solidFill>
                <a:latin typeface="原稿用標準書体" panose="03000503000000000000" pitchFamily="66" charset="-128"/>
                <a:ea typeface="原稿用標準書体" panose="03000503000000000000" pitchFamily="66" charset="-128"/>
              </a:rPr>
              <a:t>速</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28" name="楕円 127">
            <a:extLst>
              <a:ext uri="{FF2B5EF4-FFF2-40B4-BE49-F238E27FC236}">
                <a16:creationId xmlns:a16="http://schemas.microsoft.com/office/drawing/2014/main" id="{B065246B-3CB3-EC20-9A26-634317EF6E4C}"/>
              </a:ext>
            </a:extLst>
          </p:cNvPr>
          <p:cNvSpPr/>
          <p:nvPr/>
        </p:nvSpPr>
        <p:spPr>
          <a:xfrm>
            <a:off x="9816000" y="3158333"/>
            <a:ext cx="454282" cy="454282"/>
          </a:xfrm>
          <a:prstGeom prst="ellipse">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rPr>
              <a:t>技</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143" name="グループ化 142">
            <a:extLst>
              <a:ext uri="{FF2B5EF4-FFF2-40B4-BE49-F238E27FC236}">
                <a16:creationId xmlns:a16="http://schemas.microsoft.com/office/drawing/2014/main" id="{D26EAFD8-4CFA-B2E0-AF9F-91E8E7AEEAD5}"/>
              </a:ext>
            </a:extLst>
          </p:cNvPr>
          <p:cNvGrpSpPr/>
          <p:nvPr/>
        </p:nvGrpSpPr>
        <p:grpSpPr>
          <a:xfrm>
            <a:off x="9972029" y="1913159"/>
            <a:ext cx="836714" cy="307777"/>
            <a:chOff x="9966073" y="1885589"/>
            <a:chExt cx="836714" cy="307777"/>
          </a:xfrm>
        </p:grpSpPr>
        <p:sp>
          <p:nvSpPr>
            <p:cNvPr id="132" name="四角形: 角を丸くする 131">
              <a:extLst>
                <a:ext uri="{FF2B5EF4-FFF2-40B4-BE49-F238E27FC236}">
                  <a16:creationId xmlns:a16="http://schemas.microsoft.com/office/drawing/2014/main" id="{530A2648-F77E-0246-1570-DB512AC44446}"/>
                </a:ext>
              </a:extLst>
            </p:cNvPr>
            <p:cNvSpPr/>
            <p:nvPr/>
          </p:nvSpPr>
          <p:spPr>
            <a:xfrm>
              <a:off x="9966073" y="1901097"/>
              <a:ext cx="836714" cy="292269"/>
            </a:xfrm>
            <a:prstGeom prst="roundRect">
              <a:avLst>
                <a:gd name="adj" fmla="val 4721"/>
              </a:avLst>
            </a:prstGeom>
            <a:solidFill>
              <a:schemeClr val="bg1">
                <a:lumMod val="9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2" name="テキスト ボックス 71">
              <a:extLst>
                <a:ext uri="{FF2B5EF4-FFF2-40B4-BE49-F238E27FC236}">
                  <a16:creationId xmlns:a16="http://schemas.microsoft.com/office/drawing/2014/main" id="{A8C5C28A-0F14-0E78-9E82-D432749A863C}"/>
                </a:ext>
              </a:extLst>
            </p:cNvPr>
            <p:cNvSpPr txBox="1"/>
            <p:nvPr/>
          </p:nvSpPr>
          <p:spPr>
            <a:xfrm>
              <a:off x="10022793" y="1885589"/>
              <a:ext cx="723275" cy="307777"/>
            </a:xfrm>
            <a:prstGeom prst="rect">
              <a:avLst/>
            </a:prstGeom>
            <a:noFill/>
          </p:spPr>
          <p:txBody>
            <a:bodyPr wrap="none" rtlCol="0">
              <a:spAutoFit/>
            </a:bodyPr>
            <a:lstStyle/>
            <a:p>
              <a:pPr algn="ctr"/>
              <a:r>
                <a:rPr lang="ja-JP" altLang="en-US" sz="1400">
                  <a:solidFill>
                    <a:schemeClr val="tx1">
                      <a:lumMod val="75000"/>
                      <a:lumOff val="25000"/>
                    </a:schemeClr>
                  </a:solidFill>
                  <a:latin typeface="原稿用標準書体" panose="03000503000000000000" pitchFamily="66" charset="-128"/>
                  <a:ea typeface="原稿用標準書体" panose="03000503000000000000" pitchFamily="66" charset="-128"/>
                </a:rPr>
                <a:t>状態名</a:t>
              </a:r>
              <a:endParaRPr lang="en-US" altLang="ja-JP" sz="14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134" name="楕円 133">
            <a:extLst>
              <a:ext uri="{FF2B5EF4-FFF2-40B4-BE49-F238E27FC236}">
                <a16:creationId xmlns:a16="http://schemas.microsoft.com/office/drawing/2014/main" id="{CAEF58EB-9FC5-9634-66C1-FEB0358B7552}"/>
              </a:ext>
            </a:extLst>
          </p:cNvPr>
          <p:cNvSpPr/>
          <p:nvPr/>
        </p:nvSpPr>
        <p:spPr>
          <a:xfrm>
            <a:off x="7001183" y="4537406"/>
            <a:ext cx="371328" cy="371328"/>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a:solidFill>
                  <a:srgbClr val="FF00FF"/>
                </a:solidFill>
                <a:latin typeface="原稿用標準書体" panose="03000503000000000000" pitchFamily="66" charset="-128"/>
                <a:ea typeface="原稿用標準書体" panose="03000503000000000000" pitchFamily="66" charset="-128"/>
              </a:rPr>
              <a:t>E</a:t>
            </a:r>
            <a:endParaRPr kumimoji="1" lang="ja-JP" altLang="en-US" sz="1400" dirty="0">
              <a:solidFill>
                <a:srgbClr val="FF00FF"/>
              </a:solidFill>
              <a:latin typeface="原稿用標準書体" panose="03000503000000000000" pitchFamily="66" charset="-128"/>
              <a:ea typeface="原稿用標準書体" panose="03000503000000000000" pitchFamily="66" charset="-128"/>
            </a:endParaRPr>
          </a:p>
        </p:txBody>
      </p:sp>
      <p:sp>
        <p:nvSpPr>
          <p:cNvPr id="138" name="テキスト ボックス 137">
            <a:extLst>
              <a:ext uri="{FF2B5EF4-FFF2-40B4-BE49-F238E27FC236}">
                <a16:creationId xmlns:a16="http://schemas.microsoft.com/office/drawing/2014/main" id="{52278FC5-84E2-AEB7-F763-5346C3DC54C7}"/>
              </a:ext>
            </a:extLst>
          </p:cNvPr>
          <p:cNvSpPr txBox="1"/>
          <p:nvPr/>
        </p:nvSpPr>
        <p:spPr>
          <a:xfrm>
            <a:off x="7434371" y="3118921"/>
            <a:ext cx="569388" cy="400110"/>
          </a:xfrm>
          <a:prstGeom prst="rect">
            <a:avLst/>
          </a:prstGeom>
          <a:noFill/>
        </p:spPr>
        <p:txBody>
          <a:bodyPr wrap="none" rtlCol="0">
            <a:spAutoFit/>
          </a:bodyPr>
          <a:lstStyle/>
          <a:p>
            <a:pPr algn="ctr"/>
            <a:r>
              <a:rPr lang="en-US" altLang="ja-JP" sz="2000" b="1">
                <a:ln>
                  <a:gradFill flip="none" rotWithShape="1">
                    <a:gsLst>
                      <a:gs pos="25000">
                        <a:srgbClr val="FFFF00"/>
                      </a:gs>
                      <a:gs pos="0">
                        <a:srgbClr val="FF0000"/>
                      </a:gs>
                      <a:gs pos="50000">
                        <a:srgbClr val="00B050"/>
                      </a:gs>
                      <a:gs pos="75000">
                        <a:srgbClr val="0070C0"/>
                      </a:gs>
                      <a:gs pos="100000">
                        <a:schemeClr val="accent6"/>
                      </a:gs>
                    </a:gsLst>
                    <a:lin ang="0" scaled="1"/>
                    <a:tileRect/>
                  </a:gradFill>
                </a:ln>
                <a:gradFill flip="none" rotWithShape="1">
                  <a:gsLst>
                    <a:gs pos="0">
                      <a:srgbClr val="FF0000">
                        <a:lumMod val="97000"/>
                        <a:lumOff val="3000"/>
                      </a:srgbClr>
                    </a:gs>
                    <a:gs pos="100000">
                      <a:srgbClr val="7030A0"/>
                    </a:gs>
                    <a:gs pos="75000">
                      <a:srgbClr val="0070C0"/>
                    </a:gs>
                    <a:gs pos="50000">
                      <a:srgbClr val="8EDC23"/>
                    </a:gs>
                    <a:gs pos="25000">
                      <a:srgbClr val="FFFF00"/>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SSR</a:t>
            </a:r>
            <a:endParaRPr kumimoji="1" lang="ja-JP" altLang="en-US" sz="2000" b="1" dirty="0">
              <a:ln>
                <a:gradFill flip="none" rotWithShape="1">
                  <a:gsLst>
                    <a:gs pos="25000">
                      <a:srgbClr val="FFFF00"/>
                    </a:gs>
                    <a:gs pos="0">
                      <a:srgbClr val="FF0000"/>
                    </a:gs>
                    <a:gs pos="50000">
                      <a:srgbClr val="00B050"/>
                    </a:gs>
                    <a:gs pos="75000">
                      <a:srgbClr val="0070C0"/>
                    </a:gs>
                    <a:gs pos="100000">
                      <a:schemeClr val="accent6"/>
                    </a:gs>
                  </a:gsLst>
                  <a:lin ang="0" scaled="1"/>
                  <a:tileRect/>
                </a:gradFill>
              </a:ln>
              <a:gradFill flip="none" rotWithShape="1">
                <a:gsLst>
                  <a:gs pos="0">
                    <a:srgbClr val="FF0000">
                      <a:lumMod val="97000"/>
                      <a:lumOff val="3000"/>
                    </a:srgbClr>
                  </a:gs>
                  <a:gs pos="100000">
                    <a:srgbClr val="7030A0"/>
                  </a:gs>
                  <a:gs pos="75000">
                    <a:srgbClr val="0070C0"/>
                  </a:gs>
                  <a:gs pos="50000">
                    <a:srgbClr val="8EDC23"/>
                  </a:gs>
                  <a:gs pos="25000">
                    <a:srgbClr val="FFFF00"/>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sp>
        <p:nvSpPr>
          <p:cNvPr id="140" name="テキスト ボックス 139">
            <a:extLst>
              <a:ext uri="{FF2B5EF4-FFF2-40B4-BE49-F238E27FC236}">
                <a16:creationId xmlns:a16="http://schemas.microsoft.com/office/drawing/2014/main" id="{C1410E74-4166-A32C-84BB-BB46E90BD391}"/>
              </a:ext>
            </a:extLst>
          </p:cNvPr>
          <p:cNvSpPr txBox="1"/>
          <p:nvPr/>
        </p:nvSpPr>
        <p:spPr>
          <a:xfrm>
            <a:off x="8903962" y="3118921"/>
            <a:ext cx="441146" cy="400110"/>
          </a:xfrm>
          <a:prstGeom prst="rect">
            <a:avLst/>
          </a:prstGeom>
          <a:noFill/>
        </p:spPr>
        <p:txBody>
          <a:bodyPr wrap="none" rtlCol="0">
            <a:spAutoFit/>
          </a:bodyPr>
          <a:lstStyle/>
          <a:p>
            <a:pPr algn="ctr"/>
            <a:r>
              <a:rPr lang="en-US" altLang="ja-JP" sz="2000" b="1">
                <a:ln>
                  <a:gradFill flip="none" rotWithShape="1">
                    <a:gsLst>
                      <a:gs pos="0">
                        <a:schemeClr val="accent6">
                          <a:lumMod val="67000"/>
                        </a:schemeClr>
                      </a:gs>
                      <a:gs pos="48000">
                        <a:schemeClr val="accent6">
                          <a:lumMod val="97000"/>
                          <a:lumOff val="3000"/>
                        </a:schemeClr>
                      </a:gs>
                      <a:gs pos="100000">
                        <a:schemeClr val="accent6">
                          <a:lumMod val="60000"/>
                          <a:lumOff val="40000"/>
                        </a:schemeClr>
                      </a:gs>
                    </a:gsLst>
                    <a:lin ang="16200000" scaled="1"/>
                    <a:tileRect/>
                  </a:gradFill>
                </a:ln>
                <a:gradFill flip="none" rotWithShape="1">
                  <a:gsLst>
                    <a:gs pos="0">
                      <a:schemeClr val="accent6">
                        <a:lumMod val="67000"/>
                      </a:schemeClr>
                    </a:gs>
                    <a:gs pos="48000">
                      <a:schemeClr val="accent6">
                        <a:lumMod val="97000"/>
                        <a:lumOff val="3000"/>
                      </a:schemeClr>
                    </a:gs>
                    <a:gs pos="100000">
                      <a:schemeClr val="bg1">
                        <a:lumMod val="75000"/>
                      </a:schemeClr>
                    </a:gs>
                  </a:gsLst>
                  <a:lin ang="1620000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SR</a:t>
            </a:r>
            <a:endParaRPr kumimoji="1" lang="ja-JP" altLang="en-US" sz="2000" b="1" dirty="0">
              <a:ln>
                <a:gradFill flip="none" rotWithShape="1">
                  <a:gsLst>
                    <a:gs pos="0">
                      <a:schemeClr val="accent6">
                        <a:lumMod val="67000"/>
                      </a:schemeClr>
                    </a:gs>
                    <a:gs pos="48000">
                      <a:schemeClr val="accent6">
                        <a:lumMod val="97000"/>
                        <a:lumOff val="3000"/>
                      </a:schemeClr>
                    </a:gs>
                    <a:gs pos="100000">
                      <a:schemeClr val="accent6">
                        <a:lumMod val="60000"/>
                        <a:lumOff val="40000"/>
                      </a:schemeClr>
                    </a:gs>
                  </a:gsLst>
                  <a:lin ang="16200000" scaled="1"/>
                  <a:tileRect/>
                </a:gradFill>
              </a:ln>
              <a:gradFill flip="none" rotWithShape="1">
                <a:gsLst>
                  <a:gs pos="0">
                    <a:schemeClr val="accent6">
                      <a:lumMod val="67000"/>
                    </a:schemeClr>
                  </a:gs>
                  <a:gs pos="48000">
                    <a:schemeClr val="accent6">
                      <a:lumMod val="97000"/>
                      <a:lumOff val="3000"/>
                    </a:schemeClr>
                  </a:gs>
                  <a:gs pos="100000">
                    <a:schemeClr val="bg1">
                      <a:lumMod val="75000"/>
                    </a:schemeClr>
                  </a:gs>
                </a:gsLst>
                <a:lin ang="1620000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sp>
        <p:nvSpPr>
          <p:cNvPr id="142" name="テキスト ボックス 141">
            <a:extLst>
              <a:ext uri="{FF2B5EF4-FFF2-40B4-BE49-F238E27FC236}">
                <a16:creationId xmlns:a16="http://schemas.microsoft.com/office/drawing/2014/main" id="{C50AE474-8107-1DAC-961D-930EE793589C}"/>
              </a:ext>
            </a:extLst>
          </p:cNvPr>
          <p:cNvSpPr txBox="1"/>
          <p:nvPr/>
        </p:nvSpPr>
        <p:spPr>
          <a:xfrm>
            <a:off x="10245312" y="3118921"/>
            <a:ext cx="569388" cy="400110"/>
          </a:xfrm>
          <a:prstGeom prst="rect">
            <a:avLst/>
          </a:prstGeom>
          <a:noFill/>
        </p:spPr>
        <p:txBody>
          <a:bodyPr wrap="none" rtlCol="0">
            <a:spAutoFit/>
          </a:bodyPr>
          <a:lstStyle/>
          <a:p>
            <a:pPr algn="ctr"/>
            <a:r>
              <a:rPr lang="en-US" altLang="ja-JP" sz="2000" b="1">
                <a:ln>
                  <a:gradFill flip="none" rotWithShape="1">
                    <a:gsLst>
                      <a:gs pos="25000">
                        <a:srgbClr val="FFFF00"/>
                      </a:gs>
                      <a:gs pos="0">
                        <a:srgbClr val="FF0000"/>
                      </a:gs>
                      <a:gs pos="50000">
                        <a:srgbClr val="00B050"/>
                      </a:gs>
                      <a:gs pos="75000">
                        <a:srgbClr val="0070C0"/>
                      </a:gs>
                      <a:gs pos="100000">
                        <a:schemeClr val="accent6"/>
                      </a:gs>
                    </a:gsLst>
                    <a:lin ang="0" scaled="1"/>
                    <a:tileRect/>
                  </a:gradFill>
                </a:ln>
                <a:gradFill flip="none" rotWithShape="1">
                  <a:gsLst>
                    <a:gs pos="0">
                      <a:srgbClr val="FF0000">
                        <a:lumMod val="97000"/>
                        <a:lumOff val="3000"/>
                      </a:srgbClr>
                    </a:gs>
                    <a:gs pos="100000">
                      <a:srgbClr val="7030A0"/>
                    </a:gs>
                    <a:gs pos="75000">
                      <a:srgbClr val="0070C0"/>
                    </a:gs>
                    <a:gs pos="50000">
                      <a:srgbClr val="8EDC23"/>
                    </a:gs>
                    <a:gs pos="25000">
                      <a:srgbClr val="FFFF00"/>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SSR</a:t>
            </a:r>
            <a:endParaRPr kumimoji="1" lang="ja-JP" altLang="en-US" sz="2000" b="1" dirty="0">
              <a:ln>
                <a:gradFill flip="none" rotWithShape="1">
                  <a:gsLst>
                    <a:gs pos="25000">
                      <a:srgbClr val="FFFF00"/>
                    </a:gs>
                    <a:gs pos="0">
                      <a:srgbClr val="FF0000"/>
                    </a:gs>
                    <a:gs pos="50000">
                      <a:srgbClr val="00B050"/>
                    </a:gs>
                    <a:gs pos="75000">
                      <a:srgbClr val="0070C0"/>
                    </a:gs>
                    <a:gs pos="100000">
                      <a:schemeClr val="accent6"/>
                    </a:gs>
                  </a:gsLst>
                  <a:lin ang="0" scaled="1"/>
                  <a:tileRect/>
                </a:gradFill>
              </a:ln>
              <a:gradFill flip="none" rotWithShape="1">
                <a:gsLst>
                  <a:gs pos="0">
                    <a:srgbClr val="FF0000">
                      <a:lumMod val="97000"/>
                      <a:lumOff val="3000"/>
                    </a:srgbClr>
                  </a:gs>
                  <a:gs pos="100000">
                    <a:srgbClr val="7030A0"/>
                  </a:gs>
                  <a:gs pos="75000">
                    <a:srgbClr val="0070C0"/>
                  </a:gs>
                  <a:gs pos="50000">
                    <a:srgbClr val="8EDC23"/>
                  </a:gs>
                  <a:gs pos="25000">
                    <a:srgbClr val="FFFF00"/>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grpSp>
        <p:nvGrpSpPr>
          <p:cNvPr id="144" name="グループ化 143">
            <a:extLst>
              <a:ext uri="{FF2B5EF4-FFF2-40B4-BE49-F238E27FC236}">
                <a16:creationId xmlns:a16="http://schemas.microsoft.com/office/drawing/2014/main" id="{E26127D0-018D-6883-1528-3DC43AC36FDB}"/>
              </a:ext>
            </a:extLst>
          </p:cNvPr>
          <p:cNvGrpSpPr/>
          <p:nvPr/>
        </p:nvGrpSpPr>
        <p:grpSpPr>
          <a:xfrm>
            <a:off x="9972029" y="2366846"/>
            <a:ext cx="836714" cy="307777"/>
            <a:chOff x="9966073" y="1885589"/>
            <a:chExt cx="836714" cy="307777"/>
          </a:xfrm>
        </p:grpSpPr>
        <p:sp>
          <p:nvSpPr>
            <p:cNvPr id="145" name="四角形: 角を丸くする 144">
              <a:extLst>
                <a:ext uri="{FF2B5EF4-FFF2-40B4-BE49-F238E27FC236}">
                  <a16:creationId xmlns:a16="http://schemas.microsoft.com/office/drawing/2014/main" id="{7FF39E4B-647B-86A6-F1C6-114701D2C2E9}"/>
                </a:ext>
              </a:extLst>
            </p:cNvPr>
            <p:cNvSpPr/>
            <p:nvPr/>
          </p:nvSpPr>
          <p:spPr>
            <a:xfrm>
              <a:off x="9966073" y="1901097"/>
              <a:ext cx="836714" cy="292269"/>
            </a:xfrm>
            <a:prstGeom prst="roundRect">
              <a:avLst>
                <a:gd name="adj" fmla="val 4721"/>
              </a:avLst>
            </a:prstGeom>
            <a:solidFill>
              <a:schemeClr val="accent2">
                <a:alpha val="6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46" name="テキスト ボックス 145">
              <a:extLst>
                <a:ext uri="{FF2B5EF4-FFF2-40B4-BE49-F238E27FC236}">
                  <a16:creationId xmlns:a16="http://schemas.microsoft.com/office/drawing/2014/main" id="{08248F80-38E3-59AE-6D54-B623F99A7797}"/>
                </a:ext>
              </a:extLst>
            </p:cNvPr>
            <p:cNvSpPr txBox="1"/>
            <p:nvPr/>
          </p:nvSpPr>
          <p:spPr>
            <a:xfrm>
              <a:off x="10022793" y="1885589"/>
              <a:ext cx="723275" cy="307777"/>
            </a:xfrm>
            <a:prstGeom prst="rect">
              <a:avLst/>
            </a:prstGeom>
            <a:noFill/>
          </p:spPr>
          <p:txBody>
            <a:bodyPr wrap="none" rtlCol="0">
              <a:spAutoFit/>
            </a:bodyPr>
            <a:lstStyle/>
            <a:p>
              <a:pPr algn="ctr"/>
              <a:r>
                <a:rPr lang="ja-JP" altLang="en-US" sz="1400">
                  <a:solidFill>
                    <a:srgbClr val="FF00FF"/>
                  </a:solidFill>
                  <a:latin typeface="原稿用標準書体" panose="03000503000000000000" pitchFamily="66" charset="-128"/>
                  <a:ea typeface="原稿用標準書体" panose="03000503000000000000" pitchFamily="66" charset="-128"/>
                </a:rPr>
                <a:t>装備中</a:t>
              </a:r>
              <a:endParaRPr lang="en-US" altLang="ja-JP" sz="1400" dirty="0">
                <a:solidFill>
                  <a:srgbClr val="FF00FF"/>
                </a:solidFill>
                <a:latin typeface="原稿用標準書体" panose="03000503000000000000" pitchFamily="66" charset="-128"/>
                <a:ea typeface="原稿用標準書体" panose="03000503000000000000" pitchFamily="66" charset="-128"/>
              </a:endParaRPr>
            </a:p>
          </p:txBody>
        </p:sp>
      </p:grpSp>
      <p:sp>
        <p:nvSpPr>
          <p:cNvPr id="7" name="矢印: 五方向 6">
            <a:extLst>
              <a:ext uri="{FF2B5EF4-FFF2-40B4-BE49-F238E27FC236}">
                <a16:creationId xmlns:a16="http://schemas.microsoft.com/office/drawing/2014/main" id="{B1D1007A-A534-7A2A-C0B3-D8EAC42883CE}"/>
              </a:ext>
            </a:extLst>
          </p:cNvPr>
          <p:cNvSpPr/>
          <p:nvPr/>
        </p:nvSpPr>
        <p:spPr>
          <a:xfrm>
            <a:off x="9327302" y="5507053"/>
            <a:ext cx="2077069" cy="710476"/>
          </a:xfrm>
          <a:prstGeom prst="homePlate">
            <a:avLst/>
          </a:prstGeom>
          <a:solidFill>
            <a:srgbClr val="FF00FF">
              <a:alpha val="6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latin typeface="原稿用標準書体" panose="03000503000000000000" pitchFamily="66" charset="-128"/>
              <a:ea typeface="原稿用標準書体" panose="03000503000000000000" pitchFamily="66" charset="-128"/>
            </a:endParaRPr>
          </a:p>
        </p:txBody>
      </p:sp>
      <p:sp>
        <p:nvSpPr>
          <p:cNvPr id="8" name="矢印: 五方向 7">
            <a:extLst>
              <a:ext uri="{FF2B5EF4-FFF2-40B4-BE49-F238E27FC236}">
                <a16:creationId xmlns:a16="http://schemas.microsoft.com/office/drawing/2014/main" id="{F404DDE1-60CC-2712-D706-A565DEBF9E02}"/>
              </a:ext>
            </a:extLst>
          </p:cNvPr>
          <p:cNvSpPr/>
          <p:nvPr/>
        </p:nvSpPr>
        <p:spPr>
          <a:xfrm flipH="1">
            <a:off x="6847854" y="5507053"/>
            <a:ext cx="2077070" cy="710476"/>
          </a:xfrm>
          <a:prstGeom prst="homePlate">
            <a:avLst/>
          </a:prstGeom>
          <a:solidFill>
            <a:schemeClr val="tx1">
              <a:lumMod val="95000"/>
              <a:lumOff val="5000"/>
              <a:alpha val="6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latin typeface="原稿用標準書体" panose="03000503000000000000" pitchFamily="66" charset="-128"/>
              <a:ea typeface="原稿用標準書体" panose="03000503000000000000" pitchFamily="66" charset="-128"/>
            </a:endParaRPr>
          </a:p>
        </p:txBody>
      </p:sp>
      <p:sp>
        <p:nvSpPr>
          <p:cNvPr id="38" name="テキスト ボックス 37">
            <a:extLst>
              <a:ext uri="{FF2B5EF4-FFF2-40B4-BE49-F238E27FC236}">
                <a16:creationId xmlns:a16="http://schemas.microsoft.com/office/drawing/2014/main" id="{248BA556-69A4-70F4-8E31-335284C26C33}"/>
              </a:ext>
            </a:extLst>
          </p:cNvPr>
          <p:cNvSpPr txBox="1"/>
          <p:nvPr/>
        </p:nvSpPr>
        <p:spPr>
          <a:xfrm>
            <a:off x="7900140" y="5680533"/>
            <a:ext cx="646331" cy="369332"/>
          </a:xfrm>
          <a:prstGeom prst="rect">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戻る</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40" name="グループ化 39">
            <a:extLst>
              <a:ext uri="{FF2B5EF4-FFF2-40B4-BE49-F238E27FC236}">
                <a16:creationId xmlns:a16="http://schemas.microsoft.com/office/drawing/2014/main" id="{D5B9AB4E-B8F1-E4D2-EE95-CD5B4CB4C521}"/>
              </a:ext>
            </a:extLst>
          </p:cNvPr>
          <p:cNvGrpSpPr/>
          <p:nvPr/>
        </p:nvGrpSpPr>
        <p:grpSpPr>
          <a:xfrm>
            <a:off x="6901145" y="5498744"/>
            <a:ext cx="1037159" cy="732910"/>
            <a:chOff x="163586" y="134635"/>
            <a:chExt cx="1975684" cy="1396119"/>
          </a:xfrm>
        </p:grpSpPr>
        <p:grpSp>
          <p:nvGrpSpPr>
            <p:cNvPr id="42" name="グループ化 41">
              <a:extLst>
                <a:ext uri="{FF2B5EF4-FFF2-40B4-BE49-F238E27FC236}">
                  <a16:creationId xmlns:a16="http://schemas.microsoft.com/office/drawing/2014/main" id="{19A4AF17-B131-672D-A422-7976CE74EF46}"/>
                </a:ext>
              </a:extLst>
            </p:cNvPr>
            <p:cNvGrpSpPr/>
            <p:nvPr/>
          </p:nvGrpSpPr>
          <p:grpSpPr>
            <a:xfrm>
              <a:off x="163586" y="134635"/>
              <a:ext cx="1975684" cy="1396119"/>
              <a:chOff x="163586" y="134635"/>
              <a:chExt cx="1975684" cy="1396119"/>
            </a:xfrm>
          </p:grpSpPr>
          <p:pic>
            <p:nvPicPr>
              <p:cNvPr id="51" name="図 50">
                <a:extLst>
                  <a:ext uri="{FF2B5EF4-FFF2-40B4-BE49-F238E27FC236}">
                    <a16:creationId xmlns:a16="http://schemas.microsoft.com/office/drawing/2014/main" id="{50AB2F0E-B142-EB74-AF72-16D7837B3D3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59" name="楕円 58">
                <a:extLst>
                  <a:ext uri="{FF2B5EF4-FFF2-40B4-BE49-F238E27FC236}">
                    <a16:creationId xmlns:a16="http://schemas.microsoft.com/office/drawing/2014/main" id="{8CD0255F-0E87-8ABB-CCF9-9F04CDFC60AF}"/>
                  </a:ext>
                </a:extLst>
              </p:cNvPr>
              <p:cNvSpPr/>
              <p:nvPr/>
            </p:nvSpPr>
            <p:spPr>
              <a:xfrm>
                <a:off x="836705" y="560292"/>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50" name="図 49">
              <a:extLst>
                <a:ext uri="{FF2B5EF4-FFF2-40B4-BE49-F238E27FC236}">
                  <a16:creationId xmlns:a16="http://schemas.microsoft.com/office/drawing/2014/main" id="{E16BDF10-FEC0-463B-0E75-7D9D0AEF8BE3}"/>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
        <p:nvSpPr>
          <p:cNvPr id="18" name="テキスト ボックス 17">
            <a:extLst>
              <a:ext uri="{FF2B5EF4-FFF2-40B4-BE49-F238E27FC236}">
                <a16:creationId xmlns:a16="http://schemas.microsoft.com/office/drawing/2014/main" id="{F9FF2907-A1A0-3213-49B2-13DD7CDA3CC1}"/>
              </a:ext>
            </a:extLst>
          </p:cNvPr>
          <p:cNvSpPr txBox="1"/>
          <p:nvPr/>
        </p:nvSpPr>
        <p:spPr>
          <a:xfrm>
            <a:off x="9503466" y="5680533"/>
            <a:ext cx="1338828" cy="369332"/>
          </a:xfrm>
          <a:prstGeom prst="rect">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ゲート進入</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3" name="二等辺三角形 32">
            <a:extLst>
              <a:ext uri="{FF2B5EF4-FFF2-40B4-BE49-F238E27FC236}">
                <a16:creationId xmlns:a16="http://schemas.microsoft.com/office/drawing/2014/main" id="{7F604EAC-7865-2599-0065-D19D22030EDB}"/>
              </a:ext>
            </a:extLst>
          </p:cNvPr>
          <p:cNvSpPr/>
          <p:nvPr/>
        </p:nvSpPr>
        <p:spPr>
          <a:xfrm rot="5400000">
            <a:off x="10948049" y="5733145"/>
            <a:ext cx="299620" cy="258293"/>
          </a:xfrm>
          <a:prstGeom prst="triangl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1998685781"/>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gradFill>
          <a:gsLst>
            <a:gs pos="46690">
              <a:schemeClr val="accent6">
                <a:lumMod val="75000"/>
              </a:schemeClr>
            </a:gs>
            <a:gs pos="0">
              <a:schemeClr val="accent6">
                <a:lumMod val="50000"/>
              </a:schemeClr>
            </a:gs>
            <a:gs pos="23000">
              <a:schemeClr val="accent6">
                <a:lumMod val="75000"/>
              </a:schemeClr>
            </a:gs>
            <a:gs pos="69000">
              <a:schemeClr val="accent6">
                <a:lumMod val="50000"/>
              </a:schemeClr>
            </a:gs>
            <a:gs pos="97000">
              <a:schemeClr val="tx1">
                <a:lumMod val="85000"/>
                <a:lumOff val="15000"/>
              </a:schemeClr>
            </a:gs>
          </a:gsLst>
          <a:path path="circle">
            <a:fillToRect l="50000" t="50000" r="50000" b="50000"/>
          </a:path>
        </a:gradFill>
        <a:effectLst/>
      </p:bgPr>
    </p:bg>
    <p:spTree>
      <p:nvGrpSpPr>
        <p:cNvPr id="1" name="">
          <a:extLst>
            <a:ext uri="{FF2B5EF4-FFF2-40B4-BE49-F238E27FC236}">
              <a16:creationId xmlns:a16="http://schemas.microsoft.com/office/drawing/2014/main" id="{0C3B2DC6-A3AE-3B26-5ADF-CC89D0F200CF}"/>
            </a:ext>
          </a:extLst>
        </p:cNvPr>
        <p:cNvGrpSpPr/>
        <p:nvPr/>
      </p:nvGrpSpPr>
      <p:grpSpPr>
        <a:xfrm>
          <a:off x="0" y="0"/>
          <a:ext cx="0" cy="0"/>
          <a:chOff x="0" y="0"/>
          <a:chExt cx="0" cy="0"/>
        </a:xfrm>
      </p:grpSpPr>
      <p:sp>
        <p:nvSpPr>
          <p:cNvPr id="78" name="二等辺三角形 77">
            <a:extLst>
              <a:ext uri="{FF2B5EF4-FFF2-40B4-BE49-F238E27FC236}">
                <a16:creationId xmlns:a16="http://schemas.microsoft.com/office/drawing/2014/main" id="{49D219B4-5BFF-7BF5-84A9-9D801A914B4D}"/>
              </a:ext>
            </a:extLst>
          </p:cNvPr>
          <p:cNvSpPr/>
          <p:nvPr/>
        </p:nvSpPr>
        <p:spPr>
          <a:xfrm rot="16200000">
            <a:off x="5766625" y="-1014151"/>
            <a:ext cx="658751" cy="3259291"/>
          </a:xfrm>
          <a:prstGeom prst="triangle">
            <a:avLst/>
          </a:prstGeom>
          <a:solidFill>
            <a:schemeClr val="accent1">
              <a:lumMod val="20000"/>
              <a:lumOff val="80000"/>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9" name="テキスト ボックス 78">
            <a:extLst>
              <a:ext uri="{FF2B5EF4-FFF2-40B4-BE49-F238E27FC236}">
                <a16:creationId xmlns:a16="http://schemas.microsoft.com/office/drawing/2014/main" id="{FBC60FBC-66C3-4E8D-A53B-1D9C35E2B552}"/>
              </a:ext>
            </a:extLst>
          </p:cNvPr>
          <p:cNvSpPr txBox="1"/>
          <p:nvPr/>
        </p:nvSpPr>
        <p:spPr>
          <a:xfrm>
            <a:off x="4145673" y="261931"/>
            <a:ext cx="4009051" cy="646331"/>
          </a:xfrm>
          <a:prstGeom prst="rect">
            <a:avLst/>
          </a:prstGeom>
          <a:noFill/>
        </p:spPr>
        <p:txBody>
          <a:bodyPr wrap="square">
            <a:spAutoFit/>
          </a:bodyPr>
          <a:lstStyle/>
          <a:p>
            <a:pPr algn="ctr"/>
            <a:r>
              <a:rPr lang="ja-JP" altLang="en-US" sz="3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バトル発生</a:t>
            </a:r>
            <a:endParaRPr kumimoji="1" lang="ja-JP" altLang="en-US" sz="36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76" name="テキスト ボックス 75">
            <a:extLst>
              <a:ext uri="{FF2B5EF4-FFF2-40B4-BE49-F238E27FC236}">
                <a16:creationId xmlns:a16="http://schemas.microsoft.com/office/drawing/2014/main" id="{0430C94B-0B84-D717-3D60-8D33E2E8FB67}"/>
              </a:ext>
            </a:extLst>
          </p:cNvPr>
          <p:cNvSpPr txBox="1"/>
          <p:nvPr/>
        </p:nvSpPr>
        <p:spPr>
          <a:xfrm>
            <a:off x="4091474" y="271395"/>
            <a:ext cx="4009051" cy="646331"/>
          </a:xfrm>
          <a:prstGeom prst="rect">
            <a:avLst/>
          </a:prstGeom>
          <a:noFill/>
        </p:spPr>
        <p:txBody>
          <a:bodyPr wrap="square">
            <a:spAutoFit/>
          </a:bodyPr>
          <a:lstStyle/>
          <a:p>
            <a:pPr algn="ctr"/>
            <a:r>
              <a:rPr lang="ja-JP" altLang="en-US" sz="3600" b="1" dirty="0">
                <a:solidFill>
                  <a:srgbClr val="FF0000"/>
                </a:solidFill>
                <a:latin typeface="原稿用標準書体" panose="03000503000000000000" pitchFamily="66" charset="-128"/>
                <a:ea typeface="原稿用標準書体" panose="03000503000000000000" pitchFamily="66" charset="-128"/>
              </a:rPr>
              <a:t>バトル発生</a:t>
            </a:r>
            <a:endParaRPr kumimoji="1" lang="ja-JP" altLang="en-US" sz="3600" b="1" dirty="0">
              <a:solidFill>
                <a:srgbClr val="FF0000"/>
              </a:solidFill>
              <a:latin typeface="原稿用標準書体" panose="03000503000000000000" pitchFamily="66" charset="-128"/>
              <a:ea typeface="原稿用標準書体" panose="03000503000000000000" pitchFamily="66" charset="-128"/>
            </a:endParaRPr>
          </a:p>
        </p:txBody>
      </p:sp>
      <p:cxnSp>
        <p:nvCxnSpPr>
          <p:cNvPr id="77" name="直線コネクタ 76">
            <a:extLst>
              <a:ext uri="{FF2B5EF4-FFF2-40B4-BE49-F238E27FC236}">
                <a16:creationId xmlns:a16="http://schemas.microsoft.com/office/drawing/2014/main" id="{D4F009E5-C273-8E42-84A7-CBE0F169C474}"/>
              </a:ext>
            </a:extLst>
          </p:cNvPr>
          <p:cNvCxnSpPr>
            <a:cxnSpLocks/>
            <a:stCxn id="45" idx="6"/>
            <a:endCxn id="48" idx="2"/>
          </p:cNvCxnSpPr>
          <p:nvPr/>
        </p:nvCxnSpPr>
        <p:spPr>
          <a:xfrm>
            <a:off x="4052275" y="2947629"/>
            <a:ext cx="563659" cy="1006993"/>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sp>
        <p:nvSpPr>
          <p:cNvPr id="3" name="楕円 2">
            <a:extLst>
              <a:ext uri="{FF2B5EF4-FFF2-40B4-BE49-F238E27FC236}">
                <a16:creationId xmlns:a16="http://schemas.microsoft.com/office/drawing/2014/main" id="{71768986-0930-0728-AFCF-7B87503CA1F3}"/>
              </a:ext>
            </a:extLst>
          </p:cNvPr>
          <p:cNvSpPr/>
          <p:nvPr/>
        </p:nvSpPr>
        <p:spPr>
          <a:xfrm>
            <a:off x="-307971" y="1954762"/>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rgbClr val="C00000"/>
                </a:solidFill>
                <a:latin typeface="原稿用標準書体" panose="03000503000000000000" pitchFamily="66" charset="-128"/>
                <a:ea typeface="原稿用標準書体" panose="03000503000000000000" pitchFamily="66" charset="-128"/>
              </a:rPr>
              <a:t>BATTLE</a:t>
            </a:r>
            <a:endParaRPr kumimoji="1" lang="ja-JP" altLang="en-US" dirty="0">
              <a:solidFill>
                <a:srgbClr val="C00000"/>
              </a:solidFill>
              <a:latin typeface="原稿用標準書体" panose="03000503000000000000" pitchFamily="66" charset="-128"/>
              <a:ea typeface="原稿用標準書体" panose="03000503000000000000" pitchFamily="66" charset="-128"/>
            </a:endParaRPr>
          </a:p>
        </p:txBody>
      </p:sp>
      <p:sp>
        <p:nvSpPr>
          <p:cNvPr id="19" name="楕円 18">
            <a:extLst>
              <a:ext uri="{FF2B5EF4-FFF2-40B4-BE49-F238E27FC236}">
                <a16:creationId xmlns:a16="http://schemas.microsoft.com/office/drawing/2014/main" id="{4E6DD9A2-624A-22D0-BCB7-D7D0E55153DD}"/>
              </a:ext>
            </a:extLst>
          </p:cNvPr>
          <p:cNvSpPr/>
          <p:nvPr/>
        </p:nvSpPr>
        <p:spPr>
          <a:xfrm>
            <a:off x="1029479" y="3572515"/>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chemeClr val="accent3"/>
                </a:solidFill>
                <a:latin typeface="原稿用標準書体" panose="03000503000000000000" pitchFamily="66" charset="-128"/>
                <a:ea typeface="原稿用標準書体" panose="03000503000000000000" pitchFamily="66" charset="-128"/>
              </a:rPr>
              <a:t>STORY</a:t>
            </a:r>
            <a:endParaRPr kumimoji="1" lang="ja-JP" altLang="en-US" dirty="0">
              <a:solidFill>
                <a:schemeClr val="accent3"/>
              </a:solidFill>
              <a:latin typeface="原稿用標準書体" panose="03000503000000000000" pitchFamily="66" charset="-128"/>
              <a:ea typeface="原稿用標準書体" panose="03000503000000000000" pitchFamily="66" charset="-128"/>
            </a:endParaRPr>
          </a:p>
        </p:txBody>
      </p:sp>
      <p:sp>
        <p:nvSpPr>
          <p:cNvPr id="30" name="矢印: 五方向 29">
            <a:extLst>
              <a:ext uri="{FF2B5EF4-FFF2-40B4-BE49-F238E27FC236}">
                <a16:creationId xmlns:a16="http://schemas.microsoft.com/office/drawing/2014/main" id="{ADDC21CD-3203-791C-6DCD-734A13F2B6FD}"/>
              </a:ext>
            </a:extLst>
          </p:cNvPr>
          <p:cNvSpPr/>
          <p:nvPr/>
        </p:nvSpPr>
        <p:spPr>
          <a:xfrm>
            <a:off x="7057581" y="5770518"/>
            <a:ext cx="1283025" cy="523159"/>
          </a:xfrm>
          <a:prstGeom prst="homePlate">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原稿用標準書体" panose="03000503000000000000" pitchFamily="66" charset="-128"/>
                <a:ea typeface="原稿用標準書体" panose="03000503000000000000" pitchFamily="66" charset="-128"/>
              </a:rPr>
              <a:t>撤退</a:t>
            </a:r>
          </a:p>
        </p:txBody>
      </p:sp>
      <p:sp>
        <p:nvSpPr>
          <p:cNvPr id="31" name="楕円 30">
            <a:extLst>
              <a:ext uri="{FF2B5EF4-FFF2-40B4-BE49-F238E27FC236}">
                <a16:creationId xmlns:a16="http://schemas.microsoft.com/office/drawing/2014/main" id="{99B55F8B-4237-1901-2579-4F76FB585793}"/>
              </a:ext>
            </a:extLst>
          </p:cNvPr>
          <p:cNvSpPr/>
          <p:nvPr/>
        </p:nvSpPr>
        <p:spPr>
          <a:xfrm>
            <a:off x="6364643" y="2791406"/>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lang="en-US" altLang="ja-JP" dirty="0">
                <a:solidFill>
                  <a:srgbClr val="C00000"/>
                </a:solidFill>
                <a:latin typeface="原稿用標準書体" panose="03000503000000000000" pitchFamily="66" charset="-128"/>
                <a:ea typeface="原稿用標準書体" panose="03000503000000000000" pitchFamily="66" charset="-128"/>
              </a:rPr>
              <a:t>BATTLE</a:t>
            </a:r>
            <a:endParaRPr lang="ja-JP" altLang="en-US" dirty="0">
              <a:solidFill>
                <a:srgbClr val="C00000"/>
              </a:solidFill>
              <a:latin typeface="原稿用標準書体" panose="03000503000000000000" pitchFamily="66" charset="-128"/>
              <a:ea typeface="原稿用標準書体" panose="03000503000000000000" pitchFamily="66" charset="-128"/>
            </a:endParaRPr>
          </a:p>
        </p:txBody>
      </p:sp>
      <p:sp>
        <p:nvSpPr>
          <p:cNvPr id="44" name="四角形: 角を丸くする 43">
            <a:extLst>
              <a:ext uri="{FF2B5EF4-FFF2-40B4-BE49-F238E27FC236}">
                <a16:creationId xmlns:a16="http://schemas.microsoft.com/office/drawing/2014/main" id="{E51DF8A8-B533-6300-A118-920393A69C31}"/>
              </a:ext>
            </a:extLst>
          </p:cNvPr>
          <p:cNvSpPr/>
          <p:nvPr/>
        </p:nvSpPr>
        <p:spPr>
          <a:xfrm>
            <a:off x="429205" y="5555534"/>
            <a:ext cx="6136930" cy="953126"/>
          </a:xfrm>
          <a:prstGeom prst="roundRect">
            <a:avLst>
              <a:gd name="adj" fmla="val 11772"/>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45" name="楕円 44">
            <a:extLst>
              <a:ext uri="{FF2B5EF4-FFF2-40B4-BE49-F238E27FC236}">
                <a16:creationId xmlns:a16="http://schemas.microsoft.com/office/drawing/2014/main" id="{4297BB17-A9F8-5EF2-13C1-599A20179D9C}"/>
              </a:ext>
            </a:extLst>
          </p:cNvPr>
          <p:cNvSpPr/>
          <p:nvPr/>
        </p:nvSpPr>
        <p:spPr>
          <a:xfrm>
            <a:off x="2889059" y="2366021"/>
            <a:ext cx="1163216" cy="1163216"/>
          </a:xfrm>
          <a:prstGeom prst="ellipse">
            <a:avLst/>
          </a:prstGeom>
          <a:solidFill>
            <a:schemeClr val="bg1">
              <a:lumMod val="95000"/>
            </a:schemeClr>
          </a:solidFill>
          <a:ln w="63500">
            <a:solidFill>
              <a:schemeClr val="accent6"/>
            </a:solidFill>
          </a:ln>
          <a:effectLst>
            <a:glow rad="127000">
              <a:schemeClr val="accent6">
                <a:lumMod val="20000"/>
                <a:lumOff val="80000"/>
                <a:alpha val="55000"/>
              </a:schemeClr>
            </a:glow>
          </a:effectLst>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lang="en-US" altLang="ja-JP" dirty="0">
                <a:solidFill>
                  <a:srgbClr val="C00000"/>
                </a:solidFill>
                <a:latin typeface="原稿用標準書体" panose="03000503000000000000" pitchFamily="66" charset="-128"/>
                <a:ea typeface="原稿用標準書体" panose="03000503000000000000" pitchFamily="66" charset="-128"/>
              </a:rPr>
              <a:t>BATTLE</a:t>
            </a:r>
            <a:endParaRPr lang="ja-JP" altLang="en-US" dirty="0">
              <a:solidFill>
                <a:srgbClr val="C00000"/>
              </a:solidFill>
              <a:latin typeface="原稿用標準書体" panose="03000503000000000000" pitchFamily="66" charset="-128"/>
              <a:ea typeface="原稿用標準書体" panose="03000503000000000000" pitchFamily="66" charset="-128"/>
            </a:endParaRPr>
          </a:p>
        </p:txBody>
      </p:sp>
      <p:sp>
        <p:nvSpPr>
          <p:cNvPr id="47" name="楕円 46">
            <a:extLst>
              <a:ext uri="{FF2B5EF4-FFF2-40B4-BE49-F238E27FC236}">
                <a16:creationId xmlns:a16="http://schemas.microsoft.com/office/drawing/2014/main" id="{4A7D84CB-32DC-3D37-1ACF-F0A96C7C1C00}"/>
              </a:ext>
            </a:extLst>
          </p:cNvPr>
          <p:cNvSpPr/>
          <p:nvPr/>
        </p:nvSpPr>
        <p:spPr>
          <a:xfrm>
            <a:off x="-2137874" y="2847392"/>
            <a:ext cx="1163216" cy="1163216"/>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chemeClr val="accent4"/>
                </a:solidFill>
                <a:latin typeface="原稿用標準書体" panose="03000503000000000000" pitchFamily="66" charset="-128"/>
                <a:ea typeface="原稿用標準書体" panose="03000503000000000000" pitchFamily="66" charset="-128"/>
              </a:rPr>
              <a:t>START</a:t>
            </a:r>
            <a:endParaRPr kumimoji="1" lang="ja-JP" altLang="en-US" dirty="0">
              <a:solidFill>
                <a:schemeClr val="accent4"/>
              </a:solidFill>
              <a:latin typeface="原稿用標準書体" panose="03000503000000000000" pitchFamily="66" charset="-128"/>
              <a:ea typeface="原稿用標準書体" panose="03000503000000000000" pitchFamily="66" charset="-128"/>
            </a:endParaRPr>
          </a:p>
        </p:txBody>
      </p:sp>
      <p:sp>
        <p:nvSpPr>
          <p:cNvPr id="48" name="楕円 47">
            <a:extLst>
              <a:ext uri="{FF2B5EF4-FFF2-40B4-BE49-F238E27FC236}">
                <a16:creationId xmlns:a16="http://schemas.microsoft.com/office/drawing/2014/main" id="{D0E3BB30-C9B5-EDC0-746A-7F33C0F887FC}"/>
              </a:ext>
            </a:extLst>
          </p:cNvPr>
          <p:cNvSpPr/>
          <p:nvPr/>
        </p:nvSpPr>
        <p:spPr>
          <a:xfrm>
            <a:off x="4615934" y="3373014"/>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lang="en-US" altLang="ja-JP" dirty="0">
                <a:solidFill>
                  <a:schemeClr val="accent2">
                    <a:lumMod val="75000"/>
                  </a:schemeClr>
                </a:solidFill>
                <a:latin typeface="原稿用標準書体" panose="03000503000000000000" pitchFamily="66" charset="-128"/>
                <a:ea typeface="原稿用標準書体" panose="03000503000000000000" pitchFamily="66" charset="-128"/>
              </a:rPr>
              <a:t>EVENT</a:t>
            </a:r>
            <a:endParaRPr lang="ja-JP" altLang="en-US" dirty="0">
              <a:solidFill>
                <a:schemeClr val="accent2">
                  <a:lumMod val="75000"/>
                </a:schemeClr>
              </a:solidFill>
              <a:latin typeface="原稿用標準書体" panose="03000503000000000000" pitchFamily="66" charset="-128"/>
              <a:ea typeface="原稿用標準書体" panose="03000503000000000000" pitchFamily="66" charset="-128"/>
            </a:endParaRPr>
          </a:p>
        </p:txBody>
      </p:sp>
      <p:cxnSp>
        <p:nvCxnSpPr>
          <p:cNvPr id="52" name="直線コネクタ 51">
            <a:extLst>
              <a:ext uri="{FF2B5EF4-FFF2-40B4-BE49-F238E27FC236}">
                <a16:creationId xmlns:a16="http://schemas.microsoft.com/office/drawing/2014/main" id="{BCD67494-45F4-C2A5-2229-C917CD8D4E6D}"/>
              </a:ext>
            </a:extLst>
          </p:cNvPr>
          <p:cNvCxnSpPr>
            <a:cxnSpLocks/>
            <a:endCxn id="3" idx="2"/>
          </p:cNvCxnSpPr>
          <p:nvPr/>
        </p:nvCxnSpPr>
        <p:spPr>
          <a:xfrm flipV="1">
            <a:off x="-974658" y="2536370"/>
            <a:ext cx="666687" cy="836644"/>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61" name="直線コネクタ 60">
            <a:extLst>
              <a:ext uri="{FF2B5EF4-FFF2-40B4-BE49-F238E27FC236}">
                <a16:creationId xmlns:a16="http://schemas.microsoft.com/office/drawing/2014/main" id="{09D3B02C-BF61-CD7A-A224-161B4BFFCC96}"/>
              </a:ext>
            </a:extLst>
          </p:cNvPr>
          <p:cNvCxnSpPr>
            <a:cxnSpLocks/>
            <a:stCxn id="19" idx="1"/>
            <a:endCxn id="3" idx="5"/>
          </p:cNvCxnSpPr>
          <p:nvPr/>
        </p:nvCxnSpPr>
        <p:spPr>
          <a:xfrm flipH="1" flipV="1">
            <a:off x="684896" y="2947629"/>
            <a:ext cx="514932" cy="795235"/>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74" name="直線コネクタ 73">
            <a:extLst>
              <a:ext uri="{FF2B5EF4-FFF2-40B4-BE49-F238E27FC236}">
                <a16:creationId xmlns:a16="http://schemas.microsoft.com/office/drawing/2014/main" id="{F46CB43E-D48D-7B63-4BDF-B0CE4261C262}"/>
              </a:ext>
            </a:extLst>
          </p:cNvPr>
          <p:cNvCxnSpPr>
            <a:cxnSpLocks/>
            <a:stCxn id="19" idx="7"/>
            <a:endCxn id="45" idx="2"/>
          </p:cNvCxnSpPr>
          <p:nvPr/>
        </p:nvCxnSpPr>
        <p:spPr>
          <a:xfrm flipV="1">
            <a:off x="2022346" y="2947629"/>
            <a:ext cx="866713" cy="795235"/>
          </a:xfrm>
          <a:prstGeom prst="line">
            <a:avLst/>
          </a:prstGeom>
          <a:ln w="63500">
            <a:solidFill>
              <a:schemeClr val="accent6"/>
            </a:solidFill>
            <a:prstDash val="sysDot"/>
          </a:ln>
        </p:spPr>
        <p:style>
          <a:lnRef idx="2">
            <a:schemeClr val="accent1"/>
          </a:lnRef>
          <a:fillRef idx="0">
            <a:schemeClr val="accent1"/>
          </a:fillRef>
          <a:effectRef idx="1">
            <a:schemeClr val="accent1"/>
          </a:effectRef>
          <a:fontRef idx="minor">
            <a:schemeClr val="tx1"/>
          </a:fontRef>
        </p:style>
      </p:cxnSp>
      <p:cxnSp>
        <p:nvCxnSpPr>
          <p:cNvPr id="85" name="直線コネクタ 84">
            <a:extLst>
              <a:ext uri="{FF2B5EF4-FFF2-40B4-BE49-F238E27FC236}">
                <a16:creationId xmlns:a16="http://schemas.microsoft.com/office/drawing/2014/main" id="{15742945-7FBA-0C53-E4ED-E71ECAC2C10E}"/>
              </a:ext>
            </a:extLst>
          </p:cNvPr>
          <p:cNvCxnSpPr>
            <a:cxnSpLocks/>
            <a:stCxn id="48" idx="6"/>
            <a:endCxn id="31" idx="2"/>
          </p:cNvCxnSpPr>
          <p:nvPr/>
        </p:nvCxnSpPr>
        <p:spPr>
          <a:xfrm flipV="1">
            <a:off x="5779150" y="3373014"/>
            <a:ext cx="585493" cy="581608"/>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grpSp>
        <p:nvGrpSpPr>
          <p:cNvPr id="2" name="グループ化 1">
            <a:extLst>
              <a:ext uri="{FF2B5EF4-FFF2-40B4-BE49-F238E27FC236}">
                <a16:creationId xmlns:a16="http://schemas.microsoft.com/office/drawing/2014/main" id="{9A88D10D-85D0-CE4E-108B-8FB0C3D9C1CA}"/>
              </a:ext>
            </a:extLst>
          </p:cNvPr>
          <p:cNvGrpSpPr/>
          <p:nvPr/>
        </p:nvGrpSpPr>
        <p:grpSpPr>
          <a:xfrm>
            <a:off x="3050369" y="1485969"/>
            <a:ext cx="840596" cy="833567"/>
            <a:chOff x="1367715" y="1890973"/>
            <a:chExt cx="840596" cy="833567"/>
          </a:xfrm>
        </p:grpSpPr>
        <p:sp>
          <p:nvSpPr>
            <p:cNvPr id="88" name="吹き出し: 円形 87">
              <a:extLst>
                <a:ext uri="{FF2B5EF4-FFF2-40B4-BE49-F238E27FC236}">
                  <a16:creationId xmlns:a16="http://schemas.microsoft.com/office/drawing/2014/main" id="{DC5D46DB-83B1-8969-1B41-045582309011}"/>
                </a:ext>
              </a:extLst>
            </p:cNvPr>
            <p:cNvSpPr/>
            <p:nvPr/>
          </p:nvSpPr>
          <p:spPr>
            <a:xfrm>
              <a:off x="1367715" y="1890973"/>
              <a:ext cx="840596" cy="828901"/>
            </a:xfrm>
            <a:prstGeom prst="wedgeEllipseCallout">
              <a:avLst>
                <a:gd name="adj1" fmla="val 257"/>
                <a:gd name="adj2" fmla="val 71505"/>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90" name="図 89">
              <a:extLst>
                <a:ext uri="{FF2B5EF4-FFF2-40B4-BE49-F238E27FC236}">
                  <a16:creationId xmlns:a16="http://schemas.microsoft.com/office/drawing/2014/main" id="{437A88A3-76ED-A79B-F2BC-865F4A38712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396905" y="1923662"/>
              <a:ext cx="800878" cy="800878"/>
            </a:xfrm>
            <a:prstGeom prst="rect">
              <a:avLst/>
            </a:prstGeom>
          </p:spPr>
        </p:pic>
      </p:grpSp>
      <p:sp>
        <p:nvSpPr>
          <p:cNvPr id="49" name="四角形: 角を丸くする 48">
            <a:extLst>
              <a:ext uri="{FF2B5EF4-FFF2-40B4-BE49-F238E27FC236}">
                <a16:creationId xmlns:a16="http://schemas.microsoft.com/office/drawing/2014/main" id="{227A8E43-FA55-209D-2A93-B5BEDF6B7771}"/>
              </a:ext>
            </a:extLst>
          </p:cNvPr>
          <p:cNvSpPr/>
          <p:nvPr/>
        </p:nvSpPr>
        <p:spPr>
          <a:xfrm>
            <a:off x="8862861" y="5716570"/>
            <a:ext cx="2729924" cy="631055"/>
          </a:xfrm>
          <a:prstGeom prst="roundRect">
            <a:avLst>
              <a:gd name="adj" fmla="val 9570"/>
            </a:avLst>
          </a:prstGeom>
          <a:solidFill>
            <a:schemeClr val="accent1"/>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b="1" dirty="0">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endParaRPr>
          </a:p>
        </p:txBody>
      </p:sp>
      <p:sp>
        <p:nvSpPr>
          <p:cNvPr id="16" name="四角形: 角を丸くする 15">
            <a:extLst>
              <a:ext uri="{FF2B5EF4-FFF2-40B4-BE49-F238E27FC236}">
                <a16:creationId xmlns:a16="http://schemas.microsoft.com/office/drawing/2014/main" id="{5096221F-E8E2-71D6-1E87-3D156DD53E5C}"/>
              </a:ext>
            </a:extLst>
          </p:cNvPr>
          <p:cNvSpPr>
            <a:spLocks/>
          </p:cNvSpPr>
          <p:nvPr/>
        </p:nvSpPr>
        <p:spPr>
          <a:xfrm>
            <a:off x="7244719" y="1170675"/>
            <a:ext cx="4348066" cy="4131004"/>
          </a:xfrm>
          <a:prstGeom prst="roundRect">
            <a:avLst>
              <a:gd name="adj" fmla="val 9570"/>
            </a:avLst>
          </a:prstGeom>
          <a:solidFill>
            <a:schemeClr val="accent1">
              <a:lumMod val="20000"/>
              <a:lumOff val="80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55" name="グループ化 54">
            <a:extLst>
              <a:ext uri="{FF2B5EF4-FFF2-40B4-BE49-F238E27FC236}">
                <a16:creationId xmlns:a16="http://schemas.microsoft.com/office/drawing/2014/main" id="{260F17C4-149F-78AB-99EC-9913E7E2D6A2}"/>
              </a:ext>
            </a:extLst>
          </p:cNvPr>
          <p:cNvGrpSpPr/>
          <p:nvPr/>
        </p:nvGrpSpPr>
        <p:grpSpPr>
          <a:xfrm rot="651301">
            <a:off x="2074985" y="3177201"/>
            <a:ext cx="560995" cy="489333"/>
            <a:chOff x="2420469" y="2760201"/>
            <a:chExt cx="560995" cy="489333"/>
          </a:xfrm>
        </p:grpSpPr>
        <p:sp>
          <p:nvSpPr>
            <p:cNvPr id="53" name="矢印: 山形 52">
              <a:extLst>
                <a:ext uri="{FF2B5EF4-FFF2-40B4-BE49-F238E27FC236}">
                  <a16:creationId xmlns:a16="http://schemas.microsoft.com/office/drawing/2014/main" id="{354BFA6C-86AA-B41C-E219-75E1B32A541C}"/>
                </a:ext>
              </a:extLst>
            </p:cNvPr>
            <p:cNvSpPr/>
            <p:nvPr/>
          </p:nvSpPr>
          <p:spPr>
            <a:xfrm rot="18735780">
              <a:off x="2681151" y="2696515"/>
              <a:ext cx="236627" cy="363999"/>
            </a:xfrm>
            <a:prstGeom prst="chevron">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latin typeface="原稿用標準書体" panose="03000503000000000000" pitchFamily="66" charset="-128"/>
                <a:ea typeface="原稿用標準書体" panose="03000503000000000000" pitchFamily="66" charset="-128"/>
              </a:endParaRPr>
            </a:p>
          </p:txBody>
        </p:sp>
        <p:sp>
          <p:nvSpPr>
            <p:cNvPr id="54" name="矢印: 山形 53">
              <a:extLst>
                <a:ext uri="{FF2B5EF4-FFF2-40B4-BE49-F238E27FC236}">
                  <a16:creationId xmlns:a16="http://schemas.microsoft.com/office/drawing/2014/main" id="{7D3851CB-0D85-9B89-9B2A-8EE180FD34EB}"/>
                </a:ext>
              </a:extLst>
            </p:cNvPr>
            <p:cNvSpPr/>
            <p:nvPr/>
          </p:nvSpPr>
          <p:spPr>
            <a:xfrm rot="18735780">
              <a:off x="2484155" y="2949221"/>
              <a:ext cx="236627" cy="363999"/>
            </a:xfrm>
            <a:prstGeom prst="chevron">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latin typeface="原稿用標準書体" panose="03000503000000000000" pitchFamily="66" charset="-128"/>
                <a:ea typeface="原稿用標準書体" panose="03000503000000000000" pitchFamily="66" charset="-128"/>
              </a:endParaRPr>
            </a:p>
          </p:txBody>
        </p:sp>
      </p:grpSp>
      <p:sp>
        <p:nvSpPr>
          <p:cNvPr id="59" name="楕円 58">
            <a:extLst>
              <a:ext uri="{FF2B5EF4-FFF2-40B4-BE49-F238E27FC236}">
                <a16:creationId xmlns:a16="http://schemas.microsoft.com/office/drawing/2014/main" id="{BA59FE49-BC2A-2915-E932-81F0EE815105}"/>
              </a:ext>
            </a:extLst>
          </p:cNvPr>
          <p:cNvSpPr/>
          <p:nvPr/>
        </p:nvSpPr>
        <p:spPr>
          <a:xfrm>
            <a:off x="1023104" y="3572515"/>
            <a:ext cx="1163216" cy="1163216"/>
          </a:xfrm>
          <a:prstGeom prst="ellipse">
            <a:avLst/>
          </a:prstGeom>
          <a:solidFill>
            <a:schemeClr val="tx1">
              <a:lumMod val="75000"/>
              <a:lumOff val="25000"/>
              <a:alpha val="60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endParaRPr kumimoji="1" lang="ja-JP" altLang="en-US" dirty="0">
              <a:solidFill>
                <a:schemeClr val="accent3"/>
              </a:solidFill>
              <a:latin typeface="原稿用標準書体" panose="03000503000000000000" pitchFamily="66" charset="-128"/>
              <a:ea typeface="原稿用標準書体" panose="03000503000000000000" pitchFamily="66" charset="-128"/>
            </a:endParaRPr>
          </a:p>
        </p:txBody>
      </p:sp>
      <p:sp>
        <p:nvSpPr>
          <p:cNvPr id="60" name="楕円 59">
            <a:extLst>
              <a:ext uri="{FF2B5EF4-FFF2-40B4-BE49-F238E27FC236}">
                <a16:creationId xmlns:a16="http://schemas.microsoft.com/office/drawing/2014/main" id="{196FDAA1-1C73-B5E2-6D5E-2CADC4F8D986}"/>
              </a:ext>
            </a:extLst>
          </p:cNvPr>
          <p:cNvSpPr/>
          <p:nvPr/>
        </p:nvSpPr>
        <p:spPr>
          <a:xfrm>
            <a:off x="-335100" y="1952459"/>
            <a:ext cx="1163216" cy="1163216"/>
          </a:xfrm>
          <a:prstGeom prst="ellipse">
            <a:avLst/>
          </a:prstGeom>
          <a:solidFill>
            <a:schemeClr val="tx1">
              <a:lumMod val="75000"/>
              <a:lumOff val="25000"/>
              <a:alpha val="60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endParaRPr kumimoji="1" lang="ja-JP" altLang="en-US" dirty="0">
              <a:solidFill>
                <a:schemeClr val="accent3"/>
              </a:solidFill>
              <a:latin typeface="原稿用標準書体" panose="03000503000000000000" pitchFamily="66" charset="-128"/>
              <a:ea typeface="原稿用標準書体" panose="03000503000000000000" pitchFamily="66" charset="-128"/>
            </a:endParaRPr>
          </a:p>
        </p:txBody>
      </p:sp>
      <p:sp>
        <p:nvSpPr>
          <p:cNvPr id="66" name="テキスト ボックス 65">
            <a:extLst>
              <a:ext uri="{FF2B5EF4-FFF2-40B4-BE49-F238E27FC236}">
                <a16:creationId xmlns:a16="http://schemas.microsoft.com/office/drawing/2014/main" id="{75410F0D-82A9-86A9-3F08-C1CBB9EA34E6}"/>
              </a:ext>
            </a:extLst>
          </p:cNvPr>
          <p:cNvSpPr txBox="1"/>
          <p:nvPr/>
        </p:nvSpPr>
        <p:spPr>
          <a:xfrm>
            <a:off x="274502" y="323619"/>
            <a:ext cx="2805058" cy="523220"/>
          </a:xfrm>
          <a:prstGeom prst="rect">
            <a:avLst/>
          </a:prstGeom>
          <a:noFill/>
        </p:spPr>
        <p:txBody>
          <a:bodyPr wrap="square">
            <a:spAutoFit/>
          </a:bodyPr>
          <a:lstStyle/>
          <a:p>
            <a:r>
              <a:rPr lang="en-US" altLang="ja-JP" sz="2000" b="1" dirty="0">
                <a:solidFill>
                  <a:schemeClr val="bg1">
                    <a:lumMod val="95000"/>
                  </a:schemeClr>
                </a:solidFill>
                <a:latin typeface="原稿用標準書体" panose="03000503000000000000" pitchFamily="66" charset="-128"/>
                <a:ea typeface="原稿用標準書体" panose="03000503000000000000" pitchFamily="66" charset="-128"/>
              </a:rPr>
              <a:t>BOSS</a:t>
            </a:r>
            <a:r>
              <a:rPr lang="ja-JP" altLang="en-US" sz="2000" b="1" dirty="0">
                <a:solidFill>
                  <a:schemeClr val="bg1">
                    <a:lumMod val="95000"/>
                  </a:schemeClr>
                </a:solidFill>
                <a:latin typeface="原稿用標準書体" panose="03000503000000000000" pitchFamily="66" charset="-128"/>
                <a:ea typeface="原稿用標準書体" panose="03000503000000000000" pitchFamily="66" charset="-128"/>
              </a:rPr>
              <a:t>まで</a:t>
            </a:r>
            <a:r>
              <a:rPr lang="en-US" altLang="ja-JP" sz="2800" b="1" dirty="0">
                <a:solidFill>
                  <a:schemeClr val="bg1">
                    <a:lumMod val="95000"/>
                  </a:schemeClr>
                </a:solidFill>
                <a:latin typeface="原稿用標準書体" panose="03000503000000000000" pitchFamily="66" charset="-128"/>
                <a:ea typeface="原稿用標準書体" panose="03000503000000000000" pitchFamily="66" charset="-128"/>
              </a:rPr>
              <a:t>00</a:t>
            </a:r>
            <a:r>
              <a:rPr lang="ja-JP" altLang="en-US" sz="2000" b="1" dirty="0">
                <a:solidFill>
                  <a:schemeClr val="bg1">
                    <a:lumMod val="95000"/>
                  </a:schemeClr>
                </a:solidFill>
                <a:latin typeface="原稿用標準書体" panose="03000503000000000000" pitchFamily="66" charset="-128"/>
                <a:ea typeface="原稿用標準書体" panose="03000503000000000000" pitchFamily="66" charset="-128"/>
              </a:rPr>
              <a:t>ノード</a:t>
            </a:r>
            <a:endParaRPr kumimoji="1" lang="ja-JP" altLang="en-US" sz="20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6" name="四角形: 角を丸くする 5">
            <a:extLst>
              <a:ext uri="{FF2B5EF4-FFF2-40B4-BE49-F238E27FC236}">
                <a16:creationId xmlns:a16="http://schemas.microsoft.com/office/drawing/2014/main" id="{B5E0FA69-63B5-0ADE-1E56-070808411D60}"/>
              </a:ext>
            </a:extLst>
          </p:cNvPr>
          <p:cNvSpPr/>
          <p:nvPr/>
        </p:nvSpPr>
        <p:spPr>
          <a:xfrm>
            <a:off x="5825805" y="5648090"/>
            <a:ext cx="658871" cy="353209"/>
          </a:xfrm>
          <a:prstGeom prst="roundRect">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37" name="四角形: 角を丸くする 36">
            <a:extLst>
              <a:ext uri="{FF2B5EF4-FFF2-40B4-BE49-F238E27FC236}">
                <a16:creationId xmlns:a16="http://schemas.microsoft.com/office/drawing/2014/main" id="{14681017-7CB2-E31A-9956-0B274D3E3150}"/>
              </a:ext>
            </a:extLst>
          </p:cNvPr>
          <p:cNvSpPr/>
          <p:nvPr/>
        </p:nvSpPr>
        <p:spPr>
          <a:xfrm>
            <a:off x="5823749" y="6078375"/>
            <a:ext cx="658871" cy="353209"/>
          </a:xfrm>
          <a:prstGeom prst="roundRect">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pic>
        <p:nvPicPr>
          <p:cNvPr id="62" name="図 61">
            <a:extLst>
              <a:ext uri="{FF2B5EF4-FFF2-40B4-BE49-F238E27FC236}">
                <a16:creationId xmlns:a16="http://schemas.microsoft.com/office/drawing/2014/main" id="{4467BC71-B03D-F485-F027-0C4D08F0FC84}"/>
              </a:ext>
            </a:extLst>
          </p:cNvPr>
          <p:cNvPicPr>
            <a:picLocks noChangeAspect="1"/>
          </p:cNvPicPr>
          <p:nvPr/>
        </p:nvPicPr>
        <p:blipFill>
          <a:blip r:embed="rId3">
            <a:extLst>
              <a:ext uri="{28A0092B-C50C-407E-A947-70E740481C1C}">
                <a14:useLocalDpi xmlns:a14="http://schemas.microsoft.com/office/drawing/2010/main" val="0"/>
              </a:ext>
            </a:extLst>
          </a:blip>
          <a:srcRect l="52651" t="22678" r="27395" b="50636"/>
          <a:stretch>
            <a:fillRect/>
          </a:stretch>
        </p:blipFill>
        <p:spPr>
          <a:xfrm>
            <a:off x="5995047" y="6104595"/>
            <a:ext cx="310304" cy="287583"/>
          </a:xfrm>
          <a:prstGeom prst="rect">
            <a:avLst/>
          </a:prstGeom>
        </p:spPr>
      </p:pic>
      <p:pic>
        <p:nvPicPr>
          <p:cNvPr id="63" name="図 62" descr="アイコン&#10;&#10;AI 生成コンテンツは誤りを含む可能性があります。">
            <a:extLst>
              <a:ext uri="{FF2B5EF4-FFF2-40B4-BE49-F238E27FC236}">
                <a16:creationId xmlns:a16="http://schemas.microsoft.com/office/drawing/2014/main" id="{5F85E810-ED77-8A29-C923-910184DFF10D}"/>
              </a:ext>
            </a:extLst>
          </p:cNvPr>
          <p:cNvPicPr>
            <a:picLocks noChangeAspect="1"/>
          </p:cNvPicPr>
          <p:nvPr/>
        </p:nvPicPr>
        <p:blipFill>
          <a:blip r:embed="rId4">
            <a:duotone>
              <a:prstClr val="black"/>
              <a:srgbClr val="D9C3A5">
                <a:tint val="50000"/>
                <a:satMod val="180000"/>
              </a:srgbClr>
            </a:duotone>
            <a:extLst>
              <a:ext uri="{28A0092B-C50C-407E-A947-70E740481C1C}">
                <a14:useLocalDpi xmlns:a14="http://schemas.microsoft.com/office/drawing/2010/main" val="0"/>
              </a:ext>
            </a:extLst>
          </a:blip>
          <a:stretch>
            <a:fillRect/>
          </a:stretch>
        </p:blipFill>
        <p:spPr>
          <a:xfrm>
            <a:off x="5907842" y="5599160"/>
            <a:ext cx="466295" cy="466295"/>
          </a:xfrm>
          <a:prstGeom prst="rect">
            <a:avLst/>
          </a:prstGeom>
        </p:spPr>
      </p:pic>
      <p:cxnSp>
        <p:nvCxnSpPr>
          <p:cNvPr id="38" name="直線コネクタ 37">
            <a:extLst>
              <a:ext uri="{FF2B5EF4-FFF2-40B4-BE49-F238E27FC236}">
                <a16:creationId xmlns:a16="http://schemas.microsoft.com/office/drawing/2014/main" id="{63684218-FC9F-CC4A-8FCF-3AD5AE7B07C9}"/>
              </a:ext>
            </a:extLst>
          </p:cNvPr>
          <p:cNvCxnSpPr>
            <a:cxnSpLocks/>
          </p:cNvCxnSpPr>
          <p:nvPr/>
        </p:nvCxnSpPr>
        <p:spPr>
          <a:xfrm flipV="1">
            <a:off x="1365082" y="5648090"/>
            <a:ext cx="0" cy="783494"/>
          </a:xfrm>
          <a:prstGeom prst="line">
            <a:avLst/>
          </a:prstGeom>
          <a:ln>
            <a:solidFill>
              <a:schemeClr val="tx1">
                <a:lumMod val="85000"/>
                <a:lumOff val="15000"/>
              </a:schemeClr>
            </a:solidFill>
          </a:ln>
        </p:spPr>
        <p:style>
          <a:lnRef idx="2">
            <a:schemeClr val="accent1"/>
          </a:lnRef>
          <a:fillRef idx="0">
            <a:schemeClr val="accent1"/>
          </a:fillRef>
          <a:effectRef idx="1">
            <a:schemeClr val="accent1"/>
          </a:effectRef>
          <a:fontRef idx="minor">
            <a:schemeClr val="tx1"/>
          </a:fontRef>
        </p:style>
      </p:cxnSp>
      <p:sp>
        <p:nvSpPr>
          <p:cNvPr id="80" name="テキスト ボックス 79">
            <a:extLst>
              <a:ext uri="{FF2B5EF4-FFF2-40B4-BE49-F238E27FC236}">
                <a16:creationId xmlns:a16="http://schemas.microsoft.com/office/drawing/2014/main" id="{9EEFDEB2-4E69-AD56-ECC2-098889EB63DF}"/>
              </a:ext>
            </a:extLst>
          </p:cNvPr>
          <p:cNvSpPr txBox="1"/>
          <p:nvPr/>
        </p:nvSpPr>
        <p:spPr>
          <a:xfrm>
            <a:off x="9026246" y="370274"/>
            <a:ext cx="2805058" cy="400110"/>
          </a:xfrm>
          <a:prstGeom prst="rect">
            <a:avLst/>
          </a:prstGeom>
          <a:noFill/>
        </p:spPr>
        <p:txBody>
          <a:bodyPr wrap="square">
            <a:spAutoFit/>
          </a:bodyPr>
          <a:lstStyle/>
          <a:p>
            <a:pPr algn="r"/>
            <a:r>
              <a:rPr kumimoji="1" lang="en-US" altLang="ja-JP" sz="1600" b="1">
                <a:solidFill>
                  <a:schemeClr val="bg1">
                    <a:lumMod val="95000"/>
                  </a:schemeClr>
                </a:solidFill>
                <a:latin typeface="原稿用標準書体" panose="03000503000000000000" pitchFamily="66" charset="-128"/>
                <a:ea typeface="原稿用標準書体" panose="03000503000000000000" pitchFamily="66" charset="-128"/>
              </a:rPr>
              <a:t>×</a:t>
            </a:r>
            <a:r>
              <a:rPr kumimoji="1" lang="en-US" altLang="ja-JP" sz="2000" b="1">
                <a:solidFill>
                  <a:schemeClr val="bg1">
                    <a:lumMod val="95000"/>
                  </a:schemeClr>
                </a:solidFill>
                <a:latin typeface="原稿用標準書体" panose="03000503000000000000" pitchFamily="66" charset="-128"/>
                <a:ea typeface="原稿用標準書体" panose="03000503000000000000" pitchFamily="66" charset="-128"/>
              </a:rPr>
              <a:t>000</a:t>
            </a:r>
            <a:endParaRPr kumimoji="1" lang="ja-JP" altLang="en-US" sz="20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pic>
        <p:nvPicPr>
          <p:cNvPr id="82" name="図 81">
            <a:extLst>
              <a:ext uri="{FF2B5EF4-FFF2-40B4-BE49-F238E27FC236}">
                <a16:creationId xmlns:a16="http://schemas.microsoft.com/office/drawing/2014/main" id="{0BE30875-6149-EE61-05B2-66CFEEB57712}"/>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0789147" y="350742"/>
            <a:ext cx="410695" cy="400110"/>
          </a:xfrm>
          <a:prstGeom prst="rect">
            <a:avLst/>
          </a:prstGeom>
        </p:spPr>
      </p:pic>
      <p:grpSp>
        <p:nvGrpSpPr>
          <p:cNvPr id="28" name="グループ化 27">
            <a:extLst>
              <a:ext uri="{FF2B5EF4-FFF2-40B4-BE49-F238E27FC236}">
                <a16:creationId xmlns:a16="http://schemas.microsoft.com/office/drawing/2014/main" id="{875ACC41-B1FC-783E-FD45-1062DBDBFC6A}"/>
              </a:ext>
            </a:extLst>
          </p:cNvPr>
          <p:cNvGrpSpPr/>
          <p:nvPr/>
        </p:nvGrpSpPr>
        <p:grpSpPr>
          <a:xfrm>
            <a:off x="609342" y="5718857"/>
            <a:ext cx="562032" cy="733233"/>
            <a:chOff x="1131857" y="5718857"/>
            <a:chExt cx="562032" cy="733233"/>
          </a:xfrm>
        </p:grpSpPr>
        <p:sp>
          <p:nvSpPr>
            <p:cNvPr id="96" name="テキスト ボックス 95">
              <a:extLst>
                <a:ext uri="{FF2B5EF4-FFF2-40B4-BE49-F238E27FC236}">
                  <a16:creationId xmlns:a16="http://schemas.microsoft.com/office/drawing/2014/main" id="{066181AF-9C77-F2B8-D42E-FC9AB510F7E2}"/>
                </a:ext>
              </a:extLst>
            </p:cNvPr>
            <p:cNvSpPr txBox="1"/>
            <p:nvPr/>
          </p:nvSpPr>
          <p:spPr>
            <a:xfrm>
              <a:off x="1131857" y="6175091"/>
              <a:ext cx="562032" cy="276999"/>
            </a:xfrm>
            <a:prstGeom prst="rect">
              <a:avLst/>
            </a:prstGeom>
            <a:noFill/>
          </p:spPr>
          <p:txBody>
            <a:bodyPr wrap="square">
              <a:spAutoFit/>
            </a:bodyPr>
            <a:lstStyle/>
            <a:p>
              <a:pPr algn="ctr"/>
              <a:r>
                <a:rPr kumimoji="1" lang="en-US" altLang="ja-JP" sz="1050" b="1" dirty="0">
                  <a:ln w="3175">
                    <a:noFill/>
                  </a:ln>
                  <a:latin typeface="原稿用標準書体" panose="03000503000000000000" pitchFamily="66" charset="-128"/>
                  <a:ea typeface="原稿用標準書体" panose="03000503000000000000" pitchFamily="66" charset="-128"/>
                </a:rPr>
                <a:t>×</a:t>
              </a:r>
              <a:r>
                <a:rPr kumimoji="1" lang="en-US" altLang="ja-JP" sz="1200" b="1" dirty="0">
                  <a:ln w="3175">
                    <a:noFill/>
                  </a:ln>
                  <a:latin typeface="原稿用標準書体" panose="03000503000000000000" pitchFamily="66" charset="-128"/>
                  <a:ea typeface="原稿用標準書体" panose="03000503000000000000" pitchFamily="66" charset="-128"/>
                </a:rPr>
                <a:t>00</a:t>
              </a:r>
              <a:endParaRPr kumimoji="1" lang="ja-JP" altLang="en-US" sz="1200" b="1" dirty="0">
                <a:ln w="3175">
                  <a:noFill/>
                </a:ln>
                <a:latin typeface="原稿用標準書体" panose="03000503000000000000" pitchFamily="66" charset="-128"/>
                <a:ea typeface="原稿用標準書体" panose="03000503000000000000" pitchFamily="66" charset="-128"/>
              </a:endParaRPr>
            </a:p>
          </p:txBody>
        </p:sp>
        <p:grpSp>
          <p:nvGrpSpPr>
            <p:cNvPr id="7" name="グループ化 6">
              <a:extLst>
                <a:ext uri="{FF2B5EF4-FFF2-40B4-BE49-F238E27FC236}">
                  <a16:creationId xmlns:a16="http://schemas.microsoft.com/office/drawing/2014/main" id="{E17A5578-2019-AEAA-DA1D-220B2B4FD06F}"/>
                </a:ext>
              </a:extLst>
            </p:cNvPr>
            <p:cNvGrpSpPr/>
            <p:nvPr/>
          </p:nvGrpSpPr>
          <p:grpSpPr>
            <a:xfrm flipV="1">
              <a:off x="1183872" y="5718857"/>
              <a:ext cx="449656" cy="456234"/>
              <a:chOff x="526955" y="5853203"/>
              <a:chExt cx="339583" cy="344551"/>
            </a:xfrm>
          </p:grpSpPr>
          <p:sp>
            <p:nvSpPr>
              <p:cNvPr id="8" name="四角形: 角を丸くする 7">
                <a:extLst>
                  <a:ext uri="{FF2B5EF4-FFF2-40B4-BE49-F238E27FC236}">
                    <a16:creationId xmlns:a16="http://schemas.microsoft.com/office/drawing/2014/main" id="{5EA17250-146D-1928-4D1B-992ED9600F12}"/>
                  </a:ext>
                </a:extLst>
              </p:cNvPr>
              <p:cNvSpPr/>
              <p:nvPr/>
            </p:nvSpPr>
            <p:spPr>
              <a:xfrm>
                <a:off x="526955" y="5853203"/>
                <a:ext cx="339583" cy="344551"/>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9" name="矢印: 下 8">
                <a:extLst>
                  <a:ext uri="{FF2B5EF4-FFF2-40B4-BE49-F238E27FC236}">
                    <a16:creationId xmlns:a16="http://schemas.microsoft.com/office/drawing/2014/main" id="{61D8C63C-B873-726C-A911-D487FB1C7684}"/>
                  </a:ext>
                </a:extLst>
              </p:cNvPr>
              <p:cNvSpPr/>
              <p:nvPr/>
            </p:nvSpPr>
            <p:spPr>
              <a:xfrm>
                <a:off x="611564" y="5914083"/>
                <a:ext cx="170364" cy="222791"/>
              </a:xfrm>
              <a:prstGeom prst="downArrow">
                <a:avLst/>
              </a:prstGeom>
              <a:solidFill>
                <a:schemeClr val="accent2"/>
              </a:solidFill>
              <a:ln w="9525">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grpSp>
      <p:pic>
        <p:nvPicPr>
          <p:cNvPr id="35" name="図 34" descr="ロゴ&#10;&#10;AI 生成コンテンツは誤りを含む可能性があります。">
            <a:extLst>
              <a:ext uri="{FF2B5EF4-FFF2-40B4-BE49-F238E27FC236}">
                <a16:creationId xmlns:a16="http://schemas.microsoft.com/office/drawing/2014/main" id="{5834B2D5-F8D4-EAED-BC53-6D9D6DF84803}"/>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9025879" y="3274858"/>
            <a:ext cx="785746" cy="352533"/>
          </a:xfrm>
          <a:prstGeom prst="rect">
            <a:avLst/>
          </a:prstGeom>
        </p:spPr>
      </p:pic>
      <p:grpSp>
        <p:nvGrpSpPr>
          <p:cNvPr id="84" name="グループ化 83">
            <a:extLst>
              <a:ext uri="{FF2B5EF4-FFF2-40B4-BE49-F238E27FC236}">
                <a16:creationId xmlns:a16="http://schemas.microsoft.com/office/drawing/2014/main" id="{2C47D7FA-7668-46AF-8553-C9FB568ADDBC}"/>
              </a:ext>
            </a:extLst>
          </p:cNvPr>
          <p:cNvGrpSpPr/>
          <p:nvPr/>
        </p:nvGrpSpPr>
        <p:grpSpPr>
          <a:xfrm>
            <a:off x="7506271" y="2041200"/>
            <a:ext cx="1443249" cy="2934324"/>
            <a:chOff x="7506277" y="2003876"/>
            <a:chExt cx="1265547" cy="2573030"/>
          </a:xfrm>
        </p:grpSpPr>
        <p:sp>
          <p:nvSpPr>
            <p:cNvPr id="29" name="四角形: 角を丸くする 28">
              <a:extLst>
                <a:ext uri="{FF2B5EF4-FFF2-40B4-BE49-F238E27FC236}">
                  <a16:creationId xmlns:a16="http://schemas.microsoft.com/office/drawing/2014/main" id="{99FF47E9-D4CB-98CE-E01A-2F1E9097E630}"/>
                </a:ext>
              </a:extLst>
            </p:cNvPr>
            <p:cNvSpPr/>
            <p:nvPr/>
          </p:nvSpPr>
          <p:spPr>
            <a:xfrm>
              <a:off x="8202006" y="2003876"/>
              <a:ext cx="569818" cy="569818"/>
            </a:xfrm>
            <a:prstGeom prst="roundRect">
              <a:avLst/>
            </a:prstGeom>
            <a:solidFill>
              <a:schemeClr val="bg1">
                <a:lumMod val="9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32" name="四角形: 角を丸くする 31">
              <a:extLst>
                <a:ext uri="{FF2B5EF4-FFF2-40B4-BE49-F238E27FC236}">
                  <a16:creationId xmlns:a16="http://schemas.microsoft.com/office/drawing/2014/main" id="{53C13B1B-FBB5-2470-E5DB-57D86C5218FD}"/>
                </a:ext>
              </a:extLst>
            </p:cNvPr>
            <p:cNvSpPr/>
            <p:nvPr/>
          </p:nvSpPr>
          <p:spPr>
            <a:xfrm>
              <a:off x="8202006" y="2673826"/>
              <a:ext cx="569818" cy="569818"/>
            </a:xfrm>
            <a:prstGeom prst="roundRect">
              <a:avLst/>
            </a:prstGeom>
            <a:solidFill>
              <a:schemeClr val="bg1">
                <a:lumMod val="9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3" name="四角形: 角を丸くする 32">
              <a:extLst>
                <a:ext uri="{FF2B5EF4-FFF2-40B4-BE49-F238E27FC236}">
                  <a16:creationId xmlns:a16="http://schemas.microsoft.com/office/drawing/2014/main" id="{7CD2AA3E-B623-F742-BDBC-4981B11938ED}"/>
                </a:ext>
              </a:extLst>
            </p:cNvPr>
            <p:cNvSpPr/>
            <p:nvPr/>
          </p:nvSpPr>
          <p:spPr>
            <a:xfrm>
              <a:off x="8202006" y="3341203"/>
              <a:ext cx="569818" cy="569818"/>
            </a:xfrm>
            <a:prstGeom prst="roundRect">
              <a:avLst/>
            </a:prstGeom>
            <a:solidFill>
              <a:schemeClr val="bg1">
                <a:lumMod val="9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4" name="四角形: 角を丸くする 33">
              <a:extLst>
                <a:ext uri="{FF2B5EF4-FFF2-40B4-BE49-F238E27FC236}">
                  <a16:creationId xmlns:a16="http://schemas.microsoft.com/office/drawing/2014/main" id="{5639E086-0142-4921-3246-4B01EF4CBCED}"/>
                </a:ext>
              </a:extLst>
            </p:cNvPr>
            <p:cNvSpPr/>
            <p:nvPr/>
          </p:nvSpPr>
          <p:spPr>
            <a:xfrm>
              <a:off x="8202006" y="4007088"/>
              <a:ext cx="569818" cy="569818"/>
            </a:xfrm>
            <a:prstGeom prst="roundRect">
              <a:avLst/>
            </a:prstGeom>
            <a:solidFill>
              <a:schemeClr val="bg1">
                <a:lumMod val="9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6" name="四角形: 角を丸くする 35">
              <a:extLst>
                <a:ext uri="{FF2B5EF4-FFF2-40B4-BE49-F238E27FC236}">
                  <a16:creationId xmlns:a16="http://schemas.microsoft.com/office/drawing/2014/main" id="{5882244B-A038-801B-DBB7-C7BD9907668C}"/>
                </a:ext>
              </a:extLst>
            </p:cNvPr>
            <p:cNvSpPr/>
            <p:nvPr/>
          </p:nvSpPr>
          <p:spPr>
            <a:xfrm>
              <a:off x="7506277" y="2003876"/>
              <a:ext cx="569818" cy="569818"/>
            </a:xfrm>
            <a:prstGeom prst="roundRect">
              <a:avLst/>
            </a:prstGeom>
            <a:solidFill>
              <a:schemeClr val="bg1">
                <a:lumMod val="95000"/>
              </a:schemeClr>
            </a:solidFill>
            <a:ln w="254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39" name="四角形: 角を丸くする 38">
              <a:extLst>
                <a:ext uri="{FF2B5EF4-FFF2-40B4-BE49-F238E27FC236}">
                  <a16:creationId xmlns:a16="http://schemas.microsoft.com/office/drawing/2014/main" id="{46903BF9-63CB-9A76-C21D-4CD3C06175EC}"/>
                </a:ext>
              </a:extLst>
            </p:cNvPr>
            <p:cNvSpPr/>
            <p:nvPr/>
          </p:nvSpPr>
          <p:spPr>
            <a:xfrm>
              <a:off x="7506277" y="2673826"/>
              <a:ext cx="569818" cy="569818"/>
            </a:xfrm>
            <a:prstGeom prst="roundRect">
              <a:avLst/>
            </a:prstGeom>
            <a:solidFill>
              <a:schemeClr val="bg1">
                <a:lumMod val="95000"/>
              </a:schemeClr>
            </a:solidFill>
            <a:ln w="254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0" name="四角形: 角を丸くする 39">
              <a:extLst>
                <a:ext uri="{FF2B5EF4-FFF2-40B4-BE49-F238E27FC236}">
                  <a16:creationId xmlns:a16="http://schemas.microsoft.com/office/drawing/2014/main" id="{EC381D1F-35EB-8703-383F-A51068090606}"/>
                </a:ext>
              </a:extLst>
            </p:cNvPr>
            <p:cNvSpPr/>
            <p:nvPr/>
          </p:nvSpPr>
          <p:spPr>
            <a:xfrm>
              <a:off x="7506277" y="3341203"/>
              <a:ext cx="569818" cy="569818"/>
            </a:xfrm>
            <a:prstGeom prst="roundRect">
              <a:avLst/>
            </a:prstGeom>
            <a:solidFill>
              <a:schemeClr val="bg1">
                <a:lumMod val="95000"/>
              </a:schemeClr>
            </a:solidFill>
            <a:ln w="254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1" name="四角形: 角を丸くする 40">
              <a:extLst>
                <a:ext uri="{FF2B5EF4-FFF2-40B4-BE49-F238E27FC236}">
                  <a16:creationId xmlns:a16="http://schemas.microsoft.com/office/drawing/2014/main" id="{DD400AFC-C368-FB8C-93C2-699F6742F19B}"/>
                </a:ext>
              </a:extLst>
            </p:cNvPr>
            <p:cNvSpPr/>
            <p:nvPr/>
          </p:nvSpPr>
          <p:spPr>
            <a:xfrm>
              <a:off x="7506277" y="4007088"/>
              <a:ext cx="569818" cy="569818"/>
            </a:xfrm>
            <a:prstGeom prst="roundRect">
              <a:avLst/>
            </a:prstGeom>
            <a:solidFill>
              <a:schemeClr val="bg1">
                <a:lumMod val="95000"/>
              </a:schemeClr>
            </a:solidFill>
            <a:ln w="254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86" name="グループ化 85">
            <a:extLst>
              <a:ext uri="{FF2B5EF4-FFF2-40B4-BE49-F238E27FC236}">
                <a16:creationId xmlns:a16="http://schemas.microsoft.com/office/drawing/2014/main" id="{0D5B1782-6C91-0524-87B0-55C7D729C8D2}"/>
              </a:ext>
            </a:extLst>
          </p:cNvPr>
          <p:cNvGrpSpPr/>
          <p:nvPr/>
        </p:nvGrpSpPr>
        <p:grpSpPr>
          <a:xfrm flipH="1">
            <a:off x="9887984" y="2041200"/>
            <a:ext cx="1443249" cy="2934324"/>
            <a:chOff x="7506277" y="2003876"/>
            <a:chExt cx="1265547" cy="2573030"/>
          </a:xfrm>
          <a:solidFill>
            <a:schemeClr val="tx1">
              <a:lumMod val="95000"/>
              <a:lumOff val="5000"/>
            </a:schemeClr>
          </a:solidFill>
        </p:grpSpPr>
        <p:sp>
          <p:nvSpPr>
            <p:cNvPr id="87" name="四角形: 角を丸くする 86">
              <a:extLst>
                <a:ext uri="{FF2B5EF4-FFF2-40B4-BE49-F238E27FC236}">
                  <a16:creationId xmlns:a16="http://schemas.microsoft.com/office/drawing/2014/main" id="{74FF2D97-DF35-C7FD-6A1F-9269DD584E70}"/>
                </a:ext>
              </a:extLst>
            </p:cNvPr>
            <p:cNvSpPr/>
            <p:nvPr/>
          </p:nvSpPr>
          <p:spPr>
            <a:xfrm>
              <a:off x="8202006" y="2003876"/>
              <a:ext cx="569818" cy="569818"/>
            </a:xfrm>
            <a:prstGeom prst="roundRect">
              <a:avLst/>
            </a:prstGeom>
            <a:grp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89" name="四角形: 角を丸くする 88">
              <a:extLst>
                <a:ext uri="{FF2B5EF4-FFF2-40B4-BE49-F238E27FC236}">
                  <a16:creationId xmlns:a16="http://schemas.microsoft.com/office/drawing/2014/main" id="{981B2DA0-DA4F-81B8-3137-0C08A0221F5C}"/>
                </a:ext>
              </a:extLst>
            </p:cNvPr>
            <p:cNvSpPr/>
            <p:nvPr/>
          </p:nvSpPr>
          <p:spPr>
            <a:xfrm>
              <a:off x="8202006" y="2673826"/>
              <a:ext cx="569818" cy="569818"/>
            </a:xfrm>
            <a:prstGeom prst="roundRect">
              <a:avLst/>
            </a:prstGeom>
            <a:grp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1" name="四角形: 角を丸くする 90">
              <a:extLst>
                <a:ext uri="{FF2B5EF4-FFF2-40B4-BE49-F238E27FC236}">
                  <a16:creationId xmlns:a16="http://schemas.microsoft.com/office/drawing/2014/main" id="{AD690929-DFD7-786C-B9F3-0DA921C1D6DE}"/>
                </a:ext>
              </a:extLst>
            </p:cNvPr>
            <p:cNvSpPr/>
            <p:nvPr/>
          </p:nvSpPr>
          <p:spPr>
            <a:xfrm>
              <a:off x="8202006" y="3341203"/>
              <a:ext cx="569818" cy="569818"/>
            </a:xfrm>
            <a:prstGeom prst="roundRect">
              <a:avLst/>
            </a:prstGeom>
            <a:grp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3" name="四角形: 角を丸くする 92">
              <a:extLst>
                <a:ext uri="{FF2B5EF4-FFF2-40B4-BE49-F238E27FC236}">
                  <a16:creationId xmlns:a16="http://schemas.microsoft.com/office/drawing/2014/main" id="{22EE4F8C-3B9A-AB35-1F50-716B38820941}"/>
                </a:ext>
              </a:extLst>
            </p:cNvPr>
            <p:cNvSpPr/>
            <p:nvPr/>
          </p:nvSpPr>
          <p:spPr>
            <a:xfrm>
              <a:off x="8202006" y="4007088"/>
              <a:ext cx="569818" cy="569818"/>
            </a:xfrm>
            <a:prstGeom prst="roundRect">
              <a:avLst/>
            </a:prstGeom>
            <a:grp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4" name="四角形: 角を丸くする 93">
              <a:extLst>
                <a:ext uri="{FF2B5EF4-FFF2-40B4-BE49-F238E27FC236}">
                  <a16:creationId xmlns:a16="http://schemas.microsoft.com/office/drawing/2014/main" id="{D76C5B02-3D9D-30BD-B3FF-AA1B06D96349}"/>
                </a:ext>
              </a:extLst>
            </p:cNvPr>
            <p:cNvSpPr/>
            <p:nvPr/>
          </p:nvSpPr>
          <p:spPr>
            <a:xfrm>
              <a:off x="7506277" y="2003876"/>
              <a:ext cx="569818" cy="569818"/>
            </a:xfrm>
            <a:prstGeom prst="roundRect">
              <a:avLst/>
            </a:prstGeom>
            <a:grpFill/>
            <a:ln w="254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95" name="四角形: 角を丸くする 94">
              <a:extLst>
                <a:ext uri="{FF2B5EF4-FFF2-40B4-BE49-F238E27FC236}">
                  <a16:creationId xmlns:a16="http://schemas.microsoft.com/office/drawing/2014/main" id="{7783A599-5909-76FF-83E4-55375E26CEFC}"/>
                </a:ext>
              </a:extLst>
            </p:cNvPr>
            <p:cNvSpPr/>
            <p:nvPr/>
          </p:nvSpPr>
          <p:spPr>
            <a:xfrm>
              <a:off x="7506277" y="2673826"/>
              <a:ext cx="569818" cy="569818"/>
            </a:xfrm>
            <a:prstGeom prst="roundRect">
              <a:avLst/>
            </a:prstGeom>
            <a:grpFill/>
            <a:ln w="254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7" name="四角形: 角を丸くする 96">
              <a:extLst>
                <a:ext uri="{FF2B5EF4-FFF2-40B4-BE49-F238E27FC236}">
                  <a16:creationId xmlns:a16="http://schemas.microsoft.com/office/drawing/2014/main" id="{BF792C6F-8FC7-6D6B-43D1-89E157B7249B}"/>
                </a:ext>
              </a:extLst>
            </p:cNvPr>
            <p:cNvSpPr/>
            <p:nvPr/>
          </p:nvSpPr>
          <p:spPr>
            <a:xfrm>
              <a:off x="7506277" y="3341203"/>
              <a:ext cx="569818" cy="569818"/>
            </a:xfrm>
            <a:prstGeom prst="roundRect">
              <a:avLst/>
            </a:prstGeom>
            <a:grpFill/>
            <a:ln w="254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8" name="四角形: 角を丸くする 97">
              <a:extLst>
                <a:ext uri="{FF2B5EF4-FFF2-40B4-BE49-F238E27FC236}">
                  <a16:creationId xmlns:a16="http://schemas.microsoft.com/office/drawing/2014/main" id="{89E6F7A5-F2BD-44C6-BFD7-3EB5AF817023}"/>
                </a:ext>
              </a:extLst>
            </p:cNvPr>
            <p:cNvSpPr/>
            <p:nvPr/>
          </p:nvSpPr>
          <p:spPr>
            <a:xfrm>
              <a:off x="7506277" y="4007088"/>
              <a:ext cx="569818" cy="569818"/>
            </a:xfrm>
            <a:prstGeom prst="roundRect">
              <a:avLst/>
            </a:prstGeom>
            <a:grpFill/>
            <a:ln w="254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99" name="テキスト ボックス 98">
            <a:extLst>
              <a:ext uri="{FF2B5EF4-FFF2-40B4-BE49-F238E27FC236}">
                <a16:creationId xmlns:a16="http://schemas.microsoft.com/office/drawing/2014/main" id="{4D3DA1B2-FB00-6EEF-C56C-F0932BDF3016}"/>
              </a:ext>
            </a:extLst>
          </p:cNvPr>
          <p:cNvSpPr txBox="1"/>
          <p:nvPr/>
        </p:nvSpPr>
        <p:spPr>
          <a:xfrm>
            <a:off x="8350164" y="3937456"/>
            <a:ext cx="562032" cy="276999"/>
          </a:xfrm>
          <a:prstGeom prst="rect">
            <a:avLst/>
          </a:prstGeom>
          <a:noFill/>
        </p:spPr>
        <p:txBody>
          <a:bodyPr wrap="square">
            <a:spAutoFit/>
          </a:bodyPr>
          <a:lstStyle/>
          <a:p>
            <a:pPr algn="ctr"/>
            <a:r>
              <a:rPr kumimoji="1" lang="en-US" altLang="ja-JP" sz="1050" b="1">
                <a:ln w="3175">
                  <a:noFill/>
                </a:ln>
                <a:latin typeface="原稿用標準書体" panose="03000503000000000000" pitchFamily="66" charset="-128"/>
                <a:ea typeface="原稿用標準書体" panose="03000503000000000000" pitchFamily="66" charset="-128"/>
              </a:rPr>
              <a:t>Lv</a:t>
            </a:r>
            <a:r>
              <a:rPr kumimoji="1" lang="en-US" altLang="ja-JP" sz="1200" b="1">
                <a:ln w="3175">
                  <a:noFill/>
                </a:ln>
                <a:latin typeface="原稿用標準書体" panose="03000503000000000000" pitchFamily="66" charset="-128"/>
                <a:ea typeface="原稿用標準書体" panose="03000503000000000000" pitchFamily="66" charset="-128"/>
              </a:rPr>
              <a:t>000</a:t>
            </a:r>
            <a:endParaRPr kumimoji="1" lang="ja-JP" altLang="en-US" sz="1200" b="1" dirty="0">
              <a:ln w="3175">
                <a:noFill/>
              </a:ln>
              <a:latin typeface="原稿用標準書体" panose="03000503000000000000" pitchFamily="66" charset="-128"/>
              <a:ea typeface="原稿用標準書体" panose="03000503000000000000" pitchFamily="66" charset="-128"/>
            </a:endParaRPr>
          </a:p>
        </p:txBody>
      </p:sp>
      <p:sp>
        <p:nvSpPr>
          <p:cNvPr id="100" name="テキスト ボックス 99">
            <a:extLst>
              <a:ext uri="{FF2B5EF4-FFF2-40B4-BE49-F238E27FC236}">
                <a16:creationId xmlns:a16="http://schemas.microsoft.com/office/drawing/2014/main" id="{EE1F5372-AD11-825E-58D9-128E53066415}"/>
              </a:ext>
            </a:extLst>
          </p:cNvPr>
          <p:cNvSpPr txBox="1"/>
          <p:nvPr/>
        </p:nvSpPr>
        <p:spPr>
          <a:xfrm>
            <a:off x="8350164" y="4698525"/>
            <a:ext cx="562032" cy="276999"/>
          </a:xfrm>
          <a:prstGeom prst="rect">
            <a:avLst/>
          </a:prstGeom>
          <a:noFill/>
        </p:spPr>
        <p:txBody>
          <a:bodyPr wrap="square">
            <a:spAutoFit/>
          </a:bodyPr>
          <a:lstStyle/>
          <a:p>
            <a:pPr algn="ctr"/>
            <a:r>
              <a:rPr kumimoji="1" lang="en-US" altLang="ja-JP" sz="1050" b="1">
                <a:ln w="3175">
                  <a:noFill/>
                </a:ln>
                <a:latin typeface="原稿用標準書体" panose="03000503000000000000" pitchFamily="66" charset="-128"/>
                <a:ea typeface="原稿用標準書体" panose="03000503000000000000" pitchFamily="66" charset="-128"/>
              </a:rPr>
              <a:t>Lv</a:t>
            </a:r>
            <a:r>
              <a:rPr kumimoji="1" lang="en-US" altLang="ja-JP" sz="1200" b="1">
                <a:ln w="3175">
                  <a:noFill/>
                </a:ln>
                <a:latin typeface="原稿用標準書体" panose="03000503000000000000" pitchFamily="66" charset="-128"/>
                <a:ea typeface="原稿用標準書体" panose="03000503000000000000" pitchFamily="66" charset="-128"/>
              </a:rPr>
              <a:t>000</a:t>
            </a:r>
            <a:endParaRPr kumimoji="1" lang="ja-JP" altLang="en-US" sz="1200" b="1" dirty="0">
              <a:ln w="3175">
                <a:noFill/>
              </a:ln>
              <a:latin typeface="原稿用標準書体" panose="03000503000000000000" pitchFamily="66" charset="-128"/>
              <a:ea typeface="原稿用標準書体" panose="03000503000000000000" pitchFamily="66" charset="-128"/>
            </a:endParaRPr>
          </a:p>
        </p:txBody>
      </p:sp>
      <p:sp>
        <p:nvSpPr>
          <p:cNvPr id="101" name="テキスト ボックス 100">
            <a:extLst>
              <a:ext uri="{FF2B5EF4-FFF2-40B4-BE49-F238E27FC236}">
                <a16:creationId xmlns:a16="http://schemas.microsoft.com/office/drawing/2014/main" id="{1776DF3E-C9D2-EBBA-F14A-F7B9EE60C7DC}"/>
              </a:ext>
            </a:extLst>
          </p:cNvPr>
          <p:cNvSpPr txBox="1"/>
          <p:nvPr/>
        </p:nvSpPr>
        <p:spPr>
          <a:xfrm>
            <a:off x="8350164" y="2415320"/>
            <a:ext cx="562032" cy="276999"/>
          </a:xfrm>
          <a:prstGeom prst="rect">
            <a:avLst/>
          </a:prstGeom>
          <a:noFill/>
        </p:spPr>
        <p:txBody>
          <a:bodyPr wrap="square">
            <a:spAutoFit/>
          </a:bodyPr>
          <a:lstStyle/>
          <a:p>
            <a:pPr algn="ctr"/>
            <a:r>
              <a:rPr kumimoji="1" lang="en-US" altLang="ja-JP" sz="1050" b="1">
                <a:ln w="3175">
                  <a:noFill/>
                </a:ln>
                <a:latin typeface="原稿用標準書体" panose="03000503000000000000" pitchFamily="66" charset="-128"/>
                <a:ea typeface="原稿用標準書体" panose="03000503000000000000" pitchFamily="66" charset="-128"/>
              </a:rPr>
              <a:t>Lv</a:t>
            </a:r>
            <a:r>
              <a:rPr kumimoji="1" lang="en-US" altLang="ja-JP" sz="1200" b="1">
                <a:ln w="3175">
                  <a:noFill/>
                </a:ln>
                <a:latin typeface="原稿用標準書体" panose="03000503000000000000" pitchFamily="66" charset="-128"/>
                <a:ea typeface="原稿用標準書体" panose="03000503000000000000" pitchFamily="66" charset="-128"/>
              </a:rPr>
              <a:t>000</a:t>
            </a:r>
            <a:endParaRPr kumimoji="1" lang="ja-JP" altLang="en-US" sz="1200" b="1" dirty="0">
              <a:ln w="3175">
                <a:noFill/>
              </a:ln>
              <a:latin typeface="原稿用標準書体" panose="03000503000000000000" pitchFamily="66" charset="-128"/>
              <a:ea typeface="原稿用標準書体" panose="03000503000000000000" pitchFamily="66" charset="-128"/>
            </a:endParaRPr>
          </a:p>
        </p:txBody>
      </p:sp>
      <p:sp>
        <p:nvSpPr>
          <p:cNvPr id="102" name="テキスト ボックス 101">
            <a:extLst>
              <a:ext uri="{FF2B5EF4-FFF2-40B4-BE49-F238E27FC236}">
                <a16:creationId xmlns:a16="http://schemas.microsoft.com/office/drawing/2014/main" id="{4EAAAB15-01B2-9931-ED6A-48A955E19D04}"/>
              </a:ext>
            </a:extLst>
          </p:cNvPr>
          <p:cNvSpPr txBox="1"/>
          <p:nvPr/>
        </p:nvSpPr>
        <p:spPr>
          <a:xfrm>
            <a:off x="8350164" y="3176388"/>
            <a:ext cx="562032" cy="276999"/>
          </a:xfrm>
          <a:prstGeom prst="rect">
            <a:avLst/>
          </a:prstGeom>
          <a:noFill/>
        </p:spPr>
        <p:txBody>
          <a:bodyPr wrap="square">
            <a:spAutoFit/>
          </a:bodyPr>
          <a:lstStyle/>
          <a:p>
            <a:pPr algn="ctr"/>
            <a:r>
              <a:rPr kumimoji="1" lang="en-US" altLang="ja-JP" sz="1050" b="1">
                <a:ln w="3175">
                  <a:noFill/>
                </a:ln>
                <a:latin typeface="原稿用標準書体" panose="03000503000000000000" pitchFamily="66" charset="-128"/>
                <a:ea typeface="原稿用標準書体" panose="03000503000000000000" pitchFamily="66" charset="-128"/>
              </a:rPr>
              <a:t>Lv</a:t>
            </a:r>
            <a:r>
              <a:rPr kumimoji="1" lang="en-US" altLang="ja-JP" sz="1200" b="1">
                <a:ln w="3175">
                  <a:noFill/>
                </a:ln>
                <a:latin typeface="原稿用標準書体" panose="03000503000000000000" pitchFamily="66" charset="-128"/>
                <a:ea typeface="原稿用標準書体" panose="03000503000000000000" pitchFamily="66" charset="-128"/>
              </a:rPr>
              <a:t>000</a:t>
            </a:r>
            <a:endParaRPr kumimoji="1" lang="ja-JP" altLang="en-US" sz="1200" b="1" dirty="0">
              <a:ln w="3175">
                <a:noFill/>
              </a:ln>
              <a:latin typeface="原稿用標準書体" panose="03000503000000000000" pitchFamily="66" charset="-128"/>
              <a:ea typeface="原稿用標準書体" panose="03000503000000000000" pitchFamily="66" charset="-128"/>
            </a:endParaRPr>
          </a:p>
        </p:txBody>
      </p:sp>
      <p:sp>
        <p:nvSpPr>
          <p:cNvPr id="104" name="テキスト ボックス 103">
            <a:extLst>
              <a:ext uri="{FF2B5EF4-FFF2-40B4-BE49-F238E27FC236}">
                <a16:creationId xmlns:a16="http://schemas.microsoft.com/office/drawing/2014/main" id="{BFD23657-5FC5-511A-1B2A-A674B226F280}"/>
              </a:ext>
            </a:extLst>
          </p:cNvPr>
          <p:cNvSpPr txBox="1"/>
          <p:nvPr/>
        </p:nvSpPr>
        <p:spPr>
          <a:xfrm>
            <a:off x="7550169" y="3936166"/>
            <a:ext cx="562032" cy="276999"/>
          </a:xfrm>
          <a:prstGeom prst="rect">
            <a:avLst/>
          </a:prstGeom>
          <a:noFill/>
        </p:spPr>
        <p:txBody>
          <a:bodyPr wrap="square">
            <a:spAutoFit/>
          </a:bodyPr>
          <a:lstStyle/>
          <a:p>
            <a:pPr algn="ctr"/>
            <a:r>
              <a:rPr kumimoji="1" lang="en-US" altLang="ja-JP" sz="1050" b="1">
                <a:ln w="3175">
                  <a:noFill/>
                </a:ln>
                <a:latin typeface="原稿用標準書体" panose="03000503000000000000" pitchFamily="66" charset="-128"/>
                <a:ea typeface="原稿用標準書体" panose="03000503000000000000" pitchFamily="66" charset="-128"/>
              </a:rPr>
              <a:t>Lv</a:t>
            </a:r>
            <a:r>
              <a:rPr kumimoji="1" lang="en-US" altLang="ja-JP" sz="1200" b="1">
                <a:ln w="3175">
                  <a:noFill/>
                </a:ln>
                <a:latin typeface="原稿用標準書体" panose="03000503000000000000" pitchFamily="66" charset="-128"/>
                <a:ea typeface="原稿用標準書体" panose="03000503000000000000" pitchFamily="66" charset="-128"/>
              </a:rPr>
              <a:t>000</a:t>
            </a:r>
            <a:endParaRPr kumimoji="1" lang="ja-JP" altLang="en-US" sz="1200" b="1" dirty="0">
              <a:ln w="3175">
                <a:noFill/>
              </a:ln>
              <a:latin typeface="原稿用標準書体" panose="03000503000000000000" pitchFamily="66" charset="-128"/>
              <a:ea typeface="原稿用標準書体" panose="03000503000000000000" pitchFamily="66" charset="-128"/>
            </a:endParaRPr>
          </a:p>
        </p:txBody>
      </p:sp>
      <p:sp>
        <p:nvSpPr>
          <p:cNvPr id="105" name="テキスト ボックス 104">
            <a:extLst>
              <a:ext uri="{FF2B5EF4-FFF2-40B4-BE49-F238E27FC236}">
                <a16:creationId xmlns:a16="http://schemas.microsoft.com/office/drawing/2014/main" id="{B232A1B9-3E09-CE5E-AA30-E7823351B83B}"/>
              </a:ext>
            </a:extLst>
          </p:cNvPr>
          <p:cNvSpPr txBox="1"/>
          <p:nvPr/>
        </p:nvSpPr>
        <p:spPr>
          <a:xfrm>
            <a:off x="7550169" y="2414030"/>
            <a:ext cx="562032" cy="276999"/>
          </a:xfrm>
          <a:prstGeom prst="rect">
            <a:avLst/>
          </a:prstGeom>
          <a:noFill/>
        </p:spPr>
        <p:txBody>
          <a:bodyPr wrap="square">
            <a:spAutoFit/>
          </a:bodyPr>
          <a:lstStyle/>
          <a:p>
            <a:pPr algn="ctr"/>
            <a:r>
              <a:rPr kumimoji="1" lang="en-US" altLang="ja-JP" sz="1050" b="1">
                <a:ln w="3175">
                  <a:noFill/>
                </a:ln>
                <a:latin typeface="原稿用標準書体" panose="03000503000000000000" pitchFamily="66" charset="-128"/>
                <a:ea typeface="原稿用標準書体" panose="03000503000000000000" pitchFamily="66" charset="-128"/>
              </a:rPr>
              <a:t>Lv</a:t>
            </a:r>
            <a:r>
              <a:rPr kumimoji="1" lang="en-US" altLang="ja-JP" sz="1200" b="1">
                <a:ln w="3175">
                  <a:noFill/>
                </a:ln>
                <a:latin typeface="原稿用標準書体" panose="03000503000000000000" pitchFamily="66" charset="-128"/>
                <a:ea typeface="原稿用標準書体" panose="03000503000000000000" pitchFamily="66" charset="-128"/>
              </a:rPr>
              <a:t>000</a:t>
            </a:r>
            <a:endParaRPr kumimoji="1" lang="ja-JP" altLang="en-US" sz="1200" b="1" dirty="0">
              <a:ln w="3175">
                <a:noFill/>
              </a:ln>
              <a:latin typeface="原稿用標準書体" panose="03000503000000000000" pitchFamily="66" charset="-128"/>
              <a:ea typeface="原稿用標準書体" panose="03000503000000000000" pitchFamily="66" charset="-128"/>
            </a:endParaRPr>
          </a:p>
        </p:txBody>
      </p:sp>
      <p:sp>
        <p:nvSpPr>
          <p:cNvPr id="106" name="テキスト ボックス 105">
            <a:extLst>
              <a:ext uri="{FF2B5EF4-FFF2-40B4-BE49-F238E27FC236}">
                <a16:creationId xmlns:a16="http://schemas.microsoft.com/office/drawing/2014/main" id="{8E86251D-F174-332B-8D3E-4B75A4A3514D}"/>
              </a:ext>
            </a:extLst>
          </p:cNvPr>
          <p:cNvSpPr txBox="1"/>
          <p:nvPr/>
        </p:nvSpPr>
        <p:spPr>
          <a:xfrm>
            <a:off x="7550169" y="3175098"/>
            <a:ext cx="562032" cy="276999"/>
          </a:xfrm>
          <a:prstGeom prst="rect">
            <a:avLst/>
          </a:prstGeom>
          <a:noFill/>
        </p:spPr>
        <p:txBody>
          <a:bodyPr wrap="square">
            <a:spAutoFit/>
          </a:bodyPr>
          <a:lstStyle/>
          <a:p>
            <a:pPr algn="ctr"/>
            <a:r>
              <a:rPr kumimoji="1" lang="en-US" altLang="ja-JP" sz="1050" b="1">
                <a:ln w="3175">
                  <a:noFill/>
                </a:ln>
                <a:latin typeface="原稿用標準書体" panose="03000503000000000000" pitchFamily="66" charset="-128"/>
                <a:ea typeface="原稿用標準書体" panose="03000503000000000000" pitchFamily="66" charset="-128"/>
              </a:rPr>
              <a:t>Lv</a:t>
            </a:r>
            <a:r>
              <a:rPr kumimoji="1" lang="en-US" altLang="ja-JP" sz="1200" b="1">
                <a:ln w="3175">
                  <a:noFill/>
                </a:ln>
                <a:latin typeface="原稿用標準書体" panose="03000503000000000000" pitchFamily="66" charset="-128"/>
                <a:ea typeface="原稿用標準書体" panose="03000503000000000000" pitchFamily="66" charset="-128"/>
              </a:rPr>
              <a:t>000</a:t>
            </a:r>
            <a:endParaRPr kumimoji="1" lang="ja-JP" altLang="en-US" sz="1200" b="1" dirty="0">
              <a:ln w="3175">
                <a:noFill/>
              </a:ln>
              <a:latin typeface="原稿用標準書体" panose="03000503000000000000" pitchFamily="66" charset="-128"/>
              <a:ea typeface="原稿用標準書体" panose="03000503000000000000" pitchFamily="66" charset="-128"/>
            </a:endParaRPr>
          </a:p>
        </p:txBody>
      </p:sp>
      <p:grpSp>
        <p:nvGrpSpPr>
          <p:cNvPr id="113" name="グループ化 112">
            <a:extLst>
              <a:ext uri="{FF2B5EF4-FFF2-40B4-BE49-F238E27FC236}">
                <a16:creationId xmlns:a16="http://schemas.microsoft.com/office/drawing/2014/main" id="{EB5D0EFF-52AE-F20A-691E-8EBB8D5A5174}"/>
              </a:ext>
            </a:extLst>
          </p:cNvPr>
          <p:cNvGrpSpPr/>
          <p:nvPr/>
        </p:nvGrpSpPr>
        <p:grpSpPr>
          <a:xfrm>
            <a:off x="9927223" y="2404699"/>
            <a:ext cx="562032" cy="2560204"/>
            <a:chOff x="9927223" y="2404699"/>
            <a:chExt cx="562032" cy="2560204"/>
          </a:xfrm>
        </p:grpSpPr>
        <p:sp>
          <p:nvSpPr>
            <p:cNvPr id="108" name="テキスト ボックス 107">
              <a:extLst>
                <a:ext uri="{FF2B5EF4-FFF2-40B4-BE49-F238E27FC236}">
                  <a16:creationId xmlns:a16="http://schemas.microsoft.com/office/drawing/2014/main" id="{962FBA8E-1A14-8276-E154-EB4B5DE21547}"/>
                </a:ext>
              </a:extLst>
            </p:cNvPr>
            <p:cNvSpPr txBox="1"/>
            <p:nvPr/>
          </p:nvSpPr>
          <p:spPr>
            <a:xfrm>
              <a:off x="9927223" y="3926835"/>
              <a:ext cx="562032" cy="276999"/>
            </a:xfrm>
            <a:prstGeom prst="rect">
              <a:avLst/>
            </a:prstGeom>
            <a:noFill/>
          </p:spPr>
          <p:txBody>
            <a:bodyPr wrap="square">
              <a:spAutoFit/>
            </a:bodyPr>
            <a:lstStyle/>
            <a:p>
              <a:pPr algn="ctr"/>
              <a:r>
                <a:rPr kumimoji="1" lang="en-US" altLang="ja-JP" sz="1050" b="1">
                  <a:ln w="3175">
                    <a:noFill/>
                  </a:ln>
                  <a:solidFill>
                    <a:schemeClr val="bg1">
                      <a:lumMod val="95000"/>
                    </a:schemeClr>
                  </a:solidFill>
                  <a:latin typeface="原稿用標準書体" panose="03000503000000000000" pitchFamily="66" charset="-128"/>
                  <a:ea typeface="原稿用標準書体" panose="03000503000000000000" pitchFamily="66" charset="-128"/>
                </a:rPr>
                <a:t>Lv</a:t>
              </a:r>
              <a:r>
                <a:rPr kumimoji="1" lang="en-US" altLang="ja-JP" sz="1200" b="1">
                  <a:ln w="3175">
                    <a:noFill/>
                  </a:ln>
                  <a:solidFill>
                    <a:schemeClr val="bg1">
                      <a:lumMod val="95000"/>
                    </a:schemeClr>
                  </a:solidFill>
                  <a:latin typeface="原稿用標準書体" panose="03000503000000000000" pitchFamily="66" charset="-128"/>
                  <a:ea typeface="原稿用標準書体" panose="03000503000000000000" pitchFamily="66" charset="-128"/>
                </a:rPr>
                <a:t>000</a:t>
              </a:r>
              <a:endParaRPr kumimoji="1" lang="ja-JP" altLang="en-US" sz="1200" b="1" dirty="0">
                <a:ln w="3175">
                  <a:noFill/>
                </a:ln>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09" name="テキスト ボックス 108">
              <a:extLst>
                <a:ext uri="{FF2B5EF4-FFF2-40B4-BE49-F238E27FC236}">
                  <a16:creationId xmlns:a16="http://schemas.microsoft.com/office/drawing/2014/main" id="{54FB203F-90C0-93BA-5FA5-07D7EDC0BA11}"/>
                </a:ext>
              </a:extLst>
            </p:cNvPr>
            <p:cNvSpPr txBox="1"/>
            <p:nvPr/>
          </p:nvSpPr>
          <p:spPr>
            <a:xfrm>
              <a:off x="9927223" y="4687904"/>
              <a:ext cx="562032" cy="276999"/>
            </a:xfrm>
            <a:prstGeom prst="rect">
              <a:avLst/>
            </a:prstGeom>
            <a:noFill/>
          </p:spPr>
          <p:txBody>
            <a:bodyPr wrap="square">
              <a:spAutoFit/>
            </a:bodyPr>
            <a:lstStyle/>
            <a:p>
              <a:pPr algn="ctr"/>
              <a:r>
                <a:rPr kumimoji="1" lang="en-US" altLang="ja-JP" sz="1050" b="1">
                  <a:ln w="3175">
                    <a:noFill/>
                  </a:ln>
                  <a:solidFill>
                    <a:schemeClr val="bg1">
                      <a:lumMod val="95000"/>
                    </a:schemeClr>
                  </a:solidFill>
                  <a:latin typeface="原稿用標準書体" panose="03000503000000000000" pitchFamily="66" charset="-128"/>
                  <a:ea typeface="原稿用標準書体" panose="03000503000000000000" pitchFamily="66" charset="-128"/>
                </a:rPr>
                <a:t>Lv</a:t>
              </a:r>
              <a:r>
                <a:rPr kumimoji="1" lang="en-US" altLang="ja-JP" sz="1200" b="1">
                  <a:ln w="3175">
                    <a:noFill/>
                  </a:ln>
                  <a:solidFill>
                    <a:schemeClr val="bg1">
                      <a:lumMod val="95000"/>
                    </a:schemeClr>
                  </a:solidFill>
                  <a:latin typeface="原稿用標準書体" panose="03000503000000000000" pitchFamily="66" charset="-128"/>
                  <a:ea typeface="原稿用標準書体" panose="03000503000000000000" pitchFamily="66" charset="-128"/>
                </a:rPr>
                <a:t>000</a:t>
              </a:r>
              <a:endParaRPr kumimoji="1" lang="ja-JP" altLang="en-US" sz="1200" b="1" dirty="0">
                <a:ln w="3175">
                  <a:noFill/>
                </a:ln>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10" name="テキスト ボックス 109">
              <a:extLst>
                <a:ext uri="{FF2B5EF4-FFF2-40B4-BE49-F238E27FC236}">
                  <a16:creationId xmlns:a16="http://schemas.microsoft.com/office/drawing/2014/main" id="{E1C9B38D-67CD-0749-2485-7302B6641126}"/>
                </a:ext>
              </a:extLst>
            </p:cNvPr>
            <p:cNvSpPr txBox="1"/>
            <p:nvPr/>
          </p:nvSpPr>
          <p:spPr>
            <a:xfrm>
              <a:off x="9927223" y="2404699"/>
              <a:ext cx="562032" cy="276999"/>
            </a:xfrm>
            <a:prstGeom prst="rect">
              <a:avLst/>
            </a:prstGeom>
            <a:noFill/>
          </p:spPr>
          <p:txBody>
            <a:bodyPr wrap="square">
              <a:spAutoFit/>
            </a:bodyPr>
            <a:lstStyle/>
            <a:p>
              <a:pPr algn="ctr"/>
              <a:r>
                <a:rPr kumimoji="1" lang="en-US" altLang="ja-JP" sz="1050" b="1">
                  <a:ln w="3175">
                    <a:noFill/>
                  </a:ln>
                  <a:solidFill>
                    <a:schemeClr val="bg1">
                      <a:lumMod val="95000"/>
                    </a:schemeClr>
                  </a:solidFill>
                  <a:latin typeface="原稿用標準書体" panose="03000503000000000000" pitchFamily="66" charset="-128"/>
                  <a:ea typeface="原稿用標準書体" panose="03000503000000000000" pitchFamily="66" charset="-128"/>
                </a:rPr>
                <a:t>Lv</a:t>
              </a:r>
              <a:r>
                <a:rPr kumimoji="1" lang="en-US" altLang="ja-JP" sz="1200" b="1">
                  <a:ln w="3175">
                    <a:noFill/>
                  </a:ln>
                  <a:solidFill>
                    <a:schemeClr val="bg1">
                      <a:lumMod val="95000"/>
                    </a:schemeClr>
                  </a:solidFill>
                  <a:latin typeface="原稿用標準書体" panose="03000503000000000000" pitchFamily="66" charset="-128"/>
                  <a:ea typeface="原稿用標準書体" panose="03000503000000000000" pitchFamily="66" charset="-128"/>
                </a:rPr>
                <a:t>000</a:t>
              </a:r>
              <a:endParaRPr kumimoji="1" lang="ja-JP" altLang="en-US" sz="1200" b="1" dirty="0">
                <a:ln w="3175">
                  <a:noFill/>
                </a:ln>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11" name="テキスト ボックス 110">
              <a:extLst>
                <a:ext uri="{FF2B5EF4-FFF2-40B4-BE49-F238E27FC236}">
                  <a16:creationId xmlns:a16="http://schemas.microsoft.com/office/drawing/2014/main" id="{A4ECD05A-E35B-B800-CE38-D8590DCDB635}"/>
                </a:ext>
              </a:extLst>
            </p:cNvPr>
            <p:cNvSpPr txBox="1"/>
            <p:nvPr/>
          </p:nvSpPr>
          <p:spPr>
            <a:xfrm>
              <a:off x="9927223" y="3165767"/>
              <a:ext cx="562032" cy="276999"/>
            </a:xfrm>
            <a:prstGeom prst="rect">
              <a:avLst/>
            </a:prstGeom>
            <a:noFill/>
          </p:spPr>
          <p:txBody>
            <a:bodyPr wrap="square">
              <a:spAutoFit/>
            </a:bodyPr>
            <a:lstStyle/>
            <a:p>
              <a:pPr algn="ctr"/>
              <a:r>
                <a:rPr kumimoji="1" lang="en-US" altLang="ja-JP" sz="1050" b="1">
                  <a:ln w="3175">
                    <a:noFill/>
                  </a:ln>
                  <a:solidFill>
                    <a:schemeClr val="bg1">
                      <a:lumMod val="95000"/>
                    </a:schemeClr>
                  </a:solidFill>
                  <a:latin typeface="原稿用標準書体" panose="03000503000000000000" pitchFamily="66" charset="-128"/>
                  <a:ea typeface="原稿用標準書体" panose="03000503000000000000" pitchFamily="66" charset="-128"/>
                </a:rPr>
                <a:t>Lv</a:t>
              </a:r>
              <a:r>
                <a:rPr kumimoji="1" lang="en-US" altLang="ja-JP" sz="1200" b="1">
                  <a:ln w="3175">
                    <a:noFill/>
                  </a:ln>
                  <a:solidFill>
                    <a:schemeClr val="bg1">
                      <a:lumMod val="95000"/>
                    </a:schemeClr>
                  </a:solidFill>
                  <a:latin typeface="原稿用標準書体" panose="03000503000000000000" pitchFamily="66" charset="-128"/>
                  <a:ea typeface="原稿用標準書体" panose="03000503000000000000" pitchFamily="66" charset="-128"/>
                </a:rPr>
                <a:t>000</a:t>
              </a:r>
              <a:endParaRPr kumimoji="1" lang="ja-JP" altLang="en-US" sz="1200" b="1" dirty="0">
                <a:ln w="3175">
                  <a:noFill/>
                </a:ln>
                <a:solidFill>
                  <a:schemeClr val="bg1">
                    <a:lumMod val="95000"/>
                  </a:schemeClr>
                </a:solidFill>
                <a:latin typeface="原稿用標準書体" panose="03000503000000000000" pitchFamily="66" charset="-128"/>
                <a:ea typeface="原稿用標準書体" panose="03000503000000000000" pitchFamily="66" charset="-128"/>
              </a:endParaRPr>
            </a:p>
          </p:txBody>
        </p:sp>
      </p:grpSp>
      <p:sp>
        <p:nvSpPr>
          <p:cNvPr id="112" name="テキスト ボックス 111">
            <a:extLst>
              <a:ext uri="{FF2B5EF4-FFF2-40B4-BE49-F238E27FC236}">
                <a16:creationId xmlns:a16="http://schemas.microsoft.com/office/drawing/2014/main" id="{C24D0001-1EDD-CB45-2D4C-7B371B2DF886}"/>
              </a:ext>
            </a:extLst>
          </p:cNvPr>
          <p:cNvSpPr txBox="1"/>
          <p:nvPr/>
        </p:nvSpPr>
        <p:spPr>
          <a:xfrm>
            <a:off x="8497666" y="1344328"/>
            <a:ext cx="1842172" cy="523220"/>
          </a:xfrm>
          <a:prstGeom prst="rect">
            <a:avLst/>
          </a:prstGeom>
          <a:noFill/>
        </p:spPr>
        <p:txBody>
          <a:bodyPr wrap="none" rtlCol="0">
            <a:spAutoFit/>
          </a:bodyPr>
          <a:lstStyle/>
          <a:p>
            <a:pPr algn="ctr"/>
            <a:r>
              <a:rPr kumimoji="1" lang="en-US" altLang="ja-JP" sz="2800" b="1"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Arial" panose="020B0604020202020204" pitchFamily="34" charset="0"/>
              </a:rPr>
              <a:t>VS.</a:t>
            </a:r>
            <a:r>
              <a:rPr kumimoji="1" lang="ja-JP" altLang="en-US" sz="2800" b="1"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Arial" panose="020B0604020202020204" pitchFamily="34" charset="0"/>
              </a:rPr>
              <a:t>敵群名</a:t>
            </a:r>
          </a:p>
        </p:txBody>
      </p:sp>
      <p:grpSp>
        <p:nvGrpSpPr>
          <p:cNvPr id="114" name="グループ化 113">
            <a:extLst>
              <a:ext uri="{FF2B5EF4-FFF2-40B4-BE49-F238E27FC236}">
                <a16:creationId xmlns:a16="http://schemas.microsoft.com/office/drawing/2014/main" id="{D94C3775-A92D-D8FB-5592-EB44461FFF5E}"/>
              </a:ext>
            </a:extLst>
          </p:cNvPr>
          <p:cNvGrpSpPr/>
          <p:nvPr/>
        </p:nvGrpSpPr>
        <p:grpSpPr>
          <a:xfrm>
            <a:off x="10732766" y="2407809"/>
            <a:ext cx="562032" cy="2560204"/>
            <a:chOff x="9927223" y="2404699"/>
            <a:chExt cx="562032" cy="2560204"/>
          </a:xfrm>
        </p:grpSpPr>
        <p:sp>
          <p:nvSpPr>
            <p:cNvPr id="115" name="テキスト ボックス 114">
              <a:extLst>
                <a:ext uri="{FF2B5EF4-FFF2-40B4-BE49-F238E27FC236}">
                  <a16:creationId xmlns:a16="http://schemas.microsoft.com/office/drawing/2014/main" id="{B2BE3670-82F1-CECD-F11D-0C58C4C776C9}"/>
                </a:ext>
              </a:extLst>
            </p:cNvPr>
            <p:cNvSpPr txBox="1"/>
            <p:nvPr/>
          </p:nvSpPr>
          <p:spPr>
            <a:xfrm>
              <a:off x="9927223" y="3926835"/>
              <a:ext cx="562032" cy="276999"/>
            </a:xfrm>
            <a:prstGeom prst="rect">
              <a:avLst/>
            </a:prstGeom>
            <a:noFill/>
          </p:spPr>
          <p:txBody>
            <a:bodyPr wrap="square">
              <a:spAutoFit/>
            </a:bodyPr>
            <a:lstStyle/>
            <a:p>
              <a:pPr algn="ctr"/>
              <a:r>
                <a:rPr kumimoji="1" lang="en-US" altLang="ja-JP" sz="1050" b="1">
                  <a:ln w="3175">
                    <a:noFill/>
                  </a:ln>
                  <a:solidFill>
                    <a:schemeClr val="bg1">
                      <a:lumMod val="95000"/>
                    </a:schemeClr>
                  </a:solidFill>
                  <a:latin typeface="原稿用標準書体" panose="03000503000000000000" pitchFamily="66" charset="-128"/>
                  <a:ea typeface="原稿用標準書体" panose="03000503000000000000" pitchFamily="66" charset="-128"/>
                </a:rPr>
                <a:t>Lv</a:t>
              </a:r>
              <a:r>
                <a:rPr kumimoji="1" lang="en-US" altLang="ja-JP" sz="1200" b="1">
                  <a:ln w="3175">
                    <a:noFill/>
                  </a:ln>
                  <a:solidFill>
                    <a:schemeClr val="bg1">
                      <a:lumMod val="95000"/>
                    </a:schemeClr>
                  </a:solidFill>
                  <a:latin typeface="原稿用標準書体" panose="03000503000000000000" pitchFamily="66" charset="-128"/>
                  <a:ea typeface="原稿用標準書体" panose="03000503000000000000" pitchFamily="66" charset="-128"/>
                </a:rPr>
                <a:t>000</a:t>
              </a:r>
              <a:endParaRPr kumimoji="1" lang="ja-JP" altLang="en-US" sz="1200" b="1" dirty="0">
                <a:ln w="3175">
                  <a:noFill/>
                </a:ln>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16" name="テキスト ボックス 115">
              <a:extLst>
                <a:ext uri="{FF2B5EF4-FFF2-40B4-BE49-F238E27FC236}">
                  <a16:creationId xmlns:a16="http://schemas.microsoft.com/office/drawing/2014/main" id="{D58929AD-8641-E0F4-74F9-C862DA348C23}"/>
                </a:ext>
              </a:extLst>
            </p:cNvPr>
            <p:cNvSpPr txBox="1"/>
            <p:nvPr/>
          </p:nvSpPr>
          <p:spPr>
            <a:xfrm>
              <a:off x="9927223" y="4687904"/>
              <a:ext cx="562032" cy="276999"/>
            </a:xfrm>
            <a:prstGeom prst="rect">
              <a:avLst/>
            </a:prstGeom>
            <a:noFill/>
          </p:spPr>
          <p:txBody>
            <a:bodyPr wrap="square">
              <a:spAutoFit/>
            </a:bodyPr>
            <a:lstStyle/>
            <a:p>
              <a:pPr algn="ctr"/>
              <a:r>
                <a:rPr kumimoji="1" lang="en-US" altLang="ja-JP" sz="1050" b="1">
                  <a:ln w="3175">
                    <a:noFill/>
                  </a:ln>
                  <a:solidFill>
                    <a:schemeClr val="bg1">
                      <a:lumMod val="95000"/>
                    </a:schemeClr>
                  </a:solidFill>
                  <a:latin typeface="原稿用標準書体" panose="03000503000000000000" pitchFamily="66" charset="-128"/>
                  <a:ea typeface="原稿用標準書体" panose="03000503000000000000" pitchFamily="66" charset="-128"/>
                </a:rPr>
                <a:t>Lv</a:t>
              </a:r>
              <a:r>
                <a:rPr kumimoji="1" lang="en-US" altLang="ja-JP" sz="1200" b="1">
                  <a:ln w="3175">
                    <a:noFill/>
                  </a:ln>
                  <a:solidFill>
                    <a:schemeClr val="bg1">
                      <a:lumMod val="95000"/>
                    </a:schemeClr>
                  </a:solidFill>
                  <a:latin typeface="原稿用標準書体" panose="03000503000000000000" pitchFamily="66" charset="-128"/>
                  <a:ea typeface="原稿用標準書体" panose="03000503000000000000" pitchFamily="66" charset="-128"/>
                </a:rPr>
                <a:t>000</a:t>
              </a:r>
              <a:endParaRPr kumimoji="1" lang="ja-JP" altLang="en-US" sz="1200" b="1" dirty="0">
                <a:ln w="3175">
                  <a:noFill/>
                </a:ln>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17" name="テキスト ボックス 116">
              <a:extLst>
                <a:ext uri="{FF2B5EF4-FFF2-40B4-BE49-F238E27FC236}">
                  <a16:creationId xmlns:a16="http://schemas.microsoft.com/office/drawing/2014/main" id="{073DEB82-634C-3805-F967-6883CAF84046}"/>
                </a:ext>
              </a:extLst>
            </p:cNvPr>
            <p:cNvSpPr txBox="1"/>
            <p:nvPr/>
          </p:nvSpPr>
          <p:spPr>
            <a:xfrm>
              <a:off x="9927223" y="2404699"/>
              <a:ext cx="562032" cy="276999"/>
            </a:xfrm>
            <a:prstGeom prst="rect">
              <a:avLst/>
            </a:prstGeom>
            <a:noFill/>
          </p:spPr>
          <p:txBody>
            <a:bodyPr wrap="square">
              <a:spAutoFit/>
            </a:bodyPr>
            <a:lstStyle/>
            <a:p>
              <a:pPr algn="ctr"/>
              <a:r>
                <a:rPr kumimoji="1" lang="en-US" altLang="ja-JP" sz="1050" b="1">
                  <a:ln w="3175">
                    <a:noFill/>
                  </a:ln>
                  <a:solidFill>
                    <a:schemeClr val="bg1">
                      <a:lumMod val="95000"/>
                    </a:schemeClr>
                  </a:solidFill>
                  <a:latin typeface="原稿用標準書体" panose="03000503000000000000" pitchFamily="66" charset="-128"/>
                  <a:ea typeface="原稿用標準書体" panose="03000503000000000000" pitchFamily="66" charset="-128"/>
                </a:rPr>
                <a:t>Lv</a:t>
              </a:r>
              <a:r>
                <a:rPr kumimoji="1" lang="en-US" altLang="ja-JP" sz="1200" b="1">
                  <a:ln w="3175">
                    <a:noFill/>
                  </a:ln>
                  <a:solidFill>
                    <a:schemeClr val="bg1">
                      <a:lumMod val="95000"/>
                    </a:schemeClr>
                  </a:solidFill>
                  <a:latin typeface="原稿用標準書体" panose="03000503000000000000" pitchFamily="66" charset="-128"/>
                  <a:ea typeface="原稿用標準書体" panose="03000503000000000000" pitchFamily="66" charset="-128"/>
                </a:rPr>
                <a:t>000</a:t>
              </a:r>
              <a:endParaRPr kumimoji="1" lang="ja-JP" altLang="en-US" sz="1200" b="1" dirty="0">
                <a:ln w="3175">
                  <a:noFill/>
                </a:ln>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12" name="グループ化 11">
            <a:extLst>
              <a:ext uri="{FF2B5EF4-FFF2-40B4-BE49-F238E27FC236}">
                <a16:creationId xmlns:a16="http://schemas.microsoft.com/office/drawing/2014/main" id="{FE42B16A-8DBF-906C-A7F4-E6E2510EB4A3}"/>
              </a:ext>
            </a:extLst>
          </p:cNvPr>
          <p:cNvGrpSpPr/>
          <p:nvPr/>
        </p:nvGrpSpPr>
        <p:grpSpPr>
          <a:xfrm>
            <a:off x="1567997" y="5677957"/>
            <a:ext cx="466296" cy="699535"/>
            <a:chOff x="1572592" y="5648090"/>
            <a:chExt cx="466296" cy="699535"/>
          </a:xfrm>
        </p:grpSpPr>
        <p:sp>
          <p:nvSpPr>
            <p:cNvPr id="58" name="四角形: 角を丸くする 57">
              <a:extLst>
                <a:ext uri="{FF2B5EF4-FFF2-40B4-BE49-F238E27FC236}">
                  <a16:creationId xmlns:a16="http://schemas.microsoft.com/office/drawing/2014/main" id="{7AC4A356-A6AD-C5D8-6FCC-47DC17594FAF}"/>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1" name="四角形: 角を丸くする 10">
              <a:extLst>
                <a:ext uri="{FF2B5EF4-FFF2-40B4-BE49-F238E27FC236}">
                  <a16:creationId xmlns:a16="http://schemas.microsoft.com/office/drawing/2014/main" id="{0B19403D-6B17-E2DF-F8AA-8CDEF2574D6A}"/>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13" name="グループ化 12">
            <a:extLst>
              <a:ext uri="{FF2B5EF4-FFF2-40B4-BE49-F238E27FC236}">
                <a16:creationId xmlns:a16="http://schemas.microsoft.com/office/drawing/2014/main" id="{AB7FFFFF-2DC8-6371-269C-EFA500557CFE}"/>
              </a:ext>
            </a:extLst>
          </p:cNvPr>
          <p:cNvGrpSpPr/>
          <p:nvPr/>
        </p:nvGrpSpPr>
        <p:grpSpPr>
          <a:xfrm>
            <a:off x="2169302" y="5677957"/>
            <a:ext cx="466296" cy="699535"/>
            <a:chOff x="1572592" y="5648090"/>
            <a:chExt cx="466296" cy="699535"/>
          </a:xfrm>
        </p:grpSpPr>
        <p:sp>
          <p:nvSpPr>
            <p:cNvPr id="14" name="四角形: 角を丸くする 13">
              <a:extLst>
                <a:ext uri="{FF2B5EF4-FFF2-40B4-BE49-F238E27FC236}">
                  <a16:creationId xmlns:a16="http://schemas.microsoft.com/office/drawing/2014/main" id="{C1245FE1-AA4C-5448-6A04-557168007668}"/>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5" name="四角形: 角を丸くする 14">
              <a:extLst>
                <a:ext uri="{FF2B5EF4-FFF2-40B4-BE49-F238E27FC236}">
                  <a16:creationId xmlns:a16="http://schemas.microsoft.com/office/drawing/2014/main" id="{9FD6E4A2-1302-1E59-56CF-9B7566971CCB}"/>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17" name="グループ化 16">
            <a:extLst>
              <a:ext uri="{FF2B5EF4-FFF2-40B4-BE49-F238E27FC236}">
                <a16:creationId xmlns:a16="http://schemas.microsoft.com/office/drawing/2014/main" id="{498A2D80-FAFD-B8E8-84E3-CFE7B6F78417}"/>
              </a:ext>
            </a:extLst>
          </p:cNvPr>
          <p:cNvGrpSpPr/>
          <p:nvPr/>
        </p:nvGrpSpPr>
        <p:grpSpPr>
          <a:xfrm>
            <a:off x="2770607" y="5677957"/>
            <a:ext cx="466296" cy="699535"/>
            <a:chOff x="1572592" y="5648090"/>
            <a:chExt cx="466296" cy="699535"/>
          </a:xfrm>
        </p:grpSpPr>
        <p:sp>
          <p:nvSpPr>
            <p:cNvPr id="18" name="四角形: 角を丸くする 17">
              <a:extLst>
                <a:ext uri="{FF2B5EF4-FFF2-40B4-BE49-F238E27FC236}">
                  <a16:creationId xmlns:a16="http://schemas.microsoft.com/office/drawing/2014/main" id="{005267EC-E7BE-CDDA-FBC4-732DA2A965D2}"/>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20" name="四角形: 角を丸くする 19">
              <a:extLst>
                <a:ext uri="{FF2B5EF4-FFF2-40B4-BE49-F238E27FC236}">
                  <a16:creationId xmlns:a16="http://schemas.microsoft.com/office/drawing/2014/main" id="{6BE9098D-7975-C3AE-7445-C224B5ECC577}"/>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21" name="グループ化 20">
            <a:extLst>
              <a:ext uri="{FF2B5EF4-FFF2-40B4-BE49-F238E27FC236}">
                <a16:creationId xmlns:a16="http://schemas.microsoft.com/office/drawing/2014/main" id="{86F4C888-38A8-F616-315F-2414F6C0E223}"/>
              </a:ext>
            </a:extLst>
          </p:cNvPr>
          <p:cNvGrpSpPr/>
          <p:nvPr/>
        </p:nvGrpSpPr>
        <p:grpSpPr>
          <a:xfrm>
            <a:off x="3371912" y="5677957"/>
            <a:ext cx="466296" cy="699535"/>
            <a:chOff x="1572592" y="5648090"/>
            <a:chExt cx="466296" cy="699535"/>
          </a:xfrm>
        </p:grpSpPr>
        <p:sp>
          <p:nvSpPr>
            <p:cNvPr id="22" name="四角形: 角を丸くする 21">
              <a:extLst>
                <a:ext uri="{FF2B5EF4-FFF2-40B4-BE49-F238E27FC236}">
                  <a16:creationId xmlns:a16="http://schemas.microsoft.com/office/drawing/2014/main" id="{CB079946-4DE3-9EF3-6C2F-44EEE9E78BA0}"/>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23" name="四角形: 角を丸くする 22">
              <a:extLst>
                <a:ext uri="{FF2B5EF4-FFF2-40B4-BE49-F238E27FC236}">
                  <a16:creationId xmlns:a16="http://schemas.microsoft.com/office/drawing/2014/main" id="{B832D4D5-48EF-E0C5-A533-032DB570C112}"/>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24" name="グループ化 23">
            <a:extLst>
              <a:ext uri="{FF2B5EF4-FFF2-40B4-BE49-F238E27FC236}">
                <a16:creationId xmlns:a16="http://schemas.microsoft.com/office/drawing/2014/main" id="{361EB538-A1E6-8166-2BB5-413E7F61F06F}"/>
              </a:ext>
            </a:extLst>
          </p:cNvPr>
          <p:cNvGrpSpPr/>
          <p:nvPr/>
        </p:nvGrpSpPr>
        <p:grpSpPr>
          <a:xfrm>
            <a:off x="3973217" y="5677957"/>
            <a:ext cx="466296" cy="699535"/>
            <a:chOff x="1572592" y="5648090"/>
            <a:chExt cx="466296" cy="699535"/>
          </a:xfrm>
        </p:grpSpPr>
        <p:sp>
          <p:nvSpPr>
            <p:cNvPr id="25" name="四角形: 角を丸くする 24">
              <a:extLst>
                <a:ext uri="{FF2B5EF4-FFF2-40B4-BE49-F238E27FC236}">
                  <a16:creationId xmlns:a16="http://schemas.microsoft.com/office/drawing/2014/main" id="{7F2754B4-F3E4-C16C-D6CC-FDD06EBC7DEA}"/>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26" name="四角形: 角を丸くする 25">
              <a:extLst>
                <a:ext uri="{FF2B5EF4-FFF2-40B4-BE49-F238E27FC236}">
                  <a16:creationId xmlns:a16="http://schemas.microsoft.com/office/drawing/2014/main" id="{62BBD461-3E3F-BA97-0112-D1F40FBA7D07}"/>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27" name="グループ化 26">
            <a:extLst>
              <a:ext uri="{FF2B5EF4-FFF2-40B4-BE49-F238E27FC236}">
                <a16:creationId xmlns:a16="http://schemas.microsoft.com/office/drawing/2014/main" id="{7A5F1D3D-F733-1D05-6E6C-188568002751}"/>
              </a:ext>
            </a:extLst>
          </p:cNvPr>
          <p:cNvGrpSpPr/>
          <p:nvPr/>
        </p:nvGrpSpPr>
        <p:grpSpPr>
          <a:xfrm>
            <a:off x="4574522" y="5677957"/>
            <a:ext cx="466296" cy="699535"/>
            <a:chOff x="1572592" y="5648090"/>
            <a:chExt cx="466296" cy="699535"/>
          </a:xfrm>
        </p:grpSpPr>
        <p:sp>
          <p:nvSpPr>
            <p:cNvPr id="42" name="四角形: 角を丸くする 41">
              <a:extLst>
                <a:ext uri="{FF2B5EF4-FFF2-40B4-BE49-F238E27FC236}">
                  <a16:creationId xmlns:a16="http://schemas.microsoft.com/office/drawing/2014/main" id="{49F8CDBF-DA42-F55B-0ACB-5183D0AE71C9}"/>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43" name="四角形: 角を丸くする 42">
              <a:extLst>
                <a:ext uri="{FF2B5EF4-FFF2-40B4-BE49-F238E27FC236}">
                  <a16:creationId xmlns:a16="http://schemas.microsoft.com/office/drawing/2014/main" id="{8B890792-1C3F-729E-0EC0-728D116C70F2}"/>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46" name="グループ化 45">
            <a:extLst>
              <a:ext uri="{FF2B5EF4-FFF2-40B4-BE49-F238E27FC236}">
                <a16:creationId xmlns:a16="http://schemas.microsoft.com/office/drawing/2014/main" id="{0C04538E-7B4A-3E77-2849-2BC751C943C1}"/>
              </a:ext>
            </a:extLst>
          </p:cNvPr>
          <p:cNvGrpSpPr/>
          <p:nvPr/>
        </p:nvGrpSpPr>
        <p:grpSpPr>
          <a:xfrm>
            <a:off x="5175824" y="5677957"/>
            <a:ext cx="466296" cy="699535"/>
            <a:chOff x="1572592" y="5648090"/>
            <a:chExt cx="466296" cy="699535"/>
          </a:xfrm>
        </p:grpSpPr>
        <p:sp>
          <p:nvSpPr>
            <p:cNvPr id="50" name="四角形: 角を丸くする 49">
              <a:extLst>
                <a:ext uri="{FF2B5EF4-FFF2-40B4-BE49-F238E27FC236}">
                  <a16:creationId xmlns:a16="http://schemas.microsoft.com/office/drawing/2014/main" id="{8B18F075-7370-A2E9-20C2-E639A5DDCF21}"/>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51" name="四角形: 角を丸くする 50">
              <a:extLst>
                <a:ext uri="{FF2B5EF4-FFF2-40B4-BE49-F238E27FC236}">
                  <a16:creationId xmlns:a16="http://schemas.microsoft.com/office/drawing/2014/main" id="{9656C144-E3F5-30D9-DA61-8C99077A23A9}"/>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sp>
        <p:nvSpPr>
          <p:cNvPr id="64" name="二等辺三角形 63">
            <a:extLst>
              <a:ext uri="{FF2B5EF4-FFF2-40B4-BE49-F238E27FC236}">
                <a16:creationId xmlns:a16="http://schemas.microsoft.com/office/drawing/2014/main" id="{B0DDF040-7546-7E3B-B60D-709F86A34C8A}"/>
              </a:ext>
            </a:extLst>
          </p:cNvPr>
          <p:cNvSpPr/>
          <p:nvPr/>
        </p:nvSpPr>
        <p:spPr>
          <a:xfrm rot="5400000">
            <a:off x="10860936" y="5875196"/>
            <a:ext cx="364010" cy="313802"/>
          </a:xfrm>
          <a:prstGeom prst="triangl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3" name="テキスト ボックス 72">
            <a:extLst>
              <a:ext uri="{FF2B5EF4-FFF2-40B4-BE49-F238E27FC236}">
                <a16:creationId xmlns:a16="http://schemas.microsoft.com/office/drawing/2014/main" id="{A06C35CC-1355-F465-B33E-54C0ED9C60F9}"/>
              </a:ext>
            </a:extLst>
          </p:cNvPr>
          <p:cNvSpPr txBox="1"/>
          <p:nvPr/>
        </p:nvSpPr>
        <p:spPr>
          <a:xfrm>
            <a:off x="9098198" y="5847431"/>
            <a:ext cx="1743792" cy="369332"/>
          </a:xfrm>
          <a:prstGeom prst="rect">
            <a:avLst/>
          </a:prstGeom>
          <a:noFill/>
        </p:spPr>
        <p:txBody>
          <a:bodyPr wrap="square">
            <a:spAutoFit/>
          </a:bodyPr>
          <a:lstStyle/>
          <a:p>
            <a:pPr algn="ctr"/>
            <a:r>
              <a:rPr lang="ja-JP" altLang="en-US" sz="1800" b="1">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rPr>
              <a:t>バトル開始</a:t>
            </a:r>
            <a:endParaRPr lang="ja-JP" altLang="en-US" sz="1800" b="1" dirty="0">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endParaRPr>
          </a:p>
        </p:txBody>
      </p:sp>
    </p:spTree>
    <p:extLst>
      <p:ext uri="{BB962C8B-B14F-4D97-AF65-F5344CB8AC3E}">
        <p14:creationId xmlns:p14="http://schemas.microsoft.com/office/powerpoint/2010/main" val="1893756630"/>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gradFill>
          <a:gsLst>
            <a:gs pos="46690">
              <a:schemeClr val="accent6">
                <a:lumMod val="75000"/>
              </a:schemeClr>
            </a:gs>
            <a:gs pos="0">
              <a:schemeClr val="accent6">
                <a:lumMod val="50000"/>
              </a:schemeClr>
            </a:gs>
            <a:gs pos="23000">
              <a:schemeClr val="accent6">
                <a:lumMod val="75000"/>
              </a:schemeClr>
            </a:gs>
            <a:gs pos="69000">
              <a:schemeClr val="accent6">
                <a:lumMod val="50000"/>
              </a:schemeClr>
            </a:gs>
            <a:gs pos="97000">
              <a:schemeClr val="tx1">
                <a:lumMod val="85000"/>
                <a:lumOff val="15000"/>
              </a:schemeClr>
            </a:gs>
          </a:gsLst>
          <a:path path="circle">
            <a:fillToRect l="50000" t="50000" r="50000" b="50000"/>
          </a:path>
        </a:gradFill>
        <a:effectLst/>
      </p:bgPr>
    </p:bg>
    <p:spTree>
      <p:nvGrpSpPr>
        <p:cNvPr id="1" name="">
          <a:extLst>
            <a:ext uri="{FF2B5EF4-FFF2-40B4-BE49-F238E27FC236}">
              <a16:creationId xmlns:a16="http://schemas.microsoft.com/office/drawing/2014/main" id="{4C4064A1-BD7F-C039-5AB9-6034B055EDBF}"/>
            </a:ext>
          </a:extLst>
        </p:cNvPr>
        <p:cNvGrpSpPr/>
        <p:nvPr/>
      </p:nvGrpSpPr>
      <p:grpSpPr>
        <a:xfrm>
          <a:off x="0" y="0"/>
          <a:ext cx="0" cy="0"/>
          <a:chOff x="0" y="0"/>
          <a:chExt cx="0" cy="0"/>
        </a:xfrm>
      </p:grpSpPr>
      <p:sp>
        <p:nvSpPr>
          <p:cNvPr id="78" name="二等辺三角形 77">
            <a:extLst>
              <a:ext uri="{FF2B5EF4-FFF2-40B4-BE49-F238E27FC236}">
                <a16:creationId xmlns:a16="http://schemas.microsoft.com/office/drawing/2014/main" id="{952F575C-34E7-E1E1-1F67-F3827E5F3DC4}"/>
              </a:ext>
            </a:extLst>
          </p:cNvPr>
          <p:cNvSpPr/>
          <p:nvPr/>
        </p:nvSpPr>
        <p:spPr>
          <a:xfrm rot="16200000">
            <a:off x="5766625" y="-1014151"/>
            <a:ext cx="658751" cy="3259291"/>
          </a:xfrm>
          <a:prstGeom prst="triangle">
            <a:avLst/>
          </a:prstGeom>
          <a:solidFill>
            <a:schemeClr val="accent1">
              <a:lumMod val="20000"/>
              <a:lumOff val="80000"/>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9" name="テキスト ボックス 78">
            <a:extLst>
              <a:ext uri="{FF2B5EF4-FFF2-40B4-BE49-F238E27FC236}">
                <a16:creationId xmlns:a16="http://schemas.microsoft.com/office/drawing/2014/main" id="{61B5E25D-7523-12AC-33FC-DCFAF84A41E2}"/>
              </a:ext>
            </a:extLst>
          </p:cNvPr>
          <p:cNvSpPr txBox="1"/>
          <p:nvPr/>
        </p:nvSpPr>
        <p:spPr>
          <a:xfrm>
            <a:off x="4145673" y="261931"/>
            <a:ext cx="4009051" cy="646331"/>
          </a:xfrm>
          <a:prstGeom prst="rect">
            <a:avLst/>
          </a:prstGeom>
          <a:noFill/>
        </p:spPr>
        <p:txBody>
          <a:bodyPr wrap="square">
            <a:spAutoFit/>
          </a:bodyPr>
          <a:lstStyle/>
          <a:p>
            <a:pPr algn="ctr"/>
            <a:r>
              <a:rPr lang="ja-JP" altLang="en-US" sz="3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バトル発生</a:t>
            </a:r>
            <a:endParaRPr kumimoji="1" lang="ja-JP" altLang="en-US" sz="36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76" name="テキスト ボックス 75">
            <a:extLst>
              <a:ext uri="{FF2B5EF4-FFF2-40B4-BE49-F238E27FC236}">
                <a16:creationId xmlns:a16="http://schemas.microsoft.com/office/drawing/2014/main" id="{6E134E76-9B5D-4D35-8CF2-4106AF1B0EE3}"/>
              </a:ext>
            </a:extLst>
          </p:cNvPr>
          <p:cNvSpPr txBox="1"/>
          <p:nvPr/>
        </p:nvSpPr>
        <p:spPr>
          <a:xfrm>
            <a:off x="4091474" y="271395"/>
            <a:ext cx="4009051" cy="646331"/>
          </a:xfrm>
          <a:prstGeom prst="rect">
            <a:avLst/>
          </a:prstGeom>
          <a:noFill/>
        </p:spPr>
        <p:txBody>
          <a:bodyPr wrap="square">
            <a:spAutoFit/>
          </a:bodyPr>
          <a:lstStyle/>
          <a:p>
            <a:pPr algn="ctr"/>
            <a:r>
              <a:rPr lang="ja-JP" altLang="en-US" sz="3600" b="1" dirty="0">
                <a:solidFill>
                  <a:srgbClr val="FF0000"/>
                </a:solidFill>
                <a:latin typeface="原稿用標準書体" panose="03000503000000000000" pitchFamily="66" charset="-128"/>
                <a:ea typeface="原稿用標準書体" panose="03000503000000000000" pitchFamily="66" charset="-128"/>
              </a:rPr>
              <a:t>バトル発生</a:t>
            </a:r>
            <a:endParaRPr kumimoji="1" lang="ja-JP" altLang="en-US" sz="3600" b="1" dirty="0">
              <a:solidFill>
                <a:srgbClr val="FF0000"/>
              </a:solidFill>
              <a:latin typeface="原稿用標準書体" panose="03000503000000000000" pitchFamily="66" charset="-128"/>
              <a:ea typeface="原稿用標準書体" panose="03000503000000000000" pitchFamily="66" charset="-128"/>
            </a:endParaRPr>
          </a:p>
        </p:txBody>
      </p:sp>
      <p:cxnSp>
        <p:nvCxnSpPr>
          <p:cNvPr id="77" name="直線コネクタ 76">
            <a:extLst>
              <a:ext uri="{FF2B5EF4-FFF2-40B4-BE49-F238E27FC236}">
                <a16:creationId xmlns:a16="http://schemas.microsoft.com/office/drawing/2014/main" id="{C19E9A15-CB1D-8148-0862-DB5CC4D0332C}"/>
              </a:ext>
            </a:extLst>
          </p:cNvPr>
          <p:cNvCxnSpPr>
            <a:cxnSpLocks/>
            <a:stCxn id="45" idx="6"/>
            <a:endCxn id="48" idx="2"/>
          </p:cNvCxnSpPr>
          <p:nvPr/>
        </p:nvCxnSpPr>
        <p:spPr>
          <a:xfrm>
            <a:off x="4052275" y="2947629"/>
            <a:ext cx="563659" cy="1006993"/>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sp>
        <p:nvSpPr>
          <p:cNvPr id="3" name="楕円 2">
            <a:extLst>
              <a:ext uri="{FF2B5EF4-FFF2-40B4-BE49-F238E27FC236}">
                <a16:creationId xmlns:a16="http://schemas.microsoft.com/office/drawing/2014/main" id="{A1007654-D4D4-6F71-A9E5-60B0BB43F788}"/>
              </a:ext>
            </a:extLst>
          </p:cNvPr>
          <p:cNvSpPr/>
          <p:nvPr/>
        </p:nvSpPr>
        <p:spPr>
          <a:xfrm>
            <a:off x="-307971" y="1954762"/>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rgbClr val="C00000"/>
                </a:solidFill>
                <a:latin typeface="原稿用標準書体" panose="03000503000000000000" pitchFamily="66" charset="-128"/>
                <a:ea typeface="原稿用標準書体" panose="03000503000000000000" pitchFamily="66" charset="-128"/>
              </a:rPr>
              <a:t>BATTLE</a:t>
            </a:r>
            <a:endParaRPr kumimoji="1" lang="ja-JP" altLang="en-US" dirty="0">
              <a:solidFill>
                <a:srgbClr val="C00000"/>
              </a:solidFill>
              <a:latin typeface="原稿用標準書体" panose="03000503000000000000" pitchFamily="66" charset="-128"/>
              <a:ea typeface="原稿用標準書体" panose="03000503000000000000" pitchFamily="66" charset="-128"/>
            </a:endParaRPr>
          </a:p>
        </p:txBody>
      </p:sp>
      <p:sp>
        <p:nvSpPr>
          <p:cNvPr id="19" name="楕円 18">
            <a:extLst>
              <a:ext uri="{FF2B5EF4-FFF2-40B4-BE49-F238E27FC236}">
                <a16:creationId xmlns:a16="http://schemas.microsoft.com/office/drawing/2014/main" id="{0340D90C-D5AE-1146-6E3C-5587151CC03A}"/>
              </a:ext>
            </a:extLst>
          </p:cNvPr>
          <p:cNvSpPr/>
          <p:nvPr/>
        </p:nvSpPr>
        <p:spPr>
          <a:xfrm>
            <a:off x="1029479" y="3572515"/>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chemeClr val="accent3"/>
                </a:solidFill>
                <a:latin typeface="原稿用標準書体" panose="03000503000000000000" pitchFamily="66" charset="-128"/>
                <a:ea typeface="原稿用標準書体" panose="03000503000000000000" pitchFamily="66" charset="-128"/>
              </a:rPr>
              <a:t>STORY</a:t>
            </a:r>
            <a:endParaRPr kumimoji="1" lang="ja-JP" altLang="en-US" dirty="0">
              <a:solidFill>
                <a:schemeClr val="accent3"/>
              </a:solidFill>
              <a:latin typeface="原稿用標準書体" panose="03000503000000000000" pitchFamily="66" charset="-128"/>
              <a:ea typeface="原稿用標準書体" panose="03000503000000000000" pitchFamily="66" charset="-128"/>
            </a:endParaRPr>
          </a:p>
        </p:txBody>
      </p:sp>
      <p:sp>
        <p:nvSpPr>
          <p:cNvPr id="30" name="矢印: 五方向 29">
            <a:extLst>
              <a:ext uri="{FF2B5EF4-FFF2-40B4-BE49-F238E27FC236}">
                <a16:creationId xmlns:a16="http://schemas.microsoft.com/office/drawing/2014/main" id="{8DA782F9-BE0F-B609-24AC-FBB9E0199B80}"/>
              </a:ext>
            </a:extLst>
          </p:cNvPr>
          <p:cNvSpPr/>
          <p:nvPr/>
        </p:nvSpPr>
        <p:spPr>
          <a:xfrm>
            <a:off x="7057581" y="5770518"/>
            <a:ext cx="1283025" cy="523159"/>
          </a:xfrm>
          <a:prstGeom prst="homePlate">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原稿用標準書体" panose="03000503000000000000" pitchFamily="66" charset="-128"/>
                <a:ea typeface="原稿用標準書体" panose="03000503000000000000" pitchFamily="66" charset="-128"/>
              </a:rPr>
              <a:t>撤退</a:t>
            </a:r>
          </a:p>
        </p:txBody>
      </p:sp>
      <p:sp>
        <p:nvSpPr>
          <p:cNvPr id="31" name="楕円 30">
            <a:extLst>
              <a:ext uri="{FF2B5EF4-FFF2-40B4-BE49-F238E27FC236}">
                <a16:creationId xmlns:a16="http://schemas.microsoft.com/office/drawing/2014/main" id="{F75372CE-109C-5DD7-6A02-4261441BB190}"/>
              </a:ext>
            </a:extLst>
          </p:cNvPr>
          <p:cNvSpPr/>
          <p:nvPr/>
        </p:nvSpPr>
        <p:spPr>
          <a:xfrm>
            <a:off x="6364643" y="2791406"/>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lang="en-US" altLang="ja-JP" dirty="0">
                <a:solidFill>
                  <a:srgbClr val="C00000"/>
                </a:solidFill>
                <a:latin typeface="原稿用標準書体" panose="03000503000000000000" pitchFamily="66" charset="-128"/>
                <a:ea typeface="原稿用標準書体" panose="03000503000000000000" pitchFamily="66" charset="-128"/>
              </a:rPr>
              <a:t>BATTLE</a:t>
            </a:r>
            <a:endParaRPr lang="ja-JP" altLang="en-US" dirty="0">
              <a:solidFill>
                <a:srgbClr val="C00000"/>
              </a:solidFill>
              <a:latin typeface="原稿用標準書体" panose="03000503000000000000" pitchFamily="66" charset="-128"/>
              <a:ea typeface="原稿用標準書体" panose="03000503000000000000" pitchFamily="66" charset="-128"/>
            </a:endParaRPr>
          </a:p>
        </p:txBody>
      </p:sp>
      <p:sp>
        <p:nvSpPr>
          <p:cNvPr id="44" name="四角形: 角を丸くする 43">
            <a:extLst>
              <a:ext uri="{FF2B5EF4-FFF2-40B4-BE49-F238E27FC236}">
                <a16:creationId xmlns:a16="http://schemas.microsoft.com/office/drawing/2014/main" id="{E3881CF0-009C-BC93-5CD7-17C8651DD485}"/>
              </a:ext>
            </a:extLst>
          </p:cNvPr>
          <p:cNvSpPr/>
          <p:nvPr/>
        </p:nvSpPr>
        <p:spPr>
          <a:xfrm>
            <a:off x="429205" y="5555534"/>
            <a:ext cx="6136930" cy="953126"/>
          </a:xfrm>
          <a:prstGeom prst="roundRect">
            <a:avLst>
              <a:gd name="adj" fmla="val 11772"/>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45" name="楕円 44">
            <a:extLst>
              <a:ext uri="{FF2B5EF4-FFF2-40B4-BE49-F238E27FC236}">
                <a16:creationId xmlns:a16="http://schemas.microsoft.com/office/drawing/2014/main" id="{155514A3-012B-A345-E99D-51B9CD23138E}"/>
              </a:ext>
            </a:extLst>
          </p:cNvPr>
          <p:cNvSpPr/>
          <p:nvPr/>
        </p:nvSpPr>
        <p:spPr>
          <a:xfrm>
            <a:off x="2889059" y="2366021"/>
            <a:ext cx="1163216" cy="1163216"/>
          </a:xfrm>
          <a:prstGeom prst="ellipse">
            <a:avLst/>
          </a:prstGeom>
          <a:solidFill>
            <a:schemeClr val="bg1">
              <a:lumMod val="95000"/>
            </a:schemeClr>
          </a:solidFill>
          <a:ln w="63500">
            <a:solidFill>
              <a:schemeClr val="accent6"/>
            </a:solidFill>
          </a:ln>
          <a:effectLst>
            <a:glow rad="127000">
              <a:schemeClr val="accent6">
                <a:lumMod val="20000"/>
                <a:lumOff val="80000"/>
                <a:alpha val="55000"/>
              </a:schemeClr>
            </a:glow>
          </a:effectLst>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lang="en-US" altLang="ja-JP" dirty="0">
                <a:solidFill>
                  <a:srgbClr val="C00000"/>
                </a:solidFill>
                <a:latin typeface="原稿用標準書体" panose="03000503000000000000" pitchFamily="66" charset="-128"/>
                <a:ea typeface="原稿用標準書体" panose="03000503000000000000" pitchFamily="66" charset="-128"/>
              </a:rPr>
              <a:t>BATTLE</a:t>
            </a:r>
            <a:endParaRPr lang="ja-JP" altLang="en-US" dirty="0">
              <a:solidFill>
                <a:srgbClr val="C00000"/>
              </a:solidFill>
              <a:latin typeface="原稿用標準書体" panose="03000503000000000000" pitchFamily="66" charset="-128"/>
              <a:ea typeface="原稿用標準書体" panose="03000503000000000000" pitchFamily="66" charset="-128"/>
            </a:endParaRPr>
          </a:p>
        </p:txBody>
      </p:sp>
      <p:sp>
        <p:nvSpPr>
          <p:cNvPr id="47" name="楕円 46">
            <a:extLst>
              <a:ext uri="{FF2B5EF4-FFF2-40B4-BE49-F238E27FC236}">
                <a16:creationId xmlns:a16="http://schemas.microsoft.com/office/drawing/2014/main" id="{0E88DE22-141D-DA54-2601-A14049C4F87B}"/>
              </a:ext>
            </a:extLst>
          </p:cNvPr>
          <p:cNvSpPr/>
          <p:nvPr/>
        </p:nvSpPr>
        <p:spPr>
          <a:xfrm>
            <a:off x="-2137874" y="2847392"/>
            <a:ext cx="1163216" cy="1163216"/>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chemeClr val="accent4"/>
                </a:solidFill>
                <a:latin typeface="原稿用標準書体" panose="03000503000000000000" pitchFamily="66" charset="-128"/>
                <a:ea typeface="原稿用標準書体" panose="03000503000000000000" pitchFamily="66" charset="-128"/>
              </a:rPr>
              <a:t>START</a:t>
            </a:r>
            <a:endParaRPr kumimoji="1" lang="ja-JP" altLang="en-US" dirty="0">
              <a:solidFill>
                <a:schemeClr val="accent4"/>
              </a:solidFill>
              <a:latin typeface="原稿用標準書体" panose="03000503000000000000" pitchFamily="66" charset="-128"/>
              <a:ea typeface="原稿用標準書体" panose="03000503000000000000" pitchFamily="66" charset="-128"/>
            </a:endParaRPr>
          </a:p>
        </p:txBody>
      </p:sp>
      <p:sp>
        <p:nvSpPr>
          <p:cNvPr id="48" name="楕円 47">
            <a:extLst>
              <a:ext uri="{FF2B5EF4-FFF2-40B4-BE49-F238E27FC236}">
                <a16:creationId xmlns:a16="http://schemas.microsoft.com/office/drawing/2014/main" id="{E889E0BB-FC48-D5C0-B7CE-469EA7285DA1}"/>
              </a:ext>
            </a:extLst>
          </p:cNvPr>
          <p:cNvSpPr/>
          <p:nvPr/>
        </p:nvSpPr>
        <p:spPr>
          <a:xfrm>
            <a:off x="4615934" y="3373014"/>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lang="en-US" altLang="ja-JP" dirty="0">
                <a:solidFill>
                  <a:schemeClr val="accent2">
                    <a:lumMod val="75000"/>
                  </a:schemeClr>
                </a:solidFill>
                <a:latin typeface="原稿用標準書体" panose="03000503000000000000" pitchFamily="66" charset="-128"/>
                <a:ea typeface="原稿用標準書体" panose="03000503000000000000" pitchFamily="66" charset="-128"/>
              </a:rPr>
              <a:t>EVENT</a:t>
            </a:r>
            <a:endParaRPr lang="ja-JP" altLang="en-US" dirty="0">
              <a:solidFill>
                <a:schemeClr val="accent2">
                  <a:lumMod val="75000"/>
                </a:schemeClr>
              </a:solidFill>
              <a:latin typeface="原稿用標準書体" panose="03000503000000000000" pitchFamily="66" charset="-128"/>
              <a:ea typeface="原稿用標準書体" panose="03000503000000000000" pitchFamily="66" charset="-128"/>
            </a:endParaRPr>
          </a:p>
        </p:txBody>
      </p:sp>
      <p:cxnSp>
        <p:nvCxnSpPr>
          <p:cNvPr id="52" name="直線コネクタ 51">
            <a:extLst>
              <a:ext uri="{FF2B5EF4-FFF2-40B4-BE49-F238E27FC236}">
                <a16:creationId xmlns:a16="http://schemas.microsoft.com/office/drawing/2014/main" id="{DCE792AF-FDD5-A8E3-DC08-58D10D6E1761}"/>
              </a:ext>
            </a:extLst>
          </p:cNvPr>
          <p:cNvCxnSpPr>
            <a:cxnSpLocks/>
            <a:endCxn id="3" idx="2"/>
          </p:cNvCxnSpPr>
          <p:nvPr/>
        </p:nvCxnSpPr>
        <p:spPr>
          <a:xfrm flipV="1">
            <a:off x="-974658" y="2536370"/>
            <a:ext cx="666687" cy="836644"/>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61" name="直線コネクタ 60">
            <a:extLst>
              <a:ext uri="{FF2B5EF4-FFF2-40B4-BE49-F238E27FC236}">
                <a16:creationId xmlns:a16="http://schemas.microsoft.com/office/drawing/2014/main" id="{CD02A1BF-4BA7-D8C1-69EB-A027CABC94E8}"/>
              </a:ext>
            </a:extLst>
          </p:cNvPr>
          <p:cNvCxnSpPr>
            <a:cxnSpLocks/>
            <a:stCxn id="19" idx="1"/>
            <a:endCxn id="3" idx="5"/>
          </p:cNvCxnSpPr>
          <p:nvPr/>
        </p:nvCxnSpPr>
        <p:spPr>
          <a:xfrm flipH="1" flipV="1">
            <a:off x="684896" y="2947629"/>
            <a:ext cx="514932" cy="795235"/>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74" name="直線コネクタ 73">
            <a:extLst>
              <a:ext uri="{FF2B5EF4-FFF2-40B4-BE49-F238E27FC236}">
                <a16:creationId xmlns:a16="http://schemas.microsoft.com/office/drawing/2014/main" id="{BDCF22D0-7678-DBD4-8518-D490C36ACE39}"/>
              </a:ext>
            </a:extLst>
          </p:cNvPr>
          <p:cNvCxnSpPr>
            <a:cxnSpLocks/>
            <a:stCxn id="19" idx="7"/>
            <a:endCxn id="45" idx="2"/>
          </p:cNvCxnSpPr>
          <p:nvPr/>
        </p:nvCxnSpPr>
        <p:spPr>
          <a:xfrm flipV="1">
            <a:off x="2022346" y="2947629"/>
            <a:ext cx="866713" cy="795235"/>
          </a:xfrm>
          <a:prstGeom prst="line">
            <a:avLst/>
          </a:prstGeom>
          <a:ln w="63500">
            <a:solidFill>
              <a:schemeClr val="accent6"/>
            </a:solidFill>
            <a:prstDash val="sysDot"/>
          </a:ln>
        </p:spPr>
        <p:style>
          <a:lnRef idx="2">
            <a:schemeClr val="accent1"/>
          </a:lnRef>
          <a:fillRef idx="0">
            <a:schemeClr val="accent1"/>
          </a:fillRef>
          <a:effectRef idx="1">
            <a:schemeClr val="accent1"/>
          </a:effectRef>
          <a:fontRef idx="minor">
            <a:schemeClr val="tx1"/>
          </a:fontRef>
        </p:style>
      </p:cxnSp>
      <p:cxnSp>
        <p:nvCxnSpPr>
          <p:cNvPr id="85" name="直線コネクタ 84">
            <a:extLst>
              <a:ext uri="{FF2B5EF4-FFF2-40B4-BE49-F238E27FC236}">
                <a16:creationId xmlns:a16="http://schemas.microsoft.com/office/drawing/2014/main" id="{6CE37CC6-B553-14ED-AE2E-EFA87FDC5C9E}"/>
              </a:ext>
            </a:extLst>
          </p:cNvPr>
          <p:cNvCxnSpPr>
            <a:cxnSpLocks/>
            <a:stCxn id="48" idx="6"/>
            <a:endCxn id="31" idx="2"/>
          </p:cNvCxnSpPr>
          <p:nvPr/>
        </p:nvCxnSpPr>
        <p:spPr>
          <a:xfrm flipV="1">
            <a:off x="5779150" y="3373014"/>
            <a:ext cx="585493" cy="581608"/>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grpSp>
        <p:nvGrpSpPr>
          <p:cNvPr id="2" name="グループ化 1">
            <a:extLst>
              <a:ext uri="{FF2B5EF4-FFF2-40B4-BE49-F238E27FC236}">
                <a16:creationId xmlns:a16="http://schemas.microsoft.com/office/drawing/2014/main" id="{1E89E603-30FA-9184-04B3-BB636A7B490D}"/>
              </a:ext>
            </a:extLst>
          </p:cNvPr>
          <p:cNvGrpSpPr/>
          <p:nvPr/>
        </p:nvGrpSpPr>
        <p:grpSpPr>
          <a:xfrm>
            <a:off x="3050369" y="1485969"/>
            <a:ext cx="840596" cy="833567"/>
            <a:chOff x="1367715" y="1890973"/>
            <a:chExt cx="840596" cy="833567"/>
          </a:xfrm>
        </p:grpSpPr>
        <p:sp>
          <p:nvSpPr>
            <p:cNvPr id="88" name="吹き出し: 円形 87">
              <a:extLst>
                <a:ext uri="{FF2B5EF4-FFF2-40B4-BE49-F238E27FC236}">
                  <a16:creationId xmlns:a16="http://schemas.microsoft.com/office/drawing/2014/main" id="{62C8440A-27C4-BB14-CA50-9BE065408E67}"/>
                </a:ext>
              </a:extLst>
            </p:cNvPr>
            <p:cNvSpPr/>
            <p:nvPr/>
          </p:nvSpPr>
          <p:spPr>
            <a:xfrm>
              <a:off x="1367715" y="1890973"/>
              <a:ext cx="840596" cy="828901"/>
            </a:xfrm>
            <a:prstGeom prst="wedgeEllipseCallout">
              <a:avLst>
                <a:gd name="adj1" fmla="val 257"/>
                <a:gd name="adj2" fmla="val 71505"/>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90" name="図 89">
              <a:extLst>
                <a:ext uri="{FF2B5EF4-FFF2-40B4-BE49-F238E27FC236}">
                  <a16:creationId xmlns:a16="http://schemas.microsoft.com/office/drawing/2014/main" id="{8EE17CF5-2B6B-8393-421F-3FD2984862B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396905" y="1923662"/>
              <a:ext cx="800878" cy="800878"/>
            </a:xfrm>
            <a:prstGeom prst="rect">
              <a:avLst/>
            </a:prstGeom>
          </p:spPr>
        </p:pic>
      </p:grpSp>
      <p:sp>
        <p:nvSpPr>
          <p:cNvPr id="49" name="四角形: 角を丸くする 48">
            <a:extLst>
              <a:ext uri="{FF2B5EF4-FFF2-40B4-BE49-F238E27FC236}">
                <a16:creationId xmlns:a16="http://schemas.microsoft.com/office/drawing/2014/main" id="{4EE7D9B3-3E86-8C0C-37A2-6DEADE859CE1}"/>
              </a:ext>
            </a:extLst>
          </p:cNvPr>
          <p:cNvSpPr/>
          <p:nvPr/>
        </p:nvSpPr>
        <p:spPr>
          <a:xfrm>
            <a:off x="8862861" y="5716570"/>
            <a:ext cx="2729924" cy="631055"/>
          </a:xfrm>
          <a:prstGeom prst="roundRect">
            <a:avLst>
              <a:gd name="adj" fmla="val 9570"/>
            </a:avLst>
          </a:prstGeom>
          <a:solidFill>
            <a:schemeClr val="accent1"/>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b="1" dirty="0">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endParaRPr>
          </a:p>
        </p:txBody>
      </p:sp>
      <p:sp>
        <p:nvSpPr>
          <p:cNvPr id="16" name="四角形: 角を丸くする 15">
            <a:extLst>
              <a:ext uri="{FF2B5EF4-FFF2-40B4-BE49-F238E27FC236}">
                <a16:creationId xmlns:a16="http://schemas.microsoft.com/office/drawing/2014/main" id="{8956CCBC-C61D-8096-3A4F-8ECBE780FFA2}"/>
              </a:ext>
            </a:extLst>
          </p:cNvPr>
          <p:cNvSpPr>
            <a:spLocks/>
          </p:cNvSpPr>
          <p:nvPr/>
        </p:nvSpPr>
        <p:spPr>
          <a:xfrm>
            <a:off x="7244719" y="1170675"/>
            <a:ext cx="4348066" cy="4131004"/>
          </a:xfrm>
          <a:prstGeom prst="roundRect">
            <a:avLst>
              <a:gd name="adj" fmla="val 9570"/>
            </a:avLst>
          </a:prstGeom>
          <a:solidFill>
            <a:schemeClr val="accent1">
              <a:lumMod val="20000"/>
              <a:lumOff val="80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55" name="グループ化 54">
            <a:extLst>
              <a:ext uri="{FF2B5EF4-FFF2-40B4-BE49-F238E27FC236}">
                <a16:creationId xmlns:a16="http://schemas.microsoft.com/office/drawing/2014/main" id="{37891809-BEFC-A745-6182-D6AA556A55D1}"/>
              </a:ext>
            </a:extLst>
          </p:cNvPr>
          <p:cNvGrpSpPr/>
          <p:nvPr/>
        </p:nvGrpSpPr>
        <p:grpSpPr>
          <a:xfrm rot="651301">
            <a:off x="2074985" y="3177201"/>
            <a:ext cx="560995" cy="489333"/>
            <a:chOff x="2420469" y="2760201"/>
            <a:chExt cx="560995" cy="489333"/>
          </a:xfrm>
        </p:grpSpPr>
        <p:sp>
          <p:nvSpPr>
            <p:cNvPr id="53" name="矢印: 山形 52">
              <a:extLst>
                <a:ext uri="{FF2B5EF4-FFF2-40B4-BE49-F238E27FC236}">
                  <a16:creationId xmlns:a16="http://schemas.microsoft.com/office/drawing/2014/main" id="{F5D4A004-F71E-6929-DBAF-3BF9676FE6B1}"/>
                </a:ext>
              </a:extLst>
            </p:cNvPr>
            <p:cNvSpPr/>
            <p:nvPr/>
          </p:nvSpPr>
          <p:spPr>
            <a:xfrm rot="18735780">
              <a:off x="2681151" y="2696515"/>
              <a:ext cx="236627" cy="363999"/>
            </a:xfrm>
            <a:prstGeom prst="chevron">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latin typeface="原稿用標準書体" panose="03000503000000000000" pitchFamily="66" charset="-128"/>
                <a:ea typeface="原稿用標準書体" panose="03000503000000000000" pitchFamily="66" charset="-128"/>
              </a:endParaRPr>
            </a:p>
          </p:txBody>
        </p:sp>
        <p:sp>
          <p:nvSpPr>
            <p:cNvPr id="54" name="矢印: 山形 53">
              <a:extLst>
                <a:ext uri="{FF2B5EF4-FFF2-40B4-BE49-F238E27FC236}">
                  <a16:creationId xmlns:a16="http://schemas.microsoft.com/office/drawing/2014/main" id="{FDA4E898-8029-5C3C-A32B-11EA51AA1036}"/>
                </a:ext>
              </a:extLst>
            </p:cNvPr>
            <p:cNvSpPr/>
            <p:nvPr/>
          </p:nvSpPr>
          <p:spPr>
            <a:xfrm rot="18735780">
              <a:off x="2484155" y="2949221"/>
              <a:ext cx="236627" cy="363999"/>
            </a:xfrm>
            <a:prstGeom prst="chevron">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latin typeface="原稿用標準書体" panose="03000503000000000000" pitchFamily="66" charset="-128"/>
                <a:ea typeface="原稿用標準書体" panose="03000503000000000000" pitchFamily="66" charset="-128"/>
              </a:endParaRPr>
            </a:p>
          </p:txBody>
        </p:sp>
      </p:grpSp>
      <p:sp>
        <p:nvSpPr>
          <p:cNvPr id="59" name="楕円 58">
            <a:extLst>
              <a:ext uri="{FF2B5EF4-FFF2-40B4-BE49-F238E27FC236}">
                <a16:creationId xmlns:a16="http://schemas.microsoft.com/office/drawing/2014/main" id="{61E8AED2-594F-24CB-A3B9-E2399EDE7D77}"/>
              </a:ext>
            </a:extLst>
          </p:cNvPr>
          <p:cNvSpPr/>
          <p:nvPr/>
        </p:nvSpPr>
        <p:spPr>
          <a:xfrm>
            <a:off x="1023104" y="3572515"/>
            <a:ext cx="1163216" cy="1163216"/>
          </a:xfrm>
          <a:prstGeom prst="ellipse">
            <a:avLst/>
          </a:prstGeom>
          <a:solidFill>
            <a:schemeClr val="tx1">
              <a:lumMod val="75000"/>
              <a:lumOff val="25000"/>
              <a:alpha val="60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endParaRPr kumimoji="1" lang="ja-JP" altLang="en-US" dirty="0">
              <a:solidFill>
                <a:schemeClr val="accent3"/>
              </a:solidFill>
              <a:latin typeface="原稿用標準書体" panose="03000503000000000000" pitchFamily="66" charset="-128"/>
              <a:ea typeface="原稿用標準書体" panose="03000503000000000000" pitchFamily="66" charset="-128"/>
            </a:endParaRPr>
          </a:p>
        </p:txBody>
      </p:sp>
      <p:sp>
        <p:nvSpPr>
          <p:cNvPr id="60" name="楕円 59">
            <a:extLst>
              <a:ext uri="{FF2B5EF4-FFF2-40B4-BE49-F238E27FC236}">
                <a16:creationId xmlns:a16="http://schemas.microsoft.com/office/drawing/2014/main" id="{3B1584A6-DCF5-08E1-8F5C-39D41DAD68C4}"/>
              </a:ext>
            </a:extLst>
          </p:cNvPr>
          <p:cNvSpPr/>
          <p:nvPr/>
        </p:nvSpPr>
        <p:spPr>
          <a:xfrm>
            <a:off x="-335100" y="1952459"/>
            <a:ext cx="1163216" cy="1163216"/>
          </a:xfrm>
          <a:prstGeom prst="ellipse">
            <a:avLst/>
          </a:prstGeom>
          <a:solidFill>
            <a:schemeClr val="tx1">
              <a:lumMod val="75000"/>
              <a:lumOff val="25000"/>
              <a:alpha val="60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endParaRPr kumimoji="1" lang="ja-JP" altLang="en-US" dirty="0">
              <a:solidFill>
                <a:schemeClr val="accent3"/>
              </a:solidFill>
              <a:latin typeface="原稿用標準書体" panose="03000503000000000000" pitchFamily="66" charset="-128"/>
              <a:ea typeface="原稿用標準書体" panose="03000503000000000000" pitchFamily="66" charset="-128"/>
            </a:endParaRPr>
          </a:p>
        </p:txBody>
      </p:sp>
      <p:sp>
        <p:nvSpPr>
          <p:cNvPr id="66" name="テキスト ボックス 65">
            <a:extLst>
              <a:ext uri="{FF2B5EF4-FFF2-40B4-BE49-F238E27FC236}">
                <a16:creationId xmlns:a16="http://schemas.microsoft.com/office/drawing/2014/main" id="{2D54F8E7-76AB-F421-9791-B9F371EC8F80}"/>
              </a:ext>
            </a:extLst>
          </p:cNvPr>
          <p:cNvSpPr txBox="1"/>
          <p:nvPr/>
        </p:nvSpPr>
        <p:spPr>
          <a:xfrm>
            <a:off x="274502" y="323619"/>
            <a:ext cx="2805058" cy="523220"/>
          </a:xfrm>
          <a:prstGeom prst="rect">
            <a:avLst/>
          </a:prstGeom>
          <a:noFill/>
        </p:spPr>
        <p:txBody>
          <a:bodyPr wrap="square">
            <a:spAutoFit/>
          </a:bodyPr>
          <a:lstStyle/>
          <a:p>
            <a:r>
              <a:rPr lang="en-US" altLang="ja-JP" sz="2000" b="1" dirty="0">
                <a:solidFill>
                  <a:schemeClr val="bg1">
                    <a:lumMod val="95000"/>
                  </a:schemeClr>
                </a:solidFill>
                <a:latin typeface="原稿用標準書体" panose="03000503000000000000" pitchFamily="66" charset="-128"/>
                <a:ea typeface="原稿用標準書体" panose="03000503000000000000" pitchFamily="66" charset="-128"/>
              </a:rPr>
              <a:t>BOSS</a:t>
            </a:r>
            <a:r>
              <a:rPr lang="ja-JP" altLang="en-US" sz="2000" b="1" dirty="0">
                <a:solidFill>
                  <a:schemeClr val="bg1">
                    <a:lumMod val="95000"/>
                  </a:schemeClr>
                </a:solidFill>
                <a:latin typeface="原稿用標準書体" panose="03000503000000000000" pitchFamily="66" charset="-128"/>
                <a:ea typeface="原稿用標準書体" panose="03000503000000000000" pitchFamily="66" charset="-128"/>
              </a:rPr>
              <a:t>まで</a:t>
            </a:r>
            <a:r>
              <a:rPr lang="en-US" altLang="ja-JP" sz="2800" b="1" dirty="0">
                <a:solidFill>
                  <a:schemeClr val="bg1">
                    <a:lumMod val="95000"/>
                  </a:schemeClr>
                </a:solidFill>
                <a:latin typeface="原稿用標準書体" panose="03000503000000000000" pitchFamily="66" charset="-128"/>
                <a:ea typeface="原稿用標準書体" panose="03000503000000000000" pitchFamily="66" charset="-128"/>
              </a:rPr>
              <a:t>00</a:t>
            </a:r>
            <a:r>
              <a:rPr lang="ja-JP" altLang="en-US" sz="2000" b="1" dirty="0">
                <a:solidFill>
                  <a:schemeClr val="bg1">
                    <a:lumMod val="95000"/>
                  </a:schemeClr>
                </a:solidFill>
                <a:latin typeface="原稿用標準書体" panose="03000503000000000000" pitchFamily="66" charset="-128"/>
                <a:ea typeface="原稿用標準書体" panose="03000503000000000000" pitchFamily="66" charset="-128"/>
              </a:rPr>
              <a:t>ノード</a:t>
            </a:r>
            <a:endParaRPr kumimoji="1" lang="ja-JP" altLang="en-US" sz="20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6" name="四角形: 角を丸くする 5">
            <a:extLst>
              <a:ext uri="{FF2B5EF4-FFF2-40B4-BE49-F238E27FC236}">
                <a16:creationId xmlns:a16="http://schemas.microsoft.com/office/drawing/2014/main" id="{EC3BA680-A6BE-A83D-4A59-D741BB3A0305}"/>
              </a:ext>
            </a:extLst>
          </p:cNvPr>
          <p:cNvSpPr/>
          <p:nvPr/>
        </p:nvSpPr>
        <p:spPr>
          <a:xfrm>
            <a:off x="5825805" y="5648090"/>
            <a:ext cx="658871" cy="353209"/>
          </a:xfrm>
          <a:prstGeom prst="roundRect">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37" name="四角形: 角を丸くする 36">
            <a:extLst>
              <a:ext uri="{FF2B5EF4-FFF2-40B4-BE49-F238E27FC236}">
                <a16:creationId xmlns:a16="http://schemas.microsoft.com/office/drawing/2014/main" id="{E69DEA25-459E-D697-47E5-2D5C349422CC}"/>
              </a:ext>
            </a:extLst>
          </p:cNvPr>
          <p:cNvSpPr/>
          <p:nvPr/>
        </p:nvSpPr>
        <p:spPr>
          <a:xfrm>
            <a:off x="5823749" y="6078375"/>
            <a:ext cx="658871" cy="353209"/>
          </a:xfrm>
          <a:prstGeom prst="roundRect">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pic>
        <p:nvPicPr>
          <p:cNvPr id="62" name="図 61">
            <a:extLst>
              <a:ext uri="{FF2B5EF4-FFF2-40B4-BE49-F238E27FC236}">
                <a16:creationId xmlns:a16="http://schemas.microsoft.com/office/drawing/2014/main" id="{5B8B74DF-E352-D326-E7BF-0A5A5A57BD1A}"/>
              </a:ext>
            </a:extLst>
          </p:cNvPr>
          <p:cNvPicPr>
            <a:picLocks noChangeAspect="1"/>
          </p:cNvPicPr>
          <p:nvPr/>
        </p:nvPicPr>
        <p:blipFill>
          <a:blip r:embed="rId3">
            <a:extLst>
              <a:ext uri="{28A0092B-C50C-407E-A947-70E740481C1C}">
                <a14:useLocalDpi xmlns:a14="http://schemas.microsoft.com/office/drawing/2010/main" val="0"/>
              </a:ext>
            </a:extLst>
          </a:blip>
          <a:srcRect l="52651" t="22678" r="27395" b="50636"/>
          <a:stretch>
            <a:fillRect/>
          </a:stretch>
        </p:blipFill>
        <p:spPr>
          <a:xfrm>
            <a:off x="5995047" y="6104595"/>
            <a:ext cx="310304" cy="287583"/>
          </a:xfrm>
          <a:prstGeom prst="rect">
            <a:avLst/>
          </a:prstGeom>
        </p:spPr>
      </p:pic>
      <p:pic>
        <p:nvPicPr>
          <p:cNvPr id="63" name="図 62" descr="アイコン&#10;&#10;AI 生成コンテンツは誤りを含む可能性があります。">
            <a:extLst>
              <a:ext uri="{FF2B5EF4-FFF2-40B4-BE49-F238E27FC236}">
                <a16:creationId xmlns:a16="http://schemas.microsoft.com/office/drawing/2014/main" id="{2968571F-288D-BE25-289D-A60019980ADF}"/>
              </a:ext>
            </a:extLst>
          </p:cNvPr>
          <p:cNvPicPr>
            <a:picLocks noChangeAspect="1"/>
          </p:cNvPicPr>
          <p:nvPr/>
        </p:nvPicPr>
        <p:blipFill>
          <a:blip r:embed="rId4">
            <a:duotone>
              <a:prstClr val="black"/>
              <a:srgbClr val="D9C3A5">
                <a:tint val="50000"/>
                <a:satMod val="180000"/>
              </a:srgbClr>
            </a:duotone>
            <a:extLst>
              <a:ext uri="{28A0092B-C50C-407E-A947-70E740481C1C}">
                <a14:useLocalDpi xmlns:a14="http://schemas.microsoft.com/office/drawing/2010/main" val="0"/>
              </a:ext>
            </a:extLst>
          </a:blip>
          <a:stretch>
            <a:fillRect/>
          </a:stretch>
        </p:blipFill>
        <p:spPr>
          <a:xfrm>
            <a:off x="5907842" y="5599160"/>
            <a:ext cx="466295" cy="466295"/>
          </a:xfrm>
          <a:prstGeom prst="rect">
            <a:avLst/>
          </a:prstGeom>
        </p:spPr>
      </p:pic>
      <p:cxnSp>
        <p:nvCxnSpPr>
          <p:cNvPr id="38" name="直線コネクタ 37">
            <a:extLst>
              <a:ext uri="{FF2B5EF4-FFF2-40B4-BE49-F238E27FC236}">
                <a16:creationId xmlns:a16="http://schemas.microsoft.com/office/drawing/2014/main" id="{AC32ABBF-1CD3-B13F-7EA5-2CC3BC5C7C70}"/>
              </a:ext>
            </a:extLst>
          </p:cNvPr>
          <p:cNvCxnSpPr>
            <a:cxnSpLocks/>
          </p:cNvCxnSpPr>
          <p:nvPr/>
        </p:nvCxnSpPr>
        <p:spPr>
          <a:xfrm flipV="1">
            <a:off x="1365082" y="5648090"/>
            <a:ext cx="0" cy="783494"/>
          </a:xfrm>
          <a:prstGeom prst="line">
            <a:avLst/>
          </a:prstGeom>
          <a:ln>
            <a:solidFill>
              <a:schemeClr val="tx1">
                <a:lumMod val="85000"/>
                <a:lumOff val="15000"/>
              </a:schemeClr>
            </a:solidFill>
          </a:ln>
        </p:spPr>
        <p:style>
          <a:lnRef idx="2">
            <a:schemeClr val="accent1"/>
          </a:lnRef>
          <a:fillRef idx="0">
            <a:schemeClr val="accent1"/>
          </a:fillRef>
          <a:effectRef idx="1">
            <a:schemeClr val="accent1"/>
          </a:effectRef>
          <a:fontRef idx="minor">
            <a:schemeClr val="tx1"/>
          </a:fontRef>
        </p:style>
      </p:cxnSp>
      <p:sp>
        <p:nvSpPr>
          <p:cNvPr id="80" name="テキスト ボックス 79">
            <a:extLst>
              <a:ext uri="{FF2B5EF4-FFF2-40B4-BE49-F238E27FC236}">
                <a16:creationId xmlns:a16="http://schemas.microsoft.com/office/drawing/2014/main" id="{6A787420-356C-000E-6568-0C3188CBA53B}"/>
              </a:ext>
            </a:extLst>
          </p:cNvPr>
          <p:cNvSpPr txBox="1"/>
          <p:nvPr/>
        </p:nvSpPr>
        <p:spPr>
          <a:xfrm>
            <a:off x="9026246" y="370274"/>
            <a:ext cx="2805058" cy="400110"/>
          </a:xfrm>
          <a:prstGeom prst="rect">
            <a:avLst/>
          </a:prstGeom>
          <a:noFill/>
        </p:spPr>
        <p:txBody>
          <a:bodyPr wrap="square">
            <a:spAutoFit/>
          </a:bodyPr>
          <a:lstStyle/>
          <a:p>
            <a:pPr algn="r"/>
            <a:r>
              <a:rPr kumimoji="1" lang="en-US" altLang="ja-JP" sz="1600" b="1">
                <a:solidFill>
                  <a:schemeClr val="bg1">
                    <a:lumMod val="95000"/>
                  </a:schemeClr>
                </a:solidFill>
                <a:latin typeface="原稿用標準書体" panose="03000503000000000000" pitchFamily="66" charset="-128"/>
                <a:ea typeface="原稿用標準書体" panose="03000503000000000000" pitchFamily="66" charset="-128"/>
              </a:rPr>
              <a:t>×</a:t>
            </a:r>
            <a:r>
              <a:rPr kumimoji="1" lang="en-US" altLang="ja-JP" sz="2000" b="1">
                <a:solidFill>
                  <a:schemeClr val="bg1">
                    <a:lumMod val="95000"/>
                  </a:schemeClr>
                </a:solidFill>
                <a:latin typeface="原稿用標準書体" panose="03000503000000000000" pitchFamily="66" charset="-128"/>
                <a:ea typeface="原稿用標準書体" panose="03000503000000000000" pitchFamily="66" charset="-128"/>
              </a:rPr>
              <a:t>000</a:t>
            </a:r>
            <a:endParaRPr kumimoji="1" lang="ja-JP" altLang="en-US" sz="20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pic>
        <p:nvPicPr>
          <p:cNvPr id="82" name="図 81">
            <a:extLst>
              <a:ext uri="{FF2B5EF4-FFF2-40B4-BE49-F238E27FC236}">
                <a16:creationId xmlns:a16="http://schemas.microsoft.com/office/drawing/2014/main" id="{83033722-8B9D-0F20-3AC0-59411F937D97}"/>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0789147" y="350742"/>
            <a:ext cx="410695" cy="400110"/>
          </a:xfrm>
          <a:prstGeom prst="rect">
            <a:avLst/>
          </a:prstGeom>
        </p:spPr>
      </p:pic>
      <p:grpSp>
        <p:nvGrpSpPr>
          <p:cNvPr id="28" name="グループ化 27">
            <a:extLst>
              <a:ext uri="{FF2B5EF4-FFF2-40B4-BE49-F238E27FC236}">
                <a16:creationId xmlns:a16="http://schemas.microsoft.com/office/drawing/2014/main" id="{48BDFA8D-74B0-569B-2CF2-1F154B9331B4}"/>
              </a:ext>
            </a:extLst>
          </p:cNvPr>
          <p:cNvGrpSpPr/>
          <p:nvPr/>
        </p:nvGrpSpPr>
        <p:grpSpPr>
          <a:xfrm>
            <a:off x="609342" y="5718857"/>
            <a:ext cx="562032" cy="733233"/>
            <a:chOff x="1131857" y="5718857"/>
            <a:chExt cx="562032" cy="733233"/>
          </a:xfrm>
        </p:grpSpPr>
        <p:sp>
          <p:nvSpPr>
            <p:cNvPr id="96" name="テキスト ボックス 95">
              <a:extLst>
                <a:ext uri="{FF2B5EF4-FFF2-40B4-BE49-F238E27FC236}">
                  <a16:creationId xmlns:a16="http://schemas.microsoft.com/office/drawing/2014/main" id="{0ED632DC-1807-AF13-18EE-3276FA1C77DC}"/>
                </a:ext>
              </a:extLst>
            </p:cNvPr>
            <p:cNvSpPr txBox="1"/>
            <p:nvPr/>
          </p:nvSpPr>
          <p:spPr>
            <a:xfrm>
              <a:off x="1131857" y="6175091"/>
              <a:ext cx="562032" cy="276999"/>
            </a:xfrm>
            <a:prstGeom prst="rect">
              <a:avLst/>
            </a:prstGeom>
            <a:noFill/>
          </p:spPr>
          <p:txBody>
            <a:bodyPr wrap="square">
              <a:spAutoFit/>
            </a:bodyPr>
            <a:lstStyle/>
            <a:p>
              <a:pPr algn="ctr"/>
              <a:r>
                <a:rPr kumimoji="1" lang="en-US" altLang="ja-JP" sz="1050" b="1" dirty="0">
                  <a:ln w="3175">
                    <a:noFill/>
                  </a:ln>
                  <a:latin typeface="原稿用標準書体" panose="03000503000000000000" pitchFamily="66" charset="-128"/>
                  <a:ea typeface="原稿用標準書体" panose="03000503000000000000" pitchFamily="66" charset="-128"/>
                </a:rPr>
                <a:t>×</a:t>
              </a:r>
              <a:r>
                <a:rPr kumimoji="1" lang="en-US" altLang="ja-JP" sz="1200" b="1" dirty="0">
                  <a:ln w="3175">
                    <a:noFill/>
                  </a:ln>
                  <a:latin typeface="原稿用標準書体" panose="03000503000000000000" pitchFamily="66" charset="-128"/>
                  <a:ea typeface="原稿用標準書体" panose="03000503000000000000" pitchFamily="66" charset="-128"/>
                </a:rPr>
                <a:t>00</a:t>
              </a:r>
              <a:endParaRPr kumimoji="1" lang="ja-JP" altLang="en-US" sz="1200" b="1" dirty="0">
                <a:ln w="3175">
                  <a:noFill/>
                </a:ln>
                <a:latin typeface="原稿用標準書体" panose="03000503000000000000" pitchFamily="66" charset="-128"/>
                <a:ea typeface="原稿用標準書体" panose="03000503000000000000" pitchFamily="66" charset="-128"/>
              </a:endParaRPr>
            </a:p>
          </p:txBody>
        </p:sp>
        <p:grpSp>
          <p:nvGrpSpPr>
            <p:cNvPr id="7" name="グループ化 6">
              <a:extLst>
                <a:ext uri="{FF2B5EF4-FFF2-40B4-BE49-F238E27FC236}">
                  <a16:creationId xmlns:a16="http://schemas.microsoft.com/office/drawing/2014/main" id="{C274DEE1-68E2-DB1C-195A-A8D454B9D00B}"/>
                </a:ext>
              </a:extLst>
            </p:cNvPr>
            <p:cNvGrpSpPr/>
            <p:nvPr/>
          </p:nvGrpSpPr>
          <p:grpSpPr>
            <a:xfrm flipV="1">
              <a:off x="1183872" y="5718857"/>
              <a:ext cx="449656" cy="456234"/>
              <a:chOff x="526955" y="5853203"/>
              <a:chExt cx="339583" cy="344551"/>
            </a:xfrm>
          </p:grpSpPr>
          <p:sp>
            <p:nvSpPr>
              <p:cNvPr id="8" name="四角形: 角を丸くする 7">
                <a:extLst>
                  <a:ext uri="{FF2B5EF4-FFF2-40B4-BE49-F238E27FC236}">
                    <a16:creationId xmlns:a16="http://schemas.microsoft.com/office/drawing/2014/main" id="{74CB4120-C330-1223-316D-BC8059AF3CB0}"/>
                  </a:ext>
                </a:extLst>
              </p:cNvPr>
              <p:cNvSpPr/>
              <p:nvPr/>
            </p:nvSpPr>
            <p:spPr>
              <a:xfrm>
                <a:off x="526955" y="5853203"/>
                <a:ext cx="339583" cy="344551"/>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9" name="矢印: 下 8">
                <a:extLst>
                  <a:ext uri="{FF2B5EF4-FFF2-40B4-BE49-F238E27FC236}">
                    <a16:creationId xmlns:a16="http://schemas.microsoft.com/office/drawing/2014/main" id="{CCF6A25B-868D-CEC8-BC68-0C946486400D}"/>
                  </a:ext>
                </a:extLst>
              </p:cNvPr>
              <p:cNvSpPr/>
              <p:nvPr/>
            </p:nvSpPr>
            <p:spPr>
              <a:xfrm>
                <a:off x="611564" y="5914083"/>
                <a:ext cx="170364" cy="222791"/>
              </a:xfrm>
              <a:prstGeom prst="downArrow">
                <a:avLst/>
              </a:prstGeom>
              <a:solidFill>
                <a:schemeClr val="accent2"/>
              </a:solidFill>
              <a:ln w="9525">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grpSp>
      <p:pic>
        <p:nvPicPr>
          <p:cNvPr id="35" name="図 34" descr="ロゴ&#10;&#10;AI 生成コンテンツは誤りを含む可能性があります。">
            <a:extLst>
              <a:ext uri="{FF2B5EF4-FFF2-40B4-BE49-F238E27FC236}">
                <a16:creationId xmlns:a16="http://schemas.microsoft.com/office/drawing/2014/main" id="{54C5E1E8-1A35-05D3-CAAD-9C8BE08CEA4B}"/>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9025879" y="3274858"/>
            <a:ext cx="785746" cy="352533"/>
          </a:xfrm>
          <a:prstGeom prst="rect">
            <a:avLst/>
          </a:prstGeom>
        </p:spPr>
      </p:pic>
      <p:grpSp>
        <p:nvGrpSpPr>
          <p:cNvPr id="84" name="グループ化 83">
            <a:extLst>
              <a:ext uri="{FF2B5EF4-FFF2-40B4-BE49-F238E27FC236}">
                <a16:creationId xmlns:a16="http://schemas.microsoft.com/office/drawing/2014/main" id="{8D49D8B1-94FF-E195-BC94-D02F2063DC20}"/>
              </a:ext>
            </a:extLst>
          </p:cNvPr>
          <p:cNvGrpSpPr/>
          <p:nvPr/>
        </p:nvGrpSpPr>
        <p:grpSpPr>
          <a:xfrm>
            <a:off x="7506271" y="2041200"/>
            <a:ext cx="1443249" cy="2934324"/>
            <a:chOff x="7506277" y="2003876"/>
            <a:chExt cx="1265547" cy="2573030"/>
          </a:xfrm>
        </p:grpSpPr>
        <p:sp>
          <p:nvSpPr>
            <p:cNvPr id="29" name="四角形: 角を丸くする 28">
              <a:extLst>
                <a:ext uri="{FF2B5EF4-FFF2-40B4-BE49-F238E27FC236}">
                  <a16:creationId xmlns:a16="http://schemas.microsoft.com/office/drawing/2014/main" id="{023673B3-4886-E842-4AD5-C9705A29388E}"/>
                </a:ext>
              </a:extLst>
            </p:cNvPr>
            <p:cNvSpPr/>
            <p:nvPr/>
          </p:nvSpPr>
          <p:spPr>
            <a:xfrm>
              <a:off x="8202006" y="2003876"/>
              <a:ext cx="569818" cy="569818"/>
            </a:xfrm>
            <a:prstGeom prst="roundRect">
              <a:avLst/>
            </a:prstGeom>
            <a:solidFill>
              <a:schemeClr val="bg1">
                <a:lumMod val="9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32" name="四角形: 角を丸くする 31">
              <a:extLst>
                <a:ext uri="{FF2B5EF4-FFF2-40B4-BE49-F238E27FC236}">
                  <a16:creationId xmlns:a16="http://schemas.microsoft.com/office/drawing/2014/main" id="{FD862D83-B137-A3E1-E6C3-9C29441F8981}"/>
                </a:ext>
              </a:extLst>
            </p:cNvPr>
            <p:cNvSpPr/>
            <p:nvPr/>
          </p:nvSpPr>
          <p:spPr>
            <a:xfrm>
              <a:off x="8202006" y="2673826"/>
              <a:ext cx="569818" cy="569818"/>
            </a:xfrm>
            <a:prstGeom prst="roundRect">
              <a:avLst/>
            </a:prstGeom>
            <a:solidFill>
              <a:schemeClr val="bg1">
                <a:lumMod val="9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3" name="四角形: 角を丸くする 32">
              <a:extLst>
                <a:ext uri="{FF2B5EF4-FFF2-40B4-BE49-F238E27FC236}">
                  <a16:creationId xmlns:a16="http://schemas.microsoft.com/office/drawing/2014/main" id="{A7948942-C2A3-F227-0DC7-A60763BB8E63}"/>
                </a:ext>
              </a:extLst>
            </p:cNvPr>
            <p:cNvSpPr/>
            <p:nvPr/>
          </p:nvSpPr>
          <p:spPr>
            <a:xfrm>
              <a:off x="8202006" y="3341203"/>
              <a:ext cx="569818" cy="569818"/>
            </a:xfrm>
            <a:prstGeom prst="roundRect">
              <a:avLst/>
            </a:prstGeom>
            <a:solidFill>
              <a:schemeClr val="bg1">
                <a:lumMod val="9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4" name="四角形: 角を丸くする 33">
              <a:extLst>
                <a:ext uri="{FF2B5EF4-FFF2-40B4-BE49-F238E27FC236}">
                  <a16:creationId xmlns:a16="http://schemas.microsoft.com/office/drawing/2014/main" id="{957B3517-B244-9570-A42F-0EBFFEECC336}"/>
                </a:ext>
              </a:extLst>
            </p:cNvPr>
            <p:cNvSpPr/>
            <p:nvPr/>
          </p:nvSpPr>
          <p:spPr>
            <a:xfrm>
              <a:off x="8202006" y="4007088"/>
              <a:ext cx="569818" cy="569818"/>
            </a:xfrm>
            <a:prstGeom prst="roundRect">
              <a:avLst/>
            </a:prstGeom>
            <a:solidFill>
              <a:schemeClr val="bg1">
                <a:lumMod val="9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6" name="四角形: 角を丸くする 35">
              <a:extLst>
                <a:ext uri="{FF2B5EF4-FFF2-40B4-BE49-F238E27FC236}">
                  <a16:creationId xmlns:a16="http://schemas.microsoft.com/office/drawing/2014/main" id="{E7AA770F-E722-8990-7A15-AAEE99AF8FF9}"/>
                </a:ext>
              </a:extLst>
            </p:cNvPr>
            <p:cNvSpPr/>
            <p:nvPr/>
          </p:nvSpPr>
          <p:spPr>
            <a:xfrm>
              <a:off x="7506277" y="2003876"/>
              <a:ext cx="569818" cy="569818"/>
            </a:xfrm>
            <a:prstGeom prst="roundRect">
              <a:avLst/>
            </a:prstGeom>
            <a:solidFill>
              <a:schemeClr val="bg1">
                <a:lumMod val="95000"/>
              </a:schemeClr>
            </a:solidFill>
            <a:ln w="254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39" name="四角形: 角を丸くする 38">
              <a:extLst>
                <a:ext uri="{FF2B5EF4-FFF2-40B4-BE49-F238E27FC236}">
                  <a16:creationId xmlns:a16="http://schemas.microsoft.com/office/drawing/2014/main" id="{313290C5-B635-3B0C-E332-E2730C2194E8}"/>
                </a:ext>
              </a:extLst>
            </p:cNvPr>
            <p:cNvSpPr/>
            <p:nvPr/>
          </p:nvSpPr>
          <p:spPr>
            <a:xfrm>
              <a:off x="7506277" y="2673826"/>
              <a:ext cx="569818" cy="569818"/>
            </a:xfrm>
            <a:prstGeom prst="roundRect">
              <a:avLst/>
            </a:prstGeom>
            <a:solidFill>
              <a:schemeClr val="bg1">
                <a:lumMod val="95000"/>
              </a:schemeClr>
            </a:solidFill>
            <a:ln w="254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0" name="四角形: 角を丸くする 39">
              <a:extLst>
                <a:ext uri="{FF2B5EF4-FFF2-40B4-BE49-F238E27FC236}">
                  <a16:creationId xmlns:a16="http://schemas.microsoft.com/office/drawing/2014/main" id="{23B67F9D-1B92-57EA-2F07-50305FFFEDEF}"/>
                </a:ext>
              </a:extLst>
            </p:cNvPr>
            <p:cNvSpPr/>
            <p:nvPr/>
          </p:nvSpPr>
          <p:spPr>
            <a:xfrm>
              <a:off x="7506277" y="3341203"/>
              <a:ext cx="569818" cy="569818"/>
            </a:xfrm>
            <a:prstGeom prst="roundRect">
              <a:avLst/>
            </a:prstGeom>
            <a:solidFill>
              <a:schemeClr val="bg1">
                <a:lumMod val="95000"/>
              </a:schemeClr>
            </a:solidFill>
            <a:ln w="254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86" name="グループ化 85">
            <a:extLst>
              <a:ext uri="{FF2B5EF4-FFF2-40B4-BE49-F238E27FC236}">
                <a16:creationId xmlns:a16="http://schemas.microsoft.com/office/drawing/2014/main" id="{6F6AD2FB-150E-267E-3874-8B8E447D4F86}"/>
              </a:ext>
            </a:extLst>
          </p:cNvPr>
          <p:cNvGrpSpPr/>
          <p:nvPr/>
        </p:nvGrpSpPr>
        <p:grpSpPr>
          <a:xfrm flipH="1">
            <a:off x="9887983" y="2041200"/>
            <a:ext cx="1443255" cy="2934321"/>
            <a:chOff x="7506277" y="2003877"/>
            <a:chExt cx="1265553" cy="2573029"/>
          </a:xfrm>
          <a:solidFill>
            <a:schemeClr val="tx1">
              <a:lumMod val="95000"/>
              <a:lumOff val="5000"/>
            </a:schemeClr>
          </a:solidFill>
        </p:grpSpPr>
        <p:sp>
          <p:nvSpPr>
            <p:cNvPr id="87" name="四角形: 角を丸くする 86">
              <a:extLst>
                <a:ext uri="{FF2B5EF4-FFF2-40B4-BE49-F238E27FC236}">
                  <a16:creationId xmlns:a16="http://schemas.microsoft.com/office/drawing/2014/main" id="{88320472-1133-EEC0-2DB7-1B91EACF2F4A}"/>
                </a:ext>
              </a:extLst>
            </p:cNvPr>
            <p:cNvSpPr/>
            <p:nvPr/>
          </p:nvSpPr>
          <p:spPr>
            <a:xfrm>
              <a:off x="8202012" y="2003877"/>
              <a:ext cx="569818" cy="569818"/>
            </a:xfrm>
            <a:prstGeom prst="roundRect">
              <a:avLst/>
            </a:prstGeom>
            <a:grp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89" name="四角形: 角を丸くする 88">
              <a:extLst>
                <a:ext uri="{FF2B5EF4-FFF2-40B4-BE49-F238E27FC236}">
                  <a16:creationId xmlns:a16="http://schemas.microsoft.com/office/drawing/2014/main" id="{AC881C27-B855-BD2F-4EB9-2A7587793F44}"/>
                </a:ext>
              </a:extLst>
            </p:cNvPr>
            <p:cNvSpPr/>
            <p:nvPr/>
          </p:nvSpPr>
          <p:spPr>
            <a:xfrm>
              <a:off x="8202012" y="2673828"/>
              <a:ext cx="569818" cy="569818"/>
            </a:xfrm>
            <a:prstGeom prst="roundRect">
              <a:avLst/>
            </a:prstGeom>
            <a:grp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1" name="四角形: 角を丸くする 90">
              <a:extLst>
                <a:ext uri="{FF2B5EF4-FFF2-40B4-BE49-F238E27FC236}">
                  <a16:creationId xmlns:a16="http://schemas.microsoft.com/office/drawing/2014/main" id="{E274F125-874C-7A1F-5E74-94C88C3B039E}"/>
                </a:ext>
              </a:extLst>
            </p:cNvPr>
            <p:cNvSpPr/>
            <p:nvPr/>
          </p:nvSpPr>
          <p:spPr>
            <a:xfrm>
              <a:off x="8202012" y="3341205"/>
              <a:ext cx="569818" cy="569818"/>
            </a:xfrm>
            <a:prstGeom prst="roundRect">
              <a:avLst/>
            </a:prstGeom>
            <a:grp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4" name="四角形: 角を丸くする 93">
              <a:extLst>
                <a:ext uri="{FF2B5EF4-FFF2-40B4-BE49-F238E27FC236}">
                  <a16:creationId xmlns:a16="http://schemas.microsoft.com/office/drawing/2014/main" id="{71963088-86A6-9301-D155-DCA84BCC28C8}"/>
                </a:ext>
              </a:extLst>
            </p:cNvPr>
            <p:cNvSpPr/>
            <p:nvPr/>
          </p:nvSpPr>
          <p:spPr>
            <a:xfrm>
              <a:off x="7506280" y="2003877"/>
              <a:ext cx="569818" cy="569818"/>
            </a:xfrm>
            <a:prstGeom prst="roundRect">
              <a:avLst/>
            </a:prstGeom>
            <a:grpFill/>
            <a:ln w="254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95" name="四角形: 角を丸くする 94">
              <a:extLst>
                <a:ext uri="{FF2B5EF4-FFF2-40B4-BE49-F238E27FC236}">
                  <a16:creationId xmlns:a16="http://schemas.microsoft.com/office/drawing/2014/main" id="{73B9C043-CBA5-98FD-5956-E6D589298DB7}"/>
                </a:ext>
              </a:extLst>
            </p:cNvPr>
            <p:cNvSpPr/>
            <p:nvPr/>
          </p:nvSpPr>
          <p:spPr>
            <a:xfrm>
              <a:off x="7506277" y="2673826"/>
              <a:ext cx="569818" cy="569818"/>
            </a:xfrm>
            <a:prstGeom prst="roundRect">
              <a:avLst/>
            </a:prstGeom>
            <a:grpFill/>
            <a:ln w="254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7" name="四角形: 角を丸くする 96">
              <a:extLst>
                <a:ext uri="{FF2B5EF4-FFF2-40B4-BE49-F238E27FC236}">
                  <a16:creationId xmlns:a16="http://schemas.microsoft.com/office/drawing/2014/main" id="{DAC706AA-0E29-F36B-768B-ACDE849EA903}"/>
                </a:ext>
              </a:extLst>
            </p:cNvPr>
            <p:cNvSpPr/>
            <p:nvPr/>
          </p:nvSpPr>
          <p:spPr>
            <a:xfrm>
              <a:off x="7506278" y="3341205"/>
              <a:ext cx="569818" cy="569818"/>
            </a:xfrm>
            <a:prstGeom prst="roundRect">
              <a:avLst/>
            </a:prstGeom>
            <a:grpFill/>
            <a:ln w="254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8" name="四角形: 角を丸くする 97">
              <a:extLst>
                <a:ext uri="{FF2B5EF4-FFF2-40B4-BE49-F238E27FC236}">
                  <a16:creationId xmlns:a16="http://schemas.microsoft.com/office/drawing/2014/main" id="{6B96CEE5-DE3E-72FB-FBE2-6FEDCBB7A4FF}"/>
                </a:ext>
              </a:extLst>
            </p:cNvPr>
            <p:cNvSpPr/>
            <p:nvPr/>
          </p:nvSpPr>
          <p:spPr>
            <a:xfrm>
              <a:off x="7506277" y="4007088"/>
              <a:ext cx="569818" cy="569818"/>
            </a:xfrm>
            <a:prstGeom prst="roundRect">
              <a:avLst/>
            </a:prstGeom>
            <a:grpFill/>
            <a:ln w="254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112" name="テキスト ボックス 111">
            <a:extLst>
              <a:ext uri="{FF2B5EF4-FFF2-40B4-BE49-F238E27FC236}">
                <a16:creationId xmlns:a16="http://schemas.microsoft.com/office/drawing/2014/main" id="{17ACDA51-6B49-2F9F-DF28-696E847BF4B1}"/>
              </a:ext>
            </a:extLst>
          </p:cNvPr>
          <p:cNvSpPr txBox="1"/>
          <p:nvPr/>
        </p:nvSpPr>
        <p:spPr>
          <a:xfrm>
            <a:off x="8497666" y="1344328"/>
            <a:ext cx="1842172" cy="523220"/>
          </a:xfrm>
          <a:prstGeom prst="rect">
            <a:avLst/>
          </a:prstGeom>
          <a:noFill/>
        </p:spPr>
        <p:txBody>
          <a:bodyPr wrap="none" rtlCol="0">
            <a:spAutoFit/>
          </a:bodyPr>
          <a:lstStyle/>
          <a:p>
            <a:pPr algn="ctr"/>
            <a:r>
              <a:rPr kumimoji="1" lang="en-US" altLang="ja-JP" sz="2800" b="1"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Arial" panose="020B0604020202020204" pitchFamily="34" charset="0"/>
              </a:rPr>
              <a:t>VS.</a:t>
            </a:r>
            <a:r>
              <a:rPr kumimoji="1" lang="ja-JP" altLang="en-US" sz="2800" b="1"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Arial" panose="020B0604020202020204" pitchFamily="34" charset="0"/>
              </a:rPr>
              <a:t>敵群名</a:t>
            </a:r>
          </a:p>
        </p:txBody>
      </p:sp>
      <p:grpSp>
        <p:nvGrpSpPr>
          <p:cNvPr id="12" name="グループ化 11">
            <a:extLst>
              <a:ext uri="{FF2B5EF4-FFF2-40B4-BE49-F238E27FC236}">
                <a16:creationId xmlns:a16="http://schemas.microsoft.com/office/drawing/2014/main" id="{537A4F73-CE87-CC6A-5387-3EF29D3A5082}"/>
              </a:ext>
            </a:extLst>
          </p:cNvPr>
          <p:cNvGrpSpPr/>
          <p:nvPr/>
        </p:nvGrpSpPr>
        <p:grpSpPr>
          <a:xfrm>
            <a:off x="1567997" y="5677957"/>
            <a:ext cx="466296" cy="699535"/>
            <a:chOff x="1572592" y="5648090"/>
            <a:chExt cx="466296" cy="699535"/>
          </a:xfrm>
        </p:grpSpPr>
        <p:sp>
          <p:nvSpPr>
            <p:cNvPr id="58" name="四角形: 角を丸くする 57">
              <a:extLst>
                <a:ext uri="{FF2B5EF4-FFF2-40B4-BE49-F238E27FC236}">
                  <a16:creationId xmlns:a16="http://schemas.microsoft.com/office/drawing/2014/main" id="{E639CAD3-7390-C1F5-5C6E-213DE260F99C}"/>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1" name="四角形: 角を丸くする 10">
              <a:extLst>
                <a:ext uri="{FF2B5EF4-FFF2-40B4-BE49-F238E27FC236}">
                  <a16:creationId xmlns:a16="http://schemas.microsoft.com/office/drawing/2014/main" id="{6D713A97-1F62-83BD-8CDF-4350CAD9A2E3}"/>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13" name="グループ化 12">
            <a:extLst>
              <a:ext uri="{FF2B5EF4-FFF2-40B4-BE49-F238E27FC236}">
                <a16:creationId xmlns:a16="http://schemas.microsoft.com/office/drawing/2014/main" id="{8FE621A8-0E8D-DA43-7B69-BED9B59384DB}"/>
              </a:ext>
            </a:extLst>
          </p:cNvPr>
          <p:cNvGrpSpPr/>
          <p:nvPr/>
        </p:nvGrpSpPr>
        <p:grpSpPr>
          <a:xfrm>
            <a:off x="2169302" y="5677957"/>
            <a:ext cx="466296" cy="699535"/>
            <a:chOff x="1572592" y="5648090"/>
            <a:chExt cx="466296" cy="699535"/>
          </a:xfrm>
        </p:grpSpPr>
        <p:sp>
          <p:nvSpPr>
            <p:cNvPr id="14" name="四角形: 角を丸くする 13">
              <a:extLst>
                <a:ext uri="{FF2B5EF4-FFF2-40B4-BE49-F238E27FC236}">
                  <a16:creationId xmlns:a16="http://schemas.microsoft.com/office/drawing/2014/main" id="{4919DA39-230A-2B93-D829-F5717F086680}"/>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5" name="四角形: 角を丸くする 14">
              <a:extLst>
                <a:ext uri="{FF2B5EF4-FFF2-40B4-BE49-F238E27FC236}">
                  <a16:creationId xmlns:a16="http://schemas.microsoft.com/office/drawing/2014/main" id="{5D0E11FA-EECA-8A10-6FB3-706A9F98AB49}"/>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17" name="グループ化 16">
            <a:extLst>
              <a:ext uri="{FF2B5EF4-FFF2-40B4-BE49-F238E27FC236}">
                <a16:creationId xmlns:a16="http://schemas.microsoft.com/office/drawing/2014/main" id="{94858F42-3E6B-CE29-8299-E9DA6A0C0456}"/>
              </a:ext>
            </a:extLst>
          </p:cNvPr>
          <p:cNvGrpSpPr/>
          <p:nvPr/>
        </p:nvGrpSpPr>
        <p:grpSpPr>
          <a:xfrm>
            <a:off x="2770607" y="5677957"/>
            <a:ext cx="466296" cy="699535"/>
            <a:chOff x="1572592" y="5648090"/>
            <a:chExt cx="466296" cy="699535"/>
          </a:xfrm>
        </p:grpSpPr>
        <p:sp>
          <p:nvSpPr>
            <p:cNvPr id="18" name="四角形: 角を丸くする 17">
              <a:extLst>
                <a:ext uri="{FF2B5EF4-FFF2-40B4-BE49-F238E27FC236}">
                  <a16:creationId xmlns:a16="http://schemas.microsoft.com/office/drawing/2014/main" id="{C6524287-2E1B-6021-63BF-1FD848EEC419}"/>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20" name="四角形: 角を丸くする 19">
              <a:extLst>
                <a:ext uri="{FF2B5EF4-FFF2-40B4-BE49-F238E27FC236}">
                  <a16:creationId xmlns:a16="http://schemas.microsoft.com/office/drawing/2014/main" id="{4AE17ED8-AFBD-272E-2B96-71A3E365C04B}"/>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21" name="グループ化 20">
            <a:extLst>
              <a:ext uri="{FF2B5EF4-FFF2-40B4-BE49-F238E27FC236}">
                <a16:creationId xmlns:a16="http://schemas.microsoft.com/office/drawing/2014/main" id="{A39D65DD-F221-1853-5C98-DA6EDDBF8765}"/>
              </a:ext>
            </a:extLst>
          </p:cNvPr>
          <p:cNvGrpSpPr/>
          <p:nvPr/>
        </p:nvGrpSpPr>
        <p:grpSpPr>
          <a:xfrm>
            <a:off x="3371912" y="5677957"/>
            <a:ext cx="466296" cy="699535"/>
            <a:chOff x="1572592" y="5648090"/>
            <a:chExt cx="466296" cy="699535"/>
          </a:xfrm>
        </p:grpSpPr>
        <p:sp>
          <p:nvSpPr>
            <p:cNvPr id="22" name="四角形: 角を丸くする 21">
              <a:extLst>
                <a:ext uri="{FF2B5EF4-FFF2-40B4-BE49-F238E27FC236}">
                  <a16:creationId xmlns:a16="http://schemas.microsoft.com/office/drawing/2014/main" id="{4BA7F262-4853-FA72-0497-1A56CB39DAA1}"/>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23" name="四角形: 角を丸くする 22">
              <a:extLst>
                <a:ext uri="{FF2B5EF4-FFF2-40B4-BE49-F238E27FC236}">
                  <a16:creationId xmlns:a16="http://schemas.microsoft.com/office/drawing/2014/main" id="{5F48221F-5D1D-1BA4-B9C2-17B6A9E9FC8A}"/>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24" name="グループ化 23">
            <a:extLst>
              <a:ext uri="{FF2B5EF4-FFF2-40B4-BE49-F238E27FC236}">
                <a16:creationId xmlns:a16="http://schemas.microsoft.com/office/drawing/2014/main" id="{314BFFA9-0A3D-AFA8-4D48-7AA5CB073D57}"/>
              </a:ext>
            </a:extLst>
          </p:cNvPr>
          <p:cNvGrpSpPr/>
          <p:nvPr/>
        </p:nvGrpSpPr>
        <p:grpSpPr>
          <a:xfrm>
            <a:off x="3973217" y="5677957"/>
            <a:ext cx="466296" cy="699535"/>
            <a:chOff x="1572592" y="5648090"/>
            <a:chExt cx="466296" cy="699535"/>
          </a:xfrm>
        </p:grpSpPr>
        <p:sp>
          <p:nvSpPr>
            <p:cNvPr id="25" name="四角形: 角を丸くする 24">
              <a:extLst>
                <a:ext uri="{FF2B5EF4-FFF2-40B4-BE49-F238E27FC236}">
                  <a16:creationId xmlns:a16="http://schemas.microsoft.com/office/drawing/2014/main" id="{3B3668C2-2141-4D2C-0480-7EB603232518}"/>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26" name="四角形: 角を丸くする 25">
              <a:extLst>
                <a:ext uri="{FF2B5EF4-FFF2-40B4-BE49-F238E27FC236}">
                  <a16:creationId xmlns:a16="http://schemas.microsoft.com/office/drawing/2014/main" id="{8503D060-4E1D-19BC-5994-23DBEEFF979E}"/>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27" name="グループ化 26">
            <a:extLst>
              <a:ext uri="{FF2B5EF4-FFF2-40B4-BE49-F238E27FC236}">
                <a16:creationId xmlns:a16="http://schemas.microsoft.com/office/drawing/2014/main" id="{9787E1EB-A4BD-C6BF-DCCE-A92CFED82464}"/>
              </a:ext>
            </a:extLst>
          </p:cNvPr>
          <p:cNvGrpSpPr/>
          <p:nvPr/>
        </p:nvGrpSpPr>
        <p:grpSpPr>
          <a:xfrm>
            <a:off x="4574522" y="5677957"/>
            <a:ext cx="466296" cy="699535"/>
            <a:chOff x="1572592" y="5648090"/>
            <a:chExt cx="466296" cy="699535"/>
          </a:xfrm>
        </p:grpSpPr>
        <p:sp>
          <p:nvSpPr>
            <p:cNvPr id="42" name="四角形: 角を丸くする 41">
              <a:extLst>
                <a:ext uri="{FF2B5EF4-FFF2-40B4-BE49-F238E27FC236}">
                  <a16:creationId xmlns:a16="http://schemas.microsoft.com/office/drawing/2014/main" id="{35AF2F49-CFF5-090B-88FE-94DE31610CF3}"/>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43" name="四角形: 角を丸くする 42">
              <a:extLst>
                <a:ext uri="{FF2B5EF4-FFF2-40B4-BE49-F238E27FC236}">
                  <a16:creationId xmlns:a16="http://schemas.microsoft.com/office/drawing/2014/main" id="{BA33FA1B-F502-A861-B320-1A6179E9F253}"/>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46" name="グループ化 45">
            <a:extLst>
              <a:ext uri="{FF2B5EF4-FFF2-40B4-BE49-F238E27FC236}">
                <a16:creationId xmlns:a16="http://schemas.microsoft.com/office/drawing/2014/main" id="{101E133D-69AC-EB5E-88D0-27105EC6F672}"/>
              </a:ext>
            </a:extLst>
          </p:cNvPr>
          <p:cNvGrpSpPr/>
          <p:nvPr/>
        </p:nvGrpSpPr>
        <p:grpSpPr>
          <a:xfrm>
            <a:off x="5175824" y="5677957"/>
            <a:ext cx="466296" cy="699535"/>
            <a:chOff x="1572592" y="5648090"/>
            <a:chExt cx="466296" cy="699535"/>
          </a:xfrm>
        </p:grpSpPr>
        <p:sp>
          <p:nvSpPr>
            <p:cNvPr id="50" name="四角形: 角を丸くする 49">
              <a:extLst>
                <a:ext uri="{FF2B5EF4-FFF2-40B4-BE49-F238E27FC236}">
                  <a16:creationId xmlns:a16="http://schemas.microsoft.com/office/drawing/2014/main" id="{CD142962-212B-75C4-6A59-3331BECDD20B}"/>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51" name="四角形: 角を丸くする 50">
              <a:extLst>
                <a:ext uri="{FF2B5EF4-FFF2-40B4-BE49-F238E27FC236}">
                  <a16:creationId xmlns:a16="http://schemas.microsoft.com/office/drawing/2014/main" id="{4A9B73E3-941E-7DCD-CA7B-88CEA6415ABC}"/>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sp>
        <p:nvSpPr>
          <p:cNvPr id="64" name="二等辺三角形 63">
            <a:extLst>
              <a:ext uri="{FF2B5EF4-FFF2-40B4-BE49-F238E27FC236}">
                <a16:creationId xmlns:a16="http://schemas.microsoft.com/office/drawing/2014/main" id="{44C7A036-0568-B34A-DD44-E9FA3A630DFA}"/>
              </a:ext>
            </a:extLst>
          </p:cNvPr>
          <p:cNvSpPr/>
          <p:nvPr/>
        </p:nvSpPr>
        <p:spPr>
          <a:xfrm rot="5400000">
            <a:off x="10860936" y="5875196"/>
            <a:ext cx="364010" cy="313802"/>
          </a:xfrm>
          <a:prstGeom prst="triangl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3" name="テキスト ボックス 72">
            <a:extLst>
              <a:ext uri="{FF2B5EF4-FFF2-40B4-BE49-F238E27FC236}">
                <a16:creationId xmlns:a16="http://schemas.microsoft.com/office/drawing/2014/main" id="{412F4876-1427-D69D-084E-B2E770B89C1B}"/>
              </a:ext>
            </a:extLst>
          </p:cNvPr>
          <p:cNvSpPr txBox="1"/>
          <p:nvPr/>
        </p:nvSpPr>
        <p:spPr>
          <a:xfrm>
            <a:off x="9098198" y="5847431"/>
            <a:ext cx="1743792" cy="369332"/>
          </a:xfrm>
          <a:prstGeom prst="rect">
            <a:avLst/>
          </a:prstGeom>
          <a:noFill/>
        </p:spPr>
        <p:txBody>
          <a:bodyPr wrap="square">
            <a:spAutoFit/>
          </a:bodyPr>
          <a:lstStyle/>
          <a:p>
            <a:pPr algn="ctr"/>
            <a:r>
              <a:rPr lang="ja-JP" altLang="en-US" sz="1800" b="1">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rPr>
              <a:t>バトル開始</a:t>
            </a:r>
            <a:endParaRPr lang="ja-JP" altLang="en-US" sz="1800" b="1" dirty="0">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endParaRPr>
          </a:p>
        </p:txBody>
      </p:sp>
    </p:spTree>
    <p:extLst>
      <p:ext uri="{BB962C8B-B14F-4D97-AF65-F5344CB8AC3E}">
        <p14:creationId xmlns:p14="http://schemas.microsoft.com/office/powerpoint/2010/main" val="2286813222"/>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gradFill>
          <a:gsLst>
            <a:gs pos="46690">
              <a:schemeClr val="accent6">
                <a:lumMod val="75000"/>
              </a:schemeClr>
            </a:gs>
            <a:gs pos="0">
              <a:schemeClr val="accent6">
                <a:lumMod val="50000"/>
              </a:schemeClr>
            </a:gs>
            <a:gs pos="23000">
              <a:schemeClr val="accent6">
                <a:lumMod val="75000"/>
              </a:schemeClr>
            </a:gs>
            <a:gs pos="69000">
              <a:schemeClr val="accent6">
                <a:lumMod val="50000"/>
              </a:schemeClr>
            </a:gs>
            <a:gs pos="97000">
              <a:schemeClr val="tx1">
                <a:lumMod val="85000"/>
                <a:lumOff val="15000"/>
              </a:schemeClr>
            </a:gs>
          </a:gsLst>
          <a:path path="circle">
            <a:fillToRect l="50000" t="50000" r="50000" b="50000"/>
          </a:path>
        </a:gradFill>
        <a:effectLst/>
      </p:bgPr>
    </p:bg>
    <p:spTree>
      <p:nvGrpSpPr>
        <p:cNvPr id="1" name="">
          <a:extLst>
            <a:ext uri="{FF2B5EF4-FFF2-40B4-BE49-F238E27FC236}">
              <a16:creationId xmlns:a16="http://schemas.microsoft.com/office/drawing/2014/main" id="{193199EF-45D9-8C90-F4D5-28B4EF478B0D}"/>
            </a:ext>
          </a:extLst>
        </p:cNvPr>
        <p:cNvGrpSpPr/>
        <p:nvPr/>
      </p:nvGrpSpPr>
      <p:grpSpPr>
        <a:xfrm>
          <a:off x="0" y="0"/>
          <a:ext cx="0" cy="0"/>
          <a:chOff x="0" y="0"/>
          <a:chExt cx="0" cy="0"/>
        </a:xfrm>
      </p:grpSpPr>
      <p:sp>
        <p:nvSpPr>
          <p:cNvPr id="78" name="二等辺三角形 77">
            <a:extLst>
              <a:ext uri="{FF2B5EF4-FFF2-40B4-BE49-F238E27FC236}">
                <a16:creationId xmlns:a16="http://schemas.microsoft.com/office/drawing/2014/main" id="{4E655BB7-C870-68A2-5D32-3D9B991717ED}"/>
              </a:ext>
            </a:extLst>
          </p:cNvPr>
          <p:cNvSpPr/>
          <p:nvPr/>
        </p:nvSpPr>
        <p:spPr>
          <a:xfrm rot="16200000">
            <a:off x="5766625" y="-1014151"/>
            <a:ext cx="658751" cy="3259291"/>
          </a:xfrm>
          <a:prstGeom prst="triangle">
            <a:avLst/>
          </a:prstGeom>
          <a:solidFill>
            <a:schemeClr val="accent1">
              <a:lumMod val="20000"/>
              <a:lumOff val="80000"/>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9" name="テキスト ボックス 78">
            <a:extLst>
              <a:ext uri="{FF2B5EF4-FFF2-40B4-BE49-F238E27FC236}">
                <a16:creationId xmlns:a16="http://schemas.microsoft.com/office/drawing/2014/main" id="{2B3F6370-C55B-9D30-2692-668B8DFCDD28}"/>
              </a:ext>
            </a:extLst>
          </p:cNvPr>
          <p:cNvSpPr txBox="1"/>
          <p:nvPr/>
        </p:nvSpPr>
        <p:spPr>
          <a:xfrm>
            <a:off x="4145673" y="261931"/>
            <a:ext cx="4009051" cy="646331"/>
          </a:xfrm>
          <a:prstGeom prst="rect">
            <a:avLst/>
          </a:prstGeom>
          <a:noFill/>
        </p:spPr>
        <p:txBody>
          <a:bodyPr wrap="square">
            <a:spAutoFit/>
          </a:bodyPr>
          <a:lstStyle/>
          <a:p>
            <a:pPr algn="ctr"/>
            <a:r>
              <a:rPr lang="ja-JP" altLang="en-US" sz="3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バトル発生</a:t>
            </a:r>
            <a:endParaRPr kumimoji="1" lang="ja-JP" altLang="en-US" sz="36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76" name="テキスト ボックス 75">
            <a:extLst>
              <a:ext uri="{FF2B5EF4-FFF2-40B4-BE49-F238E27FC236}">
                <a16:creationId xmlns:a16="http://schemas.microsoft.com/office/drawing/2014/main" id="{66B2E5A8-0F32-C75E-001F-04FC21BC0627}"/>
              </a:ext>
            </a:extLst>
          </p:cNvPr>
          <p:cNvSpPr txBox="1"/>
          <p:nvPr/>
        </p:nvSpPr>
        <p:spPr>
          <a:xfrm>
            <a:off x="4091474" y="271395"/>
            <a:ext cx="4009051" cy="646331"/>
          </a:xfrm>
          <a:prstGeom prst="rect">
            <a:avLst/>
          </a:prstGeom>
          <a:noFill/>
        </p:spPr>
        <p:txBody>
          <a:bodyPr wrap="square">
            <a:spAutoFit/>
          </a:bodyPr>
          <a:lstStyle/>
          <a:p>
            <a:pPr algn="ctr"/>
            <a:r>
              <a:rPr lang="ja-JP" altLang="en-US" sz="3600" b="1" dirty="0">
                <a:solidFill>
                  <a:srgbClr val="FF0000"/>
                </a:solidFill>
                <a:latin typeface="原稿用標準書体" panose="03000503000000000000" pitchFamily="66" charset="-128"/>
                <a:ea typeface="原稿用標準書体" panose="03000503000000000000" pitchFamily="66" charset="-128"/>
              </a:rPr>
              <a:t>バトル発生</a:t>
            </a:r>
            <a:endParaRPr kumimoji="1" lang="ja-JP" altLang="en-US" sz="3600" b="1" dirty="0">
              <a:solidFill>
                <a:srgbClr val="FF0000"/>
              </a:solidFill>
              <a:latin typeface="原稿用標準書体" panose="03000503000000000000" pitchFamily="66" charset="-128"/>
              <a:ea typeface="原稿用標準書体" panose="03000503000000000000" pitchFamily="66" charset="-128"/>
            </a:endParaRPr>
          </a:p>
        </p:txBody>
      </p:sp>
      <p:cxnSp>
        <p:nvCxnSpPr>
          <p:cNvPr id="77" name="直線コネクタ 76">
            <a:extLst>
              <a:ext uri="{FF2B5EF4-FFF2-40B4-BE49-F238E27FC236}">
                <a16:creationId xmlns:a16="http://schemas.microsoft.com/office/drawing/2014/main" id="{EDE7972C-1AA5-2B6A-D0A2-EC90399C0656}"/>
              </a:ext>
            </a:extLst>
          </p:cNvPr>
          <p:cNvCxnSpPr>
            <a:cxnSpLocks/>
            <a:stCxn id="45" idx="6"/>
            <a:endCxn id="48" idx="2"/>
          </p:cNvCxnSpPr>
          <p:nvPr/>
        </p:nvCxnSpPr>
        <p:spPr>
          <a:xfrm>
            <a:off x="4052275" y="2947629"/>
            <a:ext cx="563659" cy="1006993"/>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sp>
        <p:nvSpPr>
          <p:cNvPr id="3" name="楕円 2">
            <a:extLst>
              <a:ext uri="{FF2B5EF4-FFF2-40B4-BE49-F238E27FC236}">
                <a16:creationId xmlns:a16="http://schemas.microsoft.com/office/drawing/2014/main" id="{FA9B1084-C018-CB62-3732-A16B8C98B54D}"/>
              </a:ext>
            </a:extLst>
          </p:cNvPr>
          <p:cNvSpPr/>
          <p:nvPr/>
        </p:nvSpPr>
        <p:spPr>
          <a:xfrm>
            <a:off x="-307971" y="1954762"/>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rgbClr val="C00000"/>
                </a:solidFill>
                <a:latin typeface="原稿用標準書体" panose="03000503000000000000" pitchFamily="66" charset="-128"/>
                <a:ea typeface="原稿用標準書体" panose="03000503000000000000" pitchFamily="66" charset="-128"/>
              </a:rPr>
              <a:t>BATTLE</a:t>
            </a:r>
            <a:endParaRPr kumimoji="1" lang="ja-JP" altLang="en-US" dirty="0">
              <a:solidFill>
                <a:srgbClr val="C00000"/>
              </a:solidFill>
              <a:latin typeface="原稿用標準書体" panose="03000503000000000000" pitchFamily="66" charset="-128"/>
              <a:ea typeface="原稿用標準書体" panose="03000503000000000000" pitchFamily="66" charset="-128"/>
            </a:endParaRPr>
          </a:p>
        </p:txBody>
      </p:sp>
      <p:sp>
        <p:nvSpPr>
          <p:cNvPr id="19" name="楕円 18">
            <a:extLst>
              <a:ext uri="{FF2B5EF4-FFF2-40B4-BE49-F238E27FC236}">
                <a16:creationId xmlns:a16="http://schemas.microsoft.com/office/drawing/2014/main" id="{A7B9C81B-FF4C-839B-CC07-981DCA269FC2}"/>
              </a:ext>
            </a:extLst>
          </p:cNvPr>
          <p:cNvSpPr/>
          <p:nvPr/>
        </p:nvSpPr>
        <p:spPr>
          <a:xfrm>
            <a:off x="1029479" y="3572515"/>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chemeClr val="accent3"/>
                </a:solidFill>
                <a:latin typeface="原稿用標準書体" panose="03000503000000000000" pitchFamily="66" charset="-128"/>
                <a:ea typeface="原稿用標準書体" panose="03000503000000000000" pitchFamily="66" charset="-128"/>
              </a:rPr>
              <a:t>STORY</a:t>
            </a:r>
            <a:endParaRPr kumimoji="1" lang="ja-JP" altLang="en-US" dirty="0">
              <a:solidFill>
                <a:schemeClr val="accent3"/>
              </a:solidFill>
              <a:latin typeface="原稿用標準書体" panose="03000503000000000000" pitchFamily="66" charset="-128"/>
              <a:ea typeface="原稿用標準書体" panose="03000503000000000000" pitchFamily="66" charset="-128"/>
            </a:endParaRPr>
          </a:p>
        </p:txBody>
      </p:sp>
      <p:sp>
        <p:nvSpPr>
          <p:cNvPr id="30" name="矢印: 五方向 29">
            <a:extLst>
              <a:ext uri="{FF2B5EF4-FFF2-40B4-BE49-F238E27FC236}">
                <a16:creationId xmlns:a16="http://schemas.microsoft.com/office/drawing/2014/main" id="{B94CADC0-79EA-261F-7999-F262DE633A75}"/>
              </a:ext>
            </a:extLst>
          </p:cNvPr>
          <p:cNvSpPr/>
          <p:nvPr/>
        </p:nvSpPr>
        <p:spPr>
          <a:xfrm>
            <a:off x="7057581" y="5770518"/>
            <a:ext cx="1283025" cy="523159"/>
          </a:xfrm>
          <a:prstGeom prst="homePlate">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原稿用標準書体" panose="03000503000000000000" pitchFamily="66" charset="-128"/>
                <a:ea typeface="原稿用標準書体" panose="03000503000000000000" pitchFamily="66" charset="-128"/>
              </a:rPr>
              <a:t>撤退</a:t>
            </a:r>
          </a:p>
        </p:txBody>
      </p:sp>
      <p:sp>
        <p:nvSpPr>
          <p:cNvPr id="31" name="楕円 30">
            <a:extLst>
              <a:ext uri="{FF2B5EF4-FFF2-40B4-BE49-F238E27FC236}">
                <a16:creationId xmlns:a16="http://schemas.microsoft.com/office/drawing/2014/main" id="{F3523C76-1241-54AB-A80D-615D80FC3E29}"/>
              </a:ext>
            </a:extLst>
          </p:cNvPr>
          <p:cNvSpPr/>
          <p:nvPr/>
        </p:nvSpPr>
        <p:spPr>
          <a:xfrm>
            <a:off x="6364643" y="2791406"/>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lang="en-US" altLang="ja-JP" dirty="0">
                <a:solidFill>
                  <a:srgbClr val="C00000"/>
                </a:solidFill>
                <a:latin typeface="原稿用標準書体" panose="03000503000000000000" pitchFamily="66" charset="-128"/>
                <a:ea typeface="原稿用標準書体" panose="03000503000000000000" pitchFamily="66" charset="-128"/>
              </a:rPr>
              <a:t>BATTLE</a:t>
            </a:r>
            <a:endParaRPr lang="ja-JP" altLang="en-US" dirty="0">
              <a:solidFill>
                <a:srgbClr val="C00000"/>
              </a:solidFill>
              <a:latin typeface="原稿用標準書体" panose="03000503000000000000" pitchFamily="66" charset="-128"/>
              <a:ea typeface="原稿用標準書体" panose="03000503000000000000" pitchFamily="66" charset="-128"/>
            </a:endParaRPr>
          </a:p>
        </p:txBody>
      </p:sp>
      <p:sp>
        <p:nvSpPr>
          <p:cNvPr id="44" name="四角形: 角を丸くする 43">
            <a:extLst>
              <a:ext uri="{FF2B5EF4-FFF2-40B4-BE49-F238E27FC236}">
                <a16:creationId xmlns:a16="http://schemas.microsoft.com/office/drawing/2014/main" id="{B15DD424-D53E-EA5C-766B-41DCB188BC4B}"/>
              </a:ext>
            </a:extLst>
          </p:cNvPr>
          <p:cNvSpPr/>
          <p:nvPr/>
        </p:nvSpPr>
        <p:spPr>
          <a:xfrm>
            <a:off x="429205" y="5555534"/>
            <a:ext cx="6136930" cy="953126"/>
          </a:xfrm>
          <a:prstGeom prst="roundRect">
            <a:avLst>
              <a:gd name="adj" fmla="val 11772"/>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45" name="楕円 44">
            <a:extLst>
              <a:ext uri="{FF2B5EF4-FFF2-40B4-BE49-F238E27FC236}">
                <a16:creationId xmlns:a16="http://schemas.microsoft.com/office/drawing/2014/main" id="{A0D4B83B-F0A9-816B-DB5A-B58E1ADF5588}"/>
              </a:ext>
            </a:extLst>
          </p:cNvPr>
          <p:cNvSpPr/>
          <p:nvPr/>
        </p:nvSpPr>
        <p:spPr>
          <a:xfrm>
            <a:off x="2889059" y="2366021"/>
            <a:ext cx="1163216" cy="1163216"/>
          </a:xfrm>
          <a:prstGeom prst="ellipse">
            <a:avLst/>
          </a:prstGeom>
          <a:solidFill>
            <a:schemeClr val="bg1">
              <a:lumMod val="95000"/>
            </a:schemeClr>
          </a:solidFill>
          <a:ln w="63500">
            <a:solidFill>
              <a:schemeClr val="accent6"/>
            </a:solidFill>
          </a:ln>
          <a:effectLst>
            <a:glow rad="127000">
              <a:schemeClr val="accent6">
                <a:lumMod val="20000"/>
                <a:lumOff val="80000"/>
                <a:alpha val="55000"/>
              </a:schemeClr>
            </a:glow>
          </a:effectLst>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lang="en-US" altLang="ja-JP" dirty="0">
                <a:solidFill>
                  <a:srgbClr val="C00000"/>
                </a:solidFill>
                <a:latin typeface="原稿用標準書体" panose="03000503000000000000" pitchFamily="66" charset="-128"/>
                <a:ea typeface="原稿用標準書体" panose="03000503000000000000" pitchFamily="66" charset="-128"/>
              </a:rPr>
              <a:t>BATTLE</a:t>
            </a:r>
            <a:endParaRPr lang="ja-JP" altLang="en-US" dirty="0">
              <a:solidFill>
                <a:srgbClr val="C00000"/>
              </a:solidFill>
              <a:latin typeface="原稿用標準書体" panose="03000503000000000000" pitchFamily="66" charset="-128"/>
              <a:ea typeface="原稿用標準書体" panose="03000503000000000000" pitchFamily="66" charset="-128"/>
            </a:endParaRPr>
          </a:p>
        </p:txBody>
      </p:sp>
      <p:sp>
        <p:nvSpPr>
          <p:cNvPr id="47" name="楕円 46">
            <a:extLst>
              <a:ext uri="{FF2B5EF4-FFF2-40B4-BE49-F238E27FC236}">
                <a16:creationId xmlns:a16="http://schemas.microsoft.com/office/drawing/2014/main" id="{543A86D8-D598-0602-2F10-0079AA956449}"/>
              </a:ext>
            </a:extLst>
          </p:cNvPr>
          <p:cNvSpPr/>
          <p:nvPr/>
        </p:nvSpPr>
        <p:spPr>
          <a:xfrm>
            <a:off x="-2137874" y="2847392"/>
            <a:ext cx="1163216" cy="1163216"/>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chemeClr val="accent4"/>
                </a:solidFill>
                <a:latin typeface="原稿用標準書体" panose="03000503000000000000" pitchFamily="66" charset="-128"/>
                <a:ea typeface="原稿用標準書体" panose="03000503000000000000" pitchFamily="66" charset="-128"/>
              </a:rPr>
              <a:t>START</a:t>
            </a:r>
            <a:endParaRPr kumimoji="1" lang="ja-JP" altLang="en-US" dirty="0">
              <a:solidFill>
                <a:schemeClr val="accent4"/>
              </a:solidFill>
              <a:latin typeface="原稿用標準書体" panose="03000503000000000000" pitchFamily="66" charset="-128"/>
              <a:ea typeface="原稿用標準書体" panose="03000503000000000000" pitchFamily="66" charset="-128"/>
            </a:endParaRPr>
          </a:p>
        </p:txBody>
      </p:sp>
      <p:sp>
        <p:nvSpPr>
          <p:cNvPr id="48" name="楕円 47">
            <a:extLst>
              <a:ext uri="{FF2B5EF4-FFF2-40B4-BE49-F238E27FC236}">
                <a16:creationId xmlns:a16="http://schemas.microsoft.com/office/drawing/2014/main" id="{66E57918-CC1E-C2DD-5BFB-D6E0C6D880A4}"/>
              </a:ext>
            </a:extLst>
          </p:cNvPr>
          <p:cNvSpPr/>
          <p:nvPr/>
        </p:nvSpPr>
        <p:spPr>
          <a:xfrm>
            <a:off x="4615934" y="3373014"/>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lang="en-US" altLang="ja-JP" dirty="0">
                <a:solidFill>
                  <a:schemeClr val="accent2">
                    <a:lumMod val="75000"/>
                  </a:schemeClr>
                </a:solidFill>
                <a:latin typeface="原稿用標準書体" panose="03000503000000000000" pitchFamily="66" charset="-128"/>
                <a:ea typeface="原稿用標準書体" panose="03000503000000000000" pitchFamily="66" charset="-128"/>
              </a:rPr>
              <a:t>EVENT</a:t>
            </a:r>
            <a:endParaRPr lang="ja-JP" altLang="en-US" dirty="0">
              <a:solidFill>
                <a:schemeClr val="accent2">
                  <a:lumMod val="75000"/>
                </a:schemeClr>
              </a:solidFill>
              <a:latin typeface="原稿用標準書体" panose="03000503000000000000" pitchFamily="66" charset="-128"/>
              <a:ea typeface="原稿用標準書体" panose="03000503000000000000" pitchFamily="66" charset="-128"/>
            </a:endParaRPr>
          </a:p>
        </p:txBody>
      </p:sp>
      <p:cxnSp>
        <p:nvCxnSpPr>
          <p:cNvPr id="52" name="直線コネクタ 51">
            <a:extLst>
              <a:ext uri="{FF2B5EF4-FFF2-40B4-BE49-F238E27FC236}">
                <a16:creationId xmlns:a16="http://schemas.microsoft.com/office/drawing/2014/main" id="{F809DB14-2120-CBF9-6B05-F91891DCFA72}"/>
              </a:ext>
            </a:extLst>
          </p:cNvPr>
          <p:cNvCxnSpPr>
            <a:cxnSpLocks/>
            <a:endCxn id="3" idx="2"/>
          </p:cNvCxnSpPr>
          <p:nvPr/>
        </p:nvCxnSpPr>
        <p:spPr>
          <a:xfrm flipV="1">
            <a:off x="-974658" y="2536370"/>
            <a:ext cx="666687" cy="836644"/>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61" name="直線コネクタ 60">
            <a:extLst>
              <a:ext uri="{FF2B5EF4-FFF2-40B4-BE49-F238E27FC236}">
                <a16:creationId xmlns:a16="http://schemas.microsoft.com/office/drawing/2014/main" id="{60B254B0-F696-9D99-54FA-EA7CADB7277E}"/>
              </a:ext>
            </a:extLst>
          </p:cNvPr>
          <p:cNvCxnSpPr>
            <a:cxnSpLocks/>
            <a:stCxn id="19" idx="1"/>
            <a:endCxn id="3" idx="5"/>
          </p:cNvCxnSpPr>
          <p:nvPr/>
        </p:nvCxnSpPr>
        <p:spPr>
          <a:xfrm flipH="1" flipV="1">
            <a:off x="684896" y="2947629"/>
            <a:ext cx="514932" cy="795235"/>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74" name="直線コネクタ 73">
            <a:extLst>
              <a:ext uri="{FF2B5EF4-FFF2-40B4-BE49-F238E27FC236}">
                <a16:creationId xmlns:a16="http://schemas.microsoft.com/office/drawing/2014/main" id="{20FE9E89-31C4-B0FE-C9F2-B596B22FC0F9}"/>
              </a:ext>
            </a:extLst>
          </p:cNvPr>
          <p:cNvCxnSpPr>
            <a:cxnSpLocks/>
            <a:stCxn id="19" idx="7"/>
            <a:endCxn id="45" idx="2"/>
          </p:cNvCxnSpPr>
          <p:nvPr/>
        </p:nvCxnSpPr>
        <p:spPr>
          <a:xfrm flipV="1">
            <a:off x="2022346" y="2947629"/>
            <a:ext cx="866713" cy="795235"/>
          </a:xfrm>
          <a:prstGeom prst="line">
            <a:avLst/>
          </a:prstGeom>
          <a:ln w="63500">
            <a:solidFill>
              <a:schemeClr val="accent6"/>
            </a:solidFill>
            <a:prstDash val="sysDot"/>
          </a:ln>
        </p:spPr>
        <p:style>
          <a:lnRef idx="2">
            <a:schemeClr val="accent1"/>
          </a:lnRef>
          <a:fillRef idx="0">
            <a:schemeClr val="accent1"/>
          </a:fillRef>
          <a:effectRef idx="1">
            <a:schemeClr val="accent1"/>
          </a:effectRef>
          <a:fontRef idx="minor">
            <a:schemeClr val="tx1"/>
          </a:fontRef>
        </p:style>
      </p:cxnSp>
      <p:cxnSp>
        <p:nvCxnSpPr>
          <p:cNvPr id="85" name="直線コネクタ 84">
            <a:extLst>
              <a:ext uri="{FF2B5EF4-FFF2-40B4-BE49-F238E27FC236}">
                <a16:creationId xmlns:a16="http://schemas.microsoft.com/office/drawing/2014/main" id="{B9D259FE-7D09-4892-AF07-4EE0AB98DF25}"/>
              </a:ext>
            </a:extLst>
          </p:cNvPr>
          <p:cNvCxnSpPr>
            <a:cxnSpLocks/>
            <a:stCxn id="48" idx="6"/>
            <a:endCxn id="31" idx="2"/>
          </p:cNvCxnSpPr>
          <p:nvPr/>
        </p:nvCxnSpPr>
        <p:spPr>
          <a:xfrm flipV="1">
            <a:off x="5779150" y="3373014"/>
            <a:ext cx="585493" cy="581608"/>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grpSp>
        <p:nvGrpSpPr>
          <p:cNvPr id="2" name="グループ化 1">
            <a:extLst>
              <a:ext uri="{FF2B5EF4-FFF2-40B4-BE49-F238E27FC236}">
                <a16:creationId xmlns:a16="http://schemas.microsoft.com/office/drawing/2014/main" id="{1E0059EF-746E-0C76-F4ED-6D68E62B470D}"/>
              </a:ext>
            </a:extLst>
          </p:cNvPr>
          <p:cNvGrpSpPr/>
          <p:nvPr/>
        </p:nvGrpSpPr>
        <p:grpSpPr>
          <a:xfrm>
            <a:off x="3050369" y="1485969"/>
            <a:ext cx="840596" cy="833567"/>
            <a:chOff x="1367715" y="1890973"/>
            <a:chExt cx="840596" cy="833567"/>
          </a:xfrm>
        </p:grpSpPr>
        <p:sp>
          <p:nvSpPr>
            <p:cNvPr id="88" name="吹き出し: 円形 87">
              <a:extLst>
                <a:ext uri="{FF2B5EF4-FFF2-40B4-BE49-F238E27FC236}">
                  <a16:creationId xmlns:a16="http://schemas.microsoft.com/office/drawing/2014/main" id="{76052265-5C2A-6D35-14B5-F02695C6FFB9}"/>
                </a:ext>
              </a:extLst>
            </p:cNvPr>
            <p:cNvSpPr/>
            <p:nvPr/>
          </p:nvSpPr>
          <p:spPr>
            <a:xfrm>
              <a:off x="1367715" y="1890973"/>
              <a:ext cx="840596" cy="828901"/>
            </a:xfrm>
            <a:prstGeom prst="wedgeEllipseCallout">
              <a:avLst>
                <a:gd name="adj1" fmla="val 257"/>
                <a:gd name="adj2" fmla="val 71505"/>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90" name="図 89">
              <a:extLst>
                <a:ext uri="{FF2B5EF4-FFF2-40B4-BE49-F238E27FC236}">
                  <a16:creationId xmlns:a16="http://schemas.microsoft.com/office/drawing/2014/main" id="{48A33CBD-DF4C-4165-E3A1-310C0AACBF3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396905" y="1923662"/>
              <a:ext cx="800878" cy="800878"/>
            </a:xfrm>
            <a:prstGeom prst="rect">
              <a:avLst/>
            </a:prstGeom>
          </p:spPr>
        </p:pic>
      </p:grpSp>
      <p:sp>
        <p:nvSpPr>
          <p:cNvPr id="49" name="四角形: 角を丸くする 48">
            <a:extLst>
              <a:ext uri="{FF2B5EF4-FFF2-40B4-BE49-F238E27FC236}">
                <a16:creationId xmlns:a16="http://schemas.microsoft.com/office/drawing/2014/main" id="{9C7DF5F2-FB15-02CB-C5DD-6F4C651E51D5}"/>
              </a:ext>
            </a:extLst>
          </p:cNvPr>
          <p:cNvSpPr/>
          <p:nvPr/>
        </p:nvSpPr>
        <p:spPr>
          <a:xfrm>
            <a:off x="8862861" y="5716570"/>
            <a:ext cx="2729924" cy="631055"/>
          </a:xfrm>
          <a:prstGeom prst="roundRect">
            <a:avLst>
              <a:gd name="adj" fmla="val 9570"/>
            </a:avLst>
          </a:prstGeom>
          <a:solidFill>
            <a:schemeClr val="accent1"/>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b="1" dirty="0">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endParaRPr>
          </a:p>
        </p:txBody>
      </p:sp>
      <p:sp>
        <p:nvSpPr>
          <p:cNvPr id="16" name="四角形: 角を丸くする 15">
            <a:extLst>
              <a:ext uri="{FF2B5EF4-FFF2-40B4-BE49-F238E27FC236}">
                <a16:creationId xmlns:a16="http://schemas.microsoft.com/office/drawing/2014/main" id="{4D15A29D-59F1-58D4-C109-6C63ACABDFA9}"/>
              </a:ext>
            </a:extLst>
          </p:cNvPr>
          <p:cNvSpPr>
            <a:spLocks/>
          </p:cNvSpPr>
          <p:nvPr/>
        </p:nvSpPr>
        <p:spPr>
          <a:xfrm>
            <a:off x="7244719" y="1170675"/>
            <a:ext cx="4348066" cy="4131004"/>
          </a:xfrm>
          <a:prstGeom prst="roundRect">
            <a:avLst>
              <a:gd name="adj" fmla="val 9570"/>
            </a:avLst>
          </a:prstGeom>
          <a:solidFill>
            <a:schemeClr val="accent1">
              <a:lumMod val="20000"/>
              <a:lumOff val="80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55" name="グループ化 54">
            <a:extLst>
              <a:ext uri="{FF2B5EF4-FFF2-40B4-BE49-F238E27FC236}">
                <a16:creationId xmlns:a16="http://schemas.microsoft.com/office/drawing/2014/main" id="{0C91C99A-F954-22A0-CD4C-D0D9D7BE0E7A}"/>
              </a:ext>
            </a:extLst>
          </p:cNvPr>
          <p:cNvGrpSpPr/>
          <p:nvPr/>
        </p:nvGrpSpPr>
        <p:grpSpPr>
          <a:xfrm rot="651301">
            <a:off x="2074985" y="3177201"/>
            <a:ext cx="560995" cy="489333"/>
            <a:chOff x="2420469" y="2760201"/>
            <a:chExt cx="560995" cy="489333"/>
          </a:xfrm>
        </p:grpSpPr>
        <p:sp>
          <p:nvSpPr>
            <p:cNvPr id="53" name="矢印: 山形 52">
              <a:extLst>
                <a:ext uri="{FF2B5EF4-FFF2-40B4-BE49-F238E27FC236}">
                  <a16:creationId xmlns:a16="http://schemas.microsoft.com/office/drawing/2014/main" id="{0B7F7FB9-0234-6217-79DF-0BF6F7105D54}"/>
                </a:ext>
              </a:extLst>
            </p:cNvPr>
            <p:cNvSpPr/>
            <p:nvPr/>
          </p:nvSpPr>
          <p:spPr>
            <a:xfrm rot="18735780">
              <a:off x="2681151" y="2696515"/>
              <a:ext cx="236627" cy="363999"/>
            </a:xfrm>
            <a:prstGeom prst="chevron">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latin typeface="原稿用標準書体" panose="03000503000000000000" pitchFamily="66" charset="-128"/>
                <a:ea typeface="原稿用標準書体" panose="03000503000000000000" pitchFamily="66" charset="-128"/>
              </a:endParaRPr>
            </a:p>
          </p:txBody>
        </p:sp>
        <p:sp>
          <p:nvSpPr>
            <p:cNvPr id="54" name="矢印: 山形 53">
              <a:extLst>
                <a:ext uri="{FF2B5EF4-FFF2-40B4-BE49-F238E27FC236}">
                  <a16:creationId xmlns:a16="http://schemas.microsoft.com/office/drawing/2014/main" id="{BDC1F668-B274-E92C-3D0C-C477ECF3D842}"/>
                </a:ext>
              </a:extLst>
            </p:cNvPr>
            <p:cNvSpPr/>
            <p:nvPr/>
          </p:nvSpPr>
          <p:spPr>
            <a:xfrm rot="18735780">
              <a:off x="2484155" y="2949221"/>
              <a:ext cx="236627" cy="363999"/>
            </a:xfrm>
            <a:prstGeom prst="chevron">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latin typeface="原稿用標準書体" panose="03000503000000000000" pitchFamily="66" charset="-128"/>
                <a:ea typeface="原稿用標準書体" panose="03000503000000000000" pitchFamily="66" charset="-128"/>
              </a:endParaRPr>
            </a:p>
          </p:txBody>
        </p:sp>
      </p:grpSp>
      <p:sp>
        <p:nvSpPr>
          <p:cNvPr id="59" name="楕円 58">
            <a:extLst>
              <a:ext uri="{FF2B5EF4-FFF2-40B4-BE49-F238E27FC236}">
                <a16:creationId xmlns:a16="http://schemas.microsoft.com/office/drawing/2014/main" id="{B2A4EB9D-95E3-6CF7-FF77-0B2CD76FA110}"/>
              </a:ext>
            </a:extLst>
          </p:cNvPr>
          <p:cNvSpPr/>
          <p:nvPr/>
        </p:nvSpPr>
        <p:spPr>
          <a:xfrm>
            <a:off x="1023104" y="3572515"/>
            <a:ext cx="1163216" cy="1163216"/>
          </a:xfrm>
          <a:prstGeom prst="ellipse">
            <a:avLst/>
          </a:prstGeom>
          <a:solidFill>
            <a:schemeClr val="tx1">
              <a:lumMod val="75000"/>
              <a:lumOff val="25000"/>
              <a:alpha val="60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endParaRPr kumimoji="1" lang="ja-JP" altLang="en-US" dirty="0">
              <a:solidFill>
                <a:schemeClr val="accent3"/>
              </a:solidFill>
              <a:latin typeface="原稿用標準書体" panose="03000503000000000000" pitchFamily="66" charset="-128"/>
              <a:ea typeface="原稿用標準書体" panose="03000503000000000000" pitchFamily="66" charset="-128"/>
            </a:endParaRPr>
          </a:p>
        </p:txBody>
      </p:sp>
      <p:sp>
        <p:nvSpPr>
          <p:cNvPr id="60" name="楕円 59">
            <a:extLst>
              <a:ext uri="{FF2B5EF4-FFF2-40B4-BE49-F238E27FC236}">
                <a16:creationId xmlns:a16="http://schemas.microsoft.com/office/drawing/2014/main" id="{4DBFB406-510D-DE0A-2D4C-9BAFBF92D980}"/>
              </a:ext>
            </a:extLst>
          </p:cNvPr>
          <p:cNvSpPr/>
          <p:nvPr/>
        </p:nvSpPr>
        <p:spPr>
          <a:xfrm>
            <a:off x="-335100" y="1952459"/>
            <a:ext cx="1163216" cy="1163216"/>
          </a:xfrm>
          <a:prstGeom prst="ellipse">
            <a:avLst/>
          </a:prstGeom>
          <a:solidFill>
            <a:schemeClr val="tx1">
              <a:lumMod val="75000"/>
              <a:lumOff val="25000"/>
              <a:alpha val="60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endParaRPr kumimoji="1" lang="ja-JP" altLang="en-US" dirty="0">
              <a:solidFill>
                <a:schemeClr val="accent3"/>
              </a:solidFill>
              <a:latin typeface="原稿用標準書体" panose="03000503000000000000" pitchFamily="66" charset="-128"/>
              <a:ea typeface="原稿用標準書体" panose="03000503000000000000" pitchFamily="66" charset="-128"/>
            </a:endParaRPr>
          </a:p>
        </p:txBody>
      </p:sp>
      <p:sp>
        <p:nvSpPr>
          <p:cNvPr id="66" name="テキスト ボックス 65">
            <a:extLst>
              <a:ext uri="{FF2B5EF4-FFF2-40B4-BE49-F238E27FC236}">
                <a16:creationId xmlns:a16="http://schemas.microsoft.com/office/drawing/2014/main" id="{86F1F515-9604-69BF-BDDE-B960B9F30751}"/>
              </a:ext>
            </a:extLst>
          </p:cNvPr>
          <p:cNvSpPr txBox="1"/>
          <p:nvPr/>
        </p:nvSpPr>
        <p:spPr>
          <a:xfrm>
            <a:off x="274502" y="323619"/>
            <a:ext cx="2805058" cy="523220"/>
          </a:xfrm>
          <a:prstGeom prst="rect">
            <a:avLst/>
          </a:prstGeom>
          <a:noFill/>
        </p:spPr>
        <p:txBody>
          <a:bodyPr wrap="square">
            <a:spAutoFit/>
          </a:bodyPr>
          <a:lstStyle/>
          <a:p>
            <a:r>
              <a:rPr lang="en-US" altLang="ja-JP" sz="2000" b="1" dirty="0">
                <a:solidFill>
                  <a:schemeClr val="bg1">
                    <a:lumMod val="95000"/>
                  </a:schemeClr>
                </a:solidFill>
                <a:latin typeface="原稿用標準書体" panose="03000503000000000000" pitchFamily="66" charset="-128"/>
                <a:ea typeface="原稿用標準書体" panose="03000503000000000000" pitchFamily="66" charset="-128"/>
              </a:rPr>
              <a:t>BOSS</a:t>
            </a:r>
            <a:r>
              <a:rPr lang="ja-JP" altLang="en-US" sz="2000" b="1" dirty="0">
                <a:solidFill>
                  <a:schemeClr val="bg1">
                    <a:lumMod val="95000"/>
                  </a:schemeClr>
                </a:solidFill>
                <a:latin typeface="原稿用標準書体" panose="03000503000000000000" pitchFamily="66" charset="-128"/>
                <a:ea typeface="原稿用標準書体" panose="03000503000000000000" pitchFamily="66" charset="-128"/>
              </a:rPr>
              <a:t>まで</a:t>
            </a:r>
            <a:r>
              <a:rPr lang="en-US" altLang="ja-JP" sz="2800" b="1" dirty="0">
                <a:solidFill>
                  <a:schemeClr val="bg1">
                    <a:lumMod val="95000"/>
                  </a:schemeClr>
                </a:solidFill>
                <a:latin typeface="原稿用標準書体" panose="03000503000000000000" pitchFamily="66" charset="-128"/>
                <a:ea typeface="原稿用標準書体" panose="03000503000000000000" pitchFamily="66" charset="-128"/>
              </a:rPr>
              <a:t>00</a:t>
            </a:r>
            <a:r>
              <a:rPr lang="ja-JP" altLang="en-US" sz="2000" b="1" dirty="0">
                <a:solidFill>
                  <a:schemeClr val="bg1">
                    <a:lumMod val="95000"/>
                  </a:schemeClr>
                </a:solidFill>
                <a:latin typeface="原稿用標準書体" panose="03000503000000000000" pitchFamily="66" charset="-128"/>
                <a:ea typeface="原稿用標準書体" panose="03000503000000000000" pitchFamily="66" charset="-128"/>
              </a:rPr>
              <a:t>ノード</a:t>
            </a:r>
            <a:endParaRPr kumimoji="1" lang="ja-JP" altLang="en-US" sz="20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6" name="四角形: 角を丸くする 5">
            <a:extLst>
              <a:ext uri="{FF2B5EF4-FFF2-40B4-BE49-F238E27FC236}">
                <a16:creationId xmlns:a16="http://schemas.microsoft.com/office/drawing/2014/main" id="{14174EC1-FC6E-EAFF-8380-207EE982F7A5}"/>
              </a:ext>
            </a:extLst>
          </p:cNvPr>
          <p:cNvSpPr/>
          <p:nvPr/>
        </p:nvSpPr>
        <p:spPr>
          <a:xfrm>
            <a:off x="5825805" y="5648090"/>
            <a:ext cx="658871" cy="353209"/>
          </a:xfrm>
          <a:prstGeom prst="roundRect">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37" name="四角形: 角を丸くする 36">
            <a:extLst>
              <a:ext uri="{FF2B5EF4-FFF2-40B4-BE49-F238E27FC236}">
                <a16:creationId xmlns:a16="http://schemas.microsoft.com/office/drawing/2014/main" id="{A5ED2293-21AA-AA60-8073-93ED0B0D0FFF}"/>
              </a:ext>
            </a:extLst>
          </p:cNvPr>
          <p:cNvSpPr/>
          <p:nvPr/>
        </p:nvSpPr>
        <p:spPr>
          <a:xfrm>
            <a:off x="5823749" y="6078375"/>
            <a:ext cx="658871" cy="353209"/>
          </a:xfrm>
          <a:prstGeom prst="roundRect">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pic>
        <p:nvPicPr>
          <p:cNvPr id="62" name="図 61">
            <a:extLst>
              <a:ext uri="{FF2B5EF4-FFF2-40B4-BE49-F238E27FC236}">
                <a16:creationId xmlns:a16="http://schemas.microsoft.com/office/drawing/2014/main" id="{61322BC3-3FD0-DBF0-D44F-99E5A519BC1C}"/>
              </a:ext>
            </a:extLst>
          </p:cNvPr>
          <p:cNvPicPr>
            <a:picLocks noChangeAspect="1"/>
          </p:cNvPicPr>
          <p:nvPr/>
        </p:nvPicPr>
        <p:blipFill>
          <a:blip r:embed="rId3">
            <a:extLst>
              <a:ext uri="{28A0092B-C50C-407E-A947-70E740481C1C}">
                <a14:useLocalDpi xmlns:a14="http://schemas.microsoft.com/office/drawing/2010/main" val="0"/>
              </a:ext>
            </a:extLst>
          </a:blip>
          <a:srcRect l="52651" t="22678" r="27395" b="50636"/>
          <a:stretch>
            <a:fillRect/>
          </a:stretch>
        </p:blipFill>
        <p:spPr>
          <a:xfrm>
            <a:off x="5995047" y="6104595"/>
            <a:ext cx="310304" cy="287583"/>
          </a:xfrm>
          <a:prstGeom prst="rect">
            <a:avLst/>
          </a:prstGeom>
        </p:spPr>
      </p:pic>
      <p:pic>
        <p:nvPicPr>
          <p:cNvPr id="63" name="図 62" descr="アイコン&#10;&#10;AI 生成コンテンツは誤りを含む可能性があります。">
            <a:extLst>
              <a:ext uri="{FF2B5EF4-FFF2-40B4-BE49-F238E27FC236}">
                <a16:creationId xmlns:a16="http://schemas.microsoft.com/office/drawing/2014/main" id="{B46EEB87-DE88-5F96-F356-F9433D6FD1E9}"/>
              </a:ext>
            </a:extLst>
          </p:cNvPr>
          <p:cNvPicPr>
            <a:picLocks noChangeAspect="1"/>
          </p:cNvPicPr>
          <p:nvPr/>
        </p:nvPicPr>
        <p:blipFill>
          <a:blip r:embed="rId4">
            <a:duotone>
              <a:prstClr val="black"/>
              <a:srgbClr val="D9C3A5">
                <a:tint val="50000"/>
                <a:satMod val="180000"/>
              </a:srgbClr>
            </a:duotone>
            <a:extLst>
              <a:ext uri="{28A0092B-C50C-407E-A947-70E740481C1C}">
                <a14:useLocalDpi xmlns:a14="http://schemas.microsoft.com/office/drawing/2010/main" val="0"/>
              </a:ext>
            </a:extLst>
          </a:blip>
          <a:stretch>
            <a:fillRect/>
          </a:stretch>
        </p:blipFill>
        <p:spPr>
          <a:xfrm>
            <a:off x="5907842" y="5599160"/>
            <a:ext cx="466295" cy="466295"/>
          </a:xfrm>
          <a:prstGeom prst="rect">
            <a:avLst/>
          </a:prstGeom>
        </p:spPr>
      </p:pic>
      <p:cxnSp>
        <p:nvCxnSpPr>
          <p:cNvPr id="38" name="直線コネクタ 37">
            <a:extLst>
              <a:ext uri="{FF2B5EF4-FFF2-40B4-BE49-F238E27FC236}">
                <a16:creationId xmlns:a16="http://schemas.microsoft.com/office/drawing/2014/main" id="{901A1BFA-011B-A6AA-829F-1E02830CDDB0}"/>
              </a:ext>
            </a:extLst>
          </p:cNvPr>
          <p:cNvCxnSpPr>
            <a:cxnSpLocks/>
          </p:cNvCxnSpPr>
          <p:nvPr/>
        </p:nvCxnSpPr>
        <p:spPr>
          <a:xfrm flipV="1">
            <a:off x="1365082" y="5648090"/>
            <a:ext cx="0" cy="783494"/>
          </a:xfrm>
          <a:prstGeom prst="line">
            <a:avLst/>
          </a:prstGeom>
          <a:ln>
            <a:solidFill>
              <a:schemeClr val="tx1">
                <a:lumMod val="85000"/>
                <a:lumOff val="15000"/>
              </a:schemeClr>
            </a:solidFill>
          </a:ln>
        </p:spPr>
        <p:style>
          <a:lnRef idx="2">
            <a:schemeClr val="accent1"/>
          </a:lnRef>
          <a:fillRef idx="0">
            <a:schemeClr val="accent1"/>
          </a:fillRef>
          <a:effectRef idx="1">
            <a:schemeClr val="accent1"/>
          </a:effectRef>
          <a:fontRef idx="minor">
            <a:schemeClr val="tx1"/>
          </a:fontRef>
        </p:style>
      </p:cxnSp>
      <p:sp>
        <p:nvSpPr>
          <p:cNvPr id="80" name="テキスト ボックス 79">
            <a:extLst>
              <a:ext uri="{FF2B5EF4-FFF2-40B4-BE49-F238E27FC236}">
                <a16:creationId xmlns:a16="http://schemas.microsoft.com/office/drawing/2014/main" id="{82D045C2-032C-F4C3-4BEB-3C5A23BDC7B7}"/>
              </a:ext>
            </a:extLst>
          </p:cNvPr>
          <p:cNvSpPr txBox="1"/>
          <p:nvPr/>
        </p:nvSpPr>
        <p:spPr>
          <a:xfrm>
            <a:off x="9026246" y="370274"/>
            <a:ext cx="2805058" cy="400110"/>
          </a:xfrm>
          <a:prstGeom prst="rect">
            <a:avLst/>
          </a:prstGeom>
          <a:noFill/>
        </p:spPr>
        <p:txBody>
          <a:bodyPr wrap="square">
            <a:spAutoFit/>
          </a:bodyPr>
          <a:lstStyle/>
          <a:p>
            <a:pPr algn="r"/>
            <a:r>
              <a:rPr kumimoji="1" lang="en-US" altLang="ja-JP" sz="1600" b="1">
                <a:solidFill>
                  <a:schemeClr val="bg1">
                    <a:lumMod val="95000"/>
                  </a:schemeClr>
                </a:solidFill>
                <a:latin typeface="原稿用標準書体" panose="03000503000000000000" pitchFamily="66" charset="-128"/>
                <a:ea typeface="原稿用標準書体" panose="03000503000000000000" pitchFamily="66" charset="-128"/>
              </a:rPr>
              <a:t>×</a:t>
            </a:r>
            <a:r>
              <a:rPr kumimoji="1" lang="en-US" altLang="ja-JP" sz="2000" b="1">
                <a:solidFill>
                  <a:schemeClr val="bg1">
                    <a:lumMod val="95000"/>
                  </a:schemeClr>
                </a:solidFill>
                <a:latin typeface="原稿用標準書体" panose="03000503000000000000" pitchFamily="66" charset="-128"/>
                <a:ea typeface="原稿用標準書体" panose="03000503000000000000" pitchFamily="66" charset="-128"/>
              </a:rPr>
              <a:t>000</a:t>
            </a:r>
            <a:endParaRPr kumimoji="1" lang="ja-JP" altLang="en-US" sz="20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pic>
        <p:nvPicPr>
          <p:cNvPr id="82" name="図 81">
            <a:extLst>
              <a:ext uri="{FF2B5EF4-FFF2-40B4-BE49-F238E27FC236}">
                <a16:creationId xmlns:a16="http://schemas.microsoft.com/office/drawing/2014/main" id="{A9054FDD-005B-9683-8CF2-F68C2C5F5587}"/>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0789147" y="350742"/>
            <a:ext cx="410695" cy="400110"/>
          </a:xfrm>
          <a:prstGeom prst="rect">
            <a:avLst/>
          </a:prstGeom>
        </p:spPr>
      </p:pic>
      <p:grpSp>
        <p:nvGrpSpPr>
          <p:cNvPr id="28" name="グループ化 27">
            <a:extLst>
              <a:ext uri="{FF2B5EF4-FFF2-40B4-BE49-F238E27FC236}">
                <a16:creationId xmlns:a16="http://schemas.microsoft.com/office/drawing/2014/main" id="{6667DF2A-22F8-0086-29FA-8732CF50DC8D}"/>
              </a:ext>
            </a:extLst>
          </p:cNvPr>
          <p:cNvGrpSpPr/>
          <p:nvPr/>
        </p:nvGrpSpPr>
        <p:grpSpPr>
          <a:xfrm>
            <a:off x="609342" y="5718857"/>
            <a:ext cx="562032" cy="733233"/>
            <a:chOff x="1131857" y="5718857"/>
            <a:chExt cx="562032" cy="733233"/>
          </a:xfrm>
        </p:grpSpPr>
        <p:sp>
          <p:nvSpPr>
            <p:cNvPr id="96" name="テキスト ボックス 95">
              <a:extLst>
                <a:ext uri="{FF2B5EF4-FFF2-40B4-BE49-F238E27FC236}">
                  <a16:creationId xmlns:a16="http://schemas.microsoft.com/office/drawing/2014/main" id="{30E8C2C8-FDCE-6BF1-AC86-440F447030C0}"/>
                </a:ext>
              </a:extLst>
            </p:cNvPr>
            <p:cNvSpPr txBox="1"/>
            <p:nvPr/>
          </p:nvSpPr>
          <p:spPr>
            <a:xfrm>
              <a:off x="1131857" y="6175091"/>
              <a:ext cx="562032" cy="276999"/>
            </a:xfrm>
            <a:prstGeom prst="rect">
              <a:avLst/>
            </a:prstGeom>
            <a:noFill/>
          </p:spPr>
          <p:txBody>
            <a:bodyPr wrap="square">
              <a:spAutoFit/>
            </a:bodyPr>
            <a:lstStyle/>
            <a:p>
              <a:pPr algn="ctr"/>
              <a:r>
                <a:rPr kumimoji="1" lang="en-US" altLang="ja-JP" sz="1050" b="1" dirty="0">
                  <a:ln w="3175">
                    <a:noFill/>
                  </a:ln>
                  <a:latin typeface="原稿用標準書体" panose="03000503000000000000" pitchFamily="66" charset="-128"/>
                  <a:ea typeface="原稿用標準書体" panose="03000503000000000000" pitchFamily="66" charset="-128"/>
                </a:rPr>
                <a:t>×</a:t>
              </a:r>
              <a:r>
                <a:rPr kumimoji="1" lang="en-US" altLang="ja-JP" sz="1200" b="1" dirty="0">
                  <a:ln w="3175">
                    <a:noFill/>
                  </a:ln>
                  <a:latin typeface="原稿用標準書体" panose="03000503000000000000" pitchFamily="66" charset="-128"/>
                  <a:ea typeface="原稿用標準書体" panose="03000503000000000000" pitchFamily="66" charset="-128"/>
                </a:rPr>
                <a:t>00</a:t>
              </a:r>
              <a:endParaRPr kumimoji="1" lang="ja-JP" altLang="en-US" sz="1200" b="1" dirty="0">
                <a:ln w="3175">
                  <a:noFill/>
                </a:ln>
                <a:latin typeface="原稿用標準書体" panose="03000503000000000000" pitchFamily="66" charset="-128"/>
                <a:ea typeface="原稿用標準書体" panose="03000503000000000000" pitchFamily="66" charset="-128"/>
              </a:endParaRPr>
            </a:p>
          </p:txBody>
        </p:sp>
        <p:grpSp>
          <p:nvGrpSpPr>
            <p:cNvPr id="7" name="グループ化 6">
              <a:extLst>
                <a:ext uri="{FF2B5EF4-FFF2-40B4-BE49-F238E27FC236}">
                  <a16:creationId xmlns:a16="http://schemas.microsoft.com/office/drawing/2014/main" id="{CBDD7E17-80E6-1E72-6A1E-B3594C73C504}"/>
                </a:ext>
              </a:extLst>
            </p:cNvPr>
            <p:cNvGrpSpPr/>
            <p:nvPr/>
          </p:nvGrpSpPr>
          <p:grpSpPr>
            <a:xfrm flipV="1">
              <a:off x="1183872" y="5718857"/>
              <a:ext cx="449656" cy="456234"/>
              <a:chOff x="526955" y="5853203"/>
              <a:chExt cx="339583" cy="344551"/>
            </a:xfrm>
          </p:grpSpPr>
          <p:sp>
            <p:nvSpPr>
              <p:cNvPr id="8" name="四角形: 角を丸くする 7">
                <a:extLst>
                  <a:ext uri="{FF2B5EF4-FFF2-40B4-BE49-F238E27FC236}">
                    <a16:creationId xmlns:a16="http://schemas.microsoft.com/office/drawing/2014/main" id="{9BD4FC34-FD36-3A7F-913E-CD604D1AE463}"/>
                  </a:ext>
                </a:extLst>
              </p:cNvPr>
              <p:cNvSpPr/>
              <p:nvPr/>
            </p:nvSpPr>
            <p:spPr>
              <a:xfrm>
                <a:off x="526955" y="5853203"/>
                <a:ext cx="339583" cy="344551"/>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9" name="矢印: 下 8">
                <a:extLst>
                  <a:ext uri="{FF2B5EF4-FFF2-40B4-BE49-F238E27FC236}">
                    <a16:creationId xmlns:a16="http://schemas.microsoft.com/office/drawing/2014/main" id="{EED9969A-89F9-A5A3-7240-FA7DBE0730BB}"/>
                  </a:ext>
                </a:extLst>
              </p:cNvPr>
              <p:cNvSpPr/>
              <p:nvPr/>
            </p:nvSpPr>
            <p:spPr>
              <a:xfrm>
                <a:off x="611564" y="5914083"/>
                <a:ext cx="170364" cy="222791"/>
              </a:xfrm>
              <a:prstGeom prst="downArrow">
                <a:avLst/>
              </a:prstGeom>
              <a:solidFill>
                <a:schemeClr val="accent2"/>
              </a:solidFill>
              <a:ln w="9525">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grpSp>
      <p:pic>
        <p:nvPicPr>
          <p:cNvPr id="35" name="図 34" descr="ロゴ&#10;&#10;AI 生成コンテンツは誤りを含む可能性があります。">
            <a:extLst>
              <a:ext uri="{FF2B5EF4-FFF2-40B4-BE49-F238E27FC236}">
                <a16:creationId xmlns:a16="http://schemas.microsoft.com/office/drawing/2014/main" id="{520B4AB5-38D2-DA2D-259C-1E5341A45E60}"/>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9025879" y="3274858"/>
            <a:ext cx="785746" cy="352533"/>
          </a:xfrm>
          <a:prstGeom prst="rect">
            <a:avLst/>
          </a:prstGeom>
        </p:spPr>
      </p:pic>
      <p:grpSp>
        <p:nvGrpSpPr>
          <p:cNvPr id="84" name="グループ化 83">
            <a:extLst>
              <a:ext uri="{FF2B5EF4-FFF2-40B4-BE49-F238E27FC236}">
                <a16:creationId xmlns:a16="http://schemas.microsoft.com/office/drawing/2014/main" id="{B1671F7E-D639-F321-F596-F60369BB9645}"/>
              </a:ext>
            </a:extLst>
          </p:cNvPr>
          <p:cNvGrpSpPr/>
          <p:nvPr/>
        </p:nvGrpSpPr>
        <p:grpSpPr>
          <a:xfrm>
            <a:off x="7506271" y="2041200"/>
            <a:ext cx="1443249" cy="2934324"/>
            <a:chOff x="7506277" y="2003876"/>
            <a:chExt cx="1265547" cy="2573030"/>
          </a:xfrm>
        </p:grpSpPr>
        <p:sp>
          <p:nvSpPr>
            <p:cNvPr id="29" name="四角形: 角を丸くする 28">
              <a:extLst>
                <a:ext uri="{FF2B5EF4-FFF2-40B4-BE49-F238E27FC236}">
                  <a16:creationId xmlns:a16="http://schemas.microsoft.com/office/drawing/2014/main" id="{EC0536FE-D25A-C16A-8FED-1FDC39C8EE1E}"/>
                </a:ext>
              </a:extLst>
            </p:cNvPr>
            <p:cNvSpPr/>
            <p:nvPr/>
          </p:nvSpPr>
          <p:spPr>
            <a:xfrm>
              <a:off x="8202006" y="2003876"/>
              <a:ext cx="569818" cy="569818"/>
            </a:xfrm>
            <a:prstGeom prst="roundRect">
              <a:avLst/>
            </a:prstGeom>
            <a:solidFill>
              <a:schemeClr val="bg1">
                <a:lumMod val="9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アイコン</a:t>
              </a:r>
            </a:p>
          </p:txBody>
        </p:sp>
        <p:sp>
          <p:nvSpPr>
            <p:cNvPr id="32" name="四角形: 角を丸くする 31">
              <a:extLst>
                <a:ext uri="{FF2B5EF4-FFF2-40B4-BE49-F238E27FC236}">
                  <a16:creationId xmlns:a16="http://schemas.microsoft.com/office/drawing/2014/main" id="{7D8ECA22-61DD-F634-9685-77BB2DA4C0B2}"/>
                </a:ext>
              </a:extLst>
            </p:cNvPr>
            <p:cNvSpPr/>
            <p:nvPr/>
          </p:nvSpPr>
          <p:spPr>
            <a:xfrm>
              <a:off x="8202006" y="2673826"/>
              <a:ext cx="569818" cy="569818"/>
            </a:xfrm>
            <a:prstGeom prst="roundRect">
              <a:avLst/>
            </a:prstGeom>
            <a:solidFill>
              <a:schemeClr val="bg1">
                <a:lumMod val="9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アイコン</a:t>
              </a:r>
            </a:p>
          </p:txBody>
        </p:sp>
        <p:sp>
          <p:nvSpPr>
            <p:cNvPr id="33" name="四角形: 角を丸くする 32">
              <a:extLst>
                <a:ext uri="{FF2B5EF4-FFF2-40B4-BE49-F238E27FC236}">
                  <a16:creationId xmlns:a16="http://schemas.microsoft.com/office/drawing/2014/main" id="{9AB3D07D-90AF-50D5-9C06-B8FD7574CEF3}"/>
                </a:ext>
              </a:extLst>
            </p:cNvPr>
            <p:cNvSpPr/>
            <p:nvPr/>
          </p:nvSpPr>
          <p:spPr>
            <a:xfrm>
              <a:off x="8202006" y="3341203"/>
              <a:ext cx="569818" cy="569818"/>
            </a:xfrm>
            <a:prstGeom prst="roundRect">
              <a:avLst/>
            </a:prstGeom>
            <a:solidFill>
              <a:schemeClr val="bg1">
                <a:lumMod val="9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アイコン</a:t>
              </a:r>
            </a:p>
          </p:txBody>
        </p:sp>
        <p:sp>
          <p:nvSpPr>
            <p:cNvPr id="34" name="四角形: 角を丸くする 33">
              <a:extLst>
                <a:ext uri="{FF2B5EF4-FFF2-40B4-BE49-F238E27FC236}">
                  <a16:creationId xmlns:a16="http://schemas.microsoft.com/office/drawing/2014/main" id="{1D80A589-60EA-5A2E-919C-92B2E465665F}"/>
                </a:ext>
              </a:extLst>
            </p:cNvPr>
            <p:cNvSpPr/>
            <p:nvPr/>
          </p:nvSpPr>
          <p:spPr>
            <a:xfrm>
              <a:off x="8202006" y="4007088"/>
              <a:ext cx="569818" cy="569818"/>
            </a:xfrm>
            <a:prstGeom prst="roundRect">
              <a:avLst/>
            </a:prstGeom>
            <a:solidFill>
              <a:schemeClr val="bg1">
                <a:lumMod val="9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アイコン</a:t>
              </a:r>
            </a:p>
          </p:txBody>
        </p:sp>
        <p:sp>
          <p:nvSpPr>
            <p:cNvPr id="36" name="四角形: 角を丸くする 35">
              <a:extLst>
                <a:ext uri="{FF2B5EF4-FFF2-40B4-BE49-F238E27FC236}">
                  <a16:creationId xmlns:a16="http://schemas.microsoft.com/office/drawing/2014/main" id="{39135CA0-079D-FD21-D572-C1901E081663}"/>
                </a:ext>
              </a:extLst>
            </p:cNvPr>
            <p:cNvSpPr/>
            <p:nvPr/>
          </p:nvSpPr>
          <p:spPr>
            <a:xfrm>
              <a:off x="7506277" y="2003876"/>
              <a:ext cx="569818" cy="569818"/>
            </a:xfrm>
            <a:prstGeom prst="roundRect">
              <a:avLst/>
            </a:prstGeom>
            <a:solidFill>
              <a:schemeClr val="bg1">
                <a:lumMod val="95000"/>
              </a:schemeClr>
            </a:solidFill>
            <a:ln w="254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アイコン</a:t>
              </a:r>
            </a:p>
          </p:txBody>
        </p:sp>
        <p:sp>
          <p:nvSpPr>
            <p:cNvPr id="39" name="四角形: 角を丸くする 38">
              <a:extLst>
                <a:ext uri="{FF2B5EF4-FFF2-40B4-BE49-F238E27FC236}">
                  <a16:creationId xmlns:a16="http://schemas.microsoft.com/office/drawing/2014/main" id="{9B846A3E-2399-B781-1141-944B764B1C68}"/>
                </a:ext>
              </a:extLst>
            </p:cNvPr>
            <p:cNvSpPr/>
            <p:nvPr/>
          </p:nvSpPr>
          <p:spPr>
            <a:xfrm>
              <a:off x="7506277" y="2673826"/>
              <a:ext cx="569818" cy="569818"/>
            </a:xfrm>
            <a:prstGeom prst="roundRect">
              <a:avLst/>
            </a:prstGeom>
            <a:solidFill>
              <a:schemeClr val="bg1">
                <a:lumMod val="95000"/>
              </a:schemeClr>
            </a:solidFill>
            <a:ln w="254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アイコン</a:t>
              </a:r>
            </a:p>
          </p:txBody>
        </p:sp>
        <p:sp>
          <p:nvSpPr>
            <p:cNvPr id="40" name="四角形: 角を丸くする 39">
              <a:extLst>
                <a:ext uri="{FF2B5EF4-FFF2-40B4-BE49-F238E27FC236}">
                  <a16:creationId xmlns:a16="http://schemas.microsoft.com/office/drawing/2014/main" id="{1179E5A6-AC03-7D00-03AA-C6AFFC87DEA4}"/>
                </a:ext>
              </a:extLst>
            </p:cNvPr>
            <p:cNvSpPr/>
            <p:nvPr/>
          </p:nvSpPr>
          <p:spPr>
            <a:xfrm>
              <a:off x="7506277" y="3341203"/>
              <a:ext cx="569818" cy="569818"/>
            </a:xfrm>
            <a:prstGeom prst="roundRect">
              <a:avLst/>
            </a:prstGeom>
            <a:solidFill>
              <a:schemeClr val="bg1">
                <a:lumMod val="95000"/>
              </a:schemeClr>
            </a:solidFill>
            <a:ln w="254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アイコン</a:t>
              </a:r>
            </a:p>
          </p:txBody>
        </p:sp>
      </p:grpSp>
      <p:grpSp>
        <p:nvGrpSpPr>
          <p:cNvPr id="86" name="グループ化 85">
            <a:extLst>
              <a:ext uri="{FF2B5EF4-FFF2-40B4-BE49-F238E27FC236}">
                <a16:creationId xmlns:a16="http://schemas.microsoft.com/office/drawing/2014/main" id="{1AD99F92-D296-5265-D6B8-DACF85C5CE4A}"/>
              </a:ext>
            </a:extLst>
          </p:cNvPr>
          <p:cNvGrpSpPr/>
          <p:nvPr/>
        </p:nvGrpSpPr>
        <p:grpSpPr>
          <a:xfrm flipH="1">
            <a:off x="9887983" y="2041200"/>
            <a:ext cx="1443255" cy="2934321"/>
            <a:chOff x="7506277" y="2003877"/>
            <a:chExt cx="1265553" cy="2573029"/>
          </a:xfrm>
          <a:solidFill>
            <a:schemeClr val="tx1">
              <a:lumMod val="95000"/>
              <a:lumOff val="5000"/>
            </a:schemeClr>
          </a:solidFill>
        </p:grpSpPr>
        <p:sp>
          <p:nvSpPr>
            <p:cNvPr id="87" name="四角形: 角を丸くする 86">
              <a:extLst>
                <a:ext uri="{FF2B5EF4-FFF2-40B4-BE49-F238E27FC236}">
                  <a16:creationId xmlns:a16="http://schemas.microsoft.com/office/drawing/2014/main" id="{84D938DE-E7CD-716D-A03F-CF015A5C0946}"/>
                </a:ext>
              </a:extLst>
            </p:cNvPr>
            <p:cNvSpPr/>
            <p:nvPr/>
          </p:nvSpPr>
          <p:spPr>
            <a:xfrm>
              <a:off x="8202012" y="2003877"/>
              <a:ext cx="569818" cy="569818"/>
            </a:xfrm>
            <a:prstGeom prst="roundRect">
              <a:avLst/>
            </a:prstGeom>
            <a:grp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400">
                  <a:solidFill>
                    <a:schemeClr val="bg1">
                      <a:lumMod val="95000"/>
                    </a:schemeClr>
                  </a:solidFill>
                  <a:latin typeface="原稿用標準書体" panose="03000503000000000000" pitchFamily="66" charset="-128"/>
                  <a:ea typeface="原稿用標準書体" panose="03000503000000000000" pitchFamily="66" charset="-128"/>
                </a:rPr>
                <a:t>アイコン</a:t>
              </a:r>
              <a:endPar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89" name="四角形: 角を丸くする 88">
              <a:extLst>
                <a:ext uri="{FF2B5EF4-FFF2-40B4-BE49-F238E27FC236}">
                  <a16:creationId xmlns:a16="http://schemas.microsoft.com/office/drawing/2014/main" id="{B7829327-2C3B-E814-8670-E9FF69E879BD}"/>
                </a:ext>
              </a:extLst>
            </p:cNvPr>
            <p:cNvSpPr/>
            <p:nvPr/>
          </p:nvSpPr>
          <p:spPr>
            <a:xfrm>
              <a:off x="8202012" y="2673828"/>
              <a:ext cx="569818" cy="569818"/>
            </a:xfrm>
            <a:prstGeom prst="roundRect">
              <a:avLst/>
            </a:prstGeom>
            <a:grp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400">
                  <a:solidFill>
                    <a:schemeClr val="bg1">
                      <a:lumMod val="95000"/>
                    </a:schemeClr>
                  </a:solidFill>
                  <a:latin typeface="原稿用標準書体" panose="03000503000000000000" pitchFamily="66" charset="-128"/>
                  <a:ea typeface="原稿用標準書体" panose="03000503000000000000" pitchFamily="66" charset="-128"/>
                </a:rPr>
                <a:t>アイコン</a:t>
              </a:r>
            </a:p>
          </p:txBody>
        </p:sp>
        <p:sp>
          <p:nvSpPr>
            <p:cNvPr id="91" name="四角形: 角を丸くする 90">
              <a:extLst>
                <a:ext uri="{FF2B5EF4-FFF2-40B4-BE49-F238E27FC236}">
                  <a16:creationId xmlns:a16="http://schemas.microsoft.com/office/drawing/2014/main" id="{CF5DF80B-E2B9-A44C-EE9E-2C9007F7C97B}"/>
                </a:ext>
              </a:extLst>
            </p:cNvPr>
            <p:cNvSpPr/>
            <p:nvPr/>
          </p:nvSpPr>
          <p:spPr>
            <a:xfrm>
              <a:off x="8202012" y="3341205"/>
              <a:ext cx="569818" cy="569818"/>
            </a:xfrm>
            <a:prstGeom prst="roundRect">
              <a:avLst/>
            </a:prstGeom>
            <a:grp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400">
                  <a:solidFill>
                    <a:schemeClr val="bg1">
                      <a:lumMod val="95000"/>
                    </a:schemeClr>
                  </a:solidFill>
                  <a:latin typeface="原稿用標準書体" panose="03000503000000000000" pitchFamily="66" charset="-128"/>
                  <a:ea typeface="原稿用標準書体" panose="03000503000000000000" pitchFamily="66" charset="-128"/>
                </a:rPr>
                <a:t>アイコン</a:t>
              </a:r>
            </a:p>
          </p:txBody>
        </p:sp>
        <p:sp>
          <p:nvSpPr>
            <p:cNvPr id="94" name="四角形: 角を丸くする 93">
              <a:extLst>
                <a:ext uri="{FF2B5EF4-FFF2-40B4-BE49-F238E27FC236}">
                  <a16:creationId xmlns:a16="http://schemas.microsoft.com/office/drawing/2014/main" id="{02CA3EAA-4990-6F29-7C9D-EB6C3234DB8A}"/>
                </a:ext>
              </a:extLst>
            </p:cNvPr>
            <p:cNvSpPr/>
            <p:nvPr/>
          </p:nvSpPr>
          <p:spPr>
            <a:xfrm>
              <a:off x="7506280" y="2003877"/>
              <a:ext cx="569818" cy="569818"/>
            </a:xfrm>
            <a:prstGeom prst="roundRect">
              <a:avLst/>
            </a:prstGeom>
            <a:grpFill/>
            <a:ln w="254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400">
                  <a:solidFill>
                    <a:schemeClr val="bg1">
                      <a:lumMod val="95000"/>
                    </a:schemeClr>
                  </a:solidFill>
                  <a:latin typeface="原稿用標準書体" panose="03000503000000000000" pitchFamily="66" charset="-128"/>
                  <a:ea typeface="原稿用標準書体" panose="03000503000000000000" pitchFamily="66" charset="-128"/>
                </a:rPr>
                <a:t>アイコン</a:t>
              </a:r>
            </a:p>
          </p:txBody>
        </p:sp>
        <p:sp>
          <p:nvSpPr>
            <p:cNvPr id="95" name="四角形: 角を丸くする 94">
              <a:extLst>
                <a:ext uri="{FF2B5EF4-FFF2-40B4-BE49-F238E27FC236}">
                  <a16:creationId xmlns:a16="http://schemas.microsoft.com/office/drawing/2014/main" id="{905E5C2D-E005-3235-53FB-EB8E52139B14}"/>
                </a:ext>
              </a:extLst>
            </p:cNvPr>
            <p:cNvSpPr/>
            <p:nvPr/>
          </p:nvSpPr>
          <p:spPr>
            <a:xfrm>
              <a:off x="7506277" y="2673826"/>
              <a:ext cx="569818" cy="569818"/>
            </a:xfrm>
            <a:prstGeom prst="roundRect">
              <a:avLst/>
            </a:prstGeom>
            <a:grpFill/>
            <a:ln w="254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400">
                  <a:solidFill>
                    <a:schemeClr val="bg1">
                      <a:lumMod val="95000"/>
                    </a:schemeClr>
                  </a:solidFill>
                  <a:latin typeface="原稿用標準書体" panose="03000503000000000000" pitchFamily="66" charset="-128"/>
                  <a:ea typeface="原稿用標準書体" panose="03000503000000000000" pitchFamily="66" charset="-128"/>
                </a:rPr>
                <a:t>アイコン</a:t>
              </a:r>
            </a:p>
          </p:txBody>
        </p:sp>
        <p:sp>
          <p:nvSpPr>
            <p:cNvPr id="97" name="四角形: 角を丸くする 96">
              <a:extLst>
                <a:ext uri="{FF2B5EF4-FFF2-40B4-BE49-F238E27FC236}">
                  <a16:creationId xmlns:a16="http://schemas.microsoft.com/office/drawing/2014/main" id="{91F1CA59-D4BE-A036-3624-9EA959D904E2}"/>
                </a:ext>
              </a:extLst>
            </p:cNvPr>
            <p:cNvSpPr/>
            <p:nvPr/>
          </p:nvSpPr>
          <p:spPr>
            <a:xfrm>
              <a:off x="7506278" y="3341205"/>
              <a:ext cx="569818" cy="569818"/>
            </a:xfrm>
            <a:prstGeom prst="roundRect">
              <a:avLst/>
            </a:prstGeom>
            <a:grpFill/>
            <a:ln w="254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400">
                  <a:solidFill>
                    <a:schemeClr val="bg1">
                      <a:lumMod val="95000"/>
                    </a:schemeClr>
                  </a:solidFill>
                  <a:latin typeface="原稿用標準書体" panose="03000503000000000000" pitchFamily="66" charset="-128"/>
                  <a:ea typeface="原稿用標準書体" panose="03000503000000000000" pitchFamily="66" charset="-128"/>
                </a:rPr>
                <a:t>アイコン</a:t>
              </a:r>
            </a:p>
          </p:txBody>
        </p:sp>
        <p:sp>
          <p:nvSpPr>
            <p:cNvPr id="98" name="四角形: 角を丸くする 97">
              <a:extLst>
                <a:ext uri="{FF2B5EF4-FFF2-40B4-BE49-F238E27FC236}">
                  <a16:creationId xmlns:a16="http://schemas.microsoft.com/office/drawing/2014/main" id="{42097FE6-DD2E-C2D1-F419-94FBEA4CB749}"/>
                </a:ext>
              </a:extLst>
            </p:cNvPr>
            <p:cNvSpPr/>
            <p:nvPr/>
          </p:nvSpPr>
          <p:spPr>
            <a:xfrm>
              <a:off x="7506277" y="4007088"/>
              <a:ext cx="569818" cy="569818"/>
            </a:xfrm>
            <a:prstGeom prst="roundRect">
              <a:avLst/>
            </a:prstGeom>
            <a:grpFill/>
            <a:ln w="254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400">
                  <a:solidFill>
                    <a:schemeClr val="bg1">
                      <a:lumMod val="95000"/>
                    </a:schemeClr>
                  </a:solidFill>
                  <a:latin typeface="原稿用標準書体" panose="03000503000000000000" pitchFamily="66" charset="-128"/>
                  <a:ea typeface="原稿用標準書体" panose="03000503000000000000" pitchFamily="66" charset="-128"/>
                </a:rPr>
                <a:t>アイコン</a:t>
              </a:r>
            </a:p>
          </p:txBody>
        </p:sp>
      </p:grpSp>
      <p:sp>
        <p:nvSpPr>
          <p:cNvPr id="112" name="テキスト ボックス 111">
            <a:extLst>
              <a:ext uri="{FF2B5EF4-FFF2-40B4-BE49-F238E27FC236}">
                <a16:creationId xmlns:a16="http://schemas.microsoft.com/office/drawing/2014/main" id="{88BC25A4-7B5D-B7A6-9DEA-F3EC85CAF372}"/>
              </a:ext>
            </a:extLst>
          </p:cNvPr>
          <p:cNvSpPr txBox="1"/>
          <p:nvPr/>
        </p:nvSpPr>
        <p:spPr>
          <a:xfrm>
            <a:off x="8497666" y="1344328"/>
            <a:ext cx="1842172" cy="523220"/>
          </a:xfrm>
          <a:prstGeom prst="rect">
            <a:avLst/>
          </a:prstGeom>
          <a:noFill/>
        </p:spPr>
        <p:txBody>
          <a:bodyPr wrap="none" rtlCol="0">
            <a:spAutoFit/>
          </a:bodyPr>
          <a:lstStyle/>
          <a:p>
            <a:pPr algn="ctr"/>
            <a:r>
              <a:rPr kumimoji="1" lang="en-US" altLang="ja-JP" sz="2800" b="1"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Arial" panose="020B0604020202020204" pitchFamily="34" charset="0"/>
              </a:rPr>
              <a:t>VS.</a:t>
            </a:r>
            <a:r>
              <a:rPr kumimoji="1" lang="ja-JP" altLang="en-US" sz="2800" b="1"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Arial" panose="020B0604020202020204" pitchFamily="34" charset="0"/>
              </a:rPr>
              <a:t>敵群名</a:t>
            </a:r>
          </a:p>
        </p:txBody>
      </p:sp>
      <p:grpSp>
        <p:nvGrpSpPr>
          <p:cNvPr id="12" name="グループ化 11">
            <a:extLst>
              <a:ext uri="{FF2B5EF4-FFF2-40B4-BE49-F238E27FC236}">
                <a16:creationId xmlns:a16="http://schemas.microsoft.com/office/drawing/2014/main" id="{C4BA80CF-F76B-A5B1-7792-10A25162F956}"/>
              </a:ext>
            </a:extLst>
          </p:cNvPr>
          <p:cNvGrpSpPr/>
          <p:nvPr/>
        </p:nvGrpSpPr>
        <p:grpSpPr>
          <a:xfrm>
            <a:off x="1567997" y="5677957"/>
            <a:ext cx="466296" cy="699535"/>
            <a:chOff x="1572592" y="5648090"/>
            <a:chExt cx="466296" cy="699535"/>
          </a:xfrm>
        </p:grpSpPr>
        <p:sp>
          <p:nvSpPr>
            <p:cNvPr id="58" name="四角形: 角を丸くする 57">
              <a:extLst>
                <a:ext uri="{FF2B5EF4-FFF2-40B4-BE49-F238E27FC236}">
                  <a16:creationId xmlns:a16="http://schemas.microsoft.com/office/drawing/2014/main" id="{6EB8AABD-3D75-309B-519E-E9C8939CD926}"/>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1" name="四角形: 角を丸くする 10">
              <a:extLst>
                <a:ext uri="{FF2B5EF4-FFF2-40B4-BE49-F238E27FC236}">
                  <a16:creationId xmlns:a16="http://schemas.microsoft.com/office/drawing/2014/main" id="{47EF8FD3-2F11-473F-67F9-A4F881BFBDB7}"/>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13" name="グループ化 12">
            <a:extLst>
              <a:ext uri="{FF2B5EF4-FFF2-40B4-BE49-F238E27FC236}">
                <a16:creationId xmlns:a16="http://schemas.microsoft.com/office/drawing/2014/main" id="{9D771E9B-D871-BEEE-A7CE-6B43BF838E2A}"/>
              </a:ext>
            </a:extLst>
          </p:cNvPr>
          <p:cNvGrpSpPr/>
          <p:nvPr/>
        </p:nvGrpSpPr>
        <p:grpSpPr>
          <a:xfrm>
            <a:off x="2169302" y="5677957"/>
            <a:ext cx="466296" cy="699535"/>
            <a:chOff x="1572592" y="5648090"/>
            <a:chExt cx="466296" cy="699535"/>
          </a:xfrm>
        </p:grpSpPr>
        <p:sp>
          <p:nvSpPr>
            <p:cNvPr id="14" name="四角形: 角を丸くする 13">
              <a:extLst>
                <a:ext uri="{FF2B5EF4-FFF2-40B4-BE49-F238E27FC236}">
                  <a16:creationId xmlns:a16="http://schemas.microsoft.com/office/drawing/2014/main" id="{053A5338-B07F-9994-7925-120CEB1F3CCC}"/>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5" name="四角形: 角を丸くする 14">
              <a:extLst>
                <a:ext uri="{FF2B5EF4-FFF2-40B4-BE49-F238E27FC236}">
                  <a16:creationId xmlns:a16="http://schemas.microsoft.com/office/drawing/2014/main" id="{1FC33323-3944-BFF5-4848-EF46F409E2C2}"/>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17" name="グループ化 16">
            <a:extLst>
              <a:ext uri="{FF2B5EF4-FFF2-40B4-BE49-F238E27FC236}">
                <a16:creationId xmlns:a16="http://schemas.microsoft.com/office/drawing/2014/main" id="{ED570DAB-28ED-621D-13B2-4057C20113C3}"/>
              </a:ext>
            </a:extLst>
          </p:cNvPr>
          <p:cNvGrpSpPr/>
          <p:nvPr/>
        </p:nvGrpSpPr>
        <p:grpSpPr>
          <a:xfrm>
            <a:off x="2770607" y="5677957"/>
            <a:ext cx="466296" cy="699535"/>
            <a:chOff x="1572592" y="5648090"/>
            <a:chExt cx="466296" cy="699535"/>
          </a:xfrm>
        </p:grpSpPr>
        <p:sp>
          <p:nvSpPr>
            <p:cNvPr id="18" name="四角形: 角を丸くする 17">
              <a:extLst>
                <a:ext uri="{FF2B5EF4-FFF2-40B4-BE49-F238E27FC236}">
                  <a16:creationId xmlns:a16="http://schemas.microsoft.com/office/drawing/2014/main" id="{B754D4F4-EE29-E327-4F5F-A33C20C6E24F}"/>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20" name="四角形: 角を丸くする 19">
              <a:extLst>
                <a:ext uri="{FF2B5EF4-FFF2-40B4-BE49-F238E27FC236}">
                  <a16:creationId xmlns:a16="http://schemas.microsoft.com/office/drawing/2014/main" id="{F1DBF893-958B-53FF-E4C4-7A73869232D6}"/>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21" name="グループ化 20">
            <a:extLst>
              <a:ext uri="{FF2B5EF4-FFF2-40B4-BE49-F238E27FC236}">
                <a16:creationId xmlns:a16="http://schemas.microsoft.com/office/drawing/2014/main" id="{A8B09A73-0D6A-0601-6E8B-C65705968BD1}"/>
              </a:ext>
            </a:extLst>
          </p:cNvPr>
          <p:cNvGrpSpPr/>
          <p:nvPr/>
        </p:nvGrpSpPr>
        <p:grpSpPr>
          <a:xfrm>
            <a:off x="3371912" y="5677957"/>
            <a:ext cx="466296" cy="699535"/>
            <a:chOff x="1572592" y="5648090"/>
            <a:chExt cx="466296" cy="699535"/>
          </a:xfrm>
        </p:grpSpPr>
        <p:sp>
          <p:nvSpPr>
            <p:cNvPr id="22" name="四角形: 角を丸くする 21">
              <a:extLst>
                <a:ext uri="{FF2B5EF4-FFF2-40B4-BE49-F238E27FC236}">
                  <a16:creationId xmlns:a16="http://schemas.microsoft.com/office/drawing/2014/main" id="{A668677C-6B54-96EA-36C1-0474AD0DA7B1}"/>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23" name="四角形: 角を丸くする 22">
              <a:extLst>
                <a:ext uri="{FF2B5EF4-FFF2-40B4-BE49-F238E27FC236}">
                  <a16:creationId xmlns:a16="http://schemas.microsoft.com/office/drawing/2014/main" id="{9D97639F-E81F-57C5-E7E6-01313D631FB5}"/>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24" name="グループ化 23">
            <a:extLst>
              <a:ext uri="{FF2B5EF4-FFF2-40B4-BE49-F238E27FC236}">
                <a16:creationId xmlns:a16="http://schemas.microsoft.com/office/drawing/2014/main" id="{1EC204A5-EBC1-3BC9-80E8-6B454940F153}"/>
              </a:ext>
            </a:extLst>
          </p:cNvPr>
          <p:cNvGrpSpPr/>
          <p:nvPr/>
        </p:nvGrpSpPr>
        <p:grpSpPr>
          <a:xfrm>
            <a:off x="3973217" y="5677957"/>
            <a:ext cx="466296" cy="699535"/>
            <a:chOff x="1572592" y="5648090"/>
            <a:chExt cx="466296" cy="699535"/>
          </a:xfrm>
        </p:grpSpPr>
        <p:sp>
          <p:nvSpPr>
            <p:cNvPr id="25" name="四角形: 角を丸くする 24">
              <a:extLst>
                <a:ext uri="{FF2B5EF4-FFF2-40B4-BE49-F238E27FC236}">
                  <a16:creationId xmlns:a16="http://schemas.microsoft.com/office/drawing/2014/main" id="{7B456790-3522-38DB-8508-812129932CC7}"/>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26" name="四角形: 角を丸くする 25">
              <a:extLst>
                <a:ext uri="{FF2B5EF4-FFF2-40B4-BE49-F238E27FC236}">
                  <a16:creationId xmlns:a16="http://schemas.microsoft.com/office/drawing/2014/main" id="{4649EE85-1D7D-D502-F597-5361CA6F7876}"/>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27" name="グループ化 26">
            <a:extLst>
              <a:ext uri="{FF2B5EF4-FFF2-40B4-BE49-F238E27FC236}">
                <a16:creationId xmlns:a16="http://schemas.microsoft.com/office/drawing/2014/main" id="{48E20982-50BC-0008-137C-B3B9817685AA}"/>
              </a:ext>
            </a:extLst>
          </p:cNvPr>
          <p:cNvGrpSpPr/>
          <p:nvPr/>
        </p:nvGrpSpPr>
        <p:grpSpPr>
          <a:xfrm>
            <a:off x="4574522" y="5677957"/>
            <a:ext cx="466296" cy="699535"/>
            <a:chOff x="1572592" y="5648090"/>
            <a:chExt cx="466296" cy="699535"/>
          </a:xfrm>
        </p:grpSpPr>
        <p:sp>
          <p:nvSpPr>
            <p:cNvPr id="42" name="四角形: 角を丸くする 41">
              <a:extLst>
                <a:ext uri="{FF2B5EF4-FFF2-40B4-BE49-F238E27FC236}">
                  <a16:creationId xmlns:a16="http://schemas.microsoft.com/office/drawing/2014/main" id="{AF1B3087-6BEA-556E-6173-44E4240F4E1F}"/>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43" name="四角形: 角を丸くする 42">
              <a:extLst>
                <a:ext uri="{FF2B5EF4-FFF2-40B4-BE49-F238E27FC236}">
                  <a16:creationId xmlns:a16="http://schemas.microsoft.com/office/drawing/2014/main" id="{EBE16873-F839-09E2-961A-922748942D24}"/>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46" name="グループ化 45">
            <a:extLst>
              <a:ext uri="{FF2B5EF4-FFF2-40B4-BE49-F238E27FC236}">
                <a16:creationId xmlns:a16="http://schemas.microsoft.com/office/drawing/2014/main" id="{CC5CB705-1019-4349-60AE-042EA00F62A4}"/>
              </a:ext>
            </a:extLst>
          </p:cNvPr>
          <p:cNvGrpSpPr/>
          <p:nvPr/>
        </p:nvGrpSpPr>
        <p:grpSpPr>
          <a:xfrm>
            <a:off x="5175824" y="5677957"/>
            <a:ext cx="466296" cy="699535"/>
            <a:chOff x="1572592" y="5648090"/>
            <a:chExt cx="466296" cy="699535"/>
          </a:xfrm>
        </p:grpSpPr>
        <p:sp>
          <p:nvSpPr>
            <p:cNvPr id="50" name="四角形: 角を丸くする 49">
              <a:extLst>
                <a:ext uri="{FF2B5EF4-FFF2-40B4-BE49-F238E27FC236}">
                  <a16:creationId xmlns:a16="http://schemas.microsoft.com/office/drawing/2014/main" id="{74031D26-6938-F2D6-EE8C-A4FB053828B1}"/>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51" name="四角形: 角を丸くする 50">
              <a:extLst>
                <a:ext uri="{FF2B5EF4-FFF2-40B4-BE49-F238E27FC236}">
                  <a16:creationId xmlns:a16="http://schemas.microsoft.com/office/drawing/2014/main" id="{AE75FF54-9E56-A92B-F4E3-D47149D1955E}"/>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sp>
        <p:nvSpPr>
          <p:cNvPr id="64" name="二等辺三角形 63">
            <a:extLst>
              <a:ext uri="{FF2B5EF4-FFF2-40B4-BE49-F238E27FC236}">
                <a16:creationId xmlns:a16="http://schemas.microsoft.com/office/drawing/2014/main" id="{8E829A4B-022F-AA5F-DB29-A2453826BE0C}"/>
              </a:ext>
            </a:extLst>
          </p:cNvPr>
          <p:cNvSpPr/>
          <p:nvPr/>
        </p:nvSpPr>
        <p:spPr>
          <a:xfrm rot="5400000">
            <a:off x="10860936" y="5875196"/>
            <a:ext cx="364010" cy="313802"/>
          </a:xfrm>
          <a:prstGeom prst="triangl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3" name="テキスト ボックス 72">
            <a:extLst>
              <a:ext uri="{FF2B5EF4-FFF2-40B4-BE49-F238E27FC236}">
                <a16:creationId xmlns:a16="http://schemas.microsoft.com/office/drawing/2014/main" id="{0D604096-CF46-E7C4-88FC-B244AED4543E}"/>
              </a:ext>
            </a:extLst>
          </p:cNvPr>
          <p:cNvSpPr txBox="1"/>
          <p:nvPr/>
        </p:nvSpPr>
        <p:spPr>
          <a:xfrm>
            <a:off x="9098198" y="5847431"/>
            <a:ext cx="1743792" cy="369332"/>
          </a:xfrm>
          <a:prstGeom prst="rect">
            <a:avLst/>
          </a:prstGeom>
          <a:noFill/>
        </p:spPr>
        <p:txBody>
          <a:bodyPr wrap="square">
            <a:spAutoFit/>
          </a:bodyPr>
          <a:lstStyle/>
          <a:p>
            <a:pPr algn="ctr"/>
            <a:r>
              <a:rPr lang="ja-JP" altLang="en-US" sz="1800" b="1">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rPr>
              <a:t>バトル開始</a:t>
            </a:r>
            <a:endParaRPr lang="ja-JP" altLang="en-US" sz="1800" b="1" dirty="0">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endParaRPr>
          </a:p>
        </p:txBody>
      </p:sp>
      <p:sp>
        <p:nvSpPr>
          <p:cNvPr id="5" name="四角形: 角を丸くする 4">
            <a:extLst>
              <a:ext uri="{FF2B5EF4-FFF2-40B4-BE49-F238E27FC236}">
                <a16:creationId xmlns:a16="http://schemas.microsoft.com/office/drawing/2014/main" id="{A1B025AE-B752-9895-1715-034F2ACC13B6}"/>
              </a:ext>
            </a:extLst>
          </p:cNvPr>
          <p:cNvSpPr/>
          <p:nvPr/>
        </p:nvSpPr>
        <p:spPr>
          <a:xfrm>
            <a:off x="7502380" y="4325691"/>
            <a:ext cx="649829" cy="649829"/>
          </a:xfrm>
          <a:prstGeom prst="roundRect">
            <a:avLst/>
          </a:prstGeom>
          <a:solidFill>
            <a:schemeClr val="bg1">
              <a:lumMod val="95000"/>
            </a:schemeClr>
          </a:solidFill>
          <a:ln w="254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1" name="四角形: 角を丸くする 40">
            <a:extLst>
              <a:ext uri="{FF2B5EF4-FFF2-40B4-BE49-F238E27FC236}">
                <a16:creationId xmlns:a16="http://schemas.microsoft.com/office/drawing/2014/main" id="{B2A2AE61-2B7D-C0A6-5F94-4E188C855D22}"/>
              </a:ext>
            </a:extLst>
          </p:cNvPr>
          <p:cNvSpPr/>
          <p:nvPr/>
        </p:nvSpPr>
        <p:spPr>
          <a:xfrm flipH="1">
            <a:off x="9884098" y="4325691"/>
            <a:ext cx="649829" cy="649829"/>
          </a:xfrm>
          <a:prstGeom prst="roundRect">
            <a:avLst/>
          </a:prstGeom>
          <a:solidFill>
            <a:schemeClr val="tx1">
              <a:lumMod val="95000"/>
              <a:lumOff val="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Tree>
    <p:extLst>
      <p:ext uri="{BB962C8B-B14F-4D97-AF65-F5344CB8AC3E}">
        <p14:creationId xmlns:p14="http://schemas.microsoft.com/office/powerpoint/2010/main" val="1130547494"/>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gradFill>
          <a:gsLst>
            <a:gs pos="46690">
              <a:schemeClr val="accent6">
                <a:lumMod val="75000"/>
              </a:schemeClr>
            </a:gs>
            <a:gs pos="0">
              <a:schemeClr val="accent6">
                <a:lumMod val="50000"/>
              </a:schemeClr>
            </a:gs>
            <a:gs pos="23000">
              <a:schemeClr val="accent6">
                <a:lumMod val="75000"/>
              </a:schemeClr>
            </a:gs>
            <a:gs pos="69000">
              <a:schemeClr val="accent6">
                <a:lumMod val="50000"/>
              </a:schemeClr>
            </a:gs>
            <a:gs pos="97000">
              <a:schemeClr val="tx1">
                <a:lumMod val="85000"/>
                <a:lumOff val="15000"/>
              </a:schemeClr>
            </a:gs>
          </a:gsLst>
          <a:path path="circle">
            <a:fillToRect l="50000" t="50000" r="50000" b="50000"/>
          </a:path>
        </a:gradFill>
        <a:effectLst/>
      </p:bgPr>
    </p:bg>
    <p:spTree>
      <p:nvGrpSpPr>
        <p:cNvPr id="1" name="">
          <a:extLst>
            <a:ext uri="{FF2B5EF4-FFF2-40B4-BE49-F238E27FC236}">
              <a16:creationId xmlns:a16="http://schemas.microsoft.com/office/drawing/2014/main" id="{AFBBAA48-157F-07EB-3C82-E99B6C4846F9}"/>
            </a:ext>
          </a:extLst>
        </p:cNvPr>
        <p:cNvGrpSpPr/>
        <p:nvPr/>
      </p:nvGrpSpPr>
      <p:grpSpPr>
        <a:xfrm>
          <a:off x="0" y="0"/>
          <a:ext cx="0" cy="0"/>
          <a:chOff x="0" y="0"/>
          <a:chExt cx="0" cy="0"/>
        </a:xfrm>
      </p:grpSpPr>
      <p:sp>
        <p:nvSpPr>
          <p:cNvPr id="78" name="二等辺三角形 77">
            <a:extLst>
              <a:ext uri="{FF2B5EF4-FFF2-40B4-BE49-F238E27FC236}">
                <a16:creationId xmlns:a16="http://schemas.microsoft.com/office/drawing/2014/main" id="{55CE8D51-6F0B-61A4-234B-2E0B76946939}"/>
              </a:ext>
            </a:extLst>
          </p:cNvPr>
          <p:cNvSpPr/>
          <p:nvPr/>
        </p:nvSpPr>
        <p:spPr>
          <a:xfrm rot="16200000">
            <a:off x="5766625" y="-1014151"/>
            <a:ext cx="658751" cy="3259291"/>
          </a:xfrm>
          <a:prstGeom prst="triangle">
            <a:avLst/>
          </a:prstGeom>
          <a:solidFill>
            <a:schemeClr val="accent2">
              <a:lumMod val="20000"/>
              <a:lumOff val="80000"/>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cxnSp>
        <p:nvCxnSpPr>
          <p:cNvPr id="77" name="直線コネクタ 76">
            <a:extLst>
              <a:ext uri="{FF2B5EF4-FFF2-40B4-BE49-F238E27FC236}">
                <a16:creationId xmlns:a16="http://schemas.microsoft.com/office/drawing/2014/main" id="{A23D4D86-914B-A931-329D-44DD269957EA}"/>
              </a:ext>
            </a:extLst>
          </p:cNvPr>
          <p:cNvCxnSpPr>
            <a:cxnSpLocks/>
            <a:stCxn id="45" idx="6"/>
            <a:endCxn id="48" idx="2"/>
          </p:cNvCxnSpPr>
          <p:nvPr/>
        </p:nvCxnSpPr>
        <p:spPr>
          <a:xfrm>
            <a:off x="4052275" y="2947629"/>
            <a:ext cx="563659" cy="1006993"/>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sp>
        <p:nvSpPr>
          <p:cNvPr id="3" name="楕円 2">
            <a:extLst>
              <a:ext uri="{FF2B5EF4-FFF2-40B4-BE49-F238E27FC236}">
                <a16:creationId xmlns:a16="http://schemas.microsoft.com/office/drawing/2014/main" id="{775DE60E-8372-C192-F5EF-0EEDE1DDCED3}"/>
              </a:ext>
            </a:extLst>
          </p:cNvPr>
          <p:cNvSpPr/>
          <p:nvPr/>
        </p:nvSpPr>
        <p:spPr>
          <a:xfrm>
            <a:off x="-307971" y="1954762"/>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rgbClr val="C00000"/>
                </a:solidFill>
                <a:latin typeface="原稿用標準書体" panose="03000503000000000000" pitchFamily="66" charset="-128"/>
                <a:ea typeface="原稿用標準書体" panose="03000503000000000000" pitchFamily="66" charset="-128"/>
              </a:rPr>
              <a:t>BATTLE</a:t>
            </a:r>
            <a:endParaRPr kumimoji="1" lang="ja-JP" altLang="en-US" dirty="0">
              <a:solidFill>
                <a:srgbClr val="C00000"/>
              </a:solidFill>
              <a:latin typeface="原稿用標準書体" panose="03000503000000000000" pitchFamily="66" charset="-128"/>
              <a:ea typeface="原稿用標準書体" panose="03000503000000000000" pitchFamily="66" charset="-128"/>
            </a:endParaRPr>
          </a:p>
        </p:txBody>
      </p:sp>
      <p:sp>
        <p:nvSpPr>
          <p:cNvPr id="19" name="楕円 18">
            <a:extLst>
              <a:ext uri="{FF2B5EF4-FFF2-40B4-BE49-F238E27FC236}">
                <a16:creationId xmlns:a16="http://schemas.microsoft.com/office/drawing/2014/main" id="{3CA9C0A1-FA7B-3D16-DCA9-2083796B41DD}"/>
              </a:ext>
            </a:extLst>
          </p:cNvPr>
          <p:cNvSpPr/>
          <p:nvPr/>
        </p:nvSpPr>
        <p:spPr>
          <a:xfrm>
            <a:off x="1029479" y="3572515"/>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chemeClr val="accent3"/>
                </a:solidFill>
                <a:latin typeface="原稿用標準書体" panose="03000503000000000000" pitchFamily="66" charset="-128"/>
                <a:ea typeface="原稿用標準書体" panose="03000503000000000000" pitchFamily="66" charset="-128"/>
              </a:rPr>
              <a:t>STORY</a:t>
            </a:r>
            <a:endParaRPr kumimoji="1" lang="ja-JP" altLang="en-US" dirty="0">
              <a:solidFill>
                <a:schemeClr val="accent3"/>
              </a:solidFill>
              <a:latin typeface="原稿用標準書体" panose="03000503000000000000" pitchFamily="66" charset="-128"/>
              <a:ea typeface="原稿用標準書体" panose="03000503000000000000" pitchFamily="66" charset="-128"/>
            </a:endParaRPr>
          </a:p>
        </p:txBody>
      </p:sp>
      <p:sp>
        <p:nvSpPr>
          <p:cNvPr id="30" name="矢印: 五方向 29">
            <a:extLst>
              <a:ext uri="{FF2B5EF4-FFF2-40B4-BE49-F238E27FC236}">
                <a16:creationId xmlns:a16="http://schemas.microsoft.com/office/drawing/2014/main" id="{E350FE62-83B7-17ED-8FA2-BFB1811B7B93}"/>
              </a:ext>
            </a:extLst>
          </p:cNvPr>
          <p:cNvSpPr/>
          <p:nvPr/>
        </p:nvSpPr>
        <p:spPr>
          <a:xfrm>
            <a:off x="7057581" y="5770518"/>
            <a:ext cx="1283025" cy="523159"/>
          </a:xfrm>
          <a:prstGeom prst="homePlate">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原稿用標準書体" panose="03000503000000000000" pitchFamily="66" charset="-128"/>
                <a:ea typeface="原稿用標準書体" panose="03000503000000000000" pitchFamily="66" charset="-128"/>
              </a:rPr>
              <a:t>撤退</a:t>
            </a:r>
          </a:p>
        </p:txBody>
      </p:sp>
      <p:sp>
        <p:nvSpPr>
          <p:cNvPr id="31" name="楕円 30">
            <a:extLst>
              <a:ext uri="{FF2B5EF4-FFF2-40B4-BE49-F238E27FC236}">
                <a16:creationId xmlns:a16="http://schemas.microsoft.com/office/drawing/2014/main" id="{7FC85E77-7572-CF7E-D918-7C204295FC58}"/>
              </a:ext>
            </a:extLst>
          </p:cNvPr>
          <p:cNvSpPr/>
          <p:nvPr/>
        </p:nvSpPr>
        <p:spPr>
          <a:xfrm>
            <a:off x="6364643" y="2791406"/>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lang="en-US" altLang="ja-JP" dirty="0">
                <a:solidFill>
                  <a:srgbClr val="C00000"/>
                </a:solidFill>
                <a:latin typeface="原稿用標準書体" panose="03000503000000000000" pitchFamily="66" charset="-128"/>
                <a:ea typeface="原稿用標準書体" panose="03000503000000000000" pitchFamily="66" charset="-128"/>
              </a:rPr>
              <a:t>BATTLE</a:t>
            </a:r>
            <a:endParaRPr lang="ja-JP" altLang="en-US" dirty="0">
              <a:solidFill>
                <a:srgbClr val="C00000"/>
              </a:solidFill>
              <a:latin typeface="原稿用標準書体" panose="03000503000000000000" pitchFamily="66" charset="-128"/>
              <a:ea typeface="原稿用標準書体" panose="03000503000000000000" pitchFamily="66" charset="-128"/>
            </a:endParaRPr>
          </a:p>
        </p:txBody>
      </p:sp>
      <p:sp>
        <p:nvSpPr>
          <p:cNvPr id="45" name="楕円 44">
            <a:extLst>
              <a:ext uri="{FF2B5EF4-FFF2-40B4-BE49-F238E27FC236}">
                <a16:creationId xmlns:a16="http://schemas.microsoft.com/office/drawing/2014/main" id="{6916F817-876A-0B5F-F64E-9D13CA6AC66D}"/>
              </a:ext>
            </a:extLst>
          </p:cNvPr>
          <p:cNvSpPr/>
          <p:nvPr/>
        </p:nvSpPr>
        <p:spPr>
          <a:xfrm>
            <a:off x="2889059" y="2366021"/>
            <a:ext cx="1163216" cy="1163216"/>
          </a:xfrm>
          <a:prstGeom prst="ellipse">
            <a:avLst/>
          </a:prstGeom>
          <a:solidFill>
            <a:schemeClr val="bg1">
              <a:lumMod val="95000"/>
            </a:schemeClr>
          </a:solidFill>
          <a:ln w="63500">
            <a:solidFill>
              <a:schemeClr val="accent6"/>
            </a:solidFill>
          </a:ln>
          <a:effectLst>
            <a:glow rad="127000">
              <a:schemeClr val="accent6">
                <a:lumMod val="20000"/>
                <a:lumOff val="80000"/>
                <a:alpha val="55000"/>
              </a:schemeClr>
            </a:glow>
          </a:effectLst>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chemeClr val="accent2">
                    <a:lumMod val="75000"/>
                  </a:schemeClr>
                </a:solidFill>
                <a:latin typeface="原稿用標準書体" panose="03000503000000000000" pitchFamily="66" charset="-128"/>
                <a:ea typeface="原稿用標準書体" panose="03000503000000000000" pitchFamily="66" charset="-128"/>
              </a:rPr>
              <a:t>EVENT</a:t>
            </a:r>
            <a:endParaRPr kumimoji="1" lang="ja-JP" altLang="en-US" dirty="0">
              <a:solidFill>
                <a:schemeClr val="accent2">
                  <a:lumMod val="75000"/>
                </a:schemeClr>
              </a:solidFill>
              <a:latin typeface="原稿用標準書体" panose="03000503000000000000" pitchFamily="66" charset="-128"/>
              <a:ea typeface="原稿用標準書体" panose="03000503000000000000" pitchFamily="66" charset="-128"/>
            </a:endParaRPr>
          </a:p>
        </p:txBody>
      </p:sp>
      <p:sp>
        <p:nvSpPr>
          <p:cNvPr id="47" name="楕円 46">
            <a:extLst>
              <a:ext uri="{FF2B5EF4-FFF2-40B4-BE49-F238E27FC236}">
                <a16:creationId xmlns:a16="http://schemas.microsoft.com/office/drawing/2014/main" id="{304F10E0-3231-7208-4254-FE92E3747D6D}"/>
              </a:ext>
            </a:extLst>
          </p:cNvPr>
          <p:cNvSpPr/>
          <p:nvPr/>
        </p:nvSpPr>
        <p:spPr>
          <a:xfrm>
            <a:off x="-2137874" y="2847392"/>
            <a:ext cx="1163216" cy="1163216"/>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chemeClr val="accent4"/>
                </a:solidFill>
                <a:latin typeface="原稿用標準書体" panose="03000503000000000000" pitchFamily="66" charset="-128"/>
                <a:ea typeface="原稿用標準書体" panose="03000503000000000000" pitchFamily="66" charset="-128"/>
              </a:rPr>
              <a:t>START</a:t>
            </a:r>
            <a:endParaRPr kumimoji="1" lang="ja-JP" altLang="en-US" dirty="0">
              <a:solidFill>
                <a:schemeClr val="accent4"/>
              </a:solidFill>
              <a:latin typeface="原稿用標準書体" panose="03000503000000000000" pitchFamily="66" charset="-128"/>
              <a:ea typeface="原稿用標準書体" panose="03000503000000000000" pitchFamily="66" charset="-128"/>
            </a:endParaRPr>
          </a:p>
        </p:txBody>
      </p:sp>
      <p:sp>
        <p:nvSpPr>
          <p:cNvPr id="48" name="楕円 47">
            <a:extLst>
              <a:ext uri="{FF2B5EF4-FFF2-40B4-BE49-F238E27FC236}">
                <a16:creationId xmlns:a16="http://schemas.microsoft.com/office/drawing/2014/main" id="{3B9E256B-4E0E-D935-2222-5BEF661640A5}"/>
              </a:ext>
            </a:extLst>
          </p:cNvPr>
          <p:cNvSpPr/>
          <p:nvPr/>
        </p:nvSpPr>
        <p:spPr>
          <a:xfrm>
            <a:off x="4615934" y="3373014"/>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rgbClr val="C00000"/>
                </a:solidFill>
                <a:latin typeface="原稿用標準書体" panose="03000503000000000000" pitchFamily="66" charset="-128"/>
                <a:ea typeface="原稿用標準書体" panose="03000503000000000000" pitchFamily="66" charset="-128"/>
              </a:rPr>
              <a:t>BATTLE</a:t>
            </a:r>
            <a:endParaRPr kumimoji="1" lang="ja-JP" altLang="en-US" dirty="0">
              <a:solidFill>
                <a:srgbClr val="C00000"/>
              </a:solidFill>
              <a:latin typeface="原稿用標準書体" panose="03000503000000000000" pitchFamily="66" charset="-128"/>
              <a:ea typeface="原稿用標準書体" panose="03000503000000000000" pitchFamily="66" charset="-128"/>
            </a:endParaRPr>
          </a:p>
        </p:txBody>
      </p:sp>
      <p:cxnSp>
        <p:nvCxnSpPr>
          <p:cNvPr id="52" name="直線コネクタ 51">
            <a:extLst>
              <a:ext uri="{FF2B5EF4-FFF2-40B4-BE49-F238E27FC236}">
                <a16:creationId xmlns:a16="http://schemas.microsoft.com/office/drawing/2014/main" id="{807A600D-99EC-5A10-4069-46C609AE7AC0}"/>
              </a:ext>
            </a:extLst>
          </p:cNvPr>
          <p:cNvCxnSpPr>
            <a:cxnSpLocks/>
            <a:endCxn id="3" idx="2"/>
          </p:cNvCxnSpPr>
          <p:nvPr/>
        </p:nvCxnSpPr>
        <p:spPr>
          <a:xfrm flipV="1">
            <a:off x="-974658" y="2536370"/>
            <a:ext cx="666687" cy="836644"/>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61" name="直線コネクタ 60">
            <a:extLst>
              <a:ext uri="{FF2B5EF4-FFF2-40B4-BE49-F238E27FC236}">
                <a16:creationId xmlns:a16="http://schemas.microsoft.com/office/drawing/2014/main" id="{10136280-B819-DB69-54E0-3C1AD1CAE055}"/>
              </a:ext>
            </a:extLst>
          </p:cNvPr>
          <p:cNvCxnSpPr>
            <a:cxnSpLocks/>
            <a:stCxn id="19" idx="1"/>
            <a:endCxn id="3" idx="5"/>
          </p:cNvCxnSpPr>
          <p:nvPr/>
        </p:nvCxnSpPr>
        <p:spPr>
          <a:xfrm flipH="1" flipV="1">
            <a:off x="684896" y="2947629"/>
            <a:ext cx="514932" cy="795235"/>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74" name="直線コネクタ 73">
            <a:extLst>
              <a:ext uri="{FF2B5EF4-FFF2-40B4-BE49-F238E27FC236}">
                <a16:creationId xmlns:a16="http://schemas.microsoft.com/office/drawing/2014/main" id="{C72F4C0E-DDC0-FBFA-4EBB-6809C722AB2C}"/>
              </a:ext>
            </a:extLst>
          </p:cNvPr>
          <p:cNvCxnSpPr>
            <a:cxnSpLocks/>
            <a:stCxn id="19" idx="7"/>
            <a:endCxn id="45" idx="2"/>
          </p:cNvCxnSpPr>
          <p:nvPr/>
        </p:nvCxnSpPr>
        <p:spPr>
          <a:xfrm flipV="1">
            <a:off x="2022346" y="2947629"/>
            <a:ext cx="866713" cy="795235"/>
          </a:xfrm>
          <a:prstGeom prst="line">
            <a:avLst/>
          </a:prstGeom>
          <a:ln w="63500">
            <a:solidFill>
              <a:schemeClr val="accent6"/>
            </a:solidFill>
            <a:prstDash val="sysDot"/>
          </a:ln>
        </p:spPr>
        <p:style>
          <a:lnRef idx="2">
            <a:schemeClr val="accent1"/>
          </a:lnRef>
          <a:fillRef idx="0">
            <a:schemeClr val="accent1"/>
          </a:fillRef>
          <a:effectRef idx="1">
            <a:schemeClr val="accent1"/>
          </a:effectRef>
          <a:fontRef idx="minor">
            <a:schemeClr val="tx1"/>
          </a:fontRef>
        </p:style>
      </p:cxnSp>
      <p:cxnSp>
        <p:nvCxnSpPr>
          <p:cNvPr id="85" name="直線コネクタ 84">
            <a:extLst>
              <a:ext uri="{FF2B5EF4-FFF2-40B4-BE49-F238E27FC236}">
                <a16:creationId xmlns:a16="http://schemas.microsoft.com/office/drawing/2014/main" id="{8763E926-D4C0-17C1-78F7-0C96FF0E8D58}"/>
              </a:ext>
            </a:extLst>
          </p:cNvPr>
          <p:cNvCxnSpPr>
            <a:cxnSpLocks/>
            <a:stCxn id="48" idx="6"/>
            <a:endCxn id="31" idx="2"/>
          </p:cNvCxnSpPr>
          <p:nvPr/>
        </p:nvCxnSpPr>
        <p:spPr>
          <a:xfrm flipV="1">
            <a:off x="5779150" y="3373014"/>
            <a:ext cx="585493" cy="581608"/>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grpSp>
        <p:nvGrpSpPr>
          <p:cNvPr id="2" name="グループ化 1">
            <a:extLst>
              <a:ext uri="{FF2B5EF4-FFF2-40B4-BE49-F238E27FC236}">
                <a16:creationId xmlns:a16="http://schemas.microsoft.com/office/drawing/2014/main" id="{B536A2CF-8B1F-39A1-5AB1-CA1351F36265}"/>
              </a:ext>
            </a:extLst>
          </p:cNvPr>
          <p:cNvGrpSpPr/>
          <p:nvPr/>
        </p:nvGrpSpPr>
        <p:grpSpPr>
          <a:xfrm>
            <a:off x="3050369" y="1485969"/>
            <a:ext cx="840596" cy="833567"/>
            <a:chOff x="1367715" y="1890973"/>
            <a:chExt cx="840596" cy="833567"/>
          </a:xfrm>
        </p:grpSpPr>
        <p:sp>
          <p:nvSpPr>
            <p:cNvPr id="88" name="吹き出し: 円形 87">
              <a:extLst>
                <a:ext uri="{FF2B5EF4-FFF2-40B4-BE49-F238E27FC236}">
                  <a16:creationId xmlns:a16="http://schemas.microsoft.com/office/drawing/2014/main" id="{F8D8C0BD-A830-FDD1-6697-DF34433C7604}"/>
                </a:ext>
              </a:extLst>
            </p:cNvPr>
            <p:cNvSpPr/>
            <p:nvPr/>
          </p:nvSpPr>
          <p:spPr>
            <a:xfrm>
              <a:off x="1367715" y="1890973"/>
              <a:ext cx="840596" cy="828901"/>
            </a:xfrm>
            <a:prstGeom prst="wedgeEllipseCallout">
              <a:avLst>
                <a:gd name="adj1" fmla="val 257"/>
                <a:gd name="adj2" fmla="val 71505"/>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90" name="図 89">
              <a:extLst>
                <a:ext uri="{FF2B5EF4-FFF2-40B4-BE49-F238E27FC236}">
                  <a16:creationId xmlns:a16="http://schemas.microsoft.com/office/drawing/2014/main" id="{7334244D-C32B-BF5E-DE9F-EACBD7FE6B5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396905" y="1923662"/>
              <a:ext cx="800878" cy="800878"/>
            </a:xfrm>
            <a:prstGeom prst="rect">
              <a:avLst/>
            </a:prstGeom>
          </p:spPr>
        </p:pic>
      </p:grpSp>
      <p:sp>
        <p:nvSpPr>
          <p:cNvPr id="49" name="四角形: 角を丸くする 48">
            <a:extLst>
              <a:ext uri="{FF2B5EF4-FFF2-40B4-BE49-F238E27FC236}">
                <a16:creationId xmlns:a16="http://schemas.microsoft.com/office/drawing/2014/main" id="{91AA621A-6C94-42D6-4441-B346790526E5}"/>
              </a:ext>
            </a:extLst>
          </p:cNvPr>
          <p:cNvSpPr/>
          <p:nvPr/>
        </p:nvSpPr>
        <p:spPr>
          <a:xfrm>
            <a:off x="8862861" y="5716570"/>
            <a:ext cx="2729924" cy="631055"/>
          </a:xfrm>
          <a:prstGeom prst="roundRect">
            <a:avLst>
              <a:gd name="adj" fmla="val 9570"/>
            </a:avLst>
          </a:prstGeom>
          <a:solidFill>
            <a:schemeClr val="accent2">
              <a:lumMod val="75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b="1" dirty="0">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endParaRPr>
          </a:p>
        </p:txBody>
      </p:sp>
      <p:sp>
        <p:nvSpPr>
          <p:cNvPr id="16" name="四角形: 角を丸くする 15">
            <a:extLst>
              <a:ext uri="{FF2B5EF4-FFF2-40B4-BE49-F238E27FC236}">
                <a16:creationId xmlns:a16="http://schemas.microsoft.com/office/drawing/2014/main" id="{C5E24BCF-C24A-BEAA-E3EF-BBA6C359F46F}"/>
              </a:ext>
            </a:extLst>
          </p:cNvPr>
          <p:cNvSpPr>
            <a:spLocks/>
          </p:cNvSpPr>
          <p:nvPr/>
        </p:nvSpPr>
        <p:spPr>
          <a:xfrm>
            <a:off x="7244719" y="1170675"/>
            <a:ext cx="4348066" cy="4131004"/>
          </a:xfrm>
          <a:prstGeom prst="roundRect">
            <a:avLst>
              <a:gd name="adj" fmla="val 9570"/>
            </a:avLst>
          </a:prstGeom>
          <a:solidFill>
            <a:schemeClr val="accent2">
              <a:lumMod val="20000"/>
              <a:lumOff val="80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55" name="グループ化 54">
            <a:extLst>
              <a:ext uri="{FF2B5EF4-FFF2-40B4-BE49-F238E27FC236}">
                <a16:creationId xmlns:a16="http://schemas.microsoft.com/office/drawing/2014/main" id="{E21A99FA-A7C2-A205-A885-54CFD925E841}"/>
              </a:ext>
            </a:extLst>
          </p:cNvPr>
          <p:cNvGrpSpPr/>
          <p:nvPr/>
        </p:nvGrpSpPr>
        <p:grpSpPr>
          <a:xfrm rot="651301">
            <a:off x="2074985" y="3177201"/>
            <a:ext cx="560995" cy="489333"/>
            <a:chOff x="2420469" y="2760201"/>
            <a:chExt cx="560995" cy="489333"/>
          </a:xfrm>
        </p:grpSpPr>
        <p:sp>
          <p:nvSpPr>
            <p:cNvPr id="53" name="矢印: 山形 52">
              <a:extLst>
                <a:ext uri="{FF2B5EF4-FFF2-40B4-BE49-F238E27FC236}">
                  <a16:creationId xmlns:a16="http://schemas.microsoft.com/office/drawing/2014/main" id="{84C2E35A-8402-2C3E-2195-DABBFD60CC4D}"/>
                </a:ext>
              </a:extLst>
            </p:cNvPr>
            <p:cNvSpPr/>
            <p:nvPr/>
          </p:nvSpPr>
          <p:spPr>
            <a:xfrm rot="18735780">
              <a:off x="2681151" y="2696515"/>
              <a:ext cx="236627" cy="363999"/>
            </a:xfrm>
            <a:prstGeom prst="chevron">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latin typeface="原稿用標準書体" panose="03000503000000000000" pitchFamily="66" charset="-128"/>
                <a:ea typeface="原稿用標準書体" panose="03000503000000000000" pitchFamily="66" charset="-128"/>
              </a:endParaRPr>
            </a:p>
          </p:txBody>
        </p:sp>
        <p:sp>
          <p:nvSpPr>
            <p:cNvPr id="54" name="矢印: 山形 53">
              <a:extLst>
                <a:ext uri="{FF2B5EF4-FFF2-40B4-BE49-F238E27FC236}">
                  <a16:creationId xmlns:a16="http://schemas.microsoft.com/office/drawing/2014/main" id="{585BF261-97B2-82A0-8EAC-7B4E3246749D}"/>
                </a:ext>
              </a:extLst>
            </p:cNvPr>
            <p:cNvSpPr/>
            <p:nvPr/>
          </p:nvSpPr>
          <p:spPr>
            <a:xfrm rot="18735780">
              <a:off x="2484155" y="2949221"/>
              <a:ext cx="236627" cy="363999"/>
            </a:xfrm>
            <a:prstGeom prst="chevron">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latin typeface="原稿用標準書体" panose="03000503000000000000" pitchFamily="66" charset="-128"/>
                <a:ea typeface="原稿用標準書体" panose="03000503000000000000" pitchFamily="66" charset="-128"/>
              </a:endParaRPr>
            </a:p>
          </p:txBody>
        </p:sp>
      </p:grpSp>
      <p:sp>
        <p:nvSpPr>
          <p:cNvPr id="59" name="楕円 58">
            <a:extLst>
              <a:ext uri="{FF2B5EF4-FFF2-40B4-BE49-F238E27FC236}">
                <a16:creationId xmlns:a16="http://schemas.microsoft.com/office/drawing/2014/main" id="{B5694E88-5DD7-8B45-C109-8E6CE5BC50E5}"/>
              </a:ext>
            </a:extLst>
          </p:cNvPr>
          <p:cNvSpPr/>
          <p:nvPr/>
        </p:nvSpPr>
        <p:spPr>
          <a:xfrm>
            <a:off x="1023104" y="3572515"/>
            <a:ext cx="1163216" cy="1163216"/>
          </a:xfrm>
          <a:prstGeom prst="ellipse">
            <a:avLst/>
          </a:prstGeom>
          <a:solidFill>
            <a:schemeClr val="tx1">
              <a:lumMod val="75000"/>
              <a:lumOff val="25000"/>
              <a:alpha val="60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endParaRPr kumimoji="1" lang="ja-JP" altLang="en-US" dirty="0">
              <a:solidFill>
                <a:schemeClr val="accent3"/>
              </a:solidFill>
              <a:latin typeface="原稿用標準書体" panose="03000503000000000000" pitchFamily="66" charset="-128"/>
              <a:ea typeface="原稿用標準書体" panose="03000503000000000000" pitchFamily="66" charset="-128"/>
            </a:endParaRPr>
          </a:p>
        </p:txBody>
      </p:sp>
      <p:sp>
        <p:nvSpPr>
          <p:cNvPr id="60" name="楕円 59">
            <a:extLst>
              <a:ext uri="{FF2B5EF4-FFF2-40B4-BE49-F238E27FC236}">
                <a16:creationId xmlns:a16="http://schemas.microsoft.com/office/drawing/2014/main" id="{EC26A636-00F1-457B-8E35-9005BD29573B}"/>
              </a:ext>
            </a:extLst>
          </p:cNvPr>
          <p:cNvSpPr/>
          <p:nvPr/>
        </p:nvSpPr>
        <p:spPr>
          <a:xfrm>
            <a:off x="-335100" y="1952459"/>
            <a:ext cx="1163216" cy="1163216"/>
          </a:xfrm>
          <a:prstGeom prst="ellipse">
            <a:avLst/>
          </a:prstGeom>
          <a:solidFill>
            <a:schemeClr val="tx1">
              <a:lumMod val="75000"/>
              <a:lumOff val="25000"/>
              <a:alpha val="60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endParaRPr kumimoji="1" lang="ja-JP" altLang="en-US" dirty="0">
              <a:solidFill>
                <a:schemeClr val="accent3"/>
              </a:solidFill>
              <a:latin typeface="原稿用標準書体" panose="03000503000000000000" pitchFamily="66" charset="-128"/>
              <a:ea typeface="原稿用標準書体" panose="03000503000000000000" pitchFamily="66" charset="-128"/>
            </a:endParaRPr>
          </a:p>
        </p:txBody>
      </p:sp>
      <p:sp>
        <p:nvSpPr>
          <p:cNvPr id="66" name="テキスト ボックス 65">
            <a:extLst>
              <a:ext uri="{FF2B5EF4-FFF2-40B4-BE49-F238E27FC236}">
                <a16:creationId xmlns:a16="http://schemas.microsoft.com/office/drawing/2014/main" id="{B808CCF6-5B28-ECD4-34D4-9BF565CE66FE}"/>
              </a:ext>
            </a:extLst>
          </p:cNvPr>
          <p:cNvSpPr txBox="1"/>
          <p:nvPr/>
        </p:nvSpPr>
        <p:spPr>
          <a:xfrm>
            <a:off x="274502" y="323619"/>
            <a:ext cx="2805058" cy="523220"/>
          </a:xfrm>
          <a:prstGeom prst="rect">
            <a:avLst/>
          </a:prstGeom>
          <a:noFill/>
        </p:spPr>
        <p:txBody>
          <a:bodyPr wrap="square">
            <a:spAutoFit/>
          </a:bodyPr>
          <a:lstStyle/>
          <a:p>
            <a:r>
              <a:rPr lang="en-US" altLang="ja-JP" sz="2000" b="1" dirty="0">
                <a:solidFill>
                  <a:schemeClr val="bg1">
                    <a:lumMod val="95000"/>
                  </a:schemeClr>
                </a:solidFill>
                <a:latin typeface="原稿用標準書体" panose="03000503000000000000" pitchFamily="66" charset="-128"/>
                <a:ea typeface="原稿用標準書体" panose="03000503000000000000" pitchFamily="66" charset="-128"/>
              </a:rPr>
              <a:t>BOSS</a:t>
            </a:r>
            <a:r>
              <a:rPr lang="ja-JP" altLang="en-US" sz="2000" b="1" dirty="0">
                <a:solidFill>
                  <a:schemeClr val="bg1">
                    <a:lumMod val="95000"/>
                  </a:schemeClr>
                </a:solidFill>
                <a:latin typeface="原稿用標準書体" panose="03000503000000000000" pitchFamily="66" charset="-128"/>
                <a:ea typeface="原稿用標準書体" panose="03000503000000000000" pitchFamily="66" charset="-128"/>
              </a:rPr>
              <a:t>まで</a:t>
            </a:r>
            <a:r>
              <a:rPr lang="en-US" altLang="ja-JP" sz="2800" b="1" dirty="0">
                <a:solidFill>
                  <a:schemeClr val="bg1">
                    <a:lumMod val="95000"/>
                  </a:schemeClr>
                </a:solidFill>
                <a:latin typeface="原稿用標準書体" panose="03000503000000000000" pitchFamily="66" charset="-128"/>
                <a:ea typeface="原稿用標準書体" panose="03000503000000000000" pitchFamily="66" charset="-128"/>
              </a:rPr>
              <a:t>00</a:t>
            </a:r>
            <a:r>
              <a:rPr lang="ja-JP" altLang="en-US" sz="2000" b="1" dirty="0">
                <a:solidFill>
                  <a:schemeClr val="bg1">
                    <a:lumMod val="95000"/>
                  </a:schemeClr>
                </a:solidFill>
                <a:latin typeface="原稿用標準書体" panose="03000503000000000000" pitchFamily="66" charset="-128"/>
                <a:ea typeface="原稿用標準書体" panose="03000503000000000000" pitchFamily="66" charset="-128"/>
              </a:rPr>
              <a:t>ノード</a:t>
            </a:r>
            <a:endParaRPr kumimoji="1" lang="ja-JP" altLang="en-US" sz="20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pic>
        <p:nvPicPr>
          <p:cNvPr id="73" name="図 72">
            <a:extLst>
              <a:ext uri="{FF2B5EF4-FFF2-40B4-BE49-F238E27FC236}">
                <a16:creationId xmlns:a16="http://schemas.microsoft.com/office/drawing/2014/main" id="{C5FBE416-2155-5366-5D1C-53BFFA32FD8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408730" y="1449703"/>
            <a:ext cx="2020045" cy="2851553"/>
          </a:xfrm>
          <a:prstGeom prst="rect">
            <a:avLst/>
          </a:prstGeom>
        </p:spPr>
      </p:pic>
      <p:sp>
        <p:nvSpPr>
          <p:cNvPr id="75" name="テキスト ボックス 74">
            <a:extLst>
              <a:ext uri="{FF2B5EF4-FFF2-40B4-BE49-F238E27FC236}">
                <a16:creationId xmlns:a16="http://schemas.microsoft.com/office/drawing/2014/main" id="{8F13309C-0DEE-DAB7-09B3-9B1A215BF801}"/>
              </a:ext>
            </a:extLst>
          </p:cNvPr>
          <p:cNvSpPr txBox="1"/>
          <p:nvPr/>
        </p:nvSpPr>
        <p:spPr>
          <a:xfrm>
            <a:off x="7919782" y="4535676"/>
            <a:ext cx="2997937" cy="400110"/>
          </a:xfrm>
          <a:prstGeom prst="rect">
            <a:avLst/>
          </a:prstGeom>
          <a:noFill/>
        </p:spPr>
        <p:txBody>
          <a:bodyPr wrap="none" rtlCol="0">
            <a:spAutoFit/>
          </a:bodyPr>
          <a:lstStyle/>
          <a:p>
            <a:r>
              <a:rPr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Arial" panose="020B0604020202020204" pitchFamily="34" charset="0"/>
              </a:rPr>
              <a:t>東雲が話しかけてきた</a:t>
            </a:r>
            <a:r>
              <a:rPr lang="en-US" altLang="ja-JP" sz="2000" b="1"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Arial" panose="020B0604020202020204" pitchFamily="34" charset="0"/>
              </a:rPr>
              <a:t>…</a:t>
            </a:r>
            <a:endParaRPr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Arial" panose="020B0604020202020204" pitchFamily="34" charset="0"/>
            </a:endParaRPr>
          </a:p>
        </p:txBody>
      </p:sp>
      <p:sp>
        <p:nvSpPr>
          <p:cNvPr id="79" name="テキスト ボックス 78">
            <a:extLst>
              <a:ext uri="{FF2B5EF4-FFF2-40B4-BE49-F238E27FC236}">
                <a16:creationId xmlns:a16="http://schemas.microsoft.com/office/drawing/2014/main" id="{AE5FED49-BE22-2965-5998-F612FA0A38F1}"/>
              </a:ext>
            </a:extLst>
          </p:cNvPr>
          <p:cNvSpPr txBox="1"/>
          <p:nvPr/>
        </p:nvSpPr>
        <p:spPr>
          <a:xfrm>
            <a:off x="4145673" y="289924"/>
            <a:ext cx="4009051" cy="646331"/>
          </a:xfrm>
          <a:prstGeom prst="rect">
            <a:avLst/>
          </a:prstGeom>
          <a:noFill/>
        </p:spPr>
        <p:txBody>
          <a:bodyPr wrap="square">
            <a:spAutoFit/>
          </a:bodyPr>
          <a:lstStyle/>
          <a:p>
            <a:pPr algn="ctr"/>
            <a:r>
              <a:rPr lang="ja-JP" altLang="en-US" sz="3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イベント発生</a:t>
            </a:r>
            <a:endParaRPr kumimoji="1" lang="ja-JP" altLang="en-US" sz="36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76" name="テキスト ボックス 75">
            <a:extLst>
              <a:ext uri="{FF2B5EF4-FFF2-40B4-BE49-F238E27FC236}">
                <a16:creationId xmlns:a16="http://schemas.microsoft.com/office/drawing/2014/main" id="{170AE6EF-EC32-4293-FAF0-A28904096D04}"/>
              </a:ext>
            </a:extLst>
          </p:cNvPr>
          <p:cNvSpPr txBox="1"/>
          <p:nvPr/>
        </p:nvSpPr>
        <p:spPr>
          <a:xfrm>
            <a:off x="4091474" y="262064"/>
            <a:ext cx="4009051" cy="646331"/>
          </a:xfrm>
          <a:prstGeom prst="rect">
            <a:avLst/>
          </a:prstGeom>
          <a:noFill/>
        </p:spPr>
        <p:txBody>
          <a:bodyPr wrap="square">
            <a:spAutoFit/>
          </a:bodyPr>
          <a:lstStyle/>
          <a:p>
            <a:pPr algn="ctr"/>
            <a:r>
              <a:rPr lang="ja-JP" altLang="en-US" sz="3600" b="1" dirty="0">
                <a:solidFill>
                  <a:schemeClr val="accent2">
                    <a:lumMod val="60000"/>
                    <a:lumOff val="40000"/>
                  </a:schemeClr>
                </a:solidFill>
                <a:latin typeface="原稿用標準書体" panose="03000503000000000000" pitchFamily="66" charset="-128"/>
                <a:ea typeface="原稿用標準書体" panose="03000503000000000000" pitchFamily="66" charset="-128"/>
              </a:rPr>
              <a:t>イベント発生</a:t>
            </a:r>
            <a:endParaRPr kumimoji="1" lang="ja-JP" altLang="en-US" sz="3600" b="1" dirty="0">
              <a:solidFill>
                <a:schemeClr val="accent2">
                  <a:lumMod val="60000"/>
                  <a:lumOff val="40000"/>
                </a:schemeClr>
              </a:solidFill>
              <a:latin typeface="原稿用標準書体" panose="03000503000000000000" pitchFamily="66" charset="-128"/>
              <a:ea typeface="原稿用標準書体" panose="03000503000000000000" pitchFamily="66" charset="-128"/>
            </a:endParaRPr>
          </a:p>
        </p:txBody>
      </p:sp>
      <p:sp>
        <p:nvSpPr>
          <p:cNvPr id="11" name="四角形: 角を丸くする 10">
            <a:extLst>
              <a:ext uri="{FF2B5EF4-FFF2-40B4-BE49-F238E27FC236}">
                <a16:creationId xmlns:a16="http://schemas.microsoft.com/office/drawing/2014/main" id="{53C117C1-2E91-EB71-D0B0-1976B056E0A2}"/>
              </a:ext>
            </a:extLst>
          </p:cNvPr>
          <p:cNvSpPr/>
          <p:nvPr/>
        </p:nvSpPr>
        <p:spPr>
          <a:xfrm>
            <a:off x="429205" y="5555534"/>
            <a:ext cx="6136930" cy="953126"/>
          </a:xfrm>
          <a:prstGeom prst="roundRect">
            <a:avLst>
              <a:gd name="adj" fmla="val 11772"/>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2" name="四角形: 角を丸くする 11">
            <a:extLst>
              <a:ext uri="{FF2B5EF4-FFF2-40B4-BE49-F238E27FC236}">
                <a16:creationId xmlns:a16="http://schemas.microsoft.com/office/drawing/2014/main" id="{C7A5CF89-DA1F-45BA-D7E7-5C00918BB600}"/>
              </a:ext>
            </a:extLst>
          </p:cNvPr>
          <p:cNvSpPr/>
          <p:nvPr/>
        </p:nvSpPr>
        <p:spPr>
          <a:xfrm>
            <a:off x="5825805" y="5648090"/>
            <a:ext cx="658871" cy="353209"/>
          </a:xfrm>
          <a:prstGeom prst="roundRect">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3" name="四角形: 角を丸くする 12">
            <a:extLst>
              <a:ext uri="{FF2B5EF4-FFF2-40B4-BE49-F238E27FC236}">
                <a16:creationId xmlns:a16="http://schemas.microsoft.com/office/drawing/2014/main" id="{6E0178A1-0E30-0EF6-6424-6C7B7D048040}"/>
              </a:ext>
            </a:extLst>
          </p:cNvPr>
          <p:cNvSpPr/>
          <p:nvPr/>
        </p:nvSpPr>
        <p:spPr>
          <a:xfrm>
            <a:off x="5823749" y="6078375"/>
            <a:ext cx="658871" cy="353209"/>
          </a:xfrm>
          <a:prstGeom prst="roundRect">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pic>
        <p:nvPicPr>
          <p:cNvPr id="14" name="図 13">
            <a:extLst>
              <a:ext uri="{FF2B5EF4-FFF2-40B4-BE49-F238E27FC236}">
                <a16:creationId xmlns:a16="http://schemas.microsoft.com/office/drawing/2014/main" id="{9DBCF503-12E8-9296-62A4-AD29DF6597D1}"/>
              </a:ext>
            </a:extLst>
          </p:cNvPr>
          <p:cNvPicPr>
            <a:picLocks noChangeAspect="1"/>
          </p:cNvPicPr>
          <p:nvPr/>
        </p:nvPicPr>
        <p:blipFill>
          <a:blip r:embed="rId4">
            <a:extLst>
              <a:ext uri="{28A0092B-C50C-407E-A947-70E740481C1C}">
                <a14:useLocalDpi xmlns:a14="http://schemas.microsoft.com/office/drawing/2010/main" val="0"/>
              </a:ext>
            </a:extLst>
          </a:blip>
          <a:srcRect l="52651" t="22678" r="27395" b="50636"/>
          <a:stretch>
            <a:fillRect/>
          </a:stretch>
        </p:blipFill>
        <p:spPr>
          <a:xfrm>
            <a:off x="5995047" y="6104595"/>
            <a:ext cx="310304" cy="287583"/>
          </a:xfrm>
          <a:prstGeom prst="rect">
            <a:avLst/>
          </a:prstGeom>
        </p:spPr>
      </p:pic>
      <p:pic>
        <p:nvPicPr>
          <p:cNvPr id="15" name="図 14" descr="アイコン&#10;&#10;AI 生成コンテンツは誤りを含む可能性があります。">
            <a:extLst>
              <a:ext uri="{FF2B5EF4-FFF2-40B4-BE49-F238E27FC236}">
                <a16:creationId xmlns:a16="http://schemas.microsoft.com/office/drawing/2014/main" id="{B8CE9BDB-C079-1C9B-7E84-057328D484A2}"/>
              </a:ext>
            </a:extLst>
          </p:cNvPr>
          <p:cNvPicPr>
            <a:picLocks noChangeAspect="1"/>
          </p:cNvPicPr>
          <p:nvPr/>
        </p:nvPicPr>
        <p:blipFill>
          <a:blip r:embed="rId5">
            <a:duotone>
              <a:prstClr val="black"/>
              <a:srgbClr val="D9C3A5">
                <a:tint val="50000"/>
                <a:satMod val="180000"/>
              </a:srgbClr>
            </a:duotone>
            <a:extLst>
              <a:ext uri="{28A0092B-C50C-407E-A947-70E740481C1C}">
                <a14:useLocalDpi xmlns:a14="http://schemas.microsoft.com/office/drawing/2010/main" val="0"/>
              </a:ext>
            </a:extLst>
          </a:blip>
          <a:stretch>
            <a:fillRect/>
          </a:stretch>
        </p:blipFill>
        <p:spPr>
          <a:xfrm>
            <a:off x="5907842" y="5599160"/>
            <a:ext cx="466295" cy="466295"/>
          </a:xfrm>
          <a:prstGeom prst="rect">
            <a:avLst/>
          </a:prstGeom>
        </p:spPr>
      </p:pic>
      <p:cxnSp>
        <p:nvCxnSpPr>
          <p:cNvPr id="17" name="直線コネクタ 16">
            <a:extLst>
              <a:ext uri="{FF2B5EF4-FFF2-40B4-BE49-F238E27FC236}">
                <a16:creationId xmlns:a16="http://schemas.microsoft.com/office/drawing/2014/main" id="{DA08CF5E-A157-31AB-FAA3-89912130B8F1}"/>
              </a:ext>
            </a:extLst>
          </p:cNvPr>
          <p:cNvCxnSpPr>
            <a:cxnSpLocks/>
          </p:cNvCxnSpPr>
          <p:nvPr/>
        </p:nvCxnSpPr>
        <p:spPr>
          <a:xfrm flipV="1">
            <a:off x="1365082" y="5648090"/>
            <a:ext cx="0" cy="783494"/>
          </a:xfrm>
          <a:prstGeom prst="line">
            <a:avLst/>
          </a:prstGeom>
          <a:ln>
            <a:solidFill>
              <a:schemeClr val="tx1">
                <a:lumMod val="85000"/>
                <a:lumOff val="15000"/>
              </a:schemeClr>
            </a:solidFill>
          </a:ln>
        </p:spPr>
        <p:style>
          <a:lnRef idx="2">
            <a:schemeClr val="accent1"/>
          </a:lnRef>
          <a:fillRef idx="0">
            <a:schemeClr val="accent1"/>
          </a:fillRef>
          <a:effectRef idx="1">
            <a:schemeClr val="accent1"/>
          </a:effectRef>
          <a:fontRef idx="minor">
            <a:schemeClr val="tx1"/>
          </a:fontRef>
        </p:style>
      </p:cxnSp>
      <p:grpSp>
        <p:nvGrpSpPr>
          <p:cNvPr id="26" name="グループ化 25">
            <a:extLst>
              <a:ext uri="{FF2B5EF4-FFF2-40B4-BE49-F238E27FC236}">
                <a16:creationId xmlns:a16="http://schemas.microsoft.com/office/drawing/2014/main" id="{8EA36DB5-F336-9037-19AA-94E1D3CB6C32}"/>
              </a:ext>
            </a:extLst>
          </p:cNvPr>
          <p:cNvGrpSpPr/>
          <p:nvPr/>
        </p:nvGrpSpPr>
        <p:grpSpPr>
          <a:xfrm>
            <a:off x="609342" y="5718857"/>
            <a:ext cx="562032" cy="733233"/>
            <a:chOff x="1131857" y="5718857"/>
            <a:chExt cx="562032" cy="733233"/>
          </a:xfrm>
        </p:grpSpPr>
        <p:sp>
          <p:nvSpPr>
            <p:cNvPr id="27" name="テキスト ボックス 26">
              <a:extLst>
                <a:ext uri="{FF2B5EF4-FFF2-40B4-BE49-F238E27FC236}">
                  <a16:creationId xmlns:a16="http://schemas.microsoft.com/office/drawing/2014/main" id="{A1DF4600-49BB-E7BB-0D98-5D60629BC1C0}"/>
                </a:ext>
              </a:extLst>
            </p:cNvPr>
            <p:cNvSpPr txBox="1"/>
            <p:nvPr/>
          </p:nvSpPr>
          <p:spPr>
            <a:xfrm>
              <a:off x="1131857" y="6175091"/>
              <a:ext cx="562032" cy="276999"/>
            </a:xfrm>
            <a:prstGeom prst="rect">
              <a:avLst/>
            </a:prstGeom>
            <a:noFill/>
          </p:spPr>
          <p:txBody>
            <a:bodyPr wrap="square">
              <a:spAutoFit/>
            </a:bodyPr>
            <a:lstStyle/>
            <a:p>
              <a:pPr algn="ctr"/>
              <a:r>
                <a:rPr kumimoji="1" lang="en-US" altLang="ja-JP" sz="1050" b="1" dirty="0">
                  <a:ln w="3175">
                    <a:noFill/>
                  </a:ln>
                  <a:latin typeface="原稿用標準書体" panose="03000503000000000000" pitchFamily="66" charset="-128"/>
                  <a:ea typeface="原稿用標準書体" panose="03000503000000000000" pitchFamily="66" charset="-128"/>
                </a:rPr>
                <a:t>×</a:t>
              </a:r>
              <a:r>
                <a:rPr kumimoji="1" lang="en-US" altLang="ja-JP" sz="1200" b="1" dirty="0">
                  <a:ln w="3175">
                    <a:noFill/>
                  </a:ln>
                  <a:latin typeface="原稿用標準書体" panose="03000503000000000000" pitchFamily="66" charset="-128"/>
                  <a:ea typeface="原稿用標準書体" panose="03000503000000000000" pitchFamily="66" charset="-128"/>
                </a:rPr>
                <a:t>00</a:t>
              </a:r>
              <a:endParaRPr kumimoji="1" lang="ja-JP" altLang="en-US" sz="1200" b="1" dirty="0">
                <a:ln w="3175">
                  <a:noFill/>
                </a:ln>
                <a:latin typeface="原稿用標準書体" panose="03000503000000000000" pitchFamily="66" charset="-128"/>
                <a:ea typeface="原稿用標準書体" panose="03000503000000000000" pitchFamily="66" charset="-128"/>
              </a:endParaRPr>
            </a:p>
          </p:txBody>
        </p:sp>
        <p:grpSp>
          <p:nvGrpSpPr>
            <p:cNvPr id="28" name="グループ化 27">
              <a:extLst>
                <a:ext uri="{FF2B5EF4-FFF2-40B4-BE49-F238E27FC236}">
                  <a16:creationId xmlns:a16="http://schemas.microsoft.com/office/drawing/2014/main" id="{F0C707CA-25F0-4D79-B5BA-C7A8933AC78B}"/>
                </a:ext>
              </a:extLst>
            </p:cNvPr>
            <p:cNvGrpSpPr/>
            <p:nvPr/>
          </p:nvGrpSpPr>
          <p:grpSpPr>
            <a:xfrm flipV="1">
              <a:off x="1183872" y="5718857"/>
              <a:ext cx="449656" cy="456234"/>
              <a:chOff x="526955" y="5853203"/>
              <a:chExt cx="339583" cy="344551"/>
            </a:xfrm>
          </p:grpSpPr>
          <p:sp>
            <p:nvSpPr>
              <p:cNvPr id="29" name="四角形: 角を丸くする 28">
                <a:extLst>
                  <a:ext uri="{FF2B5EF4-FFF2-40B4-BE49-F238E27FC236}">
                    <a16:creationId xmlns:a16="http://schemas.microsoft.com/office/drawing/2014/main" id="{5C66C5A5-1B82-8541-1420-194C1E4EC221}"/>
                  </a:ext>
                </a:extLst>
              </p:cNvPr>
              <p:cNvSpPr/>
              <p:nvPr/>
            </p:nvSpPr>
            <p:spPr>
              <a:xfrm>
                <a:off x="526955" y="5853203"/>
                <a:ext cx="339583" cy="344551"/>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32" name="矢印: 下 31">
                <a:extLst>
                  <a:ext uri="{FF2B5EF4-FFF2-40B4-BE49-F238E27FC236}">
                    <a16:creationId xmlns:a16="http://schemas.microsoft.com/office/drawing/2014/main" id="{350E5F0C-9F9A-1534-12C4-54C0C9F9CF7B}"/>
                  </a:ext>
                </a:extLst>
              </p:cNvPr>
              <p:cNvSpPr/>
              <p:nvPr/>
            </p:nvSpPr>
            <p:spPr>
              <a:xfrm>
                <a:off x="611564" y="5914083"/>
                <a:ext cx="170364" cy="222791"/>
              </a:xfrm>
              <a:prstGeom prst="downArrow">
                <a:avLst/>
              </a:prstGeom>
              <a:solidFill>
                <a:schemeClr val="accent2"/>
              </a:solidFill>
              <a:ln w="9525">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grpSp>
      <p:grpSp>
        <p:nvGrpSpPr>
          <p:cNvPr id="4" name="グループ化 3">
            <a:extLst>
              <a:ext uri="{FF2B5EF4-FFF2-40B4-BE49-F238E27FC236}">
                <a16:creationId xmlns:a16="http://schemas.microsoft.com/office/drawing/2014/main" id="{305636DE-FC53-028B-5A9F-37EC1D5C7A84}"/>
              </a:ext>
            </a:extLst>
          </p:cNvPr>
          <p:cNvGrpSpPr/>
          <p:nvPr/>
        </p:nvGrpSpPr>
        <p:grpSpPr>
          <a:xfrm>
            <a:off x="1567997" y="5677957"/>
            <a:ext cx="466296" cy="699535"/>
            <a:chOff x="1572592" y="5648090"/>
            <a:chExt cx="466296" cy="699535"/>
          </a:xfrm>
        </p:grpSpPr>
        <p:sp>
          <p:nvSpPr>
            <p:cNvPr id="5" name="四角形: 角を丸くする 4">
              <a:extLst>
                <a:ext uri="{FF2B5EF4-FFF2-40B4-BE49-F238E27FC236}">
                  <a16:creationId xmlns:a16="http://schemas.microsoft.com/office/drawing/2014/main" id="{E162A7B9-AE90-7704-8C3B-FFDB736BB259}"/>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6" name="四角形: 角を丸くする 5">
              <a:extLst>
                <a:ext uri="{FF2B5EF4-FFF2-40B4-BE49-F238E27FC236}">
                  <a16:creationId xmlns:a16="http://schemas.microsoft.com/office/drawing/2014/main" id="{50D6822C-4124-7BE4-DED3-1F7EC191C6C6}"/>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7" name="グループ化 6">
            <a:extLst>
              <a:ext uri="{FF2B5EF4-FFF2-40B4-BE49-F238E27FC236}">
                <a16:creationId xmlns:a16="http://schemas.microsoft.com/office/drawing/2014/main" id="{F191F6AA-1364-1F65-373D-0B656C5C51F5}"/>
              </a:ext>
            </a:extLst>
          </p:cNvPr>
          <p:cNvGrpSpPr/>
          <p:nvPr/>
        </p:nvGrpSpPr>
        <p:grpSpPr>
          <a:xfrm>
            <a:off x="2169302" y="5677957"/>
            <a:ext cx="466296" cy="699535"/>
            <a:chOff x="1572592" y="5648090"/>
            <a:chExt cx="466296" cy="699535"/>
          </a:xfrm>
        </p:grpSpPr>
        <p:sp>
          <p:nvSpPr>
            <p:cNvPr id="8" name="四角形: 角を丸くする 7">
              <a:extLst>
                <a:ext uri="{FF2B5EF4-FFF2-40B4-BE49-F238E27FC236}">
                  <a16:creationId xmlns:a16="http://schemas.microsoft.com/office/drawing/2014/main" id="{118473C9-71B2-452A-F481-747996BB81EF}"/>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9" name="四角形: 角を丸くする 8">
              <a:extLst>
                <a:ext uri="{FF2B5EF4-FFF2-40B4-BE49-F238E27FC236}">
                  <a16:creationId xmlns:a16="http://schemas.microsoft.com/office/drawing/2014/main" id="{49E8B398-CFBA-2E78-0AFE-C7373C126012}"/>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10" name="グループ化 9">
            <a:extLst>
              <a:ext uri="{FF2B5EF4-FFF2-40B4-BE49-F238E27FC236}">
                <a16:creationId xmlns:a16="http://schemas.microsoft.com/office/drawing/2014/main" id="{4714886D-6398-35B4-73E5-4F6310CA8FB6}"/>
              </a:ext>
            </a:extLst>
          </p:cNvPr>
          <p:cNvGrpSpPr/>
          <p:nvPr/>
        </p:nvGrpSpPr>
        <p:grpSpPr>
          <a:xfrm>
            <a:off x="2770607" y="5677957"/>
            <a:ext cx="466296" cy="699535"/>
            <a:chOff x="1572592" y="5648090"/>
            <a:chExt cx="466296" cy="699535"/>
          </a:xfrm>
        </p:grpSpPr>
        <p:sp>
          <p:nvSpPr>
            <p:cNvPr id="33" name="四角形: 角を丸くする 32">
              <a:extLst>
                <a:ext uri="{FF2B5EF4-FFF2-40B4-BE49-F238E27FC236}">
                  <a16:creationId xmlns:a16="http://schemas.microsoft.com/office/drawing/2014/main" id="{2C415A8C-CF12-7697-B6CD-3D14B54CCA07}"/>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34" name="四角形: 角を丸くする 33">
              <a:extLst>
                <a:ext uri="{FF2B5EF4-FFF2-40B4-BE49-F238E27FC236}">
                  <a16:creationId xmlns:a16="http://schemas.microsoft.com/office/drawing/2014/main" id="{E6045A94-ADCF-330C-EEBF-B110AE6A629B}"/>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35" name="グループ化 34">
            <a:extLst>
              <a:ext uri="{FF2B5EF4-FFF2-40B4-BE49-F238E27FC236}">
                <a16:creationId xmlns:a16="http://schemas.microsoft.com/office/drawing/2014/main" id="{22CD3D4C-686B-45E6-6B62-31CEA98B9A13}"/>
              </a:ext>
            </a:extLst>
          </p:cNvPr>
          <p:cNvGrpSpPr/>
          <p:nvPr/>
        </p:nvGrpSpPr>
        <p:grpSpPr>
          <a:xfrm>
            <a:off x="3371912" y="5677957"/>
            <a:ext cx="466296" cy="699535"/>
            <a:chOff x="1572592" y="5648090"/>
            <a:chExt cx="466296" cy="699535"/>
          </a:xfrm>
        </p:grpSpPr>
        <p:sp>
          <p:nvSpPr>
            <p:cNvPr id="36" name="四角形: 角を丸くする 35">
              <a:extLst>
                <a:ext uri="{FF2B5EF4-FFF2-40B4-BE49-F238E27FC236}">
                  <a16:creationId xmlns:a16="http://schemas.microsoft.com/office/drawing/2014/main" id="{10092065-2CB0-BB46-01CD-70B34F0B0F95}"/>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37" name="四角形: 角を丸くする 36">
              <a:extLst>
                <a:ext uri="{FF2B5EF4-FFF2-40B4-BE49-F238E27FC236}">
                  <a16:creationId xmlns:a16="http://schemas.microsoft.com/office/drawing/2014/main" id="{A0513133-A308-0B74-9BAC-0D76E787E1A4}"/>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38" name="グループ化 37">
            <a:extLst>
              <a:ext uri="{FF2B5EF4-FFF2-40B4-BE49-F238E27FC236}">
                <a16:creationId xmlns:a16="http://schemas.microsoft.com/office/drawing/2014/main" id="{083EC6F3-A293-D3D5-26B9-19D3B3529073}"/>
              </a:ext>
            </a:extLst>
          </p:cNvPr>
          <p:cNvGrpSpPr/>
          <p:nvPr/>
        </p:nvGrpSpPr>
        <p:grpSpPr>
          <a:xfrm>
            <a:off x="3973217" y="5677957"/>
            <a:ext cx="466296" cy="699535"/>
            <a:chOff x="1572592" y="5648090"/>
            <a:chExt cx="466296" cy="699535"/>
          </a:xfrm>
        </p:grpSpPr>
        <p:sp>
          <p:nvSpPr>
            <p:cNvPr id="39" name="四角形: 角を丸くする 38">
              <a:extLst>
                <a:ext uri="{FF2B5EF4-FFF2-40B4-BE49-F238E27FC236}">
                  <a16:creationId xmlns:a16="http://schemas.microsoft.com/office/drawing/2014/main" id="{1BECE960-EA9C-1A7F-5A93-23C2455D564E}"/>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40" name="四角形: 角を丸くする 39">
              <a:extLst>
                <a:ext uri="{FF2B5EF4-FFF2-40B4-BE49-F238E27FC236}">
                  <a16:creationId xmlns:a16="http://schemas.microsoft.com/office/drawing/2014/main" id="{6DD10B20-FD8F-D0BF-A1D1-E2D70363961A}"/>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41" name="グループ化 40">
            <a:extLst>
              <a:ext uri="{FF2B5EF4-FFF2-40B4-BE49-F238E27FC236}">
                <a16:creationId xmlns:a16="http://schemas.microsoft.com/office/drawing/2014/main" id="{CA54D6B8-6FD1-5407-8EFD-9062A2D65419}"/>
              </a:ext>
            </a:extLst>
          </p:cNvPr>
          <p:cNvGrpSpPr/>
          <p:nvPr/>
        </p:nvGrpSpPr>
        <p:grpSpPr>
          <a:xfrm>
            <a:off x="4574522" y="5677957"/>
            <a:ext cx="466296" cy="699535"/>
            <a:chOff x="1572592" y="5648090"/>
            <a:chExt cx="466296" cy="699535"/>
          </a:xfrm>
        </p:grpSpPr>
        <p:sp>
          <p:nvSpPr>
            <p:cNvPr id="42" name="四角形: 角を丸くする 41">
              <a:extLst>
                <a:ext uri="{FF2B5EF4-FFF2-40B4-BE49-F238E27FC236}">
                  <a16:creationId xmlns:a16="http://schemas.microsoft.com/office/drawing/2014/main" id="{0EC5F433-7671-918E-8AB6-7A7A3A90C770}"/>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43" name="四角形: 角を丸くする 42">
              <a:extLst>
                <a:ext uri="{FF2B5EF4-FFF2-40B4-BE49-F238E27FC236}">
                  <a16:creationId xmlns:a16="http://schemas.microsoft.com/office/drawing/2014/main" id="{043CCE6F-186B-227A-5440-1765F6D455CD}"/>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44" name="グループ化 43">
            <a:extLst>
              <a:ext uri="{FF2B5EF4-FFF2-40B4-BE49-F238E27FC236}">
                <a16:creationId xmlns:a16="http://schemas.microsoft.com/office/drawing/2014/main" id="{262DBDDD-3E8B-EDE9-7B4D-6351DAA1C376}"/>
              </a:ext>
            </a:extLst>
          </p:cNvPr>
          <p:cNvGrpSpPr/>
          <p:nvPr/>
        </p:nvGrpSpPr>
        <p:grpSpPr>
          <a:xfrm>
            <a:off x="5175824" y="5677957"/>
            <a:ext cx="466296" cy="699535"/>
            <a:chOff x="1572592" y="5648090"/>
            <a:chExt cx="466296" cy="699535"/>
          </a:xfrm>
        </p:grpSpPr>
        <p:sp>
          <p:nvSpPr>
            <p:cNvPr id="46" name="四角形: 角を丸くする 45">
              <a:extLst>
                <a:ext uri="{FF2B5EF4-FFF2-40B4-BE49-F238E27FC236}">
                  <a16:creationId xmlns:a16="http://schemas.microsoft.com/office/drawing/2014/main" id="{706F91F8-D4A8-D9EC-0396-4FFC16DB508D}"/>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50" name="四角形: 角を丸くする 49">
              <a:extLst>
                <a:ext uri="{FF2B5EF4-FFF2-40B4-BE49-F238E27FC236}">
                  <a16:creationId xmlns:a16="http://schemas.microsoft.com/office/drawing/2014/main" id="{AE057109-A68F-2106-C4AF-C8C71A7DF2E3}"/>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sp>
        <p:nvSpPr>
          <p:cNvPr id="56" name="テキスト ボックス 55">
            <a:extLst>
              <a:ext uri="{FF2B5EF4-FFF2-40B4-BE49-F238E27FC236}">
                <a16:creationId xmlns:a16="http://schemas.microsoft.com/office/drawing/2014/main" id="{C631996C-7AAA-D5F9-6D54-8DB89A0189D2}"/>
              </a:ext>
            </a:extLst>
          </p:cNvPr>
          <p:cNvSpPr txBox="1"/>
          <p:nvPr/>
        </p:nvSpPr>
        <p:spPr>
          <a:xfrm>
            <a:off x="9026246" y="370274"/>
            <a:ext cx="2805058" cy="400110"/>
          </a:xfrm>
          <a:prstGeom prst="rect">
            <a:avLst/>
          </a:prstGeom>
          <a:noFill/>
        </p:spPr>
        <p:txBody>
          <a:bodyPr wrap="square">
            <a:spAutoFit/>
          </a:bodyPr>
          <a:lstStyle/>
          <a:p>
            <a:pPr algn="r"/>
            <a:r>
              <a:rPr kumimoji="1" lang="en-US" altLang="ja-JP" sz="1600" b="1">
                <a:solidFill>
                  <a:schemeClr val="bg1">
                    <a:lumMod val="95000"/>
                  </a:schemeClr>
                </a:solidFill>
                <a:latin typeface="原稿用標準書体" panose="03000503000000000000" pitchFamily="66" charset="-128"/>
                <a:ea typeface="原稿用標準書体" panose="03000503000000000000" pitchFamily="66" charset="-128"/>
              </a:rPr>
              <a:t>×</a:t>
            </a:r>
            <a:r>
              <a:rPr kumimoji="1" lang="en-US" altLang="ja-JP" sz="2000" b="1">
                <a:solidFill>
                  <a:schemeClr val="bg1">
                    <a:lumMod val="95000"/>
                  </a:schemeClr>
                </a:solidFill>
                <a:latin typeface="原稿用標準書体" panose="03000503000000000000" pitchFamily="66" charset="-128"/>
                <a:ea typeface="原稿用標準書体" panose="03000503000000000000" pitchFamily="66" charset="-128"/>
              </a:rPr>
              <a:t>000</a:t>
            </a:r>
            <a:endParaRPr kumimoji="1" lang="ja-JP" altLang="en-US" sz="20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pic>
        <p:nvPicPr>
          <p:cNvPr id="58" name="図 57">
            <a:extLst>
              <a:ext uri="{FF2B5EF4-FFF2-40B4-BE49-F238E27FC236}">
                <a16:creationId xmlns:a16="http://schemas.microsoft.com/office/drawing/2014/main" id="{DBD9B97D-992A-4427-8292-71E1A2872662}"/>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0789147" y="350742"/>
            <a:ext cx="410695" cy="400110"/>
          </a:xfrm>
          <a:prstGeom prst="rect">
            <a:avLst/>
          </a:prstGeom>
        </p:spPr>
      </p:pic>
      <p:sp>
        <p:nvSpPr>
          <p:cNvPr id="63" name="二等辺三角形 62">
            <a:extLst>
              <a:ext uri="{FF2B5EF4-FFF2-40B4-BE49-F238E27FC236}">
                <a16:creationId xmlns:a16="http://schemas.microsoft.com/office/drawing/2014/main" id="{FA3AB74A-F149-C0A0-04F4-0929443AA5DB}"/>
              </a:ext>
            </a:extLst>
          </p:cNvPr>
          <p:cNvSpPr/>
          <p:nvPr/>
        </p:nvSpPr>
        <p:spPr>
          <a:xfrm rot="5400000">
            <a:off x="10860936" y="5875196"/>
            <a:ext cx="364010" cy="313802"/>
          </a:xfrm>
          <a:prstGeom prst="triangl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65" name="テキスト ボックス 64">
            <a:extLst>
              <a:ext uri="{FF2B5EF4-FFF2-40B4-BE49-F238E27FC236}">
                <a16:creationId xmlns:a16="http://schemas.microsoft.com/office/drawing/2014/main" id="{E07B6074-A31D-F66F-1D64-B0F849667523}"/>
              </a:ext>
            </a:extLst>
          </p:cNvPr>
          <p:cNvSpPr txBox="1"/>
          <p:nvPr/>
        </p:nvSpPr>
        <p:spPr>
          <a:xfrm>
            <a:off x="9098198" y="5847431"/>
            <a:ext cx="1743792" cy="369332"/>
          </a:xfrm>
          <a:prstGeom prst="rect">
            <a:avLst/>
          </a:prstGeom>
          <a:noFill/>
        </p:spPr>
        <p:txBody>
          <a:bodyPr wrap="square">
            <a:spAutoFit/>
          </a:bodyPr>
          <a:lstStyle/>
          <a:p>
            <a:pPr algn="ctr"/>
            <a:r>
              <a:rPr lang="ja-JP" altLang="en-US" b="1">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rPr>
              <a:t>イベント</a:t>
            </a:r>
            <a:r>
              <a:rPr lang="ja-JP" altLang="en-US" sz="1800" b="1">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rPr>
              <a:t>開始</a:t>
            </a:r>
            <a:endParaRPr lang="ja-JP" altLang="en-US" sz="1800" b="1" dirty="0">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endParaRPr>
          </a:p>
        </p:txBody>
      </p:sp>
    </p:spTree>
    <p:extLst>
      <p:ext uri="{BB962C8B-B14F-4D97-AF65-F5344CB8AC3E}">
        <p14:creationId xmlns:p14="http://schemas.microsoft.com/office/powerpoint/2010/main" val="1841117841"/>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bg>
      <p:bgPr>
        <a:gradFill>
          <a:gsLst>
            <a:gs pos="46690">
              <a:schemeClr val="accent6">
                <a:lumMod val="75000"/>
              </a:schemeClr>
            </a:gs>
            <a:gs pos="0">
              <a:schemeClr val="accent6">
                <a:lumMod val="50000"/>
              </a:schemeClr>
            </a:gs>
            <a:gs pos="23000">
              <a:schemeClr val="accent6">
                <a:lumMod val="75000"/>
              </a:schemeClr>
            </a:gs>
            <a:gs pos="69000">
              <a:schemeClr val="accent6">
                <a:lumMod val="50000"/>
              </a:schemeClr>
            </a:gs>
            <a:gs pos="97000">
              <a:schemeClr val="tx1">
                <a:lumMod val="85000"/>
                <a:lumOff val="15000"/>
              </a:schemeClr>
            </a:gs>
          </a:gsLst>
          <a:path path="circle">
            <a:fillToRect l="50000" t="50000" r="50000" b="50000"/>
          </a:path>
        </a:gradFill>
        <a:effectLst/>
      </p:bgPr>
    </p:bg>
    <p:spTree>
      <p:nvGrpSpPr>
        <p:cNvPr id="1" name="">
          <a:extLst>
            <a:ext uri="{FF2B5EF4-FFF2-40B4-BE49-F238E27FC236}">
              <a16:creationId xmlns:a16="http://schemas.microsoft.com/office/drawing/2014/main" id="{52B1FCC2-B466-282E-A537-80F752DB8EAA}"/>
            </a:ext>
          </a:extLst>
        </p:cNvPr>
        <p:cNvGrpSpPr/>
        <p:nvPr/>
      </p:nvGrpSpPr>
      <p:grpSpPr>
        <a:xfrm>
          <a:off x="0" y="0"/>
          <a:ext cx="0" cy="0"/>
          <a:chOff x="0" y="0"/>
          <a:chExt cx="0" cy="0"/>
        </a:xfrm>
      </p:grpSpPr>
      <p:sp>
        <p:nvSpPr>
          <p:cNvPr id="78" name="二等辺三角形 77">
            <a:extLst>
              <a:ext uri="{FF2B5EF4-FFF2-40B4-BE49-F238E27FC236}">
                <a16:creationId xmlns:a16="http://schemas.microsoft.com/office/drawing/2014/main" id="{D46B86D8-E951-22D1-4116-05066070376D}"/>
              </a:ext>
            </a:extLst>
          </p:cNvPr>
          <p:cNvSpPr/>
          <p:nvPr/>
        </p:nvSpPr>
        <p:spPr>
          <a:xfrm rot="16200000">
            <a:off x="5766625" y="-1014151"/>
            <a:ext cx="658751" cy="3259291"/>
          </a:xfrm>
          <a:prstGeom prst="triangle">
            <a:avLst/>
          </a:prstGeom>
          <a:solidFill>
            <a:schemeClr val="accent2">
              <a:lumMod val="20000"/>
              <a:lumOff val="80000"/>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cxnSp>
        <p:nvCxnSpPr>
          <p:cNvPr id="77" name="直線コネクタ 76">
            <a:extLst>
              <a:ext uri="{FF2B5EF4-FFF2-40B4-BE49-F238E27FC236}">
                <a16:creationId xmlns:a16="http://schemas.microsoft.com/office/drawing/2014/main" id="{C77B6986-597A-42B6-FAE8-609940BEA989}"/>
              </a:ext>
            </a:extLst>
          </p:cNvPr>
          <p:cNvCxnSpPr>
            <a:cxnSpLocks/>
            <a:stCxn id="45" idx="6"/>
            <a:endCxn id="48" idx="2"/>
          </p:cNvCxnSpPr>
          <p:nvPr/>
        </p:nvCxnSpPr>
        <p:spPr>
          <a:xfrm>
            <a:off x="4052275" y="2947629"/>
            <a:ext cx="563659" cy="1006993"/>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sp>
        <p:nvSpPr>
          <p:cNvPr id="3" name="楕円 2">
            <a:extLst>
              <a:ext uri="{FF2B5EF4-FFF2-40B4-BE49-F238E27FC236}">
                <a16:creationId xmlns:a16="http://schemas.microsoft.com/office/drawing/2014/main" id="{365E414E-2C9B-657B-94E0-BDC75CE21F58}"/>
              </a:ext>
            </a:extLst>
          </p:cNvPr>
          <p:cNvSpPr/>
          <p:nvPr/>
        </p:nvSpPr>
        <p:spPr>
          <a:xfrm>
            <a:off x="-307971" y="1954762"/>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rgbClr val="C00000"/>
                </a:solidFill>
                <a:latin typeface="原稿用標準書体" panose="03000503000000000000" pitchFamily="66" charset="-128"/>
                <a:ea typeface="原稿用標準書体" panose="03000503000000000000" pitchFamily="66" charset="-128"/>
              </a:rPr>
              <a:t>BATTLE</a:t>
            </a:r>
            <a:endParaRPr kumimoji="1" lang="ja-JP" altLang="en-US" dirty="0">
              <a:solidFill>
                <a:srgbClr val="C00000"/>
              </a:solidFill>
              <a:latin typeface="原稿用標準書体" panose="03000503000000000000" pitchFamily="66" charset="-128"/>
              <a:ea typeface="原稿用標準書体" panose="03000503000000000000" pitchFamily="66" charset="-128"/>
            </a:endParaRPr>
          </a:p>
        </p:txBody>
      </p:sp>
      <p:sp>
        <p:nvSpPr>
          <p:cNvPr id="19" name="楕円 18">
            <a:extLst>
              <a:ext uri="{FF2B5EF4-FFF2-40B4-BE49-F238E27FC236}">
                <a16:creationId xmlns:a16="http://schemas.microsoft.com/office/drawing/2014/main" id="{316F4A2C-D8A1-ABA7-D129-63504459FE8D}"/>
              </a:ext>
            </a:extLst>
          </p:cNvPr>
          <p:cNvSpPr/>
          <p:nvPr/>
        </p:nvSpPr>
        <p:spPr>
          <a:xfrm>
            <a:off x="1029479" y="3572515"/>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chemeClr val="accent3"/>
                </a:solidFill>
                <a:latin typeface="原稿用標準書体" panose="03000503000000000000" pitchFamily="66" charset="-128"/>
                <a:ea typeface="原稿用標準書体" panose="03000503000000000000" pitchFamily="66" charset="-128"/>
              </a:rPr>
              <a:t>STORY</a:t>
            </a:r>
            <a:endParaRPr kumimoji="1" lang="ja-JP" altLang="en-US" dirty="0">
              <a:solidFill>
                <a:schemeClr val="accent3"/>
              </a:solidFill>
              <a:latin typeface="原稿用標準書体" panose="03000503000000000000" pitchFamily="66" charset="-128"/>
              <a:ea typeface="原稿用標準書体" panose="03000503000000000000" pitchFamily="66" charset="-128"/>
            </a:endParaRPr>
          </a:p>
        </p:txBody>
      </p:sp>
      <p:sp>
        <p:nvSpPr>
          <p:cNvPr id="30" name="矢印: 五方向 29">
            <a:extLst>
              <a:ext uri="{FF2B5EF4-FFF2-40B4-BE49-F238E27FC236}">
                <a16:creationId xmlns:a16="http://schemas.microsoft.com/office/drawing/2014/main" id="{5C646E27-7913-ABD9-8FA6-5DF2EBFF05B9}"/>
              </a:ext>
            </a:extLst>
          </p:cNvPr>
          <p:cNvSpPr/>
          <p:nvPr/>
        </p:nvSpPr>
        <p:spPr>
          <a:xfrm>
            <a:off x="7057581" y="5770518"/>
            <a:ext cx="1283025" cy="523159"/>
          </a:xfrm>
          <a:prstGeom prst="homePlate">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原稿用標準書体" panose="03000503000000000000" pitchFamily="66" charset="-128"/>
                <a:ea typeface="原稿用標準書体" panose="03000503000000000000" pitchFamily="66" charset="-128"/>
              </a:rPr>
              <a:t>撤退</a:t>
            </a:r>
          </a:p>
        </p:txBody>
      </p:sp>
      <p:sp>
        <p:nvSpPr>
          <p:cNvPr id="31" name="楕円 30">
            <a:extLst>
              <a:ext uri="{FF2B5EF4-FFF2-40B4-BE49-F238E27FC236}">
                <a16:creationId xmlns:a16="http://schemas.microsoft.com/office/drawing/2014/main" id="{654B16FD-A6A9-35FA-B5E4-1CEAA98D1E03}"/>
              </a:ext>
            </a:extLst>
          </p:cNvPr>
          <p:cNvSpPr/>
          <p:nvPr/>
        </p:nvSpPr>
        <p:spPr>
          <a:xfrm>
            <a:off x="6364643" y="2791406"/>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lang="en-US" altLang="ja-JP" dirty="0">
                <a:solidFill>
                  <a:srgbClr val="C00000"/>
                </a:solidFill>
                <a:latin typeface="原稿用標準書体" panose="03000503000000000000" pitchFamily="66" charset="-128"/>
                <a:ea typeface="原稿用標準書体" panose="03000503000000000000" pitchFamily="66" charset="-128"/>
              </a:rPr>
              <a:t>BATTLE</a:t>
            </a:r>
            <a:endParaRPr lang="ja-JP" altLang="en-US" dirty="0">
              <a:solidFill>
                <a:srgbClr val="C00000"/>
              </a:solidFill>
              <a:latin typeface="原稿用標準書体" panose="03000503000000000000" pitchFamily="66" charset="-128"/>
              <a:ea typeface="原稿用標準書体" panose="03000503000000000000" pitchFamily="66" charset="-128"/>
            </a:endParaRPr>
          </a:p>
        </p:txBody>
      </p:sp>
      <p:sp>
        <p:nvSpPr>
          <p:cNvPr id="45" name="楕円 44">
            <a:extLst>
              <a:ext uri="{FF2B5EF4-FFF2-40B4-BE49-F238E27FC236}">
                <a16:creationId xmlns:a16="http://schemas.microsoft.com/office/drawing/2014/main" id="{C8418A5C-AB7E-BFC4-3412-04FA7411D83F}"/>
              </a:ext>
            </a:extLst>
          </p:cNvPr>
          <p:cNvSpPr/>
          <p:nvPr/>
        </p:nvSpPr>
        <p:spPr>
          <a:xfrm>
            <a:off x="2889059" y="2366021"/>
            <a:ext cx="1163216" cy="1163216"/>
          </a:xfrm>
          <a:prstGeom prst="ellipse">
            <a:avLst/>
          </a:prstGeom>
          <a:solidFill>
            <a:schemeClr val="bg1">
              <a:lumMod val="95000"/>
            </a:schemeClr>
          </a:solidFill>
          <a:ln w="63500">
            <a:solidFill>
              <a:schemeClr val="accent6"/>
            </a:solidFill>
          </a:ln>
          <a:effectLst>
            <a:glow rad="127000">
              <a:schemeClr val="accent6">
                <a:lumMod val="20000"/>
                <a:lumOff val="80000"/>
                <a:alpha val="55000"/>
              </a:schemeClr>
            </a:glow>
          </a:effectLst>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chemeClr val="accent2">
                    <a:lumMod val="75000"/>
                  </a:schemeClr>
                </a:solidFill>
                <a:latin typeface="原稿用標準書体" panose="03000503000000000000" pitchFamily="66" charset="-128"/>
                <a:ea typeface="原稿用標準書体" panose="03000503000000000000" pitchFamily="66" charset="-128"/>
              </a:rPr>
              <a:t>EVENT</a:t>
            </a:r>
            <a:endParaRPr kumimoji="1" lang="ja-JP" altLang="en-US" dirty="0">
              <a:solidFill>
                <a:schemeClr val="accent2">
                  <a:lumMod val="75000"/>
                </a:schemeClr>
              </a:solidFill>
              <a:latin typeface="原稿用標準書体" panose="03000503000000000000" pitchFamily="66" charset="-128"/>
              <a:ea typeface="原稿用標準書体" panose="03000503000000000000" pitchFamily="66" charset="-128"/>
            </a:endParaRPr>
          </a:p>
        </p:txBody>
      </p:sp>
      <p:sp>
        <p:nvSpPr>
          <p:cNvPr id="47" name="楕円 46">
            <a:extLst>
              <a:ext uri="{FF2B5EF4-FFF2-40B4-BE49-F238E27FC236}">
                <a16:creationId xmlns:a16="http://schemas.microsoft.com/office/drawing/2014/main" id="{1FB1D367-4E19-379D-7856-A01F34CAA645}"/>
              </a:ext>
            </a:extLst>
          </p:cNvPr>
          <p:cNvSpPr/>
          <p:nvPr/>
        </p:nvSpPr>
        <p:spPr>
          <a:xfrm>
            <a:off x="-2137874" y="2847392"/>
            <a:ext cx="1163216" cy="1163216"/>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chemeClr val="accent4"/>
                </a:solidFill>
                <a:latin typeface="原稿用標準書体" panose="03000503000000000000" pitchFamily="66" charset="-128"/>
                <a:ea typeface="原稿用標準書体" panose="03000503000000000000" pitchFamily="66" charset="-128"/>
              </a:rPr>
              <a:t>START</a:t>
            </a:r>
            <a:endParaRPr kumimoji="1" lang="ja-JP" altLang="en-US" dirty="0">
              <a:solidFill>
                <a:schemeClr val="accent4"/>
              </a:solidFill>
              <a:latin typeface="原稿用標準書体" panose="03000503000000000000" pitchFamily="66" charset="-128"/>
              <a:ea typeface="原稿用標準書体" panose="03000503000000000000" pitchFamily="66" charset="-128"/>
            </a:endParaRPr>
          </a:p>
        </p:txBody>
      </p:sp>
      <p:sp>
        <p:nvSpPr>
          <p:cNvPr id="48" name="楕円 47">
            <a:extLst>
              <a:ext uri="{FF2B5EF4-FFF2-40B4-BE49-F238E27FC236}">
                <a16:creationId xmlns:a16="http://schemas.microsoft.com/office/drawing/2014/main" id="{BF5B9915-E915-E986-9D74-4ECF18BEC671}"/>
              </a:ext>
            </a:extLst>
          </p:cNvPr>
          <p:cNvSpPr/>
          <p:nvPr/>
        </p:nvSpPr>
        <p:spPr>
          <a:xfrm>
            <a:off x="4615934" y="3373014"/>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rgbClr val="C00000"/>
                </a:solidFill>
                <a:latin typeface="原稿用標準書体" panose="03000503000000000000" pitchFamily="66" charset="-128"/>
                <a:ea typeface="原稿用標準書体" panose="03000503000000000000" pitchFamily="66" charset="-128"/>
              </a:rPr>
              <a:t>BATTLE</a:t>
            </a:r>
            <a:endParaRPr kumimoji="1" lang="ja-JP" altLang="en-US" dirty="0">
              <a:solidFill>
                <a:srgbClr val="C00000"/>
              </a:solidFill>
              <a:latin typeface="原稿用標準書体" panose="03000503000000000000" pitchFamily="66" charset="-128"/>
              <a:ea typeface="原稿用標準書体" panose="03000503000000000000" pitchFamily="66" charset="-128"/>
            </a:endParaRPr>
          </a:p>
        </p:txBody>
      </p:sp>
      <p:cxnSp>
        <p:nvCxnSpPr>
          <p:cNvPr id="52" name="直線コネクタ 51">
            <a:extLst>
              <a:ext uri="{FF2B5EF4-FFF2-40B4-BE49-F238E27FC236}">
                <a16:creationId xmlns:a16="http://schemas.microsoft.com/office/drawing/2014/main" id="{6FF61CE4-D7CB-1279-4345-429A95C5B7A9}"/>
              </a:ext>
            </a:extLst>
          </p:cNvPr>
          <p:cNvCxnSpPr>
            <a:cxnSpLocks/>
            <a:endCxn id="3" idx="2"/>
          </p:cNvCxnSpPr>
          <p:nvPr/>
        </p:nvCxnSpPr>
        <p:spPr>
          <a:xfrm flipV="1">
            <a:off x="-974658" y="2536370"/>
            <a:ext cx="666687" cy="836644"/>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61" name="直線コネクタ 60">
            <a:extLst>
              <a:ext uri="{FF2B5EF4-FFF2-40B4-BE49-F238E27FC236}">
                <a16:creationId xmlns:a16="http://schemas.microsoft.com/office/drawing/2014/main" id="{5ED3D914-CE01-06C0-5DD4-D2E4A7802865}"/>
              </a:ext>
            </a:extLst>
          </p:cNvPr>
          <p:cNvCxnSpPr>
            <a:cxnSpLocks/>
            <a:stCxn id="19" idx="1"/>
            <a:endCxn id="3" idx="5"/>
          </p:cNvCxnSpPr>
          <p:nvPr/>
        </p:nvCxnSpPr>
        <p:spPr>
          <a:xfrm flipH="1" flipV="1">
            <a:off x="684896" y="2947629"/>
            <a:ext cx="514932" cy="795235"/>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74" name="直線コネクタ 73">
            <a:extLst>
              <a:ext uri="{FF2B5EF4-FFF2-40B4-BE49-F238E27FC236}">
                <a16:creationId xmlns:a16="http://schemas.microsoft.com/office/drawing/2014/main" id="{BD3781AA-F7C6-9035-ECD6-232FAF1B689F}"/>
              </a:ext>
            </a:extLst>
          </p:cNvPr>
          <p:cNvCxnSpPr>
            <a:cxnSpLocks/>
            <a:stCxn id="19" idx="7"/>
            <a:endCxn id="45" idx="2"/>
          </p:cNvCxnSpPr>
          <p:nvPr/>
        </p:nvCxnSpPr>
        <p:spPr>
          <a:xfrm flipV="1">
            <a:off x="2022346" y="2947629"/>
            <a:ext cx="866713" cy="795235"/>
          </a:xfrm>
          <a:prstGeom prst="line">
            <a:avLst/>
          </a:prstGeom>
          <a:ln w="63500">
            <a:solidFill>
              <a:schemeClr val="accent6"/>
            </a:solidFill>
            <a:prstDash val="sysDot"/>
          </a:ln>
        </p:spPr>
        <p:style>
          <a:lnRef idx="2">
            <a:schemeClr val="accent1"/>
          </a:lnRef>
          <a:fillRef idx="0">
            <a:schemeClr val="accent1"/>
          </a:fillRef>
          <a:effectRef idx="1">
            <a:schemeClr val="accent1"/>
          </a:effectRef>
          <a:fontRef idx="minor">
            <a:schemeClr val="tx1"/>
          </a:fontRef>
        </p:style>
      </p:cxnSp>
      <p:cxnSp>
        <p:nvCxnSpPr>
          <p:cNvPr id="85" name="直線コネクタ 84">
            <a:extLst>
              <a:ext uri="{FF2B5EF4-FFF2-40B4-BE49-F238E27FC236}">
                <a16:creationId xmlns:a16="http://schemas.microsoft.com/office/drawing/2014/main" id="{D6DC66EF-4775-8DAD-C448-B436541EF6BA}"/>
              </a:ext>
            </a:extLst>
          </p:cNvPr>
          <p:cNvCxnSpPr>
            <a:cxnSpLocks/>
            <a:stCxn id="48" idx="6"/>
            <a:endCxn id="31" idx="2"/>
          </p:cNvCxnSpPr>
          <p:nvPr/>
        </p:nvCxnSpPr>
        <p:spPr>
          <a:xfrm flipV="1">
            <a:off x="5779150" y="3373014"/>
            <a:ext cx="585493" cy="581608"/>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grpSp>
        <p:nvGrpSpPr>
          <p:cNvPr id="2" name="グループ化 1">
            <a:extLst>
              <a:ext uri="{FF2B5EF4-FFF2-40B4-BE49-F238E27FC236}">
                <a16:creationId xmlns:a16="http://schemas.microsoft.com/office/drawing/2014/main" id="{2EBB6418-7C0F-8E49-1D61-C7E5358D88C0}"/>
              </a:ext>
            </a:extLst>
          </p:cNvPr>
          <p:cNvGrpSpPr/>
          <p:nvPr/>
        </p:nvGrpSpPr>
        <p:grpSpPr>
          <a:xfrm>
            <a:off x="3050369" y="1485969"/>
            <a:ext cx="840596" cy="833567"/>
            <a:chOff x="1367715" y="1890973"/>
            <a:chExt cx="840596" cy="833567"/>
          </a:xfrm>
        </p:grpSpPr>
        <p:sp>
          <p:nvSpPr>
            <p:cNvPr id="88" name="吹き出し: 円形 87">
              <a:extLst>
                <a:ext uri="{FF2B5EF4-FFF2-40B4-BE49-F238E27FC236}">
                  <a16:creationId xmlns:a16="http://schemas.microsoft.com/office/drawing/2014/main" id="{5D9438CE-ACA9-E07E-533D-D25B47E911B2}"/>
                </a:ext>
              </a:extLst>
            </p:cNvPr>
            <p:cNvSpPr/>
            <p:nvPr/>
          </p:nvSpPr>
          <p:spPr>
            <a:xfrm>
              <a:off x="1367715" y="1890973"/>
              <a:ext cx="840596" cy="828901"/>
            </a:xfrm>
            <a:prstGeom prst="wedgeEllipseCallout">
              <a:avLst>
                <a:gd name="adj1" fmla="val 257"/>
                <a:gd name="adj2" fmla="val 71505"/>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90" name="図 89">
              <a:extLst>
                <a:ext uri="{FF2B5EF4-FFF2-40B4-BE49-F238E27FC236}">
                  <a16:creationId xmlns:a16="http://schemas.microsoft.com/office/drawing/2014/main" id="{A25EF306-B3A6-6CFD-9611-448E1DE3367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396905" y="1923662"/>
              <a:ext cx="800878" cy="800878"/>
            </a:xfrm>
            <a:prstGeom prst="rect">
              <a:avLst/>
            </a:prstGeom>
          </p:spPr>
        </p:pic>
      </p:grpSp>
      <p:sp>
        <p:nvSpPr>
          <p:cNvPr id="49" name="四角形: 角を丸くする 48">
            <a:extLst>
              <a:ext uri="{FF2B5EF4-FFF2-40B4-BE49-F238E27FC236}">
                <a16:creationId xmlns:a16="http://schemas.microsoft.com/office/drawing/2014/main" id="{A60533EB-63AB-42D2-DF1C-881361C30BAD}"/>
              </a:ext>
            </a:extLst>
          </p:cNvPr>
          <p:cNvSpPr/>
          <p:nvPr/>
        </p:nvSpPr>
        <p:spPr>
          <a:xfrm>
            <a:off x="8862861" y="5716570"/>
            <a:ext cx="2729924" cy="631055"/>
          </a:xfrm>
          <a:prstGeom prst="roundRect">
            <a:avLst>
              <a:gd name="adj" fmla="val 9570"/>
            </a:avLst>
          </a:prstGeom>
          <a:solidFill>
            <a:schemeClr val="accent2">
              <a:lumMod val="75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b="1" dirty="0">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endParaRPr>
          </a:p>
        </p:txBody>
      </p:sp>
      <p:sp>
        <p:nvSpPr>
          <p:cNvPr id="16" name="四角形: 角を丸くする 15">
            <a:extLst>
              <a:ext uri="{FF2B5EF4-FFF2-40B4-BE49-F238E27FC236}">
                <a16:creationId xmlns:a16="http://schemas.microsoft.com/office/drawing/2014/main" id="{B33AD095-AB8F-9157-D510-A17B9A6E1F09}"/>
              </a:ext>
            </a:extLst>
          </p:cNvPr>
          <p:cNvSpPr>
            <a:spLocks/>
          </p:cNvSpPr>
          <p:nvPr/>
        </p:nvSpPr>
        <p:spPr>
          <a:xfrm>
            <a:off x="7244719" y="1170675"/>
            <a:ext cx="4348066" cy="4131004"/>
          </a:xfrm>
          <a:prstGeom prst="roundRect">
            <a:avLst>
              <a:gd name="adj" fmla="val 9570"/>
            </a:avLst>
          </a:prstGeom>
          <a:solidFill>
            <a:schemeClr val="accent2">
              <a:lumMod val="20000"/>
              <a:lumOff val="80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55" name="グループ化 54">
            <a:extLst>
              <a:ext uri="{FF2B5EF4-FFF2-40B4-BE49-F238E27FC236}">
                <a16:creationId xmlns:a16="http://schemas.microsoft.com/office/drawing/2014/main" id="{DC73807D-5D06-209C-A94C-2C606C164BA6}"/>
              </a:ext>
            </a:extLst>
          </p:cNvPr>
          <p:cNvGrpSpPr/>
          <p:nvPr/>
        </p:nvGrpSpPr>
        <p:grpSpPr>
          <a:xfrm rot="651301">
            <a:off x="2074985" y="3177201"/>
            <a:ext cx="560995" cy="489333"/>
            <a:chOff x="2420469" y="2760201"/>
            <a:chExt cx="560995" cy="489333"/>
          </a:xfrm>
        </p:grpSpPr>
        <p:sp>
          <p:nvSpPr>
            <p:cNvPr id="53" name="矢印: 山形 52">
              <a:extLst>
                <a:ext uri="{FF2B5EF4-FFF2-40B4-BE49-F238E27FC236}">
                  <a16:creationId xmlns:a16="http://schemas.microsoft.com/office/drawing/2014/main" id="{5284A89C-9A22-121D-00CC-4DBF6884632D}"/>
                </a:ext>
              </a:extLst>
            </p:cNvPr>
            <p:cNvSpPr/>
            <p:nvPr/>
          </p:nvSpPr>
          <p:spPr>
            <a:xfrm rot="18735780">
              <a:off x="2681151" y="2696515"/>
              <a:ext cx="236627" cy="363999"/>
            </a:xfrm>
            <a:prstGeom prst="chevron">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latin typeface="原稿用標準書体" panose="03000503000000000000" pitchFamily="66" charset="-128"/>
                <a:ea typeface="原稿用標準書体" panose="03000503000000000000" pitchFamily="66" charset="-128"/>
              </a:endParaRPr>
            </a:p>
          </p:txBody>
        </p:sp>
        <p:sp>
          <p:nvSpPr>
            <p:cNvPr id="54" name="矢印: 山形 53">
              <a:extLst>
                <a:ext uri="{FF2B5EF4-FFF2-40B4-BE49-F238E27FC236}">
                  <a16:creationId xmlns:a16="http://schemas.microsoft.com/office/drawing/2014/main" id="{EDB7E8E2-FF76-0FA7-8091-12D094966D34}"/>
                </a:ext>
              </a:extLst>
            </p:cNvPr>
            <p:cNvSpPr/>
            <p:nvPr/>
          </p:nvSpPr>
          <p:spPr>
            <a:xfrm rot="18735780">
              <a:off x="2484155" y="2949221"/>
              <a:ext cx="236627" cy="363999"/>
            </a:xfrm>
            <a:prstGeom prst="chevron">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latin typeface="原稿用標準書体" panose="03000503000000000000" pitchFamily="66" charset="-128"/>
                <a:ea typeface="原稿用標準書体" panose="03000503000000000000" pitchFamily="66" charset="-128"/>
              </a:endParaRPr>
            </a:p>
          </p:txBody>
        </p:sp>
      </p:grpSp>
      <p:sp>
        <p:nvSpPr>
          <p:cNvPr id="59" name="楕円 58">
            <a:extLst>
              <a:ext uri="{FF2B5EF4-FFF2-40B4-BE49-F238E27FC236}">
                <a16:creationId xmlns:a16="http://schemas.microsoft.com/office/drawing/2014/main" id="{5749393C-3768-B037-4487-EFED4DCCE70E}"/>
              </a:ext>
            </a:extLst>
          </p:cNvPr>
          <p:cNvSpPr/>
          <p:nvPr/>
        </p:nvSpPr>
        <p:spPr>
          <a:xfrm>
            <a:off x="1023104" y="3572515"/>
            <a:ext cx="1163216" cy="1163216"/>
          </a:xfrm>
          <a:prstGeom prst="ellipse">
            <a:avLst/>
          </a:prstGeom>
          <a:solidFill>
            <a:schemeClr val="tx1">
              <a:lumMod val="75000"/>
              <a:lumOff val="25000"/>
              <a:alpha val="60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endParaRPr kumimoji="1" lang="ja-JP" altLang="en-US" dirty="0">
              <a:solidFill>
                <a:schemeClr val="accent3"/>
              </a:solidFill>
              <a:latin typeface="原稿用標準書体" panose="03000503000000000000" pitchFamily="66" charset="-128"/>
              <a:ea typeface="原稿用標準書体" panose="03000503000000000000" pitchFamily="66" charset="-128"/>
            </a:endParaRPr>
          </a:p>
        </p:txBody>
      </p:sp>
      <p:sp>
        <p:nvSpPr>
          <p:cNvPr id="60" name="楕円 59">
            <a:extLst>
              <a:ext uri="{FF2B5EF4-FFF2-40B4-BE49-F238E27FC236}">
                <a16:creationId xmlns:a16="http://schemas.microsoft.com/office/drawing/2014/main" id="{8CCD75D0-3EFC-69C7-AF4E-F348AB27D662}"/>
              </a:ext>
            </a:extLst>
          </p:cNvPr>
          <p:cNvSpPr/>
          <p:nvPr/>
        </p:nvSpPr>
        <p:spPr>
          <a:xfrm>
            <a:off x="-335100" y="1952459"/>
            <a:ext cx="1163216" cy="1163216"/>
          </a:xfrm>
          <a:prstGeom prst="ellipse">
            <a:avLst/>
          </a:prstGeom>
          <a:solidFill>
            <a:schemeClr val="tx1">
              <a:lumMod val="75000"/>
              <a:lumOff val="25000"/>
              <a:alpha val="60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endParaRPr kumimoji="1" lang="ja-JP" altLang="en-US" dirty="0">
              <a:solidFill>
                <a:schemeClr val="accent3"/>
              </a:solidFill>
              <a:latin typeface="原稿用標準書体" panose="03000503000000000000" pitchFamily="66" charset="-128"/>
              <a:ea typeface="原稿用標準書体" panose="03000503000000000000" pitchFamily="66" charset="-128"/>
            </a:endParaRPr>
          </a:p>
        </p:txBody>
      </p:sp>
      <p:sp>
        <p:nvSpPr>
          <p:cNvPr id="66" name="テキスト ボックス 65">
            <a:extLst>
              <a:ext uri="{FF2B5EF4-FFF2-40B4-BE49-F238E27FC236}">
                <a16:creationId xmlns:a16="http://schemas.microsoft.com/office/drawing/2014/main" id="{66BB42DD-5498-FFF0-EDB1-D55842E9C7DF}"/>
              </a:ext>
            </a:extLst>
          </p:cNvPr>
          <p:cNvSpPr txBox="1"/>
          <p:nvPr/>
        </p:nvSpPr>
        <p:spPr>
          <a:xfrm>
            <a:off x="274502" y="323619"/>
            <a:ext cx="2805058" cy="523220"/>
          </a:xfrm>
          <a:prstGeom prst="rect">
            <a:avLst/>
          </a:prstGeom>
          <a:noFill/>
        </p:spPr>
        <p:txBody>
          <a:bodyPr wrap="square">
            <a:spAutoFit/>
          </a:bodyPr>
          <a:lstStyle/>
          <a:p>
            <a:r>
              <a:rPr lang="en-US" altLang="ja-JP" sz="2000" b="1" dirty="0">
                <a:solidFill>
                  <a:schemeClr val="bg1">
                    <a:lumMod val="95000"/>
                  </a:schemeClr>
                </a:solidFill>
                <a:latin typeface="原稿用標準書体" panose="03000503000000000000" pitchFamily="66" charset="-128"/>
                <a:ea typeface="原稿用標準書体" panose="03000503000000000000" pitchFamily="66" charset="-128"/>
              </a:rPr>
              <a:t>BOSS</a:t>
            </a:r>
            <a:r>
              <a:rPr lang="ja-JP" altLang="en-US" sz="2000" b="1" dirty="0">
                <a:solidFill>
                  <a:schemeClr val="bg1">
                    <a:lumMod val="95000"/>
                  </a:schemeClr>
                </a:solidFill>
                <a:latin typeface="原稿用標準書体" panose="03000503000000000000" pitchFamily="66" charset="-128"/>
                <a:ea typeface="原稿用標準書体" panose="03000503000000000000" pitchFamily="66" charset="-128"/>
              </a:rPr>
              <a:t>まで</a:t>
            </a:r>
            <a:r>
              <a:rPr lang="en-US" altLang="ja-JP" sz="2800" b="1" dirty="0">
                <a:solidFill>
                  <a:schemeClr val="bg1">
                    <a:lumMod val="95000"/>
                  </a:schemeClr>
                </a:solidFill>
                <a:latin typeface="原稿用標準書体" panose="03000503000000000000" pitchFamily="66" charset="-128"/>
                <a:ea typeface="原稿用標準書体" panose="03000503000000000000" pitchFamily="66" charset="-128"/>
              </a:rPr>
              <a:t>00</a:t>
            </a:r>
            <a:r>
              <a:rPr lang="ja-JP" altLang="en-US" sz="2000" b="1" dirty="0">
                <a:solidFill>
                  <a:schemeClr val="bg1">
                    <a:lumMod val="95000"/>
                  </a:schemeClr>
                </a:solidFill>
                <a:latin typeface="原稿用標準書体" panose="03000503000000000000" pitchFamily="66" charset="-128"/>
                <a:ea typeface="原稿用標準書体" panose="03000503000000000000" pitchFamily="66" charset="-128"/>
              </a:rPr>
              <a:t>ノード</a:t>
            </a:r>
            <a:endParaRPr kumimoji="1" lang="ja-JP" altLang="en-US" sz="20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pic>
        <p:nvPicPr>
          <p:cNvPr id="73" name="図 72">
            <a:extLst>
              <a:ext uri="{FF2B5EF4-FFF2-40B4-BE49-F238E27FC236}">
                <a16:creationId xmlns:a16="http://schemas.microsoft.com/office/drawing/2014/main" id="{52236B74-8924-26F4-7519-0FD6F2343FB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408730" y="1449703"/>
            <a:ext cx="2020045" cy="2851553"/>
          </a:xfrm>
          <a:prstGeom prst="rect">
            <a:avLst/>
          </a:prstGeom>
        </p:spPr>
      </p:pic>
      <p:sp>
        <p:nvSpPr>
          <p:cNvPr id="75" name="テキスト ボックス 74">
            <a:extLst>
              <a:ext uri="{FF2B5EF4-FFF2-40B4-BE49-F238E27FC236}">
                <a16:creationId xmlns:a16="http://schemas.microsoft.com/office/drawing/2014/main" id="{58F79FBC-C53F-D8F1-9BA4-29BF35C75B90}"/>
              </a:ext>
            </a:extLst>
          </p:cNvPr>
          <p:cNvSpPr txBox="1"/>
          <p:nvPr/>
        </p:nvSpPr>
        <p:spPr>
          <a:xfrm>
            <a:off x="7919782" y="4535676"/>
            <a:ext cx="2997937" cy="400110"/>
          </a:xfrm>
          <a:prstGeom prst="rect">
            <a:avLst/>
          </a:prstGeom>
          <a:noFill/>
        </p:spPr>
        <p:txBody>
          <a:bodyPr wrap="none" rtlCol="0">
            <a:spAutoFit/>
          </a:bodyPr>
          <a:lstStyle/>
          <a:p>
            <a:r>
              <a:rPr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Arial" panose="020B0604020202020204" pitchFamily="34" charset="0"/>
              </a:rPr>
              <a:t>東雲が話しかけてきた</a:t>
            </a:r>
            <a:r>
              <a:rPr lang="en-US" altLang="ja-JP" sz="2000" b="1"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Arial" panose="020B0604020202020204" pitchFamily="34" charset="0"/>
              </a:rPr>
              <a:t>…</a:t>
            </a:r>
            <a:endParaRPr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Arial" panose="020B0604020202020204" pitchFamily="34" charset="0"/>
            </a:endParaRPr>
          </a:p>
        </p:txBody>
      </p:sp>
      <p:sp>
        <p:nvSpPr>
          <p:cNvPr id="79" name="テキスト ボックス 78">
            <a:extLst>
              <a:ext uri="{FF2B5EF4-FFF2-40B4-BE49-F238E27FC236}">
                <a16:creationId xmlns:a16="http://schemas.microsoft.com/office/drawing/2014/main" id="{D6E066F7-D5BD-3E61-D987-EBC407FB644B}"/>
              </a:ext>
            </a:extLst>
          </p:cNvPr>
          <p:cNvSpPr txBox="1"/>
          <p:nvPr/>
        </p:nvSpPr>
        <p:spPr>
          <a:xfrm>
            <a:off x="4145673" y="289924"/>
            <a:ext cx="4009051" cy="646331"/>
          </a:xfrm>
          <a:prstGeom prst="rect">
            <a:avLst/>
          </a:prstGeom>
          <a:noFill/>
        </p:spPr>
        <p:txBody>
          <a:bodyPr wrap="square">
            <a:spAutoFit/>
          </a:bodyPr>
          <a:lstStyle/>
          <a:p>
            <a:pPr algn="ctr"/>
            <a:r>
              <a:rPr lang="ja-JP" altLang="en-US" sz="3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イベント発生</a:t>
            </a:r>
            <a:endParaRPr kumimoji="1" lang="ja-JP" altLang="en-US" sz="36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76" name="テキスト ボックス 75">
            <a:extLst>
              <a:ext uri="{FF2B5EF4-FFF2-40B4-BE49-F238E27FC236}">
                <a16:creationId xmlns:a16="http://schemas.microsoft.com/office/drawing/2014/main" id="{78B20587-B0D0-F5D3-8384-15F1114CFD9A}"/>
              </a:ext>
            </a:extLst>
          </p:cNvPr>
          <p:cNvSpPr txBox="1"/>
          <p:nvPr/>
        </p:nvSpPr>
        <p:spPr>
          <a:xfrm>
            <a:off x="4091474" y="262064"/>
            <a:ext cx="4009051" cy="646331"/>
          </a:xfrm>
          <a:prstGeom prst="rect">
            <a:avLst/>
          </a:prstGeom>
          <a:noFill/>
        </p:spPr>
        <p:txBody>
          <a:bodyPr wrap="square">
            <a:spAutoFit/>
          </a:bodyPr>
          <a:lstStyle/>
          <a:p>
            <a:pPr algn="ctr"/>
            <a:r>
              <a:rPr lang="ja-JP" altLang="en-US" sz="3600" b="1" dirty="0">
                <a:solidFill>
                  <a:schemeClr val="accent2">
                    <a:lumMod val="60000"/>
                    <a:lumOff val="40000"/>
                  </a:schemeClr>
                </a:solidFill>
                <a:latin typeface="原稿用標準書体" panose="03000503000000000000" pitchFamily="66" charset="-128"/>
                <a:ea typeface="原稿用標準書体" panose="03000503000000000000" pitchFamily="66" charset="-128"/>
              </a:rPr>
              <a:t>イベント発生</a:t>
            </a:r>
            <a:endParaRPr kumimoji="1" lang="ja-JP" altLang="en-US" sz="3600" b="1" dirty="0">
              <a:solidFill>
                <a:schemeClr val="accent2">
                  <a:lumMod val="60000"/>
                  <a:lumOff val="40000"/>
                </a:schemeClr>
              </a:solidFill>
              <a:latin typeface="原稿用標準書体" panose="03000503000000000000" pitchFamily="66" charset="-128"/>
              <a:ea typeface="原稿用標準書体" panose="03000503000000000000" pitchFamily="66" charset="-128"/>
            </a:endParaRPr>
          </a:p>
        </p:txBody>
      </p:sp>
      <p:sp>
        <p:nvSpPr>
          <p:cNvPr id="11" name="四角形: 角を丸くする 10">
            <a:extLst>
              <a:ext uri="{FF2B5EF4-FFF2-40B4-BE49-F238E27FC236}">
                <a16:creationId xmlns:a16="http://schemas.microsoft.com/office/drawing/2014/main" id="{CF56501D-CE23-7CFE-CA7A-D9908B10DB5B}"/>
              </a:ext>
            </a:extLst>
          </p:cNvPr>
          <p:cNvSpPr/>
          <p:nvPr/>
        </p:nvSpPr>
        <p:spPr>
          <a:xfrm>
            <a:off x="429205" y="5555534"/>
            <a:ext cx="6136930" cy="953126"/>
          </a:xfrm>
          <a:prstGeom prst="roundRect">
            <a:avLst>
              <a:gd name="adj" fmla="val 11772"/>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2" name="四角形: 角を丸くする 11">
            <a:extLst>
              <a:ext uri="{FF2B5EF4-FFF2-40B4-BE49-F238E27FC236}">
                <a16:creationId xmlns:a16="http://schemas.microsoft.com/office/drawing/2014/main" id="{F092BC5F-6907-3E68-609A-BF21B41C8DA7}"/>
              </a:ext>
            </a:extLst>
          </p:cNvPr>
          <p:cNvSpPr/>
          <p:nvPr/>
        </p:nvSpPr>
        <p:spPr>
          <a:xfrm>
            <a:off x="5825805" y="5648090"/>
            <a:ext cx="658871" cy="353209"/>
          </a:xfrm>
          <a:prstGeom prst="roundRect">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3" name="四角形: 角を丸くする 12">
            <a:extLst>
              <a:ext uri="{FF2B5EF4-FFF2-40B4-BE49-F238E27FC236}">
                <a16:creationId xmlns:a16="http://schemas.microsoft.com/office/drawing/2014/main" id="{26CB82D0-5DE4-1013-43F1-513B80C92416}"/>
              </a:ext>
            </a:extLst>
          </p:cNvPr>
          <p:cNvSpPr/>
          <p:nvPr/>
        </p:nvSpPr>
        <p:spPr>
          <a:xfrm>
            <a:off x="5823749" y="6078375"/>
            <a:ext cx="658871" cy="353209"/>
          </a:xfrm>
          <a:prstGeom prst="roundRect">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pic>
        <p:nvPicPr>
          <p:cNvPr id="14" name="図 13">
            <a:extLst>
              <a:ext uri="{FF2B5EF4-FFF2-40B4-BE49-F238E27FC236}">
                <a16:creationId xmlns:a16="http://schemas.microsoft.com/office/drawing/2014/main" id="{75769BB9-6793-4865-959D-057122058E0C}"/>
              </a:ext>
            </a:extLst>
          </p:cNvPr>
          <p:cNvPicPr>
            <a:picLocks noChangeAspect="1"/>
          </p:cNvPicPr>
          <p:nvPr/>
        </p:nvPicPr>
        <p:blipFill>
          <a:blip r:embed="rId4">
            <a:extLst>
              <a:ext uri="{28A0092B-C50C-407E-A947-70E740481C1C}">
                <a14:useLocalDpi xmlns:a14="http://schemas.microsoft.com/office/drawing/2010/main" val="0"/>
              </a:ext>
            </a:extLst>
          </a:blip>
          <a:srcRect l="52651" t="22678" r="27395" b="50636"/>
          <a:stretch>
            <a:fillRect/>
          </a:stretch>
        </p:blipFill>
        <p:spPr>
          <a:xfrm>
            <a:off x="5995047" y="6104595"/>
            <a:ext cx="310304" cy="287583"/>
          </a:xfrm>
          <a:prstGeom prst="rect">
            <a:avLst/>
          </a:prstGeom>
        </p:spPr>
      </p:pic>
      <p:pic>
        <p:nvPicPr>
          <p:cNvPr id="15" name="図 14" descr="アイコン&#10;&#10;AI 生成コンテンツは誤りを含む可能性があります。">
            <a:extLst>
              <a:ext uri="{FF2B5EF4-FFF2-40B4-BE49-F238E27FC236}">
                <a16:creationId xmlns:a16="http://schemas.microsoft.com/office/drawing/2014/main" id="{307C6AAC-0922-B421-B9C5-EEC6AB074150}"/>
              </a:ext>
            </a:extLst>
          </p:cNvPr>
          <p:cNvPicPr>
            <a:picLocks noChangeAspect="1"/>
          </p:cNvPicPr>
          <p:nvPr/>
        </p:nvPicPr>
        <p:blipFill>
          <a:blip r:embed="rId5">
            <a:duotone>
              <a:prstClr val="black"/>
              <a:srgbClr val="D9C3A5">
                <a:tint val="50000"/>
                <a:satMod val="180000"/>
              </a:srgbClr>
            </a:duotone>
            <a:extLst>
              <a:ext uri="{28A0092B-C50C-407E-A947-70E740481C1C}">
                <a14:useLocalDpi xmlns:a14="http://schemas.microsoft.com/office/drawing/2010/main" val="0"/>
              </a:ext>
            </a:extLst>
          </a:blip>
          <a:stretch>
            <a:fillRect/>
          </a:stretch>
        </p:blipFill>
        <p:spPr>
          <a:xfrm>
            <a:off x="5907842" y="5599160"/>
            <a:ext cx="466295" cy="466295"/>
          </a:xfrm>
          <a:prstGeom prst="rect">
            <a:avLst/>
          </a:prstGeom>
        </p:spPr>
      </p:pic>
      <p:cxnSp>
        <p:nvCxnSpPr>
          <p:cNvPr id="17" name="直線コネクタ 16">
            <a:extLst>
              <a:ext uri="{FF2B5EF4-FFF2-40B4-BE49-F238E27FC236}">
                <a16:creationId xmlns:a16="http://schemas.microsoft.com/office/drawing/2014/main" id="{A48EAEC7-43FE-0BC4-D8FA-2A8061B4D68B}"/>
              </a:ext>
            </a:extLst>
          </p:cNvPr>
          <p:cNvCxnSpPr>
            <a:cxnSpLocks/>
          </p:cNvCxnSpPr>
          <p:nvPr/>
        </p:nvCxnSpPr>
        <p:spPr>
          <a:xfrm flipV="1">
            <a:off x="1365082" y="5648090"/>
            <a:ext cx="0" cy="783494"/>
          </a:xfrm>
          <a:prstGeom prst="line">
            <a:avLst/>
          </a:prstGeom>
          <a:ln>
            <a:solidFill>
              <a:schemeClr val="tx1">
                <a:lumMod val="85000"/>
                <a:lumOff val="15000"/>
              </a:schemeClr>
            </a:solidFill>
          </a:ln>
        </p:spPr>
        <p:style>
          <a:lnRef idx="2">
            <a:schemeClr val="accent1"/>
          </a:lnRef>
          <a:fillRef idx="0">
            <a:schemeClr val="accent1"/>
          </a:fillRef>
          <a:effectRef idx="1">
            <a:schemeClr val="accent1"/>
          </a:effectRef>
          <a:fontRef idx="minor">
            <a:schemeClr val="tx1"/>
          </a:fontRef>
        </p:style>
      </p:cxnSp>
      <p:grpSp>
        <p:nvGrpSpPr>
          <p:cNvPr id="26" name="グループ化 25">
            <a:extLst>
              <a:ext uri="{FF2B5EF4-FFF2-40B4-BE49-F238E27FC236}">
                <a16:creationId xmlns:a16="http://schemas.microsoft.com/office/drawing/2014/main" id="{74698107-A124-B0BC-1011-65D45F44A7A7}"/>
              </a:ext>
            </a:extLst>
          </p:cNvPr>
          <p:cNvGrpSpPr/>
          <p:nvPr/>
        </p:nvGrpSpPr>
        <p:grpSpPr>
          <a:xfrm>
            <a:off x="609342" y="5718857"/>
            <a:ext cx="562032" cy="733233"/>
            <a:chOff x="1131857" y="5718857"/>
            <a:chExt cx="562032" cy="733233"/>
          </a:xfrm>
        </p:grpSpPr>
        <p:sp>
          <p:nvSpPr>
            <p:cNvPr id="27" name="テキスト ボックス 26">
              <a:extLst>
                <a:ext uri="{FF2B5EF4-FFF2-40B4-BE49-F238E27FC236}">
                  <a16:creationId xmlns:a16="http://schemas.microsoft.com/office/drawing/2014/main" id="{7FA703F2-3DD2-76ED-47C4-F278AE1796E4}"/>
                </a:ext>
              </a:extLst>
            </p:cNvPr>
            <p:cNvSpPr txBox="1"/>
            <p:nvPr/>
          </p:nvSpPr>
          <p:spPr>
            <a:xfrm>
              <a:off x="1131857" y="6175091"/>
              <a:ext cx="562032" cy="276999"/>
            </a:xfrm>
            <a:prstGeom prst="rect">
              <a:avLst/>
            </a:prstGeom>
            <a:noFill/>
          </p:spPr>
          <p:txBody>
            <a:bodyPr wrap="square">
              <a:spAutoFit/>
            </a:bodyPr>
            <a:lstStyle/>
            <a:p>
              <a:pPr algn="ctr"/>
              <a:r>
                <a:rPr kumimoji="1" lang="en-US" altLang="ja-JP" sz="1050" b="1" dirty="0">
                  <a:ln w="3175">
                    <a:noFill/>
                  </a:ln>
                  <a:latin typeface="原稿用標準書体" panose="03000503000000000000" pitchFamily="66" charset="-128"/>
                  <a:ea typeface="原稿用標準書体" panose="03000503000000000000" pitchFamily="66" charset="-128"/>
                </a:rPr>
                <a:t>×</a:t>
              </a:r>
              <a:r>
                <a:rPr kumimoji="1" lang="en-US" altLang="ja-JP" sz="1200" b="1" dirty="0">
                  <a:ln w="3175">
                    <a:noFill/>
                  </a:ln>
                  <a:latin typeface="原稿用標準書体" panose="03000503000000000000" pitchFamily="66" charset="-128"/>
                  <a:ea typeface="原稿用標準書体" panose="03000503000000000000" pitchFamily="66" charset="-128"/>
                </a:rPr>
                <a:t>00</a:t>
              </a:r>
              <a:endParaRPr kumimoji="1" lang="ja-JP" altLang="en-US" sz="1200" b="1" dirty="0">
                <a:ln w="3175">
                  <a:noFill/>
                </a:ln>
                <a:latin typeface="原稿用標準書体" panose="03000503000000000000" pitchFamily="66" charset="-128"/>
                <a:ea typeface="原稿用標準書体" panose="03000503000000000000" pitchFamily="66" charset="-128"/>
              </a:endParaRPr>
            </a:p>
          </p:txBody>
        </p:sp>
        <p:grpSp>
          <p:nvGrpSpPr>
            <p:cNvPr id="28" name="グループ化 27">
              <a:extLst>
                <a:ext uri="{FF2B5EF4-FFF2-40B4-BE49-F238E27FC236}">
                  <a16:creationId xmlns:a16="http://schemas.microsoft.com/office/drawing/2014/main" id="{BFC9E85A-0158-CDB9-7F94-209605423484}"/>
                </a:ext>
              </a:extLst>
            </p:cNvPr>
            <p:cNvGrpSpPr/>
            <p:nvPr/>
          </p:nvGrpSpPr>
          <p:grpSpPr>
            <a:xfrm flipV="1">
              <a:off x="1183872" y="5718857"/>
              <a:ext cx="449656" cy="456234"/>
              <a:chOff x="526955" y="5853203"/>
              <a:chExt cx="339583" cy="344551"/>
            </a:xfrm>
          </p:grpSpPr>
          <p:sp>
            <p:nvSpPr>
              <p:cNvPr id="29" name="四角形: 角を丸くする 28">
                <a:extLst>
                  <a:ext uri="{FF2B5EF4-FFF2-40B4-BE49-F238E27FC236}">
                    <a16:creationId xmlns:a16="http://schemas.microsoft.com/office/drawing/2014/main" id="{16B8B895-9BC1-003E-EAE4-50CDCA0D33D4}"/>
                  </a:ext>
                </a:extLst>
              </p:cNvPr>
              <p:cNvSpPr/>
              <p:nvPr/>
            </p:nvSpPr>
            <p:spPr>
              <a:xfrm>
                <a:off x="526955" y="5853203"/>
                <a:ext cx="339583" cy="344551"/>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32" name="矢印: 下 31">
                <a:extLst>
                  <a:ext uri="{FF2B5EF4-FFF2-40B4-BE49-F238E27FC236}">
                    <a16:creationId xmlns:a16="http://schemas.microsoft.com/office/drawing/2014/main" id="{8B6DF1C0-54E0-20B2-8F76-A0CF36A6AD2B}"/>
                  </a:ext>
                </a:extLst>
              </p:cNvPr>
              <p:cNvSpPr/>
              <p:nvPr/>
            </p:nvSpPr>
            <p:spPr>
              <a:xfrm>
                <a:off x="611564" y="5914083"/>
                <a:ext cx="170364" cy="222791"/>
              </a:xfrm>
              <a:prstGeom prst="downArrow">
                <a:avLst/>
              </a:prstGeom>
              <a:solidFill>
                <a:schemeClr val="accent2"/>
              </a:solidFill>
              <a:ln w="9525">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grpSp>
      <p:grpSp>
        <p:nvGrpSpPr>
          <p:cNvPr id="4" name="グループ化 3">
            <a:extLst>
              <a:ext uri="{FF2B5EF4-FFF2-40B4-BE49-F238E27FC236}">
                <a16:creationId xmlns:a16="http://schemas.microsoft.com/office/drawing/2014/main" id="{513BADCF-C5AE-D285-4339-1D8F3CAC42F2}"/>
              </a:ext>
            </a:extLst>
          </p:cNvPr>
          <p:cNvGrpSpPr/>
          <p:nvPr/>
        </p:nvGrpSpPr>
        <p:grpSpPr>
          <a:xfrm>
            <a:off x="1567997" y="5677957"/>
            <a:ext cx="466296" cy="699535"/>
            <a:chOff x="1572592" y="5648090"/>
            <a:chExt cx="466296" cy="699535"/>
          </a:xfrm>
        </p:grpSpPr>
        <p:sp>
          <p:nvSpPr>
            <p:cNvPr id="5" name="四角形: 角を丸くする 4">
              <a:extLst>
                <a:ext uri="{FF2B5EF4-FFF2-40B4-BE49-F238E27FC236}">
                  <a16:creationId xmlns:a16="http://schemas.microsoft.com/office/drawing/2014/main" id="{F1853791-B6E3-B5E7-99D3-D6BCB6B45309}"/>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6" name="四角形: 角を丸くする 5">
              <a:extLst>
                <a:ext uri="{FF2B5EF4-FFF2-40B4-BE49-F238E27FC236}">
                  <a16:creationId xmlns:a16="http://schemas.microsoft.com/office/drawing/2014/main" id="{FB39B05F-BCBB-B647-5F26-60396184CB41}"/>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7" name="グループ化 6">
            <a:extLst>
              <a:ext uri="{FF2B5EF4-FFF2-40B4-BE49-F238E27FC236}">
                <a16:creationId xmlns:a16="http://schemas.microsoft.com/office/drawing/2014/main" id="{5C8194F9-6A1E-F360-F409-910DA163DEFA}"/>
              </a:ext>
            </a:extLst>
          </p:cNvPr>
          <p:cNvGrpSpPr/>
          <p:nvPr/>
        </p:nvGrpSpPr>
        <p:grpSpPr>
          <a:xfrm>
            <a:off x="2169302" y="5677957"/>
            <a:ext cx="466296" cy="699535"/>
            <a:chOff x="1572592" y="5648090"/>
            <a:chExt cx="466296" cy="699535"/>
          </a:xfrm>
        </p:grpSpPr>
        <p:sp>
          <p:nvSpPr>
            <p:cNvPr id="8" name="四角形: 角を丸くする 7">
              <a:extLst>
                <a:ext uri="{FF2B5EF4-FFF2-40B4-BE49-F238E27FC236}">
                  <a16:creationId xmlns:a16="http://schemas.microsoft.com/office/drawing/2014/main" id="{79CF2DE0-70F7-E277-1864-C0863092FE9D}"/>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9" name="四角形: 角を丸くする 8">
              <a:extLst>
                <a:ext uri="{FF2B5EF4-FFF2-40B4-BE49-F238E27FC236}">
                  <a16:creationId xmlns:a16="http://schemas.microsoft.com/office/drawing/2014/main" id="{D616FDE9-1AC8-0DDF-8944-CB2271B59334}"/>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10" name="グループ化 9">
            <a:extLst>
              <a:ext uri="{FF2B5EF4-FFF2-40B4-BE49-F238E27FC236}">
                <a16:creationId xmlns:a16="http://schemas.microsoft.com/office/drawing/2014/main" id="{4AAD6D0F-91B5-6BDB-AB45-9A79D6232E3C}"/>
              </a:ext>
            </a:extLst>
          </p:cNvPr>
          <p:cNvGrpSpPr/>
          <p:nvPr/>
        </p:nvGrpSpPr>
        <p:grpSpPr>
          <a:xfrm>
            <a:off x="2770607" y="5677957"/>
            <a:ext cx="466296" cy="699535"/>
            <a:chOff x="1572592" y="5648090"/>
            <a:chExt cx="466296" cy="699535"/>
          </a:xfrm>
        </p:grpSpPr>
        <p:sp>
          <p:nvSpPr>
            <p:cNvPr id="33" name="四角形: 角を丸くする 32">
              <a:extLst>
                <a:ext uri="{FF2B5EF4-FFF2-40B4-BE49-F238E27FC236}">
                  <a16:creationId xmlns:a16="http://schemas.microsoft.com/office/drawing/2014/main" id="{37126A28-45F9-7AC8-BD2C-19EA9CDAB232}"/>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34" name="四角形: 角を丸くする 33">
              <a:extLst>
                <a:ext uri="{FF2B5EF4-FFF2-40B4-BE49-F238E27FC236}">
                  <a16:creationId xmlns:a16="http://schemas.microsoft.com/office/drawing/2014/main" id="{15491BE9-FF77-1F6B-2E08-A9FBD99F030B}"/>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35" name="グループ化 34">
            <a:extLst>
              <a:ext uri="{FF2B5EF4-FFF2-40B4-BE49-F238E27FC236}">
                <a16:creationId xmlns:a16="http://schemas.microsoft.com/office/drawing/2014/main" id="{A89CEC68-5CFC-B3D6-42BE-43C917B80D55}"/>
              </a:ext>
            </a:extLst>
          </p:cNvPr>
          <p:cNvGrpSpPr/>
          <p:nvPr/>
        </p:nvGrpSpPr>
        <p:grpSpPr>
          <a:xfrm>
            <a:off x="3371912" y="5677957"/>
            <a:ext cx="466296" cy="699535"/>
            <a:chOff x="1572592" y="5648090"/>
            <a:chExt cx="466296" cy="699535"/>
          </a:xfrm>
        </p:grpSpPr>
        <p:sp>
          <p:nvSpPr>
            <p:cNvPr id="36" name="四角形: 角を丸くする 35">
              <a:extLst>
                <a:ext uri="{FF2B5EF4-FFF2-40B4-BE49-F238E27FC236}">
                  <a16:creationId xmlns:a16="http://schemas.microsoft.com/office/drawing/2014/main" id="{4373510F-D8CC-7894-CA40-19A6E83248C9}"/>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37" name="四角形: 角を丸くする 36">
              <a:extLst>
                <a:ext uri="{FF2B5EF4-FFF2-40B4-BE49-F238E27FC236}">
                  <a16:creationId xmlns:a16="http://schemas.microsoft.com/office/drawing/2014/main" id="{18821161-E813-4901-227D-1E804B1D3148}"/>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38" name="グループ化 37">
            <a:extLst>
              <a:ext uri="{FF2B5EF4-FFF2-40B4-BE49-F238E27FC236}">
                <a16:creationId xmlns:a16="http://schemas.microsoft.com/office/drawing/2014/main" id="{AAD1C431-E1A4-C7E3-B781-18973FB33176}"/>
              </a:ext>
            </a:extLst>
          </p:cNvPr>
          <p:cNvGrpSpPr/>
          <p:nvPr/>
        </p:nvGrpSpPr>
        <p:grpSpPr>
          <a:xfrm>
            <a:off x="3973217" y="5677957"/>
            <a:ext cx="466296" cy="699535"/>
            <a:chOff x="1572592" y="5648090"/>
            <a:chExt cx="466296" cy="699535"/>
          </a:xfrm>
        </p:grpSpPr>
        <p:sp>
          <p:nvSpPr>
            <p:cNvPr id="39" name="四角形: 角を丸くする 38">
              <a:extLst>
                <a:ext uri="{FF2B5EF4-FFF2-40B4-BE49-F238E27FC236}">
                  <a16:creationId xmlns:a16="http://schemas.microsoft.com/office/drawing/2014/main" id="{347FCF27-478D-7FAD-D9F8-8CA51E29FAE6}"/>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40" name="四角形: 角を丸くする 39">
              <a:extLst>
                <a:ext uri="{FF2B5EF4-FFF2-40B4-BE49-F238E27FC236}">
                  <a16:creationId xmlns:a16="http://schemas.microsoft.com/office/drawing/2014/main" id="{B73255AA-FE5D-BA45-CBDB-AE736F1E7668}"/>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41" name="グループ化 40">
            <a:extLst>
              <a:ext uri="{FF2B5EF4-FFF2-40B4-BE49-F238E27FC236}">
                <a16:creationId xmlns:a16="http://schemas.microsoft.com/office/drawing/2014/main" id="{ECE35A04-7AF6-DEAD-9434-A0DD4B54A5D0}"/>
              </a:ext>
            </a:extLst>
          </p:cNvPr>
          <p:cNvGrpSpPr/>
          <p:nvPr/>
        </p:nvGrpSpPr>
        <p:grpSpPr>
          <a:xfrm>
            <a:off x="4574522" y="5677957"/>
            <a:ext cx="466296" cy="699535"/>
            <a:chOff x="1572592" y="5648090"/>
            <a:chExt cx="466296" cy="699535"/>
          </a:xfrm>
        </p:grpSpPr>
        <p:sp>
          <p:nvSpPr>
            <p:cNvPr id="42" name="四角形: 角を丸くする 41">
              <a:extLst>
                <a:ext uri="{FF2B5EF4-FFF2-40B4-BE49-F238E27FC236}">
                  <a16:creationId xmlns:a16="http://schemas.microsoft.com/office/drawing/2014/main" id="{312181D8-1FBE-9BBC-F57E-8D724B56ED03}"/>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43" name="四角形: 角を丸くする 42">
              <a:extLst>
                <a:ext uri="{FF2B5EF4-FFF2-40B4-BE49-F238E27FC236}">
                  <a16:creationId xmlns:a16="http://schemas.microsoft.com/office/drawing/2014/main" id="{D9421E92-A2D0-66E7-A08E-7A3A80DAD90D}"/>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44" name="グループ化 43">
            <a:extLst>
              <a:ext uri="{FF2B5EF4-FFF2-40B4-BE49-F238E27FC236}">
                <a16:creationId xmlns:a16="http://schemas.microsoft.com/office/drawing/2014/main" id="{8DA79C00-FC77-7772-8296-027E8E3DDE1D}"/>
              </a:ext>
            </a:extLst>
          </p:cNvPr>
          <p:cNvGrpSpPr/>
          <p:nvPr/>
        </p:nvGrpSpPr>
        <p:grpSpPr>
          <a:xfrm>
            <a:off x="5175824" y="5677957"/>
            <a:ext cx="466296" cy="699535"/>
            <a:chOff x="1572592" y="5648090"/>
            <a:chExt cx="466296" cy="699535"/>
          </a:xfrm>
        </p:grpSpPr>
        <p:sp>
          <p:nvSpPr>
            <p:cNvPr id="46" name="四角形: 角を丸くする 45">
              <a:extLst>
                <a:ext uri="{FF2B5EF4-FFF2-40B4-BE49-F238E27FC236}">
                  <a16:creationId xmlns:a16="http://schemas.microsoft.com/office/drawing/2014/main" id="{D74301ED-CDE8-5542-B409-AF64D69CBC07}"/>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50" name="四角形: 角を丸くする 49">
              <a:extLst>
                <a:ext uri="{FF2B5EF4-FFF2-40B4-BE49-F238E27FC236}">
                  <a16:creationId xmlns:a16="http://schemas.microsoft.com/office/drawing/2014/main" id="{F1724A01-D096-DBE8-A74D-00EE95FA4C33}"/>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sp>
        <p:nvSpPr>
          <p:cNvPr id="56" name="テキスト ボックス 55">
            <a:extLst>
              <a:ext uri="{FF2B5EF4-FFF2-40B4-BE49-F238E27FC236}">
                <a16:creationId xmlns:a16="http://schemas.microsoft.com/office/drawing/2014/main" id="{CA09D3C4-4C45-53F3-F717-C57E19B0851A}"/>
              </a:ext>
            </a:extLst>
          </p:cNvPr>
          <p:cNvSpPr txBox="1"/>
          <p:nvPr/>
        </p:nvSpPr>
        <p:spPr>
          <a:xfrm>
            <a:off x="9026246" y="370274"/>
            <a:ext cx="2805058" cy="400110"/>
          </a:xfrm>
          <a:prstGeom prst="rect">
            <a:avLst/>
          </a:prstGeom>
          <a:noFill/>
        </p:spPr>
        <p:txBody>
          <a:bodyPr wrap="square">
            <a:spAutoFit/>
          </a:bodyPr>
          <a:lstStyle/>
          <a:p>
            <a:pPr algn="r"/>
            <a:r>
              <a:rPr kumimoji="1" lang="en-US" altLang="ja-JP" sz="1600" b="1">
                <a:solidFill>
                  <a:schemeClr val="bg1">
                    <a:lumMod val="95000"/>
                  </a:schemeClr>
                </a:solidFill>
                <a:latin typeface="原稿用標準書体" panose="03000503000000000000" pitchFamily="66" charset="-128"/>
                <a:ea typeface="原稿用標準書体" panose="03000503000000000000" pitchFamily="66" charset="-128"/>
              </a:rPr>
              <a:t>×</a:t>
            </a:r>
            <a:r>
              <a:rPr kumimoji="1" lang="en-US" altLang="ja-JP" sz="2000" b="1">
                <a:solidFill>
                  <a:schemeClr val="bg1">
                    <a:lumMod val="95000"/>
                  </a:schemeClr>
                </a:solidFill>
                <a:latin typeface="原稿用標準書体" panose="03000503000000000000" pitchFamily="66" charset="-128"/>
                <a:ea typeface="原稿用標準書体" panose="03000503000000000000" pitchFamily="66" charset="-128"/>
              </a:rPr>
              <a:t>000</a:t>
            </a:r>
            <a:endParaRPr kumimoji="1" lang="ja-JP" altLang="en-US" sz="20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pic>
        <p:nvPicPr>
          <p:cNvPr id="58" name="図 57">
            <a:extLst>
              <a:ext uri="{FF2B5EF4-FFF2-40B4-BE49-F238E27FC236}">
                <a16:creationId xmlns:a16="http://schemas.microsoft.com/office/drawing/2014/main" id="{7814217A-0896-9D8C-7BC2-6F3BD2D86B63}"/>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0789147" y="350742"/>
            <a:ext cx="410695" cy="400110"/>
          </a:xfrm>
          <a:prstGeom prst="rect">
            <a:avLst/>
          </a:prstGeom>
        </p:spPr>
      </p:pic>
      <p:sp>
        <p:nvSpPr>
          <p:cNvPr id="63" name="二等辺三角形 62">
            <a:extLst>
              <a:ext uri="{FF2B5EF4-FFF2-40B4-BE49-F238E27FC236}">
                <a16:creationId xmlns:a16="http://schemas.microsoft.com/office/drawing/2014/main" id="{C2ACE5C1-448A-1E1F-5D24-AC9530D2CB77}"/>
              </a:ext>
            </a:extLst>
          </p:cNvPr>
          <p:cNvSpPr/>
          <p:nvPr/>
        </p:nvSpPr>
        <p:spPr>
          <a:xfrm rot="5400000">
            <a:off x="10860936" y="5875196"/>
            <a:ext cx="364010" cy="313802"/>
          </a:xfrm>
          <a:prstGeom prst="triangl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65" name="テキスト ボックス 64">
            <a:extLst>
              <a:ext uri="{FF2B5EF4-FFF2-40B4-BE49-F238E27FC236}">
                <a16:creationId xmlns:a16="http://schemas.microsoft.com/office/drawing/2014/main" id="{8F9C859F-3C2A-1B21-0811-48FA36F638D6}"/>
              </a:ext>
            </a:extLst>
          </p:cNvPr>
          <p:cNvSpPr txBox="1"/>
          <p:nvPr/>
        </p:nvSpPr>
        <p:spPr>
          <a:xfrm>
            <a:off x="9098198" y="5847431"/>
            <a:ext cx="1743792" cy="369332"/>
          </a:xfrm>
          <a:prstGeom prst="rect">
            <a:avLst/>
          </a:prstGeom>
          <a:noFill/>
        </p:spPr>
        <p:txBody>
          <a:bodyPr wrap="square">
            <a:spAutoFit/>
          </a:bodyPr>
          <a:lstStyle/>
          <a:p>
            <a:pPr algn="ctr"/>
            <a:r>
              <a:rPr lang="ja-JP" altLang="en-US" b="1">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rPr>
              <a:t>イベント</a:t>
            </a:r>
            <a:r>
              <a:rPr lang="ja-JP" altLang="en-US" sz="1800" b="1">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rPr>
              <a:t>開始</a:t>
            </a:r>
            <a:endParaRPr lang="ja-JP" altLang="en-US" sz="1800" b="1" dirty="0">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endParaRPr>
          </a:p>
        </p:txBody>
      </p:sp>
      <p:sp>
        <p:nvSpPr>
          <p:cNvPr id="18" name="四角形: 角を丸くする 17">
            <a:extLst>
              <a:ext uri="{FF2B5EF4-FFF2-40B4-BE49-F238E27FC236}">
                <a16:creationId xmlns:a16="http://schemas.microsoft.com/office/drawing/2014/main" id="{4F846421-06FC-DBAD-F22F-4F19CC3601BD}"/>
              </a:ext>
            </a:extLst>
          </p:cNvPr>
          <p:cNvSpPr/>
          <p:nvPr/>
        </p:nvSpPr>
        <p:spPr>
          <a:xfrm>
            <a:off x="152141" y="5365476"/>
            <a:ext cx="6715189" cy="1371226"/>
          </a:xfrm>
          <a:prstGeom prst="roundRect">
            <a:avLst/>
          </a:prstGeom>
          <a:noFill/>
          <a:ln w="38100">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21" name="図 20">
            <a:extLst>
              <a:ext uri="{FF2B5EF4-FFF2-40B4-BE49-F238E27FC236}">
                <a16:creationId xmlns:a16="http://schemas.microsoft.com/office/drawing/2014/main" id="{C8B36624-A5F8-B3B4-42F5-7D1F44358603}"/>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rot="19000261">
            <a:off x="6278972" y="5511418"/>
            <a:ext cx="1056839" cy="1056839"/>
          </a:xfrm>
          <a:prstGeom prst="rect">
            <a:avLst/>
          </a:prstGeom>
        </p:spPr>
      </p:pic>
      <p:pic>
        <p:nvPicPr>
          <p:cNvPr id="23" name="図 22">
            <a:extLst>
              <a:ext uri="{FF2B5EF4-FFF2-40B4-BE49-F238E27FC236}">
                <a16:creationId xmlns:a16="http://schemas.microsoft.com/office/drawing/2014/main" id="{10686C3D-4B09-79AC-5DF4-B4CE46E67F82}"/>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rot="19000261">
            <a:off x="6075931" y="6120510"/>
            <a:ext cx="1056839" cy="1056839"/>
          </a:xfrm>
          <a:prstGeom prst="rect">
            <a:avLst/>
          </a:prstGeom>
        </p:spPr>
      </p:pic>
      <p:pic>
        <p:nvPicPr>
          <p:cNvPr id="25" name="図 24">
            <a:extLst>
              <a:ext uri="{FF2B5EF4-FFF2-40B4-BE49-F238E27FC236}">
                <a16:creationId xmlns:a16="http://schemas.microsoft.com/office/drawing/2014/main" id="{B18D63D6-1C77-4D4C-8188-02890FD35DB9}"/>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rot="19000261">
            <a:off x="787109" y="5828791"/>
            <a:ext cx="1056839" cy="1056839"/>
          </a:xfrm>
          <a:prstGeom prst="rect">
            <a:avLst/>
          </a:prstGeom>
        </p:spPr>
      </p:pic>
    </p:spTree>
    <p:extLst>
      <p:ext uri="{BB962C8B-B14F-4D97-AF65-F5344CB8AC3E}">
        <p14:creationId xmlns:p14="http://schemas.microsoft.com/office/powerpoint/2010/main" val="351570617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bg>
      <p:bgPr>
        <a:gradFill>
          <a:gsLst>
            <a:gs pos="46690">
              <a:schemeClr val="accent6">
                <a:lumMod val="75000"/>
              </a:schemeClr>
            </a:gs>
            <a:gs pos="0">
              <a:schemeClr val="accent6">
                <a:lumMod val="50000"/>
              </a:schemeClr>
            </a:gs>
            <a:gs pos="23000">
              <a:schemeClr val="accent6">
                <a:lumMod val="75000"/>
              </a:schemeClr>
            </a:gs>
            <a:gs pos="69000">
              <a:schemeClr val="accent6">
                <a:lumMod val="50000"/>
              </a:schemeClr>
            </a:gs>
            <a:gs pos="97000">
              <a:schemeClr val="tx1">
                <a:lumMod val="85000"/>
                <a:lumOff val="15000"/>
              </a:schemeClr>
            </a:gs>
          </a:gsLst>
          <a:path path="circle">
            <a:fillToRect l="50000" t="50000" r="50000" b="50000"/>
          </a:path>
        </a:gradFill>
        <a:effectLst/>
      </p:bgPr>
    </p:bg>
    <p:spTree>
      <p:nvGrpSpPr>
        <p:cNvPr id="1" name="">
          <a:extLst>
            <a:ext uri="{FF2B5EF4-FFF2-40B4-BE49-F238E27FC236}">
              <a16:creationId xmlns:a16="http://schemas.microsoft.com/office/drawing/2014/main" id="{E74EDC7A-E361-0524-6A9E-E7A713BA917B}"/>
            </a:ext>
          </a:extLst>
        </p:cNvPr>
        <p:cNvGrpSpPr/>
        <p:nvPr/>
      </p:nvGrpSpPr>
      <p:grpSpPr>
        <a:xfrm>
          <a:off x="0" y="0"/>
          <a:ext cx="0" cy="0"/>
          <a:chOff x="0" y="0"/>
          <a:chExt cx="0" cy="0"/>
        </a:xfrm>
      </p:grpSpPr>
      <p:sp>
        <p:nvSpPr>
          <p:cNvPr id="78" name="二等辺三角形 77">
            <a:extLst>
              <a:ext uri="{FF2B5EF4-FFF2-40B4-BE49-F238E27FC236}">
                <a16:creationId xmlns:a16="http://schemas.microsoft.com/office/drawing/2014/main" id="{E9A65C4C-A638-78F6-2EC2-C28D54E1B0DF}"/>
              </a:ext>
            </a:extLst>
          </p:cNvPr>
          <p:cNvSpPr/>
          <p:nvPr/>
        </p:nvSpPr>
        <p:spPr>
          <a:xfrm rot="16200000">
            <a:off x="5766625" y="-1014151"/>
            <a:ext cx="658751" cy="3259291"/>
          </a:xfrm>
          <a:prstGeom prst="triangle">
            <a:avLst/>
          </a:prstGeom>
          <a:solidFill>
            <a:schemeClr val="accent3">
              <a:lumMod val="20000"/>
              <a:lumOff val="80000"/>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cxnSp>
        <p:nvCxnSpPr>
          <p:cNvPr id="77" name="直線コネクタ 76">
            <a:extLst>
              <a:ext uri="{FF2B5EF4-FFF2-40B4-BE49-F238E27FC236}">
                <a16:creationId xmlns:a16="http://schemas.microsoft.com/office/drawing/2014/main" id="{450513D0-FEF3-8265-92CF-EA45CAC7FEDB}"/>
              </a:ext>
            </a:extLst>
          </p:cNvPr>
          <p:cNvCxnSpPr>
            <a:cxnSpLocks/>
            <a:stCxn id="45" idx="6"/>
            <a:endCxn id="48" idx="2"/>
          </p:cNvCxnSpPr>
          <p:nvPr/>
        </p:nvCxnSpPr>
        <p:spPr>
          <a:xfrm>
            <a:off x="4052275" y="2947629"/>
            <a:ext cx="563659" cy="1006993"/>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sp>
        <p:nvSpPr>
          <p:cNvPr id="3" name="楕円 2">
            <a:extLst>
              <a:ext uri="{FF2B5EF4-FFF2-40B4-BE49-F238E27FC236}">
                <a16:creationId xmlns:a16="http://schemas.microsoft.com/office/drawing/2014/main" id="{ADD06143-C7DE-0434-196D-0D0FD5A73033}"/>
              </a:ext>
            </a:extLst>
          </p:cNvPr>
          <p:cNvSpPr/>
          <p:nvPr/>
        </p:nvSpPr>
        <p:spPr>
          <a:xfrm>
            <a:off x="-307971" y="1954762"/>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rgbClr val="C00000"/>
                </a:solidFill>
                <a:latin typeface="原稿用標準書体" panose="03000503000000000000" pitchFamily="66" charset="-128"/>
                <a:ea typeface="原稿用標準書体" panose="03000503000000000000" pitchFamily="66" charset="-128"/>
              </a:rPr>
              <a:t>BATTLE</a:t>
            </a:r>
            <a:endParaRPr kumimoji="1" lang="ja-JP" altLang="en-US" dirty="0">
              <a:solidFill>
                <a:srgbClr val="C00000"/>
              </a:solidFill>
              <a:latin typeface="原稿用標準書体" panose="03000503000000000000" pitchFamily="66" charset="-128"/>
              <a:ea typeface="原稿用標準書体" panose="03000503000000000000" pitchFamily="66" charset="-128"/>
            </a:endParaRPr>
          </a:p>
        </p:txBody>
      </p:sp>
      <p:sp>
        <p:nvSpPr>
          <p:cNvPr id="19" name="楕円 18">
            <a:extLst>
              <a:ext uri="{FF2B5EF4-FFF2-40B4-BE49-F238E27FC236}">
                <a16:creationId xmlns:a16="http://schemas.microsoft.com/office/drawing/2014/main" id="{548A6F9F-592B-0D51-547D-E67EAAFF7D63}"/>
              </a:ext>
            </a:extLst>
          </p:cNvPr>
          <p:cNvSpPr/>
          <p:nvPr/>
        </p:nvSpPr>
        <p:spPr>
          <a:xfrm>
            <a:off x="1029479" y="3572515"/>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chemeClr val="accent3"/>
                </a:solidFill>
                <a:latin typeface="原稿用標準書体" panose="03000503000000000000" pitchFamily="66" charset="-128"/>
                <a:ea typeface="原稿用標準書体" panose="03000503000000000000" pitchFamily="66" charset="-128"/>
              </a:rPr>
              <a:t>STORY</a:t>
            </a:r>
            <a:endParaRPr kumimoji="1" lang="ja-JP" altLang="en-US" dirty="0">
              <a:solidFill>
                <a:schemeClr val="accent3"/>
              </a:solidFill>
              <a:latin typeface="原稿用標準書体" panose="03000503000000000000" pitchFamily="66" charset="-128"/>
              <a:ea typeface="原稿用標準書体" panose="03000503000000000000" pitchFamily="66" charset="-128"/>
            </a:endParaRPr>
          </a:p>
        </p:txBody>
      </p:sp>
      <p:sp>
        <p:nvSpPr>
          <p:cNvPr id="31" name="楕円 30">
            <a:extLst>
              <a:ext uri="{FF2B5EF4-FFF2-40B4-BE49-F238E27FC236}">
                <a16:creationId xmlns:a16="http://schemas.microsoft.com/office/drawing/2014/main" id="{166ABF98-D97F-1CC8-4C6C-10C16C6511DD}"/>
              </a:ext>
            </a:extLst>
          </p:cNvPr>
          <p:cNvSpPr/>
          <p:nvPr/>
        </p:nvSpPr>
        <p:spPr>
          <a:xfrm>
            <a:off x="6364643" y="2791406"/>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lang="en-US" altLang="ja-JP" dirty="0">
                <a:solidFill>
                  <a:srgbClr val="C00000"/>
                </a:solidFill>
                <a:latin typeface="原稿用標準書体" panose="03000503000000000000" pitchFamily="66" charset="-128"/>
                <a:ea typeface="原稿用標準書体" panose="03000503000000000000" pitchFamily="66" charset="-128"/>
              </a:rPr>
              <a:t>BATTLE</a:t>
            </a:r>
            <a:endParaRPr lang="ja-JP" altLang="en-US" dirty="0">
              <a:solidFill>
                <a:srgbClr val="C00000"/>
              </a:solidFill>
              <a:latin typeface="原稿用標準書体" panose="03000503000000000000" pitchFamily="66" charset="-128"/>
              <a:ea typeface="原稿用標準書体" panose="03000503000000000000" pitchFamily="66" charset="-128"/>
            </a:endParaRPr>
          </a:p>
        </p:txBody>
      </p:sp>
      <p:sp>
        <p:nvSpPr>
          <p:cNvPr id="45" name="楕円 44">
            <a:extLst>
              <a:ext uri="{FF2B5EF4-FFF2-40B4-BE49-F238E27FC236}">
                <a16:creationId xmlns:a16="http://schemas.microsoft.com/office/drawing/2014/main" id="{760D4AD7-F9A1-3F73-BCF2-DB9C8853BA8B}"/>
              </a:ext>
            </a:extLst>
          </p:cNvPr>
          <p:cNvSpPr/>
          <p:nvPr/>
        </p:nvSpPr>
        <p:spPr>
          <a:xfrm>
            <a:off x="2889059" y="2366021"/>
            <a:ext cx="1163216" cy="1163216"/>
          </a:xfrm>
          <a:prstGeom prst="ellipse">
            <a:avLst/>
          </a:prstGeom>
          <a:solidFill>
            <a:schemeClr val="bg1">
              <a:lumMod val="95000"/>
            </a:schemeClr>
          </a:solidFill>
          <a:ln w="63500">
            <a:solidFill>
              <a:schemeClr val="accent6"/>
            </a:solidFill>
          </a:ln>
          <a:effectLst>
            <a:glow rad="127000">
              <a:schemeClr val="accent6">
                <a:lumMod val="20000"/>
                <a:lumOff val="80000"/>
                <a:alpha val="55000"/>
              </a:schemeClr>
            </a:glow>
          </a:effectLst>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lang="en-US" altLang="ja-JP" dirty="0">
                <a:solidFill>
                  <a:schemeClr val="accent3"/>
                </a:solidFill>
                <a:latin typeface="原稿用標準書体" panose="03000503000000000000" pitchFamily="66" charset="-128"/>
                <a:ea typeface="原稿用標準書体" panose="03000503000000000000" pitchFamily="66" charset="-128"/>
              </a:rPr>
              <a:t>STORY</a:t>
            </a:r>
            <a:endParaRPr lang="ja-JP" altLang="en-US" dirty="0">
              <a:solidFill>
                <a:schemeClr val="accent3"/>
              </a:solidFill>
              <a:latin typeface="原稿用標準書体" panose="03000503000000000000" pitchFamily="66" charset="-128"/>
              <a:ea typeface="原稿用標準書体" panose="03000503000000000000" pitchFamily="66" charset="-128"/>
            </a:endParaRPr>
          </a:p>
        </p:txBody>
      </p:sp>
      <p:sp>
        <p:nvSpPr>
          <p:cNvPr id="47" name="楕円 46">
            <a:extLst>
              <a:ext uri="{FF2B5EF4-FFF2-40B4-BE49-F238E27FC236}">
                <a16:creationId xmlns:a16="http://schemas.microsoft.com/office/drawing/2014/main" id="{D7E2ADEF-9175-680E-E45E-54D9B7A6D2B4}"/>
              </a:ext>
            </a:extLst>
          </p:cNvPr>
          <p:cNvSpPr/>
          <p:nvPr/>
        </p:nvSpPr>
        <p:spPr>
          <a:xfrm>
            <a:off x="-2137874" y="2847392"/>
            <a:ext cx="1163216" cy="1163216"/>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chemeClr val="accent4"/>
                </a:solidFill>
                <a:latin typeface="原稿用標準書体" panose="03000503000000000000" pitchFamily="66" charset="-128"/>
                <a:ea typeface="原稿用標準書体" panose="03000503000000000000" pitchFamily="66" charset="-128"/>
              </a:rPr>
              <a:t>START</a:t>
            </a:r>
            <a:endParaRPr kumimoji="1" lang="ja-JP" altLang="en-US" dirty="0">
              <a:solidFill>
                <a:schemeClr val="accent4"/>
              </a:solidFill>
              <a:latin typeface="原稿用標準書体" panose="03000503000000000000" pitchFamily="66" charset="-128"/>
              <a:ea typeface="原稿用標準書体" panose="03000503000000000000" pitchFamily="66" charset="-128"/>
            </a:endParaRPr>
          </a:p>
        </p:txBody>
      </p:sp>
      <p:sp>
        <p:nvSpPr>
          <p:cNvPr id="48" name="楕円 47">
            <a:extLst>
              <a:ext uri="{FF2B5EF4-FFF2-40B4-BE49-F238E27FC236}">
                <a16:creationId xmlns:a16="http://schemas.microsoft.com/office/drawing/2014/main" id="{7E16F061-3865-0204-0149-C3AB28C734F1}"/>
              </a:ext>
            </a:extLst>
          </p:cNvPr>
          <p:cNvSpPr/>
          <p:nvPr/>
        </p:nvSpPr>
        <p:spPr>
          <a:xfrm>
            <a:off x="4615934" y="3373014"/>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rgbClr val="C00000"/>
                </a:solidFill>
                <a:latin typeface="原稿用標準書体" panose="03000503000000000000" pitchFamily="66" charset="-128"/>
                <a:ea typeface="原稿用標準書体" panose="03000503000000000000" pitchFamily="66" charset="-128"/>
              </a:rPr>
              <a:t>BATTLE</a:t>
            </a:r>
            <a:endParaRPr kumimoji="1" lang="ja-JP" altLang="en-US" dirty="0">
              <a:solidFill>
                <a:srgbClr val="C00000"/>
              </a:solidFill>
              <a:latin typeface="原稿用標準書体" panose="03000503000000000000" pitchFamily="66" charset="-128"/>
              <a:ea typeface="原稿用標準書体" panose="03000503000000000000" pitchFamily="66" charset="-128"/>
            </a:endParaRPr>
          </a:p>
        </p:txBody>
      </p:sp>
      <p:cxnSp>
        <p:nvCxnSpPr>
          <p:cNvPr id="52" name="直線コネクタ 51">
            <a:extLst>
              <a:ext uri="{FF2B5EF4-FFF2-40B4-BE49-F238E27FC236}">
                <a16:creationId xmlns:a16="http://schemas.microsoft.com/office/drawing/2014/main" id="{8C2FEA4D-CF11-8C2C-4599-3AFB8E463698}"/>
              </a:ext>
            </a:extLst>
          </p:cNvPr>
          <p:cNvCxnSpPr>
            <a:cxnSpLocks/>
            <a:endCxn id="3" idx="2"/>
          </p:cNvCxnSpPr>
          <p:nvPr/>
        </p:nvCxnSpPr>
        <p:spPr>
          <a:xfrm flipV="1">
            <a:off x="-974658" y="2536370"/>
            <a:ext cx="666687" cy="836644"/>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61" name="直線コネクタ 60">
            <a:extLst>
              <a:ext uri="{FF2B5EF4-FFF2-40B4-BE49-F238E27FC236}">
                <a16:creationId xmlns:a16="http://schemas.microsoft.com/office/drawing/2014/main" id="{A36CE95B-2027-92B8-9F73-948AF376894A}"/>
              </a:ext>
            </a:extLst>
          </p:cNvPr>
          <p:cNvCxnSpPr>
            <a:cxnSpLocks/>
            <a:stCxn id="19" idx="1"/>
            <a:endCxn id="3" idx="5"/>
          </p:cNvCxnSpPr>
          <p:nvPr/>
        </p:nvCxnSpPr>
        <p:spPr>
          <a:xfrm flipH="1" flipV="1">
            <a:off x="684896" y="2947629"/>
            <a:ext cx="514932" cy="795235"/>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74" name="直線コネクタ 73">
            <a:extLst>
              <a:ext uri="{FF2B5EF4-FFF2-40B4-BE49-F238E27FC236}">
                <a16:creationId xmlns:a16="http://schemas.microsoft.com/office/drawing/2014/main" id="{C664DC1E-F509-8CB2-5912-74036A6363A0}"/>
              </a:ext>
            </a:extLst>
          </p:cNvPr>
          <p:cNvCxnSpPr>
            <a:cxnSpLocks/>
            <a:stCxn id="19" idx="7"/>
            <a:endCxn id="45" idx="2"/>
          </p:cNvCxnSpPr>
          <p:nvPr/>
        </p:nvCxnSpPr>
        <p:spPr>
          <a:xfrm flipV="1">
            <a:off x="2022346" y="2947629"/>
            <a:ext cx="866713" cy="795235"/>
          </a:xfrm>
          <a:prstGeom prst="line">
            <a:avLst/>
          </a:prstGeom>
          <a:ln w="63500">
            <a:solidFill>
              <a:schemeClr val="accent6"/>
            </a:solidFill>
            <a:prstDash val="sysDot"/>
          </a:ln>
        </p:spPr>
        <p:style>
          <a:lnRef idx="2">
            <a:schemeClr val="accent1"/>
          </a:lnRef>
          <a:fillRef idx="0">
            <a:schemeClr val="accent1"/>
          </a:fillRef>
          <a:effectRef idx="1">
            <a:schemeClr val="accent1"/>
          </a:effectRef>
          <a:fontRef idx="minor">
            <a:schemeClr val="tx1"/>
          </a:fontRef>
        </p:style>
      </p:cxnSp>
      <p:cxnSp>
        <p:nvCxnSpPr>
          <p:cNvPr id="85" name="直線コネクタ 84">
            <a:extLst>
              <a:ext uri="{FF2B5EF4-FFF2-40B4-BE49-F238E27FC236}">
                <a16:creationId xmlns:a16="http://schemas.microsoft.com/office/drawing/2014/main" id="{048D7D44-A13F-CD0A-2C0E-861C49F88804}"/>
              </a:ext>
            </a:extLst>
          </p:cNvPr>
          <p:cNvCxnSpPr>
            <a:cxnSpLocks/>
            <a:stCxn id="48" idx="6"/>
            <a:endCxn id="31" idx="2"/>
          </p:cNvCxnSpPr>
          <p:nvPr/>
        </p:nvCxnSpPr>
        <p:spPr>
          <a:xfrm flipV="1">
            <a:off x="5779150" y="3373014"/>
            <a:ext cx="585493" cy="581608"/>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grpSp>
        <p:nvGrpSpPr>
          <p:cNvPr id="2" name="グループ化 1">
            <a:extLst>
              <a:ext uri="{FF2B5EF4-FFF2-40B4-BE49-F238E27FC236}">
                <a16:creationId xmlns:a16="http://schemas.microsoft.com/office/drawing/2014/main" id="{C06C6FC9-30CC-974A-E6F2-5FB7E6B8842F}"/>
              </a:ext>
            </a:extLst>
          </p:cNvPr>
          <p:cNvGrpSpPr/>
          <p:nvPr/>
        </p:nvGrpSpPr>
        <p:grpSpPr>
          <a:xfrm>
            <a:off x="3050369" y="1485969"/>
            <a:ext cx="840596" cy="833567"/>
            <a:chOff x="1367715" y="1890973"/>
            <a:chExt cx="840596" cy="833567"/>
          </a:xfrm>
        </p:grpSpPr>
        <p:sp>
          <p:nvSpPr>
            <p:cNvPr id="88" name="吹き出し: 円形 87">
              <a:extLst>
                <a:ext uri="{FF2B5EF4-FFF2-40B4-BE49-F238E27FC236}">
                  <a16:creationId xmlns:a16="http://schemas.microsoft.com/office/drawing/2014/main" id="{1FFB8F69-D30B-C56F-08AB-A6E5666B8089}"/>
                </a:ext>
              </a:extLst>
            </p:cNvPr>
            <p:cNvSpPr/>
            <p:nvPr/>
          </p:nvSpPr>
          <p:spPr>
            <a:xfrm>
              <a:off x="1367715" y="1890973"/>
              <a:ext cx="840596" cy="828901"/>
            </a:xfrm>
            <a:prstGeom prst="wedgeEllipseCallout">
              <a:avLst>
                <a:gd name="adj1" fmla="val 257"/>
                <a:gd name="adj2" fmla="val 71505"/>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90" name="図 89">
              <a:extLst>
                <a:ext uri="{FF2B5EF4-FFF2-40B4-BE49-F238E27FC236}">
                  <a16:creationId xmlns:a16="http://schemas.microsoft.com/office/drawing/2014/main" id="{2A937EEC-017B-CDC0-E67F-9EDB1159A9F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396905" y="1923662"/>
              <a:ext cx="800878" cy="800878"/>
            </a:xfrm>
            <a:prstGeom prst="rect">
              <a:avLst/>
            </a:prstGeom>
          </p:spPr>
        </p:pic>
      </p:grpSp>
      <p:sp>
        <p:nvSpPr>
          <p:cNvPr id="49" name="四角形: 角を丸くする 48">
            <a:extLst>
              <a:ext uri="{FF2B5EF4-FFF2-40B4-BE49-F238E27FC236}">
                <a16:creationId xmlns:a16="http://schemas.microsoft.com/office/drawing/2014/main" id="{356F5AA3-0053-927F-4C38-70DDE32F6202}"/>
              </a:ext>
            </a:extLst>
          </p:cNvPr>
          <p:cNvSpPr/>
          <p:nvPr/>
        </p:nvSpPr>
        <p:spPr>
          <a:xfrm>
            <a:off x="8862861" y="5716570"/>
            <a:ext cx="2729924" cy="631055"/>
          </a:xfrm>
          <a:prstGeom prst="roundRect">
            <a:avLst>
              <a:gd name="adj" fmla="val 9570"/>
            </a:avLst>
          </a:prstGeom>
          <a:solidFill>
            <a:schemeClr val="accent3"/>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dirty="0">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endParaRPr>
          </a:p>
        </p:txBody>
      </p:sp>
      <p:sp>
        <p:nvSpPr>
          <p:cNvPr id="16" name="四角形: 角を丸くする 15">
            <a:extLst>
              <a:ext uri="{FF2B5EF4-FFF2-40B4-BE49-F238E27FC236}">
                <a16:creationId xmlns:a16="http://schemas.microsoft.com/office/drawing/2014/main" id="{DFC0A028-A3A2-F41B-470B-0216261A4DD2}"/>
              </a:ext>
            </a:extLst>
          </p:cNvPr>
          <p:cNvSpPr>
            <a:spLocks/>
          </p:cNvSpPr>
          <p:nvPr/>
        </p:nvSpPr>
        <p:spPr>
          <a:xfrm>
            <a:off x="7244719" y="1170675"/>
            <a:ext cx="4348066" cy="4131004"/>
          </a:xfrm>
          <a:prstGeom prst="roundRect">
            <a:avLst>
              <a:gd name="adj" fmla="val 9570"/>
            </a:avLst>
          </a:prstGeom>
          <a:solidFill>
            <a:schemeClr val="accent3">
              <a:lumMod val="20000"/>
              <a:lumOff val="80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55" name="グループ化 54">
            <a:extLst>
              <a:ext uri="{FF2B5EF4-FFF2-40B4-BE49-F238E27FC236}">
                <a16:creationId xmlns:a16="http://schemas.microsoft.com/office/drawing/2014/main" id="{0A43C8EA-0FCB-9163-207B-6159CA8550E3}"/>
              </a:ext>
            </a:extLst>
          </p:cNvPr>
          <p:cNvGrpSpPr/>
          <p:nvPr/>
        </p:nvGrpSpPr>
        <p:grpSpPr>
          <a:xfrm rot="651301">
            <a:off x="2074985" y="3177201"/>
            <a:ext cx="560995" cy="489333"/>
            <a:chOff x="2420469" y="2760201"/>
            <a:chExt cx="560995" cy="489333"/>
          </a:xfrm>
        </p:grpSpPr>
        <p:sp>
          <p:nvSpPr>
            <p:cNvPr id="53" name="矢印: 山形 52">
              <a:extLst>
                <a:ext uri="{FF2B5EF4-FFF2-40B4-BE49-F238E27FC236}">
                  <a16:creationId xmlns:a16="http://schemas.microsoft.com/office/drawing/2014/main" id="{760B3BC6-268A-47B9-548B-AF76A90C0C34}"/>
                </a:ext>
              </a:extLst>
            </p:cNvPr>
            <p:cNvSpPr/>
            <p:nvPr/>
          </p:nvSpPr>
          <p:spPr>
            <a:xfrm rot="18735780">
              <a:off x="2681151" y="2696515"/>
              <a:ext cx="236627" cy="363999"/>
            </a:xfrm>
            <a:prstGeom prst="chevron">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latin typeface="原稿用標準書体" panose="03000503000000000000" pitchFamily="66" charset="-128"/>
                <a:ea typeface="原稿用標準書体" panose="03000503000000000000" pitchFamily="66" charset="-128"/>
              </a:endParaRPr>
            </a:p>
          </p:txBody>
        </p:sp>
        <p:sp>
          <p:nvSpPr>
            <p:cNvPr id="54" name="矢印: 山形 53">
              <a:extLst>
                <a:ext uri="{FF2B5EF4-FFF2-40B4-BE49-F238E27FC236}">
                  <a16:creationId xmlns:a16="http://schemas.microsoft.com/office/drawing/2014/main" id="{E87BAA41-CB62-0856-2885-417FB1502B37}"/>
                </a:ext>
              </a:extLst>
            </p:cNvPr>
            <p:cNvSpPr/>
            <p:nvPr/>
          </p:nvSpPr>
          <p:spPr>
            <a:xfrm rot="18735780">
              <a:off x="2484155" y="2949221"/>
              <a:ext cx="236627" cy="363999"/>
            </a:xfrm>
            <a:prstGeom prst="chevron">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latin typeface="原稿用標準書体" panose="03000503000000000000" pitchFamily="66" charset="-128"/>
                <a:ea typeface="原稿用標準書体" panose="03000503000000000000" pitchFamily="66" charset="-128"/>
              </a:endParaRPr>
            </a:p>
          </p:txBody>
        </p:sp>
      </p:grpSp>
      <p:sp>
        <p:nvSpPr>
          <p:cNvPr id="59" name="楕円 58">
            <a:extLst>
              <a:ext uri="{FF2B5EF4-FFF2-40B4-BE49-F238E27FC236}">
                <a16:creationId xmlns:a16="http://schemas.microsoft.com/office/drawing/2014/main" id="{F2059AFE-37A9-4563-C577-31982AB269DF}"/>
              </a:ext>
            </a:extLst>
          </p:cNvPr>
          <p:cNvSpPr/>
          <p:nvPr/>
        </p:nvSpPr>
        <p:spPr>
          <a:xfrm>
            <a:off x="1023104" y="3572515"/>
            <a:ext cx="1163216" cy="1163216"/>
          </a:xfrm>
          <a:prstGeom prst="ellipse">
            <a:avLst/>
          </a:prstGeom>
          <a:solidFill>
            <a:schemeClr val="tx1">
              <a:lumMod val="75000"/>
              <a:lumOff val="25000"/>
              <a:alpha val="60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endParaRPr kumimoji="1" lang="ja-JP" altLang="en-US" dirty="0">
              <a:solidFill>
                <a:schemeClr val="accent3"/>
              </a:solidFill>
              <a:latin typeface="原稿用標準書体" panose="03000503000000000000" pitchFamily="66" charset="-128"/>
              <a:ea typeface="原稿用標準書体" panose="03000503000000000000" pitchFamily="66" charset="-128"/>
            </a:endParaRPr>
          </a:p>
        </p:txBody>
      </p:sp>
      <p:sp>
        <p:nvSpPr>
          <p:cNvPr id="60" name="楕円 59">
            <a:extLst>
              <a:ext uri="{FF2B5EF4-FFF2-40B4-BE49-F238E27FC236}">
                <a16:creationId xmlns:a16="http://schemas.microsoft.com/office/drawing/2014/main" id="{F8AB4B7B-96EB-432D-5EB9-FE3E00981663}"/>
              </a:ext>
            </a:extLst>
          </p:cNvPr>
          <p:cNvSpPr/>
          <p:nvPr/>
        </p:nvSpPr>
        <p:spPr>
          <a:xfrm>
            <a:off x="-335100" y="1952459"/>
            <a:ext cx="1163216" cy="1163216"/>
          </a:xfrm>
          <a:prstGeom prst="ellipse">
            <a:avLst/>
          </a:prstGeom>
          <a:solidFill>
            <a:schemeClr val="tx1">
              <a:lumMod val="75000"/>
              <a:lumOff val="25000"/>
              <a:alpha val="60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endParaRPr kumimoji="1" lang="ja-JP" altLang="en-US" dirty="0">
              <a:solidFill>
                <a:schemeClr val="accent3"/>
              </a:solidFill>
              <a:latin typeface="原稿用標準書体" panose="03000503000000000000" pitchFamily="66" charset="-128"/>
              <a:ea typeface="原稿用標準書体" panose="03000503000000000000" pitchFamily="66" charset="-128"/>
            </a:endParaRPr>
          </a:p>
        </p:txBody>
      </p:sp>
      <p:sp>
        <p:nvSpPr>
          <p:cNvPr id="66" name="テキスト ボックス 65">
            <a:extLst>
              <a:ext uri="{FF2B5EF4-FFF2-40B4-BE49-F238E27FC236}">
                <a16:creationId xmlns:a16="http://schemas.microsoft.com/office/drawing/2014/main" id="{E0265E8A-A1F4-02CD-228D-B3D05C8FE541}"/>
              </a:ext>
            </a:extLst>
          </p:cNvPr>
          <p:cNvSpPr txBox="1"/>
          <p:nvPr/>
        </p:nvSpPr>
        <p:spPr>
          <a:xfrm>
            <a:off x="274502" y="323619"/>
            <a:ext cx="2805058" cy="523220"/>
          </a:xfrm>
          <a:prstGeom prst="rect">
            <a:avLst/>
          </a:prstGeom>
          <a:noFill/>
        </p:spPr>
        <p:txBody>
          <a:bodyPr wrap="square">
            <a:spAutoFit/>
          </a:bodyPr>
          <a:lstStyle/>
          <a:p>
            <a:r>
              <a:rPr lang="en-US" altLang="ja-JP" sz="2000" dirty="0">
                <a:solidFill>
                  <a:schemeClr val="bg1">
                    <a:lumMod val="95000"/>
                  </a:schemeClr>
                </a:solidFill>
                <a:latin typeface="原稿用標準書体" panose="03000503000000000000" pitchFamily="66" charset="-128"/>
                <a:ea typeface="原稿用標準書体" panose="03000503000000000000" pitchFamily="66" charset="-128"/>
              </a:rPr>
              <a:t>BOSS</a:t>
            </a: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まで</a:t>
            </a:r>
            <a:r>
              <a:rPr lang="en-US" altLang="ja-JP" sz="2800" dirty="0">
                <a:solidFill>
                  <a:schemeClr val="bg1">
                    <a:lumMod val="95000"/>
                  </a:schemeClr>
                </a:solidFill>
                <a:latin typeface="原稿用標準書体" panose="03000503000000000000" pitchFamily="66" charset="-128"/>
                <a:ea typeface="原稿用標準書体" panose="03000503000000000000" pitchFamily="66" charset="-128"/>
              </a:rPr>
              <a:t>00</a:t>
            </a: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ノード</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75" name="テキスト ボックス 74">
            <a:extLst>
              <a:ext uri="{FF2B5EF4-FFF2-40B4-BE49-F238E27FC236}">
                <a16:creationId xmlns:a16="http://schemas.microsoft.com/office/drawing/2014/main" id="{8F7F1EA3-2850-5432-82D6-89E0D39CE69D}"/>
              </a:ext>
            </a:extLst>
          </p:cNvPr>
          <p:cNvSpPr txBox="1"/>
          <p:nvPr/>
        </p:nvSpPr>
        <p:spPr>
          <a:xfrm>
            <a:off x="8300497" y="4443343"/>
            <a:ext cx="2236510" cy="584775"/>
          </a:xfrm>
          <a:prstGeom prst="rect">
            <a:avLst/>
          </a:prstGeom>
          <a:noFill/>
        </p:spPr>
        <p:txBody>
          <a:bodyPr wrap="none" rtlCol="0">
            <a:spAutoFit/>
          </a:bodyPr>
          <a:lstStyle/>
          <a:p>
            <a:r>
              <a:rPr lang="ja-JP" altLang="en-US" sz="32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Arial" panose="020B0604020202020204" pitchFamily="34" charset="0"/>
              </a:rPr>
              <a:t>シナリオ名</a:t>
            </a:r>
          </a:p>
        </p:txBody>
      </p:sp>
      <p:sp>
        <p:nvSpPr>
          <p:cNvPr id="79" name="テキスト ボックス 78">
            <a:extLst>
              <a:ext uri="{FF2B5EF4-FFF2-40B4-BE49-F238E27FC236}">
                <a16:creationId xmlns:a16="http://schemas.microsoft.com/office/drawing/2014/main" id="{0FB7E561-FE92-B58F-EB79-80042E25406C}"/>
              </a:ext>
            </a:extLst>
          </p:cNvPr>
          <p:cNvSpPr txBox="1"/>
          <p:nvPr/>
        </p:nvSpPr>
        <p:spPr>
          <a:xfrm>
            <a:off x="4127011" y="252264"/>
            <a:ext cx="4009051" cy="646331"/>
          </a:xfrm>
          <a:prstGeom prst="rect">
            <a:avLst/>
          </a:prstGeom>
          <a:noFill/>
        </p:spPr>
        <p:txBody>
          <a:bodyPr wrap="square">
            <a:spAutoFit/>
          </a:bodyPr>
          <a:lstStyle/>
          <a:p>
            <a:pPr algn="ctr"/>
            <a:r>
              <a:rPr lang="ja-JP" altLang="en-US" sz="3600" dirty="0">
                <a:solidFill>
                  <a:schemeClr val="tx1">
                    <a:lumMod val="85000"/>
                    <a:lumOff val="15000"/>
                  </a:schemeClr>
                </a:solidFill>
                <a:latin typeface="原稿用標準書体" panose="03000503000000000000" pitchFamily="66" charset="-128"/>
                <a:ea typeface="原稿用標準書体" panose="03000503000000000000" pitchFamily="66" charset="-128"/>
              </a:rPr>
              <a:t>ストーリー発生</a:t>
            </a:r>
            <a:endParaRPr kumimoji="1" lang="ja-JP" altLang="en-US" sz="3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76" name="テキスト ボックス 75">
            <a:extLst>
              <a:ext uri="{FF2B5EF4-FFF2-40B4-BE49-F238E27FC236}">
                <a16:creationId xmlns:a16="http://schemas.microsoft.com/office/drawing/2014/main" id="{2FDFAF7A-E8B7-5945-6EE1-B958B2B3F889}"/>
              </a:ext>
            </a:extLst>
          </p:cNvPr>
          <p:cNvSpPr txBox="1"/>
          <p:nvPr/>
        </p:nvSpPr>
        <p:spPr>
          <a:xfrm>
            <a:off x="4091474" y="271393"/>
            <a:ext cx="4009051" cy="646331"/>
          </a:xfrm>
          <a:prstGeom prst="rect">
            <a:avLst/>
          </a:prstGeom>
          <a:noFill/>
        </p:spPr>
        <p:txBody>
          <a:bodyPr wrap="square">
            <a:spAutoFit/>
          </a:bodyPr>
          <a:lstStyle/>
          <a:p>
            <a:pPr algn="ctr"/>
            <a:r>
              <a:rPr lang="ja-JP" altLang="en-US" sz="3600" b="1" dirty="0">
                <a:solidFill>
                  <a:schemeClr val="accent3">
                    <a:lumMod val="60000"/>
                    <a:lumOff val="40000"/>
                  </a:schemeClr>
                </a:solidFill>
                <a:latin typeface="原稿用標準書体" panose="03000503000000000000" pitchFamily="66" charset="-128"/>
                <a:ea typeface="原稿用標準書体" panose="03000503000000000000" pitchFamily="66" charset="-128"/>
              </a:rPr>
              <a:t>ストーリー発生</a:t>
            </a:r>
            <a:endParaRPr kumimoji="1" lang="ja-JP" altLang="en-US" sz="3600" b="1" dirty="0">
              <a:solidFill>
                <a:schemeClr val="accent3">
                  <a:lumMod val="60000"/>
                  <a:lumOff val="40000"/>
                </a:schemeClr>
              </a:solidFill>
              <a:latin typeface="原稿用標準書体" panose="03000503000000000000" pitchFamily="66" charset="-128"/>
              <a:ea typeface="原稿用標準書体" panose="03000503000000000000" pitchFamily="66" charset="-128"/>
            </a:endParaRPr>
          </a:p>
        </p:txBody>
      </p:sp>
      <p:sp>
        <p:nvSpPr>
          <p:cNvPr id="11" name="四角形: 角を丸くする 10">
            <a:extLst>
              <a:ext uri="{FF2B5EF4-FFF2-40B4-BE49-F238E27FC236}">
                <a16:creationId xmlns:a16="http://schemas.microsoft.com/office/drawing/2014/main" id="{1C4A87DF-1754-309A-4230-93A520F563B7}"/>
              </a:ext>
            </a:extLst>
          </p:cNvPr>
          <p:cNvSpPr/>
          <p:nvPr/>
        </p:nvSpPr>
        <p:spPr>
          <a:xfrm>
            <a:off x="429205" y="5555534"/>
            <a:ext cx="6136930" cy="953126"/>
          </a:xfrm>
          <a:prstGeom prst="roundRect">
            <a:avLst>
              <a:gd name="adj" fmla="val 11772"/>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2" name="四角形: 角を丸くする 11">
            <a:extLst>
              <a:ext uri="{FF2B5EF4-FFF2-40B4-BE49-F238E27FC236}">
                <a16:creationId xmlns:a16="http://schemas.microsoft.com/office/drawing/2014/main" id="{A316C1BD-AFF2-88B8-7640-013D303963BB}"/>
              </a:ext>
            </a:extLst>
          </p:cNvPr>
          <p:cNvSpPr/>
          <p:nvPr/>
        </p:nvSpPr>
        <p:spPr>
          <a:xfrm>
            <a:off x="5825805" y="5648090"/>
            <a:ext cx="658871" cy="353209"/>
          </a:xfrm>
          <a:prstGeom prst="roundRect">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3" name="四角形: 角を丸くする 12">
            <a:extLst>
              <a:ext uri="{FF2B5EF4-FFF2-40B4-BE49-F238E27FC236}">
                <a16:creationId xmlns:a16="http://schemas.microsoft.com/office/drawing/2014/main" id="{720DD2C1-E58E-9EB1-3C24-79133FF440C2}"/>
              </a:ext>
            </a:extLst>
          </p:cNvPr>
          <p:cNvSpPr/>
          <p:nvPr/>
        </p:nvSpPr>
        <p:spPr>
          <a:xfrm>
            <a:off x="5823749" y="6078375"/>
            <a:ext cx="658871" cy="353209"/>
          </a:xfrm>
          <a:prstGeom prst="roundRect">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pic>
        <p:nvPicPr>
          <p:cNvPr id="14" name="図 13">
            <a:extLst>
              <a:ext uri="{FF2B5EF4-FFF2-40B4-BE49-F238E27FC236}">
                <a16:creationId xmlns:a16="http://schemas.microsoft.com/office/drawing/2014/main" id="{2FF23241-865A-9519-1600-A896C2428A5B}"/>
              </a:ext>
            </a:extLst>
          </p:cNvPr>
          <p:cNvPicPr>
            <a:picLocks noChangeAspect="1"/>
          </p:cNvPicPr>
          <p:nvPr/>
        </p:nvPicPr>
        <p:blipFill>
          <a:blip r:embed="rId3">
            <a:extLst>
              <a:ext uri="{28A0092B-C50C-407E-A947-70E740481C1C}">
                <a14:useLocalDpi xmlns:a14="http://schemas.microsoft.com/office/drawing/2010/main" val="0"/>
              </a:ext>
            </a:extLst>
          </a:blip>
          <a:srcRect l="52651" t="22678" r="27395" b="50636"/>
          <a:stretch>
            <a:fillRect/>
          </a:stretch>
        </p:blipFill>
        <p:spPr>
          <a:xfrm>
            <a:off x="5995047" y="6104595"/>
            <a:ext cx="310304" cy="287583"/>
          </a:xfrm>
          <a:prstGeom prst="rect">
            <a:avLst/>
          </a:prstGeom>
        </p:spPr>
      </p:pic>
      <p:pic>
        <p:nvPicPr>
          <p:cNvPr id="15" name="図 14" descr="アイコン&#10;&#10;AI 生成コンテンツは誤りを含む可能性があります。">
            <a:extLst>
              <a:ext uri="{FF2B5EF4-FFF2-40B4-BE49-F238E27FC236}">
                <a16:creationId xmlns:a16="http://schemas.microsoft.com/office/drawing/2014/main" id="{17225989-CB24-A079-94EF-FD34B9F7DEA6}"/>
              </a:ext>
            </a:extLst>
          </p:cNvPr>
          <p:cNvPicPr>
            <a:picLocks noChangeAspect="1"/>
          </p:cNvPicPr>
          <p:nvPr/>
        </p:nvPicPr>
        <p:blipFill>
          <a:blip r:embed="rId4">
            <a:duotone>
              <a:prstClr val="black"/>
              <a:srgbClr val="D9C3A5">
                <a:tint val="50000"/>
                <a:satMod val="180000"/>
              </a:srgbClr>
            </a:duotone>
            <a:extLst>
              <a:ext uri="{28A0092B-C50C-407E-A947-70E740481C1C}">
                <a14:useLocalDpi xmlns:a14="http://schemas.microsoft.com/office/drawing/2010/main" val="0"/>
              </a:ext>
            </a:extLst>
          </a:blip>
          <a:stretch>
            <a:fillRect/>
          </a:stretch>
        </p:blipFill>
        <p:spPr>
          <a:xfrm>
            <a:off x="5907842" y="5599160"/>
            <a:ext cx="466295" cy="466295"/>
          </a:xfrm>
          <a:prstGeom prst="rect">
            <a:avLst/>
          </a:prstGeom>
        </p:spPr>
      </p:pic>
      <p:cxnSp>
        <p:nvCxnSpPr>
          <p:cNvPr id="17" name="直線コネクタ 16">
            <a:extLst>
              <a:ext uri="{FF2B5EF4-FFF2-40B4-BE49-F238E27FC236}">
                <a16:creationId xmlns:a16="http://schemas.microsoft.com/office/drawing/2014/main" id="{258DA20E-4F2C-5311-A5BC-E892FB41F6A3}"/>
              </a:ext>
            </a:extLst>
          </p:cNvPr>
          <p:cNvCxnSpPr>
            <a:cxnSpLocks/>
          </p:cNvCxnSpPr>
          <p:nvPr/>
        </p:nvCxnSpPr>
        <p:spPr>
          <a:xfrm flipV="1">
            <a:off x="1365082" y="5648090"/>
            <a:ext cx="0" cy="783494"/>
          </a:xfrm>
          <a:prstGeom prst="line">
            <a:avLst/>
          </a:prstGeom>
          <a:ln>
            <a:solidFill>
              <a:schemeClr val="tx1">
                <a:lumMod val="85000"/>
                <a:lumOff val="15000"/>
              </a:schemeClr>
            </a:solidFill>
          </a:ln>
        </p:spPr>
        <p:style>
          <a:lnRef idx="2">
            <a:schemeClr val="accent1"/>
          </a:lnRef>
          <a:fillRef idx="0">
            <a:schemeClr val="accent1"/>
          </a:fillRef>
          <a:effectRef idx="1">
            <a:schemeClr val="accent1"/>
          </a:effectRef>
          <a:fontRef idx="minor">
            <a:schemeClr val="tx1"/>
          </a:fontRef>
        </p:style>
      </p:cxnSp>
      <p:grpSp>
        <p:nvGrpSpPr>
          <p:cNvPr id="26" name="グループ化 25">
            <a:extLst>
              <a:ext uri="{FF2B5EF4-FFF2-40B4-BE49-F238E27FC236}">
                <a16:creationId xmlns:a16="http://schemas.microsoft.com/office/drawing/2014/main" id="{F79799E5-451E-AD10-239B-8988B4DE2284}"/>
              </a:ext>
            </a:extLst>
          </p:cNvPr>
          <p:cNvGrpSpPr/>
          <p:nvPr/>
        </p:nvGrpSpPr>
        <p:grpSpPr>
          <a:xfrm>
            <a:off x="609342" y="5718857"/>
            <a:ext cx="562032" cy="733233"/>
            <a:chOff x="1131857" y="5718857"/>
            <a:chExt cx="562032" cy="733233"/>
          </a:xfrm>
        </p:grpSpPr>
        <p:sp>
          <p:nvSpPr>
            <p:cNvPr id="27" name="テキスト ボックス 26">
              <a:extLst>
                <a:ext uri="{FF2B5EF4-FFF2-40B4-BE49-F238E27FC236}">
                  <a16:creationId xmlns:a16="http://schemas.microsoft.com/office/drawing/2014/main" id="{91A8120D-F838-8D99-010A-A341A34E3FD4}"/>
                </a:ext>
              </a:extLst>
            </p:cNvPr>
            <p:cNvSpPr txBox="1"/>
            <p:nvPr/>
          </p:nvSpPr>
          <p:spPr>
            <a:xfrm>
              <a:off x="1131857" y="6175091"/>
              <a:ext cx="562032" cy="276999"/>
            </a:xfrm>
            <a:prstGeom prst="rect">
              <a:avLst/>
            </a:prstGeom>
            <a:noFill/>
          </p:spPr>
          <p:txBody>
            <a:bodyPr wrap="square">
              <a:spAutoFit/>
            </a:bodyPr>
            <a:lstStyle/>
            <a:p>
              <a:pPr algn="ctr"/>
              <a:r>
                <a:rPr kumimoji="1" lang="en-US" altLang="ja-JP" sz="1050" dirty="0">
                  <a:ln w="3175">
                    <a:noFill/>
                  </a:ln>
                  <a:latin typeface="原稿用標準書体" panose="03000503000000000000" pitchFamily="66" charset="-128"/>
                  <a:ea typeface="原稿用標準書体" panose="03000503000000000000" pitchFamily="66" charset="-128"/>
                </a:rPr>
                <a:t>×</a:t>
              </a:r>
              <a:r>
                <a:rPr kumimoji="1" lang="en-US" altLang="ja-JP" sz="1200" dirty="0">
                  <a:ln w="3175">
                    <a:noFill/>
                  </a:ln>
                  <a:latin typeface="原稿用標準書体" panose="03000503000000000000" pitchFamily="66" charset="-128"/>
                  <a:ea typeface="原稿用標準書体" panose="03000503000000000000" pitchFamily="66" charset="-128"/>
                </a:rPr>
                <a:t>00</a:t>
              </a:r>
              <a:endParaRPr kumimoji="1" lang="ja-JP" altLang="en-US" sz="1200" dirty="0">
                <a:ln w="3175">
                  <a:noFill/>
                </a:ln>
                <a:latin typeface="原稿用標準書体" panose="03000503000000000000" pitchFamily="66" charset="-128"/>
                <a:ea typeface="原稿用標準書体" panose="03000503000000000000" pitchFamily="66" charset="-128"/>
              </a:endParaRPr>
            </a:p>
          </p:txBody>
        </p:sp>
        <p:grpSp>
          <p:nvGrpSpPr>
            <p:cNvPr id="28" name="グループ化 27">
              <a:extLst>
                <a:ext uri="{FF2B5EF4-FFF2-40B4-BE49-F238E27FC236}">
                  <a16:creationId xmlns:a16="http://schemas.microsoft.com/office/drawing/2014/main" id="{B579D41E-1C2C-84DD-2C91-49F2AB21A200}"/>
                </a:ext>
              </a:extLst>
            </p:cNvPr>
            <p:cNvGrpSpPr/>
            <p:nvPr/>
          </p:nvGrpSpPr>
          <p:grpSpPr>
            <a:xfrm flipV="1">
              <a:off x="1183872" y="5718857"/>
              <a:ext cx="449656" cy="456234"/>
              <a:chOff x="526955" y="5853203"/>
              <a:chExt cx="339583" cy="344551"/>
            </a:xfrm>
          </p:grpSpPr>
          <p:sp>
            <p:nvSpPr>
              <p:cNvPr id="29" name="四角形: 角を丸くする 28">
                <a:extLst>
                  <a:ext uri="{FF2B5EF4-FFF2-40B4-BE49-F238E27FC236}">
                    <a16:creationId xmlns:a16="http://schemas.microsoft.com/office/drawing/2014/main" id="{D4C53C54-0ED5-055A-DA02-F726D61C3BF9}"/>
                  </a:ext>
                </a:extLst>
              </p:cNvPr>
              <p:cNvSpPr/>
              <p:nvPr/>
            </p:nvSpPr>
            <p:spPr>
              <a:xfrm>
                <a:off x="526955" y="5853203"/>
                <a:ext cx="339583" cy="344551"/>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32" name="矢印: 下 31">
                <a:extLst>
                  <a:ext uri="{FF2B5EF4-FFF2-40B4-BE49-F238E27FC236}">
                    <a16:creationId xmlns:a16="http://schemas.microsoft.com/office/drawing/2014/main" id="{FFFFEB53-4A8E-D8FB-BBA8-424F691744B3}"/>
                  </a:ext>
                </a:extLst>
              </p:cNvPr>
              <p:cNvSpPr/>
              <p:nvPr/>
            </p:nvSpPr>
            <p:spPr>
              <a:xfrm>
                <a:off x="611564" y="5914083"/>
                <a:ext cx="170364" cy="222791"/>
              </a:xfrm>
              <a:prstGeom prst="downArrow">
                <a:avLst/>
              </a:prstGeom>
              <a:solidFill>
                <a:schemeClr val="accent2"/>
              </a:solidFill>
              <a:ln w="9525">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grpSp>
      <p:pic>
        <p:nvPicPr>
          <p:cNvPr id="5" name="図 4">
            <a:extLst>
              <a:ext uri="{FF2B5EF4-FFF2-40B4-BE49-F238E27FC236}">
                <a16:creationId xmlns:a16="http://schemas.microsoft.com/office/drawing/2014/main" id="{CEB26575-EE31-6715-7FDA-71825FE94593}"/>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635838" y="1917538"/>
            <a:ext cx="3565828" cy="2005778"/>
          </a:xfrm>
          <a:prstGeom prst="rect">
            <a:avLst/>
          </a:prstGeom>
          <a:ln w="38100">
            <a:solidFill>
              <a:schemeClr val="tx1">
                <a:lumMod val="85000"/>
                <a:lumOff val="15000"/>
              </a:schemeClr>
            </a:solidFill>
          </a:ln>
        </p:spPr>
      </p:pic>
      <p:sp>
        <p:nvSpPr>
          <p:cNvPr id="6" name="テキスト ボックス 5">
            <a:extLst>
              <a:ext uri="{FF2B5EF4-FFF2-40B4-BE49-F238E27FC236}">
                <a16:creationId xmlns:a16="http://schemas.microsoft.com/office/drawing/2014/main" id="{821E89DC-92EC-73EC-C4B6-8AEE6FA9362B}"/>
              </a:ext>
            </a:extLst>
          </p:cNvPr>
          <p:cNvSpPr txBox="1"/>
          <p:nvPr/>
        </p:nvSpPr>
        <p:spPr>
          <a:xfrm>
            <a:off x="8556683" y="2662304"/>
            <a:ext cx="1826141" cy="584775"/>
          </a:xfrm>
          <a:prstGeom prst="rect">
            <a:avLst/>
          </a:prstGeom>
          <a:noFill/>
        </p:spPr>
        <p:txBody>
          <a:bodyPr wrap="none" rtlCol="0">
            <a:spAutoFit/>
          </a:bodyPr>
          <a:lstStyle/>
          <a:p>
            <a:pPr algn="ctr"/>
            <a:r>
              <a:rPr lang="ja-JP" altLang="en-US" sz="3200" dirty="0">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rPr>
              <a:t>背景素材</a:t>
            </a:r>
          </a:p>
        </p:txBody>
      </p:sp>
      <p:grpSp>
        <p:nvGrpSpPr>
          <p:cNvPr id="4" name="グループ化 3">
            <a:extLst>
              <a:ext uri="{FF2B5EF4-FFF2-40B4-BE49-F238E27FC236}">
                <a16:creationId xmlns:a16="http://schemas.microsoft.com/office/drawing/2014/main" id="{562AECBD-E406-7ACB-8AE8-ABEFC2EC803C}"/>
              </a:ext>
            </a:extLst>
          </p:cNvPr>
          <p:cNvGrpSpPr/>
          <p:nvPr/>
        </p:nvGrpSpPr>
        <p:grpSpPr>
          <a:xfrm>
            <a:off x="1567997" y="5677957"/>
            <a:ext cx="466296" cy="699535"/>
            <a:chOff x="1572592" y="5648090"/>
            <a:chExt cx="466296" cy="699535"/>
          </a:xfrm>
        </p:grpSpPr>
        <p:sp>
          <p:nvSpPr>
            <p:cNvPr id="7" name="四角形: 角を丸くする 6">
              <a:extLst>
                <a:ext uri="{FF2B5EF4-FFF2-40B4-BE49-F238E27FC236}">
                  <a16:creationId xmlns:a16="http://schemas.microsoft.com/office/drawing/2014/main" id="{78345894-6F7A-3AD0-029B-0468D6931013}"/>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8" name="四角形: 角を丸くする 7">
              <a:extLst>
                <a:ext uri="{FF2B5EF4-FFF2-40B4-BE49-F238E27FC236}">
                  <a16:creationId xmlns:a16="http://schemas.microsoft.com/office/drawing/2014/main" id="{CB09382F-5F14-9994-ABDE-885326631B00}"/>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9" name="グループ化 8">
            <a:extLst>
              <a:ext uri="{FF2B5EF4-FFF2-40B4-BE49-F238E27FC236}">
                <a16:creationId xmlns:a16="http://schemas.microsoft.com/office/drawing/2014/main" id="{56423F90-0AFE-BEB9-D330-0BB9052AE043}"/>
              </a:ext>
            </a:extLst>
          </p:cNvPr>
          <p:cNvGrpSpPr/>
          <p:nvPr/>
        </p:nvGrpSpPr>
        <p:grpSpPr>
          <a:xfrm>
            <a:off x="2169302" y="5677957"/>
            <a:ext cx="466296" cy="699535"/>
            <a:chOff x="1572592" y="5648090"/>
            <a:chExt cx="466296" cy="699535"/>
          </a:xfrm>
        </p:grpSpPr>
        <p:sp>
          <p:nvSpPr>
            <p:cNvPr id="10" name="四角形: 角を丸くする 9">
              <a:extLst>
                <a:ext uri="{FF2B5EF4-FFF2-40B4-BE49-F238E27FC236}">
                  <a16:creationId xmlns:a16="http://schemas.microsoft.com/office/drawing/2014/main" id="{C31D5119-3EE9-D695-1FDF-16CC7101524A}"/>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33" name="四角形: 角を丸くする 32">
              <a:extLst>
                <a:ext uri="{FF2B5EF4-FFF2-40B4-BE49-F238E27FC236}">
                  <a16:creationId xmlns:a16="http://schemas.microsoft.com/office/drawing/2014/main" id="{D30D58B2-E481-2193-19E0-BF048E0FCBD3}"/>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34" name="グループ化 33">
            <a:extLst>
              <a:ext uri="{FF2B5EF4-FFF2-40B4-BE49-F238E27FC236}">
                <a16:creationId xmlns:a16="http://schemas.microsoft.com/office/drawing/2014/main" id="{8B1C1737-6747-7001-A059-85EE27F8AF2E}"/>
              </a:ext>
            </a:extLst>
          </p:cNvPr>
          <p:cNvGrpSpPr/>
          <p:nvPr/>
        </p:nvGrpSpPr>
        <p:grpSpPr>
          <a:xfrm>
            <a:off x="2770607" y="5677957"/>
            <a:ext cx="466296" cy="699535"/>
            <a:chOff x="1572592" y="5648090"/>
            <a:chExt cx="466296" cy="699535"/>
          </a:xfrm>
        </p:grpSpPr>
        <p:sp>
          <p:nvSpPr>
            <p:cNvPr id="35" name="四角形: 角を丸くする 34">
              <a:extLst>
                <a:ext uri="{FF2B5EF4-FFF2-40B4-BE49-F238E27FC236}">
                  <a16:creationId xmlns:a16="http://schemas.microsoft.com/office/drawing/2014/main" id="{971105CA-1678-475D-4357-F45FDA6C40B4}"/>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36" name="四角形: 角を丸くする 35">
              <a:extLst>
                <a:ext uri="{FF2B5EF4-FFF2-40B4-BE49-F238E27FC236}">
                  <a16:creationId xmlns:a16="http://schemas.microsoft.com/office/drawing/2014/main" id="{6D7310EF-586F-22D7-98F9-BD4B232994CB}"/>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37" name="グループ化 36">
            <a:extLst>
              <a:ext uri="{FF2B5EF4-FFF2-40B4-BE49-F238E27FC236}">
                <a16:creationId xmlns:a16="http://schemas.microsoft.com/office/drawing/2014/main" id="{14A8D71E-FE23-0B76-25A6-0204728C497A}"/>
              </a:ext>
            </a:extLst>
          </p:cNvPr>
          <p:cNvGrpSpPr/>
          <p:nvPr/>
        </p:nvGrpSpPr>
        <p:grpSpPr>
          <a:xfrm>
            <a:off x="3371912" y="5677957"/>
            <a:ext cx="466296" cy="699535"/>
            <a:chOff x="1572592" y="5648090"/>
            <a:chExt cx="466296" cy="699535"/>
          </a:xfrm>
        </p:grpSpPr>
        <p:sp>
          <p:nvSpPr>
            <p:cNvPr id="38" name="四角形: 角を丸くする 37">
              <a:extLst>
                <a:ext uri="{FF2B5EF4-FFF2-40B4-BE49-F238E27FC236}">
                  <a16:creationId xmlns:a16="http://schemas.microsoft.com/office/drawing/2014/main" id="{37D52AA1-4338-48B5-DCE6-AD3D4CF69638}"/>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39" name="四角形: 角を丸くする 38">
              <a:extLst>
                <a:ext uri="{FF2B5EF4-FFF2-40B4-BE49-F238E27FC236}">
                  <a16:creationId xmlns:a16="http://schemas.microsoft.com/office/drawing/2014/main" id="{AF9F07DC-EC0B-E0D3-81D5-11102666DDE4}"/>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40" name="グループ化 39">
            <a:extLst>
              <a:ext uri="{FF2B5EF4-FFF2-40B4-BE49-F238E27FC236}">
                <a16:creationId xmlns:a16="http://schemas.microsoft.com/office/drawing/2014/main" id="{2DC50799-5C0E-C8C4-D881-3A9A8A8E8624}"/>
              </a:ext>
            </a:extLst>
          </p:cNvPr>
          <p:cNvGrpSpPr/>
          <p:nvPr/>
        </p:nvGrpSpPr>
        <p:grpSpPr>
          <a:xfrm>
            <a:off x="3973217" y="5677957"/>
            <a:ext cx="466296" cy="699535"/>
            <a:chOff x="1572592" y="5648090"/>
            <a:chExt cx="466296" cy="699535"/>
          </a:xfrm>
        </p:grpSpPr>
        <p:sp>
          <p:nvSpPr>
            <p:cNvPr id="41" name="四角形: 角を丸くする 40">
              <a:extLst>
                <a:ext uri="{FF2B5EF4-FFF2-40B4-BE49-F238E27FC236}">
                  <a16:creationId xmlns:a16="http://schemas.microsoft.com/office/drawing/2014/main" id="{A8456B34-8ADB-6047-71C2-FEA3466C6D38}"/>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42" name="四角形: 角を丸くする 41">
              <a:extLst>
                <a:ext uri="{FF2B5EF4-FFF2-40B4-BE49-F238E27FC236}">
                  <a16:creationId xmlns:a16="http://schemas.microsoft.com/office/drawing/2014/main" id="{425A7191-6401-562F-2563-8232B7DD0F94}"/>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43" name="グループ化 42">
            <a:extLst>
              <a:ext uri="{FF2B5EF4-FFF2-40B4-BE49-F238E27FC236}">
                <a16:creationId xmlns:a16="http://schemas.microsoft.com/office/drawing/2014/main" id="{B9BA67D0-CEA1-CB4A-B10F-98A33E64EB29}"/>
              </a:ext>
            </a:extLst>
          </p:cNvPr>
          <p:cNvGrpSpPr/>
          <p:nvPr/>
        </p:nvGrpSpPr>
        <p:grpSpPr>
          <a:xfrm>
            <a:off x="4574522" y="5677957"/>
            <a:ext cx="466296" cy="699535"/>
            <a:chOff x="1572592" y="5648090"/>
            <a:chExt cx="466296" cy="699535"/>
          </a:xfrm>
        </p:grpSpPr>
        <p:sp>
          <p:nvSpPr>
            <p:cNvPr id="44" name="四角形: 角を丸くする 43">
              <a:extLst>
                <a:ext uri="{FF2B5EF4-FFF2-40B4-BE49-F238E27FC236}">
                  <a16:creationId xmlns:a16="http://schemas.microsoft.com/office/drawing/2014/main" id="{EDA795DF-C185-7A96-27A3-8FB9DE05D860}"/>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46" name="四角形: 角を丸くする 45">
              <a:extLst>
                <a:ext uri="{FF2B5EF4-FFF2-40B4-BE49-F238E27FC236}">
                  <a16:creationId xmlns:a16="http://schemas.microsoft.com/office/drawing/2014/main" id="{CE66BEEF-1CA6-FDDC-FAD7-E9633D7B75A8}"/>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50" name="グループ化 49">
            <a:extLst>
              <a:ext uri="{FF2B5EF4-FFF2-40B4-BE49-F238E27FC236}">
                <a16:creationId xmlns:a16="http://schemas.microsoft.com/office/drawing/2014/main" id="{C5FCFE3C-1764-146C-D909-9D285B595F7F}"/>
              </a:ext>
            </a:extLst>
          </p:cNvPr>
          <p:cNvGrpSpPr/>
          <p:nvPr/>
        </p:nvGrpSpPr>
        <p:grpSpPr>
          <a:xfrm>
            <a:off x="5175824" y="5677957"/>
            <a:ext cx="466296" cy="699535"/>
            <a:chOff x="1572592" y="5648090"/>
            <a:chExt cx="466296" cy="699535"/>
          </a:xfrm>
        </p:grpSpPr>
        <p:sp>
          <p:nvSpPr>
            <p:cNvPr id="51" name="四角形: 角を丸くする 50">
              <a:extLst>
                <a:ext uri="{FF2B5EF4-FFF2-40B4-BE49-F238E27FC236}">
                  <a16:creationId xmlns:a16="http://schemas.microsoft.com/office/drawing/2014/main" id="{BA670D84-2CCA-1E4D-246A-27CA7E7DAABC}"/>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56" name="四角形: 角を丸くする 55">
              <a:extLst>
                <a:ext uri="{FF2B5EF4-FFF2-40B4-BE49-F238E27FC236}">
                  <a16:creationId xmlns:a16="http://schemas.microsoft.com/office/drawing/2014/main" id="{2BA0103B-45B2-31B0-17A4-A518094E3B6A}"/>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sp>
        <p:nvSpPr>
          <p:cNvPr id="58" name="テキスト ボックス 57">
            <a:extLst>
              <a:ext uri="{FF2B5EF4-FFF2-40B4-BE49-F238E27FC236}">
                <a16:creationId xmlns:a16="http://schemas.microsoft.com/office/drawing/2014/main" id="{D91077F8-B010-2F18-01FE-8B4BBECB6C9F}"/>
              </a:ext>
            </a:extLst>
          </p:cNvPr>
          <p:cNvSpPr txBox="1"/>
          <p:nvPr/>
        </p:nvSpPr>
        <p:spPr>
          <a:xfrm>
            <a:off x="9026246" y="370274"/>
            <a:ext cx="2805058" cy="400110"/>
          </a:xfrm>
          <a:prstGeom prst="rect">
            <a:avLst/>
          </a:prstGeom>
          <a:noFill/>
        </p:spPr>
        <p:txBody>
          <a:bodyPr wrap="square">
            <a:spAutoFit/>
          </a:bodyPr>
          <a:lstStyle/>
          <a:p>
            <a:pPr algn="r"/>
            <a:r>
              <a:rPr kumimoji="1" lang="en-US" altLang="ja-JP" sz="1600">
                <a:solidFill>
                  <a:schemeClr val="bg1">
                    <a:lumMod val="95000"/>
                  </a:schemeClr>
                </a:solidFill>
                <a:latin typeface="原稿用標準書体" panose="03000503000000000000" pitchFamily="66" charset="-128"/>
                <a:ea typeface="原稿用標準書体" panose="03000503000000000000" pitchFamily="66" charset="-128"/>
              </a:rPr>
              <a:t>×</a:t>
            </a:r>
            <a:r>
              <a:rPr kumimoji="1" lang="en-US" altLang="ja-JP" sz="2000">
                <a:solidFill>
                  <a:schemeClr val="bg1">
                    <a:lumMod val="95000"/>
                  </a:schemeClr>
                </a:solidFill>
                <a:latin typeface="原稿用標準書体" panose="03000503000000000000" pitchFamily="66" charset="-128"/>
                <a:ea typeface="原稿用標準書体" panose="03000503000000000000" pitchFamily="66" charset="-128"/>
              </a:rPr>
              <a:t>000</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pic>
        <p:nvPicPr>
          <p:cNvPr id="63" name="図 62">
            <a:extLst>
              <a:ext uri="{FF2B5EF4-FFF2-40B4-BE49-F238E27FC236}">
                <a16:creationId xmlns:a16="http://schemas.microsoft.com/office/drawing/2014/main" id="{F0BF551B-E1B2-11F4-DA41-539C5ACDBAD3}"/>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0789147" y="350742"/>
            <a:ext cx="410695" cy="400110"/>
          </a:xfrm>
          <a:prstGeom prst="rect">
            <a:avLst/>
          </a:prstGeom>
        </p:spPr>
      </p:pic>
      <p:sp>
        <p:nvSpPr>
          <p:cNvPr id="65" name="二等辺三角形 64">
            <a:extLst>
              <a:ext uri="{FF2B5EF4-FFF2-40B4-BE49-F238E27FC236}">
                <a16:creationId xmlns:a16="http://schemas.microsoft.com/office/drawing/2014/main" id="{624B42AE-0D88-92DE-795B-B8631191A25C}"/>
              </a:ext>
            </a:extLst>
          </p:cNvPr>
          <p:cNvSpPr/>
          <p:nvPr/>
        </p:nvSpPr>
        <p:spPr>
          <a:xfrm rot="5400000">
            <a:off x="10860936" y="5875196"/>
            <a:ext cx="364010" cy="313802"/>
          </a:xfrm>
          <a:prstGeom prst="triangl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68" name="テキスト ボックス 67">
            <a:extLst>
              <a:ext uri="{FF2B5EF4-FFF2-40B4-BE49-F238E27FC236}">
                <a16:creationId xmlns:a16="http://schemas.microsoft.com/office/drawing/2014/main" id="{8E644BCE-BEEE-DAB8-1C62-91291C7212A6}"/>
              </a:ext>
            </a:extLst>
          </p:cNvPr>
          <p:cNvSpPr txBox="1"/>
          <p:nvPr/>
        </p:nvSpPr>
        <p:spPr>
          <a:xfrm>
            <a:off x="9026246" y="5847431"/>
            <a:ext cx="1815744" cy="369332"/>
          </a:xfrm>
          <a:prstGeom prst="rect">
            <a:avLst/>
          </a:prstGeom>
          <a:noFill/>
        </p:spPr>
        <p:txBody>
          <a:bodyPr wrap="square">
            <a:spAutoFit/>
          </a:bodyPr>
          <a:lstStyle/>
          <a:p>
            <a:pPr algn="ctr"/>
            <a:r>
              <a:rPr lang="ja-JP" altLang="en-US" b="1">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rPr>
              <a:t>ストーリー</a:t>
            </a:r>
            <a:r>
              <a:rPr lang="ja-JP" altLang="en-US" sz="1800" b="1">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rPr>
              <a:t>開始</a:t>
            </a:r>
            <a:endParaRPr lang="ja-JP" altLang="en-US" sz="1800" b="1" dirty="0">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endParaRPr>
          </a:p>
        </p:txBody>
      </p:sp>
      <p:sp>
        <p:nvSpPr>
          <p:cNvPr id="20" name="矢印: 五方向 19">
            <a:extLst>
              <a:ext uri="{FF2B5EF4-FFF2-40B4-BE49-F238E27FC236}">
                <a16:creationId xmlns:a16="http://schemas.microsoft.com/office/drawing/2014/main" id="{77FDF597-CD2F-659B-695E-197AA263A2FC}"/>
              </a:ext>
            </a:extLst>
          </p:cNvPr>
          <p:cNvSpPr/>
          <p:nvPr/>
        </p:nvSpPr>
        <p:spPr>
          <a:xfrm>
            <a:off x="7057581" y="5770518"/>
            <a:ext cx="1283025" cy="523159"/>
          </a:xfrm>
          <a:prstGeom prst="homePlate">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原稿用標準書体" panose="03000503000000000000" pitchFamily="66" charset="-128"/>
                <a:ea typeface="原稿用標準書体" panose="03000503000000000000" pitchFamily="66" charset="-128"/>
              </a:rPr>
              <a:t>撤退</a:t>
            </a:r>
          </a:p>
        </p:txBody>
      </p:sp>
    </p:spTree>
    <p:extLst>
      <p:ext uri="{BB962C8B-B14F-4D97-AF65-F5344CB8AC3E}">
        <p14:creationId xmlns:p14="http://schemas.microsoft.com/office/powerpoint/2010/main" val="3326657397"/>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bg>
      <p:bgPr>
        <a:gradFill>
          <a:gsLst>
            <a:gs pos="46690">
              <a:schemeClr val="accent6">
                <a:lumMod val="75000"/>
              </a:schemeClr>
            </a:gs>
            <a:gs pos="0">
              <a:schemeClr val="accent6">
                <a:lumMod val="50000"/>
              </a:schemeClr>
            </a:gs>
            <a:gs pos="23000">
              <a:schemeClr val="accent6">
                <a:lumMod val="75000"/>
              </a:schemeClr>
            </a:gs>
            <a:gs pos="69000">
              <a:schemeClr val="accent6">
                <a:lumMod val="50000"/>
              </a:schemeClr>
            </a:gs>
            <a:gs pos="97000">
              <a:schemeClr val="tx1">
                <a:lumMod val="85000"/>
                <a:lumOff val="15000"/>
              </a:schemeClr>
            </a:gs>
          </a:gsLst>
          <a:path path="circle">
            <a:fillToRect l="50000" t="50000" r="50000" b="50000"/>
          </a:path>
        </a:gradFill>
        <a:effectLst/>
      </p:bgPr>
    </p:bg>
    <p:spTree>
      <p:nvGrpSpPr>
        <p:cNvPr id="1" name="">
          <a:extLst>
            <a:ext uri="{FF2B5EF4-FFF2-40B4-BE49-F238E27FC236}">
              <a16:creationId xmlns:a16="http://schemas.microsoft.com/office/drawing/2014/main" id="{38B0147D-9B24-7B70-88C4-279F9D1FB1BE}"/>
            </a:ext>
          </a:extLst>
        </p:cNvPr>
        <p:cNvGrpSpPr/>
        <p:nvPr/>
      </p:nvGrpSpPr>
      <p:grpSpPr>
        <a:xfrm>
          <a:off x="0" y="0"/>
          <a:ext cx="0" cy="0"/>
          <a:chOff x="0" y="0"/>
          <a:chExt cx="0" cy="0"/>
        </a:xfrm>
      </p:grpSpPr>
      <p:sp>
        <p:nvSpPr>
          <p:cNvPr id="78" name="二等辺三角形 77">
            <a:extLst>
              <a:ext uri="{FF2B5EF4-FFF2-40B4-BE49-F238E27FC236}">
                <a16:creationId xmlns:a16="http://schemas.microsoft.com/office/drawing/2014/main" id="{FDBFC32C-D849-15FA-81C0-D4C80F5CE91D}"/>
              </a:ext>
            </a:extLst>
          </p:cNvPr>
          <p:cNvSpPr/>
          <p:nvPr/>
        </p:nvSpPr>
        <p:spPr>
          <a:xfrm rot="16200000">
            <a:off x="5766625" y="-1014151"/>
            <a:ext cx="658751" cy="3259291"/>
          </a:xfrm>
          <a:prstGeom prst="triangle">
            <a:avLst/>
          </a:prstGeom>
          <a:solidFill>
            <a:schemeClr val="accent6">
              <a:lumMod val="20000"/>
              <a:lumOff val="80000"/>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9" name="テキスト ボックス 78">
            <a:extLst>
              <a:ext uri="{FF2B5EF4-FFF2-40B4-BE49-F238E27FC236}">
                <a16:creationId xmlns:a16="http://schemas.microsoft.com/office/drawing/2014/main" id="{98D836F2-48FF-C773-1D1C-669CA7B856AB}"/>
              </a:ext>
            </a:extLst>
          </p:cNvPr>
          <p:cNvSpPr txBox="1"/>
          <p:nvPr/>
        </p:nvSpPr>
        <p:spPr>
          <a:xfrm>
            <a:off x="4145673" y="271121"/>
            <a:ext cx="4009051" cy="646331"/>
          </a:xfrm>
          <a:prstGeom prst="rect">
            <a:avLst/>
          </a:prstGeom>
          <a:noFill/>
        </p:spPr>
        <p:txBody>
          <a:bodyPr wrap="square">
            <a:spAutoFit/>
          </a:bodyPr>
          <a:lstStyle/>
          <a:p>
            <a:pPr algn="ctr"/>
            <a:r>
              <a:rPr lang="ja-JP" altLang="en-US" sz="3600" b="1">
                <a:solidFill>
                  <a:schemeClr val="bg1">
                    <a:lumMod val="95000"/>
                  </a:schemeClr>
                </a:solidFill>
                <a:latin typeface="原稿用標準書体" panose="03000503000000000000" pitchFamily="66" charset="-128"/>
                <a:ea typeface="原稿用標準書体" panose="03000503000000000000" pitchFamily="66" charset="-128"/>
              </a:rPr>
              <a:t>ボスバトル</a:t>
            </a:r>
            <a:r>
              <a:rPr lang="ja-JP" altLang="en-US" sz="3600" b="1" dirty="0">
                <a:solidFill>
                  <a:schemeClr val="bg1">
                    <a:lumMod val="95000"/>
                  </a:schemeClr>
                </a:solidFill>
                <a:latin typeface="原稿用標準書体" panose="03000503000000000000" pitchFamily="66" charset="-128"/>
                <a:ea typeface="原稿用標準書体" panose="03000503000000000000" pitchFamily="66" charset="-128"/>
              </a:rPr>
              <a:t>発生</a:t>
            </a:r>
            <a:endParaRPr kumimoji="1" lang="ja-JP" altLang="en-US" sz="36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76" name="テキスト ボックス 75">
            <a:extLst>
              <a:ext uri="{FF2B5EF4-FFF2-40B4-BE49-F238E27FC236}">
                <a16:creationId xmlns:a16="http://schemas.microsoft.com/office/drawing/2014/main" id="{0F44B1DA-85CA-29D4-FED0-6EC62F6B66E8}"/>
              </a:ext>
            </a:extLst>
          </p:cNvPr>
          <p:cNvSpPr txBox="1"/>
          <p:nvPr/>
        </p:nvSpPr>
        <p:spPr>
          <a:xfrm>
            <a:off x="4105259" y="280585"/>
            <a:ext cx="4009051" cy="646331"/>
          </a:xfrm>
          <a:prstGeom prst="rect">
            <a:avLst/>
          </a:prstGeom>
          <a:noFill/>
        </p:spPr>
        <p:txBody>
          <a:bodyPr wrap="square">
            <a:spAutoFit/>
          </a:bodyPr>
          <a:lstStyle/>
          <a:p>
            <a:pPr algn="ctr"/>
            <a:r>
              <a:rPr lang="ja-JP" altLang="en-US" sz="3600" b="1">
                <a:solidFill>
                  <a:srgbClr val="CC00FF"/>
                </a:solidFill>
                <a:latin typeface="原稿用標準書体" panose="03000503000000000000" pitchFamily="66" charset="-128"/>
                <a:ea typeface="原稿用標準書体" panose="03000503000000000000" pitchFamily="66" charset="-128"/>
              </a:rPr>
              <a:t>ボスバトル</a:t>
            </a:r>
            <a:r>
              <a:rPr lang="ja-JP" altLang="en-US" sz="3600" b="1" dirty="0">
                <a:solidFill>
                  <a:srgbClr val="CC00FF"/>
                </a:solidFill>
                <a:latin typeface="原稿用標準書体" panose="03000503000000000000" pitchFamily="66" charset="-128"/>
                <a:ea typeface="原稿用標準書体" panose="03000503000000000000" pitchFamily="66" charset="-128"/>
              </a:rPr>
              <a:t>発生</a:t>
            </a:r>
            <a:endParaRPr kumimoji="1" lang="ja-JP" altLang="en-US" sz="3600" b="1" dirty="0">
              <a:solidFill>
                <a:srgbClr val="CC00FF"/>
              </a:solidFill>
              <a:latin typeface="原稿用標準書体" panose="03000503000000000000" pitchFamily="66" charset="-128"/>
              <a:ea typeface="原稿用標準書体" panose="03000503000000000000" pitchFamily="66" charset="-128"/>
            </a:endParaRPr>
          </a:p>
        </p:txBody>
      </p:sp>
      <p:sp>
        <p:nvSpPr>
          <p:cNvPr id="3" name="楕円 2">
            <a:extLst>
              <a:ext uri="{FF2B5EF4-FFF2-40B4-BE49-F238E27FC236}">
                <a16:creationId xmlns:a16="http://schemas.microsoft.com/office/drawing/2014/main" id="{2CBB4ED7-CD1D-8DDC-9D1A-EBEDA525C122}"/>
              </a:ext>
            </a:extLst>
          </p:cNvPr>
          <p:cNvSpPr/>
          <p:nvPr/>
        </p:nvSpPr>
        <p:spPr>
          <a:xfrm>
            <a:off x="1047554" y="1954762"/>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rgbClr val="C00000"/>
                </a:solidFill>
                <a:latin typeface="原稿用標準書体" panose="03000503000000000000" pitchFamily="66" charset="-128"/>
                <a:ea typeface="原稿用標準書体" panose="03000503000000000000" pitchFamily="66" charset="-128"/>
              </a:rPr>
              <a:t>BATTLE</a:t>
            </a:r>
            <a:endParaRPr kumimoji="1" lang="ja-JP" altLang="en-US" dirty="0">
              <a:solidFill>
                <a:srgbClr val="C00000"/>
              </a:solidFill>
              <a:latin typeface="原稿用標準書体" panose="03000503000000000000" pitchFamily="66" charset="-128"/>
              <a:ea typeface="原稿用標準書体" panose="03000503000000000000" pitchFamily="66" charset="-128"/>
            </a:endParaRPr>
          </a:p>
        </p:txBody>
      </p:sp>
      <p:sp>
        <p:nvSpPr>
          <p:cNvPr id="19" name="楕円 18">
            <a:extLst>
              <a:ext uri="{FF2B5EF4-FFF2-40B4-BE49-F238E27FC236}">
                <a16:creationId xmlns:a16="http://schemas.microsoft.com/office/drawing/2014/main" id="{57F956A9-1ECC-D7F3-8657-C4341747E309}"/>
              </a:ext>
            </a:extLst>
          </p:cNvPr>
          <p:cNvSpPr/>
          <p:nvPr/>
        </p:nvSpPr>
        <p:spPr>
          <a:xfrm>
            <a:off x="2385004" y="3572515"/>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chemeClr val="accent3"/>
                </a:solidFill>
                <a:latin typeface="原稿用標準書体" panose="03000503000000000000" pitchFamily="66" charset="-128"/>
                <a:ea typeface="原稿用標準書体" panose="03000503000000000000" pitchFamily="66" charset="-128"/>
              </a:rPr>
              <a:t>STORY</a:t>
            </a:r>
            <a:endParaRPr kumimoji="1" lang="ja-JP" altLang="en-US" dirty="0">
              <a:solidFill>
                <a:schemeClr val="accent3"/>
              </a:solidFill>
              <a:latin typeface="原稿用標準書体" panose="03000503000000000000" pitchFamily="66" charset="-128"/>
              <a:ea typeface="原稿用標準書体" panose="03000503000000000000" pitchFamily="66" charset="-128"/>
            </a:endParaRPr>
          </a:p>
        </p:txBody>
      </p:sp>
      <p:sp>
        <p:nvSpPr>
          <p:cNvPr id="30" name="矢印: 五方向 29">
            <a:extLst>
              <a:ext uri="{FF2B5EF4-FFF2-40B4-BE49-F238E27FC236}">
                <a16:creationId xmlns:a16="http://schemas.microsoft.com/office/drawing/2014/main" id="{048DD77D-1D38-6642-0304-6B33C3B7F405}"/>
              </a:ext>
            </a:extLst>
          </p:cNvPr>
          <p:cNvSpPr/>
          <p:nvPr/>
        </p:nvSpPr>
        <p:spPr>
          <a:xfrm>
            <a:off x="7057581" y="5770518"/>
            <a:ext cx="1283025" cy="523159"/>
          </a:xfrm>
          <a:prstGeom prst="homePlate">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原稿用標準書体" panose="03000503000000000000" pitchFamily="66" charset="-128"/>
                <a:ea typeface="原稿用標準書体" panose="03000503000000000000" pitchFamily="66" charset="-128"/>
              </a:rPr>
              <a:t>撤退</a:t>
            </a:r>
          </a:p>
        </p:txBody>
      </p:sp>
      <p:sp>
        <p:nvSpPr>
          <p:cNvPr id="44" name="四角形: 角を丸くする 43">
            <a:extLst>
              <a:ext uri="{FF2B5EF4-FFF2-40B4-BE49-F238E27FC236}">
                <a16:creationId xmlns:a16="http://schemas.microsoft.com/office/drawing/2014/main" id="{C9E3FB25-B5B4-8C4A-B590-E4A6753A2126}"/>
              </a:ext>
            </a:extLst>
          </p:cNvPr>
          <p:cNvSpPr/>
          <p:nvPr/>
        </p:nvSpPr>
        <p:spPr>
          <a:xfrm>
            <a:off x="429205" y="5555534"/>
            <a:ext cx="6136930" cy="953126"/>
          </a:xfrm>
          <a:prstGeom prst="roundRect">
            <a:avLst>
              <a:gd name="adj" fmla="val 11772"/>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45" name="楕円 44">
            <a:extLst>
              <a:ext uri="{FF2B5EF4-FFF2-40B4-BE49-F238E27FC236}">
                <a16:creationId xmlns:a16="http://schemas.microsoft.com/office/drawing/2014/main" id="{AC97CFAE-2C5F-0564-4122-EB13DE149DD7}"/>
              </a:ext>
            </a:extLst>
          </p:cNvPr>
          <p:cNvSpPr/>
          <p:nvPr/>
        </p:nvSpPr>
        <p:spPr>
          <a:xfrm>
            <a:off x="4244584" y="2366021"/>
            <a:ext cx="1163216" cy="1163216"/>
          </a:xfrm>
          <a:prstGeom prst="ellipse">
            <a:avLst/>
          </a:prstGeom>
          <a:solidFill>
            <a:srgbClr val="9900CC"/>
          </a:solidFill>
          <a:ln w="63500">
            <a:solidFill>
              <a:schemeClr val="accent6"/>
            </a:solidFill>
          </a:ln>
          <a:effectLst>
            <a:glow rad="127000">
              <a:schemeClr val="accent6">
                <a:lumMod val="20000"/>
                <a:lumOff val="80000"/>
                <a:alpha val="55000"/>
              </a:schemeClr>
            </a:glow>
          </a:effectLst>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lang="en-US" altLang="ja-JP">
                <a:solidFill>
                  <a:schemeClr val="accent2"/>
                </a:solidFill>
                <a:latin typeface="原稿用標準書体" panose="03000503000000000000" pitchFamily="66" charset="-128"/>
                <a:ea typeface="原稿用標準書体" panose="03000503000000000000" pitchFamily="66" charset="-128"/>
              </a:rPr>
              <a:t>BOSS</a:t>
            </a:r>
            <a:endParaRPr lang="ja-JP" altLang="en-US" dirty="0">
              <a:solidFill>
                <a:schemeClr val="accent2"/>
              </a:solidFill>
              <a:latin typeface="原稿用標準書体" panose="03000503000000000000" pitchFamily="66" charset="-128"/>
              <a:ea typeface="原稿用標準書体" panose="03000503000000000000" pitchFamily="66" charset="-128"/>
            </a:endParaRPr>
          </a:p>
        </p:txBody>
      </p:sp>
      <p:sp>
        <p:nvSpPr>
          <p:cNvPr id="47" name="楕円 46">
            <a:extLst>
              <a:ext uri="{FF2B5EF4-FFF2-40B4-BE49-F238E27FC236}">
                <a16:creationId xmlns:a16="http://schemas.microsoft.com/office/drawing/2014/main" id="{2823AC46-2814-96E2-922B-C27B0B75DE07}"/>
              </a:ext>
            </a:extLst>
          </p:cNvPr>
          <p:cNvSpPr/>
          <p:nvPr/>
        </p:nvSpPr>
        <p:spPr>
          <a:xfrm>
            <a:off x="-2137874" y="2847392"/>
            <a:ext cx="1163216" cy="1163216"/>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chemeClr val="accent4"/>
                </a:solidFill>
                <a:latin typeface="原稿用標準書体" panose="03000503000000000000" pitchFamily="66" charset="-128"/>
                <a:ea typeface="原稿用標準書体" panose="03000503000000000000" pitchFamily="66" charset="-128"/>
              </a:rPr>
              <a:t>START</a:t>
            </a:r>
            <a:endParaRPr kumimoji="1" lang="ja-JP" altLang="en-US" dirty="0">
              <a:solidFill>
                <a:schemeClr val="accent4"/>
              </a:solidFill>
              <a:latin typeface="原稿用標準書体" panose="03000503000000000000" pitchFamily="66" charset="-128"/>
              <a:ea typeface="原稿用標準書体" panose="03000503000000000000" pitchFamily="66" charset="-128"/>
            </a:endParaRPr>
          </a:p>
        </p:txBody>
      </p:sp>
      <p:cxnSp>
        <p:nvCxnSpPr>
          <p:cNvPr id="52" name="直線コネクタ 51">
            <a:extLst>
              <a:ext uri="{FF2B5EF4-FFF2-40B4-BE49-F238E27FC236}">
                <a16:creationId xmlns:a16="http://schemas.microsoft.com/office/drawing/2014/main" id="{2F625029-7DB8-27EC-953D-999B8B169B23}"/>
              </a:ext>
            </a:extLst>
          </p:cNvPr>
          <p:cNvCxnSpPr>
            <a:cxnSpLocks/>
            <a:endCxn id="3" idx="2"/>
          </p:cNvCxnSpPr>
          <p:nvPr/>
        </p:nvCxnSpPr>
        <p:spPr>
          <a:xfrm flipV="1">
            <a:off x="380867" y="2536370"/>
            <a:ext cx="666687" cy="836644"/>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61" name="直線コネクタ 60">
            <a:extLst>
              <a:ext uri="{FF2B5EF4-FFF2-40B4-BE49-F238E27FC236}">
                <a16:creationId xmlns:a16="http://schemas.microsoft.com/office/drawing/2014/main" id="{A073EDA4-943B-616B-B2E1-1A53B3AE09CB}"/>
              </a:ext>
            </a:extLst>
          </p:cNvPr>
          <p:cNvCxnSpPr>
            <a:cxnSpLocks/>
            <a:stCxn id="19" idx="1"/>
            <a:endCxn id="3" idx="5"/>
          </p:cNvCxnSpPr>
          <p:nvPr/>
        </p:nvCxnSpPr>
        <p:spPr>
          <a:xfrm flipH="1" flipV="1">
            <a:off x="2040421" y="2947629"/>
            <a:ext cx="514932" cy="795235"/>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74" name="直線コネクタ 73">
            <a:extLst>
              <a:ext uri="{FF2B5EF4-FFF2-40B4-BE49-F238E27FC236}">
                <a16:creationId xmlns:a16="http://schemas.microsoft.com/office/drawing/2014/main" id="{3FEC1364-CA31-DC16-429A-C391B225BD69}"/>
              </a:ext>
            </a:extLst>
          </p:cNvPr>
          <p:cNvCxnSpPr>
            <a:cxnSpLocks/>
            <a:stCxn id="19" idx="7"/>
            <a:endCxn id="45" idx="2"/>
          </p:cNvCxnSpPr>
          <p:nvPr/>
        </p:nvCxnSpPr>
        <p:spPr>
          <a:xfrm flipV="1">
            <a:off x="3377871" y="2947629"/>
            <a:ext cx="866713" cy="795235"/>
          </a:xfrm>
          <a:prstGeom prst="line">
            <a:avLst/>
          </a:prstGeom>
          <a:ln w="63500">
            <a:solidFill>
              <a:schemeClr val="accent6"/>
            </a:solidFill>
            <a:prstDash val="sysDot"/>
          </a:ln>
        </p:spPr>
        <p:style>
          <a:lnRef idx="2">
            <a:schemeClr val="accent1"/>
          </a:lnRef>
          <a:fillRef idx="0">
            <a:schemeClr val="accent1"/>
          </a:fillRef>
          <a:effectRef idx="1">
            <a:schemeClr val="accent1"/>
          </a:effectRef>
          <a:fontRef idx="minor">
            <a:schemeClr val="tx1"/>
          </a:fontRef>
        </p:style>
      </p:cxnSp>
      <p:grpSp>
        <p:nvGrpSpPr>
          <p:cNvPr id="2" name="グループ化 1">
            <a:extLst>
              <a:ext uri="{FF2B5EF4-FFF2-40B4-BE49-F238E27FC236}">
                <a16:creationId xmlns:a16="http://schemas.microsoft.com/office/drawing/2014/main" id="{0BA45DDE-BFC0-B15F-5E43-622FB71BFF35}"/>
              </a:ext>
            </a:extLst>
          </p:cNvPr>
          <p:cNvGrpSpPr/>
          <p:nvPr/>
        </p:nvGrpSpPr>
        <p:grpSpPr>
          <a:xfrm>
            <a:off x="4405894" y="1485969"/>
            <a:ext cx="840596" cy="833567"/>
            <a:chOff x="1367715" y="1890973"/>
            <a:chExt cx="840596" cy="833567"/>
          </a:xfrm>
        </p:grpSpPr>
        <p:sp>
          <p:nvSpPr>
            <p:cNvPr id="88" name="吹き出し: 円形 87">
              <a:extLst>
                <a:ext uri="{FF2B5EF4-FFF2-40B4-BE49-F238E27FC236}">
                  <a16:creationId xmlns:a16="http://schemas.microsoft.com/office/drawing/2014/main" id="{E881249A-30E1-609A-622D-20757FE4F33B}"/>
                </a:ext>
              </a:extLst>
            </p:cNvPr>
            <p:cNvSpPr/>
            <p:nvPr/>
          </p:nvSpPr>
          <p:spPr>
            <a:xfrm>
              <a:off x="1367715" y="1890973"/>
              <a:ext cx="840596" cy="828901"/>
            </a:xfrm>
            <a:prstGeom prst="wedgeEllipseCallout">
              <a:avLst>
                <a:gd name="adj1" fmla="val 257"/>
                <a:gd name="adj2" fmla="val 71505"/>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90" name="図 89">
              <a:extLst>
                <a:ext uri="{FF2B5EF4-FFF2-40B4-BE49-F238E27FC236}">
                  <a16:creationId xmlns:a16="http://schemas.microsoft.com/office/drawing/2014/main" id="{DB6F2F3E-0985-0202-9E22-3B03C8E150E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396905" y="1923662"/>
              <a:ext cx="800878" cy="800878"/>
            </a:xfrm>
            <a:prstGeom prst="rect">
              <a:avLst/>
            </a:prstGeom>
          </p:spPr>
        </p:pic>
      </p:grpSp>
      <p:sp>
        <p:nvSpPr>
          <p:cNvPr id="49" name="四角形: 角を丸くする 48">
            <a:extLst>
              <a:ext uri="{FF2B5EF4-FFF2-40B4-BE49-F238E27FC236}">
                <a16:creationId xmlns:a16="http://schemas.microsoft.com/office/drawing/2014/main" id="{3B1AFC29-6813-F0BC-AB46-65FCAE5FEF9A}"/>
              </a:ext>
            </a:extLst>
          </p:cNvPr>
          <p:cNvSpPr/>
          <p:nvPr/>
        </p:nvSpPr>
        <p:spPr>
          <a:xfrm>
            <a:off x="8862861" y="5716570"/>
            <a:ext cx="2729924" cy="631055"/>
          </a:xfrm>
          <a:prstGeom prst="roundRect">
            <a:avLst>
              <a:gd name="adj" fmla="val 9570"/>
            </a:avLst>
          </a:prstGeom>
          <a:solidFill>
            <a:srgbClr val="9900CC">
              <a:alpha val="84706"/>
            </a:srgb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b="1" dirty="0">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endParaRPr>
          </a:p>
        </p:txBody>
      </p:sp>
      <p:sp>
        <p:nvSpPr>
          <p:cNvPr id="16" name="四角形: 角を丸くする 15">
            <a:extLst>
              <a:ext uri="{FF2B5EF4-FFF2-40B4-BE49-F238E27FC236}">
                <a16:creationId xmlns:a16="http://schemas.microsoft.com/office/drawing/2014/main" id="{10AAC30C-EDA7-A134-5398-4D70928435DE}"/>
              </a:ext>
            </a:extLst>
          </p:cNvPr>
          <p:cNvSpPr>
            <a:spLocks/>
          </p:cNvSpPr>
          <p:nvPr/>
        </p:nvSpPr>
        <p:spPr>
          <a:xfrm>
            <a:off x="7244719" y="1170675"/>
            <a:ext cx="4348066" cy="4131004"/>
          </a:xfrm>
          <a:prstGeom prst="roundRect">
            <a:avLst>
              <a:gd name="adj" fmla="val 9570"/>
            </a:avLst>
          </a:prstGeom>
          <a:solidFill>
            <a:schemeClr val="accent6">
              <a:lumMod val="20000"/>
              <a:lumOff val="80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55" name="グループ化 54">
            <a:extLst>
              <a:ext uri="{FF2B5EF4-FFF2-40B4-BE49-F238E27FC236}">
                <a16:creationId xmlns:a16="http://schemas.microsoft.com/office/drawing/2014/main" id="{EA258A2A-9E6D-8EBF-E62C-FFB9B7188E60}"/>
              </a:ext>
            </a:extLst>
          </p:cNvPr>
          <p:cNvGrpSpPr/>
          <p:nvPr/>
        </p:nvGrpSpPr>
        <p:grpSpPr>
          <a:xfrm rot="651301">
            <a:off x="3430510" y="3177201"/>
            <a:ext cx="560995" cy="489333"/>
            <a:chOff x="2420469" y="2760201"/>
            <a:chExt cx="560995" cy="489333"/>
          </a:xfrm>
        </p:grpSpPr>
        <p:sp>
          <p:nvSpPr>
            <p:cNvPr id="53" name="矢印: 山形 52">
              <a:extLst>
                <a:ext uri="{FF2B5EF4-FFF2-40B4-BE49-F238E27FC236}">
                  <a16:creationId xmlns:a16="http://schemas.microsoft.com/office/drawing/2014/main" id="{97E3C70C-F1EE-04BD-4BCD-687F157B86AB}"/>
                </a:ext>
              </a:extLst>
            </p:cNvPr>
            <p:cNvSpPr/>
            <p:nvPr/>
          </p:nvSpPr>
          <p:spPr>
            <a:xfrm rot="18735780">
              <a:off x="2681151" y="2696515"/>
              <a:ext cx="236627" cy="363999"/>
            </a:xfrm>
            <a:prstGeom prst="chevron">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latin typeface="原稿用標準書体" panose="03000503000000000000" pitchFamily="66" charset="-128"/>
                <a:ea typeface="原稿用標準書体" panose="03000503000000000000" pitchFamily="66" charset="-128"/>
              </a:endParaRPr>
            </a:p>
          </p:txBody>
        </p:sp>
        <p:sp>
          <p:nvSpPr>
            <p:cNvPr id="54" name="矢印: 山形 53">
              <a:extLst>
                <a:ext uri="{FF2B5EF4-FFF2-40B4-BE49-F238E27FC236}">
                  <a16:creationId xmlns:a16="http://schemas.microsoft.com/office/drawing/2014/main" id="{29A46BCA-8755-9376-707E-495EB12BDA45}"/>
                </a:ext>
              </a:extLst>
            </p:cNvPr>
            <p:cNvSpPr/>
            <p:nvPr/>
          </p:nvSpPr>
          <p:spPr>
            <a:xfrm rot="18735780">
              <a:off x="2484155" y="2949221"/>
              <a:ext cx="236627" cy="363999"/>
            </a:xfrm>
            <a:prstGeom prst="chevron">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latin typeface="原稿用標準書体" panose="03000503000000000000" pitchFamily="66" charset="-128"/>
                <a:ea typeface="原稿用標準書体" panose="03000503000000000000" pitchFamily="66" charset="-128"/>
              </a:endParaRPr>
            </a:p>
          </p:txBody>
        </p:sp>
      </p:grpSp>
      <p:sp>
        <p:nvSpPr>
          <p:cNvPr id="59" name="楕円 58">
            <a:extLst>
              <a:ext uri="{FF2B5EF4-FFF2-40B4-BE49-F238E27FC236}">
                <a16:creationId xmlns:a16="http://schemas.microsoft.com/office/drawing/2014/main" id="{62A9DF54-56E3-7815-E258-2054CA6A9AB6}"/>
              </a:ext>
            </a:extLst>
          </p:cNvPr>
          <p:cNvSpPr/>
          <p:nvPr/>
        </p:nvSpPr>
        <p:spPr>
          <a:xfrm>
            <a:off x="2378629" y="3572515"/>
            <a:ext cx="1163216" cy="1163216"/>
          </a:xfrm>
          <a:prstGeom prst="ellipse">
            <a:avLst/>
          </a:prstGeom>
          <a:solidFill>
            <a:schemeClr val="tx1">
              <a:lumMod val="75000"/>
              <a:lumOff val="25000"/>
              <a:alpha val="60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endParaRPr kumimoji="1" lang="ja-JP" altLang="en-US" dirty="0">
              <a:solidFill>
                <a:schemeClr val="accent3"/>
              </a:solidFill>
              <a:latin typeface="原稿用標準書体" panose="03000503000000000000" pitchFamily="66" charset="-128"/>
              <a:ea typeface="原稿用標準書体" panose="03000503000000000000" pitchFamily="66" charset="-128"/>
            </a:endParaRPr>
          </a:p>
        </p:txBody>
      </p:sp>
      <p:sp>
        <p:nvSpPr>
          <p:cNvPr id="60" name="楕円 59">
            <a:extLst>
              <a:ext uri="{FF2B5EF4-FFF2-40B4-BE49-F238E27FC236}">
                <a16:creationId xmlns:a16="http://schemas.microsoft.com/office/drawing/2014/main" id="{1B975BD8-41BA-DFA7-87B8-723BDBE349F2}"/>
              </a:ext>
            </a:extLst>
          </p:cNvPr>
          <p:cNvSpPr/>
          <p:nvPr/>
        </p:nvSpPr>
        <p:spPr>
          <a:xfrm>
            <a:off x="1020425" y="1952459"/>
            <a:ext cx="1163216" cy="1163216"/>
          </a:xfrm>
          <a:prstGeom prst="ellipse">
            <a:avLst/>
          </a:prstGeom>
          <a:solidFill>
            <a:schemeClr val="tx1">
              <a:lumMod val="75000"/>
              <a:lumOff val="25000"/>
              <a:alpha val="60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endParaRPr kumimoji="1" lang="ja-JP" altLang="en-US" dirty="0">
              <a:solidFill>
                <a:schemeClr val="accent3"/>
              </a:solidFill>
              <a:latin typeface="原稿用標準書体" panose="03000503000000000000" pitchFamily="66" charset="-128"/>
              <a:ea typeface="原稿用標準書体" panose="03000503000000000000" pitchFamily="66" charset="-128"/>
            </a:endParaRPr>
          </a:p>
        </p:txBody>
      </p:sp>
      <p:sp>
        <p:nvSpPr>
          <p:cNvPr id="66" name="テキスト ボックス 65">
            <a:extLst>
              <a:ext uri="{FF2B5EF4-FFF2-40B4-BE49-F238E27FC236}">
                <a16:creationId xmlns:a16="http://schemas.microsoft.com/office/drawing/2014/main" id="{DD1D1786-AA40-A5A4-5D0D-6827813231B8}"/>
              </a:ext>
            </a:extLst>
          </p:cNvPr>
          <p:cNvSpPr txBox="1"/>
          <p:nvPr/>
        </p:nvSpPr>
        <p:spPr>
          <a:xfrm>
            <a:off x="274502" y="323619"/>
            <a:ext cx="2805058" cy="523220"/>
          </a:xfrm>
          <a:prstGeom prst="rect">
            <a:avLst/>
          </a:prstGeom>
          <a:noFill/>
        </p:spPr>
        <p:txBody>
          <a:bodyPr wrap="square">
            <a:spAutoFit/>
          </a:bodyPr>
          <a:lstStyle/>
          <a:p>
            <a:r>
              <a:rPr lang="en-US" altLang="ja-JP" sz="2000" b="1" dirty="0">
                <a:solidFill>
                  <a:schemeClr val="bg1">
                    <a:lumMod val="95000"/>
                  </a:schemeClr>
                </a:solidFill>
                <a:latin typeface="原稿用標準書体" panose="03000503000000000000" pitchFamily="66" charset="-128"/>
                <a:ea typeface="原稿用標準書体" panose="03000503000000000000" pitchFamily="66" charset="-128"/>
              </a:rPr>
              <a:t>BOSS</a:t>
            </a:r>
            <a:r>
              <a:rPr lang="ja-JP" altLang="en-US" sz="2000" b="1" dirty="0">
                <a:solidFill>
                  <a:schemeClr val="bg1">
                    <a:lumMod val="95000"/>
                  </a:schemeClr>
                </a:solidFill>
                <a:latin typeface="原稿用標準書体" panose="03000503000000000000" pitchFamily="66" charset="-128"/>
                <a:ea typeface="原稿用標準書体" panose="03000503000000000000" pitchFamily="66" charset="-128"/>
              </a:rPr>
              <a:t>まで</a:t>
            </a:r>
            <a:r>
              <a:rPr lang="en-US" altLang="ja-JP" sz="2800" b="1" dirty="0">
                <a:solidFill>
                  <a:schemeClr val="bg1">
                    <a:lumMod val="95000"/>
                  </a:schemeClr>
                </a:solidFill>
                <a:latin typeface="原稿用標準書体" panose="03000503000000000000" pitchFamily="66" charset="-128"/>
                <a:ea typeface="原稿用標準書体" panose="03000503000000000000" pitchFamily="66" charset="-128"/>
              </a:rPr>
              <a:t>00</a:t>
            </a:r>
            <a:r>
              <a:rPr lang="ja-JP" altLang="en-US" sz="2000" b="1" dirty="0">
                <a:solidFill>
                  <a:schemeClr val="bg1">
                    <a:lumMod val="95000"/>
                  </a:schemeClr>
                </a:solidFill>
                <a:latin typeface="原稿用標準書体" panose="03000503000000000000" pitchFamily="66" charset="-128"/>
                <a:ea typeface="原稿用標準書体" panose="03000503000000000000" pitchFamily="66" charset="-128"/>
              </a:rPr>
              <a:t>ノード</a:t>
            </a:r>
            <a:endParaRPr kumimoji="1" lang="ja-JP" altLang="en-US" sz="20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6" name="四角形: 角を丸くする 5">
            <a:extLst>
              <a:ext uri="{FF2B5EF4-FFF2-40B4-BE49-F238E27FC236}">
                <a16:creationId xmlns:a16="http://schemas.microsoft.com/office/drawing/2014/main" id="{E9A596F3-351E-81F2-980A-1A1528B3BD54}"/>
              </a:ext>
            </a:extLst>
          </p:cNvPr>
          <p:cNvSpPr/>
          <p:nvPr/>
        </p:nvSpPr>
        <p:spPr>
          <a:xfrm>
            <a:off x="5823552" y="5742661"/>
            <a:ext cx="658871" cy="64558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cxnSp>
        <p:nvCxnSpPr>
          <p:cNvPr id="38" name="直線コネクタ 37">
            <a:extLst>
              <a:ext uri="{FF2B5EF4-FFF2-40B4-BE49-F238E27FC236}">
                <a16:creationId xmlns:a16="http://schemas.microsoft.com/office/drawing/2014/main" id="{E15DE37A-897E-AB95-8346-2544C9709CCF}"/>
              </a:ext>
            </a:extLst>
          </p:cNvPr>
          <p:cNvCxnSpPr>
            <a:cxnSpLocks/>
          </p:cNvCxnSpPr>
          <p:nvPr/>
        </p:nvCxnSpPr>
        <p:spPr>
          <a:xfrm flipV="1">
            <a:off x="1365082" y="5648090"/>
            <a:ext cx="0" cy="783494"/>
          </a:xfrm>
          <a:prstGeom prst="line">
            <a:avLst/>
          </a:prstGeom>
          <a:ln>
            <a:solidFill>
              <a:schemeClr val="tx1">
                <a:lumMod val="85000"/>
                <a:lumOff val="15000"/>
              </a:schemeClr>
            </a:solidFill>
          </a:ln>
        </p:spPr>
        <p:style>
          <a:lnRef idx="2">
            <a:schemeClr val="accent1"/>
          </a:lnRef>
          <a:fillRef idx="0">
            <a:schemeClr val="accent1"/>
          </a:fillRef>
          <a:effectRef idx="1">
            <a:schemeClr val="accent1"/>
          </a:effectRef>
          <a:fontRef idx="minor">
            <a:schemeClr val="tx1"/>
          </a:fontRef>
        </p:style>
      </p:cxnSp>
      <p:sp>
        <p:nvSpPr>
          <p:cNvPr id="80" name="テキスト ボックス 79">
            <a:extLst>
              <a:ext uri="{FF2B5EF4-FFF2-40B4-BE49-F238E27FC236}">
                <a16:creationId xmlns:a16="http://schemas.microsoft.com/office/drawing/2014/main" id="{69B83BE4-A368-A693-E11A-A34F767DF683}"/>
              </a:ext>
            </a:extLst>
          </p:cNvPr>
          <p:cNvSpPr txBox="1"/>
          <p:nvPr/>
        </p:nvSpPr>
        <p:spPr>
          <a:xfrm>
            <a:off x="9026246" y="370274"/>
            <a:ext cx="2805058" cy="400110"/>
          </a:xfrm>
          <a:prstGeom prst="rect">
            <a:avLst/>
          </a:prstGeom>
          <a:noFill/>
        </p:spPr>
        <p:txBody>
          <a:bodyPr wrap="square">
            <a:spAutoFit/>
          </a:bodyPr>
          <a:lstStyle/>
          <a:p>
            <a:pPr algn="r"/>
            <a:r>
              <a:rPr kumimoji="1" lang="en-US" altLang="ja-JP" sz="1600" b="1">
                <a:solidFill>
                  <a:schemeClr val="bg1">
                    <a:lumMod val="95000"/>
                  </a:schemeClr>
                </a:solidFill>
                <a:latin typeface="原稿用標準書体" panose="03000503000000000000" pitchFamily="66" charset="-128"/>
                <a:ea typeface="原稿用標準書体" panose="03000503000000000000" pitchFamily="66" charset="-128"/>
              </a:rPr>
              <a:t>×</a:t>
            </a:r>
            <a:r>
              <a:rPr kumimoji="1" lang="en-US" altLang="ja-JP" sz="2000" b="1">
                <a:solidFill>
                  <a:schemeClr val="bg1">
                    <a:lumMod val="95000"/>
                  </a:schemeClr>
                </a:solidFill>
                <a:latin typeface="原稿用標準書体" panose="03000503000000000000" pitchFamily="66" charset="-128"/>
                <a:ea typeface="原稿用標準書体" panose="03000503000000000000" pitchFamily="66" charset="-128"/>
              </a:rPr>
              <a:t>000</a:t>
            </a:r>
            <a:endParaRPr kumimoji="1" lang="ja-JP" altLang="en-US" sz="20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pic>
        <p:nvPicPr>
          <p:cNvPr id="82" name="図 81">
            <a:extLst>
              <a:ext uri="{FF2B5EF4-FFF2-40B4-BE49-F238E27FC236}">
                <a16:creationId xmlns:a16="http://schemas.microsoft.com/office/drawing/2014/main" id="{A745790E-5463-6491-D148-201F33E4101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789147" y="350742"/>
            <a:ext cx="410695" cy="400110"/>
          </a:xfrm>
          <a:prstGeom prst="rect">
            <a:avLst/>
          </a:prstGeom>
        </p:spPr>
      </p:pic>
      <p:grpSp>
        <p:nvGrpSpPr>
          <p:cNvPr id="28" name="グループ化 27">
            <a:extLst>
              <a:ext uri="{FF2B5EF4-FFF2-40B4-BE49-F238E27FC236}">
                <a16:creationId xmlns:a16="http://schemas.microsoft.com/office/drawing/2014/main" id="{6F5FCBBC-8535-D423-05F0-B407147805D1}"/>
              </a:ext>
            </a:extLst>
          </p:cNvPr>
          <p:cNvGrpSpPr/>
          <p:nvPr/>
        </p:nvGrpSpPr>
        <p:grpSpPr>
          <a:xfrm>
            <a:off x="609342" y="5718857"/>
            <a:ext cx="562032" cy="733233"/>
            <a:chOff x="1131857" y="5718857"/>
            <a:chExt cx="562032" cy="733233"/>
          </a:xfrm>
        </p:grpSpPr>
        <p:sp>
          <p:nvSpPr>
            <p:cNvPr id="96" name="テキスト ボックス 95">
              <a:extLst>
                <a:ext uri="{FF2B5EF4-FFF2-40B4-BE49-F238E27FC236}">
                  <a16:creationId xmlns:a16="http://schemas.microsoft.com/office/drawing/2014/main" id="{F27A48E8-23F9-8887-2F19-4864D81659C3}"/>
                </a:ext>
              </a:extLst>
            </p:cNvPr>
            <p:cNvSpPr txBox="1"/>
            <p:nvPr/>
          </p:nvSpPr>
          <p:spPr>
            <a:xfrm>
              <a:off x="1131857" y="6175091"/>
              <a:ext cx="562032" cy="276999"/>
            </a:xfrm>
            <a:prstGeom prst="rect">
              <a:avLst/>
            </a:prstGeom>
            <a:noFill/>
          </p:spPr>
          <p:txBody>
            <a:bodyPr wrap="square">
              <a:spAutoFit/>
            </a:bodyPr>
            <a:lstStyle/>
            <a:p>
              <a:pPr algn="ctr"/>
              <a:r>
                <a:rPr kumimoji="1" lang="en-US" altLang="ja-JP" sz="1050" b="1" dirty="0">
                  <a:ln w="3175">
                    <a:noFill/>
                  </a:ln>
                  <a:latin typeface="原稿用標準書体" panose="03000503000000000000" pitchFamily="66" charset="-128"/>
                  <a:ea typeface="原稿用標準書体" panose="03000503000000000000" pitchFamily="66" charset="-128"/>
                </a:rPr>
                <a:t>×</a:t>
              </a:r>
              <a:r>
                <a:rPr kumimoji="1" lang="en-US" altLang="ja-JP" sz="1200" b="1" dirty="0">
                  <a:ln w="3175">
                    <a:noFill/>
                  </a:ln>
                  <a:latin typeface="原稿用標準書体" panose="03000503000000000000" pitchFamily="66" charset="-128"/>
                  <a:ea typeface="原稿用標準書体" panose="03000503000000000000" pitchFamily="66" charset="-128"/>
                </a:rPr>
                <a:t>00</a:t>
              </a:r>
              <a:endParaRPr kumimoji="1" lang="ja-JP" altLang="en-US" sz="1200" b="1" dirty="0">
                <a:ln w="3175">
                  <a:noFill/>
                </a:ln>
                <a:latin typeface="原稿用標準書体" panose="03000503000000000000" pitchFamily="66" charset="-128"/>
                <a:ea typeface="原稿用標準書体" panose="03000503000000000000" pitchFamily="66" charset="-128"/>
              </a:endParaRPr>
            </a:p>
          </p:txBody>
        </p:sp>
        <p:grpSp>
          <p:nvGrpSpPr>
            <p:cNvPr id="7" name="グループ化 6">
              <a:extLst>
                <a:ext uri="{FF2B5EF4-FFF2-40B4-BE49-F238E27FC236}">
                  <a16:creationId xmlns:a16="http://schemas.microsoft.com/office/drawing/2014/main" id="{7FF57DBA-E60C-A5C4-7A9A-BAED75AA5269}"/>
                </a:ext>
              </a:extLst>
            </p:cNvPr>
            <p:cNvGrpSpPr/>
            <p:nvPr/>
          </p:nvGrpSpPr>
          <p:grpSpPr>
            <a:xfrm flipV="1">
              <a:off x="1183872" y="5718857"/>
              <a:ext cx="449656" cy="456234"/>
              <a:chOff x="526955" y="5853203"/>
              <a:chExt cx="339583" cy="344551"/>
            </a:xfrm>
          </p:grpSpPr>
          <p:sp>
            <p:nvSpPr>
              <p:cNvPr id="8" name="四角形: 角を丸くする 7">
                <a:extLst>
                  <a:ext uri="{FF2B5EF4-FFF2-40B4-BE49-F238E27FC236}">
                    <a16:creationId xmlns:a16="http://schemas.microsoft.com/office/drawing/2014/main" id="{97CFCFE0-9BDD-9F8E-C519-DEF10321D8EF}"/>
                  </a:ext>
                </a:extLst>
              </p:cNvPr>
              <p:cNvSpPr/>
              <p:nvPr/>
            </p:nvSpPr>
            <p:spPr>
              <a:xfrm>
                <a:off x="526955" y="5853203"/>
                <a:ext cx="339583" cy="344551"/>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9" name="矢印: 下 8">
                <a:extLst>
                  <a:ext uri="{FF2B5EF4-FFF2-40B4-BE49-F238E27FC236}">
                    <a16:creationId xmlns:a16="http://schemas.microsoft.com/office/drawing/2014/main" id="{C25673A7-98C2-83E7-9171-94C1E923E3D8}"/>
                  </a:ext>
                </a:extLst>
              </p:cNvPr>
              <p:cNvSpPr/>
              <p:nvPr/>
            </p:nvSpPr>
            <p:spPr>
              <a:xfrm>
                <a:off x="611564" y="5914083"/>
                <a:ext cx="170364" cy="222791"/>
              </a:xfrm>
              <a:prstGeom prst="downArrow">
                <a:avLst/>
              </a:prstGeom>
              <a:solidFill>
                <a:schemeClr val="accent2"/>
              </a:solidFill>
              <a:ln w="9525">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grpSp>
      <p:pic>
        <p:nvPicPr>
          <p:cNvPr id="35" name="図 34" descr="ロゴ&#10;&#10;AI 生成コンテンツは誤りを含む可能性があります。">
            <a:extLst>
              <a:ext uri="{FF2B5EF4-FFF2-40B4-BE49-F238E27FC236}">
                <a16:creationId xmlns:a16="http://schemas.microsoft.com/office/drawing/2014/main" id="{3B2EE325-1B3B-CAA1-FC23-3E8677004F95}"/>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025879" y="3274858"/>
            <a:ext cx="785746" cy="352533"/>
          </a:xfrm>
          <a:prstGeom prst="rect">
            <a:avLst/>
          </a:prstGeom>
        </p:spPr>
      </p:pic>
      <p:grpSp>
        <p:nvGrpSpPr>
          <p:cNvPr id="84" name="グループ化 83">
            <a:extLst>
              <a:ext uri="{FF2B5EF4-FFF2-40B4-BE49-F238E27FC236}">
                <a16:creationId xmlns:a16="http://schemas.microsoft.com/office/drawing/2014/main" id="{26609180-6FF9-3093-E363-ACAB37481267}"/>
              </a:ext>
            </a:extLst>
          </p:cNvPr>
          <p:cNvGrpSpPr/>
          <p:nvPr/>
        </p:nvGrpSpPr>
        <p:grpSpPr>
          <a:xfrm>
            <a:off x="7506271" y="2041200"/>
            <a:ext cx="1443249" cy="2934324"/>
            <a:chOff x="7506277" y="2003876"/>
            <a:chExt cx="1265547" cy="2573030"/>
          </a:xfrm>
        </p:grpSpPr>
        <p:sp>
          <p:nvSpPr>
            <p:cNvPr id="29" name="四角形: 角を丸くする 28">
              <a:extLst>
                <a:ext uri="{FF2B5EF4-FFF2-40B4-BE49-F238E27FC236}">
                  <a16:creationId xmlns:a16="http://schemas.microsoft.com/office/drawing/2014/main" id="{2CBE1BF3-30E8-72FD-80E6-F33405820BA3}"/>
                </a:ext>
              </a:extLst>
            </p:cNvPr>
            <p:cNvSpPr/>
            <p:nvPr/>
          </p:nvSpPr>
          <p:spPr>
            <a:xfrm>
              <a:off x="8202006" y="2003876"/>
              <a:ext cx="569818" cy="569818"/>
            </a:xfrm>
            <a:prstGeom prst="roundRect">
              <a:avLst/>
            </a:prstGeom>
            <a:solidFill>
              <a:schemeClr val="bg1">
                <a:lumMod val="9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32" name="四角形: 角を丸くする 31">
              <a:extLst>
                <a:ext uri="{FF2B5EF4-FFF2-40B4-BE49-F238E27FC236}">
                  <a16:creationId xmlns:a16="http://schemas.microsoft.com/office/drawing/2014/main" id="{383B295B-015E-85A7-2A69-38F7DA64E8F5}"/>
                </a:ext>
              </a:extLst>
            </p:cNvPr>
            <p:cNvSpPr/>
            <p:nvPr/>
          </p:nvSpPr>
          <p:spPr>
            <a:xfrm>
              <a:off x="8202006" y="2673826"/>
              <a:ext cx="569818" cy="569818"/>
            </a:xfrm>
            <a:prstGeom prst="roundRect">
              <a:avLst/>
            </a:prstGeom>
            <a:solidFill>
              <a:schemeClr val="bg1">
                <a:lumMod val="9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3" name="四角形: 角を丸くする 32">
              <a:extLst>
                <a:ext uri="{FF2B5EF4-FFF2-40B4-BE49-F238E27FC236}">
                  <a16:creationId xmlns:a16="http://schemas.microsoft.com/office/drawing/2014/main" id="{F77EFE3F-0255-88BA-CCB1-F0B8A4018089}"/>
                </a:ext>
              </a:extLst>
            </p:cNvPr>
            <p:cNvSpPr/>
            <p:nvPr/>
          </p:nvSpPr>
          <p:spPr>
            <a:xfrm>
              <a:off x="8202006" y="3341203"/>
              <a:ext cx="569818" cy="569818"/>
            </a:xfrm>
            <a:prstGeom prst="roundRect">
              <a:avLst/>
            </a:prstGeom>
            <a:solidFill>
              <a:schemeClr val="bg1">
                <a:lumMod val="9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4" name="四角形: 角を丸くする 33">
              <a:extLst>
                <a:ext uri="{FF2B5EF4-FFF2-40B4-BE49-F238E27FC236}">
                  <a16:creationId xmlns:a16="http://schemas.microsoft.com/office/drawing/2014/main" id="{BE89344B-6EB9-9D57-1E17-81E7187389C9}"/>
                </a:ext>
              </a:extLst>
            </p:cNvPr>
            <p:cNvSpPr/>
            <p:nvPr/>
          </p:nvSpPr>
          <p:spPr>
            <a:xfrm>
              <a:off x="8202006" y="4007088"/>
              <a:ext cx="569818" cy="569818"/>
            </a:xfrm>
            <a:prstGeom prst="roundRect">
              <a:avLst/>
            </a:prstGeom>
            <a:solidFill>
              <a:schemeClr val="bg1">
                <a:lumMod val="9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6" name="四角形: 角を丸くする 35">
              <a:extLst>
                <a:ext uri="{FF2B5EF4-FFF2-40B4-BE49-F238E27FC236}">
                  <a16:creationId xmlns:a16="http://schemas.microsoft.com/office/drawing/2014/main" id="{579C5DAF-701C-A210-5E7F-7298205CF796}"/>
                </a:ext>
              </a:extLst>
            </p:cNvPr>
            <p:cNvSpPr/>
            <p:nvPr/>
          </p:nvSpPr>
          <p:spPr>
            <a:xfrm>
              <a:off x="7506277" y="2003876"/>
              <a:ext cx="569818" cy="569818"/>
            </a:xfrm>
            <a:prstGeom prst="roundRect">
              <a:avLst/>
            </a:prstGeom>
            <a:solidFill>
              <a:schemeClr val="bg1">
                <a:lumMod val="95000"/>
              </a:schemeClr>
            </a:solidFill>
            <a:ln w="254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39" name="四角形: 角を丸くする 38">
              <a:extLst>
                <a:ext uri="{FF2B5EF4-FFF2-40B4-BE49-F238E27FC236}">
                  <a16:creationId xmlns:a16="http://schemas.microsoft.com/office/drawing/2014/main" id="{6E3E17A8-2DB1-90BF-0C1B-6225F323B23C}"/>
                </a:ext>
              </a:extLst>
            </p:cNvPr>
            <p:cNvSpPr/>
            <p:nvPr/>
          </p:nvSpPr>
          <p:spPr>
            <a:xfrm>
              <a:off x="7506277" y="2673826"/>
              <a:ext cx="569818" cy="569818"/>
            </a:xfrm>
            <a:prstGeom prst="roundRect">
              <a:avLst/>
            </a:prstGeom>
            <a:solidFill>
              <a:schemeClr val="bg1">
                <a:lumMod val="95000"/>
              </a:schemeClr>
            </a:solidFill>
            <a:ln w="254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0" name="四角形: 角を丸くする 39">
              <a:extLst>
                <a:ext uri="{FF2B5EF4-FFF2-40B4-BE49-F238E27FC236}">
                  <a16:creationId xmlns:a16="http://schemas.microsoft.com/office/drawing/2014/main" id="{597C8A97-8EDB-54CE-CBC5-ED0E1AD7DDE9}"/>
                </a:ext>
              </a:extLst>
            </p:cNvPr>
            <p:cNvSpPr/>
            <p:nvPr/>
          </p:nvSpPr>
          <p:spPr>
            <a:xfrm>
              <a:off x="7506277" y="3341203"/>
              <a:ext cx="569818" cy="569818"/>
            </a:xfrm>
            <a:prstGeom prst="roundRect">
              <a:avLst/>
            </a:prstGeom>
            <a:solidFill>
              <a:schemeClr val="bg1">
                <a:lumMod val="95000"/>
              </a:schemeClr>
            </a:solidFill>
            <a:ln w="254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1" name="四角形: 角を丸くする 40">
              <a:extLst>
                <a:ext uri="{FF2B5EF4-FFF2-40B4-BE49-F238E27FC236}">
                  <a16:creationId xmlns:a16="http://schemas.microsoft.com/office/drawing/2014/main" id="{0BCED661-564D-792F-41F2-4FBBDF233085}"/>
                </a:ext>
              </a:extLst>
            </p:cNvPr>
            <p:cNvSpPr/>
            <p:nvPr/>
          </p:nvSpPr>
          <p:spPr>
            <a:xfrm>
              <a:off x="7506277" y="4007088"/>
              <a:ext cx="569818" cy="569818"/>
            </a:xfrm>
            <a:prstGeom prst="roundRect">
              <a:avLst/>
            </a:prstGeom>
            <a:solidFill>
              <a:schemeClr val="bg1">
                <a:lumMod val="95000"/>
              </a:schemeClr>
            </a:solidFill>
            <a:ln w="254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86" name="グループ化 85">
            <a:extLst>
              <a:ext uri="{FF2B5EF4-FFF2-40B4-BE49-F238E27FC236}">
                <a16:creationId xmlns:a16="http://schemas.microsoft.com/office/drawing/2014/main" id="{14B2539A-7828-F305-A32C-8FCE812CE64C}"/>
              </a:ext>
            </a:extLst>
          </p:cNvPr>
          <p:cNvGrpSpPr/>
          <p:nvPr/>
        </p:nvGrpSpPr>
        <p:grpSpPr>
          <a:xfrm flipH="1">
            <a:off x="9887984" y="2041200"/>
            <a:ext cx="1443249" cy="2934324"/>
            <a:chOff x="7506277" y="2003876"/>
            <a:chExt cx="1265547" cy="2573030"/>
          </a:xfrm>
          <a:solidFill>
            <a:schemeClr val="tx1">
              <a:lumMod val="95000"/>
              <a:lumOff val="5000"/>
            </a:schemeClr>
          </a:solidFill>
        </p:grpSpPr>
        <p:sp>
          <p:nvSpPr>
            <p:cNvPr id="87" name="四角形: 角を丸くする 86">
              <a:extLst>
                <a:ext uri="{FF2B5EF4-FFF2-40B4-BE49-F238E27FC236}">
                  <a16:creationId xmlns:a16="http://schemas.microsoft.com/office/drawing/2014/main" id="{C65D32EA-4A4F-07EC-4A5D-77EE1A1B33A0}"/>
                </a:ext>
              </a:extLst>
            </p:cNvPr>
            <p:cNvSpPr/>
            <p:nvPr/>
          </p:nvSpPr>
          <p:spPr>
            <a:xfrm>
              <a:off x="8202006" y="2003876"/>
              <a:ext cx="569818" cy="569818"/>
            </a:xfrm>
            <a:prstGeom prst="roundRect">
              <a:avLst/>
            </a:prstGeom>
            <a:grp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89" name="四角形: 角を丸くする 88">
              <a:extLst>
                <a:ext uri="{FF2B5EF4-FFF2-40B4-BE49-F238E27FC236}">
                  <a16:creationId xmlns:a16="http://schemas.microsoft.com/office/drawing/2014/main" id="{8132A1FC-6828-62AB-3C4C-A6DCF7B78F57}"/>
                </a:ext>
              </a:extLst>
            </p:cNvPr>
            <p:cNvSpPr/>
            <p:nvPr/>
          </p:nvSpPr>
          <p:spPr>
            <a:xfrm>
              <a:off x="8202006" y="2673826"/>
              <a:ext cx="569818" cy="569818"/>
            </a:xfrm>
            <a:prstGeom prst="roundRect">
              <a:avLst/>
            </a:prstGeom>
            <a:grp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1" name="四角形: 角を丸くする 90">
              <a:extLst>
                <a:ext uri="{FF2B5EF4-FFF2-40B4-BE49-F238E27FC236}">
                  <a16:creationId xmlns:a16="http://schemas.microsoft.com/office/drawing/2014/main" id="{6BFE2A16-6D1D-121E-52F1-76C8FA7ED428}"/>
                </a:ext>
              </a:extLst>
            </p:cNvPr>
            <p:cNvSpPr/>
            <p:nvPr/>
          </p:nvSpPr>
          <p:spPr>
            <a:xfrm>
              <a:off x="8202006" y="3341203"/>
              <a:ext cx="569818" cy="569818"/>
            </a:xfrm>
            <a:prstGeom prst="roundRect">
              <a:avLst/>
            </a:prstGeom>
            <a:grp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3" name="四角形: 角を丸くする 92">
              <a:extLst>
                <a:ext uri="{FF2B5EF4-FFF2-40B4-BE49-F238E27FC236}">
                  <a16:creationId xmlns:a16="http://schemas.microsoft.com/office/drawing/2014/main" id="{C10077D9-3D6C-385E-84C6-612AD1EAF243}"/>
                </a:ext>
              </a:extLst>
            </p:cNvPr>
            <p:cNvSpPr/>
            <p:nvPr/>
          </p:nvSpPr>
          <p:spPr>
            <a:xfrm>
              <a:off x="8202006" y="4007088"/>
              <a:ext cx="569818" cy="569818"/>
            </a:xfrm>
            <a:prstGeom prst="roundRect">
              <a:avLst/>
            </a:prstGeom>
            <a:grp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4" name="四角形: 角を丸くする 93">
              <a:extLst>
                <a:ext uri="{FF2B5EF4-FFF2-40B4-BE49-F238E27FC236}">
                  <a16:creationId xmlns:a16="http://schemas.microsoft.com/office/drawing/2014/main" id="{39D35B8D-9611-9605-20AD-E61D02F57BB5}"/>
                </a:ext>
              </a:extLst>
            </p:cNvPr>
            <p:cNvSpPr/>
            <p:nvPr/>
          </p:nvSpPr>
          <p:spPr>
            <a:xfrm>
              <a:off x="7506277" y="2003876"/>
              <a:ext cx="569818" cy="569818"/>
            </a:xfrm>
            <a:prstGeom prst="roundRect">
              <a:avLst/>
            </a:prstGeom>
            <a:grpFill/>
            <a:ln w="254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95" name="四角形: 角を丸くする 94">
              <a:extLst>
                <a:ext uri="{FF2B5EF4-FFF2-40B4-BE49-F238E27FC236}">
                  <a16:creationId xmlns:a16="http://schemas.microsoft.com/office/drawing/2014/main" id="{F740F73A-B78B-3CD9-D61B-08873551B942}"/>
                </a:ext>
              </a:extLst>
            </p:cNvPr>
            <p:cNvSpPr/>
            <p:nvPr/>
          </p:nvSpPr>
          <p:spPr>
            <a:xfrm>
              <a:off x="7506277" y="2673826"/>
              <a:ext cx="569818" cy="569818"/>
            </a:xfrm>
            <a:prstGeom prst="roundRect">
              <a:avLst/>
            </a:prstGeom>
            <a:grpFill/>
            <a:ln w="254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7" name="四角形: 角を丸くする 96">
              <a:extLst>
                <a:ext uri="{FF2B5EF4-FFF2-40B4-BE49-F238E27FC236}">
                  <a16:creationId xmlns:a16="http://schemas.microsoft.com/office/drawing/2014/main" id="{62F0748D-FC90-3B93-C0BA-49A30413E0A0}"/>
                </a:ext>
              </a:extLst>
            </p:cNvPr>
            <p:cNvSpPr/>
            <p:nvPr/>
          </p:nvSpPr>
          <p:spPr>
            <a:xfrm>
              <a:off x="7506277" y="3341203"/>
              <a:ext cx="569818" cy="569818"/>
            </a:xfrm>
            <a:prstGeom prst="roundRect">
              <a:avLst/>
            </a:prstGeom>
            <a:grpFill/>
            <a:ln w="254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8" name="四角形: 角を丸くする 97">
              <a:extLst>
                <a:ext uri="{FF2B5EF4-FFF2-40B4-BE49-F238E27FC236}">
                  <a16:creationId xmlns:a16="http://schemas.microsoft.com/office/drawing/2014/main" id="{20D43A78-3484-4DBA-FC0D-9A3073040DE4}"/>
                </a:ext>
              </a:extLst>
            </p:cNvPr>
            <p:cNvSpPr/>
            <p:nvPr/>
          </p:nvSpPr>
          <p:spPr>
            <a:xfrm>
              <a:off x="7506277" y="4007088"/>
              <a:ext cx="569818" cy="569818"/>
            </a:xfrm>
            <a:prstGeom prst="roundRect">
              <a:avLst/>
            </a:prstGeom>
            <a:grpFill/>
            <a:ln w="254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99" name="テキスト ボックス 98">
            <a:extLst>
              <a:ext uri="{FF2B5EF4-FFF2-40B4-BE49-F238E27FC236}">
                <a16:creationId xmlns:a16="http://schemas.microsoft.com/office/drawing/2014/main" id="{3FD82D40-5773-CC24-0AF9-FDF673AFFDB4}"/>
              </a:ext>
            </a:extLst>
          </p:cNvPr>
          <p:cNvSpPr txBox="1"/>
          <p:nvPr/>
        </p:nvSpPr>
        <p:spPr>
          <a:xfrm>
            <a:off x="8350164" y="3937456"/>
            <a:ext cx="562032" cy="276999"/>
          </a:xfrm>
          <a:prstGeom prst="rect">
            <a:avLst/>
          </a:prstGeom>
          <a:noFill/>
        </p:spPr>
        <p:txBody>
          <a:bodyPr wrap="square">
            <a:spAutoFit/>
          </a:bodyPr>
          <a:lstStyle/>
          <a:p>
            <a:pPr algn="ctr"/>
            <a:r>
              <a:rPr kumimoji="1" lang="en-US" altLang="ja-JP" sz="1050" b="1">
                <a:ln w="3175">
                  <a:noFill/>
                </a:ln>
                <a:latin typeface="原稿用標準書体" panose="03000503000000000000" pitchFamily="66" charset="-128"/>
                <a:ea typeface="原稿用標準書体" panose="03000503000000000000" pitchFamily="66" charset="-128"/>
              </a:rPr>
              <a:t>Lv</a:t>
            </a:r>
            <a:r>
              <a:rPr kumimoji="1" lang="en-US" altLang="ja-JP" sz="1200" b="1">
                <a:ln w="3175">
                  <a:noFill/>
                </a:ln>
                <a:latin typeface="原稿用標準書体" panose="03000503000000000000" pitchFamily="66" charset="-128"/>
                <a:ea typeface="原稿用標準書体" panose="03000503000000000000" pitchFamily="66" charset="-128"/>
              </a:rPr>
              <a:t>000</a:t>
            </a:r>
            <a:endParaRPr kumimoji="1" lang="ja-JP" altLang="en-US" sz="1200" b="1" dirty="0">
              <a:ln w="3175">
                <a:noFill/>
              </a:ln>
              <a:latin typeface="原稿用標準書体" panose="03000503000000000000" pitchFamily="66" charset="-128"/>
              <a:ea typeface="原稿用標準書体" panose="03000503000000000000" pitchFamily="66" charset="-128"/>
            </a:endParaRPr>
          </a:p>
        </p:txBody>
      </p:sp>
      <p:sp>
        <p:nvSpPr>
          <p:cNvPr id="100" name="テキスト ボックス 99">
            <a:extLst>
              <a:ext uri="{FF2B5EF4-FFF2-40B4-BE49-F238E27FC236}">
                <a16:creationId xmlns:a16="http://schemas.microsoft.com/office/drawing/2014/main" id="{6220E1F0-0359-846E-99A3-BDD94E58A265}"/>
              </a:ext>
            </a:extLst>
          </p:cNvPr>
          <p:cNvSpPr txBox="1"/>
          <p:nvPr/>
        </p:nvSpPr>
        <p:spPr>
          <a:xfrm>
            <a:off x="8350164" y="4698525"/>
            <a:ext cx="562032" cy="276999"/>
          </a:xfrm>
          <a:prstGeom prst="rect">
            <a:avLst/>
          </a:prstGeom>
          <a:noFill/>
        </p:spPr>
        <p:txBody>
          <a:bodyPr wrap="square">
            <a:spAutoFit/>
          </a:bodyPr>
          <a:lstStyle/>
          <a:p>
            <a:pPr algn="ctr"/>
            <a:r>
              <a:rPr kumimoji="1" lang="en-US" altLang="ja-JP" sz="1050" b="1">
                <a:ln w="3175">
                  <a:noFill/>
                </a:ln>
                <a:latin typeface="原稿用標準書体" panose="03000503000000000000" pitchFamily="66" charset="-128"/>
                <a:ea typeface="原稿用標準書体" panose="03000503000000000000" pitchFamily="66" charset="-128"/>
              </a:rPr>
              <a:t>Lv</a:t>
            </a:r>
            <a:r>
              <a:rPr kumimoji="1" lang="en-US" altLang="ja-JP" sz="1200" b="1">
                <a:ln w="3175">
                  <a:noFill/>
                </a:ln>
                <a:latin typeface="原稿用標準書体" panose="03000503000000000000" pitchFamily="66" charset="-128"/>
                <a:ea typeface="原稿用標準書体" panose="03000503000000000000" pitchFamily="66" charset="-128"/>
              </a:rPr>
              <a:t>000</a:t>
            </a:r>
            <a:endParaRPr kumimoji="1" lang="ja-JP" altLang="en-US" sz="1200" b="1" dirty="0">
              <a:ln w="3175">
                <a:noFill/>
              </a:ln>
              <a:latin typeface="原稿用標準書体" panose="03000503000000000000" pitchFamily="66" charset="-128"/>
              <a:ea typeface="原稿用標準書体" panose="03000503000000000000" pitchFamily="66" charset="-128"/>
            </a:endParaRPr>
          </a:p>
        </p:txBody>
      </p:sp>
      <p:sp>
        <p:nvSpPr>
          <p:cNvPr id="101" name="テキスト ボックス 100">
            <a:extLst>
              <a:ext uri="{FF2B5EF4-FFF2-40B4-BE49-F238E27FC236}">
                <a16:creationId xmlns:a16="http://schemas.microsoft.com/office/drawing/2014/main" id="{F50377C1-DBC6-F405-0A5F-BC1189D55360}"/>
              </a:ext>
            </a:extLst>
          </p:cNvPr>
          <p:cNvSpPr txBox="1"/>
          <p:nvPr/>
        </p:nvSpPr>
        <p:spPr>
          <a:xfrm>
            <a:off x="8350164" y="2415320"/>
            <a:ext cx="562032" cy="276999"/>
          </a:xfrm>
          <a:prstGeom prst="rect">
            <a:avLst/>
          </a:prstGeom>
          <a:noFill/>
        </p:spPr>
        <p:txBody>
          <a:bodyPr wrap="square">
            <a:spAutoFit/>
          </a:bodyPr>
          <a:lstStyle/>
          <a:p>
            <a:pPr algn="ctr"/>
            <a:r>
              <a:rPr kumimoji="1" lang="en-US" altLang="ja-JP" sz="1050" b="1">
                <a:ln w="3175">
                  <a:noFill/>
                </a:ln>
                <a:latin typeface="原稿用標準書体" panose="03000503000000000000" pitchFamily="66" charset="-128"/>
                <a:ea typeface="原稿用標準書体" panose="03000503000000000000" pitchFamily="66" charset="-128"/>
              </a:rPr>
              <a:t>Lv</a:t>
            </a:r>
            <a:r>
              <a:rPr kumimoji="1" lang="en-US" altLang="ja-JP" sz="1200" b="1">
                <a:ln w="3175">
                  <a:noFill/>
                </a:ln>
                <a:latin typeface="原稿用標準書体" panose="03000503000000000000" pitchFamily="66" charset="-128"/>
                <a:ea typeface="原稿用標準書体" panose="03000503000000000000" pitchFamily="66" charset="-128"/>
              </a:rPr>
              <a:t>000</a:t>
            </a:r>
            <a:endParaRPr kumimoji="1" lang="ja-JP" altLang="en-US" sz="1200" b="1" dirty="0">
              <a:ln w="3175">
                <a:noFill/>
              </a:ln>
              <a:latin typeface="原稿用標準書体" panose="03000503000000000000" pitchFamily="66" charset="-128"/>
              <a:ea typeface="原稿用標準書体" panose="03000503000000000000" pitchFamily="66" charset="-128"/>
            </a:endParaRPr>
          </a:p>
        </p:txBody>
      </p:sp>
      <p:sp>
        <p:nvSpPr>
          <p:cNvPr id="102" name="テキスト ボックス 101">
            <a:extLst>
              <a:ext uri="{FF2B5EF4-FFF2-40B4-BE49-F238E27FC236}">
                <a16:creationId xmlns:a16="http://schemas.microsoft.com/office/drawing/2014/main" id="{37CB26C3-7539-74AD-5D77-2E8775F4E7EF}"/>
              </a:ext>
            </a:extLst>
          </p:cNvPr>
          <p:cNvSpPr txBox="1"/>
          <p:nvPr/>
        </p:nvSpPr>
        <p:spPr>
          <a:xfrm>
            <a:off x="8350164" y="3176388"/>
            <a:ext cx="562032" cy="276999"/>
          </a:xfrm>
          <a:prstGeom prst="rect">
            <a:avLst/>
          </a:prstGeom>
          <a:noFill/>
        </p:spPr>
        <p:txBody>
          <a:bodyPr wrap="square">
            <a:spAutoFit/>
          </a:bodyPr>
          <a:lstStyle/>
          <a:p>
            <a:pPr algn="ctr"/>
            <a:r>
              <a:rPr kumimoji="1" lang="en-US" altLang="ja-JP" sz="1050" b="1">
                <a:ln w="3175">
                  <a:noFill/>
                </a:ln>
                <a:latin typeface="原稿用標準書体" panose="03000503000000000000" pitchFamily="66" charset="-128"/>
                <a:ea typeface="原稿用標準書体" panose="03000503000000000000" pitchFamily="66" charset="-128"/>
              </a:rPr>
              <a:t>Lv</a:t>
            </a:r>
            <a:r>
              <a:rPr kumimoji="1" lang="en-US" altLang="ja-JP" sz="1200" b="1">
                <a:ln w="3175">
                  <a:noFill/>
                </a:ln>
                <a:latin typeface="原稿用標準書体" panose="03000503000000000000" pitchFamily="66" charset="-128"/>
                <a:ea typeface="原稿用標準書体" panose="03000503000000000000" pitchFamily="66" charset="-128"/>
              </a:rPr>
              <a:t>000</a:t>
            </a:r>
            <a:endParaRPr kumimoji="1" lang="ja-JP" altLang="en-US" sz="1200" b="1" dirty="0">
              <a:ln w="3175">
                <a:noFill/>
              </a:ln>
              <a:latin typeface="原稿用標準書体" panose="03000503000000000000" pitchFamily="66" charset="-128"/>
              <a:ea typeface="原稿用標準書体" panose="03000503000000000000" pitchFamily="66" charset="-128"/>
            </a:endParaRPr>
          </a:p>
        </p:txBody>
      </p:sp>
      <p:sp>
        <p:nvSpPr>
          <p:cNvPr id="104" name="テキスト ボックス 103">
            <a:extLst>
              <a:ext uri="{FF2B5EF4-FFF2-40B4-BE49-F238E27FC236}">
                <a16:creationId xmlns:a16="http://schemas.microsoft.com/office/drawing/2014/main" id="{450D6A3C-055F-64D4-8919-C643CEFCD191}"/>
              </a:ext>
            </a:extLst>
          </p:cNvPr>
          <p:cNvSpPr txBox="1"/>
          <p:nvPr/>
        </p:nvSpPr>
        <p:spPr>
          <a:xfrm>
            <a:off x="7550169" y="3936166"/>
            <a:ext cx="562032" cy="276999"/>
          </a:xfrm>
          <a:prstGeom prst="rect">
            <a:avLst/>
          </a:prstGeom>
          <a:noFill/>
        </p:spPr>
        <p:txBody>
          <a:bodyPr wrap="square">
            <a:spAutoFit/>
          </a:bodyPr>
          <a:lstStyle/>
          <a:p>
            <a:pPr algn="ctr"/>
            <a:r>
              <a:rPr kumimoji="1" lang="en-US" altLang="ja-JP" sz="1050" b="1">
                <a:ln w="3175">
                  <a:noFill/>
                </a:ln>
                <a:latin typeface="原稿用標準書体" panose="03000503000000000000" pitchFamily="66" charset="-128"/>
                <a:ea typeface="原稿用標準書体" panose="03000503000000000000" pitchFamily="66" charset="-128"/>
              </a:rPr>
              <a:t>Lv</a:t>
            </a:r>
            <a:r>
              <a:rPr kumimoji="1" lang="en-US" altLang="ja-JP" sz="1200" b="1">
                <a:ln w="3175">
                  <a:noFill/>
                </a:ln>
                <a:latin typeface="原稿用標準書体" panose="03000503000000000000" pitchFamily="66" charset="-128"/>
                <a:ea typeface="原稿用標準書体" panose="03000503000000000000" pitchFamily="66" charset="-128"/>
              </a:rPr>
              <a:t>000</a:t>
            </a:r>
            <a:endParaRPr kumimoji="1" lang="ja-JP" altLang="en-US" sz="1200" b="1" dirty="0">
              <a:ln w="3175">
                <a:noFill/>
              </a:ln>
              <a:latin typeface="原稿用標準書体" panose="03000503000000000000" pitchFamily="66" charset="-128"/>
              <a:ea typeface="原稿用標準書体" panose="03000503000000000000" pitchFamily="66" charset="-128"/>
            </a:endParaRPr>
          </a:p>
        </p:txBody>
      </p:sp>
      <p:sp>
        <p:nvSpPr>
          <p:cNvPr id="105" name="テキスト ボックス 104">
            <a:extLst>
              <a:ext uri="{FF2B5EF4-FFF2-40B4-BE49-F238E27FC236}">
                <a16:creationId xmlns:a16="http://schemas.microsoft.com/office/drawing/2014/main" id="{629C1AF2-386F-E4D8-866F-D4F38C619AAD}"/>
              </a:ext>
            </a:extLst>
          </p:cNvPr>
          <p:cNvSpPr txBox="1"/>
          <p:nvPr/>
        </p:nvSpPr>
        <p:spPr>
          <a:xfrm>
            <a:off x="7550169" y="2414030"/>
            <a:ext cx="562032" cy="276999"/>
          </a:xfrm>
          <a:prstGeom prst="rect">
            <a:avLst/>
          </a:prstGeom>
          <a:noFill/>
        </p:spPr>
        <p:txBody>
          <a:bodyPr wrap="square">
            <a:spAutoFit/>
          </a:bodyPr>
          <a:lstStyle/>
          <a:p>
            <a:pPr algn="ctr"/>
            <a:r>
              <a:rPr kumimoji="1" lang="en-US" altLang="ja-JP" sz="1050" b="1">
                <a:ln w="3175">
                  <a:noFill/>
                </a:ln>
                <a:latin typeface="原稿用標準書体" panose="03000503000000000000" pitchFamily="66" charset="-128"/>
                <a:ea typeface="原稿用標準書体" panose="03000503000000000000" pitchFamily="66" charset="-128"/>
              </a:rPr>
              <a:t>Lv</a:t>
            </a:r>
            <a:r>
              <a:rPr kumimoji="1" lang="en-US" altLang="ja-JP" sz="1200" b="1">
                <a:ln w="3175">
                  <a:noFill/>
                </a:ln>
                <a:latin typeface="原稿用標準書体" panose="03000503000000000000" pitchFamily="66" charset="-128"/>
                <a:ea typeface="原稿用標準書体" panose="03000503000000000000" pitchFamily="66" charset="-128"/>
              </a:rPr>
              <a:t>000</a:t>
            </a:r>
            <a:endParaRPr kumimoji="1" lang="ja-JP" altLang="en-US" sz="1200" b="1" dirty="0">
              <a:ln w="3175">
                <a:noFill/>
              </a:ln>
              <a:latin typeface="原稿用標準書体" panose="03000503000000000000" pitchFamily="66" charset="-128"/>
              <a:ea typeface="原稿用標準書体" panose="03000503000000000000" pitchFamily="66" charset="-128"/>
            </a:endParaRPr>
          </a:p>
        </p:txBody>
      </p:sp>
      <p:sp>
        <p:nvSpPr>
          <p:cNvPr id="106" name="テキスト ボックス 105">
            <a:extLst>
              <a:ext uri="{FF2B5EF4-FFF2-40B4-BE49-F238E27FC236}">
                <a16:creationId xmlns:a16="http://schemas.microsoft.com/office/drawing/2014/main" id="{FF5D04EC-DA68-3D75-C027-9CDB4B6426CF}"/>
              </a:ext>
            </a:extLst>
          </p:cNvPr>
          <p:cNvSpPr txBox="1"/>
          <p:nvPr/>
        </p:nvSpPr>
        <p:spPr>
          <a:xfrm>
            <a:off x="7550169" y="3175098"/>
            <a:ext cx="562032" cy="276999"/>
          </a:xfrm>
          <a:prstGeom prst="rect">
            <a:avLst/>
          </a:prstGeom>
          <a:noFill/>
        </p:spPr>
        <p:txBody>
          <a:bodyPr wrap="square">
            <a:spAutoFit/>
          </a:bodyPr>
          <a:lstStyle/>
          <a:p>
            <a:pPr algn="ctr"/>
            <a:r>
              <a:rPr kumimoji="1" lang="en-US" altLang="ja-JP" sz="1050" b="1">
                <a:ln w="3175">
                  <a:noFill/>
                </a:ln>
                <a:latin typeface="原稿用標準書体" panose="03000503000000000000" pitchFamily="66" charset="-128"/>
                <a:ea typeface="原稿用標準書体" panose="03000503000000000000" pitchFamily="66" charset="-128"/>
              </a:rPr>
              <a:t>Lv</a:t>
            </a:r>
            <a:r>
              <a:rPr kumimoji="1" lang="en-US" altLang="ja-JP" sz="1200" b="1">
                <a:ln w="3175">
                  <a:noFill/>
                </a:ln>
                <a:latin typeface="原稿用標準書体" panose="03000503000000000000" pitchFamily="66" charset="-128"/>
                <a:ea typeface="原稿用標準書体" panose="03000503000000000000" pitchFamily="66" charset="-128"/>
              </a:rPr>
              <a:t>000</a:t>
            </a:r>
            <a:endParaRPr kumimoji="1" lang="ja-JP" altLang="en-US" sz="1200" b="1" dirty="0">
              <a:ln w="3175">
                <a:noFill/>
              </a:ln>
              <a:latin typeface="原稿用標準書体" panose="03000503000000000000" pitchFamily="66" charset="-128"/>
              <a:ea typeface="原稿用標準書体" panose="03000503000000000000" pitchFamily="66" charset="-128"/>
            </a:endParaRPr>
          </a:p>
        </p:txBody>
      </p:sp>
      <p:grpSp>
        <p:nvGrpSpPr>
          <p:cNvPr id="113" name="グループ化 112">
            <a:extLst>
              <a:ext uri="{FF2B5EF4-FFF2-40B4-BE49-F238E27FC236}">
                <a16:creationId xmlns:a16="http://schemas.microsoft.com/office/drawing/2014/main" id="{04D9989A-B5B0-300E-E02A-97D8E826DC8F}"/>
              </a:ext>
            </a:extLst>
          </p:cNvPr>
          <p:cNvGrpSpPr/>
          <p:nvPr/>
        </p:nvGrpSpPr>
        <p:grpSpPr>
          <a:xfrm>
            <a:off x="9927223" y="2404699"/>
            <a:ext cx="562032" cy="2560204"/>
            <a:chOff x="9927223" y="2404699"/>
            <a:chExt cx="562032" cy="2560204"/>
          </a:xfrm>
        </p:grpSpPr>
        <p:sp>
          <p:nvSpPr>
            <p:cNvPr id="108" name="テキスト ボックス 107">
              <a:extLst>
                <a:ext uri="{FF2B5EF4-FFF2-40B4-BE49-F238E27FC236}">
                  <a16:creationId xmlns:a16="http://schemas.microsoft.com/office/drawing/2014/main" id="{624171EC-E16B-F457-695F-7F7704BB0F5B}"/>
                </a:ext>
              </a:extLst>
            </p:cNvPr>
            <p:cNvSpPr txBox="1"/>
            <p:nvPr/>
          </p:nvSpPr>
          <p:spPr>
            <a:xfrm>
              <a:off x="9927223" y="3926835"/>
              <a:ext cx="562032" cy="276999"/>
            </a:xfrm>
            <a:prstGeom prst="rect">
              <a:avLst/>
            </a:prstGeom>
            <a:noFill/>
          </p:spPr>
          <p:txBody>
            <a:bodyPr wrap="square">
              <a:spAutoFit/>
            </a:bodyPr>
            <a:lstStyle/>
            <a:p>
              <a:pPr algn="ctr"/>
              <a:r>
                <a:rPr kumimoji="1" lang="en-US" altLang="ja-JP" sz="1050" b="1">
                  <a:ln w="3175">
                    <a:noFill/>
                  </a:ln>
                  <a:solidFill>
                    <a:schemeClr val="bg1">
                      <a:lumMod val="95000"/>
                    </a:schemeClr>
                  </a:solidFill>
                  <a:latin typeface="原稿用標準書体" panose="03000503000000000000" pitchFamily="66" charset="-128"/>
                  <a:ea typeface="原稿用標準書体" panose="03000503000000000000" pitchFamily="66" charset="-128"/>
                </a:rPr>
                <a:t>Lv</a:t>
              </a:r>
              <a:r>
                <a:rPr kumimoji="1" lang="en-US" altLang="ja-JP" sz="1200" b="1">
                  <a:ln w="3175">
                    <a:noFill/>
                  </a:ln>
                  <a:solidFill>
                    <a:schemeClr val="bg1">
                      <a:lumMod val="95000"/>
                    </a:schemeClr>
                  </a:solidFill>
                  <a:latin typeface="原稿用標準書体" panose="03000503000000000000" pitchFamily="66" charset="-128"/>
                  <a:ea typeface="原稿用標準書体" panose="03000503000000000000" pitchFamily="66" charset="-128"/>
                </a:rPr>
                <a:t>000</a:t>
              </a:r>
              <a:endParaRPr kumimoji="1" lang="ja-JP" altLang="en-US" sz="1200" b="1" dirty="0">
                <a:ln w="3175">
                  <a:noFill/>
                </a:ln>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09" name="テキスト ボックス 108">
              <a:extLst>
                <a:ext uri="{FF2B5EF4-FFF2-40B4-BE49-F238E27FC236}">
                  <a16:creationId xmlns:a16="http://schemas.microsoft.com/office/drawing/2014/main" id="{A0D6B01A-40B9-1F00-BD48-14D1CB9D10BA}"/>
                </a:ext>
              </a:extLst>
            </p:cNvPr>
            <p:cNvSpPr txBox="1"/>
            <p:nvPr/>
          </p:nvSpPr>
          <p:spPr>
            <a:xfrm>
              <a:off x="9927223" y="4687904"/>
              <a:ext cx="562032" cy="276999"/>
            </a:xfrm>
            <a:prstGeom prst="rect">
              <a:avLst/>
            </a:prstGeom>
            <a:noFill/>
          </p:spPr>
          <p:txBody>
            <a:bodyPr wrap="square">
              <a:spAutoFit/>
            </a:bodyPr>
            <a:lstStyle/>
            <a:p>
              <a:pPr algn="ctr"/>
              <a:r>
                <a:rPr kumimoji="1" lang="en-US" altLang="ja-JP" sz="1050" b="1">
                  <a:ln w="3175">
                    <a:noFill/>
                  </a:ln>
                  <a:solidFill>
                    <a:schemeClr val="bg1">
                      <a:lumMod val="95000"/>
                    </a:schemeClr>
                  </a:solidFill>
                  <a:latin typeface="原稿用標準書体" panose="03000503000000000000" pitchFamily="66" charset="-128"/>
                  <a:ea typeface="原稿用標準書体" panose="03000503000000000000" pitchFamily="66" charset="-128"/>
                </a:rPr>
                <a:t>Lv</a:t>
              </a:r>
              <a:r>
                <a:rPr kumimoji="1" lang="en-US" altLang="ja-JP" sz="1200" b="1">
                  <a:ln w="3175">
                    <a:noFill/>
                  </a:ln>
                  <a:solidFill>
                    <a:schemeClr val="bg1">
                      <a:lumMod val="95000"/>
                    </a:schemeClr>
                  </a:solidFill>
                  <a:latin typeface="原稿用標準書体" panose="03000503000000000000" pitchFamily="66" charset="-128"/>
                  <a:ea typeface="原稿用標準書体" panose="03000503000000000000" pitchFamily="66" charset="-128"/>
                </a:rPr>
                <a:t>000</a:t>
              </a:r>
              <a:endParaRPr kumimoji="1" lang="ja-JP" altLang="en-US" sz="1200" b="1" dirty="0">
                <a:ln w="3175">
                  <a:noFill/>
                </a:ln>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10" name="テキスト ボックス 109">
              <a:extLst>
                <a:ext uri="{FF2B5EF4-FFF2-40B4-BE49-F238E27FC236}">
                  <a16:creationId xmlns:a16="http://schemas.microsoft.com/office/drawing/2014/main" id="{401B168F-6CC4-84EF-D7CD-AEF7D5A0EF30}"/>
                </a:ext>
              </a:extLst>
            </p:cNvPr>
            <p:cNvSpPr txBox="1"/>
            <p:nvPr/>
          </p:nvSpPr>
          <p:spPr>
            <a:xfrm>
              <a:off x="9927223" y="2404699"/>
              <a:ext cx="562032" cy="276999"/>
            </a:xfrm>
            <a:prstGeom prst="rect">
              <a:avLst/>
            </a:prstGeom>
            <a:noFill/>
          </p:spPr>
          <p:txBody>
            <a:bodyPr wrap="square">
              <a:spAutoFit/>
            </a:bodyPr>
            <a:lstStyle/>
            <a:p>
              <a:pPr algn="ctr"/>
              <a:r>
                <a:rPr kumimoji="1" lang="en-US" altLang="ja-JP" sz="1050" b="1">
                  <a:ln w="3175">
                    <a:noFill/>
                  </a:ln>
                  <a:solidFill>
                    <a:schemeClr val="bg1">
                      <a:lumMod val="95000"/>
                    </a:schemeClr>
                  </a:solidFill>
                  <a:latin typeface="原稿用標準書体" panose="03000503000000000000" pitchFamily="66" charset="-128"/>
                  <a:ea typeface="原稿用標準書体" panose="03000503000000000000" pitchFamily="66" charset="-128"/>
                </a:rPr>
                <a:t>Lv</a:t>
              </a:r>
              <a:r>
                <a:rPr kumimoji="1" lang="en-US" altLang="ja-JP" sz="1200" b="1">
                  <a:ln w="3175">
                    <a:noFill/>
                  </a:ln>
                  <a:solidFill>
                    <a:schemeClr val="bg1">
                      <a:lumMod val="95000"/>
                    </a:schemeClr>
                  </a:solidFill>
                  <a:latin typeface="原稿用標準書体" panose="03000503000000000000" pitchFamily="66" charset="-128"/>
                  <a:ea typeface="原稿用標準書体" panose="03000503000000000000" pitchFamily="66" charset="-128"/>
                </a:rPr>
                <a:t>000</a:t>
              </a:r>
              <a:endParaRPr kumimoji="1" lang="ja-JP" altLang="en-US" sz="1200" b="1" dirty="0">
                <a:ln w="3175">
                  <a:noFill/>
                </a:ln>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11" name="テキスト ボックス 110">
              <a:extLst>
                <a:ext uri="{FF2B5EF4-FFF2-40B4-BE49-F238E27FC236}">
                  <a16:creationId xmlns:a16="http://schemas.microsoft.com/office/drawing/2014/main" id="{BC2BF170-36D6-92D3-1724-2EDBEAC22816}"/>
                </a:ext>
              </a:extLst>
            </p:cNvPr>
            <p:cNvSpPr txBox="1"/>
            <p:nvPr/>
          </p:nvSpPr>
          <p:spPr>
            <a:xfrm>
              <a:off x="9927223" y="3165767"/>
              <a:ext cx="562032" cy="276999"/>
            </a:xfrm>
            <a:prstGeom prst="rect">
              <a:avLst/>
            </a:prstGeom>
            <a:noFill/>
          </p:spPr>
          <p:txBody>
            <a:bodyPr wrap="square">
              <a:spAutoFit/>
            </a:bodyPr>
            <a:lstStyle/>
            <a:p>
              <a:pPr algn="ctr"/>
              <a:r>
                <a:rPr kumimoji="1" lang="en-US" altLang="ja-JP" sz="1050" b="1">
                  <a:ln w="3175">
                    <a:noFill/>
                  </a:ln>
                  <a:solidFill>
                    <a:schemeClr val="bg1">
                      <a:lumMod val="95000"/>
                    </a:schemeClr>
                  </a:solidFill>
                  <a:latin typeface="原稿用標準書体" panose="03000503000000000000" pitchFamily="66" charset="-128"/>
                  <a:ea typeface="原稿用標準書体" panose="03000503000000000000" pitchFamily="66" charset="-128"/>
                </a:rPr>
                <a:t>Lv</a:t>
              </a:r>
              <a:r>
                <a:rPr kumimoji="1" lang="en-US" altLang="ja-JP" sz="1200" b="1">
                  <a:ln w="3175">
                    <a:noFill/>
                  </a:ln>
                  <a:solidFill>
                    <a:schemeClr val="bg1">
                      <a:lumMod val="95000"/>
                    </a:schemeClr>
                  </a:solidFill>
                  <a:latin typeface="原稿用標準書体" panose="03000503000000000000" pitchFamily="66" charset="-128"/>
                  <a:ea typeface="原稿用標準書体" panose="03000503000000000000" pitchFamily="66" charset="-128"/>
                </a:rPr>
                <a:t>000</a:t>
              </a:r>
              <a:endParaRPr kumimoji="1" lang="ja-JP" altLang="en-US" sz="1200" b="1" dirty="0">
                <a:ln w="3175">
                  <a:noFill/>
                </a:ln>
                <a:solidFill>
                  <a:schemeClr val="bg1">
                    <a:lumMod val="95000"/>
                  </a:schemeClr>
                </a:solidFill>
                <a:latin typeface="原稿用標準書体" panose="03000503000000000000" pitchFamily="66" charset="-128"/>
                <a:ea typeface="原稿用標準書体" panose="03000503000000000000" pitchFamily="66" charset="-128"/>
              </a:endParaRPr>
            </a:p>
          </p:txBody>
        </p:sp>
      </p:grpSp>
      <p:sp>
        <p:nvSpPr>
          <p:cNvPr id="112" name="テキスト ボックス 111">
            <a:extLst>
              <a:ext uri="{FF2B5EF4-FFF2-40B4-BE49-F238E27FC236}">
                <a16:creationId xmlns:a16="http://schemas.microsoft.com/office/drawing/2014/main" id="{6CE78F79-BCFB-2E6A-865C-891F70FFB625}"/>
              </a:ext>
            </a:extLst>
          </p:cNvPr>
          <p:cNvSpPr txBox="1"/>
          <p:nvPr/>
        </p:nvSpPr>
        <p:spPr>
          <a:xfrm>
            <a:off x="8497666" y="1344328"/>
            <a:ext cx="1842172" cy="523220"/>
          </a:xfrm>
          <a:prstGeom prst="rect">
            <a:avLst/>
          </a:prstGeom>
          <a:noFill/>
        </p:spPr>
        <p:txBody>
          <a:bodyPr wrap="none" rtlCol="0">
            <a:spAutoFit/>
          </a:bodyPr>
          <a:lstStyle/>
          <a:p>
            <a:pPr algn="ctr"/>
            <a:r>
              <a:rPr kumimoji="1" lang="en-US" altLang="ja-JP" sz="2800" b="1"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Arial" panose="020B0604020202020204" pitchFamily="34" charset="0"/>
              </a:rPr>
              <a:t>VS.</a:t>
            </a:r>
            <a:r>
              <a:rPr kumimoji="1" lang="ja-JP" altLang="en-US" sz="2800" b="1"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Arial" panose="020B0604020202020204" pitchFamily="34" charset="0"/>
              </a:rPr>
              <a:t>敵群名</a:t>
            </a:r>
          </a:p>
        </p:txBody>
      </p:sp>
      <p:grpSp>
        <p:nvGrpSpPr>
          <p:cNvPr id="114" name="グループ化 113">
            <a:extLst>
              <a:ext uri="{FF2B5EF4-FFF2-40B4-BE49-F238E27FC236}">
                <a16:creationId xmlns:a16="http://schemas.microsoft.com/office/drawing/2014/main" id="{2EDE4F33-05CA-F85E-20E1-DA33D24065B2}"/>
              </a:ext>
            </a:extLst>
          </p:cNvPr>
          <p:cNvGrpSpPr/>
          <p:nvPr/>
        </p:nvGrpSpPr>
        <p:grpSpPr>
          <a:xfrm>
            <a:off x="10732766" y="2407809"/>
            <a:ext cx="562032" cy="2560204"/>
            <a:chOff x="9927223" y="2404699"/>
            <a:chExt cx="562032" cy="2560204"/>
          </a:xfrm>
        </p:grpSpPr>
        <p:sp>
          <p:nvSpPr>
            <p:cNvPr id="115" name="テキスト ボックス 114">
              <a:extLst>
                <a:ext uri="{FF2B5EF4-FFF2-40B4-BE49-F238E27FC236}">
                  <a16:creationId xmlns:a16="http://schemas.microsoft.com/office/drawing/2014/main" id="{ADFB4651-3D6E-993C-C3B8-040270137D78}"/>
                </a:ext>
              </a:extLst>
            </p:cNvPr>
            <p:cNvSpPr txBox="1"/>
            <p:nvPr/>
          </p:nvSpPr>
          <p:spPr>
            <a:xfrm>
              <a:off x="9927223" y="3926835"/>
              <a:ext cx="562032" cy="276999"/>
            </a:xfrm>
            <a:prstGeom prst="rect">
              <a:avLst/>
            </a:prstGeom>
            <a:noFill/>
          </p:spPr>
          <p:txBody>
            <a:bodyPr wrap="square">
              <a:spAutoFit/>
            </a:bodyPr>
            <a:lstStyle/>
            <a:p>
              <a:pPr algn="ctr"/>
              <a:r>
                <a:rPr kumimoji="1" lang="en-US" altLang="ja-JP" sz="1050" b="1">
                  <a:ln w="3175">
                    <a:noFill/>
                  </a:ln>
                  <a:solidFill>
                    <a:schemeClr val="bg1">
                      <a:lumMod val="95000"/>
                    </a:schemeClr>
                  </a:solidFill>
                  <a:latin typeface="原稿用標準書体" panose="03000503000000000000" pitchFamily="66" charset="-128"/>
                  <a:ea typeface="原稿用標準書体" panose="03000503000000000000" pitchFamily="66" charset="-128"/>
                </a:rPr>
                <a:t>Lv</a:t>
              </a:r>
              <a:r>
                <a:rPr kumimoji="1" lang="en-US" altLang="ja-JP" sz="1200" b="1">
                  <a:ln w="3175">
                    <a:noFill/>
                  </a:ln>
                  <a:solidFill>
                    <a:schemeClr val="bg1">
                      <a:lumMod val="95000"/>
                    </a:schemeClr>
                  </a:solidFill>
                  <a:latin typeface="原稿用標準書体" panose="03000503000000000000" pitchFamily="66" charset="-128"/>
                  <a:ea typeface="原稿用標準書体" panose="03000503000000000000" pitchFamily="66" charset="-128"/>
                </a:rPr>
                <a:t>000</a:t>
              </a:r>
              <a:endParaRPr kumimoji="1" lang="ja-JP" altLang="en-US" sz="1200" b="1" dirty="0">
                <a:ln w="3175">
                  <a:noFill/>
                </a:ln>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16" name="テキスト ボックス 115">
              <a:extLst>
                <a:ext uri="{FF2B5EF4-FFF2-40B4-BE49-F238E27FC236}">
                  <a16:creationId xmlns:a16="http://schemas.microsoft.com/office/drawing/2014/main" id="{E4D9B1C6-5B69-520B-D6FD-B26608F84BA4}"/>
                </a:ext>
              </a:extLst>
            </p:cNvPr>
            <p:cNvSpPr txBox="1"/>
            <p:nvPr/>
          </p:nvSpPr>
          <p:spPr>
            <a:xfrm>
              <a:off x="9927223" y="4687904"/>
              <a:ext cx="562032" cy="276999"/>
            </a:xfrm>
            <a:prstGeom prst="rect">
              <a:avLst/>
            </a:prstGeom>
            <a:noFill/>
          </p:spPr>
          <p:txBody>
            <a:bodyPr wrap="square">
              <a:spAutoFit/>
            </a:bodyPr>
            <a:lstStyle/>
            <a:p>
              <a:pPr algn="ctr"/>
              <a:r>
                <a:rPr kumimoji="1" lang="en-US" altLang="ja-JP" sz="1050" b="1">
                  <a:ln w="3175">
                    <a:noFill/>
                  </a:ln>
                  <a:solidFill>
                    <a:schemeClr val="bg1">
                      <a:lumMod val="95000"/>
                    </a:schemeClr>
                  </a:solidFill>
                  <a:latin typeface="原稿用標準書体" panose="03000503000000000000" pitchFamily="66" charset="-128"/>
                  <a:ea typeface="原稿用標準書体" panose="03000503000000000000" pitchFamily="66" charset="-128"/>
                </a:rPr>
                <a:t>Lv</a:t>
              </a:r>
              <a:r>
                <a:rPr kumimoji="1" lang="en-US" altLang="ja-JP" sz="1200" b="1">
                  <a:ln w="3175">
                    <a:noFill/>
                  </a:ln>
                  <a:solidFill>
                    <a:schemeClr val="bg1">
                      <a:lumMod val="95000"/>
                    </a:schemeClr>
                  </a:solidFill>
                  <a:latin typeface="原稿用標準書体" panose="03000503000000000000" pitchFamily="66" charset="-128"/>
                  <a:ea typeface="原稿用標準書体" panose="03000503000000000000" pitchFamily="66" charset="-128"/>
                </a:rPr>
                <a:t>000</a:t>
              </a:r>
              <a:endParaRPr kumimoji="1" lang="ja-JP" altLang="en-US" sz="1200" b="1" dirty="0">
                <a:ln w="3175">
                  <a:noFill/>
                </a:ln>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17" name="テキスト ボックス 116">
              <a:extLst>
                <a:ext uri="{FF2B5EF4-FFF2-40B4-BE49-F238E27FC236}">
                  <a16:creationId xmlns:a16="http://schemas.microsoft.com/office/drawing/2014/main" id="{226FA367-DA00-8ADC-655A-9A2C147B44B8}"/>
                </a:ext>
              </a:extLst>
            </p:cNvPr>
            <p:cNvSpPr txBox="1"/>
            <p:nvPr/>
          </p:nvSpPr>
          <p:spPr>
            <a:xfrm>
              <a:off x="9927223" y="2404699"/>
              <a:ext cx="562032" cy="276999"/>
            </a:xfrm>
            <a:prstGeom prst="rect">
              <a:avLst/>
            </a:prstGeom>
            <a:noFill/>
          </p:spPr>
          <p:txBody>
            <a:bodyPr wrap="square">
              <a:spAutoFit/>
            </a:bodyPr>
            <a:lstStyle/>
            <a:p>
              <a:pPr algn="ctr"/>
              <a:r>
                <a:rPr kumimoji="1" lang="en-US" altLang="ja-JP" sz="1050" b="1">
                  <a:ln w="3175">
                    <a:noFill/>
                  </a:ln>
                  <a:solidFill>
                    <a:schemeClr val="bg1">
                      <a:lumMod val="95000"/>
                    </a:schemeClr>
                  </a:solidFill>
                  <a:latin typeface="原稿用標準書体" panose="03000503000000000000" pitchFamily="66" charset="-128"/>
                  <a:ea typeface="原稿用標準書体" panose="03000503000000000000" pitchFamily="66" charset="-128"/>
                </a:rPr>
                <a:t>Lv</a:t>
              </a:r>
              <a:r>
                <a:rPr kumimoji="1" lang="en-US" altLang="ja-JP" sz="1200" b="1">
                  <a:ln w="3175">
                    <a:noFill/>
                  </a:ln>
                  <a:solidFill>
                    <a:schemeClr val="bg1">
                      <a:lumMod val="95000"/>
                    </a:schemeClr>
                  </a:solidFill>
                  <a:latin typeface="原稿用標準書体" panose="03000503000000000000" pitchFamily="66" charset="-128"/>
                  <a:ea typeface="原稿用標準書体" panose="03000503000000000000" pitchFamily="66" charset="-128"/>
                </a:rPr>
                <a:t>000</a:t>
              </a:r>
              <a:endParaRPr kumimoji="1" lang="ja-JP" altLang="en-US" sz="1200" b="1" dirty="0">
                <a:ln w="3175">
                  <a:noFill/>
                </a:ln>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12" name="グループ化 11">
            <a:extLst>
              <a:ext uri="{FF2B5EF4-FFF2-40B4-BE49-F238E27FC236}">
                <a16:creationId xmlns:a16="http://schemas.microsoft.com/office/drawing/2014/main" id="{39E57FDB-50B6-165E-B65E-EE7FD1D1AAD5}"/>
              </a:ext>
            </a:extLst>
          </p:cNvPr>
          <p:cNvGrpSpPr/>
          <p:nvPr/>
        </p:nvGrpSpPr>
        <p:grpSpPr>
          <a:xfrm>
            <a:off x="1567997" y="5677957"/>
            <a:ext cx="466296" cy="699535"/>
            <a:chOff x="1572592" y="5648090"/>
            <a:chExt cx="466296" cy="699535"/>
          </a:xfrm>
        </p:grpSpPr>
        <p:sp>
          <p:nvSpPr>
            <p:cNvPr id="58" name="四角形: 角を丸くする 57">
              <a:extLst>
                <a:ext uri="{FF2B5EF4-FFF2-40B4-BE49-F238E27FC236}">
                  <a16:creationId xmlns:a16="http://schemas.microsoft.com/office/drawing/2014/main" id="{C0D2FF38-F415-44CA-5C03-4E24D7495250}"/>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1" name="四角形: 角を丸くする 10">
              <a:extLst>
                <a:ext uri="{FF2B5EF4-FFF2-40B4-BE49-F238E27FC236}">
                  <a16:creationId xmlns:a16="http://schemas.microsoft.com/office/drawing/2014/main" id="{E20FB977-F98C-8D0B-75E6-5FC527EE53F7}"/>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13" name="グループ化 12">
            <a:extLst>
              <a:ext uri="{FF2B5EF4-FFF2-40B4-BE49-F238E27FC236}">
                <a16:creationId xmlns:a16="http://schemas.microsoft.com/office/drawing/2014/main" id="{43D5C032-8F94-48F8-7366-4BACAC0A7E03}"/>
              </a:ext>
            </a:extLst>
          </p:cNvPr>
          <p:cNvGrpSpPr/>
          <p:nvPr/>
        </p:nvGrpSpPr>
        <p:grpSpPr>
          <a:xfrm>
            <a:off x="2169302" y="5677957"/>
            <a:ext cx="466296" cy="699535"/>
            <a:chOff x="1572592" y="5648090"/>
            <a:chExt cx="466296" cy="699535"/>
          </a:xfrm>
        </p:grpSpPr>
        <p:sp>
          <p:nvSpPr>
            <p:cNvPr id="14" name="四角形: 角を丸くする 13">
              <a:extLst>
                <a:ext uri="{FF2B5EF4-FFF2-40B4-BE49-F238E27FC236}">
                  <a16:creationId xmlns:a16="http://schemas.microsoft.com/office/drawing/2014/main" id="{C7F20380-6D83-3162-A549-19F9A00B96DC}"/>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5" name="四角形: 角を丸くする 14">
              <a:extLst>
                <a:ext uri="{FF2B5EF4-FFF2-40B4-BE49-F238E27FC236}">
                  <a16:creationId xmlns:a16="http://schemas.microsoft.com/office/drawing/2014/main" id="{6E58D2C0-D31C-3072-1423-9FE944AF220C}"/>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17" name="グループ化 16">
            <a:extLst>
              <a:ext uri="{FF2B5EF4-FFF2-40B4-BE49-F238E27FC236}">
                <a16:creationId xmlns:a16="http://schemas.microsoft.com/office/drawing/2014/main" id="{9F7ABBCF-B20F-A095-89BC-626F940A83C5}"/>
              </a:ext>
            </a:extLst>
          </p:cNvPr>
          <p:cNvGrpSpPr/>
          <p:nvPr/>
        </p:nvGrpSpPr>
        <p:grpSpPr>
          <a:xfrm>
            <a:off x="2770607" y="5677957"/>
            <a:ext cx="466296" cy="699535"/>
            <a:chOff x="1572592" y="5648090"/>
            <a:chExt cx="466296" cy="699535"/>
          </a:xfrm>
        </p:grpSpPr>
        <p:sp>
          <p:nvSpPr>
            <p:cNvPr id="18" name="四角形: 角を丸くする 17">
              <a:extLst>
                <a:ext uri="{FF2B5EF4-FFF2-40B4-BE49-F238E27FC236}">
                  <a16:creationId xmlns:a16="http://schemas.microsoft.com/office/drawing/2014/main" id="{450128B0-5F4A-30BF-14B9-3EAFC844F143}"/>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20" name="四角形: 角を丸くする 19">
              <a:extLst>
                <a:ext uri="{FF2B5EF4-FFF2-40B4-BE49-F238E27FC236}">
                  <a16:creationId xmlns:a16="http://schemas.microsoft.com/office/drawing/2014/main" id="{246C8426-AEE3-D30B-15B1-312147B98E04}"/>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21" name="グループ化 20">
            <a:extLst>
              <a:ext uri="{FF2B5EF4-FFF2-40B4-BE49-F238E27FC236}">
                <a16:creationId xmlns:a16="http://schemas.microsoft.com/office/drawing/2014/main" id="{B640F9B2-3B89-1C97-4805-2E5A10824907}"/>
              </a:ext>
            </a:extLst>
          </p:cNvPr>
          <p:cNvGrpSpPr/>
          <p:nvPr/>
        </p:nvGrpSpPr>
        <p:grpSpPr>
          <a:xfrm>
            <a:off x="3371912" y="5677957"/>
            <a:ext cx="466296" cy="699535"/>
            <a:chOff x="1572592" y="5648090"/>
            <a:chExt cx="466296" cy="699535"/>
          </a:xfrm>
        </p:grpSpPr>
        <p:sp>
          <p:nvSpPr>
            <p:cNvPr id="22" name="四角形: 角を丸くする 21">
              <a:extLst>
                <a:ext uri="{FF2B5EF4-FFF2-40B4-BE49-F238E27FC236}">
                  <a16:creationId xmlns:a16="http://schemas.microsoft.com/office/drawing/2014/main" id="{5224B57F-EA8C-B71A-5B4B-732ADDB065A7}"/>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23" name="四角形: 角を丸くする 22">
              <a:extLst>
                <a:ext uri="{FF2B5EF4-FFF2-40B4-BE49-F238E27FC236}">
                  <a16:creationId xmlns:a16="http://schemas.microsoft.com/office/drawing/2014/main" id="{07287B84-A4F7-41B4-2D63-F0638E7F3E6E}"/>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24" name="グループ化 23">
            <a:extLst>
              <a:ext uri="{FF2B5EF4-FFF2-40B4-BE49-F238E27FC236}">
                <a16:creationId xmlns:a16="http://schemas.microsoft.com/office/drawing/2014/main" id="{59688333-35A7-E5DE-1270-5600F660C182}"/>
              </a:ext>
            </a:extLst>
          </p:cNvPr>
          <p:cNvGrpSpPr/>
          <p:nvPr/>
        </p:nvGrpSpPr>
        <p:grpSpPr>
          <a:xfrm>
            <a:off x="3973217" y="5677957"/>
            <a:ext cx="466296" cy="699535"/>
            <a:chOff x="1572592" y="5648090"/>
            <a:chExt cx="466296" cy="699535"/>
          </a:xfrm>
        </p:grpSpPr>
        <p:sp>
          <p:nvSpPr>
            <p:cNvPr id="25" name="四角形: 角を丸くする 24">
              <a:extLst>
                <a:ext uri="{FF2B5EF4-FFF2-40B4-BE49-F238E27FC236}">
                  <a16:creationId xmlns:a16="http://schemas.microsoft.com/office/drawing/2014/main" id="{0C170C91-A67D-ABE4-1272-D3DA29F86996}"/>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26" name="四角形: 角を丸くする 25">
              <a:extLst>
                <a:ext uri="{FF2B5EF4-FFF2-40B4-BE49-F238E27FC236}">
                  <a16:creationId xmlns:a16="http://schemas.microsoft.com/office/drawing/2014/main" id="{9E8C9A62-B0A9-B09F-5EAF-B1622867C40A}"/>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27" name="グループ化 26">
            <a:extLst>
              <a:ext uri="{FF2B5EF4-FFF2-40B4-BE49-F238E27FC236}">
                <a16:creationId xmlns:a16="http://schemas.microsoft.com/office/drawing/2014/main" id="{4B6B30E0-D297-2CC3-2E5A-05942B6EA4A3}"/>
              </a:ext>
            </a:extLst>
          </p:cNvPr>
          <p:cNvGrpSpPr/>
          <p:nvPr/>
        </p:nvGrpSpPr>
        <p:grpSpPr>
          <a:xfrm>
            <a:off x="4574522" y="5677957"/>
            <a:ext cx="466296" cy="699535"/>
            <a:chOff x="1572592" y="5648090"/>
            <a:chExt cx="466296" cy="699535"/>
          </a:xfrm>
        </p:grpSpPr>
        <p:sp>
          <p:nvSpPr>
            <p:cNvPr id="42" name="四角形: 角を丸くする 41">
              <a:extLst>
                <a:ext uri="{FF2B5EF4-FFF2-40B4-BE49-F238E27FC236}">
                  <a16:creationId xmlns:a16="http://schemas.microsoft.com/office/drawing/2014/main" id="{2B7B6599-60CA-0784-1559-F5A04099F3CE}"/>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43" name="四角形: 角を丸くする 42">
              <a:extLst>
                <a:ext uri="{FF2B5EF4-FFF2-40B4-BE49-F238E27FC236}">
                  <a16:creationId xmlns:a16="http://schemas.microsoft.com/office/drawing/2014/main" id="{B0D49676-23D0-E364-DC11-EA1B6008C488}"/>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46" name="グループ化 45">
            <a:extLst>
              <a:ext uri="{FF2B5EF4-FFF2-40B4-BE49-F238E27FC236}">
                <a16:creationId xmlns:a16="http://schemas.microsoft.com/office/drawing/2014/main" id="{711560A3-9F72-1337-08EE-48F2AB4D8E1F}"/>
              </a:ext>
            </a:extLst>
          </p:cNvPr>
          <p:cNvGrpSpPr/>
          <p:nvPr/>
        </p:nvGrpSpPr>
        <p:grpSpPr>
          <a:xfrm>
            <a:off x="5175824" y="5677957"/>
            <a:ext cx="466296" cy="699535"/>
            <a:chOff x="1572592" y="5648090"/>
            <a:chExt cx="466296" cy="699535"/>
          </a:xfrm>
        </p:grpSpPr>
        <p:sp>
          <p:nvSpPr>
            <p:cNvPr id="50" name="四角形: 角を丸くする 49">
              <a:extLst>
                <a:ext uri="{FF2B5EF4-FFF2-40B4-BE49-F238E27FC236}">
                  <a16:creationId xmlns:a16="http://schemas.microsoft.com/office/drawing/2014/main" id="{8B9BF490-F134-D166-C222-3818D8F70757}"/>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51" name="四角形: 角を丸くする 50">
              <a:extLst>
                <a:ext uri="{FF2B5EF4-FFF2-40B4-BE49-F238E27FC236}">
                  <a16:creationId xmlns:a16="http://schemas.microsoft.com/office/drawing/2014/main" id="{509B4394-2665-FAAF-3B6E-7F44C6484E12}"/>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sp>
        <p:nvSpPr>
          <p:cNvPr id="64" name="二等辺三角形 63">
            <a:extLst>
              <a:ext uri="{FF2B5EF4-FFF2-40B4-BE49-F238E27FC236}">
                <a16:creationId xmlns:a16="http://schemas.microsoft.com/office/drawing/2014/main" id="{23121F84-F6E4-9B86-7CA7-313C52046E6B}"/>
              </a:ext>
            </a:extLst>
          </p:cNvPr>
          <p:cNvSpPr/>
          <p:nvPr/>
        </p:nvSpPr>
        <p:spPr>
          <a:xfrm rot="5400000">
            <a:off x="10860936" y="5875196"/>
            <a:ext cx="364010" cy="313802"/>
          </a:xfrm>
          <a:prstGeom prst="triangl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3" name="テキスト ボックス 72">
            <a:extLst>
              <a:ext uri="{FF2B5EF4-FFF2-40B4-BE49-F238E27FC236}">
                <a16:creationId xmlns:a16="http://schemas.microsoft.com/office/drawing/2014/main" id="{47CBA53E-0AD0-1132-3966-432A9B1E59C9}"/>
              </a:ext>
            </a:extLst>
          </p:cNvPr>
          <p:cNvSpPr txBox="1"/>
          <p:nvPr/>
        </p:nvSpPr>
        <p:spPr>
          <a:xfrm>
            <a:off x="9098198" y="5847431"/>
            <a:ext cx="1743792" cy="369332"/>
          </a:xfrm>
          <a:prstGeom prst="rect">
            <a:avLst/>
          </a:prstGeom>
          <a:noFill/>
        </p:spPr>
        <p:txBody>
          <a:bodyPr wrap="square">
            <a:spAutoFit/>
          </a:bodyPr>
          <a:lstStyle/>
          <a:p>
            <a:pPr algn="ctr"/>
            <a:r>
              <a:rPr lang="ja-JP" altLang="en-US" sz="1800" b="1">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rPr>
              <a:t>バトル開始</a:t>
            </a:r>
            <a:endParaRPr lang="ja-JP" altLang="en-US" sz="1800" b="1" dirty="0">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endParaRPr>
          </a:p>
        </p:txBody>
      </p:sp>
      <p:grpSp>
        <p:nvGrpSpPr>
          <p:cNvPr id="4" name="グループ化 3">
            <a:extLst>
              <a:ext uri="{FF2B5EF4-FFF2-40B4-BE49-F238E27FC236}">
                <a16:creationId xmlns:a16="http://schemas.microsoft.com/office/drawing/2014/main" id="{84320691-7F6A-2194-9D8A-60AA568CB55E}"/>
              </a:ext>
            </a:extLst>
          </p:cNvPr>
          <p:cNvGrpSpPr/>
          <p:nvPr/>
        </p:nvGrpSpPr>
        <p:grpSpPr>
          <a:xfrm>
            <a:off x="9958244" y="2720661"/>
            <a:ext cx="496849" cy="276999"/>
            <a:chOff x="9966073" y="1885589"/>
            <a:chExt cx="836714" cy="307777"/>
          </a:xfrm>
        </p:grpSpPr>
        <p:sp>
          <p:nvSpPr>
            <p:cNvPr id="5" name="四角形: 角を丸くする 4">
              <a:extLst>
                <a:ext uri="{FF2B5EF4-FFF2-40B4-BE49-F238E27FC236}">
                  <a16:creationId xmlns:a16="http://schemas.microsoft.com/office/drawing/2014/main" id="{ABFD1396-694C-4BAA-61B1-B0ACB5F84DCD}"/>
                </a:ext>
              </a:extLst>
            </p:cNvPr>
            <p:cNvSpPr/>
            <p:nvPr/>
          </p:nvSpPr>
          <p:spPr>
            <a:xfrm>
              <a:off x="9966073" y="1901097"/>
              <a:ext cx="836714" cy="292269"/>
            </a:xfrm>
            <a:prstGeom prst="roundRect">
              <a:avLst>
                <a:gd name="adj" fmla="val 4721"/>
              </a:avLst>
            </a:prstGeom>
            <a:solidFill>
              <a:srgbClr val="9900CC">
                <a:alpha val="95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0" name="テキスト ボックス 9">
              <a:extLst>
                <a:ext uri="{FF2B5EF4-FFF2-40B4-BE49-F238E27FC236}">
                  <a16:creationId xmlns:a16="http://schemas.microsoft.com/office/drawing/2014/main" id="{BBAC9D3E-0744-53A2-E799-0866A1445305}"/>
                </a:ext>
              </a:extLst>
            </p:cNvPr>
            <p:cNvSpPr txBox="1"/>
            <p:nvPr/>
          </p:nvSpPr>
          <p:spPr>
            <a:xfrm>
              <a:off x="9969785" y="1885589"/>
              <a:ext cx="829294" cy="276999"/>
            </a:xfrm>
            <a:prstGeom prst="rect">
              <a:avLst/>
            </a:prstGeom>
            <a:noFill/>
          </p:spPr>
          <p:txBody>
            <a:bodyPr wrap="none" rtlCol="0">
              <a:spAutoFit/>
            </a:bodyPr>
            <a:lstStyle/>
            <a:p>
              <a:pPr algn="ctr"/>
              <a:r>
                <a:rPr lang="en-US" altLang="ja-JP" sz="1200">
                  <a:solidFill>
                    <a:schemeClr val="accent2">
                      <a:lumMod val="60000"/>
                      <a:lumOff val="40000"/>
                    </a:schemeClr>
                  </a:solidFill>
                  <a:latin typeface="原稿用標準書体" panose="03000503000000000000" pitchFamily="66" charset="-128"/>
                  <a:ea typeface="原稿用標準書体" panose="03000503000000000000" pitchFamily="66" charset="-128"/>
                </a:rPr>
                <a:t>BOSS</a:t>
              </a:r>
              <a:endParaRPr lang="en-US" altLang="ja-JP" sz="1200" dirty="0">
                <a:solidFill>
                  <a:schemeClr val="accent2">
                    <a:lumMod val="60000"/>
                    <a:lumOff val="40000"/>
                  </a:schemeClr>
                </a:solidFill>
                <a:latin typeface="原稿用標準書体" panose="03000503000000000000" pitchFamily="66" charset="-128"/>
                <a:ea typeface="原稿用標準書体" panose="03000503000000000000" pitchFamily="66" charset="-128"/>
              </a:endParaRPr>
            </a:p>
          </p:txBody>
        </p:sp>
      </p:grpSp>
      <p:sp>
        <p:nvSpPr>
          <p:cNvPr id="57" name="楕円 56">
            <a:extLst>
              <a:ext uri="{FF2B5EF4-FFF2-40B4-BE49-F238E27FC236}">
                <a16:creationId xmlns:a16="http://schemas.microsoft.com/office/drawing/2014/main" id="{96A7B35D-1F85-087C-95E8-8C0310BA0B7F}"/>
              </a:ext>
            </a:extLst>
          </p:cNvPr>
          <p:cNvSpPr/>
          <p:nvPr/>
        </p:nvSpPr>
        <p:spPr>
          <a:xfrm>
            <a:off x="-598435" y="3222975"/>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rgbClr val="C00000"/>
                </a:solidFill>
                <a:latin typeface="原稿用標準書体" panose="03000503000000000000" pitchFamily="66" charset="-128"/>
                <a:ea typeface="原稿用標準書体" panose="03000503000000000000" pitchFamily="66" charset="-128"/>
              </a:rPr>
              <a:t>BATTLE</a:t>
            </a:r>
            <a:endParaRPr kumimoji="1" lang="ja-JP" altLang="en-US" dirty="0">
              <a:solidFill>
                <a:srgbClr val="C00000"/>
              </a:solidFill>
              <a:latin typeface="原稿用標準書体" panose="03000503000000000000" pitchFamily="66" charset="-128"/>
              <a:ea typeface="原稿用標準書体" panose="03000503000000000000" pitchFamily="66" charset="-128"/>
            </a:endParaRPr>
          </a:p>
        </p:txBody>
      </p:sp>
      <p:sp>
        <p:nvSpPr>
          <p:cNvPr id="67" name="楕円 66">
            <a:extLst>
              <a:ext uri="{FF2B5EF4-FFF2-40B4-BE49-F238E27FC236}">
                <a16:creationId xmlns:a16="http://schemas.microsoft.com/office/drawing/2014/main" id="{B2A030D7-4629-E79F-5B41-993737708C0D}"/>
              </a:ext>
            </a:extLst>
          </p:cNvPr>
          <p:cNvSpPr/>
          <p:nvPr/>
        </p:nvSpPr>
        <p:spPr>
          <a:xfrm>
            <a:off x="-625564" y="3220672"/>
            <a:ext cx="1163216" cy="1163216"/>
          </a:xfrm>
          <a:prstGeom prst="ellipse">
            <a:avLst/>
          </a:prstGeom>
          <a:solidFill>
            <a:schemeClr val="tx1">
              <a:lumMod val="75000"/>
              <a:lumOff val="25000"/>
              <a:alpha val="60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endParaRPr kumimoji="1" lang="ja-JP" altLang="en-US" dirty="0">
              <a:solidFill>
                <a:schemeClr val="accent3"/>
              </a:solidFill>
              <a:latin typeface="原稿用標準書体" panose="03000503000000000000" pitchFamily="66" charset="-128"/>
              <a:ea typeface="原稿用標準書体" panose="03000503000000000000" pitchFamily="66" charset="-128"/>
            </a:endParaRPr>
          </a:p>
        </p:txBody>
      </p:sp>
      <p:pic>
        <p:nvPicPr>
          <p:cNvPr id="68" name="グラフィックス 67" descr="ユーザー 単色塗りつぶし">
            <a:extLst>
              <a:ext uri="{FF2B5EF4-FFF2-40B4-BE49-F238E27FC236}">
                <a16:creationId xmlns:a16="http://schemas.microsoft.com/office/drawing/2014/main" id="{9B2A61CF-0FCC-782A-D69B-688D9A2612B6}"/>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846107" y="5756836"/>
            <a:ext cx="611000" cy="611000"/>
          </a:xfrm>
          <a:prstGeom prst="rect">
            <a:avLst/>
          </a:prstGeom>
        </p:spPr>
      </p:pic>
    </p:spTree>
    <p:extLst>
      <p:ext uri="{BB962C8B-B14F-4D97-AF65-F5344CB8AC3E}">
        <p14:creationId xmlns:p14="http://schemas.microsoft.com/office/powerpoint/2010/main" val="131871290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4B573B-34D5-65C9-31AC-C3FE9FB08C62}"/>
            </a:ext>
          </a:extLst>
        </p:cNvPr>
        <p:cNvGrpSpPr/>
        <p:nvPr/>
      </p:nvGrpSpPr>
      <p:grpSpPr>
        <a:xfrm>
          <a:off x="0" y="0"/>
          <a:ext cx="0" cy="0"/>
          <a:chOff x="0" y="0"/>
          <a:chExt cx="0" cy="0"/>
        </a:xfrm>
      </p:grpSpPr>
      <p:grpSp>
        <p:nvGrpSpPr>
          <p:cNvPr id="37" name="グループ化 36">
            <a:extLst>
              <a:ext uri="{FF2B5EF4-FFF2-40B4-BE49-F238E27FC236}">
                <a16:creationId xmlns:a16="http://schemas.microsoft.com/office/drawing/2014/main" id="{887F93A6-455E-E13C-99A3-6DD74FB1E6BB}"/>
              </a:ext>
            </a:extLst>
          </p:cNvPr>
          <p:cNvGrpSpPr/>
          <p:nvPr/>
        </p:nvGrpSpPr>
        <p:grpSpPr>
          <a:xfrm>
            <a:off x="876956" y="1883114"/>
            <a:ext cx="4801783" cy="4343027"/>
            <a:chOff x="988928" y="1883114"/>
            <a:chExt cx="4860780" cy="4396387"/>
          </a:xfrm>
        </p:grpSpPr>
        <p:pic>
          <p:nvPicPr>
            <p:cNvPr id="35" name="図 34">
              <a:extLst>
                <a:ext uri="{FF2B5EF4-FFF2-40B4-BE49-F238E27FC236}">
                  <a16:creationId xmlns:a16="http://schemas.microsoft.com/office/drawing/2014/main" id="{AA880964-140D-D830-0FAB-70F22E575950}"/>
                </a:ext>
              </a:extLst>
            </p:cNvPr>
            <p:cNvPicPr>
              <a:picLocks noChangeAspect="1"/>
            </p:cNvPicPr>
            <p:nvPr/>
          </p:nvPicPr>
          <p:blipFill>
            <a:blip r:embed="rId2">
              <a:extLst>
                <a:ext uri="{28A0092B-C50C-407E-A947-70E740481C1C}">
                  <a14:useLocalDpi xmlns:a14="http://schemas.microsoft.com/office/drawing/2010/main" val="0"/>
                </a:ext>
              </a:extLst>
            </a:blip>
            <a:srcRect t="9554"/>
            <a:stretch>
              <a:fillRect/>
            </a:stretch>
          </p:blipFill>
          <p:spPr>
            <a:xfrm>
              <a:off x="988928" y="1883114"/>
              <a:ext cx="4860780" cy="4396387"/>
            </a:xfrm>
            <a:prstGeom prst="rect">
              <a:avLst/>
            </a:prstGeom>
            <a:effectLst>
              <a:glow rad="63500">
                <a:schemeClr val="bg1">
                  <a:lumMod val="95000"/>
                  <a:alpha val="40000"/>
                </a:schemeClr>
              </a:glow>
            </a:effectLst>
          </p:spPr>
        </p:pic>
        <p:sp>
          <p:nvSpPr>
            <p:cNvPr id="36" name="正方形/長方形 35">
              <a:extLst>
                <a:ext uri="{FF2B5EF4-FFF2-40B4-BE49-F238E27FC236}">
                  <a16:creationId xmlns:a16="http://schemas.microsoft.com/office/drawing/2014/main" id="{DDE8CD2E-3A71-7E9D-695C-E42DBBBA0668}"/>
                </a:ext>
              </a:extLst>
            </p:cNvPr>
            <p:cNvSpPr/>
            <p:nvPr/>
          </p:nvSpPr>
          <p:spPr>
            <a:xfrm>
              <a:off x="1302803" y="2692443"/>
              <a:ext cx="4269724" cy="2792385"/>
            </a:xfrm>
            <a:prstGeom prst="rect">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sp>
        <p:nvSpPr>
          <p:cNvPr id="19" name="台形 18">
            <a:extLst>
              <a:ext uri="{FF2B5EF4-FFF2-40B4-BE49-F238E27FC236}">
                <a16:creationId xmlns:a16="http://schemas.microsoft.com/office/drawing/2014/main" id="{A3C84EA3-8A59-4048-BE12-9A13EBAE4781}"/>
              </a:ext>
            </a:extLst>
          </p:cNvPr>
          <p:cNvSpPr/>
          <p:nvPr/>
        </p:nvSpPr>
        <p:spPr>
          <a:xfrm rot="15655971">
            <a:off x="8504318" y="2976668"/>
            <a:ext cx="637073" cy="3030281"/>
          </a:xfrm>
          <a:prstGeom prst="trapezoid">
            <a:avLst>
              <a:gd name="adj" fmla="val 38526"/>
            </a:avLst>
          </a:prstGeom>
          <a:solidFill>
            <a:schemeClr val="accent6">
              <a:lumMod val="40000"/>
              <a:lumOff val="60000"/>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 name="四角形: 角を丸くする 6">
            <a:extLst>
              <a:ext uri="{FF2B5EF4-FFF2-40B4-BE49-F238E27FC236}">
                <a16:creationId xmlns:a16="http://schemas.microsoft.com/office/drawing/2014/main" id="{0E13C50B-15E7-ABB4-F0D1-52287850B56A}"/>
              </a:ext>
            </a:extLst>
          </p:cNvPr>
          <p:cNvSpPr/>
          <p:nvPr/>
        </p:nvSpPr>
        <p:spPr>
          <a:xfrm>
            <a:off x="8862861" y="5716570"/>
            <a:ext cx="2729924" cy="631055"/>
          </a:xfrm>
          <a:prstGeom prst="roundRect">
            <a:avLst>
              <a:gd name="adj" fmla="val 9570"/>
            </a:avLst>
          </a:prstGeom>
          <a:solidFill>
            <a:schemeClr val="accent6"/>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b="1" dirty="0">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endParaRPr>
          </a:p>
        </p:txBody>
      </p:sp>
      <p:sp>
        <p:nvSpPr>
          <p:cNvPr id="14" name="テキスト ボックス 13">
            <a:extLst>
              <a:ext uri="{FF2B5EF4-FFF2-40B4-BE49-F238E27FC236}">
                <a16:creationId xmlns:a16="http://schemas.microsoft.com/office/drawing/2014/main" id="{AEBEBB0B-8AA5-8163-F257-EEC0CD94555E}"/>
              </a:ext>
            </a:extLst>
          </p:cNvPr>
          <p:cNvSpPr txBox="1"/>
          <p:nvPr/>
        </p:nvSpPr>
        <p:spPr>
          <a:xfrm rot="20897315">
            <a:off x="9940367" y="4757571"/>
            <a:ext cx="1210588" cy="584775"/>
          </a:xfrm>
          <a:prstGeom prst="rect">
            <a:avLst/>
          </a:prstGeom>
          <a:noFill/>
        </p:spPr>
        <p:txBody>
          <a:bodyPr wrap="none" rtlCol="0">
            <a:spAutoFit/>
          </a:bodyPr>
          <a:lstStyle/>
          <a:p>
            <a:pPr algn="ctr"/>
            <a:r>
              <a:rPr lang="en-US" altLang="ja-JP" sz="3200" b="1" dirty="0">
                <a:solidFill>
                  <a:schemeClr val="bg1">
                    <a:lumMod val="95000"/>
                  </a:schemeClr>
                </a:solidFill>
                <a:latin typeface="原稿用標準書体" panose="03000503000000000000" pitchFamily="66" charset="-128"/>
                <a:ea typeface="原稿用標準書体" panose="03000503000000000000" pitchFamily="66" charset="-128"/>
              </a:rPr>
              <a:t>GET</a:t>
            </a:r>
            <a:r>
              <a:rPr lang="ja-JP" altLang="en-US" sz="3200" b="1" dirty="0">
                <a:solidFill>
                  <a:schemeClr val="bg1">
                    <a:lumMod val="95000"/>
                  </a:schemeClr>
                </a:solidFill>
                <a:latin typeface="原稿用標準書体" panose="03000503000000000000" pitchFamily="66" charset="-128"/>
                <a:ea typeface="原稿用標準書体" panose="03000503000000000000" pitchFamily="66" charset="-128"/>
              </a:rPr>
              <a:t>！</a:t>
            </a:r>
            <a:endParaRPr kumimoji="1" lang="ja-JP" altLang="en-US" sz="3200" b="1" dirty="0">
              <a:solidFill>
                <a:srgbClr val="CC00FF"/>
              </a:solidFill>
              <a:latin typeface="原稿用標準書体" panose="03000503000000000000" pitchFamily="66" charset="-128"/>
              <a:ea typeface="原稿用標準書体" panose="03000503000000000000" pitchFamily="66" charset="-128"/>
            </a:endParaRPr>
          </a:p>
        </p:txBody>
      </p:sp>
      <p:pic>
        <p:nvPicPr>
          <p:cNvPr id="15" name="図 14">
            <a:extLst>
              <a:ext uri="{FF2B5EF4-FFF2-40B4-BE49-F238E27FC236}">
                <a16:creationId xmlns:a16="http://schemas.microsoft.com/office/drawing/2014/main" id="{C2AF3C03-6B94-B24D-C68D-A222723DCE8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095429" y="3606844"/>
            <a:ext cx="1433406" cy="1396462"/>
          </a:xfrm>
          <a:prstGeom prst="rect">
            <a:avLst/>
          </a:prstGeom>
        </p:spPr>
      </p:pic>
      <p:sp>
        <p:nvSpPr>
          <p:cNvPr id="16" name="テキスト ボックス 15">
            <a:extLst>
              <a:ext uri="{FF2B5EF4-FFF2-40B4-BE49-F238E27FC236}">
                <a16:creationId xmlns:a16="http://schemas.microsoft.com/office/drawing/2014/main" id="{BD09337B-865D-46FC-0FA8-DA31FE1C694D}"/>
              </a:ext>
            </a:extLst>
          </p:cNvPr>
          <p:cNvSpPr txBox="1"/>
          <p:nvPr/>
        </p:nvSpPr>
        <p:spPr>
          <a:xfrm>
            <a:off x="8353746" y="3996312"/>
            <a:ext cx="1633781" cy="923330"/>
          </a:xfrm>
          <a:prstGeom prst="rect">
            <a:avLst/>
          </a:prstGeom>
          <a:noFill/>
        </p:spPr>
        <p:txBody>
          <a:bodyPr wrap="none" rtlCol="0">
            <a:spAutoFit/>
          </a:bodyPr>
          <a:lstStyle/>
          <a:p>
            <a:pPr algn="ctr"/>
            <a:r>
              <a:rPr lang="en-US" altLang="ja-JP" sz="3200" b="1" dirty="0">
                <a:solidFill>
                  <a:schemeClr val="bg1">
                    <a:lumMod val="95000"/>
                  </a:schemeClr>
                </a:solidFill>
                <a:latin typeface="原稿用標準書体" panose="03000503000000000000" pitchFamily="66" charset="-128"/>
                <a:ea typeface="原稿用標準書体" panose="03000503000000000000" pitchFamily="66" charset="-128"/>
              </a:rPr>
              <a:t>×</a:t>
            </a:r>
            <a:r>
              <a:rPr lang="en-US" altLang="ja-JP" sz="5400" b="1" dirty="0">
                <a:solidFill>
                  <a:schemeClr val="bg1">
                    <a:lumMod val="95000"/>
                  </a:schemeClr>
                </a:solidFill>
                <a:latin typeface="原稿用標準書体" panose="03000503000000000000" pitchFamily="66" charset="-128"/>
                <a:ea typeface="原稿用標準書体" panose="03000503000000000000" pitchFamily="66" charset="-128"/>
              </a:rPr>
              <a:t>000</a:t>
            </a:r>
            <a:endParaRPr kumimoji="1" lang="ja-JP" altLang="en-US" sz="4000" b="1" dirty="0">
              <a:solidFill>
                <a:srgbClr val="CC00FF"/>
              </a:solidFill>
              <a:latin typeface="原稿用標準書体" panose="03000503000000000000" pitchFamily="66" charset="-128"/>
              <a:ea typeface="原稿用標準書体" panose="03000503000000000000" pitchFamily="66" charset="-128"/>
            </a:endParaRPr>
          </a:p>
        </p:txBody>
      </p:sp>
      <p:sp>
        <p:nvSpPr>
          <p:cNvPr id="3" name="台形 2">
            <a:extLst>
              <a:ext uri="{FF2B5EF4-FFF2-40B4-BE49-F238E27FC236}">
                <a16:creationId xmlns:a16="http://schemas.microsoft.com/office/drawing/2014/main" id="{9BBDCB45-E1B0-9214-85CB-00B9748F0539}"/>
              </a:ext>
            </a:extLst>
          </p:cNvPr>
          <p:cNvSpPr/>
          <p:nvPr/>
        </p:nvSpPr>
        <p:spPr>
          <a:xfrm rot="15655971">
            <a:off x="8504317" y="1385826"/>
            <a:ext cx="637073" cy="3030281"/>
          </a:xfrm>
          <a:prstGeom prst="trapezoid">
            <a:avLst>
              <a:gd name="adj" fmla="val 38526"/>
            </a:avLst>
          </a:prstGeom>
          <a:solidFill>
            <a:schemeClr val="accent6">
              <a:lumMod val="40000"/>
              <a:lumOff val="60000"/>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 name="テキスト ボックス 4">
            <a:extLst>
              <a:ext uri="{FF2B5EF4-FFF2-40B4-BE49-F238E27FC236}">
                <a16:creationId xmlns:a16="http://schemas.microsoft.com/office/drawing/2014/main" id="{49284F78-8794-48EC-6B99-E94B251A4F61}"/>
              </a:ext>
            </a:extLst>
          </p:cNvPr>
          <p:cNvSpPr txBox="1"/>
          <p:nvPr/>
        </p:nvSpPr>
        <p:spPr>
          <a:xfrm>
            <a:off x="8353747" y="2397429"/>
            <a:ext cx="1633781" cy="923330"/>
          </a:xfrm>
          <a:prstGeom prst="rect">
            <a:avLst/>
          </a:prstGeom>
          <a:noFill/>
        </p:spPr>
        <p:txBody>
          <a:bodyPr wrap="none" rtlCol="0">
            <a:spAutoFit/>
          </a:bodyPr>
          <a:lstStyle/>
          <a:p>
            <a:pPr algn="ctr"/>
            <a:r>
              <a:rPr lang="en-US" altLang="ja-JP" sz="3200" b="1">
                <a:solidFill>
                  <a:schemeClr val="bg1">
                    <a:lumMod val="95000"/>
                  </a:schemeClr>
                </a:solidFill>
                <a:latin typeface="原稿用標準書体" panose="03000503000000000000" pitchFamily="66" charset="-128"/>
                <a:ea typeface="原稿用標準書体" panose="03000503000000000000" pitchFamily="66" charset="-128"/>
              </a:rPr>
              <a:t>×</a:t>
            </a:r>
            <a:r>
              <a:rPr lang="en-US" altLang="ja-JP" sz="5400" b="1">
                <a:solidFill>
                  <a:schemeClr val="bg1">
                    <a:lumMod val="95000"/>
                  </a:schemeClr>
                </a:solidFill>
                <a:latin typeface="原稿用標準書体" panose="03000503000000000000" pitchFamily="66" charset="-128"/>
                <a:ea typeface="原稿用標準書体" panose="03000503000000000000" pitchFamily="66" charset="-128"/>
              </a:rPr>
              <a:t>000</a:t>
            </a:r>
            <a:endParaRPr kumimoji="1" lang="ja-JP" altLang="en-US" sz="4000" b="1" dirty="0">
              <a:solidFill>
                <a:srgbClr val="CC00FF"/>
              </a:solidFill>
              <a:latin typeface="原稿用標準書体" panose="03000503000000000000" pitchFamily="66" charset="-128"/>
              <a:ea typeface="原稿用標準書体" panose="03000503000000000000" pitchFamily="66" charset="-128"/>
            </a:endParaRPr>
          </a:p>
        </p:txBody>
      </p:sp>
      <p:pic>
        <p:nvPicPr>
          <p:cNvPr id="18" name="図 17">
            <a:extLst>
              <a:ext uri="{FF2B5EF4-FFF2-40B4-BE49-F238E27FC236}">
                <a16:creationId xmlns:a16="http://schemas.microsoft.com/office/drawing/2014/main" id="{57BFF9C9-13FC-7F95-BD6C-ECD6F773F09F}"/>
              </a:ext>
            </a:extLst>
          </p:cNvPr>
          <p:cNvPicPr>
            <a:picLocks noChangeAspect="1"/>
          </p:cNvPicPr>
          <p:nvPr/>
        </p:nvPicPr>
        <p:blipFill>
          <a:blip r:embed="rId4">
            <a:duotone>
              <a:schemeClr val="accent1">
                <a:shade val="45000"/>
                <a:satMod val="135000"/>
              </a:schemeClr>
              <a:prstClr val="white"/>
            </a:duotone>
            <a:extLst>
              <a:ext uri="{BEBA8EAE-BF5A-486C-A8C5-ECC9F3942E4B}">
                <a14:imgProps xmlns:a14="http://schemas.microsoft.com/office/drawing/2010/main">
                  <a14:imgLayer r:embed="rId5">
                    <a14:imgEffect>
                      <a14:sharpenSoften amount="-100000"/>
                    </a14:imgEffect>
                  </a14:imgLayer>
                </a14:imgProps>
              </a:ext>
              <a:ext uri="{28A0092B-C50C-407E-A947-70E740481C1C}">
                <a14:useLocalDpi xmlns:a14="http://schemas.microsoft.com/office/drawing/2010/main" val="0"/>
              </a:ext>
            </a:extLst>
          </a:blip>
          <a:srcRect/>
          <a:stretch/>
        </p:blipFill>
        <p:spPr>
          <a:xfrm rot="21358924">
            <a:off x="7230783" y="2352055"/>
            <a:ext cx="1190895" cy="1190895"/>
          </a:xfrm>
          <a:prstGeom prst="rect">
            <a:avLst/>
          </a:prstGeom>
        </p:spPr>
      </p:pic>
      <p:sp>
        <p:nvSpPr>
          <p:cNvPr id="10" name="テキスト ボックス 9">
            <a:extLst>
              <a:ext uri="{FF2B5EF4-FFF2-40B4-BE49-F238E27FC236}">
                <a16:creationId xmlns:a16="http://schemas.microsoft.com/office/drawing/2014/main" id="{D717C9B5-786A-2BAB-C47D-B41AD61CCD2B}"/>
              </a:ext>
            </a:extLst>
          </p:cNvPr>
          <p:cNvSpPr txBox="1"/>
          <p:nvPr/>
        </p:nvSpPr>
        <p:spPr>
          <a:xfrm>
            <a:off x="2723851" y="2776080"/>
            <a:ext cx="1107997" cy="646331"/>
          </a:xfrm>
          <a:prstGeom prst="rect">
            <a:avLst/>
          </a:prstGeom>
          <a:noFill/>
        </p:spPr>
        <p:txBody>
          <a:bodyPr wrap="none" rtlCol="0">
            <a:spAutoFit/>
          </a:bodyPr>
          <a:lstStyle/>
          <a:p>
            <a:pPr algn="ctr"/>
            <a:r>
              <a:rPr kumimoji="1" lang="en-US" altLang="ja-JP" sz="3600" b="1">
                <a:solidFill>
                  <a:schemeClr val="tx1">
                    <a:lumMod val="85000"/>
                    <a:lumOff val="15000"/>
                  </a:schemeClr>
                </a:solidFill>
                <a:latin typeface="原稿用標準書体" panose="03000503000000000000" pitchFamily="66" charset="-128"/>
                <a:ea typeface="原稿用標準書体" panose="03000503000000000000" pitchFamily="66" charset="-128"/>
              </a:rPr>
              <a:t>DROP</a:t>
            </a:r>
            <a:endParaRPr kumimoji="1" lang="ja-JP" altLang="en-US" sz="3600" b="1" dirty="0">
              <a:solidFill>
                <a:srgbClr val="9900CC"/>
              </a:solidFill>
              <a:latin typeface="原稿用標準書体" panose="03000503000000000000" pitchFamily="66" charset="-128"/>
              <a:ea typeface="原稿用標準書体" panose="03000503000000000000" pitchFamily="66" charset="-128"/>
            </a:endParaRPr>
          </a:p>
        </p:txBody>
      </p:sp>
      <p:sp>
        <p:nvSpPr>
          <p:cNvPr id="47" name="テキスト ボックス 46">
            <a:extLst>
              <a:ext uri="{FF2B5EF4-FFF2-40B4-BE49-F238E27FC236}">
                <a16:creationId xmlns:a16="http://schemas.microsoft.com/office/drawing/2014/main" id="{DF92DC68-95B7-7997-EBFB-AFD45A5EEA3B}"/>
              </a:ext>
            </a:extLst>
          </p:cNvPr>
          <p:cNvSpPr txBox="1"/>
          <p:nvPr/>
        </p:nvSpPr>
        <p:spPr>
          <a:xfrm rot="20897315">
            <a:off x="9882330" y="3112144"/>
            <a:ext cx="1210588" cy="584775"/>
          </a:xfrm>
          <a:prstGeom prst="rect">
            <a:avLst/>
          </a:prstGeom>
          <a:noFill/>
        </p:spPr>
        <p:txBody>
          <a:bodyPr wrap="none" rtlCol="0">
            <a:spAutoFit/>
          </a:bodyPr>
          <a:lstStyle/>
          <a:p>
            <a:pPr algn="ctr"/>
            <a:r>
              <a:rPr lang="en-US" altLang="ja-JP" sz="3200" b="1" dirty="0">
                <a:solidFill>
                  <a:schemeClr val="bg1">
                    <a:lumMod val="95000"/>
                  </a:schemeClr>
                </a:solidFill>
                <a:latin typeface="原稿用標準書体" panose="03000503000000000000" pitchFamily="66" charset="-128"/>
                <a:ea typeface="原稿用標準書体" panose="03000503000000000000" pitchFamily="66" charset="-128"/>
              </a:rPr>
              <a:t>GET</a:t>
            </a:r>
            <a:r>
              <a:rPr lang="ja-JP" altLang="en-US" sz="3200" b="1" dirty="0">
                <a:solidFill>
                  <a:schemeClr val="bg1">
                    <a:lumMod val="95000"/>
                  </a:schemeClr>
                </a:solidFill>
                <a:latin typeface="原稿用標準書体" panose="03000503000000000000" pitchFamily="66" charset="-128"/>
                <a:ea typeface="原稿用標準書体" panose="03000503000000000000" pitchFamily="66" charset="-128"/>
              </a:rPr>
              <a:t>！</a:t>
            </a:r>
            <a:endParaRPr kumimoji="1" lang="ja-JP" altLang="en-US" sz="3200" b="1" dirty="0">
              <a:solidFill>
                <a:srgbClr val="CC00FF"/>
              </a:solidFill>
              <a:latin typeface="原稿用標準書体" panose="03000503000000000000" pitchFamily="66" charset="-128"/>
              <a:ea typeface="原稿用標準書体" panose="03000503000000000000" pitchFamily="66" charset="-128"/>
            </a:endParaRPr>
          </a:p>
        </p:txBody>
      </p:sp>
      <p:sp>
        <p:nvSpPr>
          <p:cNvPr id="6" name="正方形/長方形 5">
            <a:extLst>
              <a:ext uri="{FF2B5EF4-FFF2-40B4-BE49-F238E27FC236}">
                <a16:creationId xmlns:a16="http://schemas.microsoft.com/office/drawing/2014/main" id="{429A36EB-42E9-B70F-C93B-4AB48B3942A7}"/>
              </a:ext>
            </a:extLst>
          </p:cNvPr>
          <p:cNvSpPr/>
          <p:nvPr/>
        </p:nvSpPr>
        <p:spPr>
          <a:xfrm>
            <a:off x="6531344" y="641390"/>
            <a:ext cx="5794980" cy="408821"/>
          </a:xfrm>
          <a:prstGeom prst="rect">
            <a:avLst/>
          </a:prstGeom>
          <a:solidFill>
            <a:schemeClr val="bg1">
              <a:lumMod val="65000"/>
              <a:alpha val="20000"/>
            </a:schemeClr>
          </a:solidFill>
          <a:ln>
            <a:noFill/>
          </a:ln>
          <a:effectLst>
            <a:glow rad="63500">
              <a:schemeClr val="bg1">
                <a:lumMod val="50000"/>
                <a:alpha val="2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9" name="図 8">
            <a:extLst>
              <a:ext uri="{FF2B5EF4-FFF2-40B4-BE49-F238E27FC236}">
                <a16:creationId xmlns:a16="http://schemas.microsoft.com/office/drawing/2014/main" id="{2FE20BFF-690D-F2F6-AB44-B3EE35C7303C}"/>
              </a:ext>
            </a:extLst>
          </p:cNvPr>
          <p:cNvPicPr>
            <a:picLocks noChangeAspect="1"/>
          </p:cNvPicPr>
          <p:nvPr/>
        </p:nvPicPr>
        <p:blipFill>
          <a:blip r:embed="rId6">
            <a:duotone>
              <a:schemeClr val="accent4">
                <a:shade val="45000"/>
                <a:satMod val="135000"/>
              </a:schemeClr>
              <a:prstClr val="white"/>
            </a:duotone>
            <a:extLst>
              <a:ext uri="{28A0092B-C50C-407E-A947-70E740481C1C}">
                <a14:useLocalDpi xmlns:a14="http://schemas.microsoft.com/office/drawing/2010/main" val="0"/>
              </a:ext>
            </a:extLst>
          </a:blip>
          <a:stretch>
            <a:fillRect/>
          </a:stretch>
        </p:blipFill>
        <p:spPr>
          <a:xfrm>
            <a:off x="10568497" y="676616"/>
            <a:ext cx="365074" cy="365074"/>
          </a:xfrm>
          <a:prstGeom prst="rect">
            <a:avLst/>
          </a:prstGeom>
        </p:spPr>
      </p:pic>
      <p:pic>
        <p:nvPicPr>
          <p:cNvPr id="12" name="図 11">
            <a:extLst>
              <a:ext uri="{FF2B5EF4-FFF2-40B4-BE49-F238E27FC236}">
                <a16:creationId xmlns:a16="http://schemas.microsoft.com/office/drawing/2014/main" id="{8C64B1C0-CD93-6F0F-FB1D-5459AE8081D1}"/>
              </a:ext>
            </a:extLst>
          </p:cNvPr>
          <p:cNvPicPr>
            <a:picLocks noChangeAspect="1"/>
          </p:cNvPicPr>
          <p:nvPr/>
        </p:nvPicPr>
        <p:blipFill>
          <a:blip r:embed="rId6">
            <a:duotone>
              <a:schemeClr val="accent1">
                <a:shade val="45000"/>
                <a:satMod val="135000"/>
              </a:schemeClr>
              <a:prstClr val="white"/>
            </a:duotone>
            <a:extLst>
              <a:ext uri="{28A0092B-C50C-407E-A947-70E740481C1C}">
                <a14:useLocalDpi xmlns:a14="http://schemas.microsoft.com/office/drawing/2010/main" val="0"/>
              </a:ext>
            </a:extLst>
          </a:blip>
          <a:stretch>
            <a:fillRect/>
          </a:stretch>
        </p:blipFill>
        <p:spPr>
          <a:xfrm>
            <a:off x="9357308" y="676616"/>
            <a:ext cx="365074" cy="365074"/>
          </a:xfrm>
          <a:prstGeom prst="rect">
            <a:avLst/>
          </a:prstGeom>
        </p:spPr>
      </p:pic>
      <p:pic>
        <p:nvPicPr>
          <p:cNvPr id="17" name="図 16">
            <a:extLst>
              <a:ext uri="{FF2B5EF4-FFF2-40B4-BE49-F238E27FC236}">
                <a16:creationId xmlns:a16="http://schemas.microsoft.com/office/drawing/2014/main" id="{12D2636E-3F2F-D506-79E7-26C79754E314}"/>
              </a:ext>
            </a:extLst>
          </p:cNvPr>
          <p:cNvPicPr>
            <a:picLocks noChangeAspect="1"/>
          </p:cNvPicPr>
          <p:nvPr/>
        </p:nvPicPr>
        <p:blipFill>
          <a:blip r:embed="rId6">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8146120" y="676616"/>
            <a:ext cx="365074" cy="365074"/>
          </a:xfrm>
          <a:prstGeom prst="rect">
            <a:avLst/>
          </a:prstGeom>
        </p:spPr>
      </p:pic>
      <p:pic>
        <p:nvPicPr>
          <p:cNvPr id="21" name="図 20">
            <a:extLst>
              <a:ext uri="{FF2B5EF4-FFF2-40B4-BE49-F238E27FC236}">
                <a16:creationId xmlns:a16="http://schemas.microsoft.com/office/drawing/2014/main" id="{4C31AAD5-CF82-B932-7207-84A56EA0382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921838" y="674943"/>
            <a:ext cx="378168" cy="368421"/>
          </a:xfrm>
          <a:prstGeom prst="rect">
            <a:avLst/>
          </a:prstGeom>
        </p:spPr>
      </p:pic>
      <p:sp>
        <p:nvSpPr>
          <p:cNvPr id="25" name="テキスト ボックス 24">
            <a:extLst>
              <a:ext uri="{FF2B5EF4-FFF2-40B4-BE49-F238E27FC236}">
                <a16:creationId xmlns:a16="http://schemas.microsoft.com/office/drawing/2014/main" id="{AF84C37E-2DC6-45BE-DF88-A8F08B8C099C}"/>
              </a:ext>
            </a:extLst>
          </p:cNvPr>
          <p:cNvSpPr txBox="1"/>
          <p:nvPr/>
        </p:nvSpPr>
        <p:spPr>
          <a:xfrm>
            <a:off x="7215440" y="699437"/>
            <a:ext cx="543739"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27" name="テキスト ボックス 26">
            <a:extLst>
              <a:ext uri="{FF2B5EF4-FFF2-40B4-BE49-F238E27FC236}">
                <a16:creationId xmlns:a16="http://schemas.microsoft.com/office/drawing/2014/main" id="{E96E4D61-2D22-E639-96DF-53D4EF67CE9A}"/>
              </a:ext>
            </a:extLst>
          </p:cNvPr>
          <p:cNvSpPr txBox="1"/>
          <p:nvPr/>
        </p:nvSpPr>
        <p:spPr>
          <a:xfrm>
            <a:off x="8436155" y="699437"/>
            <a:ext cx="543739"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29" name="テキスト ボックス 28">
            <a:extLst>
              <a:ext uri="{FF2B5EF4-FFF2-40B4-BE49-F238E27FC236}">
                <a16:creationId xmlns:a16="http://schemas.microsoft.com/office/drawing/2014/main" id="{9A3C019C-926A-9AB5-22DD-C8091ABAB52B}"/>
              </a:ext>
            </a:extLst>
          </p:cNvPr>
          <p:cNvSpPr txBox="1"/>
          <p:nvPr/>
        </p:nvSpPr>
        <p:spPr>
          <a:xfrm>
            <a:off x="9656870" y="699437"/>
            <a:ext cx="543739"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1" name="テキスト ボックス 30">
            <a:extLst>
              <a:ext uri="{FF2B5EF4-FFF2-40B4-BE49-F238E27FC236}">
                <a16:creationId xmlns:a16="http://schemas.microsoft.com/office/drawing/2014/main" id="{C4CBBAD9-C2B4-B4DA-7D05-7C2A00E62FBD}"/>
              </a:ext>
            </a:extLst>
          </p:cNvPr>
          <p:cNvSpPr txBox="1"/>
          <p:nvPr/>
        </p:nvSpPr>
        <p:spPr>
          <a:xfrm>
            <a:off x="10877585" y="699437"/>
            <a:ext cx="543739"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32" name="グループ化 31">
            <a:extLst>
              <a:ext uri="{FF2B5EF4-FFF2-40B4-BE49-F238E27FC236}">
                <a16:creationId xmlns:a16="http://schemas.microsoft.com/office/drawing/2014/main" id="{C44DE6F5-7BF7-3FBC-C2E9-23C1D667BD8B}"/>
              </a:ext>
            </a:extLst>
          </p:cNvPr>
          <p:cNvGrpSpPr/>
          <p:nvPr/>
        </p:nvGrpSpPr>
        <p:grpSpPr>
          <a:xfrm>
            <a:off x="9164096" y="5847431"/>
            <a:ext cx="1815744" cy="369332"/>
            <a:chOff x="9026246" y="5847431"/>
            <a:chExt cx="1815744" cy="369332"/>
          </a:xfrm>
        </p:grpSpPr>
        <p:sp>
          <p:nvSpPr>
            <p:cNvPr id="33" name="二等辺三角形 32">
              <a:extLst>
                <a:ext uri="{FF2B5EF4-FFF2-40B4-BE49-F238E27FC236}">
                  <a16:creationId xmlns:a16="http://schemas.microsoft.com/office/drawing/2014/main" id="{4F890D60-B870-008D-5403-4B2DA4FEBC81}"/>
                </a:ext>
              </a:extLst>
            </p:cNvPr>
            <p:cNvSpPr/>
            <p:nvPr/>
          </p:nvSpPr>
          <p:spPr>
            <a:xfrm rot="5400000">
              <a:off x="10369271" y="5875196"/>
              <a:ext cx="364010" cy="313802"/>
            </a:xfrm>
            <a:prstGeom prst="triangl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4" name="テキスト ボックス 33">
              <a:extLst>
                <a:ext uri="{FF2B5EF4-FFF2-40B4-BE49-F238E27FC236}">
                  <a16:creationId xmlns:a16="http://schemas.microsoft.com/office/drawing/2014/main" id="{DE1D97C3-240C-1777-0303-620E2C263E3E}"/>
                </a:ext>
              </a:extLst>
            </p:cNvPr>
            <p:cNvSpPr txBox="1"/>
            <p:nvPr/>
          </p:nvSpPr>
          <p:spPr>
            <a:xfrm>
              <a:off x="9026246" y="5847431"/>
              <a:ext cx="1815744" cy="369332"/>
            </a:xfrm>
            <a:prstGeom prst="rect">
              <a:avLst/>
            </a:prstGeom>
            <a:noFill/>
          </p:spPr>
          <p:txBody>
            <a:bodyPr wrap="square">
              <a:spAutoFit/>
            </a:bodyPr>
            <a:lstStyle/>
            <a:p>
              <a:pPr algn="ctr"/>
              <a:r>
                <a:rPr lang="ja-JP" altLang="en-US" b="1">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rPr>
                <a:t>進む</a:t>
              </a:r>
              <a:endParaRPr lang="ja-JP" altLang="en-US" sz="1800" b="1" dirty="0">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endParaRPr>
            </a:p>
          </p:txBody>
        </p:sp>
      </p:grpSp>
      <p:sp>
        <p:nvSpPr>
          <p:cNvPr id="39" name="正方形/長方形 38">
            <a:extLst>
              <a:ext uri="{FF2B5EF4-FFF2-40B4-BE49-F238E27FC236}">
                <a16:creationId xmlns:a16="http://schemas.microsoft.com/office/drawing/2014/main" id="{03C018EC-3BC8-4A2B-A32B-420E08DDD7B4}"/>
              </a:ext>
            </a:extLst>
          </p:cNvPr>
          <p:cNvSpPr/>
          <p:nvPr/>
        </p:nvSpPr>
        <p:spPr>
          <a:xfrm>
            <a:off x="10320314" y="1282541"/>
            <a:ext cx="2158410" cy="408821"/>
          </a:xfrm>
          <a:prstGeom prst="rect">
            <a:avLst/>
          </a:prstGeom>
          <a:solidFill>
            <a:schemeClr val="bg1">
              <a:lumMod val="65000"/>
              <a:alpha val="20000"/>
            </a:schemeClr>
          </a:solidFill>
          <a:ln>
            <a:noFill/>
          </a:ln>
          <a:effectLst>
            <a:glow rad="63500">
              <a:schemeClr val="bg1">
                <a:lumMod val="50000"/>
                <a:alpha val="2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1" name="テキスト ボックス 40">
            <a:extLst>
              <a:ext uri="{FF2B5EF4-FFF2-40B4-BE49-F238E27FC236}">
                <a16:creationId xmlns:a16="http://schemas.microsoft.com/office/drawing/2014/main" id="{46550CA9-F5D1-ACE1-10CC-8A5B759638C6}"/>
              </a:ext>
            </a:extLst>
          </p:cNvPr>
          <p:cNvSpPr txBox="1"/>
          <p:nvPr/>
        </p:nvSpPr>
        <p:spPr>
          <a:xfrm>
            <a:off x="10877585" y="1324055"/>
            <a:ext cx="543739"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pic>
        <p:nvPicPr>
          <p:cNvPr id="43" name="図 42">
            <a:extLst>
              <a:ext uri="{FF2B5EF4-FFF2-40B4-BE49-F238E27FC236}">
                <a16:creationId xmlns:a16="http://schemas.microsoft.com/office/drawing/2014/main" id="{22EB589D-32E7-603B-325D-77B7E7A315CA}"/>
              </a:ext>
            </a:extLst>
          </p:cNvPr>
          <p:cNvPicPr>
            <a:picLocks noChangeAspect="1"/>
          </p:cNvPicPr>
          <p:nvPr/>
        </p:nvPicPr>
        <p:blipFill>
          <a:blip r:embed="rId7">
            <a:extLst>
              <a:ext uri="{BEBA8EAE-BF5A-486C-A8C5-ECC9F3942E4B}">
                <a14:imgProps xmlns:a14="http://schemas.microsoft.com/office/drawing/2010/main">
                  <a14:imgLayer r:embed="rId8">
                    <a14:imgEffect>
                      <a14:sharpenSoften amount="-100000"/>
                    </a14:imgEffect>
                  </a14:imgLayer>
                </a14:imgProps>
              </a:ext>
              <a:ext uri="{28A0092B-C50C-407E-A947-70E740481C1C}">
                <a14:useLocalDpi xmlns:a14="http://schemas.microsoft.com/office/drawing/2010/main" val="0"/>
              </a:ext>
            </a:extLst>
          </a:blip>
          <a:stretch>
            <a:fillRect/>
          </a:stretch>
        </p:blipFill>
        <p:spPr>
          <a:xfrm rot="17264398">
            <a:off x="10593322" y="1400505"/>
            <a:ext cx="335726" cy="146618"/>
          </a:xfrm>
          <a:prstGeom prst="rect">
            <a:avLst/>
          </a:prstGeom>
        </p:spPr>
      </p:pic>
      <p:pic>
        <p:nvPicPr>
          <p:cNvPr id="49" name="図 48">
            <a:extLst>
              <a:ext uri="{FF2B5EF4-FFF2-40B4-BE49-F238E27FC236}">
                <a16:creationId xmlns:a16="http://schemas.microsoft.com/office/drawing/2014/main" id="{737F1A21-8210-B917-A62A-D1A974520215}"/>
              </a:ext>
            </a:extLst>
          </p:cNvPr>
          <p:cNvPicPr>
            <a:picLocks noChangeAspect="1"/>
          </p:cNvPicPr>
          <p:nvPr/>
        </p:nvPicPr>
        <p:blipFill>
          <a:blip r:embed="rId4">
            <a:duotone>
              <a:schemeClr val="accent1">
                <a:shade val="45000"/>
                <a:satMod val="135000"/>
              </a:schemeClr>
              <a:prstClr val="white"/>
            </a:duotone>
            <a:extLst>
              <a:ext uri="{BEBA8EAE-BF5A-486C-A8C5-ECC9F3942E4B}">
                <a14:imgProps xmlns:a14="http://schemas.microsoft.com/office/drawing/2010/main">
                  <a14:imgLayer r:embed="rId5">
                    <a14:imgEffect>
                      <a14:sharpenSoften amount="-100000"/>
                    </a14:imgEffect>
                  </a14:imgLayer>
                </a14:imgProps>
              </a:ext>
              <a:ext uri="{28A0092B-C50C-407E-A947-70E740481C1C}">
                <a14:useLocalDpi xmlns:a14="http://schemas.microsoft.com/office/drawing/2010/main" val="0"/>
              </a:ext>
            </a:extLst>
          </a:blip>
          <a:srcRect/>
          <a:stretch/>
        </p:blipFill>
        <p:spPr>
          <a:xfrm rot="21358924">
            <a:off x="6198720" y="3262360"/>
            <a:ext cx="974980" cy="974980"/>
          </a:xfrm>
          <a:prstGeom prst="rect">
            <a:avLst/>
          </a:prstGeom>
        </p:spPr>
      </p:pic>
      <p:pic>
        <p:nvPicPr>
          <p:cNvPr id="51" name="図 50">
            <a:extLst>
              <a:ext uri="{FF2B5EF4-FFF2-40B4-BE49-F238E27FC236}">
                <a16:creationId xmlns:a16="http://schemas.microsoft.com/office/drawing/2014/main" id="{6C76DA81-13C8-E1DC-1914-549C0CCDDA86}"/>
              </a:ext>
            </a:extLst>
          </p:cNvPr>
          <p:cNvPicPr>
            <a:picLocks noChangeAspect="1"/>
          </p:cNvPicPr>
          <p:nvPr/>
        </p:nvPicPr>
        <p:blipFill>
          <a:blip r:embed="rId9">
            <a:extLst>
              <a:ext uri="{BEBA8EAE-BF5A-486C-A8C5-ECC9F3942E4B}">
                <a14:imgProps xmlns:a14="http://schemas.microsoft.com/office/drawing/2010/main">
                  <a14:imgLayer r:embed="rId10">
                    <a14:imgEffect>
                      <a14:sharpenSoften amount="-100000"/>
                    </a14:imgEffect>
                  </a14:imgLayer>
                </a14:imgProps>
              </a:ext>
              <a:ext uri="{28A0092B-C50C-407E-A947-70E740481C1C}">
                <a14:useLocalDpi xmlns:a14="http://schemas.microsoft.com/office/drawing/2010/main" val="0"/>
              </a:ext>
            </a:extLst>
          </a:blip>
          <a:srcRect/>
          <a:stretch/>
        </p:blipFill>
        <p:spPr>
          <a:xfrm rot="21358924">
            <a:off x="5476684" y="4045696"/>
            <a:ext cx="638211" cy="621192"/>
          </a:xfrm>
          <a:prstGeom prst="rect">
            <a:avLst/>
          </a:prstGeom>
        </p:spPr>
      </p:pic>
      <p:sp>
        <p:nvSpPr>
          <p:cNvPr id="53" name="テキスト ボックス 52">
            <a:extLst>
              <a:ext uri="{FF2B5EF4-FFF2-40B4-BE49-F238E27FC236}">
                <a16:creationId xmlns:a16="http://schemas.microsoft.com/office/drawing/2014/main" id="{FAA51E22-6B71-5155-B6DA-41B230D710B7}"/>
              </a:ext>
            </a:extLst>
          </p:cNvPr>
          <p:cNvSpPr txBox="1"/>
          <p:nvPr/>
        </p:nvSpPr>
        <p:spPr>
          <a:xfrm>
            <a:off x="884467" y="438009"/>
            <a:ext cx="4801314" cy="1200329"/>
          </a:xfrm>
          <a:prstGeom prst="rect">
            <a:avLst/>
          </a:prstGeom>
          <a:noFill/>
        </p:spPr>
        <p:txBody>
          <a:bodyPr wrap="none" rtlCol="0">
            <a:spAutoFit/>
          </a:bodyPr>
          <a:lstStyle/>
          <a:p>
            <a:pPr algn="ctr"/>
            <a:r>
              <a:rPr lang="ja-JP" altLang="en-US" sz="7200" b="1">
                <a:solidFill>
                  <a:schemeClr val="bg1">
                    <a:lumMod val="95000"/>
                  </a:schemeClr>
                </a:solidFill>
                <a:latin typeface="原稿用標準書体" panose="03000503000000000000" pitchFamily="66" charset="-128"/>
                <a:ea typeface="原稿用標準書体" panose="03000503000000000000" pitchFamily="66" charset="-128"/>
              </a:rPr>
              <a:t>バトル勝利</a:t>
            </a:r>
            <a:endParaRPr kumimoji="1" lang="ja-JP" altLang="en-US" sz="7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4" name="楕円 53">
            <a:extLst>
              <a:ext uri="{FF2B5EF4-FFF2-40B4-BE49-F238E27FC236}">
                <a16:creationId xmlns:a16="http://schemas.microsoft.com/office/drawing/2014/main" id="{13DFD73D-24E9-68BF-E31E-E93BAA7F94C1}"/>
              </a:ext>
            </a:extLst>
          </p:cNvPr>
          <p:cNvSpPr/>
          <p:nvPr/>
        </p:nvSpPr>
        <p:spPr>
          <a:xfrm>
            <a:off x="1383087" y="3567021"/>
            <a:ext cx="689246" cy="689246"/>
          </a:xfrm>
          <a:prstGeom prst="ellips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800">
              <a:latin typeface="原稿用標準書体" panose="03000503000000000000" pitchFamily="66" charset="-128"/>
              <a:ea typeface="原稿用標準書体" panose="03000503000000000000" pitchFamily="66" charset="-128"/>
            </a:endParaRPr>
          </a:p>
        </p:txBody>
      </p:sp>
      <p:sp>
        <p:nvSpPr>
          <p:cNvPr id="56" name="楕円 55">
            <a:extLst>
              <a:ext uri="{FF2B5EF4-FFF2-40B4-BE49-F238E27FC236}">
                <a16:creationId xmlns:a16="http://schemas.microsoft.com/office/drawing/2014/main" id="{FFAAB401-62C4-3F66-D1C3-6C58A6271E0B}"/>
              </a:ext>
            </a:extLst>
          </p:cNvPr>
          <p:cNvSpPr/>
          <p:nvPr/>
        </p:nvSpPr>
        <p:spPr>
          <a:xfrm>
            <a:off x="2152866" y="3567021"/>
            <a:ext cx="689246" cy="689246"/>
          </a:xfrm>
          <a:prstGeom prst="ellips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800">
              <a:latin typeface="原稿用標準書体" panose="03000503000000000000" pitchFamily="66" charset="-128"/>
              <a:ea typeface="原稿用標準書体" panose="03000503000000000000" pitchFamily="66" charset="-128"/>
            </a:endParaRPr>
          </a:p>
        </p:txBody>
      </p:sp>
      <p:sp>
        <p:nvSpPr>
          <p:cNvPr id="58" name="楕円 57">
            <a:extLst>
              <a:ext uri="{FF2B5EF4-FFF2-40B4-BE49-F238E27FC236}">
                <a16:creationId xmlns:a16="http://schemas.microsoft.com/office/drawing/2014/main" id="{4FBEEF4A-6E26-AAB5-F385-82E76A3DF06A}"/>
              </a:ext>
            </a:extLst>
          </p:cNvPr>
          <p:cNvSpPr/>
          <p:nvPr/>
        </p:nvSpPr>
        <p:spPr>
          <a:xfrm>
            <a:off x="2922645" y="3567021"/>
            <a:ext cx="689246" cy="689246"/>
          </a:xfrm>
          <a:prstGeom prst="ellips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800">
              <a:latin typeface="原稿用標準書体" panose="03000503000000000000" pitchFamily="66" charset="-128"/>
              <a:ea typeface="原稿用標準書体" panose="03000503000000000000" pitchFamily="66" charset="-128"/>
            </a:endParaRPr>
          </a:p>
        </p:txBody>
      </p:sp>
      <p:sp>
        <p:nvSpPr>
          <p:cNvPr id="60" name="楕円 59">
            <a:extLst>
              <a:ext uri="{FF2B5EF4-FFF2-40B4-BE49-F238E27FC236}">
                <a16:creationId xmlns:a16="http://schemas.microsoft.com/office/drawing/2014/main" id="{9838880B-EA44-8B39-F7DC-AA48085FA9BE}"/>
              </a:ext>
            </a:extLst>
          </p:cNvPr>
          <p:cNvSpPr/>
          <p:nvPr/>
        </p:nvSpPr>
        <p:spPr>
          <a:xfrm>
            <a:off x="3692424" y="3567021"/>
            <a:ext cx="689246" cy="689246"/>
          </a:xfrm>
          <a:prstGeom prst="ellips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800">
                <a:latin typeface="原稿用標準書体" panose="03000503000000000000" pitchFamily="66" charset="-128"/>
                <a:ea typeface="原稿用標準書体" panose="03000503000000000000" pitchFamily="66" charset="-128"/>
              </a:rPr>
              <a:t>？</a:t>
            </a:r>
          </a:p>
        </p:txBody>
      </p:sp>
      <p:sp>
        <p:nvSpPr>
          <p:cNvPr id="62" name="楕円 61">
            <a:extLst>
              <a:ext uri="{FF2B5EF4-FFF2-40B4-BE49-F238E27FC236}">
                <a16:creationId xmlns:a16="http://schemas.microsoft.com/office/drawing/2014/main" id="{CEE86E15-5DC4-102D-E8AF-354EB444C6A0}"/>
              </a:ext>
            </a:extLst>
          </p:cNvPr>
          <p:cNvSpPr/>
          <p:nvPr/>
        </p:nvSpPr>
        <p:spPr>
          <a:xfrm>
            <a:off x="4462202" y="3567021"/>
            <a:ext cx="689246" cy="689246"/>
          </a:xfrm>
          <a:prstGeom prst="ellips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800">
                <a:latin typeface="原稿用標準書体" panose="03000503000000000000" pitchFamily="66" charset="-128"/>
                <a:ea typeface="原稿用標準書体" panose="03000503000000000000" pitchFamily="66" charset="-128"/>
              </a:rPr>
              <a:t>？</a:t>
            </a:r>
          </a:p>
        </p:txBody>
      </p:sp>
      <p:sp>
        <p:nvSpPr>
          <p:cNvPr id="64" name="四角形: 角を丸くする 63">
            <a:extLst>
              <a:ext uri="{FF2B5EF4-FFF2-40B4-BE49-F238E27FC236}">
                <a16:creationId xmlns:a16="http://schemas.microsoft.com/office/drawing/2014/main" id="{C254707A-36BA-6F9F-0E89-C0F132BC6C17}"/>
              </a:ext>
            </a:extLst>
          </p:cNvPr>
          <p:cNvSpPr/>
          <p:nvPr/>
        </p:nvSpPr>
        <p:spPr>
          <a:xfrm>
            <a:off x="1419621" y="4176970"/>
            <a:ext cx="616177" cy="256210"/>
          </a:xfrm>
          <a:prstGeom prst="roundRect">
            <a:avLst>
              <a:gd name="adj" fmla="val 9570"/>
            </a:avLst>
          </a:prstGeom>
          <a:solidFill>
            <a:schemeClr val="tx1">
              <a:lumMod val="85000"/>
              <a:lumOff val="15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400" b="1">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rPr>
              <a:t>×00</a:t>
            </a:r>
            <a:endParaRPr lang="ja-JP" altLang="en-US" sz="1400" b="1" dirty="0">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endParaRPr>
          </a:p>
        </p:txBody>
      </p:sp>
      <p:sp>
        <p:nvSpPr>
          <p:cNvPr id="66" name="四角形: 角を丸くする 65">
            <a:extLst>
              <a:ext uri="{FF2B5EF4-FFF2-40B4-BE49-F238E27FC236}">
                <a16:creationId xmlns:a16="http://schemas.microsoft.com/office/drawing/2014/main" id="{27909068-084C-4384-30CD-A1BCAC2B905F}"/>
              </a:ext>
            </a:extLst>
          </p:cNvPr>
          <p:cNvSpPr/>
          <p:nvPr/>
        </p:nvSpPr>
        <p:spPr>
          <a:xfrm>
            <a:off x="2189400" y="4176970"/>
            <a:ext cx="616177" cy="256210"/>
          </a:xfrm>
          <a:prstGeom prst="roundRect">
            <a:avLst>
              <a:gd name="adj" fmla="val 9570"/>
            </a:avLst>
          </a:prstGeom>
          <a:solidFill>
            <a:schemeClr val="tx1">
              <a:lumMod val="85000"/>
              <a:lumOff val="15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400" b="1">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rPr>
              <a:t>×00</a:t>
            </a:r>
            <a:endParaRPr lang="ja-JP" altLang="en-US" sz="1400" b="1" dirty="0">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endParaRPr>
          </a:p>
        </p:txBody>
      </p:sp>
      <p:sp>
        <p:nvSpPr>
          <p:cNvPr id="68" name="四角形: 角を丸くする 67">
            <a:extLst>
              <a:ext uri="{FF2B5EF4-FFF2-40B4-BE49-F238E27FC236}">
                <a16:creationId xmlns:a16="http://schemas.microsoft.com/office/drawing/2014/main" id="{0A015AD0-C478-2686-9E4E-167D959E2BAD}"/>
              </a:ext>
            </a:extLst>
          </p:cNvPr>
          <p:cNvSpPr/>
          <p:nvPr/>
        </p:nvSpPr>
        <p:spPr>
          <a:xfrm>
            <a:off x="2959179" y="4176970"/>
            <a:ext cx="616177" cy="256210"/>
          </a:xfrm>
          <a:prstGeom prst="roundRect">
            <a:avLst>
              <a:gd name="adj" fmla="val 9570"/>
            </a:avLst>
          </a:prstGeom>
          <a:solidFill>
            <a:schemeClr val="tx1">
              <a:lumMod val="85000"/>
              <a:lumOff val="15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400" b="1">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rPr>
              <a:t>×00</a:t>
            </a:r>
            <a:endParaRPr lang="ja-JP" altLang="en-US" sz="1400" b="1" dirty="0">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endParaRPr>
          </a:p>
        </p:txBody>
      </p:sp>
      <p:sp>
        <p:nvSpPr>
          <p:cNvPr id="70" name="四角形: 角を丸くする 69">
            <a:extLst>
              <a:ext uri="{FF2B5EF4-FFF2-40B4-BE49-F238E27FC236}">
                <a16:creationId xmlns:a16="http://schemas.microsoft.com/office/drawing/2014/main" id="{72750A93-CB4A-96FC-E7CB-2E70E91EF85A}"/>
              </a:ext>
            </a:extLst>
          </p:cNvPr>
          <p:cNvSpPr/>
          <p:nvPr/>
        </p:nvSpPr>
        <p:spPr>
          <a:xfrm>
            <a:off x="3728958" y="4176970"/>
            <a:ext cx="616177" cy="256210"/>
          </a:xfrm>
          <a:prstGeom prst="roundRect">
            <a:avLst>
              <a:gd name="adj" fmla="val 9570"/>
            </a:avLst>
          </a:prstGeom>
          <a:solidFill>
            <a:schemeClr val="tx1">
              <a:lumMod val="85000"/>
              <a:lumOff val="15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400" b="1">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rPr>
              <a:t>×??</a:t>
            </a:r>
            <a:endParaRPr lang="ja-JP" altLang="en-US" sz="1400" b="1" dirty="0">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endParaRPr>
          </a:p>
        </p:txBody>
      </p:sp>
      <p:sp>
        <p:nvSpPr>
          <p:cNvPr id="72" name="四角形: 角を丸くする 71">
            <a:extLst>
              <a:ext uri="{FF2B5EF4-FFF2-40B4-BE49-F238E27FC236}">
                <a16:creationId xmlns:a16="http://schemas.microsoft.com/office/drawing/2014/main" id="{1370E25A-9C73-E575-74B5-C8E1727FE4F1}"/>
              </a:ext>
            </a:extLst>
          </p:cNvPr>
          <p:cNvSpPr/>
          <p:nvPr/>
        </p:nvSpPr>
        <p:spPr>
          <a:xfrm>
            <a:off x="4498737" y="4176970"/>
            <a:ext cx="616177" cy="256210"/>
          </a:xfrm>
          <a:prstGeom prst="roundRect">
            <a:avLst>
              <a:gd name="adj" fmla="val 9570"/>
            </a:avLst>
          </a:prstGeom>
          <a:solidFill>
            <a:schemeClr val="tx1">
              <a:lumMod val="85000"/>
              <a:lumOff val="15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400" b="1">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rPr>
              <a:t>×??</a:t>
            </a:r>
            <a:endParaRPr lang="ja-JP" altLang="en-US" sz="1400" b="1" dirty="0">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endParaRPr>
          </a:p>
        </p:txBody>
      </p:sp>
      <p:pic>
        <p:nvPicPr>
          <p:cNvPr id="74" name="図 73">
            <a:extLst>
              <a:ext uri="{FF2B5EF4-FFF2-40B4-BE49-F238E27FC236}">
                <a16:creationId xmlns:a16="http://schemas.microsoft.com/office/drawing/2014/main" id="{8E4C75B6-9E65-65A3-5310-4923581AA879}"/>
              </a:ext>
            </a:extLst>
          </p:cNvPr>
          <p:cNvPicPr>
            <a:picLocks noChangeAspect="1"/>
          </p:cNvPicPr>
          <p:nvPr/>
        </p:nvPicPr>
        <p:blipFill>
          <a:blip r:embed="rId9">
            <a:extLst>
              <a:ext uri="{BEBA8EAE-BF5A-486C-A8C5-ECC9F3942E4B}">
                <a14:imgProps xmlns:a14="http://schemas.microsoft.com/office/drawing/2010/main">
                  <a14:imgLayer r:embed="rId10">
                    <a14:imgEffect>
                      <a14:sharpenSoften amount="-100000"/>
                    </a14:imgEffect>
                  </a14:imgLayer>
                </a14:imgProps>
              </a:ext>
              <a:ext uri="{28A0092B-C50C-407E-A947-70E740481C1C}">
                <a14:useLocalDpi xmlns:a14="http://schemas.microsoft.com/office/drawing/2010/main" val="0"/>
              </a:ext>
            </a:extLst>
          </a:blip>
          <a:srcRect/>
          <a:stretch/>
        </p:blipFill>
        <p:spPr>
          <a:xfrm rot="21358924">
            <a:off x="3011920" y="3661809"/>
            <a:ext cx="504002" cy="490562"/>
          </a:xfrm>
          <a:prstGeom prst="rect">
            <a:avLst/>
          </a:prstGeom>
        </p:spPr>
      </p:pic>
      <p:pic>
        <p:nvPicPr>
          <p:cNvPr id="76" name="図 75">
            <a:extLst>
              <a:ext uri="{FF2B5EF4-FFF2-40B4-BE49-F238E27FC236}">
                <a16:creationId xmlns:a16="http://schemas.microsoft.com/office/drawing/2014/main" id="{048C763B-ACBD-3D2D-0616-FBCD2ECC8DC0}"/>
              </a:ext>
            </a:extLst>
          </p:cNvPr>
          <p:cNvPicPr>
            <a:picLocks noChangeAspect="1"/>
          </p:cNvPicPr>
          <p:nvPr/>
        </p:nvPicPr>
        <p:blipFill>
          <a:blip r:embed="rId4">
            <a:duotone>
              <a:schemeClr val="accent1">
                <a:shade val="45000"/>
                <a:satMod val="135000"/>
              </a:schemeClr>
              <a:prstClr val="white"/>
            </a:duotone>
            <a:extLst>
              <a:ext uri="{BEBA8EAE-BF5A-486C-A8C5-ECC9F3942E4B}">
                <a14:imgProps xmlns:a14="http://schemas.microsoft.com/office/drawing/2010/main">
                  <a14:imgLayer r:embed="rId5">
                    <a14:imgEffect>
                      <a14:sharpenSoften amount="-100000"/>
                    </a14:imgEffect>
                  </a14:imgLayer>
                </a14:imgProps>
              </a:ext>
              <a:ext uri="{28A0092B-C50C-407E-A947-70E740481C1C}">
                <a14:useLocalDpi xmlns:a14="http://schemas.microsoft.com/office/drawing/2010/main" val="0"/>
              </a:ext>
            </a:extLst>
          </a:blip>
          <a:srcRect/>
          <a:stretch/>
        </p:blipFill>
        <p:spPr>
          <a:xfrm rot="21358924">
            <a:off x="2225817" y="3642156"/>
            <a:ext cx="560802" cy="560802"/>
          </a:xfrm>
          <a:prstGeom prst="rect">
            <a:avLst/>
          </a:prstGeom>
        </p:spPr>
      </p:pic>
      <p:pic>
        <p:nvPicPr>
          <p:cNvPr id="78" name="図 77">
            <a:extLst>
              <a:ext uri="{FF2B5EF4-FFF2-40B4-BE49-F238E27FC236}">
                <a16:creationId xmlns:a16="http://schemas.microsoft.com/office/drawing/2014/main" id="{D6D7E606-1EDE-5EFE-2860-0E1AE388BFB5}"/>
              </a:ext>
            </a:extLst>
          </p:cNvPr>
          <p:cNvPicPr>
            <a:picLocks noChangeAspect="1"/>
          </p:cNvPicPr>
          <p:nvPr/>
        </p:nvPicPr>
        <p:blipFill>
          <a:blip r:embed="rId4">
            <a:duotone>
              <a:schemeClr val="accent1">
                <a:shade val="45000"/>
                <a:satMod val="135000"/>
              </a:schemeClr>
              <a:prstClr val="white"/>
            </a:duotone>
            <a:extLst>
              <a:ext uri="{BEBA8EAE-BF5A-486C-A8C5-ECC9F3942E4B}">
                <a14:imgProps xmlns:a14="http://schemas.microsoft.com/office/drawing/2010/main">
                  <a14:imgLayer r:embed="rId5">
                    <a14:imgEffect>
                      <a14:sharpenSoften amount="-100000"/>
                    </a14:imgEffect>
                  </a14:imgLayer>
                </a14:imgProps>
              </a:ext>
              <a:ext uri="{28A0092B-C50C-407E-A947-70E740481C1C}">
                <a14:useLocalDpi xmlns:a14="http://schemas.microsoft.com/office/drawing/2010/main" val="0"/>
              </a:ext>
            </a:extLst>
          </a:blip>
          <a:srcRect/>
          <a:stretch/>
        </p:blipFill>
        <p:spPr>
          <a:xfrm rot="21358924">
            <a:off x="1439435" y="3642156"/>
            <a:ext cx="560802" cy="560802"/>
          </a:xfrm>
          <a:prstGeom prst="rect">
            <a:avLst/>
          </a:prstGeom>
        </p:spPr>
      </p:pic>
    </p:spTree>
    <p:extLst>
      <p:ext uri="{BB962C8B-B14F-4D97-AF65-F5344CB8AC3E}">
        <p14:creationId xmlns:p14="http://schemas.microsoft.com/office/powerpoint/2010/main" val="1681452919"/>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A406D9-D7CE-21AB-8507-E688D5368DA4}"/>
            </a:ext>
          </a:extLst>
        </p:cNvPr>
        <p:cNvGrpSpPr/>
        <p:nvPr/>
      </p:nvGrpSpPr>
      <p:grpSpPr>
        <a:xfrm>
          <a:off x="0" y="0"/>
          <a:ext cx="0" cy="0"/>
          <a:chOff x="0" y="0"/>
          <a:chExt cx="0" cy="0"/>
        </a:xfrm>
      </p:grpSpPr>
      <p:grpSp>
        <p:nvGrpSpPr>
          <p:cNvPr id="37" name="グループ化 36">
            <a:extLst>
              <a:ext uri="{FF2B5EF4-FFF2-40B4-BE49-F238E27FC236}">
                <a16:creationId xmlns:a16="http://schemas.microsoft.com/office/drawing/2014/main" id="{428C4EB2-AC24-F4AE-0C61-15B3BAA18EBC}"/>
              </a:ext>
            </a:extLst>
          </p:cNvPr>
          <p:cNvGrpSpPr/>
          <p:nvPr/>
        </p:nvGrpSpPr>
        <p:grpSpPr>
          <a:xfrm>
            <a:off x="876956" y="1883114"/>
            <a:ext cx="4801783" cy="4343027"/>
            <a:chOff x="988928" y="1883114"/>
            <a:chExt cx="4860780" cy="4396387"/>
          </a:xfrm>
        </p:grpSpPr>
        <p:pic>
          <p:nvPicPr>
            <p:cNvPr id="35" name="図 34">
              <a:extLst>
                <a:ext uri="{FF2B5EF4-FFF2-40B4-BE49-F238E27FC236}">
                  <a16:creationId xmlns:a16="http://schemas.microsoft.com/office/drawing/2014/main" id="{F7E995DB-7DE0-DE94-B82E-C4EDED1327D6}"/>
                </a:ext>
              </a:extLst>
            </p:cNvPr>
            <p:cNvPicPr>
              <a:picLocks noChangeAspect="1"/>
            </p:cNvPicPr>
            <p:nvPr/>
          </p:nvPicPr>
          <p:blipFill>
            <a:blip r:embed="rId2">
              <a:extLst>
                <a:ext uri="{28A0092B-C50C-407E-A947-70E740481C1C}">
                  <a14:useLocalDpi xmlns:a14="http://schemas.microsoft.com/office/drawing/2010/main" val="0"/>
                </a:ext>
              </a:extLst>
            </a:blip>
            <a:srcRect t="9554"/>
            <a:stretch>
              <a:fillRect/>
            </a:stretch>
          </p:blipFill>
          <p:spPr>
            <a:xfrm>
              <a:off x="988928" y="1883114"/>
              <a:ext cx="4860780" cy="4396387"/>
            </a:xfrm>
            <a:prstGeom prst="rect">
              <a:avLst/>
            </a:prstGeom>
            <a:effectLst>
              <a:glow rad="63500">
                <a:schemeClr val="bg1">
                  <a:lumMod val="95000"/>
                  <a:alpha val="40000"/>
                </a:schemeClr>
              </a:glow>
            </a:effectLst>
          </p:spPr>
        </p:pic>
        <p:sp>
          <p:nvSpPr>
            <p:cNvPr id="36" name="正方形/長方形 35">
              <a:extLst>
                <a:ext uri="{FF2B5EF4-FFF2-40B4-BE49-F238E27FC236}">
                  <a16:creationId xmlns:a16="http://schemas.microsoft.com/office/drawing/2014/main" id="{EC9AFB9A-997C-3225-DD34-63F1438ABA02}"/>
                </a:ext>
              </a:extLst>
            </p:cNvPr>
            <p:cNvSpPr/>
            <p:nvPr/>
          </p:nvSpPr>
          <p:spPr>
            <a:xfrm>
              <a:off x="1302803" y="2692443"/>
              <a:ext cx="4269724" cy="2792385"/>
            </a:xfrm>
            <a:prstGeom prst="rect">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sp>
        <p:nvSpPr>
          <p:cNvPr id="2" name="テキスト ボックス 1">
            <a:extLst>
              <a:ext uri="{FF2B5EF4-FFF2-40B4-BE49-F238E27FC236}">
                <a16:creationId xmlns:a16="http://schemas.microsoft.com/office/drawing/2014/main" id="{E3B00E02-9756-BAC3-6D07-1B728894E04C}"/>
              </a:ext>
            </a:extLst>
          </p:cNvPr>
          <p:cNvSpPr txBox="1"/>
          <p:nvPr/>
        </p:nvSpPr>
        <p:spPr>
          <a:xfrm>
            <a:off x="884466" y="438009"/>
            <a:ext cx="4801314" cy="1200329"/>
          </a:xfrm>
          <a:prstGeom prst="rect">
            <a:avLst/>
          </a:prstGeom>
          <a:noFill/>
        </p:spPr>
        <p:txBody>
          <a:bodyPr wrap="none" rtlCol="0">
            <a:spAutoFit/>
          </a:bodyPr>
          <a:lstStyle/>
          <a:p>
            <a:pPr algn="ctr"/>
            <a:r>
              <a:rPr lang="ja-JP" altLang="en-US" sz="7200" b="1" dirty="0">
                <a:solidFill>
                  <a:schemeClr val="bg1">
                    <a:lumMod val="95000"/>
                  </a:schemeClr>
                </a:solidFill>
                <a:latin typeface="原稿用標準書体" panose="03000503000000000000" pitchFamily="66" charset="-128"/>
                <a:ea typeface="原稿用標準書体" panose="03000503000000000000" pitchFamily="66" charset="-128"/>
              </a:rPr>
              <a:t>ゲート踏破</a:t>
            </a:r>
            <a:endParaRPr kumimoji="1" lang="ja-JP" altLang="en-US" sz="7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7" name="四角形: 角を丸くする 6">
            <a:extLst>
              <a:ext uri="{FF2B5EF4-FFF2-40B4-BE49-F238E27FC236}">
                <a16:creationId xmlns:a16="http://schemas.microsoft.com/office/drawing/2014/main" id="{F4FBF408-4D88-F3AD-04DE-C6F6D3A69216}"/>
              </a:ext>
            </a:extLst>
          </p:cNvPr>
          <p:cNvSpPr/>
          <p:nvPr/>
        </p:nvSpPr>
        <p:spPr>
          <a:xfrm>
            <a:off x="8862861" y="5716570"/>
            <a:ext cx="2729924" cy="631055"/>
          </a:xfrm>
          <a:prstGeom prst="roundRect">
            <a:avLst>
              <a:gd name="adj" fmla="val 9570"/>
            </a:avLst>
          </a:prstGeom>
          <a:solidFill>
            <a:schemeClr val="accent6"/>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b="1" dirty="0">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rPr>
              <a:t>ゲート選択へ</a:t>
            </a:r>
          </a:p>
        </p:txBody>
      </p:sp>
      <p:sp>
        <p:nvSpPr>
          <p:cNvPr id="3" name="台形 2">
            <a:extLst>
              <a:ext uri="{FF2B5EF4-FFF2-40B4-BE49-F238E27FC236}">
                <a16:creationId xmlns:a16="http://schemas.microsoft.com/office/drawing/2014/main" id="{7E7D89B2-585E-AECC-048B-E1372DD338BA}"/>
              </a:ext>
            </a:extLst>
          </p:cNvPr>
          <p:cNvSpPr/>
          <p:nvPr/>
        </p:nvSpPr>
        <p:spPr>
          <a:xfrm rot="15655971">
            <a:off x="8508912" y="1941821"/>
            <a:ext cx="637073" cy="3030281"/>
          </a:xfrm>
          <a:prstGeom prst="trapezoid">
            <a:avLst>
              <a:gd name="adj" fmla="val 38526"/>
            </a:avLst>
          </a:prstGeom>
          <a:solidFill>
            <a:schemeClr val="accent6">
              <a:lumMod val="40000"/>
              <a:lumOff val="60000"/>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 name="テキスト ボックス 4">
            <a:extLst>
              <a:ext uri="{FF2B5EF4-FFF2-40B4-BE49-F238E27FC236}">
                <a16:creationId xmlns:a16="http://schemas.microsoft.com/office/drawing/2014/main" id="{5F306EC0-8000-0689-97FA-A0EE20E03DEF}"/>
              </a:ext>
            </a:extLst>
          </p:cNvPr>
          <p:cNvSpPr txBox="1"/>
          <p:nvPr/>
        </p:nvSpPr>
        <p:spPr>
          <a:xfrm>
            <a:off x="8531466" y="2953424"/>
            <a:ext cx="1287532" cy="923330"/>
          </a:xfrm>
          <a:prstGeom prst="rect">
            <a:avLst/>
          </a:prstGeom>
          <a:noFill/>
        </p:spPr>
        <p:txBody>
          <a:bodyPr wrap="none" rtlCol="0">
            <a:spAutoFit/>
          </a:bodyPr>
          <a:lstStyle/>
          <a:p>
            <a:pPr algn="ctr"/>
            <a:r>
              <a:rPr lang="en-US" altLang="ja-JP" sz="3200" b="1" dirty="0">
                <a:solidFill>
                  <a:schemeClr val="bg1">
                    <a:lumMod val="95000"/>
                  </a:schemeClr>
                </a:solidFill>
                <a:latin typeface="原稿用標準書体" panose="03000503000000000000" pitchFamily="66" charset="-128"/>
                <a:ea typeface="原稿用標準書体" panose="03000503000000000000" pitchFamily="66" charset="-128"/>
              </a:rPr>
              <a:t>×</a:t>
            </a:r>
            <a:r>
              <a:rPr lang="en-US" altLang="ja-JP" sz="5400" b="1" dirty="0">
                <a:solidFill>
                  <a:schemeClr val="bg1">
                    <a:lumMod val="95000"/>
                  </a:schemeClr>
                </a:solidFill>
                <a:latin typeface="原稿用標準書体" panose="03000503000000000000" pitchFamily="66" charset="-128"/>
                <a:ea typeface="原稿用標準書体" panose="03000503000000000000" pitchFamily="66" charset="-128"/>
              </a:rPr>
              <a:t>00</a:t>
            </a:r>
            <a:endParaRPr kumimoji="1" lang="ja-JP" altLang="en-US" sz="4000" b="1" dirty="0">
              <a:solidFill>
                <a:srgbClr val="CC00FF"/>
              </a:solidFill>
              <a:latin typeface="原稿用標準書体" panose="03000503000000000000" pitchFamily="66" charset="-128"/>
              <a:ea typeface="原稿用標準書体" panose="03000503000000000000" pitchFamily="66" charset="-128"/>
            </a:endParaRPr>
          </a:p>
        </p:txBody>
      </p:sp>
      <p:pic>
        <p:nvPicPr>
          <p:cNvPr id="18" name="図 17">
            <a:extLst>
              <a:ext uri="{FF2B5EF4-FFF2-40B4-BE49-F238E27FC236}">
                <a16:creationId xmlns:a16="http://schemas.microsoft.com/office/drawing/2014/main" id="{9E5104D2-08F8-1A30-2170-160D9BA56D81}"/>
              </a:ext>
            </a:extLst>
          </p:cNvPr>
          <p:cNvPicPr>
            <a:picLocks noChangeAspect="1"/>
          </p:cNvPicPr>
          <p:nvPr/>
        </p:nvPicPr>
        <p:blipFill>
          <a:blip r:embed="rId3">
            <a:extLst>
              <a:ext uri="{BEBA8EAE-BF5A-486C-A8C5-ECC9F3942E4B}">
                <a14:imgProps xmlns:a14="http://schemas.microsoft.com/office/drawing/2010/main">
                  <a14:imgLayer r:embed="rId4">
                    <a14:imgEffect>
                      <a14:sharpenSoften amount="-100000"/>
                    </a14:imgEffect>
                  </a14:imgLayer>
                </a14:imgProps>
              </a:ext>
              <a:ext uri="{28A0092B-C50C-407E-A947-70E740481C1C}">
                <a14:useLocalDpi xmlns:a14="http://schemas.microsoft.com/office/drawing/2010/main" val="0"/>
              </a:ext>
            </a:extLst>
          </a:blip>
          <a:stretch>
            <a:fillRect/>
          </a:stretch>
        </p:blipFill>
        <p:spPr>
          <a:xfrm rot="17264398">
            <a:off x="7402872" y="3229392"/>
            <a:ext cx="1042179" cy="455139"/>
          </a:xfrm>
          <a:prstGeom prst="rect">
            <a:avLst/>
          </a:prstGeom>
        </p:spPr>
      </p:pic>
      <p:pic>
        <p:nvPicPr>
          <p:cNvPr id="22" name="図 21">
            <a:extLst>
              <a:ext uri="{FF2B5EF4-FFF2-40B4-BE49-F238E27FC236}">
                <a16:creationId xmlns:a16="http://schemas.microsoft.com/office/drawing/2014/main" id="{2DB7C270-3B1D-61F5-A33E-E195764D377A}"/>
              </a:ext>
            </a:extLst>
          </p:cNvPr>
          <p:cNvPicPr>
            <a:picLocks noChangeAspect="1"/>
          </p:cNvPicPr>
          <p:nvPr/>
        </p:nvPicPr>
        <p:blipFill>
          <a:blip r:embed="rId3">
            <a:extLst>
              <a:ext uri="{BEBA8EAE-BF5A-486C-A8C5-ECC9F3942E4B}">
                <a14:imgProps xmlns:a14="http://schemas.microsoft.com/office/drawing/2010/main">
                  <a14:imgLayer r:embed="rId4">
                    <a14:imgEffect>
                      <a14:sharpenSoften amount="-100000"/>
                    </a14:imgEffect>
                  </a14:imgLayer>
                </a14:imgProps>
              </a:ext>
              <a:ext uri="{28A0092B-C50C-407E-A947-70E740481C1C}">
                <a14:useLocalDpi xmlns:a14="http://schemas.microsoft.com/office/drawing/2010/main" val="0"/>
              </a:ext>
            </a:extLst>
          </a:blip>
          <a:stretch>
            <a:fillRect/>
          </a:stretch>
        </p:blipFill>
        <p:spPr>
          <a:xfrm rot="17264398">
            <a:off x="6526531" y="3868749"/>
            <a:ext cx="853227" cy="372620"/>
          </a:xfrm>
          <a:prstGeom prst="rect">
            <a:avLst/>
          </a:prstGeom>
        </p:spPr>
      </p:pic>
      <p:pic>
        <p:nvPicPr>
          <p:cNvPr id="23" name="図 22">
            <a:extLst>
              <a:ext uri="{FF2B5EF4-FFF2-40B4-BE49-F238E27FC236}">
                <a16:creationId xmlns:a16="http://schemas.microsoft.com/office/drawing/2014/main" id="{AD100276-3C05-1B80-952F-A6B3533E29D7}"/>
              </a:ext>
            </a:extLst>
          </p:cNvPr>
          <p:cNvPicPr>
            <a:picLocks noChangeAspect="1"/>
          </p:cNvPicPr>
          <p:nvPr/>
        </p:nvPicPr>
        <p:blipFill>
          <a:blip r:embed="rId3">
            <a:extLst>
              <a:ext uri="{BEBA8EAE-BF5A-486C-A8C5-ECC9F3942E4B}">
                <a14:imgProps xmlns:a14="http://schemas.microsoft.com/office/drawing/2010/main">
                  <a14:imgLayer r:embed="rId4">
                    <a14:imgEffect>
                      <a14:sharpenSoften amount="-100000"/>
                    </a14:imgEffect>
                  </a14:imgLayer>
                </a14:imgProps>
              </a:ext>
              <a:ext uri="{28A0092B-C50C-407E-A947-70E740481C1C}">
                <a14:useLocalDpi xmlns:a14="http://schemas.microsoft.com/office/drawing/2010/main" val="0"/>
              </a:ext>
            </a:extLst>
          </a:blip>
          <a:stretch>
            <a:fillRect/>
          </a:stretch>
        </p:blipFill>
        <p:spPr>
          <a:xfrm rot="17264398">
            <a:off x="5896193" y="4289365"/>
            <a:ext cx="558513" cy="243913"/>
          </a:xfrm>
          <a:prstGeom prst="rect">
            <a:avLst/>
          </a:prstGeom>
        </p:spPr>
      </p:pic>
      <p:grpSp>
        <p:nvGrpSpPr>
          <p:cNvPr id="48" name="グループ化 47">
            <a:extLst>
              <a:ext uri="{FF2B5EF4-FFF2-40B4-BE49-F238E27FC236}">
                <a16:creationId xmlns:a16="http://schemas.microsoft.com/office/drawing/2014/main" id="{DF06275B-AAEA-C40C-01B3-F5F4761B2B36}"/>
              </a:ext>
            </a:extLst>
          </p:cNvPr>
          <p:cNvGrpSpPr/>
          <p:nvPr/>
        </p:nvGrpSpPr>
        <p:grpSpPr>
          <a:xfrm>
            <a:off x="2031354" y="2863385"/>
            <a:ext cx="2492990" cy="2534615"/>
            <a:chOff x="2043529" y="2756433"/>
            <a:chExt cx="2492990" cy="2534615"/>
          </a:xfrm>
        </p:grpSpPr>
        <p:sp>
          <p:nvSpPr>
            <p:cNvPr id="10" name="テキスト ボックス 9">
              <a:extLst>
                <a:ext uri="{FF2B5EF4-FFF2-40B4-BE49-F238E27FC236}">
                  <a16:creationId xmlns:a16="http://schemas.microsoft.com/office/drawing/2014/main" id="{B2502A45-33B5-78FD-B074-DC2992796E74}"/>
                </a:ext>
              </a:extLst>
            </p:cNvPr>
            <p:cNvSpPr txBox="1"/>
            <p:nvPr/>
          </p:nvSpPr>
          <p:spPr>
            <a:xfrm>
              <a:off x="2043529" y="2756433"/>
              <a:ext cx="2492990" cy="646331"/>
            </a:xfrm>
            <a:prstGeom prst="rect">
              <a:avLst/>
            </a:prstGeom>
            <a:noFill/>
          </p:spPr>
          <p:txBody>
            <a:bodyPr wrap="none" rtlCol="0">
              <a:spAutoFit/>
            </a:bodyPr>
            <a:lstStyle/>
            <a:p>
              <a:pPr algn="ctr"/>
              <a:r>
                <a:rPr kumimoji="1" lang="ja-JP" altLang="en-US" sz="3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バフ所持数</a:t>
              </a:r>
            </a:p>
          </p:txBody>
        </p:sp>
        <p:sp>
          <p:nvSpPr>
            <p:cNvPr id="45" name="テキスト ボックス 44">
              <a:extLst>
                <a:ext uri="{FF2B5EF4-FFF2-40B4-BE49-F238E27FC236}">
                  <a16:creationId xmlns:a16="http://schemas.microsoft.com/office/drawing/2014/main" id="{71D8D87E-2430-2752-5ABB-98F6BBB1C193}"/>
                </a:ext>
              </a:extLst>
            </p:cNvPr>
            <p:cNvSpPr txBox="1"/>
            <p:nvPr/>
          </p:nvSpPr>
          <p:spPr>
            <a:xfrm>
              <a:off x="2460307" y="3429000"/>
              <a:ext cx="1659429" cy="1862048"/>
            </a:xfrm>
            <a:prstGeom prst="rect">
              <a:avLst/>
            </a:prstGeom>
            <a:noFill/>
          </p:spPr>
          <p:txBody>
            <a:bodyPr wrap="none" rtlCol="0">
              <a:spAutoFit/>
            </a:bodyPr>
            <a:lstStyle/>
            <a:p>
              <a:pPr algn="ctr"/>
              <a:r>
                <a:rPr lang="en-US" altLang="ja-JP" sz="115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00</a:t>
              </a:r>
              <a:endParaRPr kumimoji="1" lang="ja-JP" altLang="en-US" sz="8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sp>
        <p:nvSpPr>
          <p:cNvPr id="46" name="四角形: 角を丸くする 45">
            <a:extLst>
              <a:ext uri="{FF2B5EF4-FFF2-40B4-BE49-F238E27FC236}">
                <a16:creationId xmlns:a16="http://schemas.microsoft.com/office/drawing/2014/main" id="{B41E7C20-8E76-1821-CB91-8A277ED8EE8D}"/>
              </a:ext>
            </a:extLst>
          </p:cNvPr>
          <p:cNvSpPr/>
          <p:nvPr/>
        </p:nvSpPr>
        <p:spPr>
          <a:xfrm>
            <a:off x="5974203" y="5716570"/>
            <a:ext cx="2729924" cy="631055"/>
          </a:xfrm>
          <a:prstGeom prst="roundRect">
            <a:avLst>
              <a:gd name="adj" fmla="val 9570"/>
            </a:avLst>
          </a:prstGeom>
          <a:solidFill>
            <a:schemeClr val="tx1">
              <a:lumMod val="50000"/>
              <a:lumOff val="50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b="1" dirty="0">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rPr>
              <a:t>ホームへ</a:t>
            </a:r>
          </a:p>
        </p:txBody>
      </p:sp>
      <p:sp>
        <p:nvSpPr>
          <p:cNvPr id="47" name="テキスト ボックス 46">
            <a:extLst>
              <a:ext uri="{FF2B5EF4-FFF2-40B4-BE49-F238E27FC236}">
                <a16:creationId xmlns:a16="http://schemas.microsoft.com/office/drawing/2014/main" id="{5C1A24D9-3158-5011-13A6-164262311086}"/>
              </a:ext>
            </a:extLst>
          </p:cNvPr>
          <p:cNvSpPr txBox="1"/>
          <p:nvPr/>
        </p:nvSpPr>
        <p:spPr>
          <a:xfrm rot="20897315">
            <a:off x="9886925" y="3668139"/>
            <a:ext cx="1210588" cy="584775"/>
          </a:xfrm>
          <a:prstGeom prst="rect">
            <a:avLst/>
          </a:prstGeom>
          <a:noFill/>
        </p:spPr>
        <p:txBody>
          <a:bodyPr wrap="none" rtlCol="0">
            <a:spAutoFit/>
          </a:bodyPr>
          <a:lstStyle/>
          <a:p>
            <a:pPr algn="ctr"/>
            <a:r>
              <a:rPr lang="en-US" altLang="ja-JP" sz="3200" b="1" dirty="0">
                <a:solidFill>
                  <a:schemeClr val="bg1">
                    <a:lumMod val="95000"/>
                  </a:schemeClr>
                </a:solidFill>
                <a:latin typeface="原稿用標準書体" panose="03000503000000000000" pitchFamily="66" charset="-128"/>
                <a:ea typeface="原稿用標準書体" panose="03000503000000000000" pitchFamily="66" charset="-128"/>
              </a:rPr>
              <a:t>GET</a:t>
            </a:r>
            <a:r>
              <a:rPr lang="ja-JP" altLang="en-US" sz="3200" b="1" dirty="0">
                <a:solidFill>
                  <a:schemeClr val="bg1">
                    <a:lumMod val="95000"/>
                  </a:schemeClr>
                </a:solidFill>
                <a:latin typeface="原稿用標準書体" panose="03000503000000000000" pitchFamily="66" charset="-128"/>
                <a:ea typeface="原稿用標準書体" panose="03000503000000000000" pitchFamily="66" charset="-128"/>
              </a:rPr>
              <a:t>！</a:t>
            </a:r>
            <a:endParaRPr kumimoji="1" lang="ja-JP" altLang="en-US" sz="3200" b="1" dirty="0">
              <a:solidFill>
                <a:srgbClr val="CC00FF"/>
              </a:solidFill>
              <a:latin typeface="原稿用標準書体" panose="03000503000000000000" pitchFamily="66" charset="-128"/>
              <a:ea typeface="原稿用標準書体" panose="03000503000000000000" pitchFamily="66" charset="-128"/>
            </a:endParaRPr>
          </a:p>
        </p:txBody>
      </p:sp>
      <p:sp>
        <p:nvSpPr>
          <p:cNvPr id="6" name="正方形/長方形 5">
            <a:extLst>
              <a:ext uri="{FF2B5EF4-FFF2-40B4-BE49-F238E27FC236}">
                <a16:creationId xmlns:a16="http://schemas.microsoft.com/office/drawing/2014/main" id="{CC522388-D1EA-C65D-9930-4D788477F51D}"/>
              </a:ext>
            </a:extLst>
          </p:cNvPr>
          <p:cNvSpPr/>
          <p:nvPr/>
        </p:nvSpPr>
        <p:spPr>
          <a:xfrm>
            <a:off x="6531344" y="641390"/>
            <a:ext cx="5794980" cy="408821"/>
          </a:xfrm>
          <a:prstGeom prst="rect">
            <a:avLst/>
          </a:prstGeom>
          <a:solidFill>
            <a:schemeClr val="bg1">
              <a:lumMod val="65000"/>
              <a:alpha val="20000"/>
            </a:schemeClr>
          </a:solidFill>
          <a:ln>
            <a:noFill/>
          </a:ln>
          <a:effectLst>
            <a:glow rad="63500">
              <a:schemeClr val="bg1">
                <a:lumMod val="50000"/>
                <a:alpha val="2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9" name="図 8">
            <a:extLst>
              <a:ext uri="{FF2B5EF4-FFF2-40B4-BE49-F238E27FC236}">
                <a16:creationId xmlns:a16="http://schemas.microsoft.com/office/drawing/2014/main" id="{6FBCC86B-33A5-A01F-82CE-FDB6ACF73125}"/>
              </a:ext>
            </a:extLst>
          </p:cNvPr>
          <p:cNvPicPr>
            <a:picLocks noChangeAspect="1"/>
          </p:cNvPicPr>
          <p:nvPr/>
        </p:nvPicPr>
        <p:blipFill>
          <a:blip r:embed="rId5">
            <a:duotone>
              <a:schemeClr val="accent4">
                <a:shade val="45000"/>
                <a:satMod val="135000"/>
              </a:schemeClr>
              <a:prstClr val="white"/>
            </a:duotone>
            <a:extLst>
              <a:ext uri="{28A0092B-C50C-407E-A947-70E740481C1C}">
                <a14:useLocalDpi xmlns:a14="http://schemas.microsoft.com/office/drawing/2010/main" val="0"/>
              </a:ext>
            </a:extLst>
          </a:blip>
          <a:stretch>
            <a:fillRect/>
          </a:stretch>
        </p:blipFill>
        <p:spPr>
          <a:xfrm>
            <a:off x="10568497" y="676616"/>
            <a:ext cx="365074" cy="365074"/>
          </a:xfrm>
          <a:prstGeom prst="rect">
            <a:avLst/>
          </a:prstGeom>
        </p:spPr>
      </p:pic>
      <p:pic>
        <p:nvPicPr>
          <p:cNvPr id="12" name="図 11">
            <a:extLst>
              <a:ext uri="{FF2B5EF4-FFF2-40B4-BE49-F238E27FC236}">
                <a16:creationId xmlns:a16="http://schemas.microsoft.com/office/drawing/2014/main" id="{00855A2C-BA47-61A3-1909-64A811B63FD8}"/>
              </a:ext>
            </a:extLst>
          </p:cNvPr>
          <p:cNvPicPr>
            <a:picLocks noChangeAspect="1"/>
          </p:cNvPicPr>
          <p:nvPr/>
        </p:nvPicPr>
        <p:blipFill>
          <a:blip r:embed="rId5">
            <a:duotone>
              <a:schemeClr val="accent1">
                <a:shade val="45000"/>
                <a:satMod val="135000"/>
              </a:schemeClr>
              <a:prstClr val="white"/>
            </a:duotone>
            <a:extLst>
              <a:ext uri="{28A0092B-C50C-407E-A947-70E740481C1C}">
                <a14:useLocalDpi xmlns:a14="http://schemas.microsoft.com/office/drawing/2010/main" val="0"/>
              </a:ext>
            </a:extLst>
          </a:blip>
          <a:stretch>
            <a:fillRect/>
          </a:stretch>
        </p:blipFill>
        <p:spPr>
          <a:xfrm>
            <a:off x="9357308" y="676616"/>
            <a:ext cx="365074" cy="365074"/>
          </a:xfrm>
          <a:prstGeom prst="rect">
            <a:avLst/>
          </a:prstGeom>
        </p:spPr>
      </p:pic>
      <p:pic>
        <p:nvPicPr>
          <p:cNvPr id="17" name="図 16">
            <a:extLst>
              <a:ext uri="{FF2B5EF4-FFF2-40B4-BE49-F238E27FC236}">
                <a16:creationId xmlns:a16="http://schemas.microsoft.com/office/drawing/2014/main" id="{EBFDBF2D-3706-A925-8A4A-B1C76059EE14}"/>
              </a:ext>
            </a:extLst>
          </p:cNvPr>
          <p:cNvPicPr>
            <a:picLocks noChangeAspect="1"/>
          </p:cNvPicPr>
          <p:nvPr/>
        </p:nvPicPr>
        <p:blipFill>
          <a:blip r:embed="rId5">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8146120" y="676616"/>
            <a:ext cx="365074" cy="365074"/>
          </a:xfrm>
          <a:prstGeom prst="rect">
            <a:avLst/>
          </a:prstGeom>
        </p:spPr>
      </p:pic>
      <p:pic>
        <p:nvPicPr>
          <p:cNvPr id="21" name="図 20">
            <a:extLst>
              <a:ext uri="{FF2B5EF4-FFF2-40B4-BE49-F238E27FC236}">
                <a16:creationId xmlns:a16="http://schemas.microsoft.com/office/drawing/2014/main" id="{9D57C8EB-9359-5B44-EB5D-97B5B819266E}"/>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6921838" y="674943"/>
            <a:ext cx="378168" cy="368421"/>
          </a:xfrm>
          <a:prstGeom prst="rect">
            <a:avLst/>
          </a:prstGeom>
        </p:spPr>
      </p:pic>
      <p:sp>
        <p:nvSpPr>
          <p:cNvPr id="25" name="テキスト ボックス 24">
            <a:extLst>
              <a:ext uri="{FF2B5EF4-FFF2-40B4-BE49-F238E27FC236}">
                <a16:creationId xmlns:a16="http://schemas.microsoft.com/office/drawing/2014/main" id="{CBECAB99-6031-5D34-915B-075A4137752F}"/>
              </a:ext>
            </a:extLst>
          </p:cNvPr>
          <p:cNvSpPr txBox="1"/>
          <p:nvPr/>
        </p:nvSpPr>
        <p:spPr>
          <a:xfrm>
            <a:off x="7215440" y="699437"/>
            <a:ext cx="543739"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27" name="テキスト ボックス 26">
            <a:extLst>
              <a:ext uri="{FF2B5EF4-FFF2-40B4-BE49-F238E27FC236}">
                <a16:creationId xmlns:a16="http://schemas.microsoft.com/office/drawing/2014/main" id="{5D23F60D-3350-86E3-AB64-977F3A2058E6}"/>
              </a:ext>
            </a:extLst>
          </p:cNvPr>
          <p:cNvSpPr txBox="1"/>
          <p:nvPr/>
        </p:nvSpPr>
        <p:spPr>
          <a:xfrm>
            <a:off x="8436155" y="699437"/>
            <a:ext cx="543739"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29" name="テキスト ボックス 28">
            <a:extLst>
              <a:ext uri="{FF2B5EF4-FFF2-40B4-BE49-F238E27FC236}">
                <a16:creationId xmlns:a16="http://schemas.microsoft.com/office/drawing/2014/main" id="{BB0FFC69-8969-2D1A-7F79-5B94D251876F}"/>
              </a:ext>
            </a:extLst>
          </p:cNvPr>
          <p:cNvSpPr txBox="1"/>
          <p:nvPr/>
        </p:nvSpPr>
        <p:spPr>
          <a:xfrm>
            <a:off x="9656870" y="699437"/>
            <a:ext cx="543739"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1" name="テキスト ボックス 30">
            <a:extLst>
              <a:ext uri="{FF2B5EF4-FFF2-40B4-BE49-F238E27FC236}">
                <a16:creationId xmlns:a16="http://schemas.microsoft.com/office/drawing/2014/main" id="{524F4E84-D9F1-4C6C-A272-F0F737C813E8}"/>
              </a:ext>
            </a:extLst>
          </p:cNvPr>
          <p:cNvSpPr txBox="1"/>
          <p:nvPr/>
        </p:nvSpPr>
        <p:spPr>
          <a:xfrm>
            <a:off x="10877585" y="699437"/>
            <a:ext cx="543739"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3" name="正方形/長方形 32">
            <a:extLst>
              <a:ext uri="{FF2B5EF4-FFF2-40B4-BE49-F238E27FC236}">
                <a16:creationId xmlns:a16="http://schemas.microsoft.com/office/drawing/2014/main" id="{580DCA7D-6ACE-B681-A57D-FE34254EBB3D}"/>
              </a:ext>
            </a:extLst>
          </p:cNvPr>
          <p:cNvSpPr/>
          <p:nvPr/>
        </p:nvSpPr>
        <p:spPr>
          <a:xfrm>
            <a:off x="10320314" y="1282541"/>
            <a:ext cx="2158410" cy="408821"/>
          </a:xfrm>
          <a:prstGeom prst="rect">
            <a:avLst/>
          </a:prstGeom>
          <a:solidFill>
            <a:schemeClr val="bg1">
              <a:lumMod val="65000"/>
              <a:alpha val="20000"/>
            </a:schemeClr>
          </a:solidFill>
          <a:ln>
            <a:noFill/>
          </a:ln>
          <a:effectLst>
            <a:glow rad="63500">
              <a:schemeClr val="bg1">
                <a:lumMod val="50000"/>
                <a:alpha val="2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0" name="テキスト ボックス 39">
            <a:extLst>
              <a:ext uri="{FF2B5EF4-FFF2-40B4-BE49-F238E27FC236}">
                <a16:creationId xmlns:a16="http://schemas.microsoft.com/office/drawing/2014/main" id="{22A22553-FCC0-07FF-233E-1913EC0AD9EB}"/>
              </a:ext>
            </a:extLst>
          </p:cNvPr>
          <p:cNvSpPr txBox="1"/>
          <p:nvPr/>
        </p:nvSpPr>
        <p:spPr>
          <a:xfrm>
            <a:off x="10877585" y="1324055"/>
            <a:ext cx="543739"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pic>
        <p:nvPicPr>
          <p:cNvPr id="42" name="図 41">
            <a:extLst>
              <a:ext uri="{FF2B5EF4-FFF2-40B4-BE49-F238E27FC236}">
                <a16:creationId xmlns:a16="http://schemas.microsoft.com/office/drawing/2014/main" id="{EC74C70E-8F49-8DE3-A5CA-6E0214B23FDE}"/>
              </a:ext>
            </a:extLst>
          </p:cNvPr>
          <p:cNvPicPr>
            <a:picLocks noChangeAspect="1"/>
          </p:cNvPicPr>
          <p:nvPr/>
        </p:nvPicPr>
        <p:blipFill>
          <a:blip r:embed="rId3">
            <a:extLst>
              <a:ext uri="{BEBA8EAE-BF5A-486C-A8C5-ECC9F3942E4B}">
                <a14:imgProps xmlns:a14="http://schemas.microsoft.com/office/drawing/2010/main">
                  <a14:imgLayer r:embed="rId4">
                    <a14:imgEffect>
                      <a14:sharpenSoften amount="-100000"/>
                    </a14:imgEffect>
                  </a14:imgLayer>
                </a14:imgProps>
              </a:ext>
              <a:ext uri="{28A0092B-C50C-407E-A947-70E740481C1C}">
                <a14:useLocalDpi xmlns:a14="http://schemas.microsoft.com/office/drawing/2010/main" val="0"/>
              </a:ext>
            </a:extLst>
          </a:blip>
          <a:stretch>
            <a:fillRect/>
          </a:stretch>
        </p:blipFill>
        <p:spPr>
          <a:xfrm rot="17264398">
            <a:off x="10593322" y="1400505"/>
            <a:ext cx="335726" cy="146618"/>
          </a:xfrm>
          <a:prstGeom prst="rect">
            <a:avLst/>
          </a:prstGeom>
        </p:spPr>
      </p:pic>
    </p:spTree>
    <p:extLst>
      <p:ext uri="{BB962C8B-B14F-4D97-AF65-F5344CB8AC3E}">
        <p14:creationId xmlns:p14="http://schemas.microsoft.com/office/powerpoint/2010/main" val="554567788"/>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CCC9B0-9E0D-43AB-750F-FE37E2F7F0C7}"/>
            </a:ext>
          </a:extLst>
        </p:cNvPr>
        <p:cNvGrpSpPr/>
        <p:nvPr/>
      </p:nvGrpSpPr>
      <p:grpSpPr>
        <a:xfrm>
          <a:off x="0" y="0"/>
          <a:ext cx="0" cy="0"/>
          <a:chOff x="0" y="0"/>
          <a:chExt cx="0" cy="0"/>
        </a:xfrm>
      </p:grpSpPr>
      <p:grpSp>
        <p:nvGrpSpPr>
          <p:cNvPr id="37" name="グループ化 36">
            <a:extLst>
              <a:ext uri="{FF2B5EF4-FFF2-40B4-BE49-F238E27FC236}">
                <a16:creationId xmlns:a16="http://schemas.microsoft.com/office/drawing/2014/main" id="{4C951128-FBD2-8442-EC85-8545BBC33A02}"/>
              </a:ext>
            </a:extLst>
          </p:cNvPr>
          <p:cNvGrpSpPr/>
          <p:nvPr/>
        </p:nvGrpSpPr>
        <p:grpSpPr>
          <a:xfrm>
            <a:off x="876956" y="1883114"/>
            <a:ext cx="4801783" cy="4343027"/>
            <a:chOff x="988928" y="1883114"/>
            <a:chExt cx="4860780" cy="4396387"/>
          </a:xfrm>
        </p:grpSpPr>
        <p:pic>
          <p:nvPicPr>
            <p:cNvPr id="35" name="図 34">
              <a:extLst>
                <a:ext uri="{FF2B5EF4-FFF2-40B4-BE49-F238E27FC236}">
                  <a16:creationId xmlns:a16="http://schemas.microsoft.com/office/drawing/2014/main" id="{0D04CDC1-85F2-9B4A-EBE2-5A9C1A71DE86}"/>
                </a:ext>
              </a:extLst>
            </p:cNvPr>
            <p:cNvPicPr>
              <a:picLocks noChangeAspect="1"/>
            </p:cNvPicPr>
            <p:nvPr/>
          </p:nvPicPr>
          <p:blipFill>
            <a:blip r:embed="rId2">
              <a:extLst>
                <a:ext uri="{28A0092B-C50C-407E-A947-70E740481C1C}">
                  <a14:useLocalDpi xmlns:a14="http://schemas.microsoft.com/office/drawing/2010/main" val="0"/>
                </a:ext>
              </a:extLst>
            </a:blip>
            <a:srcRect t="9554"/>
            <a:stretch>
              <a:fillRect/>
            </a:stretch>
          </p:blipFill>
          <p:spPr>
            <a:xfrm>
              <a:off x="988928" y="1883114"/>
              <a:ext cx="4860780" cy="4396387"/>
            </a:xfrm>
            <a:prstGeom prst="rect">
              <a:avLst/>
            </a:prstGeom>
            <a:effectLst>
              <a:glow rad="63500">
                <a:schemeClr val="bg1">
                  <a:lumMod val="95000"/>
                  <a:alpha val="40000"/>
                </a:schemeClr>
              </a:glow>
            </a:effectLst>
          </p:spPr>
        </p:pic>
        <p:sp>
          <p:nvSpPr>
            <p:cNvPr id="36" name="正方形/長方形 35">
              <a:extLst>
                <a:ext uri="{FF2B5EF4-FFF2-40B4-BE49-F238E27FC236}">
                  <a16:creationId xmlns:a16="http://schemas.microsoft.com/office/drawing/2014/main" id="{BA3FF0D9-A2F7-FC07-4C91-5AA72E867A72}"/>
                </a:ext>
              </a:extLst>
            </p:cNvPr>
            <p:cNvSpPr/>
            <p:nvPr/>
          </p:nvSpPr>
          <p:spPr>
            <a:xfrm>
              <a:off x="1302803" y="2692443"/>
              <a:ext cx="4269724" cy="2792385"/>
            </a:xfrm>
            <a:prstGeom prst="rect">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sp>
        <p:nvSpPr>
          <p:cNvPr id="2" name="テキスト ボックス 1">
            <a:extLst>
              <a:ext uri="{FF2B5EF4-FFF2-40B4-BE49-F238E27FC236}">
                <a16:creationId xmlns:a16="http://schemas.microsoft.com/office/drawing/2014/main" id="{6EEB74E2-AEEF-740A-855F-2C7429990728}"/>
              </a:ext>
            </a:extLst>
          </p:cNvPr>
          <p:cNvSpPr txBox="1"/>
          <p:nvPr/>
        </p:nvSpPr>
        <p:spPr>
          <a:xfrm>
            <a:off x="897555" y="427304"/>
            <a:ext cx="4801314" cy="1200329"/>
          </a:xfrm>
          <a:prstGeom prst="rect">
            <a:avLst/>
          </a:prstGeom>
          <a:noFill/>
        </p:spPr>
        <p:txBody>
          <a:bodyPr wrap="none" rtlCol="0">
            <a:spAutoFit/>
          </a:bodyPr>
          <a:lstStyle/>
          <a:p>
            <a:pPr algn="ctr"/>
            <a:r>
              <a:rPr lang="ja-JP" altLang="en-US" sz="7200" b="1" dirty="0">
                <a:solidFill>
                  <a:schemeClr val="bg1">
                    <a:lumMod val="95000"/>
                  </a:schemeClr>
                </a:solidFill>
                <a:latin typeface="原稿用標準書体" panose="03000503000000000000" pitchFamily="66" charset="-128"/>
                <a:ea typeface="原稿用標準書体" panose="03000503000000000000" pitchFamily="66" charset="-128"/>
              </a:rPr>
              <a:t>ゲート</a:t>
            </a:r>
            <a:r>
              <a:rPr lang="ja-JP" altLang="en-US" sz="7200" b="1" dirty="0">
                <a:solidFill>
                  <a:srgbClr val="C00000"/>
                </a:solidFill>
                <a:latin typeface="原稿用標準書体" panose="03000503000000000000" pitchFamily="66" charset="-128"/>
                <a:ea typeface="原稿用標準書体" panose="03000503000000000000" pitchFamily="66" charset="-128"/>
              </a:rPr>
              <a:t>撤退</a:t>
            </a:r>
            <a:endParaRPr kumimoji="1" lang="ja-JP" altLang="en-US" sz="7200" b="1" dirty="0">
              <a:solidFill>
                <a:srgbClr val="C00000"/>
              </a:solidFill>
              <a:latin typeface="原稿用標準書体" panose="03000503000000000000" pitchFamily="66" charset="-128"/>
              <a:ea typeface="原稿用標準書体" panose="03000503000000000000" pitchFamily="66" charset="-128"/>
            </a:endParaRPr>
          </a:p>
        </p:txBody>
      </p:sp>
      <p:sp>
        <p:nvSpPr>
          <p:cNvPr id="7" name="四角形: 角を丸くする 6">
            <a:extLst>
              <a:ext uri="{FF2B5EF4-FFF2-40B4-BE49-F238E27FC236}">
                <a16:creationId xmlns:a16="http://schemas.microsoft.com/office/drawing/2014/main" id="{F741E97D-B57D-FEA7-E5F9-A7BAD74AC348}"/>
              </a:ext>
            </a:extLst>
          </p:cNvPr>
          <p:cNvSpPr/>
          <p:nvPr/>
        </p:nvSpPr>
        <p:spPr>
          <a:xfrm>
            <a:off x="8862861" y="5716570"/>
            <a:ext cx="2729924" cy="631055"/>
          </a:xfrm>
          <a:prstGeom prst="roundRect">
            <a:avLst>
              <a:gd name="adj" fmla="val 9570"/>
            </a:avLst>
          </a:prstGeom>
          <a:solidFill>
            <a:schemeClr val="accent6"/>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b="1" dirty="0">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rPr>
              <a:t>ゲート選択へ</a:t>
            </a:r>
          </a:p>
        </p:txBody>
      </p:sp>
      <p:grpSp>
        <p:nvGrpSpPr>
          <p:cNvPr id="48" name="グループ化 47">
            <a:extLst>
              <a:ext uri="{FF2B5EF4-FFF2-40B4-BE49-F238E27FC236}">
                <a16:creationId xmlns:a16="http://schemas.microsoft.com/office/drawing/2014/main" id="{53E35831-17A5-FC94-2AA3-5CEB70C6D765}"/>
              </a:ext>
            </a:extLst>
          </p:cNvPr>
          <p:cNvGrpSpPr/>
          <p:nvPr/>
        </p:nvGrpSpPr>
        <p:grpSpPr>
          <a:xfrm>
            <a:off x="2031351" y="2788742"/>
            <a:ext cx="2492990" cy="2609258"/>
            <a:chOff x="2043526" y="2681790"/>
            <a:chExt cx="2492990" cy="2609258"/>
          </a:xfrm>
        </p:grpSpPr>
        <p:sp>
          <p:nvSpPr>
            <p:cNvPr id="10" name="テキスト ボックス 9">
              <a:extLst>
                <a:ext uri="{FF2B5EF4-FFF2-40B4-BE49-F238E27FC236}">
                  <a16:creationId xmlns:a16="http://schemas.microsoft.com/office/drawing/2014/main" id="{4325E64C-E1B6-E3A9-3CAA-D7A58D4E2BE2}"/>
                </a:ext>
              </a:extLst>
            </p:cNvPr>
            <p:cNvSpPr txBox="1"/>
            <p:nvPr/>
          </p:nvSpPr>
          <p:spPr>
            <a:xfrm>
              <a:off x="2043526" y="2681790"/>
              <a:ext cx="2492990" cy="954107"/>
            </a:xfrm>
            <a:prstGeom prst="rect">
              <a:avLst/>
            </a:prstGeom>
            <a:noFill/>
          </p:spPr>
          <p:txBody>
            <a:bodyPr wrap="none" rtlCol="0">
              <a:spAutoFit/>
            </a:bodyPr>
            <a:lstStyle/>
            <a:p>
              <a:pPr algn="ctr"/>
              <a:r>
                <a:rPr kumimoji="1" lang="ja-JP" altLang="en-US" sz="3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バフ獲得数</a:t>
              </a:r>
              <a:br>
                <a:rPr kumimoji="1" lang="en-US" altLang="ja-JP" sz="3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br>
              <a:r>
                <a:rPr kumimoji="1" lang="en-US" altLang="ja-JP" sz="2000" b="1" dirty="0">
                  <a:solidFill>
                    <a:schemeClr val="accent1"/>
                  </a:solidFill>
                  <a:latin typeface="原稿用標準書体" panose="03000503000000000000" pitchFamily="66" charset="-128"/>
                  <a:ea typeface="原稿用標準書体" panose="03000503000000000000" pitchFamily="66" charset="-128"/>
                </a:rPr>
                <a:t>※</a:t>
              </a:r>
              <a:r>
                <a:rPr kumimoji="1" lang="ja-JP" altLang="en-US" sz="2000" b="1" dirty="0">
                  <a:solidFill>
                    <a:schemeClr val="accent1"/>
                  </a:solidFill>
                  <a:latin typeface="原稿用標準書体" panose="03000503000000000000" pitchFamily="66" charset="-128"/>
                  <a:ea typeface="原稿用標準書体" panose="03000503000000000000" pitchFamily="66" charset="-128"/>
                </a:rPr>
                <a:t>撤退</a:t>
              </a:r>
              <a:r>
                <a:rPr kumimoji="1" lang="ja-JP" altLang="en-US" sz="2000" b="1">
                  <a:solidFill>
                    <a:schemeClr val="accent1"/>
                  </a:solidFill>
                  <a:latin typeface="原稿用標準書体" panose="03000503000000000000" pitchFamily="66" charset="-128"/>
                  <a:ea typeface="原稿用標準書体" panose="03000503000000000000" pitchFamily="66" charset="-128"/>
                </a:rPr>
                <a:t>により半減</a:t>
              </a:r>
              <a:endParaRPr kumimoji="1" lang="ja-JP" altLang="en-US" sz="3600" b="1" dirty="0">
                <a:solidFill>
                  <a:schemeClr val="accent1"/>
                </a:solidFill>
                <a:latin typeface="原稿用標準書体" panose="03000503000000000000" pitchFamily="66" charset="-128"/>
                <a:ea typeface="原稿用標準書体" panose="03000503000000000000" pitchFamily="66" charset="-128"/>
              </a:endParaRPr>
            </a:p>
          </p:txBody>
        </p:sp>
        <p:sp>
          <p:nvSpPr>
            <p:cNvPr id="45" name="テキスト ボックス 44">
              <a:extLst>
                <a:ext uri="{FF2B5EF4-FFF2-40B4-BE49-F238E27FC236}">
                  <a16:creationId xmlns:a16="http://schemas.microsoft.com/office/drawing/2014/main" id="{71655169-000D-9B08-43F1-D0285B7D5C78}"/>
                </a:ext>
              </a:extLst>
            </p:cNvPr>
            <p:cNvSpPr txBox="1"/>
            <p:nvPr/>
          </p:nvSpPr>
          <p:spPr>
            <a:xfrm>
              <a:off x="2460307" y="3429000"/>
              <a:ext cx="1659429" cy="1862048"/>
            </a:xfrm>
            <a:prstGeom prst="rect">
              <a:avLst/>
            </a:prstGeom>
            <a:noFill/>
          </p:spPr>
          <p:txBody>
            <a:bodyPr wrap="none" rtlCol="0">
              <a:spAutoFit/>
            </a:bodyPr>
            <a:lstStyle/>
            <a:p>
              <a:pPr algn="ctr"/>
              <a:r>
                <a:rPr lang="en-US" altLang="ja-JP" sz="11500" b="1" dirty="0">
                  <a:solidFill>
                    <a:schemeClr val="accent1"/>
                  </a:solidFill>
                  <a:latin typeface="原稿用標準書体" panose="03000503000000000000" pitchFamily="66" charset="-128"/>
                  <a:ea typeface="原稿用標準書体" panose="03000503000000000000" pitchFamily="66" charset="-128"/>
                </a:rPr>
                <a:t>00</a:t>
              </a:r>
              <a:endParaRPr kumimoji="1" lang="ja-JP" altLang="en-US" sz="8000" b="1" dirty="0">
                <a:solidFill>
                  <a:schemeClr val="accent1"/>
                </a:solidFill>
                <a:latin typeface="原稿用標準書体" panose="03000503000000000000" pitchFamily="66" charset="-128"/>
                <a:ea typeface="原稿用標準書体" panose="03000503000000000000" pitchFamily="66" charset="-128"/>
              </a:endParaRPr>
            </a:p>
          </p:txBody>
        </p:sp>
      </p:grpSp>
      <p:sp>
        <p:nvSpPr>
          <p:cNvPr id="46" name="四角形: 角を丸くする 45">
            <a:extLst>
              <a:ext uri="{FF2B5EF4-FFF2-40B4-BE49-F238E27FC236}">
                <a16:creationId xmlns:a16="http://schemas.microsoft.com/office/drawing/2014/main" id="{28EA44F8-456B-A0BF-A1B1-9E8A46D5AF3F}"/>
              </a:ext>
            </a:extLst>
          </p:cNvPr>
          <p:cNvSpPr/>
          <p:nvPr/>
        </p:nvSpPr>
        <p:spPr>
          <a:xfrm>
            <a:off x="5974203" y="5716570"/>
            <a:ext cx="2729924" cy="631055"/>
          </a:xfrm>
          <a:prstGeom prst="roundRect">
            <a:avLst>
              <a:gd name="adj" fmla="val 9570"/>
            </a:avLst>
          </a:prstGeom>
          <a:solidFill>
            <a:schemeClr val="tx1">
              <a:lumMod val="50000"/>
              <a:lumOff val="50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b="1" dirty="0">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rPr>
              <a:t>ホームへ</a:t>
            </a:r>
          </a:p>
        </p:txBody>
      </p:sp>
      <p:sp>
        <p:nvSpPr>
          <p:cNvPr id="6" name="正方形/長方形 5">
            <a:extLst>
              <a:ext uri="{FF2B5EF4-FFF2-40B4-BE49-F238E27FC236}">
                <a16:creationId xmlns:a16="http://schemas.microsoft.com/office/drawing/2014/main" id="{4281E493-2459-8A02-9271-C61E759C4A26}"/>
              </a:ext>
            </a:extLst>
          </p:cNvPr>
          <p:cNvSpPr/>
          <p:nvPr/>
        </p:nvSpPr>
        <p:spPr>
          <a:xfrm>
            <a:off x="6531344" y="641390"/>
            <a:ext cx="5794980" cy="408821"/>
          </a:xfrm>
          <a:prstGeom prst="rect">
            <a:avLst/>
          </a:prstGeom>
          <a:solidFill>
            <a:schemeClr val="bg1">
              <a:lumMod val="65000"/>
              <a:alpha val="20000"/>
            </a:schemeClr>
          </a:solidFill>
          <a:ln>
            <a:noFill/>
          </a:ln>
          <a:effectLst>
            <a:glow rad="63500">
              <a:schemeClr val="bg1">
                <a:lumMod val="50000"/>
                <a:alpha val="2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9" name="図 8">
            <a:extLst>
              <a:ext uri="{FF2B5EF4-FFF2-40B4-BE49-F238E27FC236}">
                <a16:creationId xmlns:a16="http://schemas.microsoft.com/office/drawing/2014/main" id="{8FC50729-70F2-A881-770A-80776814C9FF}"/>
              </a:ext>
            </a:extLst>
          </p:cNvPr>
          <p:cNvPicPr>
            <a:picLocks noChangeAspect="1"/>
          </p:cNvPicPr>
          <p:nvPr/>
        </p:nvPicPr>
        <p:blipFill>
          <a:blip r:embed="rId3">
            <a:duotone>
              <a:schemeClr val="accent4">
                <a:shade val="45000"/>
                <a:satMod val="135000"/>
              </a:schemeClr>
              <a:prstClr val="white"/>
            </a:duotone>
            <a:extLst>
              <a:ext uri="{28A0092B-C50C-407E-A947-70E740481C1C}">
                <a14:useLocalDpi xmlns:a14="http://schemas.microsoft.com/office/drawing/2010/main" val="0"/>
              </a:ext>
            </a:extLst>
          </a:blip>
          <a:stretch>
            <a:fillRect/>
          </a:stretch>
        </p:blipFill>
        <p:spPr>
          <a:xfrm>
            <a:off x="10568497" y="676616"/>
            <a:ext cx="365074" cy="365074"/>
          </a:xfrm>
          <a:prstGeom prst="rect">
            <a:avLst/>
          </a:prstGeom>
        </p:spPr>
      </p:pic>
      <p:pic>
        <p:nvPicPr>
          <p:cNvPr id="12" name="図 11">
            <a:extLst>
              <a:ext uri="{FF2B5EF4-FFF2-40B4-BE49-F238E27FC236}">
                <a16:creationId xmlns:a16="http://schemas.microsoft.com/office/drawing/2014/main" id="{6893EF26-F2DA-67F0-4BCF-1FB2F4D440BD}"/>
              </a:ext>
            </a:extLst>
          </p:cNvPr>
          <p:cNvPicPr>
            <a:picLocks noChangeAspect="1"/>
          </p:cNvPicPr>
          <p:nvPr/>
        </p:nvPicPr>
        <p:blipFill>
          <a:blip r:embed="rId3">
            <a:duotone>
              <a:schemeClr val="accent1">
                <a:shade val="45000"/>
                <a:satMod val="135000"/>
              </a:schemeClr>
              <a:prstClr val="white"/>
            </a:duotone>
            <a:extLst>
              <a:ext uri="{28A0092B-C50C-407E-A947-70E740481C1C}">
                <a14:useLocalDpi xmlns:a14="http://schemas.microsoft.com/office/drawing/2010/main" val="0"/>
              </a:ext>
            </a:extLst>
          </a:blip>
          <a:stretch>
            <a:fillRect/>
          </a:stretch>
        </p:blipFill>
        <p:spPr>
          <a:xfrm>
            <a:off x="9357308" y="676616"/>
            <a:ext cx="365074" cy="365074"/>
          </a:xfrm>
          <a:prstGeom prst="rect">
            <a:avLst/>
          </a:prstGeom>
        </p:spPr>
      </p:pic>
      <p:pic>
        <p:nvPicPr>
          <p:cNvPr id="17" name="図 16">
            <a:extLst>
              <a:ext uri="{FF2B5EF4-FFF2-40B4-BE49-F238E27FC236}">
                <a16:creationId xmlns:a16="http://schemas.microsoft.com/office/drawing/2014/main" id="{2E272D26-DD00-6B70-EAD4-AAF5637C8EA3}"/>
              </a:ext>
            </a:extLst>
          </p:cNvPr>
          <p:cNvPicPr>
            <a:picLocks noChangeAspect="1"/>
          </p:cNvPicPr>
          <p:nvPr/>
        </p:nvPicPr>
        <p:blipFill>
          <a:blip r:embed="rId3">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8146120" y="676616"/>
            <a:ext cx="365074" cy="365074"/>
          </a:xfrm>
          <a:prstGeom prst="rect">
            <a:avLst/>
          </a:prstGeom>
        </p:spPr>
      </p:pic>
      <p:pic>
        <p:nvPicPr>
          <p:cNvPr id="21" name="図 20">
            <a:extLst>
              <a:ext uri="{FF2B5EF4-FFF2-40B4-BE49-F238E27FC236}">
                <a16:creationId xmlns:a16="http://schemas.microsoft.com/office/drawing/2014/main" id="{BE4E7356-A66C-2A51-B803-7A62D18C98E6}"/>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921838" y="674943"/>
            <a:ext cx="378168" cy="368421"/>
          </a:xfrm>
          <a:prstGeom prst="rect">
            <a:avLst/>
          </a:prstGeom>
        </p:spPr>
      </p:pic>
      <p:sp>
        <p:nvSpPr>
          <p:cNvPr id="25" name="テキスト ボックス 24">
            <a:extLst>
              <a:ext uri="{FF2B5EF4-FFF2-40B4-BE49-F238E27FC236}">
                <a16:creationId xmlns:a16="http://schemas.microsoft.com/office/drawing/2014/main" id="{E835AE0E-5CB8-9117-BFFF-50148981F0F6}"/>
              </a:ext>
            </a:extLst>
          </p:cNvPr>
          <p:cNvSpPr txBox="1"/>
          <p:nvPr/>
        </p:nvSpPr>
        <p:spPr>
          <a:xfrm>
            <a:off x="7215440" y="699437"/>
            <a:ext cx="543739"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27" name="テキスト ボックス 26">
            <a:extLst>
              <a:ext uri="{FF2B5EF4-FFF2-40B4-BE49-F238E27FC236}">
                <a16:creationId xmlns:a16="http://schemas.microsoft.com/office/drawing/2014/main" id="{745ECEB1-E5B1-6B43-841B-9D9437035518}"/>
              </a:ext>
            </a:extLst>
          </p:cNvPr>
          <p:cNvSpPr txBox="1"/>
          <p:nvPr/>
        </p:nvSpPr>
        <p:spPr>
          <a:xfrm>
            <a:off x="8436155" y="699437"/>
            <a:ext cx="543739"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29" name="テキスト ボックス 28">
            <a:extLst>
              <a:ext uri="{FF2B5EF4-FFF2-40B4-BE49-F238E27FC236}">
                <a16:creationId xmlns:a16="http://schemas.microsoft.com/office/drawing/2014/main" id="{E2125C98-46D4-C271-BC56-DEA55A85699A}"/>
              </a:ext>
            </a:extLst>
          </p:cNvPr>
          <p:cNvSpPr txBox="1"/>
          <p:nvPr/>
        </p:nvSpPr>
        <p:spPr>
          <a:xfrm>
            <a:off x="9656870" y="699437"/>
            <a:ext cx="543739"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1" name="テキスト ボックス 30">
            <a:extLst>
              <a:ext uri="{FF2B5EF4-FFF2-40B4-BE49-F238E27FC236}">
                <a16:creationId xmlns:a16="http://schemas.microsoft.com/office/drawing/2014/main" id="{E7C4A92D-C369-A455-CE2D-249E2758E397}"/>
              </a:ext>
            </a:extLst>
          </p:cNvPr>
          <p:cNvSpPr txBox="1"/>
          <p:nvPr/>
        </p:nvSpPr>
        <p:spPr>
          <a:xfrm>
            <a:off x="10877585" y="699437"/>
            <a:ext cx="543739"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3" name="正方形/長方形 32">
            <a:extLst>
              <a:ext uri="{FF2B5EF4-FFF2-40B4-BE49-F238E27FC236}">
                <a16:creationId xmlns:a16="http://schemas.microsoft.com/office/drawing/2014/main" id="{03312EEC-CE4B-9981-9843-2C818A61A4D6}"/>
              </a:ext>
            </a:extLst>
          </p:cNvPr>
          <p:cNvSpPr/>
          <p:nvPr/>
        </p:nvSpPr>
        <p:spPr>
          <a:xfrm>
            <a:off x="10320314" y="1282541"/>
            <a:ext cx="2158410" cy="408821"/>
          </a:xfrm>
          <a:prstGeom prst="rect">
            <a:avLst/>
          </a:prstGeom>
          <a:solidFill>
            <a:schemeClr val="bg1">
              <a:lumMod val="65000"/>
              <a:alpha val="20000"/>
            </a:schemeClr>
          </a:solidFill>
          <a:ln>
            <a:noFill/>
          </a:ln>
          <a:effectLst>
            <a:glow rad="63500">
              <a:schemeClr val="bg1">
                <a:lumMod val="50000"/>
                <a:alpha val="2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8" name="テキスト ボックス 37">
            <a:extLst>
              <a:ext uri="{FF2B5EF4-FFF2-40B4-BE49-F238E27FC236}">
                <a16:creationId xmlns:a16="http://schemas.microsoft.com/office/drawing/2014/main" id="{E655A13C-F65B-E55D-0346-638BE0C77E83}"/>
              </a:ext>
            </a:extLst>
          </p:cNvPr>
          <p:cNvSpPr txBox="1"/>
          <p:nvPr/>
        </p:nvSpPr>
        <p:spPr>
          <a:xfrm>
            <a:off x="10877585" y="1324055"/>
            <a:ext cx="543739"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pic>
        <p:nvPicPr>
          <p:cNvPr id="40" name="図 39">
            <a:extLst>
              <a:ext uri="{FF2B5EF4-FFF2-40B4-BE49-F238E27FC236}">
                <a16:creationId xmlns:a16="http://schemas.microsoft.com/office/drawing/2014/main" id="{C2159978-6BF1-6365-0A3D-AA69C2D691C3}"/>
              </a:ext>
            </a:extLst>
          </p:cNvPr>
          <p:cNvPicPr>
            <a:picLocks noChangeAspect="1"/>
          </p:cNvPicPr>
          <p:nvPr/>
        </p:nvPicPr>
        <p:blipFill>
          <a:blip r:embed="rId5">
            <a:extLst>
              <a:ext uri="{BEBA8EAE-BF5A-486C-A8C5-ECC9F3942E4B}">
                <a14:imgProps xmlns:a14="http://schemas.microsoft.com/office/drawing/2010/main">
                  <a14:imgLayer r:embed="rId6">
                    <a14:imgEffect>
                      <a14:sharpenSoften amount="-100000"/>
                    </a14:imgEffect>
                  </a14:imgLayer>
                </a14:imgProps>
              </a:ext>
              <a:ext uri="{28A0092B-C50C-407E-A947-70E740481C1C}">
                <a14:useLocalDpi xmlns:a14="http://schemas.microsoft.com/office/drawing/2010/main" val="0"/>
              </a:ext>
            </a:extLst>
          </a:blip>
          <a:stretch>
            <a:fillRect/>
          </a:stretch>
        </p:blipFill>
        <p:spPr>
          <a:xfrm rot="17264398">
            <a:off x="10593322" y="1400505"/>
            <a:ext cx="335726" cy="146618"/>
          </a:xfrm>
          <a:prstGeom prst="rect">
            <a:avLst/>
          </a:prstGeom>
        </p:spPr>
      </p:pic>
      <p:sp>
        <p:nvSpPr>
          <p:cNvPr id="42" name="台形 41">
            <a:extLst>
              <a:ext uri="{FF2B5EF4-FFF2-40B4-BE49-F238E27FC236}">
                <a16:creationId xmlns:a16="http://schemas.microsoft.com/office/drawing/2014/main" id="{47B33B49-5CE6-4803-8693-1633D7348519}"/>
              </a:ext>
            </a:extLst>
          </p:cNvPr>
          <p:cNvSpPr/>
          <p:nvPr/>
        </p:nvSpPr>
        <p:spPr>
          <a:xfrm rot="15655971">
            <a:off x="8508912" y="1941821"/>
            <a:ext cx="637073" cy="3030281"/>
          </a:xfrm>
          <a:prstGeom prst="trapezoid">
            <a:avLst>
              <a:gd name="adj" fmla="val 38526"/>
            </a:avLst>
          </a:prstGeom>
          <a:solidFill>
            <a:schemeClr val="accent6">
              <a:lumMod val="40000"/>
              <a:lumOff val="60000"/>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4" name="テキスト ボックス 43">
            <a:extLst>
              <a:ext uri="{FF2B5EF4-FFF2-40B4-BE49-F238E27FC236}">
                <a16:creationId xmlns:a16="http://schemas.microsoft.com/office/drawing/2014/main" id="{E5EDCAE4-EF3D-FE01-E9A8-F99753E459D7}"/>
              </a:ext>
            </a:extLst>
          </p:cNvPr>
          <p:cNvSpPr txBox="1"/>
          <p:nvPr/>
        </p:nvSpPr>
        <p:spPr>
          <a:xfrm>
            <a:off x="8531466" y="2953424"/>
            <a:ext cx="1287532" cy="923330"/>
          </a:xfrm>
          <a:prstGeom prst="rect">
            <a:avLst/>
          </a:prstGeom>
          <a:noFill/>
        </p:spPr>
        <p:txBody>
          <a:bodyPr wrap="none" rtlCol="0">
            <a:spAutoFit/>
          </a:bodyPr>
          <a:lstStyle/>
          <a:p>
            <a:pPr algn="ctr"/>
            <a:r>
              <a:rPr lang="en-US" altLang="ja-JP" sz="3200" b="1" dirty="0">
                <a:solidFill>
                  <a:schemeClr val="bg1">
                    <a:lumMod val="95000"/>
                  </a:schemeClr>
                </a:solidFill>
                <a:latin typeface="原稿用標準書体" panose="03000503000000000000" pitchFamily="66" charset="-128"/>
                <a:ea typeface="原稿用標準書体" panose="03000503000000000000" pitchFamily="66" charset="-128"/>
              </a:rPr>
              <a:t>×</a:t>
            </a:r>
            <a:r>
              <a:rPr lang="en-US" altLang="ja-JP" sz="5400" b="1" dirty="0">
                <a:solidFill>
                  <a:schemeClr val="bg1">
                    <a:lumMod val="95000"/>
                  </a:schemeClr>
                </a:solidFill>
                <a:latin typeface="原稿用標準書体" panose="03000503000000000000" pitchFamily="66" charset="-128"/>
                <a:ea typeface="原稿用標準書体" panose="03000503000000000000" pitchFamily="66" charset="-128"/>
              </a:rPr>
              <a:t>00</a:t>
            </a:r>
            <a:endParaRPr kumimoji="1" lang="ja-JP" altLang="en-US" sz="4000" b="1" dirty="0">
              <a:solidFill>
                <a:srgbClr val="CC00FF"/>
              </a:solidFill>
              <a:latin typeface="原稿用標準書体" panose="03000503000000000000" pitchFamily="66" charset="-128"/>
              <a:ea typeface="原稿用標準書体" panose="03000503000000000000" pitchFamily="66" charset="-128"/>
            </a:endParaRPr>
          </a:p>
        </p:txBody>
      </p:sp>
      <p:pic>
        <p:nvPicPr>
          <p:cNvPr id="50" name="図 49">
            <a:extLst>
              <a:ext uri="{FF2B5EF4-FFF2-40B4-BE49-F238E27FC236}">
                <a16:creationId xmlns:a16="http://schemas.microsoft.com/office/drawing/2014/main" id="{728E4332-90B9-7FEC-8143-BAAE72B567DE}"/>
              </a:ext>
            </a:extLst>
          </p:cNvPr>
          <p:cNvPicPr>
            <a:picLocks noChangeAspect="1"/>
          </p:cNvPicPr>
          <p:nvPr/>
        </p:nvPicPr>
        <p:blipFill>
          <a:blip r:embed="rId5">
            <a:extLst>
              <a:ext uri="{BEBA8EAE-BF5A-486C-A8C5-ECC9F3942E4B}">
                <a14:imgProps xmlns:a14="http://schemas.microsoft.com/office/drawing/2010/main">
                  <a14:imgLayer r:embed="rId6">
                    <a14:imgEffect>
                      <a14:sharpenSoften amount="-100000"/>
                    </a14:imgEffect>
                  </a14:imgLayer>
                </a14:imgProps>
              </a:ext>
              <a:ext uri="{28A0092B-C50C-407E-A947-70E740481C1C}">
                <a14:useLocalDpi xmlns:a14="http://schemas.microsoft.com/office/drawing/2010/main" val="0"/>
              </a:ext>
            </a:extLst>
          </a:blip>
          <a:stretch>
            <a:fillRect/>
          </a:stretch>
        </p:blipFill>
        <p:spPr>
          <a:xfrm rot="17264398">
            <a:off x="7402872" y="3229392"/>
            <a:ext cx="1042179" cy="455139"/>
          </a:xfrm>
          <a:prstGeom prst="rect">
            <a:avLst/>
          </a:prstGeom>
        </p:spPr>
      </p:pic>
      <p:pic>
        <p:nvPicPr>
          <p:cNvPr id="52" name="図 51">
            <a:extLst>
              <a:ext uri="{FF2B5EF4-FFF2-40B4-BE49-F238E27FC236}">
                <a16:creationId xmlns:a16="http://schemas.microsoft.com/office/drawing/2014/main" id="{21F0E1F5-964B-D3D9-D06B-3196D961A8EF}"/>
              </a:ext>
            </a:extLst>
          </p:cNvPr>
          <p:cNvPicPr>
            <a:picLocks noChangeAspect="1"/>
          </p:cNvPicPr>
          <p:nvPr/>
        </p:nvPicPr>
        <p:blipFill>
          <a:blip r:embed="rId5">
            <a:extLst>
              <a:ext uri="{BEBA8EAE-BF5A-486C-A8C5-ECC9F3942E4B}">
                <a14:imgProps xmlns:a14="http://schemas.microsoft.com/office/drawing/2010/main">
                  <a14:imgLayer r:embed="rId6">
                    <a14:imgEffect>
                      <a14:sharpenSoften amount="-100000"/>
                    </a14:imgEffect>
                  </a14:imgLayer>
                </a14:imgProps>
              </a:ext>
              <a:ext uri="{28A0092B-C50C-407E-A947-70E740481C1C}">
                <a14:useLocalDpi xmlns:a14="http://schemas.microsoft.com/office/drawing/2010/main" val="0"/>
              </a:ext>
            </a:extLst>
          </a:blip>
          <a:stretch>
            <a:fillRect/>
          </a:stretch>
        </p:blipFill>
        <p:spPr>
          <a:xfrm rot="17264398">
            <a:off x="6526531" y="3868749"/>
            <a:ext cx="853227" cy="372620"/>
          </a:xfrm>
          <a:prstGeom prst="rect">
            <a:avLst/>
          </a:prstGeom>
        </p:spPr>
      </p:pic>
      <p:pic>
        <p:nvPicPr>
          <p:cNvPr id="54" name="図 53">
            <a:extLst>
              <a:ext uri="{FF2B5EF4-FFF2-40B4-BE49-F238E27FC236}">
                <a16:creationId xmlns:a16="http://schemas.microsoft.com/office/drawing/2014/main" id="{37D99EC8-F369-70D9-ED13-79C56B40D7E2}"/>
              </a:ext>
            </a:extLst>
          </p:cNvPr>
          <p:cNvPicPr>
            <a:picLocks noChangeAspect="1"/>
          </p:cNvPicPr>
          <p:nvPr/>
        </p:nvPicPr>
        <p:blipFill>
          <a:blip r:embed="rId5">
            <a:extLst>
              <a:ext uri="{BEBA8EAE-BF5A-486C-A8C5-ECC9F3942E4B}">
                <a14:imgProps xmlns:a14="http://schemas.microsoft.com/office/drawing/2010/main">
                  <a14:imgLayer r:embed="rId6">
                    <a14:imgEffect>
                      <a14:sharpenSoften amount="-100000"/>
                    </a14:imgEffect>
                  </a14:imgLayer>
                </a14:imgProps>
              </a:ext>
              <a:ext uri="{28A0092B-C50C-407E-A947-70E740481C1C}">
                <a14:useLocalDpi xmlns:a14="http://schemas.microsoft.com/office/drawing/2010/main" val="0"/>
              </a:ext>
            </a:extLst>
          </a:blip>
          <a:stretch>
            <a:fillRect/>
          </a:stretch>
        </p:blipFill>
        <p:spPr>
          <a:xfrm rot="17264398">
            <a:off x="5896193" y="4289365"/>
            <a:ext cx="558513" cy="243913"/>
          </a:xfrm>
          <a:prstGeom prst="rect">
            <a:avLst/>
          </a:prstGeom>
        </p:spPr>
      </p:pic>
      <p:sp>
        <p:nvSpPr>
          <p:cNvPr id="56" name="テキスト ボックス 55">
            <a:extLst>
              <a:ext uri="{FF2B5EF4-FFF2-40B4-BE49-F238E27FC236}">
                <a16:creationId xmlns:a16="http://schemas.microsoft.com/office/drawing/2014/main" id="{7D96CCC2-0582-DBF0-96A9-7573D755A763}"/>
              </a:ext>
            </a:extLst>
          </p:cNvPr>
          <p:cNvSpPr txBox="1"/>
          <p:nvPr/>
        </p:nvSpPr>
        <p:spPr>
          <a:xfrm rot="20897315">
            <a:off x="9886925" y="3668139"/>
            <a:ext cx="1210588" cy="584775"/>
          </a:xfrm>
          <a:prstGeom prst="rect">
            <a:avLst/>
          </a:prstGeom>
          <a:noFill/>
        </p:spPr>
        <p:txBody>
          <a:bodyPr wrap="none" rtlCol="0">
            <a:spAutoFit/>
          </a:bodyPr>
          <a:lstStyle/>
          <a:p>
            <a:pPr algn="ctr"/>
            <a:r>
              <a:rPr lang="en-US" altLang="ja-JP" sz="3200" b="1" dirty="0">
                <a:solidFill>
                  <a:schemeClr val="bg1">
                    <a:lumMod val="95000"/>
                  </a:schemeClr>
                </a:solidFill>
                <a:latin typeface="原稿用標準書体" panose="03000503000000000000" pitchFamily="66" charset="-128"/>
                <a:ea typeface="原稿用標準書体" panose="03000503000000000000" pitchFamily="66" charset="-128"/>
              </a:rPr>
              <a:t>GET</a:t>
            </a:r>
            <a:r>
              <a:rPr lang="ja-JP" altLang="en-US" sz="3200" b="1" dirty="0">
                <a:solidFill>
                  <a:schemeClr val="bg1">
                    <a:lumMod val="95000"/>
                  </a:schemeClr>
                </a:solidFill>
                <a:latin typeface="原稿用標準書体" panose="03000503000000000000" pitchFamily="66" charset="-128"/>
                <a:ea typeface="原稿用標準書体" panose="03000503000000000000" pitchFamily="66" charset="-128"/>
              </a:rPr>
              <a:t>！</a:t>
            </a:r>
            <a:endParaRPr kumimoji="1" lang="ja-JP" altLang="en-US" sz="3200" b="1" dirty="0">
              <a:solidFill>
                <a:srgbClr val="CC00FF"/>
              </a:solidFill>
              <a:latin typeface="原稿用標準書体" panose="03000503000000000000" pitchFamily="66" charset="-128"/>
              <a:ea typeface="原稿用標準書体" panose="03000503000000000000" pitchFamily="66" charset="-128"/>
            </a:endParaRPr>
          </a:p>
        </p:txBody>
      </p:sp>
    </p:spTree>
    <p:extLst>
      <p:ext uri="{BB962C8B-B14F-4D97-AF65-F5344CB8AC3E}">
        <p14:creationId xmlns:p14="http://schemas.microsoft.com/office/powerpoint/2010/main" val="2206464982"/>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bg>
      <p:bgPr>
        <a:gradFill>
          <a:gsLst>
            <a:gs pos="46690">
              <a:schemeClr val="accent6">
                <a:lumMod val="75000"/>
              </a:schemeClr>
            </a:gs>
            <a:gs pos="0">
              <a:schemeClr val="accent6">
                <a:lumMod val="50000"/>
              </a:schemeClr>
            </a:gs>
            <a:gs pos="23000">
              <a:schemeClr val="accent6">
                <a:lumMod val="75000"/>
              </a:schemeClr>
            </a:gs>
            <a:gs pos="69000">
              <a:schemeClr val="accent6">
                <a:lumMod val="50000"/>
              </a:schemeClr>
            </a:gs>
            <a:gs pos="97000">
              <a:schemeClr val="tx1">
                <a:lumMod val="85000"/>
                <a:lumOff val="15000"/>
              </a:schemeClr>
            </a:gs>
          </a:gsLst>
          <a:path path="circle">
            <a:fillToRect l="50000" t="50000" r="50000" b="50000"/>
          </a:path>
        </a:gradFill>
        <a:effectLst/>
      </p:bgPr>
    </p:bg>
    <p:spTree>
      <p:nvGrpSpPr>
        <p:cNvPr id="1" name="">
          <a:extLst>
            <a:ext uri="{FF2B5EF4-FFF2-40B4-BE49-F238E27FC236}">
              <a16:creationId xmlns:a16="http://schemas.microsoft.com/office/drawing/2014/main" id="{37661754-C83A-F94B-4254-346B634F1403}"/>
            </a:ext>
          </a:extLst>
        </p:cNvPr>
        <p:cNvGrpSpPr/>
        <p:nvPr/>
      </p:nvGrpSpPr>
      <p:grpSpPr>
        <a:xfrm>
          <a:off x="0" y="0"/>
          <a:ext cx="0" cy="0"/>
          <a:chOff x="0" y="0"/>
          <a:chExt cx="0" cy="0"/>
        </a:xfrm>
      </p:grpSpPr>
      <p:sp>
        <p:nvSpPr>
          <p:cNvPr id="34" name="四角形: 角を丸くする 33">
            <a:extLst>
              <a:ext uri="{FF2B5EF4-FFF2-40B4-BE49-F238E27FC236}">
                <a16:creationId xmlns:a16="http://schemas.microsoft.com/office/drawing/2014/main" id="{9C85EC4E-38CB-69A5-48CE-47269B91DD16}"/>
              </a:ext>
            </a:extLst>
          </p:cNvPr>
          <p:cNvSpPr/>
          <p:nvPr/>
        </p:nvSpPr>
        <p:spPr>
          <a:xfrm>
            <a:off x="816131" y="594830"/>
            <a:ext cx="10559738" cy="5854960"/>
          </a:xfrm>
          <a:prstGeom prst="roundRect">
            <a:avLst>
              <a:gd name="adj" fmla="val 6428"/>
            </a:avLst>
          </a:prstGeom>
          <a:solidFill>
            <a:schemeClr val="tx1">
              <a:lumMod val="75000"/>
              <a:lumOff val="25000"/>
              <a:alpha val="6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latin typeface="原稿用標準書体" panose="03000503000000000000" pitchFamily="66" charset="-128"/>
              <a:ea typeface="原稿用標準書体" panose="03000503000000000000" pitchFamily="66" charset="-128"/>
            </a:endParaRPr>
          </a:p>
        </p:txBody>
      </p:sp>
      <p:sp>
        <p:nvSpPr>
          <p:cNvPr id="8" name="四角形: 角を丸くする 7">
            <a:extLst>
              <a:ext uri="{FF2B5EF4-FFF2-40B4-BE49-F238E27FC236}">
                <a16:creationId xmlns:a16="http://schemas.microsoft.com/office/drawing/2014/main" id="{47F1E572-A556-09B1-18B9-99270659747D}"/>
              </a:ext>
            </a:extLst>
          </p:cNvPr>
          <p:cNvSpPr/>
          <p:nvPr/>
        </p:nvSpPr>
        <p:spPr>
          <a:xfrm>
            <a:off x="996098" y="912842"/>
            <a:ext cx="5110794" cy="5341064"/>
          </a:xfrm>
          <a:prstGeom prst="roundRect">
            <a:avLst>
              <a:gd name="adj" fmla="val 2174"/>
            </a:avLst>
          </a:prstGeom>
          <a:solidFill>
            <a:schemeClr val="accent6">
              <a:lumMod val="40000"/>
              <a:lumOff val="6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20" name="テキスト ボックス 19">
            <a:extLst>
              <a:ext uri="{FF2B5EF4-FFF2-40B4-BE49-F238E27FC236}">
                <a16:creationId xmlns:a16="http://schemas.microsoft.com/office/drawing/2014/main" id="{51BCFBA1-2275-54B9-4743-D6798B4412B1}"/>
              </a:ext>
            </a:extLst>
          </p:cNvPr>
          <p:cNvSpPr txBox="1"/>
          <p:nvPr/>
        </p:nvSpPr>
        <p:spPr>
          <a:xfrm>
            <a:off x="1206202" y="988293"/>
            <a:ext cx="4185761" cy="584775"/>
          </a:xfrm>
          <a:prstGeom prst="rect">
            <a:avLst/>
          </a:prstGeom>
          <a:noFill/>
        </p:spPr>
        <p:txBody>
          <a:bodyPr wrap="none" rtlCol="0">
            <a:spAutoFit/>
          </a:bodyPr>
          <a:lstStyle/>
          <a:p>
            <a:r>
              <a:rPr lang="ja-JP" altLang="en-US" sz="3200" dirty="0">
                <a:solidFill>
                  <a:schemeClr val="tx1">
                    <a:lumMod val="75000"/>
                    <a:lumOff val="25000"/>
                  </a:schemeClr>
                </a:solidFill>
                <a:latin typeface="原稿用標準書体" panose="03000503000000000000" pitchFamily="66" charset="-128"/>
                <a:ea typeface="原稿用標準書体" panose="03000503000000000000" pitchFamily="66" charset="-128"/>
              </a:rPr>
              <a:t>前衛</a:t>
            </a:r>
            <a:r>
              <a:rPr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a:t>
            </a:r>
            <a:r>
              <a:rPr lang="en-US" altLang="ja-JP"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ATK+20%</a:t>
            </a:r>
            <a:r>
              <a:rPr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、注目度</a:t>
            </a:r>
            <a:r>
              <a:rPr lang="en-US" altLang="ja-JP"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+4</a:t>
            </a:r>
            <a:r>
              <a:rPr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、回避率</a:t>
            </a:r>
            <a:r>
              <a:rPr lang="en-US" altLang="ja-JP"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-20%</a:t>
            </a:r>
            <a:endParaRPr kumimoji="1" lang="ja-JP" altLang="en-US" sz="32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21" name="四角形: 角を丸くする 20">
            <a:extLst>
              <a:ext uri="{FF2B5EF4-FFF2-40B4-BE49-F238E27FC236}">
                <a16:creationId xmlns:a16="http://schemas.microsoft.com/office/drawing/2014/main" id="{2EE366DC-3DA7-4BD6-6988-DC9E42C2B6FA}"/>
              </a:ext>
            </a:extLst>
          </p:cNvPr>
          <p:cNvSpPr/>
          <p:nvPr/>
        </p:nvSpPr>
        <p:spPr>
          <a:xfrm>
            <a:off x="1178850" y="1694047"/>
            <a:ext cx="1104265" cy="1100880"/>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22" name="四角形: 角を丸くする 21">
            <a:extLst>
              <a:ext uri="{FF2B5EF4-FFF2-40B4-BE49-F238E27FC236}">
                <a16:creationId xmlns:a16="http://schemas.microsoft.com/office/drawing/2014/main" id="{C5306DC9-380E-1178-2118-0ABBF08683CD}"/>
              </a:ext>
            </a:extLst>
          </p:cNvPr>
          <p:cNvSpPr/>
          <p:nvPr/>
        </p:nvSpPr>
        <p:spPr>
          <a:xfrm>
            <a:off x="2392525" y="1694047"/>
            <a:ext cx="1104265" cy="1100880"/>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23" name="四角形: 角を丸くする 22">
            <a:extLst>
              <a:ext uri="{FF2B5EF4-FFF2-40B4-BE49-F238E27FC236}">
                <a16:creationId xmlns:a16="http://schemas.microsoft.com/office/drawing/2014/main" id="{135B9A10-EF56-08E5-E59F-278A791DD642}"/>
              </a:ext>
            </a:extLst>
          </p:cNvPr>
          <p:cNvSpPr/>
          <p:nvPr/>
        </p:nvSpPr>
        <p:spPr>
          <a:xfrm>
            <a:off x="3606199" y="1694047"/>
            <a:ext cx="1104265" cy="1100880"/>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24" name="四角形: 角を丸くする 23">
            <a:extLst>
              <a:ext uri="{FF2B5EF4-FFF2-40B4-BE49-F238E27FC236}">
                <a16:creationId xmlns:a16="http://schemas.microsoft.com/office/drawing/2014/main" id="{5914FED0-4F03-F073-6F81-C89F9CDCD693}"/>
              </a:ext>
            </a:extLst>
          </p:cNvPr>
          <p:cNvSpPr/>
          <p:nvPr/>
        </p:nvSpPr>
        <p:spPr>
          <a:xfrm>
            <a:off x="4819874" y="1694047"/>
            <a:ext cx="1104265" cy="1100880"/>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25" name="テキスト ボックス 24">
            <a:extLst>
              <a:ext uri="{FF2B5EF4-FFF2-40B4-BE49-F238E27FC236}">
                <a16:creationId xmlns:a16="http://schemas.microsoft.com/office/drawing/2014/main" id="{4A1B4877-CBD7-661F-80A2-09361FD22BEF}"/>
              </a:ext>
            </a:extLst>
          </p:cNvPr>
          <p:cNvSpPr txBox="1"/>
          <p:nvPr/>
        </p:nvSpPr>
        <p:spPr>
          <a:xfrm>
            <a:off x="1206202" y="3668155"/>
            <a:ext cx="4185761" cy="584775"/>
          </a:xfrm>
          <a:prstGeom prst="rect">
            <a:avLst/>
          </a:prstGeom>
          <a:noFill/>
        </p:spPr>
        <p:txBody>
          <a:bodyPr wrap="none" rtlCol="0">
            <a:spAutoFit/>
          </a:bodyPr>
          <a:lstStyle/>
          <a:p>
            <a:r>
              <a:rPr lang="ja-JP" altLang="en-US" sz="3200" dirty="0">
                <a:solidFill>
                  <a:schemeClr val="bg1">
                    <a:lumMod val="95000"/>
                  </a:schemeClr>
                </a:solidFill>
                <a:latin typeface="原稿用標準書体" panose="03000503000000000000" pitchFamily="66" charset="-128"/>
                <a:ea typeface="原稿用標準書体" panose="03000503000000000000" pitchFamily="66" charset="-128"/>
              </a:rPr>
              <a:t>後衛</a:t>
            </a:r>
            <a:r>
              <a:rPr lang="ja-JP" altLang="en-US" sz="1600" dirty="0">
                <a:solidFill>
                  <a:schemeClr val="bg1">
                    <a:lumMod val="95000"/>
                  </a:schemeClr>
                </a:solidFill>
                <a:latin typeface="原稿用標準書体" panose="03000503000000000000" pitchFamily="66" charset="-128"/>
                <a:ea typeface="原稿用標準書体" panose="03000503000000000000" pitchFamily="66" charset="-128"/>
              </a:rPr>
              <a:t>：回避率</a:t>
            </a:r>
            <a:r>
              <a:rPr lang="en-US" altLang="ja-JP" sz="1600" dirty="0">
                <a:solidFill>
                  <a:schemeClr val="bg1">
                    <a:lumMod val="95000"/>
                  </a:schemeClr>
                </a:solidFill>
                <a:latin typeface="原稿用標準書体" panose="03000503000000000000" pitchFamily="66" charset="-128"/>
                <a:ea typeface="原稿用標準書体" panose="03000503000000000000" pitchFamily="66" charset="-128"/>
              </a:rPr>
              <a:t>+20%</a:t>
            </a:r>
            <a:r>
              <a:rPr lang="ja-JP" altLang="en-US" sz="1600" dirty="0">
                <a:solidFill>
                  <a:schemeClr val="bg1">
                    <a:lumMod val="95000"/>
                  </a:schemeClr>
                </a:solidFill>
                <a:latin typeface="原稿用標準書体" panose="03000503000000000000" pitchFamily="66" charset="-128"/>
                <a:ea typeface="原稿用標準書体" panose="03000503000000000000" pitchFamily="66" charset="-128"/>
              </a:rPr>
              <a:t>、注目度</a:t>
            </a:r>
            <a:r>
              <a:rPr lang="en-US" altLang="ja-JP" sz="1600" dirty="0">
                <a:solidFill>
                  <a:schemeClr val="bg1">
                    <a:lumMod val="95000"/>
                  </a:schemeClr>
                </a:solidFill>
                <a:latin typeface="原稿用標準書体" panose="03000503000000000000" pitchFamily="66" charset="-128"/>
                <a:ea typeface="原稿用標準書体" panose="03000503000000000000" pitchFamily="66" charset="-128"/>
              </a:rPr>
              <a:t>+1</a:t>
            </a:r>
            <a:r>
              <a:rPr lang="ja-JP" altLang="en-US" sz="1600" dirty="0">
                <a:solidFill>
                  <a:schemeClr val="bg1">
                    <a:lumMod val="95000"/>
                  </a:schemeClr>
                </a:solidFill>
                <a:latin typeface="原稿用標準書体" panose="03000503000000000000" pitchFamily="66" charset="-128"/>
                <a:ea typeface="原稿用標準書体" panose="03000503000000000000" pitchFamily="66" charset="-128"/>
              </a:rPr>
              <a:t>、</a:t>
            </a:r>
            <a:r>
              <a:rPr lang="en-US" altLang="ja-JP" sz="1600" dirty="0">
                <a:solidFill>
                  <a:schemeClr val="bg1">
                    <a:lumMod val="95000"/>
                  </a:schemeClr>
                </a:solidFill>
                <a:latin typeface="原稿用標準書体" panose="03000503000000000000" pitchFamily="66" charset="-128"/>
                <a:ea typeface="原稿用標準書体" panose="03000503000000000000" pitchFamily="66" charset="-128"/>
              </a:rPr>
              <a:t>ATK-20%</a:t>
            </a:r>
            <a:endParaRPr kumimoji="1" lang="ja-JP" altLang="en-US" sz="32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26" name="グループ化 25">
            <a:extLst>
              <a:ext uri="{FF2B5EF4-FFF2-40B4-BE49-F238E27FC236}">
                <a16:creationId xmlns:a16="http://schemas.microsoft.com/office/drawing/2014/main" id="{A3533DB8-81B4-9667-454A-11ABB64DC654}"/>
              </a:ext>
            </a:extLst>
          </p:cNvPr>
          <p:cNvGrpSpPr/>
          <p:nvPr/>
        </p:nvGrpSpPr>
        <p:grpSpPr>
          <a:xfrm>
            <a:off x="1178850" y="4381282"/>
            <a:ext cx="4745291" cy="1100880"/>
            <a:chOff x="922576" y="2450171"/>
            <a:chExt cx="5301952" cy="1309138"/>
          </a:xfrm>
          <a:solidFill>
            <a:schemeClr val="bg1">
              <a:lumMod val="85000"/>
              <a:alpha val="85000"/>
            </a:schemeClr>
          </a:solidFill>
        </p:grpSpPr>
        <p:sp>
          <p:nvSpPr>
            <p:cNvPr id="173" name="四角形: 角を丸くする 172">
              <a:extLst>
                <a:ext uri="{FF2B5EF4-FFF2-40B4-BE49-F238E27FC236}">
                  <a16:creationId xmlns:a16="http://schemas.microsoft.com/office/drawing/2014/main" id="{6E47A830-E5D9-95CA-D090-22D868C7A777}"/>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74" name="四角形: 角を丸くする 173">
              <a:extLst>
                <a:ext uri="{FF2B5EF4-FFF2-40B4-BE49-F238E27FC236}">
                  <a16:creationId xmlns:a16="http://schemas.microsoft.com/office/drawing/2014/main" id="{513DACDD-4F24-F96B-CDD5-BAAD8A2CC578}"/>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75" name="四角形: 角を丸くする 174">
              <a:extLst>
                <a:ext uri="{FF2B5EF4-FFF2-40B4-BE49-F238E27FC236}">
                  <a16:creationId xmlns:a16="http://schemas.microsoft.com/office/drawing/2014/main" id="{57694495-127E-3AE2-30A6-B28D8549BCAA}"/>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76" name="四角形: 角を丸くする 175">
              <a:extLst>
                <a:ext uri="{FF2B5EF4-FFF2-40B4-BE49-F238E27FC236}">
                  <a16:creationId xmlns:a16="http://schemas.microsoft.com/office/drawing/2014/main" id="{FA32296D-2721-FF9F-A859-40085D7D41C9}"/>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latin typeface="原稿用標準書体" panose="03000503000000000000" pitchFamily="66" charset="-128"/>
                <a:ea typeface="原稿用標準書体" panose="03000503000000000000" pitchFamily="66" charset="-128"/>
              </a:endParaRPr>
            </a:p>
          </p:txBody>
        </p:sp>
      </p:grpSp>
      <p:cxnSp>
        <p:nvCxnSpPr>
          <p:cNvPr id="27" name="直線コネクタ 26">
            <a:extLst>
              <a:ext uri="{FF2B5EF4-FFF2-40B4-BE49-F238E27FC236}">
                <a16:creationId xmlns:a16="http://schemas.microsoft.com/office/drawing/2014/main" id="{A5A37239-6EB0-F7C3-B905-852DF2E323AC}"/>
              </a:ext>
            </a:extLst>
          </p:cNvPr>
          <p:cNvCxnSpPr>
            <a:cxnSpLocks/>
          </p:cNvCxnSpPr>
          <p:nvPr/>
        </p:nvCxnSpPr>
        <p:spPr>
          <a:xfrm>
            <a:off x="1151498" y="3583374"/>
            <a:ext cx="4799995" cy="0"/>
          </a:xfrm>
          <a:prstGeom prst="line">
            <a:avLst/>
          </a:prstGeom>
          <a:ln w="12700">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grpSp>
        <p:nvGrpSpPr>
          <p:cNvPr id="28" name="グループ化 27">
            <a:extLst>
              <a:ext uri="{FF2B5EF4-FFF2-40B4-BE49-F238E27FC236}">
                <a16:creationId xmlns:a16="http://schemas.microsoft.com/office/drawing/2014/main" id="{1F3BA905-1417-45F8-04EF-A29CB3639990}"/>
              </a:ext>
            </a:extLst>
          </p:cNvPr>
          <p:cNvGrpSpPr/>
          <p:nvPr/>
        </p:nvGrpSpPr>
        <p:grpSpPr>
          <a:xfrm>
            <a:off x="1176551" y="2871355"/>
            <a:ext cx="4745291" cy="569143"/>
            <a:chOff x="922576" y="2450171"/>
            <a:chExt cx="5301952" cy="1309138"/>
          </a:xfrm>
          <a:solidFill>
            <a:schemeClr val="tx1">
              <a:lumMod val="75000"/>
              <a:lumOff val="25000"/>
              <a:alpha val="85000"/>
            </a:schemeClr>
          </a:solidFill>
        </p:grpSpPr>
        <p:sp>
          <p:nvSpPr>
            <p:cNvPr id="169" name="四角形: 角を丸くする 168">
              <a:extLst>
                <a:ext uri="{FF2B5EF4-FFF2-40B4-BE49-F238E27FC236}">
                  <a16:creationId xmlns:a16="http://schemas.microsoft.com/office/drawing/2014/main" id="{849CDC02-0766-AD2B-0F5B-6251AC2098EC}"/>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70" name="四角形: 角を丸くする 169">
              <a:extLst>
                <a:ext uri="{FF2B5EF4-FFF2-40B4-BE49-F238E27FC236}">
                  <a16:creationId xmlns:a16="http://schemas.microsoft.com/office/drawing/2014/main" id="{33412898-BB7C-293A-45A4-EEC679D79C91}"/>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71" name="四角形: 角を丸くする 170">
              <a:extLst>
                <a:ext uri="{FF2B5EF4-FFF2-40B4-BE49-F238E27FC236}">
                  <a16:creationId xmlns:a16="http://schemas.microsoft.com/office/drawing/2014/main" id="{13A47681-035F-F44F-2D37-40B5EB48AD86}"/>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72" name="四角形: 角を丸くする 171">
              <a:extLst>
                <a:ext uri="{FF2B5EF4-FFF2-40B4-BE49-F238E27FC236}">
                  <a16:creationId xmlns:a16="http://schemas.microsoft.com/office/drawing/2014/main" id="{2DC5C37D-3FC9-F4AA-6B87-F54F43A9EDD2}"/>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grpSp>
      <p:grpSp>
        <p:nvGrpSpPr>
          <p:cNvPr id="29" name="グループ化 28">
            <a:extLst>
              <a:ext uri="{FF2B5EF4-FFF2-40B4-BE49-F238E27FC236}">
                <a16:creationId xmlns:a16="http://schemas.microsoft.com/office/drawing/2014/main" id="{79ED27CE-F989-18DD-8481-8E1FB274B5AA}"/>
              </a:ext>
            </a:extLst>
          </p:cNvPr>
          <p:cNvGrpSpPr/>
          <p:nvPr/>
        </p:nvGrpSpPr>
        <p:grpSpPr>
          <a:xfrm>
            <a:off x="1176551" y="5566940"/>
            <a:ext cx="4745291" cy="569143"/>
            <a:chOff x="922576" y="2450171"/>
            <a:chExt cx="5301952" cy="1309138"/>
          </a:xfrm>
          <a:solidFill>
            <a:schemeClr val="bg1">
              <a:lumMod val="85000"/>
              <a:alpha val="85000"/>
            </a:schemeClr>
          </a:solidFill>
        </p:grpSpPr>
        <p:sp>
          <p:nvSpPr>
            <p:cNvPr id="165" name="四角形: 角を丸くする 164">
              <a:extLst>
                <a:ext uri="{FF2B5EF4-FFF2-40B4-BE49-F238E27FC236}">
                  <a16:creationId xmlns:a16="http://schemas.microsoft.com/office/drawing/2014/main" id="{58861789-5725-AB40-BCA3-CC3B7D567191}"/>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66" name="四角形: 角を丸くする 165">
              <a:extLst>
                <a:ext uri="{FF2B5EF4-FFF2-40B4-BE49-F238E27FC236}">
                  <a16:creationId xmlns:a16="http://schemas.microsoft.com/office/drawing/2014/main" id="{BB92007E-F9C1-270A-41DD-C81A17A91103}"/>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67" name="四角形: 角を丸くする 166">
              <a:extLst>
                <a:ext uri="{FF2B5EF4-FFF2-40B4-BE49-F238E27FC236}">
                  <a16:creationId xmlns:a16="http://schemas.microsoft.com/office/drawing/2014/main" id="{F1A0AEAD-03F1-85AE-6B36-34C72EDE8248}"/>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68" name="四角形: 角を丸くする 167">
              <a:extLst>
                <a:ext uri="{FF2B5EF4-FFF2-40B4-BE49-F238E27FC236}">
                  <a16:creationId xmlns:a16="http://schemas.microsoft.com/office/drawing/2014/main" id="{776125D4-796F-2244-5451-DE7573F2E03E}"/>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grpSp>
      <p:grpSp>
        <p:nvGrpSpPr>
          <p:cNvPr id="2" name="グループ化 1">
            <a:extLst>
              <a:ext uri="{FF2B5EF4-FFF2-40B4-BE49-F238E27FC236}">
                <a16:creationId xmlns:a16="http://schemas.microsoft.com/office/drawing/2014/main" id="{8AB9EB20-8442-A53F-1A8A-14B9835E24CA}"/>
              </a:ext>
            </a:extLst>
          </p:cNvPr>
          <p:cNvGrpSpPr/>
          <p:nvPr/>
        </p:nvGrpSpPr>
        <p:grpSpPr>
          <a:xfrm>
            <a:off x="6292077" y="1068435"/>
            <a:ext cx="893760" cy="1305019"/>
            <a:chOff x="6497359" y="1068435"/>
            <a:chExt cx="1273542" cy="1305019"/>
          </a:xfrm>
        </p:grpSpPr>
        <p:sp>
          <p:nvSpPr>
            <p:cNvPr id="5" name="四角形: 角を丸くする 4">
              <a:extLst>
                <a:ext uri="{FF2B5EF4-FFF2-40B4-BE49-F238E27FC236}">
                  <a16:creationId xmlns:a16="http://schemas.microsoft.com/office/drawing/2014/main" id="{40A8DCEC-1F84-6A1F-09B4-721A011A9C68}"/>
                </a:ext>
              </a:extLst>
            </p:cNvPr>
            <p:cNvSpPr/>
            <p:nvPr/>
          </p:nvSpPr>
          <p:spPr>
            <a:xfrm>
              <a:off x="6497359" y="1068435"/>
              <a:ext cx="1273542" cy="1305019"/>
            </a:xfrm>
            <a:prstGeom prst="roundRect">
              <a:avLst>
                <a:gd name="adj" fmla="val 4721"/>
              </a:avLst>
            </a:prstGeom>
            <a:solidFill>
              <a:srgbClr val="D9D9D9"/>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30" name="テキスト ボックス 29">
              <a:extLst>
                <a:ext uri="{FF2B5EF4-FFF2-40B4-BE49-F238E27FC236}">
                  <a16:creationId xmlns:a16="http://schemas.microsoft.com/office/drawing/2014/main" id="{7EF8D476-DC6F-D93A-96BD-C6F22F92DBFB}"/>
                </a:ext>
              </a:extLst>
            </p:cNvPr>
            <p:cNvSpPr txBox="1"/>
            <p:nvPr/>
          </p:nvSpPr>
          <p:spPr>
            <a:xfrm>
              <a:off x="6506544" y="1130817"/>
              <a:ext cx="1249893" cy="369332"/>
            </a:xfrm>
            <a:prstGeom prst="rect">
              <a:avLst/>
            </a:prstGeom>
            <a:noFill/>
          </p:spPr>
          <p:txBody>
            <a:bodyPr wrap="none" rtlCol="0">
              <a:spAutoFit/>
            </a:bodyPr>
            <a:lstStyle/>
            <a:p>
              <a:pPr algn="ctr"/>
              <a:r>
                <a:rPr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rPr>
                <a:t>ゲート</a:t>
              </a: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35" name="グループ化 34">
            <a:extLst>
              <a:ext uri="{FF2B5EF4-FFF2-40B4-BE49-F238E27FC236}">
                <a16:creationId xmlns:a16="http://schemas.microsoft.com/office/drawing/2014/main" id="{16A1CCB3-2D3C-A17E-D11B-ACF626ACC86F}"/>
              </a:ext>
            </a:extLst>
          </p:cNvPr>
          <p:cNvGrpSpPr/>
          <p:nvPr/>
        </p:nvGrpSpPr>
        <p:grpSpPr>
          <a:xfrm>
            <a:off x="1409404" y="2982844"/>
            <a:ext cx="4293744" cy="371375"/>
            <a:chOff x="1152258" y="2766548"/>
            <a:chExt cx="4797436" cy="414940"/>
          </a:xfrm>
        </p:grpSpPr>
        <p:sp>
          <p:nvSpPr>
            <p:cNvPr id="161" name="テキスト ボックス 160">
              <a:extLst>
                <a:ext uri="{FF2B5EF4-FFF2-40B4-BE49-F238E27FC236}">
                  <a16:creationId xmlns:a16="http://schemas.microsoft.com/office/drawing/2014/main" id="{B3594A8C-1B0A-0902-9E5E-CA13354A1F09}"/>
                </a:ext>
              </a:extLst>
            </p:cNvPr>
            <p:cNvSpPr txBox="1"/>
            <p:nvPr/>
          </p:nvSpPr>
          <p:spPr>
            <a:xfrm>
              <a:off x="1152258" y="2766548"/>
              <a:ext cx="729290" cy="414940"/>
            </a:xfrm>
            <a:prstGeom prst="rect">
              <a:avLst/>
            </a:prstGeom>
            <a:noFill/>
          </p:spPr>
          <p:txBody>
            <a:bodyPr wrap="none" rtlCol="0">
              <a:spAutoFit/>
            </a:bodyP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62" name="テキスト ボックス 161">
              <a:extLst>
                <a:ext uri="{FF2B5EF4-FFF2-40B4-BE49-F238E27FC236}">
                  <a16:creationId xmlns:a16="http://schemas.microsoft.com/office/drawing/2014/main" id="{F5939766-FF1B-CF2C-4901-1A9F7213BCAB}"/>
                </a:ext>
              </a:extLst>
            </p:cNvPr>
            <p:cNvSpPr txBox="1"/>
            <p:nvPr/>
          </p:nvSpPr>
          <p:spPr>
            <a:xfrm>
              <a:off x="2508307" y="2766548"/>
              <a:ext cx="729290" cy="414940"/>
            </a:xfrm>
            <a:prstGeom prst="rect">
              <a:avLst/>
            </a:prstGeom>
            <a:noFill/>
          </p:spPr>
          <p:txBody>
            <a:bodyPr wrap="none" rtlCol="0">
              <a:spAutoFit/>
            </a:bodyP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63" name="テキスト ボックス 162">
              <a:extLst>
                <a:ext uri="{FF2B5EF4-FFF2-40B4-BE49-F238E27FC236}">
                  <a16:creationId xmlns:a16="http://schemas.microsoft.com/office/drawing/2014/main" id="{CACB8028-BF7C-37CD-4D25-AB2647B5112C}"/>
                </a:ext>
              </a:extLst>
            </p:cNvPr>
            <p:cNvSpPr txBox="1"/>
            <p:nvPr/>
          </p:nvSpPr>
          <p:spPr>
            <a:xfrm>
              <a:off x="3864356" y="2766548"/>
              <a:ext cx="729290" cy="414940"/>
            </a:xfrm>
            <a:prstGeom prst="rect">
              <a:avLst/>
            </a:prstGeom>
            <a:noFill/>
          </p:spPr>
          <p:txBody>
            <a:bodyPr wrap="none" rtlCol="0">
              <a:spAutoFit/>
            </a:bodyP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64" name="テキスト ボックス 163">
              <a:extLst>
                <a:ext uri="{FF2B5EF4-FFF2-40B4-BE49-F238E27FC236}">
                  <a16:creationId xmlns:a16="http://schemas.microsoft.com/office/drawing/2014/main" id="{13347C59-CCD7-8DDE-8424-3E92C69D3AF5}"/>
                </a:ext>
              </a:extLst>
            </p:cNvPr>
            <p:cNvSpPr txBox="1"/>
            <p:nvPr/>
          </p:nvSpPr>
          <p:spPr>
            <a:xfrm>
              <a:off x="5220404" y="2766548"/>
              <a:ext cx="729290" cy="414940"/>
            </a:xfrm>
            <a:prstGeom prst="rect">
              <a:avLst/>
            </a:prstGeom>
            <a:noFill/>
          </p:spPr>
          <p:txBody>
            <a:bodyPr wrap="none" rtlCol="0">
              <a:spAutoFit/>
            </a:bodyP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sp>
        <p:nvSpPr>
          <p:cNvPr id="36" name="テキスト ボックス 35">
            <a:extLst>
              <a:ext uri="{FF2B5EF4-FFF2-40B4-BE49-F238E27FC236}">
                <a16:creationId xmlns:a16="http://schemas.microsoft.com/office/drawing/2014/main" id="{1ECDB745-D504-A515-62D7-E9110C82488A}"/>
              </a:ext>
            </a:extLst>
          </p:cNvPr>
          <p:cNvSpPr txBox="1"/>
          <p:nvPr/>
        </p:nvSpPr>
        <p:spPr>
          <a:xfrm>
            <a:off x="1409404" y="5672705"/>
            <a:ext cx="652720" cy="371375"/>
          </a:xfrm>
          <a:prstGeom prst="rect">
            <a:avLst/>
          </a:prstGeom>
          <a:noFill/>
        </p:spPr>
        <p:txBody>
          <a:bodyPr wrap="none" rtlCol="0">
            <a:spAutoFit/>
          </a:bodyPr>
          <a:lstStyle/>
          <a:p>
            <a:pPr algn="ct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37" name="テキスト ボックス 36">
            <a:extLst>
              <a:ext uri="{FF2B5EF4-FFF2-40B4-BE49-F238E27FC236}">
                <a16:creationId xmlns:a16="http://schemas.microsoft.com/office/drawing/2014/main" id="{0625DB1F-EB27-2B53-BC11-AC01A24FB8BC}"/>
              </a:ext>
            </a:extLst>
          </p:cNvPr>
          <p:cNvSpPr txBox="1"/>
          <p:nvPr/>
        </p:nvSpPr>
        <p:spPr>
          <a:xfrm>
            <a:off x="2623078" y="5672705"/>
            <a:ext cx="652720" cy="371375"/>
          </a:xfrm>
          <a:prstGeom prst="rect">
            <a:avLst/>
          </a:prstGeom>
          <a:noFill/>
        </p:spPr>
        <p:txBody>
          <a:bodyPr wrap="none" rtlCol="0">
            <a:spAutoFit/>
          </a:bodyPr>
          <a:lstStyle/>
          <a:p>
            <a:pPr algn="ct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38" name="テキスト ボックス 37">
            <a:extLst>
              <a:ext uri="{FF2B5EF4-FFF2-40B4-BE49-F238E27FC236}">
                <a16:creationId xmlns:a16="http://schemas.microsoft.com/office/drawing/2014/main" id="{F8B4768C-3CA1-4BCA-E9CF-B704AF6D21A2}"/>
              </a:ext>
            </a:extLst>
          </p:cNvPr>
          <p:cNvSpPr txBox="1"/>
          <p:nvPr/>
        </p:nvSpPr>
        <p:spPr>
          <a:xfrm>
            <a:off x="3836753" y="5672705"/>
            <a:ext cx="652720" cy="371375"/>
          </a:xfrm>
          <a:prstGeom prst="rect">
            <a:avLst/>
          </a:prstGeom>
          <a:noFill/>
        </p:spPr>
        <p:txBody>
          <a:bodyPr wrap="none" rtlCol="0">
            <a:spAutoFit/>
          </a:bodyPr>
          <a:lstStyle/>
          <a:p>
            <a:pPr algn="ct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39" name="グループ化 38">
            <a:extLst>
              <a:ext uri="{FF2B5EF4-FFF2-40B4-BE49-F238E27FC236}">
                <a16:creationId xmlns:a16="http://schemas.microsoft.com/office/drawing/2014/main" id="{D8B497E3-DE0C-1E68-3A42-3C65C16C904C}"/>
              </a:ext>
            </a:extLst>
          </p:cNvPr>
          <p:cNvGrpSpPr/>
          <p:nvPr/>
        </p:nvGrpSpPr>
        <p:grpSpPr>
          <a:xfrm>
            <a:off x="1292085" y="2047871"/>
            <a:ext cx="4518820" cy="371375"/>
            <a:chOff x="1026519" y="2766548"/>
            <a:chExt cx="5048914" cy="414940"/>
          </a:xfrm>
        </p:grpSpPr>
        <p:sp>
          <p:nvSpPr>
            <p:cNvPr id="157" name="テキスト ボックス 156">
              <a:extLst>
                <a:ext uri="{FF2B5EF4-FFF2-40B4-BE49-F238E27FC236}">
                  <a16:creationId xmlns:a16="http://schemas.microsoft.com/office/drawing/2014/main" id="{AD4BBF6E-26A0-1DE0-B618-EC440CE9E6E3}"/>
                </a:ext>
              </a:extLst>
            </p:cNvPr>
            <p:cNvSpPr txBox="1"/>
            <p:nvPr/>
          </p:nvSpPr>
          <p:spPr>
            <a:xfrm>
              <a:off x="1026519" y="2766548"/>
              <a:ext cx="980768" cy="414940"/>
            </a:xfrm>
            <a:prstGeom prst="rect">
              <a:avLst/>
            </a:prstGeom>
            <a:noFill/>
          </p:spPr>
          <p:txBody>
            <a:bodyPr wrap="none" rtlCol="0">
              <a:spAutoFit/>
            </a:bodyP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キャラ</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58" name="テキスト ボックス 157">
              <a:extLst>
                <a:ext uri="{FF2B5EF4-FFF2-40B4-BE49-F238E27FC236}">
                  <a16:creationId xmlns:a16="http://schemas.microsoft.com/office/drawing/2014/main" id="{D6FFE7BF-3733-6D68-490D-F7BE7BC5F49D}"/>
                </a:ext>
              </a:extLst>
            </p:cNvPr>
            <p:cNvSpPr txBox="1"/>
            <p:nvPr/>
          </p:nvSpPr>
          <p:spPr>
            <a:xfrm>
              <a:off x="2382568" y="2766548"/>
              <a:ext cx="980768" cy="414940"/>
            </a:xfrm>
            <a:prstGeom prst="rect">
              <a:avLst/>
            </a:prstGeom>
            <a:noFill/>
          </p:spPr>
          <p:txBody>
            <a:bodyPr wrap="none" rtlCol="0">
              <a:spAutoFit/>
            </a:bodyP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sp>
          <p:nvSpPr>
            <p:cNvPr id="159" name="テキスト ボックス 158">
              <a:extLst>
                <a:ext uri="{FF2B5EF4-FFF2-40B4-BE49-F238E27FC236}">
                  <a16:creationId xmlns:a16="http://schemas.microsoft.com/office/drawing/2014/main" id="{6C77609A-94A7-DA48-2995-0D2111D760B2}"/>
                </a:ext>
              </a:extLst>
            </p:cNvPr>
            <p:cNvSpPr txBox="1"/>
            <p:nvPr/>
          </p:nvSpPr>
          <p:spPr>
            <a:xfrm>
              <a:off x="3738618" y="2766548"/>
              <a:ext cx="980768" cy="414940"/>
            </a:xfrm>
            <a:prstGeom prst="rect">
              <a:avLst/>
            </a:prstGeom>
            <a:noFill/>
          </p:spPr>
          <p:txBody>
            <a:bodyPr wrap="none" rtlCol="0">
              <a:spAutoFit/>
            </a:bodyP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sp>
          <p:nvSpPr>
            <p:cNvPr id="160" name="テキスト ボックス 159">
              <a:extLst>
                <a:ext uri="{FF2B5EF4-FFF2-40B4-BE49-F238E27FC236}">
                  <a16:creationId xmlns:a16="http://schemas.microsoft.com/office/drawing/2014/main" id="{7B63684B-CF7B-2B59-25AB-8367EB4C2185}"/>
                </a:ext>
              </a:extLst>
            </p:cNvPr>
            <p:cNvSpPr txBox="1"/>
            <p:nvPr/>
          </p:nvSpPr>
          <p:spPr>
            <a:xfrm>
              <a:off x="5094665" y="2766548"/>
              <a:ext cx="980768" cy="414940"/>
            </a:xfrm>
            <a:prstGeom prst="rect">
              <a:avLst/>
            </a:prstGeom>
            <a:noFill/>
          </p:spPr>
          <p:txBody>
            <a:bodyPr wrap="none" rtlCol="0">
              <a:spAutoFit/>
            </a:bodyP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nvGrpSpPr>
          <p:cNvPr id="40" name="グループ化 39">
            <a:extLst>
              <a:ext uri="{FF2B5EF4-FFF2-40B4-BE49-F238E27FC236}">
                <a16:creationId xmlns:a16="http://schemas.microsoft.com/office/drawing/2014/main" id="{69D660B7-F296-A7AA-80B8-4E11E2CEB6C0}"/>
              </a:ext>
            </a:extLst>
          </p:cNvPr>
          <p:cNvGrpSpPr/>
          <p:nvPr/>
        </p:nvGrpSpPr>
        <p:grpSpPr>
          <a:xfrm>
            <a:off x="1261825" y="4778493"/>
            <a:ext cx="4172287" cy="371375"/>
            <a:chOff x="1026519" y="2766548"/>
            <a:chExt cx="4661731" cy="414940"/>
          </a:xfrm>
        </p:grpSpPr>
        <p:sp>
          <p:nvSpPr>
            <p:cNvPr id="153" name="テキスト ボックス 152">
              <a:extLst>
                <a:ext uri="{FF2B5EF4-FFF2-40B4-BE49-F238E27FC236}">
                  <a16:creationId xmlns:a16="http://schemas.microsoft.com/office/drawing/2014/main" id="{FF23D82D-D66A-8C52-D66F-FE0B5C601C0E}"/>
                </a:ext>
              </a:extLst>
            </p:cNvPr>
            <p:cNvSpPr txBox="1"/>
            <p:nvPr/>
          </p:nvSpPr>
          <p:spPr>
            <a:xfrm>
              <a:off x="1026519" y="2766548"/>
              <a:ext cx="980768" cy="414940"/>
            </a:xfrm>
            <a:prstGeom prst="rect">
              <a:avLst/>
            </a:prstGeom>
            <a:noFill/>
          </p:spPr>
          <p:txBody>
            <a:bodyPr wrap="none" rtlCol="0">
              <a:spAutoFit/>
            </a:bodyPr>
            <a:lstStyle/>
            <a:p>
              <a:pPr algn="ct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endParaRPr kumimoji="1"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154" name="テキスト ボックス 153">
              <a:extLst>
                <a:ext uri="{FF2B5EF4-FFF2-40B4-BE49-F238E27FC236}">
                  <a16:creationId xmlns:a16="http://schemas.microsoft.com/office/drawing/2014/main" id="{D9068958-2B82-9CB1-EE8A-4E788225EE40}"/>
                </a:ext>
              </a:extLst>
            </p:cNvPr>
            <p:cNvSpPr txBox="1"/>
            <p:nvPr/>
          </p:nvSpPr>
          <p:spPr>
            <a:xfrm>
              <a:off x="2382568" y="2766548"/>
              <a:ext cx="980768" cy="414940"/>
            </a:xfrm>
            <a:prstGeom prst="rect">
              <a:avLst/>
            </a:prstGeom>
            <a:noFill/>
          </p:spPr>
          <p:txBody>
            <a:bodyPr wrap="none" rtlCol="0">
              <a:spAutoFit/>
            </a:bodyPr>
            <a:lstStyle/>
            <a:p>
              <a:pPr algn="ct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sp>
          <p:nvSpPr>
            <p:cNvPr id="155" name="テキスト ボックス 154">
              <a:extLst>
                <a:ext uri="{FF2B5EF4-FFF2-40B4-BE49-F238E27FC236}">
                  <a16:creationId xmlns:a16="http://schemas.microsoft.com/office/drawing/2014/main" id="{4DF43E80-3FE8-4B77-A802-F52DBDA8D387}"/>
                </a:ext>
              </a:extLst>
            </p:cNvPr>
            <p:cNvSpPr txBox="1"/>
            <p:nvPr/>
          </p:nvSpPr>
          <p:spPr>
            <a:xfrm>
              <a:off x="3738618" y="2766548"/>
              <a:ext cx="980768" cy="414940"/>
            </a:xfrm>
            <a:prstGeom prst="rect">
              <a:avLst/>
            </a:prstGeom>
            <a:noFill/>
          </p:spPr>
          <p:txBody>
            <a:bodyPr wrap="none" rtlCol="0">
              <a:spAutoFit/>
            </a:bodyPr>
            <a:lstStyle/>
            <a:p>
              <a:pPr algn="ct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sp>
          <p:nvSpPr>
            <p:cNvPr id="156" name="テキスト ボックス 155">
              <a:extLst>
                <a:ext uri="{FF2B5EF4-FFF2-40B4-BE49-F238E27FC236}">
                  <a16:creationId xmlns:a16="http://schemas.microsoft.com/office/drawing/2014/main" id="{4B36CC2A-204F-52E6-D243-B561DCE75B28}"/>
                </a:ext>
              </a:extLst>
            </p:cNvPr>
            <p:cNvSpPr txBox="1"/>
            <p:nvPr/>
          </p:nvSpPr>
          <p:spPr>
            <a:xfrm>
              <a:off x="5481849" y="2766548"/>
              <a:ext cx="206401" cy="412657"/>
            </a:xfrm>
            <a:prstGeom prst="rect">
              <a:avLst/>
            </a:prstGeom>
            <a:noFill/>
          </p:spPr>
          <p:txBody>
            <a:bodyPr wrap="none" rtlCol="0">
              <a:spAutoFit/>
            </a:bodyPr>
            <a:lstStyle/>
            <a:p>
              <a:pPr algn="ctr"/>
              <a:endPar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55" name="四角形: 角を丸くする 54">
            <a:extLst>
              <a:ext uri="{FF2B5EF4-FFF2-40B4-BE49-F238E27FC236}">
                <a16:creationId xmlns:a16="http://schemas.microsoft.com/office/drawing/2014/main" id="{135D288D-6238-FD30-837C-56519F6818C3}"/>
              </a:ext>
            </a:extLst>
          </p:cNvPr>
          <p:cNvSpPr/>
          <p:nvPr/>
        </p:nvSpPr>
        <p:spPr>
          <a:xfrm>
            <a:off x="1178849" y="1691635"/>
            <a:ext cx="1104265" cy="1100880"/>
          </a:xfrm>
          <a:prstGeom prst="roundRect">
            <a:avLst>
              <a:gd name="adj" fmla="val 6896"/>
            </a:avLst>
          </a:prstGeom>
          <a:solidFill>
            <a:srgbClr val="FF00FF">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grpSp>
        <p:nvGrpSpPr>
          <p:cNvPr id="56" name="グループ化 55">
            <a:extLst>
              <a:ext uri="{FF2B5EF4-FFF2-40B4-BE49-F238E27FC236}">
                <a16:creationId xmlns:a16="http://schemas.microsoft.com/office/drawing/2014/main" id="{FD2F9049-5A70-0D00-C458-45B2DC8230DA}"/>
              </a:ext>
            </a:extLst>
          </p:cNvPr>
          <p:cNvGrpSpPr/>
          <p:nvPr/>
        </p:nvGrpSpPr>
        <p:grpSpPr>
          <a:xfrm>
            <a:off x="1372882" y="1967913"/>
            <a:ext cx="723276" cy="548325"/>
            <a:chOff x="981599" y="1624031"/>
            <a:chExt cx="808122" cy="612648"/>
          </a:xfrm>
        </p:grpSpPr>
        <p:sp>
          <p:nvSpPr>
            <p:cNvPr id="138" name="フローチャート: 他ページ結合子 137">
              <a:extLst>
                <a:ext uri="{FF2B5EF4-FFF2-40B4-BE49-F238E27FC236}">
                  <a16:creationId xmlns:a16="http://schemas.microsoft.com/office/drawing/2014/main" id="{9513BB3B-8026-71CD-88F0-30E5B92FD46D}"/>
                </a:ext>
              </a:extLst>
            </p:cNvPr>
            <p:cNvSpPr/>
            <p:nvPr/>
          </p:nvSpPr>
          <p:spPr>
            <a:xfrm>
              <a:off x="1002683" y="1624031"/>
              <a:ext cx="758051" cy="612648"/>
            </a:xfrm>
            <a:prstGeom prst="flowChartOffpageConnector">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sp>
          <p:nvSpPr>
            <p:cNvPr id="139" name="テキスト ボックス 138">
              <a:extLst>
                <a:ext uri="{FF2B5EF4-FFF2-40B4-BE49-F238E27FC236}">
                  <a16:creationId xmlns:a16="http://schemas.microsoft.com/office/drawing/2014/main" id="{B14CE829-5C77-908F-6DB4-B658A4424C6C}"/>
                </a:ext>
              </a:extLst>
            </p:cNvPr>
            <p:cNvSpPr txBox="1"/>
            <p:nvPr/>
          </p:nvSpPr>
          <p:spPr>
            <a:xfrm>
              <a:off x="981599" y="1707422"/>
              <a:ext cx="808122" cy="343882"/>
            </a:xfrm>
            <a:prstGeom prst="rect">
              <a:avLst/>
            </a:prstGeom>
            <a:noFill/>
          </p:spPr>
          <p:txBody>
            <a:bodyPr wrap="none" rtlCol="0">
              <a:spAutoFit/>
            </a:bodyPr>
            <a:lstStyle/>
            <a:p>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後衛</a:t>
              </a:r>
              <a:r>
                <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へ</a:t>
              </a:r>
              <a:endParaRPr kumimoji="1" lang="ja-JP" altLang="en-US" sz="14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87" name="グループ化 186">
            <a:extLst>
              <a:ext uri="{FF2B5EF4-FFF2-40B4-BE49-F238E27FC236}">
                <a16:creationId xmlns:a16="http://schemas.microsoft.com/office/drawing/2014/main" id="{7994D689-7371-EA23-422E-2AF50B84C50B}"/>
              </a:ext>
            </a:extLst>
          </p:cNvPr>
          <p:cNvGrpSpPr/>
          <p:nvPr/>
        </p:nvGrpSpPr>
        <p:grpSpPr>
          <a:xfrm>
            <a:off x="10306252" y="-26216"/>
            <a:ext cx="1904042" cy="1345494"/>
            <a:chOff x="163586" y="134635"/>
            <a:chExt cx="1975684" cy="1396119"/>
          </a:xfrm>
        </p:grpSpPr>
        <p:grpSp>
          <p:nvGrpSpPr>
            <p:cNvPr id="188" name="グループ化 187">
              <a:extLst>
                <a:ext uri="{FF2B5EF4-FFF2-40B4-BE49-F238E27FC236}">
                  <a16:creationId xmlns:a16="http://schemas.microsoft.com/office/drawing/2014/main" id="{1636D415-42B6-2E95-0E1B-6EC103B7FE94}"/>
                </a:ext>
              </a:extLst>
            </p:cNvPr>
            <p:cNvGrpSpPr/>
            <p:nvPr/>
          </p:nvGrpSpPr>
          <p:grpSpPr>
            <a:xfrm>
              <a:off x="163586" y="134635"/>
              <a:ext cx="1975684" cy="1396119"/>
              <a:chOff x="163586" y="134635"/>
              <a:chExt cx="1975684" cy="1396119"/>
            </a:xfrm>
          </p:grpSpPr>
          <p:pic>
            <p:nvPicPr>
              <p:cNvPr id="190" name="図 189">
                <a:extLst>
                  <a:ext uri="{FF2B5EF4-FFF2-40B4-BE49-F238E27FC236}">
                    <a16:creationId xmlns:a16="http://schemas.microsoft.com/office/drawing/2014/main" id="{ADE7E43B-AD8E-0289-33A0-ACD64CD2861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191" name="楕円 190">
                <a:extLst>
                  <a:ext uri="{FF2B5EF4-FFF2-40B4-BE49-F238E27FC236}">
                    <a16:creationId xmlns:a16="http://schemas.microsoft.com/office/drawing/2014/main" id="{F68A750E-E6CD-220C-7E02-087188DC37F7}"/>
                  </a:ext>
                </a:extLst>
              </p:cNvPr>
              <p:cNvSpPr/>
              <p:nvPr/>
            </p:nvSpPr>
            <p:spPr>
              <a:xfrm>
                <a:off x="836705" y="560292"/>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189" name="図 188">
              <a:extLst>
                <a:ext uri="{FF2B5EF4-FFF2-40B4-BE49-F238E27FC236}">
                  <a16:creationId xmlns:a16="http://schemas.microsoft.com/office/drawing/2014/main" id="{BCD78485-131B-8BC1-44BE-9C08FE2B7C7F}"/>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
        <p:nvSpPr>
          <p:cNvPr id="32" name="テキスト ボックス 31">
            <a:extLst>
              <a:ext uri="{FF2B5EF4-FFF2-40B4-BE49-F238E27FC236}">
                <a16:creationId xmlns:a16="http://schemas.microsoft.com/office/drawing/2014/main" id="{6D6088FE-0730-224B-FEE4-6C5BA91FC743}"/>
              </a:ext>
            </a:extLst>
          </p:cNvPr>
          <p:cNvSpPr txBox="1"/>
          <p:nvPr/>
        </p:nvSpPr>
        <p:spPr>
          <a:xfrm>
            <a:off x="8113668" y="1130817"/>
            <a:ext cx="877796" cy="371375"/>
          </a:xfrm>
          <a:prstGeom prst="rect">
            <a:avLst/>
          </a:prstGeom>
          <a:noFill/>
        </p:spPr>
        <p:txBody>
          <a:bodyPr wrap="none" rtlCol="0">
            <a:spAutoFit/>
          </a:bodyPr>
          <a:lstStyle/>
          <a:p>
            <a:pPr algn="ct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endParaRPr kumimoji="1"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12" name="グループ化 11">
            <a:extLst>
              <a:ext uri="{FF2B5EF4-FFF2-40B4-BE49-F238E27FC236}">
                <a16:creationId xmlns:a16="http://schemas.microsoft.com/office/drawing/2014/main" id="{AE97B926-51D5-0A17-F49E-B5C62218A2DE}"/>
              </a:ext>
            </a:extLst>
          </p:cNvPr>
          <p:cNvGrpSpPr/>
          <p:nvPr/>
        </p:nvGrpSpPr>
        <p:grpSpPr>
          <a:xfrm>
            <a:off x="7255483" y="1071540"/>
            <a:ext cx="893760" cy="601610"/>
            <a:chOff x="6497359" y="1068436"/>
            <a:chExt cx="1273542" cy="601610"/>
          </a:xfrm>
        </p:grpSpPr>
        <p:sp>
          <p:nvSpPr>
            <p:cNvPr id="13" name="四角形: 角を丸くする 12">
              <a:extLst>
                <a:ext uri="{FF2B5EF4-FFF2-40B4-BE49-F238E27FC236}">
                  <a16:creationId xmlns:a16="http://schemas.microsoft.com/office/drawing/2014/main" id="{1BC51174-0527-D53C-A71D-6559E13D8A71}"/>
                </a:ext>
              </a:extLst>
            </p:cNvPr>
            <p:cNvSpPr/>
            <p:nvPr/>
          </p:nvSpPr>
          <p:spPr>
            <a:xfrm>
              <a:off x="6497359" y="1068436"/>
              <a:ext cx="1273542" cy="601610"/>
            </a:xfrm>
            <a:prstGeom prst="roundRect">
              <a:avLst>
                <a:gd name="adj" fmla="val 4721"/>
              </a:avLst>
            </a:prstGeom>
            <a:solidFill>
              <a:srgbClr val="9B95A0"/>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4" name="テキスト ボックス 13">
              <a:extLst>
                <a:ext uri="{FF2B5EF4-FFF2-40B4-BE49-F238E27FC236}">
                  <a16:creationId xmlns:a16="http://schemas.microsoft.com/office/drawing/2014/main" id="{370C262B-C000-902C-CEBF-49340D57D0A0}"/>
                </a:ext>
              </a:extLst>
            </p:cNvPr>
            <p:cNvSpPr txBox="1"/>
            <p:nvPr/>
          </p:nvSpPr>
          <p:spPr>
            <a:xfrm>
              <a:off x="6506545" y="1130817"/>
              <a:ext cx="1249893" cy="369332"/>
            </a:xfrm>
            <a:prstGeom prst="rect">
              <a:avLst/>
            </a:prstGeom>
            <a:noFill/>
          </p:spPr>
          <p:txBody>
            <a:bodyPr wrap="none" rtlCol="0">
              <a:spAutoFit/>
            </a:bodyPr>
            <a:lstStyle/>
            <a:p>
              <a:pPr algn="ctr"/>
              <a:r>
                <a:rPr kumimoji="1" lang="ja-JP" altLang="en-US">
                  <a:solidFill>
                    <a:schemeClr val="bg1">
                      <a:lumMod val="95000"/>
                    </a:schemeClr>
                  </a:solidFill>
                  <a:latin typeface="原稿用標準書体" panose="03000503000000000000" pitchFamily="66" charset="-128"/>
                  <a:ea typeface="原稿用標準書体" panose="03000503000000000000" pitchFamily="66" charset="-128"/>
                </a:rPr>
                <a:t>キャラ</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15" name="グループ化 14">
            <a:extLst>
              <a:ext uri="{FF2B5EF4-FFF2-40B4-BE49-F238E27FC236}">
                <a16:creationId xmlns:a16="http://schemas.microsoft.com/office/drawing/2014/main" id="{B482CD6A-EEDF-5367-6C23-3E97BE4FCBE3}"/>
              </a:ext>
            </a:extLst>
          </p:cNvPr>
          <p:cNvGrpSpPr/>
          <p:nvPr/>
        </p:nvGrpSpPr>
        <p:grpSpPr>
          <a:xfrm>
            <a:off x="8218889" y="1068435"/>
            <a:ext cx="893760" cy="1305019"/>
            <a:chOff x="6497359" y="1068435"/>
            <a:chExt cx="1273542" cy="1305019"/>
          </a:xfrm>
        </p:grpSpPr>
        <p:sp>
          <p:nvSpPr>
            <p:cNvPr id="16" name="四角形: 角を丸くする 15">
              <a:extLst>
                <a:ext uri="{FF2B5EF4-FFF2-40B4-BE49-F238E27FC236}">
                  <a16:creationId xmlns:a16="http://schemas.microsoft.com/office/drawing/2014/main" id="{97AB9565-F1F0-3AEF-AC6D-ECADC27A939D}"/>
                </a:ext>
              </a:extLst>
            </p:cNvPr>
            <p:cNvSpPr/>
            <p:nvPr/>
          </p:nvSpPr>
          <p:spPr>
            <a:xfrm>
              <a:off x="6497359" y="1068435"/>
              <a:ext cx="1273542" cy="1305019"/>
            </a:xfrm>
            <a:prstGeom prst="roundRect">
              <a:avLst>
                <a:gd name="adj" fmla="val 4721"/>
              </a:avLst>
            </a:prstGeom>
            <a:solidFill>
              <a:schemeClr val="bg1">
                <a:lumMod val="7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7" name="テキスト ボックス 16">
              <a:extLst>
                <a:ext uri="{FF2B5EF4-FFF2-40B4-BE49-F238E27FC236}">
                  <a16:creationId xmlns:a16="http://schemas.microsoft.com/office/drawing/2014/main" id="{C47316BD-B7E1-FB3E-CF3D-E5649BFC1F87}"/>
                </a:ext>
              </a:extLst>
            </p:cNvPr>
            <p:cNvSpPr txBox="1"/>
            <p:nvPr/>
          </p:nvSpPr>
          <p:spPr>
            <a:xfrm>
              <a:off x="6671003" y="1130817"/>
              <a:ext cx="920974" cy="369332"/>
            </a:xfrm>
            <a:prstGeom prst="rect">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18" name="グループ化 17">
            <a:extLst>
              <a:ext uri="{FF2B5EF4-FFF2-40B4-BE49-F238E27FC236}">
                <a16:creationId xmlns:a16="http://schemas.microsoft.com/office/drawing/2014/main" id="{00E38310-7B4A-DDB6-A5B7-43D9ADEFE162}"/>
              </a:ext>
            </a:extLst>
          </p:cNvPr>
          <p:cNvGrpSpPr/>
          <p:nvPr/>
        </p:nvGrpSpPr>
        <p:grpSpPr>
          <a:xfrm>
            <a:off x="9182295" y="1069480"/>
            <a:ext cx="893760" cy="1305019"/>
            <a:chOff x="6497359" y="1068435"/>
            <a:chExt cx="1273542" cy="1305019"/>
          </a:xfrm>
        </p:grpSpPr>
        <p:sp>
          <p:nvSpPr>
            <p:cNvPr id="19" name="四角形: 角を丸くする 18">
              <a:extLst>
                <a:ext uri="{FF2B5EF4-FFF2-40B4-BE49-F238E27FC236}">
                  <a16:creationId xmlns:a16="http://schemas.microsoft.com/office/drawing/2014/main" id="{B6C62B86-57B7-63A9-9BBC-33075D6BD04D}"/>
                </a:ext>
              </a:extLst>
            </p:cNvPr>
            <p:cNvSpPr/>
            <p:nvPr/>
          </p:nvSpPr>
          <p:spPr>
            <a:xfrm>
              <a:off x="6497359" y="1068435"/>
              <a:ext cx="1273542" cy="1305019"/>
            </a:xfrm>
            <a:prstGeom prst="roundRect">
              <a:avLst>
                <a:gd name="adj" fmla="val 4721"/>
              </a:avLst>
            </a:prstGeom>
            <a:solidFill>
              <a:schemeClr val="tx2">
                <a:lumMod val="40000"/>
                <a:lumOff val="6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31" name="テキスト ボックス 30">
              <a:extLst>
                <a:ext uri="{FF2B5EF4-FFF2-40B4-BE49-F238E27FC236}">
                  <a16:creationId xmlns:a16="http://schemas.microsoft.com/office/drawing/2014/main" id="{123C9B7F-8403-48AA-7292-980F5D5AA791}"/>
                </a:ext>
              </a:extLst>
            </p:cNvPr>
            <p:cNvSpPr txBox="1"/>
            <p:nvPr/>
          </p:nvSpPr>
          <p:spPr>
            <a:xfrm>
              <a:off x="6671002" y="1130817"/>
              <a:ext cx="920974" cy="369332"/>
            </a:xfrm>
            <a:prstGeom prst="rect">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rPr>
                <a:t>回復</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53" name="グループ化 52">
            <a:extLst>
              <a:ext uri="{FF2B5EF4-FFF2-40B4-BE49-F238E27FC236}">
                <a16:creationId xmlns:a16="http://schemas.microsoft.com/office/drawing/2014/main" id="{3BDDAC7F-9B6E-5E0C-E4F8-205DF01CFAE1}"/>
              </a:ext>
            </a:extLst>
          </p:cNvPr>
          <p:cNvGrpSpPr/>
          <p:nvPr/>
        </p:nvGrpSpPr>
        <p:grpSpPr>
          <a:xfrm>
            <a:off x="10145700" y="1064065"/>
            <a:ext cx="893760" cy="1305019"/>
            <a:chOff x="6497359" y="1068435"/>
            <a:chExt cx="1273542" cy="1305019"/>
          </a:xfrm>
        </p:grpSpPr>
        <p:sp>
          <p:nvSpPr>
            <p:cNvPr id="142" name="四角形: 角を丸くする 141">
              <a:extLst>
                <a:ext uri="{FF2B5EF4-FFF2-40B4-BE49-F238E27FC236}">
                  <a16:creationId xmlns:a16="http://schemas.microsoft.com/office/drawing/2014/main" id="{F030D7E4-F4D4-435B-253C-0FD1D1D83E44}"/>
                </a:ext>
              </a:extLst>
            </p:cNvPr>
            <p:cNvSpPr/>
            <p:nvPr/>
          </p:nvSpPr>
          <p:spPr>
            <a:xfrm>
              <a:off x="6497359" y="1068435"/>
              <a:ext cx="1273542" cy="1305019"/>
            </a:xfrm>
            <a:prstGeom prst="roundRect">
              <a:avLst>
                <a:gd name="adj" fmla="val 4721"/>
              </a:avLst>
            </a:prstGeom>
            <a:solidFill>
              <a:schemeClr val="accent2">
                <a:lumMod val="60000"/>
                <a:lumOff val="4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43" name="テキスト ボックス 142">
              <a:extLst>
                <a:ext uri="{FF2B5EF4-FFF2-40B4-BE49-F238E27FC236}">
                  <a16:creationId xmlns:a16="http://schemas.microsoft.com/office/drawing/2014/main" id="{96AD8E37-9187-DAD1-8B24-1C37B2CDF3A5}"/>
                </a:ext>
              </a:extLst>
            </p:cNvPr>
            <p:cNvSpPr txBox="1"/>
            <p:nvPr/>
          </p:nvSpPr>
          <p:spPr>
            <a:xfrm>
              <a:off x="6671001" y="1130817"/>
              <a:ext cx="920974" cy="369332"/>
            </a:xfrm>
            <a:prstGeom prst="rect">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rPr>
                <a:t>バフ</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sp>
        <p:nvSpPr>
          <p:cNvPr id="11" name="フリーフォーム: 図形 10">
            <a:extLst>
              <a:ext uri="{FF2B5EF4-FFF2-40B4-BE49-F238E27FC236}">
                <a16:creationId xmlns:a16="http://schemas.microsoft.com/office/drawing/2014/main" id="{8FE03021-C340-59D0-FA0F-099337E2F2F2}"/>
              </a:ext>
            </a:extLst>
          </p:cNvPr>
          <p:cNvSpPr/>
          <p:nvPr/>
        </p:nvSpPr>
        <p:spPr>
          <a:xfrm>
            <a:off x="6282470" y="1660618"/>
            <a:ext cx="4758032" cy="4602552"/>
          </a:xfrm>
          <a:custGeom>
            <a:avLst/>
            <a:gdLst>
              <a:gd name="csX0" fmla="*/ 194678 w 4540192"/>
              <a:gd name="csY0" fmla="*/ 0 h 4602552"/>
              <a:gd name="csX1" fmla="*/ 1160103 w 4540192"/>
              <a:gd name="csY1" fmla="*/ 0 h 4602552"/>
              <a:gd name="csX2" fmla="*/ 1173184 w 4540192"/>
              <a:gd name="csY2" fmla="*/ 2641 h 4602552"/>
              <a:gd name="csX3" fmla="*/ 3074601 w 4540192"/>
              <a:gd name="csY3" fmla="*/ 2641 h 4602552"/>
              <a:gd name="csX4" fmla="*/ 3087682 w 4540192"/>
              <a:gd name="csY4" fmla="*/ 0 h 4602552"/>
              <a:gd name="csX5" fmla="*/ 4345514 w 4540192"/>
              <a:gd name="csY5" fmla="*/ 0 h 4602552"/>
              <a:gd name="csX6" fmla="*/ 4540192 w 4540192"/>
              <a:gd name="csY6" fmla="*/ 217286 h 4602552"/>
              <a:gd name="csX7" fmla="*/ 4540192 w 4540192"/>
              <a:gd name="csY7" fmla="*/ 4385266 h 4602552"/>
              <a:gd name="csX8" fmla="*/ 4345514 w 4540192"/>
              <a:gd name="csY8" fmla="*/ 4602552 h 4602552"/>
              <a:gd name="csX9" fmla="*/ 194678 w 4540192"/>
              <a:gd name="csY9" fmla="*/ 4602552 h 4602552"/>
              <a:gd name="csX10" fmla="*/ 0 w 4540192"/>
              <a:gd name="csY10" fmla="*/ 4385266 h 4602552"/>
              <a:gd name="csX11" fmla="*/ 0 w 4540192"/>
              <a:gd name="csY11" fmla="*/ 217286 h 4602552"/>
              <a:gd name="csX12" fmla="*/ 194678 w 4540192"/>
              <a:gd name="csY12" fmla="*/ 0 h 460255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4540192" h="4602552">
                <a:moveTo>
                  <a:pt x="194678" y="0"/>
                </a:moveTo>
                <a:lnTo>
                  <a:pt x="1160103" y="0"/>
                </a:lnTo>
                <a:lnTo>
                  <a:pt x="1173184" y="2641"/>
                </a:lnTo>
                <a:lnTo>
                  <a:pt x="3074601" y="2641"/>
                </a:lnTo>
                <a:lnTo>
                  <a:pt x="3087682" y="0"/>
                </a:lnTo>
                <a:lnTo>
                  <a:pt x="4345514" y="0"/>
                </a:lnTo>
                <a:cubicBezTo>
                  <a:pt x="4453032" y="0"/>
                  <a:pt x="4540192" y="97283"/>
                  <a:pt x="4540192" y="217286"/>
                </a:cubicBezTo>
                <a:lnTo>
                  <a:pt x="4540192" y="4385266"/>
                </a:lnTo>
                <a:cubicBezTo>
                  <a:pt x="4540192" y="4505270"/>
                  <a:pt x="4453032" y="4602552"/>
                  <a:pt x="4345514" y="4602552"/>
                </a:cubicBezTo>
                <a:lnTo>
                  <a:pt x="194678" y="4602552"/>
                </a:lnTo>
                <a:cubicBezTo>
                  <a:pt x="87161" y="4602552"/>
                  <a:pt x="0" y="4505270"/>
                  <a:pt x="0" y="4385266"/>
                </a:cubicBezTo>
                <a:lnTo>
                  <a:pt x="0" y="217286"/>
                </a:lnTo>
                <a:cubicBezTo>
                  <a:pt x="0" y="97283"/>
                  <a:pt x="87161" y="0"/>
                  <a:pt x="194678" y="0"/>
                </a:cubicBezTo>
                <a:close/>
              </a:path>
            </a:pathLst>
          </a:custGeom>
          <a:solidFill>
            <a:schemeClr val="bg1">
              <a:lumMod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246" name="四角形: 角を丸くする 245">
            <a:extLst>
              <a:ext uri="{FF2B5EF4-FFF2-40B4-BE49-F238E27FC236}">
                <a16:creationId xmlns:a16="http://schemas.microsoft.com/office/drawing/2014/main" id="{72610C6A-3F6F-C9D7-31E8-DC1C416EA9DB}"/>
              </a:ext>
            </a:extLst>
          </p:cNvPr>
          <p:cNvSpPr/>
          <p:nvPr/>
        </p:nvSpPr>
        <p:spPr>
          <a:xfrm>
            <a:off x="6524980" y="1814112"/>
            <a:ext cx="4259444" cy="1937731"/>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47" name="テキスト ボックス 246">
            <a:extLst>
              <a:ext uri="{FF2B5EF4-FFF2-40B4-BE49-F238E27FC236}">
                <a16:creationId xmlns:a16="http://schemas.microsoft.com/office/drawing/2014/main" id="{7AAA0353-9C53-9760-4C97-3DBDF8CD3DE7}"/>
              </a:ext>
            </a:extLst>
          </p:cNvPr>
          <p:cNvSpPr txBox="1"/>
          <p:nvPr/>
        </p:nvSpPr>
        <p:spPr>
          <a:xfrm>
            <a:off x="7536448" y="1937262"/>
            <a:ext cx="2236510"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ゲートアビリティ</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252" name="テキスト ボックス 251">
            <a:extLst>
              <a:ext uri="{FF2B5EF4-FFF2-40B4-BE49-F238E27FC236}">
                <a16:creationId xmlns:a16="http://schemas.microsoft.com/office/drawing/2014/main" id="{5296995A-D867-57FE-456D-EC9CE71E0852}"/>
              </a:ext>
            </a:extLst>
          </p:cNvPr>
          <p:cNvSpPr txBox="1"/>
          <p:nvPr/>
        </p:nvSpPr>
        <p:spPr>
          <a:xfrm>
            <a:off x="6766204" y="2901995"/>
            <a:ext cx="3877985" cy="646331"/>
          </a:xfrm>
          <a:prstGeom prst="rect">
            <a:avLst/>
          </a:prstGeom>
          <a:noFill/>
        </p:spPr>
        <p:txBody>
          <a:bodyPr wrap="none" rtlCol="0">
            <a:spAutoFit/>
          </a:bodyPr>
          <a:lstStyle/>
          <a:p>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全ての剛属性キャラクターは</a:t>
            </a:r>
            <a:b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b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与ダメージ＆被ダメージが</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20</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％上昇</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253" name="テキスト ボックス 252">
            <a:extLst>
              <a:ext uri="{FF2B5EF4-FFF2-40B4-BE49-F238E27FC236}">
                <a16:creationId xmlns:a16="http://schemas.microsoft.com/office/drawing/2014/main" id="{1F65B1DE-82D1-A016-81C0-882FB9204802}"/>
              </a:ext>
            </a:extLst>
          </p:cNvPr>
          <p:cNvSpPr txBox="1"/>
          <p:nvPr/>
        </p:nvSpPr>
        <p:spPr>
          <a:xfrm>
            <a:off x="7524323" y="2361469"/>
            <a:ext cx="2339102" cy="523220"/>
          </a:xfrm>
          <a:prstGeom prst="rect">
            <a:avLst/>
          </a:prstGeom>
          <a:noFill/>
        </p:spPr>
        <p:txBody>
          <a:bodyPr wrap="none" rtlCol="0">
            <a:spAutoFit/>
          </a:bodyPr>
          <a:lstStyle/>
          <a:p>
            <a:pPr algn="ctr"/>
            <a:r>
              <a:rPr lang="ja-JP" altLang="en-US" sz="2800" dirty="0">
                <a:solidFill>
                  <a:schemeClr val="accent6">
                    <a:lumMod val="60000"/>
                    <a:lumOff val="40000"/>
                  </a:schemeClr>
                </a:solidFill>
                <a:latin typeface="原稿用標準書体" panose="03000503000000000000" pitchFamily="66" charset="-128"/>
                <a:ea typeface="原稿用標準書体" panose="03000503000000000000" pitchFamily="66" charset="-128"/>
              </a:rPr>
              <a:t>アビリティ名</a:t>
            </a:r>
            <a:endParaRPr kumimoji="1" lang="ja-JP" altLang="en-US" sz="2800" dirty="0">
              <a:solidFill>
                <a:schemeClr val="accent6">
                  <a:lumMod val="60000"/>
                  <a:lumOff val="40000"/>
                </a:schemeClr>
              </a:solidFill>
              <a:latin typeface="原稿用標準書体" panose="03000503000000000000" pitchFamily="66" charset="-128"/>
              <a:ea typeface="原稿用標準書体" panose="03000503000000000000" pitchFamily="66" charset="-128"/>
            </a:endParaRPr>
          </a:p>
        </p:txBody>
      </p:sp>
      <p:grpSp>
        <p:nvGrpSpPr>
          <p:cNvPr id="257" name="グループ化 256">
            <a:extLst>
              <a:ext uri="{FF2B5EF4-FFF2-40B4-BE49-F238E27FC236}">
                <a16:creationId xmlns:a16="http://schemas.microsoft.com/office/drawing/2014/main" id="{3A2F3105-9AA2-82CA-AAA7-5776070EF3BD}"/>
              </a:ext>
            </a:extLst>
          </p:cNvPr>
          <p:cNvGrpSpPr/>
          <p:nvPr/>
        </p:nvGrpSpPr>
        <p:grpSpPr>
          <a:xfrm>
            <a:off x="6524981" y="3822438"/>
            <a:ext cx="4259443" cy="1524004"/>
            <a:chOff x="6524981" y="3822437"/>
            <a:chExt cx="4259443" cy="1789993"/>
          </a:xfrm>
        </p:grpSpPr>
        <p:sp>
          <p:nvSpPr>
            <p:cNvPr id="248" name="四角形: 角を丸くする 247">
              <a:extLst>
                <a:ext uri="{FF2B5EF4-FFF2-40B4-BE49-F238E27FC236}">
                  <a16:creationId xmlns:a16="http://schemas.microsoft.com/office/drawing/2014/main" id="{8D7ACD33-DE22-26C6-24BD-32E017EA64AE}"/>
                </a:ext>
              </a:extLst>
            </p:cNvPr>
            <p:cNvSpPr/>
            <p:nvPr/>
          </p:nvSpPr>
          <p:spPr>
            <a:xfrm>
              <a:off x="6524981" y="3822437"/>
              <a:ext cx="2090552" cy="1789993"/>
            </a:xfrm>
            <a:prstGeom prst="roundRect">
              <a:avLst>
                <a:gd name="adj" fmla="val 6896"/>
              </a:avLst>
            </a:prstGeom>
            <a:solidFill>
              <a:schemeClr val="accent6">
                <a:lumMod val="60000"/>
                <a:lumOff val="40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a:latin typeface="原稿用標準書体" panose="03000503000000000000" pitchFamily="66" charset="-128"/>
                <a:ea typeface="原稿用標準書体" panose="03000503000000000000" pitchFamily="66" charset="-128"/>
              </a:endParaRPr>
            </a:p>
          </p:txBody>
        </p:sp>
        <p:sp>
          <p:nvSpPr>
            <p:cNvPr id="249" name="テキスト ボックス 248">
              <a:extLst>
                <a:ext uri="{FF2B5EF4-FFF2-40B4-BE49-F238E27FC236}">
                  <a16:creationId xmlns:a16="http://schemas.microsoft.com/office/drawing/2014/main" id="{DAFB34C5-A7A1-D89A-DCEF-1866DE005D3E}"/>
                </a:ext>
              </a:extLst>
            </p:cNvPr>
            <p:cNvSpPr txBox="1"/>
            <p:nvPr/>
          </p:nvSpPr>
          <p:spPr>
            <a:xfrm>
              <a:off x="6964963" y="3968469"/>
              <a:ext cx="1210588" cy="365126"/>
            </a:xfrm>
            <a:prstGeom prst="rect">
              <a:avLst/>
            </a:prstGeom>
            <a:noFill/>
          </p:spPr>
          <p:txBody>
            <a:bodyPr wrap="none" rtlCol="0">
              <a:spAutoFit/>
            </a:bodyPr>
            <a:lstStyle/>
            <a:p>
              <a:pPr algn="ctr"/>
              <a:r>
                <a:rPr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総ノード数</a:t>
              </a:r>
              <a:endParaRPr kumimoji="1"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250" name="テキスト ボックス 249">
              <a:extLst>
                <a:ext uri="{FF2B5EF4-FFF2-40B4-BE49-F238E27FC236}">
                  <a16:creationId xmlns:a16="http://schemas.microsoft.com/office/drawing/2014/main" id="{C3F7F18E-D997-E917-E13E-02A55C0BD3A4}"/>
                </a:ext>
              </a:extLst>
            </p:cNvPr>
            <p:cNvSpPr txBox="1"/>
            <p:nvPr/>
          </p:nvSpPr>
          <p:spPr>
            <a:xfrm>
              <a:off x="7170147" y="4418346"/>
              <a:ext cx="800219" cy="896220"/>
            </a:xfrm>
            <a:prstGeom prst="rect">
              <a:avLst/>
            </a:prstGeom>
            <a:noFill/>
          </p:spPr>
          <p:txBody>
            <a:bodyPr wrap="none" rtlCol="0">
              <a:spAutoFit/>
            </a:bodyPr>
            <a:lstStyle/>
            <a:p>
              <a:pPr algn="ctr"/>
              <a:r>
                <a:rPr lang="en-US" altLang="ja-JP" sz="4800" dirty="0">
                  <a:solidFill>
                    <a:schemeClr val="tx1">
                      <a:lumMod val="75000"/>
                      <a:lumOff val="25000"/>
                    </a:schemeClr>
                  </a:solidFill>
                  <a:latin typeface="原稿用標準書体" panose="03000503000000000000" pitchFamily="66" charset="-128"/>
                  <a:ea typeface="原稿用標準書体" panose="03000503000000000000" pitchFamily="66" charset="-128"/>
                </a:rPr>
                <a:t>00</a:t>
              </a:r>
              <a:endParaRPr kumimoji="1" lang="ja-JP" altLang="en-US" sz="48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251" name="四角形: 角を丸くする 250">
              <a:extLst>
                <a:ext uri="{FF2B5EF4-FFF2-40B4-BE49-F238E27FC236}">
                  <a16:creationId xmlns:a16="http://schemas.microsoft.com/office/drawing/2014/main" id="{FF7FBB0F-DDC2-2E66-D11E-6258C097BDC1}"/>
                </a:ext>
              </a:extLst>
            </p:cNvPr>
            <p:cNvSpPr/>
            <p:nvPr/>
          </p:nvSpPr>
          <p:spPr>
            <a:xfrm>
              <a:off x="8693872" y="3822437"/>
              <a:ext cx="2090552" cy="1789993"/>
            </a:xfrm>
            <a:prstGeom prst="roundRect">
              <a:avLst>
                <a:gd name="adj" fmla="val 6896"/>
              </a:avLst>
            </a:prstGeom>
            <a:solidFill>
              <a:schemeClr val="accent6">
                <a:lumMod val="60000"/>
                <a:lumOff val="40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a:latin typeface="原稿用標準書体" panose="03000503000000000000" pitchFamily="66" charset="-128"/>
                <a:ea typeface="原稿用標準書体" panose="03000503000000000000" pitchFamily="66" charset="-128"/>
              </a:endParaRPr>
            </a:p>
          </p:txBody>
        </p:sp>
        <p:grpSp>
          <p:nvGrpSpPr>
            <p:cNvPr id="254" name="グループ化 253">
              <a:extLst>
                <a:ext uri="{FF2B5EF4-FFF2-40B4-BE49-F238E27FC236}">
                  <a16:creationId xmlns:a16="http://schemas.microsoft.com/office/drawing/2014/main" id="{BB8DA788-FD21-1D6B-D4A2-C05A4FF66280}"/>
                </a:ext>
              </a:extLst>
            </p:cNvPr>
            <p:cNvGrpSpPr/>
            <p:nvPr/>
          </p:nvGrpSpPr>
          <p:grpSpPr>
            <a:xfrm>
              <a:off x="9339038" y="3968469"/>
              <a:ext cx="800221" cy="1346097"/>
              <a:chOff x="7792698" y="3672865"/>
              <a:chExt cx="800221" cy="1346097"/>
            </a:xfrm>
          </p:grpSpPr>
          <p:sp>
            <p:nvSpPr>
              <p:cNvPr id="255" name="テキスト ボックス 254">
                <a:extLst>
                  <a:ext uri="{FF2B5EF4-FFF2-40B4-BE49-F238E27FC236}">
                    <a16:creationId xmlns:a16="http://schemas.microsoft.com/office/drawing/2014/main" id="{3BC2EB01-7BCB-B87F-989D-2E65885519A2}"/>
                  </a:ext>
                </a:extLst>
              </p:cNvPr>
              <p:cNvSpPr txBox="1"/>
              <p:nvPr/>
            </p:nvSpPr>
            <p:spPr>
              <a:xfrm>
                <a:off x="7792700" y="3672865"/>
                <a:ext cx="800219" cy="365126"/>
              </a:xfrm>
              <a:prstGeom prst="rect">
                <a:avLst/>
              </a:prstGeom>
              <a:noFill/>
            </p:spPr>
            <p:txBody>
              <a:bodyPr wrap="none" rtlCol="0">
                <a:spAutoFit/>
              </a:bodyPr>
              <a:lstStyle/>
              <a:p>
                <a:pPr algn="ctr"/>
                <a:r>
                  <a:rPr lang="ja-JP" altLang="en-US" sz="1600">
                    <a:solidFill>
                      <a:schemeClr val="tx1">
                        <a:lumMod val="75000"/>
                        <a:lumOff val="25000"/>
                      </a:schemeClr>
                    </a:solidFill>
                    <a:latin typeface="原稿用標準書体" panose="03000503000000000000" pitchFamily="66" charset="-128"/>
                    <a:ea typeface="原稿用標準書体" panose="03000503000000000000" pitchFamily="66" charset="-128"/>
                  </a:rPr>
                  <a:t>難易度</a:t>
                </a:r>
                <a:endParaRPr kumimoji="1"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256" name="テキスト ボックス 255">
                <a:extLst>
                  <a:ext uri="{FF2B5EF4-FFF2-40B4-BE49-F238E27FC236}">
                    <a16:creationId xmlns:a16="http://schemas.microsoft.com/office/drawing/2014/main" id="{9AF508C3-AECD-C475-C217-B743D08B0C16}"/>
                  </a:ext>
                </a:extLst>
              </p:cNvPr>
              <p:cNvSpPr txBox="1"/>
              <p:nvPr/>
            </p:nvSpPr>
            <p:spPr>
              <a:xfrm>
                <a:off x="7792698" y="4122742"/>
                <a:ext cx="800219" cy="896220"/>
              </a:xfrm>
              <a:prstGeom prst="rect">
                <a:avLst/>
              </a:prstGeom>
              <a:noFill/>
            </p:spPr>
            <p:txBody>
              <a:bodyPr wrap="none" rtlCol="0">
                <a:spAutoFit/>
              </a:bodyPr>
              <a:lstStyle/>
              <a:p>
                <a:pPr algn="ctr"/>
                <a:r>
                  <a:rPr lang="ja-JP" altLang="en-US" sz="4800">
                    <a:solidFill>
                      <a:schemeClr val="tx1">
                        <a:lumMod val="75000"/>
                        <a:lumOff val="25000"/>
                      </a:schemeClr>
                    </a:solidFill>
                    <a:latin typeface="原稿用標準書体" panose="03000503000000000000" pitchFamily="66" charset="-128"/>
                    <a:ea typeface="原稿用標準書体" panose="03000503000000000000" pitchFamily="66" charset="-128"/>
                  </a:rPr>
                  <a:t>高</a:t>
                </a:r>
                <a:endParaRPr kumimoji="1" lang="ja-JP" altLang="en-US" sz="48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grpSp>
      <p:sp>
        <p:nvSpPr>
          <p:cNvPr id="259" name="四角形: 角を丸くする 258">
            <a:extLst>
              <a:ext uri="{FF2B5EF4-FFF2-40B4-BE49-F238E27FC236}">
                <a16:creationId xmlns:a16="http://schemas.microsoft.com/office/drawing/2014/main" id="{0696A6BA-0229-E8D1-A880-BEAB93E62E8B}"/>
              </a:ext>
            </a:extLst>
          </p:cNvPr>
          <p:cNvSpPr/>
          <p:nvPr/>
        </p:nvSpPr>
        <p:spPr>
          <a:xfrm>
            <a:off x="6536304" y="5434179"/>
            <a:ext cx="4259444" cy="688803"/>
          </a:xfrm>
          <a:prstGeom prst="roundRect">
            <a:avLst>
              <a:gd name="adj" fmla="val 6896"/>
            </a:avLst>
          </a:prstGeom>
          <a:solidFill>
            <a:schemeClr val="tx2">
              <a:lumMod val="60000"/>
              <a:lumOff val="40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a:latin typeface="原稿用標準書体" panose="03000503000000000000" pitchFamily="66" charset="-128"/>
              <a:ea typeface="原稿用標準書体" panose="03000503000000000000" pitchFamily="66" charset="-128"/>
            </a:endParaRPr>
          </a:p>
        </p:txBody>
      </p:sp>
      <p:sp>
        <p:nvSpPr>
          <p:cNvPr id="261" name="テキスト ボックス 260">
            <a:extLst>
              <a:ext uri="{FF2B5EF4-FFF2-40B4-BE49-F238E27FC236}">
                <a16:creationId xmlns:a16="http://schemas.microsoft.com/office/drawing/2014/main" id="{57F4526E-1F7D-682F-65E9-75B9CC3C3CF0}"/>
              </a:ext>
            </a:extLst>
          </p:cNvPr>
          <p:cNvSpPr txBox="1"/>
          <p:nvPr/>
        </p:nvSpPr>
        <p:spPr>
          <a:xfrm>
            <a:off x="7034810" y="5547748"/>
            <a:ext cx="3262432" cy="461665"/>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rPr>
              <a:t>現在のノード進行度</a:t>
            </a:r>
            <a:r>
              <a:rPr lang="en-US" altLang="ja-JP" sz="2400">
                <a:solidFill>
                  <a:schemeClr val="bg1">
                    <a:lumMod val="95000"/>
                  </a:schemeClr>
                </a:solidFill>
                <a:latin typeface="原稿用標準書体" panose="03000503000000000000" pitchFamily="66" charset="-128"/>
                <a:ea typeface="原稿用標準書体" panose="03000503000000000000" pitchFamily="66" charset="-128"/>
              </a:rPr>
              <a:t>00/00</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Tree>
    <p:extLst>
      <p:ext uri="{BB962C8B-B14F-4D97-AF65-F5344CB8AC3E}">
        <p14:creationId xmlns:p14="http://schemas.microsoft.com/office/powerpoint/2010/main" val="692217993"/>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bg>
      <p:bgPr>
        <a:gradFill>
          <a:gsLst>
            <a:gs pos="46690">
              <a:schemeClr val="accent6">
                <a:lumMod val="75000"/>
              </a:schemeClr>
            </a:gs>
            <a:gs pos="0">
              <a:schemeClr val="accent6">
                <a:lumMod val="50000"/>
              </a:schemeClr>
            </a:gs>
            <a:gs pos="23000">
              <a:schemeClr val="accent6">
                <a:lumMod val="75000"/>
              </a:schemeClr>
            </a:gs>
            <a:gs pos="69000">
              <a:schemeClr val="accent6">
                <a:lumMod val="50000"/>
              </a:schemeClr>
            </a:gs>
            <a:gs pos="97000">
              <a:schemeClr val="tx1">
                <a:lumMod val="85000"/>
                <a:lumOff val="15000"/>
              </a:schemeClr>
            </a:gs>
          </a:gsLst>
          <a:path path="circle">
            <a:fillToRect l="50000" t="50000" r="50000" b="50000"/>
          </a:path>
        </a:gradFill>
        <a:effectLst/>
      </p:bgPr>
    </p:bg>
    <p:spTree>
      <p:nvGrpSpPr>
        <p:cNvPr id="1" name="">
          <a:extLst>
            <a:ext uri="{FF2B5EF4-FFF2-40B4-BE49-F238E27FC236}">
              <a16:creationId xmlns:a16="http://schemas.microsoft.com/office/drawing/2014/main" id="{89D4FCB1-54EB-93D7-3DD0-C301574AAB12}"/>
            </a:ext>
          </a:extLst>
        </p:cNvPr>
        <p:cNvGrpSpPr/>
        <p:nvPr/>
      </p:nvGrpSpPr>
      <p:grpSpPr>
        <a:xfrm>
          <a:off x="0" y="0"/>
          <a:ext cx="0" cy="0"/>
          <a:chOff x="0" y="0"/>
          <a:chExt cx="0" cy="0"/>
        </a:xfrm>
      </p:grpSpPr>
      <p:sp>
        <p:nvSpPr>
          <p:cNvPr id="34" name="四角形: 角を丸くする 33">
            <a:extLst>
              <a:ext uri="{FF2B5EF4-FFF2-40B4-BE49-F238E27FC236}">
                <a16:creationId xmlns:a16="http://schemas.microsoft.com/office/drawing/2014/main" id="{54ABB11B-EE85-9699-F0E5-4A603058BC42}"/>
              </a:ext>
            </a:extLst>
          </p:cNvPr>
          <p:cNvSpPr/>
          <p:nvPr/>
        </p:nvSpPr>
        <p:spPr>
          <a:xfrm>
            <a:off x="816131" y="594830"/>
            <a:ext cx="10559738" cy="5854960"/>
          </a:xfrm>
          <a:prstGeom prst="roundRect">
            <a:avLst>
              <a:gd name="adj" fmla="val 6428"/>
            </a:avLst>
          </a:prstGeom>
          <a:solidFill>
            <a:schemeClr val="tx1">
              <a:lumMod val="75000"/>
              <a:lumOff val="25000"/>
              <a:alpha val="6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latin typeface="原稿用標準書体" panose="03000503000000000000" pitchFamily="66" charset="-128"/>
              <a:ea typeface="原稿用標準書体" panose="03000503000000000000" pitchFamily="66" charset="-128"/>
            </a:endParaRPr>
          </a:p>
        </p:txBody>
      </p:sp>
      <p:sp>
        <p:nvSpPr>
          <p:cNvPr id="8" name="四角形: 角を丸くする 7">
            <a:extLst>
              <a:ext uri="{FF2B5EF4-FFF2-40B4-BE49-F238E27FC236}">
                <a16:creationId xmlns:a16="http://schemas.microsoft.com/office/drawing/2014/main" id="{AD8FF9D3-896C-95C5-CAFF-B0B9A437F252}"/>
              </a:ext>
            </a:extLst>
          </p:cNvPr>
          <p:cNvSpPr/>
          <p:nvPr/>
        </p:nvSpPr>
        <p:spPr>
          <a:xfrm>
            <a:off x="996098" y="912842"/>
            <a:ext cx="5110794" cy="5341064"/>
          </a:xfrm>
          <a:prstGeom prst="roundRect">
            <a:avLst>
              <a:gd name="adj" fmla="val 2174"/>
            </a:avLst>
          </a:prstGeom>
          <a:solidFill>
            <a:schemeClr val="accent6">
              <a:lumMod val="40000"/>
              <a:lumOff val="6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20" name="テキスト ボックス 19">
            <a:extLst>
              <a:ext uri="{FF2B5EF4-FFF2-40B4-BE49-F238E27FC236}">
                <a16:creationId xmlns:a16="http://schemas.microsoft.com/office/drawing/2014/main" id="{8427B49C-32CF-1CA0-1243-8080ECA92AC4}"/>
              </a:ext>
            </a:extLst>
          </p:cNvPr>
          <p:cNvSpPr txBox="1"/>
          <p:nvPr/>
        </p:nvSpPr>
        <p:spPr>
          <a:xfrm>
            <a:off x="1206202" y="988293"/>
            <a:ext cx="4185761" cy="584775"/>
          </a:xfrm>
          <a:prstGeom prst="rect">
            <a:avLst/>
          </a:prstGeom>
          <a:noFill/>
        </p:spPr>
        <p:txBody>
          <a:bodyPr wrap="none" rtlCol="0">
            <a:spAutoFit/>
          </a:bodyPr>
          <a:lstStyle/>
          <a:p>
            <a:r>
              <a:rPr lang="ja-JP" altLang="en-US" sz="3200" dirty="0">
                <a:solidFill>
                  <a:schemeClr val="tx1">
                    <a:lumMod val="75000"/>
                    <a:lumOff val="25000"/>
                  </a:schemeClr>
                </a:solidFill>
                <a:latin typeface="原稿用標準書体" panose="03000503000000000000" pitchFamily="66" charset="-128"/>
                <a:ea typeface="原稿用標準書体" panose="03000503000000000000" pitchFamily="66" charset="-128"/>
              </a:rPr>
              <a:t>前衛</a:t>
            </a:r>
            <a:r>
              <a:rPr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a:t>
            </a:r>
            <a:r>
              <a:rPr lang="en-US" altLang="ja-JP"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ATK+20%</a:t>
            </a:r>
            <a:r>
              <a:rPr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、注目度</a:t>
            </a:r>
            <a:r>
              <a:rPr lang="en-US" altLang="ja-JP"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+4</a:t>
            </a:r>
            <a:r>
              <a:rPr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、回避率</a:t>
            </a:r>
            <a:r>
              <a:rPr lang="en-US" altLang="ja-JP"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-20%</a:t>
            </a:r>
            <a:endParaRPr kumimoji="1" lang="ja-JP" altLang="en-US" sz="32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21" name="四角形: 角を丸くする 20">
            <a:extLst>
              <a:ext uri="{FF2B5EF4-FFF2-40B4-BE49-F238E27FC236}">
                <a16:creationId xmlns:a16="http://schemas.microsoft.com/office/drawing/2014/main" id="{B0D1F3AC-1467-395D-5235-7BCC04AD83D4}"/>
              </a:ext>
            </a:extLst>
          </p:cNvPr>
          <p:cNvSpPr/>
          <p:nvPr/>
        </p:nvSpPr>
        <p:spPr>
          <a:xfrm>
            <a:off x="1178850" y="1694047"/>
            <a:ext cx="1104265" cy="1100880"/>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22" name="四角形: 角を丸くする 21">
            <a:extLst>
              <a:ext uri="{FF2B5EF4-FFF2-40B4-BE49-F238E27FC236}">
                <a16:creationId xmlns:a16="http://schemas.microsoft.com/office/drawing/2014/main" id="{D7703C7E-CCA7-BEC2-58EF-4DB7B54CE265}"/>
              </a:ext>
            </a:extLst>
          </p:cNvPr>
          <p:cNvSpPr/>
          <p:nvPr/>
        </p:nvSpPr>
        <p:spPr>
          <a:xfrm>
            <a:off x="2392525" y="1694047"/>
            <a:ext cx="1104265" cy="1100880"/>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23" name="四角形: 角を丸くする 22">
            <a:extLst>
              <a:ext uri="{FF2B5EF4-FFF2-40B4-BE49-F238E27FC236}">
                <a16:creationId xmlns:a16="http://schemas.microsoft.com/office/drawing/2014/main" id="{79D12927-80C6-B541-2F87-4B70D828C789}"/>
              </a:ext>
            </a:extLst>
          </p:cNvPr>
          <p:cNvSpPr/>
          <p:nvPr/>
        </p:nvSpPr>
        <p:spPr>
          <a:xfrm>
            <a:off x="3606199" y="1694047"/>
            <a:ext cx="1104265" cy="1100880"/>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24" name="四角形: 角を丸くする 23">
            <a:extLst>
              <a:ext uri="{FF2B5EF4-FFF2-40B4-BE49-F238E27FC236}">
                <a16:creationId xmlns:a16="http://schemas.microsoft.com/office/drawing/2014/main" id="{8E15E065-79B5-B697-BABB-095BE7080666}"/>
              </a:ext>
            </a:extLst>
          </p:cNvPr>
          <p:cNvSpPr/>
          <p:nvPr/>
        </p:nvSpPr>
        <p:spPr>
          <a:xfrm>
            <a:off x="4819874" y="1694047"/>
            <a:ext cx="1104265" cy="1100880"/>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25" name="テキスト ボックス 24">
            <a:extLst>
              <a:ext uri="{FF2B5EF4-FFF2-40B4-BE49-F238E27FC236}">
                <a16:creationId xmlns:a16="http://schemas.microsoft.com/office/drawing/2014/main" id="{D26A1020-3BBE-38AD-1835-EB6EC948F8D2}"/>
              </a:ext>
            </a:extLst>
          </p:cNvPr>
          <p:cNvSpPr txBox="1"/>
          <p:nvPr/>
        </p:nvSpPr>
        <p:spPr>
          <a:xfrm>
            <a:off x="1206202" y="3668155"/>
            <a:ext cx="4185761" cy="584775"/>
          </a:xfrm>
          <a:prstGeom prst="rect">
            <a:avLst/>
          </a:prstGeom>
          <a:noFill/>
        </p:spPr>
        <p:txBody>
          <a:bodyPr wrap="none" rtlCol="0">
            <a:spAutoFit/>
          </a:bodyPr>
          <a:lstStyle/>
          <a:p>
            <a:r>
              <a:rPr lang="ja-JP" altLang="en-US" sz="3200" dirty="0">
                <a:solidFill>
                  <a:schemeClr val="bg1">
                    <a:lumMod val="95000"/>
                  </a:schemeClr>
                </a:solidFill>
                <a:latin typeface="原稿用標準書体" panose="03000503000000000000" pitchFamily="66" charset="-128"/>
                <a:ea typeface="原稿用標準書体" panose="03000503000000000000" pitchFamily="66" charset="-128"/>
              </a:rPr>
              <a:t>後衛</a:t>
            </a:r>
            <a:r>
              <a:rPr lang="ja-JP" altLang="en-US" sz="1600" dirty="0">
                <a:solidFill>
                  <a:schemeClr val="bg1">
                    <a:lumMod val="95000"/>
                  </a:schemeClr>
                </a:solidFill>
                <a:latin typeface="原稿用標準書体" panose="03000503000000000000" pitchFamily="66" charset="-128"/>
                <a:ea typeface="原稿用標準書体" panose="03000503000000000000" pitchFamily="66" charset="-128"/>
              </a:rPr>
              <a:t>：回避率</a:t>
            </a:r>
            <a:r>
              <a:rPr lang="en-US" altLang="ja-JP" sz="1600" dirty="0">
                <a:solidFill>
                  <a:schemeClr val="bg1">
                    <a:lumMod val="95000"/>
                  </a:schemeClr>
                </a:solidFill>
                <a:latin typeface="原稿用標準書体" panose="03000503000000000000" pitchFamily="66" charset="-128"/>
                <a:ea typeface="原稿用標準書体" panose="03000503000000000000" pitchFamily="66" charset="-128"/>
              </a:rPr>
              <a:t>+20%</a:t>
            </a:r>
            <a:r>
              <a:rPr lang="ja-JP" altLang="en-US" sz="1600" dirty="0">
                <a:solidFill>
                  <a:schemeClr val="bg1">
                    <a:lumMod val="95000"/>
                  </a:schemeClr>
                </a:solidFill>
                <a:latin typeface="原稿用標準書体" panose="03000503000000000000" pitchFamily="66" charset="-128"/>
                <a:ea typeface="原稿用標準書体" panose="03000503000000000000" pitchFamily="66" charset="-128"/>
              </a:rPr>
              <a:t>、注目度</a:t>
            </a:r>
            <a:r>
              <a:rPr lang="en-US" altLang="ja-JP" sz="1600" dirty="0">
                <a:solidFill>
                  <a:schemeClr val="bg1">
                    <a:lumMod val="95000"/>
                  </a:schemeClr>
                </a:solidFill>
                <a:latin typeface="原稿用標準書体" panose="03000503000000000000" pitchFamily="66" charset="-128"/>
                <a:ea typeface="原稿用標準書体" panose="03000503000000000000" pitchFamily="66" charset="-128"/>
              </a:rPr>
              <a:t>+1</a:t>
            </a:r>
            <a:r>
              <a:rPr lang="ja-JP" altLang="en-US" sz="1600" dirty="0">
                <a:solidFill>
                  <a:schemeClr val="bg1">
                    <a:lumMod val="95000"/>
                  </a:schemeClr>
                </a:solidFill>
                <a:latin typeface="原稿用標準書体" panose="03000503000000000000" pitchFamily="66" charset="-128"/>
                <a:ea typeface="原稿用標準書体" panose="03000503000000000000" pitchFamily="66" charset="-128"/>
              </a:rPr>
              <a:t>、</a:t>
            </a:r>
            <a:r>
              <a:rPr lang="en-US" altLang="ja-JP" sz="1600" dirty="0">
                <a:solidFill>
                  <a:schemeClr val="bg1">
                    <a:lumMod val="95000"/>
                  </a:schemeClr>
                </a:solidFill>
                <a:latin typeface="原稿用標準書体" panose="03000503000000000000" pitchFamily="66" charset="-128"/>
                <a:ea typeface="原稿用標準書体" panose="03000503000000000000" pitchFamily="66" charset="-128"/>
              </a:rPr>
              <a:t>ATK-20%</a:t>
            </a:r>
            <a:endParaRPr kumimoji="1" lang="ja-JP" altLang="en-US" sz="32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26" name="グループ化 25">
            <a:extLst>
              <a:ext uri="{FF2B5EF4-FFF2-40B4-BE49-F238E27FC236}">
                <a16:creationId xmlns:a16="http://schemas.microsoft.com/office/drawing/2014/main" id="{55FC6179-91E5-2F60-7899-340E356DE89C}"/>
              </a:ext>
            </a:extLst>
          </p:cNvPr>
          <p:cNvGrpSpPr/>
          <p:nvPr/>
        </p:nvGrpSpPr>
        <p:grpSpPr>
          <a:xfrm>
            <a:off x="1178850" y="4381282"/>
            <a:ext cx="4745291" cy="1100880"/>
            <a:chOff x="922576" y="2450171"/>
            <a:chExt cx="5301952" cy="1309138"/>
          </a:xfrm>
          <a:solidFill>
            <a:schemeClr val="bg1">
              <a:lumMod val="85000"/>
              <a:alpha val="85000"/>
            </a:schemeClr>
          </a:solidFill>
        </p:grpSpPr>
        <p:sp>
          <p:nvSpPr>
            <p:cNvPr id="173" name="四角形: 角を丸くする 172">
              <a:extLst>
                <a:ext uri="{FF2B5EF4-FFF2-40B4-BE49-F238E27FC236}">
                  <a16:creationId xmlns:a16="http://schemas.microsoft.com/office/drawing/2014/main" id="{274CCB46-5E96-3156-5E32-1C7AC5729075}"/>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74" name="四角形: 角を丸くする 173">
              <a:extLst>
                <a:ext uri="{FF2B5EF4-FFF2-40B4-BE49-F238E27FC236}">
                  <a16:creationId xmlns:a16="http://schemas.microsoft.com/office/drawing/2014/main" id="{8407FA76-A7B7-6D37-27E4-84FE7AD3782D}"/>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75" name="四角形: 角を丸くする 174">
              <a:extLst>
                <a:ext uri="{FF2B5EF4-FFF2-40B4-BE49-F238E27FC236}">
                  <a16:creationId xmlns:a16="http://schemas.microsoft.com/office/drawing/2014/main" id="{85FB67CD-E038-21C4-10FC-A65A49D40182}"/>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76" name="四角形: 角を丸くする 175">
              <a:extLst>
                <a:ext uri="{FF2B5EF4-FFF2-40B4-BE49-F238E27FC236}">
                  <a16:creationId xmlns:a16="http://schemas.microsoft.com/office/drawing/2014/main" id="{630D4D32-56F2-1AA1-721B-89B30E51A855}"/>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latin typeface="原稿用標準書体" panose="03000503000000000000" pitchFamily="66" charset="-128"/>
                <a:ea typeface="原稿用標準書体" panose="03000503000000000000" pitchFamily="66" charset="-128"/>
              </a:endParaRPr>
            </a:p>
          </p:txBody>
        </p:sp>
      </p:grpSp>
      <p:cxnSp>
        <p:nvCxnSpPr>
          <p:cNvPr id="27" name="直線コネクタ 26">
            <a:extLst>
              <a:ext uri="{FF2B5EF4-FFF2-40B4-BE49-F238E27FC236}">
                <a16:creationId xmlns:a16="http://schemas.microsoft.com/office/drawing/2014/main" id="{0EA71391-305B-7444-D183-24DA5834D95B}"/>
              </a:ext>
            </a:extLst>
          </p:cNvPr>
          <p:cNvCxnSpPr>
            <a:cxnSpLocks/>
          </p:cNvCxnSpPr>
          <p:nvPr/>
        </p:nvCxnSpPr>
        <p:spPr>
          <a:xfrm>
            <a:off x="1151498" y="3583374"/>
            <a:ext cx="4799995" cy="0"/>
          </a:xfrm>
          <a:prstGeom prst="line">
            <a:avLst/>
          </a:prstGeom>
          <a:ln w="12700">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grpSp>
        <p:nvGrpSpPr>
          <p:cNvPr id="28" name="グループ化 27">
            <a:extLst>
              <a:ext uri="{FF2B5EF4-FFF2-40B4-BE49-F238E27FC236}">
                <a16:creationId xmlns:a16="http://schemas.microsoft.com/office/drawing/2014/main" id="{0C0295C0-F818-9310-6D7E-96748827157B}"/>
              </a:ext>
            </a:extLst>
          </p:cNvPr>
          <p:cNvGrpSpPr/>
          <p:nvPr/>
        </p:nvGrpSpPr>
        <p:grpSpPr>
          <a:xfrm>
            <a:off x="1176551" y="2871355"/>
            <a:ext cx="4745291" cy="569143"/>
            <a:chOff x="922576" y="2450171"/>
            <a:chExt cx="5301952" cy="1309138"/>
          </a:xfrm>
          <a:solidFill>
            <a:schemeClr val="tx1">
              <a:lumMod val="75000"/>
              <a:lumOff val="25000"/>
              <a:alpha val="85000"/>
            </a:schemeClr>
          </a:solidFill>
        </p:grpSpPr>
        <p:sp>
          <p:nvSpPr>
            <p:cNvPr id="169" name="四角形: 角を丸くする 168">
              <a:extLst>
                <a:ext uri="{FF2B5EF4-FFF2-40B4-BE49-F238E27FC236}">
                  <a16:creationId xmlns:a16="http://schemas.microsoft.com/office/drawing/2014/main" id="{EF92D18F-EE43-F395-C2B7-66928B53BF1C}"/>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70" name="四角形: 角を丸くする 169">
              <a:extLst>
                <a:ext uri="{FF2B5EF4-FFF2-40B4-BE49-F238E27FC236}">
                  <a16:creationId xmlns:a16="http://schemas.microsoft.com/office/drawing/2014/main" id="{052EC536-02F4-EE66-1106-426F04D42842}"/>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71" name="四角形: 角を丸くする 170">
              <a:extLst>
                <a:ext uri="{FF2B5EF4-FFF2-40B4-BE49-F238E27FC236}">
                  <a16:creationId xmlns:a16="http://schemas.microsoft.com/office/drawing/2014/main" id="{F40B2C06-684D-C1BD-E2DF-79D0E621DFB9}"/>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72" name="四角形: 角を丸くする 171">
              <a:extLst>
                <a:ext uri="{FF2B5EF4-FFF2-40B4-BE49-F238E27FC236}">
                  <a16:creationId xmlns:a16="http://schemas.microsoft.com/office/drawing/2014/main" id="{16D14F4B-D93A-00DD-40D9-E68479794C31}"/>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grpSp>
      <p:grpSp>
        <p:nvGrpSpPr>
          <p:cNvPr id="29" name="グループ化 28">
            <a:extLst>
              <a:ext uri="{FF2B5EF4-FFF2-40B4-BE49-F238E27FC236}">
                <a16:creationId xmlns:a16="http://schemas.microsoft.com/office/drawing/2014/main" id="{D523FE46-DCEB-900E-13F1-935CD201352D}"/>
              </a:ext>
            </a:extLst>
          </p:cNvPr>
          <p:cNvGrpSpPr/>
          <p:nvPr/>
        </p:nvGrpSpPr>
        <p:grpSpPr>
          <a:xfrm>
            <a:off x="1176551" y="5566940"/>
            <a:ext cx="4745291" cy="569143"/>
            <a:chOff x="922576" y="2450171"/>
            <a:chExt cx="5301952" cy="1309138"/>
          </a:xfrm>
          <a:solidFill>
            <a:schemeClr val="bg1">
              <a:lumMod val="85000"/>
              <a:alpha val="85000"/>
            </a:schemeClr>
          </a:solidFill>
        </p:grpSpPr>
        <p:sp>
          <p:nvSpPr>
            <p:cNvPr id="165" name="四角形: 角を丸くする 164">
              <a:extLst>
                <a:ext uri="{FF2B5EF4-FFF2-40B4-BE49-F238E27FC236}">
                  <a16:creationId xmlns:a16="http://schemas.microsoft.com/office/drawing/2014/main" id="{CC994937-EACF-E4F0-94EC-FB1A82E3AE63}"/>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66" name="四角形: 角を丸くする 165">
              <a:extLst>
                <a:ext uri="{FF2B5EF4-FFF2-40B4-BE49-F238E27FC236}">
                  <a16:creationId xmlns:a16="http://schemas.microsoft.com/office/drawing/2014/main" id="{69A0FBDB-4102-353E-4A3F-62453943F1D3}"/>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67" name="四角形: 角を丸くする 166">
              <a:extLst>
                <a:ext uri="{FF2B5EF4-FFF2-40B4-BE49-F238E27FC236}">
                  <a16:creationId xmlns:a16="http://schemas.microsoft.com/office/drawing/2014/main" id="{D4E4F153-2194-2E54-DDFC-A680438EF536}"/>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68" name="四角形: 角を丸くする 167">
              <a:extLst>
                <a:ext uri="{FF2B5EF4-FFF2-40B4-BE49-F238E27FC236}">
                  <a16:creationId xmlns:a16="http://schemas.microsoft.com/office/drawing/2014/main" id="{6FFAFE71-3184-A6A4-64AE-46D541D0F0E7}"/>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grpSp>
      <p:grpSp>
        <p:nvGrpSpPr>
          <p:cNvPr id="2" name="グループ化 1">
            <a:extLst>
              <a:ext uri="{FF2B5EF4-FFF2-40B4-BE49-F238E27FC236}">
                <a16:creationId xmlns:a16="http://schemas.microsoft.com/office/drawing/2014/main" id="{D0AEAA49-33D6-CF09-7BDE-046D6C62E366}"/>
              </a:ext>
            </a:extLst>
          </p:cNvPr>
          <p:cNvGrpSpPr/>
          <p:nvPr/>
        </p:nvGrpSpPr>
        <p:grpSpPr>
          <a:xfrm>
            <a:off x="6292077" y="1068435"/>
            <a:ext cx="893760" cy="1305019"/>
            <a:chOff x="6497359" y="1068435"/>
            <a:chExt cx="1273542" cy="1305019"/>
          </a:xfrm>
        </p:grpSpPr>
        <p:sp>
          <p:nvSpPr>
            <p:cNvPr id="5" name="四角形: 角を丸くする 4">
              <a:extLst>
                <a:ext uri="{FF2B5EF4-FFF2-40B4-BE49-F238E27FC236}">
                  <a16:creationId xmlns:a16="http://schemas.microsoft.com/office/drawing/2014/main" id="{C46525F4-97AF-B7C6-231D-A2C4DB799D83}"/>
                </a:ext>
              </a:extLst>
            </p:cNvPr>
            <p:cNvSpPr/>
            <p:nvPr/>
          </p:nvSpPr>
          <p:spPr>
            <a:xfrm>
              <a:off x="6497359" y="1068435"/>
              <a:ext cx="1273542" cy="1305019"/>
            </a:xfrm>
            <a:prstGeom prst="roundRect">
              <a:avLst>
                <a:gd name="adj" fmla="val 4721"/>
              </a:avLst>
            </a:prstGeom>
            <a:solidFill>
              <a:schemeClr val="bg1">
                <a:lumMod val="7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30" name="テキスト ボックス 29">
              <a:extLst>
                <a:ext uri="{FF2B5EF4-FFF2-40B4-BE49-F238E27FC236}">
                  <a16:creationId xmlns:a16="http://schemas.microsoft.com/office/drawing/2014/main" id="{867CF8D9-DC08-56F5-8DFC-96DF79CF4DB2}"/>
                </a:ext>
              </a:extLst>
            </p:cNvPr>
            <p:cNvSpPr txBox="1"/>
            <p:nvPr/>
          </p:nvSpPr>
          <p:spPr>
            <a:xfrm>
              <a:off x="6692593" y="1130817"/>
              <a:ext cx="877796" cy="371375"/>
            </a:xfrm>
            <a:prstGeom prst="rect">
              <a:avLst/>
            </a:prstGeom>
            <a:noFill/>
          </p:spPr>
          <p:txBody>
            <a:bodyPr wrap="none" rtlCol="0">
              <a:spAutoFit/>
            </a:bodyP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ゲート</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35" name="グループ化 34">
            <a:extLst>
              <a:ext uri="{FF2B5EF4-FFF2-40B4-BE49-F238E27FC236}">
                <a16:creationId xmlns:a16="http://schemas.microsoft.com/office/drawing/2014/main" id="{F3970AD3-D722-CF7B-1C64-5692E187D06D}"/>
              </a:ext>
            </a:extLst>
          </p:cNvPr>
          <p:cNvGrpSpPr/>
          <p:nvPr/>
        </p:nvGrpSpPr>
        <p:grpSpPr>
          <a:xfrm>
            <a:off x="1409404" y="2982844"/>
            <a:ext cx="4293744" cy="371375"/>
            <a:chOff x="1152258" y="2766548"/>
            <a:chExt cx="4797436" cy="414940"/>
          </a:xfrm>
        </p:grpSpPr>
        <p:sp>
          <p:nvSpPr>
            <p:cNvPr id="161" name="テキスト ボックス 160">
              <a:extLst>
                <a:ext uri="{FF2B5EF4-FFF2-40B4-BE49-F238E27FC236}">
                  <a16:creationId xmlns:a16="http://schemas.microsoft.com/office/drawing/2014/main" id="{21174623-7EC3-343A-9221-900B4DF525BB}"/>
                </a:ext>
              </a:extLst>
            </p:cNvPr>
            <p:cNvSpPr txBox="1"/>
            <p:nvPr/>
          </p:nvSpPr>
          <p:spPr>
            <a:xfrm>
              <a:off x="1152258" y="2766548"/>
              <a:ext cx="729290" cy="414940"/>
            </a:xfrm>
            <a:prstGeom prst="rect">
              <a:avLst/>
            </a:prstGeom>
            <a:noFill/>
          </p:spPr>
          <p:txBody>
            <a:bodyPr wrap="none" rtlCol="0">
              <a:spAutoFit/>
            </a:bodyP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62" name="テキスト ボックス 161">
              <a:extLst>
                <a:ext uri="{FF2B5EF4-FFF2-40B4-BE49-F238E27FC236}">
                  <a16:creationId xmlns:a16="http://schemas.microsoft.com/office/drawing/2014/main" id="{622A96B1-C130-0D2C-EFAD-6115C78F05F0}"/>
                </a:ext>
              </a:extLst>
            </p:cNvPr>
            <p:cNvSpPr txBox="1"/>
            <p:nvPr/>
          </p:nvSpPr>
          <p:spPr>
            <a:xfrm>
              <a:off x="2508307" y="2766548"/>
              <a:ext cx="729290" cy="414940"/>
            </a:xfrm>
            <a:prstGeom prst="rect">
              <a:avLst/>
            </a:prstGeom>
            <a:noFill/>
          </p:spPr>
          <p:txBody>
            <a:bodyPr wrap="none" rtlCol="0">
              <a:spAutoFit/>
            </a:bodyP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63" name="テキスト ボックス 162">
              <a:extLst>
                <a:ext uri="{FF2B5EF4-FFF2-40B4-BE49-F238E27FC236}">
                  <a16:creationId xmlns:a16="http://schemas.microsoft.com/office/drawing/2014/main" id="{26C6AA28-B853-901A-5A36-F3A9AB7C9146}"/>
                </a:ext>
              </a:extLst>
            </p:cNvPr>
            <p:cNvSpPr txBox="1"/>
            <p:nvPr/>
          </p:nvSpPr>
          <p:spPr>
            <a:xfrm>
              <a:off x="3864356" y="2766548"/>
              <a:ext cx="729290" cy="414940"/>
            </a:xfrm>
            <a:prstGeom prst="rect">
              <a:avLst/>
            </a:prstGeom>
            <a:noFill/>
          </p:spPr>
          <p:txBody>
            <a:bodyPr wrap="none" rtlCol="0">
              <a:spAutoFit/>
            </a:bodyP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64" name="テキスト ボックス 163">
              <a:extLst>
                <a:ext uri="{FF2B5EF4-FFF2-40B4-BE49-F238E27FC236}">
                  <a16:creationId xmlns:a16="http://schemas.microsoft.com/office/drawing/2014/main" id="{D7254854-FA5C-FA58-7AD1-E24382CE689C}"/>
                </a:ext>
              </a:extLst>
            </p:cNvPr>
            <p:cNvSpPr txBox="1"/>
            <p:nvPr/>
          </p:nvSpPr>
          <p:spPr>
            <a:xfrm>
              <a:off x="5220404" y="2766548"/>
              <a:ext cx="729290" cy="414940"/>
            </a:xfrm>
            <a:prstGeom prst="rect">
              <a:avLst/>
            </a:prstGeom>
            <a:noFill/>
          </p:spPr>
          <p:txBody>
            <a:bodyPr wrap="none" rtlCol="0">
              <a:spAutoFit/>
            </a:bodyP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sp>
        <p:nvSpPr>
          <p:cNvPr id="36" name="テキスト ボックス 35">
            <a:extLst>
              <a:ext uri="{FF2B5EF4-FFF2-40B4-BE49-F238E27FC236}">
                <a16:creationId xmlns:a16="http://schemas.microsoft.com/office/drawing/2014/main" id="{DA352DD2-EBB0-ECB3-9C3A-BEB51EE6512F}"/>
              </a:ext>
            </a:extLst>
          </p:cNvPr>
          <p:cNvSpPr txBox="1"/>
          <p:nvPr/>
        </p:nvSpPr>
        <p:spPr>
          <a:xfrm>
            <a:off x="1409404" y="5672705"/>
            <a:ext cx="652720" cy="371375"/>
          </a:xfrm>
          <a:prstGeom prst="rect">
            <a:avLst/>
          </a:prstGeom>
          <a:noFill/>
        </p:spPr>
        <p:txBody>
          <a:bodyPr wrap="none" rtlCol="0">
            <a:spAutoFit/>
          </a:bodyPr>
          <a:lstStyle/>
          <a:p>
            <a:pPr algn="ct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37" name="テキスト ボックス 36">
            <a:extLst>
              <a:ext uri="{FF2B5EF4-FFF2-40B4-BE49-F238E27FC236}">
                <a16:creationId xmlns:a16="http://schemas.microsoft.com/office/drawing/2014/main" id="{440C2172-1E0D-706B-8970-6C9615DE3D98}"/>
              </a:ext>
            </a:extLst>
          </p:cNvPr>
          <p:cNvSpPr txBox="1"/>
          <p:nvPr/>
        </p:nvSpPr>
        <p:spPr>
          <a:xfrm>
            <a:off x="2623078" y="5672705"/>
            <a:ext cx="652720" cy="371375"/>
          </a:xfrm>
          <a:prstGeom prst="rect">
            <a:avLst/>
          </a:prstGeom>
          <a:noFill/>
        </p:spPr>
        <p:txBody>
          <a:bodyPr wrap="none" rtlCol="0">
            <a:spAutoFit/>
          </a:bodyPr>
          <a:lstStyle/>
          <a:p>
            <a:pPr algn="ct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38" name="テキスト ボックス 37">
            <a:extLst>
              <a:ext uri="{FF2B5EF4-FFF2-40B4-BE49-F238E27FC236}">
                <a16:creationId xmlns:a16="http://schemas.microsoft.com/office/drawing/2014/main" id="{20D87246-CA23-6B10-0334-8A807C90F82D}"/>
              </a:ext>
            </a:extLst>
          </p:cNvPr>
          <p:cNvSpPr txBox="1"/>
          <p:nvPr/>
        </p:nvSpPr>
        <p:spPr>
          <a:xfrm>
            <a:off x="3836753" y="5672705"/>
            <a:ext cx="652720" cy="371375"/>
          </a:xfrm>
          <a:prstGeom prst="rect">
            <a:avLst/>
          </a:prstGeom>
          <a:noFill/>
        </p:spPr>
        <p:txBody>
          <a:bodyPr wrap="none" rtlCol="0">
            <a:spAutoFit/>
          </a:bodyPr>
          <a:lstStyle/>
          <a:p>
            <a:pPr algn="ct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39" name="グループ化 38">
            <a:extLst>
              <a:ext uri="{FF2B5EF4-FFF2-40B4-BE49-F238E27FC236}">
                <a16:creationId xmlns:a16="http://schemas.microsoft.com/office/drawing/2014/main" id="{DD470FEB-EE24-6E02-514F-8BFF27BBE3BC}"/>
              </a:ext>
            </a:extLst>
          </p:cNvPr>
          <p:cNvGrpSpPr/>
          <p:nvPr/>
        </p:nvGrpSpPr>
        <p:grpSpPr>
          <a:xfrm>
            <a:off x="1292085" y="2047871"/>
            <a:ext cx="4518820" cy="371375"/>
            <a:chOff x="1026519" y="2766548"/>
            <a:chExt cx="5048914" cy="414940"/>
          </a:xfrm>
        </p:grpSpPr>
        <p:sp>
          <p:nvSpPr>
            <p:cNvPr id="157" name="テキスト ボックス 156">
              <a:extLst>
                <a:ext uri="{FF2B5EF4-FFF2-40B4-BE49-F238E27FC236}">
                  <a16:creationId xmlns:a16="http://schemas.microsoft.com/office/drawing/2014/main" id="{44878088-F874-8B4B-A366-331EECA7C0F0}"/>
                </a:ext>
              </a:extLst>
            </p:cNvPr>
            <p:cNvSpPr txBox="1"/>
            <p:nvPr/>
          </p:nvSpPr>
          <p:spPr>
            <a:xfrm>
              <a:off x="1026519" y="2766548"/>
              <a:ext cx="980768" cy="414940"/>
            </a:xfrm>
            <a:prstGeom prst="rect">
              <a:avLst/>
            </a:prstGeom>
            <a:noFill/>
          </p:spPr>
          <p:txBody>
            <a:bodyPr wrap="none" rtlCol="0">
              <a:spAutoFit/>
            </a:bodyP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キャラ</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58" name="テキスト ボックス 157">
              <a:extLst>
                <a:ext uri="{FF2B5EF4-FFF2-40B4-BE49-F238E27FC236}">
                  <a16:creationId xmlns:a16="http://schemas.microsoft.com/office/drawing/2014/main" id="{AD7B17C7-7D15-19A7-35AE-94525F01DF81}"/>
                </a:ext>
              </a:extLst>
            </p:cNvPr>
            <p:cNvSpPr txBox="1"/>
            <p:nvPr/>
          </p:nvSpPr>
          <p:spPr>
            <a:xfrm>
              <a:off x="2382568" y="2766548"/>
              <a:ext cx="980768" cy="414940"/>
            </a:xfrm>
            <a:prstGeom prst="rect">
              <a:avLst/>
            </a:prstGeom>
            <a:noFill/>
          </p:spPr>
          <p:txBody>
            <a:bodyPr wrap="none" rtlCol="0">
              <a:spAutoFit/>
            </a:bodyP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sp>
          <p:nvSpPr>
            <p:cNvPr id="159" name="テキスト ボックス 158">
              <a:extLst>
                <a:ext uri="{FF2B5EF4-FFF2-40B4-BE49-F238E27FC236}">
                  <a16:creationId xmlns:a16="http://schemas.microsoft.com/office/drawing/2014/main" id="{F8BD63B4-4C98-B427-34A2-26BD80E4349A}"/>
                </a:ext>
              </a:extLst>
            </p:cNvPr>
            <p:cNvSpPr txBox="1"/>
            <p:nvPr/>
          </p:nvSpPr>
          <p:spPr>
            <a:xfrm>
              <a:off x="3738618" y="2766548"/>
              <a:ext cx="980768" cy="414940"/>
            </a:xfrm>
            <a:prstGeom prst="rect">
              <a:avLst/>
            </a:prstGeom>
            <a:noFill/>
          </p:spPr>
          <p:txBody>
            <a:bodyPr wrap="none" rtlCol="0">
              <a:spAutoFit/>
            </a:bodyP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sp>
          <p:nvSpPr>
            <p:cNvPr id="160" name="テキスト ボックス 159">
              <a:extLst>
                <a:ext uri="{FF2B5EF4-FFF2-40B4-BE49-F238E27FC236}">
                  <a16:creationId xmlns:a16="http://schemas.microsoft.com/office/drawing/2014/main" id="{32316ECC-7543-1607-BBAE-03C63A0E6516}"/>
                </a:ext>
              </a:extLst>
            </p:cNvPr>
            <p:cNvSpPr txBox="1"/>
            <p:nvPr/>
          </p:nvSpPr>
          <p:spPr>
            <a:xfrm>
              <a:off x="5094665" y="2766548"/>
              <a:ext cx="980768" cy="414940"/>
            </a:xfrm>
            <a:prstGeom prst="rect">
              <a:avLst/>
            </a:prstGeom>
            <a:noFill/>
          </p:spPr>
          <p:txBody>
            <a:bodyPr wrap="none" rtlCol="0">
              <a:spAutoFit/>
            </a:bodyP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nvGrpSpPr>
          <p:cNvPr id="40" name="グループ化 39">
            <a:extLst>
              <a:ext uri="{FF2B5EF4-FFF2-40B4-BE49-F238E27FC236}">
                <a16:creationId xmlns:a16="http://schemas.microsoft.com/office/drawing/2014/main" id="{C9F9C476-BA8C-27DC-A9FC-01CECCA4CF92}"/>
              </a:ext>
            </a:extLst>
          </p:cNvPr>
          <p:cNvGrpSpPr/>
          <p:nvPr/>
        </p:nvGrpSpPr>
        <p:grpSpPr>
          <a:xfrm>
            <a:off x="1261825" y="4778493"/>
            <a:ext cx="4172287" cy="371375"/>
            <a:chOff x="1026519" y="2766548"/>
            <a:chExt cx="4661731" cy="414940"/>
          </a:xfrm>
        </p:grpSpPr>
        <p:sp>
          <p:nvSpPr>
            <p:cNvPr id="153" name="テキスト ボックス 152">
              <a:extLst>
                <a:ext uri="{FF2B5EF4-FFF2-40B4-BE49-F238E27FC236}">
                  <a16:creationId xmlns:a16="http://schemas.microsoft.com/office/drawing/2014/main" id="{49D887AE-ED36-D615-EBC2-DA588C3F6E8C}"/>
                </a:ext>
              </a:extLst>
            </p:cNvPr>
            <p:cNvSpPr txBox="1"/>
            <p:nvPr/>
          </p:nvSpPr>
          <p:spPr>
            <a:xfrm>
              <a:off x="1026519" y="2766548"/>
              <a:ext cx="980768" cy="414940"/>
            </a:xfrm>
            <a:prstGeom prst="rect">
              <a:avLst/>
            </a:prstGeom>
            <a:noFill/>
          </p:spPr>
          <p:txBody>
            <a:bodyPr wrap="none" rtlCol="0">
              <a:spAutoFit/>
            </a:bodyPr>
            <a:lstStyle/>
            <a:p>
              <a:pPr algn="ct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endParaRPr kumimoji="1"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154" name="テキスト ボックス 153">
              <a:extLst>
                <a:ext uri="{FF2B5EF4-FFF2-40B4-BE49-F238E27FC236}">
                  <a16:creationId xmlns:a16="http://schemas.microsoft.com/office/drawing/2014/main" id="{45433712-0DE3-E110-7911-8C88793D9B6D}"/>
                </a:ext>
              </a:extLst>
            </p:cNvPr>
            <p:cNvSpPr txBox="1"/>
            <p:nvPr/>
          </p:nvSpPr>
          <p:spPr>
            <a:xfrm>
              <a:off x="2382568" y="2766548"/>
              <a:ext cx="980768" cy="414940"/>
            </a:xfrm>
            <a:prstGeom prst="rect">
              <a:avLst/>
            </a:prstGeom>
            <a:noFill/>
          </p:spPr>
          <p:txBody>
            <a:bodyPr wrap="none" rtlCol="0">
              <a:spAutoFit/>
            </a:bodyPr>
            <a:lstStyle/>
            <a:p>
              <a:pPr algn="ct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sp>
          <p:nvSpPr>
            <p:cNvPr id="155" name="テキスト ボックス 154">
              <a:extLst>
                <a:ext uri="{FF2B5EF4-FFF2-40B4-BE49-F238E27FC236}">
                  <a16:creationId xmlns:a16="http://schemas.microsoft.com/office/drawing/2014/main" id="{DE48E4CB-0DEC-CA64-FB20-E06DCB422B0B}"/>
                </a:ext>
              </a:extLst>
            </p:cNvPr>
            <p:cNvSpPr txBox="1"/>
            <p:nvPr/>
          </p:nvSpPr>
          <p:spPr>
            <a:xfrm>
              <a:off x="3738618" y="2766548"/>
              <a:ext cx="980768" cy="414940"/>
            </a:xfrm>
            <a:prstGeom prst="rect">
              <a:avLst/>
            </a:prstGeom>
            <a:noFill/>
          </p:spPr>
          <p:txBody>
            <a:bodyPr wrap="none" rtlCol="0">
              <a:spAutoFit/>
            </a:bodyPr>
            <a:lstStyle/>
            <a:p>
              <a:pPr algn="ct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sp>
          <p:nvSpPr>
            <p:cNvPr id="156" name="テキスト ボックス 155">
              <a:extLst>
                <a:ext uri="{FF2B5EF4-FFF2-40B4-BE49-F238E27FC236}">
                  <a16:creationId xmlns:a16="http://schemas.microsoft.com/office/drawing/2014/main" id="{FD81B5C1-9F35-CC03-3621-5AA3CF17061A}"/>
                </a:ext>
              </a:extLst>
            </p:cNvPr>
            <p:cNvSpPr txBox="1"/>
            <p:nvPr/>
          </p:nvSpPr>
          <p:spPr>
            <a:xfrm>
              <a:off x="5481849" y="2766548"/>
              <a:ext cx="206401" cy="412657"/>
            </a:xfrm>
            <a:prstGeom prst="rect">
              <a:avLst/>
            </a:prstGeom>
            <a:noFill/>
          </p:spPr>
          <p:txBody>
            <a:bodyPr wrap="none" rtlCol="0">
              <a:spAutoFit/>
            </a:bodyPr>
            <a:lstStyle/>
            <a:p>
              <a:pPr algn="ctr"/>
              <a:endPar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55" name="四角形: 角を丸くする 54">
            <a:extLst>
              <a:ext uri="{FF2B5EF4-FFF2-40B4-BE49-F238E27FC236}">
                <a16:creationId xmlns:a16="http://schemas.microsoft.com/office/drawing/2014/main" id="{E35609D4-7B42-A4A9-1853-124008363FE7}"/>
              </a:ext>
            </a:extLst>
          </p:cNvPr>
          <p:cNvSpPr/>
          <p:nvPr/>
        </p:nvSpPr>
        <p:spPr>
          <a:xfrm>
            <a:off x="1178849" y="1691635"/>
            <a:ext cx="1104265" cy="1100880"/>
          </a:xfrm>
          <a:prstGeom prst="roundRect">
            <a:avLst>
              <a:gd name="adj" fmla="val 6896"/>
            </a:avLst>
          </a:prstGeom>
          <a:solidFill>
            <a:srgbClr val="FF00FF">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grpSp>
        <p:nvGrpSpPr>
          <p:cNvPr id="56" name="グループ化 55">
            <a:extLst>
              <a:ext uri="{FF2B5EF4-FFF2-40B4-BE49-F238E27FC236}">
                <a16:creationId xmlns:a16="http://schemas.microsoft.com/office/drawing/2014/main" id="{9F3F2236-3DAE-8A35-7A58-60751560ADC7}"/>
              </a:ext>
            </a:extLst>
          </p:cNvPr>
          <p:cNvGrpSpPr/>
          <p:nvPr/>
        </p:nvGrpSpPr>
        <p:grpSpPr>
          <a:xfrm>
            <a:off x="1372882" y="1967913"/>
            <a:ext cx="723276" cy="548325"/>
            <a:chOff x="981599" y="1624031"/>
            <a:chExt cx="808122" cy="612648"/>
          </a:xfrm>
        </p:grpSpPr>
        <p:sp>
          <p:nvSpPr>
            <p:cNvPr id="138" name="フローチャート: 他ページ結合子 137">
              <a:extLst>
                <a:ext uri="{FF2B5EF4-FFF2-40B4-BE49-F238E27FC236}">
                  <a16:creationId xmlns:a16="http://schemas.microsoft.com/office/drawing/2014/main" id="{C4FDC793-2589-BC77-4B4D-1D77C4359374}"/>
                </a:ext>
              </a:extLst>
            </p:cNvPr>
            <p:cNvSpPr/>
            <p:nvPr/>
          </p:nvSpPr>
          <p:spPr>
            <a:xfrm>
              <a:off x="1002683" y="1624031"/>
              <a:ext cx="758051" cy="612648"/>
            </a:xfrm>
            <a:prstGeom prst="flowChartOffpageConnector">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sp>
          <p:nvSpPr>
            <p:cNvPr id="139" name="テキスト ボックス 138">
              <a:extLst>
                <a:ext uri="{FF2B5EF4-FFF2-40B4-BE49-F238E27FC236}">
                  <a16:creationId xmlns:a16="http://schemas.microsoft.com/office/drawing/2014/main" id="{AD0FCBD0-A681-FDD9-89D6-73DEB5BEF4D8}"/>
                </a:ext>
              </a:extLst>
            </p:cNvPr>
            <p:cNvSpPr txBox="1"/>
            <p:nvPr/>
          </p:nvSpPr>
          <p:spPr>
            <a:xfrm>
              <a:off x="981599" y="1707422"/>
              <a:ext cx="808122" cy="343882"/>
            </a:xfrm>
            <a:prstGeom prst="rect">
              <a:avLst/>
            </a:prstGeom>
            <a:noFill/>
          </p:spPr>
          <p:txBody>
            <a:bodyPr wrap="none" rtlCol="0">
              <a:spAutoFit/>
            </a:bodyPr>
            <a:lstStyle/>
            <a:p>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後衛</a:t>
              </a:r>
              <a:r>
                <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へ</a:t>
              </a:r>
              <a:endParaRPr kumimoji="1" lang="ja-JP" altLang="en-US" sz="14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87" name="グループ化 186">
            <a:extLst>
              <a:ext uri="{FF2B5EF4-FFF2-40B4-BE49-F238E27FC236}">
                <a16:creationId xmlns:a16="http://schemas.microsoft.com/office/drawing/2014/main" id="{8C209096-29DF-EC03-A67F-7C3CF1C4D272}"/>
              </a:ext>
            </a:extLst>
          </p:cNvPr>
          <p:cNvGrpSpPr/>
          <p:nvPr/>
        </p:nvGrpSpPr>
        <p:grpSpPr>
          <a:xfrm>
            <a:off x="10306252" y="-26216"/>
            <a:ext cx="1904042" cy="1345494"/>
            <a:chOff x="163586" y="134635"/>
            <a:chExt cx="1975684" cy="1396119"/>
          </a:xfrm>
        </p:grpSpPr>
        <p:grpSp>
          <p:nvGrpSpPr>
            <p:cNvPr id="188" name="グループ化 187">
              <a:extLst>
                <a:ext uri="{FF2B5EF4-FFF2-40B4-BE49-F238E27FC236}">
                  <a16:creationId xmlns:a16="http://schemas.microsoft.com/office/drawing/2014/main" id="{933C5823-C73F-7AAE-5C62-6470B87F90BE}"/>
                </a:ext>
              </a:extLst>
            </p:cNvPr>
            <p:cNvGrpSpPr/>
            <p:nvPr/>
          </p:nvGrpSpPr>
          <p:grpSpPr>
            <a:xfrm>
              <a:off x="163586" y="134635"/>
              <a:ext cx="1975684" cy="1396119"/>
              <a:chOff x="163586" y="134635"/>
              <a:chExt cx="1975684" cy="1396119"/>
            </a:xfrm>
          </p:grpSpPr>
          <p:pic>
            <p:nvPicPr>
              <p:cNvPr id="190" name="図 189">
                <a:extLst>
                  <a:ext uri="{FF2B5EF4-FFF2-40B4-BE49-F238E27FC236}">
                    <a16:creationId xmlns:a16="http://schemas.microsoft.com/office/drawing/2014/main" id="{FE4A9CA2-FE03-9432-4A37-5BDCEDC9363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191" name="楕円 190">
                <a:extLst>
                  <a:ext uri="{FF2B5EF4-FFF2-40B4-BE49-F238E27FC236}">
                    <a16:creationId xmlns:a16="http://schemas.microsoft.com/office/drawing/2014/main" id="{86CBA3A4-52F8-6331-418D-9F037DFEA7E9}"/>
                  </a:ext>
                </a:extLst>
              </p:cNvPr>
              <p:cNvSpPr/>
              <p:nvPr/>
            </p:nvSpPr>
            <p:spPr>
              <a:xfrm>
                <a:off x="836705" y="560292"/>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189" name="図 188">
              <a:extLst>
                <a:ext uri="{FF2B5EF4-FFF2-40B4-BE49-F238E27FC236}">
                  <a16:creationId xmlns:a16="http://schemas.microsoft.com/office/drawing/2014/main" id="{ECC6B07E-AF00-29AB-AB80-79DC9B37C8E5}"/>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
        <p:nvSpPr>
          <p:cNvPr id="32" name="テキスト ボックス 31">
            <a:extLst>
              <a:ext uri="{FF2B5EF4-FFF2-40B4-BE49-F238E27FC236}">
                <a16:creationId xmlns:a16="http://schemas.microsoft.com/office/drawing/2014/main" id="{B6800CC3-0C9D-0B7C-1C48-C02BE4C93F76}"/>
              </a:ext>
            </a:extLst>
          </p:cNvPr>
          <p:cNvSpPr txBox="1"/>
          <p:nvPr/>
        </p:nvSpPr>
        <p:spPr>
          <a:xfrm>
            <a:off x="8113668" y="1130817"/>
            <a:ext cx="877796" cy="371375"/>
          </a:xfrm>
          <a:prstGeom prst="rect">
            <a:avLst/>
          </a:prstGeom>
          <a:noFill/>
        </p:spPr>
        <p:txBody>
          <a:bodyPr wrap="none" rtlCol="0">
            <a:spAutoFit/>
          </a:bodyPr>
          <a:lstStyle/>
          <a:p>
            <a:pPr algn="ct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endParaRPr kumimoji="1"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12" name="グループ化 11">
            <a:extLst>
              <a:ext uri="{FF2B5EF4-FFF2-40B4-BE49-F238E27FC236}">
                <a16:creationId xmlns:a16="http://schemas.microsoft.com/office/drawing/2014/main" id="{892EB291-A887-CDF4-9F80-576525B66A81}"/>
              </a:ext>
            </a:extLst>
          </p:cNvPr>
          <p:cNvGrpSpPr/>
          <p:nvPr/>
        </p:nvGrpSpPr>
        <p:grpSpPr>
          <a:xfrm>
            <a:off x="7255483" y="1071540"/>
            <a:ext cx="893760" cy="601610"/>
            <a:chOff x="6497359" y="1068436"/>
            <a:chExt cx="1273542" cy="601610"/>
          </a:xfrm>
        </p:grpSpPr>
        <p:sp>
          <p:nvSpPr>
            <p:cNvPr id="13" name="四角形: 角を丸くする 12">
              <a:extLst>
                <a:ext uri="{FF2B5EF4-FFF2-40B4-BE49-F238E27FC236}">
                  <a16:creationId xmlns:a16="http://schemas.microsoft.com/office/drawing/2014/main" id="{D8D0DE0D-3F10-3DE9-4656-47A232D615D1}"/>
                </a:ext>
              </a:extLst>
            </p:cNvPr>
            <p:cNvSpPr/>
            <p:nvPr/>
          </p:nvSpPr>
          <p:spPr>
            <a:xfrm>
              <a:off x="6497359" y="1068436"/>
              <a:ext cx="1273542" cy="601610"/>
            </a:xfrm>
            <a:prstGeom prst="roundRect">
              <a:avLst>
                <a:gd name="adj" fmla="val 4721"/>
              </a:avLst>
            </a:prstGeom>
            <a:solidFill>
              <a:srgbClr val="D9D9D9"/>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4" name="テキスト ボックス 13">
              <a:extLst>
                <a:ext uri="{FF2B5EF4-FFF2-40B4-BE49-F238E27FC236}">
                  <a16:creationId xmlns:a16="http://schemas.microsoft.com/office/drawing/2014/main" id="{EAA2B162-E86E-CFDC-6C2B-B761608EA4CC}"/>
                </a:ext>
              </a:extLst>
            </p:cNvPr>
            <p:cNvSpPr txBox="1"/>
            <p:nvPr/>
          </p:nvSpPr>
          <p:spPr>
            <a:xfrm>
              <a:off x="6506545" y="1130817"/>
              <a:ext cx="1249893" cy="369332"/>
            </a:xfrm>
            <a:prstGeom prst="rect">
              <a:avLst/>
            </a:prstGeom>
            <a:noFill/>
          </p:spPr>
          <p:txBody>
            <a:bodyPr wrap="none" rtlCol="0">
              <a:spAutoFit/>
            </a:bodyPr>
            <a:lstStyle/>
            <a:p>
              <a:pPr algn="ctr"/>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rPr>
                <a:t>キャラ</a:t>
              </a: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15" name="グループ化 14">
            <a:extLst>
              <a:ext uri="{FF2B5EF4-FFF2-40B4-BE49-F238E27FC236}">
                <a16:creationId xmlns:a16="http://schemas.microsoft.com/office/drawing/2014/main" id="{A5C86237-5F21-371F-86EB-19045668F8EC}"/>
              </a:ext>
            </a:extLst>
          </p:cNvPr>
          <p:cNvGrpSpPr/>
          <p:nvPr/>
        </p:nvGrpSpPr>
        <p:grpSpPr>
          <a:xfrm>
            <a:off x="8218889" y="1068435"/>
            <a:ext cx="893760" cy="1305019"/>
            <a:chOff x="6497359" y="1068435"/>
            <a:chExt cx="1273542" cy="1305019"/>
          </a:xfrm>
        </p:grpSpPr>
        <p:sp>
          <p:nvSpPr>
            <p:cNvPr id="16" name="四角形: 角を丸くする 15">
              <a:extLst>
                <a:ext uri="{FF2B5EF4-FFF2-40B4-BE49-F238E27FC236}">
                  <a16:creationId xmlns:a16="http://schemas.microsoft.com/office/drawing/2014/main" id="{78071B40-00FD-1AA7-5D78-001F623CD8CC}"/>
                </a:ext>
              </a:extLst>
            </p:cNvPr>
            <p:cNvSpPr/>
            <p:nvPr/>
          </p:nvSpPr>
          <p:spPr>
            <a:xfrm>
              <a:off x="6497359" y="1068435"/>
              <a:ext cx="1273542" cy="1305019"/>
            </a:xfrm>
            <a:prstGeom prst="roundRect">
              <a:avLst>
                <a:gd name="adj" fmla="val 4721"/>
              </a:avLst>
            </a:prstGeom>
            <a:solidFill>
              <a:schemeClr val="bg1">
                <a:lumMod val="7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7" name="テキスト ボックス 16">
              <a:extLst>
                <a:ext uri="{FF2B5EF4-FFF2-40B4-BE49-F238E27FC236}">
                  <a16:creationId xmlns:a16="http://schemas.microsoft.com/office/drawing/2014/main" id="{5A5DFD72-A9A8-9DB8-224D-9EBBF223BA1D}"/>
                </a:ext>
              </a:extLst>
            </p:cNvPr>
            <p:cNvSpPr txBox="1"/>
            <p:nvPr/>
          </p:nvSpPr>
          <p:spPr>
            <a:xfrm>
              <a:off x="6671003" y="1130817"/>
              <a:ext cx="920974" cy="369332"/>
            </a:xfrm>
            <a:prstGeom prst="rect">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18" name="グループ化 17">
            <a:extLst>
              <a:ext uri="{FF2B5EF4-FFF2-40B4-BE49-F238E27FC236}">
                <a16:creationId xmlns:a16="http://schemas.microsoft.com/office/drawing/2014/main" id="{FAF053FA-5A9E-DB83-ACE1-6100F739C4FD}"/>
              </a:ext>
            </a:extLst>
          </p:cNvPr>
          <p:cNvGrpSpPr/>
          <p:nvPr/>
        </p:nvGrpSpPr>
        <p:grpSpPr>
          <a:xfrm>
            <a:off x="9182295" y="1069480"/>
            <a:ext cx="893760" cy="1305019"/>
            <a:chOff x="6497359" y="1068435"/>
            <a:chExt cx="1273542" cy="1305019"/>
          </a:xfrm>
        </p:grpSpPr>
        <p:sp>
          <p:nvSpPr>
            <p:cNvPr id="19" name="四角形: 角を丸くする 18">
              <a:extLst>
                <a:ext uri="{FF2B5EF4-FFF2-40B4-BE49-F238E27FC236}">
                  <a16:creationId xmlns:a16="http://schemas.microsoft.com/office/drawing/2014/main" id="{B9261B9C-DF38-D3AD-39DE-A74BA4F9CCDF}"/>
                </a:ext>
              </a:extLst>
            </p:cNvPr>
            <p:cNvSpPr/>
            <p:nvPr/>
          </p:nvSpPr>
          <p:spPr>
            <a:xfrm>
              <a:off x="6497359" y="1068435"/>
              <a:ext cx="1273542" cy="1305019"/>
            </a:xfrm>
            <a:prstGeom prst="roundRect">
              <a:avLst>
                <a:gd name="adj" fmla="val 4721"/>
              </a:avLst>
            </a:prstGeom>
            <a:solidFill>
              <a:schemeClr val="tx2">
                <a:lumMod val="40000"/>
                <a:lumOff val="6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31" name="テキスト ボックス 30">
              <a:extLst>
                <a:ext uri="{FF2B5EF4-FFF2-40B4-BE49-F238E27FC236}">
                  <a16:creationId xmlns:a16="http://schemas.microsoft.com/office/drawing/2014/main" id="{DC1F5201-0F9D-37DA-F439-33C36E694AC2}"/>
                </a:ext>
              </a:extLst>
            </p:cNvPr>
            <p:cNvSpPr txBox="1"/>
            <p:nvPr/>
          </p:nvSpPr>
          <p:spPr>
            <a:xfrm>
              <a:off x="6671002" y="1130817"/>
              <a:ext cx="920974" cy="369332"/>
            </a:xfrm>
            <a:prstGeom prst="rect">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rPr>
                <a:t>回復</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53" name="グループ化 52">
            <a:extLst>
              <a:ext uri="{FF2B5EF4-FFF2-40B4-BE49-F238E27FC236}">
                <a16:creationId xmlns:a16="http://schemas.microsoft.com/office/drawing/2014/main" id="{47CB7BD4-33D1-2836-FD10-D737D822C12A}"/>
              </a:ext>
            </a:extLst>
          </p:cNvPr>
          <p:cNvGrpSpPr/>
          <p:nvPr/>
        </p:nvGrpSpPr>
        <p:grpSpPr>
          <a:xfrm>
            <a:off x="10145700" y="1064065"/>
            <a:ext cx="893760" cy="1305019"/>
            <a:chOff x="6497359" y="1068435"/>
            <a:chExt cx="1273542" cy="1305019"/>
          </a:xfrm>
        </p:grpSpPr>
        <p:sp>
          <p:nvSpPr>
            <p:cNvPr id="142" name="四角形: 角を丸くする 141">
              <a:extLst>
                <a:ext uri="{FF2B5EF4-FFF2-40B4-BE49-F238E27FC236}">
                  <a16:creationId xmlns:a16="http://schemas.microsoft.com/office/drawing/2014/main" id="{FDC21007-ECAC-1171-E80E-7D0AF8EC5F85}"/>
                </a:ext>
              </a:extLst>
            </p:cNvPr>
            <p:cNvSpPr/>
            <p:nvPr/>
          </p:nvSpPr>
          <p:spPr>
            <a:xfrm>
              <a:off x="6497359" y="1068435"/>
              <a:ext cx="1273542" cy="1305019"/>
            </a:xfrm>
            <a:prstGeom prst="roundRect">
              <a:avLst>
                <a:gd name="adj" fmla="val 4721"/>
              </a:avLst>
            </a:prstGeom>
            <a:solidFill>
              <a:schemeClr val="accent2">
                <a:lumMod val="60000"/>
                <a:lumOff val="4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43" name="テキスト ボックス 142">
              <a:extLst>
                <a:ext uri="{FF2B5EF4-FFF2-40B4-BE49-F238E27FC236}">
                  <a16:creationId xmlns:a16="http://schemas.microsoft.com/office/drawing/2014/main" id="{29C7C1B3-2C06-C56D-0897-D2DC4285BDA3}"/>
                </a:ext>
              </a:extLst>
            </p:cNvPr>
            <p:cNvSpPr txBox="1"/>
            <p:nvPr/>
          </p:nvSpPr>
          <p:spPr>
            <a:xfrm>
              <a:off x="6671001" y="1130817"/>
              <a:ext cx="920974" cy="369332"/>
            </a:xfrm>
            <a:prstGeom prst="rect">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rPr>
                <a:t>バフ</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sp>
        <p:nvSpPr>
          <p:cNvPr id="11" name="フリーフォーム: 図形 10">
            <a:extLst>
              <a:ext uri="{FF2B5EF4-FFF2-40B4-BE49-F238E27FC236}">
                <a16:creationId xmlns:a16="http://schemas.microsoft.com/office/drawing/2014/main" id="{F54B6551-79C0-2514-AE6A-AD3246109AC2}"/>
              </a:ext>
            </a:extLst>
          </p:cNvPr>
          <p:cNvSpPr/>
          <p:nvPr/>
        </p:nvSpPr>
        <p:spPr>
          <a:xfrm>
            <a:off x="6282470" y="1660618"/>
            <a:ext cx="4758032" cy="4602552"/>
          </a:xfrm>
          <a:custGeom>
            <a:avLst/>
            <a:gdLst>
              <a:gd name="csX0" fmla="*/ 194678 w 4540192"/>
              <a:gd name="csY0" fmla="*/ 0 h 4602552"/>
              <a:gd name="csX1" fmla="*/ 1160103 w 4540192"/>
              <a:gd name="csY1" fmla="*/ 0 h 4602552"/>
              <a:gd name="csX2" fmla="*/ 1173184 w 4540192"/>
              <a:gd name="csY2" fmla="*/ 2641 h 4602552"/>
              <a:gd name="csX3" fmla="*/ 3074601 w 4540192"/>
              <a:gd name="csY3" fmla="*/ 2641 h 4602552"/>
              <a:gd name="csX4" fmla="*/ 3087682 w 4540192"/>
              <a:gd name="csY4" fmla="*/ 0 h 4602552"/>
              <a:gd name="csX5" fmla="*/ 4345514 w 4540192"/>
              <a:gd name="csY5" fmla="*/ 0 h 4602552"/>
              <a:gd name="csX6" fmla="*/ 4540192 w 4540192"/>
              <a:gd name="csY6" fmla="*/ 217286 h 4602552"/>
              <a:gd name="csX7" fmla="*/ 4540192 w 4540192"/>
              <a:gd name="csY7" fmla="*/ 4385266 h 4602552"/>
              <a:gd name="csX8" fmla="*/ 4345514 w 4540192"/>
              <a:gd name="csY8" fmla="*/ 4602552 h 4602552"/>
              <a:gd name="csX9" fmla="*/ 194678 w 4540192"/>
              <a:gd name="csY9" fmla="*/ 4602552 h 4602552"/>
              <a:gd name="csX10" fmla="*/ 0 w 4540192"/>
              <a:gd name="csY10" fmla="*/ 4385266 h 4602552"/>
              <a:gd name="csX11" fmla="*/ 0 w 4540192"/>
              <a:gd name="csY11" fmla="*/ 217286 h 4602552"/>
              <a:gd name="csX12" fmla="*/ 194678 w 4540192"/>
              <a:gd name="csY12" fmla="*/ 0 h 460255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4540192" h="4602552">
                <a:moveTo>
                  <a:pt x="194678" y="0"/>
                </a:moveTo>
                <a:lnTo>
                  <a:pt x="1160103" y="0"/>
                </a:lnTo>
                <a:lnTo>
                  <a:pt x="1173184" y="2641"/>
                </a:lnTo>
                <a:lnTo>
                  <a:pt x="3074601" y="2641"/>
                </a:lnTo>
                <a:lnTo>
                  <a:pt x="3087682" y="0"/>
                </a:lnTo>
                <a:lnTo>
                  <a:pt x="4345514" y="0"/>
                </a:lnTo>
                <a:cubicBezTo>
                  <a:pt x="4453032" y="0"/>
                  <a:pt x="4540192" y="97283"/>
                  <a:pt x="4540192" y="217286"/>
                </a:cubicBezTo>
                <a:lnTo>
                  <a:pt x="4540192" y="4385266"/>
                </a:lnTo>
                <a:cubicBezTo>
                  <a:pt x="4540192" y="4505270"/>
                  <a:pt x="4453032" y="4602552"/>
                  <a:pt x="4345514" y="4602552"/>
                </a:cubicBezTo>
                <a:lnTo>
                  <a:pt x="194678" y="4602552"/>
                </a:lnTo>
                <a:cubicBezTo>
                  <a:pt x="87161" y="4602552"/>
                  <a:pt x="0" y="4505270"/>
                  <a:pt x="0" y="4385266"/>
                </a:cubicBezTo>
                <a:lnTo>
                  <a:pt x="0" y="217286"/>
                </a:lnTo>
                <a:cubicBezTo>
                  <a:pt x="0" y="97283"/>
                  <a:pt x="87161" y="0"/>
                  <a:pt x="194678" y="0"/>
                </a:cubicBezTo>
                <a:close/>
              </a:path>
            </a:pathLst>
          </a:custGeom>
          <a:solidFill>
            <a:schemeClr val="bg1">
              <a:lumMod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41" name="テキスト ボックス 40">
            <a:extLst>
              <a:ext uri="{FF2B5EF4-FFF2-40B4-BE49-F238E27FC236}">
                <a16:creationId xmlns:a16="http://schemas.microsoft.com/office/drawing/2014/main" id="{55F80817-8CD3-054E-3B56-91F8B1E4216E}"/>
              </a:ext>
            </a:extLst>
          </p:cNvPr>
          <p:cNvSpPr txBox="1"/>
          <p:nvPr/>
        </p:nvSpPr>
        <p:spPr>
          <a:xfrm>
            <a:off x="8001131" y="1777923"/>
            <a:ext cx="1102871" cy="371375"/>
          </a:xfrm>
          <a:prstGeom prst="rect">
            <a:avLst/>
          </a:prstGeom>
          <a:noFill/>
        </p:spPr>
        <p:txBody>
          <a:bodyPr wrap="none" rtlCol="0">
            <a:spAutoFit/>
          </a:bodyPr>
          <a:lstStyle/>
          <a:p>
            <a:pPr algn="ctr"/>
            <a:r>
              <a:rPr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rPr>
              <a:t>キャラ名</a:t>
            </a:r>
          </a:p>
        </p:txBody>
      </p:sp>
      <p:grpSp>
        <p:nvGrpSpPr>
          <p:cNvPr id="212" name="グループ化 211">
            <a:extLst>
              <a:ext uri="{FF2B5EF4-FFF2-40B4-BE49-F238E27FC236}">
                <a16:creationId xmlns:a16="http://schemas.microsoft.com/office/drawing/2014/main" id="{5BB9AE07-7F50-C341-BA80-E1A7E6488A26}"/>
              </a:ext>
            </a:extLst>
          </p:cNvPr>
          <p:cNvGrpSpPr/>
          <p:nvPr/>
        </p:nvGrpSpPr>
        <p:grpSpPr>
          <a:xfrm>
            <a:off x="6717194" y="4956076"/>
            <a:ext cx="1273542" cy="1061217"/>
            <a:chOff x="6892103" y="4612222"/>
            <a:chExt cx="1160990" cy="967430"/>
          </a:xfrm>
        </p:grpSpPr>
        <p:grpSp>
          <p:nvGrpSpPr>
            <p:cNvPr id="43" name="グループ化 42">
              <a:extLst>
                <a:ext uri="{FF2B5EF4-FFF2-40B4-BE49-F238E27FC236}">
                  <a16:creationId xmlns:a16="http://schemas.microsoft.com/office/drawing/2014/main" id="{145D8B4E-71FF-C3A7-4868-528EAF9CBEB4}"/>
                </a:ext>
              </a:extLst>
            </p:cNvPr>
            <p:cNvGrpSpPr/>
            <p:nvPr/>
          </p:nvGrpSpPr>
          <p:grpSpPr>
            <a:xfrm>
              <a:off x="6982331" y="4904322"/>
              <a:ext cx="1050992" cy="622991"/>
              <a:chOff x="7088997" y="4289392"/>
              <a:chExt cx="1288122" cy="763554"/>
            </a:xfrm>
          </p:grpSpPr>
          <p:pic>
            <p:nvPicPr>
              <p:cNvPr id="150" name="図 149">
                <a:extLst>
                  <a:ext uri="{FF2B5EF4-FFF2-40B4-BE49-F238E27FC236}">
                    <a16:creationId xmlns:a16="http://schemas.microsoft.com/office/drawing/2014/main" id="{AD7CBDBE-CE80-FAB9-BECC-11E71BC76AEB}"/>
                  </a:ext>
                </a:extLst>
              </p:cNvPr>
              <p:cNvPicPr>
                <a:picLocks noChangeAspect="1"/>
              </p:cNvPicPr>
              <p:nvPr/>
            </p:nvPicPr>
            <p:blipFill>
              <a:blip r:embed="rId5">
                <a:duotone>
                  <a:schemeClr val="accent3">
                    <a:shade val="45000"/>
                    <a:satMod val="135000"/>
                  </a:schemeClr>
                  <a:prstClr val="white"/>
                </a:duotone>
                <a:extLst>
                  <a:ext uri="{28A0092B-C50C-407E-A947-70E740481C1C}">
                    <a14:useLocalDpi xmlns:a14="http://schemas.microsoft.com/office/drawing/2010/main" val="0"/>
                  </a:ext>
                </a:extLst>
              </a:blip>
              <a:srcRect l="6840" t="30163" r="48646" b="36883"/>
              <a:stretch>
                <a:fillRect/>
              </a:stretch>
            </p:blipFill>
            <p:spPr>
              <a:xfrm>
                <a:off x="7098261" y="4289392"/>
                <a:ext cx="452228" cy="502188"/>
              </a:xfrm>
              <a:prstGeom prst="rect">
                <a:avLst/>
              </a:prstGeom>
            </p:spPr>
          </p:pic>
          <p:sp>
            <p:nvSpPr>
              <p:cNvPr id="151" name="テキスト ボックス 150">
                <a:extLst>
                  <a:ext uri="{FF2B5EF4-FFF2-40B4-BE49-F238E27FC236}">
                    <a16:creationId xmlns:a16="http://schemas.microsoft.com/office/drawing/2014/main" id="{5F052140-B470-4768-E416-F1A3FB020319}"/>
                  </a:ext>
                </a:extLst>
              </p:cNvPr>
              <p:cNvSpPr txBox="1"/>
              <p:nvPr/>
            </p:nvSpPr>
            <p:spPr>
              <a:xfrm>
                <a:off x="7472052" y="4372863"/>
                <a:ext cx="808121" cy="343882"/>
              </a:xfrm>
              <a:prstGeom prst="rect">
                <a:avLst/>
              </a:prstGeom>
              <a:noFill/>
              <a:effectLst>
                <a:glow rad="63500">
                  <a:schemeClr val="accent3">
                    <a:satMod val="175000"/>
                    <a:alpha val="40000"/>
                  </a:schemeClr>
                </a:glow>
              </a:effectLst>
            </p:spPr>
            <p:txBody>
              <a:bodyPr wrap="none" rtlCol="0">
                <a:spAutoFit/>
              </a:bodyPr>
              <a:lstStyle/>
              <a:p>
                <a:r>
                  <a:rPr lang="ja-JP" altLang="en-US" sz="1400" dirty="0">
                    <a:solidFill>
                      <a:schemeClr val="tx1">
                        <a:lumMod val="85000"/>
                        <a:lumOff val="15000"/>
                      </a:schemeClr>
                    </a:solidFill>
                    <a:effectLst>
                      <a:glow rad="38100">
                        <a:schemeClr val="accent3">
                          <a:satMod val="175000"/>
                          <a:alpha val="65000"/>
                        </a:schemeClr>
                      </a:glow>
                    </a:effectLst>
                    <a:latin typeface="原稿用標準書体" panose="03000503000000000000" pitchFamily="66" charset="-128"/>
                    <a:ea typeface="原稿用標準書体" panose="03000503000000000000" pitchFamily="66" charset="-128"/>
                  </a:rPr>
                  <a:t>タンク</a:t>
                </a:r>
                <a:endParaRPr lang="en-US" altLang="ja-JP" sz="1100" dirty="0">
                  <a:solidFill>
                    <a:schemeClr val="tx1">
                      <a:lumMod val="85000"/>
                      <a:lumOff val="15000"/>
                    </a:schemeClr>
                  </a:solidFill>
                  <a:effectLst>
                    <a:glow rad="38100">
                      <a:schemeClr val="accent3">
                        <a:satMod val="175000"/>
                        <a:alpha val="65000"/>
                      </a:schemeClr>
                    </a:glow>
                  </a:effectLst>
                  <a:latin typeface="原稿用標準書体" panose="03000503000000000000" pitchFamily="66" charset="-128"/>
                  <a:ea typeface="原稿用標準書体" panose="03000503000000000000" pitchFamily="66" charset="-128"/>
                </a:endParaRPr>
              </a:p>
            </p:txBody>
          </p:sp>
          <p:sp>
            <p:nvSpPr>
              <p:cNvPr id="152" name="テキスト ボックス 151">
                <a:extLst>
                  <a:ext uri="{FF2B5EF4-FFF2-40B4-BE49-F238E27FC236}">
                    <a16:creationId xmlns:a16="http://schemas.microsoft.com/office/drawing/2014/main" id="{BB6B00ED-C4C2-B70C-69CE-EF76AFBAE054}"/>
                  </a:ext>
                </a:extLst>
              </p:cNvPr>
              <p:cNvSpPr txBox="1"/>
              <p:nvPr/>
            </p:nvSpPr>
            <p:spPr>
              <a:xfrm>
                <a:off x="7088997" y="4760647"/>
                <a:ext cx="1288122" cy="292299"/>
              </a:xfrm>
              <a:prstGeom prst="rect">
                <a:avLst/>
              </a:prstGeom>
              <a:noFill/>
            </p:spPr>
            <p:txBody>
              <a:bodyPr wrap="none" rtlCol="0">
                <a:spAutoFit/>
              </a:bodyPr>
              <a:lstStyle/>
              <a:p>
                <a:r>
                  <a:rPr lang="ja-JP" altLang="en-US"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毎ターン</a:t>
                </a:r>
                <a:r>
                  <a:rPr lang="en-US" altLang="ja-JP" sz="1100" dirty="0">
                    <a:solidFill>
                      <a:schemeClr val="tx1">
                        <a:lumMod val="75000"/>
                        <a:lumOff val="25000"/>
                      </a:schemeClr>
                    </a:solidFill>
                    <a:latin typeface="原稿用標準書体" panose="03000503000000000000" pitchFamily="66" charset="-128"/>
                    <a:ea typeface="原稿用標準書体" panose="03000503000000000000" pitchFamily="66" charset="-128"/>
                  </a:rPr>
                  <a:t>5</a:t>
                </a:r>
                <a:r>
                  <a:rPr lang="ja-JP" altLang="en-US"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％回復</a:t>
                </a:r>
                <a:endParaRPr lang="en-US" altLang="ja-JP" sz="1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grpSp>
          <p:nvGrpSpPr>
            <p:cNvPr id="44" name="グループ化 43">
              <a:extLst>
                <a:ext uri="{FF2B5EF4-FFF2-40B4-BE49-F238E27FC236}">
                  <a16:creationId xmlns:a16="http://schemas.microsoft.com/office/drawing/2014/main" id="{4FF61C30-C361-B75D-C959-FA6500C62431}"/>
                </a:ext>
              </a:extLst>
            </p:cNvPr>
            <p:cNvGrpSpPr/>
            <p:nvPr/>
          </p:nvGrpSpPr>
          <p:grpSpPr>
            <a:xfrm>
              <a:off x="6892103" y="4612222"/>
              <a:ext cx="1160990" cy="967430"/>
              <a:chOff x="4343042" y="2005061"/>
              <a:chExt cx="4595682" cy="1782085"/>
            </a:xfrm>
          </p:grpSpPr>
          <p:sp>
            <p:nvSpPr>
              <p:cNvPr id="148" name="四角形: 角を丸くする 147">
                <a:extLst>
                  <a:ext uri="{FF2B5EF4-FFF2-40B4-BE49-F238E27FC236}">
                    <a16:creationId xmlns:a16="http://schemas.microsoft.com/office/drawing/2014/main" id="{91B3B370-1114-74EA-64D2-4D3DAF2E2810}"/>
                  </a:ext>
                </a:extLst>
              </p:cNvPr>
              <p:cNvSpPr/>
              <p:nvPr/>
            </p:nvSpPr>
            <p:spPr>
              <a:xfrm>
                <a:off x="4343042" y="2434991"/>
                <a:ext cx="4595682" cy="1352155"/>
              </a:xfrm>
              <a:prstGeom prst="roundRect">
                <a:avLst>
                  <a:gd name="adj" fmla="val 5178"/>
                </a:avLst>
              </a:prstGeom>
              <a:noFill/>
              <a:ln w="254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50" dirty="0">
                  <a:latin typeface="原稿用標準書体" panose="03000503000000000000" pitchFamily="66" charset="-128"/>
                  <a:ea typeface="原稿用標準書体" panose="03000503000000000000" pitchFamily="66" charset="-128"/>
                </a:endParaRPr>
              </a:p>
            </p:txBody>
          </p:sp>
          <p:sp>
            <p:nvSpPr>
              <p:cNvPr id="149" name="四角形: 角を丸くする 148">
                <a:extLst>
                  <a:ext uri="{FF2B5EF4-FFF2-40B4-BE49-F238E27FC236}">
                    <a16:creationId xmlns:a16="http://schemas.microsoft.com/office/drawing/2014/main" id="{70535A1C-AA52-95FA-72A6-D14D454EDD5A}"/>
                  </a:ext>
                </a:extLst>
              </p:cNvPr>
              <p:cNvSpPr/>
              <p:nvPr/>
            </p:nvSpPr>
            <p:spPr>
              <a:xfrm>
                <a:off x="5027040" y="2005061"/>
                <a:ext cx="3294263" cy="461666"/>
              </a:xfrm>
              <a:prstGeom prst="round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dirty="0">
                    <a:latin typeface="原稿用標準書体" panose="03000503000000000000" pitchFamily="66" charset="-128"/>
                    <a:ea typeface="原稿用標準書体" panose="03000503000000000000" pitchFamily="66" charset="-128"/>
                  </a:rPr>
                  <a:t>ロール</a:t>
                </a:r>
              </a:p>
            </p:txBody>
          </p:sp>
        </p:grpSp>
      </p:grpSp>
      <p:grpSp>
        <p:nvGrpSpPr>
          <p:cNvPr id="211" name="グループ化 210">
            <a:extLst>
              <a:ext uri="{FF2B5EF4-FFF2-40B4-BE49-F238E27FC236}">
                <a16:creationId xmlns:a16="http://schemas.microsoft.com/office/drawing/2014/main" id="{893F04AE-55E2-2FC2-4BAA-D7C1F696C528}"/>
              </a:ext>
            </a:extLst>
          </p:cNvPr>
          <p:cNvGrpSpPr/>
          <p:nvPr/>
        </p:nvGrpSpPr>
        <p:grpSpPr>
          <a:xfrm>
            <a:off x="8158626" y="4895102"/>
            <a:ext cx="2426488" cy="1151178"/>
            <a:chOff x="8172787" y="4556636"/>
            <a:chExt cx="2049758" cy="1049440"/>
          </a:xfrm>
        </p:grpSpPr>
        <p:pic>
          <p:nvPicPr>
            <p:cNvPr id="42" name="図 41">
              <a:extLst>
                <a:ext uri="{FF2B5EF4-FFF2-40B4-BE49-F238E27FC236}">
                  <a16:creationId xmlns:a16="http://schemas.microsoft.com/office/drawing/2014/main" id="{88CD11F9-CDD8-CB31-6EE9-47F269FBF56B}"/>
                </a:ext>
              </a:extLst>
            </p:cNvPr>
            <p:cNvPicPr>
              <a:picLocks noChangeAspect="1"/>
            </p:cNvPicPr>
            <p:nvPr/>
          </p:nvPicPr>
          <p:blipFill>
            <a:blip r:embed="rId6">
              <a:extLst>
                <a:ext uri="{28A0092B-C50C-407E-A947-70E740481C1C}">
                  <a14:useLocalDpi xmlns:a14="http://schemas.microsoft.com/office/drawing/2010/main" val="0"/>
                </a:ext>
              </a:extLst>
            </a:blip>
            <a:srcRect t="59642"/>
            <a:stretch>
              <a:fillRect/>
            </a:stretch>
          </p:blipFill>
          <p:spPr>
            <a:xfrm>
              <a:off x="8172787" y="4556636"/>
              <a:ext cx="2049758" cy="1049440"/>
            </a:xfrm>
            <a:prstGeom prst="rect">
              <a:avLst/>
            </a:prstGeom>
          </p:spPr>
        </p:pic>
        <p:sp>
          <p:nvSpPr>
            <p:cNvPr id="45" name="テキスト ボックス 44">
              <a:extLst>
                <a:ext uri="{FF2B5EF4-FFF2-40B4-BE49-F238E27FC236}">
                  <a16:creationId xmlns:a16="http://schemas.microsoft.com/office/drawing/2014/main" id="{0CAB0400-BADE-3CED-96CC-D65D112B8A0F}"/>
                </a:ext>
              </a:extLst>
            </p:cNvPr>
            <p:cNvSpPr txBox="1"/>
            <p:nvPr/>
          </p:nvSpPr>
          <p:spPr>
            <a:xfrm>
              <a:off x="8764235" y="4915887"/>
              <a:ext cx="866861" cy="231476"/>
            </a:xfrm>
            <a:prstGeom prst="rect">
              <a:avLst/>
            </a:prstGeom>
            <a:noFill/>
          </p:spPr>
          <p:txBody>
            <a:bodyPr wrap="square">
              <a:spAutoFit/>
            </a:bodyPr>
            <a:lstStyle/>
            <a:p>
              <a:pPr algn="ctr"/>
              <a:r>
                <a:rPr lang="ja-JP" altLang="en-US" sz="1050" dirty="0">
                  <a:solidFill>
                    <a:schemeClr val="bg1">
                      <a:lumMod val="95000"/>
                    </a:schemeClr>
                  </a:solidFill>
                  <a:highlight>
                    <a:srgbClr val="808080"/>
                  </a:highlight>
                  <a:latin typeface="原稿用標準書体" panose="03000503000000000000" pitchFamily="66" charset="-128"/>
                  <a:ea typeface="原稿用標準書体" panose="03000503000000000000" pitchFamily="66" charset="-128"/>
                </a:rPr>
                <a:t>武器</a:t>
              </a:r>
              <a:endParaRPr kumimoji="1" lang="ja-JP" altLang="en-US" sz="1050" dirty="0">
                <a:solidFill>
                  <a:schemeClr val="bg1">
                    <a:lumMod val="95000"/>
                  </a:schemeClr>
                </a:solidFill>
                <a:highlight>
                  <a:srgbClr val="808080"/>
                </a:highlight>
                <a:latin typeface="原稿用標準書体" panose="03000503000000000000" pitchFamily="66" charset="-128"/>
                <a:ea typeface="原稿用標準書体" panose="03000503000000000000" pitchFamily="66" charset="-128"/>
              </a:endParaRPr>
            </a:p>
          </p:txBody>
        </p:sp>
        <p:sp>
          <p:nvSpPr>
            <p:cNvPr id="46" name="四角形: 角を丸くする 45">
              <a:extLst>
                <a:ext uri="{FF2B5EF4-FFF2-40B4-BE49-F238E27FC236}">
                  <a16:creationId xmlns:a16="http://schemas.microsoft.com/office/drawing/2014/main" id="{CB195E34-0393-EE22-26A8-D134A3E06083}"/>
                </a:ext>
              </a:extLst>
            </p:cNvPr>
            <p:cNvSpPr/>
            <p:nvPr/>
          </p:nvSpPr>
          <p:spPr>
            <a:xfrm>
              <a:off x="8218390" y="4896626"/>
              <a:ext cx="1953536" cy="634373"/>
            </a:xfrm>
            <a:prstGeom prst="roundRect">
              <a:avLst>
                <a:gd name="adj" fmla="val 6896"/>
              </a:avLst>
            </a:prstGeom>
            <a:solidFill>
              <a:srgbClr val="D9D9D9"/>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latin typeface="原稿用標準書体" panose="03000503000000000000" pitchFamily="66" charset="-128"/>
                <a:ea typeface="原稿用標準書体" panose="03000503000000000000" pitchFamily="66" charset="-128"/>
              </a:endParaRPr>
            </a:p>
          </p:txBody>
        </p:sp>
        <p:sp>
          <p:nvSpPr>
            <p:cNvPr id="47" name="四角形: 角を丸くする 46">
              <a:extLst>
                <a:ext uri="{FF2B5EF4-FFF2-40B4-BE49-F238E27FC236}">
                  <a16:creationId xmlns:a16="http://schemas.microsoft.com/office/drawing/2014/main" id="{A0329CBC-607A-8030-F881-845678746F95}"/>
                </a:ext>
              </a:extLst>
            </p:cNvPr>
            <p:cNvSpPr/>
            <p:nvPr/>
          </p:nvSpPr>
          <p:spPr>
            <a:xfrm>
              <a:off x="9233504" y="4918997"/>
              <a:ext cx="909463" cy="395069"/>
            </a:xfrm>
            <a:prstGeom prst="roundRect">
              <a:avLst>
                <a:gd name="adj" fmla="val 6896"/>
              </a:avLst>
            </a:prstGeom>
            <a:solidFill>
              <a:schemeClr val="tx1">
                <a:lumMod val="50000"/>
                <a:lumOff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latin typeface="原稿用標準書体" panose="03000503000000000000" pitchFamily="66" charset="-128"/>
                <a:ea typeface="原稿用標準書体" panose="03000503000000000000" pitchFamily="66" charset="-128"/>
              </a:endParaRPr>
            </a:p>
          </p:txBody>
        </p:sp>
        <p:grpSp>
          <p:nvGrpSpPr>
            <p:cNvPr id="48" name="グループ化 47">
              <a:extLst>
                <a:ext uri="{FF2B5EF4-FFF2-40B4-BE49-F238E27FC236}">
                  <a16:creationId xmlns:a16="http://schemas.microsoft.com/office/drawing/2014/main" id="{5C0A5669-7FB2-0F3A-9E56-116FF7427C26}"/>
                </a:ext>
              </a:extLst>
            </p:cNvPr>
            <p:cNvGrpSpPr/>
            <p:nvPr/>
          </p:nvGrpSpPr>
          <p:grpSpPr>
            <a:xfrm>
              <a:off x="8266376" y="4907553"/>
              <a:ext cx="1876591" cy="623445"/>
              <a:chOff x="8756066" y="4312009"/>
              <a:chExt cx="2299997" cy="764110"/>
            </a:xfrm>
          </p:grpSpPr>
          <p:sp>
            <p:nvSpPr>
              <p:cNvPr id="146" name="フリーフォーム: 図形 145">
                <a:extLst>
                  <a:ext uri="{FF2B5EF4-FFF2-40B4-BE49-F238E27FC236}">
                    <a16:creationId xmlns:a16="http://schemas.microsoft.com/office/drawing/2014/main" id="{29E6814F-E1DC-5620-26DD-3BAEEEA7F853}"/>
                  </a:ext>
                </a:extLst>
              </p:cNvPr>
              <p:cNvSpPr/>
              <p:nvPr/>
            </p:nvSpPr>
            <p:spPr>
              <a:xfrm>
                <a:off x="8756066" y="4331554"/>
                <a:ext cx="2299997" cy="744565"/>
              </a:xfrm>
              <a:custGeom>
                <a:avLst/>
                <a:gdLst>
                  <a:gd name="csX0" fmla="*/ 37967 w 2299997"/>
                  <a:gd name="csY0" fmla="*/ 0 h 721131"/>
                  <a:gd name="csX1" fmla="*/ 1085846 w 2299997"/>
                  <a:gd name="csY1" fmla="*/ 0 h 721131"/>
                  <a:gd name="csX2" fmla="*/ 1119237 w 2299997"/>
                  <a:gd name="csY2" fmla="*/ 33391 h 721131"/>
                  <a:gd name="csX3" fmla="*/ 1119237 w 2299997"/>
                  <a:gd name="csY3" fmla="*/ 236925 h 721131"/>
                  <a:gd name="csX4" fmla="*/ 2266606 w 2299997"/>
                  <a:gd name="csY4" fmla="*/ 236925 h 721131"/>
                  <a:gd name="csX5" fmla="*/ 2299997 w 2299997"/>
                  <a:gd name="csY5" fmla="*/ 270316 h 721131"/>
                  <a:gd name="csX6" fmla="*/ 2299997 w 2299997"/>
                  <a:gd name="csY6" fmla="*/ 687740 h 721131"/>
                  <a:gd name="csX7" fmla="*/ 2266606 w 2299997"/>
                  <a:gd name="csY7" fmla="*/ 721131 h 721131"/>
                  <a:gd name="csX8" fmla="*/ 33391 w 2299997"/>
                  <a:gd name="csY8" fmla="*/ 721131 h 721131"/>
                  <a:gd name="csX9" fmla="*/ 0 w 2299997"/>
                  <a:gd name="csY9" fmla="*/ 687740 h 721131"/>
                  <a:gd name="csX10" fmla="*/ 0 w 2299997"/>
                  <a:gd name="csY10" fmla="*/ 270316 h 721131"/>
                  <a:gd name="csX11" fmla="*/ 4576 w 2299997"/>
                  <a:gd name="csY11" fmla="*/ 259269 h 721131"/>
                  <a:gd name="csX12" fmla="*/ 4576 w 2299997"/>
                  <a:gd name="csY12" fmla="*/ 33391 h 721131"/>
                  <a:gd name="csX13" fmla="*/ 37967 w 2299997"/>
                  <a:gd name="csY13" fmla="*/ 0 h 72113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2299997" h="721131">
                    <a:moveTo>
                      <a:pt x="37967" y="0"/>
                    </a:moveTo>
                    <a:lnTo>
                      <a:pt x="1085846" y="0"/>
                    </a:lnTo>
                    <a:cubicBezTo>
                      <a:pt x="1104287" y="0"/>
                      <a:pt x="1119237" y="14950"/>
                      <a:pt x="1119237" y="33391"/>
                    </a:cubicBezTo>
                    <a:lnTo>
                      <a:pt x="1119237" y="236925"/>
                    </a:lnTo>
                    <a:lnTo>
                      <a:pt x="2266606" y="236925"/>
                    </a:lnTo>
                    <a:cubicBezTo>
                      <a:pt x="2285047" y="236925"/>
                      <a:pt x="2299997" y="251875"/>
                      <a:pt x="2299997" y="270316"/>
                    </a:cubicBezTo>
                    <a:lnTo>
                      <a:pt x="2299997" y="687740"/>
                    </a:lnTo>
                    <a:cubicBezTo>
                      <a:pt x="2299997" y="706181"/>
                      <a:pt x="2285047" y="721131"/>
                      <a:pt x="2266606" y="721131"/>
                    </a:cubicBezTo>
                    <a:lnTo>
                      <a:pt x="33391" y="721131"/>
                    </a:lnTo>
                    <a:cubicBezTo>
                      <a:pt x="14950" y="721131"/>
                      <a:pt x="0" y="706181"/>
                      <a:pt x="0" y="687740"/>
                    </a:cubicBezTo>
                    <a:lnTo>
                      <a:pt x="0" y="270316"/>
                    </a:lnTo>
                    <a:lnTo>
                      <a:pt x="4576" y="259269"/>
                    </a:lnTo>
                    <a:lnTo>
                      <a:pt x="4576" y="33391"/>
                    </a:lnTo>
                    <a:cubicBezTo>
                      <a:pt x="4576" y="14950"/>
                      <a:pt x="19526" y="0"/>
                      <a:pt x="37967" y="0"/>
                    </a:cubicBezTo>
                    <a:close/>
                  </a:path>
                </a:pathLst>
              </a:custGeom>
              <a:solidFill>
                <a:srgbClr val="BFBFBF"/>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sz="1600" dirty="0">
                  <a:latin typeface="原稿用標準書体" panose="03000503000000000000" pitchFamily="66" charset="-128"/>
                  <a:ea typeface="原稿用標準書体" panose="03000503000000000000" pitchFamily="66" charset="-128"/>
                </a:endParaRPr>
              </a:p>
            </p:txBody>
          </p:sp>
          <p:sp>
            <p:nvSpPr>
              <p:cNvPr id="147" name="テキスト ボックス 146">
                <a:extLst>
                  <a:ext uri="{FF2B5EF4-FFF2-40B4-BE49-F238E27FC236}">
                    <a16:creationId xmlns:a16="http://schemas.microsoft.com/office/drawing/2014/main" id="{BD028F14-EB16-A47F-ABE5-FACD07631AD7}"/>
                  </a:ext>
                </a:extLst>
              </p:cNvPr>
              <p:cNvSpPr txBox="1"/>
              <p:nvPr/>
            </p:nvSpPr>
            <p:spPr>
              <a:xfrm>
                <a:off x="8875753" y="4312009"/>
                <a:ext cx="836778" cy="292299"/>
              </a:xfrm>
              <a:prstGeom prst="rect">
                <a:avLst/>
              </a:prstGeom>
              <a:noFill/>
            </p:spPr>
            <p:txBody>
              <a:bodyPr wrap="none" rtlCol="0">
                <a:spAutoFit/>
              </a:bodyPr>
              <a:lstStyle/>
              <a:p>
                <a:r>
                  <a:rPr lang="ja-JP" altLang="en-US" sz="1100" dirty="0">
                    <a:solidFill>
                      <a:schemeClr val="tx1">
                        <a:lumMod val="75000"/>
                        <a:lumOff val="25000"/>
                      </a:schemeClr>
                    </a:solidFill>
                    <a:latin typeface="原稿用標準書体" panose="03000503000000000000" pitchFamily="66" charset="-128"/>
                    <a:ea typeface="原稿用標準書体" panose="03000503000000000000" pitchFamily="66" charset="-128"/>
                  </a:rPr>
                  <a:t>通常攻撃</a:t>
                </a:r>
                <a:endParaRPr lang="en-US" altLang="ja-JP" sz="11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49" name="テキスト ボックス 48">
              <a:extLst>
                <a:ext uri="{FF2B5EF4-FFF2-40B4-BE49-F238E27FC236}">
                  <a16:creationId xmlns:a16="http://schemas.microsoft.com/office/drawing/2014/main" id="{A8208944-84C0-254E-7301-DEEC56CCB387}"/>
                </a:ext>
              </a:extLst>
            </p:cNvPr>
            <p:cNvSpPr txBox="1"/>
            <p:nvPr/>
          </p:nvSpPr>
          <p:spPr>
            <a:xfrm>
              <a:off x="9507614" y="4876332"/>
              <a:ext cx="361242" cy="238490"/>
            </a:xfrm>
            <a:prstGeom prst="rect">
              <a:avLst/>
            </a:prstGeom>
            <a:noFill/>
          </p:spPr>
          <p:txBody>
            <a:bodyPr wrap="none" rtlCol="0">
              <a:spAutoFit/>
            </a:bodyPr>
            <a:lstStyle/>
            <a:p>
              <a:pPr algn="ctr"/>
              <a:r>
                <a:rPr lang="en-US" altLang="ja-JP" sz="1100" dirty="0">
                  <a:solidFill>
                    <a:schemeClr val="bg1">
                      <a:lumMod val="95000"/>
                    </a:schemeClr>
                  </a:solidFill>
                  <a:latin typeface="原稿用標準書体" panose="03000503000000000000" pitchFamily="66" charset="-128"/>
                  <a:ea typeface="原稿用標準書体" panose="03000503000000000000" pitchFamily="66" charset="-128"/>
                </a:rPr>
                <a:t>ENB</a:t>
              </a:r>
            </a:p>
          </p:txBody>
        </p:sp>
        <p:sp>
          <p:nvSpPr>
            <p:cNvPr id="50" name="テキスト ボックス 49">
              <a:extLst>
                <a:ext uri="{FF2B5EF4-FFF2-40B4-BE49-F238E27FC236}">
                  <a16:creationId xmlns:a16="http://schemas.microsoft.com/office/drawing/2014/main" id="{5DC1A7E3-C0CA-4191-2DAE-70E773F316BC}"/>
                </a:ext>
              </a:extLst>
            </p:cNvPr>
            <p:cNvSpPr txBox="1"/>
            <p:nvPr/>
          </p:nvSpPr>
          <p:spPr>
            <a:xfrm>
              <a:off x="8759499" y="4632244"/>
              <a:ext cx="866861" cy="238490"/>
            </a:xfrm>
            <a:prstGeom prst="rect">
              <a:avLst/>
            </a:prstGeom>
            <a:noFill/>
          </p:spPr>
          <p:txBody>
            <a:bodyPr wrap="square">
              <a:spAutoFit/>
            </a:bodyPr>
            <a:lstStyle/>
            <a:p>
              <a:pPr algn="ctr"/>
              <a:r>
                <a:rPr lang="ja-JP" altLang="en-US" sz="1100" dirty="0">
                  <a:solidFill>
                    <a:schemeClr val="bg1">
                      <a:lumMod val="95000"/>
                    </a:schemeClr>
                  </a:solidFill>
                  <a:highlight>
                    <a:srgbClr val="5C5C5C"/>
                  </a:highlight>
                  <a:latin typeface="原稿用標準書体" panose="03000503000000000000" pitchFamily="66" charset="-128"/>
                  <a:ea typeface="原稿用標準書体" panose="03000503000000000000" pitchFamily="66" charset="-128"/>
                </a:rPr>
                <a:t>固定スキル</a:t>
              </a:r>
              <a:endParaRPr kumimoji="1" lang="ja-JP" altLang="en-US" sz="1100" dirty="0">
                <a:solidFill>
                  <a:schemeClr val="bg1">
                    <a:lumMod val="95000"/>
                  </a:schemeClr>
                </a:solidFill>
                <a:highlight>
                  <a:srgbClr val="5C5C5C"/>
                </a:highlight>
                <a:latin typeface="原稿用標準書体" panose="03000503000000000000" pitchFamily="66" charset="-128"/>
                <a:ea typeface="原稿用標準書体" panose="03000503000000000000" pitchFamily="66" charset="-128"/>
              </a:endParaRPr>
            </a:p>
          </p:txBody>
        </p:sp>
        <p:sp>
          <p:nvSpPr>
            <p:cNvPr id="51" name="テキスト ボックス 50">
              <a:extLst>
                <a:ext uri="{FF2B5EF4-FFF2-40B4-BE49-F238E27FC236}">
                  <a16:creationId xmlns:a16="http://schemas.microsoft.com/office/drawing/2014/main" id="{F58DD095-AA9A-4A53-EAC7-C530D120A993}"/>
                </a:ext>
              </a:extLst>
            </p:cNvPr>
            <p:cNvSpPr txBox="1"/>
            <p:nvPr/>
          </p:nvSpPr>
          <p:spPr>
            <a:xfrm>
              <a:off x="8368104" y="5181833"/>
              <a:ext cx="1454320" cy="224461"/>
            </a:xfrm>
            <a:prstGeom prst="rect">
              <a:avLst/>
            </a:prstGeom>
            <a:noFill/>
          </p:spPr>
          <p:txBody>
            <a:bodyPr wrap="none" rtlCol="0">
              <a:spAutoFit/>
            </a:bodyPr>
            <a:lstStyle/>
            <a:p>
              <a:r>
                <a:rPr lang="ja-JP" altLang="en-US"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敵</a:t>
              </a:r>
              <a:r>
                <a:rPr lang="en-US" altLang="ja-JP"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1</a:t>
              </a:r>
              <a:r>
                <a:rPr lang="ja-JP" altLang="en-US"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体に</a:t>
              </a:r>
              <a:r>
                <a:rPr lang="en-US" altLang="ja-JP"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ATK×80</a:t>
              </a:r>
              <a:r>
                <a:rPr lang="ja-JP" altLang="en-US"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％の攻撃</a:t>
              </a:r>
              <a:endParaRPr lang="en-US" altLang="ja-JP" sz="1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grpSp>
        <p:nvGrpSpPr>
          <p:cNvPr id="54" name="グループ化 53">
            <a:extLst>
              <a:ext uri="{FF2B5EF4-FFF2-40B4-BE49-F238E27FC236}">
                <a16:creationId xmlns:a16="http://schemas.microsoft.com/office/drawing/2014/main" id="{EF2421BB-8B7C-3B85-43C2-6378B5114635}"/>
              </a:ext>
            </a:extLst>
          </p:cNvPr>
          <p:cNvGrpSpPr/>
          <p:nvPr/>
        </p:nvGrpSpPr>
        <p:grpSpPr>
          <a:xfrm>
            <a:off x="9360607" y="1791579"/>
            <a:ext cx="1019775" cy="364741"/>
            <a:chOff x="6961435" y="1453494"/>
            <a:chExt cx="1321756" cy="407528"/>
          </a:xfrm>
        </p:grpSpPr>
        <p:sp>
          <p:nvSpPr>
            <p:cNvPr id="140" name="四角形: 角を丸くする 139">
              <a:extLst>
                <a:ext uri="{FF2B5EF4-FFF2-40B4-BE49-F238E27FC236}">
                  <a16:creationId xmlns:a16="http://schemas.microsoft.com/office/drawing/2014/main" id="{32AEB75D-40B8-7636-2E4A-3A03DCF33647}"/>
                </a:ext>
              </a:extLst>
            </p:cNvPr>
            <p:cNvSpPr/>
            <p:nvPr/>
          </p:nvSpPr>
          <p:spPr>
            <a:xfrm>
              <a:off x="6961435" y="1453494"/>
              <a:ext cx="1321756" cy="407528"/>
            </a:xfrm>
            <a:prstGeom prst="roundRect">
              <a:avLst>
                <a:gd name="adj" fmla="val 9765"/>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41" name="テキスト ボックス 140">
              <a:extLst>
                <a:ext uri="{FF2B5EF4-FFF2-40B4-BE49-F238E27FC236}">
                  <a16:creationId xmlns:a16="http://schemas.microsoft.com/office/drawing/2014/main" id="{BFA30F21-40BB-668C-C625-EC32EAFC31F0}"/>
                </a:ext>
              </a:extLst>
            </p:cNvPr>
            <p:cNvSpPr txBox="1"/>
            <p:nvPr/>
          </p:nvSpPr>
          <p:spPr>
            <a:xfrm>
              <a:off x="7222203" y="1487981"/>
              <a:ext cx="937454" cy="343882"/>
            </a:xfrm>
            <a:prstGeom prst="rect">
              <a:avLst/>
            </a:prstGeom>
            <a:noFill/>
          </p:spPr>
          <p:txBody>
            <a:bodyPr wrap="none" rtlCol="0">
              <a:spAutoFit/>
            </a:bodyPr>
            <a:lstStyle/>
            <a:p>
              <a:r>
                <a:rPr kumimoji="1"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Lv</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a:t>
              </a:r>
              <a:r>
                <a:rPr lang="en-US" altLang="ja-JP" sz="14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a:t>
              </a:r>
              <a:endParaRPr kumimoji="1"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86" name="グループ化 185">
            <a:extLst>
              <a:ext uri="{FF2B5EF4-FFF2-40B4-BE49-F238E27FC236}">
                <a16:creationId xmlns:a16="http://schemas.microsoft.com/office/drawing/2014/main" id="{98202430-A928-A53C-18C6-C91DD9C260BC}"/>
              </a:ext>
            </a:extLst>
          </p:cNvPr>
          <p:cNvGrpSpPr/>
          <p:nvPr/>
        </p:nvGrpSpPr>
        <p:grpSpPr>
          <a:xfrm>
            <a:off x="8055984" y="2434237"/>
            <a:ext cx="2726612" cy="2170554"/>
            <a:chOff x="8055984" y="2562747"/>
            <a:chExt cx="2365918" cy="1883419"/>
          </a:xfrm>
        </p:grpSpPr>
        <p:grpSp>
          <p:nvGrpSpPr>
            <p:cNvPr id="244" name="グループ化 243">
              <a:extLst>
                <a:ext uri="{FF2B5EF4-FFF2-40B4-BE49-F238E27FC236}">
                  <a16:creationId xmlns:a16="http://schemas.microsoft.com/office/drawing/2014/main" id="{D7CC4FF0-98FF-038A-FE08-C21656549FD0}"/>
                </a:ext>
              </a:extLst>
            </p:cNvPr>
            <p:cNvGrpSpPr/>
            <p:nvPr/>
          </p:nvGrpSpPr>
          <p:grpSpPr>
            <a:xfrm>
              <a:off x="8055984" y="2562747"/>
              <a:ext cx="2365918" cy="1883419"/>
              <a:chOff x="8261266" y="2319887"/>
              <a:chExt cx="2365918" cy="1775213"/>
            </a:xfrm>
          </p:grpSpPr>
          <p:pic>
            <p:nvPicPr>
              <p:cNvPr id="57" name="図 56">
                <a:extLst>
                  <a:ext uri="{FF2B5EF4-FFF2-40B4-BE49-F238E27FC236}">
                    <a16:creationId xmlns:a16="http://schemas.microsoft.com/office/drawing/2014/main" id="{216CAE21-0EB2-BF88-BC57-5B9AF75DA965}"/>
                  </a:ext>
                </a:extLst>
              </p:cNvPr>
              <p:cNvPicPr>
                <a:picLocks noChangeAspect="1"/>
              </p:cNvPicPr>
              <p:nvPr/>
            </p:nvPicPr>
            <p:blipFill>
              <a:blip r:embed="rId6">
                <a:extLst>
                  <a:ext uri="{28A0092B-C50C-407E-A947-70E740481C1C}">
                    <a14:useLocalDpi xmlns:a14="http://schemas.microsoft.com/office/drawing/2010/main" val="0"/>
                  </a:ext>
                </a:extLst>
              </a:blip>
              <a:srcRect b="39774"/>
              <a:stretch>
                <a:fillRect/>
              </a:stretch>
            </p:blipFill>
            <p:spPr>
              <a:xfrm>
                <a:off x="8261266" y="2319887"/>
                <a:ext cx="2365918" cy="1775213"/>
              </a:xfrm>
              <a:prstGeom prst="rect">
                <a:avLst/>
              </a:prstGeom>
            </p:spPr>
          </p:pic>
          <p:sp>
            <p:nvSpPr>
              <p:cNvPr id="239" name="四角形: 角を丸くする 238">
                <a:extLst>
                  <a:ext uri="{FF2B5EF4-FFF2-40B4-BE49-F238E27FC236}">
                    <a16:creationId xmlns:a16="http://schemas.microsoft.com/office/drawing/2014/main" id="{C8AB8C46-4CFA-78C7-ED82-7F909E8D819D}"/>
                  </a:ext>
                </a:extLst>
              </p:cNvPr>
              <p:cNvSpPr/>
              <p:nvPr/>
            </p:nvSpPr>
            <p:spPr>
              <a:xfrm rot="5400000">
                <a:off x="9028771" y="3678344"/>
                <a:ext cx="177943" cy="284425"/>
              </a:xfrm>
              <a:prstGeom prst="roundRect">
                <a:avLst>
                  <a:gd name="adj" fmla="val 9570"/>
                </a:avLst>
              </a:prstGeom>
              <a:solidFill>
                <a:schemeClr val="accent2"/>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243" name="四角形: 角を丸くする 242">
                <a:extLst>
                  <a:ext uri="{FF2B5EF4-FFF2-40B4-BE49-F238E27FC236}">
                    <a16:creationId xmlns:a16="http://schemas.microsoft.com/office/drawing/2014/main" id="{C0490D3D-B2B5-0D7A-2AFC-B6E972503CF8}"/>
                  </a:ext>
                </a:extLst>
              </p:cNvPr>
              <p:cNvSpPr/>
              <p:nvPr/>
            </p:nvSpPr>
            <p:spPr>
              <a:xfrm rot="5400000">
                <a:off x="9028770" y="2860649"/>
                <a:ext cx="177943" cy="284425"/>
              </a:xfrm>
              <a:prstGeom prst="roundRect">
                <a:avLst>
                  <a:gd name="adj" fmla="val 9570"/>
                </a:avLst>
              </a:prstGeom>
              <a:solidFill>
                <a:schemeClr val="bg2">
                  <a:lumMod val="75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58" name="グループ化 57">
              <a:extLst>
                <a:ext uri="{FF2B5EF4-FFF2-40B4-BE49-F238E27FC236}">
                  <a16:creationId xmlns:a16="http://schemas.microsoft.com/office/drawing/2014/main" id="{1C205FCF-954F-E6A7-5CCC-C1541E92090C}"/>
                </a:ext>
              </a:extLst>
            </p:cNvPr>
            <p:cNvGrpSpPr/>
            <p:nvPr/>
          </p:nvGrpSpPr>
          <p:grpSpPr>
            <a:xfrm>
              <a:off x="9359049" y="2589966"/>
              <a:ext cx="966781" cy="1742605"/>
              <a:chOff x="9993616" y="2066911"/>
              <a:chExt cx="1080193" cy="1703395"/>
            </a:xfrm>
          </p:grpSpPr>
          <p:sp>
            <p:nvSpPr>
              <p:cNvPr id="59" name="楕円 58">
                <a:extLst>
                  <a:ext uri="{FF2B5EF4-FFF2-40B4-BE49-F238E27FC236}">
                    <a16:creationId xmlns:a16="http://schemas.microsoft.com/office/drawing/2014/main" id="{B32386A3-0105-C880-0287-DD300D58E381}"/>
                  </a:ext>
                </a:extLst>
              </p:cNvPr>
              <p:cNvSpPr/>
              <p:nvPr/>
            </p:nvSpPr>
            <p:spPr>
              <a:xfrm>
                <a:off x="10060241" y="2744850"/>
                <a:ext cx="296742" cy="296742"/>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200"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sz="12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60" name="四角形: 角を丸くする 59">
                <a:extLst>
                  <a:ext uri="{FF2B5EF4-FFF2-40B4-BE49-F238E27FC236}">
                    <a16:creationId xmlns:a16="http://schemas.microsoft.com/office/drawing/2014/main" id="{2668A7D4-13BA-779E-F065-5534BAB88949}"/>
                  </a:ext>
                </a:extLst>
              </p:cNvPr>
              <p:cNvSpPr/>
              <p:nvPr/>
            </p:nvSpPr>
            <p:spPr>
              <a:xfrm>
                <a:off x="9993616" y="2397817"/>
                <a:ext cx="1062447" cy="1372489"/>
              </a:xfrm>
              <a:prstGeom prst="roundRect">
                <a:avLst>
                  <a:gd name="adj" fmla="val 6896"/>
                </a:avLst>
              </a:prstGeom>
              <a:solidFill>
                <a:srgbClr val="D9D9D9"/>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61" name="テキスト ボックス 60">
                <a:extLst>
                  <a:ext uri="{FF2B5EF4-FFF2-40B4-BE49-F238E27FC236}">
                    <a16:creationId xmlns:a16="http://schemas.microsoft.com/office/drawing/2014/main" id="{FE7A6D53-D845-E2AE-768A-CF25A23E95DB}"/>
                  </a:ext>
                </a:extLst>
              </p:cNvPr>
              <p:cNvSpPr txBox="1"/>
              <p:nvPr/>
            </p:nvSpPr>
            <p:spPr>
              <a:xfrm>
                <a:off x="10002948" y="2066911"/>
                <a:ext cx="1062446" cy="234948"/>
              </a:xfrm>
              <a:prstGeom prst="rect">
                <a:avLst/>
              </a:prstGeom>
              <a:noFill/>
            </p:spPr>
            <p:txBody>
              <a:bodyPr wrap="square">
                <a:spAutoFit/>
              </a:bodyPr>
              <a:lstStyle/>
              <a:p>
                <a:pPr algn="ctr"/>
                <a:r>
                  <a:rPr lang="ja-JP" altLang="en-US" sz="1200" dirty="0">
                    <a:solidFill>
                      <a:schemeClr val="bg1">
                        <a:lumMod val="95000"/>
                      </a:schemeClr>
                    </a:solidFill>
                    <a:highlight>
                      <a:srgbClr val="5C5C5C"/>
                    </a:highlight>
                    <a:latin typeface="原稿用標準書体" panose="03000503000000000000" pitchFamily="66" charset="-128"/>
                    <a:ea typeface="原稿用標準書体" panose="03000503000000000000" pitchFamily="66" charset="-128"/>
                  </a:rPr>
                  <a:t>特殊スキル</a:t>
                </a:r>
                <a:endParaRPr kumimoji="1" lang="ja-JP" altLang="en-US" sz="1200" dirty="0">
                  <a:solidFill>
                    <a:schemeClr val="bg1">
                      <a:lumMod val="95000"/>
                    </a:schemeClr>
                  </a:solidFill>
                  <a:highlight>
                    <a:srgbClr val="5C5C5C"/>
                  </a:highlight>
                  <a:latin typeface="原稿用標準書体" panose="03000503000000000000" pitchFamily="66" charset="-128"/>
                  <a:ea typeface="原稿用標準書体" panose="03000503000000000000" pitchFamily="66" charset="-128"/>
                </a:endParaRPr>
              </a:p>
            </p:txBody>
          </p:sp>
          <p:sp>
            <p:nvSpPr>
              <p:cNvPr id="62" name="四角形: 角を丸くする 61">
                <a:extLst>
                  <a:ext uri="{FF2B5EF4-FFF2-40B4-BE49-F238E27FC236}">
                    <a16:creationId xmlns:a16="http://schemas.microsoft.com/office/drawing/2014/main" id="{AB711AD4-E6FE-1BE4-2694-88FE6F4B4DF8}"/>
                  </a:ext>
                </a:extLst>
              </p:cNvPr>
              <p:cNvSpPr/>
              <p:nvPr/>
            </p:nvSpPr>
            <p:spPr>
              <a:xfrm>
                <a:off x="10388771" y="2405535"/>
                <a:ext cx="296743" cy="1066156"/>
              </a:xfrm>
              <a:prstGeom prst="roundRect">
                <a:avLst>
                  <a:gd name="adj" fmla="val 6896"/>
                </a:avLst>
              </a:prstGeom>
              <a:solidFill>
                <a:schemeClr val="tx1">
                  <a:lumMod val="50000"/>
                  <a:lumOff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63" name="四角形: 角を丸くする 62">
                <a:extLst>
                  <a:ext uri="{FF2B5EF4-FFF2-40B4-BE49-F238E27FC236}">
                    <a16:creationId xmlns:a16="http://schemas.microsoft.com/office/drawing/2014/main" id="{D04BA37D-5513-46A1-E121-77312A6158EB}"/>
                  </a:ext>
                </a:extLst>
              </p:cNvPr>
              <p:cNvSpPr/>
              <p:nvPr/>
            </p:nvSpPr>
            <p:spPr>
              <a:xfrm>
                <a:off x="10773287" y="2405535"/>
                <a:ext cx="296743" cy="1066156"/>
              </a:xfrm>
              <a:prstGeom prst="roundRect">
                <a:avLst>
                  <a:gd name="adj" fmla="val 6896"/>
                </a:avLst>
              </a:prstGeom>
              <a:solidFill>
                <a:schemeClr val="tx1">
                  <a:lumMod val="50000"/>
                  <a:lumOff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28" name="フリーフォーム: 図形 127">
                <a:extLst>
                  <a:ext uri="{FF2B5EF4-FFF2-40B4-BE49-F238E27FC236}">
                    <a16:creationId xmlns:a16="http://schemas.microsoft.com/office/drawing/2014/main" id="{86B12946-FA51-70F5-B1E5-E5D59C6154EA}"/>
                  </a:ext>
                </a:extLst>
              </p:cNvPr>
              <p:cNvSpPr/>
              <p:nvPr/>
            </p:nvSpPr>
            <p:spPr>
              <a:xfrm>
                <a:off x="10011362" y="2405535"/>
                <a:ext cx="1062447" cy="1333377"/>
              </a:xfrm>
              <a:custGeom>
                <a:avLst/>
                <a:gdLst>
                  <a:gd name="csX0" fmla="*/ 21769 w 1062447"/>
                  <a:gd name="csY0" fmla="*/ 0 h 1333377"/>
                  <a:gd name="csX1" fmla="*/ 277586 w 1062447"/>
                  <a:gd name="csY1" fmla="*/ 0 h 1333377"/>
                  <a:gd name="csX2" fmla="*/ 298049 w 1062447"/>
                  <a:gd name="csY2" fmla="*/ 20463 h 1333377"/>
                  <a:gd name="csX3" fmla="*/ 298049 w 1062447"/>
                  <a:gd name="csY3" fmla="*/ 267221 h 1333377"/>
                  <a:gd name="csX4" fmla="*/ 989181 w 1062447"/>
                  <a:gd name="csY4" fmla="*/ 267221 h 1333377"/>
                  <a:gd name="csX5" fmla="*/ 1062447 w 1062447"/>
                  <a:gd name="csY5" fmla="*/ 340487 h 1333377"/>
                  <a:gd name="csX6" fmla="*/ 1062447 w 1062447"/>
                  <a:gd name="csY6" fmla="*/ 1260111 h 1333377"/>
                  <a:gd name="csX7" fmla="*/ 989181 w 1062447"/>
                  <a:gd name="csY7" fmla="*/ 1333377 h 1333377"/>
                  <a:gd name="csX8" fmla="*/ 73266 w 1062447"/>
                  <a:gd name="csY8" fmla="*/ 1333377 h 1333377"/>
                  <a:gd name="csX9" fmla="*/ 0 w 1062447"/>
                  <a:gd name="csY9" fmla="*/ 1260111 h 1333377"/>
                  <a:gd name="csX10" fmla="*/ 0 w 1062447"/>
                  <a:gd name="csY10" fmla="*/ 340487 h 1333377"/>
                  <a:gd name="csX11" fmla="*/ 1306 w 1062447"/>
                  <a:gd name="csY11" fmla="*/ 334018 h 1333377"/>
                  <a:gd name="csX12" fmla="*/ 1306 w 1062447"/>
                  <a:gd name="csY12" fmla="*/ 20463 h 1333377"/>
                  <a:gd name="csX13" fmla="*/ 21769 w 1062447"/>
                  <a:gd name="csY13" fmla="*/ 0 h 133337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1062447" h="1333377">
                    <a:moveTo>
                      <a:pt x="21769" y="0"/>
                    </a:moveTo>
                    <a:lnTo>
                      <a:pt x="277586" y="0"/>
                    </a:lnTo>
                    <a:cubicBezTo>
                      <a:pt x="288887" y="0"/>
                      <a:pt x="298049" y="9162"/>
                      <a:pt x="298049" y="20463"/>
                    </a:cubicBezTo>
                    <a:lnTo>
                      <a:pt x="298049" y="267221"/>
                    </a:lnTo>
                    <a:lnTo>
                      <a:pt x="989181" y="267221"/>
                    </a:lnTo>
                    <a:cubicBezTo>
                      <a:pt x="1029645" y="267221"/>
                      <a:pt x="1062447" y="300023"/>
                      <a:pt x="1062447" y="340487"/>
                    </a:cubicBezTo>
                    <a:lnTo>
                      <a:pt x="1062447" y="1260111"/>
                    </a:lnTo>
                    <a:cubicBezTo>
                      <a:pt x="1062447" y="1300575"/>
                      <a:pt x="1029645" y="1333377"/>
                      <a:pt x="989181" y="1333377"/>
                    </a:cubicBezTo>
                    <a:lnTo>
                      <a:pt x="73266" y="1333377"/>
                    </a:lnTo>
                    <a:cubicBezTo>
                      <a:pt x="32802" y="1333377"/>
                      <a:pt x="0" y="1300575"/>
                      <a:pt x="0" y="1260111"/>
                    </a:cubicBezTo>
                    <a:lnTo>
                      <a:pt x="0" y="340487"/>
                    </a:lnTo>
                    <a:lnTo>
                      <a:pt x="1306" y="334018"/>
                    </a:lnTo>
                    <a:lnTo>
                      <a:pt x="1306" y="20463"/>
                    </a:lnTo>
                    <a:cubicBezTo>
                      <a:pt x="1306" y="9162"/>
                      <a:pt x="10468" y="0"/>
                      <a:pt x="21769" y="0"/>
                    </a:cubicBezTo>
                    <a:close/>
                  </a:path>
                </a:pathLst>
              </a:custGeom>
              <a:solidFill>
                <a:srgbClr val="BFBFBF"/>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29" name="テキスト ボックス 128">
                <a:extLst>
                  <a:ext uri="{FF2B5EF4-FFF2-40B4-BE49-F238E27FC236}">
                    <a16:creationId xmlns:a16="http://schemas.microsoft.com/office/drawing/2014/main" id="{C399264E-A4DE-ED38-EE5F-064C58C2EEDA}"/>
                  </a:ext>
                </a:extLst>
              </p:cNvPr>
              <p:cNvSpPr txBox="1"/>
              <p:nvPr/>
            </p:nvSpPr>
            <p:spPr>
              <a:xfrm>
                <a:off x="10410242" y="2389384"/>
                <a:ext cx="253632" cy="234948"/>
              </a:xfrm>
              <a:prstGeom prst="rect">
                <a:avLst/>
              </a:prstGeom>
              <a:noFill/>
            </p:spPr>
            <p:txBody>
              <a:bodyPr wrap="none" rtlCol="0">
                <a:spAutoFit/>
              </a:bodyPr>
              <a:lstStyle/>
              <a:p>
                <a:pPr algn="ctr"/>
                <a:r>
                  <a:rPr lang="en-US" altLang="ja-JP" sz="1200" dirty="0">
                    <a:solidFill>
                      <a:schemeClr val="bg1">
                        <a:lumMod val="95000"/>
                      </a:schemeClr>
                    </a:solidFill>
                    <a:latin typeface="原稿用標準書体" panose="03000503000000000000" pitchFamily="66" charset="-128"/>
                    <a:ea typeface="原稿用標準書体" panose="03000503000000000000" pitchFamily="66" charset="-128"/>
                  </a:rPr>
                  <a:t>2</a:t>
                </a:r>
              </a:p>
            </p:txBody>
          </p:sp>
          <p:sp>
            <p:nvSpPr>
              <p:cNvPr id="130" name="テキスト ボックス 129">
                <a:extLst>
                  <a:ext uri="{FF2B5EF4-FFF2-40B4-BE49-F238E27FC236}">
                    <a16:creationId xmlns:a16="http://schemas.microsoft.com/office/drawing/2014/main" id="{9272FC34-46DA-3EAF-B011-7E3B4B0BCEE5}"/>
                  </a:ext>
                </a:extLst>
              </p:cNvPr>
              <p:cNvSpPr txBox="1"/>
              <p:nvPr/>
            </p:nvSpPr>
            <p:spPr>
              <a:xfrm>
                <a:off x="10797542" y="2389384"/>
                <a:ext cx="253632" cy="234948"/>
              </a:xfrm>
              <a:prstGeom prst="rect">
                <a:avLst/>
              </a:prstGeom>
              <a:noFill/>
            </p:spPr>
            <p:txBody>
              <a:bodyPr wrap="none" rtlCol="0">
                <a:spAutoFit/>
              </a:bodyPr>
              <a:lstStyle/>
              <a:p>
                <a:pPr algn="ctr"/>
                <a:r>
                  <a:rPr lang="en-US" altLang="ja-JP" sz="1200" dirty="0">
                    <a:solidFill>
                      <a:schemeClr val="bg1">
                        <a:lumMod val="95000"/>
                      </a:schemeClr>
                    </a:solidFill>
                    <a:latin typeface="原稿用標準書体" panose="03000503000000000000" pitchFamily="66" charset="-128"/>
                    <a:ea typeface="原稿用標準書体" panose="03000503000000000000" pitchFamily="66" charset="-128"/>
                  </a:rPr>
                  <a:t>3</a:t>
                </a:r>
              </a:p>
            </p:txBody>
          </p:sp>
          <p:sp>
            <p:nvSpPr>
              <p:cNvPr id="131" name="テキスト ボックス 130">
                <a:extLst>
                  <a:ext uri="{FF2B5EF4-FFF2-40B4-BE49-F238E27FC236}">
                    <a16:creationId xmlns:a16="http://schemas.microsoft.com/office/drawing/2014/main" id="{4C7E2008-D8AC-39FD-C804-8C7826EC0247}"/>
                  </a:ext>
                </a:extLst>
              </p:cNvPr>
              <p:cNvSpPr txBox="1"/>
              <p:nvPr/>
            </p:nvSpPr>
            <p:spPr>
              <a:xfrm>
                <a:off x="10041603" y="2389384"/>
                <a:ext cx="253632" cy="234948"/>
              </a:xfrm>
              <a:prstGeom prst="rect">
                <a:avLst/>
              </a:prstGeom>
              <a:noFill/>
            </p:spPr>
            <p:txBody>
              <a:bodyPr wrap="none" rtlCol="0">
                <a:spAutoFit/>
              </a:bodyPr>
              <a:lstStyle/>
              <a:p>
                <a:pPr algn="ctr"/>
                <a:r>
                  <a:rPr lang="en-US" altLang="ja-JP" sz="1200" dirty="0">
                    <a:solidFill>
                      <a:schemeClr val="tx1">
                        <a:lumMod val="75000"/>
                        <a:lumOff val="25000"/>
                      </a:schemeClr>
                    </a:solidFill>
                    <a:latin typeface="原稿用標準書体" panose="03000503000000000000" pitchFamily="66" charset="-128"/>
                    <a:ea typeface="原稿用標準書体" panose="03000503000000000000" pitchFamily="66" charset="-128"/>
                  </a:rPr>
                  <a:t>1</a:t>
                </a:r>
              </a:p>
            </p:txBody>
          </p:sp>
          <p:sp>
            <p:nvSpPr>
              <p:cNvPr id="132" name="テキスト ボックス 131">
                <a:extLst>
                  <a:ext uri="{FF2B5EF4-FFF2-40B4-BE49-F238E27FC236}">
                    <a16:creationId xmlns:a16="http://schemas.microsoft.com/office/drawing/2014/main" id="{72259DDE-7E87-52F2-E15E-B3A3743657F3}"/>
                  </a:ext>
                </a:extLst>
              </p:cNvPr>
              <p:cNvSpPr txBox="1"/>
              <p:nvPr/>
            </p:nvSpPr>
            <p:spPr>
              <a:xfrm>
                <a:off x="10031427" y="2681875"/>
                <a:ext cx="676352" cy="208842"/>
              </a:xfrm>
              <a:prstGeom prst="rect">
                <a:avLst/>
              </a:prstGeom>
              <a:noFill/>
            </p:spPr>
            <p:txBody>
              <a:bodyPr wrap="none" rtlCol="0">
                <a:spAutoFit/>
              </a:bodyPr>
              <a:lstStyle/>
              <a:p>
                <a:r>
                  <a:rPr lang="ja-JP" altLang="en-US"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スキル名</a:t>
                </a:r>
                <a:endParaRPr lang="en-US" altLang="ja-JP" sz="1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133" name="テキスト ボックス 132">
                <a:extLst>
                  <a:ext uri="{FF2B5EF4-FFF2-40B4-BE49-F238E27FC236}">
                    <a16:creationId xmlns:a16="http://schemas.microsoft.com/office/drawing/2014/main" id="{2689747F-0802-9433-2716-5325DFBF0E63}"/>
                  </a:ext>
                </a:extLst>
              </p:cNvPr>
              <p:cNvSpPr txBox="1"/>
              <p:nvPr/>
            </p:nvSpPr>
            <p:spPr>
              <a:xfrm>
                <a:off x="10034534" y="2862270"/>
                <a:ext cx="962309" cy="489474"/>
              </a:xfrm>
              <a:prstGeom prst="rect">
                <a:avLst/>
              </a:prstGeom>
              <a:noFill/>
            </p:spPr>
            <p:txBody>
              <a:bodyPr wrap="none" rtlCol="0">
                <a:spAutoFit/>
              </a:bodyPr>
              <a:lstStyle/>
              <a:p>
                <a:r>
                  <a:rPr lang="ja-JP" altLang="en-US" sz="1050" dirty="0">
                    <a:solidFill>
                      <a:schemeClr val="tx1">
                        <a:lumMod val="75000"/>
                        <a:lumOff val="25000"/>
                      </a:schemeClr>
                    </a:solidFill>
                    <a:latin typeface="原稿用標準書体" panose="03000503000000000000" pitchFamily="66" charset="-128"/>
                    <a:ea typeface="原稿用標準書体" panose="03000503000000000000" pitchFamily="66" charset="-128"/>
                  </a:rPr>
                  <a:t>効果テキスト</a:t>
                </a:r>
                <a:br>
                  <a:rPr lang="en-US" altLang="ja-JP" sz="1050" dirty="0">
                    <a:solidFill>
                      <a:schemeClr val="tx1">
                        <a:lumMod val="75000"/>
                        <a:lumOff val="25000"/>
                      </a:schemeClr>
                    </a:solidFill>
                    <a:latin typeface="原稿用標準書体" panose="03000503000000000000" pitchFamily="66" charset="-128"/>
                    <a:ea typeface="原稿用標準書体" panose="03000503000000000000" pitchFamily="66" charset="-128"/>
                  </a:rPr>
                </a:br>
                <a:r>
                  <a:rPr lang="ja-JP" altLang="en-US" sz="1050" dirty="0">
                    <a:solidFill>
                      <a:schemeClr val="tx1">
                        <a:lumMod val="75000"/>
                        <a:lumOff val="25000"/>
                      </a:schemeClr>
                    </a:solidFill>
                    <a:latin typeface="原稿用標準書体" panose="03000503000000000000" pitchFamily="66" charset="-128"/>
                    <a:ea typeface="原稿用標準書体" panose="03000503000000000000" pitchFamily="66" charset="-128"/>
                  </a:rPr>
                  <a:t>効果テキスト</a:t>
                </a:r>
                <a:endParaRPr lang="en-US" altLang="ja-JP" sz="105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a:p>
                <a:r>
                  <a:rPr lang="ja-JP" altLang="en-US" sz="1050" dirty="0">
                    <a:solidFill>
                      <a:schemeClr val="tx1">
                        <a:lumMod val="75000"/>
                        <a:lumOff val="25000"/>
                      </a:schemeClr>
                    </a:solidFill>
                    <a:latin typeface="原稿用標準書体" panose="03000503000000000000" pitchFamily="66" charset="-128"/>
                    <a:ea typeface="原稿用標準書体" panose="03000503000000000000" pitchFamily="66" charset="-128"/>
                  </a:rPr>
                  <a:t>効果テキスト</a:t>
                </a:r>
                <a:endParaRPr lang="en-US" altLang="ja-JP" sz="105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134" name="グループ化 133">
                <a:extLst>
                  <a:ext uri="{FF2B5EF4-FFF2-40B4-BE49-F238E27FC236}">
                    <a16:creationId xmlns:a16="http://schemas.microsoft.com/office/drawing/2014/main" id="{BA45244D-E16E-6E24-E0E7-206230DB5F55}"/>
                  </a:ext>
                </a:extLst>
              </p:cNvPr>
              <p:cNvGrpSpPr/>
              <p:nvPr/>
            </p:nvGrpSpPr>
            <p:grpSpPr>
              <a:xfrm>
                <a:off x="10706392" y="2769566"/>
                <a:ext cx="307601" cy="79382"/>
                <a:chOff x="10725054" y="3385387"/>
                <a:chExt cx="569131" cy="146875"/>
              </a:xfrm>
            </p:grpSpPr>
            <p:sp>
              <p:nvSpPr>
                <p:cNvPr id="135" name="楕円 134">
                  <a:extLst>
                    <a:ext uri="{FF2B5EF4-FFF2-40B4-BE49-F238E27FC236}">
                      <a16:creationId xmlns:a16="http://schemas.microsoft.com/office/drawing/2014/main" id="{F7A4717F-406D-66AE-C143-9A1A6C82D0DA}"/>
                    </a:ext>
                  </a:extLst>
                </p:cNvPr>
                <p:cNvSpPr/>
                <p:nvPr/>
              </p:nvSpPr>
              <p:spPr>
                <a:xfrm>
                  <a:off x="10725054" y="3385387"/>
                  <a:ext cx="157325" cy="146875"/>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136" name="楕円 135">
                  <a:extLst>
                    <a:ext uri="{FF2B5EF4-FFF2-40B4-BE49-F238E27FC236}">
                      <a16:creationId xmlns:a16="http://schemas.microsoft.com/office/drawing/2014/main" id="{349286B0-4D0F-AFBB-82D9-C0790C385362}"/>
                    </a:ext>
                  </a:extLst>
                </p:cNvPr>
                <p:cNvSpPr/>
                <p:nvPr/>
              </p:nvSpPr>
              <p:spPr>
                <a:xfrm>
                  <a:off x="10930957" y="3385387"/>
                  <a:ext cx="157325" cy="146875"/>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137" name="楕円 136">
                  <a:extLst>
                    <a:ext uri="{FF2B5EF4-FFF2-40B4-BE49-F238E27FC236}">
                      <a16:creationId xmlns:a16="http://schemas.microsoft.com/office/drawing/2014/main" id="{51D2599A-6A69-16E3-DAFD-D8ECEDD3B080}"/>
                    </a:ext>
                  </a:extLst>
                </p:cNvPr>
                <p:cNvSpPr/>
                <p:nvPr/>
              </p:nvSpPr>
              <p:spPr>
                <a:xfrm>
                  <a:off x="11136860" y="3385387"/>
                  <a:ext cx="157325" cy="146875"/>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grpSp>
        <p:grpSp>
          <p:nvGrpSpPr>
            <p:cNvPr id="179" name="グループ化 178">
              <a:extLst>
                <a:ext uri="{FF2B5EF4-FFF2-40B4-BE49-F238E27FC236}">
                  <a16:creationId xmlns:a16="http://schemas.microsoft.com/office/drawing/2014/main" id="{BA80291D-8041-012C-361B-85AFFD912864}"/>
                </a:ext>
              </a:extLst>
            </p:cNvPr>
            <p:cNvGrpSpPr/>
            <p:nvPr/>
          </p:nvGrpSpPr>
          <p:grpSpPr>
            <a:xfrm>
              <a:off x="9496810" y="3953487"/>
              <a:ext cx="698442" cy="307777"/>
              <a:chOff x="10130793" y="3296675"/>
              <a:chExt cx="696970" cy="366793"/>
            </a:xfrm>
          </p:grpSpPr>
          <p:sp>
            <p:nvSpPr>
              <p:cNvPr id="180" name="四角形: 角を丸くする 179">
                <a:extLst>
                  <a:ext uri="{FF2B5EF4-FFF2-40B4-BE49-F238E27FC236}">
                    <a16:creationId xmlns:a16="http://schemas.microsoft.com/office/drawing/2014/main" id="{8908D45A-FE9B-5C36-37B1-73B73F54FB48}"/>
                  </a:ext>
                </a:extLst>
              </p:cNvPr>
              <p:cNvSpPr/>
              <p:nvPr/>
            </p:nvSpPr>
            <p:spPr>
              <a:xfrm>
                <a:off x="10130793" y="3296675"/>
                <a:ext cx="696970" cy="366793"/>
              </a:xfrm>
              <a:prstGeom prst="roundRect">
                <a:avLst>
                  <a:gd name="adj" fmla="val 6896"/>
                </a:avLst>
              </a:prstGeom>
              <a:solidFill>
                <a:schemeClr val="tx2">
                  <a:lumMod val="60000"/>
                  <a:lumOff val="4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latin typeface="原稿用標準書体" panose="03000503000000000000" pitchFamily="66" charset="-128"/>
                  <a:ea typeface="原稿用標準書体" panose="03000503000000000000" pitchFamily="66" charset="-128"/>
                </a:endParaRPr>
              </a:p>
            </p:txBody>
          </p:sp>
          <p:sp>
            <p:nvSpPr>
              <p:cNvPr id="184" name="テキスト ボックス 183">
                <a:extLst>
                  <a:ext uri="{FF2B5EF4-FFF2-40B4-BE49-F238E27FC236}">
                    <a16:creationId xmlns:a16="http://schemas.microsoft.com/office/drawing/2014/main" id="{16A31317-CE13-FE9A-65BF-039B03216AB9}"/>
                  </a:ext>
                </a:extLst>
              </p:cNvPr>
              <p:cNvSpPr txBox="1"/>
              <p:nvPr/>
            </p:nvSpPr>
            <p:spPr>
              <a:xfrm>
                <a:off x="10163561" y="3313445"/>
                <a:ext cx="644969" cy="330113"/>
              </a:xfrm>
              <a:prstGeom prst="rect">
                <a:avLst/>
              </a:prstGeom>
              <a:noFill/>
            </p:spPr>
            <p:txBody>
              <a:bodyPr wrap="none" rtlCol="0">
                <a:spAutoFit/>
              </a:bodyPr>
              <a:lstStyle/>
              <a:p>
                <a:pPr algn="ctr"/>
                <a:r>
                  <a:rPr lang="ja-JP" altLang="en-US" sz="1400">
                    <a:solidFill>
                      <a:schemeClr val="tx1">
                        <a:lumMod val="75000"/>
                        <a:lumOff val="25000"/>
                      </a:schemeClr>
                    </a:solidFill>
                    <a:latin typeface="原稿用標準書体" panose="03000503000000000000" pitchFamily="66" charset="-128"/>
                    <a:ea typeface="原稿用標準書体" panose="03000503000000000000" pitchFamily="66" charset="-128"/>
                  </a:rPr>
                  <a:t>装備中</a:t>
                </a:r>
                <a:endParaRPr lang="en-US" altLang="ja-JP" sz="14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grpSp>
      <p:grpSp>
        <p:nvGrpSpPr>
          <p:cNvPr id="145" name="グループ化 144">
            <a:extLst>
              <a:ext uri="{FF2B5EF4-FFF2-40B4-BE49-F238E27FC236}">
                <a16:creationId xmlns:a16="http://schemas.microsoft.com/office/drawing/2014/main" id="{FC321C0B-D980-10F8-4B3B-660C178D7075}"/>
              </a:ext>
            </a:extLst>
          </p:cNvPr>
          <p:cNvGrpSpPr/>
          <p:nvPr/>
        </p:nvGrpSpPr>
        <p:grpSpPr>
          <a:xfrm>
            <a:off x="6526263" y="1777923"/>
            <a:ext cx="1367435" cy="2982545"/>
            <a:chOff x="6799513" y="1821181"/>
            <a:chExt cx="1124683" cy="2209191"/>
          </a:xfrm>
        </p:grpSpPr>
        <p:grpSp>
          <p:nvGrpSpPr>
            <p:cNvPr id="177" name="グループ化 176">
              <a:extLst>
                <a:ext uri="{FF2B5EF4-FFF2-40B4-BE49-F238E27FC236}">
                  <a16:creationId xmlns:a16="http://schemas.microsoft.com/office/drawing/2014/main" id="{F21E8A4F-8438-AC08-836D-435514D5A856}"/>
                </a:ext>
              </a:extLst>
            </p:cNvPr>
            <p:cNvGrpSpPr/>
            <p:nvPr/>
          </p:nvGrpSpPr>
          <p:grpSpPr>
            <a:xfrm>
              <a:off x="6807560" y="1821181"/>
              <a:ext cx="1114968" cy="2209191"/>
              <a:chOff x="7405698" y="1658876"/>
              <a:chExt cx="1145519" cy="2269724"/>
            </a:xfrm>
          </p:grpSpPr>
          <p:sp>
            <p:nvSpPr>
              <p:cNvPr id="183" name="四角形: 角を丸くする 182">
                <a:extLst>
                  <a:ext uri="{FF2B5EF4-FFF2-40B4-BE49-F238E27FC236}">
                    <a16:creationId xmlns:a16="http://schemas.microsoft.com/office/drawing/2014/main" id="{F73C732D-7406-335E-BD35-0DAD7258376D}"/>
                  </a:ext>
                </a:extLst>
              </p:cNvPr>
              <p:cNvSpPr/>
              <p:nvPr/>
            </p:nvSpPr>
            <p:spPr>
              <a:xfrm>
                <a:off x="7405698" y="1934776"/>
                <a:ext cx="1145519" cy="1993824"/>
              </a:xfrm>
              <a:prstGeom prst="roundRect">
                <a:avLst>
                  <a:gd name="adj" fmla="val 5178"/>
                </a:avLst>
              </a:prstGeom>
              <a:solidFill>
                <a:schemeClr val="bg1">
                  <a:lumMod val="85000"/>
                  <a:alpha val="40000"/>
                </a:schemeClr>
              </a:solidFill>
              <a:ln w="25400">
                <a:solidFill>
                  <a:schemeClr val="tx2">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85" name="四角形: 角を丸くする 184">
                <a:extLst>
                  <a:ext uri="{FF2B5EF4-FFF2-40B4-BE49-F238E27FC236}">
                    <a16:creationId xmlns:a16="http://schemas.microsoft.com/office/drawing/2014/main" id="{A8E6544B-4B98-BC9C-488E-BFBFC914B6A0}"/>
                  </a:ext>
                </a:extLst>
              </p:cNvPr>
              <p:cNvSpPr/>
              <p:nvPr/>
            </p:nvSpPr>
            <p:spPr>
              <a:xfrm>
                <a:off x="7492777" y="1658876"/>
                <a:ext cx="971361" cy="284762"/>
              </a:xfrm>
              <a:prstGeom prst="roundRect">
                <a:avLst>
                  <a:gd name="adj" fmla="val 21561"/>
                </a:avLst>
              </a:prstGeom>
              <a:solidFill>
                <a:schemeClr val="tx2">
                  <a:lumMod val="60000"/>
                  <a:lumOff val="40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sp>
          <p:nvSpPr>
            <p:cNvPr id="182" name="テキスト ボックス 181">
              <a:extLst>
                <a:ext uri="{FF2B5EF4-FFF2-40B4-BE49-F238E27FC236}">
                  <a16:creationId xmlns:a16="http://schemas.microsoft.com/office/drawing/2014/main" id="{AA0B5DE4-8968-FF23-4918-3DC531264029}"/>
                </a:ext>
              </a:extLst>
            </p:cNvPr>
            <p:cNvSpPr txBox="1"/>
            <p:nvPr/>
          </p:nvSpPr>
          <p:spPr>
            <a:xfrm>
              <a:off x="6799513" y="1854760"/>
              <a:ext cx="1124683" cy="250769"/>
            </a:xfrm>
            <a:prstGeom prst="rect">
              <a:avLst/>
            </a:prstGeom>
            <a:noFill/>
          </p:spPr>
          <p:txBody>
            <a:bodyPr wrap="square">
              <a:spAutoFit/>
            </a:bodyPr>
            <a:lstStyle/>
            <a:p>
              <a:pPr algn="ctr"/>
              <a:r>
                <a:rPr lang="ja-JP" altLang="en-US" sz="1600">
                  <a:solidFill>
                    <a:schemeClr val="bg1">
                      <a:lumMod val="95000"/>
                    </a:schemeClr>
                  </a:solidFill>
                  <a:latin typeface="原稿用標準書体" panose="03000503000000000000" pitchFamily="66" charset="-128"/>
                  <a:ea typeface="原稿用標準書体" panose="03000503000000000000" pitchFamily="66" charset="-128"/>
                </a:rPr>
                <a:t>選択中</a:t>
              </a:r>
              <a:endParaRPr lang="ja-JP" altLang="en-US">
                <a:solidFill>
                  <a:schemeClr val="bg1">
                    <a:lumMod val="95000"/>
                  </a:schemeClr>
                </a:solidFill>
              </a:endParaRPr>
            </a:p>
          </p:txBody>
        </p:sp>
      </p:grpSp>
      <p:pic>
        <p:nvPicPr>
          <p:cNvPr id="52" name="図 51">
            <a:extLst>
              <a:ext uri="{FF2B5EF4-FFF2-40B4-BE49-F238E27FC236}">
                <a16:creationId xmlns:a16="http://schemas.microsoft.com/office/drawing/2014/main" id="{51EC55FF-3DD0-C213-2D07-18CA3B561257}"/>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6348588" y="2264585"/>
            <a:ext cx="1677297" cy="2367721"/>
          </a:xfrm>
          <a:prstGeom prst="rect">
            <a:avLst/>
          </a:prstGeom>
        </p:spPr>
      </p:pic>
    </p:spTree>
    <p:extLst>
      <p:ext uri="{BB962C8B-B14F-4D97-AF65-F5344CB8AC3E}">
        <p14:creationId xmlns:p14="http://schemas.microsoft.com/office/powerpoint/2010/main" val="70557643"/>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bg>
      <p:bgPr>
        <a:gradFill>
          <a:gsLst>
            <a:gs pos="46690">
              <a:schemeClr val="accent6">
                <a:lumMod val="75000"/>
              </a:schemeClr>
            </a:gs>
            <a:gs pos="0">
              <a:schemeClr val="accent6">
                <a:lumMod val="50000"/>
              </a:schemeClr>
            </a:gs>
            <a:gs pos="23000">
              <a:schemeClr val="accent6">
                <a:lumMod val="75000"/>
              </a:schemeClr>
            </a:gs>
            <a:gs pos="69000">
              <a:schemeClr val="accent6">
                <a:lumMod val="50000"/>
              </a:schemeClr>
            </a:gs>
            <a:gs pos="97000">
              <a:schemeClr val="tx1">
                <a:lumMod val="85000"/>
                <a:lumOff val="15000"/>
              </a:schemeClr>
            </a:gs>
          </a:gsLst>
          <a:path path="circle">
            <a:fillToRect l="50000" t="50000" r="50000" b="50000"/>
          </a:path>
        </a:gradFill>
        <a:effectLst/>
      </p:bgPr>
    </p:bg>
    <p:spTree>
      <p:nvGrpSpPr>
        <p:cNvPr id="1" name="">
          <a:extLst>
            <a:ext uri="{FF2B5EF4-FFF2-40B4-BE49-F238E27FC236}">
              <a16:creationId xmlns:a16="http://schemas.microsoft.com/office/drawing/2014/main" id="{D78933D1-6FBB-4E9F-B9E8-7FC44EAD30ED}"/>
            </a:ext>
          </a:extLst>
        </p:cNvPr>
        <p:cNvGrpSpPr/>
        <p:nvPr/>
      </p:nvGrpSpPr>
      <p:grpSpPr>
        <a:xfrm>
          <a:off x="0" y="0"/>
          <a:ext cx="0" cy="0"/>
          <a:chOff x="0" y="0"/>
          <a:chExt cx="0" cy="0"/>
        </a:xfrm>
      </p:grpSpPr>
      <p:sp>
        <p:nvSpPr>
          <p:cNvPr id="34" name="四角形: 角を丸くする 33">
            <a:extLst>
              <a:ext uri="{FF2B5EF4-FFF2-40B4-BE49-F238E27FC236}">
                <a16:creationId xmlns:a16="http://schemas.microsoft.com/office/drawing/2014/main" id="{5DE69807-7DFF-A77A-54EF-3402BAB864A1}"/>
              </a:ext>
            </a:extLst>
          </p:cNvPr>
          <p:cNvSpPr/>
          <p:nvPr/>
        </p:nvSpPr>
        <p:spPr>
          <a:xfrm>
            <a:off x="816131" y="594830"/>
            <a:ext cx="10559738" cy="5854960"/>
          </a:xfrm>
          <a:prstGeom prst="roundRect">
            <a:avLst>
              <a:gd name="adj" fmla="val 6428"/>
            </a:avLst>
          </a:prstGeom>
          <a:solidFill>
            <a:schemeClr val="tx1">
              <a:lumMod val="75000"/>
              <a:lumOff val="25000"/>
              <a:alpha val="6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latin typeface="原稿用標準書体" panose="03000503000000000000" pitchFamily="66" charset="-128"/>
              <a:ea typeface="原稿用標準書体" panose="03000503000000000000" pitchFamily="66" charset="-128"/>
            </a:endParaRPr>
          </a:p>
        </p:txBody>
      </p:sp>
      <p:sp>
        <p:nvSpPr>
          <p:cNvPr id="8" name="四角形: 角を丸くする 7">
            <a:extLst>
              <a:ext uri="{FF2B5EF4-FFF2-40B4-BE49-F238E27FC236}">
                <a16:creationId xmlns:a16="http://schemas.microsoft.com/office/drawing/2014/main" id="{F5BF19E8-7053-346A-CFDD-8272F9EE2394}"/>
              </a:ext>
            </a:extLst>
          </p:cNvPr>
          <p:cNvSpPr/>
          <p:nvPr/>
        </p:nvSpPr>
        <p:spPr>
          <a:xfrm>
            <a:off x="996098" y="912842"/>
            <a:ext cx="5110794" cy="5341064"/>
          </a:xfrm>
          <a:prstGeom prst="roundRect">
            <a:avLst>
              <a:gd name="adj" fmla="val 2174"/>
            </a:avLst>
          </a:prstGeom>
          <a:solidFill>
            <a:schemeClr val="accent6">
              <a:lumMod val="40000"/>
              <a:lumOff val="6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20" name="テキスト ボックス 19">
            <a:extLst>
              <a:ext uri="{FF2B5EF4-FFF2-40B4-BE49-F238E27FC236}">
                <a16:creationId xmlns:a16="http://schemas.microsoft.com/office/drawing/2014/main" id="{592EBDD8-D97E-7063-8F1F-C2CDBE8D7DE3}"/>
              </a:ext>
            </a:extLst>
          </p:cNvPr>
          <p:cNvSpPr txBox="1"/>
          <p:nvPr/>
        </p:nvSpPr>
        <p:spPr>
          <a:xfrm>
            <a:off x="1206202" y="988293"/>
            <a:ext cx="4185761" cy="584775"/>
          </a:xfrm>
          <a:prstGeom prst="rect">
            <a:avLst/>
          </a:prstGeom>
          <a:noFill/>
        </p:spPr>
        <p:txBody>
          <a:bodyPr wrap="none" rtlCol="0">
            <a:spAutoFit/>
          </a:bodyPr>
          <a:lstStyle/>
          <a:p>
            <a:r>
              <a:rPr lang="ja-JP" altLang="en-US" sz="3200" dirty="0">
                <a:solidFill>
                  <a:schemeClr val="tx1">
                    <a:lumMod val="75000"/>
                    <a:lumOff val="25000"/>
                  </a:schemeClr>
                </a:solidFill>
                <a:latin typeface="原稿用標準書体" panose="03000503000000000000" pitchFamily="66" charset="-128"/>
                <a:ea typeface="原稿用標準書体" panose="03000503000000000000" pitchFamily="66" charset="-128"/>
              </a:rPr>
              <a:t>前衛</a:t>
            </a:r>
            <a:r>
              <a:rPr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a:t>
            </a:r>
            <a:r>
              <a:rPr lang="en-US" altLang="ja-JP"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ATK+20%</a:t>
            </a:r>
            <a:r>
              <a:rPr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、注目度</a:t>
            </a:r>
            <a:r>
              <a:rPr lang="en-US" altLang="ja-JP"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+4</a:t>
            </a:r>
            <a:r>
              <a:rPr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、回避率</a:t>
            </a:r>
            <a:r>
              <a:rPr lang="en-US" altLang="ja-JP"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-20%</a:t>
            </a:r>
            <a:endParaRPr kumimoji="1" lang="ja-JP" altLang="en-US" sz="32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21" name="四角形: 角を丸くする 20">
            <a:extLst>
              <a:ext uri="{FF2B5EF4-FFF2-40B4-BE49-F238E27FC236}">
                <a16:creationId xmlns:a16="http://schemas.microsoft.com/office/drawing/2014/main" id="{97563787-BF85-000F-72B7-D2D0C85AFF37}"/>
              </a:ext>
            </a:extLst>
          </p:cNvPr>
          <p:cNvSpPr/>
          <p:nvPr/>
        </p:nvSpPr>
        <p:spPr>
          <a:xfrm>
            <a:off x="1178850" y="1694047"/>
            <a:ext cx="1104265" cy="1100880"/>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22" name="四角形: 角を丸くする 21">
            <a:extLst>
              <a:ext uri="{FF2B5EF4-FFF2-40B4-BE49-F238E27FC236}">
                <a16:creationId xmlns:a16="http://schemas.microsoft.com/office/drawing/2014/main" id="{4B44A26F-9540-8D40-8480-CBCD50701520}"/>
              </a:ext>
            </a:extLst>
          </p:cNvPr>
          <p:cNvSpPr/>
          <p:nvPr/>
        </p:nvSpPr>
        <p:spPr>
          <a:xfrm>
            <a:off x="2392525" y="1694047"/>
            <a:ext cx="1104265" cy="1100880"/>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23" name="四角形: 角を丸くする 22">
            <a:extLst>
              <a:ext uri="{FF2B5EF4-FFF2-40B4-BE49-F238E27FC236}">
                <a16:creationId xmlns:a16="http://schemas.microsoft.com/office/drawing/2014/main" id="{F01D8DE0-36D0-EB92-02A8-2ADFE3F89BE6}"/>
              </a:ext>
            </a:extLst>
          </p:cNvPr>
          <p:cNvSpPr/>
          <p:nvPr/>
        </p:nvSpPr>
        <p:spPr>
          <a:xfrm>
            <a:off x="3606199" y="1694047"/>
            <a:ext cx="1104265" cy="1100880"/>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24" name="四角形: 角を丸くする 23">
            <a:extLst>
              <a:ext uri="{FF2B5EF4-FFF2-40B4-BE49-F238E27FC236}">
                <a16:creationId xmlns:a16="http://schemas.microsoft.com/office/drawing/2014/main" id="{A9B458D7-66C1-D797-1068-7AD1E56A2217}"/>
              </a:ext>
            </a:extLst>
          </p:cNvPr>
          <p:cNvSpPr/>
          <p:nvPr/>
        </p:nvSpPr>
        <p:spPr>
          <a:xfrm>
            <a:off x="4819874" y="1694047"/>
            <a:ext cx="1104265" cy="1100880"/>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25" name="テキスト ボックス 24">
            <a:extLst>
              <a:ext uri="{FF2B5EF4-FFF2-40B4-BE49-F238E27FC236}">
                <a16:creationId xmlns:a16="http://schemas.microsoft.com/office/drawing/2014/main" id="{41F82933-9C5F-6950-97B9-F1E3AA35B3E6}"/>
              </a:ext>
            </a:extLst>
          </p:cNvPr>
          <p:cNvSpPr txBox="1"/>
          <p:nvPr/>
        </p:nvSpPr>
        <p:spPr>
          <a:xfrm>
            <a:off x="1206202" y="3668155"/>
            <a:ext cx="4185761" cy="584775"/>
          </a:xfrm>
          <a:prstGeom prst="rect">
            <a:avLst/>
          </a:prstGeom>
          <a:noFill/>
        </p:spPr>
        <p:txBody>
          <a:bodyPr wrap="none" rtlCol="0">
            <a:spAutoFit/>
          </a:bodyPr>
          <a:lstStyle/>
          <a:p>
            <a:r>
              <a:rPr lang="ja-JP" altLang="en-US" sz="3200" dirty="0">
                <a:solidFill>
                  <a:schemeClr val="bg1">
                    <a:lumMod val="95000"/>
                  </a:schemeClr>
                </a:solidFill>
                <a:latin typeface="原稿用標準書体" panose="03000503000000000000" pitchFamily="66" charset="-128"/>
                <a:ea typeface="原稿用標準書体" panose="03000503000000000000" pitchFamily="66" charset="-128"/>
              </a:rPr>
              <a:t>後衛</a:t>
            </a:r>
            <a:r>
              <a:rPr lang="ja-JP" altLang="en-US" sz="1600" dirty="0">
                <a:solidFill>
                  <a:schemeClr val="bg1">
                    <a:lumMod val="95000"/>
                  </a:schemeClr>
                </a:solidFill>
                <a:latin typeface="原稿用標準書体" panose="03000503000000000000" pitchFamily="66" charset="-128"/>
                <a:ea typeface="原稿用標準書体" panose="03000503000000000000" pitchFamily="66" charset="-128"/>
              </a:rPr>
              <a:t>：回避率</a:t>
            </a:r>
            <a:r>
              <a:rPr lang="en-US" altLang="ja-JP" sz="1600" dirty="0">
                <a:solidFill>
                  <a:schemeClr val="bg1">
                    <a:lumMod val="95000"/>
                  </a:schemeClr>
                </a:solidFill>
                <a:latin typeface="原稿用標準書体" panose="03000503000000000000" pitchFamily="66" charset="-128"/>
                <a:ea typeface="原稿用標準書体" panose="03000503000000000000" pitchFamily="66" charset="-128"/>
              </a:rPr>
              <a:t>+20%</a:t>
            </a:r>
            <a:r>
              <a:rPr lang="ja-JP" altLang="en-US" sz="1600" dirty="0">
                <a:solidFill>
                  <a:schemeClr val="bg1">
                    <a:lumMod val="95000"/>
                  </a:schemeClr>
                </a:solidFill>
                <a:latin typeface="原稿用標準書体" panose="03000503000000000000" pitchFamily="66" charset="-128"/>
                <a:ea typeface="原稿用標準書体" panose="03000503000000000000" pitchFamily="66" charset="-128"/>
              </a:rPr>
              <a:t>、注目度</a:t>
            </a:r>
            <a:r>
              <a:rPr lang="en-US" altLang="ja-JP" sz="1600" dirty="0">
                <a:solidFill>
                  <a:schemeClr val="bg1">
                    <a:lumMod val="95000"/>
                  </a:schemeClr>
                </a:solidFill>
                <a:latin typeface="原稿用標準書体" panose="03000503000000000000" pitchFamily="66" charset="-128"/>
                <a:ea typeface="原稿用標準書体" panose="03000503000000000000" pitchFamily="66" charset="-128"/>
              </a:rPr>
              <a:t>+1</a:t>
            </a:r>
            <a:r>
              <a:rPr lang="ja-JP" altLang="en-US" sz="1600" dirty="0">
                <a:solidFill>
                  <a:schemeClr val="bg1">
                    <a:lumMod val="95000"/>
                  </a:schemeClr>
                </a:solidFill>
                <a:latin typeface="原稿用標準書体" panose="03000503000000000000" pitchFamily="66" charset="-128"/>
                <a:ea typeface="原稿用標準書体" panose="03000503000000000000" pitchFamily="66" charset="-128"/>
              </a:rPr>
              <a:t>、</a:t>
            </a:r>
            <a:r>
              <a:rPr lang="en-US" altLang="ja-JP" sz="1600" dirty="0">
                <a:solidFill>
                  <a:schemeClr val="bg1">
                    <a:lumMod val="95000"/>
                  </a:schemeClr>
                </a:solidFill>
                <a:latin typeface="原稿用標準書体" panose="03000503000000000000" pitchFamily="66" charset="-128"/>
                <a:ea typeface="原稿用標準書体" panose="03000503000000000000" pitchFamily="66" charset="-128"/>
              </a:rPr>
              <a:t>ATK-20%</a:t>
            </a:r>
            <a:endParaRPr kumimoji="1" lang="ja-JP" altLang="en-US" sz="32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26" name="グループ化 25">
            <a:extLst>
              <a:ext uri="{FF2B5EF4-FFF2-40B4-BE49-F238E27FC236}">
                <a16:creationId xmlns:a16="http://schemas.microsoft.com/office/drawing/2014/main" id="{51D3460B-E936-0971-4C5E-89AB70C92E84}"/>
              </a:ext>
            </a:extLst>
          </p:cNvPr>
          <p:cNvGrpSpPr/>
          <p:nvPr/>
        </p:nvGrpSpPr>
        <p:grpSpPr>
          <a:xfrm>
            <a:off x="1178850" y="4381282"/>
            <a:ext cx="4745291" cy="1100880"/>
            <a:chOff x="922576" y="2450171"/>
            <a:chExt cx="5301952" cy="1309138"/>
          </a:xfrm>
          <a:solidFill>
            <a:schemeClr val="bg1">
              <a:lumMod val="85000"/>
              <a:alpha val="85000"/>
            </a:schemeClr>
          </a:solidFill>
        </p:grpSpPr>
        <p:sp>
          <p:nvSpPr>
            <p:cNvPr id="173" name="四角形: 角を丸くする 172">
              <a:extLst>
                <a:ext uri="{FF2B5EF4-FFF2-40B4-BE49-F238E27FC236}">
                  <a16:creationId xmlns:a16="http://schemas.microsoft.com/office/drawing/2014/main" id="{84B60773-E579-BE2A-AC8E-1B87830661A6}"/>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74" name="四角形: 角を丸くする 173">
              <a:extLst>
                <a:ext uri="{FF2B5EF4-FFF2-40B4-BE49-F238E27FC236}">
                  <a16:creationId xmlns:a16="http://schemas.microsoft.com/office/drawing/2014/main" id="{04582E56-4669-B553-6511-E51002575D68}"/>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75" name="四角形: 角を丸くする 174">
              <a:extLst>
                <a:ext uri="{FF2B5EF4-FFF2-40B4-BE49-F238E27FC236}">
                  <a16:creationId xmlns:a16="http://schemas.microsoft.com/office/drawing/2014/main" id="{941D529C-0072-DE6E-1DE5-8E8146C5A749}"/>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76" name="四角形: 角を丸くする 175">
              <a:extLst>
                <a:ext uri="{FF2B5EF4-FFF2-40B4-BE49-F238E27FC236}">
                  <a16:creationId xmlns:a16="http://schemas.microsoft.com/office/drawing/2014/main" id="{EBD8FDD6-5DF7-1116-2B43-5DB5667C0BE6}"/>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latin typeface="原稿用標準書体" panose="03000503000000000000" pitchFamily="66" charset="-128"/>
                <a:ea typeface="原稿用標準書体" panose="03000503000000000000" pitchFamily="66" charset="-128"/>
              </a:endParaRPr>
            </a:p>
          </p:txBody>
        </p:sp>
      </p:grpSp>
      <p:cxnSp>
        <p:nvCxnSpPr>
          <p:cNvPr id="27" name="直線コネクタ 26">
            <a:extLst>
              <a:ext uri="{FF2B5EF4-FFF2-40B4-BE49-F238E27FC236}">
                <a16:creationId xmlns:a16="http://schemas.microsoft.com/office/drawing/2014/main" id="{2BA0A888-D6E5-C742-9C14-DD9E0CD03ED5}"/>
              </a:ext>
            </a:extLst>
          </p:cNvPr>
          <p:cNvCxnSpPr>
            <a:cxnSpLocks/>
          </p:cNvCxnSpPr>
          <p:nvPr/>
        </p:nvCxnSpPr>
        <p:spPr>
          <a:xfrm>
            <a:off x="1151498" y="3583374"/>
            <a:ext cx="4799995" cy="0"/>
          </a:xfrm>
          <a:prstGeom prst="line">
            <a:avLst/>
          </a:prstGeom>
          <a:ln w="12700">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grpSp>
        <p:nvGrpSpPr>
          <p:cNvPr id="28" name="グループ化 27">
            <a:extLst>
              <a:ext uri="{FF2B5EF4-FFF2-40B4-BE49-F238E27FC236}">
                <a16:creationId xmlns:a16="http://schemas.microsoft.com/office/drawing/2014/main" id="{A89ABBAF-665D-6011-671F-2026D55A27D6}"/>
              </a:ext>
            </a:extLst>
          </p:cNvPr>
          <p:cNvGrpSpPr/>
          <p:nvPr/>
        </p:nvGrpSpPr>
        <p:grpSpPr>
          <a:xfrm>
            <a:off x="1176551" y="2871355"/>
            <a:ext cx="4745291" cy="569143"/>
            <a:chOff x="922576" y="2450171"/>
            <a:chExt cx="5301952" cy="1309138"/>
          </a:xfrm>
          <a:solidFill>
            <a:schemeClr val="tx1">
              <a:lumMod val="75000"/>
              <a:lumOff val="25000"/>
              <a:alpha val="85000"/>
            </a:schemeClr>
          </a:solidFill>
        </p:grpSpPr>
        <p:sp>
          <p:nvSpPr>
            <p:cNvPr id="169" name="四角形: 角を丸くする 168">
              <a:extLst>
                <a:ext uri="{FF2B5EF4-FFF2-40B4-BE49-F238E27FC236}">
                  <a16:creationId xmlns:a16="http://schemas.microsoft.com/office/drawing/2014/main" id="{020553A4-8D12-706B-EFA1-61BDC1397131}"/>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70" name="四角形: 角を丸くする 169">
              <a:extLst>
                <a:ext uri="{FF2B5EF4-FFF2-40B4-BE49-F238E27FC236}">
                  <a16:creationId xmlns:a16="http://schemas.microsoft.com/office/drawing/2014/main" id="{3FC2FEDD-2A20-0A7D-735F-16A411E1D6F1}"/>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71" name="四角形: 角を丸くする 170">
              <a:extLst>
                <a:ext uri="{FF2B5EF4-FFF2-40B4-BE49-F238E27FC236}">
                  <a16:creationId xmlns:a16="http://schemas.microsoft.com/office/drawing/2014/main" id="{025B713C-8F22-7C18-4271-1995ACF580D7}"/>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72" name="四角形: 角を丸くする 171">
              <a:extLst>
                <a:ext uri="{FF2B5EF4-FFF2-40B4-BE49-F238E27FC236}">
                  <a16:creationId xmlns:a16="http://schemas.microsoft.com/office/drawing/2014/main" id="{186602C0-EBD9-D6F0-2896-D6D2AC74C323}"/>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grpSp>
      <p:grpSp>
        <p:nvGrpSpPr>
          <p:cNvPr id="29" name="グループ化 28">
            <a:extLst>
              <a:ext uri="{FF2B5EF4-FFF2-40B4-BE49-F238E27FC236}">
                <a16:creationId xmlns:a16="http://schemas.microsoft.com/office/drawing/2014/main" id="{15FA93F6-575D-8F90-A23E-1B17A081DB85}"/>
              </a:ext>
            </a:extLst>
          </p:cNvPr>
          <p:cNvGrpSpPr/>
          <p:nvPr/>
        </p:nvGrpSpPr>
        <p:grpSpPr>
          <a:xfrm>
            <a:off x="1176551" y="5566940"/>
            <a:ext cx="4745291" cy="569143"/>
            <a:chOff x="922576" y="2450171"/>
            <a:chExt cx="5301952" cy="1309138"/>
          </a:xfrm>
          <a:solidFill>
            <a:schemeClr val="bg1">
              <a:lumMod val="85000"/>
              <a:alpha val="85000"/>
            </a:schemeClr>
          </a:solidFill>
        </p:grpSpPr>
        <p:sp>
          <p:nvSpPr>
            <p:cNvPr id="165" name="四角形: 角を丸くする 164">
              <a:extLst>
                <a:ext uri="{FF2B5EF4-FFF2-40B4-BE49-F238E27FC236}">
                  <a16:creationId xmlns:a16="http://schemas.microsoft.com/office/drawing/2014/main" id="{523E3842-E0FE-6FDF-9C4F-82416671D556}"/>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66" name="四角形: 角を丸くする 165">
              <a:extLst>
                <a:ext uri="{FF2B5EF4-FFF2-40B4-BE49-F238E27FC236}">
                  <a16:creationId xmlns:a16="http://schemas.microsoft.com/office/drawing/2014/main" id="{B89429AB-CB83-2680-8F20-D774DF922F3C}"/>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67" name="四角形: 角を丸くする 166">
              <a:extLst>
                <a:ext uri="{FF2B5EF4-FFF2-40B4-BE49-F238E27FC236}">
                  <a16:creationId xmlns:a16="http://schemas.microsoft.com/office/drawing/2014/main" id="{21FC4BBD-D10B-125B-6872-E58283DC6BBA}"/>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68" name="四角形: 角を丸くする 167">
              <a:extLst>
                <a:ext uri="{FF2B5EF4-FFF2-40B4-BE49-F238E27FC236}">
                  <a16:creationId xmlns:a16="http://schemas.microsoft.com/office/drawing/2014/main" id="{F8E4A88F-4CC5-3D2C-21A5-9B5D076DBE4A}"/>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grpSp>
      <p:grpSp>
        <p:nvGrpSpPr>
          <p:cNvPr id="2" name="グループ化 1">
            <a:extLst>
              <a:ext uri="{FF2B5EF4-FFF2-40B4-BE49-F238E27FC236}">
                <a16:creationId xmlns:a16="http://schemas.microsoft.com/office/drawing/2014/main" id="{768DC2C6-07BD-FF10-DCBD-782E4358F3C6}"/>
              </a:ext>
            </a:extLst>
          </p:cNvPr>
          <p:cNvGrpSpPr/>
          <p:nvPr/>
        </p:nvGrpSpPr>
        <p:grpSpPr>
          <a:xfrm>
            <a:off x="6292077" y="1068435"/>
            <a:ext cx="893760" cy="1305019"/>
            <a:chOff x="6497359" y="1068435"/>
            <a:chExt cx="1273542" cy="1305019"/>
          </a:xfrm>
        </p:grpSpPr>
        <p:sp>
          <p:nvSpPr>
            <p:cNvPr id="5" name="四角形: 角を丸くする 4">
              <a:extLst>
                <a:ext uri="{FF2B5EF4-FFF2-40B4-BE49-F238E27FC236}">
                  <a16:creationId xmlns:a16="http://schemas.microsoft.com/office/drawing/2014/main" id="{BE030110-81DD-02E8-D923-C33B02572827}"/>
                </a:ext>
              </a:extLst>
            </p:cNvPr>
            <p:cNvSpPr/>
            <p:nvPr/>
          </p:nvSpPr>
          <p:spPr>
            <a:xfrm>
              <a:off x="6497359" y="1068435"/>
              <a:ext cx="1273542" cy="1305019"/>
            </a:xfrm>
            <a:prstGeom prst="roundRect">
              <a:avLst>
                <a:gd name="adj" fmla="val 4721"/>
              </a:avLst>
            </a:prstGeom>
            <a:solidFill>
              <a:schemeClr val="bg1">
                <a:lumMod val="7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30" name="テキスト ボックス 29">
              <a:extLst>
                <a:ext uri="{FF2B5EF4-FFF2-40B4-BE49-F238E27FC236}">
                  <a16:creationId xmlns:a16="http://schemas.microsoft.com/office/drawing/2014/main" id="{D2C952B0-A76E-9750-E477-D39F1720F4DA}"/>
                </a:ext>
              </a:extLst>
            </p:cNvPr>
            <p:cNvSpPr txBox="1"/>
            <p:nvPr/>
          </p:nvSpPr>
          <p:spPr>
            <a:xfrm>
              <a:off x="6692593" y="1130817"/>
              <a:ext cx="877796" cy="371375"/>
            </a:xfrm>
            <a:prstGeom prst="rect">
              <a:avLst/>
            </a:prstGeom>
            <a:noFill/>
          </p:spPr>
          <p:txBody>
            <a:bodyPr wrap="none" rtlCol="0">
              <a:spAutoFit/>
            </a:bodyP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ゲート</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35" name="グループ化 34">
            <a:extLst>
              <a:ext uri="{FF2B5EF4-FFF2-40B4-BE49-F238E27FC236}">
                <a16:creationId xmlns:a16="http://schemas.microsoft.com/office/drawing/2014/main" id="{8A16DEE9-6E1C-F5DB-C17C-B49E15B189FC}"/>
              </a:ext>
            </a:extLst>
          </p:cNvPr>
          <p:cNvGrpSpPr/>
          <p:nvPr/>
        </p:nvGrpSpPr>
        <p:grpSpPr>
          <a:xfrm>
            <a:off x="1409404" y="2982844"/>
            <a:ext cx="4293744" cy="371375"/>
            <a:chOff x="1152258" y="2766548"/>
            <a:chExt cx="4797436" cy="414940"/>
          </a:xfrm>
        </p:grpSpPr>
        <p:sp>
          <p:nvSpPr>
            <p:cNvPr id="161" name="テキスト ボックス 160">
              <a:extLst>
                <a:ext uri="{FF2B5EF4-FFF2-40B4-BE49-F238E27FC236}">
                  <a16:creationId xmlns:a16="http://schemas.microsoft.com/office/drawing/2014/main" id="{2A735999-37F5-516B-7C2B-B31114C2EB74}"/>
                </a:ext>
              </a:extLst>
            </p:cNvPr>
            <p:cNvSpPr txBox="1"/>
            <p:nvPr/>
          </p:nvSpPr>
          <p:spPr>
            <a:xfrm>
              <a:off x="1152258" y="2766548"/>
              <a:ext cx="729290" cy="414940"/>
            </a:xfrm>
            <a:prstGeom prst="rect">
              <a:avLst/>
            </a:prstGeom>
            <a:noFill/>
          </p:spPr>
          <p:txBody>
            <a:bodyPr wrap="none" rtlCol="0">
              <a:spAutoFit/>
            </a:bodyP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62" name="テキスト ボックス 161">
              <a:extLst>
                <a:ext uri="{FF2B5EF4-FFF2-40B4-BE49-F238E27FC236}">
                  <a16:creationId xmlns:a16="http://schemas.microsoft.com/office/drawing/2014/main" id="{69F694E1-7037-143C-6A79-44B1DD6043A3}"/>
                </a:ext>
              </a:extLst>
            </p:cNvPr>
            <p:cNvSpPr txBox="1"/>
            <p:nvPr/>
          </p:nvSpPr>
          <p:spPr>
            <a:xfrm>
              <a:off x="2508307" y="2766548"/>
              <a:ext cx="729290" cy="414940"/>
            </a:xfrm>
            <a:prstGeom prst="rect">
              <a:avLst/>
            </a:prstGeom>
            <a:noFill/>
          </p:spPr>
          <p:txBody>
            <a:bodyPr wrap="none" rtlCol="0">
              <a:spAutoFit/>
            </a:bodyP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63" name="テキスト ボックス 162">
              <a:extLst>
                <a:ext uri="{FF2B5EF4-FFF2-40B4-BE49-F238E27FC236}">
                  <a16:creationId xmlns:a16="http://schemas.microsoft.com/office/drawing/2014/main" id="{32B4C7F0-E7BB-468A-2D4A-DB5E8FD1F4C4}"/>
                </a:ext>
              </a:extLst>
            </p:cNvPr>
            <p:cNvSpPr txBox="1"/>
            <p:nvPr/>
          </p:nvSpPr>
          <p:spPr>
            <a:xfrm>
              <a:off x="3864356" y="2766548"/>
              <a:ext cx="729290" cy="414940"/>
            </a:xfrm>
            <a:prstGeom prst="rect">
              <a:avLst/>
            </a:prstGeom>
            <a:noFill/>
          </p:spPr>
          <p:txBody>
            <a:bodyPr wrap="none" rtlCol="0">
              <a:spAutoFit/>
            </a:bodyP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64" name="テキスト ボックス 163">
              <a:extLst>
                <a:ext uri="{FF2B5EF4-FFF2-40B4-BE49-F238E27FC236}">
                  <a16:creationId xmlns:a16="http://schemas.microsoft.com/office/drawing/2014/main" id="{7E6A3A79-6DA3-BA1D-2A8D-2F01FC17D5D3}"/>
                </a:ext>
              </a:extLst>
            </p:cNvPr>
            <p:cNvSpPr txBox="1"/>
            <p:nvPr/>
          </p:nvSpPr>
          <p:spPr>
            <a:xfrm>
              <a:off x="5220404" y="2766548"/>
              <a:ext cx="729290" cy="414940"/>
            </a:xfrm>
            <a:prstGeom prst="rect">
              <a:avLst/>
            </a:prstGeom>
            <a:noFill/>
          </p:spPr>
          <p:txBody>
            <a:bodyPr wrap="none" rtlCol="0">
              <a:spAutoFit/>
            </a:bodyP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sp>
        <p:nvSpPr>
          <p:cNvPr id="36" name="テキスト ボックス 35">
            <a:extLst>
              <a:ext uri="{FF2B5EF4-FFF2-40B4-BE49-F238E27FC236}">
                <a16:creationId xmlns:a16="http://schemas.microsoft.com/office/drawing/2014/main" id="{8C7C912B-8050-15AC-9EF4-DAB59CB341D6}"/>
              </a:ext>
            </a:extLst>
          </p:cNvPr>
          <p:cNvSpPr txBox="1"/>
          <p:nvPr/>
        </p:nvSpPr>
        <p:spPr>
          <a:xfrm>
            <a:off x="1409404" y="5672705"/>
            <a:ext cx="652720" cy="371375"/>
          </a:xfrm>
          <a:prstGeom prst="rect">
            <a:avLst/>
          </a:prstGeom>
          <a:noFill/>
        </p:spPr>
        <p:txBody>
          <a:bodyPr wrap="none" rtlCol="0">
            <a:spAutoFit/>
          </a:bodyPr>
          <a:lstStyle/>
          <a:p>
            <a:pPr algn="ct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37" name="テキスト ボックス 36">
            <a:extLst>
              <a:ext uri="{FF2B5EF4-FFF2-40B4-BE49-F238E27FC236}">
                <a16:creationId xmlns:a16="http://schemas.microsoft.com/office/drawing/2014/main" id="{E61C990B-D867-B028-92EC-B88F1AA1DAD9}"/>
              </a:ext>
            </a:extLst>
          </p:cNvPr>
          <p:cNvSpPr txBox="1"/>
          <p:nvPr/>
        </p:nvSpPr>
        <p:spPr>
          <a:xfrm>
            <a:off x="2623078" y="5672705"/>
            <a:ext cx="652720" cy="371375"/>
          </a:xfrm>
          <a:prstGeom prst="rect">
            <a:avLst/>
          </a:prstGeom>
          <a:noFill/>
        </p:spPr>
        <p:txBody>
          <a:bodyPr wrap="none" rtlCol="0">
            <a:spAutoFit/>
          </a:bodyPr>
          <a:lstStyle/>
          <a:p>
            <a:pPr algn="ct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38" name="テキスト ボックス 37">
            <a:extLst>
              <a:ext uri="{FF2B5EF4-FFF2-40B4-BE49-F238E27FC236}">
                <a16:creationId xmlns:a16="http://schemas.microsoft.com/office/drawing/2014/main" id="{F69E8276-3522-1BB8-11DB-6D034812E521}"/>
              </a:ext>
            </a:extLst>
          </p:cNvPr>
          <p:cNvSpPr txBox="1"/>
          <p:nvPr/>
        </p:nvSpPr>
        <p:spPr>
          <a:xfrm>
            <a:off x="3836753" y="5672705"/>
            <a:ext cx="652720" cy="371375"/>
          </a:xfrm>
          <a:prstGeom prst="rect">
            <a:avLst/>
          </a:prstGeom>
          <a:noFill/>
        </p:spPr>
        <p:txBody>
          <a:bodyPr wrap="none" rtlCol="0">
            <a:spAutoFit/>
          </a:bodyPr>
          <a:lstStyle/>
          <a:p>
            <a:pPr algn="ct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39" name="グループ化 38">
            <a:extLst>
              <a:ext uri="{FF2B5EF4-FFF2-40B4-BE49-F238E27FC236}">
                <a16:creationId xmlns:a16="http://schemas.microsoft.com/office/drawing/2014/main" id="{95C6125E-E12F-C7E6-4660-45461706A738}"/>
              </a:ext>
            </a:extLst>
          </p:cNvPr>
          <p:cNvGrpSpPr/>
          <p:nvPr/>
        </p:nvGrpSpPr>
        <p:grpSpPr>
          <a:xfrm>
            <a:off x="1292085" y="2047871"/>
            <a:ext cx="4518820" cy="371375"/>
            <a:chOff x="1026519" y="2766548"/>
            <a:chExt cx="5048914" cy="414940"/>
          </a:xfrm>
        </p:grpSpPr>
        <p:sp>
          <p:nvSpPr>
            <p:cNvPr id="157" name="テキスト ボックス 156">
              <a:extLst>
                <a:ext uri="{FF2B5EF4-FFF2-40B4-BE49-F238E27FC236}">
                  <a16:creationId xmlns:a16="http://schemas.microsoft.com/office/drawing/2014/main" id="{6E384A5C-1D0E-1D5F-0ADD-7AC730642BFD}"/>
                </a:ext>
              </a:extLst>
            </p:cNvPr>
            <p:cNvSpPr txBox="1"/>
            <p:nvPr/>
          </p:nvSpPr>
          <p:spPr>
            <a:xfrm>
              <a:off x="1026519" y="2766548"/>
              <a:ext cx="980768" cy="414940"/>
            </a:xfrm>
            <a:prstGeom prst="rect">
              <a:avLst/>
            </a:prstGeom>
            <a:noFill/>
          </p:spPr>
          <p:txBody>
            <a:bodyPr wrap="none" rtlCol="0">
              <a:spAutoFit/>
            </a:bodyP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キャラ</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58" name="テキスト ボックス 157">
              <a:extLst>
                <a:ext uri="{FF2B5EF4-FFF2-40B4-BE49-F238E27FC236}">
                  <a16:creationId xmlns:a16="http://schemas.microsoft.com/office/drawing/2014/main" id="{3AB5A0D1-F13B-C45B-4614-14EBF98F3F71}"/>
                </a:ext>
              </a:extLst>
            </p:cNvPr>
            <p:cNvSpPr txBox="1"/>
            <p:nvPr/>
          </p:nvSpPr>
          <p:spPr>
            <a:xfrm>
              <a:off x="2382568" y="2766548"/>
              <a:ext cx="980768" cy="414940"/>
            </a:xfrm>
            <a:prstGeom prst="rect">
              <a:avLst/>
            </a:prstGeom>
            <a:noFill/>
          </p:spPr>
          <p:txBody>
            <a:bodyPr wrap="none" rtlCol="0">
              <a:spAutoFit/>
            </a:bodyP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sp>
          <p:nvSpPr>
            <p:cNvPr id="159" name="テキスト ボックス 158">
              <a:extLst>
                <a:ext uri="{FF2B5EF4-FFF2-40B4-BE49-F238E27FC236}">
                  <a16:creationId xmlns:a16="http://schemas.microsoft.com/office/drawing/2014/main" id="{4CE4F6C1-6E3F-BF45-8718-6D0761EE60B9}"/>
                </a:ext>
              </a:extLst>
            </p:cNvPr>
            <p:cNvSpPr txBox="1"/>
            <p:nvPr/>
          </p:nvSpPr>
          <p:spPr>
            <a:xfrm>
              <a:off x="3738618" y="2766548"/>
              <a:ext cx="980768" cy="414940"/>
            </a:xfrm>
            <a:prstGeom prst="rect">
              <a:avLst/>
            </a:prstGeom>
            <a:noFill/>
          </p:spPr>
          <p:txBody>
            <a:bodyPr wrap="none" rtlCol="0">
              <a:spAutoFit/>
            </a:bodyP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sp>
          <p:nvSpPr>
            <p:cNvPr id="160" name="テキスト ボックス 159">
              <a:extLst>
                <a:ext uri="{FF2B5EF4-FFF2-40B4-BE49-F238E27FC236}">
                  <a16:creationId xmlns:a16="http://schemas.microsoft.com/office/drawing/2014/main" id="{70500453-A580-A6A1-556D-00651F5EA0E1}"/>
                </a:ext>
              </a:extLst>
            </p:cNvPr>
            <p:cNvSpPr txBox="1"/>
            <p:nvPr/>
          </p:nvSpPr>
          <p:spPr>
            <a:xfrm>
              <a:off x="5094665" y="2766548"/>
              <a:ext cx="980768" cy="414940"/>
            </a:xfrm>
            <a:prstGeom prst="rect">
              <a:avLst/>
            </a:prstGeom>
            <a:noFill/>
          </p:spPr>
          <p:txBody>
            <a:bodyPr wrap="none" rtlCol="0">
              <a:spAutoFit/>
            </a:bodyP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nvGrpSpPr>
          <p:cNvPr id="40" name="グループ化 39">
            <a:extLst>
              <a:ext uri="{FF2B5EF4-FFF2-40B4-BE49-F238E27FC236}">
                <a16:creationId xmlns:a16="http://schemas.microsoft.com/office/drawing/2014/main" id="{C77D7F03-849F-5D7B-E4C3-CFE3B16FBA1E}"/>
              </a:ext>
            </a:extLst>
          </p:cNvPr>
          <p:cNvGrpSpPr/>
          <p:nvPr/>
        </p:nvGrpSpPr>
        <p:grpSpPr>
          <a:xfrm>
            <a:off x="1261825" y="4778493"/>
            <a:ext cx="4172287" cy="371375"/>
            <a:chOff x="1026519" y="2766548"/>
            <a:chExt cx="4661731" cy="414940"/>
          </a:xfrm>
        </p:grpSpPr>
        <p:sp>
          <p:nvSpPr>
            <p:cNvPr id="153" name="テキスト ボックス 152">
              <a:extLst>
                <a:ext uri="{FF2B5EF4-FFF2-40B4-BE49-F238E27FC236}">
                  <a16:creationId xmlns:a16="http://schemas.microsoft.com/office/drawing/2014/main" id="{E806C867-F67F-854C-45A9-0F46147A6150}"/>
                </a:ext>
              </a:extLst>
            </p:cNvPr>
            <p:cNvSpPr txBox="1"/>
            <p:nvPr/>
          </p:nvSpPr>
          <p:spPr>
            <a:xfrm>
              <a:off x="1026519" y="2766548"/>
              <a:ext cx="980768" cy="414940"/>
            </a:xfrm>
            <a:prstGeom prst="rect">
              <a:avLst/>
            </a:prstGeom>
            <a:noFill/>
          </p:spPr>
          <p:txBody>
            <a:bodyPr wrap="none" rtlCol="0">
              <a:spAutoFit/>
            </a:bodyPr>
            <a:lstStyle/>
            <a:p>
              <a:pPr algn="ct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endParaRPr kumimoji="1"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154" name="テキスト ボックス 153">
              <a:extLst>
                <a:ext uri="{FF2B5EF4-FFF2-40B4-BE49-F238E27FC236}">
                  <a16:creationId xmlns:a16="http://schemas.microsoft.com/office/drawing/2014/main" id="{66CB2780-DC6E-D38B-6BBC-E0D31D73656D}"/>
                </a:ext>
              </a:extLst>
            </p:cNvPr>
            <p:cNvSpPr txBox="1"/>
            <p:nvPr/>
          </p:nvSpPr>
          <p:spPr>
            <a:xfrm>
              <a:off x="2382568" y="2766548"/>
              <a:ext cx="980768" cy="414940"/>
            </a:xfrm>
            <a:prstGeom prst="rect">
              <a:avLst/>
            </a:prstGeom>
            <a:noFill/>
          </p:spPr>
          <p:txBody>
            <a:bodyPr wrap="none" rtlCol="0">
              <a:spAutoFit/>
            </a:bodyPr>
            <a:lstStyle/>
            <a:p>
              <a:pPr algn="ct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sp>
          <p:nvSpPr>
            <p:cNvPr id="155" name="テキスト ボックス 154">
              <a:extLst>
                <a:ext uri="{FF2B5EF4-FFF2-40B4-BE49-F238E27FC236}">
                  <a16:creationId xmlns:a16="http://schemas.microsoft.com/office/drawing/2014/main" id="{99F25B01-F979-75AC-80DB-4D3BD24B64EF}"/>
                </a:ext>
              </a:extLst>
            </p:cNvPr>
            <p:cNvSpPr txBox="1"/>
            <p:nvPr/>
          </p:nvSpPr>
          <p:spPr>
            <a:xfrm>
              <a:off x="3738618" y="2766548"/>
              <a:ext cx="980768" cy="414940"/>
            </a:xfrm>
            <a:prstGeom prst="rect">
              <a:avLst/>
            </a:prstGeom>
            <a:noFill/>
          </p:spPr>
          <p:txBody>
            <a:bodyPr wrap="none" rtlCol="0">
              <a:spAutoFit/>
            </a:bodyPr>
            <a:lstStyle/>
            <a:p>
              <a:pPr algn="ct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sp>
          <p:nvSpPr>
            <p:cNvPr id="156" name="テキスト ボックス 155">
              <a:extLst>
                <a:ext uri="{FF2B5EF4-FFF2-40B4-BE49-F238E27FC236}">
                  <a16:creationId xmlns:a16="http://schemas.microsoft.com/office/drawing/2014/main" id="{FB2DFDA5-85F3-A0CE-0C73-B7DF11BA07EB}"/>
                </a:ext>
              </a:extLst>
            </p:cNvPr>
            <p:cNvSpPr txBox="1"/>
            <p:nvPr/>
          </p:nvSpPr>
          <p:spPr>
            <a:xfrm>
              <a:off x="5481849" y="2766548"/>
              <a:ext cx="206401" cy="412657"/>
            </a:xfrm>
            <a:prstGeom prst="rect">
              <a:avLst/>
            </a:prstGeom>
            <a:noFill/>
          </p:spPr>
          <p:txBody>
            <a:bodyPr wrap="none" rtlCol="0">
              <a:spAutoFit/>
            </a:bodyPr>
            <a:lstStyle/>
            <a:p>
              <a:pPr algn="ctr"/>
              <a:endPar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55" name="四角形: 角を丸くする 54">
            <a:extLst>
              <a:ext uri="{FF2B5EF4-FFF2-40B4-BE49-F238E27FC236}">
                <a16:creationId xmlns:a16="http://schemas.microsoft.com/office/drawing/2014/main" id="{50A58F57-799A-68EA-ABAE-45012FC6E96C}"/>
              </a:ext>
            </a:extLst>
          </p:cNvPr>
          <p:cNvSpPr/>
          <p:nvPr/>
        </p:nvSpPr>
        <p:spPr>
          <a:xfrm>
            <a:off x="1178849" y="1691635"/>
            <a:ext cx="1104265" cy="1100880"/>
          </a:xfrm>
          <a:prstGeom prst="roundRect">
            <a:avLst>
              <a:gd name="adj" fmla="val 6896"/>
            </a:avLst>
          </a:prstGeom>
          <a:solidFill>
            <a:srgbClr val="FF00FF">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grpSp>
        <p:nvGrpSpPr>
          <p:cNvPr id="56" name="グループ化 55">
            <a:extLst>
              <a:ext uri="{FF2B5EF4-FFF2-40B4-BE49-F238E27FC236}">
                <a16:creationId xmlns:a16="http://schemas.microsoft.com/office/drawing/2014/main" id="{1B411E6F-0EC5-E260-6AC1-EB205304DFFA}"/>
              </a:ext>
            </a:extLst>
          </p:cNvPr>
          <p:cNvGrpSpPr/>
          <p:nvPr/>
        </p:nvGrpSpPr>
        <p:grpSpPr>
          <a:xfrm>
            <a:off x="1372882" y="1967913"/>
            <a:ext cx="723276" cy="548325"/>
            <a:chOff x="981599" y="1624031"/>
            <a:chExt cx="808122" cy="612648"/>
          </a:xfrm>
        </p:grpSpPr>
        <p:sp>
          <p:nvSpPr>
            <p:cNvPr id="138" name="フローチャート: 他ページ結合子 137">
              <a:extLst>
                <a:ext uri="{FF2B5EF4-FFF2-40B4-BE49-F238E27FC236}">
                  <a16:creationId xmlns:a16="http://schemas.microsoft.com/office/drawing/2014/main" id="{6B4DC551-6210-D15B-AF6F-651868A0522B}"/>
                </a:ext>
              </a:extLst>
            </p:cNvPr>
            <p:cNvSpPr/>
            <p:nvPr/>
          </p:nvSpPr>
          <p:spPr>
            <a:xfrm>
              <a:off x="1002683" y="1624031"/>
              <a:ext cx="758051" cy="612648"/>
            </a:xfrm>
            <a:prstGeom prst="flowChartOffpageConnector">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sp>
          <p:nvSpPr>
            <p:cNvPr id="139" name="テキスト ボックス 138">
              <a:extLst>
                <a:ext uri="{FF2B5EF4-FFF2-40B4-BE49-F238E27FC236}">
                  <a16:creationId xmlns:a16="http://schemas.microsoft.com/office/drawing/2014/main" id="{CC519829-D00A-8B0C-3D5D-CEE5B79552BE}"/>
                </a:ext>
              </a:extLst>
            </p:cNvPr>
            <p:cNvSpPr txBox="1"/>
            <p:nvPr/>
          </p:nvSpPr>
          <p:spPr>
            <a:xfrm>
              <a:off x="981599" y="1707422"/>
              <a:ext cx="808122" cy="343882"/>
            </a:xfrm>
            <a:prstGeom prst="rect">
              <a:avLst/>
            </a:prstGeom>
            <a:noFill/>
          </p:spPr>
          <p:txBody>
            <a:bodyPr wrap="none" rtlCol="0">
              <a:spAutoFit/>
            </a:bodyPr>
            <a:lstStyle/>
            <a:p>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後衛</a:t>
              </a:r>
              <a:r>
                <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へ</a:t>
              </a:r>
              <a:endParaRPr kumimoji="1" lang="ja-JP" altLang="en-US" sz="14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87" name="グループ化 186">
            <a:extLst>
              <a:ext uri="{FF2B5EF4-FFF2-40B4-BE49-F238E27FC236}">
                <a16:creationId xmlns:a16="http://schemas.microsoft.com/office/drawing/2014/main" id="{017D93E8-45C5-8163-1899-BDAEA48B70A2}"/>
              </a:ext>
            </a:extLst>
          </p:cNvPr>
          <p:cNvGrpSpPr/>
          <p:nvPr/>
        </p:nvGrpSpPr>
        <p:grpSpPr>
          <a:xfrm>
            <a:off x="10306252" y="-26216"/>
            <a:ext cx="1904042" cy="1345494"/>
            <a:chOff x="163586" y="134635"/>
            <a:chExt cx="1975684" cy="1396119"/>
          </a:xfrm>
        </p:grpSpPr>
        <p:grpSp>
          <p:nvGrpSpPr>
            <p:cNvPr id="188" name="グループ化 187">
              <a:extLst>
                <a:ext uri="{FF2B5EF4-FFF2-40B4-BE49-F238E27FC236}">
                  <a16:creationId xmlns:a16="http://schemas.microsoft.com/office/drawing/2014/main" id="{7DC898CE-9492-A6CE-E21C-332DF41B001E}"/>
                </a:ext>
              </a:extLst>
            </p:cNvPr>
            <p:cNvGrpSpPr/>
            <p:nvPr/>
          </p:nvGrpSpPr>
          <p:grpSpPr>
            <a:xfrm>
              <a:off x="163586" y="134635"/>
              <a:ext cx="1975684" cy="1396119"/>
              <a:chOff x="163586" y="134635"/>
              <a:chExt cx="1975684" cy="1396119"/>
            </a:xfrm>
          </p:grpSpPr>
          <p:pic>
            <p:nvPicPr>
              <p:cNvPr id="190" name="図 189">
                <a:extLst>
                  <a:ext uri="{FF2B5EF4-FFF2-40B4-BE49-F238E27FC236}">
                    <a16:creationId xmlns:a16="http://schemas.microsoft.com/office/drawing/2014/main" id="{37D06561-FCBE-5995-33F8-AF0C1F2473B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191" name="楕円 190">
                <a:extLst>
                  <a:ext uri="{FF2B5EF4-FFF2-40B4-BE49-F238E27FC236}">
                    <a16:creationId xmlns:a16="http://schemas.microsoft.com/office/drawing/2014/main" id="{718FA21B-2209-166E-9EC9-782120BF98A7}"/>
                  </a:ext>
                </a:extLst>
              </p:cNvPr>
              <p:cNvSpPr/>
              <p:nvPr/>
            </p:nvSpPr>
            <p:spPr>
              <a:xfrm>
                <a:off x="836705" y="560292"/>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189" name="図 188">
              <a:extLst>
                <a:ext uri="{FF2B5EF4-FFF2-40B4-BE49-F238E27FC236}">
                  <a16:creationId xmlns:a16="http://schemas.microsoft.com/office/drawing/2014/main" id="{A9CEEBBF-EA3A-903D-1E6A-546C3940031C}"/>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
        <p:nvSpPr>
          <p:cNvPr id="32" name="テキスト ボックス 31">
            <a:extLst>
              <a:ext uri="{FF2B5EF4-FFF2-40B4-BE49-F238E27FC236}">
                <a16:creationId xmlns:a16="http://schemas.microsoft.com/office/drawing/2014/main" id="{AD79F29C-8770-EA16-D327-2F5264F5D569}"/>
              </a:ext>
            </a:extLst>
          </p:cNvPr>
          <p:cNvSpPr txBox="1"/>
          <p:nvPr/>
        </p:nvSpPr>
        <p:spPr>
          <a:xfrm>
            <a:off x="8113668" y="1130817"/>
            <a:ext cx="877796" cy="371375"/>
          </a:xfrm>
          <a:prstGeom prst="rect">
            <a:avLst/>
          </a:prstGeom>
          <a:noFill/>
        </p:spPr>
        <p:txBody>
          <a:bodyPr wrap="none" rtlCol="0">
            <a:spAutoFit/>
          </a:bodyPr>
          <a:lstStyle/>
          <a:p>
            <a:pPr algn="ct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endParaRPr kumimoji="1"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12" name="グループ化 11">
            <a:extLst>
              <a:ext uri="{FF2B5EF4-FFF2-40B4-BE49-F238E27FC236}">
                <a16:creationId xmlns:a16="http://schemas.microsoft.com/office/drawing/2014/main" id="{72A48F1A-3C15-7425-A5D8-FB1BB8BF14DE}"/>
              </a:ext>
            </a:extLst>
          </p:cNvPr>
          <p:cNvGrpSpPr/>
          <p:nvPr/>
        </p:nvGrpSpPr>
        <p:grpSpPr>
          <a:xfrm>
            <a:off x="7255483" y="1071540"/>
            <a:ext cx="893760" cy="601610"/>
            <a:chOff x="6497359" y="1068436"/>
            <a:chExt cx="1273542" cy="601610"/>
          </a:xfrm>
        </p:grpSpPr>
        <p:sp>
          <p:nvSpPr>
            <p:cNvPr id="13" name="四角形: 角を丸くする 12">
              <a:extLst>
                <a:ext uri="{FF2B5EF4-FFF2-40B4-BE49-F238E27FC236}">
                  <a16:creationId xmlns:a16="http://schemas.microsoft.com/office/drawing/2014/main" id="{BD63BCEE-793C-8986-C2FA-3059195D954B}"/>
                </a:ext>
              </a:extLst>
            </p:cNvPr>
            <p:cNvSpPr/>
            <p:nvPr/>
          </p:nvSpPr>
          <p:spPr>
            <a:xfrm>
              <a:off x="6497359" y="1068436"/>
              <a:ext cx="1273542" cy="601610"/>
            </a:xfrm>
            <a:prstGeom prst="roundRect">
              <a:avLst>
                <a:gd name="adj" fmla="val 4721"/>
              </a:avLst>
            </a:prstGeom>
            <a:solidFill>
              <a:srgbClr val="9B95A0"/>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4" name="テキスト ボックス 13">
              <a:extLst>
                <a:ext uri="{FF2B5EF4-FFF2-40B4-BE49-F238E27FC236}">
                  <a16:creationId xmlns:a16="http://schemas.microsoft.com/office/drawing/2014/main" id="{F69020E7-871E-529F-C838-D9A143C1DC2B}"/>
                </a:ext>
              </a:extLst>
            </p:cNvPr>
            <p:cNvSpPr txBox="1"/>
            <p:nvPr/>
          </p:nvSpPr>
          <p:spPr>
            <a:xfrm>
              <a:off x="6506545" y="1130817"/>
              <a:ext cx="1249893" cy="369332"/>
            </a:xfrm>
            <a:prstGeom prst="rect">
              <a:avLst/>
            </a:prstGeom>
            <a:noFill/>
          </p:spPr>
          <p:txBody>
            <a:bodyPr wrap="none" rtlCol="0">
              <a:spAutoFit/>
            </a:bodyPr>
            <a:lstStyle/>
            <a:p>
              <a:pPr algn="ctr"/>
              <a:r>
                <a:rPr kumimoji="1" lang="ja-JP" altLang="en-US">
                  <a:solidFill>
                    <a:schemeClr val="bg1">
                      <a:lumMod val="95000"/>
                    </a:schemeClr>
                  </a:solidFill>
                  <a:latin typeface="原稿用標準書体" panose="03000503000000000000" pitchFamily="66" charset="-128"/>
                  <a:ea typeface="原稿用標準書体" panose="03000503000000000000" pitchFamily="66" charset="-128"/>
                </a:rPr>
                <a:t>キャラ</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15" name="グループ化 14">
            <a:extLst>
              <a:ext uri="{FF2B5EF4-FFF2-40B4-BE49-F238E27FC236}">
                <a16:creationId xmlns:a16="http://schemas.microsoft.com/office/drawing/2014/main" id="{54DFE2CF-20D2-BA63-E1A3-85BE1B5075A2}"/>
              </a:ext>
            </a:extLst>
          </p:cNvPr>
          <p:cNvGrpSpPr/>
          <p:nvPr/>
        </p:nvGrpSpPr>
        <p:grpSpPr>
          <a:xfrm>
            <a:off x="8218889" y="1068435"/>
            <a:ext cx="893760" cy="1305019"/>
            <a:chOff x="6497359" y="1068435"/>
            <a:chExt cx="1273542" cy="1305019"/>
          </a:xfrm>
        </p:grpSpPr>
        <p:sp>
          <p:nvSpPr>
            <p:cNvPr id="16" name="四角形: 角を丸くする 15">
              <a:extLst>
                <a:ext uri="{FF2B5EF4-FFF2-40B4-BE49-F238E27FC236}">
                  <a16:creationId xmlns:a16="http://schemas.microsoft.com/office/drawing/2014/main" id="{BCD23AD5-91B9-3699-2851-465DDE4BD3C2}"/>
                </a:ext>
              </a:extLst>
            </p:cNvPr>
            <p:cNvSpPr/>
            <p:nvPr/>
          </p:nvSpPr>
          <p:spPr>
            <a:xfrm>
              <a:off x="6497359" y="1068435"/>
              <a:ext cx="1273542" cy="1305019"/>
            </a:xfrm>
            <a:prstGeom prst="roundRect">
              <a:avLst>
                <a:gd name="adj" fmla="val 4721"/>
              </a:avLst>
            </a:prstGeom>
            <a:solidFill>
              <a:srgbClr val="D9D9D9"/>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7" name="テキスト ボックス 16">
              <a:extLst>
                <a:ext uri="{FF2B5EF4-FFF2-40B4-BE49-F238E27FC236}">
                  <a16:creationId xmlns:a16="http://schemas.microsoft.com/office/drawing/2014/main" id="{E78A525E-FC37-2F16-2114-9001AB382642}"/>
                </a:ext>
              </a:extLst>
            </p:cNvPr>
            <p:cNvSpPr txBox="1"/>
            <p:nvPr/>
          </p:nvSpPr>
          <p:spPr>
            <a:xfrm>
              <a:off x="6671003" y="1130817"/>
              <a:ext cx="920974" cy="369332"/>
            </a:xfrm>
            <a:prstGeom prst="rect">
              <a:avLst/>
            </a:prstGeom>
            <a:noFill/>
          </p:spPr>
          <p:txBody>
            <a:bodyPr wrap="none" rtlCol="0">
              <a:spAutoFit/>
            </a:bodyPr>
            <a:lstStyle/>
            <a:p>
              <a:pPr algn="ctr"/>
              <a:r>
                <a:rPr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rPr>
                <a:t>武器</a:t>
              </a: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18" name="グループ化 17">
            <a:extLst>
              <a:ext uri="{FF2B5EF4-FFF2-40B4-BE49-F238E27FC236}">
                <a16:creationId xmlns:a16="http://schemas.microsoft.com/office/drawing/2014/main" id="{B429B83A-7EE7-F6BC-3795-FA36C526A5C2}"/>
              </a:ext>
            </a:extLst>
          </p:cNvPr>
          <p:cNvGrpSpPr/>
          <p:nvPr/>
        </p:nvGrpSpPr>
        <p:grpSpPr>
          <a:xfrm>
            <a:off x="9182295" y="1069480"/>
            <a:ext cx="893760" cy="1305019"/>
            <a:chOff x="6497359" y="1068435"/>
            <a:chExt cx="1273542" cy="1305019"/>
          </a:xfrm>
        </p:grpSpPr>
        <p:sp>
          <p:nvSpPr>
            <p:cNvPr id="19" name="四角形: 角を丸くする 18">
              <a:extLst>
                <a:ext uri="{FF2B5EF4-FFF2-40B4-BE49-F238E27FC236}">
                  <a16:creationId xmlns:a16="http://schemas.microsoft.com/office/drawing/2014/main" id="{4CA5853D-83A9-EA86-FD52-58CE59BEC909}"/>
                </a:ext>
              </a:extLst>
            </p:cNvPr>
            <p:cNvSpPr/>
            <p:nvPr/>
          </p:nvSpPr>
          <p:spPr>
            <a:xfrm>
              <a:off x="6497359" y="1068435"/>
              <a:ext cx="1273542" cy="1305019"/>
            </a:xfrm>
            <a:prstGeom prst="roundRect">
              <a:avLst>
                <a:gd name="adj" fmla="val 4721"/>
              </a:avLst>
            </a:prstGeom>
            <a:solidFill>
              <a:schemeClr val="tx2">
                <a:lumMod val="40000"/>
                <a:lumOff val="6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31" name="テキスト ボックス 30">
              <a:extLst>
                <a:ext uri="{FF2B5EF4-FFF2-40B4-BE49-F238E27FC236}">
                  <a16:creationId xmlns:a16="http://schemas.microsoft.com/office/drawing/2014/main" id="{9FF779F5-E12E-36F1-9F3C-A68EABA368F9}"/>
                </a:ext>
              </a:extLst>
            </p:cNvPr>
            <p:cNvSpPr txBox="1"/>
            <p:nvPr/>
          </p:nvSpPr>
          <p:spPr>
            <a:xfrm>
              <a:off x="6671002" y="1130817"/>
              <a:ext cx="920974" cy="369332"/>
            </a:xfrm>
            <a:prstGeom prst="rect">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rPr>
                <a:t>回復</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53" name="グループ化 52">
            <a:extLst>
              <a:ext uri="{FF2B5EF4-FFF2-40B4-BE49-F238E27FC236}">
                <a16:creationId xmlns:a16="http://schemas.microsoft.com/office/drawing/2014/main" id="{2AC77CA2-C99E-0840-11B8-6B31B1CF26BC}"/>
              </a:ext>
            </a:extLst>
          </p:cNvPr>
          <p:cNvGrpSpPr/>
          <p:nvPr/>
        </p:nvGrpSpPr>
        <p:grpSpPr>
          <a:xfrm>
            <a:off x="10145700" y="1064065"/>
            <a:ext cx="893760" cy="1305019"/>
            <a:chOff x="6497359" y="1068435"/>
            <a:chExt cx="1273542" cy="1305019"/>
          </a:xfrm>
        </p:grpSpPr>
        <p:sp>
          <p:nvSpPr>
            <p:cNvPr id="142" name="四角形: 角を丸くする 141">
              <a:extLst>
                <a:ext uri="{FF2B5EF4-FFF2-40B4-BE49-F238E27FC236}">
                  <a16:creationId xmlns:a16="http://schemas.microsoft.com/office/drawing/2014/main" id="{A7538266-7727-30F5-D53E-C07FCD7A665A}"/>
                </a:ext>
              </a:extLst>
            </p:cNvPr>
            <p:cNvSpPr/>
            <p:nvPr/>
          </p:nvSpPr>
          <p:spPr>
            <a:xfrm>
              <a:off x="6497359" y="1068435"/>
              <a:ext cx="1273542" cy="1305019"/>
            </a:xfrm>
            <a:prstGeom prst="roundRect">
              <a:avLst>
                <a:gd name="adj" fmla="val 4721"/>
              </a:avLst>
            </a:prstGeom>
            <a:solidFill>
              <a:schemeClr val="accent2">
                <a:lumMod val="60000"/>
                <a:lumOff val="4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43" name="テキスト ボックス 142">
              <a:extLst>
                <a:ext uri="{FF2B5EF4-FFF2-40B4-BE49-F238E27FC236}">
                  <a16:creationId xmlns:a16="http://schemas.microsoft.com/office/drawing/2014/main" id="{0C2AE286-3CCC-E5F1-0911-44E1DF6107BA}"/>
                </a:ext>
              </a:extLst>
            </p:cNvPr>
            <p:cNvSpPr txBox="1"/>
            <p:nvPr/>
          </p:nvSpPr>
          <p:spPr>
            <a:xfrm>
              <a:off x="6671001" y="1130817"/>
              <a:ext cx="920974" cy="369332"/>
            </a:xfrm>
            <a:prstGeom prst="rect">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rPr>
                <a:t>バフ</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sp>
        <p:nvSpPr>
          <p:cNvPr id="11" name="フリーフォーム: 図形 10">
            <a:extLst>
              <a:ext uri="{FF2B5EF4-FFF2-40B4-BE49-F238E27FC236}">
                <a16:creationId xmlns:a16="http://schemas.microsoft.com/office/drawing/2014/main" id="{76DA5A00-ECA9-E6DA-61E8-C649C666897B}"/>
              </a:ext>
            </a:extLst>
          </p:cNvPr>
          <p:cNvSpPr/>
          <p:nvPr/>
        </p:nvSpPr>
        <p:spPr>
          <a:xfrm>
            <a:off x="6282470" y="1660618"/>
            <a:ext cx="4758032" cy="4602552"/>
          </a:xfrm>
          <a:custGeom>
            <a:avLst/>
            <a:gdLst>
              <a:gd name="csX0" fmla="*/ 194678 w 4540192"/>
              <a:gd name="csY0" fmla="*/ 0 h 4602552"/>
              <a:gd name="csX1" fmla="*/ 1160103 w 4540192"/>
              <a:gd name="csY1" fmla="*/ 0 h 4602552"/>
              <a:gd name="csX2" fmla="*/ 1173184 w 4540192"/>
              <a:gd name="csY2" fmla="*/ 2641 h 4602552"/>
              <a:gd name="csX3" fmla="*/ 3074601 w 4540192"/>
              <a:gd name="csY3" fmla="*/ 2641 h 4602552"/>
              <a:gd name="csX4" fmla="*/ 3087682 w 4540192"/>
              <a:gd name="csY4" fmla="*/ 0 h 4602552"/>
              <a:gd name="csX5" fmla="*/ 4345514 w 4540192"/>
              <a:gd name="csY5" fmla="*/ 0 h 4602552"/>
              <a:gd name="csX6" fmla="*/ 4540192 w 4540192"/>
              <a:gd name="csY6" fmla="*/ 217286 h 4602552"/>
              <a:gd name="csX7" fmla="*/ 4540192 w 4540192"/>
              <a:gd name="csY7" fmla="*/ 4385266 h 4602552"/>
              <a:gd name="csX8" fmla="*/ 4345514 w 4540192"/>
              <a:gd name="csY8" fmla="*/ 4602552 h 4602552"/>
              <a:gd name="csX9" fmla="*/ 194678 w 4540192"/>
              <a:gd name="csY9" fmla="*/ 4602552 h 4602552"/>
              <a:gd name="csX10" fmla="*/ 0 w 4540192"/>
              <a:gd name="csY10" fmla="*/ 4385266 h 4602552"/>
              <a:gd name="csX11" fmla="*/ 0 w 4540192"/>
              <a:gd name="csY11" fmla="*/ 217286 h 4602552"/>
              <a:gd name="csX12" fmla="*/ 194678 w 4540192"/>
              <a:gd name="csY12" fmla="*/ 0 h 460255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4540192" h="4602552">
                <a:moveTo>
                  <a:pt x="194678" y="0"/>
                </a:moveTo>
                <a:lnTo>
                  <a:pt x="1160103" y="0"/>
                </a:lnTo>
                <a:lnTo>
                  <a:pt x="1173184" y="2641"/>
                </a:lnTo>
                <a:lnTo>
                  <a:pt x="3074601" y="2641"/>
                </a:lnTo>
                <a:lnTo>
                  <a:pt x="3087682" y="0"/>
                </a:lnTo>
                <a:lnTo>
                  <a:pt x="4345514" y="0"/>
                </a:lnTo>
                <a:cubicBezTo>
                  <a:pt x="4453032" y="0"/>
                  <a:pt x="4540192" y="97283"/>
                  <a:pt x="4540192" y="217286"/>
                </a:cubicBezTo>
                <a:lnTo>
                  <a:pt x="4540192" y="4385266"/>
                </a:lnTo>
                <a:cubicBezTo>
                  <a:pt x="4540192" y="4505270"/>
                  <a:pt x="4453032" y="4602552"/>
                  <a:pt x="4345514" y="4602552"/>
                </a:cubicBezTo>
                <a:lnTo>
                  <a:pt x="194678" y="4602552"/>
                </a:lnTo>
                <a:cubicBezTo>
                  <a:pt x="87161" y="4602552"/>
                  <a:pt x="0" y="4505270"/>
                  <a:pt x="0" y="4385266"/>
                </a:cubicBezTo>
                <a:lnTo>
                  <a:pt x="0" y="217286"/>
                </a:lnTo>
                <a:cubicBezTo>
                  <a:pt x="0" y="97283"/>
                  <a:pt x="87161" y="0"/>
                  <a:pt x="194678" y="0"/>
                </a:cubicBezTo>
                <a:close/>
              </a:path>
            </a:pathLst>
          </a:custGeom>
          <a:solidFill>
            <a:schemeClr val="bg1">
              <a:lumMod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3" name="四角形: 角を丸くする 2">
            <a:extLst>
              <a:ext uri="{FF2B5EF4-FFF2-40B4-BE49-F238E27FC236}">
                <a16:creationId xmlns:a16="http://schemas.microsoft.com/office/drawing/2014/main" id="{BD1E6EEF-11D2-5948-EFFD-0FD53E1F4354}"/>
              </a:ext>
            </a:extLst>
          </p:cNvPr>
          <p:cNvSpPr/>
          <p:nvPr/>
        </p:nvSpPr>
        <p:spPr>
          <a:xfrm>
            <a:off x="6662728" y="2073968"/>
            <a:ext cx="3995040" cy="1458109"/>
          </a:xfrm>
          <a:prstGeom prst="roundRect">
            <a:avLst>
              <a:gd name="adj" fmla="val 4721"/>
            </a:avLst>
          </a:prstGeom>
          <a:solidFill>
            <a:schemeClr val="accent6">
              <a:lumMod val="60000"/>
              <a:lumOff val="4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4" name="グループ化 3">
            <a:extLst>
              <a:ext uri="{FF2B5EF4-FFF2-40B4-BE49-F238E27FC236}">
                <a16:creationId xmlns:a16="http://schemas.microsoft.com/office/drawing/2014/main" id="{A0909883-7CB5-B5FF-22F0-0D0D8E5507F3}"/>
              </a:ext>
            </a:extLst>
          </p:cNvPr>
          <p:cNvGrpSpPr/>
          <p:nvPr/>
        </p:nvGrpSpPr>
        <p:grpSpPr>
          <a:xfrm>
            <a:off x="6736168" y="4357765"/>
            <a:ext cx="1133594" cy="1104484"/>
            <a:chOff x="7726816" y="3269363"/>
            <a:chExt cx="1349421" cy="1314768"/>
          </a:xfrm>
        </p:grpSpPr>
        <p:sp>
          <p:nvSpPr>
            <p:cNvPr id="6" name="四角形: 角を丸くする 5">
              <a:extLst>
                <a:ext uri="{FF2B5EF4-FFF2-40B4-BE49-F238E27FC236}">
                  <a16:creationId xmlns:a16="http://schemas.microsoft.com/office/drawing/2014/main" id="{6F68E4C7-B90D-3CB9-4D84-C1559D7E907B}"/>
                </a:ext>
              </a:extLst>
            </p:cNvPr>
            <p:cNvSpPr/>
            <p:nvPr/>
          </p:nvSpPr>
          <p:spPr>
            <a:xfrm>
              <a:off x="7726816" y="3269363"/>
              <a:ext cx="1349421" cy="1314768"/>
            </a:xfrm>
            <a:prstGeom prst="roundRect">
              <a:avLst>
                <a:gd name="adj" fmla="val 6896"/>
              </a:avLst>
            </a:prstGeom>
            <a:noFill/>
            <a:ln w="25400">
              <a:solidFill>
                <a:schemeClr val="accent6">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7" name="図 6">
              <a:extLst>
                <a:ext uri="{FF2B5EF4-FFF2-40B4-BE49-F238E27FC236}">
                  <a16:creationId xmlns:a16="http://schemas.microsoft.com/office/drawing/2014/main" id="{948691EB-1097-8DAB-7567-EA57F45DCC69}"/>
                </a:ext>
              </a:extLst>
            </p:cNvPr>
            <p:cNvPicPr>
              <a:picLocks noChangeAspect="1"/>
            </p:cNvPicPr>
            <p:nvPr/>
          </p:nvPicPr>
          <p:blipFill>
            <a:blip r:embed="rId5">
              <a:biLevel thresh="50000"/>
              <a:extLst>
                <a:ext uri="{28A0092B-C50C-407E-A947-70E740481C1C}">
                  <a14:useLocalDpi xmlns:a14="http://schemas.microsoft.com/office/drawing/2010/main" val="0"/>
                </a:ext>
              </a:extLst>
            </a:blip>
            <a:srcRect l="14083" t="10604" r="55105" b="45782"/>
            <a:stretch>
              <a:fillRect/>
            </a:stretch>
          </p:blipFill>
          <p:spPr>
            <a:xfrm>
              <a:off x="7883385" y="3371861"/>
              <a:ext cx="1059999" cy="1125304"/>
            </a:xfrm>
            <a:prstGeom prst="rect">
              <a:avLst/>
            </a:prstGeom>
          </p:spPr>
        </p:pic>
      </p:grpSp>
      <p:grpSp>
        <p:nvGrpSpPr>
          <p:cNvPr id="9" name="グループ化 8">
            <a:extLst>
              <a:ext uri="{FF2B5EF4-FFF2-40B4-BE49-F238E27FC236}">
                <a16:creationId xmlns:a16="http://schemas.microsoft.com/office/drawing/2014/main" id="{9BD0FB38-D2CD-1F6F-A27A-431B6E6948B5}"/>
              </a:ext>
            </a:extLst>
          </p:cNvPr>
          <p:cNvGrpSpPr/>
          <p:nvPr/>
        </p:nvGrpSpPr>
        <p:grpSpPr>
          <a:xfrm>
            <a:off x="8141638" y="4357765"/>
            <a:ext cx="1133594" cy="1104484"/>
            <a:chOff x="7726816" y="3269363"/>
            <a:chExt cx="1349421" cy="1314768"/>
          </a:xfrm>
        </p:grpSpPr>
        <p:sp>
          <p:nvSpPr>
            <p:cNvPr id="10" name="四角形: 角を丸くする 9">
              <a:extLst>
                <a:ext uri="{FF2B5EF4-FFF2-40B4-BE49-F238E27FC236}">
                  <a16:creationId xmlns:a16="http://schemas.microsoft.com/office/drawing/2014/main" id="{226A343A-B087-7532-4CE3-7805229D28F4}"/>
                </a:ext>
              </a:extLst>
            </p:cNvPr>
            <p:cNvSpPr/>
            <p:nvPr/>
          </p:nvSpPr>
          <p:spPr>
            <a:xfrm>
              <a:off x="7726816" y="3269363"/>
              <a:ext cx="1349421" cy="1314768"/>
            </a:xfrm>
            <a:prstGeom prst="roundRect">
              <a:avLst>
                <a:gd name="adj" fmla="val 6896"/>
              </a:avLst>
            </a:prstGeom>
            <a:noFill/>
            <a:ln w="25400">
              <a:solidFill>
                <a:schemeClr val="tx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33" name="図 32">
              <a:extLst>
                <a:ext uri="{FF2B5EF4-FFF2-40B4-BE49-F238E27FC236}">
                  <a16:creationId xmlns:a16="http://schemas.microsoft.com/office/drawing/2014/main" id="{C852D314-845D-C7CD-776C-3AD57BDE1FCA}"/>
                </a:ext>
              </a:extLst>
            </p:cNvPr>
            <p:cNvPicPr>
              <a:picLocks noChangeAspect="1"/>
            </p:cNvPicPr>
            <p:nvPr/>
          </p:nvPicPr>
          <p:blipFill>
            <a:blip r:embed="rId5">
              <a:biLevel thresh="50000"/>
              <a:extLst>
                <a:ext uri="{28A0092B-C50C-407E-A947-70E740481C1C}">
                  <a14:useLocalDpi xmlns:a14="http://schemas.microsoft.com/office/drawing/2010/main" val="0"/>
                </a:ext>
              </a:extLst>
            </a:blip>
            <a:srcRect l="14083" t="10604" r="55105" b="45782"/>
            <a:stretch>
              <a:fillRect/>
            </a:stretch>
          </p:blipFill>
          <p:spPr>
            <a:xfrm>
              <a:off x="7883385" y="3371861"/>
              <a:ext cx="1059999" cy="1125304"/>
            </a:xfrm>
            <a:prstGeom prst="rect">
              <a:avLst/>
            </a:prstGeom>
          </p:spPr>
        </p:pic>
      </p:grpSp>
      <p:grpSp>
        <p:nvGrpSpPr>
          <p:cNvPr id="144" name="グループ化 143">
            <a:extLst>
              <a:ext uri="{FF2B5EF4-FFF2-40B4-BE49-F238E27FC236}">
                <a16:creationId xmlns:a16="http://schemas.microsoft.com/office/drawing/2014/main" id="{3C19A731-5DC1-DA3B-A843-83D63DDC44F7}"/>
              </a:ext>
            </a:extLst>
          </p:cNvPr>
          <p:cNvGrpSpPr/>
          <p:nvPr/>
        </p:nvGrpSpPr>
        <p:grpSpPr>
          <a:xfrm>
            <a:off x="9547109" y="4357765"/>
            <a:ext cx="1133594" cy="1104484"/>
            <a:chOff x="7726816" y="3269363"/>
            <a:chExt cx="1349421" cy="1314768"/>
          </a:xfrm>
        </p:grpSpPr>
        <p:sp>
          <p:nvSpPr>
            <p:cNvPr id="178" name="四角形: 角を丸くする 177">
              <a:extLst>
                <a:ext uri="{FF2B5EF4-FFF2-40B4-BE49-F238E27FC236}">
                  <a16:creationId xmlns:a16="http://schemas.microsoft.com/office/drawing/2014/main" id="{687DB00C-E6EF-741B-660B-A867B30F0799}"/>
                </a:ext>
              </a:extLst>
            </p:cNvPr>
            <p:cNvSpPr/>
            <p:nvPr/>
          </p:nvSpPr>
          <p:spPr>
            <a:xfrm>
              <a:off x="7726816" y="3269363"/>
              <a:ext cx="1349421" cy="1314768"/>
            </a:xfrm>
            <a:prstGeom prst="roundRect">
              <a:avLst>
                <a:gd name="adj" fmla="val 6896"/>
              </a:avLst>
            </a:prstGeom>
            <a:noFill/>
            <a:ln w="25400">
              <a:solidFill>
                <a:schemeClr val="tx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181" name="図 180">
              <a:extLst>
                <a:ext uri="{FF2B5EF4-FFF2-40B4-BE49-F238E27FC236}">
                  <a16:creationId xmlns:a16="http://schemas.microsoft.com/office/drawing/2014/main" id="{3EB3566B-8EF7-6F92-5283-35640CA01964}"/>
                </a:ext>
              </a:extLst>
            </p:cNvPr>
            <p:cNvPicPr>
              <a:picLocks noChangeAspect="1"/>
            </p:cNvPicPr>
            <p:nvPr/>
          </p:nvPicPr>
          <p:blipFill>
            <a:blip r:embed="rId5">
              <a:biLevel thresh="50000"/>
              <a:extLst>
                <a:ext uri="{28A0092B-C50C-407E-A947-70E740481C1C}">
                  <a14:useLocalDpi xmlns:a14="http://schemas.microsoft.com/office/drawing/2010/main" val="0"/>
                </a:ext>
              </a:extLst>
            </a:blip>
            <a:srcRect l="14083" t="10604" r="55105" b="45782"/>
            <a:stretch>
              <a:fillRect/>
            </a:stretch>
          </p:blipFill>
          <p:spPr>
            <a:xfrm>
              <a:off x="7883385" y="3371861"/>
              <a:ext cx="1059999" cy="1125304"/>
            </a:xfrm>
            <a:prstGeom prst="rect">
              <a:avLst/>
            </a:prstGeom>
          </p:spPr>
        </p:pic>
      </p:grpSp>
      <p:sp>
        <p:nvSpPr>
          <p:cNvPr id="192" name="二等辺三角形 191">
            <a:extLst>
              <a:ext uri="{FF2B5EF4-FFF2-40B4-BE49-F238E27FC236}">
                <a16:creationId xmlns:a16="http://schemas.microsoft.com/office/drawing/2014/main" id="{10DDCDC3-4ABB-74E1-5DF7-B546819C1B74}"/>
              </a:ext>
            </a:extLst>
          </p:cNvPr>
          <p:cNvSpPr/>
          <p:nvPr/>
        </p:nvSpPr>
        <p:spPr>
          <a:xfrm>
            <a:off x="7013018" y="5384404"/>
            <a:ext cx="625766" cy="366261"/>
          </a:xfrm>
          <a:prstGeom prst="triangle">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93" name="テキスト ボックス 192">
            <a:extLst>
              <a:ext uri="{FF2B5EF4-FFF2-40B4-BE49-F238E27FC236}">
                <a16:creationId xmlns:a16="http://schemas.microsoft.com/office/drawing/2014/main" id="{12F4362E-8E55-8DDF-CE7A-4BFD747E7757}"/>
              </a:ext>
            </a:extLst>
          </p:cNvPr>
          <p:cNvSpPr txBox="1"/>
          <p:nvPr/>
        </p:nvSpPr>
        <p:spPr>
          <a:xfrm>
            <a:off x="8073929" y="2135052"/>
            <a:ext cx="800219" cy="338554"/>
          </a:xfrm>
          <a:prstGeom prst="rect">
            <a:avLst/>
          </a:prstGeom>
          <a:noFill/>
        </p:spPr>
        <p:txBody>
          <a:bodyPr wrap="none" rtlCol="0">
            <a:spAutoFit/>
          </a:bodyPr>
          <a:lstStyle/>
          <a:p>
            <a:r>
              <a:rPr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武器名</a:t>
            </a:r>
            <a:endParaRPr kumimoji="1"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194" name="テキスト ボックス 193">
            <a:extLst>
              <a:ext uri="{FF2B5EF4-FFF2-40B4-BE49-F238E27FC236}">
                <a16:creationId xmlns:a16="http://schemas.microsoft.com/office/drawing/2014/main" id="{E6A8DE8D-1A16-3E06-5412-DED4EDD4C45E}"/>
              </a:ext>
            </a:extLst>
          </p:cNvPr>
          <p:cNvSpPr txBox="1"/>
          <p:nvPr/>
        </p:nvSpPr>
        <p:spPr>
          <a:xfrm>
            <a:off x="8073929" y="2404551"/>
            <a:ext cx="1336264" cy="1015663"/>
          </a:xfrm>
          <a:prstGeom prst="rect">
            <a:avLst/>
          </a:prstGeom>
          <a:noFill/>
        </p:spPr>
        <p:txBody>
          <a:bodyPr wrap="square" rtlCol="0">
            <a:spAutoFit/>
          </a:bodyPr>
          <a:lstStyle/>
          <a:p>
            <a:r>
              <a:rPr lang="en-US" altLang="ja-JP" sz="1600" dirty="0">
                <a:ln w="0">
                  <a:solidFill>
                    <a:schemeClr val="tx1">
                      <a:lumMod val="85000"/>
                      <a:lumOff val="15000"/>
                      <a:alpha val="55000"/>
                    </a:schemeClr>
                  </a:solidFill>
                </a:ln>
                <a:solidFill>
                  <a:srgbClr val="00B050"/>
                </a:solidFill>
                <a:latin typeface="原稿用標準書体" panose="03000503000000000000" pitchFamily="66" charset="-128"/>
                <a:ea typeface="原稿用標準書体" panose="03000503000000000000" pitchFamily="66" charset="-128"/>
              </a:rPr>
              <a:t>HP</a:t>
            </a:r>
            <a:r>
              <a:rPr lang="ja-JP" altLang="en-US" sz="1600" dirty="0">
                <a:ln w="0">
                  <a:solidFill>
                    <a:schemeClr val="tx1">
                      <a:lumMod val="85000"/>
                      <a:lumOff val="15000"/>
                      <a:alpha val="55000"/>
                    </a:schemeClr>
                  </a:solidFill>
                </a:ln>
                <a:solidFill>
                  <a:srgbClr val="00B050"/>
                </a:solidFill>
                <a:latin typeface="原稿用標準書体" panose="03000503000000000000" pitchFamily="66" charset="-128"/>
                <a:ea typeface="原稿用標準書体" panose="03000503000000000000" pitchFamily="66" charset="-128"/>
              </a:rPr>
              <a:t>＋</a:t>
            </a:r>
            <a:r>
              <a:rPr lang="en-US" altLang="ja-JP" sz="2000" dirty="0">
                <a:ln w="0">
                  <a:solidFill>
                    <a:schemeClr val="tx1">
                      <a:lumMod val="85000"/>
                      <a:lumOff val="15000"/>
                      <a:alpha val="55000"/>
                    </a:schemeClr>
                  </a:solidFill>
                </a:ln>
                <a:solidFill>
                  <a:srgbClr val="00B050"/>
                </a:solidFill>
                <a:latin typeface="原稿用標準書体" panose="03000503000000000000" pitchFamily="66" charset="-128"/>
                <a:ea typeface="原稿用標準書体" panose="03000503000000000000" pitchFamily="66" charset="-128"/>
              </a:rPr>
              <a:t>100</a:t>
            </a:r>
            <a:br>
              <a:rPr lang="en-US" altLang="ja-JP" sz="1600" dirty="0">
                <a:ln w="0">
                  <a:solidFill>
                    <a:schemeClr val="tx1">
                      <a:lumMod val="85000"/>
                      <a:lumOff val="15000"/>
                      <a:alpha val="55000"/>
                    </a:schemeClr>
                  </a:solidFill>
                </a:ln>
                <a:solidFill>
                  <a:schemeClr val="accent5"/>
                </a:solidFill>
                <a:latin typeface="原稿用標準書体" panose="03000503000000000000" pitchFamily="66" charset="-128"/>
                <a:ea typeface="原稿用標準書体" panose="03000503000000000000" pitchFamily="66" charset="-128"/>
              </a:rPr>
            </a:br>
            <a:r>
              <a:rPr lang="en-US" altLang="ja-JP" sz="1600" dirty="0">
                <a:ln w="0">
                  <a:solidFill>
                    <a:schemeClr val="tx1">
                      <a:lumMod val="85000"/>
                      <a:lumOff val="15000"/>
                      <a:alpha val="55000"/>
                    </a:schemeClr>
                  </a:solidFill>
                </a:ln>
                <a:solidFill>
                  <a:schemeClr val="accent5"/>
                </a:solidFill>
                <a:latin typeface="原稿用標準書体" panose="03000503000000000000" pitchFamily="66" charset="-128"/>
                <a:ea typeface="原稿用標準書体" panose="03000503000000000000" pitchFamily="66" charset="-128"/>
              </a:rPr>
              <a:t>SPD</a:t>
            </a:r>
            <a:r>
              <a:rPr lang="ja-JP" altLang="en-US" sz="1600" dirty="0">
                <a:ln w="0">
                  <a:solidFill>
                    <a:schemeClr val="tx1">
                      <a:lumMod val="85000"/>
                      <a:lumOff val="15000"/>
                      <a:alpha val="55000"/>
                    </a:schemeClr>
                  </a:solidFill>
                </a:ln>
                <a:solidFill>
                  <a:schemeClr val="accent5"/>
                </a:solidFill>
                <a:latin typeface="原稿用標準書体" panose="03000503000000000000" pitchFamily="66" charset="-128"/>
                <a:ea typeface="原稿用標準書体" panose="03000503000000000000" pitchFamily="66" charset="-128"/>
              </a:rPr>
              <a:t>＋</a:t>
            </a:r>
            <a:r>
              <a:rPr lang="en-US" altLang="ja-JP" sz="2000" dirty="0">
                <a:ln w="0">
                  <a:solidFill>
                    <a:schemeClr val="tx1">
                      <a:lumMod val="85000"/>
                      <a:lumOff val="15000"/>
                      <a:alpha val="55000"/>
                    </a:schemeClr>
                  </a:solidFill>
                </a:ln>
                <a:solidFill>
                  <a:schemeClr val="accent5"/>
                </a:solidFill>
                <a:latin typeface="原稿用標準書体" panose="03000503000000000000" pitchFamily="66" charset="-128"/>
                <a:ea typeface="原稿用標準書体" panose="03000503000000000000" pitchFamily="66" charset="-128"/>
              </a:rPr>
              <a:t>20</a:t>
            </a:r>
            <a:br>
              <a:rPr lang="en-US" altLang="ja-JP" sz="1600" dirty="0">
                <a:ln w="0">
                  <a:solidFill>
                    <a:schemeClr val="tx1">
                      <a:lumMod val="85000"/>
                      <a:lumOff val="15000"/>
                      <a:alpha val="55000"/>
                    </a:schemeClr>
                  </a:solidFill>
                </a:ln>
                <a:solidFill>
                  <a:schemeClr val="accent5"/>
                </a:solidFill>
                <a:latin typeface="原稿用標準書体" panose="03000503000000000000" pitchFamily="66" charset="-128"/>
                <a:ea typeface="原稿用標準書体" panose="03000503000000000000" pitchFamily="66" charset="-128"/>
              </a:rPr>
            </a:br>
            <a:r>
              <a:rPr lang="en-US" altLang="ja-JP" sz="1600" dirty="0">
                <a:ln w="0">
                  <a:solidFill>
                    <a:schemeClr val="tx1">
                      <a:lumMod val="85000"/>
                      <a:lumOff val="15000"/>
                      <a:alpha val="55000"/>
                    </a:schemeClr>
                  </a:solidFill>
                </a:ln>
                <a:solidFill>
                  <a:schemeClr val="accent1"/>
                </a:solidFill>
                <a:latin typeface="原稿用標準書体" panose="03000503000000000000" pitchFamily="66" charset="-128"/>
                <a:ea typeface="原稿用標準書体" panose="03000503000000000000" pitchFamily="66" charset="-128"/>
              </a:rPr>
              <a:t>ATK</a:t>
            </a:r>
            <a:r>
              <a:rPr lang="ja-JP" altLang="en-US" sz="1600" dirty="0">
                <a:ln w="0">
                  <a:solidFill>
                    <a:schemeClr val="tx1">
                      <a:lumMod val="85000"/>
                      <a:lumOff val="15000"/>
                      <a:alpha val="55000"/>
                    </a:schemeClr>
                  </a:solidFill>
                </a:ln>
                <a:solidFill>
                  <a:schemeClr val="accent1"/>
                </a:solidFill>
                <a:latin typeface="原稿用標準書体" panose="03000503000000000000" pitchFamily="66" charset="-128"/>
                <a:ea typeface="原稿用標準書体" panose="03000503000000000000" pitchFamily="66" charset="-128"/>
              </a:rPr>
              <a:t>＋</a:t>
            </a:r>
            <a:r>
              <a:rPr lang="en-US" altLang="ja-JP" sz="2000" dirty="0">
                <a:ln w="0">
                  <a:solidFill>
                    <a:schemeClr val="tx1">
                      <a:lumMod val="85000"/>
                      <a:lumOff val="15000"/>
                      <a:alpha val="55000"/>
                    </a:schemeClr>
                  </a:solidFill>
                </a:ln>
                <a:solidFill>
                  <a:schemeClr val="accent1"/>
                </a:solidFill>
                <a:latin typeface="原稿用標準書体" panose="03000503000000000000" pitchFamily="66" charset="-128"/>
                <a:ea typeface="原稿用標準書体" panose="03000503000000000000" pitchFamily="66" charset="-128"/>
              </a:rPr>
              <a:t>50</a:t>
            </a:r>
            <a:endParaRPr lang="en-US" altLang="ja-JP" sz="1600" dirty="0">
              <a:ln w="0">
                <a:solidFill>
                  <a:schemeClr val="tx1">
                    <a:lumMod val="85000"/>
                    <a:lumOff val="15000"/>
                    <a:alpha val="55000"/>
                  </a:schemeClr>
                </a:solidFill>
              </a:ln>
              <a:solidFill>
                <a:schemeClr val="accent1"/>
              </a:solidFill>
              <a:latin typeface="原稿用標準書体" panose="03000503000000000000" pitchFamily="66" charset="-128"/>
              <a:ea typeface="原稿用標準書体" panose="03000503000000000000" pitchFamily="66" charset="-128"/>
            </a:endParaRPr>
          </a:p>
        </p:txBody>
      </p:sp>
      <p:pic>
        <p:nvPicPr>
          <p:cNvPr id="195" name="図 194">
            <a:extLst>
              <a:ext uri="{FF2B5EF4-FFF2-40B4-BE49-F238E27FC236}">
                <a16:creationId xmlns:a16="http://schemas.microsoft.com/office/drawing/2014/main" id="{B5675455-9943-9EA0-5C65-CC4647EFC057}"/>
              </a:ext>
            </a:extLst>
          </p:cNvPr>
          <p:cNvPicPr>
            <a:picLocks noChangeAspect="1"/>
          </p:cNvPicPr>
          <p:nvPr/>
        </p:nvPicPr>
        <p:blipFill>
          <a:blip r:embed="rId5">
            <a:biLevel thresh="50000"/>
            <a:extLst>
              <a:ext uri="{28A0092B-C50C-407E-A947-70E740481C1C}">
                <a14:useLocalDpi xmlns:a14="http://schemas.microsoft.com/office/drawing/2010/main" val="0"/>
              </a:ext>
            </a:extLst>
          </a:blip>
          <a:srcRect l="14083" t="10604" r="55105" b="45782"/>
          <a:stretch>
            <a:fillRect/>
          </a:stretch>
        </p:blipFill>
        <p:spPr>
          <a:xfrm>
            <a:off x="6950007" y="2207766"/>
            <a:ext cx="1059999" cy="1125304"/>
          </a:xfrm>
          <a:prstGeom prst="rect">
            <a:avLst/>
          </a:prstGeom>
        </p:spPr>
      </p:pic>
      <p:sp>
        <p:nvSpPr>
          <p:cNvPr id="196" name="楕円 195">
            <a:extLst>
              <a:ext uri="{FF2B5EF4-FFF2-40B4-BE49-F238E27FC236}">
                <a16:creationId xmlns:a16="http://schemas.microsoft.com/office/drawing/2014/main" id="{2042D435-9B33-DA12-5835-730CD382FD27}"/>
              </a:ext>
            </a:extLst>
          </p:cNvPr>
          <p:cNvSpPr/>
          <p:nvPr/>
        </p:nvSpPr>
        <p:spPr>
          <a:xfrm>
            <a:off x="6829006" y="2903428"/>
            <a:ext cx="454282" cy="454282"/>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97" name="テキスト ボックス 196">
            <a:extLst>
              <a:ext uri="{FF2B5EF4-FFF2-40B4-BE49-F238E27FC236}">
                <a16:creationId xmlns:a16="http://schemas.microsoft.com/office/drawing/2014/main" id="{4F0D68BC-D190-9622-6779-EE4617A2F3CA}"/>
              </a:ext>
            </a:extLst>
          </p:cNvPr>
          <p:cNvSpPr txBox="1"/>
          <p:nvPr/>
        </p:nvSpPr>
        <p:spPr>
          <a:xfrm>
            <a:off x="9467867" y="2135052"/>
            <a:ext cx="1005403" cy="338554"/>
          </a:xfrm>
          <a:prstGeom prst="rect">
            <a:avLst/>
          </a:prstGeom>
          <a:noFill/>
        </p:spPr>
        <p:txBody>
          <a:bodyPr wrap="none" rtlCol="0">
            <a:spAutoFit/>
          </a:bodyPr>
          <a:lstStyle/>
          <a:p>
            <a:r>
              <a:rPr lang="ja-JP" altLang="en-US" sz="1600">
                <a:solidFill>
                  <a:schemeClr val="tx1">
                    <a:lumMod val="75000"/>
                    <a:lumOff val="25000"/>
                  </a:schemeClr>
                </a:solidFill>
                <a:latin typeface="原稿用標準書体" panose="03000503000000000000" pitchFamily="66" charset="-128"/>
                <a:ea typeface="原稿用標準書体" panose="03000503000000000000" pitchFamily="66" charset="-128"/>
              </a:rPr>
              <a:t>状態付与</a:t>
            </a:r>
            <a:endParaRPr kumimoji="1"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198" name="楕円 197">
            <a:extLst>
              <a:ext uri="{FF2B5EF4-FFF2-40B4-BE49-F238E27FC236}">
                <a16:creationId xmlns:a16="http://schemas.microsoft.com/office/drawing/2014/main" id="{B69410E7-7737-00D7-5D0C-30179FEEA4DB}"/>
              </a:ext>
            </a:extLst>
          </p:cNvPr>
          <p:cNvSpPr/>
          <p:nvPr/>
        </p:nvSpPr>
        <p:spPr>
          <a:xfrm>
            <a:off x="6582407" y="3988867"/>
            <a:ext cx="454282" cy="454282"/>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99" name="楕円 198">
            <a:extLst>
              <a:ext uri="{FF2B5EF4-FFF2-40B4-BE49-F238E27FC236}">
                <a16:creationId xmlns:a16="http://schemas.microsoft.com/office/drawing/2014/main" id="{3F22F3F0-FFC6-23C3-2076-AC482B19349B}"/>
              </a:ext>
            </a:extLst>
          </p:cNvPr>
          <p:cNvSpPr/>
          <p:nvPr/>
        </p:nvSpPr>
        <p:spPr>
          <a:xfrm>
            <a:off x="7991153" y="3988867"/>
            <a:ext cx="454282" cy="45428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solidFill>
                  <a:schemeClr val="bg1">
                    <a:lumMod val="95000"/>
                  </a:schemeClr>
                </a:solidFill>
                <a:latin typeface="原稿用標準書体" panose="03000503000000000000" pitchFamily="66" charset="-128"/>
                <a:ea typeface="原稿用標準書体" panose="03000503000000000000" pitchFamily="66" charset="-128"/>
              </a:rPr>
              <a:t>速</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200" name="楕円 199">
            <a:extLst>
              <a:ext uri="{FF2B5EF4-FFF2-40B4-BE49-F238E27FC236}">
                <a16:creationId xmlns:a16="http://schemas.microsoft.com/office/drawing/2014/main" id="{D38F7717-B1FC-5599-7D1C-1A35C6DF59B4}"/>
              </a:ext>
            </a:extLst>
          </p:cNvPr>
          <p:cNvSpPr/>
          <p:nvPr/>
        </p:nvSpPr>
        <p:spPr>
          <a:xfrm>
            <a:off x="9399900" y="3988867"/>
            <a:ext cx="454282" cy="454282"/>
          </a:xfrm>
          <a:prstGeom prst="ellipse">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rPr>
              <a:t>技</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201" name="グループ化 200">
            <a:extLst>
              <a:ext uri="{FF2B5EF4-FFF2-40B4-BE49-F238E27FC236}">
                <a16:creationId xmlns:a16="http://schemas.microsoft.com/office/drawing/2014/main" id="{66DD0FE6-84F8-A3C3-B88B-E7059B2B5F6A}"/>
              </a:ext>
            </a:extLst>
          </p:cNvPr>
          <p:cNvGrpSpPr/>
          <p:nvPr/>
        </p:nvGrpSpPr>
        <p:grpSpPr>
          <a:xfrm>
            <a:off x="9555929" y="2566404"/>
            <a:ext cx="836714" cy="307777"/>
            <a:chOff x="9966073" y="1885589"/>
            <a:chExt cx="836714" cy="307777"/>
          </a:xfrm>
        </p:grpSpPr>
        <p:sp>
          <p:nvSpPr>
            <p:cNvPr id="202" name="四角形: 角を丸くする 201">
              <a:extLst>
                <a:ext uri="{FF2B5EF4-FFF2-40B4-BE49-F238E27FC236}">
                  <a16:creationId xmlns:a16="http://schemas.microsoft.com/office/drawing/2014/main" id="{8E4040FF-909E-35A3-E59A-6B3F35A41B27}"/>
                </a:ext>
              </a:extLst>
            </p:cNvPr>
            <p:cNvSpPr/>
            <p:nvPr/>
          </p:nvSpPr>
          <p:spPr>
            <a:xfrm>
              <a:off x="9966073" y="1901097"/>
              <a:ext cx="836714" cy="292269"/>
            </a:xfrm>
            <a:prstGeom prst="roundRect">
              <a:avLst>
                <a:gd name="adj" fmla="val 4721"/>
              </a:avLst>
            </a:prstGeom>
            <a:solidFill>
              <a:schemeClr val="bg1">
                <a:lumMod val="9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03" name="テキスト ボックス 202">
              <a:extLst>
                <a:ext uri="{FF2B5EF4-FFF2-40B4-BE49-F238E27FC236}">
                  <a16:creationId xmlns:a16="http://schemas.microsoft.com/office/drawing/2014/main" id="{1A0DD9A8-346F-5C1D-9E63-8EB218D15B1F}"/>
                </a:ext>
              </a:extLst>
            </p:cNvPr>
            <p:cNvSpPr txBox="1"/>
            <p:nvPr/>
          </p:nvSpPr>
          <p:spPr>
            <a:xfrm>
              <a:off x="10022793" y="1885589"/>
              <a:ext cx="723275" cy="307777"/>
            </a:xfrm>
            <a:prstGeom prst="rect">
              <a:avLst/>
            </a:prstGeom>
            <a:noFill/>
          </p:spPr>
          <p:txBody>
            <a:bodyPr wrap="none" rtlCol="0">
              <a:spAutoFit/>
            </a:bodyPr>
            <a:lstStyle/>
            <a:p>
              <a:pPr algn="ctr"/>
              <a:r>
                <a:rPr lang="ja-JP" altLang="en-US" sz="1400">
                  <a:solidFill>
                    <a:schemeClr val="tx1">
                      <a:lumMod val="75000"/>
                      <a:lumOff val="25000"/>
                    </a:schemeClr>
                  </a:solidFill>
                  <a:latin typeface="原稿用標準書体" panose="03000503000000000000" pitchFamily="66" charset="-128"/>
                  <a:ea typeface="原稿用標準書体" panose="03000503000000000000" pitchFamily="66" charset="-128"/>
                </a:rPr>
                <a:t>状態名</a:t>
              </a:r>
              <a:endParaRPr lang="en-US" altLang="ja-JP" sz="14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204" name="楕円 203">
            <a:extLst>
              <a:ext uri="{FF2B5EF4-FFF2-40B4-BE49-F238E27FC236}">
                <a16:creationId xmlns:a16="http://schemas.microsoft.com/office/drawing/2014/main" id="{BB8C842C-4B84-C8C2-2146-22861A21F76A}"/>
              </a:ext>
            </a:extLst>
          </p:cNvPr>
          <p:cNvSpPr/>
          <p:nvPr/>
        </p:nvSpPr>
        <p:spPr>
          <a:xfrm>
            <a:off x="6585083" y="5367940"/>
            <a:ext cx="371328" cy="371328"/>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a:solidFill>
                  <a:srgbClr val="FF00FF"/>
                </a:solidFill>
                <a:latin typeface="原稿用標準書体" panose="03000503000000000000" pitchFamily="66" charset="-128"/>
                <a:ea typeface="原稿用標準書体" panose="03000503000000000000" pitchFamily="66" charset="-128"/>
              </a:rPr>
              <a:t>E</a:t>
            </a:r>
            <a:endParaRPr kumimoji="1" lang="ja-JP" altLang="en-US" sz="1400" dirty="0">
              <a:solidFill>
                <a:srgbClr val="FF00FF"/>
              </a:solidFill>
              <a:latin typeface="原稿用標準書体" panose="03000503000000000000" pitchFamily="66" charset="-128"/>
              <a:ea typeface="原稿用標準書体" panose="03000503000000000000" pitchFamily="66" charset="-128"/>
            </a:endParaRPr>
          </a:p>
        </p:txBody>
      </p:sp>
      <p:sp>
        <p:nvSpPr>
          <p:cNvPr id="205" name="テキスト ボックス 204">
            <a:extLst>
              <a:ext uri="{FF2B5EF4-FFF2-40B4-BE49-F238E27FC236}">
                <a16:creationId xmlns:a16="http://schemas.microsoft.com/office/drawing/2014/main" id="{9EC9E593-52BB-D956-28D4-519186BDD1BA}"/>
              </a:ext>
            </a:extLst>
          </p:cNvPr>
          <p:cNvSpPr txBox="1"/>
          <p:nvPr/>
        </p:nvSpPr>
        <p:spPr>
          <a:xfrm>
            <a:off x="7018271" y="3949455"/>
            <a:ext cx="569388" cy="400110"/>
          </a:xfrm>
          <a:prstGeom prst="rect">
            <a:avLst/>
          </a:prstGeom>
          <a:noFill/>
        </p:spPr>
        <p:txBody>
          <a:bodyPr wrap="none" rtlCol="0">
            <a:spAutoFit/>
          </a:bodyPr>
          <a:lstStyle/>
          <a:p>
            <a:pPr algn="ctr"/>
            <a:r>
              <a:rPr lang="en-US" altLang="ja-JP" sz="2000" b="1">
                <a:ln>
                  <a:gradFill flip="none" rotWithShape="1">
                    <a:gsLst>
                      <a:gs pos="25000">
                        <a:srgbClr val="FFFF00"/>
                      </a:gs>
                      <a:gs pos="0">
                        <a:srgbClr val="FF0000"/>
                      </a:gs>
                      <a:gs pos="50000">
                        <a:srgbClr val="00B050"/>
                      </a:gs>
                      <a:gs pos="75000">
                        <a:srgbClr val="0070C0"/>
                      </a:gs>
                      <a:gs pos="100000">
                        <a:schemeClr val="accent6"/>
                      </a:gs>
                    </a:gsLst>
                    <a:lin ang="0" scaled="1"/>
                    <a:tileRect/>
                  </a:gradFill>
                </a:ln>
                <a:gradFill flip="none" rotWithShape="1">
                  <a:gsLst>
                    <a:gs pos="0">
                      <a:srgbClr val="FF0000">
                        <a:lumMod val="97000"/>
                        <a:lumOff val="3000"/>
                      </a:srgbClr>
                    </a:gs>
                    <a:gs pos="100000">
                      <a:srgbClr val="7030A0"/>
                    </a:gs>
                    <a:gs pos="75000">
                      <a:srgbClr val="0070C0"/>
                    </a:gs>
                    <a:gs pos="50000">
                      <a:srgbClr val="8EDC23"/>
                    </a:gs>
                    <a:gs pos="25000">
                      <a:srgbClr val="FFFF00"/>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SSR</a:t>
            </a:r>
            <a:endParaRPr kumimoji="1" lang="ja-JP" altLang="en-US" sz="2000" b="1" dirty="0">
              <a:ln>
                <a:gradFill flip="none" rotWithShape="1">
                  <a:gsLst>
                    <a:gs pos="25000">
                      <a:srgbClr val="FFFF00"/>
                    </a:gs>
                    <a:gs pos="0">
                      <a:srgbClr val="FF0000"/>
                    </a:gs>
                    <a:gs pos="50000">
                      <a:srgbClr val="00B050"/>
                    </a:gs>
                    <a:gs pos="75000">
                      <a:srgbClr val="0070C0"/>
                    </a:gs>
                    <a:gs pos="100000">
                      <a:schemeClr val="accent6"/>
                    </a:gs>
                  </a:gsLst>
                  <a:lin ang="0" scaled="1"/>
                  <a:tileRect/>
                </a:gradFill>
              </a:ln>
              <a:gradFill flip="none" rotWithShape="1">
                <a:gsLst>
                  <a:gs pos="0">
                    <a:srgbClr val="FF0000">
                      <a:lumMod val="97000"/>
                      <a:lumOff val="3000"/>
                    </a:srgbClr>
                  </a:gs>
                  <a:gs pos="100000">
                    <a:srgbClr val="7030A0"/>
                  </a:gs>
                  <a:gs pos="75000">
                    <a:srgbClr val="0070C0"/>
                  </a:gs>
                  <a:gs pos="50000">
                    <a:srgbClr val="8EDC23"/>
                  </a:gs>
                  <a:gs pos="25000">
                    <a:srgbClr val="FFFF00"/>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sp>
        <p:nvSpPr>
          <p:cNvPr id="206" name="テキスト ボックス 205">
            <a:extLst>
              <a:ext uri="{FF2B5EF4-FFF2-40B4-BE49-F238E27FC236}">
                <a16:creationId xmlns:a16="http://schemas.microsoft.com/office/drawing/2014/main" id="{90827727-424D-79CF-5BB5-E7B1EB056687}"/>
              </a:ext>
            </a:extLst>
          </p:cNvPr>
          <p:cNvSpPr txBox="1"/>
          <p:nvPr/>
        </p:nvSpPr>
        <p:spPr>
          <a:xfrm>
            <a:off x="8487862" y="3949455"/>
            <a:ext cx="441146" cy="400110"/>
          </a:xfrm>
          <a:prstGeom prst="rect">
            <a:avLst/>
          </a:prstGeom>
          <a:noFill/>
        </p:spPr>
        <p:txBody>
          <a:bodyPr wrap="none" rtlCol="0">
            <a:spAutoFit/>
          </a:bodyPr>
          <a:lstStyle/>
          <a:p>
            <a:pPr algn="ctr"/>
            <a:r>
              <a:rPr lang="en-US" altLang="ja-JP" sz="2000" b="1">
                <a:ln>
                  <a:gradFill flip="none" rotWithShape="1">
                    <a:gsLst>
                      <a:gs pos="0">
                        <a:schemeClr val="accent6">
                          <a:lumMod val="67000"/>
                        </a:schemeClr>
                      </a:gs>
                      <a:gs pos="48000">
                        <a:schemeClr val="accent6">
                          <a:lumMod val="97000"/>
                          <a:lumOff val="3000"/>
                        </a:schemeClr>
                      </a:gs>
                      <a:gs pos="100000">
                        <a:schemeClr val="accent6">
                          <a:lumMod val="60000"/>
                          <a:lumOff val="40000"/>
                        </a:schemeClr>
                      </a:gs>
                    </a:gsLst>
                    <a:lin ang="16200000" scaled="1"/>
                    <a:tileRect/>
                  </a:gradFill>
                </a:ln>
                <a:gradFill flip="none" rotWithShape="1">
                  <a:gsLst>
                    <a:gs pos="0">
                      <a:schemeClr val="accent6">
                        <a:lumMod val="67000"/>
                      </a:schemeClr>
                    </a:gs>
                    <a:gs pos="48000">
                      <a:schemeClr val="accent6">
                        <a:lumMod val="97000"/>
                        <a:lumOff val="3000"/>
                      </a:schemeClr>
                    </a:gs>
                    <a:gs pos="100000">
                      <a:schemeClr val="bg1">
                        <a:lumMod val="75000"/>
                      </a:schemeClr>
                    </a:gs>
                  </a:gsLst>
                  <a:lin ang="1620000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SR</a:t>
            </a:r>
            <a:endParaRPr kumimoji="1" lang="ja-JP" altLang="en-US" sz="2000" b="1" dirty="0">
              <a:ln>
                <a:gradFill flip="none" rotWithShape="1">
                  <a:gsLst>
                    <a:gs pos="0">
                      <a:schemeClr val="accent6">
                        <a:lumMod val="67000"/>
                      </a:schemeClr>
                    </a:gs>
                    <a:gs pos="48000">
                      <a:schemeClr val="accent6">
                        <a:lumMod val="97000"/>
                        <a:lumOff val="3000"/>
                      </a:schemeClr>
                    </a:gs>
                    <a:gs pos="100000">
                      <a:schemeClr val="accent6">
                        <a:lumMod val="60000"/>
                        <a:lumOff val="40000"/>
                      </a:schemeClr>
                    </a:gs>
                  </a:gsLst>
                  <a:lin ang="16200000" scaled="1"/>
                  <a:tileRect/>
                </a:gradFill>
              </a:ln>
              <a:gradFill flip="none" rotWithShape="1">
                <a:gsLst>
                  <a:gs pos="0">
                    <a:schemeClr val="accent6">
                      <a:lumMod val="67000"/>
                    </a:schemeClr>
                  </a:gs>
                  <a:gs pos="48000">
                    <a:schemeClr val="accent6">
                      <a:lumMod val="97000"/>
                      <a:lumOff val="3000"/>
                    </a:schemeClr>
                  </a:gs>
                  <a:gs pos="100000">
                    <a:schemeClr val="bg1">
                      <a:lumMod val="75000"/>
                    </a:schemeClr>
                  </a:gs>
                </a:gsLst>
                <a:lin ang="1620000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sp>
        <p:nvSpPr>
          <p:cNvPr id="207" name="テキスト ボックス 206">
            <a:extLst>
              <a:ext uri="{FF2B5EF4-FFF2-40B4-BE49-F238E27FC236}">
                <a16:creationId xmlns:a16="http://schemas.microsoft.com/office/drawing/2014/main" id="{B4DE948D-7275-34E5-7743-C6C277D5ADA6}"/>
              </a:ext>
            </a:extLst>
          </p:cNvPr>
          <p:cNvSpPr txBox="1"/>
          <p:nvPr/>
        </p:nvSpPr>
        <p:spPr>
          <a:xfrm>
            <a:off x="9829212" y="3949455"/>
            <a:ext cx="569388" cy="400110"/>
          </a:xfrm>
          <a:prstGeom prst="rect">
            <a:avLst/>
          </a:prstGeom>
          <a:noFill/>
        </p:spPr>
        <p:txBody>
          <a:bodyPr wrap="none" rtlCol="0">
            <a:spAutoFit/>
          </a:bodyPr>
          <a:lstStyle/>
          <a:p>
            <a:pPr algn="ctr"/>
            <a:r>
              <a:rPr lang="en-US" altLang="ja-JP" sz="2000" b="1">
                <a:ln>
                  <a:gradFill flip="none" rotWithShape="1">
                    <a:gsLst>
                      <a:gs pos="25000">
                        <a:srgbClr val="FFFF00"/>
                      </a:gs>
                      <a:gs pos="0">
                        <a:srgbClr val="FF0000"/>
                      </a:gs>
                      <a:gs pos="50000">
                        <a:srgbClr val="00B050"/>
                      </a:gs>
                      <a:gs pos="75000">
                        <a:srgbClr val="0070C0"/>
                      </a:gs>
                      <a:gs pos="100000">
                        <a:schemeClr val="accent6"/>
                      </a:gs>
                    </a:gsLst>
                    <a:lin ang="0" scaled="1"/>
                    <a:tileRect/>
                  </a:gradFill>
                </a:ln>
                <a:gradFill flip="none" rotWithShape="1">
                  <a:gsLst>
                    <a:gs pos="0">
                      <a:srgbClr val="FF0000">
                        <a:lumMod val="97000"/>
                        <a:lumOff val="3000"/>
                      </a:srgbClr>
                    </a:gs>
                    <a:gs pos="100000">
                      <a:srgbClr val="7030A0"/>
                    </a:gs>
                    <a:gs pos="75000">
                      <a:srgbClr val="0070C0"/>
                    </a:gs>
                    <a:gs pos="50000">
                      <a:srgbClr val="8EDC23"/>
                    </a:gs>
                    <a:gs pos="25000">
                      <a:srgbClr val="FFFF00"/>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SSR</a:t>
            </a:r>
            <a:endParaRPr kumimoji="1" lang="ja-JP" altLang="en-US" sz="2000" b="1" dirty="0">
              <a:ln>
                <a:gradFill flip="none" rotWithShape="1">
                  <a:gsLst>
                    <a:gs pos="25000">
                      <a:srgbClr val="FFFF00"/>
                    </a:gs>
                    <a:gs pos="0">
                      <a:srgbClr val="FF0000"/>
                    </a:gs>
                    <a:gs pos="50000">
                      <a:srgbClr val="00B050"/>
                    </a:gs>
                    <a:gs pos="75000">
                      <a:srgbClr val="0070C0"/>
                    </a:gs>
                    <a:gs pos="100000">
                      <a:schemeClr val="accent6"/>
                    </a:gs>
                  </a:gsLst>
                  <a:lin ang="0" scaled="1"/>
                  <a:tileRect/>
                </a:gradFill>
              </a:ln>
              <a:gradFill flip="none" rotWithShape="1">
                <a:gsLst>
                  <a:gs pos="0">
                    <a:srgbClr val="FF0000">
                      <a:lumMod val="97000"/>
                      <a:lumOff val="3000"/>
                    </a:srgbClr>
                  </a:gs>
                  <a:gs pos="100000">
                    <a:srgbClr val="7030A0"/>
                  </a:gs>
                  <a:gs pos="75000">
                    <a:srgbClr val="0070C0"/>
                  </a:gs>
                  <a:gs pos="50000">
                    <a:srgbClr val="8EDC23"/>
                  </a:gs>
                  <a:gs pos="25000">
                    <a:srgbClr val="FFFF00"/>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grpSp>
        <p:nvGrpSpPr>
          <p:cNvPr id="208" name="グループ化 207">
            <a:extLst>
              <a:ext uri="{FF2B5EF4-FFF2-40B4-BE49-F238E27FC236}">
                <a16:creationId xmlns:a16="http://schemas.microsoft.com/office/drawing/2014/main" id="{BD0E8227-F4AC-6B88-548E-A1AC4DE5E2A9}"/>
              </a:ext>
            </a:extLst>
          </p:cNvPr>
          <p:cNvGrpSpPr/>
          <p:nvPr/>
        </p:nvGrpSpPr>
        <p:grpSpPr>
          <a:xfrm>
            <a:off x="9555929" y="3020091"/>
            <a:ext cx="836714" cy="307777"/>
            <a:chOff x="9966073" y="1885589"/>
            <a:chExt cx="836714" cy="307777"/>
          </a:xfrm>
        </p:grpSpPr>
        <p:sp>
          <p:nvSpPr>
            <p:cNvPr id="209" name="四角形: 角を丸くする 208">
              <a:extLst>
                <a:ext uri="{FF2B5EF4-FFF2-40B4-BE49-F238E27FC236}">
                  <a16:creationId xmlns:a16="http://schemas.microsoft.com/office/drawing/2014/main" id="{6D256326-881B-B66B-AC36-229ACBB62C17}"/>
                </a:ext>
              </a:extLst>
            </p:cNvPr>
            <p:cNvSpPr/>
            <p:nvPr/>
          </p:nvSpPr>
          <p:spPr>
            <a:xfrm>
              <a:off x="9966073" y="1901097"/>
              <a:ext cx="836714" cy="292269"/>
            </a:xfrm>
            <a:prstGeom prst="roundRect">
              <a:avLst>
                <a:gd name="adj" fmla="val 4721"/>
              </a:avLst>
            </a:prstGeom>
            <a:solidFill>
              <a:schemeClr val="accent2">
                <a:alpha val="6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10" name="テキスト ボックス 209">
              <a:extLst>
                <a:ext uri="{FF2B5EF4-FFF2-40B4-BE49-F238E27FC236}">
                  <a16:creationId xmlns:a16="http://schemas.microsoft.com/office/drawing/2014/main" id="{520367C9-F443-279B-B1F2-1A3FF2063993}"/>
                </a:ext>
              </a:extLst>
            </p:cNvPr>
            <p:cNvSpPr txBox="1"/>
            <p:nvPr/>
          </p:nvSpPr>
          <p:spPr>
            <a:xfrm>
              <a:off x="10022793" y="1885589"/>
              <a:ext cx="723275" cy="307777"/>
            </a:xfrm>
            <a:prstGeom prst="rect">
              <a:avLst/>
            </a:prstGeom>
            <a:noFill/>
          </p:spPr>
          <p:txBody>
            <a:bodyPr wrap="none" rtlCol="0">
              <a:spAutoFit/>
            </a:bodyPr>
            <a:lstStyle/>
            <a:p>
              <a:pPr algn="ctr"/>
              <a:r>
                <a:rPr lang="ja-JP" altLang="en-US" sz="1400">
                  <a:solidFill>
                    <a:srgbClr val="FF00FF"/>
                  </a:solidFill>
                  <a:latin typeface="原稿用標準書体" panose="03000503000000000000" pitchFamily="66" charset="-128"/>
                  <a:ea typeface="原稿用標準書体" panose="03000503000000000000" pitchFamily="66" charset="-128"/>
                </a:rPr>
                <a:t>装備中</a:t>
              </a:r>
              <a:endParaRPr lang="en-US" altLang="ja-JP" sz="1400" dirty="0">
                <a:solidFill>
                  <a:srgbClr val="FF00FF"/>
                </a:solidFill>
                <a:latin typeface="原稿用標準書体" panose="03000503000000000000" pitchFamily="66" charset="-128"/>
                <a:ea typeface="原稿用標準書体" panose="03000503000000000000" pitchFamily="66" charset="-128"/>
              </a:endParaRPr>
            </a:p>
          </p:txBody>
        </p:sp>
      </p:grpSp>
    </p:spTree>
    <p:extLst>
      <p:ext uri="{BB962C8B-B14F-4D97-AF65-F5344CB8AC3E}">
        <p14:creationId xmlns:p14="http://schemas.microsoft.com/office/powerpoint/2010/main" val="4158527872"/>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bg>
      <p:bgPr>
        <a:gradFill>
          <a:gsLst>
            <a:gs pos="46690">
              <a:schemeClr val="accent6">
                <a:lumMod val="75000"/>
              </a:schemeClr>
            </a:gs>
            <a:gs pos="0">
              <a:schemeClr val="accent6">
                <a:lumMod val="50000"/>
              </a:schemeClr>
            </a:gs>
            <a:gs pos="23000">
              <a:schemeClr val="accent6">
                <a:lumMod val="75000"/>
              </a:schemeClr>
            </a:gs>
            <a:gs pos="69000">
              <a:schemeClr val="accent6">
                <a:lumMod val="50000"/>
              </a:schemeClr>
            </a:gs>
            <a:gs pos="97000">
              <a:schemeClr val="tx1">
                <a:lumMod val="85000"/>
                <a:lumOff val="15000"/>
              </a:schemeClr>
            </a:gs>
          </a:gsLst>
          <a:path path="circle">
            <a:fillToRect l="50000" t="50000" r="50000" b="50000"/>
          </a:path>
        </a:gradFill>
        <a:effectLst/>
      </p:bgPr>
    </p:bg>
    <p:spTree>
      <p:nvGrpSpPr>
        <p:cNvPr id="1" name="">
          <a:extLst>
            <a:ext uri="{FF2B5EF4-FFF2-40B4-BE49-F238E27FC236}">
              <a16:creationId xmlns:a16="http://schemas.microsoft.com/office/drawing/2014/main" id="{221931D4-C1FE-D9F9-C344-AF132095BF69}"/>
            </a:ext>
          </a:extLst>
        </p:cNvPr>
        <p:cNvGrpSpPr/>
        <p:nvPr/>
      </p:nvGrpSpPr>
      <p:grpSpPr>
        <a:xfrm>
          <a:off x="0" y="0"/>
          <a:ext cx="0" cy="0"/>
          <a:chOff x="0" y="0"/>
          <a:chExt cx="0" cy="0"/>
        </a:xfrm>
      </p:grpSpPr>
      <p:sp>
        <p:nvSpPr>
          <p:cNvPr id="34" name="四角形: 角を丸くする 33">
            <a:extLst>
              <a:ext uri="{FF2B5EF4-FFF2-40B4-BE49-F238E27FC236}">
                <a16:creationId xmlns:a16="http://schemas.microsoft.com/office/drawing/2014/main" id="{A5B4AFF1-1822-640B-C8CA-A9A52809A384}"/>
              </a:ext>
            </a:extLst>
          </p:cNvPr>
          <p:cNvSpPr/>
          <p:nvPr/>
        </p:nvSpPr>
        <p:spPr>
          <a:xfrm>
            <a:off x="816131" y="594830"/>
            <a:ext cx="10559738" cy="5854960"/>
          </a:xfrm>
          <a:prstGeom prst="roundRect">
            <a:avLst>
              <a:gd name="adj" fmla="val 6428"/>
            </a:avLst>
          </a:prstGeom>
          <a:solidFill>
            <a:schemeClr val="tx1">
              <a:lumMod val="75000"/>
              <a:lumOff val="25000"/>
              <a:alpha val="6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latin typeface="原稿用標準書体" panose="03000503000000000000" pitchFamily="66" charset="-128"/>
              <a:ea typeface="原稿用標準書体" panose="03000503000000000000" pitchFamily="66" charset="-128"/>
            </a:endParaRPr>
          </a:p>
        </p:txBody>
      </p:sp>
      <p:sp>
        <p:nvSpPr>
          <p:cNvPr id="8" name="四角形: 角を丸くする 7">
            <a:extLst>
              <a:ext uri="{FF2B5EF4-FFF2-40B4-BE49-F238E27FC236}">
                <a16:creationId xmlns:a16="http://schemas.microsoft.com/office/drawing/2014/main" id="{D50606EC-DDBC-E4AB-59E8-711A8AA86149}"/>
              </a:ext>
            </a:extLst>
          </p:cNvPr>
          <p:cNvSpPr/>
          <p:nvPr/>
        </p:nvSpPr>
        <p:spPr>
          <a:xfrm>
            <a:off x="996098" y="912842"/>
            <a:ext cx="5110794" cy="5341064"/>
          </a:xfrm>
          <a:prstGeom prst="roundRect">
            <a:avLst>
              <a:gd name="adj" fmla="val 2174"/>
            </a:avLst>
          </a:prstGeom>
          <a:solidFill>
            <a:schemeClr val="accent6">
              <a:lumMod val="40000"/>
              <a:lumOff val="6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20" name="テキスト ボックス 19">
            <a:extLst>
              <a:ext uri="{FF2B5EF4-FFF2-40B4-BE49-F238E27FC236}">
                <a16:creationId xmlns:a16="http://schemas.microsoft.com/office/drawing/2014/main" id="{7350A7EA-BBDD-0FDE-AFF1-59D2A0A9F9AA}"/>
              </a:ext>
            </a:extLst>
          </p:cNvPr>
          <p:cNvSpPr txBox="1"/>
          <p:nvPr/>
        </p:nvSpPr>
        <p:spPr>
          <a:xfrm>
            <a:off x="1206202" y="988293"/>
            <a:ext cx="4185761" cy="584775"/>
          </a:xfrm>
          <a:prstGeom prst="rect">
            <a:avLst/>
          </a:prstGeom>
          <a:noFill/>
        </p:spPr>
        <p:txBody>
          <a:bodyPr wrap="none" rtlCol="0">
            <a:spAutoFit/>
          </a:bodyPr>
          <a:lstStyle/>
          <a:p>
            <a:r>
              <a:rPr lang="ja-JP" altLang="en-US" sz="3200" dirty="0">
                <a:solidFill>
                  <a:schemeClr val="tx1">
                    <a:lumMod val="75000"/>
                    <a:lumOff val="25000"/>
                  </a:schemeClr>
                </a:solidFill>
                <a:latin typeface="原稿用標準書体" panose="03000503000000000000" pitchFamily="66" charset="-128"/>
                <a:ea typeface="原稿用標準書体" panose="03000503000000000000" pitchFamily="66" charset="-128"/>
              </a:rPr>
              <a:t>前衛</a:t>
            </a:r>
            <a:r>
              <a:rPr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a:t>
            </a:r>
            <a:r>
              <a:rPr lang="en-US" altLang="ja-JP"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ATK+20%</a:t>
            </a:r>
            <a:r>
              <a:rPr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、注目度</a:t>
            </a:r>
            <a:r>
              <a:rPr lang="en-US" altLang="ja-JP"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+4</a:t>
            </a:r>
            <a:r>
              <a:rPr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、回避率</a:t>
            </a:r>
            <a:r>
              <a:rPr lang="en-US" altLang="ja-JP"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-20%</a:t>
            </a:r>
            <a:endParaRPr kumimoji="1" lang="ja-JP" altLang="en-US" sz="32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21" name="四角形: 角を丸くする 20">
            <a:extLst>
              <a:ext uri="{FF2B5EF4-FFF2-40B4-BE49-F238E27FC236}">
                <a16:creationId xmlns:a16="http://schemas.microsoft.com/office/drawing/2014/main" id="{39B43A55-80D0-570C-16E3-3E65949300D0}"/>
              </a:ext>
            </a:extLst>
          </p:cNvPr>
          <p:cNvSpPr/>
          <p:nvPr/>
        </p:nvSpPr>
        <p:spPr>
          <a:xfrm>
            <a:off x="1178850" y="1694047"/>
            <a:ext cx="1104265" cy="1100880"/>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22" name="四角形: 角を丸くする 21">
            <a:extLst>
              <a:ext uri="{FF2B5EF4-FFF2-40B4-BE49-F238E27FC236}">
                <a16:creationId xmlns:a16="http://schemas.microsoft.com/office/drawing/2014/main" id="{8548FAC7-9D01-94B6-1DE5-439AB242A3EF}"/>
              </a:ext>
            </a:extLst>
          </p:cNvPr>
          <p:cNvSpPr/>
          <p:nvPr/>
        </p:nvSpPr>
        <p:spPr>
          <a:xfrm>
            <a:off x="2392525" y="1694047"/>
            <a:ext cx="1104265" cy="1100880"/>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23" name="四角形: 角を丸くする 22">
            <a:extLst>
              <a:ext uri="{FF2B5EF4-FFF2-40B4-BE49-F238E27FC236}">
                <a16:creationId xmlns:a16="http://schemas.microsoft.com/office/drawing/2014/main" id="{80E59F67-0A82-6B6E-4427-ABADA00C6DE3}"/>
              </a:ext>
            </a:extLst>
          </p:cNvPr>
          <p:cNvSpPr/>
          <p:nvPr/>
        </p:nvSpPr>
        <p:spPr>
          <a:xfrm>
            <a:off x="3606199" y="1694047"/>
            <a:ext cx="1104265" cy="1100880"/>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24" name="四角形: 角を丸くする 23">
            <a:extLst>
              <a:ext uri="{FF2B5EF4-FFF2-40B4-BE49-F238E27FC236}">
                <a16:creationId xmlns:a16="http://schemas.microsoft.com/office/drawing/2014/main" id="{E54D1179-0C32-89D8-3EDD-47DDF4B06C29}"/>
              </a:ext>
            </a:extLst>
          </p:cNvPr>
          <p:cNvSpPr/>
          <p:nvPr/>
        </p:nvSpPr>
        <p:spPr>
          <a:xfrm>
            <a:off x="4819874" y="1694047"/>
            <a:ext cx="1104265" cy="1100880"/>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25" name="テキスト ボックス 24">
            <a:extLst>
              <a:ext uri="{FF2B5EF4-FFF2-40B4-BE49-F238E27FC236}">
                <a16:creationId xmlns:a16="http://schemas.microsoft.com/office/drawing/2014/main" id="{BEBB741A-5F51-0D57-1A77-D4F7F6549661}"/>
              </a:ext>
            </a:extLst>
          </p:cNvPr>
          <p:cNvSpPr txBox="1"/>
          <p:nvPr/>
        </p:nvSpPr>
        <p:spPr>
          <a:xfrm>
            <a:off x="1206202" y="3668155"/>
            <a:ext cx="4185761" cy="584775"/>
          </a:xfrm>
          <a:prstGeom prst="rect">
            <a:avLst/>
          </a:prstGeom>
          <a:noFill/>
        </p:spPr>
        <p:txBody>
          <a:bodyPr wrap="none" rtlCol="0">
            <a:spAutoFit/>
          </a:bodyPr>
          <a:lstStyle/>
          <a:p>
            <a:r>
              <a:rPr lang="ja-JP" altLang="en-US" sz="3200" dirty="0">
                <a:solidFill>
                  <a:schemeClr val="bg1">
                    <a:lumMod val="95000"/>
                  </a:schemeClr>
                </a:solidFill>
                <a:latin typeface="原稿用標準書体" panose="03000503000000000000" pitchFamily="66" charset="-128"/>
                <a:ea typeface="原稿用標準書体" panose="03000503000000000000" pitchFamily="66" charset="-128"/>
              </a:rPr>
              <a:t>後衛</a:t>
            </a:r>
            <a:r>
              <a:rPr lang="ja-JP" altLang="en-US" sz="1600" dirty="0">
                <a:solidFill>
                  <a:schemeClr val="bg1">
                    <a:lumMod val="95000"/>
                  </a:schemeClr>
                </a:solidFill>
                <a:latin typeface="原稿用標準書体" panose="03000503000000000000" pitchFamily="66" charset="-128"/>
                <a:ea typeface="原稿用標準書体" panose="03000503000000000000" pitchFamily="66" charset="-128"/>
              </a:rPr>
              <a:t>：回避率</a:t>
            </a:r>
            <a:r>
              <a:rPr lang="en-US" altLang="ja-JP" sz="1600" dirty="0">
                <a:solidFill>
                  <a:schemeClr val="bg1">
                    <a:lumMod val="95000"/>
                  </a:schemeClr>
                </a:solidFill>
                <a:latin typeface="原稿用標準書体" panose="03000503000000000000" pitchFamily="66" charset="-128"/>
                <a:ea typeface="原稿用標準書体" panose="03000503000000000000" pitchFamily="66" charset="-128"/>
              </a:rPr>
              <a:t>+20%</a:t>
            </a:r>
            <a:r>
              <a:rPr lang="ja-JP" altLang="en-US" sz="1600" dirty="0">
                <a:solidFill>
                  <a:schemeClr val="bg1">
                    <a:lumMod val="95000"/>
                  </a:schemeClr>
                </a:solidFill>
                <a:latin typeface="原稿用標準書体" panose="03000503000000000000" pitchFamily="66" charset="-128"/>
                <a:ea typeface="原稿用標準書体" panose="03000503000000000000" pitchFamily="66" charset="-128"/>
              </a:rPr>
              <a:t>、注目度</a:t>
            </a:r>
            <a:r>
              <a:rPr lang="en-US" altLang="ja-JP" sz="1600" dirty="0">
                <a:solidFill>
                  <a:schemeClr val="bg1">
                    <a:lumMod val="95000"/>
                  </a:schemeClr>
                </a:solidFill>
                <a:latin typeface="原稿用標準書体" panose="03000503000000000000" pitchFamily="66" charset="-128"/>
                <a:ea typeface="原稿用標準書体" panose="03000503000000000000" pitchFamily="66" charset="-128"/>
              </a:rPr>
              <a:t>+1</a:t>
            </a:r>
            <a:r>
              <a:rPr lang="ja-JP" altLang="en-US" sz="1600" dirty="0">
                <a:solidFill>
                  <a:schemeClr val="bg1">
                    <a:lumMod val="95000"/>
                  </a:schemeClr>
                </a:solidFill>
                <a:latin typeface="原稿用標準書体" panose="03000503000000000000" pitchFamily="66" charset="-128"/>
                <a:ea typeface="原稿用標準書体" panose="03000503000000000000" pitchFamily="66" charset="-128"/>
              </a:rPr>
              <a:t>、</a:t>
            </a:r>
            <a:r>
              <a:rPr lang="en-US" altLang="ja-JP" sz="1600" dirty="0">
                <a:solidFill>
                  <a:schemeClr val="bg1">
                    <a:lumMod val="95000"/>
                  </a:schemeClr>
                </a:solidFill>
                <a:latin typeface="原稿用標準書体" panose="03000503000000000000" pitchFamily="66" charset="-128"/>
                <a:ea typeface="原稿用標準書体" panose="03000503000000000000" pitchFamily="66" charset="-128"/>
              </a:rPr>
              <a:t>ATK-20%</a:t>
            </a:r>
            <a:endParaRPr kumimoji="1" lang="ja-JP" altLang="en-US" sz="32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26" name="グループ化 25">
            <a:extLst>
              <a:ext uri="{FF2B5EF4-FFF2-40B4-BE49-F238E27FC236}">
                <a16:creationId xmlns:a16="http://schemas.microsoft.com/office/drawing/2014/main" id="{9C4BB874-18AE-B59C-1CF5-A00781B847E5}"/>
              </a:ext>
            </a:extLst>
          </p:cNvPr>
          <p:cNvGrpSpPr/>
          <p:nvPr/>
        </p:nvGrpSpPr>
        <p:grpSpPr>
          <a:xfrm>
            <a:off x="1178850" y="4381282"/>
            <a:ext cx="4745291" cy="1100880"/>
            <a:chOff x="922576" y="2450171"/>
            <a:chExt cx="5301952" cy="1309138"/>
          </a:xfrm>
          <a:solidFill>
            <a:schemeClr val="bg1">
              <a:lumMod val="85000"/>
              <a:alpha val="85000"/>
            </a:schemeClr>
          </a:solidFill>
        </p:grpSpPr>
        <p:sp>
          <p:nvSpPr>
            <p:cNvPr id="173" name="四角形: 角を丸くする 172">
              <a:extLst>
                <a:ext uri="{FF2B5EF4-FFF2-40B4-BE49-F238E27FC236}">
                  <a16:creationId xmlns:a16="http://schemas.microsoft.com/office/drawing/2014/main" id="{0DB3DABF-A305-2B44-C5B4-FCBA8F5F5D24}"/>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74" name="四角形: 角を丸くする 173">
              <a:extLst>
                <a:ext uri="{FF2B5EF4-FFF2-40B4-BE49-F238E27FC236}">
                  <a16:creationId xmlns:a16="http://schemas.microsoft.com/office/drawing/2014/main" id="{8DA4DDA5-0E84-7266-DC0D-94097651B2DC}"/>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75" name="四角形: 角を丸くする 174">
              <a:extLst>
                <a:ext uri="{FF2B5EF4-FFF2-40B4-BE49-F238E27FC236}">
                  <a16:creationId xmlns:a16="http://schemas.microsoft.com/office/drawing/2014/main" id="{D9755E6C-BF87-1B62-FFAA-F704F1BAA382}"/>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76" name="四角形: 角を丸くする 175">
              <a:extLst>
                <a:ext uri="{FF2B5EF4-FFF2-40B4-BE49-F238E27FC236}">
                  <a16:creationId xmlns:a16="http://schemas.microsoft.com/office/drawing/2014/main" id="{DB974717-E5D3-CA57-D3E4-47EE781A4733}"/>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latin typeface="原稿用標準書体" panose="03000503000000000000" pitchFamily="66" charset="-128"/>
                <a:ea typeface="原稿用標準書体" panose="03000503000000000000" pitchFamily="66" charset="-128"/>
              </a:endParaRPr>
            </a:p>
          </p:txBody>
        </p:sp>
      </p:grpSp>
      <p:cxnSp>
        <p:nvCxnSpPr>
          <p:cNvPr id="27" name="直線コネクタ 26">
            <a:extLst>
              <a:ext uri="{FF2B5EF4-FFF2-40B4-BE49-F238E27FC236}">
                <a16:creationId xmlns:a16="http://schemas.microsoft.com/office/drawing/2014/main" id="{915405F3-3D90-1E36-13D9-23B3712D2FAF}"/>
              </a:ext>
            </a:extLst>
          </p:cNvPr>
          <p:cNvCxnSpPr>
            <a:cxnSpLocks/>
          </p:cNvCxnSpPr>
          <p:nvPr/>
        </p:nvCxnSpPr>
        <p:spPr>
          <a:xfrm>
            <a:off x="1151498" y="3583374"/>
            <a:ext cx="4799995" cy="0"/>
          </a:xfrm>
          <a:prstGeom prst="line">
            <a:avLst/>
          </a:prstGeom>
          <a:ln w="12700">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grpSp>
        <p:nvGrpSpPr>
          <p:cNvPr id="28" name="グループ化 27">
            <a:extLst>
              <a:ext uri="{FF2B5EF4-FFF2-40B4-BE49-F238E27FC236}">
                <a16:creationId xmlns:a16="http://schemas.microsoft.com/office/drawing/2014/main" id="{4AFC737F-655B-CE8B-307E-4AA6844F51A5}"/>
              </a:ext>
            </a:extLst>
          </p:cNvPr>
          <p:cNvGrpSpPr/>
          <p:nvPr/>
        </p:nvGrpSpPr>
        <p:grpSpPr>
          <a:xfrm>
            <a:off x="1176551" y="2871355"/>
            <a:ext cx="4745291" cy="569143"/>
            <a:chOff x="922576" y="2450171"/>
            <a:chExt cx="5301952" cy="1309138"/>
          </a:xfrm>
          <a:solidFill>
            <a:schemeClr val="tx1">
              <a:lumMod val="75000"/>
              <a:lumOff val="25000"/>
              <a:alpha val="85000"/>
            </a:schemeClr>
          </a:solidFill>
        </p:grpSpPr>
        <p:sp>
          <p:nvSpPr>
            <p:cNvPr id="169" name="四角形: 角を丸くする 168">
              <a:extLst>
                <a:ext uri="{FF2B5EF4-FFF2-40B4-BE49-F238E27FC236}">
                  <a16:creationId xmlns:a16="http://schemas.microsoft.com/office/drawing/2014/main" id="{1B152422-7CE4-B282-022C-2EE1FB5FB399}"/>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70" name="四角形: 角を丸くする 169">
              <a:extLst>
                <a:ext uri="{FF2B5EF4-FFF2-40B4-BE49-F238E27FC236}">
                  <a16:creationId xmlns:a16="http://schemas.microsoft.com/office/drawing/2014/main" id="{2C0752F1-AEFA-1B8D-0097-18C71BA00525}"/>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71" name="四角形: 角を丸くする 170">
              <a:extLst>
                <a:ext uri="{FF2B5EF4-FFF2-40B4-BE49-F238E27FC236}">
                  <a16:creationId xmlns:a16="http://schemas.microsoft.com/office/drawing/2014/main" id="{EB6C8581-99AB-C2BB-54BD-4546E265A0D2}"/>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72" name="四角形: 角を丸くする 171">
              <a:extLst>
                <a:ext uri="{FF2B5EF4-FFF2-40B4-BE49-F238E27FC236}">
                  <a16:creationId xmlns:a16="http://schemas.microsoft.com/office/drawing/2014/main" id="{974FDF8D-7670-28CB-B539-E3F63775B180}"/>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grpSp>
      <p:grpSp>
        <p:nvGrpSpPr>
          <p:cNvPr id="29" name="グループ化 28">
            <a:extLst>
              <a:ext uri="{FF2B5EF4-FFF2-40B4-BE49-F238E27FC236}">
                <a16:creationId xmlns:a16="http://schemas.microsoft.com/office/drawing/2014/main" id="{825EA0E3-BDE9-A8CD-6780-FF3FC52A3D28}"/>
              </a:ext>
            </a:extLst>
          </p:cNvPr>
          <p:cNvGrpSpPr/>
          <p:nvPr/>
        </p:nvGrpSpPr>
        <p:grpSpPr>
          <a:xfrm>
            <a:off x="1176551" y="5566940"/>
            <a:ext cx="4745291" cy="569143"/>
            <a:chOff x="922576" y="2450171"/>
            <a:chExt cx="5301952" cy="1309138"/>
          </a:xfrm>
          <a:solidFill>
            <a:schemeClr val="bg1">
              <a:lumMod val="85000"/>
              <a:alpha val="85000"/>
            </a:schemeClr>
          </a:solidFill>
        </p:grpSpPr>
        <p:sp>
          <p:nvSpPr>
            <p:cNvPr id="165" name="四角形: 角を丸くする 164">
              <a:extLst>
                <a:ext uri="{FF2B5EF4-FFF2-40B4-BE49-F238E27FC236}">
                  <a16:creationId xmlns:a16="http://schemas.microsoft.com/office/drawing/2014/main" id="{6A2EE028-48A0-D9F4-3B6D-1A6A21A62332}"/>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66" name="四角形: 角を丸くする 165">
              <a:extLst>
                <a:ext uri="{FF2B5EF4-FFF2-40B4-BE49-F238E27FC236}">
                  <a16:creationId xmlns:a16="http://schemas.microsoft.com/office/drawing/2014/main" id="{9C373580-299C-9254-8C8E-1BEA9E502B61}"/>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67" name="四角形: 角を丸くする 166">
              <a:extLst>
                <a:ext uri="{FF2B5EF4-FFF2-40B4-BE49-F238E27FC236}">
                  <a16:creationId xmlns:a16="http://schemas.microsoft.com/office/drawing/2014/main" id="{D6D89595-005A-722F-CE62-992EE46B5DC6}"/>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68" name="四角形: 角を丸くする 167">
              <a:extLst>
                <a:ext uri="{FF2B5EF4-FFF2-40B4-BE49-F238E27FC236}">
                  <a16:creationId xmlns:a16="http://schemas.microsoft.com/office/drawing/2014/main" id="{2D5A0521-6B8B-C756-43E0-6658A9B157F8}"/>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grpSp>
      <p:grpSp>
        <p:nvGrpSpPr>
          <p:cNvPr id="2" name="グループ化 1">
            <a:extLst>
              <a:ext uri="{FF2B5EF4-FFF2-40B4-BE49-F238E27FC236}">
                <a16:creationId xmlns:a16="http://schemas.microsoft.com/office/drawing/2014/main" id="{ED9A2A1F-2676-9D86-A182-597716B339B0}"/>
              </a:ext>
            </a:extLst>
          </p:cNvPr>
          <p:cNvGrpSpPr/>
          <p:nvPr/>
        </p:nvGrpSpPr>
        <p:grpSpPr>
          <a:xfrm>
            <a:off x="6292077" y="1068435"/>
            <a:ext cx="893760" cy="1305019"/>
            <a:chOff x="6497359" y="1068435"/>
            <a:chExt cx="1273542" cy="1305019"/>
          </a:xfrm>
        </p:grpSpPr>
        <p:sp>
          <p:nvSpPr>
            <p:cNvPr id="5" name="四角形: 角を丸くする 4">
              <a:extLst>
                <a:ext uri="{FF2B5EF4-FFF2-40B4-BE49-F238E27FC236}">
                  <a16:creationId xmlns:a16="http://schemas.microsoft.com/office/drawing/2014/main" id="{5DF56F50-48F9-B2E0-A0F5-9D4A7C34A06C}"/>
                </a:ext>
              </a:extLst>
            </p:cNvPr>
            <p:cNvSpPr/>
            <p:nvPr/>
          </p:nvSpPr>
          <p:spPr>
            <a:xfrm>
              <a:off x="6497359" y="1068435"/>
              <a:ext cx="1273542" cy="1305019"/>
            </a:xfrm>
            <a:prstGeom prst="roundRect">
              <a:avLst>
                <a:gd name="adj" fmla="val 4721"/>
              </a:avLst>
            </a:prstGeom>
            <a:solidFill>
              <a:schemeClr val="bg1">
                <a:lumMod val="7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30" name="テキスト ボックス 29">
              <a:extLst>
                <a:ext uri="{FF2B5EF4-FFF2-40B4-BE49-F238E27FC236}">
                  <a16:creationId xmlns:a16="http://schemas.microsoft.com/office/drawing/2014/main" id="{1E32183D-CED0-59F9-3CA0-010F0F9D4EA0}"/>
                </a:ext>
              </a:extLst>
            </p:cNvPr>
            <p:cNvSpPr txBox="1"/>
            <p:nvPr/>
          </p:nvSpPr>
          <p:spPr>
            <a:xfrm>
              <a:off x="6692593" y="1130817"/>
              <a:ext cx="877796" cy="371375"/>
            </a:xfrm>
            <a:prstGeom prst="rect">
              <a:avLst/>
            </a:prstGeom>
            <a:noFill/>
          </p:spPr>
          <p:txBody>
            <a:bodyPr wrap="none" rtlCol="0">
              <a:spAutoFit/>
            </a:bodyP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ゲート</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35" name="グループ化 34">
            <a:extLst>
              <a:ext uri="{FF2B5EF4-FFF2-40B4-BE49-F238E27FC236}">
                <a16:creationId xmlns:a16="http://schemas.microsoft.com/office/drawing/2014/main" id="{4937C6DC-F73A-12E6-E271-5C7BE28CB7EA}"/>
              </a:ext>
            </a:extLst>
          </p:cNvPr>
          <p:cNvGrpSpPr/>
          <p:nvPr/>
        </p:nvGrpSpPr>
        <p:grpSpPr>
          <a:xfrm>
            <a:off x="1409404" y="2982844"/>
            <a:ext cx="4293744" cy="371375"/>
            <a:chOff x="1152258" y="2766548"/>
            <a:chExt cx="4797436" cy="414940"/>
          </a:xfrm>
        </p:grpSpPr>
        <p:sp>
          <p:nvSpPr>
            <p:cNvPr id="161" name="テキスト ボックス 160">
              <a:extLst>
                <a:ext uri="{FF2B5EF4-FFF2-40B4-BE49-F238E27FC236}">
                  <a16:creationId xmlns:a16="http://schemas.microsoft.com/office/drawing/2014/main" id="{217BF731-B620-7CEF-2774-A6C78D7579E3}"/>
                </a:ext>
              </a:extLst>
            </p:cNvPr>
            <p:cNvSpPr txBox="1"/>
            <p:nvPr/>
          </p:nvSpPr>
          <p:spPr>
            <a:xfrm>
              <a:off x="1152258" y="2766548"/>
              <a:ext cx="729290" cy="414940"/>
            </a:xfrm>
            <a:prstGeom prst="rect">
              <a:avLst/>
            </a:prstGeom>
            <a:noFill/>
          </p:spPr>
          <p:txBody>
            <a:bodyPr wrap="none" rtlCol="0">
              <a:spAutoFit/>
            </a:bodyP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62" name="テキスト ボックス 161">
              <a:extLst>
                <a:ext uri="{FF2B5EF4-FFF2-40B4-BE49-F238E27FC236}">
                  <a16:creationId xmlns:a16="http://schemas.microsoft.com/office/drawing/2014/main" id="{50B958EC-7CF0-624F-2AE5-69A840527CB4}"/>
                </a:ext>
              </a:extLst>
            </p:cNvPr>
            <p:cNvSpPr txBox="1"/>
            <p:nvPr/>
          </p:nvSpPr>
          <p:spPr>
            <a:xfrm>
              <a:off x="2508307" y="2766548"/>
              <a:ext cx="729290" cy="414940"/>
            </a:xfrm>
            <a:prstGeom prst="rect">
              <a:avLst/>
            </a:prstGeom>
            <a:noFill/>
          </p:spPr>
          <p:txBody>
            <a:bodyPr wrap="none" rtlCol="0">
              <a:spAutoFit/>
            </a:bodyP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63" name="テキスト ボックス 162">
              <a:extLst>
                <a:ext uri="{FF2B5EF4-FFF2-40B4-BE49-F238E27FC236}">
                  <a16:creationId xmlns:a16="http://schemas.microsoft.com/office/drawing/2014/main" id="{0870C240-4777-6329-19D7-3117C5C560A8}"/>
                </a:ext>
              </a:extLst>
            </p:cNvPr>
            <p:cNvSpPr txBox="1"/>
            <p:nvPr/>
          </p:nvSpPr>
          <p:spPr>
            <a:xfrm>
              <a:off x="3864356" y="2766548"/>
              <a:ext cx="729290" cy="414940"/>
            </a:xfrm>
            <a:prstGeom prst="rect">
              <a:avLst/>
            </a:prstGeom>
            <a:noFill/>
          </p:spPr>
          <p:txBody>
            <a:bodyPr wrap="none" rtlCol="0">
              <a:spAutoFit/>
            </a:bodyP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64" name="テキスト ボックス 163">
              <a:extLst>
                <a:ext uri="{FF2B5EF4-FFF2-40B4-BE49-F238E27FC236}">
                  <a16:creationId xmlns:a16="http://schemas.microsoft.com/office/drawing/2014/main" id="{4EC88F5A-76B7-1AD2-189F-BFB59EE4B546}"/>
                </a:ext>
              </a:extLst>
            </p:cNvPr>
            <p:cNvSpPr txBox="1"/>
            <p:nvPr/>
          </p:nvSpPr>
          <p:spPr>
            <a:xfrm>
              <a:off x="5220404" y="2766548"/>
              <a:ext cx="729290" cy="414940"/>
            </a:xfrm>
            <a:prstGeom prst="rect">
              <a:avLst/>
            </a:prstGeom>
            <a:noFill/>
          </p:spPr>
          <p:txBody>
            <a:bodyPr wrap="none" rtlCol="0">
              <a:spAutoFit/>
            </a:bodyP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sp>
        <p:nvSpPr>
          <p:cNvPr id="36" name="テキスト ボックス 35">
            <a:extLst>
              <a:ext uri="{FF2B5EF4-FFF2-40B4-BE49-F238E27FC236}">
                <a16:creationId xmlns:a16="http://schemas.microsoft.com/office/drawing/2014/main" id="{9C5D1547-6B32-8C50-F656-BB42A236D90D}"/>
              </a:ext>
            </a:extLst>
          </p:cNvPr>
          <p:cNvSpPr txBox="1"/>
          <p:nvPr/>
        </p:nvSpPr>
        <p:spPr>
          <a:xfrm>
            <a:off x="1409404" y="5672705"/>
            <a:ext cx="652720" cy="371375"/>
          </a:xfrm>
          <a:prstGeom prst="rect">
            <a:avLst/>
          </a:prstGeom>
          <a:noFill/>
        </p:spPr>
        <p:txBody>
          <a:bodyPr wrap="none" rtlCol="0">
            <a:spAutoFit/>
          </a:bodyPr>
          <a:lstStyle/>
          <a:p>
            <a:pPr algn="ct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37" name="テキスト ボックス 36">
            <a:extLst>
              <a:ext uri="{FF2B5EF4-FFF2-40B4-BE49-F238E27FC236}">
                <a16:creationId xmlns:a16="http://schemas.microsoft.com/office/drawing/2014/main" id="{A93C99D9-3ED4-3FBC-C2BD-B329FEB59208}"/>
              </a:ext>
            </a:extLst>
          </p:cNvPr>
          <p:cNvSpPr txBox="1"/>
          <p:nvPr/>
        </p:nvSpPr>
        <p:spPr>
          <a:xfrm>
            <a:off x="2623078" y="5672705"/>
            <a:ext cx="652720" cy="371375"/>
          </a:xfrm>
          <a:prstGeom prst="rect">
            <a:avLst/>
          </a:prstGeom>
          <a:noFill/>
        </p:spPr>
        <p:txBody>
          <a:bodyPr wrap="none" rtlCol="0">
            <a:spAutoFit/>
          </a:bodyPr>
          <a:lstStyle/>
          <a:p>
            <a:pPr algn="ct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38" name="テキスト ボックス 37">
            <a:extLst>
              <a:ext uri="{FF2B5EF4-FFF2-40B4-BE49-F238E27FC236}">
                <a16:creationId xmlns:a16="http://schemas.microsoft.com/office/drawing/2014/main" id="{97671FE2-18AC-A133-500B-B2DF07A5F688}"/>
              </a:ext>
            </a:extLst>
          </p:cNvPr>
          <p:cNvSpPr txBox="1"/>
          <p:nvPr/>
        </p:nvSpPr>
        <p:spPr>
          <a:xfrm>
            <a:off x="3836753" y="5672705"/>
            <a:ext cx="652720" cy="371375"/>
          </a:xfrm>
          <a:prstGeom prst="rect">
            <a:avLst/>
          </a:prstGeom>
          <a:noFill/>
        </p:spPr>
        <p:txBody>
          <a:bodyPr wrap="none" rtlCol="0">
            <a:spAutoFit/>
          </a:bodyPr>
          <a:lstStyle/>
          <a:p>
            <a:pPr algn="ct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39" name="グループ化 38">
            <a:extLst>
              <a:ext uri="{FF2B5EF4-FFF2-40B4-BE49-F238E27FC236}">
                <a16:creationId xmlns:a16="http://schemas.microsoft.com/office/drawing/2014/main" id="{33B2B31D-5BAB-3DB1-05EB-DADD9C33AD9A}"/>
              </a:ext>
            </a:extLst>
          </p:cNvPr>
          <p:cNvGrpSpPr/>
          <p:nvPr/>
        </p:nvGrpSpPr>
        <p:grpSpPr>
          <a:xfrm>
            <a:off x="1292085" y="2047871"/>
            <a:ext cx="4518820" cy="371375"/>
            <a:chOff x="1026519" y="2766548"/>
            <a:chExt cx="5048914" cy="414940"/>
          </a:xfrm>
        </p:grpSpPr>
        <p:sp>
          <p:nvSpPr>
            <p:cNvPr id="157" name="テキスト ボックス 156">
              <a:extLst>
                <a:ext uri="{FF2B5EF4-FFF2-40B4-BE49-F238E27FC236}">
                  <a16:creationId xmlns:a16="http://schemas.microsoft.com/office/drawing/2014/main" id="{CC91F27F-97EA-CC19-0E61-69A17377FB46}"/>
                </a:ext>
              </a:extLst>
            </p:cNvPr>
            <p:cNvSpPr txBox="1"/>
            <p:nvPr/>
          </p:nvSpPr>
          <p:spPr>
            <a:xfrm>
              <a:off x="1026519" y="2766548"/>
              <a:ext cx="980768" cy="414940"/>
            </a:xfrm>
            <a:prstGeom prst="rect">
              <a:avLst/>
            </a:prstGeom>
            <a:noFill/>
          </p:spPr>
          <p:txBody>
            <a:bodyPr wrap="none" rtlCol="0">
              <a:spAutoFit/>
            </a:bodyP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キャラ</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58" name="テキスト ボックス 157">
              <a:extLst>
                <a:ext uri="{FF2B5EF4-FFF2-40B4-BE49-F238E27FC236}">
                  <a16:creationId xmlns:a16="http://schemas.microsoft.com/office/drawing/2014/main" id="{D05D9CE5-B1EA-EF08-F509-7C3402467E13}"/>
                </a:ext>
              </a:extLst>
            </p:cNvPr>
            <p:cNvSpPr txBox="1"/>
            <p:nvPr/>
          </p:nvSpPr>
          <p:spPr>
            <a:xfrm>
              <a:off x="2382568" y="2766548"/>
              <a:ext cx="980768" cy="414940"/>
            </a:xfrm>
            <a:prstGeom prst="rect">
              <a:avLst/>
            </a:prstGeom>
            <a:noFill/>
          </p:spPr>
          <p:txBody>
            <a:bodyPr wrap="none" rtlCol="0">
              <a:spAutoFit/>
            </a:bodyP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sp>
          <p:nvSpPr>
            <p:cNvPr id="159" name="テキスト ボックス 158">
              <a:extLst>
                <a:ext uri="{FF2B5EF4-FFF2-40B4-BE49-F238E27FC236}">
                  <a16:creationId xmlns:a16="http://schemas.microsoft.com/office/drawing/2014/main" id="{E01E3E62-82C4-BC73-DECA-C8C75D8E27BB}"/>
                </a:ext>
              </a:extLst>
            </p:cNvPr>
            <p:cNvSpPr txBox="1"/>
            <p:nvPr/>
          </p:nvSpPr>
          <p:spPr>
            <a:xfrm>
              <a:off x="3738618" y="2766548"/>
              <a:ext cx="980768" cy="414940"/>
            </a:xfrm>
            <a:prstGeom prst="rect">
              <a:avLst/>
            </a:prstGeom>
            <a:noFill/>
          </p:spPr>
          <p:txBody>
            <a:bodyPr wrap="none" rtlCol="0">
              <a:spAutoFit/>
            </a:bodyP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sp>
          <p:nvSpPr>
            <p:cNvPr id="160" name="テキスト ボックス 159">
              <a:extLst>
                <a:ext uri="{FF2B5EF4-FFF2-40B4-BE49-F238E27FC236}">
                  <a16:creationId xmlns:a16="http://schemas.microsoft.com/office/drawing/2014/main" id="{EA80FBE4-CA65-EC69-2F58-B8778F29633C}"/>
                </a:ext>
              </a:extLst>
            </p:cNvPr>
            <p:cNvSpPr txBox="1"/>
            <p:nvPr/>
          </p:nvSpPr>
          <p:spPr>
            <a:xfrm>
              <a:off x="5094665" y="2766548"/>
              <a:ext cx="980768" cy="414940"/>
            </a:xfrm>
            <a:prstGeom prst="rect">
              <a:avLst/>
            </a:prstGeom>
            <a:noFill/>
          </p:spPr>
          <p:txBody>
            <a:bodyPr wrap="none" rtlCol="0">
              <a:spAutoFit/>
            </a:bodyP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nvGrpSpPr>
          <p:cNvPr id="40" name="グループ化 39">
            <a:extLst>
              <a:ext uri="{FF2B5EF4-FFF2-40B4-BE49-F238E27FC236}">
                <a16:creationId xmlns:a16="http://schemas.microsoft.com/office/drawing/2014/main" id="{359FF7ED-B050-1B47-7A0A-B7C633060AAA}"/>
              </a:ext>
            </a:extLst>
          </p:cNvPr>
          <p:cNvGrpSpPr/>
          <p:nvPr/>
        </p:nvGrpSpPr>
        <p:grpSpPr>
          <a:xfrm>
            <a:off x="1261825" y="4778493"/>
            <a:ext cx="4172287" cy="371375"/>
            <a:chOff x="1026519" y="2766548"/>
            <a:chExt cx="4661731" cy="414940"/>
          </a:xfrm>
        </p:grpSpPr>
        <p:sp>
          <p:nvSpPr>
            <p:cNvPr id="153" name="テキスト ボックス 152">
              <a:extLst>
                <a:ext uri="{FF2B5EF4-FFF2-40B4-BE49-F238E27FC236}">
                  <a16:creationId xmlns:a16="http://schemas.microsoft.com/office/drawing/2014/main" id="{29E689F2-500A-63D6-C643-721E2403889B}"/>
                </a:ext>
              </a:extLst>
            </p:cNvPr>
            <p:cNvSpPr txBox="1"/>
            <p:nvPr/>
          </p:nvSpPr>
          <p:spPr>
            <a:xfrm>
              <a:off x="1026519" y="2766548"/>
              <a:ext cx="980768" cy="414940"/>
            </a:xfrm>
            <a:prstGeom prst="rect">
              <a:avLst/>
            </a:prstGeom>
            <a:noFill/>
          </p:spPr>
          <p:txBody>
            <a:bodyPr wrap="none" rtlCol="0">
              <a:spAutoFit/>
            </a:bodyPr>
            <a:lstStyle/>
            <a:p>
              <a:pPr algn="ct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endParaRPr kumimoji="1"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154" name="テキスト ボックス 153">
              <a:extLst>
                <a:ext uri="{FF2B5EF4-FFF2-40B4-BE49-F238E27FC236}">
                  <a16:creationId xmlns:a16="http://schemas.microsoft.com/office/drawing/2014/main" id="{AAC00D47-D1DA-C075-5110-9744108E05A0}"/>
                </a:ext>
              </a:extLst>
            </p:cNvPr>
            <p:cNvSpPr txBox="1"/>
            <p:nvPr/>
          </p:nvSpPr>
          <p:spPr>
            <a:xfrm>
              <a:off x="2382568" y="2766548"/>
              <a:ext cx="980768" cy="414940"/>
            </a:xfrm>
            <a:prstGeom prst="rect">
              <a:avLst/>
            </a:prstGeom>
            <a:noFill/>
          </p:spPr>
          <p:txBody>
            <a:bodyPr wrap="none" rtlCol="0">
              <a:spAutoFit/>
            </a:bodyPr>
            <a:lstStyle/>
            <a:p>
              <a:pPr algn="ct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sp>
          <p:nvSpPr>
            <p:cNvPr id="155" name="テキスト ボックス 154">
              <a:extLst>
                <a:ext uri="{FF2B5EF4-FFF2-40B4-BE49-F238E27FC236}">
                  <a16:creationId xmlns:a16="http://schemas.microsoft.com/office/drawing/2014/main" id="{5C78E2C5-6A7B-D817-B273-907A4D81157C}"/>
                </a:ext>
              </a:extLst>
            </p:cNvPr>
            <p:cNvSpPr txBox="1"/>
            <p:nvPr/>
          </p:nvSpPr>
          <p:spPr>
            <a:xfrm>
              <a:off x="3738618" y="2766548"/>
              <a:ext cx="980768" cy="414940"/>
            </a:xfrm>
            <a:prstGeom prst="rect">
              <a:avLst/>
            </a:prstGeom>
            <a:noFill/>
          </p:spPr>
          <p:txBody>
            <a:bodyPr wrap="none" rtlCol="0">
              <a:spAutoFit/>
            </a:bodyPr>
            <a:lstStyle/>
            <a:p>
              <a:pPr algn="ct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sp>
          <p:nvSpPr>
            <p:cNvPr id="156" name="テキスト ボックス 155">
              <a:extLst>
                <a:ext uri="{FF2B5EF4-FFF2-40B4-BE49-F238E27FC236}">
                  <a16:creationId xmlns:a16="http://schemas.microsoft.com/office/drawing/2014/main" id="{5C3E0328-1AE8-0364-8518-8F992F94181A}"/>
                </a:ext>
              </a:extLst>
            </p:cNvPr>
            <p:cNvSpPr txBox="1"/>
            <p:nvPr/>
          </p:nvSpPr>
          <p:spPr>
            <a:xfrm>
              <a:off x="5481849" y="2766548"/>
              <a:ext cx="206401" cy="412657"/>
            </a:xfrm>
            <a:prstGeom prst="rect">
              <a:avLst/>
            </a:prstGeom>
            <a:noFill/>
          </p:spPr>
          <p:txBody>
            <a:bodyPr wrap="none" rtlCol="0">
              <a:spAutoFit/>
            </a:bodyPr>
            <a:lstStyle/>
            <a:p>
              <a:pPr algn="ctr"/>
              <a:endPar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55" name="四角形: 角を丸くする 54">
            <a:extLst>
              <a:ext uri="{FF2B5EF4-FFF2-40B4-BE49-F238E27FC236}">
                <a16:creationId xmlns:a16="http://schemas.microsoft.com/office/drawing/2014/main" id="{EB453A58-8719-9B30-C17A-059B4DE8760D}"/>
              </a:ext>
            </a:extLst>
          </p:cNvPr>
          <p:cNvSpPr/>
          <p:nvPr/>
        </p:nvSpPr>
        <p:spPr>
          <a:xfrm>
            <a:off x="1178849" y="1691635"/>
            <a:ext cx="1104265" cy="1100880"/>
          </a:xfrm>
          <a:prstGeom prst="roundRect">
            <a:avLst>
              <a:gd name="adj" fmla="val 6896"/>
            </a:avLst>
          </a:prstGeom>
          <a:solidFill>
            <a:srgbClr val="FF00FF">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grpSp>
        <p:nvGrpSpPr>
          <p:cNvPr id="56" name="グループ化 55">
            <a:extLst>
              <a:ext uri="{FF2B5EF4-FFF2-40B4-BE49-F238E27FC236}">
                <a16:creationId xmlns:a16="http://schemas.microsoft.com/office/drawing/2014/main" id="{0839E5AF-3C6F-3C4B-B9D9-9D901E96D07F}"/>
              </a:ext>
            </a:extLst>
          </p:cNvPr>
          <p:cNvGrpSpPr/>
          <p:nvPr/>
        </p:nvGrpSpPr>
        <p:grpSpPr>
          <a:xfrm>
            <a:off x="1372882" y="1967913"/>
            <a:ext cx="723276" cy="548325"/>
            <a:chOff x="981599" y="1624031"/>
            <a:chExt cx="808122" cy="612648"/>
          </a:xfrm>
        </p:grpSpPr>
        <p:sp>
          <p:nvSpPr>
            <p:cNvPr id="138" name="フローチャート: 他ページ結合子 137">
              <a:extLst>
                <a:ext uri="{FF2B5EF4-FFF2-40B4-BE49-F238E27FC236}">
                  <a16:creationId xmlns:a16="http://schemas.microsoft.com/office/drawing/2014/main" id="{0E17E3E5-DE7A-C33E-74A3-A350C122EAD4}"/>
                </a:ext>
              </a:extLst>
            </p:cNvPr>
            <p:cNvSpPr/>
            <p:nvPr/>
          </p:nvSpPr>
          <p:spPr>
            <a:xfrm>
              <a:off x="1002683" y="1624031"/>
              <a:ext cx="758051" cy="612648"/>
            </a:xfrm>
            <a:prstGeom prst="flowChartOffpageConnector">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sp>
          <p:nvSpPr>
            <p:cNvPr id="139" name="テキスト ボックス 138">
              <a:extLst>
                <a:ext uri="{FF2B5EF4-FFF2-40B4-BE49-F238E27FC236}">
                  <a16:creationId xmlns:a16="http://schemas.microsoft.com/office/drawing/2014/main" id="{374550B4-4EEE-24C2-53D2-2B69BCB5440F}"/>
                </a:ext>
              </a:extLst>
            </p:cNvPr>
            <p:cNvSpPr txBox="1"/>
            <p:nvPr/>
          </p:nvSpPr>
          <p:spPr>
            <a:xfrm>
              <a:off x="981599" y="1707422"/>
              <a:ext cx="808122" cy="343882"/>
            </a:xfrm>
            <a:prstGeom prst="rect">
              <a:avLst/>
            </a:prstGeom>
            <a:noFill/>
          </p:spPr>
          <p:txBody>
            <a:bodyPr wrap="none" rtlCol="0">
              <a:spAutoFit/>
            </a:bodyPr>
            <a:lstStyle/>
            <a:p>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後衛</a:t>
              </a:r>
              <a:r>
                <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へ</a:t>
              </a:r>
              <a:endParaRPr kumimoji="1" lang="ja-JP" altLang="en-US" sz="14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87" name="グループ化 186">
            <a:extLst>
              <a:ext uri="{FF2B5EF4-FFF2-40B4-BE49-F238E27FC236}">
                <a16:creationId xmlns:a16="http://schemas.microsoft.com/office/drawing/2014/main" id="{DE26D3DA-6BD5-761F-B5A3-0823B2D7EA09}"/>
              </a:ext>
            </a:extLst>
          </p:cNvPr>
          <p:cNvGrpSpPr/>
          <p:nvPr/>
        </p:nvGrpSpPr>
        <p:grpSpPr>
          <a:xfrm>
            <a:off x="10306252" y="-26216"/>
            <a:ext cx="1904042" cy="1345494"/>
            <a:chOff x="163586" y="134635"/>
            <a:chExt cx="1975684" cy="1396119"/>
          </a:xfrm>
        </p:grpSpPr>
        <p:grpSp>
          <p:nvGrpSpPr>
            <p:cNvPr id="188" name="グループ化 187">
              <a:extLst>
                <a:ext uri="{FF2B5EF4-FFF2-40B4-BE49-F238E27FC236}">
                  <a16:creationId xmlns:a16="http://schemas.microsoft.com/office/drawing/2014/main" id="{9102614E-901A-BABC-B949-1112E66E1CC2}"/>
                </a:ext>
              </a:extLst>
            </p:cNvPr>
            <p:cNvGrpSpPr/>
            <p:nvPr/>
          </p:nvGrpSpPr>
          <p:grpSpPr>
            <a:xfrm>
              <a:off x="163586" y="134635"/>
              <a:ext cx="1975684" cy="1396119"/>
              <a:chOff x="163586" y="134635"/>
              <a:chExt cx="1975684" cy="1396119"/>
            </a:xfrm>
          </p:grpSpPr>
          <p:pic>
            <p:nvPicPr>
              <p:cNvPr id="190" name="図 189">
                <a:extLst>
                  <a:ext uri="{FF2B5EF4-FFF2-40B4-BE49-F238E27FC236}">
                    <a16:creationId xmlns:a16="http://schemas.microsoft.com/office/drawing/2014/main" id="{F5A787D2-A10C-5177-2AF5-75F372A3C57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191" name="楕円 190">
                <a:extLst>
                  <a:ext uri="{FF2B5EF4-FFF2-40B4-BE49-F238E27FC236}">
                    <a16:creationId xmlns:a16="http://schemas.microsoft.com/office/drawing/2014/main" id="{00A9B065-E302-1185-9053-AD88DE8F1186}"/>
                  </a:ext>
                </a:extLst>
              </p:cNvPr>
              <p:cNvSpPr/>
              <p:nvPr/>
            </p:nvSpPr>
            <p:spPr>
              <a:xfrm>
                <a:off x="836705" y="560292"/>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189" name="図 188">
              <a:extLst>
                <a:ext uri="{FF2B5EF4-FFF2-40B4-BE49-F238E27FC236}">
                  <a16:creationId xmlns:a16="http://schemas.microsoft.com/office/drawing/2014/main" id="{A6E967EA-0D16-8EAD-1547-6E2CD8738F57}"/>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
        <p:nvSpPr>
          <p:cNvPr id="32" name="テキスト ボックス 31">
            <a:extLst>
              <a:ext uri="{FF2B5EF4-FFF2-40B4-BE49-F238E27FC236}">
                <a16:creationId xmlns:a16="http://schemas.microsoft.com/office/drawing/2014/main" id="{D4D16A8A-F9BF-0740-5B6A-A756DC2F0CA0}"/>
              </a:ext>
            </a:extLst>
          </p:cNvPr>
          <p:cNvSpPr txBox="1"/>
          <p:nvPr/>
        </p:nvSpPr>
        <p:spPr>
          <a:xfrm>
            <a:off x="8113668" y="1130817"/>
            <a:ext cx="877796" cy="371375"/>
          </a:xfrm>
          <a:prstGeom prst="rect">
            <a:avLst/>
          </a:prstGeom>
          <a:noFill/>
        </p:spPr>
        <p:txBody>
          <a:bodyPr wrap="none" rtlCol="0">
            <a:spAutoFit/>
          </a:bodyPr>
          <a:lstStyle/>
          <a:p>
            <a:pPr algn="ct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endParaRPr kumimoji="1"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12" name="グループ化 11">
            <a:extLst>
              <a:ext uri="{FF2B5EF4-FFF2-40B4-BE49-F238E27FC236}">
                <a16:creationId xmlns:a16="http://schemas.microsoft.com/office/drawing/2014/main" id="{1F353C68-20E7-6A48-88C6-428B0FABD011}"/>
              </a:ext>
            </a:extLst>
          </p:cNvPr>
          <p:cNvGrpSpPr/>
          <p:nvPr/>
        </p:nvGrpSpPr>
        <p:grpSpPr>
          <a:xfrm>
            <a:off x="7255483" y="1071540"/>
            <a:ext cx="893760" cy="601610"/>
            <a:chOff x="6497359" y="1068436"/>
            <a:chExt cx="1273542" cy="601610"/>
          </a:xfrm>
        </p:grpSpPr>
        <p:sp>
          <p:nvSpPr>
            <p:cNvPr id="13" name="四角形: 角を丸くする 12">
              <a:extLst>
                <a:ext uri="{FF2B5EF4-FFF2-40B4-BE49-F238E27FC236}">
                  <a16:creationId xmlns:a16="http://schemas.microsoft.com/office/drawing/2014/main" id="{F1E52F2E-6644-1E92-7B6F-BE4AF98F21A0}"/>
                </a:ext>
              </a:extLst>
            </p:cNvPr>
            <p:cNvSpPr/>
            <p:nvPr/>
          </p:nvSpPr>
          <p:spPr>
            <a:xfrm>
              <a:off x="6497359" y="1068436"/>
              <a:ext cx="1273542" cy="601610"/>
            </a:xfrm>
            <a:prstGeom prst="roundRect">
              <a:avLst>
                <a:gd name="adj" fmla="val 4721"/>
              </a:avLst>
            </a:prstGeom>
            <a:solidFill>
              <a:srgbClr val="9B95A0"/>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4" name="テキスト ボックス 13">
              <a:extLst>
                <a:ext uri="{FF2B5EF4-FFF2-40B4-BE49-F238E27FC236}">
                  <a16:creationId xmlns:a16="http://schemas.microsoft.com/office/drawing/2014/main" id="{68F53CE2-C183-5077-36FA-1CC579CC3294}"/>
                </a:ext>
              </a:extLst>
            </p:cNvPr>
            <p:cNvSpPr txBox="1"/>
            <p:nvPr/>
          </p:nvSpPr>
          <p:spPr>
            <a:xfrm>
              <a:off x="6506545" y="1130817"/>
              <a:ext cx="1249893" cy="369332"/>
            </a:xfrm>
            <a:prstGeom prst="rect">
              <a:avLst/>
            </a:prstGeom>
            <a:noFill/>
          </p:spPr>
          <p:txBody>
            <a:bodyPr wrap="none" rtlCol="0">
              <a:spAutoFit/>
            </a:bodyPr>
            <a:lstStyle/>
            <a:p>
              <a:pPr algn="ctr"/>
              <a:r>
                <a:rPr kumimoji="1" lang="ja-JP" altLang="en-US">
                  <a:solidFill>
                    <a:schemeClr val="bg1">
                      <a:lumMod val="95000"/>
                    </a:schemeClr>
                  </a:solidFill>
                  <a:latin typeface="原稿用標準書体" panose="03000503000000000000" pitchFamily="66" charset="-128"/>
                  <a:ea typeface="原稿用標準書体" panose="03000503000000000000" pitchFamily="66" charset="-128"/>
                </a:rPr>
                <a:t>キャラ</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15" name="グループ化 14">
            <a:extLst>
              <a:ext uri="{FF2B5EF4-FFF2-40B4-BE49-F238E27FC236}">
                <a16:creationId xmlns:a16="http://schemas.microsoft.com/office/drawing/2014/main" id="{502A76AA-73EB-8002-3454-5FDB81E2334B}"/>
              </a:ext>
            </a:extLst>
          </p:cNvPr>
          <p:cNvGrpSpPr/>
          <p:nvPr/>
        </p:nvGrpSpPr>
        <p:grpSpPr>
          <a:xfrm>
            <a:off x="8218889" y="1068435"/>
            <a:ext cx="893760" cy="1305019"/>
            <a:chOff x="6497359" y="1068435"/>
            <a:chExt cx="1273542" cy="1305019"/>
          </a:xfrm>
        </p:grpSpPr>
        <p:sp>
          <p:nvSpPr>
            <p:cNvPr id="16" name="四角形: 角を丸くする 15">
              <a:extLst>
                <a:ext uri="{FF2B5EF4-FFF2-40B4-BE49-F238E27FC236}">
                  <a16:creationId xmlns:a16="http://schemas.microsoft.com/office/drawing/2014/main" id="{54EFCB4F-CFD6-B46F-A07F-741B0DC73610}"/>
                </a:ext>
              </a:extLst>
            </p:cNvPr>
            <p:cNvSpPr/>
            <p:nvPr/>
          </p:nvSpPr>
          <p:spPr>
            <a:xfrm>
              <a:off x="6497359" y="1068435"/>
              <a:ext cx="1273542" cy="1305019"/>
            </a:xfrm>
            <a:prstGeom prst="roundRect">
              <a:avLst>
                <a:gd name="adj" fmla="val 4721"/>
              </a:avLst>
            </a:prstGeom>
            <a:solidFill>
              <a:schemeClr val="bg1">
                <a:lumMod val="7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7" name="テキスト ボックス 16">
              <a:extLst>
                <a:ext uri="{FF2B5EF4-FFF2-40B4-BE49-F238E27FC236}">
                  <a16:creationId xmlns:a16="http://schemas.microsoft.com/office/drawing/2014/main" id="{F6157A4B-A045-BF93-8654-B0415EEE68B4}"/>
                </a:ext>
              </a:extLst>
            </p:cNvPr>
            <p:cNvSpPr txBox="1"/>
            <p:nvPr/>
          </p:nvSpPr>
          <p:spPr>
            <a:xfrm>
              <a:off x="6671003" y="1130817"/>
              <a:ext cx="920974" cy="369332"/>
            </a:xfrm>
            <a:prstGeom prst="rect">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18" name="グループ化 17">
            <a:extLst>
              <a:ext uri="{FF2B5EF4-FFF2-40B4-BE49-F238E27FC236}">
                <a16:creationId xmlns:a16="http://schemas.microsoft.com/office/drawing/2014/main" id="{D9287162-68CE-820C-E98C-54A0B329C17B}"/>
              </a:ext>
            </a:extLst>
          </p:cNvPr>
          <p:cNvGrpSpPr/>
          <p:nvPr/>
        </p:nvGrpSpPr>
        <p:grpSpPr>
          <a:xfrm>
            <a:off x="9182295" y="1069480"/>
            <a:ext cx="893760" cy="1305019"/>
            <a:chOff x="6497359" y="1068435"/>
            <a:chExt cx="1273542" cy="1305019"/>
          </a:xfrm>
        </p:grpSpPr>
        <p:sp>
          <p:nvSpPr>
            <p:cNvPr id="19" name="四角形: 角を丸くする 18">
              <a:extLst>
                <a:ext uri="{FF2B5EF4-FFF2-40B4-BE49-F238E27FC236}">
                  <a16:creationId xmlns:a16="http://schemas.microsoft.com/office/drawing/2014/main" id="{9B648DB3-592D-107A-AD66-2F7F81265350}"/>
                </a:ext>
              </a:extLst>
            </p:cNvPr>
            <p:cNvSpPr/>
            <p:nvPr/>
          </p:nvSpPr>
          <p:spPr>
            <a:xfrm>
              <a:off x="6497359" y="1068435"/>
              <a:ext cx="1273542" cy="1305019"/>
            </a:xfrm>
            <a:prstGeom prst="roundRect">
              <a:avLst>
                <a:gd name="adj" fmla="val 4721"/>
              </a:avLst>
            </a:prstGeom>
            <a:solidFill>
              <a:schemeClr val="tx2">
                <a:lumMod val="40000"/>
                <a:lumOff val="6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31" name="テキスト ボックス 30">
              <a:extLst>
                <a:ext uri="{FF2B5EF4-FFF2-40B4-BE49-F238E27FC236}">
                  <a16:creationId xmlns:a16="http://schemas.microsoft.com/office/drawing/2014/main" id="{2FD82343-883E-B59E-CEEA-A1A5C1C0460D}"/>
                </a:ext>
              </a:extLst>
            </p:cNvPr>
            <p:cNvSpPr txBox="1"/>
            <p:nvPr/>
          </p:nvSpPr>
          <p:spPr>
            <a:xfrm>
              <a:off x="6671002" y="1130817"/>
              <a:ext cx="920974" cy="369332"/>
            </a:xfrm>
            <a:prstGeom prst="rect">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rPr>
                <a:t>回復</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53" name="グループ化 52">
            <a:extLst>
              <a:ext uri="{FF2B5EF4-FFF2-40B4-BE49-F238E27FC236}">
                <a16:creationId xmlns:a16="http://schemas.microsoft.com/office/drawing/2014/main" id="{26E6D469-0716-BEFF-6813-BE16A5FB851B}"/>
              </a:ext>
            </a:extLst>
          </p:cNvPr>
          <p:cNvGrpSpPr/>
          <p:nvPr/>
        </p:nvGrpSpPr>
        <p:grpSpPr>
          <a:xfrm>
            <a:off x="10145700" y="1064065"/>
            <a:ext cx="893760" cy="1305019"/>
            <a:chOff x="6497359" y="1068435"/>
            <a:chExt cx="1273542" cy="1305019"/>
          </a:xfrm>
        </p:grpSpPr>
        <p:sp>
          <p:nvSpPr>
            <p:cNvPr id="142" name="四角形: 角を丸くする 141">
              <a:extLst>
                <a:ext uri="{FF2B5EF4-FFF2-40B4-BE49-F238E27FC236}">
                  <a16:creationId xmlns:a16="http://schemas.microsoft.com/office/drawing/2014/main" id="{C8D3D6BA-7416-1A5A-449D-5300EAC267F5}"/>
                </a:ext>
              </a:extLst>
            </p:cNvPr>
            <p:cNvSpPr/>
            <p:nvPr/>
          </p:nvSpPr>
          <p:spPr>
            <a:xfrm>
              <a:off x="6497359" y="1068435"/>
              <a:ext cx="1273542" cy="1305019"/>
            </a:xfrm>
            <a:prstGeom prst="roundRect">
              <a:avLst>
                <a:gd name="adj" fmla="val 4721"/>
              </a:avLst>
            </a:prstGeom>
            <a:solidFill>
              <a:schemeClr val="accent2">
                <a:lumMod val="60000"/>
                <a:lumOff val="4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43" name="テキスト ボックス 142">
              <a:extLst>
                <a:ext uri="{FF2B5EF4-FFF2-40B4-BE49-F238E27FC236}">
                  <a16:creationId xmlns:a16="http://schemas.microsoft.com/office/drawing/2014/main" id="{1465B03A-D169-E057-1058-7B5666D61A84}"/>
                </a:ext>
              </a:extLst>
            </p:cNvPr>
            <p:cNvSpPr txBox="1"/>
            <p:nvPr/>
          </p:nvSpPr>
          <p:spPr>
            <a:xfrm>
              <a:off x="6671001" y="1130817"/>
              <a:ext cx="920974" cy="369332"/>
            </a:xfrm>
            <a:prstGeom prst="rect">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rPr>
                <a:t>バフ</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sp>
        <p:nvSpPr>
          <p:cNvPr id="11" name="フリーフォーム: 図形 10">
            <a:extLst>
              <a:ext uri="{FF2B5EF4-FFF2-40B4-BE49-F238E27FC236}">
                <a16:creationId xmlns:a16="http://schemas.microsoft.com/office/drawing/2014/main" id="{0D22F608-EC79-ADEE-C786-8F9F30A680F0}"/>
              </a:ext>
            </a:extLst>
          </p:cNvPr>
          <p:cNvSpPr/>
          <p:nvPr/>
        </p:nvSpPr>
        <p:spPr>
          <a:xfrm>
            <a:off x="6282470" y="1660618"/>
            <a:ext cx="4758032" cy="4602552"/>
          </a:xfrm>
          <a:custGeom>
            <a:avLst/>
            <a:gdLst>
              <a:gd name="csX0" fmla="*/ 194678 w 4540192"/>
              <a:gd name="csY0" fmla="*/ 0 h 4602552"/>
              <a:gd name="csX1" fmla="*/ 1160103 w 4540192"/>
              <a:gd name="csY1" fmla="*/ 0 h 4602552"/>
              <a:gd name="csX2" fmla="*/ 1173184 w 4540192"/>
              <a:gd name="csY2" fmla="*/ 2641 h 4602552"/>
              <a:gd name="csX3" fmla="*/ 3074601 w 4540192"/>
              <a:gd name="csY3" fmla="*/ 2641 h 4602552"/>
              <a:gd name="csX4" fmla="*/ 3087682 w 4540192"/>
              <a:gd name="csY4" fmla="*/ 0 h 4602552"/>
              <a:gd name="csX5" fmla="*/ 4345514 w 4540192"/>
              <a:gd name="csY5" fmla="*/ 0 h 4602552"/>
              <a:gd name="csX6" fmla="*/ 4540192 w 4540192"/>
              <a:gd name="csY6" fmla="*/ 217286 h 4602552"/>
              <a:gd name="csX7" fmla="*/ 4540192 w 4540192"/>
              <a:gd name="csY7" fmla="*/ 4385266 h 4602552"/>
              <a:gd name="csX8" fmla="*/ 4345514 w 4540192"/>
              <a:gd name="csY8" fmla="*/ 4602552 h 4602552"/>
              <a:gd name="csX9" fmla="*/ 194678 w 4540192"/>
              <a:gd name="csY9" fmla="*/ 4602552 h 4602552"/>
              <a:gd name="csX10" fmla="*/ 0 w 4540192"/>
              <a:gd name="csY10" fmla="*/ 4385266 h 4602552"/>
              <a:gd name="csX11" fmla="*/ 0 w 4540192"/>
              <a:gd name="csY11" fmla="*/ 217286 h 4602552"/>
              <a:gd name="csX12" fmla="*/ 194678 w 4540192"/>
              <a:gd name="csY12" fmla="*/ 0 h 460255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4540192" h="4602552">
                <a:moveTo>
                  <a:pt x="194678" y="0"/>
                </a:moveTo>
                <a:lnTo>
                  <a:pt x="1160103" y="0"/>
                </a:lnTo>
                <a:lnTo>
                  <a:pt x="1173184" y="2641"/>
                </a:lnTo>
                <a:lnTo>
                  <a:pt x="3074601" y="2641"/>
                </a:lnTo>
                <a:lnTo>
                  <a:pt x="3087682" y="0"/>
                </a:lnTo>
                <a:lnTo>
                  <a:pt x="4345514" y="0"/>
                </a:lnTo>
                <a:cubicBezTo>
                  <a:pt x="4453032" y="0"/>
                  <a:pt x="4540192" y="97283"/>
                  <a:pt x="4540192" y="217286"/>
                </a:cubicBezTo>
                <a:lnTo>
                  <a:pt x="4540192" y="4385266"/>
                </a:lnTo>
                <a:cubicBezTo>
                  <a:pt x="4540192" y="4505270"/>
                  <a:pt x="4453032" y="4602552"/>
                  <a:pt x="4345514" y="4602552"/>
                </a:cubicBezTo>
                <a:lnTo>
                  <a:pt x="194678" y="4602552"/>
                </a:lnTo>
                <a:cubicBezTo>
                  <a:pt x="87161" y="4602552"/>
                  <a:pt x="0" y="4505270"/>
                  <a:pt x="0" y="4385266"/>
                </a:cubicBezTo>
                <a:lnTo>
                  <a:pt x="0" y="217286"/>
                </a:lnTo>
                <a:cubicBezTo>
                  <a:pt x="0" y="97283"/>
                  <a:pt x="87161" y="0"/>
                  <a:pt x="194678" y="0"/>
                </a:cubicBezTo>
                <a:close/>
              </a:path>
            </a:pathLst>
          </a:custGeom>
          <a:solidFill>
            <a:srgbClr val="C77ACA"/>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41" name="テキスト ボックス 40">
            <a:extLst>
              <a:ext uri="{FF2B5EF4-FFF2-40B4-BE49-F238E27FC236}">
                <a16:creationId xmlns:a16="http://schemas.microsoft.com/office/drawing/2014/main" id="{2AF968CC-60A3-C4E7-6071-191A33ADE12D}"/>
              </a:ext>
            </a:extLst>
          </p:cNvPr>
          <p:cNvSpPr txBox="1"/>
          <p:nvPr/>
        </p:nvSpPr>
        <p:spPr>
          <a:xfrm>
            <a:off x="8001131" y="1777923"/>
            <a:ext cx="1102871" cy="371375"/>
          </a:xfrm>
          <a:prstGeom prst="rect">
            <a:avLst/>
          </a:prstGeom>
          <a:noFill/>
        </p:spPr>
        <p:txBody>
          <a:bodyPr wrap="none" rtlCol="0">
            <a:spAutoFit/>
          </a:bodyPr>
          <a:lstStyle/>
          <a:p>
            <a:pPr algn="ctr"/>
            <a:r>
              <a:rPr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rPr>
              <a:t>キャラ名</a:t>
            </a:r>
          </a:p>
        </p:txBody>
      </p:sp>
      <p:grpSp>
        <p:nvGrpSpPr>
          <p:cNvPr id="54" name="グループ化 53">
            <a:extLst>
              <a:ext uri="{FF2B5EF4-FFF2-40B4-BE49-F238E27FC236}">
                <a16:creationId xmlns:a16="http://schemas.microsoft.com/office/drawing/2014/main" id="{A9158C79-B699-A6AF-E28D-F18D77D74118}"/>
              </a:ext>
            </a:extLst>
          </p:cNvPr>
          <p:cNvGrpSpPr/>
          <p:nvPr/>
        </p:nvGrpSpPr>
        <p:grpSpPr>
          <a:xfrm>
            <a:off x="9360607" y="1791579"/>
            <a:ext cx="1019775" cy="364741"/>
            <a:chOff x="6961435" y="1453494"/>
            <a:chExt cx="1321756" cy="407528"/>
          </a:xfrm>
        </p:grpSpPr>
        <p:sp>
          <p:nvSpPr>
            <p:cNvPr id="140" name="四角形: 角を丸くする 139">
              <a:extLst>
                <a:ext uri="{FF2B5EF4-FFF2-40B4-BE49-F238E27FC236}">
                  <a16:creationId xmlns:a16="http://schemas.microsoft.com/office/drawing/2014/main" id="{5DB55193-3DAB-6D77-FEBB-E9B0F4910C60}"/>
                </a:ext>
              </a:extLst>
            </p:cNvPr>
            <p:cNvSpPr/>
            <p:nvPr/>
          </p:nvSpPr>
          <p:spPr>
            <a:xfrm>
              <a:off x="6961435" y="1453494"/>
              <a:ext cx="1321756" cy="407528"/>
            </a:xfrm>
            <a:prstGeom prst="roundRect">
              <a:avLst>
                <a:gd name="adj" fmla="val 9765"/>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41" name="テキスト ボックス 140">
              <a:extLst>
                <a:ext uri="{FF2B5EF4-FFF2-40B4-BE49-F238E27FC236}">
                  <a16:creationId xmlns:a16="http://schemas.microsoft.com/office/drawing/2014/main" id="{E83C0632-950F-4B71-C34C-C2868A7E837C}"/>
                </a:ext>
              </a:extLst>
            </p:cNvPr>
            <p:cNvSpPr txBox="1"/>
            <p:nvPr/>
          </p:nvSpPr>
          <p:spPr>
            <a:xfrm>
              <a:off x="7222203" y="1487981"/>
              <a:ext cx="937454" cy="343882"/>
            </a:xfrm>
            <a:prstGeom prst="rect">
              <a:avLst/>
            </a:prstGeom>
            <a:noFill/>
          </p:spPr>
          <p:txBody>
            <a:bodyPr wrap="none" rtlCol="0">
              <a:spAutoFit/>
            </a:bodyPr>
            <a:lstStyle/>
            <a:p>
              <a:r>
                <a:rPr kumimoji="1"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Lv</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a:t>
              </a:r>
              <a:r>
                <a:rPr lang="en-US" altLang="ja-JP" sz="14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a:t>
              </a:r>
              <a:endParaRPr kumimoji="1"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45" name="グループ化 144">
            <a:extLst>
              <a:ext uri="{FF2B5EF4-FFF2-40B4-BE49-F238E27FC236}">
                <a16:creationId xmlns:a16="http://schemas.microsoft.com/office/drawing/2014/main" id="{C8515DBC-865C-FF7E-7364-D89497FF4A33}"/>
              </a:ext>
            </a:extLst>
          </p:cNvPr>
          <p:cNvGrpSpPr/>
          <p:nvPr/>
        </p:nvGrpSpPr>
        <p:grpSpPr>
          <a:xfrm>
            <a:off x="6526263" y="1777923"/>
            <a:ext cx="1367435" cy="2982545"/>
            <a:chOff x="6799513" y="1821181"/>
            <a:chExt cx="1124683" cy="2209191"/>
          </a:xfrm>
        </p:grpSpPr>
        <p:grpSp>
          <p:nvGrpSpPr>
            <p:cNvPr id="177" name="グループ化 176">
              <a:extLst>
                <a:ext uri="{FF2B5EF4-FFF2-40B4-BE49-F238E27FC236}">
                  <a16:creationId xmlns:a16="http://schemas.microsoft.com/office/drawing/2014/main" id="{E88DB39A-42B5-102E-8D98-5B1AE854E5B4}"/>
                </a:ext>
              </a:extLst>
            </p:cNvPr>
            <p:cNvGrpSpPr/>
            <p:nvPr/>
          </p:nvGrpSpPr>
          <p:grpSpPr>
            <a:xfrm>
              <a:off x="6807560" y="1821181"/>
              <a:ext cx="1114968" cy="2209191"/>
              <a:chOff x="7405698" y="1658876"/>
              <a:chExt cx="1145519" cy="2269724"/>
            </a:xfrm>
          </p:grpSpPr>
          <p:sp>
            <p:nvSpPr>
              <p:cNvPr id="183" name="四角形: 角を丸くする 182">
                <a:extLst>
                  <a:ext uri="{FF2B5EF4-FFF2-40B4-BE49-F238E27FC236}">
                    <a16:creationId xmlns:a16="http://schemas.microsoft.com/office/drawing/2014/main" id="{2A2E6199-9FE6-991F-B42A-3E79F567661B}"/>
                  </a:ext>
                </a:extLst>
              </p:cNvPr>
              <p:cNvSpPr/>
              <p:nvPr/>
            </p:nvSpPr>
            <p:spPr>
              <a:xfrm>
                <a:off x="7405698" y="1934776"/>
                <a:ext cx="1145519" cy="1993824"/>
              </a:xfrm>
              <a:prstGeom prst="roundRect">
                <a:avLst>
                  <a:gd name="adj" fmla="val 5178"/>
                </a:avLst>
              </a:prstGeom>
              <a:solidFill>
                <a:schemeClr val="bg1">
                  <a:lumMod val="85000"/>
                  <a:alpha val="40000"/>
                </a:schemeClr>
              </a:solidFill>
              <a:ln w="25400">
                <a:solidFill>
                  <a:schemeClr val="tx2">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85" name="四角形: 角を丸くする 184">
                <a:extLst>
                  <a:ext uri="{FF2B5EF4-FFF2-40B4-BE49-F238E27FC236}">
                    <a16:creationId xmlns:a16="http://schemas.microsoft.com/office/drawing/2014/main" id="{DC919D6C-AFC8-CBE0-3AE4-75637B96F62B}"/>
                  </a:ext>
                </a:extLst>
              </p:cNvPr>
              <p:cNvSpPr/>
              <p:nvPr/>
            </p:nvSpPr>
            <p:spPr>
              <a:xfrm>
                <a:off x="7492777" y="1658876"/>
                <a:ext cx="971361" cy="284762"/>
              </a:xfrm>
              <a:prstGeom prst="roundRect">
                <a:avLst>
                  <a:gd name="adj" fmla="val 21561"/>
                </a:avLst>
              </a:prstGeom>
              <a:solidFill>
                <a:schemeClr val="tx2">
                  <a:lumMod val="60000"/>
                  <a:lumOff val="40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sp>
          <p:nvSpPr>
            <p:cNvPr id="182" name="テキスト ボックス 181">
              <a:extLst>
                <a:ext uri="{FF2B5EF4-FFF2-40B4-BE49-F238E27FC236}">
                  <a16:creationId xmlns:a16="http://schemas.microsoft.com/office/drawing/2014/main" id="{3607CCAC-6DC7-D71E-C449-37449CFAC423}"/>
                </a:ext>
              </a:extLst>
            </p:cNvPr>
            <p:cNvSpPr txBox="1"/>
            <p:nvPr/>
          </p:nvSpPr>
          <p:spPr>
            <a:xfrm>
              <a:off x="6799513" y="1854760"/>
              <a:ext cx="1124683" cy="250769"/>
            </a:xfrm>
            <a:prstGeom prst="rect">
              <a:avLst/>
            </a:prstGeom>
            <a:noFill/>
          </p:spPr>
          <p:txBody>
            <a:bodyPr wrap="square">
              <a:spAutoFit/>
            </a:bodyPr>
            <a:lstStyle/>
            <a:p>
              <a:pPr algn="ctr"/>
              <a:r>
                <a:rPr lang="ja-JP" altLang="en-US" sz="1600">
                  <a:solidFill>
                    <a:schemeClr val="bg1">
                      <a:lumMod val="95000"/>
                    </a:schemeClr>
                  </a:solidFill>
                  <a:latin typeface="原稿用標準書体" panose="03000503000000000000" pitchFamily="66" charset="-128"/>
                  <a:ea typeface="原稿用標準書体" panose="03000503000000000000" pitchFamily="66" charset="-128"/>
                </a:rPr>
                <a:t>選択中</a:t>
              </a:r>
              <a:endParaRPr lang="ja-JP" altLang="en-US">
                <a:solidFill>
                  <a:schemeClr val="bg1">
                    <a:lumMod val="95000"/>
                  </a:schemeClr>
                </a:solidFill>
              </a:endParaRPr>
            </a:p>
          </p:txBody>
        </p:sp>
      </p:grpSp>
      <p:pic>
        <p:nvPicPr>
          <p:cNvPr id="52" name="図 51">
            <a:extLst>
              <a:ext uri="{FF2B5EF4-FFF2-40B4-BE49-F238E27FC236}">
                <a16:creationId xmlns:a16="http://schemas.microsoft.com/office/drawing/2014/main" id="{147F03C2-8748-9FBA-00A9-2DEA9C3A456D}"/>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348588" y="2264585"/>
            <a:ext cx="1677297" cy="2367721"/>
          </a:xfrm>
          <a:prstGeom prst="rect">
            <a:avLst/>
          </a:prstGeom>
        </p:spPr>
      </p:pic>
      <p:grpSp>
        <p:nvGrpSpPr>
          <p:cNvPr id="194" name="グループ化 193">
            <a:extLst>
              <a:ext uri="{FF2B5EF4-FFF2-40B4-BE49-F238E27FC236}">
                <a16:creationId xmlns:a16="http://schemas.microsoft.com/office/drawing/2014/main" id="{08722A9F-57DE-8855-F539-74214FF1A21C}"/>
              </a:ext>
            </a:extLst>
          </p:cNvPr>
          <p:cNvGrpSpPr/>
          <p:nvPr/>
        </p:nvGrpSpPr>
        <p:grpSpPr>
          <a:xfrm>
            <a:off x="6568460" y="5041470"/>
            <a:ext cx="4186052" cy="937378"/>
            <a:chOff x="1184988" y="4282728"/>
            <a:chExt cx="7598296" cy="1701477"/>
          </a:xfrm>
        </p:grpSpPr>
        <p:sp>
          <p:nvSpPr>
            <p:cNvPr id="4" name="四角形: 角を丸くする 3">
              <a:extLst>
                <a:ext uri="{FF2B5EF4-FFF2-40B4-BE49-F238E27FC236}">
                  <a16:creationId xmlns:a16="http://schemas.microsoft.com/office/drawing/2014/main" id="{F1EEAFF4-72D4-2130-CEEC-155380A62BBD}"/>
                </a:ext>
              </a:extLst>
            </p:cNvPr>
            <p:cNvSpPr/>
            <p:nvPr/>
          </p:nvSpPr>
          <p:spPr>
            <a:xfrm>
              <a:off x="1184988" y="4282728"/>
              <a:ext cx="7598296" cy="1701477"/>
            </a:xfrm>
            <a:prstGeom prst="roundRect">
              <a:avLst>
                <a:gd name="adj" fmla="val 6428"/>
              </a:avLst>
            </a:prstGeom>
            <a:solidFill>
              <a:schemeClr val="bg1">
                <a:lumMod val="8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pic>
          <p:nvPicPr>
            <p:cNvPr id="7" name="図 6">
              <a:extLst>
                <a:ext uri="{FF2B5EF4-FFF2-40B4-BE49-F238E27FC236}">
                  <a16:creationId xmlns:a16="http://schemas.microsoft.com/office/drawing/2014/main" id="{F29EECF4-D272-0B69-AEF1-20D659FF1F8D}"/>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419053" y="4576795"/>
              <a:ext cx="1124312" cy="1124312"/>
            </a:xfrm>
            <a:prstGeom prst="rect">
              <a:avLst/>
            </a:prstGeom>
          </p:spPr>
        </p:pic>
        <p:sp>
          <p:nvSpPr>
            <p:cNvPr id="10" name="テキスト ボックス 9">
              <a:extLst>
                <a:ext uri="{FF2B5EF4-FFF2-40B4-BE49-F238E27FC236}">
                  <a16:creationId xmlns:a16="http://schemas.microsoft.com/office/drawing/2014/main" id="{9630E3A1-60C7-AE29-A393-FCEA936549A7}"/>
                </a:ext>
              </a:extLst>
            </p:cNvPr>
            <p:cNvSpPr txBox="1"/>
            <p:nvPr/>
          </p:nvSpPr>
          <p:spPr>
            <a:xfrm>
              <a:off x="2037475" y="5030882"/>
              <a:ext cx="1222209" cy="837991"/>
            </a:xfrm>
            <a:prstGeom prst="rect">
              <a:avLst/>
            </a:prstGeom>
            <a:noFill/>
          </p:spPr>
          <p:txBody>
            <a:bodyPr wrap="square">
              <a:spAutoFit/>
            </a:bodyPr>
            <a:lstStyle/>
            <a:p>
              <a:r>
                <a:rPr lang="en-US" altLang="ja-JP" sz="1600" b="1" dirty="0">
                  <a:latin typeface="原稿用標準書体" panose="03000503000000000000" pitchFamily="66" charset="-128"/>
                  <a:ea typeface="原稿用標準書体" panose="03000503000000000000" pitchFamily="66" charset="-128"/>
                </a:rPr>
                <a:t>×</a:t>
              </a:r>
              <a:r>
                <a:rPr lang="en-US" altLang="ja-JP" sz="2400" b="1" dirty="0">
                  <a:latin typeface="原稿用標準書体" panose="03000503000000000000" pitchFamily="66" charset="-128"/>
                  <a:ea typeface="原稿用標準書体" panose="03000503000000000000" pitchFamily="66" charset="-128"/>
                </a:rPr>
                <a:t>3</a:t>
              </a:r>
              <a:endParaRPr lang="ja-JP" altLang="en-US" sz="1200" b="1" dirty="0">
                <a:latin typeface="原稿用標準書体" panose="03000503000000000000" pitchFamily="66" charset="-128"/>
                <a:ea typeface="原稿用標準書体" panose="03000503000000000000" pitchFamily="66" charset="-128"/>
              </a:endParaRPr>
            </a:p>
          </p:txBody>
        </p:sp>
        <p:sp>
          <p:nvSpPr>
            <p:cNvPr id="144" name="フローチャート: 端子 143">
              <a:extLst>
                <a:ext uri="{FF2B5EF4-FFF2-40B4-BE49-F238E27FC236}">
                  <a16:creationId xmlns:a16="http://schemas.microsoft.com/office/drawing/2014/main" id="{B8B6C34D-93D3-F5FB-4F40-A11A702052C0}"/>
                </a:ext>
              </a:extLst>
            </p:cNvPr>
            <p:cNvSpPr/>
            <p:nvPr/>
          </p:nvSpPr>
          <p:spPr>
            <a:xfrm>
              <a:off x="5784412" y="4662073"/>
              <a:ext cx="2619521" cy="949720"/>
            </a:xfrm>
            <a:prstGeom prst="flowChartTerminator">
              <a:avLst/>
            </a:prstGeom>
            <a:solidFill>
              <a:schemeClr val="tx2"/>
            </a:solidFill>
            <a:ln>
              <a:noFill/>
            </a:ln>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回復する</a:t>
              </a:r>
            </a:p>
          </p:txBody>
        </p:sp>
        <p:sp>
          <p:nvSpPr>
            <p:cNvPr id="181" name="テキスト ボックス 180">
              <a:extLst>
                <a:ext uri="{FF2B5EF4-FFF2-40B4-BE49-F238E27FC236}">
                  <a16:creationId xmlns:a16="http://schemas.microsoft.com/office/drawing/2014/main" id="{543E8892-55D6-0ACB-EA2D-DDA616A66B72}"/>
                </a:ext>
              </a:extLst>
            </p:cNvPr>
            <p:cNvSpPr txBox="1"/>
            <p:nvPr/>
          </p:nvSpPr>
          <p:spPr>
            <a:xfrm>
              <a:off x="3315968" y="4379495"/>
              <a:ext cx="1824953" cy="614525"/>
            </a:xfrm>
            <a:prstGeom prst="rect">
              <a:avLst/>
            </a:prstGeom>
            <a:noFill/>
          </p:spPr>
          <p:txBody>
            <a:bodyPr wrap="none" rtlCol="0">
              <a:spAutoFit/>
            </a:bodyPr>
            <a:lstStyle/>
            <a:p>
              <a:r>
                <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rPr>
                <a:t>回復効果</a:t>
              </a:r>
            </a:p>
          </p:txBody>
        </p:sp>
        <p:sp>
          <p:nvSpPr>
            <p:cNvPr id="193" name="テキスト ボックス 192">
              <a:extLst>
                <a:ext uri="{FF2B5EF4-FFF2-40B4-BE49-F238E27FC236}">
                  <a16:creationId xmlns:a16="http://schemas.microsoft.com/office/drawing/2014/main" id="{51CC71E6-C235-D0D4-2296-46699BAD835A}"/>
                </a:ext>
              </a:extLst>
            </p:cNvPr>
            <p:cNvSpPr txBox="1"/>
            <p:nvPr/>
          </p:nvSpPr>
          <p:spPr>
            <a:xfrm>
              <a:off x="3315968" y="4935409"/>
              <a:ext cx="2383614" cy="949720"/>
            </a:xfrm>
            <a:prstGeom prst="rect">
              <a:avLst/>
            </a:prstGeom>
            <a:noFill/>
          </p:spPr>
          <p:txBody>
            <a:bodyPr wrap="none" rtlCol="0">
              <a:spAutoFit/>
            </a:bodyPr>
            <a:lstStyle/>
            <a:p>
              <a:r>
                <a:rPr kumimoji="1" lang="ja-JP" altLang="en-US" sz="1200" dirty="0">
                  <a:solidFill>
                    <a:schemeClr val="tx1">
                      <a:lumMod val="85000"/>
                      <a:lumOff val="15000"/>
                    </a:schemeClr>
                  </a:solidFill>
                  <a:latin typeface="原稿用標準書体" panose="03000503000000000000" pitchFamily="66" charset="-128"/>
                  <a:ea typeface="原稿用標準書体" panose="03000503000000000000" pitchFamily="66" charset="-128"/>
                </a:rPr>
                <a:t>最大</a:t>
              </a:r>
              <a:r>
                <a:rPr kumimoji="1" lang="en-US" altLang="ja-JP" sz="1200" dirty="0">
                  <a:solidFill>
                    <a:schemeClr val="tx1">
                      <a:lumMod val="85000"/>
                      <a:lumOff val="15000"/>
                    </a:schemeClr>
                  </a:solidFill>
                  <a:latin typeface="原稿用標準書体" panose="03000503000000000000" pitchFamily="66" charset="-128"/>
                  <a:ea typeface="原稿用標準書体" panose="03000503000000000000" pitchFamily="66" charset="-128"/>
                </a:rPr>
                <a:t>HP</a:t>
              </a:r>
              <a:r>
                <a:rPr kumimoji="1" lang="ja-JP" altLang="en-US" sz="1200" dirty="0">
                  <a:solidFill>
                    <a:schemeClr val="tx1">
                      <a:lumMod val="85000"/>
                      <a:lumOff val="15000"/>
                    </a:schemeClr>
                  </a:solidFill>
                  <a:latin typeface="原稿用標準書体" panose="03000503000000000000" pitchFamily="66" charset="-128"/>
                  <a:ea typeface="原稿用標準書体" panose="03000503000000000000" pitchFamily="66" charset="-128"/>
                </a:rPr>
                <a:t>の</a:t>
              </a:r>
              <a:r>
                <a:rPr kumimoji="1" lang="en-US" altLang="ja-JP" sz="1600" dirty="0">
                  <a:solidFill>
                    <a:schemeClr val="tx1">
                      <a:lumMod val="85000"/>
                      <a:lumOff val="15000"/>
                    </a:schemeClr>
                  </a:solidFill>
                  <a:latin typeface="原稿用標準書体" panose="03000503000000000000" pitchFamily="66" charset="-128"/>
                  <a:ea typeface="原稿用標準書体" panose="03000503000000000000" pitchFamily="66" charset="-128"/>
                </a:rPr>
                <a:t>20</a:t>
              </a:r>
              <a:r>
                <a:rPr kumimoji="1" lang="ja-JP" altLang="en-US" sz="1200" dirty="0">
                  <a:solidFill>
                    <a:schemeClr val="tx1">
                      <a:lumMod val="85000"/>
                      <a:lumOff val="15000"/>
                    </a:schemeClr>
                  </a:solidFill>
                  <a:latin typeface="原稿用標準書体" panose="03000503000000000000" pitchFamily="66" charset="-128"/>
                  <a:ea typeface="原稿用標準書体" panose="03000503000000000000" pitchFamily="66" charset="-128"/>
                </a:rPr>
                <a:t>％を</a:t>
              </a:r>
              <a:br>
                <a:rPr kumimoji="1" lang="en-US" altLang="ja-JP" sz="1200" dirty="0">
                  <a:solidFill>
                    <a:schemeClr val="tx1">
                      <a:lumMod val="85000"/>
                      <a:lumOff val="15000"/>
                    </a:schemeClr>
                  </a:solidFill>
                  <a:latin typeface="原稿用標準書体" panose="03000503000000000000" pitchFamily="66" charset="-128"/>
                  <a:ea typeface="原稿用標準書体" panose="03000503000000000000" pitchFamily="66" charset="-128"/>
                </a:rPr>
              </a:br>
              <a:r>
                <a:rPr kumimoji="1" lang="ja-JP" altLang="en-US" sz="1200" dirty="0">
                  <a:solidFill>
                    <a:schemeClr val="tx1">
                      <a:lumMod val="85000"/>
                      <a:lumOff val="15000"/>
                    </a:schemeClr>
                  </a:solidFill>
                  <a:latin typeface="原稿用標準書体" panose="03000503000000000000" pitchFamily="66" charset="-128"/>
                  <a:ea typeface="原稿用標準書体" panose="03000503000000000000" pitchFamily="66" charset="-128"/>
                </a:rPr>
                <a:t>回復する</a:t>
              </a:r>
            </a:p>
          </p:txBody>
        </p:sp>
      </p:grpSp>
      <p:grpSp>
        <p:nvGrpSpPr>
          <p:cNvPr id="214" name="グループ化 213">
            <a:extLst>
              <a:ext uri="{FF2B5EF4-FFF2-40B4-BE49-F238E27FC236}">
                <a16:creationId xmlns:a16="http://schemas.microsoft.com/office/drawing/2014/main" id="{3243ADE6-BED6-4F11-57B8-D99ECC36771C}"/>
              </a:ext>
            </a:extLst>
          </p:cNvPr>
          <p:cNvGrpSpPr/>
          <p:nvPr/>
        </p:nvGrpSpPr>
        <p:grpSpPr>
          <a:xfrm>
            <a:off x="8252191" y="2261778"/>
            <a:ext cx="2203358" cy="1072058"/>
            <a:chOff x="8102894" y="2261777"/>
            <a:chExt cx="2716224" cy="1321597"/>
          </a:xfrm>
        </p:grpSpPr>
        <p:grpSp>
          <p:nvGrpSpPr>
            <p:cNvPr id="197" name="グループ化 196">
              <a:extLst>
                <a:ext uri="{FF2B5EF4-FFF2-40B4-BE49-F238E27FC236}">
                  <a16:creationId xmlns:a16="http://schemas.microsoft.com/office/drawing/2014/main" id="{22797649-60BA-189E-BAB6-C60EA2A4826D}"/>
                </a:ext>
              </a:extLst>
            </p:cNvPr>
            <p:cNvGrpSpPr/>
            <p:nvPr/>
          </p:nvGrpSpPr>
          <p:grpSpPr>
            <a:xfrm>
              <a:off x="8102894" y="2261777"/>
              <a:ext cx="2716224" cy="1321597"/>
              <a:chOff x="4977105" y="868518"/>
              <a:chExt cx="3961622" cy="2505110"/>
            </a:xfrm>
          </p:grpSpPr>
          <p:sp>
            <p:nvSpPr>
              <p:cNvPr id="207" name="四角形: 角を丸くする 206">
                <a:extLst>
                  <a:ext uri="{FF2B5EF4-FFF2-40B4-BE49-F238E27FC236}">
                    <a16:creationId xmlns:a16="http://schemas.microsoft.com/office/drawing/2014/main" id="{8D45D876-2508-FFFB-3F2D-FDD56CE18209}"/>
                  </a:ext>
                </a:extLst>
              </p:cNvPr>
              <p:cNvSpPr/>
              <p:nvPr/>
            </p:nvSpPr>
            <p:spPr>
              <a:xfrm>
                <a:off x="4977105" y="1551503"/>
                <a:ext cx="3961622" cy="1822125"/>
              </a:xfrm>
              <a:prstGeom prst="roundRect">
                <a:avLst>
                  <a:gd name="adj" fmla="val 5178"/>
                </a:avLst>
              </a:prstGeom>
              <a:solidFill>
                <a:schemeClr val="bg1">
                  <a:lumMod val="95000"/>
                  <a:alpha val="2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208" name="四角形: 角を丸くする 207">
                <a:extLst>
                  <a:ext uri="{FF2B5EF4-FFF2-40B4-BE49-F238E27FC236}">
                    <a16:creationId xmlns:a16="http://schemas.microsoft.com/office/drawing/2014/main" id="{1B51572D-9952-07E0-CB41-439B3ABA2590}"/>
                  </a:ext>
                </a:extLst>
              </p:cNvPr>
              <p:cNvSpPr/>
              <p:nvPr/>
            </p:nvSpPr>
            <p:spPr>
              <a:xfrm>
                <a:off x="5328387" y="868518"/>
                <a:ext cx="3294263" cy="642872"/>
              </a:xfrm>
              <a:prstGeom prst="roundRect">
                <a:avLst/>
              </a:prstGeom>
              <a:solidFill>
                <a:schemeClr val="bg1">
                  <a:lumMod val="95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rPr>
                  <a:t>現状</a:t>
                </a:r>
                <a:r>
                  <a:rPr kumimoji="1" lang="en-US" altLang="ja-JP" sz="1200">
                    <a:solidFill>
                      <a:schemeClr val="tx1">
                        <a:lumMod val="85000"/>
                        <a:lumOff val="15000"/>
                      </a:schemeClr>
                    </a:solidFill>
                    <a:latin typeface="原稿用標準書体" panose="03000503000000000000" pitchFamily="66" charset="-128"/>
                    <a:ea typeface="原稿用標準書体" panose="03000503000000000000" pitchFamily="66" charset="-128"/>
                  </a:rPr>
                  <a:t>HP</a:t>
                </a:r>
                <a:endParaRPr kumimoji="1" lang="ja-JP" altLang="en-US" sz="12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213" name="グループ化 212">
              <a:extLst>
                <a:ext uri="{FF2B5EF4-FFF2-40B4-BE49-F238E27FC236}">
                  <a16:creationId xmlns:a16="http://schemas.microsoft.com/office/drawing/2014/main" id="{98889825-2993-EBC7-5FD4-3AA98BB49940}"/>
                </a:ext>
              </a:extLst>
            </p:cNvPr>
            <p:cNvGrpSpPr/>
            <p:nvPr/>
          </p:nvGrpSpPr>
          <p:grpSpPr>
            <a:xfrm>
              <a:off x="8316178" y="2695313"/>
              <a:ext cx="2304952" cy="741471"/>
              <a:chOff x="8316178" y="2741968"/>
              <a:chExt cx="2304952" cy="741471"/>
            </a:xfrm>
          </p:grpSpPr>
          <p:grpSp>
            <p:nvGrpSpPr>
              <p:cNvPr id="199" name="グループ化 198">
                <a:extLst>
                  <a:ext uri="{FF2B5EF4-FFF2-40B4-BE49-F238E27FC236}">
                    <a16:creationId xmlns:a16="http://schemas.microsoft.com/office/drawing/2014/main" id="{81B21010-F3DF-DB9B-7305-909E446C1689}"/>
                  </a:ext>
                </a:extLst>
              </p:cNvPr>
              <p:cNvGrpSpPr/>
              <p:nvPr/>
            </p:nvGrpSpPr>
            <p:grpSpPr>
              <a:xfrm>
                <a:off x="8316178" y="2741968"/>
                <a:ext cx="2304952" cy="741471"/>
                <a:chOff x="5227712" y="1484774"/>
                <a:chExt cx="1747806" cy="741471"/>
              </a:xfrm>
            </p:grpSpPr>
            <p:sp>
              <p:nvSpPr>
                <p:cNvPr id="203" name="テキスト ボックス 202">
                  <a:extLst>
                    <a:ext uri="{FF2B5EF4-FFF2-40B4-BE49-F238E27FC236}">
                      <a16:creationId xmlns:a16="http://schemas.microsoft.com/office/drawing/2014/main" id="{E9C887D9-E733-507F-F8B5-27080F680959}"/>
                    </a:ext>
                  </a:extLst>
                </p:cNvPr>
                <p:cNvSpPr txBox="1"/>
                <p:nvPr/>
              </p:nvSpPr>
              <p:spPr>
                <a:xfrm>
                  <a:off x="5227712" y="1484774"/>
                  <a:ext cx="811229" cy="392996"/>
                </a:xfrm>
                <a:prstGeom prst="rect">
                  <a:avLst/>
                </a:prstGeom>
                <a:noFill/>
              </p:spPr>
              <p:txBody>
                <a:bodyPr wrap="none" rtlCol="0">
                  <a:spAutoFit/>
                </a:bodyPr>
                <a:lstStyle/>
                <a:p>
                  <a:r>
                    <a:rPr lang="en-US" altLang="ja-JP" sz="1400" b="1" dirty="0">
                      <a:solidFill>
                        <a:schemeClr val="bg1">
                          <a:lumMod val="95000"/>
                        </a:schemeClr>
                      </a:solidFill>
                      <a:latin typeface="原稿用標準書体" panose="03000503000000000000" pitchFamily="66" charset="-128"/>
                      <a:ea typeface="原稿用標準書体" panose="03000503000000000000" pitchFamily="66" charset="-128"/>
                    </a:rPr>
                    <a:t>HP</a:t>
                  </a:r>
                  <a:r>
                    <a:rPr lang="ja-JP" altLang="en-US" sz="1400" b="1">
                      <a:solidFill>
                        <a:schemeClr val="bg1">
                          <a:lumMod val="95000"/>
                        </a:schemeClr>
                      </a:solidFill>
                      <a:latin typeface="原稿用標準書体" panose="03000503000000000000" pitchFamily="66" charset="-128"/>
                      <a:ea typeface="原稿用標準書体" panose="03000503000000000000" pitchFamily="66" charset="-128"/>
                    </a:rPr>
                    <a:t>：</a:t>
                  </a:r>
                  <a:r>
                    <a:rPr lang="en-US" altLang="ja-JP" b="1">
                      <a:solidFill>
                        <a:schemeClr val="bg1">
                          <a:lumMod val="95000"/>
                        </a:schemeClr>
                      </a:solidFill>
                      <a:latin typeface="原稿用標準書体" panose="03000503000000000000" pitchFamily="66" charset="-128"/>
                      <a:ea typeface="原稿用標準書体" panose="03000503000000000000" pitchFamily="66" charset="-128"/>
                    </a:rPr>
                    <a:t>0000</a:t>
                  </a:r>
                  <a:endParaRPr lang="en-US" altLang="ja-JP" sz="1400" b="1" dirty="0">
                    <a:solidFill>
                      <a:schemeClr val="accent2"/>
                    </a:solidFill>
                    <a:latin typeface="原稿用標準書体" panose="03000503000000000000" pitchFamily="66" charset="-128"/>
                    <a:ea typeface="原稿用標準書体" panose="03000503000000000000" pitchFamily="66" charset="-128"/>
                  </a:endParaRPr>
                </a:p>
              </p:txBody>
            </p:sp>
            <p:sp>
              <p:nvSpPr>
                <p:cNvPr id="204" name="四角形: 角を丸くする 203">
                  <a:extLst>
                    <a:ext uri="{FF2B5EF4-FFF2-40B4-BE49-F238E27FC236}">
                      <a16:creationId xmlns:a16="http://schemas.microsoft.com/office/drawing/2014/main" id="{5C94E2D0-46F1-FDBC-7764-9840B243A831}"/>
                    </a:ext>
                  </a:extLst>
                </p:cNvPr>
                <p:cNvSpPr/>
                <p:nvPr/>
              </p:nvSpPr>
              <p:spPr>
                <a:xfrm rot="5400000">
                  <a:off x="5960059" y="1210786"/>
                  <a:ext cx="283112" cy="1747806"/>
                </a:xfrm>
                <a:prstGeom prst="roundRect">
                  <a:avLst>
                    <a:gd name="adj" fmla="val 9570"/>
                  </a:avLst>
                </a:prstGeom>
                <a:solidFill>
                  <a:srgbClr val="1CB71D"/>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sp>
            <p:nvSpPr>
              <p:cNvPr id="200" name="四角形: 角を丸くする 199">
                <a:extLst>
                  <a:ext uri="{FF2B5EF4-FFF2-40B4-BE49-F238E27FC236}">
                    <a16:creationId xmlns:a16="http://schemas.microsoft.com/office/drawing/2014/main" id="{581309EB-5F10-8B77-FE88-4D2ED972DA6B}"/>
                  </a:ext>
                </a:extLst>
              </p:cNvPr>
              <p:cNvSpPr/>
              <p:nvPr/>
            </p:nvSpPr>
            <p:spPr>
              <a:xfrm rot="5400000">
                <a:off x="10181484" y="3043793"/>
                <a:ext cx="283112" cy="596180"/>
              </a:xfrm>
              <a:prstGeom prst="roundRect">
                <a:avLst>
                  <a:gd name="adj" fmla="val 9570"/>
                </a:avLst>
              </a:prstGeom>
              <a:solidFill>
                <a:schemeClr val="bg2">
                  <a:lumMod val="90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grpSp>
        <p:nvGrpSpPr>
          <p:cNvPr id="233" name="グループ化 232">
            <a:extLst>
              <a:ext uri="{FF2B5EF4-FFF2-40B4-BE49-F238E27FC236}">
                <a16:creationId xmlns:a16="http://schemas.microsoft.com/office/drawing/2014/main" id="{57D8863F-A5B9-EF9F-9D9B-98E7D90A8105}"/>
              </a:ext>
            </a:extLst>
          </p:cNvPr>
          <p:cNvGrpSpPr/>
          <p:nvPr/>
        </p:nvGrpSpPr>
        <p:grpSpPr>
          <a:xfrm>
            <a:off x="8252191" y="3795114"/>
            <a:ext cx="2203358" cy="1072058"/>
            <a:chOff x="8102894" y="2261777"/>
            <a:chExt cx="2716224" cy="1321597"/>
          </a:xfrm>
        </p:grpSpPr>
        <p:grpSp>
          <p:nvGrpSpPr>
            <p:cNvPr id="234" name="グループ化 233">
              <a:extLst>
                <a:ext uri="{FF2B5EF4-FFF2-40B4-BE49-F238E27FC236}">
                  <a16:creationId xmlns:a16="http://schemas.microsoft.com/office/drawing/2014/main" id="{6D46F349-71EA-3EDF-1A2F-49034C9C3E08}"/>
                </a:ext>
              </a:extLst>
            </p:cNvPr>
            <p:cNvGrpSpPr/>
            <p:nvPr/>
          </p:nvGrpSpPr>
          <p:grpSpPr>
            <a:xfrm>
              <a:off x="8102894" y="2261777"/>
              <a:ext cx="2716224" cy="1321597"/>
              <a:chOff x="4977105" y="868518"/>
              <a:chExt cx="3961622" cy="2505110"/>
            </a:xfrm>
          </p:grpSpPr>
          <p:sp>
            <p:nvSpPr>
              <p:cNvPr id="241" name="四角形: 角を丸くする 240">
                <a:extLst>
                  <a:ext uri="{FF2B5EF4-FFF2-40B4-BE49-F238E27FC236}">
                    <a16:creationId xmlns:a16="http://schemas.microsoft.com/office/drawing/2014/main" id="{82FCC7A1-65AC-48C6-D1E1-1E4F3A451C22}"/>
                  </a:ext>
                </a:extLst>
              </p:cNvPr>
              <p:cNvSpPr/>
              <p:nvPr/>
            </p:nvSpPr>
            <p:spPr>
              <a:xfrm>
                <a:off x="4977105" y="1551503"/>
                <a:ext cx="3961622" cy="1822125"/>
              </a:xfrm>
              <a:prstGeom prst="roundRect">
                <a:avLst>
                  <a:gd name="adj" fmla="val 5178"/>
                </a:avLst>
              </a:prstGeom>
              <a:solidFill>
                <a:schemeClr val="bg1">
                  <a:lumMod val="95000"/>
                  <a:alpha val="20000"/>
                </a:schemeClr>
              </a:solidFill>
              <a:ln w="38100">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242" name="四角形: 角を丸くする 241">
                <a:extLst>
                  <a:ext uri="{FF2B5EF4-FFF2-40B4-BE49-F238E27FC236}">
                    <a16:creationId xmlns:a16="http://schemas.microsoft.com/office/drawing/2014/main" id="{CB30F323-C50F-BDB3-C7FF-6AEA1E618629}"/>
                  </a:ext>
                </a:extLst>
              </p:cNvPr>
              <p:cNvSpPr/>
              <p:nvPr/>
            </p:nvSpPr>
            <p:spPr>
              <a:xfrm>
                <a:off x="5328387" y="868518"/>
                <a:ext cx="3294263" cy="642872"/>
              </a:xfrm>
              <a:prstGeom prst="roundRect">
                <a:avLst/>
              </a:prstGeom>
              <a:solidFill>
                <a:schemeClr val="tx2">
                  <a:lumMod val="20000"/>
                  <a:lumOff val="80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200">
                    <a:solidFill>
                      <a:schemeClr val="tx2"/>
                    </a:solidFill>
                    <a:latin typeface="原稿用標準書体" panose="03000503000000000000" pitchFamily="66" charset="-128"/>
                    <a:ea typeface="原稿用標準書体" panose="03000503000000000000" pitchFamily="66" charset="-128"/>
                  </a:rPr>
                  <a:t>回復後</a:t>
                </a:r>
                <a:r>
                  <a:rPr kumimoji="1" lang="en-US" altLang="ja-JP" sz="1200">
                    <a:solidFill>
                      <a:schemeClr val="tx2"/>
                    </a:solidFill>
                    <a:latin typeface="原稿用標準書体" panose="03000503000000000000" pitchFamily="66" charset="-128"/>
                    <a:ea typeface="原稿用標準書体" panose="03000503000000000000" pitchFamily="66" charset="-128"/>
                  </a:rPr>
                  <a:t>HP</a:t>
                </a:r>
                <a:endParaRPr kumimoji="1" lang="ja-JP" altLang="en-US" sz="1200" dirty="0">
                  <a:solidFill>
                    <a:schemeClr val="tx2"/>
                  </a:solidFill>
                  <a:latin typeface="原稿用標準書体" panose="03000503000000000000" pitchFamily="66" charset="-128"/>
                  <a:ea typeface="原稿用標準書体" panose="03000503000000000000" pitchFamily="66" charset="-128"/>
                </a:endParaRPr>
              </a:p>
            </p:txBody>
          </p:sp>
        </p:grpSp>
        <p:grpSp>
          <p:nvGrpSpPr>
            <p:cNvPr id="235" name="グループ化 234">
              <a:extLst>
                <a:ext uri="{FF2B5EF4-FFF2-40B4-BE49-F238E27FC236}">
                  <a16:creationId xmlns:a16="http://schemas.microsoft.com/office/drawing/2014/main" id="{23F2AF23-0641-786F-5D90-462EA2AC34D5}"/>
                </a:ext>
              </a:extLst>
            </p:cNvPr>
            <p:cNvGrpSpPr/>
            <p:nvPr/>
          </p:nvGrpSpPr>
          <p:grpSpPr>
            <a:xfrm>
              <a:off x="8316178" y="2695313"/>
              <a:ext cx="2304952" cy="741471"/>
              <a:chOff x="8316178" y="2741968"/>
              <a:chExt cx="2304952" cy="741471"/>
            </a:xfrm>
          </p:grpSpPr>
          <p:grpSp>
            <p:nvGrpSpPr>
              <p:cNvPr id="236" name="グループ化 235">
                <a:extLst>
                  <a:ext uri="{FF2B5EF4-FFF2-40B4-BE49-F238E27FC236}">
                    <a16:creationId xmlns:a16="http://schemas.microsoft.com/office/drawing/2014/main" id="{D0CD98A1-F6AE-F680-C6DD-508E2D794BDB}"/>
                  </a:ext>
                </a:extLst>
              </p:cNvPr>
              <p:cNvGrpSpPr/>
              <p:nvPr/>
            </p:nvGrpSpPr>
            <p:grpSpPr>
              <a:xfrm>
                <a:off x="8316178" y="2741968"/>
                <a:ext cx="2304952" cy="741471"/>
                <a:chOff x="5227712" y="1484774"/>
                <a:chExt cx="1747806" cy="741471"/>
              </a:xfrm>
            </p:grpSpPr>
            <p:sp>
              <p:nvSpPr>
                <p:cNvPr id="238" name="テキスト ボックス 237">
                  <a:extLst>
                    <a:ext uri="{FF2B5EF4-FFF2-40B4-BE49-F238E27FC236}">
                      <a16:creationId xmlns:a16="http://schemas.microsoft.com/office/drawing/2014/main" id="{AEFFA7B8-250B-0D14-14A8-554479F52A22}"/>
                    </a:ext>
                  </a:extLst>
                </p:cNvPr>
                <p:cNvSpPr txBox="1"/>
                <p:nvPr/>
              </p:nvSpPr>
              <p:spPr>
                <a:xfrm>
                  <a:off x="5227712" y="1484774"/>
                  <a:ext cx="939836" cy="455300"/>
                </a:xfrm>
                <a:prstGeom prst="rect">
                  <a:avLst/>
                </a:prstGeom>
                <a:noFill/>
              </p:spPr>
              <p:txBody>
                <a:bodyPr wrap="none" rtlCol="0">
                  <a:spAutoFit/>
                </a:bodyPr>
                <a:lstStyle/>
                <a:p>
                  <a:r>
                    <a:rPr lang="en-US" altLang="ja-JP" sz="1400" b="1" dirty="0">
                      <a:solidFill>
                        <a:schemeClr val="bg1">
                          <a:lumMod val="95000"/>
                        </a:schemeClr>
                      </a:solidFill>
                      <a:latin typeface="原稿用標準書体" panose="03000503000000000000" pitchFamily="66" charset="-128"/>
                      <a:ea typeface="原稿用標準書体" panose="03000503000000000000" pitchFamily="66" charset="-128"/>
                    </a:rPr>
                    <a:t>HP</a:t>
                  </a:r>
                  <a:r>
                    <a:rPr lang="ja-JP" altLang="en-US" sz="1400" b="1">
                      <a:solidFill>
                        <a:schemeClr val="bg1">
                          <a:lumMod val="95000"/>
                        </a:schemeClr>
                      </a:solidFill>
                      <a:latin typeface="原稿用標準書体" panose="03000503000000000000" pitchFamily="66" charset="-128"/>
                      <a:ea typeface="原稿用標準書体" panose="03000503000000000000" pitchFamily="66" charset="-128"/>
                    </a:rPr>
                    <a:t>：</a:t>
                  </a:r>
                  <a:r>
                    <a:rPr lang="en-US" altLang="ja-JP" b="1">
                      <a:solidFill>
                        <a:schemeClr val="tx2">
                          <a:lumMod val="20000"/>
                          <a:lumOff val="80000"/>
                        </a:schemeClr>
                      </a:solidFill>
                      <a:latin typeface="原稿用標準書体" panose="03000503000000000000" pitchFamily="66" charset="-128"/>
                      <a:ea typeface="原稿用標準書体" panose="03000503000000000000" pitchFamily="66" charset="-128"/>
                    </a:rPr>
                    <a:t>0000</a:t>
                  </a:r>
                  <a:endParaRPr lang="en-US" altLang="ja-JP" sz="1400" b="1" dirty="0">
                    <a:solidFill>
                      <a:schemeClr val="tx2">
                        <a:lumMod val="20000"/>
                        <a:lumOff val="80000"/>
                      </a:schemeClr>
                    </a:solidFill>
                    <a:latin typeface="原稿用標準書体" panose="03000503000000000000" pitchFamily="66" charset="-128"/>
                    <a:ea typeface="原稿用標準書体" panose="03000503000000000000" pitchFamily="66" charset="-128"/>
                  </a:endParaRPr>
                </a:p>
              </p:txBody>
            </p:sp>
            <p:sp>
              <p:nvSpPr>
                <p:cNvPr id="240" name="四角形: 角を丸くする 239">
                  <a:extLst>
                    <a:ext uri="{FF2B5EF4-FFF2-40B4-BE49-F238E27FC236}">
                      <a16:creationId xmlns:a16="http://schemas.microsoft.com/office/drawing/2014/main" id="{7F9D401F-487F-308C-19B7-93A42D59D49C}"/>
                    </a:ext>
                  </a:extLst>
                </p:cNvPr>
                <p:cNvSpPr/>
                <p:nvPr/>
              </p:nvSpPr>
              <p:spPr>
                <a:xfrm rot="5400000">
                  <a:off x="5960059" y="1210786"/>
                  <a:ext cx="283112" cy="1747806"/>
                </a:xfrm>
                <a:prstGeom prst="roundRect">
                  <a:avLst>
                    <a:gd name="adj" fmla="val 9570"/>
                  </a:avLst>
                </a:prstGeom>
                <a:solidFill>
                  <a:srgbClr val="1CB71D"/>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sp>
            <p:nvSpPr>
              <p:cNvPr id="237" name="四角形: 角を丸くする 236">
                <a:extLst>
                  <a:ext uri="{FF2B5EF4-FFF2-40B4-BE49-F238E27FC236}">
                    <a16:creationId xmlns:a16="http://schemas.microsoft.com/office/drawing/2014/main" id="{24D418A2-E6B6-F464-4A6E-6973EF9B7EAC}"/>
                  </a:ext>
                </a:extLst>
              </p:cNvPr>
              <p:cNvSpPr/>
              <p:nvPr/>
            </p:nvSpPr>
            <p:spPr>
              <a:xfrm rot="5400000">
                <a:off x="10181484" y="3043793"/>
                <a:ext cx="283112" cy="596180"/>
              </a:xfrm>
              <a:prstGeom prst="roundRect">
                <a:avLst>
                  <a:gd name="adj" fmla="val 9570"/>
                </a:avLst>
              </a:prstGeom>
              <a:solidFill>
                <a:schemeClr val="tx2"/>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sp>
        <p:nvSpPr>
          <p:cNvPr id="245" name="二等辺三角形 244">
            <a:extLst>
              <a:ext uri="{FF2B5EF4-FFF2-40B4-BE49-F238E27FC236}">
                <a16:creationId xmlns:a16="http://schemas.microsoft.com/office/drawing/2014/main" id="{F9C33356-98D4-D379-07D9-814671122E15}"/>
              </a:ext>
            </a:extLst>
          </p:cNvPr>
          <p:cNvSpPr/>
          <p:nvPr/>
        </p:nvSpPr>
        <p:spPr>
          <a:xfrm flipV="1">
            <a:off x="8989402" y="3470808"/>
            <a:ext cx="728937" cy="246887"/>
          </a:xfrm>
          <a:prstGeom prst="triangle">
            <a:avLst/>
          </a:prstGeom>
          <a:solidFill>
            <a:schemeClr val="tx2"/>
          </a:solidFill>
          <a:ln w="12700">
            <a:noFill/>
          </a:ln>
          <a:effectLst>
            <a:glow rad="38100">
              <a:schemeClr val="bg1">
                <a:lumMod val="95000"/>
                <a:alpha val="4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337722168"/>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bg>
      <p:bgPr>
        <a:gradFill>
          <a:gsLst>
            <a:gs pos="46690">
              <a:schemeClr val="accent6">
                <a:lumMod val="75000"/>
              </a:schemeClr>
            </a:gs>
            <a:gs pos="0">
              <a:schemeClr val="accent6">
                <a:lumMod val="50000"/>
              </a:schemeClr>
            </a:gs>
            <a:gs pos="23000">
              <a:schemeClr val="accent6">
                <a:lumMod val="75000"/>
              </a:schemeClr>
            </a:gs>
            <a:gs pos="69000">
              <a:schemeClr val="accent6">
                <a:lumMod val="50000"/>
              </a:schemeClr>
            </a:gs>
            <a:gs pos="97000">
              <a:schemeClr val="tx1">
                <a:lumMod val="85000"/>
                <a:lumOff val="15000"/>
              </a:schemeClr>
            </a:gs>
          </a:gsLst>
          <a:path path="circle">
            <a:fillToRect l="50000" t="50000" r="50000" b="50000"/>
          </a:path>
        </a:gradFill>
        <a:effectLst/>
      </p:bgPr>
    </p:bg>
    <p:spTree>
      <p:nvGrpSpPr>
        <p:cNvPr id="1" name="">
          <a:extLst>
            <a:ext uri="{FF2B5EF4-FFF2-40B4-BE49-F238E27FC236}">
              <a16:creationId xmlns:a16="http://schemas.microsoft.com/office/drawing/2014/main" id="{49913DD4-3DEC-9788-54DC-5F4010DE6816}"/>
            </a:ext>
          </a:extLst>
        </p:cNvPr>
        <p:cNvGrpSpPr/>
        <p:nvPr/>
      </p:nvGrpSpPr>
      <p:grpSpPr>
        <a:xfrm>
          <a:off x="0" y="0"/>
          <a:ext cx="0" cy="0"/>
          <a:chOff x="0" y="0"/>
          <a:chExt cx="0" cy="0"/>
        </a:xfrm>
      </p:grpSpPr>
      <p:sp>
        <p:nvSpPr>
          <p:cNvPr id="34" name="四角形: 角を丸くする 33">
            <a:extLst>
              <a:ext uri="{FF2B5EF4-FFF2-40B4-BE49-F238E27FC236}">
                <a16:creationId xmlns:a16="http://schemas.microsoft.com/office/drawing/2014/main" id="{6C1F4A80-58DA-3884-034B-475D4CB304BE}"/>
              </a:ext>
            </a:extLst>
          </p:cNvPr>
          <p:cNvSpPr/>
          <p:nvPr/>
        </p:nvSpPr>
        <p:spPr>
          <a:xfrm>
            <a:off x="816131" y="594830"/>
            <a:ext cx="10559738" cy="5854960"/>
          </a:xfrm>
          <a:prstGeom prst="roundRect">
            <a:avLst>
              <a:gd name="adj" fmla="val 6428"/>
            </a:avLst>
          </a:prstGeom>
          <a:solidFill>
            <a:schemeClr val="tx1">
              <a:lumMod val="75000"/>
              <a:lumOff val="25000"/>
              <a:alpha val="6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latin typeface="原稿用標準書体" panose="03000503000000000000" pitchFamily="66" charset="-128"/>
              <a:ea typeface="原稿用標準書体" panose="03000503000000000000" pitchFamily="66" charset="-128"/>
            </a:endParaRPr>
          </a:p>
        </p:txBody>
      </p:sp>
      <p:sp>
        <p:nvSpPr>
          <p:cNvPr id="8" name="四角形: 角を丸くする 7">
            <a:extLst>
              <a:ext uri="{FF2B5EF4-FFF2-40B4-BE49-F238E27FC236}">
                <a16:creationId xmlns:a16="http://schemas.microsoft.com/office/drawing/2014/main" id="{7FBA4507-BA6F-1854-5FFF-CAC1218F4BB4}"/>
              </a:ext>
            </a:extLst>
          </p:cNvPr>
          <p:cNvSpPr/>
          <p:nvPr/>
        </p:nvSpPr>
        <p:spPr>
          <a:xfrm>
            <a:off x="996098" y="912842"/>
            <a:ext cx="5110794" cy="5341064"/>
          </a:xfrm>
          <a:prstGeom prst="roundRect">
            <a:avLst>
              <a:gd name="adj" fmla="val 2174"/>
            </a:avLst>
          </a:prstGeom>
          <a:solidFill>
            <a:schemeClr val="accent6">
              <a:lumMod val="40000"/>
              <a:lumOff val="6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20" name="テキスト ボックス 19">
            <a:extLst>
              <a:ext uri="{FF2B5EF4-FFF2-40B4-BE49-F238E27FC236}">
                <a16:creationId xmlns:a16="http://schemas.microsoft.com/office/drawing/2014/main" id="{D28B55C5-0A71-3152-A585-9B7664EF5E07}"/>
              </a:ext>
            </a:extLst>
          </p:cNvPr>
          <p:cNvSpPr txBox="1"/>
          <p:nvPr/>
        </p:nvSpPr>
        <p:spPr>
          <a:xfrm>
            <a:off x="1206202" y="988293"/>
            <a:ext cx="4185761" cy="584775"/>
          </a:xfrm>
          <a:prstGeom prst="rect">
            <a:avLst/>
          </a:prstGeom>
          <a:noFill/>
        </p:spPr>
        <p:txBody>
          <a:bodyPr wrap="none" rtlCol="0">
            <a:spAutoFit/>
          </a:bodyPr>
          <a:lstStyle/>
          <a:p>
            <a:r>
              <a:rPr lang="ja-JP" altLang="en-US" sz="3200" dirty="0">
                <a:solidFill>
                  <a:schemeClr val="tx1">
                    <a:lumMod val="75000"/>
                    <a:lumOff val="25000"/>
                  </a:schemeClr>
                </a:solidFill>
                <a:latin typeface="原稿用標準書体" panose="03000503000000000000" pitchFamily="66" charset="-128"/>
                <a:ea typeface="原稿用標準書体" panose="03000503000000000000" pitchFamily="66" charset="-128"/>
              </a:rPr>
              <a:t>前衛</a:t>
            </a:r>
            <a:r>
              <a:rPr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a:t>
            </a:r>
            <a:r>
              <a:rPr lang="en-US" altLang="ja-JP"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ATK+20%</a:t>
            </a:r>
            <a:r>
              <a:rPr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、注目度</a:t>
            </a:r>
            <a:r>
              <a:rPr lang="en-US" altLang="ja-JP"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+4</a:t>
            </a:r>
            <a:r>
              <a:rPr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、回避率</a:t>
            </a:r>
            <a:r>
              <a:rPr lang="en-US" altLang="ja-JP"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-20%</a:t>
            </a:r>
            <a:endParaRPr kumimoji="1" lang="ja-JP" altLang="en-US" sz="32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21" name="四角形: 角を丸くする 20">
            <a:extLst>
              <a:ext uri="{FF2B5EF4-FFF2-40B4-BE49-F238E27FC236}">
                <a16:creationId xmlns:a16="http://schemas.microsoft.com/office/drawing/2014/main" id="{B06B6658-7BED-C80D-642E-DA378D984F26}"/>
              </a:ext>
            </a:extLst>
          </p:cNvPr>
          <p:cNvSpPr/>
          <p:nvPr/>
        </p:nvSpPr>
        <p:spPr>
          <a:xfrm>
            <a:off x="1178850" y="1694047"/>
            <a:ext cx="1104265" cy="1100880"/>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22" name="四角形: 角を丸くする 21">
            <a:extLst>
              <a:ext uri="{FF2B5EF4-FFF2-40B4-BE49-F238E27FC236}">
                <a16:creationId xmlns:a16="http://schemas.microsoft.com/office/drawing/2014/main" id="{94A4C994-8FC9-931E-83B6-1A4C48261017}"/>
              </a:ext>
            </a:extLst>
          </p:cNvPr>
          <p:cNvSpPr/>
          <p:nvPr/>
        </p:nvSpPr>
        <p:spPr>
          <a:xfrm>
            <a:off x="2392525" y="1694047"/>
            <a:ext cx="1104265" cy="1100880"/>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23" name="四角形: 角を丸くする 22">
            <a:extLst>
              <a:ext uri="{FF2B5EF4-FFF2-40B4-BE49-F238E27FC236}">
                <a16:creationId xmlns:a16="http://schemas.microsoft.com/office/drawing/2014/main" id="{BC687C58-031A-164F-7981-47DA2A23D084}"/>
              </a:ext>
            </a:extLst>
          </p:cNvPr>
          <p:cNvSpPr/>
          <p:nvPr/>
        </p:nvSpPr>
        <p:spPr>
          <a:xfrm>
            <a:off x="3606199" y="1694047"/>
            <a:ext cx="1104265" cy="1100880"/>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24" name="四角形: 角を丸くする 23">
            <a:extLst>
              <a:ext uri="{FF2B5EF4-FFF2-40B4-BE49-F238E27FC236}">
                <a16:creationId xmlns:a16="http://schemas.microsoft.com/office/drawing/2014/main" id="{CACC6E03-593C-6E83-561B-B36639F00FF6}"/>
              </a:ext>
            </a:extLst>
          </p:cNvPr>
          <p:cNvSpPr/>
          <p:nvPr/>
        </p:nvSpPr>
        <p:spPr>
          <a:xfrm>
            <a:off x="4819874" y="1694047"/>
            <a:ext cx="1104265" cy="1100880"/>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25" name="テキスト ボックス 24">
            <a:extLst>
              <a:ext uri="{FF2B5EF4-FFF2-40B4-BE49-F238E27FC236}">
                <a16:creationId xmlns:a16="http://schemas.microsoft.com/office/drawing/2014/main" id="{1FB041DE-46D4-35D5-0A48-C688F7E6DF71}"/>
              </a:ext>
            </a:extLst>
          </p:cNvPr>
          <p:cNvSpPr txBox="1"/>
          <p:nvPr/>
        </p:nvSpPr>
        <p:spPr>
          <a:xfrm>
            <a:off x="1206202" y="3668155"/>
            <a:ext cx="4185761" cy="584775"/>
          </a:xfrm>
          <a:prstGeom prst="rect">
            <a:avLst/>
          </a:prstGeom>
          <a:noFill/>
        </p:spPr>
        <p:txBody>
          <a:bodyPr wrap="none" rtlCol="0">
            <a:spAutoFit/>
          </a:bodyPr>
          <a:lstStyle/>
          <a:p>
            <a:r>
              <a:rPr lang="ja-JP" altLang="en-US" sz="3200" dirty="0">
                <a:solidFill>
                  <a:schemeClr val="bg1">
                    <a:lumMod val="95000"/>
                  </a:schemeClr>
                </a:solidFill>
                <a:latin typeface="原稿用標準書体" panose="03000503000000000000" pitchFamily="66" charset="-128"/>
                <a:ea typeface="原稿用標準書体" panose="03000503000000000000" pitchFamily="66" charset="-128"/>
              </a:rPr>
              <a:t>後衛</a:t>
            </a:r>
            <a:r>
              <a:rPr lang="ja-JP" altLang="en-US" sz="1600" dirty="0">
                <a:solidFill>
                  <a:schemeClr val="bg1">
                    <a:lumMod val="95000"/>
                  </a:schemeClr>
                </a:solidFill>
                <a:latin typeface="原稿用標準書体" panose="03000503000000000000" pitchFamily="66" charset="-128"/>
                <a:ea typeface="原稿用標準書体" panose="03000503000000000000" pitchFamily="66" charset="-128"/>
              </a:rPr>
              <a:t>：回避率</a:t>
            </a:r>
            <a:r>
              <a:rPr lang="en-US" altLang="ja-JP" sz="1600" dirty="0">
                <a:solidFill>
                  <a:schemeClr val="bg1">
                    <a:lumMod val="95000"/>
                  </a:schemeClr>
                </a:solidFill>
                <a:latin typeface="原稿用標準書体" panose="03000503000000000000" pitchFamily="66" charset="-128"/>
                <a:ea typeface="原稿用標準書体" panose="03000503000000000000" pitchFamily="66" charset="-128"/>
              </a:rPr>
              <a:t>+20%</a:t>
            </a:r>
            <a:r>
              <a:rPr lang="ja-JP" altLang="en-US" sz="1600" dirty="0">
                <a:solidFill>
                  <a:schemeClr val="bg1">
                    <a:lumMod val="95000"/>
                  </a:schemeClr>
                </a:solidFill>
                <a:latin typeface="原稿用標準書体" panose="03000503000000000000" pitchFamily="66" charset="-128"/>
                <a:ea typeface="原稿用標準書体" panose="03000503000000000000" pitchFamily="66" charset="-128"/>
              </a:rPr>
              <a:t>、注目度</a:t>
            </a:r>
            <a:r>
              <a:rPr lang="en-US" altLang="ja-JP" sz="1600" dirty="0">
                <a:solidFill>
                  <a:schemeClr val="bg1">
                    <a:lumMod val="95000"/>
                  </a:schemeClr>
                </a:solidFill>
                <a:latin typeface="原稿用標準書体" panose="03000503000000000000" pitchFamily="66" charset="-128"/>
                <a:ea typeface="原稿用標準書体" panose="03000503000000000000" pitchFamily="66" charset="-128"/>
              </a:rPr>
              <a:t>+1</a:t>
            </a:r>
            <a:r>
              <a:rPr lang="ja-JP" altLang="en-US" sz="1600" dirty="0">
                <a:solidFill>
                  <a:schemeClr val="bg1">
                    <a:lumMod val="95000"/>
                  </a:schemeClr>
                </a:solidFill>
                <a:latin typeface="原稿用標準書体" panose="03000503000000000000" pitchFamily="66" charset="-128"/>
                <a:ea typeface="原稿用標準書体" panose="03000503000000000000" pitchFamily="66" charset="-128"/>
              </a:rPr>
              <a:t>、</a:t>
            </a:r>
            <a:r>
              <a:rPr lang="en-US" altLang="ja-JP" sz="1600" dirty="0">
                <a:solidFill>
                  <a:schemeClr val="bg1">
                    <a:lumMod val="95000"/>
                  </a:schemeClr>
                </a:solidFill>
                <a:latin typeface="原稿用標準書体" panose="03000503000000000000" pitchFamily="66" charset="-128"/>
                <a:ea typeface="原稿用標準書体" panose="03000503000000000000" pitchFamily="66" charset="-128"/>
              </a:rPr>
              <a:t>ATK-20%</a:t>
            </a:r>
            <a:endParaRPr kumimoji="1" lang="ja-JP" altLang="en-US" sz="32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26" name="グループ化 25">
            <a:extLst>
              <a:ext uri="{FF2B5EF4-FFF2-40B4-BE49-F238E27FC236}">
                <a16:creationId xmlns:a16="http://schemas.microsoft.com/office/drawing/2014/main" id="{0AECC4D1-1493-1C7B-9192-6DC08FE23CD6}"/>
              </a:ext>
            </a:extLst>
          </p:cNvPr>
          <p:cNvGrpSpPr/>
          <p:nvPr/>
        </p:nvGrpSpPr>
        <p:grpSpPr>
          <a:xfrm>
            <a:off x="1178850" y="4381282"/>
            <a:ext cx="4745291" cy="1100880"/>
            <a:chOff x="922576" y="2450171"/>
            <a:chExt cx="5301952" cy="1309138"/>
          </a:xfrm>
          <a:solidFill>
            <a:schemeClr val="bg1">
              <a:lumMod val="85000"/>
              <a:alpha val="85000"/>
            </a:schemeClr>
          </a:solidFill>
        </p:grpSpPr>
        <p:sp>
          <p:nvSpPr>
            <p:cNvPr id="173" name="四角形: 角を丸くする 172">
              <a:extLst>
                <a:ext uri="{FF2B5EF4-FFF2-40B4-BE49-F238E27FC236}">
                  <a16:creationId xmlns:a16="http://schemas.microsoft.com/office/drawing/2014/main" id="{9580BFC1-4B51-B49A-0699-E5187BEF52ED}"/>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74" name="四角形: 角を丸くする 173">
              <a:extLst>
                <a:ext uri="{FF2B5EF4-FFF2-40B4-BE49-F238E27FC236}">
                  <a16:creationId xmlns:a16="http://schemas.microsoft.com/office/drawing/2014/main" id="{8B399AFA-F911-27B9-30AA-5C4B3E5C129B}"/>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75" name="四角形: 角を丸くする 174">
              <a:extLst>
                <a:ext uri="{FF2B5EF4-FFF2-40B4-BE49-F238E27FC236}">
                  <a16:creationId xmlns:a16="http://schemas.microsoft.com/office/drawing/2014/main" id="{5BBCD7A5-C377-EBB3-35EF-3F420237F538}"/>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76" name="四角形: 角を丸くする 175">
              <a:extLst>
                <a:ext uri="{FF2B5EF4-FFF2-40B4-BE49-F238E27FC236}">
                  <a16:creationId xmlns:a16="http://schemas.microsoft.com/office/drawing/2014/main" id="{740E62A0-0A4D-CBF6-17B7-6B7B723EF6D5}"/>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latin typeface="原稿用標準書体" panose="03000503000000000000" pitchFamily="66" charset="-128"/>
                <a:ea typeface="原稿用標準書体" panose="03000503000000000000" pitchFamily="66" charset="-128"/>
              </a:endParaRPr>
            </a:p>
          </p:txBody>
        </p:sp>
      </p:grpSp>
      <p:cxnSp>
        <p:nvCxnSpPr>
          <p:cNvPr id="27" name="直線コネクタ 26">
            <a:extLst>
              <a:ext uri="{FF2B5EF4-FFF2-40B4-BE49-F238E27FC236}">
                <a16:creationId xmlns:a16="http://schemas.microsoft.com/office/drawing/2014/main" id="{748B0B62-38DB-D0C3-35AD-E2A5154C7F69}"/>
              </a:ext>
            </a:extLst>
          </p:cNvPr>
          <p:cNvCxnSpPr>
            <a:cxnSpLocks/>
          </p:cNvCxnSpPr>
          <p:nvPr/>
        </p:nvCxnSpPr>
        <p:spPr>
          <a:xfrm>
            <a:off x="1151498" y="3583374"/>
            <a:ext cx="4799995" cy="0"/>
          </a:xfrm>
          <a:prstGeom prst="line">
            <a:avLst/>
          </a:prstGeom>
          <a:ln w="12700">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grpSp>
        <p:nvGrpSpPr>
          <p:cNvPr id="28" name="グループ化 27">
            <a:extLst>
              <a:ext uri="{FF2B5EF4-FFF2-40B4-BE49-F238E27FC236}">
                <a16:creationId xmlns:a16="http://schemas.microsoft.com/office/drawing/2014/main" id="{F650955E-80B8-E8AE-29E1-51D2AE97543E}"/>
              </a:ext>
            </a:extLst>
          </p:cNvPr>
          <p:cNvGrpSpPr/>
          <p:nvPr/>
        </p:nvGrpSpPr>
        <p:grpSpPr>
          <a:xfrm>
            <a:off x="1176551" y="2871355"/>
            <a:ext cx="4745291" cy="569143"/>
            <a:chOff x="922576" y="2450171"/>
            <a:chExt cx="5301952" cy="1309138"/>
          </a:xfrm>
          <a:solidFill>
            <a:schemeClr val="tx1">
              <a:lumMod val="75000"/>
              <a:lumOff val="25000"/>
              <a:alpha val="85000"/>
            </a:schemeClr>
          </a:solidFill>
        </p:grpSpPr>
        <p:sp>
          <p:nvSpPr>
            <p:cNvPr id="169" name="四角形: 角を丸くする 168">
              <a:extLst>
                <a:ext uri="{FF2B5EF4-FFF2-40B4-BE49-F238E27FC236}">
                  <a16:creationId xmlns:a16="http://schemas.microsoft.com/office/drawing/2014/main" id="{B135FAB2-8194-D7D6-AE1D-FC43BA9BA510}"/>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70" name="四角形: 角を丸くする 169">
              <a:extLst>
                <a:ext uri="{FF2B5EF4-FFF2-40B4-BE49-F238E27FC236}">
                  <a16:creationId xmlns:a16="http://schemas.microsoft.com/office/drawing/2014/main" id="{EAA86074-B09D-C4D6-A64D-C36ECBC31BDB}"/>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71" name="四角形: 角を丸くする 170">
              <a:extLst>
                <a:ext uri="{FF2B5EF4-FFF2-40B4-BE49-F238E27FC236}">
                  <a16:creationId xmlns:a16="http://schemas.microsoft.com/office/drawing/2014/main" id="{EEA68B97-4D00-2C75-AB33-652EC703D43E}"/>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72" name="四角形: 角を丸くする 171">
              <a:extLst>
                <a:ext uri="{FF2B5EF4-FFF2-40B4-BE49-F238E27FC236}">
                  <a16:creationId xmlns:a16="http://schemas.microsoft.com/office/drawing/2014/main" id="{AC704E7F-EE27-F16C-EFE0-4DED41D7F1A3}"/>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grpSp>
      <p:grpSp>
        <p:nvGrpSpPr>
          <p:cNvPr id="29" name="グループ化 28">
            <a:extLst>
              <a:ext uri="{FF2B5EF4-FFF2-40B4-BE49-F238E27FC236}">
                <a16:creationId xmlns:a16="http://schemas.microsoft.com/office/drawing/2014/main" id="{129F35E3-95E7-51AE-1A07-365A9C400D03}"/>
              </a:ext>
            </a:extLst>
          </p:cNvPr>
          <p:cNvGrpSpPr/>
          <p:nvPr/>
        </p:nvGrpSpPr>
        <p:grpSpPr>
          <a:xfrm>
            <a:off x="1176551" y="5566940"/>
            <a:ext cx="4745291" cy="569143"/>
            <a:chOff x="922576" y="2450171"/>
            <a:chExt cx="5301952" cy="1309138"/>
          </a:xfrm>
          <a:solidFill>
            <a:schemeClr val="bg1">
              <a:lumMod val="85000"/>
              <a:alpha val="85000"/>
            </a:schemeClr>
          </a:solidFill>
        </p:grpSpPr>
        <p:sp>
          <p:nvSpPr>
            <p:cNvPr id="165" name="四角形: 角を丸くする 164">
              <a:extLst>
                <a:ext uri="{FF2B5EF4-FFF2-40B4-BE49-F238E27FC236}">
                  <a16:creationId xmlns:a16="http://schemas.microsoft.com/office/drawing/2014/main" id="{A9A54DB3-94DB-5F4D-A686-CFE3663A69AA}"/>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66" name="四角形: 角を丸くする 165">
              <a:extLst>
                <a:ext uri="{FF2B5EF4-FFF2-40B4-BE49-F238E27FC236}">
                  <a16:creationId xmlns:a16="http://schemas.microsoft.com/office/drawing/2014/main" id="{FC7BD735-67AF-26AA-C0E2-08CFA842959D}"/>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67" name="四角形: 角を丸くする 166">
              <a:extLst>
                <a:ext uri="{FF2B5EF4-FFF2-40B4-BE49-F238E27FC236}">
                  <a16:creationId xmlns:a16="http://schemas.microsoft.com/office/drawing/2014/main" id="{F8B056B6-38CE-27FD-28F1-09C1070D52DD}"/>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68" name="四角形: 角を丸くする 167">
              <a:extLst>
                <a:ext uri="{FF2B5EF4-FFF2-40B4-BE49-F238E27FC236}">
                  <a16:creationId xmlns:a16="http://schemas.microsoft.com/office/drawing/2014/main" id="{D9658C2A-2A61-0713-32C5-D0503ADB851C}"/>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grpSp>
      <p:grpSp>
        <p:nvGrpSpPr>
          <p:cNvPr id="2" name="グループ化 1">
            <a:extLst>
              <a:ext uri="{FF2B5EF4-FFF2-40B4-BE49-F238E27FC236}">
                <a16:creationId xmlns:a16="http://schemas.microsoft.com/office/drawing/2014/main" id="{FE60745A-4E17-DDC9-C8C4-267DC3FF4990}"/>
              </a:ext>
            </a:extLst>
          </p:cNvPr>
          <p:cNvGrpSpPr/>
          <p:nvPr/>
        </p:nvGrpSpPr>
        <p:grpSpPr>
          <a:xfrm>
            <a:off x="6292077" y="1068435"/>
            <a:ext cx="893760" cy="1305019"/>
            <a:chOff x="6497359" y="1068435"/>
            <a:chExt cx="1273542" cy="1305019"/>
          </a:xfrm>
        </p:grpSpPr>
        <p:sp>
          <p:nvSpPr>
            <p:cNvPr id="5" name="四角形: 角を丸くする 4">
              <a:extLst>
                <a:ext uri="{FF2B5EF4-FFF2-40B4-BE49-F238E27FC236}">
                  <a16:creationId xmlns:a16="http://schemas.microsoft.com/office/drawing/2014/main" id="{C525FF41-699A-15EE-0C63-B4C534567B16}"/>
                </a:ext>
              </a:extLst>
            </p:cNvPr>
            <p:cNvSpPr/>
            <p:nvPr/>
          </p:nvSpPr>
          <p:spPr>
            <a:xfrm>
              <a:off x="6497359" y="1068435"/>
              <a:ext cx="1273542" cy="1305019"/>
            </a:xfrm>
            <a:prstGeom prst="roundRect">
              <a:avLst>
                <a:gd name="adj" fmla="val 4721"/>
              </a:avLst>
            </a:prstGeom>
            <a:solidFill>
              <a:schemeClr val="bg1">
                <a:lumMod val="7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30" name="テキスト ボックス 29">
              <a:extLst>
                <a:ext uri="{FF2B5EF4-FFF2-40B4-BE49-F238E27FC236}">
                  <a16:creationId xmlns:a16="http://schemas.microsoft.com/office/drawing/2014/main" id="{2733C2C9-7BD8-5A04-69A8-BD7467B17695}"/>
                </a:ext>
              </a:extLst>
            </p:cNvPr>
            <p:cNvSpPr txBox="1"/>
            <p:nvPr/>
          </p:nvSpPr>
          <p:spPr>
            <a:xfrm>
              <a:off x="6692593" y="1130817"/>
              <a:ext cx="877796" cy="371375"/>
            </a:xfrm>
            <a:prstGeom prst="rect">
              <a:avLst/>
            </a:prstGeom>
            <a:noFill/>
          </p:spPr>
          <p:txBody>
            <a:bodyPr wrap="none" rtlCol="0">
              <a:spAutoFit/>
            </a:bodyP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ゲート</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35" name="グループ化 34">
            <a:extLst>
              <a:ext uri="{FF2B5EF4-FFF2-40B4-BE49-F238E27FC236}">
                <a16:creationId xmlns:a16="http://schemas.microsoft.com/office/drawing/2014/main" id="{639181E1-C01C-DE30-A3C7-20C4C0776B86}"/>
              </a:ext>
            </a:extLst>
          </p:cNvPr>
          <p:cNvGrpSpPr/>
          <p:nvPr/>
        </p:nvGrpSpPr>
        <p:grpSpPr>
          <a:xfrm>
            <a:off x="1409404" y="2982844"/>
            <a:ext cx="4293744" cy="371375"/>
            <a:chOff x="1152258" y="2766548"/>
            <a:chExt cx="4797436" cy="414940"/>
          </a:xfrm>
        </p:grpSpPr>
        <p:sp>
          <p:nvSpPr>
            <p:cNvPr id="161" name="テキスト ボックス 160">
              <a:extLst>
                <a:ext uri="{FF2B5EF4-FFF2-40B4-BE49-F238E27FC236}">
                  <a16:creationId xmlns:a16="http://schemas.microsoft.com/office/drawing/2014/main" id="{4AE38225-8856-4E2C-BEDC-3C5CCE0A403E}"/>
                </a:ext>
              </a:extLst>
            </p:cNvPr>
            <p:cNvSpPr txBox="1"/>
            <p:nvPr/>
          </p:nvSpPr>
          <p:spPr>
            <a:xfrm>
              <a:off x="1152258" y="2766548"/>
              <a:ext cx="729290" cy="414940"/>
            </a:xfrm>
            <a:prstGeom prst="rect">
              <a:avLst/>
            </a:prstGeom>
            <a:noFill/>
          </p:spPr>
          <p:txBody>
            <a:bodyPr wrap="none" rtlCol="0">
              <a:spAutoFit/>
            </a:bodyP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62" name="テキスト ボックス 161">
              <a:extLst>
                <a:ext uri="{FF2B5EF4-FFF2-40B4-BE49-F238E27FC236}">
                  <a16:creationId xmlns:a16="http://schemas.microsoft.com/office/drawing/2014/main" id="{024321A1-0CB7-F718-3536-13CF84DEC632}"/>
                </a:ext>
              </a:extLst>
            </p:cNvPr>
            <p:cNvSpPr txBox="1"/>
            <p:nvPr/>
          </p:nvSpPr>
          <p:spPr>
            <a:xfrm>
              <a:off x="2508307" y="2766548"/>
              <a:ext cx="729290" cy="414940"/>
            </a:xfrm>
            <a:prstGeom prst="rect">
              <a:avLst/>
            </a:prstGeom>
            <a:noFill/>
          </p:spPr>
          <p:txBody>
            <a:bodyPr wrap="none" rtlCol="0">
              <a:spAutoFit/>
            </a:bodyP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63" name="テキスト ボックス 162">
              <a:extLst>
                <a:ext uri="{FF2B5EF4-FFF2-40B4-BE49-F238E27FC236}">
                  <a16:creationId xmlns:a16="http://schemas.microsoft.com/office/drawing/2014/main" id="{4FDF9738-EB34-CFB2-64D2-537455B281F7}"/>
                </a:ext>
              </a:extLst>
            </p:cNvPr>
            <p:cNvSpPr txBox="1"/>
            <p:nvPr/>
          </p:nvSpPr>
          <p:spPr>
            <a:xfrm>
              <a:off x="3864356" y="2766548"/>
              <a:ext cx="729290" cy="414940"/>
            </a:xfrm>
            <a:prstGeom prst="rect">
              <a:avLst/>
            </a:prstGeom>
            <a:noFill/>
          </p:spPr>
          <p:txBody>
            <a:bodyPr wrap="none" rtlCol="0">
              <a:spAutoFit/>
            </a:bodyP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64" name="テキスト ボックス 163">
              <a:extLst>
                <a:ext uri="{FF2B5EF4-FFF2-40B4-BE49-F238E27FC236}">
                  <a16:creationId xmlns:a16="http://schemas.microsoft.com/office/drawing/2014/main" id="{3CFF80D4-910F-859B-8B46-E3DD6DABD235}"/>
                </a:ext>
              </a:extLst>
            </p:cNvPr>
            <p:cNvSpPr txBox="1"/>
            <p:nvPr/>
          </p:nvSpPr>
          <p:spPr>
            <a:xfrm>
              <a:off x="5220404" y="2766548"/>
              <a:ext cx="729290" cy="414940"/>
            </a:xfrm>
            <a:prstGeom prst="rect">
              <a:avLst/>
            </a:prstGeom>
            <a:noFill/>
          </p:spPr>
          <p:txBody>
            <a:bodyPr wrap="none" rtlCol="0">
              <a:spAutoFit/>
            </a:bodyP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sp>
        <p:nvSpPr>
          <p:cNvPr id="36" name="テキスト ボックス 35">
            <a:extLst>
              <a:ext uri="{FF2B5EF4-FFF2-40B4-BE49-F238E27FC236}">
                <a16:creationId xmlns:a16="http://schemas.microsoft.com/office/drawing/2014/main" id="{D86F83F9-0E72-732E-4063-448E35669B9D}"/>
              </a:ext>
            </a:extLst>
          </p:cNvPr>
          <p:cNvSpPr txBox="1"/>
          <p:nvPr/>
        </p:nvSpPr>
        <p:spPr>
          <a:xfrm>
            <a:off x="1409404" y="5672705"/>
            <a:ext cx="652720" cy="371375"/>
          </a:xfrm>
          <a:prstGeom prst="rect">
            <a:avLst/>
          </a:prstGeom>
          <a:noFill/>
        </p:spPr>
        <p:txBody>
          <a:bodyPr wrap="none" rtlCol="0">
            <a:spAutoFit/>
          </a:bodyPr>
          <a:lstStyle/>
          <a:p>
            <a:pPr algn="ct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37" name="テキスト ボックス 36">
            <a:extLst>
              <a:ext uri="{FF2B5EF4-FFF2-40B4-BE49-F238E27FC236}">
                <a16:creationId xmlns:a16="http://schemas.microsoft.com/office/drawing/2014/main" id="{8B468F67-1E9E-478C-E728-B4EC4AC9C2B5}"/>
              </a:ext>
            </a:extLst>
          </p:cNvPr>
          <p:cNvSpPr txBox="1"/>
          <p:nvPr/>
        </p:nvSpPr>
        <p:spPr>
          <a:xfrm>
            <a:off x="2623078" y="5672705"/>
            <a:ext cx="652720" cy="371375"/>
          </a:xfrm>
          <a:prstGeom prst="rect">
            <a:avLst/>
          </a:prstGeom>
          <a:noFill/>
        </p:spPr>
        <p:txBody>
          <a:bodyPr wrap="none" rtlCol="0">
            <a:spAutoFit/>
          </a:bodyPr>
          <a:lstStyle/>
          <a:p>
            <a:pPr algn="ct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38" name="テキスト ボックス 37">
            <a:extLst>
              <a:ext uri="{FF2B5EF4-FFF2-40B4-BE49-F238E27FC236}">
                <a16:creationId xmlns:a16="http://schemas.microsoft.com/office/drawing/2014/main" id="{063CE154-CC17-F266-5968-30759A4D06A7}"/>
              </a:ext>
            </a:extLst>
          </p:cNvPr>
          <p:cNvSpPr txBox="1"/>
          <p:nvPr/>
        </p:nvSpPr>
        <p:spPr>
          <a:xfrm>
            <a:off x="3836753" y="5672705"/>
            <a:ext cx="652720" cy="371375"/>
          </a:xfrm>
          <a:prstGeom prst="rect">
            <a:avLst/>
          </a:prstGeom>
          <a:noFill/>
        </p:spPr>
        <p:txBody>
          <a:bodyPr wrap="none" rtlCol="0">
            <a:spAutoFit/>
          </a:bodyPr>
          <a:lstStyle/>
          <a:p>
            <a:pPr algn="ct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39" name="グループ化 38">
            <a:extLst>
              <a:ext uri="{FF2B5EF4-FFF2-40B4-BE49-F238E27FC236}">
                <a16:creationId xmlns:a16="http://schemas.microsoft.com/office/drawing/2014/main" id="{6B85F46D-BC83-E97C-7AFF-BE28E7A6EB42}"/>
              </a:ext>
            </a:extLst>
          </p:cNvPr>
          <p:cNvGrpSpPr/>
          <p:nvPr/>
        </p:nvGrpSpPr>
        <p:grpSpPr>
          <a:xfrm>
            <a:off x="1292085" y="2047871"/>
            <a:ext cx="4518820" cy="371375"/>
            <a:chOff x="1026519" y="2766548"/>
            <a:chExt cx="5048914" cy="414940"/>
          </a:xfrm>
        </p:grpSpPr>
        <p:sp>
          <p:nvSpPr>
            <p:cNvPr id="157" name="テキスト ボックス 156">
              <a:extLst>
                <a:ext uri="{FF2B5EF4-FFF2-40B4-BE49-F238E27FC236}">
                  <a16:creationId xmlns:a16="http://schemas.microsoft.com/office/drawing/2014/main" id="{C056CBD8-FB21-A817-C921-F0691C83EECB}"/>
                </a:ext>
              </a:extLst>
            </p:cNvPr>
            <p:cNvSpPr txBox="1"/>
            <p:nvPr/>
          </p:nvSpPr>
          <p:spPr>
            <a:xfrm>
              <a:off x="1026519" y="2766548"/>
              <a:ext cx="980768" cy="414940"/>
            </a:xfrm>
            <a:prstGeom prst="rect">
              <a:avLst/>
            </a:prstGeom>
            <a:noFill/>
          </p:spPr>
          <p:txBody>
            <a:bodyPr wrap="none" rtlCol="0">
              <a:spAutoFit/>
            </a:bodyP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キャラ</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58" name="テキスト ボックス 157">
              <a:extLst>
                <a:ext uri="{FF2B5EF4-FFF2-40B4-BE49-F238E27FC236}">
                  <a16:creationId xmlns:a16="http://schemas.microsoft.com/office/drawing/2014/main" id="{988C0AE0-6189-CDCC-766A-2223D47765FB}"/>
                </a:ext>
              </a:extLst>
            </p:cNvPr>
            <p:cNvSpPr txBox="1"/>
            <p:nvPr/>
          </p:nvSpPr>
          <p:spPr>
            <a:xfrm>
              <a:off x="2382568" y="2766548"/>
              <a:ext cx="980768" cy="414940"/>
            </a:xfrm>
            <a:prstGeom prst="rect">
              <a:avLst/>
            </a:prstGeom>
            <a:noFill/>
          </p:spPr>
          <p:txBody>
            <a:bodyPr wrap="none" rtlCol="0">
              <a:spAutoFit/>
            </a:bodyP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sp>
          <p:nvSpPr>
            <p:cNvPr id="159" name="テキスト ボックス 158">
              <a:extLst>
                <a:ext uri="{FF2B5EF4-FFF2-40B4-BE49-F238E27FC236}">
                  <a16:creationId xmlns:a16="http://schemas.microsoft.com/office/drawing/2014/main" id="{ED1658FE-73AC-F68E-A875-654D875B164B}"/>
                </a:ext>
              </a:extLst>
            </p:cNvPr>
            <p:cNvSpPr txBox="1"/>
            <p:nvPr/>
          </p:nvSpPr>
          <p:spPr>
            <a:xfrm>
              <a:off x="3738618" y="2766548"/>
              <a:ext cx="980768" cy="414940"/>
            </a:xfrm>
            <a:prstGeom prst="rect">
              <a:avLst/>
            </a:prstGeom>
            <a:noFill/>
          </p:spPr>
          <p:txBody>
            <a:bodyPr wrap="none" rtlCol="0">
              <a:spAutoFit/>
            </a:bodyP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sp>
          <p:nvSpPr>
            <p:cNvPr id="160" name="テキスト ボックス 159">
              <a:extLst>
                <a:ext uri="{FF2B5EF4-FFF2-40B4-BE49-F238E27FC236}">
                  <a16:creationId xmlns:a16="http://schemas.microsoft.com/office/drawing/2014/main" id="{7C749F54-B6F0-4EC7-7230-0A57F2281F36}"/>
                </a:ext>
              </a:extLst>
            </p:cNvPr>
            <p:cNvSpPr txBox="1"/>
            <p:nvPr/>
          </p:nvSpPr>
          <p:spPr>
            <a:xfrm>
              <a:off x="5094665" y="2766548"/>
              <a:ext cx="980768" cy="414940"/>
            </a:xfrm>
            <a:prstGeom prst="rect">
              <a:avLst/>
            </a:prstGeom>
            <a:noFill/>
          </p:spPr>
          <p:txBody>
            <a:bodyPr wrap="none" rtlCol="0">
              <a:spAutoFit/>
            </a:bodyP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nvGrpSpPr>
          <p:cNvPr id="40" name="グループ化 39">
            <a:extLst>
              <a:ext uri="{FF2B5EF4-FFF2-40B4-BE49-F238E27FC236}">
                <a16:creationId xmlns:a16="http://schemas.microsoft.com/office/drawing/2014/main" id="{E52918C0-6D10-7D1B-143A-301F3851A309}"/>
              </a:ext>
            </a:extLst>
          </p:cNvPr>
          <p:cNvGrpSpPr/>
          <p:nvPr/>
        </p:nvGrpSpPr>
        <p:grpSpPr>
          <a:xfrm>
            <a:off x="1261825" y="4778493"/>
            <a:ext cx="4172287" cy="371375"/>
            <a:chOff x="1026519" y="2766548"/>
            <a:chExt cx="4661731" cy="414940"/>
          </a:xfrm>
        </p:grpSpPr>
        <p:sp>
          <p:nvSpPr>
            <p:cNvPr id="153" name="テキスト ボックス 152">
              <a:extLst>
                <a:ext uri="{FF2B5EF4-FFF2-40B4-BE49-F238E27FC236}">
                  <a16:creationId xmlns:a16="http://schemas.microsoft.com/office/drawing/2014/main" id="{0EA4A0C0-5594-58EB-B3EA-3431EA534EEC}"/>
                </a:ext>
              </a:extLst>
            </p:cNvPr>
            <p:cNvSpPr txBox="1"/>
            <p:nvPr/>
          </p:nvSpPr>
          <p:spPr>
            <a:xfrm>
              <a:off x="1026519" y="2766548"/>
              <a:ext cx="980768" cy="414940"/>
            </a:xfrm>
            <a:prstGeom prst="rect">
              <a:avLst/>
            </a:prstGeom>
            <a:noFill/>
          </p:spPr>
          <p:txBody>
            <a:bodyPr wrap="none" rtlCol="0">
              <a:spAutoFit/>
            </a:bodyPr>
            <a:lstStyle/>
            <a:p>
              <a:pPr algn="ct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endParaRPr kumimoji="1"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154" name="テキスト ボックス 153">
              <a:extLst>
                <a:ext uri="{FF2B5EF4-FFF2-40B4-BE49-F238E27FC236}">
                  <a16:creationId xmlns:a16="http://schemas.microsoft.com/office/drawing/2014/main" id="{CEF538A8-CF0E-5B92-5CAC-25CF35798A5D}"/>
                </a:ext>
              </a:extLst>
            </p:cNvPr>
            <p:cNvSpPr txBox="1"/>
            <p:nvPr/>
          </p:nvSpPr>
          <p:spPr>
            <a:xfrm>
              <a:off x="2382568" y="2766548"/>
              <a:ext cx="980768" cy="414940"/>
            </a:xfrm>
            <a:prstGeom prst="rect">
              <a:avLst/>
            </a:prstGeom>
            <a:noFill/>
          </p:spPr>
          <p:txBody>
            <a:bodyPr wrap="none" rtlCol="0">
              <a:spAutoFit/>
            </a:bodyPr>
            <a:lstStyle/>
            <a:p>
              <a:pPr algn="ct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sp>
          <p:nvSpPr>
            <p:cNvPr id="155" name="テキスト ボックス 154">
              <a:extLst>
                <a:ext uri="{FF2B5EF4-FFF2-40B4-BE49-F238E27FC236}">
                  <a16:creationId xmlns:a16="http://schemas.microsoft.com/office/drawing/2014/main" id="{3CE713E6-AC80-6289-4F4E-004C095CE8BF}"/>
                </a:ext>
              </a:extLst>
            </p:cNvPr>
            <p:cNvSpPr txBox="1"/>
            <p:nvPr/>
          </p:nvSpPr>
          <p:spPr>
            <a:xfrm>
              <a:off x="3738618" y="2766548"/>
              <a:ext cx="980768" cy="414940"/>
            </a:xfrm>
            <a:prstGeom prst="rect">
              <a:avLst/>
            </a:prstGeom>
            <a:noFill/>
          </p:spPr>
          <p:txBody>
            <a:bodyPr wrap="none" rtlCol="0">
              <a:spAutoFit/>
            </a:bodyPr>
            <a:lstStyle/>
            <a:p>
              <a:pPr algn="ct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sp>
          <p:nvSpPr>
            <p:cNvPr id="156" name="テキスト ボックス 155">
              <a:extLst>
                <a:ext uri="{FF2B5EF4-FFF2-40B4-BE49-F238E27FC236}">
                  <a16:creationId xmlns:a16="http://schemas.microsoft.com/office/drawing/2014/main" id="{933BA988-04E9-2402-6D16-5D0AF1E5DAEF}"/>
                </a:ext>
              </a:extLst>
            </p:cNvPr>
            <p:cNvSpPr txBox="1"/>
            <p:nvPr/>
          </p:nvSpPr>
          <p:spPr>
            <a:xfrm>
              <a:off x="5481849" y="2766548"/>
              <a:ext cx="206401" cy="412657"/>
            </a:xfrm>
            <a:prstGeom prst="rect">
              <a:avLst/>
            </a:prstGeom>
            <a:noFill/>
          </p:spPr>
          <p:txBody>
            <a:bodyPr wrap="none" rtlCol="0">
              <a:spAutoFit/>
            </a:bodyPr>
            <a:lstStyle/>
            <a:p>
              <a:pPr algn="ctr"/>
              <a:endPar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55" name="四角形: 角を丸くする 54">
            <a:extLst>
              <a:ext uri="{FF2B5EF4-FFF2-40B4-BE49-F238E27FC236}">
                <a16:creationId xmlns:a16="http://schemas.microsoft.com/office/drawing/2014/main" id="{739B8645-EAE4-8013-0CDD-4FBE9948C251}"/>
              </a:ext>
            </a:extLst>
          </p:cNvPr>
          <p:cNvSpPr/>
          <p:nvPr/>
        </p:nvSpPr>
        <p:spPr>
          <a:xfrm>
            <a:off x="1178849" y="1691635"/>
            <a:ext cx="1104265" cy="1100880"/>
          </a:xfrm>
          <a:prstGeom prst="roundRect">
            <a:avLst>
              <a:gd name="adj" fmla="val 6896"/>
            </a:avLst>
          </a:prstGeom>
          <a:solidFill>
            <a:srgbClr val="FF00FF">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grpSp>
        <p:nvGrpSpPr>
          <p:cNvPr id="56" name="グループ化 55">
            <a:extLst>
              <a:ext uri="{FF2B5EF4-FFF2-40B4-BE49-F238E27FC236}">
                <a16:creationId xmlns:a16="http://schemas.microsoft.com/office/drawing/2014/main" id="{2CE9BCB3-FD4D-BA23-7F97-2C1E27A7293C}"/>
              </a:ext>
            </a:extLst>
          </p:cNvPr>
          <p:cNvGrpSpPr/>
          <p:nvPr/>
        </p:nvGrpSpPr>
        <p:grpSpPr>
          <a:xfrm>
            <a:off x="1372882" y="1967913"/>
            <a:ext cx="723276" cy="548325"/>
            <a:chOff x="981599" y="1624031"/>
            <a:chExt cx="808122" cy="612648"/>
          </a:xfrm>
        </p:grpSpPr>
        <p:sp>
          <p:nvSpPr>
            <p:cNvPr id="138" name="フローチャート: 他ページ結合子 137">
              <a:extLst>
                <a:ext uri="{FF2B5EF4-FFF2-40B4-BE49-F238E27FC236}">
                  <a16:creationId xmlns:a16="http://schemas.microsoft.com/office/drawing/2014/main" id="{62F45A55-FE3C-9112-AD4D-FB20CBEF6F10}"/>
                </a:ext>
              </a:extLst>
            </p:cNvPr>
            <p:cNvSpPr/>
            <p:nvPr/>
          </p:nvSpPr>
          <p:spPr>
            <a:xfrm>
              <a:off x="1002683" y="1624031"/>
              <a:ext cx="758051" cy="612648"/>
            </a:xfrm>
            <a:prstGeom prst="flowChartOffpageConnector">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sp>
          <p:nvSpPr>
            <p:cNvPr id="139" name="テキスト ボックス 138">
              <a:extLst>
                <a:ext uri="{FF2B5EF4-FFF2-40B4-BE49-F238E27FC236}">
                  <a16:creationId xmlns:a16="http://schemas.microsoft.com/office/drawing/2014/main" id="{1E919D63-216A-191A-F71A-8DF2DF95837C}"/>
                </a:ext>
              </a:extLst>
            </p:cNvPr>
            <p:cNvSpPr txBox="1"/>
            <p:nvPr/>
          </p:nvSpPr>
          <p:spPr>
            <a:xfrm>
              <a:off x="981599" y="1707422"/>
              <a:ext cx="808122" cy="343882"/>
            </a:xfrm>
            <a:prstGeom prst="rect">
              <a:avLst/>
            </a:prstGeom>
            <a:noFill/>
          </p:spPr>
          <p:txBody>
            <a:bodyPr wrap="none" rtlCol="0">
              <a:spAutoFit/>
            </a:bodyPr>
            <a:lstStyle/>
            <a:p>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後衛</a:t>
              </a:r>
              <a:r>
                <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へ</a:t>
              </a:r>
              <a:endParaRPr kumimoji="1" lang="ja-JP" altLang="en-US" sz="14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87" name="グループ化 186">
            <a:extLst>
              <a:ext uri="{FF2B5EF4-FFF2-40B4-BE49-F238E27FC236}">
                <a16:creationId xmlns:a16="http://schemas.microsoft.com/office/drawing/2014/main" id="{1CFB0D59-3C2A-FA20-C68E-7B139788AE64}"/>
              </a:ext>
            </a:extLst>
          </p:cNvPr>
          <p:cNvGrpSpPr/>
          <p:nvPr/>
        </p:nvGrpSpPr>
        <p:grpSpPr>
          <a:xfrm>
            <a:off x="10306252" y="-26216"/>
            <a:ext cx="1904042" cy="1345494"/>
            <a:chOff x="163586" y="134635"/>
            <a:chExt cx="1975684" cy="1396119"/>
          </a:xfrm>
        </p:grpSpPr>
        <p:grpSp>
          <p:nvGrpSpPr>
            <p:cNvPr id="188" name="グループ化 187">
              <a:extLst>
                <a:ext uri="{FF2B5EF4-FFF2-40B4-BE49-F238E27FC236}">
                  <a16:creationId xmlns:a16="http://schemas.microsoft.com/office/drawing/2014/main" id="{D7AA85F6-E3C3-33DF-D428-D39F984C59C1}"/>
                </a:ext>
              </a:extLst>
            </p:cNvPr>
            <p:cNvGrpSpPr/>
            <p:nvPr/>
          </p:nvGrpSpPr>
          <p:grpSpPr>
            <a:xfrm>
              <a:off x="163586" y="134635"/>
              <a:ext cx="1975684" cy="1396119"/>
              <a:chOff x="163586" y="134635"/>
              <a:chExt cx="1975684" cy="1396119"/>
            </a:xfrm>
          </p:grpSpPr>
          <p:pic>
            <p:nvPicPr>
              <p:cNvPr id="190" name="図 189">
                <a:extLst>
                  <a:ext uri="{FF2B5EF4-FFF2-40B4-BE49-F238E27FC236}">
                    <a16:creationId xmlns:a16="http://schemas.microsoft.com/office/drawing/2014/main" id="{333568A7-7EC2-8783-B54E-8910A10F298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191" name="楕円 190">
                <a:extLst>
                  <a:ext uri="{FF2B5EF4-FFF2-40B4-BE49-F238E27FC236}">
                    <a16:creationId xmlns:a16="http://schemas.microsoft.com/office/drawing/2014/main" id="{DED684E7-F123-2EC6-7BDE-42CEFD908BB3}"/>
                  </a:ext>
                </a:extLst>
              </p:cNvPr>
              <p:cNvSpPr/>
              <p:nvPr/>
            </p:nvSpPr>
            <p:spPr>
              <a:xfrm>
                <a:off x="836705" y="560292"/>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189" name="図 188">
              <a:extLst>
                <a:ext uri="{FF2B5EF4-FFF2-40B4-BE49-F238E27FC236}">
                  <a16:creationId xmlns:a16="http://schemas.microsoft.com/office/drawing/2014/main" id="{9BBBB239-888D-C040-EE94-845A9E552FD7}"/>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
        <p:nvSpPr>
          <p:cNvPr id="32" name="テキスト ボックス 31">
            <a:extLst>
              <a:ext uri="{FF2B5EF4-FFF2-40B4-BE49-F238E27FC236}">
                <a16:creationId xmlns:a16="http://schemas.microsoft.com/office/drawing/2014/main" id="{ECEB1CE5-1FE3-E442-9A11-F387AB783F5F}"/>
              </a:ext>
            </a:extLst>
          </p:cNvPr>
          <p:cNvSpPr txBox="1"/>
          <p:nvPr/>
        </p:nvSpPr>
        <p:spPr>
          <a:xfrm>
            <a:off x="8113668" y="1130817"/>
            <a:ext cx="877796" cy="371375"/>
          </a:xfrm>
          <a:prstGeom prst="rect">
            <a:avLst/>
          </a:prstGeom>
          <a:noFill/>
        </p:spPr>
        <p:txBody>
          <a:bodyPr wrap="none" rtlCol="0">
            <a:spAutoFit/>
          </a:bodyPr>
          <a:lstStyle/>
          <a:p>
            <a:pPr algn="ct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endParaRPr kumimoji="1"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12" name="グループ化 11">
            <a:extLst>
              <a:ext uri="{FF2B5EF4-FFF2-40B4-BE49-F238E27FC236}">
                <a16:creationId xmlns:a16="http://schemas.microsoft.com/office/drawing/2014/main" id="{2AA7C12A-C141-D45C-FCD5-AA5BB610B4C2}"/>
              </a:ext>
            </a:extLst>
          </p:cNvPr>
          <p:cNvGrpSpPr/>
          <p:nvPr/>
        </p:nvGrpSpPr>
        <p:grpSpPr>
          <a:xfrm>
            <a:off x="7255483" y="1071540"/>
            <a:ext cx="893760" cy="601610"/>
            <a:chOff x="6497359" y="1068436"/>
            <a:chExt cx="1273542" cy="601610"/>
          </a:xfrm>
        </p:grpSpPr>
        <p:sp>
          <p:nvSpPr>
            <p:cNvPr id="13" name="四角形: 角を丸くする 12">
              <a:extLst>
                <a:ext uri="{FF2B5EF4-FFF2-40B4-BE49-F238E27FC236}">
                  <a16:creationId xmlns:a16="http://schemas.microsoft.com/office/drawing/2014/main" id="{FD3F7565-375C-06E4-BD0A-45F5D1F8F83D}"/>
                </a:ext>
              </a:extLst>
            </p:cNvPr>
            <p:cNvSpPr/>
            <p:nvPr/>
          </p:nvSpPr>
          <p:spPr>
            <a:xfrm>
              <a:off x="6497359" y="1068436"/>
              <a:ext cx="1273542" cy="601610"/>
            </a:xfrm>
            <a:prstGeom prst="roundRect">
              <a:avLst>
                <a:gd name="adj" fmla="val 4721"/>
              </a:avLst>
            </a:prstGeom>
            <a:solidFill>
              <a:srgbClr val="9B95A0"/>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4" name="テキスト ボックス 13">
              <a:extLst>
                <a:ext uri="{FF2B5EF4-FFF2-40B4-BE49-F238E27FC236}">
                  <a16:creationId xmlns:a16="http://schemas.microsoft.com/office/drawing/2014/main" id="{41ED5200-1673-EE98-BA4E-862E6F3C0A8B}"/>
                </a:ext>
              </a:extLst>
            </p:cNvPr>
            <p:cNvSpPr txBox="1"/>
            <p:nvPr/>
          </p:nvSpPr>
          <p:spPr>
            <a:xfrm>
              <a:off x="6506545" y="1130817"/>
              <a:ext cx="1249893" cy="369332"/>
            </a:xfrm>
            <a:prstGeom prst="rect">
              <a:avLst/>
            </a:prstGeom>
            <a:noFill/>
          </p:spPr>
          <p:txBody>
            <a:bodyPr wrap="none" rtlCol="0">
              <a:spAutoFit/>
            </a:bodyPr>
            <a:lstStyle/>
            <a:p>
              <a:pPr algn="ctr"/>
              <a:r>
                <a:rPr kumimoji="1" lang="ja-JP" altLang="en-US">
                  <a:solidFill>
                    <a:schemeClr val="bg1">
                      <a:lumMod val="95000"/>
                    </a:schemeClr>
                  </a:solidFill>
                  <a:latin typeface="原稿用標準書体" panose="03000503000000000000" pitchFamily="66" charset="-128"/>
                  <a:ea typeface="原稿用標準書体" panose="03000503000000000000" pitchFamily="66" charset="-128"/>
                </a:rPr>
                <a:t>キャラ</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15" name="グループ化 14">
            <a:extLst>
              <a:ext uri="{FF2B5EF4-FFF2-40B4-BE49-F238E27FC236}">
                <a16:creationId xmlns:a16="http://schemas.microsoft.com/office/drawing/2014/main" id="{1322E125-152D-0011-FE95-DD6B71137B83}"/>
              </a:ext>
            </a:extLst>
          </p:cNvPr>
          <p:cNvGrpSpPr/>
          <p:nvPr/>
        </p:nvGrpSpPr>
        <p:grpSpPr>
          <a:xfrm>
            <a:off x="8218889" y="1068435"/>
            <a:ext cx="893760" cy="1305019"/>
            <a:chOff x="6497359" y="1068435"/>
            <a:chExt cx="1273542" cy="1305019"/>
          </a:xfrm>
        </p:grpSpPr>
        <p:sp>
          <p:nvSpPr>
            <p:cNvPr id="16" name="四角形: 角を丸くする 15">
              <a:extLst>
                <a:ext uri="{FF2B5EF4-FFF2-40B4-BE49-F238E27FC236}">
                  <a16:creationId xmlns:a16="http://schemas.microsoft.com/office/drawing/2014/main" id="{08264A9B-2588-66AB-B365-647640C28350}"/>
                </a:ext>
              </a:extLst>
            </p:cNvPr>
            <p:cNvSpPr/>
            <p:nvPr/>
          </p:nvSpPr>
          <p:spPr>
            <a:xfrm>
              <a:off x="6497359" y="1068435"/>
              <a:ext cx="1273542" cy="1305019"/>
            </a:xfrm>
            <a:prstGeom prst="roundRect">
              <a:avLst>
                <a:gd name="adj" fmla="val 4721"/>
              </a:avLst>
            </a:prstGeom>
            <a:solidFill>
              <a:schemeClr val="bg1">
                <a:lumMod val="7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7" name="テキスト ボックス 16">
              <a:extLst>
                <a:ext uri="{FF2B5EF4-FFF2-40B4-BE49-F238E27FC236}">
                  <a16:creationId xmlns:a16="http://schemas.microsoft.com/office/drawing/2014/main" id="{49095AC7-7835-BC12-25C5-113C5C729991}"/>
                </a:ext>
              </a:extLst>
            </p:cNvPr>
            <p:cNvSpPr txBox="1"/>
            <p:nvPr/>
          </p:nvSpPr>
          <p:spPr>
            <a:xfrm>
              <a:off x="6671003" y="1130817"/>
              <a:ext cx="920974" cy="369332"/>
            </a:xfrm>
            <a:prstGeom prst="rect">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18" name="グループ化 17">
            <a:extLst>
              <a:ext uri="{FF2B5EF4-FFF2-40B4-BE49-F238E27FC236}">
                <a16:creationId xmlns:a16="http://schemas.microsoft.com/office/drawing/2014/main" id="{B294DE1A-B7E2-BC9E-C84B-3F04C4B2259D}"/>
              </a:ext>
            </a:extLst>
          </p:cNvPr>
          <p:cNvGrpSpPr/>
          <p:nvPr/>
        </p:nvGrpSpPr>
        <p:grpSpPr>
          <a:xfrm>
            <a:off x="9182295" y="1069480"/>
            <a:ext cx="893760" cy="1305019"/>
            <a:chOff x="6497359" y="1068435"/>
            <a:chExt cx="1273542" cy="1305019"/>
          </a:xfrm>
        </p:grpSpPr>
        <p:sp>
          <p:nvSpPr>
            <p:cNvPr id="19" name="四角形: 角を丸くする 18">
              <a:extLst>
                <a:ext uri="{FF2B5EF4-FFF2-40B4-BE49-F238E27FC236}">
                  <a16:creationId xmlns:a16="http://schemas.microsoft.com/office/drawing/2014/main" id="{3AD9C82C-7CCF-69DD-F7AF-9B62C9274879}"/>
                </a:ext>
              </a:extLst>
            </p:cNvPr>
            <p:cNvSpPr/>
            <p:nvPr/>
          </p:nvSpPr>
          <p:spPr>
            <a:xfrm>
              <a:off x="6497359" y="1068435"/>
              <a:ext cx="1273542" cy="1305019"/>
            </a:xfrm>
            <a:prstGeom prst="roundRect">
              <a:avLst>
                <a:gd name="adj" fmla="val 4721"/>
              </a:avLst>
            </a:prstGeom>
            <a:solidFill>
              <a:schemeClr val="tx2">
                <a:lumMod val="40000"/>
                <a:lumOff val="6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31" name="テキスト ボックス 30">
              <a:extLst>
                <a:ext uri="{FF2B5EF4-FFF2-40B4-BE49-F238E27FC236}">
                  <a16:creationId xmlns:a16="http://schemas.microsoft.com/office/drawing/2014/main" id="{38E42060-05E8-692F-E934-F975CF31E4CF}"/>
                </a:ext>
              </a:extLst>
            </p:cNvPr>
            <p:cNvSpPr txBox="1"/>
            <p:nvPr/>
          </p:nvSpPr>
          <p:spPr>
            <a:xfrm>
              <a:off x="6671002" y="1130817"/>
              <a:ext cx="920974" cy="369332"/>
            </a:xfrm>
            <a:prstGeom prst="rect">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rPr>
                <a:t>回復</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53" name="グループ化 52">
            <a:extLst>
              <a:ext uri="{FF2B5EF4-FFF2-40B4-BE49-F238E27FC236}">
                <a16:creationId xmlns:a16="http://schemas.microsoft.com/office/drawing/2014/main" id="{384E6E4B-54BE-46F4-A930-E08EBE4D9A33}"/>
              </a:ext>
            </a:extLst>
          </p:cNvPr>
          <p:cNvGrpSpPr/>
          <p:nvPr/>
        </p:nvGrpSpPr>
        <p:grpSpPr>
          <a:xfrm>
            <a:off x="10145700" y="1064065"/>
            <a:ext cx="893760" cy="1305019"/>
            <a:chOff x="6497359" y="1068435"/>
            <a:chExt cx="1273542" cy="1305019"/>
          </a:xfrm>
        </p:grpSpPr>
        <p:sp>
          <p:nvSpPr>
            <p:cNvPr id="142" name="四角形: 角を丸くする 141">
              <a:extLst>
                <a:ext uri="{FF2B5EF4-FFF2-40B4-BE49-F238E27FC236}">
                  <a16:creationId xmlns:a16="http://schemas.microsoft.com/office/drawing/2014/main" id="{7273D38D-0180-D89C-6D05-5357F4DC3E73}"/>
                </a:ext>
              </a:extLst>
            </p:cNvPr>
            <p:cNvSpPr/>
            <p:nvPr/>
          </p:nvSpPr>
          <p:spPr>
            <a:xfrm>
              <a:off x="6497359" y="1068435"/>
              <a:ext cx="1273542" cy="1305019"/>
            </a:xfrm>
            <a:prstGeom prst="roundRect">
              <a:avLst>
                <a:gd name="adj" fmla="val 4721"/>
              </a:avLst>
            </a:prstGeom>
            <a:solidFill>
              <a:schemeClr val="accent2">
                <a:lumMod val="60000"/>
                <a:lumOff val="4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43" name="テキスト ボックス 142">
              <a:extLst>
                <a:ext uri="{FF2B5EF4-FFF2-40B4-BE49-F238E27FC236}">
                  <a16:creationId xmlns:a16="http://schemas.microsoft.com/office/drawing/2014/main" id="{5E22D986-5BB0-CDA0-BC31-DA73EFE04B90}"/>
                </a:ext>
              </a:extLst>
            </p:cNvPr>
            <p:cNvSpPr txBox="1"/>
            <p:nvPr/>
          </p:nvSpPr>
          <p:spPr>
            <a:xfrm>
              <a:off x="6671001" y="1130817"/>
              <a:ext cx="920974" cy="369332"/>
            </a:xfrm>
            <a:prstGeom prst="rect">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rPr>
                <a:t>バフ</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sp>
        <p:nvSpPr>
          <p:cNvPr id="11" name="フリーフォーム: 図形 10">
            <a:extLst>
              <a:ext uri="{FF2B5EF4-FFF2-40B4-BE49-F238E27FC236}">
                <a16:creationId xmlns:a16="http://schemas.microsoft.com/office/drawing/2014/main" id="{61648B65-4249-C1EE-F054-2FE80E66DB6E}"/>
              </a:ext>
            </a:extLst>
          </p:cNvPr>
          <p:cNvSpPr/>
          <p:nvPr/>
        </p:nvSpPr>
        <p:spPr>
          <a:xfrm>
            <a:off x="6282470" y="1660618"/>
            <a:ext cx="4758032" cy="4602552"/>
          </a:xfrm>
          <a:custGeom>
            <a:avLst/>
            <a:gdLst>
              <a:gd name="csX0" fmla="*/ 194678 w 4540192"/>
              <a:gd name="csY0" fmla="*/ 0 h 4602552"/>
              <a:gd name="csX1" fmla="*/ 1160103 w 4540192"/>
              <a:gd name="csY1" fmla="*/ 0 h 4602552"/>
              <a:gd name="csX2" fmla="*/ 1173184 w 4540192"/>
              <a:gd name="csY2" fmla="*/ 2641 h 4602552"/>
              <a:gd name="csX3" fmla="*/ 3074601 w 4540192"/>
              <a:gd name="csY3" fmla="*/ 2641 h 4602552"/>
              <a:gd name="csX4" fmla="*/ 3087682 w 4540192"/>
              <a:gd name="csY4" fmla="*/ 0 h 4602552"/>
              <a:gd name="csX5" fmla="*/ 4345514 w 4540192"/>
              <a:gd name="csY5" fmla="*/ 0 h 4602552"/>
              <a:gd name="csX6" fmla="*/ 4540192 w 4540192"/>
              <a:gd name="csY6" fmla="*/ 217286 h 4602552"/>
              <a:gd name="csX7" fmla="*/ 4540192 w 4540192"/>
              <a:gd name="csY7" fmla="*/ 4385266 h 4602552"/>
              <a:gd name="csX8" fmla="*/ 4345514 w 4540192"/>
              <a:gd name="csY8" fmla="*/ 4602552 h 4602552"/>
              <a:gd name="csX9" fmla="*/ 194678 w 4540192"/>
              <a:gd name="csY9" fmla="*/ 4602552 h 4602552"/>
              <a:gd name="csX10" fmla="*/ 0 w 4540192"/>
              <a:gd name="csY10" fmla="*/ 4385266 h 4602552"/>
              <a:gd name="csX11" fmla="*/ 0 w 4540192"/>
              <a:gd name="csY11" fmla="*/ 217286 h 4602552"/>
              <a:gd name="csX12" fmla="*/ 194678 w 4540192"/>
              <a:gd name="csY12" fmla="*/ 0 h 460255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4540192" h="4602552">
                <a:moveTo>
                  <a:pt x="194678" y="0"/>
                </a:moveTo>
                <a:lnTo>
                  <a:pt x="1160103" y="0"/>
                </a:lnTo>
                <a:lnTo>
                  <a:pt x="1173184" y="2641"/>
                </a:lnTo>
                <a:lnTo>
                  <a:pt x="3074601" y="2641"/>
                </a:lnTo>
                <a:lnTo>
                  <a:pt x="3087682" y="0"/>
                </a:lnTo>
                <a:lnTo>
                  <a:pt x="4345514" y="0"/>
                </a:lnTo>
                <a:cubicBezTo>
                  <a:pt x="4453032" y="0"/>
                  <a:pt x="4540192" y="97283"/>
                  <a:pt x="4540192" y="217286"/>
                </a:cubicBezTo>
                <a:lnTo>
                  <a:pt x="4540192" y="4385266"/>
                </a:lnTo>
                <a:cubicBezTo>
                  <a:pt x="4540192" y="4505270"/>
                  <a:pt x="4453032" y="4602552"/>
                  <a:pt x="4345514" y="4602552"/>
                </a:cubicBezTo>
                <a:lnTo>
                  <a:pt x="194678" y="4602552"/>
                </a:lnTo>
                <a:cubicBezTo>
                  <a:pt x="87161" y="4602552"/>
                  <a:pt x="0" y="4505270"/>
                  <a:pt x="0" y="4385266"/>
                </a:cubicBezTo>
                <a:lnTo>
                  <a:pt x="0" y="217286"/>
                </a:lnTo>
                <a:cubicBezTo>
                  <a:pt x="0" y="97283"/>
                  <a:pt x="87161" y="0"/>
                  <a:pt x="194678" y="0"/>
                </a:cubicBezTo>
                <a:close/>
              </a:path>
            </a:pathLst>
          </a:custGeom>
          <a:solidFill>
            <a:srgbClr val="C5A65D"/>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203" name="テキスト ボックス 202">
            <a:extLst>
              <a:ext uri="{FF2B5EF4-FFF2-40B4-BE49-F238E27FC236}">
                <a16:creationId xmlns:a16="http://schemas.microsoft.com/office/drawing/2014/main" id="{69F8E6EA-4B2D-61AD-D8F8-832C37A7E833}"/>
              </a:ext>
            </a:extLst>
          </p:cNvPr>
          <p:cNvSpPr txBox="1"/>
          <p:nvPr/>
        </p:nvSpPr>
        <p:spPr>
          <a:xfrm>
            <a:off x="6851708" y="4611278"/>
            <a:ext cx="3612653" cy="523220"/>
          </a:xfrm>
          <a:prstGeom prst="rect">
            <a:avLst/>
          </a:prstGeom>
          <a:noFill/>
        </p:spPr>
        <p:txBody>
          <a:bodyPr wrap="square">
            <a:spAutoFit/>
          </a:bodyPr>
          <a:lstStyle/>
          <a:p>
            <a:r>
              <a:rPr kumimoji="1" lang="ja-JP" altLang="en-US" sz="1400" b="1" dirty="0">
                <a:solidFill>
                  <a:schemeClr val="bg1">
                    <a:lumMod val="95000"/>
                  </a:schemeClr>
                </a:solidFill>
                <a:latin typeface="原稿用標準書体" panose="03000503000000000000" pitchFamily="66" charset="-128"/>
                <a:ea typeface="原稿用標準書体" panose="03000503000000000000" pitchFamily="66" charset="-128"/>
              </a:rPr>
              <a:t>バフ効果テキスト</a:t>
            </a:r>
            <a:r>
              <a:rPr lang="ja-JP" altLang="en-US" sz="1400" b="1" dirty="0">
                <a:solidFill>
                  <a:schemeClr val="bg1">
                    <a:lumMod val="95000"/>
                  </a:schemeClr>
                </a:solidFill>
                <a:latin typeface="原稿用標準書体" panose="03000503000000000000" pitchFamily="66" charset="-128"/>
                <a:ea typeface="原稿用標準書体" panose="03000503000000000000" pitchFamily="66" charset="-128"/>
              </a:rPr>
              <a:t>バフ効果テキストバフ効果テキストバフ</a:t>
            </a:r>
            <a:r>
              <a:rPr lang="ja-JP" altLang="en-US" sz="1400" b="1">
                <a:solidFill>
                  <a:schemeClr val="bg1">
                    <a:lumMod val="95000"/>
                  </a:schemeClr>
                </a:solidFill>
                <a:latin typeface="原稿用標準書体" panose="03000503000000000000" pitchFamily="66" charset="-128"/>
                <a:ea typeface="原稿用標準書体" panose="03000503000000000000" pitchFamily="66" charset="-128"/>
              </a:rPr>
              <a:t>効果テキストバフ効果テキ</a:t>
            </a:r>
            <a:endParaRPr lang="ja-JP" altLang="en-US" sz="14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205" name="テキスト ボックス 204">
            <a:extLst>
              <a:ext uri="{FF2B5EF4-FFF2-40B4-BE49-F238E27FC236}">
                <a16:creationId xmlns:a16="http://schemas.microsoft.com/office/drawing/2014/main" id="{29116996-3535-D178-6A30-032EF7D44095}"/>
              </a:ext>
            </a:extLst>
          </p:cNvPr>
          <p:cNvSpPr txBox="1"/>
          <p:nvPr/>
        </p:nvSpPr>
        <p:spPr>
          <a:xfrm>
            <a:off x="6851708" y="4278406"/>
            <a:ext cx="1495566" cy="338554"/>
          </a:xfrm>
          <a:prstGeom prst="rect">
            <a:avLst/>
          </a:prstGeom>
          <a:noFill/>
        </p:spPr>
        <p:txBody>
          <a:bodyPr wrap="square">
            <a:spAutoFit/>
          </a:bodyPr>
          <a:lstStyle/>
          <a:p>
            <a:r>
              <a:rPr lang="ja-JP" altLang="en-US" sz="1600" b="1">
                <a:solidFill>
                  <a:schemeClr val="bg1">
                    <a:lumMod val="95000"/>
                  </a:schemeClr>
                </a:solidFill>
                <a:latin typeface="原稿用標準書体" panose="03000503000000000000" pitchFamily="66" charset="-128"/>
                <a:ea typeface="原稿用標準書体" panose="03000503000000000000" pitchFamily="66" charset="-128"/>
              </a:rPr>
              <a:t>バフ名称</a:t>
            </a:r>
            <a:endParaRPr lang="ja-JP" altLang="en-US" sz="16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3" name="グループ化 2">
            <a:extLst>
              <a:ext uri="{FF2B5EF4-FFF2-40B4-BE49-F238E27FC236}">
                <a16:creationId xmlns:a16="http://schemas.microsoft.com/office/drawing/2014/main" id="{62249731-5FCD-4DA2-9301-4BDCDDC1A384}"/>
              </a:ext>
            </a:extLst>
          </p:cNvPr>
          <p:cNvGrpSpPr/>
          <p:nvPr/>
        </p:nvGrpSpPr>
        <p:grpSpPr>
          <a:xfrm>
            <a:off x="6655794" y="5395178"/>
            <a:ext cx="4011384" cy="488870"/>
            <a:chOff x="6840453" y="5476946"/>
            <a:chExt cx="3642066" cy="443861"/>
          </a:xfrm>
        </p:grpSpPr>
        <p:sp>
          <p:nvSpPr>
            <p:cNvPr id="60" name="四角形: 角を丸くする 59">
              <a:extLst>
                <a:ext uri="{FF2B5EF4-FFF2-40B4-BE49-F238E27FC236}">
                  <a16:creationId xmlns:a16="http://schemas.microsoft.com/office/drawing/2014/main" id="{18DC0E2D-1EBC-6473-3EF7-28DCBDF9C174}"/>
                </a:ext>
              </a:extLst>
            </p:cNvPr>
            <p:cNvSpPr/>
            <p:nvPr/>
          </p:nvSpPr>
          <p:spPr>
            <a:xfrm>
              <a:off x="6840453" y="5476946"/>
              <a:ext cx="3642066" cy="443861"/>
            </a:xfrm>
            <a:prstGeom prst="roundRect">
              <a:avLst>
                <a:gd name="adj" fmla="val 42708"/>
              </a:avLst>
            </a:prstGeom>
            <a:solidFill>
              <a:schemeClr val="tx2">
                <a:lumMod val="60000"/>
                <a:lumOff val="40000"/>
                <a:alpha val="8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62" name="テキスト ボックス 61">
              <a:extLst>
                <a:ext uri="{FF2B5EF4-FFF2-40B4-BE49-F238E27FC236}">
                  <a16:creationId xmlns:a16="http://schemas.microsoft.com/office/drawing/2014/main" id="{54BE5117-3BA6-58BF-1864-723DF7E0280E}"/>
                </a:ext>
              </a:extLst>
            </p:cNvPr>
            <p:cNvSpPr txBox="1"/>
            <p:nvPr/>
          </p:nvSpPr>
          <p:spPr>
            <a:xfrm>
              <a:off x="6883873" y="5538912"/>
              <a:ext cx="1495566" cy="307777"/>
            </a:xfrm>
            <a:prstGeom prst="rect">
              <a:avLst/>
            </a:prstGeom>
            <a:noFill/>
          </p:spPr>
          <p:txBody>
            <a:bodyPr wrap="square">
              <a:spAutoFit/>
            </a:bodyPr>
            <a:lstStyle/>
            <a:p>
              <a:r>
                <a:rPr lang="ja-JP" altLang="en-US" sz="1400" b="1">
                  <a:solidFill>
                    <a:schemeClr val="accent2">
                      <a:lumMod val="60000"/>
                      <a:lumOff val="40000"/>
                    </a:schemeClr>
                  </a:solidFill>
                  <a:latin typeface="原稿用標準書体" panose="03000503000000000000" pitchFamily="66" charset="-128"/>
                  <a:ea typeface="原稿用標準書体" panose="03000503000000000000" pitchFamily="66" charset="-128"/>
                </a:rPr>
                <a:t>バフ対象</a:t>
              </a:r>
              <a:endParaRPr lang="ja-JP" altLang="en-US" sz="1400" b="1" dirty="0">
                <a:solidFill>
                  <a:schemeClr val="accent2">
                    <a:lumMod val="60000"/>
                    <a:lumOff val="40000"/>
                  </a:schemeClr>
                </a:solidFill>
                <a:latin typeface="原稿用標準書体" panose="03000503000000000000" pitchFamily="66" charset="-128"/>
                <a:ea typeface="原稿用標準書体" panose="03000503000000000000" pitchFamily="66" charset="-128"/>
              </a:endParaRPr>
            </a:p>
          </p:txBody>
        </p:sp>
        <p:grpSp>
          <p:nvGrpSpPr>
            <p:cNvPr id="131" name="グループ化 130">
              <a:extLst>
                <a:ext uri="{FF2B5EF4-FFF2-40B4-BE49-F238E27FC236}">
                  <a16:creationId xmlns:a16="http://schemas.microsoft.com/office/drawing/2014/main" id="{619FF205-E048-E00A-E35C-B6844219F3B2}"/>
                </a:ext>
              </a:extLst>
            </p:cNvPr>
            <p:cNvGrpSpPr/>
            <p:nvPr/>
          </p:nvGrpSpPr>
          <p:grpSpPr>
            <a:xfrm>
              <a:off x="7778883" y="5527509"/>
              <a:ext cx="342734" cy="342734"/>
              <a:chOff x="7889163" y="4826545"/>
              <a:chExt cx="1014592" cy="1014592"/>
            </a:xfrm>
          </p:grpSpPr>
          <p:sp>
            <p:nvSpPr>
              <p:cNvPr id="128" name="楕円 127">
                <a:extLst>
                  <a:ext uri="{FF2B5EF4-FFF2-40B4-BE49-F238E27FC236}">
                    <a16:creationId xmlns:a16="http://schemas.microsoft.com/office/drawing/2014/main" id="{91DF9AEB-4F1D-EE36-F38C-C212F59A0B65}"/>
                  </a:ext>
                </a:extLst>
              </p:cNvPr>
              <p:cNvSpPr/>
              <p:nvPr/>
            </p:nvSpPr>
            <p:spPr>
              <a:xfrm>
                <a:off x="7889163" y="4826545"/>
                <a:ext cx="1014592" cy="1014592"/>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pic>
            <p:nvPicPr>
              <p:cNvPr id="130" name="グラフィックス 129" descr="ユーザー 単色塗りつぶし">
                <a:extLst>
                  <a:ext uri="{FF2B5EF4-FFF2-40B4-BE49-F238E27FC236}">
                    <a16:creationId xmlns:a16="http://schemas.microsoft.com/office/drawing/2014/main" id="{7E4E850E-CE60-3A1B-F2DC-C67FEFD09726}"/>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968192" y="4905574"/>
                <a:ext cx="856534" cy="856534"/>
              </a:xfrm>
              <a:prstGeom prst="rect">
                <a:avLst/>
              </a:prstGeom>
            </p:spPr>
          </p:pic>
        </p:grpSp>
        <p:grpSp>
          <p:nvGrpSpPr>
            <p:cNvPr id="132" name="グループ化 131">
              <a:extLst>
                <a:ext uri="{FF2B5EF4-FFF2-40B4-BE49-F238E27FC236}">
                  <a16:creationId xmlns:a16="http://schemas.microsoft.com/office/drawing/2014/main" id="{48D71AB3-5AFC-A031-15FB-61821DEBFAA2}"/>
                </a:ext>
              </a:extLst>
            </p:cNvPr>
            <p:cNvGrpSpPr/>
            <p:nvPr/>
          </p:nvGrpSpPr>
          <p:grpSpPr>
            <a:xfrm>
              <a:off x="8155490" y="5527509"/>
              <a:ext cx="342734" cy="342734"/>
              <a:chOff x="7889163" y="4826545"/>
              <a:chExt cx="1014592" cy="1014592"/>
            </a:xfrm>
          </p:grpSpPr>
          <p:sp>
            <p:nvSpPr>
              <p:cNvPr id="133" name="楕円 132">
                <a:extLst>
                  <a:ext uri="{FF2B5EF4-FFF2-40B4-BE49-F238E27FC236}">
                    <a16:creationId xmlns:a16="http://schemas.microsoft.com/office/drawing/2014/main" id="{F67ACFA2-A8AD-8D87-07FE-1C5A904FDD9B}"/>
                  </a:ext>
                </a:extLst>
              </p:cNvPr>
              <p:cNvSpPr/>
              <p:nvPr/>
            </p:nvSpPr>
            <p:spPr>
              <a:xfrm>
                <a:off x="7889163" y="4826545"/>
                <a:ext cx="1014592" cy="1014592"/>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pic>
            <p:nvPicPr>
              <p:cNvPr id="134" name="グラフィックス 133" descr="ユーザー 単色塗りつぶし">
                <a:extLst>
                  <a:ext uri="{FF2B5EF4-FFF2-40B4-BE49-F238E27FC236}">
                    <a16:creationId xmlns:a16="http://schemas.microsoft.com/office/drawing/2014/main" id="{E5D1271B-9FDA-B09E-B37C-13438A19240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968192" y="4905574"/>
                <a:ext cx="856534" cy="856534"/>
              </a:xfrm>
              <a:prstGeom prst="rect">
                <a:avLst/>
              </a:prstGeom>
            </p:spPr>
          </p:pic>
        </p:grpSp>
        <p:grpSp>
          <p:nvGrpSpPr>
            <p:cNvPr id="135" name="グループ化 134">
              <a:extLst>
                <a:ext uri="{FF2B5EF4-FFF2-40B4-BE49-F238E27FC236}">
                  <a16:creationId xmlns:a16="http://schemas.microsoft.com/office/drawing/2014/main" id="{0BBF9D97-F81E-7AC1-65DA-D2793A685AAA}"/>
                </a:ext>
              </a:extLst>
            </p:cNvPr>
            <p:cNvGrpSpPr/>
            <p:nvPr/>
          </p:nvGrpSpPr>
          <p:grpSpPr>
            <a:xfrm>
              <a:off x="8532097" y="5527509"/>
              <a:ext cx="342734" cy="342734"/>
              <a:chOff x="7889163" y="4826545"/>
              <a:chExt cx="1014592" cy="1014592"/>
            </a:xfrm>
          </p:grpSpPr>
          <p:sp>
            <p:nvSpPr>
              <p:cNvPr id="136" name="楕円 135">
                <a:extLst>
                  <a:ext uri="{FF2B5EF4-FFF2-40B4-BE49-F238E27FC236}">
                    <a16:creationId xmlns:a16="http://schemas.microsoft.com/office/drawing/2014/main" id="{5B57EFAD-37E6-B444-67DD-3EE6AE388418}"/>
                  </a:ext>
                </a:extLst>
              </p:cNvPr>
              <p:cNvSpPr/>
              <p:nvPr/>
            </p:nvSpPr>
            <p:spPr>
              <a:xfrm>
                <a:off x="7889163" y="4826545"/>
                <a:ext cx="1014592" cy="1014592"/>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pic>
            <p:nvPicPr>
              <p:cNvPr id="137" name="グラフィックス 136" descr="ユーザー 単色塗りつぶし">
                <a:extLst>
                  <a:ext uri="{FF2B5EF4-FFF2-40B4-BE49-F238E27FC236}">
                    <a16:creationId xmlns:a16="http://schemas.microsoft.com/office/drawing/2014/main" id="{1E74B7D4-F117-FAFF-9B53-4EFADE0E3AD7}"/>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968192" y="4905574"/>
                <a:ext cx="856534" cy="856534"/>
              </a:xfrm>
              <a:prstGeom prst="rect">
                <a:avLst/>
              </a:prstGeom>
            </p:spPr>
          </p:pic>
        </p:grpSp>
        <p:grpSp>
          <p:nvGrpSpPr>
            <p:cNvPr id="144" name="グループ化 143">
              <a:extLst>
                <a:ext uri="{FF2B5EF4-FFF2-40B4-BE49-F238E27FC236}">
                  <a16:creationId xmlns:a16="http://schemas.microsoft.com/office/drawing/2014/main" id="{367C8DC2-5B51-616A-7408-D4D00C61EF17}"/>
                </a:ext>
              </a:extLst>
            </p:cNvPr>
            <p:cNvGrpSpPr/>
            <p:nvPr/>
          </p:nvGrpSpPr>
          <p:grpSpPr>
            <a:xfrm>
              <a:off x="8908704" y="5527509"/>
              <a:ext cx="342734" cy="342734"/>
              <a:chOff x="7889163" y="4826545"/>
              <a:chExt cx="1014592" cy="1014592"/>
            </a:xfrm>
          </p:grpSpPr>
          <p:sp>
            <p:nvSpPr>
              <p:cNvPr id="146" name="楕円 145">
                <a:extLst>
                  <a:ext uri="{FF2B5EF4-FFF2-40B4-BE49-F238E27FC236}">
                    <a16:creationId xmlns:a16="http://schemas.microsoft.com/office/drawing/2014/main" id="{6453CFB2-4D53-C3E9-9536-1705B3094752}"/>
                  </a:ext>
                </a:extLst>
              </p:cNvPr>
              <p:cNvSpPr/>
              <p:nvPr/>
            </p:nvSpPr>
            <p:spPr>
              <a:xfrm>
                <a:off x="7889163" y="4826545"/>
                <a:ext cx="1014592" cy="1014592"/>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pic>
            <p:nvPicPr>
              <p:cNvPr id="147" name="グラフィックス 146" descr="ユーザー 単色塗りつぶし">
                <a:extLst>
                  <a:ext uri="{FF2B5EF4-FFF2-40B4-BE49-F238E27FC236}">
                    <a16:creationId xmlns:a16="http://schemas.microsoft.com/office/drawing/2014/main" id="{4572FF9F-40F5-9D41-C602-6B479ACC4864}"/>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968192" y="4905574"/>
                <a:ext cx="856534" cy="856534"/>
              </a:xfrm>
              <a:prstGeom prst="rect">
                <a:avLst/>
              </a:prstGeom>
            </p:spPr>
          </p:pic>
        </p:grpSp>
        <p:grpSp>
          <p:nvGrpSpPr>
            <p:cNvPr id="148" name="グループ化 147">
              <a:extLst>
                <a:ext uri="{FF2B5EF4-FFF2-40B4-BE49-F238E27FC236}">
                  <a16:creationId xmlns:a16="http://schemas.microsoft.com/office/drawing/2014/main" id="{9181B987-C442-3DE0-D3A2-72839DBB96FA}"/>
                </a:ext>
              </a:extLst>
            </p:cNvPr>
            <p:cNvGrpSpPr/>
            <p:nvPr/>
          </p:nvGrpSpPr>
          <p:grpSpPr>
            <a:xfrm>
              <a:off x="9285311" y="5527509"/>
              <a:ext cx="342734" cy="342734"/>
              <a:chOff x="7889163" y="4826545"/>
              <a:chExt cx="1014592" cy="1014592"/>
            </a:xfrm>
          </p:grpSpPr>
          <p:sp>
            <p:nvSpPr>
              <p:cNvPr id="149" name="楕円 148">
                <a:extLst>
                  <a:ext uri="{FF2B5EF4-FFF2-40B4-BE49-F238E27FC236}">
                    <a16:creationId xmlns:a16="http://schemas.microsoft.com/office/drawing/2014/main" id="{764B9BAC-8D3B-49D1-369D-6315C9B072AF}"/>
                  </a:ext>
                </a:extLst>
              </p:cNvPr>
              <p:cNvSpPr/>
              <p:nvPr/>
            </p:nvSpPr>
            <p:spPr>
              <a:xfrm>
                <a:off x="7889163" y="4826545"/>
                <a:ext cx="1014592" cy="1014592"/>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pic>
            <p:nvPicPr>
              <p:cNvPr id="150" name="グラフィックス 149" descr="ユーザー 単色塗りつぶし">
                <a:extLst>
                  <a:ext uri="{FF2B5EF4-FFF2-40B4-BE49-F238E27FC236}">
                    <a16:creationId xmlns:a16="http://schemas.microsoft.com/office/drawing/2014/main" id="{406FF343-9346-1E2F-6573-8D5BFC0F7F04}"/>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968192" y="4905574"/>
                <a:ext cx="856534" cy="856534"/>
              </a:xfrm>
              <a:prstGeom prst="rect">
                <a:avLst/>
              </a:prstGeom>
            </p:spPr>
          </p:pic>
        </p:grpSp>
        <p:grpSp>
          <p:nvGrpSpPr>
            <p:cNvPr id="151" name="グループ化 150">
              <a:extLst>
                <a:ext uri="{FF2B5EF4-FFF2-40B4-BE49-F238E27FC236}">
                  <a16:creationId xmlns:a16="http://schemas.microsoft.com/office/drawing/2014/main" id="{6A32136D-4539-40DB-4889-59A3D269174C}"/>
                </a:ext>
              </a:extLst>
            </p:cNvPr>
            <p:cNvGrpSpPr/>
            <p:nvPr/>
          </p:nvGrpSpPr>
          <p:grpSpPr>
            <a:xfrm>
              <a:off x="9661918" y="5527509"/>
              <a:ext cx="342734" cy="342734"/>
              <a:chOff x="7889163" y="4826545"/>
              <a:chExt cx="1014592" cy="1014592"/>
            </a:xfrm>
          </p:grpSpPr>
          <p:sp>
            <p:nvSpPr>
              <p:cNvPr id="152" name="楕円 151">
                <a:extLst>
                  <a:ext uri="{FF2B5EF4-FFF2-40B4-BE49-F238E27FC236}">
                    <a16:creationId xmlns:a16="http://schemas.microsoft.com/office/drawing/2014/main" id="{0722AB06-D0CB-5F29-E5D2-7A36358425CF}"/>
                  </a:ext>
                </a:extLst>
              </p:cNvPr>
              <p:cNvSpPr/>
              <p:nvPr/>
            </p:nvSpPr>
            <p:spPr>
              <a:xfrm>
                <a:off x="7889163" y="4826545"/>
                <a:ext cx="1014592" cy="1014592"/>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pic>
            <p:nvPicPr>
              <p:cNvPr id="178" name="グラフィックス 177" descr="ユーザー 単色塗りつぶし">
                <a:extLst>
                  <a:ext uri="{FF2B5EF4-FFF2-40B4-BE49-F238E27FC236}">
                    <a16:creationId xmlns:a16="http://schemas.microsoft.com/office/drawing/2014/main" id="{1BD5CF08-EE06-68BA-FBFC-7923DC0DB931}"/>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968192" y="4905574"/>
                <a:ext cx="856534" cy="856534"/>
              </a:xfrm>
              <a:prstGeom prst="rect">
                <a:avLst/>
              </a:prstGeom>
            </p:spPr>
          </p:pic>
        </p:grpSp>
        <p:grpSp>
          <p:nvGrpSpPr>
            <p:cNvPr id="179" name="グループ化 178">
              <a:extLst>
                <a:ext uri="{FF2B5EF4-FFF2-40B4-BE49-F238E27FC236}">
                  <a16:creationId xmlns:a16="http://schemas.microsoft.com/office/drawing/2014/main" id="{0B66C4C5-109E-2414-CC3D-968E0900502B}"/>
                </a:ext>
              </a:extLst>
            </p:cNvPr>
            <p:cNvGrpSpPr/>
            <p:nvPr/>
          </p:nvGrpSpPr>
          <p:grpSpPr>
            <a:xfrm>
              <a:off x="10038522" y="5527509"/>
              <a:ext cx="342734" cy="342734"/>
              <a:chOff x="7889163" y="4826545"/>
              <a:chExt cx="1014592" cy="1014592"/>
            </a:xfrm>
          </p:grpSpPr>
          <p:sp>
            <p:nvSpPr>
              <p:cNvPr id="180" name="楕円 179">
                <a:extLst>
                  <a:ext uri="{FF2B5EF4-FFF2-40B4-BE49-F238E27FC236}">
                    <a16:creationId xmlns:a16="http://schemas.microsoft.com/office/drawing/2014/main" id="{0070AFA8-B5D1-E9A7-20DF-77A59CCE88E5}"/>
                  </a:ext>
                </a:extLst>
              </p:cNvPr>
              <p:cNvSpPr/>
              <p:nvPr/>
            </p:nvSpPr>
            <p:spPr>
              <a:xfrm>
                <a:off x="7889163" y="4826545"/>
                <a:ext cx="1014592" cy="1014592"/>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pic>
            <p:nvPicPr>
              <p:cNvPr id="181" name="グラフィックス 180" descr="ユーザー 単色塗りつぶし">
                <a:extLst>
                  <a:ext uri="{FF2B5EF4-FFF2-40B4-BE49-F238E27FC236}">
                    <a16:creationId xmlns:a16="http://schemas.microsoft.com/office/drawing/2014/main" id="{19AA0CF1-6F2D-98AA-B20C-970C995C13F6}"/>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968192" y="4905574"/>
                <a:ext cx="856534" cy="856534"/>
              </a:xfrm>
              <a:prstGeom prst="rect">
                <a:avLst/>
              </a:prstGeom>
            </p:spPr>
          </p:pic>
        </p:grpSp>
      </p:grpSp>
      <p:sp>
        <p:nvSpPr>
          <p:cNvPr id="4" name="正方形/長方形 3">
            <a:extLst>
              <a:ext uri="{FF2B5EF4-FFF2-40B4-BE49-F238E27FC236}">
                <a16:creationId xmlns:a16="http://schemas.microsoft.com/office/drawing/2014/main" id="{8A55D74B-148A-9919-55E3-7423C7B4E434}"/>
              </a:ext>
            </a:extLst>
          </p:cNvPr>
          <p:cNvSpPr/>
          <p:nvPr/>
        </p:nvSpPr>
        <p:spPr>
          <a:xfrm>
            <a:off x="6284496" y="2227799"/>
            <a:ext cx="4754963" cy="1863987"/>
          </a:xfrm>
          <a:prstGeom prst="rect">
            <a:avLst/>
          </a:prstGeom>
          <a:solidFill>
            <a:schemeClr val="bg1">
              <a:lumMod val="95000"/>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200" name="グループ化 199">
            <a:extLst>
              <a:ext uri="{FF2B5EF4-FFF2-40B4-BE49-F238E27FC236}">
                <a16:creationId xmlns:a16="http://schemas.microsoft.com/office/drawing/2014/main" id="{13485571-AAE4-4D02-2127-EFA38DEB0FD5}"/>
              </a:ext>
            </a:extLst>
          </p:cNvPr>
          <p:cNvGrpSpPr/>
          <p:nvPr/>
        </p:nvGrpSpPr>
        <p:grpSpPr>
          <a:xfrm>
            <a:off x="8125651" y="2527240"/>
            <a:ext cx="1071668" cy="1071668"/>
            <a:chOff x="8374620" y="5203596"/>
            <a:chExt cx="914400" cy="914400"/>
          </a:xfrm>
          <a:effectLst>
            <a:glow rad="88900">
              <a:schemeClr val="bg1">
                <a:lumMod val="95000"/>
                <a:alpha val="50000"/>
              </a:schemeClr>
            </a:glow>
          </a:effectLst>
        </p:grpSpPr>
        <p:sp>
          <p:nvSpPr>
            <p:cNvPr id="201" name="楕円 200">
              <a:extLst>
                <a:ext uri="{FF2B5EF4-FFF2-40B4-BE49-F238E27FC236}">
                  <a16:creationId xmlns:a16="http://schemas.microsoft.com/office/drawing/2014/main" id="{FCC7033C-DB5A-1BC8-F095-6EF150A98836}"/>
                </a:ext>
              </a:extLst>
            </p:cNvPr>
            <p:cNvSpPr/>
            <p:nvPr/>
          </p:nvSpPr>
          <p:spPr>
            <a:xfrm>
              <a:off x="8374620" y="5203596"/>
              <a:ext cx="914400" cy="914400"/>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202" name="矢印: 下 201">
              <a:extLst>
                <a:ext uri="{FF2B5EF4-FFF2-40B4-BE49-F238E27FC236}">
                  <a16:creationId xmlns:a16="http://schemas.microsoft.com/office/drawing/2014/main" id="{F8AFA2C8-56EA-780C-D640-CD2E92666263}"/>
                </a:ext>
              </a:extLst>
            </p:cNvPr>
            <p:cNvSpPr/>
            <p:nvPr/>
          </p:nvSpPr>
          <p:spPr>
            <a:xfrm flipV="1">
              <a:off x="8625104" y="5390466"/>
              <a:ext cx="413433" cy="540661"/>
            </a:xfrm>
            <a:prstGeom prst="downArrow">
              <a:avLst/>
            </a:prstGeom>
            <a:solidFill>
              <a:schemeClr val="bg1">
                <a:lumMod val="95000"/>
              </a:schemeClr>
            </a:solidFill>
            <a:ln w="9525">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216" name="グループ化 215">
            <a:extLst>
              <a:ext uri="{FF2B5EF4-FFF2-40B4-BE49-F238E27FC236}">
                <a16:creationId xmlns:a16="http://schemas.microsoft.com/office/drawing/2014/main" id="{B217B685-9657-97ED-B78C-8B7936B19F11}"/>
              </a:ext>
            </a:extLst>
          </p:cNvPr>
          <p:cNvGrpSpPr/>
          <p:nvPr/>
        </p:nvGrpSpPr>
        <p:grpSpPr>
          <a:xfrm>
            <a:off x="8299848" y="1883848"/>
            <a:ext cx="723275" cy="548325"/>
            <a:chOff x="981599" y="1624031"/>
            <a:chExt cx="808121" cy="612648"/>
          </a:xfrm>
        </p:grpSpPr>
        <p:sp>
          <p:nvSpPr>
            <p:cNvPr id="217" name="フローチャート: 他ページ結合子 216">
              <a:extLst>
                <a:ext uri="{FF2B5EF4-FFF2-40B4-BE49-F238E27FC236}">
                  <a16:creationId xmlns:a16="http://schemas.microsoft.com/office/drawing/2014/main" id="{A9A19EBD-B825-A06B-4127-653C6B5EF91C}"/>
                </a:ext>
              </a:extLst>
            </p:cNvPr>
            <p:cNvSpPr/>
            <p:nvPr/>
          </p:nvSpPr>
          <p:spPr>
            <a:xfrm>
              <a:off x="1002683" y="1624031"/>
              <a:ext cx="758051" cy="612648"/>
            </a:xfrm>
            <a:prstGeom prst="flowChartOffpageConnector">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sp>
          <p:nvSpPr>
            <p:cNvPr id="218" name="テキスト ボックス 217">
              <a:extLst>
                <a:ext uri="{FF2B5EF4-FFF2-40B4-BE49-F238E27FC236}">
                  <a16:creationId xmlns:a16="http://schemas.microsoft.com/office/drawing/2014/main" id="{E43FB0B9-501E-6E4F-28DF-B05386866CB1}"/>
                </a:ext>
              </a:extLst>
            </p:cNvPr>
            <p:cNvSpPr txBox="1"/>
            <p:nvPr/>
          </p:nvSpPr>
          <p:spPr>
            <a:xfrm>
              <a:off x="981599" y="1707422"/>
              <a:ext cx="808121" cy="343882"/>
            </a:xfrm>
            <a:prstGeom prst="rect">
              <a:avLst/>
            </a:prstGeom>
            <a:noFill/>
          </p:spPr>
          <p:txBody>
            <a:bodyPr wrap="none" rtlCol="0">
              <a:spAutoFit/>
            </a:bodyPr>
            <a:lstStyle/>
            <a:p>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選択中</a:t>
              </a:r>
              <a:endParaRPr kumimoji="1" lang="ja-JP" altLang="en-US" sz="14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7" name="テキスト ボックス 6">
            <a:extLst>
              <a:ext uri="{FF2B5EF4-FFF2-40B4-BE49-F238E27FC236}">
                <a16:creationId xmlns:a16="http://schemas.microsoft.com/office/drawing/2014/main" id="{E8E1D317-2376-8548-251C-3A7431A752FF}"/>
              </a:ext>
            </a:extLst>
          </p:cNvPr>
          <p:cNvSpPr txBox="1"/>
          <p:nvPr/>
        </p:nvSpPr>
        <p:spPr>
          <a:xfrm>
            <a:off x="8248553" y="3595091"/>
            <a:ext cx="825867" cy="400110"/>
          </a:xfrm>
          <a:prstGeom prst="rect">
            <a:avLst/>
          </a:prstGeom>
          <a:noFill/>
        </p:spPr>
        <p:txBody>
          <a:bodyPr wrap="none" rtlCol="0">
            <a:spAutoFit/>
          </a:bodyPr>
          <a:lstStyle/>
          <a:p>
            <a:pPr algn="ctr"/>
            <a:r>
              <a:rPr lang="en-US" altLang="ja-JP"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41" name="グループ化 40">
            <a:extLst>
              <a:ext uri="{FF2B5EF4-FFF2-40B4-BE49-F238E27FC236}">
                <a16:creationId xmlns:a16="http://schemas.microsoft.com/office/drawing/2014/main" id="{4CC3DE4C-5F88-A904-81C2-64D4EE07D427}"/>
              </a:ext>
            </a:extLst>
          </p:cNvPr>
          <p:cNvGrpSpPr/>
          <p:nvPr/>
        </p:nvGrpSpPr>
        <p:grpSpPr>
          <a:xfrm>
            <a:off x="7421822" y="2782197"/>
            <a:ext cx="2480311" cy="755192"/>
            <a:chOff x="7444066" y="2782197"/>
            <a:chExt cx="2480311" cy="755192"/>
          </a:xfrm>
        </p:grpSpPr>
        <p:sp>
          <p:nvSpPr>
            <p:cNvPr id="9" name="二等辺三角形 8">
              <a:extLst>
                <a:ext uri="{FF2B5EF4-FFF2-40B4-BE49-F238E27FC236}">
                  <a16:creationId xmlns:a16="http://schemas.microsoft.com/office/drawing/2014/main" id="{30D1C420-F9C0-533B-7D2C-82F9DC760A1C}"/>
                </a:ext>
              </a:extLst>
            </p:cNvPr>
            <p:cNvSpPr/>
            <p:nvPr/>
          </p:nvSpPr>
          <p:spPr>
            <a:xfrm rot="16200000">
              <a:off x="7260481" y="2965782"/>
              <a:ext cx="755192" cy="388021"/>
            </a:xfrm>
            <a:prstGeom prst="triangl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3" name="二等辺三角形 32">
              <a:extLst>
                <a:ext uri="{FF2B5EF4-FFF2-40B4-BE49-F238E27FC236}">
                  <a16:creationId xmlns:a16="http://schemas.microsoft.com/office/drawing/2014/main" id="{89E4C48A-587D-6F7E-02B1-32476618B8B2}"/>
                </a:ext>
              </a:extLst>
            </p:cNvPr>
            <p:cNvSpPr/>
            <p:nvPr/>
          </p:nvSpPr>
          <p:spPr>
            <a:xfrm rot="5400000" flipH="1">
              <a:off x="9352771" y="2965782"/>
              <a:ext cx="755192" cy="388021"/>
            </a:xfrm>
            <a:prstGeom prst="triangl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54" name="図 53">
            <a:extLst>
              <a:ext uri="{FF2B5EF4-FFF2-40B4-BE49-F238E27FC236}">
                <a16:creationId xmlns:a16="http://schemas.microsoft.com/office/drawing/2014/main" id="{BF5F6931-16DA-30EA-7305-270F9BA22545}"/>
              </a:ext>
            </a:extLst>
          </p:cNvPr>
          <p:cNvPicPr>
            <a:picLocks noChangeAspect="1"/>
          </p:cNvPicPr>
          <p:nvPr/>
        </p:nvPicPr>
        <p:blipFill>
          <a:blip r:embed="rId7">
            <a:extLst>
              <a:ext uri="{28A0092B-C50C-407E-A947-70E740481C1C}">
                <a14:useLocalDpi xmlns:a14="http://schemas.microsoft.com/office/drawing/2010/main" val="0"/>
              </a:ext>
            </a:extLst>
          </a:blip>
          <a:srcRect r="16746"/>
          <a:stretch>
            <a:fillRect/>
          </a:stretch>
        </p:blipFill>
        <p:spPr>
          <a:xfrm>
            <a:off x="10145700" y="2526898"/>
            <a:ext cx="892774" cy="1072352"/>
          </a:xfrm>
          <a:prstGeom prst="rect">
            <a:avLst/>
          </a:prstGeom>
        </p:spPr>
      </p:pic>
      <p:pic>
        <p:nvPicPr>
          <p:cNvPr id="129" name="図 128">
            <a:extLst>
              <a:ext uri="{FF2B5EF4-FFF2-40B4-BE49-F238E27FC236}">
                <a16:creationId xmlns:a16="http://schemas.microsoft.com/office/drawing/2014/main" id="{7F90EC3E-4CBF-5EC3-B65D-268B34D66D24}"/>
              </a:ext>
            </a:extLst>
          </p:cNvPr>
          <p:cNvPicPr>
            <a:picLocks noChangeAspect="1"/>
          </p:cNvPicPr>
          <p:nvPr/>
        </p:nvPicPr>
        <p:blipFill>
          <a:blip r:embed="rId7">
            <a:extLst>
              <a:ext uri="{28A0092B-C50C-407E-A947-70E740481C1C}">
                <a14:useLocalDpi xmlns:a14="http://schemas.microsoft.com/office/drawing/2010/main" val="0"/>
              </a:ext>
            </a:extLst>
          </a:blip>
          <a:srcRect l="18567"/>
          <a:stretch>
            <a:fillRect/>
          </a:stretch>
        </p:blipFill>
        <p:spPr>
          <a:xfrm>
            <a:off x="6289642" y="2526898"/>
            <a:ext cx="873247" cy="1072352"/>
          </a:xfrm>
          <a:prstGeom prst="rect">
            <a:avLst/>
          </a:prstGeom>
        </p:spPr>
      </p:pic>
    </p:spTree>
    <p:extLst>
      <p:ext uri="{BB962C8B-B14F-4D97-AF65-F5344CB8AC3E}">
        <p14:creationId xmlns:p14="http://schemas.microsoft.com/office/powerpoint/2010/main" val="983318551"/>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bg>
      <p:bgPr>
        <a:gradFill>
          <a:gsLst>
            <a:gs pos="46690">
              <a:schemeClr val="accent6">
                <a:lumMod val="50000"/>
              </a:schemeClr>
            </a:gs>
            <a:gs pos="0">
              <a:schemeClr val="accent6">
                <a:lumMod val="50000"/>
              </a:schemeClr>
            </a:gs>
            <a:gs pos="23000">
              <a:schemeClr val="accent6">
                <a:lumMod val="75000"/>
              </a:schemeClr>
            </a:gs>
            <a:gs pos="69000">
              <a:schemeClr val="accent6">
                <a:lumMod val="50000"/>
              </a:schemeClr>
            </a:gs>
            <a:gs pos="97000">
              <a:schemeClr val="tx1">
                <a:lumMod val="85000"/>
                <a:lumOff val="15000"/>
              </a:schemeClr>
            </a:gs>
          </a:gsLst>
          <a:lin ang="0" scaled="1"/>
        </a:gradFill>
        <a:effectLst/>
      </p:bgPr>
    </p:bg>
    <p:spTree>
      <p:nvGrpSpPr>
        <p:cNvPr id="1" name="">
          <a:extLst>
            <a:ext uri="{FF2B5EF4-FFF2-40B4-BE49-F238E27FC236}">
              <a16:creationId xmlns:a16="http://schemas.microsoft.com/office/drawing/2014/main" id="{582FFCE7-043E-3C44-0E08-DBF889AADAFD}"/>
            </a:ext>
          </a:extLst>
        </p:cNvPr>
        <p:cNvGrpSpPr/>
        <p:nvPr/>
      </p:nvGrpSpPr>
      <p:grpSpPr>
        <a:xfrm>
          <a:off x="0" y="0"/>
          <a:ext cx="0" cy="0"/>
          <a:chOff x="0" y="0"/>
          <a:chExt cx="0" cy="0"/>
        </a:xfrm>
      </p:grpSpPr>
      <p:grpSp>
        <p:nvGrpSpPr>
          <p:cNvPr id="14" name="グループ化 13">
            <a:extLst>
              <a:ext uri="{FF2B5EF4-FFF2-40B4-BE49-F238E27FC236}">
                <a16:creationId xmlns:a16="http://schemas.microsoft.com/office/drawing/2014/main" id="{7CA882C8-7CE8-B58F-A419-AFD3F4B8B620}"/>
              </a:ext>
            </a:extLst>
          </p:cNvPr>
          <p:cNvGrpSpPr/>
          <p:nvPr/>
        </p:nvGrpSpPr>
        <p:grpSpPr>
          <a:xfrm>
            <a:off x="1647517" y="604359"/>
            <a:ext cx="3715887" cy="612648"/>
            <a:chOff x="1632857" y="639555"/>
            <a:chExt cx="3715887" cy="612648"/>
          </a:xfrm>
        </p:grpSpPr>
        <p:sp>
          <p:nvSpPr>
            <p:cNvPr id="12" name="フローチャート: 論理積ゲート 11">
              <a:extLst>
                <a:ext uri="{FF2B5EF4-FFF2-40B4-BE49-F238E27FC236}">
                  <a16:creationId xmlns:a16="http://schemas.microsoft.com/office/drawing/2014/main" id="{FE783849-89A2-6570-3540-16F5F97D27C7}"/>
                </a:ext>
              </a:extLst>
            </p:cNvPr>
            <p:cNvSpPr/>
            <p:nvPr/>
          </p:nvSpPr>
          <p:spPr>
            <a:xfrm>
              <a:off x="4736096" y="639555"/>
              <a:ext cx="612648" cy="612648"/>
            </a:xfrm>
            <a:prstGeom prst="flowChartDelay">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3" name="フローチャート: 処理 12">
              <a:extLst>
                <a:ext uri="{FF2B5EF4-FFF2-40B4-BE49-F238E27FC236}">
                  <a16:creationId xmlns:a16="http://schemas.microsoft.com/office/drawing/2014/main" id="{17199649-D6EB-BAA4-F95B-B09C321AF895}"/>
                </a:ext>
              </a:extLst>
            </p:cNvPr>
            <p:cNvSpPr/>
            <p:nvPr/>
          </p:nvSpPr>
          <p:spPr>
            <a:xfrm>
              <a:off x="1632857" y="639555"/>
              <a:ext cx="3121901" cy="612648"/>
            </a:xfrm>
            <a:prstGeom prst="flowChartProcess">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pic>
        <p:nvPicPr>
          <p:cNvPr id="7" name="図 6">
            <a:extLst>
              <a:ext uri="{FF2B5EF4-FFF2-40B4-BE49-F238E27FC236}">
                <a16:creationId xmlns:a16="http://schemas.microsoft.com/office/drawing/2014/main" id="{DE769F54-21CB-B9FD-87F3-6171FEAD8C1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464248" y="1452185"/>
            <a:ext cx="3651478" cy="5154531"/>
          </a:xfrm>
          <a:prstGeom prst="rect">
            <a:avLst/>
          </a:prstGeom>
        </p:spPr>
      </p:pic>
      <p:sp>
        <p:nvSpPr>
          <p:cNvPr id="11" name="楕円 10">
            <a:extLst>
              <a:ext uri="{FF2B5EF4-FFF2-40B4-BE49-F238E27FC236}">
                <a16:creationId xmlns:a16="http://schemas.microsoft.com/office/drawing/2014/main" id="{847D3195-A6CE-1F7B-DE9B-8C9123D55902}"/>
              </a:ext>
            </a:extLst>
          </p:cNvPr>
          <p:cNvSpPr/>
          <p:nvPr/>
        </p:nvSpPr>
        <p:spPr>
          <a:xfrm>
            <a:off x="1184989" y="546790"/>
            <a:ext cx="727787" cy="727787"/>
          </a:xfrm>
          <a:prstGeom prst="ellipse">
            <a:avLst/>
          </a:prstGeom>
          <a:solidFill>
            <a:schemeClr val="accent6">
              <a:lumMod val="60000"/>
              <a:lumOff val="40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400" dirty="0">
                <a:solidFill>
                  <a:schemeClr val="tx1">
                    <a:lumMod val="85000"/>
                    <a:lumOff val="15000"/>
                  </a:schemeClr>
                </a:solidFill>
                <a:latin typeface="原稿用標準書体" panose="03000503000000000000" pitchFamily="66" charset="-128"/>
                <a:ea typeface="原稿用標準書体" panose="03000503000000000000" pitchFamily="66" charset="-128"/>
              </a:rPr>
              <a:t>倫</a:t>
            </a:r>
          </a:p>
        </p:txBody>
      </p:sp>
      <p:sp>
        <p:nvSpPr>
          <p:cNvPr id="15" name="テキスト ボックス 14">
            <a:extLst>
              <a:ext uri="{FF2B5EF4-FFF2-40B4-BE49-F238E27FC236}">
                <a16:creationId xmlns:a16="http://schemas.microsoft.com/office/drawing/2014/main" id="{6D5C882D-F9F2-0024-3BE0-8169B6420DF9}"/>
              </a:ext>
            </a:extLst>
          </p:cNvPr>
          <p:cNvSpPr txBox="1"/>
          <p:nvPr/>
        </p:nvSpPr>
        <p:spPr>
          <a:xfrm>
            <a:off x="1417038" y="722503"/>
            <a:ext cx="4009051" cy="400110"/>
          </a:xfrm>
          <a:prstGeom prst="rect">
            <a:avLst/>
          </a:prstGeom>
          <a:noFill/>
        </p:spPr>
        <p:txBody>
          <a:bodyPr wrap="square">
            <a:spAutoFit/>
          </a:bodyPr>
          <a:lstStyle/>
          <a:p>
            <a:pPr algn="ctr"/>
            <a:r>
              <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東雲 倫</a:t>
            </a:r>
          </a:p>
        </p:txBody>
      </p:sp>
      <p:grpSp>
        <p:nvGrpSpPr>
          <p:cNvPr id="36" name="グループ化 35">
            <a:extLst>
              <a:ext uri="{FF2B5EF4-FFF2-40B4-BE49-F238E27FC236}">
                <a16:creationId xmlns:a16="http://schemas.microsoft.com/office/drawing/2014/main" id="{923F3B9A-C4FE-69D2-7A01-D4AE1C0948C0}"/>
              </a:ext>
            </a:extLst>
          </p:cNvPr>
          <p:cNvGrpSpPr/>
          <p:nvPr/>
        </p:nvGrpSpPr>
        <p:grpSpPr>
          <a:xfrm>
            <a:off x="7856944" y="4138156"/>
            <a:ext cx="2899283" cy="1757857"/>
            <a:chOff x="8192278" y="2817842"/>
            <a:chExt cx="2761861" cy="2066432"/>
          </a:xfrm>
        </p:grpSpPr>
        <p:sp>
          <p:nvSpPr>
            <p:cNvPr id="37" name="吹き出し: 角を丸めた四角形 36">
              <a:extLst>
                <a:ext uri="{FF2B5EF4-FFF2-40B4-BE49-F238E27FC236}">
                  <a16:creationId xmlns:a16="http://schemas.microsoft.com/office/drawing/2014/main" id="{1CCE9336-D8C1-73B6-57D4-9EBFA90D65CB}"/>
                </a:ext>
              </a:extLst>
            </p:cNvPr>
            <p:cNvSpPr/>
            <p:nvPr/>
          </p:nvSpPr>
          <p:spPr>
            <a:xfrm rot="400317">
              <a:off x="8192278" y="2817842"/>
              <a:ext cx="2761861" cy="612648"/>
            </a:xfrm>
            <a:prstGeom prst="wedgeRoundRectCallout">
              <a:avLst>
                <a:gd name="adj1" fmla="val 59552"/>
                <a:gd name="adj2" fmla="val 28994"/>
                <a:gd name="adj3" fmla="val 16667"/>
              </a:avLst>
            </a:prstGeom>
            <a:solidFill>
              <a:schemeClr val="accent2"/>
            </a:solidFill>
            <a:ln w="190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rPr>
                <a:t>抱かせろ</a:t>
              </a:r>
            </a:p>
          </p:txBody>
        </p:sp>
        <p:sp>
          <p:nvSpPr>
            <p:cNvPr id="38" name="吹き出し: 角を丸めた四角形 37">
              <a:extLst>
                <a:ext uri="{FF2B5EF4-FFF2-40B4-BE49-F238E27FC236}">
                  <a16:creationId xmlns:a16="http://schemas.microsoft.com/office/drawing/2014/main" id="{2780B5DA-DDFC-B5DE-F221-739745C7B5B1}"/>
                </a:ext>
              </a:extLst>
            </p:cNvPr>
            <p:cNvSpPr/>
            <p:nvPr/>
          </p:nvSpPr>
          <p:spPr>
            <a:xfrm rot="167217">
              <a:off x="8546842" y="3623385"/>
              <a:ext cx="2407297" cy="533997"/>
            </a:xfrm>
            <a:prstGeom prst="wedgeRoundRectCallout">
              <a:avLst>
                <a:gd name="adj1" fmla="val 59552"/>
                <a:gd name="adj2" fmla="val 28994"/>
                <a:gd name="adj3" fmla="val 16667"/>
              </a:avLst>
            </a:prstGeom>
            <a:solidFill>
              <a:schemeClr val="accent2">
                <a:lumMod val="60000"/>
                <a:lumOff val="40000"/>
              </a:schemeClr>
            </a:solidFill>
            <a:ln w="12700">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rPr>
                <a:t>ばーか</a:t>
              </a: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39" name="吹き出し: 角を丸めた四角形 38">
              <a:extLst>
                <a:ext uri="{FF2B5EF4-FFF2-40B4-BE49-F238E27FC236}">
                  <a16:creationId xmlns:a16="http://schemas.microsoft.com/office/drawing/2014/main" id="{BEA7336B-92C8-A0B0-E0C1-CE98BC723B80}"/>
                </a:ext>
              </a:extLst>
            </p:cNvPr>
            <p:cNvSpPr/>
            <p:nvPr/>
          </p:nvSpPr>
          <p:spPr>
            <a:xfrm rot="21446654">
              <a:off x="8546841" y="4350277"/>
              <a:ext cx="2407297" cy="533997"/>
            </a:xfrm>
            <a:prstGeom prst="wedgeRoundRectCallout">
              <a:avLst>
                <a:gd name="adj1" fmla="val 59552"/>
                <a:gd name="adj2" fmla="val 28994"/>
                <a:gd name="adj3" fmla="val 16667"/>
              </a:avLst>
            </a:prstGeom>
            <a:solidFill>
              <a:schemeClr val="accent2">
                <a:lumMod val="60000"/>
                <a:lumOff val="40000"/>
              </a:schemeClr>
            </a:solidFill>
            <a:ln w="12700">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rPr>
                <a:t>いい天気ですね</a:t>
              </a:r>
            </a:p>
          </p:txBody>
        </p:sp>
      </p:grpSp>
      <p:sp>
        <p:nvSpPr>
          <p:cNvPr id="40" name="吹き出し: 角を丸めた四角形 39">
            <a:extLst>
              <a:ext uri="{FF2B5EF4-FFF2-40B4-BE49-F238E27FC236}">
                <a16:creationId xmlns:a16="http://schemas.microsoft.com/office/drawing/2014/main" id="{AA965087-4014-18BA-D032-7D7CD513248A}"/>
              </a:ext>
            </a:extLst>
          </p:cNvPr>
          <p:cNvSpPr/>
          <p:nvPr/>
        </p:nvSpPr>
        <p:spPr>
          <a:xfrm rot="21432783" flipH="1">
            <a:off x="7065889" y="2006434"/>
            <a:ext cx="2527077" cy="454257"/>
          </a:xfrm>
          <a:prstGeom prst="wedgeRoundRectCallout">
            <a:avLst>
              <a:gd name="adj1" fmla="val 59552"/>
              <a:gd name="adj2" fmla="val 28994"/>
              <a:gd name="adj3" fmla="val 16667"/>
            </a:avLst>
          </a:prstGeom>
          <a:solidFill>
            <a:schemeClr val="accent6">
              <a:lumMod val="60000"/>
              <a:lumOff val="40000"/>
            </a:schemeClr>
          </a:solidFill>
          <a:ln w="12700">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rPr>
              <a:t>ねぇ</a:t>
            </a:r>
          </a:p>
        </p:txBody>
      </p:sp>
      <p:sp>
        <p:nvSpPr>
          <p:cNvPr id="41" name="吹き出し: 角を丸めた四角形 40">
            <a:extLst>
              <a:ext uri="{FF2B5EF4-FFF2-40B4-BE49-F238E27FC236}">
                <a16:creationId xmlns:a16="http://schemas.microsoft.com/office/drawing/2014/main" id="{A18217FA-658D-1A2D-30C4-DC80DB715C12}"/>
              </a:ext>
            </a:extLst>
          </p:cNvPr>
          <p:cNvSpPr/>
          <p:nvPr/>
        </p:nvSpPr>
        <p:spPr>
          <a:xfrm rot="167217">
            <a:off x="8228472" y="2620500"/>
            <a:ext cx="2527077" cy="454257"/>
          </a:xfrm>
          <a:prstGeom prst="wedgeRoundRectCallout">
            <a:avLst>
              <a:gd name="adj1" fmla="val 59552"/>
              <a:gd name="adj2" fmla="val 28994"/>
              <a:gd name="adj3" fmla="val 16667"/>
            </a:avLst>
          </a:prstGeom>
          <a:solidFill>
            <a:schemeClr val="bg1">
              <a:lumMod val="95000"/>
            </a:schemeClr>
          </a:solidFill>
          <a:ln w="12700">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rPr>
              <a:t>ん？</a:t>
            </a:r>
          </a:p>
        </p:txBody>
      </p:sp>
      <p:sp>
        <p:nvSpPr>
          <p:cNvPr id="42" name="吹き出し: 角を丸めた四角形 41">
            <a:extLst>
              <a:ext uri="{FF2B5EF4-FFF2-40B4-BE49-F238E27FC236}">
                <a16:creationId xmlns:a16="http://schemas.microsoft.com/office/drawing/2014/main" id="{EFDC110D-CA49-2284-C2B6-4895A1274277}"/>
              </a:ext>
            </a:extLst>
          </p:cNvPr>
          <p:cNvSpPr/>
          <p:nvPr/>
        </p:nvSpPr>
        <p:spPr>
          <a:xfrm rot="21432783" flipH="1">
            <a:off x="7012814" y="3298445"/>
            <a:ext cx="2527077" cy="454257"/>
          </a:xfrm>
          <a:prstGeom prst="wedgeRoundRectCallout">
            <a:avLst>
              <a:gd name="adj1" fmla="val 59552"/>
              <a:gd name="adj2" fmla="val 28994"/>
              <a:gd name="adj3" fmla="val 16667"/>
            </a:avLst>
          </a:prstGeom>
          <a:solidFill>
            <a:schemeClr val="accent6">
              <a:lumMod val="60000"/>
              <a:lumOff val="40000"/>
            </a:schemeClr>
          </a:solidFill>
          <a:ln w="12700">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rPr>
              <a:t>話そーよ</a:t>
            </a:r>
          </a:p>
        </p:txBody>
      </p:sp>
      <p:grpSp>
        <p:nvGrpSpPr>
          <p:cNvPr id="43" name="グループ化 42">
            <a:extLst>
              <a:ext uri="{FF2B5EF4-FFF2-40B4-BE49-F238E27FC236}">
                <a16:creationId xmlns:a16="http://schemas.microsoft.com/office/drawing/2014/main" id="{6148604C-019F-BCAE-D7E7-6F7B4364B567}"/>
              </a:ext>
            </a:extLst>
          </p:cNvPr>
          <p:cNvGrpSpPr/>
          <p:nvPr/>
        </p:nvGrpSpPr>
        <p:grpSpPr>
          <a:xfrm>
            <a:off x="7144212" y="529905"/>
            <a:ext cx="4009051" cy="771268"/>
            <a:chOff x="4091474" y="345233"/>
            <a:chExt cx="4009051" cy="771268"/>
          </a:xfrm>
        </p:grpSpPr>
        <p:sp>
          <p:nvSpPr>
            <p:cNvPr id="44" name="思考の吹き出し: 雲形 43">
              <a:extLst>
                <a:ext uri="{FF2B5EF4-FFF2-40B4-BE49-F238E27FC236}">
                  <a16:creationId xmlns:a16="http://schemas.microsoft.com/office/drawing/2014/main" id="{38BDC093-C46C-9641-086B-58A02053CDEF}"/>
                </a:ext>
              </a:extLst>
            </p:cNvPr>
            <p:cNvSpPr/>
            <p:nvPr/>
          </p:nvSpPr>
          <p:spPr>
            <a:xfrm>
              <a:off x="4323184" y="345233"/>
              <a:ext cx="3545632" cy="771268"/>
            </a:xfrm>
            <a:prstGeom prst="cloudCallout">
              <a:avLst>
                <a:gd name="adj1" fmla="val 42588"/>
                <a:gd name="adj2" fmla="val 55241"/>
              </a:avLst>
            </a:prstGeom>
            <a:solidFill>
              <a:schemeClr val="accent2">
                <a:lumMod val="20000"/>
                <a:lumOff val="80000"/>
                <a:alpha val="3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5" name="テキスト ボックス 44">
              <a:extLst>
                <a:ext uri="{FF2B5EF4-FFF2-40B4-BE49-F238E27FC236}">
                  <a16:creationId xmlns:a16="http://schemas.microsoft.com/office/drawing/2014/main" id="{9AEE2C90-DA30-321C-35E9-33CD7E163A8C}"/>
                </a:ext>
              </a:extLst>
            </p:cNvPr>
            <p:cNvSpPr txBox="1"/>
            <p:nvPr/>
          </p:nvSpPr>
          <p:spPr>
            <a:xfrm>
              <a:off x="4091474" y="513191"/>
              <a:ext cx="4009051" cy="400110"/>
            </a:xfrm>
            <a:prstGeom prst="rect">
              <a:avLst/>
            </a:prstGeom>
            <a:noFill/>
          </p:spPr>
          <p:txBody>
            <a:bodyPr wrap="square">
              <a:spAutoFit/>
            </a:bodyPr>
            <a:lstStyle/>
            <a:p>
              <a:pPr algn="ctr"/>
              <a:r>
                <a:rPr kumimoji="1" lang="ja-JP" altLang="en-US" sz="2000" b="1" dirty="0">
                  <a:solidFill>
                    <a:srgbClr val="FFC000"/>
                  </a:solidFill>
                  <a:latin typeface="原稿用標準書体" panose="03000503000000000000" pitchFamily="66" charset="-128"/>
                  <a:ea typeface="原稿用標準書体" panose="03000503000000000000" pitchFamily="66" charset="-128"/>
                </a:rPr>
                <a:t>どう答えようか</a:t>
              </a:r>
              <a:r>
                <a:rPr kumimoji="1" lang="en-US" altLang="ja-JP" sz="2000" b="1" dirty="0">
                  <a:solidFill>
                    <a:srgbClr val="FFC000"/>
                  </a:solidFill>
                  <a:latin typeface="原稿用標準書体" panose="03000503000000000000" pitchFamily="66" charset="-128"/>
                  <a:ea typeface="原稿用標準書体" panose="03000503000000000000" pitchFamily="66" charset="-128"/>
                </a:rPr>
                <a:t>…</a:t>
              </a:r>
              <a:endParaRPr kumimoji="1" lang="ja-JP" altLang="en-US" sz="2000" b="1" dirty="0">
                <a:solidFill>
                  <a:srgbClr val="FFC000"/>
                </a:solidFill>
                <a:latin typeface="原稿用標準書体" panose="03000503000000000000" pitchFamily="66" charset="-128"/>
                <a:ea typeface="原稿用標準書体" panose="03000503000000000000" pitchFamily="66" charset="-128"/>
              </a:endParaRPr>
            </a:p>
          </p:txBody>
        </p:sp>
      </p:grpSp>
      <p:sp>
        <p:nvSpPr>
          <p:cNvPr id="46" name="楕円 45">
            <a:extLst>
              <a:ext uri="{FF2B5EF4-FFF2-40B4-BE49-F238E27FC236}">
                <a16:creationId xmlns:a16="http://schemas.microsoft.com/office/drawing/2014/main" id="{E89A7776-C09D-CC52-3D76-9D40DF3BFC68}"/>
              </a:ext>
            </a:extLst>
          </p:cNvPr>
          <p:cNvSpPr/>
          <p:nvPr/>
        </p:nvSpPr>
        <p:spPr>
          <a:xfrm>
            <a:off x="6330221" y="2164699"/>
            <a:ext cx="436466" cy="436466"/>
          </a:xfrm>
          <a:prstGeom prst="ellipse">
            <a:avLst/>
          </a:prstGeom>
          <a:solidFill>
            <a:schemeClr val="accent6">
              <a:lumMod val="60000"/>
              <a:lumOff val="40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rPr>
              <a:t>倫</a:t>
            </a:r>
          </a:p>
        </p:txBody>
      </p:sp>
      <p:sp>
        <p:nvSpPr>
          <p:cNvPr id="47" name="楕円 46">
            <a:extLst>
              <a:ext uri="{FF2B5EF4-FFF2-40B4-BE49-F238E27FC236}">
                <a16:creationId xmlns:a16="http://schemas.microsoft.com/office/drawing/2014/main" id="{ED8A9D69-48D2-EABE-4CD9-9342280D09D2}"/>
              </a:ext>
            </a:extLst>
          </p:cNvPr>
          <p:cNvSpPr/>
          <p:nvPr/>
        </p:nvSpPr>
        <p:spPr>
          <a:xfrm>
            <a:off x="6286676" y="3464766"/>
            <a:ext cx="436466" cy="436466"/>
          </a:xfrm>
          <a:prstGeom prst="ellipse">
            <a:avLst/>
          </a:prstGeom>
          <a:solidFill>
            <a:schemeClr val="accent6">
              <a:lumMod val="60000"/>
              <a:lumOff val="40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rPr>
              <a:t>倫</a:t>
            </a:r>
          </a:p>
        </p:txBody>
      </p:sp>
      <p:sp>
        <p:nvSpPr>
          <p:cNvPr id="48" name="楕円 47">
            <a:extLst>
              <a:ext uri="{FF2B5EF4-FFF2-40B4-BE49-F238E27FC236}">
                <a16:creationId xmlns:a16="http://schemas.microsoft.com/office/drawing/2014/main" id="{3F88986B-6921-B260-66E2-1388175035E6}"/>
              </a:ext>
            </a:extLst>
          </p:cNvPr>
          <p:cNvSpPr/>
          <p:nvPr/>
        </p:nvSpPr>
        <p:spPr>
          <a:xfrm>
            <a:off x="11102196" y="2774877"/>
            <a:ext cx="436466" cy="436466"/>
          </a:xfrm>
          <a:prstGeom prst="ellipse">
            <a:avLst/>
          </a:prstGeom>
          <a:solidFill>
            <a:schemeClr val="bg1">
              <a:lumMod val="95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49" name="楕円 48">
            <a:extLst>
              <a:ext uri="{FF2B5EF4-FFF2-40B4-BE49-F238E27FC236}">
                <a16:creationId xmlns:a16="http://schemas.microsoft.com/office/drawing/2014/main" id="{B109FB1B-AE65-D21E-A151-83E86E5092AE}"/>
              </a:ext>
            </a:extLst>
          </p:cNvPr>
          <p:cNvSpPr/>
          <p:nvPr/>
        </p:nvSpPr>
        <p:spPr>
          <a:xfrm>
            <a:off x="11120324" y="4456338"/>
            <a:ext cx="436466" cy="436466"/>
          </a:xfrm>
          <a:prstGeom prst="ellipse">
            <a:avLst/>
          </a:prstGeom>
          <a:solidFill>
            <a:schemeClr val="bg1">
              <a:lumMod val="95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Tree>
    <p:extLst>
      <p:ext uri="{BB962C8B-B14F-4D97-AF65-F5344CB8AC3E}">
        <p14:creationId xmlns:p14="http://schemas.microsoft.com/office/powerpoint/2010/main" val="2925117885"/>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bg>
      <p:bgPr>
        <a:gradFill flip="none" rotWithShape="1">
          <a:gsLst>
            <a:gs pos="46690">
              <a:schemeClr val="accent6">
                <a:lumMod val="50000"/>
              </a:schemeClr>
            </a:gs>
            <a:gs pos="0">
              <a:schemeClr val="accent6">
                <a:lumMod val="50000"/>
              </a:schemeClr>
            </a:gs>
            <a:gs pos="23000">
              <a:schemeClr val="accent6">
                <a:lumMod val="75000"/>
              </a:schemeClr>
            </a:gs>
            <a:gs pos="69000">
              <a:schemeClr val="accent6">
                <a:lumMod val="50000"/>
              </a:schemeClr>
            </a:gs>
            <a:gs pos="97000">
              <a:schemeClr val="tx1">
                <a:lumMod val="85000"/>
                <a:lumOff val="15000"/>
              </a:schemeClr>
            </a:gs>
          </a:gsLst>
          <a:lin ang="0" scaled="1"/>
          <a:tileRect/>
        </a:gradFill>
        <a:effectLst/>
      </p:bgPr>
    </p:bg>
    <p:spTree>
      <p:nvGrpSpPr>
        <p:cNvPr id="1" name="">
          <a:extLst>
            <a:ext uri="{FF2B5EF4-FFF2-40B4-BE49-F238E27FC236}">
              <a16:creationId xmlns:a16="http://schemas.microsoft.com/office/drawing/2014/main" id="{7437EB36-066E-DE5B-E0BC-087316C1E2EF}"/>
            </a:ext>
          </a:extLst>
        </p:cNvPr>
        <p:cNvGrpSpPr/>
        <p:nvPr/>
      </p:nvGrpSpPr>
      <p:grpSpPr>
        <a:xfrm>
          <a:off x="0" y="0"/>
          <a:ext cx="0" cy="0"/>
          <a:chOff x="0" y="0"/>
          <a:chExt cx="0" cy="0"/>
        </a:xfrm>
      </p:grpSpPr>
      <p:grpSp>
        <p:nvGrpSpPr>
          <p:cNvPr id="14" name="グループ化 13">
            <a:extLst>
              <a:ext uri="{FF2B5EF4-FFF2-40B4-BE49-F238E27FC236}">
                <a16:creationId xmlns:a16="http://schemas.microsoft.com/office/drawing/2014/main" id="{D60B391F-6CCD-8DE0-2A9B-9A176D16CA7F}"/>
              </a:ext>
            </a:extLst>
          </p:cNvPr>
          <p:cNvGrpSpPr/>
          <p:nvPr/>
        </p:nvGrpSpPr>
        <p:grpSpPr>
          <a:xfrm>
            <a:off x="1647517" y="604359"/>
            <a:ext cx="3715887" cy="612648"/>
            <a:chOff x="1632857" y="639555"/>
            <a:chExt cx="3715887" cy="612648"/>
          </a:xfrm>
        </p:grpSpPr>
        <p:sp>
          <p:nvSpPr>
            <p:cNvPr id="12" name="フローチャート: 論理積ゲート 11">
              <a:extLst>
                <a:ext uri="{FF2B5EF4-FFF2-40B4-BE49-F238E27FC236}">
                  <a16:creationId xmlns:a16="http://schemas.microsoft.com/office/drawing/2014/main" id="{4EA1A348-6124-D767-CD2B-4FAD4D9B544C}"/>
                </a:ext>
              </a:extLst>
            </p:cNvPr>
            <p:cNvSpPr/>
            <p:nvPr/>
          </p:nvSpPr>
          <p:spPr>
            <a:xfrm>
              <a:off x="4736096" y="639555"/>
              <a:ext cx="612648" cy="612648"/>
            </a:xfrm>
            <a:prstGeom prst="flowChartDelay">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3" name="フローチャート: 処理 12">
              <a:extLst>
                <a:ext uri="{FF2B5EF4-FFF2-40B4-BE49-F238E27FC236}">
                  <a16:creationId xmlns:a16="http://schemas.microsoft.com/office/drawing/2014/main" id="{6A9C5AE4-B256-A8D6-83C4-72D74B863CEA}"/>
                </a:ext>
              </a:extLst>
            </p:cNvPr>
            <p:cNvSpPr/>
            <p:nvPr/>
          </p:nvSpPr>
          <p:spPr>
            <a:xfrm>
              <a:off x="1632857" y="639555"/>
              <a:ext cx="3121901" cy="612648"/>
            </a:xfrm>
            <a:prstGeom prst="flowChartProcess">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pic>
        <p:nvPicPr>
          <p:cNvPr id="7" name="図 6">
            <a:extLst>
              <a:ext uri="{FF2B5EF4-FFF2-40B4-BE49-F238E27FC236}">
                <a16:creationId xmlns:a16="http://schemas.microsoft.com/office/drawing/2014/main" id="{68649F3B-009F-8D6B-8DAA-8235991E417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464248" y="1452185"/>
            <a:ext cx="3651478" cy="5154531"/>
          </a:xfrm>
          <a:prstGeom prst="rect">
            <a:avLst/>
          </a:prstGeom>
        </p:spPr>
      </p:pic>
      <p:sp>
        <p:nvSpPr>
          <p:cNvPr id="11" name="楕円 10">
            <a:extLst>
              <a:ext uri="{FF2B5EF4-FFF2-40B4-BE49-F238E27FC236}">
                <a16:creationId xmlns:a16="http://schemas.microsoft.com/office/drawing/2014/main" id="{BD8D391B-0AAC-C363-E1CC-938EE14DF990}"/>
              </a:ext>
            </a:extLst>
          </p:cNvPr>
          <p:cNvSpPr/>
          <p:nvPr/>
        </p:nvSpPr>
        <p:spPr>
          <a:xfrm>
            <a:off x="1184989" y="546790"/>
            <a:ext cx="727787" cy="727787"/>
          </a:xfrm>
          <a:prstGeom prst="ellipse">
            <a:avLst/>
          </a:prstGeom>
          <a:solidFill>
            <a:schemeClr val="accent6">
              <a:lumMod val="60000"/>
              <a:lumOff val="40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400" dirty="0">
                <a:solidFill>
                  <a:schemeClr val="tx1">
                    <a:lumMod val="85000"/>
                    <a:lumOff val="15000"/>
                  </a:schemeClr>
                </a:solidFill>
                <a:latin typeface="原稿用標準書体" panose="03000503000000000000" pitchFamily="66" charset="-128"/>
                <a:ea typeface="原稿用標準書体" panose="03000503000000000000" pitchFamily="66" charset="-128"/>
              </a:rPr>
              <a:t>倫</a:t>
            </a:r>
          </a:p>
        </p:txBody>
      </p:sp>
      <p:sp>
        <p:nvSpPr>
          <p:cNvPr id="15" name="テキスト ボックス 14">
            <a:extLst>
              <a:ext uri="{FF2B5EF4-FFF2-40B4-BE49-F238E27FC236}">
                <a16:creationId xmlns:a16="http://schemas.microsoft.com/office/drawing/2014/main" id="{D4B69C0A-93C9-6E7C-9713-118E5379F9BF}"/>
              </a:ext>
            </a:extLst>
          </p:cNvPr>
          <p:cNvSpPr txBox="1"/>
          <p:nvPr/>
        </p:nvSpPr>
        <p:spPr>
          <a:xfrm>
            <a:off x="1417038" y="722503"/>
            <a:ext cx="4009051" cy="400110"/>
          </a:xfrm>
          <a:prstGeom prst="rect">
            <a:avLst/>
          </a:prstGeom>
          <a:noFill/>
        </p:spPr>
        <p:txBody>
          <a:bodyPr wrap="square">
            <a:spAutoFit/>
          </a:bodyPr>
          <a:lstStyle/>
          <a:p>
            <a:pPr algn="ctr"/>
            <a:r>
              <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東雲 倫</a:t>
            </a:r>
          </a:p>
        </p:txBody>
      </p:sp>
      <p:grpSp>
        <p:nvGrpSpPr>
          <p:cNvPr id="6" name="グループ化 5">
            <a:extLst>
              <a:ext uri="{FF2B5EF4-FFF2-40B4-BE49-F238E27FC236}">
                <a16:creationId xmlns:a16="http://schemas.microsoft.com/office/drawing/2014/main" id="{0BC1B892-D31F-B9E9-12E9-DB98FCDC8BBF}"/>
              </a:ext>
            </a:extLst>
          </p:cNvPr>
          <p:cNvGrpSpPr/>
          <p:nvPr/>
        </p:nvGrpSpPr>
        <p:grpSpPr>
          <a:xfrm>
            <a:off x="6328031" y="2006434"/>
            <a:ext cx="5270114" cy="3889579"/>
            <a:chOff x="6410741" y="2006434"/>
            <a:chExt cx="5270114" cy="3889579"/>
          </a:xfrm>
        </p:grpSpPr>
        <p:grpSp>
          <p:nvGrpSpPr>
            <p:cNvPr id="36" name="グループ化 35">
              <a:extLst>
                <a:ext uri="{FF2B5EF4-FFF2-40B4-BE49-F238E27FC236}">
                  <a16:creationId xmlns:a16="http://schemas.microsoft.com/office/drawing/2014/main" id="{53A547B5-E733-E568-A1DF-C9D38B3E1BFC}"/>
                </a:ext>
              </a:extLst>
            </p:cNvPr>
            <p:cNvGrpSpPr/>
            <p:nvPr/>
          </p:nvGrpSpPr>
          <p:grpSpPr>
            <a:xfrm>
              <a:off x="7981009" y="4138156"/>
              <a:ext cx="2899283" cy="1757857"/>
              <a:chOff x="8192278" y="2817842"/>
              <a:chExt cx="2761861" cy="2066432"/>
            </a:xfrm>
          </p:grpSpPr>
          <p:sp>
            <p:nvSpPr>
              <p:cNvPr id="37" name="吹き出し: 角を丸めた四角形 36">
                <a:extLst>
                  <a:ext uri="{FF2B5EF4-FFF2-40B4-BE49-F238E27FC236}">
                    <a16:creationId xmlns:a16="http://schemas.microsoft.com/office/drawing/2014/main" id="{F73E1A8E-A7CE-E422-F592-31F09D3AB0C1}"/>
                  </a:ext>
                </a:extLst>
              </p:cNvPr>
              <p:cNvSpPr/>
              <p:nvPr/>
            </p:nvSpPr>
            <p:spPr>
              <a:xfrm rot="400317">
                <a:off x="8192278" y="2817842"/>
                <a:ext cx="2761861" cy="612648"/>
              </a:xfrm>
              <a:prstGeom prst="wedgeRoundRectCallout">
                <a:avLst>
                  <a:gd name="adj1" fmla="val 59552"/>
                  <a:gd name="adj2" fmla="val 28994"/>
                  <a:gd name="adj3" fmla="val 16667"/>
                </a:avLst>
              </a:prstGeom>
              <a:solidFill>
                <a:schemeClr val="accent2"/>
              </a:solidFill>
              <a:ln w="190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rPr>
                  <a:t>抱かせろ</a:t>
                </a:r>
              </a:p>
            </p:txBody>
          </p:sp>
          <p:sp>
            <p:nvSpPr>
              <p:cNvPr id="38" name="吹き出し: 角を丸めた四角形 37">
                <a:extLst>
                  <a:ext uri="{FF2B5EF4-FFF2-40B4-BE49-F238E27FC236}">
                    <a16:creationId xmlns:a16="http://schemas.microsoft.com/office/drawing/2014/main" id="{550F5FF5-BB62-8F5C-A912-2D816F891686}"/>
                  </a:ext>
                </a:extLst>
              </p:cNvPr>
              <p:cNvSpPr/>
              <p:nvPr/>
            </p:nvSpPr>
            <p:spPr>
              <a:xfrm rot="167217">
                <a:off x="8546842" y="3623385"/>
                <a:ext cx="2407297" cy="533997"/>
              </a:xfrm>
              <a:prstGeom prst="wedgeRoundRectCallout">
                <a:avLst>
                  <a:gd name="adj1" fmla="val 59552"/>
                  <a:gd name="adj2" fmla="val 28994"/>
                  <a:gd name="adj3" fmla="val 16667"/>
                </a:avLst>
              </a:prstGeom>
              <a:solidFill>
                <a:schemeClr val="accent2">
                  <a:lumMod val="60000"/>
                  <a:lumOff val="40000"/>
                </a:schemeClr>
              </a:solidFill>
              <a:ln w="12700">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rPr>
                  <a:t>ばーか</a:t>
                </a: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39" name="吹き出し: 角を丸めた四角形 38">
                <a:extLst>
                  <a:ext uri="{FF2B5EF4-FFF2-40B4-BE49-F238E27FC236}">
                    <a16:creationId xmlns:a16="http://schemas.microsoft.com/office/drawing/2014/main" id="{A0C816B8-455A-713E-CECD-E498D9048272}"/>
                  </a:ext>
                </a:extLst>
              </p:cNvPr>
              <p:cNvSpPr/>
              <p:nvPr/>
            </p:nvSpPr>
            <p:spPr>
              <a:xfrm rot="21446654">
                <a:off x="8546841" y="4350277"/>
                <a:ext cx="2407297" cy="533997"/>
              </a:xfrm>
              <a:prstGeom prst="wedgeRoundRectCallout">
                <a:avLst>
                  <a:gd name="adj1" fmla="val 59552"/>
                  <a:gd name="adj2" fmla="val 28994"/>
                  <a:gd name="adj3" fmla="val 16667"/>
                </a:avLst>
              </a:prstGeom>
              <a:solidFill>
                <a:schemeClr val="accent2">
                  <a:lumMod val="60000"/>
                  <a:lumOff val="40000"/>
                </a:schemeClr>
              </a:solidFill>
              <a:ln w="12700">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rPr>
                  <a:t>いい天気ですね</a:t>
                </a:r>
              </a:p>
            </p:txBody>
          </p:sp>
        </p:grpSp>
        <p:sp>
          <p:nvSpPr>
            <p:cNvPr id="40" name="吹き出し: 角を丸めた四角形 39">
              <a:extLst>
                <a:ext uri="{FF2B5EF4-FFF2-40B4-BE49-F238E27FC236}">
                  <a16:creationId xmlns:a16="http://schemas.microsoft.com/office/drawing/2014/main" id="{BB497513-9871-838E-F3E4-3EFFDF964E4C}"/>
                </a:ext>
              </a:extLst>
            </p:cNvPr>
            <p:cNvSpPr/>
            <p:nvPr/>
          </p:nvSpPr>
          <p:spPr>
            <a:xfrm rot="21432783" flipH="1">
              <a:off x="7189954" y="2006434"/>
              <a:ext cx="2527077" cy="454257"/>
            </a:xfrm>
            <a:prstGeom prst="wedgeRoundRectCallout">
              <a:avLst>
                <a:gd name="adj1" fmla="val 59552"/>
                <a:gd name="adj2" fmla="val 28994"/>
                <a:gd name="adj3" fmla="val 16667"/>
              </a:avLst>
            </a:prstGeom>
            <a:solidFill>
              <a:schemeClr val="accent6">
                <a:lumMod val="60000"/>
                <a:lumOff val="40000"/>
              </a:schemeClr>
            </a:solidFill>
            <a:ln w="12700">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rPr>
                <a:t>ねぇ</a:t>
              </a:r>
            </a:p>
          </p:txBody>
        </p:sp>
        <p:sp>
          <p:nvSpPr>
            <p:cNvPr id="41" name="吹き出し: 角を丸めた四角形 40">
              <a:extLst>
                <a:ext uri="{FF2B5EF4-FFF2-40B4-BE49-F238E27FC236}">
                  <a16:creationId xmlns:a16="http://schemas.microsoft.com/office/drawing/2014/main" id="{87A88771-D1F5-0691-4516-45128CD8C7D9}"/>
                </a:ext>
              </a:extLst>
            </p:cNvPr>
            <p:cNvSpPr/>
            <p:nvPr/>
          </p:nvSpPr>
          <p:spPr>
            <a:xfrm rot="167217">
              <a:off x="8352537" y="2620500"/>
              <a:ext cx="2527077" cy="454257"/>
            </a:xfrm>
            <a:prstGeom prst="wedgeRoundRectCallout">
              <a:avLst>
                <a:gd name="adj1" fmla="val 59552"/>
                <a:gd name="adj2" fmla="val 28994"/>
                <a:gd name="adj3" fmla="val 16667"/>
              </a:avLst>
            </a:prstGeom>
            <a:solidFill>
              <a:schemeClr val="bg1">
                <a:lumMod val="95000"/>
              </a:schemeClr>
            </a:solidFill>
            <a:ln w="12700">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rPr>
                <a:t>ん？</a:t>
              </a:r>
            </a:p>
          </p:txBody>
        </p:sp>
        <p:sp>
          <p:nvSpPr>
            <p:cNvPr id="42" name="吹き出し: 角を丸めた四角形 41">
              <a:extLst>
                <a:ext uri="{FF2B5EF4-FFF2-40B4-BE49-F238E27FC236}">
                  <a16:creationId xmlns:a16="http://schemas.microsoft.com/office/drawing/2014/main" id="{5D27FEB4-805C-79A2-9709-DF6A4EDDF42F}"/>
                </a:ext>
              </a:extLst>
            </p:cNvPr>
            <p:cNvSpPr/>
            <p:nvPr/>
          </p:nvSpPr>
          <p:spPr>
            <a:xfrm rot="21432783" flipH="1">
              <a:off x="7136879" y="3298445"/>
              <a:ext cx="2527077" cy="454257"/>
            </a:xfrm>
            <a:prstGeom prst="wedgeRoundRectCallout">
              <a:avLst>
                <a:gd name="adj1" fmla="val 59552"/>
                <a:gd name="adj2" fmla="val 28994"/>
                <a:gd name="adj3" fmla="val 16667"/>
              </a:avLst>
            </a:prstGeom>
            <a:solidFill>
              <a:schemeClr val="accent6">
                <a:lumMod val="60000"/>
                <a:lumOff val="40000"/>
              </a:schemeClr>
            </a:solidFill>
            <a:ln w="12700">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rPr>
                <a:t>話そーよ</a:t>
              </a:r>
            </a:p>
          </p:txBody>
        </p:sp>
        <p:sp>
          <p:nvSpPr>
            <p:cNvPr id="46" name="楕円 45">
              <a:extLst>
                <a:ext uri="{FF2B5EF4-FFF2-40B4-BE49-F238E27FC236}">
                  <a16:creationId xmlns:a16="http://schemas.microsoft.com/office/drawing/2014/main" id="{589F98B2-3773-3A40-41C2-CFFE1DEE7A2F}"/>
                </a:ext>
              </a:extLst>
            </p:cNvPr>
            <p:cNvSpPr/>
            <p:nvPr/>
          </p:nvSpPr>
          <p:spPr>
            <a:xfrm>
              <a:off x="6454286" y="2164699"/>
              <a:ext cx="436466" cy="436466"/>
            </a:xfrm>
            <a:prstGeom prst="ellipse">
              <a:avLst/>
            </a:prstGeom>
            <a:solidFill>
              <a:schemeClr val="accent6">
                <a:lumMod val="60000"/>
                <a:lumOff val="40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rPr>
                <a:t>倫</a:t>
              </a:r>
            </a:p>
          </p:txBody>
        </p:sp>
        <p:sp>
          <p:nvSpPr>
            <p:cNvPr id="47" name="楕円 46">
              <a:extLst>
                <a:ext uri="{FF2B5EF4-FFF2-40B4-BE49-F238E27FC236}">
                  <a16:creationId xmlns:a16="http://schemas.microsoft.com/office/drawing/2014/main" id="{C761C708-9F3D-67B8-DAC3-D632DF4D6F3B}"/>
                </a:ext>
              </a:extLst>
            </p:cNvPr>
            <p:cNvSpPr/>
            <p:nvPr/>
          </p:nvSpPr>
          <p:spPr>
            <a:xfrm>
              <a:off x="6410741" y="3464766"/>
              <a:ext cx="436466" cy="436466"/>
            </a:xfrm>
            <a:prstGeom prst="ellipse">
              <a:avLst/>
            </a:prstGeom>
            <a:solidFill>
              <a:schemeClr val="accent6">
                <a:lumMod val="60000"/>
                <a:lumOff val="40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rPr>
                <a:t>倫</a:t>
              </a:r>
            </a:p>
          </p:txBody>
        </p:sp>
        <p:sp>
          <p:nvSpPr>
            <p:cNvPr id="48" name="楕円 47">
              <a:extLst>
                <a:ext uri="{FF2B5EF4-FFF2-40B4-BE49-F238E27FC236}">
                  <a16:creationId xmlns:a16="http://schemas.microsoft.com/office/drawing/2014/main" id="{35BE9515-A035-7C2A-6E39-BE1885CA592B}"/>
                </a:ext>
              </a:extLst>
            </p:cNvPr>
            <p:cNvSpPr/>
            <p:nvPr/>
          </p:nvSpPr>
          <p:spPr>
            <a:xfrm>
              <a:off x="11226261" y="2774877"/>
              <a:ext cx="436466" cy="436466"/>
            </a:xfrm>
            <a:prstGeom prst="ellipse">
              <a:avLst/>
            </a:prstGeom>
            <a:solidFill>
              <a:schemeClr val="bg1">
                <a:lumMod val="95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49" name="楕円 48">
              <a:extLst>
                <a:ext uri="{FF2B5EF4-FFF2-40B4-BE49-F238E27FC236}">
                  <a16:creationId xmlns:a16="http://schemas.microsoft.com/office/drawing/2014/main" id="{488076D8-1EC7-6AF7-FEBB-6467645B1102}"/>
                </a:ext>
              </a:extLst>
            </p:cNvPr>
            <p:cNvSpPr/>
            <p:nvPr/>
          </p:nvSpPr>
          <p:spPr>
            <a:xfrm>
              <a:off x="11244389" y="4456338"/>
              <a:ext cx="436466" cy="436466"/>
            </a:xfrm>
            <a:prstGeom prst="ellipse">
              <a:avLst/>
            </a:prstGeom>
            <a:solidFill>
              <a:schemeClr val="bg1">
                <a:lumMod val="95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8" name="グループ化 7">
            <a:extLst>
              <a:ext uri="{FF2B5EF4-FFF2-40B4-BE49-F238E27FC236}">
                <a16:creationId xmlns:a16="http://schemas.microsoft.com/office/drawing/2014/main" id="{BEBC1905-3585-AE63-5B0D-3C124B72D0BB}"/>
              </a:ext>
            </a:extLst>
          </p:cNvPr>
          <p:cNvGrpSpPr/>
          <p:nvPr/>
        </p:nvGrpSpPr>
        <p:grpSpPr>
          <a:xfrm>
            <a:off x="6806595" y="546789"/>
            <a:ext cx="4312986" cy="727787"/>
            <a:chOff x="6828598" y="546789"/>
            <a:chExt cx="4312986" cy="727787"/>
          </a:xfrm>
        </p:grpSpPr>
        <p:sp>
          <p:nvSpPr>
            <p:cNvPr id="5" name="四角形: 上の 2 つの角を切り取る 4">
              <a:extLst>
                <a:ext uri="{FF2B5EF4-FFF2-40B4-BE49-F238E27FC236}">
                  <a16:creationId xmlns:a16="http://schemas.microsoft.com/office/drawing/2014/main" id="{D66E5246-5DD3-DCB1-0828-E1B28988D2CA}"/>
                </a:ext>
              </a:extLst>
            </p:cNvPr>
            <p:cNvSpPr/>
            <p:nvPr/>
          </p:nvSpPr>
          <p:spPr>
            <a:xfrm>
              <a:off x="6828598" y="546789"/>
              <a:ext cx="4312986" cy="727787"/>
            </a:xfrm>
            <a:prstGeom prst="snip2SameRect">
              <a:avLst/>
            </a:prstGeom>
            <a:solidFill>
              <a:schemeClr val="accent2">
                <a:lumMod val="20000"/>
                <a:lumOff val="80000"/>
                <a:alpha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 name="テキスト ボックス 3">
              <a:extLst>
                <a:ext uri="{FF2B5EF4-FFF2-40B4-BE49-F238E27FC236}">
                  <a16:creationId xmlns:a16="http://schemas.microsoft.com/office/drawing/2014/main" id="{C206F9CA-55F9-DD65-5B4C-BD19D789C18F}"/>
                </a:ext>
              </a:extLst>
            </p:cNvPr>
            <p:cNvSpPr txBox="1"/>
            <p:nvPr/>
          </p:nvSpPr>
          <p:spPr>
            <a:xfrm>
              <a:off x="6980566" y="675036"/>
              <a:ext cx="4009051" cy="461665"/>
            </a:xfrm>
            <a:prstGeom prst="rect">
              <a:avLst/>
            </a:prstGeom>
            <a:noFill/>
          </p:spPr>
          <p:txBody>
            <a:bodyPr wrap="square">
              <a:spAutoFit/>
            </a:bodyPr>
            <a:lstStyle/>
            <a:p>
              <a:pPr algn="ctr"/>
              <a:r>
                <a:rPr lang="ja-JP" altLang="en-US" sz="2400" b="1" dirty="0">
                  <a:solidFill>
                    <a:schemeClr val="accent2"/>
                  </a:solidFill>
                  <a:latin typeface="原稿用標準書体" panose="03000503000000000000" pitchFamily="66" charset="-128"/>
                  <a:ea typeface="原稿用標準書体" panose="03000503000000000000" pitchFamily="66" charset="-128"/>
                </a:rPr>
                <a:t>イベント名</a:t>
              </a:r>
              <a:endParaRPr kumimoji="1" lang="ja-JP" altLang="en-US" sz="2400" b="1" dirty="0">
                <a:solidFill>
                  <a:schemeClr val="accent2"/>
                </a:solidFill>
                <a:latin typeface="原稿用標準書体" panose="03000503000000000000" pitchFamily="66" charset="-128"/>
                <a:ea typeface="原稿用標準書体" panose="03000503000000000000" pitchFamily="66" charset="-128"/>
              </a:endParaRPr>
            </a:p>
          </p:txBody>
        </p:sp>
      </p:grpSp>
    </p:spTree>
    <p:extLst>
      <p:ext uri="{BB962C8B-B14F-4D97-AF65-F5344CB8AC3E}">
        <p14:creationId xmlns:p14="http://schemas.microsoft.com/office/powerpoint/2010/main" val="1432950431"/>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bg>
      <p:bgPr>
        <a:gradFill>
          <a:gsLst>
            <a:gs pos="46690">
              <a:schemeClr val="accent6">
                <a:lumMod val="50000"/>
              </a:schemeClr>
            </a:gs>
            <a:gs pos="0">
              <a:schemeClr val="accent6">
                <a:lumMod val="50000"/>
              </a:schemeClr>
            </a:gs>
            <a:gs pos="23000">
              <a:schemeClr val="accent6">
                <a:lumMod val="75000"/>
              </a:schemeClr>
            </a:gs>
            <a:gs pos="69000">
              <a:schemeClr val="accent6">
                <a:lumMod val="50000"/>
              </a:schemeClr>
            </a:gs>
            <a:gs pos="97000">
              <a:schemeClr val="tx1">
                <a:lumMod val="85000"/>
                <a:lumOff val="15000"/>
              </a:schemeClr>
            </a:gs>
          </a:gsLst>
          <a:lin ang="0" scaled="1"/>
        </a:gradFill>
        <a:effectLst/>
      </p:bgPr>
    </p:bg>
    <p:spTree>
      <p:nvGrpSpPr>
        <p:cNvPr id="1" name="">
          <a:extLst>
            <a:ext uri="{FF2B5EF4-FFF2-40B4-BE49-F238E27FC236}">
              <a16:creationId xmlns:a16="http://schemas.microsoft.com/office/drawing/2014/main" id="{3E939CE9-139F-D356-A7CC-E7F234E80694}"/>
            </a:ext>
          </a:extLst>
        </p:cNvPr>
        <p:cNvGrpSpPr/>
        <p:nvPr/>
      </p:nvGrpSpPr>
      <p:grpSpPr>
        <a:xfrm>
          <a:off x="0" y="0"/>
          <a:ext cx="0" cy="0"/>
          <a:chOff x="0" y="0"/>
          <a:chExt cx="0" cy="0"/>
        </a:xfrm>
      </p:grpSpPr>
      <p:sp>
        <p:nvSpPr>
          <p:cNvPr id="20" name="四角形: 角を丸くする 19">
            <a:extLst>
              <a:ext uri="{FF2B5EF4-FFF2-40B4-BE49-F238E27FC236}">
                <a16:creationId xmlns:a16="http://schemas.microsoft.com/office/drawing/2014/main" id="{E1C2FA38-3201-F4F1-2413-3FC44B332E59}"/>
              </a:ext>
            </a:extLst>
          </p:cNvPr>
          <p:cNvSpPr>
            <a:spLocks/>
          </p:cNvSpPr>
          <p:nvPr/>
        </p:nvSpPr>
        <p:spPr>
          <a:xfrm>
            <a:off x="7244719" y="3954386"/>
            <a:ext cx="4175950" cy="1512308"/>
          </a:xfrm>
          <a:prstGeom prst="roundRect">
            <a:avLst>
              <a:gd name="adj" fmla="val 9570"/>
            </a:avLst>
          </a:prstGeom>
          <a:solidFill>
            <a:schemeClr val="accent6">
              <a:lumMod val="40000"/>
              <a:lumOff val="60000"/>
              <a:alpha val="87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9" name="台形 18">
            <a:extLst>
              <a:ext uri="{FF2B5EF4-FFF2-40B4-BE49-F238E27FC236}">
                <a16:creationId xmlns:a16="http://schemas.microsoft.com/office/drawing/2014/main" id="{280E9048-15D0-B91D-060E-52DB1C0F2609}"/>
              </a:ext>
            </a:extLst>
          </p:cNvPr>
          <p:cNvSpPr/>
          <p:nvPr/>
        </p:nvSpPr>
        <p:spPr>
          <a:xfrm rot="15985624">
            <a:off x="9078591" y="2294891"/>
            <a:ext cx="536162" cy="2550290"/>
          </a:xfrm>
          <a:prstGeom prst="trapezoid">
            <a:avLst>
              <a:gd name="adj" fmla="val 38526"/>
            </a:avLst>
          </a:prstGeom>
          <a:solidFill>
            <a:schemeClr val="accent6">
              <a:lumMod val="40000"/>
              <a:lumOff val="60000"/>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14" name="グループ化 13">
            <a:extLst>
              <a:ext uri="{FF2B5EF4-FFF2-40B4-BE49-F238E27FC236}">
                <a16:creationId xmlns:a16="http://schemas.microsoft.com/office/drawing/2014/main" id="{E7FB8834-E1C0-9246-3A0B-6A18E45E59D2}"/>
              </a:ext>
            </a:extLst>
          </p:cNvPr>
          <p:cNvGrpSpPr/>
          <p:nvPr/>
        </p:nvGrpSpPr>
        <p:grpSpPr>
          <a:xfrm>
            <a:off x="1647517" y="604359"/>
            <a:ext cx="3715887" cy="612648"/>
            <a:chOff x="1632857" y="639555"/>
            <a:chExt cx="3715887" cy="612648"/>
          </a:xfrm>
        </p:grpSpPr>
        <p:sp>
          <p:nvSpPr>
            <p:cNvPr id="12" name="フローチャート: 論理積ゲート 11">
              <a:extLst>
                <a:ext uri="{FF2B5EF4-FFF2-40B4-BE49-F238E27FC236}">
                  <a16:creationId xmlns:a16="http://schemas.microsoft.com/office/drawing/2014/main" id="{34415C57-E88B-DD20-2718-6EA7D06BF137}"/>
                </a:ext>
              </a:extLst>
            </p:cNvPr>
            <p:cNvSpPr/>
            <p:nvPr/>
          </p:nvSpPr>
          <p:spPr>
            <a:xfrm>
              <a:off x="4736096" y="639555"/>
              <a:ext cx="612648" cy="612648"/>
            </a:xfrm>
            <a:prstGeom prst="flowChartDelay">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3" name="フローチャート: 処理 12">
              <a:extLst>
                <a:ext uri="{FF2B5EF4-FFF2-40B4-BE49-F238E27FC236}">
                  <a16:creationId xmlns:a16="http://schemas.microsoft.com/office/drawing/2014/main" id="{ED49C85F-8A35-98C2-1D99-67EE47BACF29}"/>
                </a:ext>
              </a:extLst>
            </p:cNvPr>
            <p:cNvSpPr/>
            <p:nvPr/>
          </p:nvSpPr>
          <p:spPr>
            <a:xfrm>
              <a:off x="1632857" y="639555"/>
              <a:ext cx="3121901" cy="612648"/>
            </a:xfrm>
            <a:prstGeom prst="flowChartProcess">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pic>
        <p:nvPicPr>
          <p:cNvPr id="7" name="図 6">
            <a:extLst>
              <a:ext uri="{FF2B5EF4-FFF2-40B4-BE49-F238E27FC236}">
                <a16:creationId xmlns:a16="http://schemas.microsoft.com/office/drawing/2014/main" id="{0DC49FB5-31CF-8303-D68C-BAC5311669D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464248" y="1452185"/>
            <a:ext cx="3651478" cy="5154531"/>
          </a:xfrm>
          <a:prstGeom prst="rect">
            <a:avLst/>
          </a:prstGeom>
        </p:spPr>
      </p:pic>
      <p:sp>
        <p:nvSpPr>
          <p:cNvPr id="11" name="楕円 10">
            <a:extLst>
              <a:ext uri="{FF2B5EF4-FFF2-40B4-BE49-F238E27FC236}">
                <a16:creationId xmlns:a16="http://schemas.microsoft.com/office/drawing/2014/main" id="{F6404536-884A-FD0F-DB71-51AB54ECC3E7}"/>
              </a:ext>
            </a:extLst>
          </p:cNvPr>
          <p:cNvSpPr/>
          <p:nvPr/>
        </p:nvSpPr>
        <p:spPr>
          <a:xfrm>
            <a:off x="1184989" y="546790"/>
            <a:ext cx="727787" cy="727787"/>
          </a:xfrm>
          <a:prstGeom prst="ellipse">
            <a:avLst/>
          </a:prstGeom>
          <a:solidFill>
            <a:schemeClr val="accent6">
              <a:lumMod val="60000"/>
              <a:lumOff val="40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400" dirty="0">
                <a:solidFill>
                  <a:schemeClr val="tx1">
                    <a:lumMod val="85000"/>
                    <a:lumOff val="15000"/>
                  </a:schemeClr>
                </a:solidFill>
                <a:latin typeface="原稿用標準書体" panose="03000503000000000000" pitchFamily="66" charset="-128"/>
                <a:ea typeface="原稿用標準書体" panose="03000503000000000000" pitchFamily="66" charset="-128"/>
              </a:rPr>
              <a:t>倫</a:t>
            </a:r>
          </a:p>
        </p:txBody>
      </p:sp>
      <p:sp>
        <p:nvSpPr>
          <p:cNvPr id="15" name="テキスト ボックス 14">
            <a:extLst>
              <a:ext uri="{FF2B5EF4-FFF2-40B4-BE49-F238E27FC236}">
                <a16:creationId xmlns:a16="http://schemas.microsoft.com/office/drawing/2014/main" id="{D553BAC2-89F4-2D2E-B2C9-8D8031DB50B1}"/>
              </a:ext>
            </a:extLst>
          </p:cNvPr>
          <p:cNvSpPr txBox="1"/>
          <p:nvPr/>
        </p:nvSpPr>
        <p:spPr>
          <a:xfrm>
            <a:off x="1417038" y="722503"/>
            <a:ext cx="4009051" cy="400110"/>
          </a:xfrm>
          <a:prstGeom prst="rect">
            <a:avLst/>
          </a:prstGeom>
          <a:noFill/>
        </p:spPr>
        <p:txBody>
          <a:bodyPr wrap="square">
            <a:spAutoFit/>
          </a:bodyPr>
          <a:lstStyle/>
          <a:p>
            <a:pPr algn="ctr"/>
            <a:r>
              <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東雲 倫</a:t>
            </a:r>
          </a:p>
        </p:txBody>
      </p:sp>
      <p:sp>
        <p:nvSpPr>
          <p:cNvPr id="37" name="吹き出し: 角を丸めた四角形 36">
            <a:extLst>
              <a:ext uri="{FF2B5EF4-FFF2-40B4-BE49-F238E27FC236}">
                <a16:creationId xmlns:a16="http://schemas.microsoft.com/office/drawing/2014/main" id="{A04CD300-EAC5-2924-E109-ACF7BFD49D25}"/>
              </a:ext>
            </a:extLst>
          </p:cNvPr>
          <p:cNvSpPr/>
          <p:nvPr/>
        </p:nvSpPr>
        <p:spPr>
          <a:xfrm rot="152770">
            <a:off x="7897032" y="1643485"/>
            <a:ext cx="2899283" cy="521163"/>
          </a:xfrm>
          <a:prstGeom prst="wedgeRoundRectCallout">
            <a:avLst>
              <a:gd name="adj1" fmla="val 59552"/>
              <a:gd name="adj2" fmla="val 28994"/>
              <a:gd name="adj3" fmla="val 16667"/>
            </a:avLst>
          </a:prstGeom>
          <a:solidFill>
            <a:schemeClr val="accent2"/>
          </a:solidFill>
          <a:ln w="190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rPr>
              <a:t>抱かせろ</a:t>
            </a:r>
          </a:p>
        </p:txBody>
      </p:sp>
      <p:sp>
        <p:nvSpPr>
          <p:cNvPr id="42" name="吹き出し: 角を丸めた四角形 41">
            <a:extLst>
              <a:ext uri="{FF2B5EF4-FFF2-40B4-BE49-F238E27FC236}">
                <a16:creationId xmlns:a16="http://schemas.microsoft.com/office/drawing/2014/main" id="{9F84BCEA-F553-5684-DE8B-800605519F30}"/>
              </a:ext>
            </a:extLst>
          </p:cNvPr>
          <p:cNvSpPr/>
          <p:nvPr/>
        </p:nvSpPr>
        <p:spPr>
          <a:xfrm rot="21432783" flipH="1">
            <a:off x="7136879" y="760512"/>
            <a:ext cx="2527077" cy="454257"/>
          </a:xfrm>
          <a:prstGeom prst="wedgeRoundRectCallout">
            <a:avLst>
              <a:gd name="adj1" fmla="val 59552"/>
              <a:gd name="adj2" fmla="val 28994"/>
              <a:gd name="adj3" fmla="val 16667"/>
            </a:avLst>
          </a:prstGeom>
          <a:solidFill>
            <a:schemeClr val="accent6">
              <a:lumMod val="60000"/>
              <a:lumOff val="40000"/>
            </a:schemeClr>
          </a:solidFill>
          <a:ln w="12700">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7" name="楕円 46">
            <a:extLst>
              <a:ext uri="{FF2B5EF4-FFF2-40B4-BE49-F238E27FC236}">
                <a16:creationId xmlns:a16="http://schemas.microsoft.com/office/drawing/2014/main" id="{62F64CE1-792A-5D51-07C5-FC2F8FA4BDFD}"/>
              </a:ext>
            </a:extLst>
          </p:cNvPr>
          <p:cNvSpPr/>
          <p:nvPr/>
        </p:nvSpPr>
        <p:spPr>
          <a:xfrm>
            <a:off x="6410741" y="926833"/>
            <a:ext cx="436466" cy="436466"/>
          </a:xfrm>
          <a:prstGeom prst="ellipse">
            <a:avLst/>
          </a:prstGeom>
          <a:solidFill>
            <a:schemeClr val="accent6">
              <a:lumMod val="60000"/>
              <a:lumOff val="40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rPr>
              <a:t>倫</a:t>
            </a:r>
          </a:p>
        </p:txBody>
      </p:sp>
      <p:sp>
        <p:nvSpPr>
          <p:cNvPr id="49" name="楕円 48">
            <a:extLst>
              <a:ext uri="{FF2B5EF4-FFF2-40B4-BE49-F238E27FC236}">
                <a16:creationId xmlns:a16="http://schemas.microsoft.com/office/drawing/2014/main" id="{E89E3253-D70E-FA0E-9698-4F876364E6E8}"/>
              </a:ext>
            </a:extLst>
          </p:cNvPr>
          <p:cNvSpPr/>
          <p:nvPr/>
        </p:nvSpPr>
        <p:spPr>
          <a:xfrm>
            <a:off x="11244389" y="1918405"/>
            <a:ext cx="436466" cy="436466"/>
          </a:xfrm>
          <a:prstGeom prst="ellipse">
            <a:avLst/>
          </a:prstGeom>
          <a:solidFill>
            <a:schemeClr val="bg1">
              <a:lumMod val="95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3" name="四角形: 角を丸くする 2">
            <a:extLst>
              <a:ext uri="{FF2B5EF4-FFF2-40B4-BE49-F238E27FC236}">
                <a16:creationId xmlns:a16="http://schemas.microsoft.com/office/drawing/2014/main" id="{559801BB-179D-3959-1067-F2DD8EB3A178}"/>
              </a:ext>
            </a:extLst>
          </p:cNvPr>
          <p:cNvSpPr/>
          <p:nvPr/>
        </p:nvSpPr>
        <p:spPr>
          <a:xfrm>
            <a:off x="8862861" y="5716570"/>
            <a:ext cx="2729924" cy="631055"/>
          </a:xfrm>
          <a:prstGeom prst="roundRect">
            <a:avLst>
              <a:gd name="adj" fmla="val 9570"/>
            </a:avLst>
          </a:prstGeom>
          <a:solidFill>
            <a:schemeClr val="accent6"/>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b="1" dirty="0">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endParaRPr>
          </a:p>
        </p:txBody>
      </p:sp>
      <p:sp>
        <p:nvSpPr>
          <p:cNvPr id="5" name="吹き出し: 角を丸めた四角形 4">
            <a:extLst>
              <a:ext uri="{FF2B5EF4-FFF2-40B4-BE49-F238E27FC236}">
                <a16:creationId xmlns:a16="http://schemas.microsoft.com/office/drawing/2014/main" id="{51A0D392-987B-A322-79F2-BB3711AA69DE}"/>
              </a:ext>
            </a:extLst>
          </p:cNvPr>
          <p:cNvSpPr/>
          <p:nvPr/>
        </p:nvSpPr>
        <p:spPr>
          <a:xfrm rot="21432783" flipH="1">
            <a:off x="7136879" y="2581432"/>
            <a:ext cx="2527077" cy="454257"/>
          </a:xfrm>
          <a:prstGeom prst="wedgeRoundRectCallout">
            <a:avLst>
              <a:gd name="adj1" fmla="val 59552"/>
              <a:gd name="adj2" fmla="val 28994"/>
              <a:gd name="adj3" fmla="val 16667"/>
            </a:avLst>
          </a:prstGeom>
          <a:solidFill>
            <a:schemeClr val="accent6">
              <a:lumMod val="60000"/>
              <a:lumOff val="40000"/>
            </a:schemeClr>
          </a:solidFill>
          <a:ln w="12700">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rPr>
              <a:t>男の人っていつも</a:t>
            </a:r>
            <a:r>
              <a:rPr kumimoji="1" lang="en-US" altLang="ja-JP" sz="1600" dirty="0">
                <a:solidFill>
                  <a:schemeClr val="tx1">
                    <a:lumMod val="85000"/>
                    <a:lumOff val="15000"/>
                  </a:schemeClr>
                </a:solidFill>
                <a:latin typeface="原稿用標準書体" panose="03000503000000000000" pitchFamily="66" charset="-128"/>
                <a:ea typeface="原稿用標準書体" panose="03000503000000000000" pitchFamily="66" charset="-128"/>
              </a:rPr>
              <a:t>(</a:t>
            </a:r>
            <a:r>
              <a:rPr kumimoji="1" lang="en-US" altLang="ja-JP" sz="1600" dirty="0" err="1">
                <a:solidFill>
                  <a:schemeClr val="tx1">
                    <a:lumMod val="85000"/>
                    <a:lumOff val="15000"/>
                  </a:schemeClr>
                </a:solidFill>
                <a:latin typeface="原稿用標準書体" panose="03000503000000000000" pitchFamily="66" charset="-128"/>
                <a:ea typeface="原稿用標準書体" panose="03000503000000000000" pitchFamily="66" charset="-128"/>
              </a:rPr>
              <a:t>ry</a:t>
            </a: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6" name="楕円 5">
            <a:extLst>
              <a:ext uri="{FF2B5EF4-FFF2-40B4-BE49-F238E27FC236}">
                <a16:creationId xmlns:a16="http://schemas.microsoft.com/office/drawing/2014/main" id="{0A8C9FA5-40FE-CC07-B3E9-2E36DA79851A}"/>
              </a:ext>
            </a:extLst>
          </p:cNvPr>
          <p:cNvSpPr/>
          <p:nvPr/>
        </p:nvSpPr>
        <p:spPr>
          <a:xfrm>
            <a:off x="6410741" y="2747753"/>
            <a:ext cx="436466" cy="436466"/>
          </a:xfrm>
          <a:prstGeom prst="ellipse">
            <a:avLst/>
          </a:prstGeom>
          <a:solidFill>
            <a:schemeClr val="accent6">
              <a:lumMod val="60000"/>
              <a:lumOff val="40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rPr>
              <a:t>倫</a:t>
            </a:r>
          </a:p>
        </p:txBody>
      </p:sp>
      <p:sp>
        <p:nvSpPr>
          <p:cNvPr id="16" name="テキスト ボックス 15">
            <a:extLst>
              <a:ext uri="{FF2B5EF4-FFF2-40B4-BE49-F238E27FC236}">
                <a16:creationId xmlns:a16="http://schemas.microsoft.com/office/drawing/2014/main" id="{33B031D2-06AB-198C-8A4C-C064226F8C26}"/>
              </a:ext>
            </a:extLst>
          </p:cNvPr>
          <p:cNvSpPr txBox="1"/>
          <p:nvPr/>
        </p:nvSpPr>
        <p:spPr>
          <a:xfrm>
            <a:off x="8177120" y="3250891"/>
            <a:ext cx="2339103" cy="523220"/>
          </a:xfrm>
          <a:prstGeom prst="rect">
            <a:avLst/>
          </a:prstGeom>
          <a:noFill/>
        </p:spPr>
        <p:txBody>
          <a:bodyPr wrap="none" rtlCol="0">
            <a:spAutoFit/>
          </a:bodyPr>
          <a:lstStyle/>
          <a:p>
            <a:pPr algn="ctr"/>
            <a:r>
              <a:rPr lang="ja-JP" altLang="en-US" sz="2800" b="1" dirty="0">
                <a:solidFill>
                  <a:schemeClr val="bg1">
                    <a:lumMod val="95000"/>
                  </a:schemeClr>
                </a:solidFill>
                <a:latin typeface="原稿用標準書体" panose="03000503000000000000" pitchFamily="66" charset="-128"/>
                <a:ea typeface="原稿用標準書体" panose="03000503000000000000" pitchFamily="66" charset="-128"/>
              </a:rPr>
              <a:t>イベント成功</a:t>
            </a:r>
          </a:p>
        </p:txBody>
      </p:sp>
      <p:pic>
        <p:nvPicPr>
          <p:cNvPr id="17" name="図 16">
            <a:extLst>
              <a:ext uri="{FF2B5EF4-FFF2-40B4-BE49-F238E27FC236}">
                <a16:creationId xmlns:a16="http://schemas.microsoft.com/office/drawing/2014/main" id="{A1C7DC1D-C6F4-FC52-42AA-3E0B65471830}"/>
              </a:ext>
            </a:extLst>
          </p:cNvPr>
          <p:cNvPicPr>
            <a:picLocks noChangeAspect="1"/>
          </p:cNvPicPr>
          <p:nvPr/>
        </p:nvPicPr>
        <p:blipFill>
          <a:blip r:embed="rId2">
            <a:extLst>
              <a:ext uri="{28A0092B-C50C-407E-A947-70E740481C1C}">
                <a14:useLocalDpi xmlns:a14="http://schemas.microsoft.com/office/drawing/2010/main" val="0"/>
              </a:ext>
            </a:extLst>
          </a:blip>
          <a:srcRect b="55518"/>
          <a:stretch>
            <a:fillRect/>
          </a:stretch>
        </p:blipFill>
        <p:spPr>
          <a:xfrm>
            <a:off x="7076276" y="4065623"/>
            <a:ext cx="2231275" cy="1401071"/>
          </a:xfrm>
          <a:prstGeom prst="rect">
            <a:avLst/>
          </a:prstGeom>
        </p:spPr>
      </p:pic>
      <p:pic>
        <p:nvPicPr>
          <p:cNvPr id="21" name="図 20">
            <a:extLst>
              <a:ext uri="{FF2B5EF4-FFF2-40B4-BE49-F238E27FC236}">
                <a16:creationId xmlns:a16="http://schemas.microsoft.com/office/drawing/2014/main" id="{DD72D513-F67B-3B66-7B1A-95FB01DC332D}"/>
              </a:ext>
            </a:extLst>
          </p:cNvPr>
          <p:cNvPicPr>
            <a:picLocks noChangeAspect="1"/>
          </p:cNvPicPr>
          <p:nvPr/>
        </p:nvPicPr>
        <p:blipFill>
          <a:blip r:embed="rId3">
            <a:biLevel thresh="50000"/>
            <a:extLst>
              <a:ext uri="{28A0092B-C50C-407E-A947-70E740481C1C}">
                <a14:useLocalDpi xmlns:a14="http://schemas.microsoft.com/office/drawing/2010/main" val="0"/>
              </a:ext>
            </a:extLst>
          </a:blip>
          <a:srcRect l="14083" t="10604" r="55105" b="45782"/>
          <a:stretch>
            <a:fillRect/>
          </a:stretch>
        </p:blipFill>
        <p:spPr>
          <a:xfrm>
            <a:off x="9006414" y="4074954"/>
            <a:ext cx="564949" cy="599754"/>
          </a:xfrm>
          <a:prstGeom prst="rect">
            <a:avLst/>
          </a:prstGeom>
        </p:spPr>
      </p:pic>
      <p:sp>
        <p:nvSpPr>
          <p:cNvPr id="22" name="テキスト ボックス 21">
            <a:extLst>
              <a:ext uri="{FF2B5EF4-FFF2-40B4-BE49-F238E27FC236}">
                <a16:creationId xmlns:a16="http://schemas.microsoft.com/office/drawing/2014/main" id="{F9D41907-7324-2CE7-DE17-DAEB85B5F541}"/>
              </a:ext>
            </a:extLst>
          </p:cNvPr>
          <p:cNvSpPr txBox="1"/>
          <p:nvPr/>
        </p:nvSpPr>
        <p:spPr>
          <a:xfrm>
            <a:off x="9747595" y="4156382"/>
            <a:ext cx="1107996" cy="369332"/>
          </a:xfrm>
          <a:prstGeom prst="rect">
            <a:avLst/>
          </a:prstGeom>
          <a:noFill/>
        </p:spPr>
        <p:txBody>
          <a:bodyPr wrap="none" rtlCol="0">
            <a:spAutoFit/>
          </a:bodyPr>
          <a:lstStyle/>
          <a:p>
            <a:pPr algn="ctr"/>
            <a:r>
              <a:rPr kumimoji="1" lang="ja-JP" altLang="en-US" b="1" dirty="0">
                <a:solidFill>
                  <a:schemeClr val="tx1">
                    <a:lumMod val="85000"/>
                    <a:lumOff val="15000"/>
                  </a:schemeClr>
                </a:solidFill>
                <a:latin typeface="原稿用標準書体" panose="03000503000000000000" pitchFamily="66" charset="-128"/>
                <a:ea typeface="原稿用標準書体" panose="03000503000000000000" pitchFamily="66" charset="-128"/>
              </a:rPr>
              <a:t>バフ名称</a:t>
            </a:r>
          </a:p>
        </p:txBody>
      </p:sp>
      <p:sp>
        <p:nvSpPr>
          <p:cNvPr id="23" name="テキスト ボックス 22">
            <a:extLst>
              <a:ext uri="{FF2B5EF4-FFF2-40B4-BE49-F238E27FC236}">
                <a16:creationId xmlns:a16="http://schemas.microsoft.com/office/drawing/2014/main" id="{2EC296AA-A211-5167-974F-7E5DE4DF677E}"/>
              </a:ext>
            </a:extLst>
          </p:cNvPr>
          <p:cNvSpPr txBox="1"/>
          <p:nvPr/>
        </p:nvSpPr>
        <p:spPr>
          <a:xfrm>
            <a:off x="9243287" y="4674708"/>
            <a:ext cx="1569660" cy="646331"/>
          </a:xfrm>
          <a:prstGeom prst="rect">
            <a:avLst/>
          </a:prstGeom>
          <a:noFill/>
        </p:spPr>
        <p:txBody>
          <a:bodyPr wrap="none" rtlCol="0">
            <a:spAutoFit/>
          </a:bodyPr>
          <a:lstStyle/>
          <a:p>
            <a:pPr algn="ctr"/>
            <a:r>
              <a:rPr kumimoji="1" lang="en-US" altLang="ja-JP" b="1" dirty="0">
                <a:solidFill>
                  <a:schemeClr val="tx1">
                    <a:lumMod val="85000"/>
                    <a:lumOff val="15000"/>
                  </a:schemeClr>
                </a:solidFill>
                <a:latin typeface="原稿用標準書体" panose="03000503000000000000" pitchFamily="66" charset="-128"/>
                <a:ea typeface="原稿用標準書体" panose="03000503000000000000" pitchFamily="66" charset="-128"/>
              </a:rPr>
              <a:t>ATK</a:t>
            </a:r>
            <a:r>
              <a:rPr kumimoji="1" lang="ja-JP" altLang="en-US" b="1" dirty="0">
                <a:solidFill>
                  <a:schemeClr val="tx1">
                    <a:lumMod val="85000"/>
                    <a:lumOff val="15000"/>
                  </a:schemeClr>
                </a:solidFill>
                <a:latin typeface="原稿用標準書体" panose="03000503000000000000" pitchFamily="66" charset="-128"/>
                <a:ea typeface="原稿用標準書体" panose="03000503000000000000" pitchFamily="66" charset="-128"/>
              </a:rPr>
              <a:t>＋</a:t>
            </a:r>
            <a:r>
              <a:rPr kumimoji="1" lang="en-US" altLang="ja-JP" b="1" dirty="0">
                <a:solidFill>
                  <a:schemeClr val="tx1">
                    <a:lumMod val="85000"/>
                    <a:lumOff val="15000"/>
                  </a:schemeClr>
                </a:solidFill>
                <a:latin typeface="原稿用標準書体" panose="03000503000000000000" pitchFamily="66" charset="-128"/>
                <a:ea typeface="原稿用標準書体" panose="03000503000000000000" pitchFamily="66" charset="-128"/>
              </a:rPr>
              <a:t>20</a:t>
            </a:r>
            <a:r>
              <a:rPr kumimoji="1" lang="ja-JP" altLang="en-US" b="1" dirty="0">
                <a:solidFill>
                  <a:schemeClr val="tx1">
                    <a:lumMod val="85000"/>
                    <a:lumOff val="15000"/>
                  </a:schemeClr>
                </a:solidFill>
                <a:latin typeface="原稿用標準書体" panose="03000503000000000000" pitchFamily="66" charset="-128"/>
                <a:ea typeface="原稿用標準書体" panose="03000503000000000000" pitchFamily="66" charset="-128"/>
              </a:rPr>
              <a:t>％</a:t>
            </a:r>
            <a:br>
              <a:rPr kumimoji="1" lang="en-US" altLang="ja-JP" b="1" dirty="0">
                <a:solidFill>
                  <a:schemeClr val="tx1">
                    <a:lumMod val="85000"/>
                    <a:lumOff val="15000"/>
                  </a:schemeClr>
                </a:solidFill>
                <a:latin typeface="原稿用標準書体" panose="03000503000000000000" pitchFamily="66" charset="-128"/>
                <a:ea typeface="原稿用標準書体" panose="03000503000000000000" pitchFamily="66" charset="-128"/>
              </a:rPr>
            </a:br>
            <a:r>
              <a:rPr kumimoji="1" lang="ja-JP" altLang="en-US" b="1" dirty="0">
                <a:solidFill>
                  <a:schemeClr val="tx1">
                    <a:lumMod val="85000"/>
                    <a:lumOff val="15000"/>
                  </a:schemeClr>
                </a:solidFill>
                <a:latin typeface="原稿用標準書体" panose="03000503000000000000" pitchFamily="66" charset="-128"/>
                <a:ea typeface="原稿用標準書体" panose="03000503000000000000" pitchFamily="66" charset="-128"/>
              </a:rPr>
              <a:t>効果テキスト</a:t>
            </a:r>
          </a:p>
        </p:txBody>
      </p:sp>
      <p:grpSp>
        <p:nvGrpSpPr>
          <p:cNvPr id="2" name="グループ化 1">
            <a:extLst>
              <a:ext uri="{FF2B5EF4-FFF2-40B4-BE49-F238E27FC236}">
                <a16:creationId xmlns:a16="http://schemas.microsoft.com/office/drawing/2014/main" id="{72CD70B5-BBAA-2CB5-887A-2B3AB3E9F7F5}"/>
              </a:ext>
            </a:extLst>
          </p:cNvPr>
          <p:cNvGrpSpPr/>
          <p:nvPr/>
        </p:nvGrpSpPr>
        <p:grpSpPr>
          <a:xfrm>
            <a:off x="9164096" y="5847431"/>
            <a:ext cx="1815744" cy="369332"/>
            <a:chOff x="9026246" y="5847431"/>
            <a:chExt cx="1815744" cy="369332"/>
          </a:xfrm>
        </p:grpSpPr>
        <p:sp>
          <p:nvSpPr>
            <p:cNvPr id="4" name="二等辺三角形 3">
              <a:extLst>
                <a:ext uri="{FF2B5EF4-FFF2-40B4-BE49-F238E27FC236}">
                  <a16:creationId xmlns:a16="http://schemas.microsoft.com/office/drawing/2014/main" id="{CF95197C-8614-604B-4671-5DDD542154AA}"/>
                </a:ext>
              </a:extLst>
            </p:cNvPr>
            <p:cNvSpPr/>
            <p:nvPr/>
          </p:nvSpPr>
          <p:spPr>
            <a:xfrm rot="5400000">
              <a:off x="10369271" y="5875196"/>
              <a:ext cx="364010" cy="313802"/>
            </a:xfrm>
            <a:prstGeom prst="triangl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 name="テキスト ボックス 7">
              <a:extLst>
                <a:ext uri="{FF2B5EF4-FFF2-40B4-BE49-F238E27FC236}">
                  <a16:creationId xmlns:a16="http://schemas.microsoft.com/office/drawing/2014/main" id="{1E1FDA93-87CB-6FFC-2C0D-DC07AC41EEA1}"/>
                </a:ext>
              </a:extLst>
            </p:cNvPr>
            <p:cNvSpPr txBox="1"/>
            <p:nvPr/>
          </p:nvSpPr>
          <p:spPr>
            <a:xfrm>
              <a:off x="9026246" y="5847431"/>
              <a:ext cx="1815744" cy="369332"/>
            </a:xfrm>
            <a:prstGeom prst="rect">
              <a:avLst/>
            </a:prstGeom>
            <a:noFill/>
          </p:spPr>
          <p:txBody>
            <a:bodyPr wrap="square">
              <a:spAutoFit/>
            </a:bodyPr>
            <a:lstStyle/>
            <a:p>
              <a:pPr algn="ctr"/>
              <a:r>
                <a:rPr lang="ja-JP" altLang="en-US" b="1">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rPr>
                <a:t>進む</a:t>
              </a:r>
              <a:endParaRPr lang="ja-JP" altLang="en-US" sz="1800" b="1" dirty="0">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endParaRPr>
            </a:p>
          </p:txBody>
        </p:sp>
      </p:grpSp>
    </p:spTree>
    <p:extLst>
      <p:ext uri="{BB962C8B-B14F-4D97-AF65-F5344CB8AC3E}">
        <p14:creationId xmlns:p14="http://schemas.microsoft.com/office/powerpoint/2010/main" val="1687106124"/>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21CBA1-60F4-B92F-43A8-D624B30C3519}"/>
            </a:ext>
          </a:extLst>
        </p:cNvPr>
        <p:cNvGrpSpPr/>
        <p:nvPr/>
      </p:nvGrpSpPr>
      <p:grpSpPr>
        <a:xfrm>
          <a:off x="0" y="0"/>
          <a:ext cx="0" cy="0"/>
          <a:chOff x="0" y="0"/>
          <a:chExt cx="0" cy="0"/>
        </a:xfrm>
      </p:grpSpPr>
      <p:sp>
        <p:nvSpPr>
          <p:cNvPr id="20" name="四角形: 角を丸くする 19">
            <a:extLst>
              <a:ext uri="{FF2B5EF4-FFF2-40B4-BE49-F238E27FC236}">
                <a16:creationId xmlns:a16="http://schemas.microsoft.com/office/drawing/2014/main" id="{3DC83505-F4BF-2A87-BAA3-5866A649FB62}"/>
              </a:ext>
            </a:extLst>
          </p:cNvPr>
          <p:cNvSpPr>
            <a:spLocks/>
          </p:cNvSpPr>
          <p:nvPr/>
        </p:nvSpPr>
        <p:spPr>
          <a:xfrm>
            <a:off x="7244719" y="3954386"/>
            <a:ext cx="4175950" cy="1512308"/>
          </a:xfrm>
          <a:prstGeom prst="roundRect">
            <a:avLst>
              <a:gd name="adj" fmla="val 9570"/>
            </a:avLst>
          </a:prstGeom>
          <a:solidFill>
            <a:schemeClr val="accent6">
              <a:lumMod val="40000"/>
              <a:lumOff val="60000"/>
              <a:alpha val="87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台形 18">
            <a:extLst>
              <a:ext uri="{FF2B5EF4-FFF2-40B4-BE49-F238E27FC236}">
                <a16:creationId xmlns:a16="http://schemas.microsoft.com/office/drawing/2014/main" id="{8210E66A-2950-8710-83DD-5BE278ABBBCA}"/>
              </a:ext>
            </a:extLst>
          </p:cNvPr>
          <p:cNvSpPr/>
          <p:nvPr/>
        </p:nvSpPr>
        <p:spPr>
          <a:xfrm rot="15985624">
            <a:off x="9078591" y="2294891"/>
            <a:ext cx="536162" cy="2550290"/>
          </a:xfrm>
          <a:prstGeom prst="trapezoid">
            <a:avLst>
              <a:gd name="adj" fmla="val 38526"/>
            </a:avLst>
          </a:prstGeom>
          <a:solidFill>
            <a:schemeClr val="accent6">
              <a:lumMod val="40000"/>
              <a:lumOff val="60000"/>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7" name="吹き出し: 角を丸めた四角形 36">
            <a:extLst>
              <a:ext uri="{FF2B5EF4-FFF2-40B4-BE49-F238E27FC236}">
                <a16:creationId xmlns:a16="http://schemas.microsoft.com/office/drawing/2014/main" id="{B3AD5F64-1EC3-DD14-6AB4-A8B0CD478BAF}"/>
              </a:ext>
            </a:extLst>
          </p:cNvPr>
          <p:cNvSpPr/>
          <p:nvPr/>
        </p:nvSpPr>
        <p:spPr>
          <a:xfrm rot="152770">
            <a:off x="7897032" y="1643485"/>
            <a:ext cx="2899283" cy="521163"/>
          </a:xfrm>
          <a:prstGeom prst="wedgeRoundRectCallout">
            <a:avLst>
              <a:gd name="adj1" fmla="val 59552"/>
              <a:gd name="adj2" fmla="val 28994"/>
              <a:gd name="adj3" fmla="val 16667"/>
            </a:avLst>
          </a:prstGeom>
          <a:solidFill>
            <a:schemeClr val="accent2"/>
          </a:solidFill>
          <a:ln w="190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tx1">
                    <a:lumMod val="85000"/>
                    <a:lumOff val="15000"/>
                  </a:schemeClr>
                </a:solidFill>
                <a:latin typeface="02流線形 Bold" pitchFamily="2" charset="-128"/>
                <a:ea typeface="02流線形 Bold" pitchFamily="2" charset="-128"/>
              </a:rPr>
              <a:t>抱かせろ</a:t>
            </a:r>
          </a:p>
        </p:txBody>
      </p:sp>
      <p:sp>
        <p:nvSpPr>
          <p:cNvPr id="42" name="吹き出し: 角を丸めた四角形 41">
            <a:extLst>
              <a:ext uri="{FF2B5EF4-FFF2-40B4-BE49-F238E27FC236}">
                <a16:creationId xmlns:a16="http://schemas.microsoft.com/office/drawing/2014/main" id="{AF0A27AA-A06F-6759-A751-3B2651265852}"/>
              </a:ext>
            </a:extLst>
          </p:cNvPr>
          <p:cNvSpPr/>
          <p:nvPr/>
        </p:nvSpPr>
        <p:spPr>
          <a:xfrm rot="21432783" flipH="1">
            <a:off x="7136879" y="760512"/>
            <a:ext cx="2527077" cy="454257"/>
          </a:xfrm>
          <a:prstGeom prst="wedgeRoundRectCallout">
            <a:avLst>
              <a:gd name="adj1" fmla="val 59552"/>
              <a:gd name="adj2" fmla="val 28994"/>
              <a:gd name="adj3" fmla="val 16667"/>
            </a:avLst>
          </a:prstGeom>
          <a:solidFill>
            <a:schemeClr val="accent6">
              <a:lumMod val="60000"/>
              <a:lumOff val="40000"/>
            </a:schemeClr>
          </a:solidFill>
          <a:ln w="12700">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7" name="楕円 46">
            <a:extLst>
              <a:ext uri="{FF2B5EF4-FFF2-40B4-BE49-F238E27FC236}">
                <a16:creationId xmlns:a16="http://schemas.microsoft.com/office/drawing/2014/main" id="{5988AF52-BF2C-B45D-F676-21B296F92533}"/>
              </a:ext>
            </a:extLst>
          </p:cNvPr>
          <p:cNvSpPr/>
          <p:nvPr/>
        </p:nvSpPr>
        <p:spPr>
          <a:xfrm>
            <a:off x="6410741" y="926833"/>
            <a:ext cx="436466" cy="436466"/>
          </a:xfrm>
          <a:prstGeom prst="ellipse">
            <a:avLst/>
          </a:prstGeom>
          <a:solidFill>
            <a:schemeClr val="accent6">
              <a:lumMod val="60000"/>
              <a:lumOff val="40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600" dirty="0">
                <a:solidFill>
                  <a:schemeClr val="tx1">
                    <a:lumMod val="85000"/>
                    <a:lumOff val="15000"/>
                  </a:schemeClr>
                </a:solidFill>
                <a:latin typeface="BIZ UDP明朝 Medium" panose="02020500000000000000" pitchFamily="18" charset="-128"/>
                <a:ea typeface="BIZ UDP明朝 Medium" panose="02020500000000000000" pitchFamily="18" charset="-128"/>
              </a:rPr>
              <a:t>倫</a:t>
            </a:r>
          </a:p>
        </p:txBody>
      </p:sp>
      <p:sp>
        <p:nvSpPr>
          <p:cNvPr id="49" name="楕円 48">
            <a:extLst>
              <a:ext uri="{FF2B5EF4-FFF2-40B4-BE49-F238E27FC236}">
                <a16:creationId xmlns:a16="http://schemas.microsoft.com/office/drawing/2014/main" id="{2F5B02BB-35E0-6A13-9325-7BA7A626D514}"/>
              </a:ext>
            </a:extLst>
          </p:cNvPr>
          <p:cNvSpPr/>
          <p:nvPr/>
        </p:nvSpPr>
        <p:spPr>
          <a:xfrm>
            <a:off x="11244389" y="1918405"/>
            <a:ext cx="436466" cy="436466"/>
          </a:xfrm>
          <a:prstGeom prst="ellipse">
            <a:avLst/>
          </a:prstGeom>
          <a:solidFill>
            <a:schemeClr val="bg1">
              <a:lumMod val="95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
        <p:nvSpPr>
          <p:cNvPr id="3" name="四角形: 角を丸くする 2">
            <a:extLst>
              <a:ext uri="{FF2B5EF4-FFF2-40B4-BE49-F238E27FC236}">
                <a16:creationId xmlns:a16="http://schemas.microsoft.com/office/drawing/2014/main" id="{067B0314-F386-B202-A6D7-8D5F273C1091}"/>
              </a:ext>
            </a:extLst>
          </p:cNvPr>
          <p:cNvSpPr/>
          <p:nvPr/>
        </p:nvSpPr>
        <p:spPr>
          <a:xfrm>
            <a:off x="8862861" y="5716570"/>
            <a:ext cx="2729924" cy="631055"/>
          </a:xfrm>
          <a:prstGeom prst="roundRect">
            <a:avLst>
              <a:gd name="adj" fmla="val 9570"/>
            </a:avLst>
          </a:prstGeom>
          <a:solidFill>
            <a:schemeClr val="accent6"/>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rPr>
              <a:t>進む</a:t>
            </a:r>
          </a:p>
        </p:txBody>
      </p:sp>
      <p:sp>
        <p:nvSpPr>
          <p:cNvPr id="5" name="吹き出し: 角を丸めた四角形 4">
            <a:extLst>
              <a:ext uri="{FF2B5EF4-FFF2-40B4-BE49-F238E27FC236}">
                <a16:creationId xmlns:a16="http://schemas.microsoft.com/office/drawing/2014/main" id="{390C658B-716D-2833-A840-123B2DD02E52}"/>
              </a:ext>
            </a:extLst>
          </p:cNvPr>
          <p:cNvSpPr/>
          <p:nvPr/>
        </p:nvSpPr>
        <p:spPr>
          <a:xfrm rot="21432783" flipH="1">
            <a:off x="7136879" y="2581432"/>
            <a:ext cx="2527077" cy="454257"/>
          </a:xfrm>
          <a:prstGeom prst="wedgeRoundRectCallout">
            <a:avLst>
              <a:gd name="adj1" fmla="val 59552"/>
              <a:gd name="adj2" fmla="val 28994"/>
              <a:gd name="adj3" fmla="val 16667"/>
            </a:avLst>
          </a:prstGeom>
          <a:solidFill>
            <a:schemeClr val="accent6">
              <a:lumMod val="60000"/>
              <a:lumOff val="40000"/>
            </a:schemeClr>
          </a:solidFill>
          <a:ln w="12700">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600" dirty="0">
                <a:solidFill>
                  <a:schemeClr val="tx1">
                    <a:lumMod val="85000"/>
                    <a:lumOff val="15000"/>
                  </a:schemeClr>
                </a:solidFill>
                <a:latin typeface="02流線形 Bold" pitchFamily="2" charset="-128"/>
                <a:ea typeface="02流線形 Bold" pitchFamily="2" charset="-128"/>
              </a:rPr>
              <a:t>男の人っていつも</a:t>
            </a:r>
            <a:r>
              <a:rPr kumimoji="1" lang="en-US" altLang="ja-JP" sz="1600" dirty="0">
                <a:solidFill>
                  <a:schemeClr val="tx1">
                    <a:lumMod val="85000"/>
                    <a:lumOff val="15000"/>
                  </a:schemeClr>
                </a:solidFill>
                <a:latin typeface="02流線形 Bold" pitchFamily="2" charset="-128"/>
                <a:ea typeface="02流線形 Bold" pitchFamily="2" charset="-128"/>
              </a:rPr>
              <a:t>(</a:t>
            </a:r>
            <a:r>
              <a:rPr kumimoji="1" lang="en-US" altLang="ja-JP" sz="1600" dirty="0" err="1">
                <a:solidFill>
                  <a:schemeClr val="tx1">
                    <a:lumMod val="85000"/>
                    <a:lumOff val="15000"/>
                  </a:schemeClr>
                </a:solidFill>
                <a:latin typeface="02流線形 Bold" pitchFamily="2" charset="-128"/>
                <a:ea typeface="02流線形 Bold" pitchFamily="2" charset="-128"/>
              </a:rPr>
              <a:t>ry</a:t>
            </a:r>
            <a:endParaRPr kumimoji="1" lang="ja-JP" altLang="en-US" sz="1600" dirty="0">
              <a:solidFill>
                <a:schemeClr val="tx1">
                  <a:lumMod val="85000"/>
                  <a:lumOff val="15000"/>
                </a:schemeClr>
              </a:solidFill>
              <a:latin typeface="02流線形 Bold" pitchFamily="2" charset="-128"/>
              <a:ea typeface="02流線形 Bold" pitchFamily="2" charset="-128"/>
            </a:endParaRPr>
          </a:p>
        </p:txBody>
      </p:sp>
      <p:sp>
        <p:nvSpPr>
          <p:cNvPr id="6" name="楕円 5">
            <a:extLst>
              <a:ext uri="{FF2B5EF4-FFF2-40B4-BE49-F238E27FC236}">
                <a16:creationId xmlns:a16="http://schemas.microsoft.com/office/drawing/2014/main" id="{1D6CEA30-B36A-50CE-56E5-3331BD066FA9}"/>
              </a:ext>
            </a:extLst>
          </p:cNvPr>
          <p:cNvSpPr/>
          <p:nvPr/>
        </p:nvSpPr>
        <p:spPr>
          <a:xfrm>
            <a:off x="6410741" y="2747753"/>
            <a:ext cx="436466" cy="436466"/>
          </a:xfrm>
          <a:prstGeom prst="ellipse">
            <a:avLst/>
          </a:prstGeom>
          <a:solidFill>
            <a:schemeClr val="accent6">
              <a:lumMod val="60000"/>
              <a:lumOff val="40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600" dirty="0">
                <a:solidFill>
                  <a:schemeClr val="tx1">
                    <a:lumMod val="85000"/>
                    <a:lumOff val="15000"/>
                  </a:schemeClr>
                </a:solidFill>
                <a:latin typeface="BIZ UDP明朝 Medium" panose="02020500000000000000" pitchFamily="18" charset="-128"/>
                <a:ea typeface="BIZ UDP明朝 Medium" panose="02020500000000000000" pitchFamily="18" charset="-128"/>
              </a:rPr>
              <a:t>倫</a:t>
            </a:r>
          </a:p>
        </p:txBody>
      </p:sp>
      <p:sp>
        <p:nvSpPr>
          <p:cNvPr id="16" name="テキスト ボックス 15">
            <a:extLst>
              <a:ext uri="{FF2B5EF4-FFF2-40B4-BE49-F238E27FC236}">
                <a16:creationId xmlns:a16="http://schemas.microsoft.com/office/drawing/2014/main" id="{7F131B05-8440-B37D-5989-FA0ADED090DA}"/>
              </a:ext>
            </a:extLst>
          </p:cNvPr>
          <p:cNvSpPr txBox="1"/>
          <p:nvPr/>
        </p:nvSpPr>
        <p:spPr>
          <a:xfrm>
            <a:off x="8177122" y="3250891"/>
            <a:ext cx="2339102" cy="523220"/>
          </a:xfrm>
          <a:prstGeom prst="rect">
            <a:avLst/>
          </a:prstGeom>
          <a:noFill/>
        </p:spPr>
        <p:txBody>
          <a:bodyPr wrap="none" rtlCol="0">
            <a:spAutoFit/>
          </a:bodyPr>
          <a:lstStyle/>
          <a:p>
            <a:pPr algn="ctr"/>
            <a:r>
              <a:rPr kumimoji="1" lang="ja-JP" altLang="en-US" sz="2800" b="1" dirty="0">
                <a:solidFill>
                  <a:schemeClr val="bg1">
                    <a:lumMod val="95000"/>
                  </a:schemeClr>
                </a:solidFill>
                <a:latin typeface="02流線形 Bold" pitchFamily="2" charset="-128"/>
                <a:ea typeface="02流線形 Bold" pitchFamily="2" charset="-128"/>
              </a:rPr>
              <a:t>イベント成功</a:t>
            </a:r>
          </a:p>
        </p:txBody>
      </p:sp>
      <p:pic>
        <p:nvPicPr>
          <p:cNvPr id="17" name="図 16">
            <a:extLst>
              <a:ext uri="{FF2B5EF4-FFF2-40B4-BE49-F238E27FC236}">
                <a16:creationId xmlns:a16="http://schemas.microsoft.com/office/drawing/2014/main" id="{CAD686C7-1D3D-EE4D-4218-70963950E34D}"/>
              </a:ext>
            </a:extLst>
          </p:cNvPr>
          <p:cNvPicPr>
            <a:picLocks noChangeAspect="1"/>
          </p:cNvPicPr>
          <p:nvPr/>
        </p:nvPicPr>
        <p:blipFill>
          <a:blip r:embed="rId2">
            <a:extLst>
              <a:ext uri="{28A0092B-C50C-407E-A947-70E740481C1C}">
                <a14:useLocalDpi xmlns:a14="http://schemas.microsoft.com/office/drawing/2010/main" val="0"/>
              </a:ext>
            </a:extLst>
          </a:blip>
          <a:srcRect b="55518"/>
          <a:stretch>
            <a:fillRect/>
          </a:stretch>
        </p:blipFill>
        <p:spPr>
          <a:xfrm>
            <a:off x="7076276" y="4065623"/>
            <a:ext cx="2231275" cy="1401071"/>
          </a:xfrm>
          <a:prstGeom prst="rect">
            <a:avLst/>
          </a:prstGeom>
        </p:spPr>
      </p:pic>
      <p:pic>
        <p:nvPicPr>
          <p:cNvPr id="21" name="図 20">
            <a:extLst>
              <a:ext uri="{FF2B5EF4-FFF2-40B4-BE49-F238E27FC236}">
                <a16:creationId xmlns:a16="http://schemas.microsoft.com/office/drawing/2014/main" id="{C0546D71-6D90-EEA2-2252-DFC5D7B073EF}"/>
              </a:ext>
            </a:extLst>
          </p:cNvPr>
          <p:cNvPicPr>
            <a:picLocks noChangeAspect="1"/>
          </p:cNvPicPr>
          <p:nvPr/>
        </p:nvPicPr>
        <p:blipFill>
          <a:blip r:embed="rId3">
            <a:biLevel thresh="50000"/>
            <a:extLst>
              <a:ext uri="{28A0092B-C50C-407E-A947-70E740481C1C}">
                <a14:useLocalDpi xmlns:a14="http://schemas.microsoft.com/office/drawing/2010/main" val="0"/>
              </a:ext>
            </a:extLst>
          </a:blip>
          <a:srcRect l="14083" t="10604" r="55105" b="45782"/>
          <a:stretch>
            <a:fillRect/>
          </a:stretch>
        </p:blipFill>
        <p:spPr>
          <a:xfrm>
            <a:off x="9006414" y="4074954"/>
            <a:ext cx="564949" cy="599754"/>
          </a:xfrm>
          <a:prstGeom prst="rect">
            <a:avLst/>
          </a:prstGeom>
        </p:spPr>
      </p:pic>
      <p:sp>
        <p:nvSpPr>
          <p:cNvPr id="22" name="テキスト ボックス 21">
            <a:extLst>
              <a:ext uri="{FF2B5EF4-FFF2-40B4-BE49-F238E27FC236}">
                <a16:creationId xmlns:a16="http://schemas.microsoft.com/office/drawing/2014/main" id="{5B9D9B23-1CD0-93B9-F634-6F88FE9D4A8C}"/>
              </a:ext>
            </a:extLst>
          </p:cNvPr>
          <p:cNvSpPr txBox="1"/>
          <p:nvPr/>
        </p:nvSpPr>
        <p:spPr>
          <a:xfrm>
            <a:off x="9747595" y="4156382"/>
            <a:ext cx="1107996" cy="369332"/>
          </a:xfrm>
          <a:prstGeom prst="rect">
            <a:avLst/>
          </a:prstGeom>
          <a:noFill/>
        </p:spPr>
        <p:txBody>
          <a:bodyPr wrap="none" rtlCol="0">
            <a:spAutoFit/>
          </a:bodyPr>
          <a:lstStyle/>
          <a:p>
            <a:pPr algn="ctr"/>
            <a:r>
              <a:rPr kumimoji="1" lang="ja-JP" altLang="en-US" b="1" dirty="0">
                <a:solidFill>
                  <a:schemeClr val="tx1">
                    <a:lumMod val="85000"/>
                    <a:lumOff val="15000"/>
                  </a:schemeClr>
                </a:solidFill>
                <a:latin typeface="02流線形 Bold" pitchFamily="2" charset="-128"/>
                <a:ea typeface="02流線形 Bold" pitchFamily="2" charset="-128"/>
              </a:rPr>
              <a:t>バフ名称</a:t>
            </a:r>
          </a:p>
        </p:txBody>
      </p:sp>
      <p:sp>
        <p:nvSpPr>
          <p:cNvPr id="23" name="テキスト ボックス 22">
            <a:extLst>
              <a:ext uri="{FF2B5EF4-FFF2-40B4-BE49-F238E27FC236}">
                <a16:creationId xmlns:a16="http://schemas.microsoft.com/office/drawing/2014/main" id="{D13E41C5-5C17-A898-CF97-07CA61572F95}"/>
              </a:ext>
            </a:extLst>
          </p:cNvPr>
          <p:cNvSpPr txBox="1"/>
          <p:nvPr/>
        </p:nvSpPr>
        <p:spPr>
          <a:xfrm>
            <a:off x="9243287" y="4674708"/>
            <a:ext cx="1569660" cy="646331"/>
          </a:xfrm>
          <a:prstGeom prst="rect">
            <a:avLst/>
          </a:prstGeom>
          <a:noFill/>
        </p:spPr>
        <p:txBody>
          <a:bodyPr wrap="none" rtlCol="0">
            <a:spAutoFit/>
          </a:bodyPr>
          <a:lstStyle/>
          <a:p>
            <a:pPr algn="ctr"/>
            <a:r>
              <a:rPr kumimoji="1" lang="en-US" altLang="ja-JP" b="1" dirty="0">
                <a:solidFill>
                  <a:schemeClr val="tx1">
                    <a:lumMod val="85000"/>
                    <a:lumOff val="15000"/>
                  </a:schemeClr>
                </a:solidFill>
                <a:latin typeface="02流線形 Bold" pitchFamily="2" charset="-128"/>
                <a:ea typeface="02流線形 Bold" pitchFamily="2" charset="-128"/>
              </a:rPr>
              <a:t>ATK</a:t>
            </a:r>
            <a:r>
              <a:rPr kumimoji="1" lang="ja-JP" altLang="en-US" b="1" dirty="0">
                <a:solidFill>
                  <a:schemeClr val="tx1">
                    <a:lumMod val="85000"/>
                    <a:lumOff val="15000"/>
                  </a:schemeClr>
                </a:solidFill>
                <a:latin typeface="02流線形 Bold" pitchFamily="2" charset="-128"/>
                <a:ea typeface="02流線形 Bold" pitchFamily="2" charset="-128"/>
              </a:rPr>
              <a:t>＋</a:t>
            </a:r>
            <a:r>
              <a:rPr kumimoji="1" lang="en-US" altLang="ja-JP" b="1" dirty="0">
                <a:solidFill>
                  <a:schemeClr val="tx1">
                    <a:lumMod val="85000"/>
                    <a:lumOff val="15000"/>
                  </a:schemeClr>
                </a:solidFill>
                <a:latin typeface="02流線形 Bold" pitchFamily="2" charset="-128"/>
                <a:ea typeface="02流線形 Bold" pitchFamily="2" charset="-128"/>
              </a:rPr>
              <a:t>20</a:t>
            </a:r>
            <a:r>
              <a:rPr kumimoji="1" lang="ja-JP" altLang="en-US" b="1" dirty="0">
                <a:solidFill>
                  <a:schemeClr val="tx1">
                    <a:lumMod val="85000"/>
                    <a:lumOff val="15000"/>
                  </a:schemeClr>
                </a:solidFill>
                <a:latin typeface="02流線形 Bold" pitchFamily="2" charset="-128"/>
                <a:ea typeface="02流線形 Bold" pitchFamily="2" charset="-128"/>
              </a:rPr>
              <a:t>％</a:t>
            </a:r>
            <a:br>
              <a:rPr kumimoji="1" lang="en-US" altLang="ja-JP" b="1" dirty="0">
                <a:solidFill>
                  <a:schemeClr val="tx1">
                    <a:lumMod val="85000"/>
                    <a:lumOff val="15000"/>
                  </a:schemeClr>
                </a:solidFill>
                <a:latin typeface="02流線形 Bold" pitchFamily="2" charset="-128"/>
                <a:ea typeface="02流線形 Bold" pitchFamily="2" charset="-128"/>
              </a:rPr>
            </a:br>
            <a:r>
              <a:rPr kumimoji="1" lang="ja-JP" altLang="en-US" b="1" dirty="0">
                <a:solidFill>
                  <a:schemeClr val="tx1">
                    <a:lumMod val="85000"/>
                    <a:lumOff val="15000"/>
                  </a:schemeClr>
                </a:solidFill>
                <a:latin typeface="02流線形 Bold" pitchFamily="2" charset="-128"/>
                <a:ea typeface="02流線形 Bold" pitchFamily="2" charset="-128"/>
              </a:rPr>
              <a:t>効果テキスト</a:t>
            </a:r>
          </a:p>
        </p:txBody>
      </p:sp>
      <p:grpSp>
        <p:nvGrpSpPr>
          <p:cNvPr id="34" name="グループ化 33">
            <a:extLst>
              <a:ext uri="{FF2B5EF4-FFF2-40B4-BE49-F238E27FC236}">
                <a16:creationId xmlns:a16="http://schemas.microsoft.com/office/drawing/2014/main" id="{1352C45C-76E9-5FAE-F5DB-2D358414A134}"/>
              </a:ext>
            </a:extLst>
          </p:cNvPr>
          <p:cNvGrpSpPr/>
          <p:nvPr/>
        </p:nvGrpSpPr>
        <p:grpSpPr>
          <a:xfrm>
            <a:off x="244634" y="1750107"/>
            <a:ext cx="5754955" cy="2940935"/>
            <a:chOff x="123331" y="1550883"/>
            <a:chExt cx="6976518" cy="3565186"/>
          </a:xfrm>
        </p:grpSpPr>
        <p:pic>
          <p:nvPicPr>
            <p:cNvPr id="35" name="図 34">
              <a:extLst>
                <a:ext uri="{FF2B5EF4-FFF2-40B4-BE49-F238E27FC236}">
                  <a16:creationId xmlns:a16="http://schemas.microsoft.com/office/drawing/2014/main" id="{9EB70B39-CA18-51C5-4BC0-C2EE4D046225}"/>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23331" y="1554516"/>
              <a:ext cx="2523010" cy="3561553"/>
            </a:xfrm>
            <a:prstGeom prst="rect">
              <a:avLst/>
            </a:prstGeom>
          </p:spPr>
        </p:pic>
        <p:pic>
          <p:nvPicPr>
            <p:cNvPr id="50" name="図 49">
              <a:extLst>
                <a:ext uri="{FF2B5EF4-FFF2-40B4-BE49-F238E27FC236}">
                  <a16:creationId xmlns:a16="http://schemas.microsoft.com/office/drawing/2014/main" id="{A68066AD-95CB-F8A0-A489-4185275515F6}"/>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622663" y="1554516"/>
              <a:ext cx="2523010" cy="3561553"/>
            </a:xfrm>
            <a:prstGeom prst="rect">
              <a:avLst/>
            </a:prstGeom>
          </p:spPr>
        </p:pic>
        <p:pic>
          <p:nvPicPr>
            <p:cNvPr id="51" name="図 50">
              <a:extLst>
                <a:ext uri="{FF2B5EF4-FFF2-40B4-BE49-F238E27FC236}">
                  <a16:creationId xmlns:a16="http://schemas.microsoft.com/office/drawing/2014/main" id="{45E09E71-B004-6A7F-D0FA-36CD67498DBC}"/>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098897" y="1550883"/>
              <a:ext cx="2523010" cy="3561553"/>
            </a:xfrm>
            <a:prstGeom prst="rect">
              <a:avLst/>
            </a:prstGeom>
          </p:spPr>
        </p:pic>
        <p:pic>
          <p:nvPicPr>
            <p:cNvPr id="52" name="図 51">
              <a:extLst>
                <a:ext uri="{FF2B5EF4-FFF2-40B4-BE49-F238E27FC236}">
                  <a16:creationId xmlns:a16="http://schemas.microsoft.com/office/drawing/2014/main" id="{A469C864-24D8-3F9A-A314-9003AA46ED04}"/>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576839" y="1553750"/>
              <a:ext cx="2523010" cy="3561553"/>
            </a:xfrm>
            <a:prstGeom prst="rect">
              <a:avLst/>
            </a:prstGeom>
          </p:spPr>
        </p:pic>
      </p:grpSp>
      <p:grpSp>
        <p:nvGrpSpPr>
          <p:cNvPr id="53" name="グループ化 52">
            <a:extLst>
              <a:ext uri="{FF2B5EF4-FFF2-40B4-BE49-F238E27FC236}">
                <a16:creationId xmlns:a16="http://schemas.microsoft.com/office/drawing/2014/main" id="{067DD69E-E77D-8F5B-7C6D-64B1126DBA86}"/>
              </a:ext>
            </a:extLst>
          </p:cNvPr>
          <p:cNvGrpSpPr/>
          <p:nvPr/>
        </p:nvGrpSpPr>
        <p:grpSpPr>
          <a:xfrm>
            <a:off x="773370" y="3319112"/>
            <a:ext cx="5754955" cy="2940935"/>
            <a:chOff x="123331" y="1550883"/>
            <a:chExt cx="6976518" cy="3565186"/>
          </a:xfrm>
        </p:grpSpPr>
        <p:pic>
          <p:nvPicPr>
            <p:cNvPr id="54" name="図 53">
              <a:extLst>
                <a:ext uri="{FF2B5EF4-FFF2-40B4-BE49-F238E27FC236}">
                  <a16:creationId xmlns:a16="http://schemas.microsoft.com/office/drawing/2014/main" id="{0589CBB9-7F4F-7DAB-B2FB-39F7C6BE2D40}"/>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23331" y="1554516"/>
              <a:ext cx="2523010" cy="3561553"/>
            </a:xfrm>
            <a:prstGeom prst="rect">
              <a:avLst/>
            </a:prstGeom>
          </p:spPr>
        </p:pic>
        <p:pic>
          <p:nvPicPr>
            <p:cNvPr id="55" name="図 54">
              <a:extLst>
                <a:ext uri="{FF2B5EF4-FFF2-40B4-BE49-F238E27FC236}">
                  <a16:creationId xmlns:a16="http://schemas.microsoft.com/office/drawing/2014/main" id="{852DCC57-74EB-61EB-E91B-22A447057B5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622663" y="1554516"/>
              <a:ext cx="2523010" cy="3561553"/>
            </a:xfrm>
            <a:prstGeom prst="rect">
              <a:avLst/>
            </a:prstGeom>
          </p:spPr>
        </p:pic>
        <p:pic>
          <p:nvPicPr>
            <p:cNvPr id="56" name="図 55">
              <a:extLst>
                <a:ext uri="{FF2B5EF4-FFF2-40B4-BE49-F238E27FC236}">
                  <a16:creationId xmlns:a16="http://schemas.microsoft.com/office/drawing/2014/main" id="{7570CD89-5DA8-CD6B-4368-62C5DE461FCB}"/>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098897" y="1550883"/>
              <a:ext cx="2523010" cy="3561553"/>
            </a:xfrm>
            <a:prstGeom prst="rect">
              <a:avLst/>
            </a:prstGeom>
          </p:spPr>
        </p:pic>
        <p:pic>
          <p:nvPicPr>
            <p:cNvPr id="57" name="図 56">
              <a:extLst>
                <a:ext uri="{FF2B5EF4-FFF2-40B4-BE49-F238E27FC236}">
                  <a16:creationId xmlns:a16="http://schemas.microsoft.com/office/drawing/2014/main" id="{CDFE6A56-A171-2220-5607-EE272AAE7DB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576839" y="1553750"/>
              <a:ext cx="2523010" cy="3561553"/>
            </a:xfrm>
            <a:prstGeom prst="rect">
              <a:avLst/>
            </a:prstGeom>
          </p:spPr>
        </p:pic>
      </p:grpSp>
      <p:grpSp>
        <p:nvGrpSpPr>
          <p:cNvPr id="58" name="グループ化 57">
            <a:extLst>
              <a:ext uri="{FF2B5EF4-FFF2-40B4-BE49-F238E27FC236}">
                <a16:creationId xmlns:a16="http://schemas.microsoft.com/office/drawing/2014/main" id="{95A59255-6E8A-E837-742E-EB767669E833}"/>
              </a:ext>
            </a:extLst>
          </p:cNvPr>
          <p:cNvGrpSpPr/>
          <p:nvPr/>
        </p:nvGrpSpPr>
        <p:grpSpPr>
          <a:xfrm>
            <a:off x="1647517" y="604359"/>
            <a:ext cx="3715887" cy="612648"/>
            <a:chOff x="1632857" y="639555"/>
            <a:chExt cx="3715887" cy="612648"/>
          </a:xfrm>
        </p:grpSpPr>
        <p:sp>
          <p:nvSpPr>
            <p:cNvPr id="59" name="フローチャート: 論理積ゲート 58">
              <a:extLst>
                <a:ext uri="{FF2B5EF4-FFF2-40B4-BE49-F238E27FC236}">
                  <a16:creationId xmlns:a16="http://schemas.microsoft.com/office/drawing/2014/main" id="{564A3A91-E533-19C8-20A1-8542D12CBD8A}"/>
                </a:ext>
              </a:extLst>
            </p:cNvPr>
            <p:cNvSpPr/>
            <p:nvPr/>
          </p:nvSpPr>
          <p:spPr>
            <a:xfrm>
              <a:off x="4736096" y="639555"/>
              <a:ext cx="612648" cy="612648"/>
            </a:xfrm>
            <a:prstGeom prst="flowChartDelay">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0" name="フローチャート: 処理 59">
              <a:extLst>
                <a:ext uri="{FF2B5EF4-FFF2-40B4-BE49-F238E27FC236}">
                  <a16:creationId xmlns:a16="http://schemas.microsoft.com/office/drawing/2014/main" id="{F7744598-8F97-5F9A-F399-C62C37B82647}"/>
                </a:ext>
              </a:extLst>
            </p:cNvPr>
            <p:cNvSpPr/>
            <p:nvPr/>
          </p:nvSpPr>
          <p:spPr>
            <a:xfrm>
              <a:off x="1632857" y="639555"/>
              <a:ext cx="3121901" cy="612648"/>
            </a:xfrm>
            <a:prstGeom prst="flowChartProcess">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61" name="楕円 60">
            <a:extLst>
              <a:ext uri="{FF2B5EF4-FFF2-40B4-BE49-F238E27FC236}">
                <a16:creationId xmlns:a16="http://schemas.microsoft.com/office/drawing/2014/main" id="{14D559EE-BD44-BC30-3778-69335F0519EC}"/>
              </a:ext>
            </a:extLst>
          </p:cNvPr>
          <p:cNvSpPr/>
          <p:nvPr/>
        </p:nvSpPr>
        <p:spPr>
          <a:xfrm>
            <a:off x="1184989" y="546790"/>
            <a:ext cx="727787" cy="727787"/>
          </a:xfrm>
          <a:prstGeom prst="ellipse">
            <a:avLst/>
          </a:prstGeom>
          <a:solidFill>
            <a:schemeClr val="accent6">
              <a:lumMod val="60000"/>
              <a:lumOff val="40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dirty="0">
                <a:solidFill>
                  <a:schemeClr val="tx1">
                    <a:lumMod val="85000"/>
                    <a:lumOff val="15000"/>
                  </a:schemeClr>
                </a:solidFill>
                <a:latin typeface="BIZ UDP明朝 Medium" panose="02020500000000000000" pitchFamily="18" charset="-128"/>
                <a:ea typeface="BIZ UDP明朝 Medium" panose="02020500000000000000" pitchFamily="18" charset="-128"/>
              </a:rPr>
              <a:t>全</a:t>
            </a:r>
            <a:endParaRPr kumimoji="1" lang="ja-JP" altLang="en-US" sz="2400"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
        <p:nvSpPr>
          <p:cNvPr id="62" name="テキスト ボックス 61">
            <a:extLst>
              <a:ext uri="{FF2B5EF4-FFF2-40B4-BE49-F238E27FC236}">
                <a16:creationId xmlns:a16="http://schemas.microsoft.com/office/drawing/2014/main" id="{18FF3041-DB6F-AE4C-87C0-380DFFAF7764}"/>
              </a:ext>
            </a:extLst>
          </p:cNvPr>
          <p:cNvSpPr txBox="1"/>
          <p:nvPr/>
        </p:nvSpPr>
        <p:spPr>
          <a:xfrm>
            <a:off x="1417038" y="722503"/>
            <a:ext cx="4009051" cy="400110"/>
          </a:xfrm>
          <a:prstGeom prst="rect">
            <a:avLst/>
          </a:prstGeom>
          <a:noFill/>
        </p:spPr>
        <p:txBody>
          <a:bodyPr wrap="square">
            <a:spAutoFit/>
          </a:bodyPr>
          <a:lstStyle/>
          <a:p>
            <a:pPr algn="ctr"/>
            <a:r>
              <a:rPr lang="ja-JP" altLang="en-US" sz="2000" b="1" dirty="0">
                <a:solidFill>
                  <a:schemeClr val="tx1">
                    <a:lumMod val="85000"/>
                    <a:lumOff val="15000"/>
                  </a:schemeClr>
                </a:solidFill>
                <a:latin typeface="BIZ UDP明朝 Medium" panose="02020500000000000000" pitchFamily="18" charset="-128"/>
                <a:ea typeface="BIZ UDP明朝 Medium" panose="02020500000000000000" pitchFamily="18" charset="-128"/>
              </a:rPr>
              <a:t>全員</a:t>
            </a:r>
            <a:endParaRPr kumimoji="1" lang="ja-JP" altLang="en-US" sz="2000" b="1"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Tree>
    <p:extLst>
      <p:ext uri="{BB962C8B-B14F-4D97-AF65-F5344CB8AC3E}">
        <p14:creationId xmlns:p14="http://schemas.microsoft.com/office/powerpoint/2010/main" val="1870664646"/>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bg>
      <p:bgPr>
        <a:gradFill>
          <a:gsLst>
            <a:gs pos="46690">
              <a:schemeClr val="accent6">
                <a:lumMod val="75000"/>
              </a:schemeClr>
            </a:gs>
            <a:gs pos="0">
              <a:schemeClr val="accent6">
                <a:lumMod val="50000"/>
              </a:schemeClr>
            </a:gs>
            <a:gs pos="23000">
              <a:schemeClr val="accent6">
                <a:lumMod val="75000"/>
              </a:schemeClr>
            </a:gs>
            <a:gs pos="69000">
              <a:schemeClr val="accent6">
                <a:lumMod val="50000"/>
              </a:schemeClr>
            </a:gs>
            <a:gs pos="97000">
              <a:schemeClr val="tx1">
                <a:lumMod val="85000"/>
                <a:lumOff val="15000"/>
              </a:schemeClr>
            </a:gs>
          </a:gsLst>
          <a:path path="circle">
            <a:fillToRect l="50000" t="50000" r="50000" b="50000"/>
          </a:path>
        </a:gradFill>
        <a:effectLst/>
      </p:bgPr>
    </p:bg>
    <p:spTree>
      <p:nvGrpSpPr>
        <p:cNvPr id="1" name="">
          <a:extLst>
            <a:ext uri="{FF2B5EF4-FFF2-40B4-BE49-F238E27FC236}">
              <a16:creationId xmlns:a16="http://schemas.microsoft.com/office/drawing/2014/main" id="{62675108-3993-E7C7-4239-12562777EB1B}"/>
            </a:ext>
          </a:extLst>
        </p:cNvPr>
        <p:cNvGrpSpPr/>
        <p:nvPr/>
      </p:nvGrpSpPr>
      <p:grpSpPr>
        <a:xfrm>
          <a:off x="0" y="0"/>
          <a:ext cx="0" cy="0"/>
          <a:chOff x="0" y="0"/>
          <a:chExt cx="0" cy="0"/>
        </a:xfrm>
      </p:grpSpPr>
      <p:sp>
        <p:nvSpPr>
          <p:cNvPr id="277" name="矢印: 五方向 276">
            <a:extLst>
              <a:ext uri="{FF2B5EF4-FFF2-40B4-BE49-F238E27FC236}">
                <a16:creationId xmlns:a16="http://schemas.microsoft.com/office/drawing/2014/main" id="{3A338038-0DB4-979A-4C26-5A403A328440}"/>
              </a:ext>
            </a:extLst>
          </p:cNvPr>
          <p:cNvSpPr/>
          <p:nvPr/>
        </p:nvSpPr>
        <p:spPr>
          <a:xfrm>
            <a:off x="9793588" y="6169827"/>
            <a:ext cx="1225730" cy="527075"/>
          </a:xfrm>
          <a:prstGeom prst="homePlate">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原稿用標準書体" panose="03000503000000000000" pitchFamily="66" charset="-128"/>
                <a:ea typeface="原稿用標準書体" panose="03000503000000000000" pitchFamily="66" charset="-128"/>
              </a:rPr>
              <a:t>撤退</a:t>
            </a:r>
          </a:p>
        </p:txBody>
      </p:sp>
      <p:sp>
        <p:nvSpPr>
          <p:cNvPr id="80" name="楕円 79">
            <a:extLst>
              <a:ext uri="{FF2B5EF4-FFF2-40B4-BE49-F238E27FC236}">
                <a16:creationId xmlns:a16="http://schemas.microsoft.com/office/drawing/2014/main" id="{B7D63AA0-F69A-EA22-3153-A020B6245B03}"/>
              </a:ext>
            </a:extLst>
          </p:cNvPr>
          <p:cNvSpPr/>
          <p:nvPr/>
        </p:nvSpPr>
        <p:spPr>
          <a:xfrm>
            <a:off x="-2195336" y="-114879"/>
            <a:ext cx="7603602" cy="7087758"/>
          </a:xfrm>
          <a:prstGeom prst="ellipse">
            <a:avLst/>
          </a:prstGeom>
          <a:solidFill>
            <a:srgbClr val="CC66FF">
              <a:alpha val="6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2" name="四角形: 角を丸くする 1">
            <a:extLst>
              <a:ext uri="{FF2B5EF4-FFF2-40B4-BE49-F238E27FC236}">
                <a16:creationId xmlns:a16="http://schemas.microsoft.com/office/drawing/2014/main" id="{3B0BC81F-CE68-D159-BE6C-0194087B125E}"/>
              </a:ext>
            </a:extLst>
          </p:cNvPr>
          <p:cNvSpPr/>
          <p:nvPr/>
        </p:nvSpPr>
        <p:spPr>
          <a:xfrm>
            <a:off x="658742" y="796149"/>
            <a:ext cx="2747226"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 name="四角形: 角を丸くする 2">
            <a:extLst>
              <a:ext uri="{FF2B5EF4-FFF2-40B4-BE49-F238E27FC236}">
                <a16:creationId xmlns:a16="http://schemas.microsoft.com/office/drawing/2014/main" id="{0875FBD6-09ED-51D3-0696-DA5568BEF19F}"/>
              </a:ext>
            </a:extLst>
          </p:cNvPr>
          <p:cNvSpPr/>
          <p:nvPr/>
        </p:nvSpPr>
        <p:spPr>
          <a:xfrm>
            <a:off x="658742" y="1531712"/>
            <a:ext cx="2747226"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6" name="四角形: 角を丸くする 5">
            <a:extLst>
              <a:ext uri="{FF2B5EF4-FFF2-40B4-BE49-F238E27FC236}">
                <a16:creationId xmlns:a16="http://schemas.microsoft.com/office/drawing/2014/main" id="{56EDABA3-98D3-9870-A362-FEAC0E5DAE95}"/>
              </a:ext>
            </a:extLst>
          </p:cNvPr>
          <p:cNvSpPr/>
          <p:nvPr/>
        </p:nvSpPr>
        <p:spPr>
          <a:xfrm>
            <a:off x="658742" y="2267275"/>
            <a:ext cx="2747226"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 name="四角形: 角を丸くする 7">
            <a:extLst>
              <a:ext uri="{FF2B5EF4-FFF2-40B4-BE49-F238E27FC236}">
                <a16:creationId xmlns:a16="http://schemas.microsoft.com/office/drawing/2014/main" id="{C46861C0-067A-C5F8-5113-B45FC82FA678}"/>
              </a:ext>
            </a:extLst>
          </p:cNvPr>
          <p:cNvSpPr/>
          <p:nvPr/>
        </p:nvSpPr>
        <p:spPr>
          <a:xfrm>
            <a:off x="658742" y="3859960"/>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 name="四角形: 角を丸くする 8">
            <a:extLst>
              <a:ext uri="{FF2B5EF4-FFF2-40B4-BE49-F238E27FC236}">
                <a16:creationId xmlns:a16="http://schemas.microsoft.com/office/drawing/2014/main" id="{E93F097C-89A8-F60E-DB83-1EA03EB534EE}"/>
              </a:ext>
            </a:extLst>
          </p:cNvPr>
          <p:cNvSpPr/>
          <p:nvPr/>
        </p:nvSpPr>
        <p:spPr>
          <a:xfrm>
            <a:off x="658742" y="4595523"/>
            <a:ext cx="2747226"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 name="四角形: 角を丸くする 9">
            <a:extLst>
              <a:ext uri="{FF2B5EF4-FFF2-40B4-BE49-F238E27FC236}">
                <a16:creationId xmlns:a16="http://schemas.microsoft.com/office/drawing/2014/main" id="{80A33A84-ADF8-4E68-D1E2-45080EFDFDAD}"/>
              </a:ext>
            </a:extLst>
          </p:cNvPr>
          <p:cNvSpPr/>
          <p:nvPr/>
        </p:nvSpPr>
        <p:spPr>
          <a:xfrm>
            <a:off x="658742" y="5331086"/>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3" name="楕円 12">
            <a:extLst>
              <a:ext uri="{FF2B5EF4-FFF2-40B4-BE49-F238E27FC236}">
                <a16:creationId xmlns:a16="http://schemas.microsoft.com/office/drawing/2014/main" id="{25AA3691-2024-C2FC-81A2-D5B0BC9B903B}"/>
              </a:ext>
            </a:extLst>
          </p:cNvPr>
          <p:cNvSpPr/>
          <p:nvPr/>
        </p:nvSpPr>
        <p:spPr>
          <a:xfrm>
            <a:off x="835866" y="847467"/>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5" name="楕円 14">
            <a:extLst>
              <a:ext uri="{FF2B5EF4-FFF2-40B4-BE49-F238E27FC236}">
                <a16:creationId xmlns:a16="http://schemas.microsoft.com/office/drawing/2014/main" id="{43E5537C-F70B-F360-498D-6CB736436655}"/>
              </a:ext>
            </a:extLst>
          </p:cNvPr>
          <p:cNvSpPr/>
          <p:nvPr/>
        </p:nvSpPr>
        <p:spPr>
          <a:xfrm>
            <a:off x="835866" y="1583030"/>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9" name="楕円 18">
            <a:extLst>
              <a:ext uri="{FF2B5EF4-FFF2-40B4-BE49-F238E27FC236}">
                <a16:creationId xmlns:a16="http://schemas.microsoft.com/office/drawing/2014/main" id="{B459F9BD-4D2B-57E6-32D7-215917D94CBC}"/>
              </a:ext>
            </a:extLst>
          </p:cNvPr>
          <p:cNvSpPr/>
          <p:nvPr/>
        </p:nvSpPr>
        <p:spPr>
          <a:xfrm>
            <a:off x="835866" y="5382404"/>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22" name="楕円 21">
            <a:extLst>
              <a:ext uri="{FF2B5EF4-FFF2-40B4-BE49-F238E27FC236}">
                <a16:creationId xmlns:a16="http://schemas.microsoft.com/office/drawing/2014/main" id="{388F7A31-17B0-1DBE-2F57-5291E2CA640F}"/>
              </a:ext>
            </a:extLst>
          </p:cNvPr>
          <p:cNvSpPr/>
          <p:nvPr/>
        </p:nvSpPr>
        <p:spPr>
          <a:xfrm>
            <a:off x="835866" y="4646841"/>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28" name="楕円 27">
            <a:extLst>
              <a:ext uri="{FF2B5EF4-FFF2-40B4-BE49-F238E27FC236}">
                <a16:creationId xmlns:a16="http://schemas.microsoft.com/office/drawing/2014/main" id="{A5B2ACD1-268A-B5C9-223F-26CD13523662}"/>
              </a:ext>
            </a:extLst>
          </p:cNvPr>
          <p:cNvSpPr/>
          <p:nvPr/>
        </p:nvSpPr>
        <p:spPr>
          <a:xfrm>
            <a:off x="835866" y="391127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34" name="楕円 33">
            <a:extLst>
              <a:ext uri="{FF2B5EF4-FFF2-40B4-BE49-F238E27FC236}">
                <a16:creationId xmlns:a16="http://schemas.microsoft.com/office/drawing/2014/main" id="{F283045D-5481-F088-49F7-76CFFC58144A}"/>
              </a:ext>
            </a:extLst>
          </p:cNvPr>
          <p:cNvSpPr/>
          <p:nvPr/>
        </p:nvSpPr>
        <p:spPr>
          <a:xfrm>
            <a:off x="835866" y="2318593"/>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36" name="四角形: 角を丸くする 35">
            <a:extLst>
              <a:ext uri="{FF2B5EF4-FFF2-40B4-BE49-F238E27FC236}">
                <a16:creationId xmlns:a16="http://schemas.microsoft.com/office/drawing/2014/main" id="{298B668E-CEBE-FC78-2C20-A4A68367CC54}"/>
              </a:ext>
            </a:extLst>
          </p:cNvPr>
          <p:cNvSpPr/>
          <p:nvPr/>
        </p:nvSpPr>
        <p:spPr>
          <a:xfrm>
            <a:off x="2795756" y="819474"/>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37" name="四角形: 角を丸くする 36">
            <a:extLst>
              <a:ext uri="{FF2B5EF4-FFF2-40B4-BE49-F238E27FC236}">
                <a16:creationId xmlns:a16="http://schemas.microsoft.com/office/drawing/2014/main" id="{8BD104E6-DF2C-ED62-DFAE-B03FABDA17A5}"/>
              </a:ext>
            </a:extLst>
          </p:cNvPr>
          <p:cNvSpPr/>
          <p:nvPr/>
        </p:nvSpPr>
        <p:spPr>
          <a:xfrm>
            <a:off x="2795756" y="5351302"/>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38" name="四角形: 角を丸くする 37">
            <a:extLst>
              <a:ext uri="{FF2B5EF4-FFF2-40B4-BE49-F238E27FC236}">
                <a16:creationId xmlns:a16="http://schemas.microsoft.com/office/drawing/2014/main" id="{095A2663-2B3A-5D28-3AB4-70CD6379F973}"/>
              </a:ext>
            </a:extLst>
          </p:cNvPr>
          <p:cNvSpPr/>
          <p:nvPr/>
        </p:nvSpPr>
        <p:spPr>
          <a:xfrm>
            <a:off x="2795756" y="4616258"/>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39" name="四角形: 角を丸くする 38">
            <a:extLst>
              <a:ext uri="{FF2B5EF4-FFF2-40B4-BE49-F238E27FC236}">
                <a16:creationId xmlns:a16="http://schemas.microsoft.com/office/drawing/2014/main" id="{3B0EE30C-3C59-99C8-47C3-21040949813D}"/>
              </a:ext>
            </a:extLst>
          </p:cNvPr>
          <p:cNvSpPr/>
          <p:nvPr/>
        </p:nvSpPr>
        <p:spPr>
          <a:xfrm>
            <a:off x="2795756" y="388121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7" name="四角形: 角を丸くする 6">
            <a:extLst>
              <a:ext uri="{FF2B5EF4-FFF2-40B4-BE49-F238E27FC236}">
                <a16:creationId xmlns:a16="http://schemas.microsoft.com/office/drawing/2014/main" id="{B3D0EA1D-1B77-071F-70A5-A41160B626CF}"/>
              </a:ext>
            </a:extLst>
          </p:cNvPr>
          <p:cNvSpPr/>
          <p:nvPr/>
        </p:nvSpPr>
        <p:spPr>
          <a:xfrm>
            <a:off x="1308874" y="3002838"/>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1" name="楕円 30">
            <a:extLst>
              <a:ext uri="{FF2B5EF4-FFF2-40B4-BE49-F238E27FC236}">
                <a16:creationId xmlns:a16="http://schemas.microsoft.com/office/drawing/2014/main" id="{63D9D4B6-BB75-B965-58D3-A02409F71D8D}"/>
              </a:ext>
            </a:extLst>
          </p:cNvPr>
          <p:cNvSpPr/>
          <p:nvPr/>
        </p:nvSpPr>
        <p:spPr>
          <a:xfrm>
            <a:off x="1485998" y="3054156"/>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40" name="四角形: 角を丸くする 39">
            <a:extLst>
              <a:ext uri="{FF2B5EF4-FFF2-40B4-BE49-F238E27FC236}">
                <a16:creationId xmlns:a16="http://schemas.microsoft.com/office/drawing/2014/main" id="{F582456C-8B1A-FBBF-E2CB-95B10907E65C}"/>
              </a:ext>
            </a:extLst>
          </p:cNvPr>
          <p:cNvSpPr/>
          <p:nvPr/>
        </p:nvSpPr>
        <p:spPr>
          <a:xfrm>
            <a:off x="3445889" y="3024609"/>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41" name="四角形: 角を丸くする 40">
            <a:extLst>
              <a:ext uri="{FF2B5EF4-FFF2-40B4-BE49-F238E27FC236}">
                <a16:creationId xmlns:a16="http://schemas.microsoft.com/office/drawing/2014/main" id="{3BC390A5-696C-4759-20D5-3D43535B0716}"/>
              </a:ext>
            </a:extLst>
          </p:cNvPr>
          <p:cNvSpPr/>
          <p:nvPr/>
        </p:nvSpPr>
        <p:spPr>
          <a:xfrm>
            <a:off x="2795756" y="2289564"/>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42" name="四角形: 角を丸くする 41">
            <a:extLst>
              <a:ext uri="{FF2B5EF4-FFF2-40B4-BE49-F238E27FC236}">
                <a16:creationId xmlns:a16="http://schemas.microsoft.com/office/drawing/2014/main" id="{7FE05DF1-20E7-E6F1-F572-139709FEC9EB}"/>
              </a:ext>
            </a:extLst>
          </p:cNvPr>
          <p:cNvSpPr/>
          <p:nvPr/>
        </p:nvSpPr>
        <p:spPr>
          <a:xfrm>
            <a:off x="2795756" y="1554519"/>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44" name="四角形: 角を丸くする 43">
            <a:extLst>
              <a:ext uri="{FF2B5EF4-FFF2-40B4-BE49-F238E27FC236}">
                <a16:creationId xmlns:a16="http://schemas.microsoft.com/office/drawing/2014/main" id="{6F5D985D-BE59-E769-7B4B-219F130B08FD}"/>
              </a:ext>
            </a:extLst>
          </p:cNvPr>
          <p:cNvSpPr/>
          <p:nvPr/>
        </p:nvSpPr>
        <p:spPr>
          <a:xfrm flipV="1">
            <a:off x="8838120" y="5330633"/>
            <a:ext cx="2704472"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6" name="四角形: 角を丸くする 45">
            <a:extLst>
              <a:ext uri="{FF2B5EF4-FFF2-40B4-BE49-F238E27FC236}">
                <a16:creationId xmlns:a16="http://schemas.microsoft.com/office/drawing/2014/main" id="{F21EE6E4-1C58-EA35-77AF-745705E534E7}"/>
              </a:ext>
            </a:extLst>
          </p:cNvPr>
          <p:cNvSpPr/>
          <p:nvPr/>
        </p:nvSpPr>
        <p:spPr>
          <a:xfrm flipV="1">
            <a:off x="8838120" y="3859507"/>
            <a:ext cx="2704472"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7" name="四角形: 角を丸くする 46">
            <a:extLst>
              <a:ext uri="{FF2B5EF4-FFF2-40B4-BE49-F238E27FC236}">
                <a16:creationId xmlns:a16="http://schemas.microsoft.com/office/drawing/2014/main" id="{4395FF90-2AA7-3E8C-8E4C-6DB59B54CAA1}"/>
              </a:ext>
            </a:extLst>
          </p:cNvPr>
          <p:cNvSpPr/>
          <p:nvPr/>
        </p:nvSpPr>
        <p:spPr>
          <a:xfrm flipV="1">
            <a:off x="8838120" y="3128230"/>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8" name="四角形: 角を丸くする 47">
            <a:extLst>
              <a:ext uri="{FF2B5EF4-FFF2-40B4-BE49-F238E27FC236}">
                <a16:creationId xmlns:a16="http://schemas.microsoft.com/office/drawing/2014/main" id="{664E7067-2BC3-9475-585A-9F405222AFA7}"/>
              </a:ext>
            </a:extLst>
          </p:cNvPr>
          <p:cNvSpPr/>
          <p:nvPr/>
        </p:nvSpPr>
        <p:spPr>
          <a:xfrm flipV="1">
            <a:off x="8048005" y="2259499"/>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9" name="四角形: 角を丸くする 48">
            <a:extLst>
              <a:ext uri="{FF2B5EF4-FFF2-40B4-BE49-F238E27FC236}">
                <a16:creationId xmlns:a16="http://schemas.microsoft.com/office/drawing/2014/main" id="{3E6D657B-0FB9-5CC1-81AF-C16B415AB7EB}"/>
              </a:ext>
            </a:extLst>
          </p:cNvPr>
          <p:cNvSpPr/>
          <p:nvPr/>
        </p:nvSpPr>
        <p:spPr>
          <a:xfrm flipV="1">
            <a:off x="8838120" y="1523936"/>
            <a:ext cx="2704472"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0" name="四角形: 角を丸くする 49">
            <a:extLst>
              <a:ext uri="{FF2B5EF4-FFF2-40B4-BE49-F238E27FC236}">
                <a16:creationId xmlns:a16="http://schemas.microsoft.com/office/drawing/2014/main" id="{180F9604-1594-8562-5DB5-4AA22BA6D3F0}"/>
              </a:ext>
            </a:extLst>
          </p:cNvPr>
          <p:cNvSpPr/>
          <p:nvPr/>
        </p:nvSpPr>
        <p:spPr>
          <a:xfrm flipV="1">
            <a:off x="8838120" y="788373"/>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2" name="楕円 51">
            <a:extLst>
              <a:ext uri="{FF2B5EF4-FFF2-40B4-BE49-F238E27FC236}">
                <a16:creationId xmlns:a16="http://schemas.microsoft.com/office/drawing/2014/main" id="{4E0735D2-1720-7B3B-7F42-EA8A90144350}"/>
              </a:ext>
            </a:extLst>
          </p:cNvPr>
          <p:cNvSpPr/>
          <p:nvPr/>
        </p:nvSpPr>
        <p:spPr>
          <a:xfrm>
            <a:off x="9869638" y="839691"/>
            <a:ext cx="1428131"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キャラ</a:t>
            </a:r>
          </a:p>
        </p:txBody>
      </p:sp>
      <p:sp>
        <p:nvSpPr>
          <p:cNvPr id="53" name="楕円 52">
            <a:extLst>
              <a:ext uri="{FF2B5EF4-FFF2-40B4-BE49-F238E27FC236}">
                <a16:creationId xmlns:a16="http://schemas.microsoft.com/office/drawing/2014/main" id="{278DF3DA-C9BC-1FE4-0B76-1C3D1E951EAC}"/>
              </a:ext>
            </a:extLst>
          </p:cNvPr>
          <p:cNvSpPr/>
          <p:nvPr/>
        </p:nvSpPr>
        <p:spPr>
          <a:xfrm>
            <a:off x="9012488" y="839691"/>
            <a:ext cx="682783"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55" name="楕円 54">
            <a:extLst>
              <a:ext uri="{FF2B5EF4-FFF2-40B4-BE49-F238E27FC236}">
                <a16:creationId xmlns:a16="http://schemas.microsoft.com/office/drawing/2014/main" id="{9E575D39-9683-74E9-52B7-98AA063DF761}"/>
              </a:ext>
            </a:extLst>
          </p:cNvPr>
          <p:cNvSpPr/>
          <p:nvPr/>
        </p:nvSpPr>
        <p:spPr>
          <a:xfrm>
            <a:off x="9869638" y="1575254"/>
            <a:ext cx="1428131"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キャラ</a:t>
            </a:r>
          </a:p>
        </p:txBody>
      </p:sp>
      <p:sp>
        <p:nvSpPr>
          <p:cNvPr id="56" name="楕円 55">
            <a:extLst>
              <a:ext uri="{FF2B5EF4-FFF2-40B4-BE49-F238E27FC236}">
                <a16:creationId xmlns:a16="http://schemas.microsoft.com/office/drawing/2014/main" id="{4E082290-16BF-7422-CF12-CC6CC690E669}"/>
              </a:ext>
            </a:extLst>
          </p:cNvPr>
          <p:cNvSpPr/>
          <p:nvPr/>
        </p:nvSpPr>
        <p:spPr>
          <a:xfrm>
            <a:off x="9012488" y="1575254"/>
            <a:ext cx="682783"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57" name="グループ化 56">
            <a:extLst>
              <a:ext uri="{FF2B5EF4-FFF2-40B4-BE49-F238E27FC236}">
                <a16:creationId xmlns:a16="http://schemas.microsoft.com/office/drawing/2014/main" id="{C38BE224-E30B-D843-1028-27661386D7F2}"/>
              </a:ext>
            </a:extLst>
          </p:cNvPr>
          <p:cNvGrpSpPr/>
          <p:nvPr/>
        </p:nvGrpSpPr>
        <p:grpSpPr>
          <a:xfrm>
            <a:off x="9012488" y="5381951"/>
            <a:ext cx="2285281" cy="559836"/>
            <a:chOff x="858105" y="1673292"/>
            <a:chExt cx="2612882" cy="559836"/>
          </a:xfrm>
        </p:grpSpPr>
        <p:sp>
          <p:nvSpPr>
            <p:cNvPr id="58" name="楕円 57">
              <a:extLst>
                <a:ext uri="{FF2B5EF4-FFF2-40B4-BE49-F238E27FC236}">
                  <a16:creationId xmlns:a16="http://schemas.microsoft.com/office/drawing/2014/main" id="{D8F35592-1937-5BD0-2F91-BD31A77D2DAE}"/>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キャラ</a:t>
              </a:r>
            </a:p>
          </p:txBody>
        </p:sp>
        <p:sp>
          <p:nvSpPr>
            <p:cNvPr id="59" name="楕円 58">
              <a:extLst>
                <a:ext uri="{FF2B5EF4-FFF2-40B4-BE49-F238E27FC236}">
                  <a16:creationId xmlns:a16="http://schemas.microsoft.com/office/drawing/2014/main" id="{F4C25449-BC65-177E-3B64-2B06E9062F6A}"/>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grpSp>
      <p:grpSp>
        <p:nvGrpSpPr>
          <p:cNvPr id="63" name="グループ化 62">
            <a:extLst>
              <a:ext uri="{FF2B5EF4-FFF2-40B4-BE49-F238E27FC236}">
                <a16:creationId xmlns:a16="http://schemas.microsoft.com/office/drawing/2014/main" id="{3C0F0AAD-5908-584B-F181-A2721F038D91}"/>
              </a:ext>
            </a:extLst>
          </p:cNvPr>
          <p:cNvGrpSpPr/>
          <p:nvPr/>
        </p:nvGrpSpPr>
        <p:grpSpPr>
          <a:xfrm>
            <a:off x="9012488" y="3910825"/>
            <a:ext cx="2285281" cy="559836"/>
            <a:chOff x="858105" y="1673292"/>
            <a:chExt cx="2612882" cy="559836"/>
          </a:xfrm>
        </p:grpSpPr>
        <p:sp>
          <p:nvSpPr>
            <p:cNvPr id="64" name="楕円 63">
              <a:extLst>
                <a:ext uri="{FF2B5EF4-FFF2-40B4-BE49-F238E27FC236}">
                  <a16:creationId xmlns:a16="http://schemas.microsoft.com/office/drawing/2014/main" id="{44680473-D71D-7DB5-5036-D3CF3BF05D74}"/>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キャラ</a:t>
              </a:r>
            </a:p>
          </p:txBody>
        </p:sp>
        <p:sp>
          <p:nvSpPr>
            <p:cNvPr id="65" name="楕円 64">
              <a:extLst>
                <a:ext uri="{FF2B5EF4-FFF2-40B4-BE49-F238E27FC236}">
                  <a16:creationId xmlns:a16="http://schemas.microsoft.com/office/drawing/2014/main" id="{DFFE15DA-A255-2AE3-4C81-F2BC57897380}"/>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grpSp>
      <p:sp>
        <p:nvSpPr>
          <p:cNvPr id="67" name="楕円 66">
            <a:extLst>
              <a:ext uri="{FF2B5EF4-FFF2-40B4-BE49-F238E27FC236}">
                <a16:creationId xmlns:a16="http://schemas.microsoft.com/office/drawing/2014/main" id="{9F0C42FC-84C1-AFB7-4650-77D56816C135}"/>
              </a:ext>
            </a:extLst>
          </p:cNvPr>
          <p:cNvSpPr/>
          <p:nvPr/>
        </p:nvSpPr>
        <p:spPr>
          <a:xfrm>
            <a:off x="9869638" y="3179548"/>
            <a:ext cx="1428131"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キャラ</a:t>
            </a:r>
          </a:p>
        </p:txBody>
      </p:sp>
      <p:sp>
        <p:nvSpPr>
          <p:cNvPr id="68" name="楕円 67">
            <a:extLst>
              <a:ext uri="{FF2B5EF4-FFF2-40B4-BE49-F238E27FC236}">
                <a16:creationId xmlns:a16="http://schemas.microsoft.com/office/drawing/2014/main" id="{994B6581-BFF7-3D08-8B10-5AE5D209D51E}"/>
              </a:ext>
            </a:extLst>
          </p:cNvPr>
          <p:cNvSpPr/>
          <p:nvPr/>
        </p:nvSpPr>
        <p:spPr>
          <a:xfrm>
            <a:off x="9012488" y="3179548"/>
            <a:ext cx="682783"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70" name="楕円 69">
            <a:extLst>
              <a:ext uri="{FF2B5EF4-FFF2-40B4-BE49-F238E27FC236}">
                <a16:creationId xmlns:a16="http://schemas.microsoft.com/office/drawing/2014/main" id="{A9C9A878-0503-D22E-487E-839D5D379305}"/>
              </a:ext>
            </a:extLst>
          </p:cNvPr>
          <p:cNvSpPr/>
          <p:nvPr/>
        </p:nvSpPr>
        <p:spPr>
          <a:xfrm>
            <a:off x="9079523" y="2310817"/>
            <a:ext cx="1428131"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キャラ</a:t>
            </a:r>
          </a:p>
        </p:txBody>
      </p:sp>
      <p:sp>
        <p:nvSpPr>
          <p:cNvPr id="71" name="楕円 70">
            <a:extLst>
              <a:ext uri="{FF2B5EF4-FFF2-40B4-BE49-F238E27FC236}">
                <a16:creationId xmlns:a16="http://schemas.microsoft.com/office/drawing/2014/main" id="{D846BCE9-9665-2AE3-77A4-CD5B41F13897}"/>
              </a:ext>
            </a:extLst>
          </p:cNvPr>
          <p:cNvSpPr/>
          <p:nvPr/>
        </p:nvSpPr>
        <p:spPr>
          <a:xfrm>
            <a:off x="8222373" y="2310817"/>
            <a:ext cx="682783"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72" name="四角形: 角を丸くする 71">
            <a:extLst>
              <a:ext uri="{FF2B5EF4-FFF2-40B4-BE49-F238E27FC236}">
                <a16:creationId xmlns:a16="http://schemas.microsoft.com/office/drawing/2014/main" id="{D1351442-3158-FFD0-2490-D4F9BDDA10FB}"/>
              </a:ext>
            </a:extLst>
          </p:cNvPr>
          <p:cNvSpPr/>
          <p:nvPr/>
        </p:nvSpPr>
        <p:spPr>
          <a:xfrm>
            <a:off x="10941877" y="81169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73" name="四角形: 角を丸くする 72">
            <a:extLst>
              <a:ext uri="{FF2B5EF4-FFF2-40B4-BE49-F238E27FC236}">
                <a16:creationId xmlns:a16="http://schemas.microsoft.com/office/drawing/2014/main" id="{3B9F0E31-1F75-62F4-61F0-5A440893046D}"/>
              </a:ext>
            </a:extLst>
          </p:cNvPr>
          <p:cNvSpPr/>
          <p:nvPr/>
        </p:nvSpPr>
        <p:spPr>
          <a:xfrm>
            <a:off x="10941877" y="5350849"/>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nvGrpSpPr>
          <p:cNvPr id="90" name="グループ化 89">
            <a:extLst>
              <a:ext uri="{FF2B5EF4-FFF2-40B4-BE49-F238E27FC236}">
                <a16:creationId xmlns:a16="http://schemas.microsoft.com/office/drawing/2014/main" id="{531C4FAC-B27F-9B4E-AAA4-03E9C51096F4}"/>
              </a:ext>
            </a:extLst>
          </p:cNvPr>
          <p:cNvGrpSpPr/>
          <p:nvPr/>
        </p:nvGrpSpPr>
        <p:grpSpPr>
          <a:xfrm>
            <a:off x="8836094" y="4595070"/>
            <a:ext cx="2704472" cy="662473"/>
            <a:chOff x="8450427" y="4559558"/>
            <a:chExt cx="3092165" cy="662473"/>
          </a:xfrm>
        </p:grpSpPr>
        <p:sp>
          <p:nvSpPr>
            <p:cNvPr id="45" name="四角形: 角を丸くする 44">
              <a:extLst>
                <a:ext uri="{FF2B5EF4-FFF2-40B4-BE49-F238E27FC236}">
                  <a16:creationId xmlns:a16="http://schemas.microsoft.com/office/drawing/2014/main" id="{C972F199-1754-8825-1AB2-1BDB48649BD0}"/>
                </a:ext>
              </a:extLst>
            </p:cNvPr>
            <p:cNvSpPr/>
            <p:nvPr/>
          </p:nvSpPr>
          <p:spPr>
            <a:xfrm flipV="1">
              <a:off x="8450427" y="4559558"/>
              <a:ext cx="3092165"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60" name="グループ化 59">
              <a:extLst>
                <a:ext uri="{FF2B5EF4-FFF2-40B4-BE49-F238E27FC236}">
                  <a16:creationId xmlns:a16="http://schemas.microsoft.com/office/drawing/2014/main" id="{CDCBB13E-3D47-5E5F-0966-2E9C4F97DB74}"/>
                </a:ext>
              </a:extLst>
            </p:cNvPr>
            <p:cNvGrpSpPr/>
            <p:nvPr/>
          </p:nvGrpSpPr>
          <p:grpSpPr>
            <a:xfrm>
              <a:off x="8649791" y="4610876"/>
              <a:ext cx="2612882" cy="559836"/>
              <a:chOff x="858105" y="1673292"/>
              <a:chExt cx="2612882" cy="559836"/>
            </a:xfrm>
          </p:grpSpPr>
          <p:sp>
            <p:nvSpPr>
              <p:cNvPr id="61" name="楕円 60">
                <a:extLst>
                  <a:ext uri="{FF2B5EF4-FFF2-40B4-BE49-F238E27FC236}">
                    <a16:creationId xmlns:a16="http://schemas.microsoft.com/office/drawing/2014/main" id="{C2D3B9DE-E6A2-D4A9-B6CB-1D9534C95877}"/>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キャラ</a:t>
                </a:r>
              </a:p>
            </p:txBody>
          </p:sp>
          <p:sp>
            <p:nvSpPr>
              <p:cNvPr id="62" name="楕円 61">
                <a:extLst>
                  <a:ext uri="{FF2B5EF4-FFF2-40B4-BE49-F238E27FC236}">
                    <a16:creationId xmlns:a16="http://schemas.microsoft.com/office/drawing/2014/main" id="{5C67F01E-326B-9D17-FE3F-47DF4BE28BB3}"/>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grpSp>
        <p:sp>
          <p:nvSpPr>
            <p:cNvPr id="74" name="四角形: 角を丸くする 73">
              <a:extLst>
                <a:ext uri="{FF2B5EF4-FFF2-40B4-BE49-F238E27FC236}">
                  <a16:creationId xmlns:a16="http://schemas.microsoft.com/office/drawing/2014/main" id="{2E3D8E5F-D650-AAB6-072A-375A4F2F6B45}"/>
                </a:ext>
              </a:extLst>
            </p:cNvPr>
            <p:cNvSpPr/>
            <p:nvPr/>
          </p:nvSpPr>
          <p:spPr>
            <a:xfrm>
              <a:off x="10855763" y="4580293"/>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sp>
        <p:nvSpPr>
          <p:cNvPr id="75" name="四角形: 角を丸くする 74">
            <a:extLst>
              <a:ext uri="{FF2B5EF4-FFF2-40B4-BE49-F238E27FC236}">
                <a16:creationId xmlns:a16="http://schemas.microsoft.com/office/drawing/2014/main" id="{89343878-82DF-3001-C7B7-6554C4CCAA86}"/>
              </a:ext>
            </a:extLst>
          </p:cNvPr>
          <p:cNvSpPr/>
          <p:nvPr/>
        </p:nvSpPr>
        <p:spPr>
          <a:xfrm>
            <a:off x="10941877" y="3880760"/>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76" name="四角形: 角を丸くする 75">
            <a:extLst>
              <a:ext uri="{FF2B5EF4-FFF2-40B4-BE49-F238E27FC236}">
                <a16:creationId xmlns:a16="http://schemas.microsoft.com/office/drawing/2014/main" id="{743E436C-DA80-3D1C-82C1-C5FC5373F68D}"/>
              </a:ext>
            </a:extLst>
          </p:cNvPr>
          <p:cNvSpPr/>
          <p:nvPr/>
        </p:nvSpPr>
        <p:spPr>
          <a:xfrm>
            <a:off x="10941877" y="3150001"/>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77" name="四角形: 角を丸くする 76">
            <a:extLst>
              <a:ext uri="{FF2B5EF4-FFF2-40B4-BE49-F238E27FC236}">
                <a16:creationId xmlns:a16="http://schemas.microsoft.com/office/drawing/2014/main" id="{A06CECA4-16C8-1371-5F35-851A0CD99AD7}"/>
              </a:ext>
            </a:extLst>
          </p:cNvPr>
          <p:cNvSpPr/>
          <p:nvPr/>
        </p:nvSpPr>
        <p:spPr>
          <a:xfrm>
            <a:off x="10151762" y="228178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78" name="四角形: 角を丸くする 77">
            <a:extLst>
              <a:ext uri="{FF2B5EF4-FFF2-40B4-BE49-F238E27FC236}">
                <a16:creationId xmlns:a16="http://schemas.microsoft.com/office/drawing/2014/main" id="{03BD48AA-3296-FD3A-C71B-A6937C89E540}"/>
              </a:ext>
            </a:extLst>
          </p:cNvPr>
          <p:cNvSpPr/>
          <p:nvPr/>
        </p:nvSpPr>
        <p:spPr>
          <a:xfrm>
            <a:off x="10941877" y="1546743"/>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137" name="フローチャート: 論理積ゲート 136">
            <a:extLst>
              <a:ext uri="{FF2B5EF4-FFF2-40B4-BE49-F238E27FC236}">
                <a16:creationId xmlns:a16="http://schemas.microsoft.com/office/drawing/2014/main" id="{DCF00D53-D889-7AC3-6000-30420095C5AE}"/>
              </a:ext>
            </a:extLst>
          </p:cNvPr>
          <p:cNvSpPr/>
          <p:nvPr/>
        </p:nvSpPr>
        <p:spPr>
          <a:xfrm>
            <a:off x="1367869" y="6169827"/>
            <a:ext cx="1225730" cy="461826"/>
          </a:xfrm>
          <a:prstGeom prst="flowChartDelay">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原稿用標準書体" panose="03000503000000000000" pitchFamily="66" charset="-128"/>
                <a:ea typeface="原稿用標準書体" panose="03000503000000000000" pitchFamily="66" charset="-128"/>
              </a:rPr>
              <a:t>▶</a:t>
            </a:r>
            <a:r>
              <a:rPr kumimoji="1" lang="en-US" altLang="ja-JP" b="1" dirty="0">
                <a:latin typeface="原稿用標準書体" panose="03000503000000000000" pitchFamily="66" charset="-128"/>
                <a:ea typeface="原稿用標準書体" panose="03000503000000000000" pitchFamily="66" charset="-128"/>
              </a:rPr>
              <a:t>×1</a:t>
            </a:r>
            <a:endParaRPr kumimoji="1" lang="ja-JP" altLang="en-US" b="1" dirty="0">
              <a:latin typeface="原稿用標準書体" panose="03000503000000000000" pitchFamily="66" charset="-128"/>
              <a:ea typeface="原稿用標準書体" panose="03000503000000000000" pitchFamily="66" charset="-128"/>
            </a:endParaRPr>
          </a:p>
        </p:txBody>
      </p:sp>
      <p:sp>
        <p:nvSpPr>
          <p:cNvPr id="139" name="フローチャート: 論理積ゲート 138">
            <a:extLst>
              <a:ext uri="{FF2B5EF4-FFF2-40B4-BE49-F238E27FC236}">
                <a16:creationId xmlns:a16="http://schemas.microsoft.com/office/drawing/2014/main" id="{15E24240-BCDD-342C-3FB9-B167AD16BC8B}"/>
              </a:ext>
            </a:extLst>
          </p:cNvPr>
          <p:cNvSpPr/>
          <p:nvPr/>
        </p:nvSpPr>
        <p:spPr>
          <a:xfrm>
            <a:off x="2796951" y="6169827"/>
            <a:ext cx="1225730" cy="461826"/>
          </a:xfrm>
          <a:prstGeom prst="flowChartDelay">
            <a:avLst/>
          </a:prstGeom>
          <a:solidFill>
            <a:srgbClr val="CC66FF"/>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原稿用標準書体" panose="03000503000000000000" pitchFamily="66" charset="-128"/>
                <a:ea typeface="原稿用標準書体" panose="03000503000000000000" pitchFamily="66" charset="-128"/>
              </a:rPr>
              <a:t>▶▶</a:t>
            </a:r>
            <a:r>
              <a:rPr kumimoji="1" lang="en-US" altLang="ja-JP" b="1" dirty="0">
                <a:latin typeface="原稿用標準書体" panose="03000503000000000000" pitchFamily="66" charset="-128"/>
                <a:ea typeface="原稿用標準書体" panose="03000503000000000000" pitchFamily="66" charset="-128"/>
              </a:rPr>
              <a:t>×2</a:t>
            </a:r>
            <a:endParaRPr kumimoji="1" lang="ja-JP" altLang="en-US" b="1" dirty="0">
              <a:latin typeface="原稿用標準書体" panose="03000503000000000000" pitchFamily="66" charset="-128"/>
              <a:ea typeface="原稿用標準書体" panose="03000503000000000000" pitchFamily="66" charset="-128"/>
            </a:endParaRPr>
          </a:p>
        </p:txBody>
      </p:sp>
      <p:grpSp>
        <p:nvGrpSpPr>
          <p:cNvPr id="155" name="グループ化 154">
            <a:extLst>
              <a:ext uri="{FF2B5EF4-FFF2-40B4-BE49-F238E27FC236}">
                <a16:creationId xmlns:a16="http://schemas.microsoft.com/office/drawing/2014/main" id="{9C8C9086-5089-9AFE-8294-B0521BF9565B}"/>
              </a:ext>
            </a:extLst>
          </p:cNvPr>
          <p:cNvGrpSpPr/>
          <p:nvPr/>
        </p:nvGrpSpPr>
        <p:grpSpPr>
          <a:xfrm>
            <a:off x="619269" y="6128116"/>
            <a:ext cx="545248" cy="545248"/>
            <a:chOff x="4866575" y="4589624"/>
            <a:chExt cx="914400" cy="914400"/>
          </a:xfrm>
        </p:grpSpPr>
        <p:sp>
          <p:nvSpPr>
            <p:cNvPr id="154" name="四角形: 角を丸くする 153">
              <a:extLst>
                <a:ext uri="{FF2B5EF4-FFF2-40B4-BE49-F238E27FC236}">
                  <a16:creationId xmlns:a16="http://schemas.microsoft.com/office/drawing/2014/main" id="{1ACEF52C-3189-0685-1A32-AB65773360A8}"/>
                </a:ext>
              </a:extLst>
            </p:cNvPr>
            <p:cNvSpPr/>
            <p:nvPr/>
          </p:nvSpPr>
          <p:spPr>
            <a:xfrm>
              <a:off x="4866575" y="4589624"/>
              <a:ext cx="914400" cy="914400"/>
            </a:xfrm>
            <a:prstGeom prst="roundRect">
              <a:avLst/>
            </a:prstGeom>
            <a:solidFill>
              <a:schemeClr val="tx1">
                <a:lumMod val="85000"/>
                <a:lumOff val="15000"/>
                <a:alpha val="7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153" name="図 152">
              <a:extLst>
                <a:ext uri="{FF2B5EF4-FFF2-40B4-BE49-F238E27FC236}">
                  <a16:creationId xmlns:a16="http://schemas.microsoft.com/office/drawing/2014/main" id="{FB04E1C6-A932-3E26-10B9-923E5F7EF6A1}"/>
                </a:ext>
              </a:extLst>
            </p:cNvPr>
            <p:cNvPicPr>
              <a:picLocks noChangeAspect="1"/>
            </p:cNvPicPr>
            <p:nvPr/>
          </p:nvPicPr>
          <p:blipFill>
            <a:blip r:embed="rId2">
              <a:lum bright="70000" contrast="-70000"/>
              <a:extLst>
                <a:ext uri="{28A0092B-C50C-407E-A947-70E740481C1C}">
                  <a14:useLocalDpi xmlns:a14="http://schemas.microsoft.com/office/drawing/2010/main" val="0"/>
                </a:ext>
              </a:extLst>
            </a:blip>
            <a:stretch>
              <a:fillRect/>
            </a:stretch>
          </p:blipFill>
          <p:spPr>
            <a:xfrm>
              <a:off x="5014494" y="4737543"/>
              <a:ext cx="618561" cy="618561"/>
            </a:xfrm>
            <a:prstGeom prst="rect">
              <a:avLst/>
            </a:prstGeom>
          </p:spPr>
        </p:pic>
      </p:grpSp>
      <p:grpSp>
        <p:nvGrpSpPr>
          <p:cNvPr id="162" name="グループ化 161">
            <a:extLst>
              <a:ext uri="{FF2B5EF4-FFF2-40B4-BE49-F238E27FC236}">
                <a16:creationId xmlns:a16="http://schemas.microsoft.com/office/drawing/2014/main" id="{6098A579-17A2-1EAB-D977-2770E3F73F92}"/>
              </a:ext>
            </a:extLst>
          </p:cNvPr>
          <p:cNvGrpSpPr/>
          <p:nvPr/>
        </p:nvGrpSpPr>
        <p:grpSpPr>
          <a:xfrm>
            <a:off x="4366984" y="6169827"/>
            <a:ext cx="3092165" cy="493660"/>
            <a:chOff x="1719571" y="215382"/>
            <a:chExt cx="3888059" cy="426098"/>
          </a:xfrm>
          <a:solidFill>
            <a:schemeClr val="tx1">
              <a:lumMod val="95000"/>
              <a:lumOff val="5000"/>
            </a:schemeClr>
          </a:solidFill>
        </p:grpSpPr>
        <p:sp>
          <p:nvSpPr>
            <p:cNvPr id="166" name="平行四辺形 165">
              <a:extLst>
                <a:ext uri="{FF2B5EF4-FFF2-40B4-BE49-F238E27FC236}">
                  <a16:creationId xmlns:a16="http://schemas.microsoft.com/office/drawing/2014/main" id="{2C278F32-C2D9-C362-2E47-20B508BD9C85}"/>
                </a:ext>
              </a:extLst>
            </p:cNvPr>
            <p:cNvSpPr/>
            <p:nvPr/>
          </p:nvSpPr>
          <p:spPr>
            <a:xfrm>
              <a:off x="4751951"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67" name="平行四辺形 166">
              <a:extLst>
                <a:ext uri="{FF2B5EF4-FFF2-40B4-BE49-F238E27FC236}">
                  <a16:creationId xmlns:a16="http://schemas.microsoft.com/office/drawing/2014/main" id="{D90A6A8F-822D-CA3A-4230-4CA44635E35F}"/>
                </a:ext>
              </a:extLst>
            </p:cNvPr>
            <p:cNvSpPr/>
            <p:nvPr/>
          </p:nvSpPr>
          <p:spPr>
            <a:xfrm>
              <a:off x="3993856" y="215382"/>
              <a:ext cx="855679" cy="426098"/>
            </a:xfrm>
            <a:prstGeom prst="homePlate">
              <a:avLst/>
            </a:prstGeom>
            <a:solidFill>
              <a:schemeClr val="accent1"/>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65" name="平行四辺形 164">
              <a:extLst>
                <a:ext uri="{FF2B5EF4-FFF2-40B4-BE49-F238E27FC236}">
                  <a16:creationId xmlns:a16="http://schemas.microsoft.com/office/drawing/2014/main" id="{B8C7C4CC-352F-199B-39BB-A1636CAAF9D1}"/>
                </a:ext>
              </a:extLst>
            </p:cNvPr>
            <p:cNvSpPr/>
            <p:nvPr/>
          </p:nvSpPr>
          <p:spPr>
            <a:xfrm>
              <a:off x="3235761"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64" name="平行四辺形 163">
              <a:extLst>
                <a:ext uri="{FF2B5EF4-FFF2-40B4-BE49-F238E27FC236}">
                  <a16:creationId xmlns:a16="http://schemas.microsoft.com/office/drawing/2014/main" id="{2311C705-60E6-059C-D894-F3B621FD697F}"/>
                </a:ext>
              </a:extLst>
            </p:cNvPr>
            <p:cNvSpPr/>
            <p:nvPr/>
          </p:nvSpPr>
          <p:spPr>
            <a:xfrm>
              <a:off x="2477666"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63" name="平行四辺形 162">
              <a:extLst>
                <a:ext uri="{FF2B5EF4-FFF2-40B4-BE49-F238E27FC236}">
                  <a16:creationId xmlns:a16="http://schemas.microsoft.com/office/drawing/2014/main" id="{DCE2678C-B09F-DD78-41E9-DF6745472B14}"/>
                </a:ext>
              </a:extLst>
            </p:cNvPr>
            <p:cNvSpPr/>
            <p:nvPr/>
          </p:nvSpPr>
          <p:spPr>
            <a:xfrm>
              <a:off x="1719571" y="215382"/>
              <a:ext cx="855679" cy="426098"/>
            </a:xfrm>
            <a:prstGeom prst="homePlate">
              <a:avLst/>
            </a:prstGeom>
            <a:solidFill>
              <a:schemeClr val="accent1"/>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sp>
        <p:nvSpPr>
          <p:cNvPr id="168" name="楕円 167">
            <a:extLst>
              <a:ext uri="{FF2B5EF4-FFF2-40B4-BE49-F238E27FC236}">
                <a16:creationId xmlns:a16="http://schemas.microsoft.com/office/drawing/2014/main" id="{182F98DD-C0CC-678A-6C3E-7FAC74EC2460}"/>
              </a:ext>
            </a:extLst>
          </p:cNvPr>
          <p:cNvSpPr/>
          <p:nvPr/>
        </p:nvSpPr>
        <p:spPr>
          <a:xfrm>
            <a:off x="5698688"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原稿用標準書体" panose="03000503000000000000" pitchFamily="66" charset="-128"/>
                <a:ea typeface="原稿用標準書体" panose="03000503000000000000" pitchFamily="66" charset="-128"/>
              </a:rPr>
              <a:t>キャラ</a:t>
            </a:r>
          </a:p>
        </p:txBody>
      </p:sp>
      <p:sp>
        <p:nvSpPr>
          <p:cNvPr id="169" name="楕円 168">
            <a:extLst>
              <a:ext uri="{FF2B5EF4-FFF2-40B4-BE49-F238E27FC236}">
                <a16:creationId xmlns:a16="http://schemas.microsoft.com/office/drawing/2014/main" id="{E4762381-DE85-21A6-A67F-02118A9B18CE}"/>
              </a:ext>
            </a:extLst>
          </p:cNvPr>
          <p:cNvSpPr/>
          <p:nvPr/>
        </p:nvSpPr>
        <p:spPr>
          <a:xfrm>
            <a:off x="6346227" y="6230426"/>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原稿用標準書体" panose="03000503000000000000" pitchFamily="66" charset="-128"/>
                <a:ea typeface="原稿用標準書体" panose="03000503000000000000" pitchFamily="66" charset="-128"/>
              </a:rPr>
              <a:t>キャラ</a:t>
            </a:r>
          </a:p>
        </p:txBody>
      </p:sp>
      <p:sp>
        <p:nvSpPr>
          <p:cNvPr id="170" name="楕円 169">
            <a:extLst>
              <a:ext uri="{FF2B5EF4-FFF2-40B4-BE49-F238E27FC236}">
                <a16:creationId xmlns:a16="http://schemas.microsoft.com/office/drawing/2014/main" id="{B4E4FB55-C4D8-4AFA-67F9-230FB11808EF}"/>
              </a:ext>
            </a:extLst>
          </p:cNvPr>
          <p:cNvSpPr/>
          <p:nvPr/>
        </p:nvSpPr>
        <p:spPr>
          <a:xfrm>
            <a:off x="6908237"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原稿用標準書体" panose="03000503000000000000" pitchFamily="66" charset="-128"/>
                <a:ea typeface="原稿用標準書体" panose="03000503000000000000" pitchFamily="66" charset="-128"/>
              </a:rPr>
              <a:t>キャラ</a:t>
            </a:r>
          </a:p>
        </p:txBody>
      </p:sp>
      <p:sp>
        <p:nvSpPr>
          <p:cNvPr id="171" name="楕円 170">
            <a:extLst>
              <a:ext uri="{FF2B5EF4-FFF2-40B4-BE49-F238E27FC236}">
                <a16:creationId xmlns:a16="http://schemas.microsoft.com/office/drawing/2014/main" id="{3FACC6CB-6B0E-778C-C4A5-4A3FD5C6266B}"/>
              </a:ext>
            </a:extLst>
          </p:cNvPr>
          <p:cNvSpPr/>
          <p:nvPr/>
        </p:nvSpPr>
        <p:spPr>
          <a:xfrm>
            <a:off x="5117736"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原稿用標準書体" panose="03000503000000000000" pitchFamily="66" charset="-128"/>
                <a:ea typeface="原稿用標準書体" panose="03000503000000000000" pitchFamily="66" charset="-128"/>
              </a:rPr>
              <a:t>キャラ</a:t>
            </a:r>
          </a:p>
        </p:txBody>
      </p:sp>
      <p:sp>
        <p:nvSpPr>
          <p:cNvPr id="172" name="楕円 171">
            <a:extLst>
              <a:ext uri="{FF2B5EF4-FFF2-40B4-BE49-F238E27FC236}">
                <a16:creationId xmlns:a16="http://schemas.microsoft.com/office/drawing/2014/main" id="{520F56B8-5F80-47DB-A102-B49C769C6D18}"/>
              </a:ext>
            </a:extLst>
          </p:cNvPr>
          <p:cNvSpPr/>
          <p:nvPr/>
        </p:nvSpPr>
        <p:spPr>
          <a:xfrm>
            <a:off x="4495793"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原稿用標準書体" panose="03000503000000000000" pitchFamily="66" charset="-128"/>
                <a:ea typeface="原稿用標準書体" panose="03000503000000000000" pitchFamily="66" charset="-128"/>
              </a:rPr>
              <a:t>キャラ</a:t>
            </a:r>
          </a:p>
        </p:txBody>
      </p:sp>
      <p:cxnSp>
        <p:nvCxnSpPr>
          <p:cNvPr id="174" name="直線コネクタ 173">
            <a:extLst>
              <a:ext uri="{FF2B5EF4-FFF2-40B4-BE49-F238E27FC236}">
                <a16:creationId xmlns:a16="http://schemas.microsoft.com/office/drawing/2014/main" id="{945F5AAC-9E13-F097-CA58-9036E7D0065A}"/>
              </a:ext>
            </a:extLst>
          </p:cNvPr>
          <p:cNvCxnSpPr>
            <a:cxnSpLocks/>
          </p:cNvCxnSpPr>
          <p:nvPr/>
        </p:nvCxnSpPr>
        <p:spPr>
          <a:xfrm>
            <a:off x="4712882" y="6663487"/>
            <a:ext cx="3658847" cy="0"/>
          </a:xfrm>
          <a:prstGeom prst="line">
            <a:avLst/>
          </a:prstGeom>
          <a:ln w="38100">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175" name="テキスト ボックス 174">
            <a:extLst>
              <a:ext uri="{FF2B5EF4-FFF2-40B4-BE49-F238E27FC236}">
                <a16:creationId xmlns:a16="http://schemas.microsoft.com/office/drawing/2014/main" id="{74FAC12B-5B2C-157F-58CC-E1A5D2351B26}"/>
              </a:ext>
            </a:extLst>
          </p:cNvPr>
          <p:cNvSpPr txBox="1"/>
          <p:nvPr/>
        </p:nvSpPr>
        <p:spPr>
          <a:xfrm>
            <a:off x="4871979" y="151566"/>
            <a:ext cx="2448043" cy="584775"/>
          </a:xfrm>
          <a:prstGeom prst="rect">
            <a:avLst/>
          </a:prstGeom>
          <a:noFill/>
        </p:spPr>
        <p:txBody>
          <a:bodyPr wrap="square" rtlCol="0">
            <a:spAutoFit/>
          </a:bodyPr>
          <a:lstStyle/>
          <a:p>
            <a:pPr algn="ctr"/>
            <a:r>
              <a:rPr lang="en-US" altLang="ja-JP" sz="2000" b="1" dirty="0">
                <a:solidFill>
                  <a:schemeClr val="bg1">
                    <a:lumMod val="95000"/>
                  </a:schemeClr>
                </a:solidFill>
                <a:latin typeface="原稿用標準書体" panose="03000503000000000000" pitchFamily="66" charset="-128"/>
                <a:ea typeface="原稿用標準書体" panose="03000503000000000000" pitchFamily="66" charset="-128"/>
              </a:rPr>
              <a:t>TURN</a:t>
            </a:r>
            <a:r>
              <a:rPr kumimoji="1" lang="en-US" altLang="ja-JP" sz="2000" b="1" dirty="0">
                <a:solidFill>
                  <a:schemeClr val="bg1">
                    <a:lumMod val="95000"/>
                  </a:schemeClr>
                </a:solidFill>
                <a:latin typeface="原稿用標準書体" panose="03000503000000000000" pitchFamily="66" charset="-128"/>
                <a:ea typeface="原稿用標準書体" panose="03000503000000000000" pitchFamily="66" charset="-128"/>
              </a:rPr>
              <a:t> </a:t>
            </a:r>
            <a:r>
              <a:rPr kumimoji="1" lang="en-US" altLang="ja-JP" sz="3200" b="1" dirty="0">
                <a:solidFill>
                  <a:schemeClr val="bg1">
                    <a:lumMod val="95000"/>
                  </a:schemeClr>
                </a:solidFill>
                <a:latin typeface="原稿用標準書体" panose="03000503000000000000" pitchFamily="66" charset="-128"/>
                <a:ea typeface="原稿用標準書体" panose="03000503000000000000" pitchFamily="66" charset="-128"/>
              </a:rPr>
              <a:t>0</a:t>
            </a:r>
            <a:endParaRPr kumimoji="1" lang="ja-JP" altLang="en-US" sz="3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76" name="テキスト ボックス 175">
            <a:extLst>
              <a:ext uri="{FF2B5EF4-FFF2-40B4-BE49-F238E27FC236}">
                <a16:creationId xmlns:a16="http://schemas.microsoft.com/office/drawing/2014/main" id="{7C5399A4-5EC6-C369-D88E-AD3BC9F70A48}"/>
              </a:ext>
            </a:extLst>
          </p:cNvPr>
          <p:cNvSpPr txBox="1"/>
          <p:nvPr/>
        </p:nvSpPr>
        <p:spPr>
          <a:xfrm>
            <a:off x="7592349" y="6141824"/>
            <a:ext cx="659155" cy="369332"/>
          </a:xfrm>
          <a:prstGeom prst="rect">
            <a:avLst/>
          </a:prstGeom>
          <a:noFill/>
        </p:spPr>
        <p:txBody>
          <a:bodyPr wrap="none" rtlCol="0">
            <a:spAutoFit/>
          </a:bodyPr>
          <a:lstStyle/>
          <a:p>
            <a:pPr algn="ctr"/>
            <a:r>
              <a:rPr kumimoji="1" lang="en-US" altLang="ja-JP" sz="1400" b="1" dirty="0">
                <a:solidFill>
                  <a:schemeClr val="bg1">
                    <a:lumMod val="95000"/>
                  </a:schemeClr>
                </a:solidFill>
                <a:latin typeface="原稿用標準書体" panose="03000503000000000000" pitchFamily="66" charset="-128"/>
                <a:ea typeface="原稿用標準書体" panose="03000503000000000000" pitchFamily="66" charset="-128"/>
              </a:rPr>
              <a:t>TRUN</a:t>
            </a:r>
            <a:r>
              <a:rPr kumimoji="1" lang="en-US" altLang="ja-JP" b="1" dirty="0">
                <a:solidFill>
                  <a:schemeClr val="bg1">
                    <a:lumMod val="95000"/>
                  </a:schemeClr>
                </a:solidFill>
                <a:latin typeface="原稿用標準書体" panose="03000503000000000000" pitchFamily="66" charset="-128"/>
                <a:ea typeface="原稿用標準書体" panose="03000503000000000000" pitchFamily="66" charset="-128"/>
              </a:rPr>
              <a:t>0</a:t>
            </a:r>
            <a:endParaRPr kumimoji="1" lang="ja-JP" altLang="en-US"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87" name="テキスト ボックス 86">
            <a:extLst>
              <a:ext uri="{FF2B5EF4-FFF2-40B4-BE49-F238E27FC236}">
                <a16:creationId xmlns:a16="http://schemas.microsoft.com/office/drawing/2014/main" id="{42D1C1DD-5E11-27B5-DFBA-43F1F6D304F2}"/>
              </a:ext>
            </a:extLst>
          </p:cNvPr>
          <p:cNvSpPr txBox="1"/>
          <p:nvPr/>
        </p:nvSpPr>
        <p:spPr>
          <a:xfrm>
            <a:off x="777314" y="151566"/>
            <a:ext cx="595035" cy="584775"/>
          </a:xfrm>
          <a:prstGeom prst="rect">
            <a:avLst/>
          </a:prstGeom>
          <a:noFill/>
        </p:spPr>
        <p:txBody>
          <a:bodyPr wrap="none" rtlCol="0">
            <a:spAutoFit/>
          </a:bodyPr>
          <a:lstStyle/>
          <a:p>
            <a:r>
              <a:rPr kumimoji="1" lang="en-US" altLang="ja-JP" sz="3200" b="1" dirty="0">
                <a:solidFill>
                  <a:schemeClr val="bg1">
                    <a:lumMod val="95000"/>
                  </a:schemeClr>
                </a:solidFill>
                <a:latin typeface="原稿用標準書体" panose="03000503000000000000" pitchFamily="66" charset="-128"/>
                <a:ea typeface="原稿用標準書体" panose="03000503000000000000" pitchFamily="66" charset="-128"/>
              </a:rPr>
              <a:t>EF</a:t>
            </a:r>
            <a:endParaRPr kumimoji="1" lang="ja-JP" altLang="en-US" sz="3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197" name="グループ化 196">
            <a:extLst>
              <a:ext uri="{FF2B5EF4-FFF2-40B4-BE49-F238E27FC236}">
                <a16:creationId xmlns:a16="http://schemas.microsoft.com/office/drawing/2014/main" id="{20171E70-D3BA-B675-5FED-C2734DCFA870}"/>
              </a:ext>
            </a:extLst>
          </p:cNvPr>
          <p:cNvGrpSpPr/>
          <p:nvPr/>
        </p:nvGrpSpPr>
        <p:grpSpPr>
          <a:xfrm>
            <a:off x="2034000" y="3044825"/>
            <a:ext cx="1505416" cy="601824"/>
            <a:chOff x="1980734" y="3149081"/>
            <a:chExt cx="1505416" cy="601824"/>
          </a:xfrm>
        </p:grpSpPr>
        <p:sp>
          <p:nvSpPr>
            <p:cNvPr id="30" name="楕円 29">
              <a:extLst>
                <a:ext uri="{FF2B5EF4-FFF2-40B4-BE49-F238E27FC236}">
                  <a16:creationId xmlns:a16="http://schemas.microsoft.com/office/drawing/2014/main" id="{22AD1E0E-5A29-82A8-F358-3B2DD5C25493}"/>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186" name="グループ化 185">
              <a:extLst>
                <a:ext uri="{FF2B5EF4-FFF2-40B4-BE49-F238E27FC236}">
                  <a16:creationId xmlns:a16="http://schemas.microsoft.com/office/drawing/2014/main" id="{D10103F9-4338-2EAE-0BA1-A22F4D3D420C}"/>
                </a:ext>
              </a:extLst>
            </p:cNvPr>
            <p:cNvGrpSpPr/>
            <p:nvPr/>
          </p:nvGrpSpPr>
          <p:grpSpPr>
            <a:xfrm>
              <a:off x="1980734" y="3175652"/>
              <a:ext cx="1505416" cy="575253"/>
              <a:chOff x="1980734" y="3175652"/>
              <a:chExt cx="1505416" cy="575253"/>
            </a:xfrm>
          </p:grpSpPr>
          <p:grpSp>
            <p:nvGrpSpPr>
              <p:cNvPr id="126" name="グループ化 125">
                <a:extLst>
                  <a:ext uri="{FF2B5EF4-FFF2-40B4-BE49-F238E27FC236}">
                    <a16:creationId xmlns:a16="http://schemas.microsoft.com/office/drawing/2014/main" id="{3253B0DE-6590-281E-ACAE-5363C741EB80}"/>
                  </a:ext>
                </a:extLst>
              </p:cNvPr>
              <p:cNvGrpSpPr/>
              <p:nvPr/>
            </p:nvGrpSpPr>
            <p:grpSpPr>
              <a:xfrm>
                <a:off x="1980734" y="3473931"/>
                <a:ext cx="1505416" cy="276974"/>
                <a:chOff x="4194668" y="3607669"/>
                <a:chExt cx="1105960" cy="276974"/>
              </a:xfrm>
            </p:grpSpPr>
            <p:sp>
              <p:nvSpPr>
                <p:cNvPr id="120" name="四角形: 角を丸くする 119">
                  <a:extLst>
                    <a:ext uri="{FF2B5EF4-FFF2-40B4-BE49-F238E27FC236}">
                      <a16:creationId xmlns:a16="http://schemas.microsoft.com/office/drawing/2014/main" id="{352DAB2A-8F29-A980-0E3E-C3D7E12BB177}"/>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125" name="図 124">
                  <a:extLst>
                    <a:ext uri="{FF2B5EF4-FFF2-40B4-BE49-F238E27FC236}">
                      <a16:creationId xmlns:a16="http://schemas.microsoft.com/office/drawing/2014/main" id="{3C4997BB-1BD4-3314-7C47-FC1782CE989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85" name="テキスト ボックス 184">
                <a:extLst>
                  <a:ext uri="{FF2B5EF4-FFF2-40B4-BE49-F238E27FC236}">
                    <a16:creationId xmlns:a16="http://schemas.microsoft.com/office/drawing/2014/main" id="{532BD5F3-DA27-89BF-1008-3A25584B66A0}"/>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nvGrpSpPr>
          <p:cNvPr id="198" name="グループ化 197">
            <a:extLst>
              <a:ext uri="{FF2B5EF4-FFF2-40B4-BE49-F238E27FC236}">
                <a16:creationId xmlns:a16="http://schemas.microsoft.com/office/drawing/2014/main" id="{3AAF39F4-B52B-8FF4-8A1F-76D10364DD19}"/>
              </a:ext>
            </a:extLst>
          </p:cNvPr>
          <p:cNvGrpSpPr/>
          <p:nvPr/>
        </p:nvGrpSpPr>
        <p:grpSpPr>
          <a:xfrm>
            <a:off x="1376410" y="3905835"/>
            <a:ext cx="1505416" cy="601824"/>
            <a:chOff x="1980734" y="3149081"/>
            <a:chExt cx="1505416" cy="601824"/>
          </a:xfrm>
        </p:grpSpPr>
        <p:sp>
          <p:nvSpPr>
            <p:cNvPr id="199" name="楕円 198">
              <a:extLst>
                <a:ext uri="{FF2B5EF4-FFF2-40B4-BE49-F238E27FC236}">
                  <a16:creationId xmlns:a16="http://schemas.microsoft.com/office/drawing/2014/main" id="{47DAD579-0ABB-4158-96EA-BC760D4F44EF}"/>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200" name="グループ化 199">
              <a:extLst>
                <a:ext uri="{FF2B5EF4-FFF2-40B4-BE49-F238E27FC236}">
                  <a16:creationId xmlns:a16="http://schemas.microsoft.com/office/drawing/2014/main" id="{42A6CA42-33AD-BBE8-BA9C-5A3A28D3BCF2}"/>
                </a:ext>
              </a:extLst>
            </p:cNvPr>
            <p:cNvGrpSpPr/>
            <p:nvPr/>
          </p:nvGrpSpPr>
          <p:grpSpPr>
            <a:xfrm>
              <a:off x="1980734" y="3175652"/>
              <a:ext cx="1505416" cy="575253"/>
              <a:chOff x="1980734" y="3175652"/>
              <a:chExt cx="1505416" cy="575253"/>
            </a:xfrm>
          </p:grpSpPr>
          <p:grpSp>
            <p:nvGrpSpPr>
              <p:cNvPr id="201" name="グループ化 200">
                <a:extLst>
                  <a:ext uri="{FF2B5EF4-FFF2-40B4-BE49-F238E27FC236}">
                    <a16:creationId xmlns:a16="http://schemas.microsoft.com/office/drawing/2014/main" id="{5603686E-2F3A-01C2-27B1-700A62993897}"/>
                  </a:ext>
                </a:extLst>
              </p:cNvPr>
              <p:cNvGrpSpPr/>
              <p:nvPr/>
            </p:nvGrpSpPr>
            <p:grpSpPr>
              <a:xfrm>
                <a:off x="1980734" y="3473931"/>
                <a:ext cx="1505416" cy="276974"/>
                <a:chOff x="4194668" y="3607669"/>
                <a:chExt cx="1105960" cy="276974"/>
              </a:xfrm>
            </p:grpSpPr>
            <p:sp>
              <p:nvSpPr>
                <p:cNvPr id="203" name="四角形: 角を丸くする 202">
                  <a:extLst>
                    <a:ext uri="{FF2B5EF4-FFF2-40B4-BE49-F238E27FC236}">
                      <a16:creationId xmlns:a16="http://schemas.microsoft.com/office/drawing/2014/main" id="{10C4448E-D831-635F-6CC3-B1DA0833318B}"/>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204" name="図 203">
                  <a:extLst>
                    <a:ext uri="{FF2B5EF4-FFF2-40B4-BE49-F238E27FC236}">
                      <a16:creationId xmlns:a16="http://schemas.microsoft.com/office/drawing/2014/main" id="{AC69946C-04DC-58E2-BCA9-D0F096257A8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02" name="テキスト ボックス 201">
                <a:extLst>
                  <a:ext uri="{FF2B5EF4-FFF2-40B4-BE49-F238E27FC236}">
                    <a16:creationId xmlns:a16="http://schemas.microsoft.com/office/drawing/2014/main" id="{65C6C6A6-E930-A8F2-32FE-F32982921DFF}"/>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nvGrpSpPr>
          <p:cNvPr id="205" name="グループ化 204">
            <a:extLst>
              <a:ext uri="{FF2B5EF4-FFF2-40B4-BE49-F238E27FC236}">
                <a16:creationId xmlns:a16="http://schemas.microsoft.com/office/drawing/2014/main" id="{C13C7038-A580-A71E-E237-585129014D53}"/>
              </a:ext>
            </a:extLst>
          </p:cNvPr>
          <p:cNvGrpSpPr/>
          <p:nvPr/>
        </p:nvGrpSpPr>
        <p:grpSpPr>
          <a:xfrm>
            <a:off x="1376410" y="4625847"/>
            <a:ext cx="1505416" cy="601824"/>
            <a:chOff x="1980734" y="3149081"/>
            <a:chExt cx="1505416" cy="601824"/>
          </a:xfrm>
        </p:grpSpPr>
        <p:sp>
          <p:nvSpPr>
            <p:cNvPr id="206" name="楕円 205">
              <a:extLst>
                <a:ext uri="{FF2B5EF4-FFF2-40B4-BE49-F238E27FC236}">
                  <a16:creationId xmlns:a16="http://schemas.microsoft.com/office/drawing/2014/main" id="{056E6937-94C8-1EA6-E70D-940655657B0B}"/>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207" name="グループ化 206">
              <a:extLst>
                <a:ext uri="{FF2B5EF4-FFF2-40B4-BE49-F238E27FC236}">
                  <a16:creationId xmlns:a16="http://schemas.microsoft.com/office/drawing/2014/main" id="{E2FE317A-515B-66F3-EC90-77F91571C69C}"/>
                </a:ext>
              </a:extLst>
            </p:cNvPr>
            <p:cNvGrpSpPr/>
            <p:nvPr/>
          </p:nvGrpSpPr>
          <p:grpSpPr>
            <a:xfrm>
              <a:off x="1980734" y="3175652"/>
              <a:ext cx="1505416" cy="575253"/>
              <a:chOff x="1980734" y="3175652"/>
              <a:chExt cx="1505416" cy="575253"/>
            </a:xfrm>
          </p:grpSpPr>
          <p:grpSp>
            <p:nvGrpSpPr>
              <p:cNvPr id="208" name="グループ化 207">
                <a:extLst>
                  <a:ext uri="{FF2B5EF4-FFF2-40B4-BE49-F238E27FC236}">
                    <a16:creationId xmlns:a16="http://schemas.microsoft.com/office/drawing/2014/main" id="{CBD6D17D-193C-3474-6EB3-5F35A3065D00}"/>
                  </a:ext>
                </a:extLst>
              </p:cNvPr>
              <p:cNvGrpSpPr/>
              <p:nvPr/>
            </p:nvGrpSpPr>
            <p:grpSpPr>
              <a:xfrm>
                <a:off x="1980734" y="3473931"/>
                <a:ext cx="1505416" cy="276974"/>
                <a:chOff x="4194668" y="3607669"/>
                <a:chExt cx="1105960" cy="276974"/>
              </a:xfrm>
            </p:grpSpPr>
            <p:sp>
              <p:nvSpPr>
                <p:cNvPr id="210" name="四角形: 角を丸くする 209">
                  <a:extLst>
                    <a:ext uri="{FF2B5EF4-FFF2-40B4-BE49-F238E27FC236}">
                      <a16:creationId xmlns:a16="http://schemas.microsoft.com/office/drawing/2014/main" id="{043E71A6-5B00-C001-5DCF-2C99DD92AABE}"/>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211" name="図 210">
                  <a:extLst>
                    <a:ext uri="{FF2B5EF4-FFF2-40B4-BE49-F238E27FC236}">
                      <a16:creationId xmlns:a16="http://schemas.microsoft.com/office/drawing/2014/main" id="{FDF7B334-9C3F-C025-DBDB-A93D5034568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09" name="テキスト ボックス 208">
                <a:extLst>
                  <a:ext uri="{FF2B5EF4-FFF2-40B4-BE49-F238E27FC236}">
                    <a16:creationId xmlns:a16="http://schemas.microsoft.com/office/drawing/2014/main" id="{73F95B1A-3F41-0105-8A87-9BD053398FC7}"/>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nvGrpSpPr>
          <p:cNvPr id="212" name="グループ化 211">
            <a:extLst>
              <a:ext uri="{FF2B5EF4-FFF2-40B4-BE49-F238E27FC236}">
                <a16:creationId xmlns:a16="http://schemas.microsoft.com/office/drawing/2014/main" id="{6BE75A06-82D2-4459-BCAB-DBD34FE5F1DF}"/>
              </a:ext>
            </a:extLst>
          </p:cNvPr>
          <p:cNvGrpSpPr/>
          <p:nvPr/>
        </p:nvGrpSpPr>
        <p:grpSpPr>
          <a:xfrm>
            <a:off x="1376410" y="5365069"/>
            <a:ext cx="1505416" cy="601824"/>
            <a:chOff x="1980734" y="3149081"/>
            <a:chExt cx="1505416" cy="601824"/>
          </a:xfrm>
        </p:grpSpPr>
        <p:sp>
          <p:nvSpPr>
            <p:cNvPr id="213" name="楕円 212">
              <a:extLst>
                <a:ext uri="{FF2B5EF4-FFF2-40B4-BE49-F238E27FC236}">
                  <a16:creationId xmlns:a16="http://schemas.microsoft.com/office/drawing/2014/main" id="{2D69199A-B2FC-5559-FED7-BF5A9D860F11}"/>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214" name="グループ化 213">
              <a:extLst>
                <a:ext uri="{FF2B5EF4-FFF2-40B4-BE49-F238E27FC236}">
                  <a16:creationId xmlns:a16="http://schemas.microsoft.com/office/drawing/2014/main" id="{05E7652C-FBB2-E9C3-1D07-1BC0D11CF72E}"/>
                </a:ext>
              </a:extLst>
            </p:cNvPr>
            <p:cNvGrpSpPr/>
            <p:nvPr/>
          </p:nvGrpSpPr>
          <p:grpSpPr>
            <a:xfrm>
              <a:off x="1980734" y="3175652"/>
              <a:ext cx="1505416" cy="575253"/>
              <a:chOff x="1980734" y="3175652"/>
              <a:chExt cx="1505416" cy="575253"/>
            </a:xfrm>
          </p:grpSpPr>
          <p:grpSp>
            <p:nvGrpSpPr>
              <p:cNvPr id="215" name="グループ化 214">
                <a:extLst>
                  <a:ext uri="{FF2B5EF4-FFF2-40B4-BE49-F238E27FC236}">
                    <a16:creationId xmlns:a16="http://schemas.microsoft.com/office/drawing/2014/main" id="{B25B6566-AEBC-16A9-4A8A-8A121591248B}"/>
                  </a:ext>
                </a:extLst>
              </p:cNvPr>
              <p:cNvGrpSpPr/>
              <p:nvPr/>
            </p:nvGrpSpPr>
            <p:grpSpPr>
              <a:xfrm>
                <a:off x="1980734" y="3473931"/>
                <a:ext cx="1505416" cy="276974"/>
                <a:chOff x="4194668" y="3607669"/>
                <a:chExt cx="1105960" cy="276974"/>
              </a:xfrm>
            </p:grpSpPr>
            <p:sp>
              <p:nvSpPr>
                <p:cNvPr id="217" name="四角形: 角を丸くする 216">
                  <a:extLst>
                    <a:ext uri="{FF2B5EF4-FFF2-40B4-BE49-F238E27FC236}">
                      <a16:creationId xmlns:a16="http://schemas.microsoft.com/office/drawing/2014/main" id="{A8DFC562-0AFE-9014-9543-A2E25709925B}"/>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218" name="図 217">
                  <a:extLst>
                    <a:ext uri="{FF2B5EF4-FFF2-40B4-BE49-F238E27FC236}">
                      <a16:creationId xmlns:a16="http://schemas.microsoft.com/office/drawing/2014/main" id="{121253C6-E567-49D9-3E73-C7A71563A01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16" name="テキスト ボックス 215">
                <a:extLst>
                  <a:ext uri="{FF2B5EF4-FFF2-40B4-BE49-F238E27FC236}">
                    <a16:creationId xmlns:a16="http://schemas.microsoft.com/office/drawing/2014/main" id="{30E245E7-F3E5-B4A4-FE95-C32BA24BE0B8}"/>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nvGrpSpPr>
          <p:cNvPr id="219" name="グループ化 218">
            <a:extLst>
              <a:ext uri="{FF2B5EF4-FFF2-40B4-BE49-F238E27FC236}">
                <a16:creationId xmlns:a16="http://schemas.microsoft.com/office/drawing/2014/main" id="{F157B8FB-CB49-524A-5DC9-94E1BC037787}"/>
              </a:ext>
            </a:extLst>
          </p:cNvPr>
          <p:cNvGrpSpPr/>
          <p:nvPr/>
        </p:nvGrpSpPr>
        <p:grpSpPr>
          <a:xfrm>
            <a:off x="1376410" y="2297599"/>
            <a:ext cx="1505416" cy="601824"/>
            <a:chOff x="1980734" y="3149081"/>
            <a:chExt cx="1505416" cy="601824"/>
          </a:xfrm>
        </p:grpSpPr>
        <p:sp>
          <p:nvSpPr>
            <p:cNvPr id="220" name="楕円 219">
              <a:extLst>
                <a:ext uri="{FF2B5EF4-FFF2-40B4-BE49-F238E27FC236}">
                  <a16:creationId xmlns:a16="http://schemas.microsoft.com/office/drawing/2014/main" id="{CD905697-81F5-32C1-398C-ECC2C5384AAD}"/>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221" name="グループ化 220">
              <a:extLst>
                <a:ext uri="{FF2B5EF4-FFF2-40B4-BE49-F238E27FC236}">
                  <a16:creationId xmlns:a16="http://schemas.microsoft.com/office/drawing/2014/main" id="{0318A024-B3C8-1565-173D-81071864C3EC}"/>
                </a:ext>
              </a:extLst>
            </p:cNvPr>
            <p:cNvGrpSpPr/>
            <p:nvPr/>
          </p:nvGrpSpPr>
          <p:grpSpPr>
            <a:xfrm>
              <a:off x="1980734" y="3175652"/>
              <a:ext cx="1505416" cy="575253"/>
              <a:chOff x="1980734" y="3175652"/>
              <a:chExt cx="1505416" cy="575253"/>
            </a:xfrm>
          </p:grpSpPr>
          <p:grpSp>
            <p:nvGrpSpPr>
              <p:cNvPr id="222" name="グループ化 221">
                <a:extLst>
                  <a:ext uri="{FF2B5EF4-FFF2-40B4-BE49-F238E27FC236}">
                    <a16:creationId xmlns:a16="http://schemas.microsoft.com/office/drawing/2014/main" id="{FD595720-95C4-49F1-84C2-8821F176E454}"/>
                  </a:ext>
                </a:extLst>
              </p:cNvPr>
              <p:cNvGrpSpPr/>
              <p:nvPr/>
            </p:nvGrpSpPr>
            <p:grpSpPr>
              <a:xfrm>
                <a:off x="1980734" y="3473931"/>
                <a:ext cx="1505416" cy="276974"/>
                <a:chOff x="4194668" y="3607669"/>
                <a:chExt cx="1105960" cy="276974"/>
              </a:xfrm>
            </p:grpSpPr>
            <p:sp>
              <p:nvSpPr>
                <p:cNvPr id="224" name="四角形: 角を丸くする 223">
                  <a:extLst>
                    <a:ext uri="{FF2B5EF4-FFF2-40B4-BE49-F238E27FC236}">
                      <a16:creationId xmlns:a16="http://schemas.microsoft.com/office/drawing/2014/main" id="{CF8AC08F-1A05-951D-0977-EBC0EE7280D2}"/>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225" name="図 224">
                  <a:extLst>
                    <a:ext uri="{FF2B5EF4-FFF2-40B4-BE49-F238E27FC236}">
                      <a16:creationId xmlns:a16="http://schemas.microsoft.com/office/drawing/2014/main" id="{B016BF43-FA6F-58EC-CC26-B637D9AAB33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23" name="テキスト ボックス 222">
                <a:extLst>
                  <a:ext uri="{FF2B5EF4-FFF2-40B4-BE49-F238E27FC236}">
                    <a16:creationId xmlns:a16="http://schemas.microsoft.com/office/drawing/2014/main" id="{CC875FF0-683B-9A0C-31B1-729DC290AA26}"/>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nvGrpSpPr>
          <p:cNvPr id="226" name="グループ化 225">
            <a:extLst>
              <a:ext uri="{FF2B5EF4-FFF2-40B4-BE49-F238E27FC236}">
                <a16:creationId xmlns:a16="http://schemas.microsoft.com/office/drawing/2014/main" id="{905350D8-9794-6505-2C40-FB110410C7E3}"/>
              </a:ext>
            </a:extLst>
          </p:cNvPr>
          <p:cNvGrpSpPr/>
          <p:nvPr/>
        </p:nvGrpSpPr>
        <p:grpSpPr>
          <a:xfrm>
            <a:off x="1376410" y="856537"/>
            <a:ext cx="1505416" cy="601824"/>
            <a:chOff x="1980734" y="3149081"/>
            <a:chExt cx="1505416" cy="601824"/>
          </a:xfrm>
        </p:grpSpPr>
        <p:sp>
          <p:nvSpPr>
            <p:cNvPr id="227" name="楕円 226">
              <a:extLst>
                <a:ext uri="{FF2B5EF4-FFF2-40B4-BE49-F238E27FC236}">
                  <a16:creationId xmlns:a16="http://schemas.microsoft.com/office/drawing/2014/main" id="{382A01A6-DB53-F041-9649-387E3921F631}"/>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228" name="グループ化 227">
              <a:extLst>
                <a:ext uri="{FF2B5EF4-FFF2-40B4-BE49-F238E27FC236}">
                  <a16:creationId xmlns:a16="http://schemas.microsoft.com/office/drawing/2014/main" id="{6FD7D17F-36D7-BC10-B78D-207B7ED0D998}"/>
                </a:ext>
              </a:extLst>
            </p:cNvPr>
            <p:cNvGrpSpPr/>
            <p:nvPr/>
          </p:nvGrpSpPr>
          <p:grpSpPr>
            <a:xfrm>
              <a:off x="1980734" y="3175652"/>
              <a:ext cx="1505416" cy="575253"/>
              <a:chOff x="1980734" y="3175652"/>
              <a:chExt cx="1505416" cy="575253"/>
            </a:xfrm>
          </p:grpSpPr>
          <p:grpSp>
            <p:nvGrpSpPr>
              <p:cNvPr id="229" name="グループ化 228">
                <a:extLst>
                  <a:ext uri="{FF2B5EF4-FFF2-40B4-BE49-F238E27FC236}">
                    <a16:creationId xmlns:a16="http://schemas.microsoft.com/office/drawing/2014/main" id="{FA0506CA-178E-E989-E8F4-A7E9A648C2F2}"/>
                  </a:ext>
                </a:extLst>
              </p:cNvPr>
              <p:cNvGrpSpPr/>
              <p:nvPr/>
            </p:nvGrpSpPr>
            <p:grpSpPr>
              <a:xfrm>
                <a:off x="1980734" y="3473931"/>
                <a:ext cx="1505416" cy="276974"/>
                <a:chOff x="4194668" y="3607669"/>
                <a:chExt cx="1105960" cy="276974"/>
              </a:xfrm>
            </p:grpSpPr>
            <p:sp>
              <p:nvSpPr>
                <p:cNvPr id="231" name="四角形: 角を丸くする 230">
                  <a:extLst>
                    <a:ext uri="{FF2B5EF4-FFF2-40B4-BE49-F238E27FC236}">
                      <a16:creationId xmlns:a16="http://schemas.microsoft.com/office/drawing/2014/main" id="{515A7920-A63D-CBC0-D9F6-0A97CE58971C}"/>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232" name="図 231">
                  <a:extLst>
                    <a:ext uri="{FF2B5EF4-FFF2-40B4-BE49-F238E27FC236}">
                      <a16:creationId xmlns:a16="http://schemas.microsoft.com/office/drawing/2014/main" id="{73EED1E5-400F-674C-518F-ECAA79E96BA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30" name="テキスト ボックス 229">
                <a:extLst>
                  <a:ext uri="{FF2B5EF4-FFF2-40B4-BE49-F238E27FC236}">
                    <a16:creationId xmlns:a16="http://schemas.microsoft.com/office/drawing/2014/main" id="{D108F0B0-87D0-110C-3293-03B8364AF35B}"/>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nvGrpSpPr>
          <p:cNvPr id="233" name="グループ化 232">
            <a:extLst>
              <a:ext uri="{FF2B5EF4-FFF2-40B4-BE49-F238E27FC236}">
                <a16:creationId xmlns:a16="http://schemas.microsoft.com/office/drawing/2014/main" id="{F66DC22E-7A0E-05AC-8D12-9636F3BBAE11}"/>
              </a:ext>
            </a:extLst>
          </p:cNvPr>
          <p:cNvGrpSpPr/>
          <p:nvPr/>
        </p:nvGrpSpPr>
        <p:grpSpPr>
          <a:xfrm>
            <a:off x="1376410" y="1562036"/>
            <a:ext cx="1505416" cy="601824"/>
            <a:chOff x="1980734" y="3149081"/>
            <a:chExt cx="1505416" cy="601824"/>
          </a:xfrm>
        </p:grpSpPr>
        <p:sp>
          <p:nvSpPr>
            <p:cNvPr id="234" name="楕円 233">
              <a:extLst>
                <a:ext uri="{FF2B5EF4-FFF2-40B4-BE49-F238E27FC236}">
                  <a16:creationId xmlns:a16="http://schemas.microsoft.com/office/drawing/2014/main" id="{9A4D0240-A640-04CE-7FC3-AF2CDD8B2EAD}"/>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235" name="グループ化 234">
              <a:extLst>
                <a:ext uri="{FF2B5EF4-FFF2-40B4-BE49-F238E27FC236}">
                  <a16:creationId xmlns:a16="http://schemas.microsoft.com/office/drawing/2014/main" id="{C9637565-5D43-06BD-5945-924EFBDF1D6A}"/>
                </a:ext>
              </a:extLst>
            </p:cNvPr>
            <p:cNvGrpSpPr/>
            <p:nvPr/>
          </p:nvGrpSpPr>
          <p:grpSpPr>
            <a:xfrm>
              <a:off x="1980734" y="3175652"/>
              <a:ext cx="1505416" cy="575253"/>
              <a:chOff x="1980734" y="3175652"/>
              <a:chExt cx="1505416" cy="575253"/>
            </a:xfrm>
          </p:grpSpPr>
          <p:grpSp>
            <p:nvGrpSpPr>
              <p:cNvPr id="236" name="グループ化 235">
                <a:extLst>
                  <a:ext uri="{FF2B5EF4-FFF2-40B4-BE49-F238E27FC236}">
                    <a16:creationId xmlns:a16="http://schemas.microsoft.com/office/drawing/2014/main" id="{4C773B6A-1E24-5280-C109-D4BD44D86B84}"/>
                  </a:ext>
                </a:extLst>
              </p:cNvPr>
              <p:cNvGrpSpPr/>
              <p:nvPr/>
            </p:nvGrpSpPr>
            <p:grpSpPr>
              <a:xfrm>
                <a:off x="1980734" y="3473931"/>
                <a:ext cx="1505416" cy="276974"/>
                <a:chOff x="4194668" y="3607669"/>
                <a:chExt cx="1105960" cy="276974"/>
              </a:xfrm>
            </p:grpSpPr>
            <p:sp>
              <p:nvSpPr>
                <p:cNvPr id="238" name="四角形: 角を丸くする 237">
                  <a:extLst>
                    <a:ext uri="{FF2B5EF4-FFF2-40B4-BE49-F238E27FC236}">
                      <a16:creationId xmlns:a16="http://schemas.microsoft.com/office/drawing/2014/main" id="{E399F0B0-6D50-97F3-740D-7C4D56833085}"/>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239" name="図 238">
                  <a:extLst>
                    <a:ext uri="{FF2B5EF4-FFF2-40B4-BE49-F238E27FC236}">
                      <a16:creationId xmlns:a16="http://schemas.microsoft.com/office/drawing/2014/main" id="{8F851566-C6F6-D38E-B4F9-63FD1A53346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37" name="テキスト ボックス 236">
                <a:extLst>
                  <a:ext uri="{FF2B5EF4-FFF2-40B4-BE49-F238E27FC236}">
                    <a16:creationId xmlns:a16="http://schemas.microsoft.com/office/drawing/2014/main" id="{3249CBE9-5910-349D-FB2B-D566A8272F68}"/>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nvGrpSpPr>
          <p:cNvPr id="247" name="グループ化 246">
            <a:extLst>
              <a:ext uri="{FF2B5EF4-FFF2-40B4-BE49-F238E27FC236}">
                <a16:creationId xmlns:a16="http://schemas.microsoft.com/office/drawing/2014/main" id="{E64C75DB-7161-17BB-3351-77F02FE2818D}"/>
              </a:ext>
            </a:extLst>
          </p:cNvPr>
          <p:cNvGrpSpPr/>
          <p:nvPr/>
        </p:nvGrpSpPr>
        <p:grpSpPr>
          <a:xfrm>
            <a:off x="3405968" y="825698"/>
            <a:ext cx="888261" cy="654696"/>
            <a:chOff x="519830" y="3162196"/>
            <a:chExt cx="748799" cy="551905"/>
          </a:xfrm>
        </p:grpSpPr>
        <p:sp>
          <p:nvSpPr>
            <p:cNvPr id="248" name="ハート 247">
              <a:extLst>
                <a:ext uri="{FF2B5EF4-FFF2-40B4-BE49-F238E27FC236}">
                  <a16:creationId xmlns:a16="http://schemas.microsoft.com/office/drawing/2014/main" id="{787016AC-E440-CCBB-777F-39446F55E9FD}"/>
                </a:ext>
              </a:extLst>
            </p:cNvPr>
            <p:cNvSpPr/>
            <p:nvPr/>
          </p:nvSpPr>
          <p:spPr>
            <a:xfrm>
              <a:off x="618278" y="3162196"/>
              <a:ext cx="551905" cy="551905"/>
            </a:xfrm>
            <a:prstGeom prst="heart">
              <a:avLst/>
            </a:prstGeom>
            <a:gradFill flip="none" rotWithShape="1">
              <a:gsLst>
                <a:gs pos="38000">
                  <a:schemeClr val="tx1">
                    <a:lumMod val="85000"/>
                    <a:lumOff val="15000"/>
                    <a:alpha val="95000"/>
                  </a:schemeClr>
                </a:gs>
                <a:gs pos="100000">
                  <a:srgbClr val="CC66FF">
                    <a:alpha val="95000"/>
                  </a:srgbClr>
                </a:gs>
              </a:gsLst>
              <a:lin ang="5400000" scaled="1"/>
              <a:tileRect/>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49" name="テキスト ボックス 248">
              <a:extLst>
                <a:ext uri="{FF2B5EF4-FFF2-40B4-BE49-F238E27FC236}">
                  <a16:creationId xmlns:a16="http://schemas.microsoft.com/office/drawing/2014/main" id="{57D6A34F-D853-59E7-FA99-EE54DCA8F1A3}"/>
                </a:ext>
              </a:extLst>
            </p:cNvPr>
            <p:cNvSpPr txBox="1"/>
            <p:nvPr/>
          </p:nvSpPr>
          <p:spPr>
            <a:xfrm>
              <a:off x="519830" y="3284607"/>
              <a:ext cx="748799" cy="233509"/>
            </a:xfrm>
            <a:prstGeom prst="rect">
              <a:avLst/>
            </a:prstGeom>
            <a:noFill/>
          </p:spPr>
          <p:txBody>
            <a:bodyPr wrap="square">
              <a:spAutoFit/>
            </a:bodyPr>
            <a:lstStyle/>
            <a:p>
              <a:pPr algn="ctr"/>
              <a:r>
                <a:rPr lang="en-US" altLang="ja-JP" sz="1200" b="1" dirty="0">
                  <a:solidFill>
                    <a:schemeClr val="bg1">
                      <a:lumMod val="95000"/>
                    </a:schemeClr>
                  </a:solidFill>
                  <a:latin typeface="原稿用標準書体" panose="03000503000000000000" pitchFamily="66" charset="-128"/>
                  <a:ea typeface="原稿用標準書体" panose="03000503000000000000" pitchFamily="66" charset="-128"/>
                </a:rPr>
                <a:t>ENB</a:t>
              </a:r>
              <a:endParaRPr kumimoji="1" lang="ja-JP" altLang="en-US" sz="1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250" name="グループ化 249">
            <a:extLst>
              <a:ext uri="{FF2B5EF4-FFF2-40B4-BE49-F238E27FC236}">
                <a16:creationId xmlns:a16="http://schemas.microsoft.com/office/drawing/2014/main" id="{72B4A836-4855-FF7A-FC75-9F9C5EF2B6FB}"/>
              </a:ext>
            </a:extLst>
          </p:cNvPr>
          <p:cNvGrpSpPr/>
          <p:nvPr/>
        </p:nvGrpSpPr>
        <p:grpSpPr>
          <a:xfrm>
            <a:off x="3405968" y="1545188"/>
            <a:ext cx="888261" cy="654696"/>
            <a:chOff x="519830" y="3162196"/>
            <a:chExt cx="748799" cy="551905"/>
          </a:xfrm>
        </p:grpSpPr>
        <p:sp>
          <p:nvSpPr>
            <p:cNvPr id="251" name="ハート 250">
              <a:extLst>
                <a:ext uri="{FF2B5EF4-FFF2-40B4-BE49-F238E27FC236}">
                  <a16:creationId xmlns:a16="http://schemas.microsoft.com/office/drawing/2014/main" id="{05C9D1D5-FF89-69C7-E83E-BCC971D441E0}"/>
                </a:ext>
              </a:extLst>
            </p:cNvPr>
            <p:cNvSpPr/>
            <p:nvPr/>
          </p:nvSpPr>
          <p:spPr>
            <a:xfrm>
              <a:off x="618278" y="3162196"/>
              <a:ext cx="551905" cy="551905"/>
            </a:xfrm>
            <a:prstGeom prst="heart">
              <a:avLst/>
            </a:prstGeom>
            <a:gradFill>
              <a:gsLst>
                <a:gs pos="19000">
                  <a:schemeClr val="tx1">
                    <a:lumMod val="85000"/>
                    <a:lumOff val="15000"/>
                    <a:alpha val="95000"/>
                  </a:schemeClr>
                </a:gs>
                <a:gs pos="100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52" name="テキスト ボックス 251">
              <a:extLst>
                <a:ext uri="{FF2B5EF4-FFF2-40B4-BE49-F238E27FC236}">
                  <a16:creationId xmlns:a16="http://schemas.microsoft.com/office/drawing/2014/main" id="{EB6D93FE-DCB8-AAE1-2E85-FA8C639F24AC}"/>
                </a:ext>
              </a:extLst>
            </p:cNvPr>
            <p:cNvSpPr txBox="1"/>
            <p:nvPr/>
          </p:nvSpPr>
          <p:spPr>
            <a:xfrm>
              <a:off x="519830" y="3284607"/>
              <a:ext cx="748799" cy="233509"/>
            </a:xfrm>
            <a:prstGeom prst="rect">
              <a:avLst/>
            </a:prstGeom>
            <a:noFill/>
          </p:spPr>
          <p:txBody>
            <a:bodyPr wrap="square">
              <a:spAutoFit/>
            </a:bodyPr>
            <a:lstStyle/>
            <a:p>
              <a:pPr algn="ctr"/>
              <a:r>
                <a:rPr lang="en-US" altLang="ja-JP" sz="1200" b="1" dirty="0">
                  <a:solidFill>
                    <a:schemeClr val="bg1">
                      <a:lumMod val="95000"/>
                    </a:schemeClr>
                  </a:solidFill>
                  <a:latin typeface="原稿用標準書体" panose="03000503000000000000" pitchFamily="66" charset="-128"/>
                  <a:ea typeface="原稿用標準書体" panose="03000503000000000000" pitchFamily="66" charset="-128"/>
                </a:rPr>
                <a:t>ENB</a:t>
              </a:r>
              <a:endParaRPr kumimoji="1" lang="ja-JP" altLang="en-US" sz="1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253" name="グループ化 252">
            <a:extLst>
              <a:ext uri="{FF2B5EF4-FFF2-40B4-BE49-F238E27FC236}">
                <a16:creationId xmlns:a16="http://schemas.microsoft.com/office/drawing/2014/main" id="{5A8B1AA7-EC1B-2443-06A0-18DEBADADAAF}"/>
              </a:ext>
            </a:extLst>
          </p:cNvPr>
          <p:cNvGrpSpPr/>
          <p:nvPr/>
        </p:nvGrpSpPr>
        <p:grpSpPr>
          <a:xfrm>
            <a:off x="3405968" y="2275052"/>
            <a:ext cx="888261" cy="654696"/>
            <a:chOff x="519830" y="3162196"/>
            <a:chExt cx="748799" cy="551905"/>
          </a:xfrm>
        </p:grpSpPr>
        <p:sp>
          <p:nvSpPr>
            <p:cNvPr id="254" name="ハート 253">
              <a:extLst>
                <a:ext uri="{FF2B5EF4-FFF2-40B4-BE49-F238E27FC236}">
                  <a16:creationId xmlns:a16="http://schemas.microsoft.com/office/drawing/2014/main" id="{02A7B9B7-97BE-2DBC-A253-8BAB4824BC3A}"/>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55" name="テキスト ボックス 254">
              <a:extLst>
                <a:ext uri="{FF2B5EF4-FFF2-40B4-BE49-F238E27FC236}">
                  <a16:creationId xmlns:a16="http://schemas.microsoft.com/office/drawing/2014/main" id="{11D108E6-138F-D64E-1BA5-AF32FC12DCA5}"/>
                </a:ext>
              </a:extLst>
            </p:cNvPr>
            <p:cNvSpPr txBox="1"/>
            <p:nvPr/>
          </p:nvSpPr>
          <p:spPr>
            <a:xfrm>
              <a:off x="519830" y="3284607"/>
              <a:ext cx="748799" cy="233509"/>
            </a:xfrm>
            <a:prstGeom prst="rect">
              <a:avLst/>
            </a:prstGeom>
            <a:noFill/>
          </p:spPr>
          <p:txBody>
            <a:bodyPr wrap="square">
              <a:spAutoFit/>
            </a:bodyPr>
            <a:lstStyle/>
            <a:p>
              <a:pPr algn="ctr"/>
              <a:r>
                <a:rPr lang="en-US" altLang="ja-JP" sz="1200" b="1" dirty="0">
                  <a:solidFill>
                    <a:schemeClr val="bg1">
                      <a:lumMod val="95000"/>
                    </a:schemeClr>
                  </a:solidFill>
                  <a:latin typeface="原稿用標準書体" panose="03000503000000000000" pitchFamily="66" charset="-128"/>
                  <a:ea typeface="原稿用標準書体" panose="03000503000000000000" pitchFamily="66" charset="-128"/>
                </a:rPr>
                <a:t>ENB</a:t>
              </a:r>
              <a:endParaRPr kumimoji="1" lang="ja-JP" altLang="en-US" sz="1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256" name="グループ化 255">
            <a:extLst>
              <a:ext uri="{FF2B5EF4-FFF2-40B4-BE49-F238E27FC236}">
                <a16:creationId xmlns:a16="http://schemas.microsoft.com/office/drawing/2014/main" id="{45DB9B2A-C7F0-4127-6A27-55944B7B56F1}"/>
              </a:ext>
            </a:extLst>
          </p:cNvPr>
          <p:cNvGrpSpPr/>
          <p:nvPr/>
        </p:nvGrpSpPr>
        <p:grpSpPr>
          <a:xfrm>
            <a:off x="4075947" y="3032386"/>
            <a:ext cx="888261" cy="654696"/>
            <a:chOff x="519830" y="3162196"/>
            <a:chExt cx="748799" cy="551905"/>
          </a:xfrm>
        </p:grpSpPr>
        <p:sp>
          <p:nvSpPr>
            <p:cNvPr id="257" name="ハート 256">
              <a:extLst>
                <a:ext uri="{FF2B5EF4-FFF2-40B4-BE49-F238E27FC236}">
                  <a16:creationId xmlns:a16="http://schemas.microsoft.com/office/drawing/2014/main" id="{C3361A4F-066F-C12F-36E3-FA005A4E82AD}"/>
                </a:ext>
              </a:extLst>
            </p:cNvPr>
            <p:cNvSpPr/>
            <p:nvPr/>
          </p:nvSpPr>
          <p:spPr>
            <a:xfrm>
              <a:off x="618278" y="3162196"/>
              <a:ext cx="551905" cy="551905"/>
            </a:xfrm>
            <a:prstGeom prst="heart">
              <a:avLst/>
            </a:prstGeom>
            <a:solidFill>
              <a:srgbClr val="CC66FF"/>
            </a:solidFill>
            <a:ln w="38100">
              <a:solidFill>
                <a:schemeClr val="tx1">
                  <a:lumMod val="85000"/>
                  <a:lumOff val="15000"/>
                </a:schemeClr>
              </a:solidFill>
            </a:ln>
            <a:effectLst>
              <a:glow rad="88900">
                <a:srgbClr val="CC66FF">
                  <a:alpha val="45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58" name="テキスト ボックス 257">
              <a:extLst>
                <a:ext uri="{FF2B5EF4-FFF2-40B4-BE49-F238E27FC236}">
                  <a16:creationId xmlns:a16="http://schemas.microsoft.com/office/drawing/2014/main" id="{6216706B-498F-6D32-AFAF-423AF792C80E}"/>
                </a:ext>
              </a:extLst>
            </p:cNvPr>
            <p:cNvSpPr txBox="1"/>
            <p:nvPr/>
          </p:nvSpPr>
          <p:spPr>
            <a:xfrm>
              <a:off x="519830" y="3284607"/>
              <a:ext cx="748799" cy="233509"/>
            </a:xfrm>
            <a:prstGeom prst="rect">
              <a:avLst/>
            </a:prstGeom>
            <a:noFill/>
          </p:spPr>
          <p:txBody>
            <a:bodyPr wrap="square">
              <a:spAutoFit/>
            </a:bodyPr>
            <a:lstStyle/>
            <a:p>
              <a:pPr algn="ctr"/>
              <a:r>
                <a:rPr lang="en-US" altLang="ja-JP" sz="1200" b="1" dirty="0">
                  <a:solidFill>
                    <a:schemeClr val="bg1">
                      <a:lumMod val="95000"/>
                    </a:schemeClr>
                  </a:solidFill>
                  <a:latin typeface="原稿用標準書体" panose="03000503000000000000" pitchFamily="66" charset="-128"/>
                  <a:ea typeface="原稿用標準書体" panose="03000503000000000000" pitchFamily="66" charset="-128"/>
                </a:rPr>
                <a:t>ENB</a:t>
              </a:r>
              <a:endParaRPr kumimoji="1" lang="ja-JP" altLang="en-US" sz="1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259" name="グループ化 258">
            <a:extLst>
              <a:ext uri="{FF2B5EF4-FFF2-40B4-BE49-F238E27FC236}">
                <a16:creationId xmlns:a16="http://schemas.microsoft.com/office/drawing/2014/main" id="{54BD6B82-C614-F14A-6647-123C3D6A8892}"/>
              </a:ext>
            </a:extLst>
          </p:cNvPr>
          <p:cNvGrpSpPr/>
          <p:nvPr/>
        </p:nvGrpSpPr>
        <p:grpSpPr>
          <a:xfrm>
            <a:off x="3405968" y="3881213"/>
            <a:ext cx="888261" cy="654696"/>
            <a:chOff x="519830" y="3162196"/>
            <a:chExt cx="748799" cy="551905"/>
          </a:xfrm>
        </p:grpSpPr>
        <p:sp>
          <p:nvSpPr>
            <p:cNvPr id="260" name="ハート 259">
              <a:extLst>
                <a:ext uri="{FF2B5EF4-FFF2-40B4-BE49-F238E27FC236}">
                  <a16:creationId xmlns:a16="http://schemas.microsoft.com/office/drawing/2014/main" id="{B06A8CE6-A03F-AD49-F6A9-9A4EF623C735}"/>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61" name="テキスト ボックス 260">
              <a:extLst>
                <a:ext uri="{FF2B5EF4-FFF2-40B4-BE49-F238E27FC236}">
                  <a16:creationId xmlns:a16="http://schemas.microsoft.com/office/drawing/2014/main" id="{822E3F69-FC6A-D3B8-90BA-DAB7A7800396}"/>
                </a:ext>
              </a:extLst>
            </p:cNvPr>
            <p:cNvSpPr txBox="1"/>
            <p:nvPr/>
          </p:nvSpPr>
          <p:spPr>
            <a:xfrm>
              <a:off x="519830" y="3284607"/>
              <a:ext cx="748799" cy="233509"/>
            </a:xfrm>
            <a:prstGeom prst="rect">
              <a:avLst/>
            </a:prstGeom>
            <a:noFill/>
          </p:spPr>
          <p:txBody>
            <a:bodyPr wrap="square">
              <a:spAutoFit/>
            </a:bodyPr>
            <a:lstStyle/>
            <a:p>
              <a:pPr algn="ctr"/>
              <a:r>
                <a:rPr lang="en-US" altLang="ja-JP" sz="1200" b="1" dirty="0">
                  <a:solidFill>
                    <a:schemeClr val="bg1">
                      <a:lumMod val="95000"/>
                    </a:schemeClr>
                  </a:solidFill>
                  <a:latin typeface="原稿用標準書体" panose="03000503000000000000" pitchFamily="66" charset="-128"/>
                  <a:ea typeface="原稿用標準書体" panose="03000503000000000000" pitchFamily="66" charset="-128"/>
                </a:rPr>
                <a:t>ENB</a:t>
              </a:r>
              <a:endParaRPr kumimoji="1" lang="ja-JP" altLang="en-US" sz="1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262" name="グループ化 261">
            <a:extLst>
              <a:ext uri="{FF2B5EF4-FFF2-40B4-BE49-F238E27FC236}">
                <a16:creationId xmlns:a16="http://schemas.microsoft.com/office/drawing/2014/main" id="{9C805BDD-7C42-6B7D-8842-05BB353998A5}"/>
              </a:ext>
            </a:extLst>
          </p:cNvPr>
          <p:cNvGrpSpPr/>
          <p:nvPr/>
        </p:nvGrpSpPr>
        <p:grpSpPr>
          <a:xfrm>
            <a:off x="3405968" y="4595523"/>
            <a:ext cx="888261" cy="654696"/>
            <a:chOff x="519830" y="3162196"/>
            <a:chExt cx="748799" cy="551905"/>
          </a:xfrm>
        </p:grpSpPr>
        <p:sp>
          <p:nvSpPr>
            <p:cNvPr id="263" name="ハート 262">
              <a:extLst>
                <a:ext uri="{FF2B5EF4-FFF2-40B4-BE49-F238E27FC236}">
                  <a16:creationId xmlns:a16="http://schemas.microsoft.com/office/drawing/2014/main" id="{2475626F-BE8B-E625-FEBA-DE2CCA9A76F7}"/>
                </a:ext>
              </a:extLst>
            </p:cNvPr>
            <p:cNvSpPr/>
            <p:nvPr/>
          </p:nvSpPr>
          <p:spPr>
            <a:xfrm>
              <a:off x="618278" y="3162196"/>
              <a:ext cx="551905" cy="551905"/>
            </a:xfrm>
            <a:prstGeom prst="heart">
              <a:avLst/>
            </a:prstGeom>
            <a:gradFill>
              <a:gsLst>
                <a:gs pos="5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64" name="テキスト ボックス 263">
              <a:extLst>
                <a:ext uri="{FF2B5EF4-FFF2-40B4-BE49-F238E27FC236}">
                  <a16:creationId xmlns:a16="http://schemas.microsoft.com/office/drawing/2014/main" id="{B5E2AD62-56C3-3893-9802-EA4C6BE9EFBF}"/>
                </a:ext>
              </a:extLst>
            </p:cNvPr>
            <p:cNvSpPr txBox="1"/>
            <p:nvPr/>
          </p:nvSpPr>
          <p:spPr>
            <a:xfrm>
              <a:off x="519830" y="3284607"/>
              <a:ext cx="748799" cy="233509"/>
            </a:xfrm>
            <a:prstGeom prst="rect">
              <a:avLst/>
            </a:prstGeom>
            <a:noFill/>
          </p:spPr>
          <p:txBody>
            <a:bodyPr wrap="square">
              <a:spAutoFit/>
            </a:bodyPr>
            <a:lstStyle/>
            <a:p>
              <a:pPr algn="ctr"/>
              <a:r>
                <a:rPr lang="en-US" altLang="ja-JP" sz="1200" b="1" dirty="0">
                  <a:solidFill>
                    <a:schemeClr val="bg1">
                      <a:lumMod val="95000"/>
                    </a:schemeClr>
                  </a:solidFill>
                  <a:latin typeface="原稿用標準書体" panose="03000503000000000000" pitchFamily="66" charset="-128"/>
                  <a:ea typeface="原稿用標準書体" panose="03000503000000000000" pitchFamily="66" charset="-128"/>
                </a:rPr>
                <a:t>ENB</a:t>
              </a:r>
              <a:endParaRPr kumimoji="1" lang="ja-JP" altLang="en-US" sz="1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265" name="グループ化 264">
            <a:extLst>
              <a:ext uri="{FF2B5EF4-FFF2-40B4-BE49-F238E27FC236}">
                <a16:creationId xmlns:a16="http://schemas.microsoft.com/office/drawing/2014/main" id="{C42C0F6F-8724-96BE-3639-65535BA10DB2}"/>
              </a:ext>
            </a:extLst>
          </p:cNvPr>
          <p:cNvGrpSpPr/>
          <p:nvPr/>
        </p:nvGrpSpPr>
        <p:grpSpPr>
          <a:xfrm>
            <a:off x="3405968" y="5325643"/>
            <a:ext cx="888261" cy="654696"/>
            <a:chOff x="519830" y="3162196"/>
            <a:chExt cx="748799" cy="551905"/>
          </a:xfrm>
        </p:grpSpPr>
        <p:sp>
          <p:nvSpPr>
            <p:cNvPr id="266" name="ハート 265">
              <a:extLst>
                <a:ext uri="{FF2B5EF4-FFF2-40B4-BE49-F238E27FC236}">
                  <a16:creationId xmlns:a16="http://schemas.microsoft.com/office/drawing/2014/main" id="{15BD5F4F-5D3D-9E44-2575-8FAE306CCD95}"/>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67" name="テキスト ボックス 266">
              <a:extLst>
                <a:ext uri="{FF2B5EF4-FFF2-40B4-BE49-F238E27FC236}">
                  <a16:creationId xmlns:a16="http://schemas.microsoft.com/office/drawing/2014/main" id="{930E7B65-BDCF-4528-4008-E7AB15515C15}"/>
                </a:ext>
              </a:extLst>
            </p:cNvPr>
            <p:cNvSpPr txBox="1"/>
            <p:nvPr/>
          </p:nvSpPr>
          <p:spPr>
            <a:xfrm>
              <a:off x="519830" y="3284607"/>
              <a:ext cx="748799" cy="233509"/>
            </a:xfrm>
            <a:prstGeom prst="rect">
              <a:avLst/>
            </a:prstGeom>
            <a:noFill/>
          </p:spPr>
          <p:txBody>
            <a:bodyPr wrap="square">
              <a:spAutoFit/>
            </a:bodyPr>
            <a:lstStyle/>
            <a:p>
              <a:pPr algn="ctr"/>
              <a:r>
                <a:rPr lang="en-US" altLang="ja-JP" sz="1200" b="1" dirty="0">
                  <a:solidFill>
                    <a:schemeClr val="bg1">
                      <a:lumMod val="95000"/>
                    </a:schemeClr>
                  </a:solidFill>
                  <a:latin typeface="原稿用標準書体" panose="03000503000000000000" pitchFamily="66" charset="-128"/>
                  <a:ea typeface="原稿用標準書体" panose="03000503000000000000" pitchFamily="66" charset="-128"/>
                </a:rPr>
                <a:t>ENB</a:t>
              </a:r>
              <a:endParaRPr kumimoji="1" lang="ja-JP" altLang="en-US" sz="1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98" name="グループ化 97">
            <a:extLst>
              <a:ext uri="{FF2B5EF4-FFF2-40B4-BE49-F238E27FC236}">
                <a16:creationId xmlns:a16="http://schemas.microsoft.com/office/drawing/2014/main" id="{CEE39836-CCEC-8ACD-0AC2-B2BDE49E2794}"/>
              </a:ext>
            </a:extLst>
          </p:cNvPr>
          <p:cNvGrpSpPr/>
          <p:nvPr/>
        </p:nvGrpSpPr>
        <p:grpSpPr>
          <a:xfrm>
            <a:off x="4740294" y="3064810"/>
            <a:ext cx="377850" cy="635617"/>
            <a:chOff x="4659035" y="3205484"/>
            <a:chExt cx="377850" cy="635617"/>
          </a:xfrm>
        </p:grpSpPr>
        <p:sp>
          <p:nvSpPr>
            <p:cNvPr id="11" name="楕円 10">
              <a:extLst>
                <a:ext uri="{FF2B5EF4-FFF2-40B4-BE49-F238E27FC236}">
                  <a16:creationId xmlns:a16="http://schemas.microsoft.com/office/drawing/2014/main" id="{17978BD6-4159-A633-ED4B-CC066F565B5D}"/>
                </a:ext>
              </a:extLst>
            </p:cNvPr>
            <p:cNvSpPr/>
            <p:nvPr/>
          </p:nvSpPr>
          <p:spPr>
            <a:xfrm>
              <a:off x="4659035" y="36552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12" name="楕円 11">
              <a:extLst>
                <a:ext uri="{FF2B5EF4-FFF2-40B4-BE49-F238E27FC236}">
                  <a16:creationId xmlns:a16="http://schemas.microsoft.com/office/drawing/2014/main" id="{19FBF836-876E-B354-AE97-1B27CA4DD5B8}"/>
                </a:ext>
              </a:extLst>
            </p:cNvPr>
            <p:cNvSpPr/>
            <p:nvPr/>
          </p:nvSpPr>
          <p:spPr>
            <a:xfrm>
              <a:off x="4795907" y="344447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14" name="楕円 13">
              <a:extLst>
                <a:ext uri="{FF2B5EF4-FFF2-40B4-BE49-F238E27FC236}">
                  <a16:creationId xmlns:a16="http://schemas.microsoft.com/office/drawing/2014/main" id="{134B9DC4-339F-4088-630D-BD56B2C27F31}"/>
                </a:ext>
              </a:extLst>
            </p:cNvPr>
            <p:cNvSpPr/>
            <p:nvPr/>
          </p:nvSpPr>
          <p:spPr>
            <a:xfrm>
              <a:off x="4837789" y="320548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grpSp>
        <p:nvGrpSpPr>
          <p:cNvPr id="20" name="グループ化 19">
            <a:extLst>
              <a:ext uri="{FF2B5EF4-FFF2-40B4-BE49-F238E27FC236}">
                <a16:creationId xmlns:a16="http://schemas.microsoft.com/office/drawing/2014/main" id="{EF7270EC-DA39-D6C7-44B1-180830ED5987}"/>
              </a:ext>
            </a:extLst>
          </p:cNvPr>
          <p:cNvGrpSpPr/>
          <p:nvPr/>
        </p:nvGrpSpPr>
        <p:grpSpPr>
          <a:xfrm>
            <a:off x="4058449" y="3906611"/>
            <a:ext cx="377850" cy="635617"/>
            <a:chOff x="4811435" y="3357884"/>
            <a:chExt cx="377850" cy="635617"/>
          </a:xfrm>
        </p:grpSpPr>
        <p:sp>
          <p:nvSpPr>
            <p:cNvPr id="16" name="楕円 15">
              <a:extLst>
                <a:ext uri="{FF2B5EF4-FFF2-40B4-BE49-F238E27FC236}">
                  <a16:creationId xmlns:a16="http://schemas.microsoft.com/office/drawing/2014/main" id="{15EB006A-440E-67F9-6A07-39E497CD829E}"/>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17" name="楕円 16">
              <a:extLst>
                <a:ext uri="{FF2B5EF4-FFF2-40B4-BE49-F238E27FC236}">
                  <a16:creationId xmlns:a16="http://schemas.microsoft.com/office/drawing/2014/main" id="{7FF4E654-8837-4286-B3C5-CFF58CE28DB9}"/>
                </a:ext>
              </a:extLst>
            </p:cNvPr>
            <p:cNvSpPr/>
            <p:nvPr/>
          </p:nvSpPr>
          <p:spPr>
            <a:xfrm>
              <a:off x="4948307" y="359687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18" name="楕円 17">
              <a:extLst>
                <a:ext uri="{FF2B5EF4-FFF2-40B4-BE49-F238E27FC236}">
                  <a16:creationId xmlns:a16="http://schemas.microsoft.com/office/drawing/2014/main" id="{88439E96-6478-9298-9F9F-2FEC6CC6AEFB}"/>
                </a:ext>
              </a:extLst>
            </p:cNvPr>
            <p:cNvSpPr/>
            <p:nvPr/>
          </p:nvSpPr>
          <p:spPr>
            <a:xfrm>
              <a:off x="4990189" y="335788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sp>
        <p:nvSpPr>
          <p:cNvPr id="23" name="楕円 22">
            <a:extLst>
              <a:ext uri="{FF2B5EF4-FFF2-40B4-BE49-F238E27FC236}">
                <a16:creationId xmlns:a16="http://schemas.microsoft.com/office/drawing/2014/main" id="{8D6C9034-5118-A03B-FEF5-58C5CFA8AB00}"/>
              </a:ext>
            </a:extLst>
          </p:cNvPr>
          <p:cNvSpPr/>
          <p:nvPr/>
        </p:nvSpPr>
        <p:spPr>
          <a:xfrm>
            <a:off x="4058449" y="5090536"/>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nvGrpSpPr>
          <p:cNvPr id="26" name="グループ化 25">
            <a:extLst>
              <a:ext uri="{FF2B5EF4-FFF2-40B4-BE49-F238E27FC236}">
                <a16:creationId xmlns:a16="http://schemas.microsoft.com/office/drawing/2014/main" id="{80BDB7C3-334E-6CBB-F042-326FEFE255A7}"/>
              </a:ext>
            </a:extLst>
          </p:cNvPr>
          <p:cNvGrpSpPr/>
          <p:nvPr/>
        </p:nvGrpSpPr>
        <p:grpSpPr>
          <a:xfrm>
            <a:off x="4058449" y="5613962"/>
            <a:ext cx="335968" cy="396627"/>
            <a:chOff x="4811435" y="3596874"/>
            <a:chExt cx="335968" cy="396627"/>
          </a:xfrm>
        </p:grpSpPr>
        <p:sp>
          <p:nvSpPr>
            <p:cNvPr id="27" name="楕円 26">
              <a:extLst>
                <a:ext uri="{FF2B5EF4-FFF2-40B4-BE49-F238E27FC236}">
                  <a16:creationId xmlns:a16="http://schemas.microsoft.com/office/drawing/2014/main" id="{290E12E4-E0BD-5883-C1C9-62E7E5E3E5A8}"/>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9" name="楕円 28">
              <a:extLst>
                <a:ext uri="{FF2B5EF4-FFF2-40B4-BE49-F238E27FC236}">
                  <a16:creationId xmlns:a16="http://schemas.microsoft.com/office/drawing/2014/main" id="{454053CF-8F44-3D88-34C0-A4FF5D74D9D5}"/>
                </a:ext>
              </a:extLst>
            </p:cNvPr>
            <p:cNvSpPr/>
            <p:nvPr/>
          </p:nvSpPr>
          <p:spPr>
            <a:xfrm>
              <a:off x="4948307" y="359687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sp>
        <p:nvSpPr>
          <p:cNvPr id="35" name="楕円 34">
            <a:extLst>
              <a:ext uri="{FF2B5EF4-FFF2-40B4-BE49-F238E27FC236}">
                <a16:creationId xmlns:a16="http://schemas.microsoft.com/office/drawing/2014/main" id="{9218124F-ADD0-F508-77CF-8CD7FECA1A8C}"/>
              </a:ext>
            </a:extLst>
          </p:cNvPr>
          <p:cNvSpPr/>
          <p:nvPr/>
        </p:nvSpPr>
        <p:spPr>
          <a:xfrm>
            <a:off x="4061957" y="1306543"/>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nvGrpSpPr>
          <p:cNvPr id="88" name="グループ化 87">
            <a:extLst>
              <a:ext uri="{FF2B5EF4-FFF2-40B4-BE49-F238E27FC236}">
                <a16:creationId xmlns:a16="http://schemas.microsoft.com/office/drawing/2014/main" id="{BA74E8DF-D397-85C4-AF98-60BDD2376F1F}"/>
              </a:ext>
            </a:extLst>
          </p:cNvPr>
          <p:cNvGrpSpPr/>
          <p:nvPr/>
        </p:nvGrpSpPr>
        <p:grpSpPr>
          <a:xfrm>
            <a:off x="4061957" y="1590978"/>
            <a:ext cx="377850" cy="635617"/>
            <a:chOff x="4811435" y="3357884"/>
            <a:chExt cx="377850" cy="635617"/>
          </a:xfrm>
        </p:grpSpPr>
        <p:sp>
          <p:nvSpPr>
            <p:cNvPr id="89" name="楕円 88">
              <a:extLst>
                <a:ext uri="{FF2B5EF4-FFF2-40B4-BE49-F238E27FC236}">
                  <a16:creationId xmlns:a16="http://schemas.microsoft.com/office/drawing/2014/main" id="{2A1E7050-218F-9359-6497-F8A45A728BA8}"/>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92" name="楕円 91">
              <a:extLst>
                <a:ext uri="{FF2B5EF4-FFF2-40B4-BE49-F238E27FC236}">
                  <a16:creationId xmlns:a16="http://schemas.microsoft.com/office/drawing/2014/main" id="{A13E2C1A-E7A6-EC01-7DB6-50638FD8EACD}"/>
                </a:ext>
              </a:extLst>
            </p:cNvPr>
            <p:cNvSpPr/>
            <p:nvPr/>
          </p:nvSpPr>
          <p:spPr>
            <a:xfrm>
              <a:off x="4948307" y="359687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93" name="楕円 92">
              <a:extLst>
                <a:ext uri="{FF2B5EF4-FFF2-40B4-BE49-F238E27FC236}">
                  <a16:creationId xmlns:a16="http://schemas.microsoft.com/office/drawing/2014/main" id="{E9A2C268-6C00-9C2A-B096-E3E2D04E0AFA}"/>
                </a:ext>
              </a:extLst>
            </p:cNvPr>
            <p:cNvSpPr/>
            <p:nvPr/>
          </p:nvSpPr>
          <p:spPr>
            <a:xfrm>
              <a:off x="4990189" y="335788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grpSp>
        <p:nvGrpSpPr>
          <p:cNvPr id="94" name="グループ化 93">
            <a:extLst>
              <a:ext uri="{FF2B5EF4-FFF2-40B4-BE49-F238E27FC236}">
                <a16:creationId xmlns:a16="http://schemas.microsoft.com/office/drawing/2014/main" id="{6033F0C3-1A11-C229-6800-AFA76A769045}"/>
              </a:ext>
            </a:extLst>
          </p:cNvPr>
          <p:cNvGrpSpPr/>
          <p:nvPr/>
        </p:nvGrpSpPr>
        <p:grpSpPr>
          <a:xfrm>
            <a:off x="4061957" y="2564149"/>
            <a:ext cx="335968" cy="396627"/>
            <a:chOff x="4811435" y="3596874"/>
            <a:chExt cx="335968" cy="396627"/>
          </a:xfrm>
        </p:grpSpPr>
        <p:sp>
          <p:nvSpPr>
            <p:cNvPr id="95" name="楕円 94">
              <a:extLst>
                <a:ext uri="{FF2B5EF4-FFF2-40B4-BE49-F238E27FC236}">
                  <a16:creationId xmlns:a16="http://schemas.microsoft.com/office/drawing/2014/main" id="{6FB085F6-5706-7D44-16F8-C825D0D2A8AF}"/>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96" name="楕円 95">
              <a:extLst>
                <a:ext uri="{FF2B5EF4-FFF2-40B4-BE49-F238E27FC236}">
                  <a16:creationId xmlns:a16="http://schemas.microsoft.com/office/drawing/2014/main" id="{1FAA8818-30CE-386D-9533-DD6A086A9B93}"/>
                </a:ext>
              </a:extLst>
            </p:cNvPr>
            <p:cNvSpPr/>
            <p:nvPr/>
          </p:nvSpPr>
          <p:spPr>
            <a:xfrm>
              <a:off x="4948307" y="359687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grpSp>
        <p:nvGrpSpPr>
          <p:cNvPr id="99" name="グループ化 98">
            <a:extLst>
              <a:ext uri="{FF2B5EF4-FFF2-40B4-BE49-F238E27FC236}">
                <a16:creationId xmlns:a16="http://schemas.microsoft.com/office/drawing/2014/main" id="{4B2E0573-2CFF-8703-4B24-8F98E8120BCD}"/>
              </a:ext>
            </a:extLst>
          </p:cNvPr>
          <p:cNvGrpSpPr/>
          <p:nvPr/>
        </p:nvGrpSpPr>
        <p:grpSpPr>
          <a:xfrm>
            <a:off x="8962119" y="812475"/>
            <a:ext cx="2561811" cy="632926"/>
            <a:chOff x="8957885" y="4574183"/>
            <a:chExt cx="2561811" cy="632926"/>
          </a:xfrm>
        </p:grpSpPr>
        <p:sp>
          <p:nvSpPr>
            <p:cNvPr id="100" name="楕円 99">
              <a:extLst>
                <a:ext uri="{FF2B5EF4-FFF2-40B4-BE49-F238E27FC236}">
                  <a16:creationId xmlns:a16="http://schemas.microsoft.com/office/drawing/2014/main" id="{7D0A8A75-210F-BA2B-B399-258EA996FC47}"/>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01" name="四角形: 角を丸くする 100">
              <a:extLst>
                <a:ext uri="{FF2B5EF4-FFF2-40B4-BE49-F238E27FC236}">
                  <a16:creationId xmlns:a16="http://schemas.microsoft.com/office/drawing/2014/main" id="{9942885B-4BA1-261A-96F4-B5D3145123E8}"/>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nvGrpSpPr>
            <p:cNvPr id="102" name="グループ化 101">
              <a:extLst>
                <a:ext uri="{FF2B5EF4-FFF2-40B4-BE49-F238E27FC236}">
                  <a16:creationId xmlns:a16="http://schemas.microsoft.com/office/drawing/2014/main" id="{52143FD4-ACF7-4AF2-06E5-A25403B19D99}"/>
                </a:ext>
              </a:extLst>
            </p:cNvPr>
            <p:cNvGrpSpPr/>
            <p:nvPr/>
          </p:nvGrpSpPr>
          <p:grpSpPr>
            <a:xfrm>
              <a:off x="9498429" y="4598805"/>
              <a:ext cx="1505416" cy="601824"/>
              <a:chOff x="1980734" y="3149081"/>
              <a:chExt cx="1505416" cy="601824"/>
            </a:xfrm>
          </p:grpSpPr>
          <p:sp>
            <p:nvSpPr>
              <p:cNvPr id="103" name="楕円 102">
                <a:extLst>
                  <a:ext uri="{FF2B5EF4-FFF2-40B4-BE49-F238E27FC236}">
                    <a16:creationId xmlns:a16="http://schemas.microsoft.com/office/drawing/2014/main" id="{67302F0F-1930-2C94-CF51-7996D9BC70BD}"/>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104" name="グループ化 103">
                <a:extLst>
                  <a:ext uri="{FF2B5EF4-FFF2-40B4-BE49-F238E27FC236}">
                    <a16:creationId xmlns:a16="http://schemas.microsoft.com/office/drawing/2014/main" id="{1CF8A7CE-4EF8-7697-1A79-38C55A069A45}"/>
                  </a:ext>
                </a:extLst>
              </p:cNvPr>
              <p:cNvGrpSpPr/>
              <p:nvPr/>
            </p:nvGrpSpPr>
            <p:grpSpPr>
              <a:xfrm>
                <a:off x="1980734" y="3175652"/>
                <a:ext cx="1505416" cy="575253"/>
                <a:chOff x="1980734" y="3175652"/>
                <a:chExt cx="1505416" cy="575253"/>
              </a:xfrm>
            </p:grpSpPr>
            <p:grpSp>
              <p:nvGrpSpPr>
                <p:cNvPr id="105" name="グループ化 104">
                  <a:extLst>
                    <a:ext uri="{FF2B5EF4-FFF2-40B4-BE49-F238E27FC236}">
                      <a16:creationId xmlns:a16="http://schemas.microsoft.com/office/drawing/2014/main" id="{0BD52D39-44E3-1C17-8512-AEA7D844360B}"/>
                    </a:ext>
                  </a:extLst>
                </p:cNvPr>
                <p:cNvGrpSpPr/>
                <p:nvPr/>
              </p:nvGrpSpPr>
              <p:grpSpPr>
                <a:xfrm>
                  <a:off x="1980734" y="3473931"/>
                  <a:ext cx="1505416" cy="276974"/>
                  <a:chOff x="4194668" y="3607669"/>
                  <a:chExt cx="1105960" cy="276974"/>
                </a:xfrm>
              </p:grpSpPr>
              <p:sp>
                <p:nvSpPr>
                  <p:cNvPr id="107" name="四角形: 角を丸くする 106">
                    <a:extLst>
                      <a:ext uri="{FF2B5EF4-FFF2-40B4-BE49-F238E27FC236}">
                        <a16:creationId xmlns:a16="http://schemas.microsoft.com/office/drawing/2014/main" id="{7629CA9B-54DE-5DC9-CE21-9A3BCF9457A7}"/>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108" name="図 107">
                    <a:extLst>
                      <a:ext uri="{FF2B5EF4-FFF2-40B4-BE49-F238E27FC236}">
                        <a16:creationId xmlns:a16="http://schemas.microsoft.com/office/drawing/2014/main" id="{2B5F3025-E6C9-A84D-B6A8-99CC3DDDDF0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06" name="テキスト ボックス 105">
                  <a:extLst>
                    <a:ext uri="{FF2B5EF4-FFF2-40B4-BE49-F238E27FC236}">
                      <a16:creationId xmlns:a16="http://schemas.microsoft.com/office/drawing/2014/main" id="{49A1234D-2BCE-C27E-A3FA-0607B224FC1B}"/>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grpSp>
        <p:nvGrpSpPr>
          <p:cNvPr id="109" name="グループ化 108">
            <a:extLst>
              <a:ext uri="{FF2B5EF4-FFF2-40B4-BE49-F238E27FC236}">
                <a16:creationId xmlns:a16="http://schemas.microsoft.com/office/drawing/2014/main" id="{BE38E0A6-34B2-5396-97C0-4BD845050D3C}"/>
              </a:ext>
            </a:extLst>
          </p:cNvPr>
          <p:cNvGrpSpPr/>
          <p:nvPr/>
        </p:nvGrpSpPr>
        <p:grpSpPr>
          <a:xfrm>
            <a:off x="8962119" y="5343729"/>
            <a:ext cx="2561811" cy="632926"/>
            <a:chOff x="8957885" y="4574183"/>
            <a:chExt cx="2561811" cy="632926"/>
          </a:xfrm>
        </p:grpSpPr>
        <p:sp>
          <p:nvSpPr>
            <p:cNvPr id="110" name="楕円 109">
              <a:extLst>
                <a:ext uri="{FF2B5EF4-FFF2-40B4-BE49-F238E27FC236}">
                  <a16:creationId xmlns:a16="http://schemas.microsoft.com/office/drawing/2014/main" id="{4528AB58-FA5C-0738-BF8A-7540CDB43EC5}"/>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11" name="四角形: 角を丸くする 110">
              <a:extLst>
                <a:ext uri="{FF2B5EF4-FFF2-40B4-BE49-F238E27FC236}">
                  <a16:creationId xmlns:a16="http://schemas.microsoft.com/office/drawing/2014/main" id="{401A9415-A4BE-A5BF-2487-8737450CC5A8}"/>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nvGrpSpPr>
            <p:cNvPr id="112" name="グループ化 111">
              <a:extLst>
                <a:ext uri="{FF2B5EF4-FFF2-40B4-BE49-F238E27FC236}">
                  <a16:creationId xmlns:a16="http://schemas.microsoft.com/office/drawing/2014/main" id="{89927F8A-8646-9E45-178C-21E941D391FD}"/>
                </a:ext>
              </a:extLst>
            </p:cNvPr>
            <p:cNvGrpSpPr/>
            <p:nvPr/>
          </p:nvGrpSpPr>
          <p:grpSpPr>
            <a:xfrm>
              <a:off x="9498429" y="4598805"/>
              <a:ext cx="1505416" cy="601824"/>
              <a:chOff x="1980734" y="3149081"/>
              <a:chExt cx="1505416" cy="601824"/>
            </a:xfrm>
          </p:grpSpPr>
          <p:sp>
            <p:nvSpPr>
              <p:cNvPr id="113" name="楕円 112">
                <a:extLst>
                  <a:ext uri="{FF2B5EF4-FFF2-40B4-BE49-F238E27FC236}">
                    <a16:creationId xmlns:a16="http://schemas.microsoft.com/office/drawing/2014/main" id="{B6A54E7C-9536-5224-2B09-194C3D265466}"/>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114" name="グループ化 113">
                <a:extLst>
                  <a:ext uri="{FF2B5EF4-FFF2-40B4-BE49-F238E27FC236}">
                    <a16:creationId xmlns:a16="http://schemas.microsoft.com/office/drawing/2014/main" id="{2E3D6D06-0AA3-8105-62FD-67C6309480BF}"/>
                  </a:ext>
                </a:extLst>
              </p:cNvPr>
              <p:cNvGrpSpPr/>
              <p:nvPr/>
            </p:nvGrpSpPr>
            <p:grpSpPr>
              <a:xfrm>
                <a:off x="1980734" y="3175652"/>
                <a:ext cx="1505416" cy="575253"/>
                <a:chOff x="1980734" y="3175652"/>
                <a:chExt cx="1505416" cy="575253"/>
              </a:xfrm>
            </p:grpSpPr>
            <p:grpSp>
              <p:nvGrpSpPr>
                <p:cNvPr id="115" name="グループ化 114">
                  <a:extLst>
                    <a:ext uri="{FF2B5EF4-FFF2-40B4-BE49-F238E27FC236}">
                      <a16:creationId xmlns:a16="http://schemas.microsoft.com/office/drawing/2014/main" id="{2F8A75B3-AFEF-5443-F185-3C20362274E0}"/>
                    </a:ext>
                  </a:extLst>
                </p:cNvPr>
                <p:cNvGrpSpPr/>
                <p:nvPr/>
              </p:nvGrpSpPr>
              <p:grpSpPr>
                <a:xfrm>
                  <a:off x="1980734" y="3473931"/>
                  <a:ext cx="1505416" cy="276974"/>
                  <a:chOff x="4194668" y="3607669"/>
                  <a:chExt cx="1105960" cy="276974"/>
                </a:xfrm>
              </p:grpSpPr>
              <p:sp>
                <p:nvSpPr>
                  <p:cNvPr id="117" name="四角形: 角を丸くする 116">
                    <a:extLst>
                      <a:ext uri="{FF2B5EF4-FFF2-40B4-BE49-F238E27FC236}">
                        <a16:creationId xmlns:a16="http://schemas.microsoft.com/office/drawing/2014/main" id="{0FAE076D-2110-0A2B-2B30-91F0F2CA2E8C}"/>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118" name="図 117">
                    <a:extLst>
                      <a:ext uri="{FF2B5EF4-FFF2-40B4-BE49-F238E27FC236}">
                        <a16:creationId xmlns:a16="http://schemas.microsoft.com/office/drawing/2014/main" id="{F4E17843-95B6-5752-5277-C42B07A61F2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16" name="テキスト ボックス 115">
                  <a:extLst>
                    <a:ext uri="{FF2B5EF4-FFF2-40B4-BE49-F238E27FC236}">
                      <a16:creationId xmlns:a16="http://schemas.microsoft.com/office/drawing/2014/main" id="{C3252BCE-D7E9-A849-9254-91C3C4987F17}"/>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grpSp>
        <p:nvGrpSpPr>
          <p:cNvPr id="119" name="グループ化 118">
            <a:extLst>
              <a:ext uri="{FF2B5EF4-FFF2-40B4-BE49-F238E27FC236}">
                <a16:creationId xmlns:a16="http://schemas.microsoft.com/office/drawing/2014/main" id="{8B7E6EA2-5478-DDB6-7589-B9B0B23D572B}"/>
              </a:ext>
            </a:extLst>
          </p:cNvPr>
          <p:cNvGrpSpPr/>
          <p:nvPr/>
        </p:nvGrpSpPr>
        <p:grpSpPr>
          <a:xfrm>
            <a:off x="8962119" y="1546204"/>
            <a:ext cx="2561811" cy="632926"/>
            <a:chOff x="8957885" y="4574183"/>
            <a:chExt cx="2561811" cy="632926"/>
          </a:xfrm>
        </p:grpSpPr>
        <p:sp>
          <p:nvSpPr>
            <p:cNvPr id="121" name="楕円 120">
              <a:extLst>
                <a:ext uri="{FF2B5EF4-FFF2-40B4-BE49-F238E27FC236}">
                  <a16:creationId xmlns:a16="http://schemas.microsoft.com/office/drawing/2014/main" id="{3A88B590-3F22-D859-7493-AD854791070F}"/>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22" name="四角形: 角を丸くする 121">
              <a:extLst>
                <a:ext uri="{FF2B5EF4-FFF2-40B4-BE49-F238E27FC236}">
                  <a16:creationId xmlns:a16="http://schemas.microsoft.com/office/drawing/2014/main" id="{6CB25F55-F588-B155-967F-1A9E222955E4}"/>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nvGrpSpPr>
            <p:cNvPr id="123" name="グループ化 122">
              <a:extLst>
                <a:ext uri="{FF2B5EF4-FFF2-40B4-BE49-F238E27FC236}">
                  <a16:creationId xmlns:a16="http://schemas.microsoft.com/office/drawing/2014/main" id="{F589AE03-D03D-C7A4-E1CE-53FDA6868058}"/>
                </a:ext>
              </a:extLst>
            </p:cNvPr>
            <p:cNvGrpSpPr/>
            <p:nvPr/>
          </p:nvGrpSpPr>
          <p:grpSpPr>
            <a:xfrm>
              <a:off x="9498429" y="4598805"/>
              <a:ext cx="1505416" cy="601824"/>
              <a:chOff x="1980734" y="3149081"/>
              <a:chExt cx="1505416" cy="601824"/>
            </a:xfrm>
          </p:grpSpPr>
          <p:sp>
            <p:nvSpPr>
              <p:cNvPr id="124" name="楕円 123">
                <a:extLst>
                  <a:ext uri="{FF2B5EF4-FFF2-40B4-BE49-F238E27FC236}">
                    <a16:creationId xmlns:a16="http://schemas.microsoft.com/office/drawing/2014/main" id="{1E804A25-1337-7A05-7B77-04540548D875}"/>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127" name="グループ化 126">
                <a:extLst>
                  <a:ext uri="{FF2B5EF4-FFF2-40B4-BE49-F238E27FC236}">
                    <a16:creationId xmlns:a16="http://schemas.microsoft.com/office/drawing/2014/main" id="{A2A042EE-E999-7395-06D2-305D8DAF9491}"/>
                  </a:ext>
                </a:extLst>
              </p:cNvPr>
              <p:cNvGrpSpPr/>
              <p:nvPr/>
            </p:nvGrpSpPr>
            <p:grpSpPr>
              <a:xfrm>
                <a:off x="1980734" y="3175652"/>
                <a:ext cx="1505416" cy="575253"/>
                <a:chOff x="1980734" y="3175652"/>
                <a:chExt cx="1505416" cy="575253"/>
              </a:xfrm>
            </p:grpSpPr>
            <p:grpSp>
              <p:nvGrpSpPr>
                <p:cNvPr id="128" name="グループ化 127">
                  <a:extLst>
                    <a:ext uri="{FF2B5EF4-FFF2-40B4-BE49-F238E27FC236}">
                      <a16:creationId xmlns:a16="http://schemas.microsoft.com/office/drawing/2014/main" id="{9E84C851-7D56-23C0-A4CF-0B708D15F125}"/>
                    </a:ext>
                  </a:extLst>
                </p:cNvPr>
                <p:cNvGrpSpPr/>
                <p:nvPr/>
              </p:nvGrpSpPr>
              <p:grpSpPr>
                <a:xfrm>
                  <a:off x="1980734" y="3473931"/>
                  <a:ext cx="1505416" cy="276974"/>
                  <a:chOff x="4194668" y="3607669"/>
                  <a:chExt cx="1105960" cy="276974"/>
                </a:xfrm>
              </p:grpSpPr>
              <p:sp>
                <p:nvSpPr>
                  <p:cNvPr id="130" name="四角形: 角を丸くする 129">
                    <a:extLst>
                      <a:ext uri="{FF2B5EF4-FFF2-40B4-BE49-F238E27FC236}">
                        <a16:creationId xmlns:a16="http://schemas.microsoft.com/office/drawing/2014/main" id="{930B144D-999E-DBBF-3F32-C249D84C1F0D}"/>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131" name="図 130">
                    <a:extLst>
                      <a:ext uri="{FF2B5EF4-FFF2-40B4-BE49-F238E27FC236}">
                        <a16:creationId xmlns:a16="http://schemas.microsoft.com/office/drawing/2014/main" id="{0F3254F5-15EA-B1FC-2F52-673BF831EBF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29" name="テキスト ボックス 128">
                  <a:extLst>
                    <a:ext uri="{FF2B5EF4-FFF2-40B4-BE49-F238E27FC236}">
                      <a16:creationId xmlns:a16="http://schemas.microsoft.com/office/drawing/2014/main" id="{96C817D0-0677-89AF-9E54-307A1D38A63B}"/>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grpSp>
        <p:nvGrpSpPr>
          <p:cNvPr id="132" name="グループ化 131">
            <a:extLst>
              <a:ext uri="{FF2B5EF4-FFF2-40B4-BE49-F238E27FC236}">
                <a16:creationId xmlns:a16="http://schemas.microsoft.com/office/drawing/2014/main" id="{73F1775D-DF98-2274-9011-167C1B255321}"/>
              </a:ext>
            </a:extLst>
          </p:cNvPr>
          <p:cNvGrpSpPr/>
          <p:nvPr/>
        </p:nvGrpSpPr>
        <p:grpSpPr>
          <a:xfrm>
            <a:off x="8172004" y="2279933"/>
            <a:ext cx="2561811" cy="632926"/>
            <a:chOff x="8957885" y="4574183"/>
            <a:chExt cx="2561811" cy="632926"/>
          </a:xfrm>
        </p:grpSpPr>
        <p:sp>
          <p:nvSpPr>
            <p:cNvPr id="133" name="楕円 132">
              <a:extLst>
                <a:ext uri="{FF2B5EF4-FFF2-40B4-BE49-F238E27FC236}">
                  <a16:creationId xmlns:a16="http://schemas.microsoft.com/office/drawing/2014/main" id="{964CF261-E36A-8BE2-A715-B99930AA852F}"/>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34" name="四角形: 角を丸くする 133">
              <a:extLst>
                <a:ext uri="{FF2B5EF4-FFF2-40B4-BE49-F238E27FC236}">
                  <a16:creationId xmlns:a16="http://schemas.microsoft.com/office/drawing/2014/main" id="{8782532C-BC85-DAB1-0F5D-F6F9258BC356}"/>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nvGrpSpPr>
            <p:cNvPr id="135" name="グループ化 134">
              <a:extLst>
                <a:ext uri="{FF2B5EF4-FFF2-40B4-BE49-F238E27FC236}">
                  <a16:creationId xmlns:a16="http://schemas.microsoft.com/office/drawing/2014/main" id="{023192B3-032F-E300-09BE-F1EF17391ABA}"/>
                </a:ext>
              </a:extLst>
            </p:cNvPr>
            <p:cNvGrpSpPr/>
            <p:nvPr/>
          </p:nvGrpSpPr>
          <p:grpSpPr>
            <a:xfrm>
              <a:off x="9498429" y="4598805"/>
              <a:ext cx="1505416" cy="601824"/>
              <a:chOff x="1980734" y="3149081"/>
              <a:chExt cx="1505416" cy="601824"/>
            </a:xfrm>
          </p:grpSpPr>
          <p:sp>
            <p:nvSpPr>
              <p:cNvPr id="136" name="楕円 135">
                <a:extLst>
                  <a:ext uri="{FF2B5EF4-FFF2-40B4-BE49-F238E27FC236}">
                    <a16:creationId xmlns:a16="http://schemas.microsoft.com/office/drawing/2014/main" id="{4B39E63B-2E0E-D100-FF06-5071A6E7C39E}"/>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138" name="グループ化 137">
                <a:extLst>
                  <a:ext uri="{FF2B5EF4-FFF2-40B4-BE49-F238E27FC236}">
                    <a16:creationId xmlns:a16="http://schemas.microsoft.com/office/drawing/2014/main" id="{CEECFFFE-C302-5A82-F871-BC0CA72D4C45}"/>
                  </a:ext>
                </a:extLst>
              </p:cNvPr>
              <p:cNvGrpSpPr/>
              <p:nvPr/>
            </p:nvGrpSpPr>
            <p:grpSpPr>
              <a:xfrm>
                <a:off x="1980734" y="3175652"/>
                <a:ext cx="1505416" cy="575253"/>
                <a:chOff x="1980734" y="3175652"/>
                <a:chExt cx="1505416" cy="575253"/>
              </a:xfrm>
            </p:grpSpPr>
            <p:grpSp>
              <p:nvGrpSpPr>
                <p:cNvPr id="140" name="グループ化 139">
                  <a:extLst>
                    <a:ext uri="{FF2B5EF4-FFF2-40B4-BE49-F238E27FC236}">
                      <a16:creationId xmlns:a16="http://schemas.microsoft.com/office/drawing/2014/main" id="{04C85417-1904-E5BA-DD34-064E6444D178}"/>
                    </a:ext>
                  </a:extLst>
                </p:cNvPr>
                <p:cNvGrpSpPr/>
                <p:nvPr/>
              </p:nvGrpSpPr>
              <p:grpSpPr>
                <a:xfrm>
                  <a:off x="1980734" y="3473931"/>
                  <a:ext cx="1505416" cy="276974"/>
                  <a:chOff x="4194668" y="3607669"/>
                  <a:chExt cx="1105960" cy="276974"/>
                </a:xfrm>
              </p:grpSpPr>
              <p:sp>
                <p:nvSpPr>
                  <p:cNvPr id="142" name="四角形: 角を丸くする 141">
                    <a:extLst>
                      <a:ext uri="{FF2B5EF4-FFF2-40B4-BE49-F238E27FC236}">
                        <a16:creationId xmlns:a16="http://schemas.microsoft.com/office/drawing/2014/main" id="{004BE8C7-2744-AE6E-F0E2-517867674B41}"/>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143" name="図 142">
                    <a:extLst>
                      <a:ext uri="{FF2B5EF4-FFF2-40B4-BE49-F238E27FC236}">
                        <a16:creationId xmlns:a16="http://schemas.microsoft.com/office/drawing/2014/main" id="{8DA8BBD8-8992-AA11-D153-FA91E0A4F6B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41" name="テキスト ボックス 140">
                  <a:extLst>
                    <a:ext uri="{FF2B5EF4-FFF2-40B4-BE49-F238E27FC236}">
                      <a16:creationId xmlns:a16="http://schemas.microsoft.com/office/drawing/2014/main" id="{27F8B75F-38F7-1551-6CF4-E385C2440BFC}"/>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grpSp>
        <p:nvGrpSpPr>
          <p:cNvPr id="144" name="グループ化 143">
            <a:extLst>
              <a:ext uri="{FF2B5EF4-FFF2-40B4-BE49-F238E27FC236}">
                <a16:creationId xmlns:a16="http://schemas.microsoft.com/office/drawing/2014/main" id="{D88DB543-C8C1-36A5-A36B-5D066D23C3D5}"/>
              </a:ext>
            </a:extLst>
          </p:cNvPr>
          <p:cNvGrpSpPr/>
          <p:nvPr/>
        </p:nvGrpSpPr>
        <p:grpSpPr>
          <a:xfrm>
            <a:off x="8962119" y="3146830"/>
            <a:ext cx="2561811" cy="632926"/>
            <a:chOff x="8957885" y="4574183"/>
            <a:chExt cx="2561811" cy="632926"/>
          </a:xfrm>
        </p:grpSpPr>
        <p:sp>
          <p:nvSpPr>
            <p:cNvPr id="145" name="楕円 144">
              <a:extLst>
                <a:ext uri="{FF2B5EF4-FFF2-40B4-BE49-F238E27FC236}">
                  <a16:creationId xmlns:a16="http://schemas.microsoft.com/office/drawing/2014/main" id="{82307672-4CBC-8082-DA93-B3B7E581282D}"/>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46" name="四角形: 角を丸くする 145">
              <a:extLst>
                <a:ext uri="{FF2B5EF4-FFF2-40B4-BE49-F238E27FC236}">
                  <a16:creationId xmlns:a16="http://schemas.microsoft.com/office/drawing/2014/main" id="{D493CAA4-EDB6-A08C-0B5E-6A7686F5D43C}"/>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nvGrpSpPr>
            <p:cNvPr id="147" name="グループ化 146">
              <a:extLst>
                <a:ext uri="{FF2B5EF4-FFF2-40B4-BE49-F238E27FC236}">
                  <a16:creationId xmlns:a16="http://schemas.microsoft.com/office/drawing/2014/main" id="{FF4C15DF-F980-7726-E98C-6B2DC08B2BE6}"/>
                </a:ext>
              </a:extLst>
            </p:cNvPr>
            <p:cNvGrpSpPr/>
            <p:nvPr/>
          </p:nvGrpSpPr>
          <p:grpSpPr>
            <a:xfrm>
              <a:off x="9498429" y="4598805"/>
              <a:ext cx="1505416" cy="601824"/>
              <a:chOff x="1980734" y="3149081"/>
              <a:chExt cx="1505416" cy="601824"/>
            </a:xfrm>
          </p:grpSpPr>
          <p:sp>
            <p:nvSpPr>
              <p:cNvPr id="148" name="楕円 147">
                <a:extLst>
                  <a:ext uri="{FF2B5EF4-FFF2-40B4-BE49-F238E27FC236}">
                    <a16:creationId xmlns:a16="http://schemas.microsoft.com/office/drawing/2014/main" id="{D21A1AAC-3648-618D-455B-2E6B294E0D07}"/>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149" name="グループ化 148">
                <a:extLst>
                  <a:ext uri="{FF2B5EF4-FFF2-40B4-BE49-F238E27FC236}">
                    <a16:creationId xmlns:a16="http://schemas.microsoft.com/office/drawing/2014/main" id="{2C9EBE42-635A-F894-AD77-B4A1D6069BA4}"/>
                  </a:ext>
                </a:extLst>
              </p:cNvPr>
              <p:cNvGrpSpPr/>
              <p:nvPr/>
            </p:nvGrpSpPr>
            <p:grpSpPr>
              <a:xfrm>
                <a:off x="1980734" y="3175652"/>
                <a:ext cx="1505416" cy="575253"/>
                <a:chOff x="1980734" y="3175652"/>
                <a:chExt cx="1505416" cy="575253"/>
              </a:xfrm>
            </p:grpSpPr>
            <p:grpSp>
              <p:nvGrpSpPr>
                <p:cNvPr id="150" name="グループ化 149">
                  <a:extLst>
                    <a:ext uri="{FF2B5EF4-FFF2-40B4-BE49-F238E27FC236}">
                      <a16:creationId xmlns:a16="http://schemas.microsoft.com/office/drawing/2014/main" id="{E5F7084D-552D-80F2-30D1-8450B6DFD8AB}"/>
                    </a:ext>
                  </a:extLst>
                </p:cNvPr>
                <p:cNvGrpSpPr/>
                <p:nvPr/>
              </p:nvGrpSpPr>
              <p:grpSpPr>
                <a:xfrm>
                  <a:off x="1980734" y="3473931"/>
                  <a:ext cx="1505416" cy="276974"/>
                  <a:chOff x="4194668" y="3607669"/>
                  <a:chExt cx="1105960" cy="276974"/>
                </a:xfrm>
              </p:grpSpPr>
              <p:sp>
                <p:nvSpPr>
                  <p:cNvPr id="152" name="四角形: 角を丸くする 151">
                    <a:extLst>
                      <a:ext uri="{FF2B5EF4-FFF2-40B4-BE49-F238E27FC236}">
                        <a16:creationId xmlns:a16="http://schemas.microsoft.com/office/drawing/2014/main" id="{E133803A-E74A-DBC1-30F8-3D27B38555CB}"/>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156" name="図 155">
                    <a:extLst>
                      <a:ext uri="{FF2B5EF4-FFF2-40B4-BE49-F238E27FC236}">
                        <a16:creationId xmlns:a16="http://schemas.microsoft.com/office/drawing/2014/main" id="{5DDA501D-530F-96F7-D810-5F51C050092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51" name="テキスト ボックス 150">
                  <a:extLst>
                    <a:ext uri="{FF2B5EF4-FFF2-40B4-BE49-F238E27FC236}">
                      <a16:creationId xmlns:a16="http://schemas.microsoft.com/office/drawing/2014/main" id="{ED927B73-8A53-CC6E-0485-E1B833C6A9B4}"/>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grpSp>
        <p:nvGrpSpPr>
          <p:cNvPr id="157" name="グループ化 156">
            <a:extLst>
              <a:ext uri="{FF2B5EF4-FFF2-40B4-BE49-F238E27FC236}">
                <a16:creationId xmlns:a16="http://schemas.microsoft.com/office/drawing/2014/main" id="{D1ECC04D-CF6B-9C67-1E5A-BEB06D44FA14}"/>
              </a:ext>
            </a:extLst>
          </p:cNvPr>
          <p:cNvGrpSpPr/>
          <p:nvPr/>
        </p:nvGrpSpPr>
        <p:grpSpPr>
          <a:xfrm>
            <a:off x="8962119" y="3876273"/>
            <a:ext cx="2561811" cy="632926"/>
            <a:chOff x="8957885" y="4574183"/>
            <a:chExt cx="2561811" cy="632926"/>
          </a:xfrm>
        </p:grpSpPr>
        <p:sp>
          <p:nvSpPr>
            <p:cNvPr id="158" name="楕円 157">
              <a:extLst>
                <a:ext uri="{FF2B5EF4-FFF2-40B4-BE49-F238E27FC236}">
                  <a16:creationId xmlns:a16="http://schemas.microsoft.com/office/drawing/2014/main" id="{CDDE987A-2CF5-8E9E-8501-F0F5A35701CB}"/>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59" name="四角形: 角を丸くする 158">
              <a:extLst>
                <a:ext uri="{FF2B5EF4-FFF2-40B4-BE49-F238E27FC236}">
                  <a16:creationId xmlns:a16="http://schemas.microsoft.com/office/drawing/2014/main" id="{731823CD-E091-A0BB-CB06-651CFF842D43}"/>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nvGrpSpPr>
            <p:cNvPr id="160" name="グループ化 159">
              <a:extLst>
                <a:ext uri="{FF2B5EF4-FFF2-40B4-BE49-F238E27FC236}">
                  <a16:creationId xmlns:a16="http://schemas.microsoft.com/office/drawing/2014/main" id="{38ED6077-AE6D-6A28-E6A4-6D1014C86DFE}"/>
                </a:ext>
              </a:extLst>
            </p:cNvPr>
            <p:cNvGrpSpPr/>
            <p:nvPr/>
          </p:nvGrpSpPr>
          <p:grpSpPr>
            <a:xfrm>
              <a:off x="9498429" y="4598805"/>
              <a:ext cx="1505416" cy="601824"/>
              <a:chOff x="1980734" y="3149081"/>
              <a:chExt cx="1505416" cy="601824"/>
            </a:xfrm>
          </p:grpSpPr>
          <p:sp>
            <p:nvSpPr>
              <p:cNvPr id="161" name="楕円 160">
                <a:extLst>
                  <a:ext uri="{FF2B5EF4-FFF2-40B4-BE49-F238E27FC236}">
                    <a16:creationId xmlns:a16="http://schemas.microsoft.com/office/drawing/2014/main" id="{DD121E32-45A2-3563-74C9-3E401C8E49B2}"/>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173" name="グループ化 172">
                <a:extLst>
                  <a:ext uri="{FF2B5EF4-FFF2-40B4-BE49-F238E27FC236}">
                    <a16:creationId xmlns:a16="http://schemas.microsoft.com/office/drawing/2014/main" id="{05A8E8D3-4B13-19F6-7E9C-541622EB4DE2}"/>
                  </a:ext>
                </a:extLst>
              </p:cNvPr>
              <p:cNvGrpSpPr/>
              <p:nvPr/>
            </p:nvGrpSpPr>
            <p:grpSpPr>
              <a:xfrm>
                <a:off x="1980734" y="3175652"/>
                <a:ext cx="1505416" cy="575253"/>
                <a:chOff x="1980734" y="3175652"/>
                <a:chExt cx="1505416" cy="575253"/>
              </a:xfrm>
            </p:grpSpPr>
            <p:grpSp>
              <p:nvGrpSpPr>
                <p:cNvPr id="177" name="グループ化 176">
                  <a:extLst>
                    <a:ext uri="{FF2B5EF4-FFF2-40B4-BE49-F238E27FC236}">
                      <a16:creationId xmlns:a16="http://schemas.microsoft.com/office/drawing/2014/main" id="{EC3595C7-14BD-C157-BBCA-CC1240A21CF9}"/>
                    </a:ext>
                  </a:extLst>
                </p:cNvPr>
                <p:cNvGrpSpPr/>
                <p:nvPr/>
              </p:nvGrpSpPr>
              <p:grpSpPr>
                <a:xfrm>
                  <a:off x="1980734" y="3473931"/>
                  <a:ext cx="1505416" cy="276974"/>
                  <a:chOff x="4194668" y="3607669"/>
                  <a:chExt cx="1105960" cy="276974"/>
                </a:xfrm>
              </p:grpSpPr>
              <p:sp>
                <p:nvSpPr>
                  <p:cNvPr id="182" name="四角形: 角を丸くする 181">
                    <a:extLst>
                      <a:ext uri="{FF2B5EF4-FFF2-40B4-BE49-F238E27FC236}">
                        <a16:creationId xmlns:a16="http://schemas.microsoft.com/office/drawing/2014/main" id="{B90AA3B5-750C-B644-5FE3-D24925838F99}"/>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184" name="図 183">
                    <a:extLst>
                      <a:ext uri="{FF2B5EF4-FFF2-40B4-BE49-F238E27FC236}">
                        <a16:creationId xmlns:a16="http://schemas.microsoft.com/office/drawing/2014/main" id="{A7BAD314-51FD-1F7A-4AA6-0EB2E916D1C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78" name="テキスト ボックス 177">
                  <a:extLst>
                    <a:ext uri="{FF2B5EF4-FFF2-40B4-BE49-F238E27FC236}">
                      <a16:creationId xmlns:a16="http://schemas.microsoft.com/office/drawing/2014/main" id="{6F076814-0078-3ECA-6065-41B6D07485D9}"/>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grpSp>
        <p:nvGrpSpPr>
          <p:cNvPr id="187" name="グループ化 186">
            <a:extLst>
              <a:ext uri="{FF2B5EF4-FFF2-40B4-BE49-F238E27FC236}">
                <a16:creationId xmlns:a16="http://schemas.microsoft.com/office/drawing/2014/main" id="{D4FB08DE-6121-9B0D-65E6-60E845844B9A}"/>
              </a:ext>
            </a:extLst>
          </p:cNvPr>
          <p:cNvGrpSpPr/>
          <p:nvPr/>
        </p:nvGrpSpPr>
        <p:grpSpPr>
          <a:xfrm>
            <a:off x="8962119" y="4610002"/>
            <a:ext cx="2561811" cy="632926"/>
            <a:chOff x="8957885" y="4574183"/>
            <a:chExt cx="2561811" cy="632926"/>
          </a:xfrm>
        </p:grpSpPr>
        <p:sp>
          <p:nvSpPr>
            <p:cNvPr id="188" name="楕円 187">
              <a:extLst>
                <a:ext uri="{FF2B5EF4-FFF2-40B4-BE49-F238E27FC236}">
                  <a16:creationId xmlns:a16="http://schemas.microsoft.com/office/drawing/2014/main" id="{CBBAC017-7C6D-3BB6-E6CB-9C52A877587A}"/>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89" name="四角形: 角を丸くする 188">
              <a:extLst>
                <a:ext uri="{FF2B5EF4-FFF2-40B4-BE49-F238E27FC236}">
                  <a16:creationId xmlns:a16="http://schemas.microsoft.com/office/drawing/2014/main" id="{B2FB94AA-3291-1093-0A57-17B2B09BF9B5}"/>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nvGrpSpPr>
            <p:cNvPr id="190" name="グループ化 189">
              <a:extLst>
                <a:ext uri="{FF2B5EF4-FFF2-40B4-BE49-F238E27FC236}">
                  <a16:creationId xmlns:a16="http://schemas.microsoft.com/office/drawing/2014/main" id="{2CEF9897-2F0A-1EA3-D3D0-A4F62A0FA66E}"/>
                </a:ext>
              </a:extLst>
            </p:cNvPr>
            <p:cNvGrpSpPr/>
            <p:nvPr/>
          </p:nvGrpSpPr>
          <p:grpSpPr>
            <a:xfrm>
              <a:off x="9498429" y="4598805"/>
              <a:ext cx="1505416" cy="601824"/>
              <a:chOff x="1980734" y="3149081"/>
              <a:chExt cx="1505416" cy="601824"/>
            </a:xfrm>
          </p:grpSpPr>
          <p:sp>
            <p:nvSpPr>
              <p:cNvPr id="191" name="楕円 190">
                <a:extLst>
                  <a:ext uri="{FF2B5EF4-FFF2-40B4-BE49-F238E27FC236}">
                    <a16:creationId xmlns:a16="http://schemas.microsoft.com/office/drawing/2014/main" id="{D07A201A-CF19-F2EF-734B-95F10AC2AA23}"/>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192" name="グループ化 191">
                <a:extLst>
                  <a:ext uri="{FF2B5EF4-FFF2-40B4-BE49-F238E27FC236}">
                    <a16:creationId xmlns:a16="http://schemas.microsoft.com/office/drawing/2014/main" id="{30A6C449-9442-35E0-2C92-863B6F524801}"/>
                  </a:ext>
                </a:extLst>
              </p:cNvPr>
              <p:cNvGrpSpPr/>
              <p:nvPr/>
            </p:nvGrpSpPr>
            <p:grpSpPr>
              <a:xfrm>
                <a:off x="1980734" y="3175652"/>
                <a:ext cx="1505416" cy="575253"/>
                <a:chOff x="1980734" y="3175652"/>
                <a:chExt cx="1505416" cy="575253"/>
              </a:xfrm>
            </p:grpSpPr>
            <p:grpSp>
              <p:nvGrpSpPr>
                <p:cNvPr id="193" name="グループ化 192">
                  <a:extLst>
                    <a:ext uri="{FF2B5EF4-FFF2-40B4-BE49-F238E27FC236}">
                      <a16:creationId xmlns:a16="http://schemas.microsoft.com/office/drawing/2014/main" id="{99A8D243-9790-03EA-0024-8BF8F736B86B}"/>
                    </a:ext>
                  </a:extLst>
                </p:cNvPr>
                <p:cNvGrpSpPr/>
                <p:nvPr/>
              </p:nvGrpSpPr>
              <p:grpSpPr>
                <a:xfrm>
                  <a:off x="1980734" y="3473931"/>
                  <a:ext cx="1505416" cy="276974"/>
                  <a:chOff x="4194668" y="3607669"/>
                  <a:chExt cx="1105960" cy="276974"/>
                </a:xfrm>
              </p:grpSpPr>
              <p:sp>
                <p:nvSpPr>
                  <p:cNvPr id="195" name="四角形: 角を丸くする 194">
                    <a:extLst>
                      <a:ext uri="{FF2B5EF4-FFF2-40B4-BE49-F238E27FC236}">
                        <a16:creationId xmlns:a16="http://schemas.microsoft.com/office/drawing/2014/main" id="{520F395E-3632-24E0-AEEE-B0C6DC149CF1}"/>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196" name="図 195">
                    <a:extLst>
                      <a:ext uri="{FF2B5EF4-FFF2-40B4-BE49-F238E27FC236}">
                        <a16:creationId xmlns:a16="http://schemas.microsoft.com/office/drawing/2014/main" id="{C676C6DA-CE7D-C8B2-254C-8D25D849A33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94" name="テキスト ボックス 193">
                  <a:extLst>
                    <a:ext uri="{FF2B5EF4-FFF2-40B4-BE49-F238E27FC236}">
                      <a16:creationId xmlns:a16="http://schemas.microsoft.com/office/drawing/2014/main" id="{B09BE34E-3811-3695-7C27-D75C63755C62}"/>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grpSp>
        <p:nvGrpSpPr>
          <p:cNvPr id="276" name="グループ化 275">
            <a:extLst>
              <a:ext uri="{FF2B5EF4-FFF2-40B4-BE49-F238E27FC236}">
                <a16:creationId xmlns:a16="http://schemas.microsoft.com/office/drawing/2014/main" id="{59F8A9A3-FAFE-B6AA-489A-D912E60BD75E}"/>
              </a:ext>
            </a:extLst>
          </p:cNvPr>
          <p:cNvGrpSpPr/>
          <p:nvPr/>
        </p:nvGrpSpPr>
        <p:grpSpPr>
          <a:xfrm>
            <a:off x="1719571" y="303092"/>
            <a:ext cx="3092165" cy="338875"/>
            <a:chOff x="1719571" y="274517"/>
            <a:chExt cx="3092165" cy="338875"/>
          </a:xfrm>
        </p:grpSpPr>
        <p:grpSp>
          <p:nvGrpSpPr>
            <p:cNvPr id="241" name="グループ化 240">
              <a:extLst>
                <a:ext uri="{FF2B5EF4-FFF2-40B4-BE49-F238E27FC236}">
                  <a16:creationId xmlns:a16="http://schemas.microsoft.com/office/drawing/2014/main" id="{6245FBDC-2CB9-86B2-5042-36A712B3FAA5}"/>
                </a:ext>
              </a:extLst>
            </p:cNvPr>
            <p:cNvGrpSpPr/>
            <p:nvPr/>
          </p:nvGrpSpPr>
          <p:grpSpPr>
            <a:xfrm>
              <a:off x="1719571" y="274517"/>
              <a:ext cx="3092165" cy="338875"/>
              <a:chOff x="1719571" y="215382"/>
              <a:chExt cx="3888059" cy="426098"/>
            </a:xfrm>
          </p:grpSpPr>
          <p:sp>
            <p:nvSpPr>
              <p:cNvPr id="242" name="平行四辺形 241">
                <a:extLst>
                  <a:ext uri="{FF2B5EF4-FFF2-40B4-BE49-F238E27FC236}">
                    <a16:creationId xmlns:a16="http://schemas.microsoft.com/office/drawing/2014/main" id="{E955CCC8-0B5F-A0C0-E489-8B4CA6D8CD9A}"/>
                  </a:ext>
                </a:extLst>
              </p:cNvPr>
              <p:cNvSpPr/>
              <p:nvPr/>
            </p:nvSpPr>
            <p:spPr>
              <a:xfrm>
                <a:off x="171957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43" name="平行四辺形 242">
                <a:extLst>
                  <a:ext uri="{FF2B5EF4-FFF2-40B4-BE49-F238E27FC236}">
                    <a16:creationId xmlns:a16="http://schemas.microsoft.com/office/drawing/2014/main" id="{D6F1FD58-458D-E15A-5D83-884C61345AD7}"/>
                  </a:ext>
                </a:extLst>
              </p:cNvPr>
              <p:cNvSpPr/>
              <p:nvPr/>
            </p:nvSpPr>
            <p:spPr>
              <a:xfrm>
                <a:off x="2477666"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44" name="平行四辺形 243">
                <a:extLst>
                  <a:ext uri="{FF2B5EF4-FFF2-40B4-BE49-F238E27FC236}">
                    <a16:creationId xmlns:a16="http://schemas.microsoft.com/office/drawing/2014/main" id="{D2FC17A1-9247-0DFE-9AD3-F2CFF64D2921}"/>
                  </a:ext>
                </a:extLst>
              </p:cNvPr>
              <p:cNvSpPr/>
              <p:nvPr/>
            </p:nvSpPr>
            <p:spPr>
              <a:xfrm>
                <a:off x="323576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45" name="平行四辺形 244">
                <a:extLst>
                  <a:ext uri="{FF2B5EF4-FFF2-40B4-BE49-F238E27FC236}">
                    <a16:creationId xmlns:a16="http://schemas.microsoft.com/office/drawing/2014/main" id="{BBF2014E-30A4-D1E7-2B54-1CE5943D162D}"/>
                  </a:ext>
                </a:extLst>
              </p:cNvPr>
              <p:cNvSpPr/>
              <p:nvPr/>
            </p:nvSpPr>
            <p:spPr>
              <a:xfrm>
                <a:off x="4751951" y="215382"/>
                <a:ext cx="855679" cy="426098"/>
              </a:xfrm>
              <a:prstGeom prst="parallelogram">
                <a:avLst/>
              </a:prstGeom>
              <a:solidFill>
                <a:schemeClr val="tx1">
                  <a:lumMod val="75000"/>
                  <a:lumOff val="2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46" name="平行四辺形 245">
                <a:extLst>
                  <a:ext uri="{FF2B5EF4-FFF2-40B4-BE49-F238E27FC236}">
                    <a16:creationId xmlns:a16="http://schemas.microsoft.com/office/drawing/2014/main" id="{44A7C44C-802C-68F2-0C2C-9109786DE845}"/>
                  </a:ext>
                </a:extLst>
              </p:cNvPr>
              <p:cNvSpPr/>
              <p:nvPr/>
            </p:nvSpPr>
            <p:spPr>
              <a:xfrm>
                <a:off x="3993856"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272" name="楕円 271">
              <a:extLst>
                <a:ext uri="{FF2B5EF4-FFF2-40B4-BE49-F238E27FC236}">
                  <a16:creationId xmlns:a16="http://schemas.microsoft.com/office/drawing/2014/main" id="{6C93B6F0-DC25-DD62-905B-1CA65E9B341A}"/>
                </a:ext>
              </a:extLst>
            </p:cNvPr>
            <p:cNvSpPr/>
            <p:nvPr/>
          </p:nvSpPr>
          <p:spPr>
            <a:xfrm>
              <a:off x="1900984"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原稿用標準書体" panose="03000503000000000000" pitchFamily="66" charset="-128"/>
                  <a:ea typeface="原稿用標準書体" panose="03000503000000000000" pitchFamily="66" charset="-128"/>
                </a:rPr>
                <a:t>キャラ</a:t>
              </a:r>
            </a:p>
          </p:txBody>
        </p:sp>
        <p:sp>
          <p:nvSpPr>
            <p:cNvPr id="273" name="楕円 272">
              <a:extLst>
                <a:ext uri="{FF2B5EF4-FFF2-40B4-BE49-F238E27FC236}">
                  <a16:creationId xmlns:a16="http://schemas.microsoft.com/office/drawing/2014/main" id="{628584CD-DB20-96A3-93B9-1894CA54A294}"/>
                </a:ext>
              </a:extLst>
            </p:cNvPr>
            <p:cNvSpPr/>
            <p:nvPr/>
          </p:nvSpPr>
          <p:spPr>
            <a:xfrm>
              <a:off x="3716200"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原稿用標準書体" panose="03000503000000000000" pitchFamily="66" charset="-128"/>
                  <a:ea typeface="原稿用標準書体" panose="03000503000000000000" pitchFamily="66" charset="-128"/>
                </a:rPr>
                <a:t>キャラ</a:t>
              </a:r>
            </a:p>
          </p:txBody>
        </p:sp>
        <p:sp>
          <p:nvSpPr>
            <p:cNvPr id="274" name="楕円 273">
              <a:extLst>
                <a:ext uri="{FF2B5EF4-FFF2-40B4-BE49-F238E27FC236}">
                  <a16:creationId xmlns:a16="http://schemas.microsoft.com/office/drawing/2014/main" id="{45BAD01B-E126-DD53-B6A3-A475AD92BA47}"/>
                </a:ext>
              </a:extLst>
            </p:cNvPr>
            <p:cNvSpPr/>
            <p:nvPr/>
          </p:nvSpPr>
          <p:spPr>
            <a:xfrm>
              <a:off x="2506056"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原稿用標準書体" panose="03000503000000000000" pitchFamily="66" charset="-128"/>
                  <a:ea typeface="原稿用標準書体" panose="03000503000000000000" pitchFamily="66" charset="-128"/>
                </a:rPr>
                <a:t>キャラ</a:t>
              </a:r>
            </a:p>
          </p:txBody>
        </p:sp>
        <p:sp>
          <p:nvSpPr>
            <p:cNvPr id="275" name="楕円 274">
              <a:extLst>
                <a:ext uri="{FF2B5EF4-FFF2-40B4-BE49-F238E27FC236}">
                  <a16:creationId xmlns:a16="http://schemas.microsoft.com/office/drawing/2014/main" id="{35FB3A3F-1F5E-3C9B-E582-F064DCED41B1}"/>
                </a:ext>
              </a:extLst>
            </p:cNvPr>
            <p:cNvSpPr/>
            <p:nvPr/>
          </p:nvSpPr>
          <p:spPr>
            <a:xfrm>
              <a:off x="3111128"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原稿用標準書体" panose="03000503000000000000" pitchFamily="66" charset="-128"/>
                  <a:ea typeface="原稿用標準書体" panose="03000503000000000000" pitchFamily="66" charset="-128"/>
                </a:rPr>
                <a:t>キャラ</a:t>
              </a:r>
            </a:p>
          </p:txBody>
        </p:sp>
      </p:grpSp>
      <p:cxnSp>
        <p:nvCxnSpPr>
          <p:cNvPr id="25" name="直線コネクタ 24">
            <a:extLst>
              <a:ext uri="{FF2B5EF4-FFF2-40B4-BE49-F238E27FC236}">
                <a16:creationId xmlns:a16="http://schemas.microsoft.com/office/drawing/2014/main" id="{85E6D63A-1269-A0C3-05F6-893036AABC51}"/>
              </a:ext>
            </a:extLst>
          </p:cNvPr>
          <p:cNvCxnSpPr>
            <a:cxnSpLocks/>
          </p:cNvCxnSpPr>
          <p:nvPr/>
        </p:nvCxnSpPr>
        <p:spPr>
          <a:xfrm>
            <a:off x="541538" y="3760235"/>
            <a:ext cx="5051394" cy="0"/>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82" name="テキスト ボックス 81">
            <a:extLst>
              <a:ext uri="{FF2B5EF4-FFF2-40B4-BE49-F238E27FC236}">
                <a16:creationId xmlns:a16="http://schemas.microsoft.com/office/drawing/2014/main" id="{EC05D5CE-F5A8-B9AD-DF89-80AADB764D98}"/>
              </a:ext>
            </a:extLst>
          </p:cNvPr>
          <p:cNvSpPr txBox="1"/>
          <p:nvPr/>
        </p:nvSpPr>
        <p:spPr>
          <a:xfrm>
            <a:off x="5094472" y="3348579"/>
            <a:ext cx="524313" cy="369332"/>
          </a:xfrm>
          <a:prstGeom prst="rect">
            <a:avLst/>
          </a:prstGeom>
          <a:noFill/>
        </p:spPr>
        <p:txBody>
          <a:bodyPr wrap="square" rtlCol="0">
            <a:spAutoFit/>
          </a:bodyPr>
          <a:lstStyle/>
          <a:p>
            <a:pPr algn="ctr"/>
            <a:r>
              <a:rPr kumimoji="1" lang="ja-JP" altLang="en-US" b="1" dirty="0">
                <a:solidFill>
                  <a:schemeClr val="bg1">
                    <a:lumMod val="95000"/>
                  </a:schemeClr>
                </a:solidFill>
                <a:latin typeface="原稿用標準書体" panose="03000503000000000000" pitchFamily="66" charset="-128"/>
                <a:ea typeface="原稿用標準書体" panose="03000503000000000000" pitchFamily="66" charset="-128"/>
              </a:rPr>
              <a:t>前</a:t>
            </a:r>
            <a:endParaRPr kumimoji="1" lang="ja-JP" altLang="en-US" sz="28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83" name="テキスト ボックス 82">
            <a:extLst>
              <a:ext uri="{FF2B5EF4-FFF2-40B4-BE49-F238E27FC236}">
                <a16:creationId xmlns:a16="http://schemas.microsoft.com/office/drawing/2014/main" id="{0EF13AD1-6DE3-1845-5033-168F9A915D8E}"/>
              </a:ext>
            </a:extLst>
          </p:cNvPr>
          <p:cNvSpPr txBox="1"/>
          <p:nvPr/>
        </p:nvSpPr>
        <p:spPr>
          <a:xfrm>
            <a:off x="5094472" y="3786647"/>
            <a:ext cx="524313" cy="369332"/>
          </a:xfrm>
          <a:prstGeom prst="rect">
            <a:avLst/>
          </a:prstGeom>
          <a:noFill/>
        </p:spPr>
        <p:txBody>
          <a:bodyPr wrap="square" rtlCol="0">
            <a:spAutoFit/>
          </a:bodyPr>
          <a:lstStyle/>
          <a:p>
            <a:pPr algn="ctr"/>
            <a:r>
              <a:rPr kumimoji="1" lang="ja-JP" altLang="en-US" b="1" dirty="0">
                <a:solidFill>
                  <a:schemeClr val="bg1">
                    <a:lumMod val="95000"/>
                  </a:schemeClr>
                </a:solidFill>
                <a:latin typeface="原稿用標準書体" panose="03000503000000000000" pitchFamily="66" charset="-128"/>
                <a:ea typeface="原稿用標準書体" panose="03000503000000000000" pitchFamily="66" charset="-128"/>
              </a:rPr>
              <a:t>後</a:t>
            </a:r>
            <a:endParaRPr kumimoji="1" lang="ja-JP" altLang="en-US" sz="28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180" name="グループ化 179">
            <a:extLst>
              <a:ext uri="{FF2B5EF4-FFF2-40B4-BE49-F238E27FC236}">
                <a16:creationId xmlns:a16="http://schemas.microsoft.com/office/drawing/2014/main" id="{39FF3A7E-D5D7-EA41-6B5F-68EA476AF611}"/>
              </a:ext>
            </a:extLst>
          </p:cNvPr>
          <p:cNvGrpSpPr/>
          <p:nvPr/>
        </p:nvGrpSpPr>
        <p:grpSpPr>
          <a:xfrm>
            <a:off x="7135508" y="2614506"/>
            <a:ext cx="4564411" cy="807400"/>
            <a:chOff x="7135508" y="2614506"/>
            <a:chExt cx="4564411" cy="807400"/>
          </a:xfrm>
        </p:grpSpPr>
        <p:cxnSp>
          <p:nvCxnSpPr>
            <p:cNvPr id="43" name="直線コネクタ 42">
              <a:extLst>
                <a:ext uri="{FF2B5EF4-FFF2-40B4-BE49-F238E27FC236}">
                  <a16:creationId xmlns:a16="http://schemas.microsoft.com/office/drawing/2014/main" id="{475D97DA-CFF9-E355-F8D1-48EB68357837}"/>
                </a:ext>
              </a:extLst>
            </p:cNvPr>
            <p:cNvCxnSpPr>
              <a:cxnSpLocks/>
            </p:cNvCxnSpPr>
            <p:nvPr/>
          </p:nvCxnSpPr>
          <p:spPr>
            <a:xfrm>
              <a:off x="7181850" y="3027522"/>
              <a:ext cx="4518069" cy="0"/>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grpSp>
          <p:nvGrpSpPr>
            <p:cNvPr id="181" name="グループ化 180">
              <a:extLst>
                <a:ext uri="{FF2B5EF4-FFF2-40B4-BE49-F238E27FC236}">
                  <a16:creationId xmlns:a16="http://schemas.microsoft.com/office/drawing/2014/main" id="{21F94A41-D67A-930A-17F0-64D4BBDBA3AE}"/>
                </a:ext>
              </a:extLst>
            </p:cNvPr>
            <p:cNvGrpSpPr/>
            <p:nvPr/>
          </p:nvGrpSpPr>
          <p:grpSpPr>
            <a:xfrm>
              <a:off x="7135508" y="2614506"/>
              <a:ext cx="524313" cy="807400"/>
              <a:chOff x="7430783" y="2595456"/>
              <a:chExt cx="524313" cy="807400"/>
            </a:xfrm>
          </p:grpSpPr>
          <p:sp>
            <p:nvSpPr>
              <p:cNvPr id="84" name="テキスト ボックス 83">
                <a:extLst>
                  <a:ext uri="{FF2B5EF4-FFF2-40B4-BE49-F238E27FC236}">
                    <a16:creationId xmlns:a16="http://schemas.microsoft.com/office/drawing/2014/main" id="{3DBEFE5E-0EBA-E268-30D6-DAC62497A964}"/>
                  </a:ext>
                </a:extLst>
              </p:cNvPr>
              <p:cNvSpPr txBox="1"/>
              <p:nvPr/>
            </p:nvSpPr>
            <p:spPr>
              <a:xfrm>
                <a:off x="7430783" y="2595456"/>
                <a:ext cx="524313" cy="369332"/>
              </a:xfrm>
              <a:prstGeom prst="rect">
                <a:avLst/>
              </a:prstGeom>
              <a:noFill/>
            </p:spPr>
            <p:txBody>
              <a:bodyPr wrap="square" rtlCol="0">
                <a:spAutoFit/>
              </a:bodyPr>
              <a:lstStyle/>
              <a:p>
                <a:pPr algn="ctr"/>
                <a:r>
                  <a:rPr kumimoji="1" lang="ja-JP" altLang="en-US" b="1" dirty="0">
                    <a:solidFill>
                      <a:schemeClr val="bg1">
                        <a:lumMod val="95000"/>
                      </a:schemeClr>
                    </a:solidFill>
                    <a:latin typeface="原稿用標準書体" panose="03000503000000000000" pitchFamily="66" charset="-128"/>
                    <a:ea typeface="原稿用標準書体" panose="03000503000000000000" pitchFamily="66" charset="-128"/>
                  </a:rPr>
                  <a:t>前</a:t>
                </a:r>
                <a:endParaRPr kumimoji="1" lang="ja-JP" altLang="en-US" sz="28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85" name="テキスト ボックス 84">
                <a:extLst>
                  <a:ext uri="{FF2B5EF4-FFF2-40B4-BE49-F238E27FC236}">
                    <a16:creationId xmlns:a16="http://schemas.microsoft.com/office/drawing/2014/main" id="{34F4E64B-3FB6-4FC3-5496-30640B58A2BC}"/>
                  </a:ext>
                </a:extLst>
              </p:cNvPr>
              <p:cNvSpPr txBox="1"/>
              <p:nvPr/>
            </p:nvSpPr>
            <p:spPr>
              <a:xfrm>
                <a:off x="7430783" y="3033524"/>
                <a:ext cx="524313" cy="369332"/>
              </a:xfrm>
              <a:prstGeom prst="rect">
                <a:avLst/>
              </a:prstGeom>
              <a:noFill/>
            </p:spPr>
            <p:txBody>
              <a:bodyPr wrap="square" rtlCol="0">
                <a:spAutoFit/>
              </a:bodyPr>
              <a:lstStyle/>
              <a:p>
                <a:pPr algn="ctr"/>
                <a:r>
                  <a:rPr kumimoji="1" lang="ja-JP" altLang="en-US" b="1" dirty="0">
                    <a:solidFill>
                      <a:schemeClr val="bg1">
                        <a:lumMod val="95000"/>
                      </a:schemeClr>
                    </a:solidFill>
                    <a:latin typeface="原稿用標準書体" panose="03000503000000000000" pitchFamily="66" charset="-128"/>
                    <a:ea typeface="原稿用標準書体" panose="03000503000000000000" pitchFamily="66" charset="-128"/>
                  </a:rPr>
                  <a:t>後</a:t>
                </a:r>
                <a:endParaRPr kumimoji="1" lang="ja-JP" altLang="en-US" sz="28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grpSp>
        <p:nvGrpSpPr>
          <p:cNvPr id="97" name="グループ化 96">
            <a:extLst>
              <a:ext uri="{FF2B5EF4-FFF2-40B4-BE49-F238E27FC236}">
                <a16:creationId xmlns:a16="http://schemas.microsoft.com/office/drawing/2014/main" id="{520CA3AC-B8B6-4BCF-F428-6562FF1C4B17}"/>
              </a:ext>
            </a:extLst>
          </p:cNvPr>
          <p:cNvGrpSpPr/>
          <p:nvPr/>
        </p:nvGrpSpPr>
        <p:grpSpPr>
          <a:xfrm>
            <a:off x="701559" y="856984"/>
            <a:ext cx="973058" cy="5085256"/>
            <a:chOff x="701559" y="856984"/>
            <a:chExt cx="973058" cy="5085256"/>
          </a:xfrm>
        </p:grpSpPr>
        <p:sp>
          <p:nvSpPr>
            <p:cNvPr id="4" name="楕円 3">
              <a:extLst>
                <a:ext uri="{FF2B5EF4-FFF2-40B4-BE49-F238E27FC236}">
                  <a16:creationId xmlns:a16="http://schemas.microsoft.com/office/drawing/2014/main" id="{4F1D97DD-0E1E-5ADC-5A8B-78419CD5E929}"/>
                </a:ext>
              </a:extLst>
            </p:cNvPr>
            <p:cNvSpPr/>
            <p:nvPr/>
          </p:nvSpPr>
          <p:spPr>
            <a:xfrm>
              <a:off x="701559" y="856984"/>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5" name="楕円 4">
              <a:extLst>
                <a:ext uri="{FF2B5EF4-FFF2-40B4-BE49-F238E27FC236}">
                  <a16:creationId xmlns:a16="http://schemas.microsoft.com/office/drawing/2014/main" id="{E404091C-100D-0E7B-63F9-552FBC200D24}"/>
                </a:ext>
              </a:extLst>
            </p:cNvPr>
            <p:cNvSpPr/>
            <p:nvPr/>
          </p:nvSpPr>
          <p:spPr>
            <a:xfrm>
              <a:off x="701559" y="1591349"/>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21" name="楕円 20">
              <a:extLst>
                <a:ext uri="{FF2B5EF4-FFF2-40B4-BE49-F238E27FC236}">
                  <a16:creationId xmlns:a16="http://schemas.microsoft.com/office/drawing/2014/main" id="{38FE8CF7-9643-0398-4691-6C6B844B6ED0}"/>
                </a:ext>
              </a:extLst>
            </p:cNvPr>
            <p:cNvSpPr/>
            <p:nvPr/>
          </p:nvSpPr>
          <p:spPr>
            <a:xfrm>
              <a:off x="701559" y="2325713"/>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24" name="楕円 23">
              <a:extLst>
                <a:ext uri="{FF2B5EF4-FFF2-40B4-BE49-F238E27FC236}">
                  <a16:creationId xmlns:a16="http://schemas.microsoft.com/office/drawing/2014/main" id="{251FBD27-7A78-2633-73CB-416EC69920D7}"/>
                </a:ext>
              </a:extLst>
            </p:cNvPr>
            <p:cNvSpPr/>
            <p:nvPr/>
          </p:nvSpPr>
          <p:spPr>
            <a:xfrm>
              <a:off x="701559" y="3913675"/>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32" name="楕円 31">
              <a:extLst>
                <a:ext uri="{FF2B5EF4-FFF2-40B4-BE49-F238E27FC236}">
                  <a16:creationId xmlns:a16="http://schemas.microsoft.com/office/drawing/2014/main" id="{8E7C1D2E-D9AE-4FDD-BBAF-7E6AC2E3223C}"/>
                </a:ext>
              </a:extLst>
            </p:cNvPr>
            <p:cNvSpPr/>
            <p:nvPr/>
          </p:nvSpPr>
          <p:spPr>
            <a:xfrm>
              <a:off x="701559" y="4648040"/>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33" name="楕円 32">
              <a:extLst>
                <a:ext uri="{FF2B5EF4-FFF2-40B4-BE49-F238E27FC236}">
                  <a16:creationId xmlns:a16="http://schemas.microsoft.com/office/drawing/2014/main" id="{A30428E9-9318-3E1B-1898-557813D5C256}"/>
                </a:ext>
              </a:extLst>
            </p:cNvPr>
            <p:cNvSpPr/>
            <p:nvPr/>
          </p:nvSpPr>
          <p:spPr>
            <a:xfrm>
              <a:off x="701559" y="5382404"/>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51" name="楕円 50">
              <a:extLst>
                <a:ext uri="{FF2B5EF4-FFF2-40B4-BE49-F238E27FC236}">
                  <a16:creationId xmlns:a16="http://schemas.microsoft.com/office/drawing/2014/main" id="{FB6E84D8-8CD3-66E2-76F7-374B72A82382}"/>
                </a:ext>
              </a:extLst>
            </p:cNvPr>
            <p:cNvSpPr/>
            <p:nvPr/>
          </p:nvSpPr>
          <p:spPr>
            <a:xfrm>
              <a:off x="1353025" y="3060758"/>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grpSp>
      <p:grpSp>
        <p:nvGrpSpPr>
          <p:cNvPr id="179" name="グループ化 178">
            <a:extLst>
              <a:ext uri="{FF2B5EF4-FFF2-40B4-BE49-F238E27FC236}">
                <a16:creationId xmlns:a16="http://schemas.microsoft.com/office/drawing/2014/main" id="{3823A1B5-A5F4-DEB8-4935-76060797FA63}"/>
              </a:ext>
            </a:extLst>
          </p:cNvPr>
          <p:cNvGrpSpPr/>
          <p:nvPr/>
        </p:nvGrpSpPr>
        <p:grpSpPr>
          <a:xfrm>
            <a:off x="8106557" y="848666"/>
            <a:ext cx="1102148" cy="5096264"/>
            <a:chOff x="8106557" y="848666"/>
            <a:chExt cx="1102148" cy="5096264"/>
          </a:xfrm>
        </p:grpSpPr>
        <p:sp>
          <p:nvSpPr>
            <p:cNvPr id="54" name="楕円 53">
              <a:extLst>
                <a:ext uri="{FF2B5EF4-FFF2-40B4-BE49-F238E27FC236}">
                  <a16:creationId xmlns:a16="http://schemas.microsoft.com/office/drawing/2014/main" id="{06DA0E34-1BB2-C2FE-5B7A-EE3D11BB64F7}"/>
                </a:ext>
              </a:extLst>
            </p:cNvPr>
            <p:cNvSpPr/>
            <p:nvPr/>
          </p:nvSpPr>
          <p:spPr>
            <a:xfrm>
              <a:off x="8883123" y="848666"/>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66" name="楕円 65">
              <a:extLst>
                <a:ext uri="{FF2B5EF4-FFF2-40B4-BE49-F238E27FC236}">
                  <a16:creationId xmlns:a16="http://schemas.microsoft.com/office/drawing/2014/main" id="{DA98ECE8-84AA-4207-3F45-B1960E27A8D4}"/>
                </a:ext>
              </a:extLst>
            </p:cNvPr>
            <p:cNvSpPr/>
            <p:nvPr/>
          </p:nvSpPr>
          <p:spPr>
            <a:xfrm>
              <a:off x="8883123" y="1583030"/>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69" name="楕円 68">
              <a:extLst>
                <a:ext uri="{FF2B5EF4-FFF2-40B4-BE49-F238E27FC236}">
                  <a16:creationId xmlns:a16="http://schemas.microsoft.com/office/drawing/2014/main" id="{2A277102-F7D3-380D-D0E7-6548126A418B}"/>
                </a:ext>
              </a:extLst>
            </p:cNvPr>
            <p:cNvSpPr/>
            <p:nvPr/>
          </p:nvSpPr>
          <p:spPr>
            <a:xfrm>
              <a:off x="8880110" y="3191229"/>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79" name="楕円 78">
              <a:extLst>
                <a:ext uri="{FF2B5EF4-FFF2-40B4-BE49-F238E27FC236}">
                  <a16:creationId xmlns:a16="http://schemas.microsoft.com/office/drawing/2014/main" id="{AF603E25-47DD-69EE-094F-8C3EFDB969AF}"/>
                </a:ext>
              </a:extLst>
            </p:cNvPr>
            <p:cNvSpPr/>
            <p:nvPr/>
          </p:nvSpPr>
          <p:spPr>
            <a:xfrm>
              <a:off x="8880110" y="3925593"/>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81" name="楕円 80">
              <a:extLst>
                <a:ext uri="{FF2B5EF4-FFF2-40B4-BE49-F238E27FC236}">
                  <a16:creationId xmlns:a16="http://schemas.microsoft.com/office/drawing/2014/main" id="{362049D0-D545-10CE-8583-FA400043E16A}"/>
                </a:ext>
              </a:extLst>
            </p:cNvPr>
            <p:cNvSpPr/>
            <p:nvPr/>
          </p:nvSpPr>
          <p:spPr>
            <a:xfrm>
              <a:off x="8887113" y="4650730"/>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86" name="楕円 85">
              <a:extLst>
                <a:ext uri="{FF2B5EF4-FFF2-40B4-BE49-F238E27FC236}">
                  <a16:creationId xmlns:a16="http://schemas.microsoft.com/office/drawing/2014/main" id="{3A48F45A-1BC5-F3DC-6034-31FDBDA9B3EA}"/>
                </a:ext>
              </a:extLst>
            </p:cNvPr>
            <p:cNvSpPr/>
            <p:nvPr/>
          </p:nvSpPr>
          <p:spPr>
            <a:xfrm>
              <a:off x="8887113" y="5385094"/>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91" name="楕円 90">
              <a:extLst>
                <a:ext uri="{FF2B5EF4-FFF2-40B4-BE49-F238E27FC236}">
                  <a16:creationId xmlns:a16="http://schemas.microsoft.com/office/drawing/2014/main" id="{0B6644E4-3880-72CE-F1C7-2F6D8D0C5D0B}"/>
                </a:ext>
              </a:extLst>
            </p:cNvPr>
            <p:cNvSpPr/>
            <p:nvPr/>
          </p:nvSpPr>
          <p:spPr>
            <a:xfrm>
              <a:off x="8106557" y="2319447"/>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grpSp>
      <p:grpSp>
        <p:nvGrpSpPr>
          <p:cNvPr id="270" name="グループ化 269">
            <a:extLst>
              <a:ext uri="{FF2B5EF4-FFF2-40B4-BE49-F238E27FC236}">
                <a16:creationId xmlns:a16="http://schemas.microsoft.com/office/drawing/2014/main" id="{A02B8107-8551-31CD-63E7-389F1FDCEB78}"/>
              </a:ext>
            </a:extLst>
          </p:cNvPr>
          <p:cNvGrpSpPr/>
          <p:nvPr/>
        </p:nvGrpSpPr>
        <p:grpSpPr>
          <a:xfrm>
            <a:off x="7755890" y="2347193"/>
            <a:ext cx="204135" cy="506355"/>
            <a:chOff x="7613005" y="4054581"/>
            <a:chExt cx="256246" cy="635617"/>
          </a:xfrm>
          <a:solidFill>
            <a:schemeClr val="accent1"/>
          </a:solidFill>
        </p:grpSpPr>
        <p:sp>
          <p:nvSpPr>
            <p:cNvPr id="240" name="楕円 239">
              <a:extLst>
                <a:ext uri="{FF2B5EF4-FFF2-40B4-BE49-F238E27FC236}">
                  <a16:creationId xmlns:a16="http://schemas.microsoft.com/office/drawing/2014/main" id="{E90B7577-610B-A9F1-EEF7-704E8AE4351E}"/>
                </a:ext>
              </a:extLst>
            </p:cNvPr>
            <p:cNvSpPr/>
            <p:nvPr/>
          </p:nvSpPr>
          <p:spPr>
            <a:xfrm>
              <a:off x="7670155" y="4504326"/>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68" name="楕円 267">
              <a:extLst>
                <a:ext uri="{FF2B5EF4-FFF2-40B4-BE49-F238E27FC236}">
                  <a16:creationId xmlns:a16="http://schemas.microsoft.com/office/drawing/2014/main" id="{A6AA4E64-87DD-0998-6FAA-C99992CA995A}"/>
                </a:ext>
              </a:extLst>
            </p:cNvPr>
            <p:cNvSpPr/>
            <p:nvPr/>
          </p:nvSpPr>
          <p:spPr>
            <a:xfrm>
              <a:off x="7641580" y="4279453"/>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69" name="楕円 268">
              <a:extLst>
                <a:ext uri="{FF2B5EF4-FFF2-40B4-BE49-F238E27FC236}">
                  <a16:creationId xmlns:a16="http://schemas.microsoft.com/office/drawing/2014/main" id="{78812B19-F2FF-4783-971D-A34716DC5E80}"/>
                </a:ext>
              </a:extLst>
            </p:cNvPr>
            <p:cNvSpPr/>
            <p:nvPr/>
          </p:nvSpPr>
          <p:spPr>
            <a:xfrm>
              <a:off x="7613005" y="4054581"/>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grpSp>
        <p:nvGrpSpPr>
          <p:cNvPr id="293" name="グループ化 292">
            <a:extLst>
              <a:ext uri="{FF2B5EF4-FFF2-40B4-BE49-F238E27FC236}">
                <a16:creationId xmlns:a16="http://schemas.microsoft.com/office/drawing/2014/main" id="{8136D8E3-EF1F-48B1-F77F-6D93E112FC0B}"/>
              </a:ext>
            </a:extLst>
          </p:cNvPr>
          <p:cNvGrpSpPr/>
          <p:nvPr/>
        </p:nvGrpSpPr>
        <p:grpSpPr>
          <a:xfrm>
            <a:off x="8555886" y="3393120"/>
            <a:ext cx="181371" cy="327214"/>
            <a:chOff x="7641580" y="4279453"/>
            <a:chExt cx="227671" cy="410745"/>
          </a:xfrm>
          <a:solidFill>
            <a:schemeClr val="accent1"/>
          </a:solidFill>
        </p:grpSpPr>
        <p:sp>
          <p:nvSpPr>
            <p:cNvPr id="294" name="楕円 293">
              <a:extLst>
                <a:ext uri="{FF2B5EF4-FFF2-40B4-BE49-F238E27FC236}">
                  <a16:creationId xmlns:a16="http://schemas.microsoft.com/office/drawing/2014/main" id="{68E2F09C-9F79-E68D-12DB-85A36D73EEE6}"/>
                </a:ext>
              </a:extLst>
            </p:cNvPr>
            <p:cNvSpPr/>
            <p:nvPr/>
          </p:nvSpPr>
          <p:spPr>
            <a:xfrm>
              <a:off x="7670155" y="4504326"/>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95" name="楕円 294">
              <a:extLst>
                <a:ext uri="{FF2B5EF4-FFF2-40B4-BE49-F238E27FC236}">
                  <a16:creationId xmlns:a16="http://schemas.microsoft.com/office/drawing/2014/main" id="{D010206A-48DF-7FF9-AB03-7C93B581E834}"/>
                </a:ext>
              </a:extLst>
            </p:cNvPr>
            <p:cNvSpPr/>
            <p:nvPr/>
          </p:nvSpPr>
          <p:spPr>
            <a:xfrm>
              <a:off x="7641580" y="4279453"/>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sp>
        <p:nvSpPr>
          <p:cNvPr id="298" name="楕円 297">
            <a:extLst>
              <a:ext uri="{FF2B5EF4-FFF2-40B4-BE49-F238E27FC236}">
                <a16:creationId xmlns:a16="http://schemas.microsoft.com/office/drawing/2014/main" id="{6C28CCF4-9866-8501-ACC6-C8D77D109F01}"/>
              </a:ext>
            </a:extLst>
          </p:cNvPr>
          <p:cNvSpPr/>
          <p:nvPr/>
        </p:nvSpPr>
        <p:spPr>
          <a:xfrm>
            <a:off x="8578654" y="4279851"/>
            <a:ext cx="158607" cy="148072"/>
          </a:xfrm>
          <a:prstGeom prst="ellipse">
            <a:avLst/>
          </a:prstGeom>
          <a:solidFill>
            <a:schemeClr val="accent1"/>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nvGrpSpPr>
          <p:cNvPr id="301" name="グループ化 300">
            <a:extLst>
              <a:ext uri="{FF2B5EF4-FFF2-40B4-BE49-F238E27FC236}">
                <a16:creationId xmlns:a16="http://schemas.microsoft.com/office/drawing/2014/main" id="{CB8ECE6C-9643-D007-7A36-E4CB824B1600}"/>
              </a:ext>
            </a:extLst>
          </p:cNvPr>
          <p:cNvGrpSpPr/>
          <p:nvPr/>
        </p:nvGrpSpPr>
        <p:grpSpPr>
          <a:xfrm>
            <a:off x="8533126" y="4686307"/>
            <a:ext cx="204135" cy="506355"/>
            <a:chOff x="7613005" y="4054581"/>
            <a:chExt cx="256246" cy="635617"/>
          </a:xfrm>
          <a:solidFill>
            <a:schemeClr val="accent1"/>
          </a:solidFill>
        </p:grpSpPr>
        <p:sp>
          <p:nvSpPr>
            <p:cNvPr id="302" name="楕円 301">
              <a:extLst>
                <a:ext uri="{FF2B5EF4-FFF2-40B4-BE49-F238E27FC236}">
                  <a16:creationId xmlns:a16="http://schemas.microsoft.com/office/drawing/2014/main" id="{2D2BFD5D-1B51-48F2-014C-20BDF84464AB}"/>
                </a:ext>
              </a:extLst>
            </p:cNvPr>
            <p:cNvSpPr/>
            <p:nvPr/>
          </p:nvSpPr>
          <p:spPr>
            <a:xfrm>
              <a:off x="7670155" y="4504326"/>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303" name="楕円 302">
              <a:extLst>
                <a:ext uri="{FF2B5EF4-FFF2-40B4-BE49-F238E27FC236}">
                  <a16:creationId xmlns:a16="http://schemas.microsoft.com/office/drawing/2014/main" id="{C7B5247B-4120-2609-1DE8-2C81582B25CC}"/>
                </a:ext>
              </a:extLst>
            </p:cNvPr>
            <p:cNvSpPr/>
            <p:nvPr/>
          </p:nvSpPr>
          <p:spPr>
            <a:xfrm>
              <a:off x="7641580" y="4279453"/>
              <a:ext cx="199096" cy="185872"/>
            </a:xfrm>
            <a:prstGeom prst="ellipse">
              <a:avLst/>
            </a:prstGeom>
            <a:solidFill>
              <a:schemeClr val="bg1">
                <a:lumMod val="7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304" name="楕円 303">
              <a:extLst>
                <a:ext uri="{FF2B5EF4-FFF2-40B4-BE49-F238E27FC236}">
                  <a16:creationId xmlns:a16="http://schemas.microsoft.com/office/drawing/2014/main" id="{D1A370B5-F3B3-89D6-FB68-CA2CA62EF4FC}"/>
                </a:ext>
              </a:extLst>
            </p:cNvPr>
            <p:cNvSpPr/>
            <p:nvPr/>
          </p:nvSpPr>
          <p:spPr>
            <a:xfrm>
              <a:off x="7613005" y="4054581"/>
              <a:ext cx="199096" cy="185872"/>
            </a:xfrm>
            <a:prstGeom prst="ellipse">
              <a:avLst/>
            </a:prstGeom>
            <a:solidFill>
              <a:schemeClr val="bg1">
                <a:lumMod val="7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grpSp>
        <p:nvGrpSpPr>
          <p:cNvPr id="305" name="グループ化 304">
            <a:extLst>
              <a:ext uri="{FF2B5EF4-FFF2-40B4-BE49-F238E27FC236}">
                <a16:creationId xmlns:a16="http://schemas.microsoft.com/office/drawing/2014/main" id="{0FDCCEDE-C77E-150D-7F4D-C8F01F90C880}"/>
              </a:ext>
            </a:extLst>
          </p:cNvPr>
          <p:cNvGrpSpPr/>
          <p:nvPr/>
        </p:nvGrpSpPr>
        <p:grpSpPr>
          <a:xfrm>
            <a:off x="8533126" y="5422470"/>
            <a:ext cx="204135" cy="506355"/>
            <a:chOff x="7613005" y="4054581"/>
            <a:chExt cx="256246" cy="635617"/>
          </a:xfrm>
          <a:solidFill>
            <a:schemeClr val="accent1"/>
          </a:solidFill>
        </p:grpSpPr>
        <p:sp>
          <p:nvSpPr>
            <p:cNvPr id="306" name="楕円 305">
              <a:extLst>
                <a:ext uri="{FF2B5EF4-FFF2-40B4-BE49-F238E27FC236}">
                  <a16:creationId xmlns:a16="http://schemas.microsoft.com/office/drawing/2014/main" id="{1C647F3E-4540-C2C7-1A25-D450FB07813C}"/>
                </a:ext>
              </a:extLst>
            </p:cNvPr>
            <p:cNvSpPr/>
            <p:nvPr/>
          </p:nvSpPr>
          <p:spPr>
            <a:xfrm>
              <a:off x="7670155" y="4504326"/>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307" name="楕円 306">
              <a:extLst>
                <a:ext uri="{FF2B5EF4-FFF2-40B4-BE49-F238E27FC236}">
                  <a16:creationId xmlns:a16="http://schemas.microsoft.com/office/drawing/2014/main" id="{ED9730BB-9AE1-FEA9-F1BB-1C008DFA9D5C}"/>
                </a:ext>
              </a:extLst>
            </p:cNvPr>
            <p:cNvSpPr/>
            <p:nvPr/>
          </p:nvSpPr>
          <p:spPr>
            <a:xfrm>
              <a:off x="7641580" y="4279453"/>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308" name="楕円 307">
              <a:extLst>
                <a:ext uri="{FF2B5EF4-FFF2-40B4-BE49-F238E27FC236}">
                  <a16:creationId xmlns:a16="http://schemas.microsoft.com/office/drawing/2014/main" id="{43DFE989-876F-7F94-D96F-5F3DB7C0544E}"/>
                </a:ext>
              </a:extLst>
            </p:cNvPr>
            <p:cNvSpPr/>
            <p:nvPr/>
          </p:nvSpPr>
          <p:spPr>
            <a:xfrm>
              <a:off x="7613005" y="4054581"/>
              <a:ext cx="199096" cy="185872"/>
            </a:xfrm>
            <a:prstGeom prst="ellipse">
              <a:avLst/>
            </a:prstGeom>
            <a:solidFill>
              <a:schemeClr val="bg1">
                <a:lumMod val="7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grpSp>
        <p:nvGrpSpPr>
          <p:cNvPr id="309" name="グループ化 308">
            <a:extLst>
              <a:ext uri="{FF2B5EF4-FFF2-40B4-BE49-F238E27FC236}">
                <a16:creationId xmlns:a16="http://schemas.microsoft.com/office/drawing/2014/main" id="{51A5D83D-8A8A-185D-AB6F-D7152233AF7F}"/>
              </a:ext>
            </a:extLst>
          </p:cNvPr>
          <p:cNvGrpSpPr/>
          <p:nvPr/>
        </p:nvGrpSpPr>
        <p:grpSpPr>
          <a:xfrm>
            <a:off x="8555891" y="1066452"/>
            <a:ext cx="181371" cy="327214"/>
            <a:chOff x="7641580" y="4279453"/>
            <a:chExt cx="227671" cy="410745"/>
          </a:xfrm>
          <a:solidFill>
            <a:schemeClr val="accent1"/>
          </a:solidFill>
        </p:grpSpPr>
        <p:sp>
          <p:nvSpPr>
            <p:cNvPr id="310" name="楕円 309">
              <a:extLst>
                <a:ext uri="{FF2B5EF4-FFF2-40B4-BE49-F238E27FC236}">
                  <a16:creationId xmlns:a16="http://schemas.microsoft.com/office/drawing/2014/main" id="{CFC4ACD3-E4A5-8859-6184-1A85CD12E365}"/>
                </a:ext>
              </a:extLst>
            </p:cNvPr>
            <p:cNvSpPr/>
            <p:nvPr/>
          </p:nvSpPr>
          <p:spPr>
            <a:xfrm>
              <a:off x="7670155" y="4504326"/>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311" name="楕円 310">
              <a:extLst>
                <a:ext uri="{FF2B5EF4-FFF2-40B4-BE49-F238E27FC236}">
                  <a16:creationId xmlns:a16="http://schemas.microsoft.com/office/drawing/2014/main" id="{CB5BD612-CF3D-2623-83FF-13DE0B089CE9}"/>
                </a:ext>
              </a:extLst>
            </p:cNvPr>
            <p:cNvSpPr/>
            <p:nvPr/>
          </p:nvSpPr>
          <p:spPr>
            <a:xfrm>
              <a:off x="7641580" y="4279453"/>
              <a:ext cx="199096" cy="185872"/>
            </a:xfrm>
            <a:prstGeom prst="ellipse">
              <a:avLst/>
            </a:prstGeom>
            <a:solidFill>
              <a:schemeClr val="bg1">
                <a:lumMod val="7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sp>
        <p:nvSpPr>
          <p:cNvPr id="314" name="楕円 313">
            <a:extLst>
              <a:ext uri="{FF2B5EF4-FFF2-40B4-BE49-F238E27FC236}">
                <a16:creationId xmlns:a16="http://schemas.microsoft.com/office/drawing/2014/main" id="{9F7B4C13-044C-9AB6-3D4D-081CA7007132}"/>
              </a:ext>
            </a:extLst>
          </p:cNvPr>
          <p:cNvSpPr/>
          <p:nvPr/>
        </p:nvSpPr>
        <p:spPr>
          <a:xfrm>
            <a:off x="8578654" y="1972233"/>
            <a:ext cx="158607" cy="148072"/>
          </a:xfrm>
          <a:prstGeom prst="ellipse">
            <a:avLst/>
          </a:prstGeom>
          <a:solidFill>
            <a:schemeClr val="bg1">
              <a:lumMod val="7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Tree>
    <p:extLst>
      <p:ext uri="{BB962C8B-B14F-4D97-AF65-F5344CB8AC3E}">
        <p14:creationId xmlns:p14="http://schemas.microsoft.com/office/powerpoint/2010/main" val="900442315"/>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bg>
      <p:bgPr>
        <a:gradFill>
          <a:gsLst>
            <a:gs pos="46690">
              <a:schemeClr val="accent6">
                <a:lumMod val="75000"/>
              </a:schemeClr>
            </a:gs>
            <a:gs pos="0">
              <a:schemeClr val="accent6">
                <a:lumMod val="50000"/>
              </a:schemeClr>
            </a:gs>
            <a:gs pos="23000">
              <a:schemeClr val="accent6">
                <a:lumMod val="75000"/>
              </a:schemeClr>
            </a:gs>
            <a:gs pos="69000">
              <a:schemeClr val="accent6">
                <a:lumMod val="50000"/>
              </a:schemeClr>
            </a:gs>
            <a:gs pos="97000">
              <a:schemeClr val="tx1">
                <a:lumMod val="85000"/>
                <a:lumOff val="15000"/>
              </a:schemeClr>
            </a:gs>
          </a:gsLst>
          <a:path path="circle">
            <a:fillToRect l="50000" t="50000" r="50000" b="50000"/>
          </a:path>
        </a:gradFill>
        <a:effectLst/>
      </p:bgPr>
    </p:bg>
    <p:spTree>
      <p:nvGrpSpPr>
        <p:cNvPr id="1" name="">
          <a:extLst>
            <a:ext uri="{FF2B5EF4-FFF2-40B4-BE49-F238E27FC236}">
              <a16:creationId xmlns:a16="http://schemas.microsoft.com/office/drawing/2014/main" id="{A4A26075-091C-E6C5-F6FA-804598C1DFA6}"/>
            </a:ext>
          </a:extLst>
        </p:cNvPr>
        <p:cNvGrpSpPr/>
        <p:nvPr/>
      </p:nvGrpSpPr>
      <p:grpSpPr>
        <a:xfrm>
          <a:off x="0" y="0"/>
          <a:ext cx="0" cy="0"/>
          <a:chOff x="0" y="0"/>
          <a:chExt cx="0" cy="0"/>
        </a:xfrm>
      </p:grpSpPr>
      <p:sp>
        <p:nvSpPr>
          <p:cNvPr id="86" name="楕円 85">
            <a:extLst>
              <a:ext uri="{FF2B5EF4-FFF2-40B4-BE49-F238E27FC236}">
                <a16:creationId xmlns:a16="http://schemas.microsoft.com/office/drawing/2014/main" id="{EDD2811E-21DB-170F-8C44-5C66AD23089A}"/>
              </a:ext>
            </a:extLst>
          </p:cNvPr>
          <p:cNvSpPr/>
          <p:nvPr/>
        </p:nvSpPr>
        <p:spPr>
          <a:xfrm>
            <a:off x="-2195336" y="-114879"/>
            <a:ext cx="7603602" cy="7087758"/>
          </a:xfrm>
          <a:prstGeom prst="ellipse">
            <a:avLst/>
          </a:prstGeom>
          <a:solidFill>
            <a:srgbClr val="CC66FF">
              <a:alpha val="6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2" name="四角形: 角を丸くする 1">
            <a:extLst>
              <a:ext uri="{FF2B5EF4-FFF2-40B4-BE49-F238E27FC236}">
                <a16:creationId xmlns:a16="http://schemas.microsoft.com/office/drawing/2014/main" id="{71C8D0E6-26A6-2168-37A8-9FB042176C27}"/>
              </a:ext>
            </a:extLst>
          </p:cNvPr>
          <p:cNvSpPr/>
          <p:nvPr/>
        </p:nvSpPr>
        <p:spPr>
          <a:xfrm>
            <a:off x="658742" y="796149"/>
            <a:ext cx="2747226"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 name="四角形: 角を丸くする 2">
            <a:extLst>
              <a:ext uri="{FF2B5EF4-FFF2-40B4-BE49-F238E27FC236}">
                <a16:creationId xmlns:a16="http://schemas.microsoft.com/office/drawing/2014/main" id="{77C4B846-9B1C-F5BF-00FD-CD4489CA352D}"/>
              </a:ext>
            </a:extLst>
          </p:cNvPr>
          <p:cNvSpPr/>
          <p:nvPr/>
        </p:nvSpPr>
        <p:spPr>
          <a:xfrm>
            <a:off x="658742" y="1531712"/>
            <a:ext cx="2747226"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6" name="四角形: 角を丸くする 5">
            <a:extLst>
              <a:ext uri="{FF2B5EF4-FFF2-40B4-BE49-F238E27FC236}">
                <a16:creationId xmlns:a16="http://schemas.microsoft.com/office/drawing/2014/main" id="{8647366C-10FB-54DA-8E20-4A2E93488930}"/>
              </a:ext>
            </a:extLst>
          </p:cNvPr>
          <p:cNvSpPr/>
          <p:nvPr/>
        </p:nvSpPr>
        <p:spPr>
          <a:xfrm>
            <a:off x="658742" y="2267275"/>
            <a:ext cx="2747226"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 name="四角形: 角を丸くする 7">
            <a:extLst>
              <a:ext uri="{FF2B5EF4-FFF2-40B4-BE49-F238E27FC236}">
                <a16:creationId xmlns:a16="http://schemas.microsoft.com/office/drawing/2014/main" id="{8E4D03CF-DCB7-144A-D5CC-7A52ABF28E23}"/>
              </a:ext>
            </a:extLst>
          </p:cNvPr>
          <p:cNvSpPr/>
          <p:nvPr/>
        </p:nvSpPr>
        <p:spPr>
          <a:xfrm>
            <a:off x="658742" y="3859960"/>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 name="四角形: 角を丸くする 8">
            <a:extLst>
              <a:ext uri="{FF2B5EF4-FFF2-40B4-BE49-F238E27FC236}">
                <a16:creationId xmlns:a16="http://schemas.microsoft.com/office/drawing/2014/main" id="{E9DFDE57-DA9C-769B-3910-1A2564D852AC}"/>
              </a:ext>
            </a:extLst>
          </p:cNvPr>
          <p:cNvSpPr/>
          <p:nvPr/>
        </p:nvSpPr>
        <p:spPr>
          <a:xfrm>
            <a:off x="658742" y="4595523"/>
            <a:ext cx="2747226"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 name="四角形: 角を丸くする 9">
            <a:extLst>
              <a:ext uri="{FF2B5EF4-FFF2-40B4-BE49-F238E27FC236}">
                <a16:creationId xmlns:a16="http://schemas.microsoft.com/office/drawing/2014/main" id="{C55E4DC7-0238-3B0C-5681-39824834F9A7}"/>
              </a:ext>
            </a:extLst>
          </p:cNvPr>
          <p:cNvSpPr/>
          <p:nvPr/>
        </p:nvSpPr>
        <p:spPr>
          <a:xfrm>
            <a:off x="658742" y="5331086"/>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3" name="楕円 12">
            <a:extLst>
              <a:ext uri="{FF2B5EF4-FFF2-40B4-BE49-F238E27FC236}">
                <a16:creationId xmlns:a16="http://schemas.microsoft.com/office/drawing/2014/main" id="{F7E8D3ED-1058-62BD-50C3-6790050AC022}"/>
              </a:ext>
            </a:extLst>
          </p:cNvPr>
          <p:cNvSpPr/>
          <p:nvPr/>
        </p:nvSpPr>
        <p:spPr>
          <a:xfrm>
            <a:off x="835866" y="847467"/>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5" name="楕円 14">
            <a:extLst>
              <a:ext uri="{FF2B5EF4-FFF2-40B4-BE49-F238E27FC236}">
                <a16:creationId xmlns:a16="http://schemas.microsoft.com/office/drawing/2014/main" id="{B84A512A-4942-377D-7B99-537A88665458}"/>
              </a:ext>
            </a:extLst>
          </p:cNvPr>
          <p:cNvSpPr/>
          <p:nvPr/>
        </p:nvSpPr>
        <p:spPr>
          <a:xfrm>
            <a:off x="835866" y="1583030"/>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9" name="楕円 18">
            <a:extLst>
              <a:ext uri="{FF2B5EF4-FFF2-40B4-BE49-F238E27FC236}">
                <a16:creationId xmlns:a16="http://schemas.microsoft.com/office/drawing/2014/main" id="{1E4BBF8C-1F21-4643-143A-3F47957DB6A9}"/>
              </a:ext>
            </a:extLst>
          </p:cNvPr>
          <p:cNvSpPr/>
          <p:nvPr/>
        </p:nvSpPr>
        <p:spPr>
          <a:xfrm>
            <a:off x="835866" y="5382404"/>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22" name="楕円 21">
            <a:extLst>
              <a:ext uri="{FF2B5EF4-FFF2-40B4-BE49-F238E27FC236}">
                <a16:creationId xmlns:a16="http://schemas.microsoft.com/office/drawing/2014/main" id="{2FADEF62-0E9D-EFF3-F5A8-5F2AE460F10D}"/>
              </a:ext>
            </a:extLst>
          </p:cNvPr>
          <p:cNvSpPr/>
          <p:nvPr/>
        </p:nvSpPr>
        <p:spPr>
          <a:xfrm>
            <a:off x="835866" y="4646841"/>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28" name="楕円 27">
            <a:extLst>
              <a:ext uri="{FF2B5EF4-FFF2-40B4-BE49-F238E27FC236}">
                <a16:creationId xmlns:a16="http://schemas.microsoft.com/office/drawing/2014/main" id="{C11D7562-AB97-569A-9AE7-E3ABA82DDEF9}"/>
              </a:ext>
            </a:extLst>
          </p:cNvPr>
          <p:cNvSpPr/>
          <p:nvPr/>
        </p:nvSpPr>
        <p:spPr>
          <a:xfrm>
            <a:off x="835866" y="391127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34" name="楕円 33">
            <a:extLst>
              <a:ext uri="{FF2B5EF4-FFF2-40B4-BE49-F238E27FC236}">
                <a16:creationId xmlns:a16="http://schemas.microsoft.com/office/drawing/2014/main" id="{80F5D866-B3B2-4367-68F0-74EB589194AC}"/>
              </a:ext>
            </a:extLst>
          </p:cNvPr>
          <p:cNvSpPr/>
          <p:nvPr/>
        </p:nvSpPr>
        <p:spPr>
          <a:xfrm>
            <a:off x="835866" y="2318593"/>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36" name="四角形: 角を丸くする 35">
            <a:extLst>
              <a:ext uri="{FF2B5EF4-FFF2-40B4-BE49-F238E27FC236}">
                <a16:creationId xmlns:a16="http://schemas.microsoft.com/office/drawing/2014/main" id="{768E076B-517C-E19C-941A-B328622D9DBC}"/>
              </a:ext>
            </a:extLst>
          </p:cNvPr>
          <p:cNvSpPr/>
          <p:nvPr/>
        </p:nvSpPr>
        <p:spPr>
          <a:xfrm>
            <a:off x="2795756" y="819474"/>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37" name="四角形: 角を丸くする 36">
            <a:extLst>
              <a:ext uri="{FF2B5EF4-FFF2-40B4-BE49-F238E27FC236}">
                <a16:creationId xmlns:a16="http://schemas.microsoft.com/office/drawing/2014/main" id="{FE1E4DCD-F6D3-2A32-A489-5C2135A3D74A}"/>
              </a:ext>
            </a:extLst>
          </p:cNvPr>
          <p:cNvSpPr/>
          <p:nvPr/>
        </p:nvSpPr>
        <p:spPr>
          <a:xfrm>
            <a:off x="2795756" y="5351302"/>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38" name="四角形: 角を丸くする 37">
            <a:extLst>
              <a:ext uri="{FF2B5EF4-FFF2-40B4-BE49-F238E27FC236}">
                <a16:creationId xmlns:a16="http://schemas.microsoft.com/office/drawing/2014/main" id="{795727F0-E60D-14D7-9F73-22AE4C7B777B}"/>
              </a:ext>
            </a:extLst>
          </p:cNvPr>
          <p:cNvSpPr/>
          <p:nvPr/>
        </p:nvSpPr>
        <p:spPr>
          <a:xfrm>
            <a:off x="2795756" y="4616258"/>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39" name="四角形: 角を丸くする 38">
            <a:extLst>
              <a:ext uri="{FF2B5EF4-FFF2-40B4-BE49-F238E27FC236}">
                <a16:creationId xmlns:a16="http://schemas.microsoft.com/office/drawing/2014/main" id="{1BA3D53C-7372-A44A-F6D8-0208DE994400}"/>
              </a:ext>
            </a:extLst>
          </p:cNvPr>
          <p:cNvSpPr/>
          <p:nvPr/>
        </p:nvSpPr>
        <p:spPr>
          <a:xfrm>
            <a:off x="2795756" y="388121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7" name="四角形: 角を丸くする 6">
            <a:extLst>
              <a:ext uri="{FF2B5EF4-FFF2-40B4-BE49-F238E27FC236}">
                <a16:creationId xmlns:a16="http://schemas.microsoft.com/office/drawing/2014/main" id="{D4CCC474-5485-3ACA-1A58-7FAA723A267B}"/>
              </a:ext>
            </a:extLst>
          </p:cNvPr>
          <p:cNvSpPr/>
          <p:nvPr/>
        </p:nvSpPr>
        <p:spPr>
          <a:xfrm>
            <a:off x="1308874" y="3002838"/>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1" name="楕円 30">
            <a:extLst>
              <a:ext uri="{FF2B5EF4-FFF2-40B4-BE49-F238E27FC236}">
                <a16:creationId xmlns:a16="http://schemas.microsoft.com/office/drawing/2014/main" id="{C2641B7F-EA1E-DD69-59AE-10CC0D912A15}"/>
              </a:ext>
            </a:extLst>
          </p:cNvPr>
          <p:cNvSpPr/>
          <p:nvPr/>
        </p:nvSpPr>
        <p:spPr>
          <a:xfrm>
            <a:off x="1485998" y="3054156"/>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40" name="四角形: 角を丸くする 39">
            <a:extLst>
              <a:ext uri="{FF2B5EF4-FFF2-40B4-BE49-F238E27FC236}">
                <a16:creationId xmlns:a16="http://schemas.microsoft.com/office/drawing/2014/main" id="{0E1A7412-53C0-0280-72DF-FDA5E58E4D29}"/>
              </a:ext>
            </a:extLst>
          </p:cNvPr>
          <p:cNvSpPr/>
          <p:nvPr/>
        </p:nvSpPr>
        <p:spPr>
          <a:xfrm>
            <a:off x="3445889" y="3024609"/>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41" name="四角形: 角を丸くする 40">
            <a:extLst>
              <a:ext uri="{FF2B5EF4-FFF2-40B4-BE49-F238E27FC236}">
                <a16:creationId xmlns:a16="http://schemas.microsoft.com/office/drawing/2014/main" id="{08F81832-A039-F038-4713-16294C27E0FA}"/>
              </a:ext>
            </a:extLst>
          </p:cNvPr>
          <p:cNvSpPr/>
          <p:nvPr/>
        </p:nvSpPr>
        <p:spPr>
          <a:xfrm>
            <a:off x="2795756" y="2289564"/>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42" name="四角形: 角を丸くする 41">
            <a:extLst>
              <a:ext uri="{FF2B5EF4-FFF2-40B4-BE49-F238E27FC236}">
                <a16:creationId xmlns:a16="http://schemas.microsoft.com/office/drawing/2014/main" id="{E4B17DA2-2B05-2923-9F5C-A3DC58EF9FA6}"/>
              </a:ext>
            </a:extLst>
          </p:cNvPr>
          <p:cNvSpPr/>
          <p:nvPr/>
        </p:nvSpPr>
        <p:spPr>
          <a:xfrm>
            <a:off x="2795756" y="1554519"/>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44" name="四角形: 角を丸くする 43">
            <a:extLst>
              <a:ext uri="{FF2B5EF4-FFF2-40B4-BE49-F238E27FC236}">
                <a16:creationId xmlns:a16="http://schemas.microsoft.com/office/drawing/2014/main" id="{A70AED83-255C-2FBC-4811-95693F460232}"/>
              </a:ext>
            </a:extLst>
          </p:cNvPr>
          <p:cNvSpPr/>
          <p:nvPr/>
        </p:nvSpPr>
        <p:spPr>
          <a:xfrm flipV="1">
            <a:off x="8838120" y="5330633"/>
            <a:ext cx="2704472"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6" name="四角形: 角を丸くする 45">
            <a:extLst>
              <a:ext uri="{FF2B5EF4-FFF2-40B4-BE49-F238E27FC236}">
                <a16:creationId xmlns:a16="http://schemas.microsoft.com/office/drawing/2014/main" id="{CC3115E4-44AE-CD68-FA87-5B81B979BEC6}"/>
              </a:ext>
            </a:extLst>
          </p:cNvPr>
          <p:cNvSpPr/>
          <p:nvPr/>
        </p:nvSpPr>
        <p:spPr>
          <a:xfrm flipV="1">
            <a:off x="8838120" y="3859507"/>
            <a:ext cx="2704472"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7" name="四角形: 角を丸くする 46">
            <a:extLst>
              <a:ext uri="{FF2B5EF4-FFF2-40B4-BE49-F238E27FC236}">
                <a16:creationId xmlns:a16="http://schemas.microsoft.com/office/drawing/2014/main" id="{92B7F418-D0F4-04B3-3521-A7472BE08E58}"/>
              </a:ext>
            </a:extLst>
          </p:cNvPr>
          <p:cNvSpPr/>
          <p:nvPr/>
        </p:nvSpPr>
        <p:spPr>
          <a:xfrm flipV="1">
            <a:off x="8838120" y="3128230"/>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8" name="四角形: 角を丸くする 47">
            <a:extLst>
              <a:ext uri="{FF2B5EF4-FFF2-40B4-BE49-F238E27FC236}">
                <a16:creationId xmlns:a16="http://schemas.microsoft.com/office/drawing/2014/main" id="{CD7F56B5-BB1E-66FF-9C6C-DCFEA251D342}"/>
              </a:ext>
            </a:extLst>
          </p:cNvPr>
          <p:cNvSpPr/>
          <p:nvPr/>
        </p:nvSpPr>
        <p:spPr>
          <a:xfrm flipV="1">
            <a:off x="8048005" y="2259499"/>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9" name="四角形: 角を丸くする 48">
            <a:extLst>
              <a:ext uri="{FF2B5EF4-FFF2-40B4-BE49-F238E27FC236}">
                <a16:creationId xmlns:a16="http://schemas.microsoft.com/office/drawing/2014/main" id="{58F57905-13A3-882C-6C36-ECBAA2DD41B0}"/>
              </a:ext>
            </a:extLst>
          </p:cNvPr>
          <p:cNvSpPr/>
          <p:nvPr/>
        </p:nvSpPr>
        <p:spPr>
          <a:xfrm flipV="1">
            <a:off x="8838120" y="1523936"/>
            <a:ext cx="2704472"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0" name="四角形: 角を丸くする 49">
            <a:extLst>
              <a:ext uri="{FF2B5EF4-FFF2-40B4-BE49-F238E27FC236}">
                <a16:creationId xmlns:a16="http://schemas.microsoft.com/office/drawing/2014/main" id="{75AE8472-2E6F-E3CD-6D04-302E8D968E86}"/>
              </a:ext>
            </a:extLst>
          </p:cNvPr>
          <p:cNvSpPr/>
          <p:nvPr/>
        </p:nvSpPr>
        <p:spPr>
          <a:xfrm flipV="1">
            <a:off x="8838120" y="788373"/>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2" name="楕円 51">
            <a:extLst>
              <a:ext uri="{FF2B5EF4-FFF2-40B4-BE49-F238E27FC236}">
                <a16:creationId xmlns:a16="http://schemas.microsoft.com/office/drawing/2014/main" id="{1529BE12-0604-F798-19DA-5008DD530EF6}"/>
              </a:ext>
            </a:extLst>
          </p:cNvPr>
          <p:cNvSpPr/>
          <p:nvPr/>
        </p:nvSpPr>
        <p:spPr>
          <a:xfrm>
            <a:off x="9869638" y="839691"/>
            <a:ext cx="1428131"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キャラ</a:t>
            </a:r>
          </a:p>
        </p:txBody>
      </p:sp>
      <p:sp>
        <p:nvSpPr>
          <p:cNvPr id="53" name="楕円 52">
            <a:extLst>
              <a:ext uri="{FF2B5EF4-FFF2-40B4-BE49-F238E27FC236}">
                <a16:creationId xmlns:a16="http://schemas.microsoft.com/office/drawing/2014/main" id="{70CB621A-6CB7-BB19-E214-6451BC3C1CD8}"/>
              </a:ext>
            </a:extLst>
          </p:cNvPr>
          <p:cNvSpPr/>
          <p:nvPr/>
        </p:nvSpPr>
        <p:spPr>
          <a:xfrm>
            <a:off x="9012488" y="839691"/>
            <a:ext cx="682783"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55" name="楕円 54">
            <a:extLst>
              <a:ext uri="{FF2B5EF4-FFF2-40B4-BE49-F238E27FC236}">
                <a16:creationId xmlns:a16="http://schemas.microsoft.com/office/drawing/2014/main" id="{6AEB3843-5F81-06CF-3BB5-E1234B43F11E}"/>
              </a:ext>
            </a:extLst>
          </p:cNvPr>
          <p:cNvSpPr/>
          <p:nvPr/>
        </p:nvSpPr>
        <p:spPr>
          <a:xfrm>
            <a:off x="9869638" y="1575254"/>
            <a:ext cx="1428131"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キャラ</a:t>
            </a:r>
          </a:p>
        </p:txBody>
      </p:sp>
      <p:sp>
        <p:nvSpPr>
          <p:cNvPr id="56" name="楕円 55">
            <a:extLst>
              <a:ext uri="{FF2B5EF4-FFF2-40B4-BE49-F238E27FC236}">
                <a16:creationId xmlns:a16="http://schemas.microsoft.com/office/drawing/2014/main" id="{FA9B7B1F-C61F-5E04-5A59-68DA1989B87F}"/>
              </a:ext>
            </a:extLst>
          </p:cNvPr>
          <p:cNvSpPr/>
          <p:nvPr/>
        </p:nvSpPr>
        <p:spPr>
          <a:xfrm>
            <a:off x="9012488" y="1575254"/>
            <a:ext cx="682783"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57" name="グループ化 56">
            <a:extLst>
              <a:ext uri="{FF2B5EF4-FFF2-40B4-BE49-F238E27FC236}">
                <a16:creationId xmlns:a16="http://schemas.microsoft.com/office/drawing/2014/main" id="{BC03852E-334A-F02D-F971-5EF7E7B0C7C5}"/>
              </a:ext>
            </a:extLst>
          </p:cNvPr>
          <p:cNvGrpSpPr/>
          <p:nvPr/>
        </p:nvGrpSpPr>
        <p:grpSpPr>
          <a:xfrm>
            <a:off x="9012488" y="5381951"/>
            <a:ext cx="2285281" cy="559836"/>
            <a:chOff x="858105" y="1673292"/>
            <a:chExt cx="2612882" cy="559836"/>
          </a:xfrm>
        </p:grpSpPr>
        <p:sp>
          <p:nvSpPr>
            <p:cNvPr id="58" name="楕円 57">
              <a:extLst>
                <a:ext uri="{FF2B5EF4-FFF2-40B4-BE49-F238E27FC236}">
                  <a16:creationId xmlns:a16="http://schemas.microsoft.com/office/drawing/2014/main" id="{11876E2F-42BB-4E3C-E734-A409B55C4907}"/>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キャラ</a:t>
              </a:r>
            </a:p>
          </p:txBody>
        </p:sp>
        <p:sp>
          <p:nvSpPr>
            <p:cNvPr id="59" name="楕円 58">
              <a:extLst>
                <a:ext uri="{FF2B5EF4-FFF2-40B4-BE49-F238E27FC236}">
                  <a16:creationId xmlns:a16="http://schemas.microsoft.com/office/drawing/2014/main" id="{3C67E13B-37CD-FDF8-C894-F1A2CD84DE00}"/>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grpSp>
      <p:grpSp>
        <p:nvGrpSpPr>
          <p:cNvPr id="63" name="グループ化 62">
            <a:extLst>
              <a:ext uri="{FF2B5EF4-FFF2-40B4-BE49-F238E27FC236}">
                <a16:creationId xmlns:a16="http://schemas.microsoft.com/office/drawing/2014/main" id="{F1CC5465-8173-695E-6479-B818389866BD}"/>
              </a:ext>
            </a:extLst>
          </p:cNvPr>
          <p:cNvGrpSpPr/>
          <p:nvPr/>
        </p:nvGrpSpPr>
        <p:grpSpPr>
          <a:xfrm>
            <a:off x="9012488" y="3910825"/>
            <a:ext cx="2285281" cy="559836"/>
            <a:chOff x="858105" y="1673292"/>
            <a:chExt cx="2612882" cy="559836"/>
          </a:xfrm>
        </p:grpSpPr>
        <p:sp>
          <p:nvSpPr>
            <p:cNvPr id="64" name="楕円 63">
              <a:extLst>
                <a:ext uri="{FF2B5EF4-FFF2-40B4-BE49-F238E27FC236}">
                  <a16:creationId xmlns:a16="http://schemas.microsoft.com/office/drawing/2014/main" id="{0DCA0CAB-F0F4-D91C-A941-5A3BAF804859}"/>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キャラ</a:t>
              </a:r>
            </a:p>
          </p:txBody>
        </p:sp>
        <p:sp>
          <p:nvSpPr>
            <p:cNvPr id="65" name="楕円 64">
              <a:extLst>
                <a:ext uri="{FF2B5EF4-FFF2-40B4-BE49-F238E27FC236}">
                  <a16:creationId xmlns:a16="http://schemas.microsoft.com/office/drawing/2014/main" id="{01BFCA9A-2656-7DC6-DA8C-9194DAE16C86}"/>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grpSp>
      <p:sp>
        <p:nvSpPr>
          <p:cNvPr id="67" name="楕円 66">
            <a:extLst>
              <a:ext uri="{FF2B5EF4-FFF2-40B4-BE49-F238E27FC236}">
                <a16:creationId xmlns:a16="http://schemas.microsoft.com/office/drawing/2014/main" id="{BA56DE51-FD9B-17F1-7773-8C5CCF1472F2}"/>
              </a:ext>
            </a:extLst>
          </p:cNvPr>
          <p:cNvSpPr/>
          <p:nvPr/>
        </p:nvSpPr>
        <p:spPr>
          <a:xfrm>
            <a:off x="9869638" y="3179548"/>
            <a:ext cx="1428131"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キャラ</a:t>
            </a:r>
          </a:p>
        </p:txBody>
      </p:sp>
      <p:sp>
        <p:nvSpPr>
          <p:cNvPr id="68" name="楕円 67">
            <a:extLst>
              <a:ext uri="{FF2B5EF4-FFF2-40B4-BE49-F238E27FC236}">
                <a16:creationId xmlns:a16="http://schemas.microsoft.com/office/drawing/2014/main" id="{8DEF4D71-BE49-29A3-9EC1-C8ED5D5DA5C9}"/>
              </a:ext>
            </a:extLst>
          </p:cNvPr>
          <p:cNvSpPr/>
          <p:nvPr/>
        </p:nvSpPr>
        <p:spPr>
          <a:xfrm>
            <a:off x="9012488" y="3179548"/>
            <a:ext cx="682783"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70" name="楕円 69">
            <a:extLst>
              <a:ext uri="{FF2B5EF4-FFF2-40B4-BE49-F238E27FC236}">
                <a16:creationId xmlns:a16="http://schemas.microsoft.com/office/drawing/2014/main" id="{41A4F4EC-B2AB-16EC-806B-2094B0ADAB7A}"/>
              </a:ext>
            </a:extLst>
          </p:cNvPr>
          <p:cNvSpPr/>
          <p:nvPr/>
        </p:nvSpPr>
        <p:spPr>
          <a:xfrm>
            <a:off x="9079523" y="2310817"/>
            <a:ext cx="1428131"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キャラ</a:t>
            </a:r>
          </a:p>
        </p:txBody>
      </p:sp>
      <p:sp>
        <p:nvSpPr>
          <p:cNvPr id="71" name="楕円 70">
            <a:extLst>
              <a:ext uri="{FF2B5EF4-FFF2-40B4-BE49-F238E27FC236}">
                <a16:creationId xmlns:a16="http://schemas.microsoft.com/office/drawing/2014/main" id="{29ACD3B4-85A1-08E7-012E-963A5572B054}"/>
              </a:ext>
            </a:extLst>
          </p:cNvPr>
          <p:cNvSpPr/>
          <p:nvPr/>
        </p:nvSpPr>
        <p:spPr>
          <a:xfrm>
            <a:off x="8222373" y="2310817"/>
            <a:ext cx="682783"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72" name="四角形: 角を丸くする 71">
            <a:extLst>
              <a:ext uri="{FF2B5EF4-FFF2-40B4-BE49-F238E27FC236}">
                <a16:creationId xmlns:a16="http://schemas.microsoft.com/office/drawing/2014/main" id="{61AEA16D-7718-FDF2-918B-BA86B6212129}"/>
              </a:ext>
            </a:extLst>
          </p:cNvPr>
          <p:cNvSpPr/>
          <p:nvPr/>
        </p:nvSpPr>
        <p:spPr>
          <a:xfrm>
            <a:off x="10941877" y="81169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73" name="四角形: 角を丸くする 72">
            <a:extLst>
              <a:ext uri="{FF2B5EF4-FFF2-40B4-BE49-F238E27FC236}">
                <a16:creationId xmlns:a16="http://schemas.microsoft.com/office/drawing/2014/main" id="{BD1B36D8-F19E-DA9B-B018-1141616A285B}"/>
              </a:ext>
            </a:extLst>
          </p:cNvPr>
          <p:cNvSpPr/>
          <p:nvPr/>
        </p:nvSpPr>
        <p:spPr>
          <a:xfrm>
            <a:off x="10941877" y="5350849"/>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nvGrpSpPr>
          <p:cNvPr id="90" name="グループ化 89">
            <a:extLst>
              <a:ext uri="{FF2B5EF4-FFF2-40B4-BE49-F238E27FC236}">
                <a16:creationId xmlns:a16="http://schemas.microsoft.com/office/drawing/2014/main" id="{9F9AE1F3-1016-EF19-1B12-D30D5CFFE604}"/>
              </a:ext>
            </a:extLst>
          </p:cNvPr>
          <p:cNvGrpSpPr/>
          <p:nvPr/>
        </p:nvGrpSpPr>
        <p:grpSpPr>
          <a:xfrm>
            <a:off x="8836094" y="4595070"/>
            <a:ext cx="2704472" cy="662473"/>
            <a:chOff x="8450427" y="4559558"/>
            <a:chExt cx="3092165" cy="662473"/>
          </a:xfrm>
        </p:grpSpPr>
        <p:sp>
          <p:nvSpPr>
            <p:cNvPr id="45" name="四角形: 角を丸くする 44">
              <a:extLst>
                <a:ext uri="{FF2B5EF4-FFF2-40B4-BE49-F238E27FC236}">
                  <a16:creationId xmlns:a16="http://schemas.microsoft.com/office/drawing/2014/main" id="{771C1313-9E55-9AEB-4F0B-59E9566676B7}"/>
                </a:ext>
              </a:extLst>
            </p:cNvPr>
            <p:cNvSpPr/>
            <p:nvPr/>
          </p:nvSpPr>
          <p:spPr>
            <a:xfrm flipV="1">
              <a:off x="8450427" y="4559558"/>
              <a:ext cx="3092165"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60" name="グループ化 59">
              <a:extLst>
                <a:ext uri="{FF2B5EF4-FFF2-40B4-BE49-F238E27FC236}">
                  <a16:creationId xmlns:a16="http://schemas.microsoft.com/office/drawing/2014/main" id="{F4D90152-E4AE-FC2F-8100-FF3E958FE9F9}"/>
                </a:ext>
              </a:extLst>
            </p:cNvPr>
            <p:cNvGrpSpPr/>
            <p:nvPr/>
          </p:nvGrpSpPr>
          <p:grpSpPr>
            <a:xfrm>
              <a:off x="8649791" y="4610876"/>
              <a:ext cx="2612882" cy="559836"/>
              <a:chOff x="858105" y="1673292"/>
              <a:chExt cx="2612882" cy="559836"/>
            </a:xfrm>
          </p:grpSpPr>
          <p:sp>
            <p:nvSpPr>
              <p:cNvPr id="61" name="楕円 60">
                <a:extLst>
                  <a:ext uri="{FF2B5EF4-FFF2-40B4-BE49-F238E27FC236}">
                    <a16:creationId xmlns:a16="http://schemas.microsoft.com/office/drawing/2014/main" id="{0588D486-51CB-9858-AAE2-CA42BB90899C}"/>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キャラ</a:t>
                </a:r>
              </a:p>
            </p:txBody>
          </p:sp>
          <p:sp>
            <p:nvSpPr>
              <p:cNvPr id="62" name="楕円 61">
                <a:extLst>
                  <a:ext uri="{FF2B5EF4-FFF2-40B4-BE49-F238E27FC236}">
                    <a16:creationId xmlns:a16="http://schemas.microsoft.com/office/drawing/2014/main" id="{CB2E33EF-8DC9-A3EE-A3BE-9EA0FC687B36}"/>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grpSp>
        <p:sp>
          <p:nvSpPr>
            <p:cNvPr id="74" name="四角形: 角を丸くする 73">
              <a:extLst>
                <a:ext uri="{FF2B5EF4-FFF2-40B4-BE49-F238E27FC236}">
                  <a16:creationId xmlns:a16="http://schemas.microsoft.com/office/drawing/2014/main" id="{0BEE3D66-94AE-D233-5AC7-110129E246C5}"/>
                </a:ext>
              </a:extLst>
            </p:cNvPr>
            <p:cNvSpPr/>
            <p:nvPr/>
          </p:nvSpPr>
          <p:spPr>
            <a:xfrm>
              <a:off x="10855763" y="4580293"/>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sp>
        <p:nvSpPr>
          <p:cNvPr id="75" name="四角形: 角を丸くする 74">
            <a:extLst>
              <a:ext uri="{FF2B5EF4-FFF2-40B4-BE49-F238E27FC236}">
                <a16:creationId xmlns:a16="http://schemas.microsoft.com/office/drawing/2014/main" id="{304F6EFD-9DFF-B9A5-15E0-B53C568EB177}"/>
              </a:ext>
            </a:extLst>
          </p:cNvPr>
          <p:cNvSpPr/>
          <p:nvPr/>
        </p:nvSpPr>
        <p:spPr>
          <a:xfrm>
            <a:off x="10941877" y="3880760"/>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76" name="四角形: 角を丸くする 75">
            <a:extLst>
              <a:ext uri="{FF2B5EF4-FFF2-40B4-BE49-F238E27FC236}">
                <a16:creationId xmlns:a16="http://schemas.microsoft.com/office/drawing/2014/main" id="{C75C0A60-C7AB-38F2-4B28-52E76E036468}"/>
              </a:ext>
            </a:extLst>
          </p:cNvPr>
          <p:cNvSpPr/>
          <p:nvPr/>
        </p:nvSpPr>
        <p:spPr>
          <a:xfrm>
            <a:off x="10941877" y="3150001"/>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77" name="四角形: 角を丸くする 76">
            <a:extLst>
              <a:ext uri="{FF2B5EF4-FFF2-40B4-BE49-F238E27FC236}">
                <a16:creationId xmlns:a16="http://schemas.microsoft.com/office/drawing/2014/main" id="{B50BA0D2-A7A1-9093-ED41-74BC54129BC4}"/>
              </a:ext>
            </a:extLst>
          </p:cNvPr>
          <p:cNvSpPr/>
          <p:nvPr/>
        </p:nvSpPr>
        <p:spPr>
          <a:xfrm>
            <a:off x="10151762" y="228178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78" name="四角形: 角を丸くする 77">
            <a:extLst>
              <a:ext uri="{FF2B5EF4-FFF2-40B4-BE49-F238E27FC236}">
                <a16:creationId xmlns:a16="http://schemas.microsoft.com/office/drawing/2014/main" id="{A550D1DF-C6A6-1304-E4BC-BBCC355595BC}"/>
              </a:ext>
            </a:extLst>
          </p:cNvPr>
          <p:cNvSpPr/>
          <p:nvPr/>
        </p:nvSpPr>
        <p:spPr>
          <a:xfrm>
            <a:off x="10941877" y="1546743"/>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137" name="フローチャート: 論理積ゲート 136">
            <a:extLst>
              <a:ext uri="{FF2B5EF4-FFF2-40B4-BE49-F238E27FC236}">
                <a16:creationId xmlns:a16="http://schemas.microsoft.com/office/drawing/2014/main" id="{E334E540-1364-BC61-411F-36EAA4D6FEAF}"/>
              </a:ext>
            </a:extLst>
          </p:cNvPr>
          <p:cNvSpPr/>
          <p:nvPr/>
        </p:nvSpPr>
        <p:spPr>
          <a:xfrm>
            <a:off x="1367869" y="6169827"/>
            <a:ext cx="1225730" cy="461826"/>
          </a:xfrm>
          <a:prstGeom prst="flowChartDelay">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原稿用標準書体" panose="03000503000000000000" pitchFamily="66" charset="-128"/>
                <a:ea typeface="原稿用標準書体" panose="03000503000000000000" pitchFamily="66" charset="-128"/>
              </a:rPr>
              <a:t>▶</a:t>
            </a:r>
            <a:r>
              <a:rPr kumimoji="1" lang="en-US" altLang="ja-JP" b="1" dirty="0">
                <a:latin typeface="原稿用標準書体" panose="03000503000000000000" pitchFamily="66" charset="-128"/>
                <a:ea typeface="原稿用標準書体" panose="03000503000000000000" pitchFamily="66" charset="-128"/>
              </a:rPr>
              <a:t>×1</a:t>
            </a:r>
            <a:endParaRPr kumimoji="1" lang="ja-JP" altLang="en-US" b="1" dirty="0">
              <a:latin typeface="原稿用標準書体" panose="03000503000000000000" pitchFamily="66" charset="-128"/>
              <a:ea typeface="原稿用標準書体" panose="03000503000000000000" pitchFamily="66" charset="-128"/>
            </a:endParaRPr>
          </a:p>
        </p:txBody>
      </p:sp>
      <p:sp>
        <p:nvSpPr>
          <p:cNvPr id="139" name="フローチャート: 論理積ゲート 138">
            <a:extLst>
              <a:ext uri="{FF2B5EF4-FFF2-40B4-BE49-F238E27FC236}">
                <a16:creationId xmlns:a16="http://schemas.microsoft.com/office/drawing/2014/main" id="{2166559D-8A9D-2620-A597-CEECC8EA9FAE}"/>
              </a:ext>
            </a:extLst>
          </p:cNvPr>
          <p:cNvSpPr/>
          <p:nvPr/>
        </p:nvSpPr>
        <p:spPr>
          <a:xfrm>
            <a:off x="2796951" y="6169827"/>
            <a:ext cx="1225730" cy="461826"/>
          </a:xfrm>
          <a:prstGeom prst="flowChartDelay">
            <a:avLst/>
          </a:prstGeom>
          <a:solidFill>
            <a:srgbClr val="CC66FF"/>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原稿用標準書体" panose="03000503000000000000" pitchFamily="66" charset="-128"/>
                <a:ea typeface="原稿用標準書体" panose="03000503000000000000" pitchFamily="66" charset="-128"/>
              </a:rPr>
              <a:t>▶▶</a:t>
            </a:r>
            <a:r>
              <a:rPr kumimoji="1" lang="en-US" altLang="ja-JP" b="1" dirty="0">
                <a:latin typeface="原稿用標準書体" panose="03000503000000000000" pitchFamily="66" charset="-128"/>
                <a:ea typeface="原稿用標準書体" panose="03000503000000000000" pitchFamily="66" charset="-128"/>
              </a:rPr>
              <a:t>×2</a:t>
            </a:r>
            <a:endParaRPr kumimoji="1" lang="ja-JP" altLang="en-US" b="1" dirty="0">
              <a:latin typeface="原稿用標準書体" panose="03000503000000000000" pitchFamily="66" charset="-128"/>
              <a:ea typeface="原稿用標準書体" panose="03000503000000000000" pitchFamily="66" charset="-128"/>
            </a:endParaRPr>
          </a:p>
        </p:txBody>
      </p:sp>
      <p:grpSp>
        <p:nvGrpSpPr>
          <p:cNvPr id="155" name="グループ化 154">
            <a:extLst>
              <a:ext uri="{FF2B5EF4-FFF2-40B4-BE49-F238E27FC236}">
                <a16:creationId xmlns:a16="http://schemas.microsoft.com/office/drawing/2014/main" id="{267EF579-7FC9-F0C4-D963-59B5D93868E6}"/>
              </a:ext>
            </a:extLst>
          </p:cNvPr>
          <p:cNvGrpSpPr/>
          <p:nvPr/>
        </p:nvGrpSpPr>
        <p:grpSpPr>
          <a:xfrm>
            <a:off x="619269" y="6128116"/>
            <a:ext cx="545248" cy="545248"/>
            <a:chOff x="4866575" y="4589624"/>
            <a:chExt cx="914400" cy="914400"/>
          </a:xfrm>
        </p:grpSpPr>
        <p:sp>
          <p:nvSpPr>
            <p:cNvPr id="154" name="四角形: 角を丸くする 153">
              <a:extLst>
                <a:ext uri="{FF2B5EF4-FFF2-40B4-BE49-F238E27FC236}">
                  <a16:creationId xmlns:a16="http://schemas.microsoft.com/office/drawing/2014/main" id="{2FB8AB16-5068-46BC-6704-C19B9522A61D}"/>
                </a:ext>
              </a:extLst>
            </p:cNvPr>
            <p:cNvSpPr/>
            <p:nvPr/>
          </p:nvSpPr>
          <p:spPr>
            <a:xfrm>
              <a:off x="4866575" y="4589624"/>
              <a:ext cx="914400" cy="914400"/>
            </a:xfrm>
            <a:prstGeom prst="roundRect">
              <a:avLst/>
            </a:prstGeom>
            <a:solidFill>
              <a:schemeClr val="tx1">
                <a:lumMod val="85000"/>
                <a:lumOff val="15000"/>
                <a:alpha val="7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153" name="図 152">
              <a:extLst>
                <a:ext uri="{FF2B5EF4-FFF2-40B4-BE49-F238E27FC236}">
                  <a16:creationId xmlns:a16="http://schemas.microsoft.com/office/drawing/2014/main" id="{3C6462FB-990D-926D-BC11-9274E623BB9A}"/>
                </a:ext>
              </a:extLst>
            </p:cNvPr>
            <p:cNvPicPr>
              <a:picLocks noChangeAspect="1"/>
            </p:cNvPicPr>
            <p:nvPr/>
          </p:nvPicPr>
          <p:blipFill>
            <a:blip r:embed="rId2">
              <a:lum bright="70000" contrast="-70000"/>
              <a:extLst>
                <a:ext uri="{28A0092B-C50C-407E-A947-70E740481C1C}">
                  <a14:useLocalDpi xmlns:a14="http://schemas.microsoft.com/office/drawing/2010/main" val="0"/>
                </a:ext>
              </a:extLst>
            </a:blip>
            <a:stretch>
              <a:fillRect/>
            </a:stretch>
          </p:blipFill>
          <p:spPr>
            <a:xfrm>
              <a:off x="5014494" y="4737543"/>
              <a:ext cx="618561" cy="618561"/>
            </a:xfrm>
            <a:prstGeom prst="rect">
              <a:avLst/>
            </a:prstGeom>
          </p:spPr>
        </p:pic>
      </p:grpSp>
      <p:grpSp>
        <p:nvGrpSpPr>
          <p:cNvPr id="162" name="グループ化 161">
            <a:extLst>
              <a:ext uri="{FF2B5EF4-FFF2-40B4-BE49-F238E27FC236}">
                <a16:creationId xmlns:a16="http://schemas.microsoft.com/office/drawing/2014/main" id="{7DD3C789-9996-1D00-2EEA-438049BB3533}"/>
              </a:ext>
            </a:extLst>
          </p:cNvPr>
          <p:cNvGrpSpPr/>
          <p:nvPr/>
        </p:nvGrpSpPr>
        <p:grpSpPr>
          <a:xfrm>
            <a:off x="4366984" y="6169827"/>
            <a:ext cx="3092165" cy="493660"/>
            <a:chOff x="1719571" y="215382"/>
            <a:chExt cx="3888059" cy="426098"/>
          </a:xfrm>
          <a:solidFill>
            <a:schemeClr val="tx1">
              <a:lumMod val="95000"/>
              <a:lumOff val="5000"/>
            </a:schemeClr>
          </a:solidFill>
        </p:grpSpPr>
        <p:sp>
          <p:nvSpPr>
            <p:cNvPr id="166" name="平行四辺形 165">
              <a:extLst>
                <a:ext uri="{FF2B5EF4-FFF2-40B4-BE49-F238E27FC236}">
                  <a16:creationId xmlns:a16="http://schemas.microsoft.com/office/drawing/2014/main" id="{133EA308-55C9-1DCE-5E08-D7C2FE034413}"/>
                </a:ext>
              </a:extLst>
            </p:cNvPr>
            <p:cNvSpPr/>
            <p:nvPr/>
          </p:nvSpPr>
          <p:spPr>
            <a:xfrm>
              <a:off x="4751951"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67" name="平行四辺形 166">
              <a:extLst>
                <a:ext uri="{FF2B5EF4-FFF2-40B4-BE49-F238E27FC236}">
                  <a16:creationId xmlns:a16="http://schemas.microsoft.com/office/drawing/2014/main" id="{FC932725-920C-D72E-3C8B-A3FF6E6A7494}"/>
                </a:ext>
              </a:extLst>
            </p:cNvPr>
            <p:cNvSpPr/>
            <p:nvPr/>
          </p:nvSpPr>
          <p:spPr>
            <a:xfrm>
              <a:off x="3993856" y="215382"/>
              <a:ext cx="855679" cy="426098"/>
            </a:xfrm>
            <a:prstGeom prst="homePlate">
              <a:avLst/>
            </a:prstGeom>
            <a:solidFill>
              <a:schemeClr val="accent1"/>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65" name="平行四辺形 164">
              <a:extLst>
                <a:ext uri="{FF2B5EF4-FFF2-40B4-BE49-F238E27FC236}">
                  <a16:creationId xmlns:a16="http://schemas.microsoft.com/office/drawing/2014/main" id="{EFFB01D7-F987-C06C-5477-5184D61E482F}"/>
                </a:ext>
              </a:extLst>
            </p:cNvPr>
            <p:cNvSpPr/>
            <p:nvPr/>
          </p:nvSpPr>
          <p:spPr>
            <a:xfrm>
              <a:off x="3235761"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64" name="平行四辺形 163">
              <a:extLst>
                <a:ext uri="{FF2B5EF4-FFF2-40B4-BE49-F238E27FC236}">
                  <a16:creationId xmlns:a16="http://schemas.microsoft.com/office/drawing/2014/main" id="{E9CE202E-74FA-B31A-6B1A-B33475BDFCBD}"/>
                </a:ext>
              </a:extLst>
            </p:cNvPr>
            <p:cNvSpPr/>
            <p:nvPr/>
          </p:nvSpPr>
          <p:spPr>
            <a:xfrm>
              <a:off x="2477666"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63" name="平行四辺形 162">
              <a:extLst>
                <a:ext uri="{FF2B5EF4-FFF2-40B4-BE49-F238E27FC236}">
                  <a16:creationId xmlns:a16="http://schemas.microsoft.com/office/drawing/2014/main" id="{9320C914-48B7-B109-1A21-AC6417E771C4}"/>
                </a:ext>
              </a:extLst>
            </p:cNvPr>
            <p:cNvSpPr/>
            <p:nvPr/>
          </p:nvSpPr>
          <p:spPr>
            <a:xfrm>
              <a:off x="1719571" y="215382"/>
              <a:ext cx="855679" cy="426098"/>
            </a:xfrm>
            <a:prstGeom prst="homePlate">
              <a:avLst/>
            </a:prstGeom>
            <a:solidFill>
              <a:schemeClr val="accent1"/>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sp>
        <p:nvSpPr>
          <p:cNvPr id="168" name="楕円 167">
            <a:extLst>
              <a:ext uri="{FF2B5EF4-FFF2-40B4-BE49-F238E27FC236}">
                <a16:creationId xmlns:a16="http://schemas.microsoft.com/office/drawing/2014/main" id="{3C2AFFD5-EA6C-1DB1-0B27-78727612A6C8}"/>
              </a:ext>
            </a:extLst>
          </p:cNvPr>
          <p:cNvSpPr/>
          <p:nvPr/>
        </p:nvSpPr>
        <p:spPr>
          <a:xfrm>
            <a:off x="5698688"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原稿用標準書体" panose="03000503000000000000" pitchFamily="66" charset="-128"/>
                <a:ea typeface="原稿用標準書体" panose="03000503000000000000" pitchFamily="66" charset="-128"/>
              </a:rPr>
              <a:t>キャラ</a:t>
            </a:r>
          </a:p>
        </p:txBody>
      </p:sp>
      <p:sp>
        <p:nvSpPr>
          <p:cNvPr id="169" name="楕円 168">
            <a:extLst>
              <a:ext uri="{FF2B5EF4-FFF2-40B4-BE49-F238E27FC236}">
                <a16:creationId xmlns:a16="http://schemas.microsoft.com/office/drawing/2014/main" id="{EC1F74F9-F6FF-E612-5193-906F11881E28}"/>
              </a:ext>
            </a:extLst>
          </p:cNvPr>
          <p:cNvSpPr/>
          <p:nvPr/>
        </p:nvSpPr>
        <p:spPr>
          <a:xfrm>
            <a:off x="6346227" y="6230426"/>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原稿用標準書体" panose="03000503000000000000" pitchFamily="66" charset="-128"/>
                <a:ea typeface="原稿用標準書体" panose="03000503000000000000" pitchFamily="66" charset="-128"/>
              </a:rPr>
              <a:t>キャラ</a:t>
            </a:r>
          </a:p>
        </p:txBody>
      </p:sp>
      <p:sp>
        <p:nvSpPr>
          <p:cNvPr id="170" name="楕円 169">
            <a:extLst>
              <a:ext uri="{FF2B5EF4-FFF2-40B4-BE49-F238E27FC236}">
                <a16:creationId xmlns:a16="http://schemas.microsoft.com/office/drawing/2014/main" id="{D3420A38-0133-5B32-1E8A-057EA373D0D7}"/>
              </a:ext>
            </a:extLst>
          </p:cNvPr>
          <p:cNvSpPr/>
          <p:nvPr/>
        </p:nvSpPr>
        <p:spPr>
          <a:xfrm>
            <a:off x="6908237"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原稿用標準書体" panose="03000503000000000000" pitchFamily="66" charset="-128"/>
                <a:ea typeface="原稿用標準書体" panose="03000503000000000000" pitchFamily="66" charset="-128"/>
              </a:rPr>
              <a:t>キャラ</a:t>
            </a:r>
          </a:p>
        </p:txBody>
      </p:sp>
      <p:sp>
        <p:nvSpPr>
          <p:cNvPr id="171" name="楕円 170">
            <a:extLst>
              <a:ext uri="{FF2B5EF4-FFF2-40B4-BE49-F238E27FC236}">
                <a16:creationId xmlns:a16="http://schemas.microsoft.com/office/drawing/2014/main" id="{096A768B-B5AD-F214-FF6C-603C9570A76F}"/>
              </a:ext>
            </a:extLst>
          </p:cNvPr>
          <p:cNvSpPr/>
          <p:nvPr/>
        </p:nvSpPr>
        <p:spPr>
          <a:xfrm>
            <a:off x="5117736"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原稿用標準書体" panose="03000503000000000000" pitchFamily="66" charset="-128"/>
                <a:ea typeface="原稿用標準書体" panose="03000503000000000000" pitchFamily="66" charset="-128"/>
              </a:rPr>
              <a:t>キャラ</a:t>
            </a:r>
          </a:p>
        </p:txBody>
      </p:sp>
      <p:sp>
        <p:nvSpPr>
          <p:cNvPr id="172" name="楕円 171">
            <a:extLst>
              <a:ext uri="{FF2B5EF4-FFF2-40B4-BE49-F238E27FC236}">
                <a16:creationId xmlns:a16="http://schemas.microsoft.com/office/drawing/2014/main" id="{FDE69960-40F0-1BB5-D5B9-986CA6533228}"/>
              </a:ext>
            </a:extLst>
          </p:cNvPr>
          <p:cNvSpPr/>
          <p:nvPr/>
        </p:nvSpPr>
        <p:spPr>
          <a:xfrm>
            <a:off x="4495793"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原稿用標準書体" panose="03000503000000000000" pitchFamily="66" charset="-128"/>
                <a:ea typeface="原稿用標準書体" panose="03000503000000000000" pitchFamily="66" charset="-128"/>
              </a:rPr>
              <a:t>キャラ</a:t>
            </a:r>
          </a:p>
        </p:txBody>
      </p:sp>
      <p:cxnSp>
        <p:nvCxnSpPr>
          <p:cNvPr id="174" name="直線コネクタ 173">
            <a:extLst>
              <a:ext uri="{FF2B5EF4-FFF2-40B4-BE49-F238E27FC236}">
                <a16:creationId xmlns:a16="http://schemas.microsoft.com/office/drawing/2014/main" id="{DC32A1BB-8E40-6BB3-9D95-DB4029B279BA}"/>
              </a:ext>
            </a:extLst>
          </p:cNvPr>
          <p:cNvCxnSpPr>
            <a:cxnSpLocks/>
          </p:cNvCxnSpPr>
          <p:nvPr/>
        </p:nvCxnSpPr>
        <p:spPr>
          <a:xfrm>
            <a:off x="4712882" y="6663487"/>
            <a:ext cx="3658847" cy="0"/>
          </a:xfrm>
          <a:prstGeom prst="line">
            <a:avLst/>
          </a:prstGeom>
          <a:ln w="38100">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175" name="テキスト ボックス 174">
            <a:extLst>
              <a:ext uri="{FF2B5EF4-FFF2-40B4-BE49-F238E27FC236}">
                <a16:creationId xmlns:a16="http://schemas.microsoft.com/office/drawing/2014/main" id="{9AB8BCF7-C945-D9E9-05D4-C4F38B9818B1}"/>
              </a:ext>
            </a:extLst>
          </p:cNvPr>
          <p:cNvSpPr txBox="1"/>
          <p:nvPr/>
        </p:nvSpPr>
        <p:spPr>
          <a:xfrm>
            <a:off x="4871979" y="151566"/>
            <a:ext cx="2448043" cy="584775"/>
          </a:xfrm>
          <a:prstGeom prst="rect">
            <a:avLst/>
          </a:prstGeom>
          <a:noFill/>
        </p:spPr>
        <p:txBody>
          <a:bodyPr wrap="square" rtlCol="0">
            <a:spAutoFit/>
          </a:bodyPr>
          <a:lstStyle/>
          <a:p>
            <a:pPr algn="ctr"/>
            <a:r>
              <a:rPr lang="en-US" altLang="ja-JP" sz="2000" b="1" dirty="0">
                <a:solidFill>
                  <a:schemeClr val="bg1">
                    <a:lumMod val="95000"/>
                  </a:schemeClr>
                </a:solidFill>
                <a:latin typeface="原稿用標準書体" panose="03000503000000000000" pitchFamily="66" charset="-128"/>
                <a:ea typeface="原稿用標準書体" panose="03000503000000000000" pitchFamily="66" charset="-128"/>
              </a:rPr>
              <a:t>TURN</a:t>
            </a:r>
            <a:r>
              <a:rPr kumimoji="1" lang="en-US" altLang="ja-JP" sz="2000" b="1" dirty="0">
                <a:solidFill>
                  <a:schemeClr val="bg1">
                    <a:lumMod val="95000"/>
                  </a:schemeClr>
                </a:solidFill>
                <a:latin typeface="原稿用標準書体" panose="03000503000000000000" pitchFamily="66" charset="-128"/>
                <a:ea typeface="原稿用標準書体" panose="03000503000000000000" pitchFamily="66" charset="-128"/>
              </a:rPr>
              <a:t> </a:t>
            </a:r>
            <a:r>
              <a:rPr kumimoji="1" lang="en-US" altLang="ja-JP" sz="3200" b="1" dirty="0">
                <a:solidFill>
                  <a:schemeClr val="bg1">
                    <a:lumMod val="95000"/>
                  </a:schemeClr>
                </a:solidFill>
                <a:latin typeface="原稿用標準書体" panose="03000503000000000000" pitchFamily="66" charset="-128"/>
                <a:ea typeface="原稿用標準書体" panose="03000503000000000000" pitchFamily="66" charset="-128"/>
              </a:rPr>
              <a:t>0</a:t>
            </a:r>
            <a:endParaRPr kumimoji="1" lang="ja-JP" altLang="en-US" sz="3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76" name="テキスト ボックス 175">
            <a:extLst>
              <a:ext uri="{FF2B5EF4-FFF2-40B4-BE49-F238E27FC236}">
                <a16:creationId xmlns:a16="http://schemas.microsoft.com/office/drawing/2014/main" id="{00000709-92D0-865E-60F0-D59E22A842CD}"/>
              </a:ext>
            </a:extLst>
          </p:cNvPr>
          <p:cNvSpPr txBox="1"/>
          <p:nvPr/>
        </p:nvSpPr>
        <p:spPr>
          <a:xfrm>
            <a:off x="7592349" y="6141824"/>
            <a:ext cx="659155" cy="369332"/>
          </a:xfrm>
          <a:prstGeom prst="rect">
            <a:avLst/>
          </a:prstGeom>
          <a:noFill/>
        </p:spPr>
        <p:txBody>
          <a:bodyPr wrap="none" rtlCol="0">
            <a:spAutoFit/>
          </a:bodyPr>
          <a:lstStyle/>
          <a:p>
            <a:pPr algn="ctr"/>
            <a:r>
              <a:rPr kumimoji="1" lang="en-US" altLang="ja-JP" sz="1400" b="1" dirty="0">
                <a:solidFill>
                  <a:schemeClr val="bg1">
                    <a:lumMod val="95000"/>
                  </a:schemeClr>
                </a:solidFill>
                <a:latin typeface="原稿用標準書体" panose="03000503000000000000" pitchFamily="66" charset="-128"/>
                <a:ea typeface="原稿用標準書体" panose="03000503000000000000" pitchFamily="66" charset="-128"/>
              </a:rPr>
              <a:t>TRUN</a:t>
            </a:r>
            <a:r>
              <a:rPr kumimoji="1" lang="en-US" altLang="ja-JP" b="1" dirty="0">
                <a:solidFill>
                  <a:schemeClr val="bg1">
                    <a:lumMod val="95000"/>
                  </a:schemeClr>
                </a:solidFill>
                <a:latin typeface="原稿用標準書体" panose="03000503000000000000" pitchFamily="66" charset="-128"/>
                <a:ea typeface="原稿用標準書体" panose="03000503000000000000" pitchFamily="66" charset="-128"/>
              </a:rPr>
              <a:t>0</a:t>
            </a:r>
            <a:endParaRPr kumimoji="1" lang="ja-JP" altLang="en-US"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87" name="テキスト ボックス 86">
            <a:extLst>
              <a:ext uri="{FF2B5EF4-FFF2-40B4-BE49-F238E27FC236}">
                <a16:creationId xmlns:a16="http://schemas.microsoft.com/office/drawing/2014/main" id="{3277FFDC-1913-85AA-0BE1-845278FA208F}"/>
              </a:ext>
            </a:extLst>
          </p:cNvPr>
          <p:cNvSpPr txBox="1"/>
          <p:nvPr/>
        </p:nvSpPr>
        <p:spPr>
          <a:xfrm>
            <a:off x="777314" y="151566"/>
            <a:ext cx="595035" cy="584775"/>
          </a:xfrm>
          <a:prstGeom prst="rect">
            <a:avLst/>
          </a:prstGeom>
          <a:noFill/>
        </p:spPr>
        <p:txBody>
          <a:bodyPr wrap="none" rtlCol="0">
            <a:spAutoFit/>
          </a:bodyPr>
          <a:lstStyle/>
          <a:p>
            <a:r>
              <a:rPr kumimoji="1" lang="en-US" altLang="ja-JP" sz="3200" b="1" dirty="0">
                <a:solidFill>
                  <a:schemeClr val="bg1">
                    <a:lumMod val="95000"/>
                  </a:schemeClr>
                </a:solidFill>
                <a:latin typeface="原稿用標準書体" panose="03000503000000000000" pitchFamily="66" charset="-128"/>
                <a:ea typeface="原稿用標準書体" panose="03000503000000000000" pitchFamily="66" charset="-128"/>
              </a:rPr>
              <a:t>EF</a:t>
            </a:r>
            <a:endParaRPr kumimoji="1" lang="ja-JP" altLang="en-US" sz="3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197" name="グループ化 196">
            <a:extLst>
              <a:ext uri="{FF2B5EF4-FFF2-40B4-BE49-F238E27FC236}">
                <a16:creationId xmlns:a16="http://schemas.microsoft.com/office/drawing/2014/main" id="{6AC63D28-E8E9-2B9A-7783-75AF4F78E080}"/>
              </a:ext>
            </a:extLst>
          </p:cNvPr>
          <p:cNvGrpSpPr/>
          <p:nvPr/>
        </p:nvGrpSpPr>
        <p:grpSpPr>
          <a:xfrm>
            <a:off x="2034000" y="3044825"/>
            <a:ext cx="1505416" cy="601824"/>
            <a:chOff x="1980734" y="3149081"/>
            <a:chExt cx="1505416" cy="601824"/>
          </a:xfrm>
        </p:grpSpPr>
        <p:sp>
          <p:nvSpPr>
            <p:cNvPr id="30" name="楕円 29">
              <a:extLst>
                <a:ext uri="{FF2B5EF4-FFF2-40B4-BE49-F238E27FC236}">
                  <a16:creationId xmlns:a16="http://schemas.microsoft.com/office/drawing/2014/main" id="{454EDD48-DF67-E005-760A-00A40E296027}"/>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186" name="グループ化 185">
              <a:extLst>
                <a:ext uri="{FF2B5EF4-FFF2-40B4-BE49-F238E27FC236}">
                  <a16:creationId xmlns:a16="http://schemas.microsoft.com/office/drawing/2014/main" id="{8FDE54E1-5C7B-9F9A-446F-CD5BCD2BB5EA}"/>
                </a:ext>
              </a:extLst>
            </p:cNvPr>
            <p:cNvGrpSpPr/>
            <p:nvPr/>
          </p:nvGrpSpPr>
          <p:grpSpPr>
            <a:xfrm>
              <a:off x="1980734" y="3175652"/>
              <a:ext cx="1505416" cy="575253"/>
              <a:chOff x="1980734" y="3175652"/>
              <a:chExt cx="1505416" cy="575253"/>
            </a:xfrm>
          </p:grpSpPr>
          <p:grpSp>
            <p:nvGrpSpPr>
              <p:cNvPr id="126" name="グループ化 125">
                <a:extLst>
                  <a:ext uri="{FF2B5EF4-FFF2-40B4-BE49-F238E27FC236}">
                    <a16:creationId xmlns:a16="http://schemas.microsoft.com/office/drawing/2014/main" id="{4D7C978A-604C-9074-3A14-D858051B68B4}"/>
                  </a:ext>
                </a:extLst>
              </p:cNvPr>
              <p:cNvGrpSpPr/>
              <p:nvPr/>
            </p:nvGrpSpPr>
            <p:grpSpPr>
              <a:xfrm>
                <a:off x="1980734" y="3473931"/>
                <a:ext cx="1505416" cy="276974"/>
                <a:chOff x="4194668" y="3607669"/>
                <a:chExt cx="1105960" cy="276974"/>
              </a:xfrm>
            </p:grpSpPr>
            <p:sp>
              <p:nvSpPr>
                <p:cNvPr id="120" name="四角形: 角を丸くする 119">
                  <a:extLst>
                    <a:ext uri="{FF2B5EF4-FFF2-40B4-BE49-F238E27FC236}">
                      <a16:creationId xmlns:a16="http://schemas.microsoft.com/office/drawing/2014/main" id="{1A862CCA-5801-A2FB-FDCA-C9C3255F990E}"/>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125" name="図 124">
                  <a:extLst>
                    <a:ext uri="{FF2B5EF4-FFF2-40B4-BE49-F238E27FC236}">
                      <a16:creationId xmlns:a16="http://schemas.microsoft.com/office/drawing/2014/main" id="{5D217A18-D573-4213-1601-E166A710194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85" name="テキスト ボックス 184">
                <a:extLst>
                  <a:ext uri="{FF2B5EF4-FFF2-40B4-BE49-F238E27FC236}">
                    <a16:creationId xmlns:a16="http://schemas.microsoft.com/office/drawing/2014/main" id="{6A4D083F-F670-E958-3B2F-62FD230C93D1}"/>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nvGrpSpPr>
          <p:cNvPr id="198" name="グループ化 197">
            <a:extLst>
              <a:ext uri="{FF2B5EF4-FFF2-40B4-BE49-F238E27FC236}">
                <a16:creationId xmlns:a16="http://schemas.microsoft.com/office/drawing/2014/main" id="{A8A42251-BF07-E51F-A786-462B1283AC3F}"/>
              </a:ext>
            </a:extLst>
          </p:cNvPr>
          <p:cNvGrpSpPr/>
          <p:nvPr/>
        </p:nvGrpSpPr>
        <p:grpSpPr>
          <a:xfrm>
            <a:off x="1376410" y="3905835"/>
            <a:ext cx="1505416" cy="601824"/>
            <a:chOff x="1980734" y="3149081"/>
            <a:chExt cx="1505416" cy="601824"/>
          </a:xfrm>
        </p:grpSpPr>
        <p:sp>
          <p:nvSpPr>
            <p:cNvPr id="199" name="楕円 198">
              <a:extLst>
                <a:ext uri="{FF2B5EF4-FFF2-40B4-BE49-F238E27FC236}">
                  <a16:creationId xmlns:a16="http://schemas.microsoft.com/office/drawing/2014/main" id="{1573B0F3-8FB4-77F8-D2A0-E69E90D85E0B}"/>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200" name="グループ化 199">
              <a:extLst>
                <a:ext uri="{FF2B5EF4-FFF2-40B4-BE49-F238E27FC236}">
                  <a16:creationId xmlns:a16="http://schemas.microsoft.com/office/drawing/2014/main" id="{7F26789E-4486-5871-E2A0-3CB6E83EEB81}"/>
                </a:ext>
              </a:extLst>
            </p:cNvPr>
            <p:cNvGrpSpPr/>
            <p:nvPr/>
          </p:nvGrpSpPr>
          <p:grpSpPr>
            <a:xfrm>
              <a:off x="1980734" y="3175652"/>
              <a:ext cx="1505416" cy="575253"/>
              <a:chOff x="1980734" y="3175652"/>
              <a:chExt cx="1505416" cy="575253"/>
            </a:xfrm>
          </p:grpSpPr>
          <p:grpSp>
            <p:nvGrpSpPr>
              <p:cNvPr id="201" name="グループ化 200">
                <a:extLst>
                  <a:ext uri="{FF2B5EF4-FFF2-40B4-BE49-F238E27FC236}">
                    <a16:creationId xmlns:a16="http://schemas.microsoft.com/office/drawing/2014/main" id="{5F0A1EFE-D85B-3F2D-7BA0-F131B3051B91}"/>
                  </a:ext>
                </a:extLst>
              </p:cNvPr>
              <p:cNvGrpSpPr/>
              <p:nvPr/>
            </p:nvGrpSpPr>
            <p:grpSpPr>
              <a:xfrm>
                <a:off x="1980734" y="3473931"/>
                <a:ext cx="1505416" cy="276974"/>
                <a:chOff x="4194668" y="3607669"/>
                <a:chExt cx="1105960" cy="276974"/>
              </a:xfrm>
            </p:grpSpPr>
            <p:sp>
              <p:nvSpPr>
                <p:cNvPr id="203" name="四角形: 角を丸くする 202">
                  <a:extLst>
                    <a:ext uri="{FF2B5EF4-FFF2-40B4-BE49-F238E27FC236}">
                      <a16:creationId xmlns:a16="http://schemas.microsoft.com/office/drawing/2014/main" id="{F50E6E7A-6160-96E7-5D28-9F94F47FF6AC}"/>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204" name="図 203">
                  <a:extLst>
                    <a:ext uri="{FF2B5EF4-FFF2-40B4-BE49-F238E27FC236}">
                      <a16:creationId xmlns:a16="http://schemas.microsoft.com/office/drawing/2014/main" id="{684209EE-E67E-52C4-AC95-69080706204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02" name="テキスト ボックス 201">
                <a:extLst>
                  <a:ext uri="{FF2B5EF4-FFF2-40B4-BE49-F238E27FC236}">
                    <a16:creationId xmlns:a16="http://schemas.microsoft.com/office/drawing/2014/main" id="{CC3F76E2-9808-E1A1-EA6F-03BD020171FC}"/>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nvGrpSpPr>
          <p:cNvPr id="205" name="グループ化 204">
            <a:extLst>
              <a:ext uri="{FF2B5EF4-FFF2-40B4-BE49-F238E27FC236}">
                <a16:creationId xmlns:a16="http://schemas.microsoft.com/office/drawing/2014/main" id="{A96DA680-5A4D-1EA9-C96C-1DF512B2A736}"/>
              </a:ext>
            </a:extLst>
          </p:cNvPr>
          <p:cNvGrpSpPr/>
          <p:nvPr/>
        </p:nvGrpSpPr>
        <p:grpSpPr>
          <a:xfrm>
            <a:off x="1376410" y="4625847"/>
            <a:ext cx="1505416" cy="601824"/>
            <a:chOff x="1980734" y="3149081"/>
            <a:chExt cx="1505416" cy="601824"/>
          </a:xfrm>
        </p:grpSpPr>
        <p:sp>
          <p:nvSpPr>
            <p:cNvPr id="206" name="楕円 205">
              <a:extLst>
                <a:ext uri="{FF2B5EF4-FFF2-40B4-BE49-F238E27FC236}">
                  <a16:creationId xmlns:a16="http://schemas.microsoft.com/office/drawing/2014/main" id="{5E614B24-1246-2025-F93A-F0A9DBEE3DD5}"/>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207" name="グループ化 206">
              <a:extLst>
                <a:ext uri="{FF2B5EF4-FFF2-40B4-BE49-F238E27FC236}">
                  <a16:creationId xmlns:a16="http://schemas.microsoft.com/office/drawing/2014/main" id="{303EDF6A-0629-A563-AF1E-863D15EF845D}"/>
                </a:ext>
              </a:extLst>
            </p:cNvPr>
            <p:cNvGrpSpPr/>
            <p:nvPr/>
          </p:nvGrpSpPr>
          <p:grpSpPr>
            <a:xfrm>
              <a:off x="1980734" y="3175652"/>
              <a:ext cx="1505416" cy="575253"/>
              <a:chOff x="1980734" y="3175652"/>
              <a:chExt cx="1505416" cy="575253"/>
            </a:xfrm>
          </p:grpSpPr>
          <p:grpSp>
            <p:nvGrpSpPr>
              <p:cNvPr id="208" name="グループ化 207">
                <a:extLst>
                  <a:ext uri="{FF2B5EF4-FFF2-40B4-BE49-F238E27FC236}">
                    <a16:creationId xmlns:a16="http://schemas.microsoft.com/office/drawing/2014/main" id="{7D7441AC-2AA3-90A3-4B91-8F08CFF9AC18}"/>
                  </a:ext>
                </a:extLst>
              </p:cNvPr>
              <p:cNvGrpSpPr/>
              <p:nvPr/>
            </p:nvGrpSpPr>
            <p:grpSpPr>
              <a:xfrm>
                <a:off x="1980734" y="3473931"/>
                <a:ext cx="1505416" cy="276974"/>
                <a:chOff x="4194668" y="3607669"/>
                <a:chExt cx="1105960" cy="276974"/>
              </a:xfrm>
            </p:grpSpPr>
            <p:sp>
              <p:nvSpPr>
                <p:cNvPr id="210" name="四角形: 角を丸くする 209">
                  <a:extLst>
                    <a:ext uri="{FF2B5EF4-FFF2-40B4-BE49-F238E27FC236}">
                      <a16:creationId xmlns:a16="http://schemas.microsoft.com/office/drawing/2014/main" id="{FCECC99A-DBB8-D210-882E-9FA25AAC4D62}"/>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211" name="図 210">
                  <a:extLst>
                    <a:ext uri="{FF2B5EF4-FFF2-40B4-BE49-F238E27FC236}">
                      <a16:creationId xmlns:a16="http://schemas.microsoft.com/office/drawing/2014/main" id="{099E1091-66C7-5915-A7D2-CAFFD3A20A9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09" name="テキスト ボックス 208">
                <a:extLst>
                  <a:ext uri="{FF2B5EF4-FFF2-40B4-BE49-F238E27FC236}">
                    <a16:creationId xmlns:a16="http://schemas.microsoft.com/office/drawing/2014/main" id="{3B901ED6-29EC-44D4-63CC-39831C86B40D}"/>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nvGrpSpPr>
          <p:cNvPr id="212" name="グループ化 211">
            <a:extLst>
              <a:ext uri="{FF2B5EF4-FFF2-40B4-BE49-F238E27FC236}">
                <a16:creationId xmlns:a16="http://schemas.microsoft.com/office/drawing/2014/main" id="{38DECE3E-84C7-FB8D-3F02-C5D815317344}"/>
              </a:ext>
            </a:extLst>
          </p:cNvPr>
          <p:cNvGrpSpPr/>
          <p:nvPr/>
        </p:nvGrpSpPr>
        <p:grpSpPr>
          <a:xfrm>
            <a:off x="1376410" y="5365069"/>
            <a:ext cx="1505416" cy="601824"/>
            <a:chOff x="1980734" y="3149081"/>
            <a:chExt cx="1505416" cy="601824"/>
          </a:xfrm>
        </p:grpSpPr>
        <p:sp>
          <p:nvSpPr>
            <p:cNvPr id="213" name="楕円 212">
              <a:extLst>
                <a:ext uri="{FF2B5EF4-FFF2-40B4-BE49-F238E27FC236}">
                  <a16:creationId xmlns:a16="http://schemas.microsoft.com/office/drawing/2014/main" id="{2670AA89-BD9A-85FD-4DE4-693F682768D3}"/>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214" name="グループ化 213">
              <a:extLst>
                <a:ext uri="{FF2B5EF4-FFF2-40B4-BE49-F238E27FC236}">
                  <a16:creationId xmlns:a16="http://schemas.microsoft.com/office/drawing/2014/main" id="{67BF145C-F758-8B03-1F0C-95A91FF209FF}"/>
                </a:ext>
              </a:extLst>
            </p:cNvPr>
            <p:cNvGrpSpPr/>
            <p:nvPr/>
          </p:nvGrpSpPr>
          <p:grpSpPr>
            <a:xfrm>
              <a:off x="1980734" y="3175652"/>
              <a:ext cx="1505416" cy="575253"/>
              <a:chOff x="1980734" y="3175652"/>
              <a:chExt cx="1505416" cy="575253"/>
            </a:xfrm>
          </p:grpSpPr>
          <p:grpSp>
            <p:nvGrpSpPr>
              <p:cNvPr id="215" name="グループ化 214">
                <a:extLst>
                  <a:ext uri="{FF2B5EF4-FFF2-40B4-BE49-F238E27FC236}">
                    <a16:creationId xmlns:a16="http://schemas.microsoft.com/office/drawing/2014/main" id="{3981E4C7-425A-ECFD-E22E-A9E77EABF83A}"/>
                  </a:ext>
                </a:extLst>
              </p:cNvPr>
              <p:cNvGrpSpPr/>
              <p:nvPr/>
            </p:nvGrpSpPr>
            <p:grpSpPr>
              <a:xfrm>
                <a:off x="1980734" y="3473931"/>
                <a:ext cx="1505416" cy="276974"/>
                <a:chOff x="4194668" y="3607669"/>
                <a:chExt cx="1105960" cy="276974"/>
              </a:xfrm>
            </p:grpSpPr>
            <p:sp>
              <p:nvSpPr>
                <p:cNvPr id="217" name="四角形: 角を丸くする 216">
                  <a:extLst>
                    <a:ext uri="{FF2B5EF4-FFF2-40B4-BE49-F238E27FC236}">
                      <a16:creationId xmlns:a16="http://schemas.microsoft.com/office/drawing/2014/main" id="{A86FD827-C0F0-D4B8-2F50-884CA5A90360}"/>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218" name="図 217">
                  <a:extLst>
                    <a:ext uri="{FF2B5EF4-FFF2-40B4-BE49-F238E27FC236}">
                      <a16:creationId xmlns:a16="http://schemas.microsoft.com/office/drawing/2014/main" id="{B69A05CE-8D17-7CFA-3CBA-B9642EECEB8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16" name="テキスト ボックス 215">
                <a:extLst>
                  <a:ext uri="{FF2B5EF4-FFF2-40B4-BE49-F238E27FC236}">
                    <a16:creationId xmlns:a16="http://schemas.microsoft.com/office/drawing/2014/main" id="{824F1690-DE46-DE72-C099-D8E3E030B6B8}"/>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nvGrpSpPr>
          <p:cNvPr id="219" name="グループ化 218">
            <a:extLst>
              <a:ext uri="{FF2B5EF4-FFF2-40B4-BE49-F238E27FC236}">
                <a16:creationId xmlns:a16="http://schemas.microsoft.com/office/drawing/2014/main" id="{10E66E2F-B0DD-76CE-C782-6AB55BB49A68}"/>
              </a:ext>
            </a:extLst>
          </p:cNvPr>
          <p:cNvGrpSpPr/>
          <p:nvPr/>
        </p:nvGrpSpPr>
        <p:grpSpPr>
          <a:xfrm>
            <a:off x="1376410" y="2297599"/>
            <a:ext cx="1505416" cy="601824"/>
            <a:chOff x="1980734" y="3149081"/>
            <a:chExt cx="1505416" cy="601824"/>
          </a:xfrm>
        </p:grpSpPr>
        <p:sp>
          <p:nvSpPr>
            <p:cNvPr id="220" name="楕円 219">
              <a:extLst>
                <a:ext uri="{FF2B5EF4-FFF2-40B4-BE49-F238E27FC236}">
                  <a16:creationId xmlns:a16="http://schemas.microsoft.com/office/drawing/2014/main" id="{59C5A311-8E37-C39D-C8A8-441F9E17AD1A}"/>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221" name="グループ化 220">
              <a:extLst>
                <a:ext uri="{FF2B5EF4-FFF2-40B4-BE49-F238E27FC236}">
                  <a16:creationId xmlns:a16="http://schemas.microsoft.com/office/drawing/2014/main" id="{91D8A320-1E43-1CD1-5856-3BCE2B7939C2}"/>
                </a:ext>
              </a:extLst>
            </p:cNvPr>
            <p:cNvGrpSpPr/>
            <p:nvPr/>
          </p:nvGrpSpPr>
          <p:grpSpPr>
            <a:xfrm>
              <a:off x="1980734" y="3175652"/>
              <a:ext cx="1505416" cy="575253"/>
              <a:chOff x="1980734" y="3175652"/>
              <a:chExt cx="1505416" cy="575253"/>
            </a:xfrm>
          </p:grpSpPr>
          <p:grpSp>
            <p:nvGrpSpPr>
              <p:cNvPr id="222" name="グループ化 221">
                <a:extLst>
                  <a:ext uri="{FF2B5EF4-FFF2-40B4-BE49-F238E27FC236}">
                    <a16:creationId xmlns:a16="http://schemas.microsoft.com/office/drawing/2014/main" id="{3FED4F0A-501A-A863-AB07-1C67E8882028}"/>
                  </a:ext>
                </a:extLst>
              </p:cNvPr>
              <p:cNvGrpSpPr/>
              <p:nvPr/>
            </p:nvGrpSpPr>
            <p:grpSpPr>
              <a:xfrm>
                <a:off x="1980734" y="3473931"/>
                <a:ext cx="1505416" cy="276974"/>
                <a:chOff x="4194668" y="3607669"/>
                <a:chExt cx="1105960" cy="276974"/>
              </a:xfrm>
            </p:grpSpPr>
            <p:sp>
              <p:nvSpPr>
                <p:cNvPr id="224" name="四角形: 角を丸くする 223">
                  <a:extLst>
                    <a:ext uri="{FF2B5EF4-FFF2-40B4-BE49-F238E27FC236}">
                      <a16:creationId xmlns:a16="http://schemas.microsoft.com/office/drawing/2014/main" id="{E40B94B8-470F-2021-BFBC-346007B4BF6D}"/>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225" name="図 224">
                  <a:extLst>
                    <a:ext uri="{FF2B5EF4-FFF2-40B4-BE49-F238E27FC236}">
                      <a16:creationId xmlns:a16="http://schemas.microsoft.com/office/drawing/2014/main" id="{8F4FBECE-4171-6B75-6F71-EB89B848BF5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23" name="テキスト ボックス 222">
                <a:extLst>
                  <a:ext uri="{FF2B5EF4-FFF2-40B4-BE49-F238E27FC236}">
                    <a16:creationId xmlns:a16="http://schemas.microsoft.com/office/drawing/2014/main" id="{77126A51-4AF8-668D-5E0F-A38F188BDBC4}"/>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nvGrpSpPr>
          <p:cNvPr id="226" name="グループ化 225">
            <a:extLst>
              <a:ext uri="{FF2B5EF4-FFF2-40B4-BE49-F238E27FC236}">
                <a16:creationId xmlns:a16="http://schemas.microsoft.com/office/drawing/2014/main" id="{E7604A50-AF94-9D3F-1DD2-6C25E4B09819}"/>
              </a:ext>
            </a:extLst>
          </p:cNvPr>
          <p:cNvGrpSpPr/>
          <p:nvPr/>
        </p:nvGrpSpPr>
        <p:grpSpPr>
          <a:xfrm>
            <a:off x="1376410" y="856537"/>
            <a:ext cx="1505416" cy="601824"/>
            <a:chOff x="1980734" y="3149081"/>
            <a:chExt cx="1505416" cy="601824"/>
          </a:xfrm>
        </p:grpSpPr>
        <p:sp>
          <p:nvSpPr>
            <p:cNvPr id="227" name="楕円 226">
              <a:extLst>
                <a:ext uri="{FF2B5EF4-FFF2-40B4-BE49-F238E27FC236}">
                  <a16:creationId xmlns:a16="http://schemas.microsoft.com/office/drawing/2014/main" id="{6EA5D5E5-3345-54BE-734D-ECD86DA052B3}"/>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228" name="グループ化 227">
              <a:extLst>
                <a:ext uri="{FF2B5EF4-FFF2-40B4-BE49-F238E27FC236}">
                  <a16:creationId xmlns:a16="http://schemas.microsoft.com/office/drawing/2014/main" id="{2E83C7D8-D76F-D0C4-55A7-2924F21FF592}"/>
                </a:ext>
              </a:extLst>
            </p:cNvPr>
            <p:cNvGrpSpPr/>
            <p:nvPr/>
          </p:nvGrpSpPr>
          <p:grpSpPr>
            <a:xfrm>
              <a:off x="1980734" y="3175652"/>
              <a:ext cx="1505416" cy="575253"/>
              <a:chOff x="1980734" y="3175652"/>
              <a:chExt cx="1505416" cy="575253"/>
            </a:xfrm>
          </p:grpSpPr>
          <p:grpSp>
            <p:nvGrpSpPr>
              <p:cNvPr id="229" name="グループ化 228">
                <a:extLst>
                  <a:ext uri="{FF2B5EF4-FFF2-40B4-BE49-F238E27FC236}">
                    <a16:creationId xmlns:a16="http://schemas.microsoft.com/office/drawing/2014/main" id="{86CDE5FB-3E18-6B93-A496-D1FC7E456BAE}"/>
                  </a:ext>
                </a:extLst>
              </p:cNvPr>
              <p:cNvGrpSpPr/>
              <p:nvPr/>
            </p:nvGrpSpPr>
            <p:grpSpPr>
              <a:xfrm>
                <a:off x="1980734" y="3473931"/>
                <a:ext cx="1505416" cy="276974"/>
                <a:chOff x="4194668" y="3607669"/>
                <a:chExt cx="1105960" cy="276974"/>
              </a:xfrm>
            </p:grpSpPr>
            <p:sp>
              <p:nvSpPr>
                <p:cNvPr id="231" name="四角形: 角を丸くする 230">
                  <a:extLst>
                    <a:ext uri="{FF2B5EF4-FFF2-40B4-BE49-F238E27FC236}">
                      <a16:creationId xmlns:a16="http://schemas.microsoft.com/office/drawing/2014/main" id="{8BD60BC8-D603-0C0D-BF28-DB0540977FCF}"/>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232" name="図 231">
                  <a:extLst>
                    <a:ext uri="{FF2B5EF4-FFF2-40B4-BE49-F238E27FC236}">
                      <a16:creationId xmlns:a16="http://schemas.microsoft.com/office/drawing/2014/main" id="{E74036C6-7E25-5396-A3CE-F7CC3BFBE77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30" name="テキスト ボックス 229">
                <a:extLst>
                  <a:ext uri="{FF2B5EF4-FFF2-40B4-BE49-F238E27FC236}">
                    <a16:creationId xmlns:a16="http://schemas.microsoft.com/office/drawing/2014/main" id="{623590A6-6183-CD9F-87C7-14669142919D}"/>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nvGrpSpPr>
          <p:cNvPr id="233" name="グループ化 232">
            <a:extLst>
              <a:ext uri="{FF2B5EF4-FFF2-40B4-BE49-F238E27FC236}">
                <a16:creationId xmlns:a16="http://schemas.microsoft.com/office/drawing/2014/main" id="{BBC61C28-CDD7-505B-7DE1-077379F8EAC0}"/>
              </a:ext>
            </a:extLst>
          </p:cNvPr>
          <p:cNvGrpSpPr/>
          <p:nvPr/>
        </p:nvGrpSpPr>
        <p:grpSpPr>
          <a:xfrm>
            <a:off x="1376410" y="1562036"/>
            <a:ext cx="1505416" cy="601824"/>
            <a:chOff x="1980734" y="3149081"/>
            <a:chExt cx="1505416" cy="601824"/>
          </a:xfrm>
        </p:grpSpPr>
        <p:sp>
          <p:nvSpPr>
            <p:cNvPr id="234" name="楕円 233">
              <a:extLst>
                <a:ext uri="{FF2B5EF4-FFF2-40B4-BE49-F238E27FC236}">
                  <a16:creationId xmlns:a16="http://schemas.microsoft.com/office/drawing/2014/main" id="{3C272FC6-0AC6-018F-4D32-E9F91B7EBC55}"/>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235" name="グループ化 234">
              <a:extLst>
                <a:ext uri="{FF2B5EF4-FFF2-40B4-BE49-F238E27FC236}">
                  <a16:creationId xmlns:a16="http://schemas.microsoft.com/office/drawing/2014/main" id="{215975AF-21C5-35C8-6FB0-BABD39F7B894}"/>
                </a:ext>
              </a:extLst>
            </p:cNvPr>
            <p:cNvGrpSpPr/>
            <p:nvPr/>
          </p:nvGrpSpPr>
          <p:grpSpPr>
            <a:xfrm>
              <a:off x="1980734" y="3175652"/>
              <a:ext cx="1505416" cy="575253"/>
              <a:chOff x="1980734" y="3175652"/>
              <a:chExt cx="1505416" cy="575253"/>
            </a:xfrm>
          </p:grpSpPr>
          <p:grpSp>
            <p:nvGrpSpPr>
              <p:cNvPr id="236" name="グループ化 235">
                <a:extLst>
                  <a:ext uri="{FF2B5EF4-FFF2-40B4-BE49-F238E27FC236}">
                    <a16:creationId xmlns:a16="http://schemas.microsoft.com/office/drawing/2014/main" id="{B25124DA-9578-5601-1A1A-453B0EC5F5D2}"/>
                  </a:ext>
                </a:extLst>
              </p:cNvPr>
              <p:cNvGrpSpPr/>
              <p:nvPr/>
            </p:nvGrpSpPr>
            <p:grpSpPr>
              <a:xfrm>
                <a:off x="1980734" y="3473931"/>
                <a:ext cx="1505416" cy="276974"/>
                <a:chOff x="4194668" y="3607669"/>
                <a:chExt cx="1105960" cy="276974"/>
              </a:xfrm>
            </p:grpSpPr>
            <p:sp>
              <p:nvSpPr>
                <p:cNvPr id="238" name="四角形: 角を丸くする 237">
                  <a:extLst>
                    <a:ext uri="{FF2B5EF4-FFF2-40B4-BE49-F238E27FC236}">
                      <a16:creationId xmlns:a16="http://schemas.microsoft.com/office/drawing/2014/main" id="{69725694-2D37-6B54-51BB-C8BD90D77F73}"/>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239" name="図 238">
                  <a:extLst>
                    <a:ext uri="{FF2B5EF4-FFF2-40B4-BE49-F238E27FC236}">
                      <a16:creationId xmlns:a16="http://schemas.microsoft.com/office/drawing/2014/main" id="{D1C4C7B8-1102-43FB-524F-1FC9A0FDF83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37" name="テキスト ボックス 236">
                <a:extLst>
                  <a:ext uri="{FF2B5EF4-FFF2-40B4-BE49-F238E27FC236}">
                    <a16:creationId xmlns:a16="http://schemas.microsoft.com/office/drawing/2014/main" id="{9C35764B-FF02-4343-7DF9-DE185570D983}"/>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nvGrpSpPr>
          <p:cNvPr id="247" name="グループ化 246">
            <a:extLst>
              <a:ext uri="{FF2B5EF4-FFF2-40B4-BE49-F238E27FC236}">
                <a16:creationId xmlns:a16="http://schemas.microsoft.com/office/drawing/2014/main" id="{CF5CF5B5-251D-248E-8830-7FB77FAEC6D7}"/>
              </a:ext>
            </a:extLst>
          </p:cNvPr>
          <p:cNvGrpSpPr/>
          <p:nvPr/>
        </p:nvGrpSpPr>
        <p:grpSpPr>
          <a:xfrm>
            <a:off x="3405968" y="825698"/>
            <a:ext cx="888261" cy="654696"/>
            <a:chOff x="519830" y="3162196"/>
            <a:chExt cx="748799" cy="551905"/>
          </a:xfrm>
        </p:grpSpPr>
        <p:sp>
          <p:nvSpPr>
            <p:cNvPr id="248" name="ハート 247">
              <a:extLst>
                <a:ext uri="{FF2B5EF4-FFF2-40B4-BE49-F238E27FC236}">
                  <a16:creationId xmlns:a16="http://schemas.microsoft.com/office/drawing/2014/main" id="{C51F7327-EF1C-0D31-3885-A6871A5515F9}"/>
                </a:ext>
              </a:extLst>
            </p:cNvPr>
            <p:cNvSpPr/>
            <p:nvPr/>
          </p:nvSpPr>
          <p:spPr>
            <a:xfrm>
              <a:off x="618278" y="3162196"/>
              <a:ext cx="551905" cy="551905"/>
            </a:xfrm>
            <a:prstGeom prst="heart">
              <a:avLst/>
            </a:prstGeom>
            <a:gradFill flip="none" rotWithShape="1">
              <a:gsLst>
                <a:gs pos="38000">
                  <a:schemeClr val="tx1">
                    <a:lumMod val="85000"/>
                    <a:lumOff val="15000"/>
                    <a:alpha val="95000"/>
                  </a:schemeClr>
                </a:gs>
                <a:gs pos="100000">
                  <a:srgbClr val="CC66FF">
                    <a:alpha val="95000"/>
                  </a:srgbClr>
                </a:gs>
              </a:gsLst>
              <a:lin ang="5400000" scaled="1"/>
              <a:tileRect/>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49" name="テキスト ボックス 248">
              <a:extLst>
                <a:ext uri="{FF2B5EF4-FFF2-40B4-BE49-F238E27FC236}">
                  <a16:creationId xmlns:a16="http://schemas.microsoft.com/office/drawing/2014/main" id="{36BDAEE4-B085-206C-17FA-C7A6AE19A78A}"/>
                </a:ext>
              </a:extLst>
            </p:cNvPr>
            <p:cNvSpPr txBox="1"/>
            <p:nvPr/>
          </p:nvSpPr>
          <p:spPr>
            <a:xfrm>
              <a:off x="519830" y="3284607"/>
              <a:ext cx="748799" cy="233509"/>
            </a:xfrm>
            <a:prstGeom prst="rect">
              <a:avLst/>
            </a:prstGeom>
            <a:noFill/>
          </p:spPr>
          <p:txBody>
            <a:bodyPr wrap="square">
              <a:spAutoFit/>
            </a:bodyPr>
            <a:lstStyle/>
            <a:p>
              <a:pPr algn="ctr"/>
              <a:r>
                <a:rPr lang="en-US" altLang="ja-JP" sz="1200" b="1" dirty="0">
                  <a:solidFill>
                    <a:schemeClr val="bg1">
                      <a:lumMod val="95000"/>
                    </a:schemeClr>
                  </a:solidFill>
                  <a:latin typeface="原稿用標準書体" panose="03000503000000000000" pitchFamily="66" charset="-128"/>
                  <a:ea typeface="原稿用標準書体" panose="03000503000000000000" pitchFamily="66" charset="-128"/>
                </a:rPr>
                <a:t>ENB</a:t>
              </a:r>
              <a:endParaRPr kumimoji="1" lang="ja-JP" altLang="en-US" sz="1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250" name="グループ化 249">
            <a:extLst>
              <a:ext uri="{FF2B5EF4-FFF2-40B4-BE49-F238E27FC236}">
                <a16:creationId xmlns:a16="http://schemas.microsoft.com/office/drawing/2014/main" id="{457114A9-CAEE-8A78-1155-DB269CAF4303}"/>
              </a:ext>
            </a:extLst>
          </p:cNvPr>
          <p:cNvGrpSpPr/>
          <p:nvPr/>
        </p:nvGrpSpPr>
        <p:grpSpPr>
          <a:xfrm>
            <a:off x="3405968" y="1545188"/>
            <a:ext cx="888261" cy="654696"/>
            <a:chOff x="519830" y="3162196"/>
            <a:chExt cx="748799" cy="551905"/>
          </a:xfrm>
        </p:grpSpPr>
        <p:sp>
          <p:nvSpPr>
            <p:cNvPr id="251" name="ハート 250">
              <a:extLst>
                <a:ext uri="{FF2B5EF4-FFF2-40B4-BE49-F238E27FC236}">
                  <a16:creationId xmlns:a16="http://schemas.microsoft.com/office/drawing/2014/main" id="{10B22C5A-1EE0-AED2-9072-C6A4D4C98323}"/>
                </a:ext>
              </a:extLst>
            </p:cNvPr>
            <p:cNvSpPr/>
            <p:nvPr/>
          </p:nvSpPr>
          <p:spPr>
            <a:xfrm>
              <a:off x="618278" y="3162196"/>
              <a:ext cx="551905" cy="551905"/>
            </a:xfrm>
            <a:prstGeom prst="heart">
              <a:avLst/>
            </a:prstGeom>
            <a:gradFill>
              <a:gsLst>
                <a:gs pos="19000">
                  <a:schemeClr val="tx1">
                    <a:lumMod val="85000"/>
                    <a:lumOff val="15000"/>
                    <a:alpha val="95000"/>
                  </a:schemeClr>
                </a:gs>
                <a:gs pos="100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52" name="テキスト ボックス 251">
              <a:extLst>
                <a:ext uri="{FF2B5EF4-FFF2-40B4-BE49-F238E27FC236}">
                  <a16:creationId xmlns:a16="http://schemas.microsoft.com/office/drawing/2014/main" id="{2B59E82F-7383-C9D9-FDAC-4D15AE481FD9}"/>
                </a:ext>
              </a:extLst>
            </p:cNvPr>
            <p:cNvSpPr txBox="1"/>
            <p:nvPr/>
          </p:nvSpPr>
          <p:spPr>
            <a:xfrm>
              <a:off x="519830" y="3284607"/>
              <a:ext cx="748799" cy="233509"/>
            </a:xfrm>
            <a:prstGeom prst="rect">
              <a:avLst/>
            </a:prstGeom>
            <a:noFill/>
          </p:spPr>
          <p:txBody>
            <a:bodyPr wrap="square">
              <a:spAutoFit/>
            </a:bodyPr>
            <a:lstStyle/>
            <a:p>
              <a:pPr algn="ctr"/>
              <a:r>
                <a:rPr lang="en-US" altLang="ja-JP" sz="1200" b="1" dirty="0">
                  <a:solidFill>
                    <a:schemeClr val="bg1">
                      <a:lumMod val="95000"/>
                    </a:schemeClr>
                  </a:solidFill>
                  <a:latin typeface="原稿用標準書体" panose="03000503000000000000" pitchFamily="66" charset="-128"/>
                  <a:ea typeface="原稿用標準書体" panose="03000503000000000000" pitchFamily="66" charset="-128"/>
                </a:rPr>
                <a:t>ENB</a:t>
              </a:r>
              <a:endParaRPr kumimoji="1" lang="ja-JP" altLang="en-US" sz="1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253" name="グループ化 252">
            <a:extLst>
              <a:ext uri="{FF2B5EF4-FFF2-40B4-BE49-F238E27FC236}">
                <a16:creationId xmlns:a16="http://schemas.microsoft.com/office/drawing/2014/main" id="{40F9E16B-4E46-19DA-4AA9-CC7AD8342605}"/>
              </a:ext>
            </a:extLst>
          </p:cNvPr>
          <p:cNvGrpSpPr/>
          <p:nvPr/>
        </p:nvGrpSpPr>
        <p:grpSpPr>
          <a:xfrm>
            <a:off x="3405968" y="2275052"/>
            <a:ext cx="888261" cy="654696"/>
            <a:chOff x="519830" y="3162196"/>
            <a:chExt cx="748799" cy="551905"/>
          </a:xfrm>
        </p:grpSpPr>
        <p:sp>
          <p:nvSpPr>
            <p:cNvPr id="254" name="ハート 253">
              <a:extLst>
                <a:ext uri="{FF2B5EF4-FFF2-40B4-BE49-F238E27FC236}">
                  <a16:creationId xmlns:a16="http://schemas.microsoft.com/office/drawing/2014/main" id="{9A344D12-5693-80BC-7829-B151E5908FDF}"/>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55" name="テキスト ボックス 254">
              <a:extLst>
                <a:ext uri="{FF2B5EF4-FFF2-40B4-BE49-F238E27FC236}">
                  <a16:creationId xmlns:a16="http://schemas.microsoft.com/office/drawing/2014/main" id="{502FB305-9CF7-184A-AFDC-2DEE614E4C1B}"/>
                </a:ext>
              </a:extLst>
            </p:cNvPr>
            <p:cNvSpPr txBox="1"/>
            <p:nvPr/>
          </p:nvSpPr>
          <p:spPr>
            <a:xfrm>
              <a:off x="519830" y="3284607"/>
              <a:ext cx="748799" cy="233509"/>
            </a:xfrm>
            <a:prstGeom prst="rect">
              <a:avLst/>
            </a:prstGeom>
            <a:noFill/>
          </p:spPr>
          <p:txBody>
            <a:bodyPr wrap="square">
              <a:spAutoFit/>
            </a:bodyPr>
            <a:lstStyle/>
            <a:p>
              <a:pPr algn="ctr"/>
              <a:r>
                <a:rPr lang="en-US" altLang="ja-JP" sz="1200" b="1" dirty="0">
                  <a:solidFill>
                    <a:schemeClr val="bg1">
                      <a:lumMod val="95000"/>
                    </a:schemeClr>
                  </a:solidFill>
                  <a:latin typeface="原稿用標準書体" panose="03000503000000000000" pitchFamily="66" charset="-128"/>
                  <a:ea typeface="原稿用標準書体" panose="03000503000000000000" pitchFamily="66" charset="-128"/>
                </a:rPr>
                <a:t>ENB</a:t>
              </a:r>
              <a:endParaRPr kumimoji="1" lang="ja-JP" altLang="en-US" sz="1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256" name="グループ化 255">
            <a:extLst>
              <a:ext uri="{FF2B5EF4-FFF2-40B4-BE49-F238E27FC236}">
                <a16:creationId xmlns:a16="http://schemas.microsoft.com/office/drawing/2014/main" id="{C5FC45F5-C87E-C48A-E128-31A143904DED}"/>
              </a:ext>
            </a:extLst>
          </p:cNvPr>
          <p:cNvGrpSpPr/>
          <p:nvPr/>
        </p:nvGrpSpPr>
        <p:grpSpPr>
          <a:xfrm>
            <a:off x="4075947" y="3032386"/>
            <a:ext cx="888261" cy="654696"/>
            <a:chOff x="519830" y="3162196"/>
            <a:chExt cx="748799" cy="551905"/>
          </a:xfrm>
        </p:grpSpPr>
        <p:sp>
          <p:nvSpPr>
            <p:cNvPr id="257" name="ハート 256">
              <a:extLst>
                <a:ext uri="{FF2B5EF4-FFF2-40B4-BE49-F238E27FC236}">
                  <a16:creationId xmlns:a16="http://schemas.microsoft.com/office/drawing/2014/main" id="{FEC7D380-7688-69DD-C593-F185A62D61AD}"/>
                </a:ext>
              </a:extLst>
            </p:cNvPr>
            <p:cNvSpPr/>
            <p:nvPr/>
          </p:nvSpPr>
          <p:spPr>
            <a:xfrm>
              <a:off x="618278" y="3162196"/>
              <a:ext cx="551905" cy="551905"/>
            </a:xfrm>
            <a:prstGeom prst="heart">
              <a:avLst/>
            </a:prstGeom>
            <a:solidFill>
              <a:srgbClr val="CC66FF"/>
            </a:solidFill>
            <a:ln w="38100">
              <a:solidFill>
                <a:schemeClr val="tx1">
                  <a:lumMod val="85000"/>
                  <a:lumOff val="15000"/>
                </a:schemeClr>
              </a:solidFill>
            </a:ln>
            <a:effectLst>
              <a:glow rad="88900">
                <a:srgbClr val="CC66FF">
                  <a:alpha val="45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58" name="テキスト ボックス 257">
              <a:extLst>
                <a:ext uri="{FF2B5EF4-FFF2-40B4-BE49-F238E27FC236}">
                  <a16:creationId xmlns:a16="http://schemas.microsoft.com/office/drawing/2014/main" id="{024E5ED9-C080-54E8-FA96-FB72825AA5D1}"/>
                </a:ext>
              </a:extLst>
            </p:cNvPr>
            <p:cNvSpPr txBox="1"/>
            <p:nvPr/>
          </p:nvSpPr>
          <p:spPr>
            <a:xfrm>
              <a:off x="519830" y="3284607"/>
              <a:ext cx="748799" cy="233509"/>
            </a:xfrm>
            <a:prstGeom prst="rect">
              <a:avLst/>
            </a:prstGeom>
            <a:noFill/>
          </p:spPr>
          <p:txBody>
            <a:bodyPr wrap="square">
              <a:spAutoFit/>
            </a:bodyPr>
            <a:lstStyle/>
            <a:p>
              <a:pPr algn="ctr"/>
              <a:r>
                <a:rPr lang="en-US" altLang="ja-JP" sz="1200" b="1" dirty="0">
                  <a:solidFill>
                    <a:schemeClr val="bg1">
                      <a:lumMod val="95000"/>
                    </a:schemeClr>
                  </a:solidFill>
                  <a:latin typeface="原稿用標準書体" panose="03000503000000000000" pitchFamily="66" charset="-128"/>
                  <a:ea typeface="原稿用標準書体" panose="03000503000000000000" pitchFamily="66" charset="-128"/>
                </a:rPr>
                <a:t>ENB</a:t>
              </a:r>
              <a:endParaRPr kumimoji="1" lang="ja-JP" altLang="en-US" sz="1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259" name="グループ化 258">
            <a:extLst>
              <a:ext uri="{FF2B5EF4-FFF2-40B4-BE49-F238E27FC236}">
                <a16:creationId xmlns:a16="http://schemas.microsoft.com/office/drawing/2014/main" id="{8464A53B-ED2A-4B9A-2DC7-D9770A895CB5}"/>
              </a:ext>
            </a:extLst>
          </p:cNvPr>
          <p:cNvGrpSpPr/>
          <p:nvPr/>
        </p:nvGrpSpPr>
        <p:grpSpPr>
          <a:xfrm>
            <a:off x="3405968" y="3881213"/>
            <a:ext cx="888261" cy="654696"/>
            <a:chOff x="519830" y="3162196"/>
            <a:chExt cx="748799" cy="551905"/>
          </a:xfrm>
        </p:grpSpPr>
        <p:sp>
          <p:nvSpPr>
            <p:cNvPr id="260" name="ハート 259">
              <a:extLst>
                <a:ext uri="{FF2B5EF4-FFF2-40B4-BE49-F238E27FC236}">
                  <a16:creationId xmlns:a16="http://schemas.microsoft.com/office/drawing/2014/main" id="{0E9547C6-4671-EA45-CE5F-F775BE280517}"/>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61" name="テキスト ボックス 260">
              <a:extLst>
                <a:ext uri="{FF2B5EF4-FFF2-40B4-BE49-F238E27FC236}">
                  <a16:creationId xmlns:a16="http://schemas.microsoft.com/office/drawing/2014/main" id="{291DC3B2-E413-2A45-76BC-EE495F4EAFB5}"/>
                </a:ext>
              </a:extLst>
            </p:cNvPr>
            <p:cNvSpPr txBox="1"/>
            <p:nvPr/>
          </p:nvSpPr>
          <p:spPr>
            <a:xfrm>
              <a:off x="519830" y="3284607"/>
              <a:ext cx="748799" cy="233509"/>
            </a:xfrm>
            <a:prstGeom prst="rect">
              <a:avLst/>
            </a:prstGeom>
            <a:noFill/>
          </p:spPr>
          <p:txBody>
            <a:bodyPr wrap="square">
              <a:spAutoFit/>
            </a:bodyPr>
            <a:lstStyle/>
            <a:p>
              <a:pPr algn="ctr"/>
              <a:r>
                <a:rPr lang="en-US" altLang="ja-JP" sz="1200" b="1" dirty="0">
                  <a:solidFill>
                    <a:schemeClr val="bg1">
                      <a:lumMod val="95000"/>
                    </a:schemeClr>
                  </a:solidFill>
                  <a:latin typeface="原稿用標準書体" panose="03000503000000000000" pitchFamily="66" charset="-128"/>
                  <a:ea typeface="原稿用標準書体" panose="03000503000000000000" pitchFamily="66" charset="-128"/>
                </a:rPr>
                <a:t>ENB</a:t>
              </a:r>
              <a:endParaRPr kumimoji="1" lang="ja-JP" altLang="en-US" sz="1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262" name="グループ化 261">
            <a:extLst>
              <a:ext uri="{FF2B5EF4-FFF2-40B4-BE49-F238E27FC236}">
                <a16:creationId xmlns:a16="http://schemas.microsoft.com/office/drawing/2014/main" id="{43A47169-5958-922A-3639-1850ED9DF318}"/>
              </a:ext>
            </a:extLst>
          </p:cNvPr>
          <p:cNvGrpSpPr/>
          <p:nvPr/>
        </p:nvGrpSpPr>
        <p:grpSpPr>
          <a:xfrm>
            <a:off x="3405968" y="4595523"/>
            <a:ext cx="888261" cy="654696"/>
            <a:chOff x="519830" y="3162196"/>
            <a:chExt cx="748799" cy="551905"/>
          </a:xfrm>
        </p:grpSpPr>
        <p:sp>
          <p:nvSpPr>
            <p:cNvPr id="263" name="ハート 262">
              <a:extLst>
                <a:ext uri="{FF2B5EF4-FFF2-40B4-BE49-F238E27FC236}">
                  <a16:creationId xmlns:a16="http://schemas.microsoft.com/office/drawing/2014/main" id="{429C119B-95C0-71BF-7DEE-58B40314782B}"/>
                </a:ext>
              </a:extLst>
            </p:cNvPr>
            <p:cNvSpPr/>
            <p:nvPr/>
          </p:nvSpPr>
          <p:spPr>
            <a:xfrm>
              <a:off x="618278" y="3162196"/>
              <a:ext cx="551905" cy="551905"/>
            </a:xfrm>
            <a:prstGeom prst="heart">
              <a:avLst/>
            </a:prstGeom>
            <a:gradFill>
              <a:gsLst>
                <a:gs pos="5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64" name="テキスト ボックス 263">
              <a:extLst>
                <a:ext uri="{FF2B5EF4-FFF2-40B4-BE49-F238E27FC236}">
                  <a16:creationId xmlns:a16="http://schemas.microsoft.com/office/drawing/2014/main" id="{F2A7FA54-8454-1D70-8EE7-1FA73DBF5F23}"/>
                </a:ext>
              </a:extLst>
            </p:cNvPr>
            <p:cNvSpPr txBox="1"/>
            <p:nvPr/>
          </p:nvSpPr>
          <p:spPr>
            <a:xfrm>
              <a:off x="519830" y="3284607"/>
              <a:ext cx="748799" cy="233509"/>
            </a:xfrm>
            <a:prstGeom prst="rect">
              <a:avLst/>
            </a:prstGeom>
            <a:noFill/>
          </p:spPr>
          <p:txBody>
            <a:bodyPr wrap="square">
              <a:spAutoFit/>
            </a:bodyPr>
            <a:lstStyle/>
            <a:p>
              <a:pPr algn="ctr"/>
              <a:r>
                <a:rPr lang="en-US" altLang="ja-JP" sz="1200" b="1" dirty="0">
                  <a:solidFill>
                    <a:schemeClr val="bg1">
                      <a:lumMod val="95000"/>
                    </a:schemeClr>
                  </a:solidFill>
                  <a:latin typeface="原稿用標準書体" panose="03000503000000000000" pitchFamily="66" charset="-128"/>
                  <a:ea typeface="原稿用標準書体" panose="03000503000000000000" pitchFamily="66" charset="-128"/>
                </a:rPr>
                <a:t>ENB</a:t>
              </a:r>
              <a:endParaRPr kumimoji="1" lang="ja-JP" altLang="en-US" sz="1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265" name="グループ化 264">
            <a:extLst>
              <a:ext uri="{FF2B5EF4-FFF2-40B4-BE49-F238E27FC236}">
                <a16:creationId xmlns:a16="http://schemas.microsoft.com/office/drawing/2014/main" id="{73EC2ED2-4793-D03D-0C1C-9C39CF5DF480}"/>
              </a:ext>
            </a:extLst>
          </p:cNvPr>
          <p:cNvGrpSpPr/>
          <p:nvPr/>
        </p:nvGrpSpPr>
        <p:grpSpPr>
          <a:xfrm>
            <a:off x="3405968" y="5325643"/>
            <a:ext cx="888261" cy="654696"/>
            <a:chOff x="519830" y="3162196"/>
            <a:chExt cx="748799" cy="551905"/>
          </a:xfrm>
        </p:grpSpPr>
        <p:sp>
          <p:nvSpPr>
            <p:cNvPr id="266" name="ハート 265">
              <a:extLst>
                <a:ext uri="{FF2B5EF4-FFF2-40B4-BE49-F238E27FC236}">
                  <a16:creationId xmlns:a16="http://schemas.microsoft.com/office/drawing/2014/main" id="{D322B647-98B9-91F8-7C95-7916FCFF02BF}"/>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67" name="テキスト ボックス 266">
              <a:extLst>
                <a:ext uri="{FF2B5EF4-FFF2-40B4-BE49-F238E27FC236}">
                  <a16:creationId xmlns:a16="http://schemas.microsoft.com/office/drawing/2014/main" id="{6339B7BD-B12D-1354-7E7E-7E0A7011DF19}"/>
                </a:ext>
              </a:extLst>
            </p:cNvPr>
            <p:cNvSpPr txBox="1"/>
            <p:nvPr/>
          </p:nvSpPr>
          <p:spPr>
            <a:xfrm>
              <a:off x="519830" y="3284607"/>
              <a:ext cx="748799" cy="233509"/>
            </a:xfrm>
            <a:prstGeom prst="rect">
              <a:avLst/>
            </a:prstGeom>
            <a:noFill/>
          </p:spPr>
          <p:txBody>
            <a:bodyPr wrap="square">
              <a:spAutoFit/>
            </a:bodyPr>
            <a:lstStyle/>
            <a:p>
              <a:pPr algn="ctr"/>
              <a:r>
                <a:rPr lang="en-US" altLang="ja-JP" sz="1200" b="1" dirty="0">
                  <a:solidFill>
                    <a:schemeClr val="bg1">
                      <a:lumMod val="95000"/>
                    </a:schemeClr>
                  </a:solidFill>
                  <a:latin typeface="原稿用標準書体" panose="03000503000000000000" pitchFamily="66" charset="-128"/>
                  <a:ea typeface="原稿用標準書体" panose="03000503000000000000" pitchFamily="66" charset="-128"/>
                </a:rPr>
                <a:t>ENB</a:t>
              </a:r>
              <a:endParaRPr kumimoji="1" lang="ja-JP" altLang="en-US" sz="1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98" name="グループ化 97">
            <a:extLst>
              <a:ext uri="{FF2B5EF4-FFF2-40B4-BE49-F238E27FC236}">
                <a16:creationId xmlns:a16="http://schemas.microsoft.com/office/drawing/2014/main" id="{8FC8341C-130B-944E-C413-53170394FFDC}"/>
              </a:ext>
            </a:extLst>
          </p:cNvPr>
          <p:cNvGrpSpPr/>
          <p:nvPr/>
        </p:nvGrpSpPr>
        <p:grpSpPr>
          <a:xfrm>
            <a:off x="4740294" y="3064810"/>
            <a:ext cx="377850" cy="635617"/>
            <a:chOff x="4659035" y="3205484"/>
            <a:chExt cx="377850" cy="635617"/>
          </a:xfrm>
        </p:grpSpPr>
        <p:sp>
          <p:nvSpPr>
            <p:cNvPr id="11" name="楕円 10">
              <a:extLst>
                <a:ext uri="{FF2B5EF4-FFF2-40B4-BE49-F238E27FC236}">
                  <a16:creationId xmlns:a16="http://schemas.microsoft.com/office/drawing/2014/main" id="{5703D6B4-24E0-2BB2-EB4F-B16A3DF87C07}"/>
                </a:ext>
              </a:extLst>
            </p:cNvPr>
            <p:cNvSpPr/>
            <p:nvPr/>
          </p:nvSpPr>
          <p:spPr>
            <a:xfrm>
              <a:off x="4659035" y="36552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12" name="楕円 11">
              <a:extLst>
                <a:ext uri="{FF2B5EF4-FFF2-40B4-BE49-F238E27FC236}">
                  <a16:creationId xmlns:a16="http://schemas.microsoft.com/office/drawing/2014/main" id="{D8BED0CA-B2E8-2D3F-B33B-36176F8264EB}"/>
                </a:ext>
              </a:extLst>
            </p:cNvPr>
            <p:cNvSpPr/>
            <p:nvPr/>
          </p:nvSpPr>
          <p:spPr>
            <a:xfrm>
              <a:off x="4795907" y="344447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14" name="楕円 13">
              <a:extLst>
                <a:ext uri="{FF2B5EF4-FFF2-40B4-BE49-F238E27FC236}">
                  <a16:creationId xmlns:a16="http://schemas.microsoft.com/office/drawing/2014/main" id="{8154AB74-CCF7-B3FC-840C-A5DC6F78D25F}"/>
                </a:ext>
              </a:extLst>
            </p:cNvPr>
            <p:cNvSpPr/>
            <p:nvPr/>
          </p:nvSpPr>
          <p:spPr>
            <a:xfrm>
              <a:off x="4837789" y="320548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grpSp>
        <p:nvGrpSpPr>
          <p:cNvPr id="20" name="グループ化 19">
            <a:extLst>
              <a:ext uri="{FF2B5EF4-FFF2-40B4-BE49-F238E27FC236}">
                <a16:creationId xmlns:a16="http://schemas.microsoft.com/office/drawing/2014/main" id="{434FDEA4-D2C3-0E56-AD9D-3811FC98F1A1}"/>
              </a:ext>
            </a:extLst>
          </p:cNvPr>
          <p:cNvGrpSpPr/>
          <p:nvPr/>
        </p:nvGrpSpPr>
        <p:grpSpPr>
          <a:xfrm>
            <a:off x="4058449" y="3906611"/>
            <a:ext cx="377850" cy="635617"/>
            <a:chOff x="4811435" y="3357884"/>
            <a:chExt cx="377850" cy="635617"/>
          </a:xfrm>
        </p:grpSpPr>
        <p:sp>
          <p:nvSpPr>
            <p:cNvPr id="16" name="楕円 15">
              <a:extLst>
                <a:ext uri="{FF2B5EF4-FFF2-40B4-BE49-F238E27FC236}">
                  <a16:creationId xmlns:a16="http://schemas.microsoft.com/office/drawing/2014/main" id="{00154912-4669-6A12-B82F-FBA40AF7BC34}"/>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17" name="楕円 16">
              <a:extLst>
                <a:ext uri="{FF2B5EF4-FFF2-40B4-BE49-F238E27FC236}">
                  <a16:creationId xmlns:a16="http://schemas.microsoft.com/office/drawing/2014/main" id="{78BEF22D-A913-7D83-E21E-F4436B6BA853}"/>
                </a:ext>
              </a:extLst>
            </p:cNvPr>
            <p:cNvSpPr/>
            <p:nvPr/>
          </p:nvSpPr>
          <p:spPr>
            <a:xfrm>
              <a:off x="4948307" y="359687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18" name="楕円 17">
              <a:extLst>
                <a:ext uri="{FF2B5EF4-FFF2-40B4-BE49-F238E27FC236}">
                  <a16:creationId xmlns:a16="http://schemas.microsoft.com/office/drawing/2014/main" id="{7BEB1AE2-4EAE-37C5-979F-3FA7D07F11BE}"/>
                </a:ext>
              </a:extLst>
            </p:cNvPr>
            <p:cNvSpPr/>
            <p:nvPr/>
          </p:nvSpPr>
          <p:spPr>
            <a:xfrm>
              <a:off x="4990189" y="335788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sp>
        <p:nvSpPr>
          <p:cNvPr id="23" name="楕円 22">
            <a:extLst>
              <a:ext uri="{FF2B5EF4-FFF2-40B4-BE49-F238E27FC236}">
                <a16:creationId xmlns:a16="http://schemas.microsoft.com/office/drawing/2014/main" id="{8CCA3472-B3C6-41CC-DE20-D2A79290B741}"/>
              </a:ext>
            </a:extLst>
          </p:cNvPr>
          <p:cNvSpPr/>
          <p:nvPr/>
        </p:nvSpPr>
        <p:spPr>
          <a:xfrm>
            <a:off x="4058449" y="5090536"/>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nvGrpSpPr>
          <p:cNvPr id="26" name="グループ化 25">
            <a:extLst>
              <a:ext uri="{FF2B5EF4-FFF2-40B4-BE49-F238E27FC236}">
                <a16:creationId xmlns:a16="http://schemas.microsoft.com/office/drawing/2014/main" id="{8754704B-28AC-A283-1623-A93060B38E91}"/>
              </a:ext>
            </a:extLst>
          </p:cNvPr>
          <p:cNvGrpSpPr/>
          <p:nvPr/>
        </p:nvGrpSpPr>
        <p:grpSpPr>
          <a:xfrm>
            <a:off x="4058449" y="5613962"/>
            <a:ext cx="335968" cy="396627"/>
            <a:chOff x="4811435" y="3596874"/>
            <a:chExt cx="335968" cy="396627"/>
          </a:xfrm>
        </p:grpSpPr>
        <p:sp>
          <p:nvSpPr>
            <p:cNvPr id="27" name="楕円 26">
              <a:extLst>
                <a:ext uri="{FF2B5EF4-FFF2-40B4-BE49-F238E27FC236}">
                  <a16:creationId xmlns:a16="http://schemas.microsoft.com/office/drawing/2014/main" id="{5D8CBDB1-0EEB-B426-1B9F-CEA6D5B6BE79}"/>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9" name="楕円 28">
              <a:extLst>
                <a:ext uri="{FF2B5EF4-FFF2-40B4-BE49-F238E27FC236}">
                  <a16:creationId xmlns:a16="http://schemas.microsoft.com/office/drawing/2014/main" id="{8CE07FCF-D3D1-3B0A-F573-4D6FFC65FE01}"/>
                </a:ext>
              </a:extLst>
            </p:cNvPr>
            <p:cNvSpPr/>
            <p:nvPr/>
          </p:nvSpPr>
          <p:spPr>
            <a:xfrm>
              <a:off x="4948307" y="359687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sp>
        <p:nvSpPr>
          <p:cNvPr id="35" name="楕円 34">
            <a:extLst>
              <a:ext uri="{FF2B5EF4-FFF2-40B4-BE49-F238E27FC236}">
                <a16:creationId xmlns:a16="http://schemas.microsoft.com/office/drawing/2014/main" id="{D6C3FA95-E5B3-6941-E8A5-98770E3F2561}"/>
              </a:ext>
            </a:extLst>
          </p:cNvPr>
          <p:cNvSpPr/>
          <p:nvPr/>
        </p:nvSpPr>
        <p:spPr>
          <a:xfrm>
            <a:off x="4061957" y="1306543"/>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nvGrpSpPr>
          <p:cNvPr id="88" name="グループ化 87">
            <a:extLst>
              <a:ext uri="{FF2B5EF4-FFF2-40B4-BE49-F238E27FC236}">
                <a16:creationId xmlns:a16="http://schemas.microsoft.com/office/drawing/2014/main" id="{6714A324-615A-8380-9698-00AF5FB1E566}"/>
              </a:ext>
            </a:extLst>
          </p:cNvPr>
          <p:cNvGrpSpPr/>
          <p:nvPr/>
        </p:nvGrpSpPr>
        <p:grpSpPr>
          <a:xfrm>
            <a:off x="4061957" y="1590978"/>
            <a:ext cx="377850" cy="635617"/>
            <a:chOff x="4811435" y="3357884"/>
            <a:chExt cx="377850" cy="635617"/>
          </a:xfrm>
        </p:grpSpPr>
        <p:sp>
          <p:nvSpPr>
            <p:cNvPr id="89" name="楕円 88">
              <a:extLst>
                <a:ext uri="{FF2B5EF4-FFF2-40B4-BE49-F238E27FC236}">
                  <a16:creationId xmlns:a16="http://schemas.microsoft.com/office/drawing/2014/main" id="{0BF53B1D-9035-AECA-0875-08F40298EFEC}"/>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92" name="楕円 91">
              <a:extLst>
                <a:ext uri="{FF2B5EF4-FFF2-40B4-BE49-F238E27FC236}">
                  <a16:creationId xmlns:a16="http://schemas.microsoft.com/office/drawing/2014/main" id="{49486BEF-7260-B584-1D9B-190C39FB00C1}"/>
                </a:ext>
              </a:extLst>
            </p:cNvPr>
            <p:cNvSpPr/>
            <p:nvPr/>
          </p:nvSpPr>
          <p:spPr>
            <a:xfrm>
              <a:off x="4948307" y="359687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93" name="楕円 92">
              <a:extLst>
                <a:ext uri="{FF2B5EF4-FFF2-40B4-BE49-F238E27FC236}">
                  <a16:creationId xmlns:a16="http://schemas.microsoft.com/office/drawing/2014/main" id="{6D9097FA-9C10-1BF7-940F-C42C5A4BD1C2}"/>
                </a:ext>
              </a:extLst>
            </p:cNvPr>
            <p:cNvSpPr/>
            <p:nvPr/>
          </p:nvSpPr>
          <p:spPr>
            <a:xfrm>
              <a:off x="4990189" y="335788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grpSp>
        <p:nvGrpSpPr>
          <p:cNvPr id="94" name="グループ化 93">
            <a:extLst>
              <a:ext uri="{FF2B5EF4-FFF2-40B4-BE49-F238E27FC236}">
                <a16:creationId xmlns:a16="http://schemas.microsoft.com/office/drawing/2014/main" id="{C8823AF7-352B-E5DB-9CBD-BF7944581EC9}"/>
              </a:ext>
            </a:extLst>
          </p:cNvPr>
          <p:cNvGrpSpPr/>
          <p:nvPr/>
        </p:nvGrpSpPr>
        <p:grpSpPr>
          <a:xfrm>
            <a:off x="4061957" y="2564149"/>
            <a:ext cx="335968" cy="396627"/>
            <a:chOff x="4811435" y="3596874"/>
            <a:chExt cx="335968" cy="396627"/>
          </a:xfrm>
        </p:grpSpPr>
        <p:sp>
          <p:nvSpPr>
            <p:cNvPr id="95" name="楕円 94">
              <a:extLst>
                <a:ext uri="{FF2B5EF4-FFF2-40B4-BE49-F238E27FC236}">
                  <a16:creationId xmlns:a16="http://schemas.microsoft.com/office/drawing/2014/main" id="{90E10B0A-E8C9-6ABD-3A1F-66572A361C5B}"/>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96" name="楕円 95">
              <a:extLst>
                <a:ext uri="{FF2B5EF4-FFF2-40B4-BE49-F238E27FC236}">
                  <a16:creationId xmlns:a16="http://schemas.microsoft.com/office/drawing/2014/main" id="{367DC6EE-F7B3-1F3A-7EAC-C56D565FF3EC}"/>
                </a:ext>
              </a:extLst>
            </p:cNvPr>
            <p:cNvSpPr/>
            <p:nvPr/>
          </p:nvSpPr>
          <p:spPr>
            <a:xfrm>
              <a:off x="4948307" y="359687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grpSp>
        <p:nvGrpSpPr>
          <p:cNvPr id="99" name="グループ化 98">
            <a:extLst>
              <a:ext uri="{FF2B5EF4-FFF2-40B4-BE49-F238E27FC236}">
                <a16:creationId xmlns:a16="http://schemas.microsoft.com/office/drawing/2014/main" id="{72110B82-7D22-EE1E-04BA-F1F1625298ED}"/>
              </a:ext>
            </a:extLst>
          </p:cNvPr>
          <p:cNvGrpSpPr/>
          <p:nvPr/>
        </p:nvGrpSpPr>
        <p:grpSpPr>
          <a:xfrm>
            <a:off x="8962119" y="812475"/>
            <a:ext cx="2561811" cy="632926"/>
            <a:chOff x="8957885" y="4574183"/>
            <a:chExt cx="2561811" cy="632926"/>
          </a:xfrm>
        </p:grpSpPr>
        <p:sp>
          <p:nvSpPr>
            <p:cNvPr id="100" name="楕円 99">
              <a:extLst>
                <a:ext uri="{FF2B5EF4-FFF2-40B4-BE49-F238E27FC236}">
                  <a16:creationId xmlns:a16="http://schemas.microsoft.com/office/drawing/2014/main" id="{0FE2D74D-8DB6-101B-3C3D-7F4161933DF9}"/>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01" name="四角形: 角を丸くする 100">
              <a:extLst>
                <a:ext uri="{FF2B5EF4-FFF2-40B4-BE49-F238E27FC236}">
                  <a16:creationId xmlns:a16="http://schemas.microsoft.com/office/drawing/2014/main" id="{D5806B86-B46B-AB2B-D422-566AFA38FF13}"/>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nvGrpSpPr>
            <p:cNvPr id="102" name="グループ化 101">
              <a:extLst>
                <a:ext uri="{FF2B5EF4-FFF2-40B4-BE49-F238E27FC236}">
                  <a16:creationId xmlns:a16="http://schemas.microsoft.com/office/drawing/2014/main" id="{20FC0EF8-494E-19EE-865D-25CD17FC6831}"/>
                </a:ext>
              </a:extLst>
            </p:cNvPr>
            <p:cNvGrpSpPr/>
            <p:nvPr/>
          </p:nvGrpSpPr>
          <p:grpSpPr>
            <a:xfrm>
              <a:off x="9498429" y="4598805"/>
              <a:ext cx="1505416" cy="601824"/>
              <a:chOff x="1980734" y="3149081"/>
              <a:chExt cx="1505416" cy="601824"/>
            </a:xfrm>
          </p:grpSpPr>
          <p:sp>
            <p:nvSpPr>
              <p:cNvPr id="103" name="楕円 102">
                <a:extLst>
                  <a:ext uri="{FF2B5EF4-FFF2-40B4-BE49-F238E27FC236}">
                    <a16:creationId xmlns:a16="http://schemas.microsoft.com/office/drawing/2014/main" id="{69B1325A-9257-6531-5B0C-F2DC69E8669A}"/>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104" name="グループ化 103">
                <a:extLst>
                  <a:ext uri="{FF2B5EF4-FFF2-40B4-BE49-F238E27FC236}">
                    <a16:creationId xmlns:a16="http://schemas.microsoft.com/office/drawing/2014/main" id="{857B9A08-F9C4-18D5-4458-BC8752555572}"/>
                  </a:ext>
                </a:extLst>
              </p:cNvPr>
              <p:cNvGrpSpPr/>
              <p:nvPr/>
            </p:nvGrpSpPr>
            <p:grpSpPr>
              <a:xfrm>
                <a:off x="1980734" y="3175652"/>
                <a:ext cx="1505416" cy="575253"/>
                <a:chOff x="1980734" y="3175652"/>
                <a:chExt cx="1505416" cy="575253"/>
              </a:xfrm>
            </p:grpSpPr>
            <p:grpSp>
              <p:nvGrpSpPr>
                <p:cNvPr id="105" name="グループ化 104">
                  <a:extLst>
                    <a:ext uri="{FF2B5EF4-FFF2-40B4-BE49-F238E27FC236}">
                      <a16:creationId xmlns:a16="http://schemas.microsoft.com/office/drawing/2014/main" id="{0F2ED114-F57E-7E5B-4C48-0D8D2B84D994}"/>
                    </a:ext>
                  </a:extLst>
                </p:cNvPr>
                <p:cNvGrpSpPr/>
                <p:nvPr/>
              </p:nvGrpSpPr>
              <p:grpSpPr>
                <a:xfrm>
                  <a:off x="1980734" y="3473931"/>
                  <a:ext cx="1505416" cy="276974"/>
                  <a:chOff x="4194668" y="3607669"/>
                  <a:chExt cx="1105960" cy="276974"/>
                </a:xfrm>
              </p:grpSpPr>
              <p:sp>
                <p:nvSpPr>
                  <p:cNvPr id="107" name="四角形: 角を丸くする 106">
                    <a:extLst>
                      <a:ext uri="{FF2B5EF4-FFF2-40B4-BE49-F238E27FC236}">
                        <a16:creationId xmlns:a16="http://schemas.microsoft.com/office/drawing/2014/main" id="{6723C7EE-93E5-B6DB-08BC-9A125CB55665}"/>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108" name="図 107">
                    <a:extLst>
                      <a:ext uri="{FF2B5EF4-FFF2-40B4-BE49-F238E27FC236}">
                        <a16:creationId xmlns:a16="http://schemas.microsoft.com/office/drawing/2014/main" id="{D08E3DC5-A717-EF1B-12BE-EBC06EC3158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06" name="テキスト ボックス 105">
                  <a:extLst>
                    <a:ext uri="{FF2B5EF4-FFF2-40B4-BE49-F238E27FC236}">
                      <a16:creationId xmlns:a16="http://schemas.microsoft.com/office/drawing/2014/main" id="{A9A329D0-3632-EC39-8868-0C93E4063517}"/>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grpSp>
        <p:nvGrpSpPr>
          <p:cNvPr id="109" name="グループ化 108">
            <a:extLst>
              <a:ext uri="{FF2B5EF4-FFF2-40B4-BE49-F238E27FC236}">
                <a16:creationId xmlns:a16="http://schemas.microsoft.com/office/drawing/2014/main" id="{9F3E87F0-42DC-BFBD-1954-8955463F66A3}"/>
              </a:ext>
            </a:extLst>
          </p:cNvPr>
          <p:cNvGrpSpPr/>
          <p:nvPr/>
        </p:nvGrpSpPr>
        <p:grpSpPr>
          <a:xfrm>
            <a:off x="8962119" y="5343729"/>
            <a:ext cx="2561811" cy="632926"/>
            <a:chOff x="8957885" y="4574183"/>
            <a:chExt cx="2561811" cy="632926"/>
          </a:xfrm>
        </p:grpSpPr>
        <p:sp>
          <p:nvSpPr>
            <p:cNvPr id="110" name="楕円 109">
              <a:extLst>
                <a:ext uri="{FF2B5EF4-FFF2-40B4-BE49-F238E27FC236}">
                  <a16:creationId xmlns:a16="http://schemas.microsoft.com/office/drawing/2014/main" id="{59709EB7-D8BA-4C3C-C16A-0D87575ACE85}"/>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11" name="四角形: 角を丸くする 110">
              <a:extLst>
                <a:ext uri="{FF2B5EF4-FFF2-40B4-BE49-F238E27FC236}">
                  <a16:creationId xmlns:a16="http://schemas.microsoft.com/office/drawing/2014/main" id="{C412BC2E-D035-427D-90DB-ACC1D808D4EE}"/>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nvGrpSpPr>
            <p:cNvPr id="112" name="グループ化 111">
              <a:extLst>
                <a:ext uri="{FF2B5EF4-FFF2-40B4-BE49-F238E27FC236}">
                  <a16:creationId xmlns:a16="http://schemas.microsoft.com/office/drawing/2014/main" id="{055F0E20-C9CF-7E7F-C571-6D9C575FF53B}"/>
                </a:ext>
              </a:extLst>
            </p:cNvPr>
            <p:cNvGrpSpPr/>
            <p:nvPr/>
          </p:nvGrpSpPr>
          <p:grpSpPr>
            <a:xfrm>
              <a:off x="9498429" y="4598805"/>
              <a:ext cx="1505416" cy="601824"/>
              <a:chOff x="1980734" y="3149081"/>
              <a:chExt cx="1505416" cy="601824"/>
            </a:xfrm>
          </p:grpSpPr>
          <p:sp>
            <p:nvSpPr>
              <p:cNvPr id="113" name="楕円 112">
                <a:extLst>
                  <a:ext uri="{FF2B5EF4-FFF2-40B4-BE49-F238E27FC236}">
                    <a16:creationId xmlns:a16="http://schemas.microsoft.com/office/drawing/2014/main" id="{EAFD6DBF-AF91-754A-AB08-0B3C431376D7}"/>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114" name="グループ化 113">
                <a:extLst>
                  <a:ext uri="{FF2B5EF4-FFF2-40B4-BE49-F238E27FC236}">
                    <a16:creationId xmlns:a16="http://schemas.microsoft.com/office/drawing/2014/main" id="{08C7C01B-5100-45EF-2409-EA8DD8C66B18}"/>
                  </a:ext>
                </a:extLst>
              </p:cNvPr>
              <p:cNvGrpSpPr/>
              <p:nvPr/>
            </p:nvGrpSpPr>
            <p:grpSpPr>
              <a:xfrm>
                <a:off x="1980734" y="3175652"/>
                <a:ext cx="1505416" cy="575253"/>
                <a:chOff x="1980734" y="3175652"/>
                <a:chExt cx="1505416" cy="575253"/>
              </a:xfrm>
            </p:grpSpPr>
            <p:grpSp>
              <p:nvGrpSpPr>
                <p:cNvPr id="115" name="グループ化 114">
                  <a:extLst>
                    <a:ext uri="{FF2B5EF4-FFF2-40B4-BE49-F238E27FC236}">
                      <a16:creationId xmlns:a16="http://schemas.microsoft.com/office/drawing/2014/main" id="{6FC8CE93-66FD-1121-7152-3B87376A4511}"/>
                    </a:ext>
                  </a:extLst>
                </p:cNvPr>
                <p:cNvGrpSpPr/>
                <p:nvPr/>
              </p:nvGrpSpPr>
              <p:grpSpPr>
                <a:xfrm>
                  <a:off x="1980734" y="3473931"/>
                  <a:ext cx="1505416" cy="276974"/>
                  <a:chOff x="4194668" y="3607669"/>
                  <a:chExt cx="1105960" cy="276974"/>
                </a:xfrm>
              </p:grpSpPr>
              <p:sp>
                <p:nvSpPr>
                  <p:cNvPr id="117" name="四角形: 角を丸くする 116">
                    <a:extLst>
                      <a:ext uri="{FF2B5EF4-FFF2-40B4-BE49-F238E27FC236}">
                        <a16:creationId xmlns:a16="http://schemas.microsoft.com/office/drawing/2014/main" id="{BE4F3ED8-179B-ADA4-EB48-D2B07D1B3446}"/>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118" name="図 117">
                    <a:extLst>
                      <a:ext uri="{FF2B5EF4-FFF2-40B4-BE49-F238E27FC236}">
                        <a16:creationId xmlns:a16="http://schemas.microsoft.com/office/drawing/2014/main" id="{CB250623-A5C1-105E-3346-BBEF13BEBBE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16" name="テキスト ボックス 115">
                  <a:extLst>
                    <a:ext uri="{FF2B5EF4-FFF2-40B4-BE49-F238E27FC236}">
                      <a16:creationId xmlns:a16="http://schemas.microsoft.com/office/drawing/2014/main" id="{0696D8B8-516A-5FFE-BF2A-3929D3DFA79B}"/>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grpSp>
        <p:nvGrpSpPr>
          <p:cNvPr id="119" name="グループ化 118">
            <a:extLst>
              <a:ext uri="{FF2B5EF4-FFF2-40B4-BE49-F238E27FC236}">
                <a16:creationId xmlns:a16="http://schemas.microsoft.com/office/drawing/2014/main" id="{A391B02F-04B7-EAAC-8198-0B1805D313A9}"/>
              </a:ext>
            </a:extLst>
          </p:cNvPr>
          <p:cNvGrpSpPr/>
          <p:nvPr/>
        </p:nvGrpSpPr>
        <p:grpSpPr>
          <a:xfrm>
            <a:off x="8962119" y="1546204"/>
            <a:ext cx="2561811" cy="632926"/>
            <a:chOff x="8957885" y="4574183"/>
            <a:chExt cx="2561811" cy="632926"/>
          </a:xfrm>
        </p:grpSpPr>
        <p:sp>
          <p:nvSpPr>
            <p:cNvPr id="121" name="楕円 120">
              <a:extLst>
                <a:ext uri="{FF2B5EF4-FFF2-40B4-BE49-F238E27FC236}">
                  <a16:creationId xmlns:a16="http://schemas.microsoft.com/office/drawing/2014/main" id="{5CD1F016-9EC6-2E43-6979-DDBF01B1604A}"/>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22" name="四角形: 角を丸くする 121">
              <a:extLst>
                <a:ext uri="{FF2B5EF4-FFF2-40B4-BE49-F238E27FC236}">
                  <a16:creationId xmlns:a16="http://schemas.microsoft.com/office/drawing/2014/main" id="{6EFA5043-7461-055E-1EBD-A2221DC5B24A}"/>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nvGrpSpPr>
            <p:cNvPr id="123" name="グループ化 122">
              <a:extLst>
                <a:ext uri="{FF2B5EF4-FFF2-40B4-BE49-F238E27FC236}">
                  <a16:creationId xmlns:a16="http://schemas.microsoft.com/office/drawing/2014/main" id="{F54F264A-600F-380F-B607-538AB71CB677}"/>
                </a:ext>
              </a:extLst>
            </p:cNvPr>
            <p:cNvGrpSpPr/>
            <p:nvPr/>
          </p:nvGrpSpPr>
          <p:grpSpPr>
            <a:xfrm>
              <a:off x="9498429" y="4598805"/>
              <a:ext cx="1505416" cy="601824"/>
              <a:chOff x="1980734" y="3149081"/>
              <a:chExt cx="1505416" cy="601824"/>
            </a:xfrm>
          </p:grpSpPr>
          <p:sp>
            <p:nvSpPr>
              <p:cNvPr id="124" name="楕円 123">
                <a:extLst>
                  <a:ext uri="{FF2B5EF4-FFF2-40B4-BE49-F238E27FC236}">
                    <a16:creationId xmlns:a16="http://schemas.microsoft.com/office/drawing/2014/main" id="{0917FB5C-3444-8194-0321-C004BB3E35C8}"/>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127" name="グループ化 126">
                <a:extLst>
                  <a:ext uri="{FF2B5EF4-FFF2-40B4-BE49-F238E27FC236}">
                    <a16:creationId xmlns:a16="http://schemas.microsoft.com/office/drawing/2014/main" id="{30E7DC31-AE87-D4D9-E4C4-210B37D60BFF}"/>
                  </a:ext>
                </a:extLst>
              </p:cNvPr>
              <p:cNvGrpSpPr/>
              <p:nvPr/>
            </p:nvGrpSpPr>
            <p:grpSpPr>
              <a:xfrm>
                <a:off x="1980734" y="3175652"/>
                <a:ext cx="1505416" cy="575253"/>
                <a:chOff x="1980734" y="3175652"/>
                <a:chExt cx="1505416" cy="575253"/>
              </a:xfrm>
            </p:grpSpPr>
            <p:grpSp>
              <p:nvGrpSpPr>
                <p:cNvPr id="128" name="グループ化 127">
                  <a:extLst>
                    <a:ext uri="{FF2B5EF4-FFF2-40B4-BE49-F238E27FC236}">
                      <a16:creationId xmlns:a16="http://schemas.microsoft.com/office/drawing/2014/main" id="{2FF93136-0FD6-BD95-0F64-A12CB7ADE032}"/>
                    </a:ext>
                  </a:extLst>
                </p:cNvPr>
                <p:cNvGrpSpPr/>
                <p:nvPr/>
              </p:nvGrpSpPr>
              <p:grpSpPr>
                <a:xfrm>
                  <a:off x="1980734" y="3473931"/>
                  <a:ext cx="1505416" cy="276974"/>
                  <a:chOff x="4194668" y="3607669"/>
                  <a:chExt cx="1105960" cy="276974"/>
                </a:xfrm>
              </p:grpSpPr>
              <p:sp>
                <p:nvSpPr>
                  <p:cNvPr id="130" name="四角形: 角を丸くする 129">
                    <a:extLst>
                      <a:ext uri="{FF2B5EF4-FFF2-40B4-BE49-F238E27FC236}">
                        <a16:creationId xmlns:a16="http://schemas.microsoft.com/office/drawing/2014/main" id="{5814E06D-6448-803A-88D7-D17DABEF82E9}"/>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131" name="図 130">
                    <a:extLst>
                      <a:ext uri="{FF2B5EF4-FFF2-40B4-BE49-F238E27FC236}">
                        <a16:creationId xmlns:a16="http://schemas.microsoft.com/office/drawing/2014/main" id="{35DCA0B3-0262-7807-4DCF-3ADB2DF624D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29" name="テキスト ボックス 128">
                  <a:extLst>
                    <a:ext uri="{FF2B5EF4-FFF2-40B4-BE49-F238E27FC236}">
                      <a16:creationId xmlns:a16="http://schemas.microsoft.com/office/drawing/2014/main" id="{FD4414C5-5739-DA20-D824-BFB69B974A18}"/>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grpSp>
        <p:nvGrpSpPr>
          <p:cNvPr id="132" name="グループ化 131">
            <a:extLst>
              <a:ext uri="{FF2B5EF4-FFF2-40B4-BE49-F238E27FC236}">
                <a16:creationId xmlns:a16="http://schemas.microsoft.com/office/drawing/2014/main" id="{BB7C3786-9B5F-EFD1-82A5-775BB63CE08E}"/>
              </a:ext>
            </a:extLst>
          </p:cNvPr>
          <p:cNvGrpSpPr/>
          <p:nvPr/>
        </p:nvGrpSpPr>
        <p:grpSpPr>
          <a:xfrm>
            <a:off x="8172004" y="2279933"/>
            <a:ext cx="2561811" cy="632926"/>
            <a:chOff x="8957885" y="4574183"/>
            <a:chExt cx="2561811" cy="632926"/>
          </a:xfrm>
        </p:grpSpPr>
        <p:sp>
          <p:nvSpPr>
            <p:cNvPr id="133" name="楕円 132">
              <a:extLst>
                <a:ext uri="{FF2B5EF4-FFF2-40B4-BE49-F238E27FC236}">
                  <a16:creationId xmlns:a16="http://schemas.microsoft.com/office/drawing/2014/main" id="{831754E2-55E7-D813-995F-13FCC312E6B5}"/>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34" name="四角形: 角を丸くする 133">
              <a:extLst>
                <a:ext uri="{FF2B5EF4-FFF2-40B4-BE49-F238E27FC236}">
                  <a16:creationId xmlns:a16="http://schemas.microsoft.com/office/drawing/2014/main" id="{44A92C4D-0F32-738B-9C02-4C09744FFBF6}"/>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nvGrpSpPr>
            <p:cNvPr id="135" name="グループ化 134">
              <a:extLst>
                <a:ext uri="{FF2B5EF4-FFF2-40B4-BE49-F238E27FC236}">
                  <a16:creationId xmlns:a16="http://schemas.microsoft.com/office/drawing/2014/main" id="{8160A112-0ECC-B028-D3C5-9C158A0AF266}"/>
                </a:ext>
              </a:extLst>
            </p:cNvPr>
            <p:cNvGrpSpPr/>
            <p:nvPr/>
          </p:nvGrpSpPr>
          <p:grpSpPr>
            <a:xfrm>
              <a:off x="9498429" y="4598805"/>
              <a:ext cx="1505416" cy="601824"/>
              <a:chOff x="1980734" y="3149081"/>
              <a:chExt cx="1505416" cy="601824"/>
            </a:xfrm>
          </p:grpSpPr>
          <p:sp>
            <p:nvSpPr>
              <p:cNvPr id="136" name="楕円 135">
                <a:extLst>
                  <a:ext uri="{FF2B5EF4-FFF2-40B4-BE49-F238E27FC236}">
                    <a16:creationId xmlns:a16="http://schemas.microsoft.com/office/drawing/2014/main" id="{8BC23640-11A2-0E2D-3F99-6471598F3018}"/>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138" name="グループ化 137">
                <a:extLst>
                  <a:ext uri="{FF2B5EF4-FFF2-40B4-BE49-F238E27FC236}">
                    <a16:creationId xmlns:a16="http://schemas.microsoft.com/office/drawing/2014/main" id="{B5FC8EB0-6F10-4A30-B771-FB9043180D0F}"/>
                  </a:ext>
                </a:extLst>
              </p:cNvPr>
              <p:cNvGrpSpPr/>
              <p:nvPr/>
            </p:nvGrpSpPr>
            <p:grpSpPr>
              <a:xfrm>
                <a:off x="1980734" y="3175652"/>
                <a:ext cx="1505416" cy="575253"/>
                <a:chOff x="1980734" y="3175652"/>
                <a:chExt cx="1505416" cy="575253"/>
              </a:xfrm>
            </p:grpSpPr>
            <p:grpSp>
              <p:nvGrpSpPr>
                <p:cNvPr id="140" name="グループ化 139">
                  <a:extLst>
                    <a:ext uri="{FF2B5EF4-FFF2-40B4-BE49-F238E27FC236}">
                      <a16:creationId xmlns:a16="http://schemas.microsoft.com/office/drawing/2014/main" id="{E3D85BA2-294A-F374-6DA1-707818C9B8D6}"/>
                    </a:ext>
                  </a:extLst>
                </p:cNvPr>
                <p:cNvGrpSpPr/>
                <p:nvPr/>
              </p:nvGrpSpPr>
              <p:grpSpPr>
                <a:xfrm>
                  <a:off x="1980734" y="3473931"/>
                  <a:ext cx="1505416" cy="276974"/>
                  <a:chOff x="4194668" y="3607669"/>
                  <a:chExt cx="1105960" cy="276974"/>
                </a:xfrm>
              </p:grpSpPr>
              <p:sp>
                <p:nvSpPr>
                  <p:cNvPr id="142" name="四角形: 角を丸くする 141">
                    <a:extLst>
                      <a:ext uri="{FF2B5EF4-FFF2-40B4-BE49-F238E27FC236}">
                        <a16:creationId xmlns:a16="http://schemas.microsoft.com/office/drawing/2014/main" id="{2D17BCC5-1A42-4784-FFFC-2ED62465D7BE}"/>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143" name="図 142">
                    <a:extLst>
                      <a:ext uri="{FF2B5EF4-FFF2-40B4-BE49-F238E27FC236}">
                        <a16:creationId xmlns:a16="http://schemas.microsoft.com/office/drawing/2014/main" id="{04E2684D-8971-846B-AFC4-4F8EE3D6E69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41" name="テキスト ボックス 140">
                  <a:extLst>
                    <a:ext uri="{FF2B5EF4-FFF2-40B4-BE49-F238E27FC236}">
                      <a16:creationId xmlns:a16="http://schemas.microsoft.com/office/drawing/2014/main" id="{F9CAD93D-DE95-53AA-7195-8D4433DDB9BB}"/>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grpSp>
        <p:nvGrpSpPr>
          <p:cNvPr id="144" name="グループ化 143">
            <a:extLst>
              <a:ext uri="{FF2B5EF4-FFF2-40B4-BE49-F238E27FC236}">
                <a16:creationId xmlns:a16="http://schemas.microsoft.com/office/drawing/2014/main" id="{023B14B5-3BCE-D233-5B7C-01223ECD8F40}"/>
              </a:ext>
            </a:extLst>
          </p:cNvPr>
          <p:cNvGrpSpPr/>
          <p:nvPr/>
        </p:nvGrpSpPr>
        <p:grpSpPr>
          <a:xfrm>
            <a:off x="8962119" y="3146830"/>
            <a:ext cx="2561811" cy="632926"/>
            <a:chOff x="8957885" y="4574183"/>
            <a:chExt cx="2561811" cy="632926"/>
          </a:xfrm>
        </p:grpSpPr>
        <p:sp>
          <p:nvSpPr>
            <p:cNvPr id="145" name="楕円 144">
              <a:extLst>
                <a:ext uri="{FF2B5EF4-FFF2-40B4-BE49-F238E27FC236}">
                  <a16:creationId xmlns:a16="http://schemas.microsoft.com/office/drawing/2014/main" id="{2C7A4886-B42E-7A64-7E6E-38F8DBB5C2F8}"/>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46" name="四角形: 角を丸くする 145">
              <a:extLst>
                <a:ext uri="{FF2B5EF4-FFF2-40B4-BE49-F238E27FC236}">
                  <a16:creationId xmlns:a16="http://schemas.microsoft.com/office/drawing/2014/main" id="{439E42CB-61BD-94D7-F58E-A26140A25336}"/>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nvGrpSpPr>
            <p:cNvPr id="147" name="グループ化 146">
              <a:extLst>
                <a:ext uri="{FF2B5EF4-FFF2-40B4-BE49-F238E27FC236}">
                  <a16:creationId xmlns:a16="http://schemas.microsoft.com/office/drawing/2014/main" id="{5108A6C7-77EA-5713-A27B-06A24ED38AB2}"/>
                </a:ext>
              </a:extLst>
            </p:cNvPr>
            <p:cNvGrpSpPr/>
            <p:nvPr/>
          </p:nvGrpSpPr>
          <p:grpSpPr>
            <a:xfrm>
              <a:off x="9498429" y="4598805"/>
              <a:ext cx="1505416" cy="601824"/>
              <a:chOff x="1980734" y="3149081"/>
              <a:chExt cx="1505416" cy="601824"/>
            </a:xfrm>
          </p:grpSpPr>
          <p:sp>
            <p:nvSpPr>
              <p:cNvPr id="148" name="楕円 147">
                <a:extLst>
                  <a:ext uri="{FF2B5EF4-FFF2-40B4-BE49-F238E27FC236}">
                    <a16:creationId xmlns:a16="http://schemas.microsoft.com/office/drawing/2014/main" id="{CFDB1F61-5E66-4430-F6C3-EA5147814F6B}"/>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149" name="グループ化 148">
                <a:extLst>
                  <a:ext uri="{FF2B5EF4-FFF2-40B4-BE49-F238E27FC236}">
                    <a16:creationId xmlns:a16="http://schemas.microsoft.com/office/drawing/2014/main" id="{FF7E6E8E-C788-958C-BD5E-3B0F5D788644}"/>
                  </a:ext>
                </a:extLst>
              </p:cNvPr>
              <p:cNvGrpSpPr/>
              <p:nvPr/>
            </p:nvGrpSpPr>
            <p:grpSpPr>
              <a:xfrm>
                <a:off x="1980734" y="3175652"/>
                <a:ext cx="1505416" cy="575253"/>
                <a:chOff x="1980734" y="3175652"/>
                <a:chExt cx="1505416" cy="575253"/>
              </a:xfrm>
            </p:grpSpPr>
            <p:grpSp>
              <p:nvGrpSpPr>
                <p:cNvPr id="150" name="グループ化 149">
                  <a:extLst>
                    <a:ext uri="{FF2B5EF4-FFF2-40B4-BE49-F238E27FC236}">
                      <a16:creationId xmlns:a16="http://schemas.microsoft.com/office/drawing/2014/main" id="{12126220-8C1C-E827-B67C-B9794922B033}"/>
                    </a:ext>
                  </a:extLst>
                </p:cNvPr>
                <p:cNvGrpSpPr/>
                <p:nvPr/>
              </p:nvGrpSpPr>
              <p:grpSpPr>
                <a:xfrm>
                  <a:off x="1980734" y="3473931"/>
                  <a:ext cx="1505416" cy="276974"/>
                  <a:chOff x="4194668" y="3607669"/>
                  <a:chExt cx="1105960" cy="276974"/>
                </a:xfrm>
              </p:grpSpPr>
              <p:sp>
                <p:nvSpPr>
                  <p:cNvPr id="152" name="四角形: 角を丸くする 151">
                    <a:extLst>
                      <a:ext uri="{FF2B5EF4-FFF2-40B4-BE49-F238E27FC236}">
                        <a16:creationId xmlns:a16="http://schemas.microsoft.com/office/drawing/2014/main" id="{F73B4792-F707-ABC8-EF6D-DF4D469FD43C}"/>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156" name="図 155">
                    <a:extLst>
                      <a:ext uri="{FF2B5EF4-FFF2-40B4-BE49-F238E27FC236}">
                        <a16:creationId xmlns:a16="http://schemas.microsoft.com/office/drawing/2014/main" id="{40AA2C9A-0A20-F095-FF54-85661764F30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51" name="テキスト ボックス 150">
                  <a:extLst>
                    <a:ext uri="{FF2B5EF4-FFF2-40B4-BE49-F238E27FC236}">
                      <a16:creationId xmlns:a16="http://schemas.microsoft.com/office/drawing/2014/main" id="{C255C1EF-5C9B-E821-9B28-878A9A86EA41}"/>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grpSp>
        <p:nvGrpSpPr>
          <p:cNvPr id="157" name="グループ化 156">
            <a:extLst>
              <a:ext uri="{FF2B5EF4-FFF2-40B4-BE49-F238E27FC236}">
                <a16:creationId xmlns:a16="http://schemas.microsoft.com/office/drawing/2014/main" id="{95AD727F-3DF1-B7BC-6E5D-D606430F0FFF}"/>
              </a:ext>
            </a:extLst>
          </p:cNvPr>
          <p:cNvGrpSpPr/>
          <p:nvPr/>
        </p:nvGrpSpPr>
        <p:grpSpPr>
          <a:xfrm>
            <a:off x="8962119" y="3876273"/>
            <a:ext cx="2561811" cy="632926"/>
            <a:chOff x="8957885" y="4574183"/>
            <a:chExt cx="2561811" cy="632926"/>
          </a:xfrm>
        </p:grpSpPr>
        <p:sp>
          <p:nvSpPr>
            <p:cNvPr id="158" name="楕円 157">
              <a:extLst>
                <a:ext uri="{FF2B5EF4-FFF2-40B4-BE49-F238E27FC236}">
                  <a16:creationId xmlns:a16="http://schemas.microsoft.com/office/drawing/2014/main" id="{80D49F42-ABB2-09B8-180B-7713B55D2A41}"/>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59" name="四角形: 角を丸くする 158">
              <a:extLst>
                <a:ext uri="{FF2B5EF4-FFF2-40B4-BE49-F238E27FC236}">
                  <a16:creationId xmlns:a16="http://schemas.microsoft.com/office/drawing/2014/main" id="{98F12B86-FB7F-35CB-7A15-345B74E8979E}"/>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nvGrpSpPr>
            <p:cNvPr id="160" name="グループ化 159">
              <a:extLst>
                <a:ext uri="{FF2B5EF4-FFF2-40B4-BE49-F238E27FC236}">
                  <a16:creationId xmlns:a16="http://schemas.microsoft.com/office/drawing/2014/main" id="{BAE25734-D59E-F887-D7BA-C5BF20349645}"/>
                </a:ext>
              </a:extLst>
            </p:cNvPr>
            <p:cNvGrpSpPr/>
            <p:nvPr/>
          </p:nvGrpSpPr>
          <p:grpSpPr>
            <a:xfrm>
              <a:off x="9498429" y="4598805"/>
              <a:ext cx="1505416" cy="601824"/>
              <a:chOff x="1980734" y="3149081"/>
              <a:chExt cx="1505416" cy="601824"/>
            </a:xfrm>
          </p:grpSpPr>
          <p:sp>
            <p:nvSpPr>
              <p:cNvPr id="161" name="楕円 160">
                <a:extLst>
                  <a:ext uri="{FF2B5EF4-FFF2-40B4-BE49-F238E27FC236}">
                    <a16:creationId xmlns:a16="http://schemas.microsoft.com/office/drawing/2014/main" id="{45835B9C-6EFD-4478-632D-2B05064E03B9}"/>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173" name="グループ化 172">
                <a:extLst>
                  <a:ext uri="{FF2B5EF4-FFF2-40B4-BE49-F238E27FC236}">
                    <a16:creationId xmlns:a16="http://schemas.microsoft.com/office/drawing/2014/main" id="{78B15E64-E7C9-C8A5-1EC6-585826886617}"/>
                  </a:ext>
                </a:extLst>
              </p:cNvPr>
              <p:cNvGrpSpPr/>
              <p:nvPr/>
            </p:nvGrpSpPr>
            <p:grpSpPr>
              <a:xfrm>
                <a:off x="1980734" y="3175652"/>
                <a:ext cx="1505416" cy="575253"/>
                <a:chOff x="1980734" y="3175652"/>
                <a:chExt cx="1505416" cy="575253"/>
              </a:xfrm>
            </p:grpSpPr>
            <p:grpSp>
              <p:nvGrpSpPr>
                <p:cNvPr id="177" name="グループ化 176">
                  <a:extLst>
                    <a:ext uri="{FF2B5EF4-FFF2-40B4-BE49-F238E27FC236}">
                      <a16:creationId xmlns:a16="http://schemas.microsoft.com/office/drawing/2014/main" id="{BC619B13-8CA0-E059-2543-A178CC325EFD}"/>
                    </a:ext>
                  </a:extLst>
                </p:cNvPr>
                <p:cNvGrpSpPr/>
                <p:nvPr/>
              </p:nvGrpSpPr>
              <p:grpSpPr>
                <a:xfrm>
                  <a:off x="1980734" y="3473931"/>
                  <a:ext cx="1505416" cy="276974"/>
                  <a:chOff x="4194668" y="3607669"/>
                  <a:chExt cx="1105960" cy="276974"/>
                </a:xfrm>
              </p:grpSpPr>
              <p:sp>
                <p:nvSpPr>
                  <p:cNvPr id="182" name="四角形: 角を丸くする 181">
                    <a:extLst>
                      <a:ext uri="{FF2B5EF4-FFF2-40B4-BE49-F238E27FC236}">
                        <a16:creationId xmlns:a16="http://schemas.microsoft.com/office/drawing/2014/main" id="{7A1919BC-E057-01D3-5858-54C2202800EA}"/>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184" name="図 183">
                    <a:extLst>
                      <a:ext uri="{FF2B5EF4-FFF2-40B4-BE49-F238E27FC236}">
                        <a16:creationId xmlns:a16="http://schemas.microsoft.com/office/drawing/2014/main" id="{DC9F8556-312D-E34D-A0D6-195BC654522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78" name="テキスト ボックス 177">
                  <a:extLst>
                    <a:ext uri="{FF2B5EF4-FFF2-40B4-BE49-F238E27FC236}">
                      <a16:creationId xmlns:a16="http://schemas.microsoft.com/office/drawing/2014/main" id="{A9E3D981-E65F-6723-571C-B97ABBBD5CE5}"/>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grpSp>
        <p:nvGrpSpPr>
          <p:cNvPr id="187" name="グループ化 186">
            <a:extLst>
              <a:ext uri="{FF2B5EF4-FFF2-40B4-BE49-F238E27FC236}">
                <a16:creationId xmlns:a16="http://schemas.microsoft.com/office/drawing/2014/main" id="{B27DE63C-02B5-8C20-9C68-2E904D843A35}"/>
              </a:ext>
            </a:extLst>
          </p:cNvPr>
          <p:cNvGrpSpPr/>
          <p:nvPr/>
        </p:nvGrpSpPr>
        <p:grpSpPr>
          <a:xfrm>
            <a:off x="8962119" y="4610002"/>
            <a:ext cx="2561811" cy="632926"/>
            <a:chOff x="8957885" y="4574183"/>
            <a:chExt cx="2561811" cy="632926"/>
          </a:xfrm>
        </p:grpSpPr>
        <p:sp>
          <p:nvSpPr>
            <p:cNvPr id="188" name="楕円 187">
              <a:extLst>
                <a:ext uri="{FF2B5EF4-FFF2-40B4-BE49-F238E27FC236}">
                  <a16:creationId xmlns:a16="http://schemas.microsoft.com/office/drawing/2014/main" id="{17E9025A-D83F-B081-A57C-D7A7E622666C}"/>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89" name="四角形: 角を丸くする 188">
              <a:extLst>
                <a:ext uri="{FF2B5EF4-FFF2-40B4-BE49-F238E27FC236}">
                  <a16:creationId xmlns:a16="http://schemas.microsoft.com/office/drawing/2014/main" id="{C6EEC57B-F94A-DC2B-FB3E-D2B5B99B5206}"/>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nvGrpSpPr>
            <p:cNvPr id="190" name="グループ化 189">
              <a:extLst>
                <a:ext uri="{FF2B5EF4-FFF2-40B4-BE49-F238E27FC236}">
                  <a16:creationId xmlns:a16="http://schemas.microsoft.com/office/drawing/2014/main" id="{62C6E950-87E4-A851-CEEF-2E7E826273F2}"/>
                </a:ext>
              </a:extLst>
            </p:cNvPr>
            <p:cNvGrpSpPr/>
            <p:nvPr/>
          </p:nvGrpSpPr>
          <p:grpSpPr>
            <a:xfrm>
              <a:off x="9498429" y="4598805"/>
              <a:ext cx="1505416" cy="601824"/>
              <a:chOff x="1980734" y="3149081"/>
              <a:chExt cx="1505416" cy="601824"/>
            </a:xfrm>
          </p:grpSpPr>
          <p:sp>
            <p:nvSpPr>
              <p:cNvPr id="191" name="楕円 190">
                <a:extLst>
                  <a:ext uri="{FF2B5EF4-FFF2-40B4-BE49-F238E27FC236}">
                    <a16:creationId xmlns:a16="http://schemas.microsoft.com/office/drawing/2014/main" id="{64B5F3CD-6EE2-0C6D-4450-F1BEA6802256}"/>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192" name="グループ化 191">
                <a:extLst>
                  <a:ext uri="{FF2B5EF4-FFF2-40B4-BE49-F238E27FC236}">
                    <a16:creationId xmlns:a16="http://schemas.microsoft.com/office/drawing/2014/main" id="{12475C9C-03B9-E105-2572-1901015C190B}"/>
                  </a:ext>
                </a:extLst>
              </p:cNvPr>
              <p:cNvGrpSpPr/>
              <p:nvPr/>
            </p:nvGrpSpPr>
            <p:grpSpPr>
              <a:xfrm>
                <a:off x="1980734" y="3175652"/>
                <a:ext cx="1505416" cy="575253"/>
                <a:chOff x="1980734" y="3175652"/>
                <a:chExt cx="1505416" cy="575253"/>
              </a:xfrm>
            </p:grpSpPr>
            <p:grpSp>
              <p:nvGrpSpPr>
                <p:cNvPr id="193" name="グループ化 192">
                  <a:extLst>
                    <a:ext uri="{FF2B5EF4-FFF2-40B4-BE49-F238E27FC236}">
                      <a16:creationId xmlns:a16="http://schemas.microsoft.com/office/drawing/2014/main" id="{70BF436B-C071-1B93-3B15-65A48E4B64E6}"/>
                    </a:ext>
                  </a:extLst>
                </p:cNvPr>
                <p:cNvGrpSpPr/>
                <p:nvPr/>
              </p:nvGrpSpPr>
              <p:grpSpPr>
                <a:xfrm>
                  <a:off x="1980734" y="3473931"/>
                  <a:ext cx="1505416" cy="276974"/>
                  <a:chOff x="4194668" y="3607669"/>
                  <a:chExt cx="1105960" cy="276974"/>
                </a:xfrm>
              </p:grpSpPr>
              <p:sp>
                <p:nvSpPr>
                  <p:cNvPr id="195" name="四角形: 角を丸くする 194">
                    <a:extLst>
                      <a:ext uri="{FF2B5EF4-FFF2-40B4-BE49-F238E27FC236}">
                        <a16:creationId xmlns:a16="http://schemas.microsoft.com/office/drawing/2014/main" id="{3B91A29A-A944-1132-2C1F-6BE251BD8E20}"/>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196" name="図 195">
                    <a:extLst>
                      <a:ext uri="{FF2B5EF4-FFF2-40B4-BE49-F238E27FC236}">
                        <a16:creationId xmlns:a16="http://schemas.microsoft.com/office/drawing/2014/main" id="{D622FB24-0762-42D3-DBE6-AA392F98B61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94" name="テキスト ボックス 193">
                  <a:extLst>
                    <a:ext uri="{FF2B5EF4-FFF2-40B4-BE49-F238E27FC236}">
                      <a16:creationId xmlns:a16="http://schemas.microsoft.com/office/drawing/2014/main" id="{E9BC4C03-2091-20BE-CBB5-E75495CEBDD5}"/>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grpSp>
        <p:nvGrpSpPr>
          <p:cNvPr id="276" name="グループ化 275">
            <a:extLst>
              <a:ext uri="{FF2B5EF4-FFF2-40B4-BE49-F238E27FC236}">
                <a16:creationId xmlns:a16="http://schemas.microsoft.com/office/drawing/2014/main" id="{1D0150B8-97A4-F5AC-E1D9-7F9ECDA14BCA}"/>
              </a:ext>
            </a:extLst>
          </p:cNvPr>
          <p:cNvGrpSpPr/>
          <p:nvPr/>
        </p:nvGrpSpPr>
        <p:grpSpPr>
          <a:xfrm>
            <a:off x="1719571" y="303092"/>
            <a:ext cx="3092165" cy="338875"/>
            <a:chOff x="1719571" y="274517"/>
            <a:chExt cx="3092165" cy="338875"/>
          </a:xfrm>
        </p:grpSpPr>
        <p:grpSp>
          <p:nvGrpSpPr>
            <p:cNvPr id="241" name="グループ化 240">
              <a:extLst>
                <a:ext uri="{FF2B5EF4-FFF2-40B4-BE49-F238E27FC236}">
                  <a16:creationId xmlns:a16="http://schemas.microsoft.com/office/drawing/2014/main" id="{84BD094E-847E-4E7D-7AD3-15B3241591BB}"/>
                </a:ext>
              </a:extLst>
            </p:cNvPr>
            <p:cNvGrpSpPr/>
            <p:nvPr/>
          </p:nvGrpSpPr>
          <p:grpSpPr>
            <a:xfrm>
              <a:off x="1719571" y="274517"/>
              <a:ext cx="3092165" cy="338875"/>
              <a:chOff x="1719571" y="215382"/>
              <a:chExt cx="3888059" cy="426098"/>
            </a:xfrm>
          </p:grpSpPr>
          <p:sp>
            <p:nvSpPr>
              <p:cNvPr id="242" name="平行四辺形 241">
                <a:extLst>
                  <a:ext uri="{FF2B5EF4-FFF2-40B4-BE49-F238E27FC236}">
                    <a16:creationId xmlns:a16="http://schemas.microsoft.com/office/drawing/2014/main" id="{8F3FACF2-F75D-86BC-9AB5-D250263B0F5C}"/>
                  </a:ext>
                </a:extLst>
              </p:cNvPr>
              <p:cNvSpPr/>
              <p:nvPr/>
            </p:nvSpPr>
            <p:spPr>
              <a:xfrm>
                <a:off x="171957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43" name="平行四辺形 242">
                <a:extLst>
                  <a:ext uri="{FF2B5EF4-FFF2-40B4-BE49-F238E27FC236}">
                    <a16:creationId xmlns:a16="http://schemas.microsoft.com/office/drawing/2014/main" id="{9039B98D-65B6-1A75-FAC7-6F61E50847DB}"/>
                  </a:ext>
                </a:extLst>
              </p:cNvPr>
              <p:cNvSpPr/>
              <p:nvPr/>
            </p:nvSpPr>
            <p:spPr>
              <a:xfrm>
                <a:off x="2477666"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44" name="平行四辺形 243">
                <a:extLst>
                  <a:ext uri="{FF2B5EF4-FFF2-40B4-BE49-F238E27FC236}">
                    <a16:creationId xmlns:a16="http://schemas.microsoft.com/office/drawing/2014/main" id="{86A60C8F-52A0-5FD6-9C09-348522CD0AA5}"/>
                  </a:ext>
                </a:extLst>
              </p:cNvPr>
              <p:cNvSpPr/>
              <p:nvPr/>
            </p:nvSpPr>
            <p:spPr>
              <a:xfrm>
                <a:off x="323576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45" name="平行四辺形 244">
                <a:extLst>
                  <a:ext uri="{FF2B5EF4-FFF2-40B4-BE49-F238E27FC236}">
                    <a16:creationId xmlns:a16="http://schemas.microsoft.com/office/drawing/2014/main" id="{808E6E20-A868-2379-3B2E-6BF8F9C10742}"/>
                  </a:ext>
                </a:extLst>
              </p:cNvPr>
              <p:cNvSpPr/>
              <p:nvPr/>
            </p:nvSpPr>
            <p:spPr>
              <a:xfrm>
                <a:off x="4751951" y="215382"/>
                <a:ext cx="855679" cy="426098"/>
              </a:xfrm>
              <a:prstGeom prst="parallelogram">
                <a:avLst/>
              </a:prstGeom>
              <a:solidFill>
                <a:schemeClr val="tx1">
                  <a:lumMod val="75000"/>
                  <a:lumOff val="2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46" name="平行四辺形 245">
                <a:extLst>
                  <a:ext uri="{FF2B5EF4-FFF2-40B4-BE49-F238E27FC236}">
                    <a16:creationId xmlns:a16="http://schemas.microsoft.com/office/drawing/2014/main" id="{819F4B22-82C3-40AA-A627-25498FA69565}"/>
                  </a:ext>
                </a:extLst>
              </p:cNvPr>
              <p:cNvSpPr/>
              <p:nvPr/>
            </p:nvSpPr>
            <p:spPr>
              <a:xfrm>
                <a:off x="3993856"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272" name="楕円 271">
              <a:extLst>
                <a:ext uri="{FF2B5EF4-FFF2-40B4-BE49-F238E27FC236}">
                  <a16:creationId xmlns:a16="http://schemas.microsoft.com/office/drawing/2014/main" id="{E7C166CB-A51F-8DDF-9C28-5461313C6EBE}"/>
                </a:ext>
              </a:extLst>
            </p:cNvPr>
            <p:cNvSpPr/>
            <p:nvPr/>
          </p:nvSpPr>
          <p:spPr>
            <a:xfrm>
              <a:off x="1900984"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原稿用標準書体" panose="03000503000000000000" pitchFamily="66" charset="-128"/>
                  <a:ea typeface="原稿用標準書体" panose="03000503000000000000" pitchFamily="66" charset="-128"/>
                </a:rPr>
                <a:t>キャラ</a:t>
              </a:r>
            </a:p>
          </p:txBody>
        </p:sp>
        <p:sp>
          <p:nvSpPr>
            <p:cNvPr id="273" name="楕円 272">
              <a:extLst>
                <a:ext uri="{FF2B5EF4-FFF2-40B4-BE49-F238E27FC236}">
                  <a16:creationId xmlns:a16="http://schemas.microsoft.com/office/drawing/2014/main" id="{2473E992-2D78-DE2B-DDED-91D1F8B58101}"/>
                </a:ext>
              </a:extLst>
            </p:cNvPr>
            <p:cNvSpPr/>
            <p:nvPr/>
          </p:nvSpPr>
          <p:spPr>
            <a:xfrm>
              <a:off x="3716200"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原稿用標準書体" panose="03000503000000000000" pitchFamily="66" charset="-128"/>
                  <a:ea typeface="原稿用標準書体" panose="03000503000000000000" pitchFamily="66" charset="-128"/>
                </a:rPr>
                <a:t>キャラ</a:t>
              </a:r>
            </a:p>
          </p:txBody>
        </p:sp>
        <p:sp>
          <p:nvSpPr>
            <p:cNvPr id="274" name="楕円 273">
              <a:extLst>
                <a:ext uri="{FF2B5EF4-FFF2-40B4-BE49-F238E27FC236}">
                  <a16:creationId xmlns:a16="http://schemas.microsoft.com/office/drawing/2014/main" id="{D9702DAE-0686-2E00-4A15-32923E8318C0}"/>
                </a:ext>
              </a:extLst>
            </p:cNvPr>
            <p:cNvSpPr/>
            <p:nvPr/>
          </p:nvSpPr>
          <p:spPr>
            <a:xfrm>
              <a:off x="2506056"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原稿用標準書体" panose="03000503000000000000" pitchFamily="66" charset="-128"/>
                  <a:ea typeface="原稿用標準書体" panose="03000503000000000000" pitchFamily="66" charset="-128"/>
                </a:rPr>
                <a:t>キャラ</a:t>
              </a:r>
            </a:p>
          </p:txBody>
        </p:sp>
        <p:sp>
          <p:nvSpPr>
            <p:cNvPr id="275" name="楕円 274">
              <a:extLst>
                <a:ext uri="{FF2B5EF4-FFF2-40B4-BE49-F238E27FC236}">
                  <a16:creationId xmlns:a16="http://schemas.microsoft.com/office/drawing/2014/main" id="{55B10C85-A907-5F5A-D357-C696EA9C9B67}"/>
                </a:ext>
              </a:extLst>
            </p:cNvPr>
            <p:cNvSpPr/>
            <p:nvPr/>
          </p:nvSpPr>
          <p:spPr>
            <a:xfrm>
              <a:off x="3111128"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原稿用標準書体" panose="03000503000000000000" pitchFamily="66" charset="-128"/>
                  <a:ea typeface="原稿用標準書体" panose="03000503000000000000" pitchFamily="66" charset="-128"/>
                </a:rPr>
                <a:t>キャラ</a:t>
              </a:r>
            </a:p>
          </p:txBody>
        </p:sp>
      </p:grpSp>
      <p:cxnSp>
        <p:nvCxnSpPr>
          <p:cNvPr id="25" name="直線コネクタ 24">
            <a:extLst>
              <a:ext uri="{FF2B5EF4-FFF2-40B4-BE49-F238E27FC236}">
                <a16:creationId xmlns:a16="http://schemas.microsoft.com/office/drawing/2014/main" id="{0D1B9BBB-7144-374D-58F1-01F215208304}"/>
              </a:ext>
            </a:extLst>
          </p:cNvPr>
          <p:cNvCxnSpPr>
            <a:cxnSpLocks/>
          </p:cNvCxnSpPr>
          <p:nvPr/>
        </p:nvCxnSpPr>
        <p:spPr>
          <a:xfrm>
            <a:off x="541538" y="3769566"/>
            <a:ext cx="5051394" cy="0"/>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82" name="テキスト ボックス 81">
            <a:extLst>
              <a:ext uri="{FF2B5EF4-FFF2-40B4-BE49-F238E27FC236}">
                <a16:creationId xmlns:a16="http://schemas.microsoft.com/office/drawing/2014/main" id="{3B11305A-9996-83FF-1F0D-E168BEE952B1}"/>
              </a:ext>
            </a:extLst>
          </p:cNvPr>
          <p:cNvSpPr txBox="1"/>
          <p:nvPr/>
        </p:nvSpPr>
        <p:spPr>
          <a:xfrm>
            <a:off x="5094472" y="3348579"/>
            <a:ext cx="524313" cy="369332"/>
          </a:xfrm>
          <a:prstGeom prst="rect">
            <a:avLst/>
          </a:prstGeom>
          <a:noFill/>
        </p:spPr>
        <p:txBody>
          <a:bodyPr wrap="square" rtlCol="0">
            <a:spAutoFit/>
          </a:bodyPr>
          <a:lstStyle/>
          <a:p>
            <a:pPr algn="ctr"/>
            <a:r>
              <a:rPr kumimoji="1" lang="ja-JP" altLang="en-US" b="1" dirty="0">
                <a:solidFill>
                  <a:schemeClr val="bg1">
                    <a:lumMod val="95000"/>
                  </a:schemeClr>
                </a:solidFill>
                <a:latin typeface="原稿用標準書体" panose="03000503000000000000" pitchFamily="66" charset="-128"/>
                <a:ea typeface="原稿用標準書体" panose="03000503000000000000" pitchFamily="66" charset="-128"/>
              </a:rPr>
              <a:t>前</a:t>
            </a:r>
            <a:endParaRPr kumimoji="1" lang="ja-JP" altLang="en-US" sz="28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83" name="テキスト ボックス 82">
            <a:extLst>
              <a:ext uri="{FF2B5EF4-FFF2-40B4-BE49-F238E27FC236}">
                <a16:creationId xmlns:a16="http://schemas.microsoft.com/office/drawing/2014/main" id="{005199E6-E231-7158-9E39-C722097A0EB6}"/>
              </a:ext>
            </a:extLst>
          </p:cNvPr>
          <p:cNvSpPr txBox="1"/>
          <p:nvPr/>
        </p:nvSpPr>
        <p:spPr>
          <a:xfrm>
            <a:off x="5094472" y="3786647"/>
            <a:ext cx="524313" cy="369332"/>
          </a:xfrm>
          <a:prstGeom prst="rect">
            <a:avLst/>
          </a:prstGeom>
          <a:noFill/>
        </p:spPr>
        <p:txBody>
          <a:bodyPr wrap="square" rtlCol="0">
            <a:spAutoFit/>
          </a:bodyPr>
          <a:lstStyle/>
          <a:p>
            <a:pPr algn="ctr"/>
            <a:r>
              <a:rPr kumimoji="1" lang="ja-JP" altLang="en-US" b="1" dirty="0">
                <a:solidFill>
                  <a:schemeClr val="bg1">
                    <a:lumMod val="95000"/>
                  </a:schemeClr>
                </a:solidFill>
                <a:latin typeface="原稿用標準書体" panose="03000503000000000000" pitchFamily="66" charset="-128"/>
                <a:ea typeface="原稿用標準書体" panose="03000503000000000000" pitchFamily="66" charset="-128"/>
              </a:rPr>
              <a:t>後</a:t>
            </a:r>
            <a:endParaRPr kumimoji="1" lang="ja-JP" altLang="en-US" sz="28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4" name="矢印: 五方向 3">
            <a:extLst>
              <a:ext uri="{FF2B5EF4-FFF2-40B4-BE49-F238E27FC236}">
                <a16:creationId xmlns:a16="http://schemas.microsoft.com/office/drawing/2014/main" id="{A5EA0C97-DDBA-CE8D-0FE3-00B0AFFCC1DE}"/>
              </a:ext>
            </a:extLst>
          </p:cNvPr>
          <p:cNvSpPr/>
          <p:nvPr/>
        </p:nvSpPr>
        <p:spPr>
          <a:xfrm>
            <a:off x="9793588" y="6169827"/>
            <a:ext cx="1225730" cy="527075"/>
          </a:xfrm>
          <a:prstGeom prst="homePlate">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原稿用標準書体" panose="03000503000000000000" pitchFamily="66" charset="-128"/>
                <a:ea typeface="原稿用標準書体" panose="03000503000000000000" pitchFamily="66" charset="-128"/>
              </a:rPr>
              <a:t>撤退</a:t>
            </a:r>
          </a:p>
        </p:txBody>
      </p:sp>
      <p:grpSp>
        <p:nvGrpSpPr>
          <p:cNvPr id="21" name="グループ化 20">
            <a:extLst>
              <a:ext uri="{FF2B5EF4-FFF2-40B4-BE49-F238E27FC236}">
                <a16:creationId xmlns:a16="http://schemas.microsoft.com/office/drawing/2014/main" id="{E1B56B38-971F-265B-BD57-71CD9981EC3B}"/>
              </a:ext>
            </a:extLst>
          </p:cNvPr>
          <p:cNvGrpSpPr/>
          <p:nvPr/>
        </p:nvGrpSpPr>
        <p:grpSpPr>
          <a:xfrm>
            <a:off x="8106557" y="848666"/>
            <a:ext cx="1102148" cy="5096264"/>
            <a:chOff x="8106557" y="848666"/>
            <a:chExt cx="1102148" cy="5096264"/>
          </a:xfrm>
        </p:grpSpPr>
        <p:sp>
          <p:nvSpPr>
            <p:cNvPr id="24" name="楕円 23">
              <a:extLst>
                <a:ext uri="{FF2B5EF4-FFF2-40B4-BE49-F238E27FC236}">
                  <a16:creationId xmlns:a16="http://schemas.microsoft.com/office/drawing/2014/main" id="{5B5BEB38-3EEB-C058-C4D7-A3BBBC9D1D9F}"/>
                </a:ext>
              </a:extLst>
            </p:cNvPr>
            <p:cNvSpPr/>
            <p:nvPr/>
          </p:nvSpPr>
          <p:spPr>
            <a:xfrm>
              <a:off x="8883123" y="848666"/>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32" name="楕円 31">
              <a:extLst>
                <a:ext uri="{FF2B5EF4-FFF2-40B4-BE49-F238E27FC236}">
                  <a16:creationId xmlns:a16="http://schemas.microsoft.com/office/drawing/2014/main" id="{AC8C44F8-E88C-1A60-00E3-4A8F15346F70}"/>
                </a:ext>
              </a:extLst>
            </p:cNvPr>
            <p:cNvSpPr/>
            <p:nvPr/>
          </p:nvSpPr>
          <p:spPr>
            <a:xfrm>
              <a:off x="8883123" y="1583030"/>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33" name="楕円 32">
              <a:extLst>
                <a:ext uri="{FF2B5EF4-FFF2-40B4-BE49-F238E27FC236}">
                  <a16:creationId xmlns:a16="http://schemas.microsoft.com/office/drawing/2014/main" id="{28FD022F-CA44-668A-A7B6-81F393117C31}"/>
                </a:ext>
              </a:extLst>
            </p:cNvPr>
            <p:cNvSpPr/>
            <p:nvPr/>
          </p:nvSpPr>
          <p:spPr>
            <a:xfrm>
              <a:off x="8880110" y="3191229"/>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51" name="楕円 50">
              <a:extLst>
                <a:ext uri="{FF2B5EF4-FFF2-40B4-BE49-F238E27FC236}">
                  <a16:creationId xmlns:a16="http://schemas.microsoft.com/office/drawing/2014/main" id="{3993AC1A-4782-FA10-33EE-838AB45A7C5D}"/>
                </a:ext>
              </a:extLst>
            </p:cNvPr>
            <p:cNvSpPr/>
            <p:nvPr/>
          </p:nvSpPr>
          <p:spPr>
            <a:xfrm>
              <a:off x="8880110" y="3925593"/>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54" name="楕円 53">
              <a:extLst>
                <a:ext uri="{FF2B5EF4-FFF2-40B4-BE49-F238E27FC236}">
                  <a16:creationId xmlns:a16="http://schemas.microsoft.com/office/drawing/2014/main" id="{6A95C858-E295-FFA6-8769-B6D37D84DD5B}"/>
                </a:ext>
              </a:extLst>
            </p:cNvPr>
            <p:cNvSpPr/>
            <p:nvPr/>
          </p:nvSpPr>
          <p:spPr>
            <a:xfrm>
              <a:off x="8887113" y="4650730"/>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66" name="楕円 65">
              <a:extLst>
                <a:ext uri="{FF2B5EF4-FFF2-40B4-BE49-F238E27FC236}">
                  <a16:creationId xmlns:a16="http://schemas.microsoft.com/office/drawing/2014/main" id="{BEBBC21A-DBC4-884F-BDDA-BD70ACB67470}"/>
                </a:ext>
              </a:extLst>
            </p:cNvPr>
            <p:cNvSpPr/>
            <p:nvPr/>
          </p:nvSpPr>
          <p:spPr>
            <a:xfrm>
              <a:off x="8887113" y="5385094"/>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69" name="楕円 68">
              <a:extLst>
                <a:ext uri="{FF2B5EF4-FFF2-40B4-BE49-F238E27FC236}">
                  <a16:creationId xmlns:a16="http://schemas.microsoft.com/office/drawing/2014/main" id="{FA70247E-0E0A-46A7-4415-87B0B4B61159}"/>
                </a:ext>
              </a:extLst>
            </p:cNvPr>
            <p:cNvSpPr/>
            <p:nvPr/>
          </p:nvSpPr>
          <p:spPr>
            <a:xfrm>
              <a:off x="8106557" y="2319447"/>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grpSp>
      <p:grpSp>
        <p:nvGrpSpPr>
          <p:cNvPr id="79" name="グループ化 78">
            <a:extLst>
              <a:ext uri="{FF2B5EF4-FFF2-40B4-BE49-F238E27FC236}">
                <a16:creationId xmlns:a16="http://schemas.microsoft.com/office/drawing/2014/main" id="{687FF674-8224-6EB8-5CF8-6A046061E8F7}"/>
              </a:ext>
            </a:extLst>
          </p:cNvPr>
          <p:cNvGrpSpPr/>
          <p:nvPr/>
        </p:nvGrpSpPr>
        <p:grpSpPr>
          <a:xfrm>
            <a:off x="701559" y="856984"/>
            <a:ext cx="973058" cy="5085256"/>
            <a:chOff x="701559" y="856984"/>
            <a:chExt cx="973058" cy="5085256"/>
          </a:xfrm>
        </p:grpSpPr>
        <p:sp>
          <p:nvSpPr>
            <p:cNvPr id="81" name="楕円 80">
              <a:extLst>
                <a:ext uri="{FF2B5EF4-FFF2-40B4-BE49-F238E27FC236}">
                  <a16:creationId xmlns:a16="http://schemas.microsoft.com/office/drawing/2014/main" id="{94801C0D-1C5C-AF58-C462-55215216BDB8}"/>
                </a:ext>
              </a:extLst>
            </p:cNvPr>
            <p:cNvSpPr/>
            <p:nvPr/>
          </p:nvSpPr>
          <p:spPr>
            <a:xfrm>
              <a:off x="701559" y="856984"/>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179" name="楕円 178">
              <a:extLst>
                <a:ext uri="{FF2B5EF4-FFF2-40B4-BE49-F238E27FC236}">
                  <a16:creationId xmlns:a16="http://schemas.microsoft.com/office/drawing/2014/main" id="{079E2AC3-5D3B-E22A-C7BE-4544C9D851CC}"/>
                </a:ext>
              </a:extLst>
            </p:cNvPr>
            <p:cNvSpPr/>
            <p:nvPr/>
          </p:nvSpPr>
          <p:spPr>
            <a:xfrm>
              <a:off x="701559" y="1591349"/>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240" name="楕円 239">
              <a:extLst>
                <a:ext uri="{FF2B5EF4-FFF2-40B4-BE49-F238E27FC236}">
                  <a16:creationId xmlns:a16="http://schemas.microsoft.com/office/drawing/2014/main" id="{BA21D831-E5A4-85C0-F858-2BD61FCAFAC8}"/>
                </a:ext>
              </a:extLst>
            </p:cNvPr>
            <p:cNvSpPr/>
            <p:nvPr/>
          </p:nvSpPr>
          <p:spPr>
            <a:xfrm>
              <a:off x="701559" y="2325713"/>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277" name="楕円 276">
              <a:extLst>
                <a:ext uri="{FF2B5EF4-FFF2-40B4-BE49-F238E27FC236}">
                  <a16:creationId xmlns:a16="http://schemas.microsoft.com/office/drawing/2014/main" id="{A97022AF-23D7-8A08-336A-FA9014CCFC34}"/>
                </a:ext>
              </a:extLst>
            </p:cNvPr>
            <p:cNvSpPr/>
            <p:nvPr/>
          </p:nvSpPr>
          <p:spPr>
            <a:xfrm>
              <a:off x="701559" y="3913675"/>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278" name="楕円 277">
              <a:extLst>
                <a:ext uri="{FF2B5EF4-FFF2-40B4-BE49-F238E27FC236}">
                  <a16:creationId xmlns:a16="http://schemas.microsoft.com/office/drawing/2014/main" id="{1A2BC13C-FE99-6A22-27DF-35F817FC92E6}"/>
                </a:ext>
              </a:extLst>
            </p:cNvPr>
            <p:cNvSpPr/>
            <p:nvPr/>
          </p:nvSpPr>
          <p:spPr>
            <a:xfrm>
              <a:off x="701559" y="4648040"/>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279" name="楕円 278">
              <a:extLst>
                <a:ext uri="{FF2B5EF4-FFF2-40B4-BE49-F238E27FC236}">
                  <a16:creationId xmlns:a16="http://schemas.microsoft.com/office/drawing/2014/main" id="{BBE91EE7-6526-A64A-DD94-8DFF49CB64FC}"/>
                </a:ext>
              </a:extLst>
            </p:cNvPr>
            <p:cNvSpPr/>
            <p:nvPr/>
          </p:nvSpPr>
          <p:spPr>
            <a:xfrm>
              <a:off x="701559" y="5382404"/>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280" name="楕円 279">
              <a:extLst>
                <a:ext uri="{FF2B5EF4-FFF2-40B4-BE49-F238E27FC236}">
                  <a16:creationId xmlns:a16="http://schemas.microsoft.com/office/drawing/2014/main" id="{5A61C96C-31E2-0FE7-C4EC-591A5BADE674}"/>
                </a:ext>
              </a:extLst>
            </p:cNvPr>
            <p:cNvSpPr/>
            <p:nvPr/>
          </p:nvSpPr>
          <p:spPr>
            <a:xfrm>
              <a:off x="1353025" y="3060758"/>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grpSp>
      <p:grpSp>
        <p:nvGrpSpPr>
          <p:cNvPr id="281" name="グループ化 280">
            <a:extLst>
              <a:ext uri="{FF2B5EF4-FFF2-40B4-BE49-F238E27FC236}">
                <a16:creationId xmlns:a16="http://schemas.microsoft.com/office/drawing/2014/main" id="{F964D010-831B-EB2E-9D53-B68ABE6E6D21}"/>
              </a:ext>
            </a:extLst>
          </p:cNvPr>
          <p:cNvGrpSpPr/>
          <p:nvPr/>
        </p:nvGrpSpPr>
        <p:grpSpPr>
          <a:xfrm>
            <a:off x="8555891" y="1066452"/>
            <a:ext cx="181371" cy="327214"/>
            <a:chOff x="7641580" y="4279453"/>
            <a:chExt cx="227671" cy="410745"/>
          </a:xfrm>
          <a:solidFill>
            <a:schemeClr val="accent1"/>
          </a:solidFill>
        </p:grpSpPr>
        <p:sp>
          <p:nvSpPr>
            <p:cNvPr id="282" name="楕円 281">
              <a:extLst>
                <a:ext uri="{FF2B5EF4-FFF2-40B4-BE49-F238E27FC236}">
                  <a16:creationId xmlns:a16="http://schemas.microsoft.com/office/drawing/2014/main" id="{9C893964-C94C-3DA8-5392-3A1A39FDB8ED}"/>
                </a:ext>
              </a:extLst>
            </p:cNvPr>
            <p:cNvSpPr/>
            <p:nvPr/>
          </p:nvSpPr>
          <p:spPr>
            <a:xfrm>
              <a:off x="7670155" y="4504326"/>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83" name="楕円 282">
              <a:extLst>
                <a:ext uri="{FF2B5EF4-FFF2-40B4-BE49-F238E27FC236}">
                  <a16:creationId xmlns:a16="http://schemas.microsoft.com/office/drawing/2014/main" id="{FFF39883-7DB7-945E-9619-C7C36E6112CA}"/>
                </a:ext>
              </a:extLst>
            </p:cNvPr>
            <p:cNvSpPr/>
            <p:nvPr/>
          </p:nvSpPr>
          <p:spPr>
            <a:xfrm>
              <a:off x="7641580" y="4279453"/>
              <a:ext cx="199096" cy="185872"/>
            </a:xfrm>
            <a:prstGeom prst="ellipse">
              <a:avLst/>
            </a:prstGeom>
            <a:solidFill>
              <a:schemeClr val="bg1">
                <a:lumMod val="7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sp>
        <p:nvSpPr>
          <p:cNvPr id="284" name="楕円 283">
            <a:extLst>
              <a:ext uri="{FF2B5EF4-FFF2-40B4-BE49-F238E27FC236}">
                <a16:creationId xmlns:a16="http://schemas.microsoft.com/office/drawing/2014/main" id="{F0E5FD4D-5FEC-D97F-5BAB-5EDFB2A0B6EC}"/>
              </a:ext>
            </a:extLst>
          </p:cNvPr>
          <p:cNvSpPr/>
          <p:nvPr/>
        </p:nvSpPr>
        <p:spPr>
          <a:xfrm>
            <a:off x="8578654" y="1972233"/>
            <a:ext cx="158607" cy="148072"/>
          </a:xfrm>
          <a:prstGeom prst="ellipse">
            <a:avLst/>
          </a:prstGeom>
          <a:solidFill>
            <a:schemeClr val="bg1">
              <a:lumMod val="7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nvGrpSpPr>
          <p:cNvPr id="285" name="グループ化 284">
            <a:extLst>
              <a:ext uri="{FF2B5EF4-FFF2-40B4-BE49-F238E27FC236}">
                <a16:creationId xmlns:a16="http://schemas.microsoft.com/office/drawing/2014/main" id="{1FA0CCF1-1AF2-D3BF-86AC-DA89DC9C6DC6}"/>
              </a:ext>
            </a:extLst>
          </p:cNvPr>
          <p:cNvGrpSpPr/>
          <p:nvPr/>
        </p:nvGrpSpPr>
        <p:grpSpPr>
          <a:xfrm>
            <a:off x="7755890" y="2347193"/>
            <a:ext cx="204135" cy="506355"/>
            <a:chOff x="7613005" y="4054581"/>
            <a:chExt cx="256246" cy="635617"/>
          </a:xfrm>
          <a:solidFill>
            <a:schemeClr val="accent1"/>
          </a:solidFill>
        </p:grpSpPr>
        <p:sp>
          <p:nvSpPr>
            <p:cNvPr id="286" name="楕円 285">
              <a:extLst>
                <a:ext uri="{FF2B5EF4-FFF2-40B4-BE49-F238E27FC236}">
                  <a16:creationId xmlns:a16="http://schemas.microsoft.com/office/drawing/2014/main" id="{DFF27E78-E55E-C5F8-FC2E-7C4941DF09F8}"/>
                </a:ext>
              </a:extLst>
            </p:cNvPr>
            <p:cNvSpPr/>
            <p:nvPr/>
          </p:nvSpPr>
          <p:spPr>
            <a:xfrm>
              <a:off x="7670155" y="4504326"/>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87" name="楕円 286">
              <a:extLst>
                <a:ext uri="{FF2B5EF4-FFF2-40B4-BE49-F238E27FC236}">
                  <a16:creationId xmlns:a16="http://schemas.microsoft.com/office/drawing/2014/main" id="{C76DAAE1-8093-6062-AC07-E3ACF55AAF5D}"/>
                </a:ext>
              </a:extLst>
            </p:cNvPr>
            <p:cNvSpPr/>
            <p:nvPr/>
          </p:nvSpPr>
          <p:spPr>
            <a:xfrm>
              <a:off x="7641580" y="4279453"/>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88" name="楕円 287">
              <a:extLst>
                <a:ext uri="{FF2B5EF4-FFF2-40B4-BE49-F238E27FC236}">
                  <a16:creationId xmlns:a16="http://schemas.microsoft.com/office/drawing/2014/main" id="{93C664D1-D240-8765-498C-1D7610A5AAB1}"/>
                </a:ext>
              </a:extLst>
            </p:cNvPr>
            <p:cNvSpPr/>
            <p:nvPr/>
          </p:nvSpPr>
          <p:spPr>
            <a:xfrm>
              <a:off x="7613005" y="4054581"/>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grpSp>
        <p:nvGrpSpPr>
          <p:cNvPr id="289" name="グループ化 288">
            <a:extLst>
              <a:ext uri="{FF2B5EF4-FFF2-40B4-BE49-F238E27FC236}">
                <a16:creationId xmlns:a16="http://schemas.microsoft.com/office/drawing/2014/main" id="{2A3D1988-DB85-FDD7-4179-5A7E5888E9EB}"/>
              </a:ext>
            </a:extLst>
          </p:cNvPr>
          <p:cNvGrpSpPr/>
          <p:nvPr/>
        </p:nvGrpSpPr>
        <p:grpSpPr>
          <a:xfrm>
            <a:off x="7135508" y="2614506"/>
            <a:ext cx="4564411" cy="807400"/>
            <a:chOff x="7135508" y="2614506"/>
            <a:chExt cx="4564411" cy="807400"/>
          </a:xfrm>
        </p:grpSpPr>
        <p:cxnSp>
          <p:nvCxnSpPr>
            <p:cNvPr id="290" name="直線コネクタ 289">
              <a:extLst>
                <a:ext uri="{FF2B5EF4-FFF2-40B4-BE49-F238E27FC236}">
                  <a16:creationId xmlns:a16="http://schemas.microsoft.com/office/drawing/2014/main" id="{6B363F59-6C10-55AB-4A2E-E1C69E03E46C}"/>
                </a:ext>
              </a:extLst>
            </p:cNvPr>
            <p:cNvCxnSpPr>
              <a:cxnSpLocks/>
            </p:cNvCxnSpPr>
            <p:nvPr/>
          </p:nvCxnSpPr>
          <p:spPr>
            <a:xfrm>
              <a:off x="7181850" y="3027522"/>
              <a:ext cx="4518069" cy="0"/>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grpSp>
          <p:nvGrpSpPr>
            <p:cNvPr id="291" name="グループ化 290">
              <a:extLst>
                <a:ext uri="{FF2B5EF4-FFF2-40B4-BE49-F238E27FC236}">
                  <a16:creationId xmlns:a16="http://schemas.microsoft.com/office/drawing/2014/main" id="{6D405220-8773-E397-2646-2DF7487987BC}"/>
                </a:ext>
              </a:extLst>
            </p:cNvPr>
            <p:cNvGrpSpPr/>
            <p:nvPr/>
          </p:nvGrpSpPr>
          <p:grpSpPr>
            <a:xfrm>
              <a:off x="7135508" y="2614506"/>
              <a:ext cx="524313" cy="807400"/>
              <a:chOff x="7430783" y="2595456"/>
              <a:chExt cx="524313" cy="807400"/>
            </a:xfrm>
          </p:grpSpPr>
          <p:sp>
            <p:nvSpPr>
              <p:cNvPr id="292" name="テキスト ボックス 291">
                <a:extLst>
                  <a:ext uri="{FF2B5EF4-FFF2-40B4-BE49-F238E27FC236}">
                    <a16:creationId xmlns:a16="http://schemas.microsoft.com/office/drawing/2014/main" id="{E40FD2C9-2032-0BC1-0B9E-4E4DF9AC222B}"/>
                  </a:ext>
                </a:extLst>
              </p:cNvPr>
              <p:cNvSpPr txBox="1"/>
              <p:nvPr/>
            </p:nvSpPr>
            <p:spPr>
              <a:xfrm>
                <a:off x="7430783" y="2595456"/>
                <a:ext cx="524313" cy="369332"/>
              </a:xfrm>
              <a:prstGeom prst="rect">
                <a:avLst/>
              </a:prstGeom>
              <a:noFill/>
            </p:spPr>
            <p:txBody>
              <a:bodyPr wrap="square" rtlCol="0">
                <a:spAutoFit/>
              </a:bodyPr>
              <a:lstStyle/>
              <a:p>
                <a:pPr algn="ctr"/>
                <a:r>
                  <a:rPr kumimoji="1" lang="ja-JP" altLang="en-US" b="1" dirty="0">
                    <a:solidFill>
                      <a:schemeClr val="bg1">
                        <a:lumMod val="95000"/>
                      </a:schemeClr>
                    </a:solidFill>
                    <a:latin typeface="原稿用標準書体" panose="03000503000000000000" pitchFamily="66" charset="-128"/>
                    <a:ea typeface="原稿用標準書体" panose="03000503000000000000" pitchFamily="66" charset="-128"/>
                  </a:rPr>
                  <a:t>前</a:t>
                </a:r>
                <a:endParaRPr kumimoji="1" lang="ja-JP" altLang="en-US" sz="28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293" name="テキスト ボックス 292">
                <a:extLst>
                  <a:ext uri="{FF2B5EF4-FFF2-40B4-BE49-F238E27FC236}">
                    <a16:creationId xmlns:a16="http://schemas.microsoft.com/office/drawing/2014/main" id="{7A9D1F85-141C-B7F5-4E4C-6202B9C93EA0}"/>
                  </a:ext>
                </a:extLst>
              </p:cNvPr>
              <p:cNvSpPr txBox="1"/>
              <p:nvPr/>
            </p:nvSpPr>
            <p:spPr>
              <a:xfrm>
                <a:off x="7430783" y="3033524"/>
                <a:ext cx="524313" cy="369332"/>
              </a:xfrm>
              <a:prstGeom prst="rect">
                <a:avLst/>
              </a:prstGeom>
              <a:noFill/>
            </p:spPr>
            <p:txBody>
              <a:bodyPr wrap="square" rtlCol="0">
                <a:spAutoFit/>
              </a:bodyPr>
              <a:lstStyle/>
              <a:p>
                <a:pPr algn="ctr"/>
                <a:r>
                  <a:rPr kumimoji="1" lang="ja-JP" altLang="en-US" b="1" dirty="0">
                    <a:solidFill>
                      <a:schemeClr val="bg1">
                        <a:lumMod val="95000"/>
                      </a:schemeClr>
                    </a:solidFill>
                    <a:latin typeface="原稿用標準書体" panose="03000503000000000000" pitchFamily="66" charset="-128"/>
                    <a:ea typeface="原稿用標準書体" panose="03000503000000000000" pitchFamily="66" charset="-128"/>
                  </a:rPr>
                  <a:t>後</a:t>
                </a:r>
                <a:endParaRPr kumimoji="1" lang="ja-JP" altLang="en-US" sz="28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grpSp>
        <p:nvGrpSpPr>
          <p:cNvPr id="294" name="グループ化 293">
            <a:extLst>
              <a:ext uri="{FF2B5EF4-FFF2-40B4-BE49-F238E27FC236}">
                <a16:creationId xmlns:a16="http://schemas.microsoft.com/office/drawing/2014/main" id="{3ECC783F-6FDA-F908-EE37-EF7E0253F6E2}"/>
              </a:ext>
            </a:extLst>
          </p:cNvPr>
          <p:cNvGrpSpPr/>
          <p:nvPr/>
        </p:nvGrpSpPr>
        <p:grpSpPr>
          <a:xfrm>
            <a:off x="8555886" y="3393120"/>
            <a:ext cx="181371" cy="327214"/>
            <a:chOff x="7641580" y="4279453"/>
            <a:chExt cx="227671" cy="410745"/>
          </a:xfrm>
          <a:solidFill>
            <a:schemeClr val="accent1"/>
          </a:solidFill>
        </p:grpSpPr>
        <p:sp>
          <p:nvSpPr>
            <p:cNvPr id="295" name="楕円 294">
              <a:extLst>
                <a:ext uri="{FF2B5EF4-FFF2-40B4-BE49-F238E27FC236}">
                  <a16:creationId xmlns:a16="http://schemas.microsoft.com/office/drawing/2014/main" id="{41C86B8E-FD5C-4888-21DB-8F42CC5A521D}"/>
                </a:ext>
              </a:extLst>
            </p:cNvPr>
            <p:cNvSpPr/>
            <p:nvPr/>
          </p:nvSpPr>
          <p:spPr>
            <a:xfrm>
              <a:off x="7670155" y="4504326"/>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96" name="楕円 295">
              <a:extLst>
                <a:ext uri="{FF2B5EF4-FFF2-40B4-BE49-F238E27FC236}">
                  <a16:creationId xmlns:a16="http://schemas.microsoft.com/office/drawing/2014/main" id="{E440E3C7-47D7-E0B8-2858-90F82FAEA208}"/>
                </a:ext>
              </a:extLst>
            </p:cNvPr>
            <p:cNvSpPr/>
            <p:nvPr/>
          </p:nvSpPr>
          <p:spPr>
            <a:xfrm>
              <a:off x="7641580" y="4279453"/>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sp>
        <p:nvSpPr>
          <p:cNvPr id="297" name="楕円 296">
            <a:extLst>
              <a:ext uri="{FF2B5EF4-FFF2-40B4-BE49-F238E27FC236}">
                <a16:creationId xmlns:a16="http://schemas.microsoft.com/office/drawing/2014/main" id="{2B2603AD-CFE1-30E6-9D46-263E0A1B147B}"/>
              </a:ext>
            </a:extLst>
          </p:cNvPr>
          <p:cNvSpPr/>
          <p:nvPr/>
        </p:nvSpPr>
        <p:spPr>
          <a:xfrm>
            <a:off x="8578654" y="4279851"/>
            <a:ext cx="158607" cy="148072"/>
          </a:xfrm>
          <a:prstGeom prst="ellipse">
            <a:avLst/>
          </a:prstGeom>
          <a:solidFill>
            <a:schemeClr val="accent1"/>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nvGrpSpPr>
          <p:cNvPr id="298" name="グループ化 297">
            <a:extLst>
              <a:ext uri="{FF2B5EF4-FFF2-40B4-BE49-F238E27FC236}">
                <a16:creationId xmlns:a16="http://schemas.microsoft.com/office/drawing/2014/main" id="{77A8A363-CE09-0975-0943-4A51A9DAF584}"/>
              </a:ext>
            </a:extLst>
          </p:cNvPr>
          <p:cNvGrpSpPr/>
          <p:nvPr/>
        </p:nvGrpSpPr>
        <p:grpSpPr>
          <a:xfrm>
            <a:off x="8533126" y="4686307"/>
            <a:ext cx="204135" cy="506355"/>
            <a:chOff x="7613005" y="4054581"/>
            <a:chExt cx="256246" cy="635617"/>
          </a:xfrm>
          <a:solidFill>
            <a:schemeClr val="accent1"/>
          </a:solidFill>
        </p:grpSpPr>
        <p:sp>
          <p:nvSpPr>
            <p:cNvPr id="299" name="楕円 298">
              <a:extLst>
                <a:ext uri="{FF2B5EF4-FFF2-40B4-BE49-F238E27FC236}">
                  <a16:creationId xmlns:a16="http://schemas.microsoft.com/office/drawing/2014/main" id="{3984A721-981A-9969-382D-0E5BF52A99CB}"/>
                </a:ext>
              </a:extLst>
            </p:cNvPr>
            <p:cNvSpPr/>
            <p:nvPr/>
          </p:nvSpPr>
          <p:spPr>
            <a:xfrm>
              <a:off x="7670155" y="4504326"/>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300" name="楕円 299">
              <a:extLst>
                <a:ext uri="{FF2B5EF4-FFF2-40B4-BE49-F238E27FC236}">
                  <a16:creationId xmlns:a16="http://schemas.microsoft.com/office/drawing/2014/main" id="{265A7CA2-59FE-B6CB-9FA1-AE7EBF7B2BD7}"/>
                </a:ext>
              </a:extLst>
            </p:cNvPr>
            <p:cNvSpPr/>
            <p:nvPr/>
          </p:nvSpPr>
          <p:spPr>
            <a:xfrm>
              <a:off x="7641580" y="4279453"/>
              <a:ext cx="199096" cy="185872"/>
            </a:xfrm>
            <a:prstGeom prst="ellipse">
              <a:avLst/>
            </a:prstGeom>
            <a:solidFill>
              <a:schemeClr val="bg1">
                <a:lumMod val="7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301" name="楕円 300">
              <a:extLst>
                <a:ext uri="{FF2B5EF4-FFF2-40B4-BE49-F238E27FC236}">
                  <a16:creationId xmlns:a16="http://schemas.microsoft.com/office/drawing/2014/main" id="{C2413B70-97B2-9BAE-6190-92C8A4BEC531}"/>
                </a:ext>
              </a:extLst>
            </p:cNvPr>
            <p:cNvSpPr/>
            <p:nvPr/>
          </p:nvSpPr>
          <p:spPr>
            <a:xfrm>
              <a:off x="7613005" y="4054581"/>
              <a:ext cx="199096" cy="185872"/>
            </a:xfrm>
            <a:prstGeom prst="ellipse">
              <a:avLst/>
            </a:prstGeom>
            <a:solidFill>
              <a:schemeClr val="bg1">
                <a:lumMod val="7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grpSp>
        <p:nvGrpSpPr>
          <p:cNvPr id="302" name="グループ化 301">
            <a:extLst>
              <a:ext uri="{FF2B5EF4-FFF2-40B4-BE49-F238E27FC236}">
                <a16:creationId xmlns:a16="http://schemas.microsoft.com/office/drawing/2014/main" id="{27DA4095-CA72-7096-E0F2-8B68A3CA9580}"/>
              </a:ext>
            </a:extLst>
          </p:cNvPr>
          <p:cNvGrpSpPr/>
          <p:nvPr/>
        </p:nvGrpSpPr>
        <p:grpSpPr>
          <a:xfrm>
            <a:off x="8533126" y="5422470"/>
            <a:ext cx="204135" cy="506355"/>
            <a:chOff x="7613005" y="4054581"/>
            <a:chExt cx="256246" cy="635617"/>
          </a:xfrm>
          <a:solidFill>
            <a:schemeClr val="accent1"/>
          </a:solidFill>
        </p:grpSpPr>
        <p:sp>
          <p:nvSpPr>
            <p:cNvPr id="303" name="楕円 302">
              <a:extLst>
                <a:ext uri="{FF2B5EF4-FFF2-40B4-BE49-F238E27FC236}">
                  <a16:creationId xmlns:a16="http://schemas.microsoft.com/office/drawing/2014/main" id="{E032BE1A-EE36-7254-0B35-5391F7CEBD2F}"/>
                </a:ext>
              </a:extLst>
            </p:cNvPr>
            <p:cNvSpPr/>
            <p:nvPr/>
          </p:nvSpPr>
          <p:spPr>
            <a:xfrm>
              <a:off x="7670155" y="4504326"/>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304" name="楕円 303">
              <a:extLst>
                <a:ext uri="{FF2B5EF4-FFF2-40B4-BE49-F238E27FC236}">
                  <a16:creationId xmlns:a16="http://schemas.microsoft.com/office/drawing/2014/main" id="{2720F53C-E75D-20E1-2EC6-AB200F8D04BD}"/>
                </a:ext>
              </a:extLst>
            </p:cNvPr>
            <p:cNvSpPr/>
            <p:nvPr/>
          </p:nvSpPr>
          <p:spPr>
            <a:xfrm>
              <a:off x="7641580" y="4279453"/>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305" name="楕円 304">
              <a:extLst>
                <a:ext uri="{FF2B5EF4-FFF2-40B4-BE49-F238E27FC236}">
                  <a16:creationId xmlns:a16="http://schemas.microsoft.com/office/drawing/2014/main" id="{F00A027E-8FBC-DF8F-64CA-89D3FCB24757}"/>
                </a:ext>
              </a:extLst>
            </p:cNvPr>
            <p:cNvSpPr/>
            <p:nvPr/>
          </p:nvSpPr>
          <p:spPr>
            <a:xfrm>
              <a:off x="7613005" y="4054581"/>
              <a:ext cx="199096" cy="185872"/>
            </a:xfrm>
            <a:prstGeom prst="ellipse">
              <a:avLst/>
            </a:prstGeom>
            <a:solidFill>
              <a:schemeClr val="bg1">
                <a:lumMod val="7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grpSp>
        <p:nvGrpSpPr>
          <p:cNvPr id="43" name="グループ化 42">
            <a:extLst>
              <a:ext uri="{FF2B5EF4-FFF2-40B4-BE49-F238E27FC236}">
                <a16:creationId xmlns:a16="http://schemas.microsoft.com/office/drawing/2014/main" id="{63578108-FAAA-00E0-EA3A-1EC549DC8351}"/>
              </a:ext>
            </a:extLst>
          </p:cNvPr>
          <p:cNvGrpSpPr/>
          <p:nvPr/>
        </p:nvGrpSpPr>
        <p:grpSpPr>
          <a:xfrm>
            <a:off x="1832786" y="4897670"/>
            <a:ext cx="4022675" cy="999461"/>
            <a:chOff x="2209889" y="4943475"/>
            <a:chExt cx="4022675" cy="999461"/>
          </a:xfrm>
        </p:grpSpPr>
        <p:sp>
          <p:nvSpPr>
            <p:cNvPr id="84" name="四角形: 角を丸くする 83">
              <a:extLst>
                <a:ext uri="{FF2B5EF4-FFF2-40B4-BE49-F238E27FC236}">
                  <a16:creationId xmlns:a16="http://schemas.microsoft.com/office/drawing/2014/main" id="{97FFC639-34D9-D913-70A5-5132DEA4B0A0}"/>
                </a:ext>
              </a:extLst>
            </p:cNvPr>
            <p:cNvSpPr/>
            <p:nvPr/>
          </p:nvSpPr>
          <p:spPr>
            <a:xfrm>
              <a:off x="2209889" y="4943475"/>
              <a:ext cx="4022675" cy="999461"/>
            </a:xfrm>
            <a:prstGeom prst="roundRect">
              <a:avLst/>
            </a:prstGeom>
            <a:ln>
              <a:solidFill>
                <a:srgbClr val="CC66FF"/>
              </a:solidFill>
            </a:ln>
          </p:spPr>
          <p:style>
            <a:lnRef idx="2">
              <a:schemeClr val="dk1">
                <a:shade val="15000"/>
              </a:schemeClr>
            </a:lnRef>
            <a:fillRef idx="1">
              <a:schemeClr val="dk1"/>
            </a:fillRef>
            <a:effectRef idx="0">
              <a:schemeClr val="dk1"/>
            </a:effectRef>
            <a:fontRef idx="minor">
              <a:schemeClr val="lt1"/>
            </a:fontRef>
          </p:style>
          <p:txBody>
            <a:bodyPr rtlCol="0" anchor="ctr"/>
            <a:lstStyle/>
            <a:p>
              <a:endParaRPr kumimoji="1" lang="ja-JP" altLang="en-US" sz="2800" dirty="0">
                <a:latin typeface="原稿用標準書体" panose="03000503000000000000" pitchFamily="66" charset="-128"/>
                <a:ea typeface="原稿用標準書体" panose="03000503000000000000" pitchFamily="66" charset="-128"/>
              </a:endParaRPr>
            </a:p>
          </p:txBody>
        </p:sp>
        <p:sp>
          <p:nvSpPr>
            <p:cNvPr id="85" name="テキスト ボックス 84">
              <a:extLst>
                <a:ext uri="{FF2B5EF4-FFF2-40B4-BE49-F238E27FC236}">
                  <a16:creationId xmlns:a16="http://schemas.microsoft.com/office/drawing/2014/main" id="{EEED647E-4E1C-2240-37B5-D7A6544E301D}"/>
                </a:ext>
              </a:extLst>
            </p:cNvPr>
            <p:cNvSpPr txBox="1"/>
            <p:nvPr/>
          </p:nvSpPr>
          <p:spPr>
            <a:xfrm>
              <a:off x="3655825" y="5242259"/>
              <a:ext cx="2385589" cy="400110"/>
            </a:xfrm>
            <a:prstGeom prst="rect">
              <a:avLst/>
            </a:prstGeom>
            <a:noFill/>
          </p:spPr>
          <p:txBody>
            <a:bodyPr wrap="none" rtlCol="0">
              <a:spAutoFit/>
            </a:bodyPr>
            <a:lstStyle/>
            <a:p>
              <a:r>
                <a:rPr kumimoji="1" lang="ja-JP" altLang="en-US" sz="2000" b="1" dirty="0">
                  <a:solidFill>
                    <a:schemeClr val="bg1">
                      <a:lumMod val="95000"/>
                    </a:schemeClr>
                  </a:solidFill>
                  <a:latin typeface="原稿用標準書体" panose="03000503000000000000" pitchFamily="66" charset="-128"/>
                  <a:ea typeface="原稿用標準書体" panose="03000503000000000000" pitchFamily="66" charset="-128"/>
                </a:rPr>
                <a:t>敵</a:t>
              </a:r>
              <a:r>
                <a:rPr kumimoji="1" lang="en-US" altLang="ja-JP" sz="2000" b="1" dirty="0">
                  <a:solidFill>
                    <a:schemeClr val="bg1">
                      <a:lumMod val="95000"/>
                    </a:schemeClr>
                  </a:solidFill>
                  <a:latin typeface="原稿用標準書体" panose="03000503000000000000" pitchFamily="66" charset="-128"/>
                  <a:ea typeface="原稿用標準書体" panose="03000503000000000000" pitchFamily="66" charset="-128"/>
                </a:rPr>
                <a:t>3</a:t>
              </a:r>
              <a:r>
                <a:rPr kumimoji="1" lang="ja-JP" altLang="en-US" sz="2000" b="1" dirty="0">
                  <a:solidFill>
                    <a:schemeClr val="bg1">
                      <a:lumMod val="95000"/>
                    </a:schemeClr>
                  </a:solidFill>
                  <a:latin typeface="原稿用標準書体" panose="03000503000000000000" pitchFamily="66" charset="-128"/>
                  <a:ea typeface="原稿用標準書体" panose="03000503000000000000" pitchFamily="66" charset="-128"/>
                </a:rPr>
                <a:t>体に中威力攻撃</a:t>
              </a:r>
            </a:p>
          </p:txBody>
        </p:sp>
        <p:grpSp>
          <p:nvGrpSpPr>
            <p:cNvPr id="306" name="グループ化 305">
              <a:extLst>
                <a:ext uri="{FF2B5EF4-FFF2-40B4-BE49-F238E27FC236}">
                  <a16:creationId xmlns:a16="http://schemas.microsoft.com/office/drawing/2014/main" id="{C56D9494-E715-DB58-F75C-F5EF39B19A59}"/>
                </a:ext>
              </a:extLst>
            </p:cNvPr>
            <p:cNvGrpSpPr/>
            <p:nvPr/>
          </p:nvGrpSpPr>
          <p:grpSpPr>
            <a:xfrm>
              <a:off x="2341393" y="5040743"/>
              <a:ext cx="2015331" cy="684955"/>
              <a:chOff x="2341393" y="5180704"/>
              <a:chExt cx="2015331" cy="684955"/>
            </a:xfrm>
          </p:grpSpPr>
          <p:sp>
            <p:nvSpPr>
              <p:cNvPr id="307" name="テキスト ボックス 306">
                <a:extLst>
                  <a:ext uri="{FF2B5EF4-FFF2-40B4-BE49-F238E27FC236}">
                    <a16:creationId xmlns:a16="http://schemas.microsoft.com/office/drawing/2014/main" id="{775CDD8A-FE70-A0EB-5EDB-D12B0110BACF}"/>
                  </a:ext>
                </a:extLst>
              </p:cNvPr>
              <p:cNvSpPr txBox="1"/>
              <p:nvPr/>
            </p:nvSpPr>
            <p:spPr>
              <a:xfrm>
                <a:off x="2341393" y="5180704"/>
                <a:ext cx="2015331" cy="523220"/>
              </a:xfrm>
              <a:prstGeom prst="rect">
                <a:avLst/>
              </a:prstGeom>
              <a:noFill/>
            </p:spPr>
            <p:txBody>
              <a:bodyPr wrap="square">
                <a:spAutoFit/>
              </a:bodyPr>
              <a:lstStyle/>
              <a:p>
                <a:r>
                  <a:rPr kumimoji="1" lang="ja-JP" altLang="en-US" sz="2800" dirty="0">
                    <a:solidFill>
                      <a:srgbClr val="CC66FF"/>
                    </a:solidFill>
                    <a:latin typeface="原稿用標準書体" panose="03000503000000000000" pitchFamily="66" charset="-128"/>
                    <a:ea typeface="原稿用標準書体" panose="03000503000000000000" pitchFamily="66" charset="-128"/>
                  </a:rPr>
                  <a:t>スキル</a:t>
                </a:r>
              </a:p>
            </p:txBody>
          </p:sp>
          <p:grpSp>
            <p:nvGrpSpPr>
              <p:cNvPr id="308" name="グループ化 307">
                <a:extLst>
                  <a:ext uri="{FF2B5EF4-FFF2-40B4-BE49-F238E27FC236}">
                    <a16:creationId xmlns:a16="http://schemas.microsoft.com/office/drawing/2014/main" id="{41ABC815-F227-BF54-47D6-2169E6D57789}"/>
                  </a:ext>
                </a:extLst>
              </p:cNvPr>
              <p:cNvGrpSpPr/>
              <p:nvPr/>
            </p:nvGrpSpPr>
            <p:grpSpPr>
              <a:xfrm>
                <a:off x="2453923" y="5679787"/>
                <a:ext cx="732508" cy="185872"/>
                <a:chOff x="2453923" y="5679787"/>
                <a:chExt cx="732508" cy="185872"/>
              </a:xfrm>
            </p:grpSpPr>
            <p:sp>
              <p:nvSpPr>
                <p:cNvPr id="309" name="楕円 308">
                  <a:extLst>
                    <a:ext uri="{FF2B5EF4-FFF2-40B4-BE49-F238E27FC236}">
                      <a16:creationId xmlns:a16="http://schemas.microsoft.com/office/drawing/2014/main" id="{44CDC4FE-9D0F-0287-A0C7-528381228B08}"/>
                    </a:ext>
                  </a:extLst>
                </p:cNvPr>
                <p:cNvSpPr/>
                <p:nvPr/>
              </p:nvSpPr>
              <p:spPr>
                <a:xfrm>
                  <a:off x="2453923" y="5679787"/>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310" name="楕円 309">
                  <a:extLst>
                    <a:ext uri="{FF2B5EF4-FFF2-40B4-BE49-F238E27FC236}">
                      <a16:creationId xmlns:a16="http://schemas.microsoft.com/office/drawing/2014/main" id="{3E60E866-E2F1-F204-ECB1-A628973B7B4C}"/>
                    </a:ext>
                  </a:extLst>
                </p:cNvPr>
                <p:cNvSpPr/>
                <p:nvPr/>
              </p:nvSpPr>
              <p:spPr>
                <a:xfrm>
                  <a:off x="2720629" y="5679787"/>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311" name="楕円 310">
                  <a:extLst>
                    <a:ext uri="{FF2B5EF4-FFF2-40B4-BE49-F238E27FC236}">
                      <a16:creationId xmlns:a16="http://schemas.microsoft.com/office/drawing/2014/main" id="{F4FB3A98-053A-48BC-B76F-08B462A192FB}"/>
                    </a:ext>
                  </a:extLst>
                </p:cNvPr>
                <p:cNvSpPr/>
                <p:nvPr/>
              </p:nvSpPr>
              <p:spPr>
                <a:xfrm>
                  <a:off x="2987335" y="5679787"/>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grpSp>
      </p:grpSp>
    </p:spTree>
    <p:extLst>
      <p:ext uri="{BB962C8B-B14F-4D97-AF65-F5344CB8AC3E}">
        <p14:creationId xmlns:p14="http://schemas.microsoft.com/office/powerpoint/2010/main" val="2163984571"/>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bg>
      <p:bgPr>
        <a:gradFill>
          <a:gsLst>
            <a:gs pos="46690">
              <a:schemeClr val="accent6">
                <a:lumMod val="75000"/>
              </a:schemeClr>
            </a:gs>
            <a:gs pos="0">
              <a:schemeClr val="accent6">
                <a:lumMod val="50000"/>
              </a:schemeClr>
            </a:gs>
            <a:gs pos="23000">
              <a:schemeClr val="accent6">
                <a:lumMod val="75000"/>
              </a:schemeClr>
            </a:gs>
            <a:gs pos="69000">
              <a:schemeClr val="accent6">
                <a:lumMod val="50000"/>
              </a:schemeClr>
            </a:gs>
            <a:gs pos="97000">
              <a:schemeClr val="tx1">
                <a:lumMod val="85000"/>
                <a:lumOff val="15000"/>
              </a:schemeClr>
            </a:gs>
          </a:gsLst>
          <a:path path="circle">
            <a:fillToRect l="50000" t="50000" r="50000" b="50000"/>
          </a:path>
        </a:gradFill>
        <a:effectLst/>
      </p:bgPr>
    </p:bg>
    <p:spTree>
      <p:nvGrpSpPr>
        <p:cNvPr id="1" name="">
          <a:extLst>
            <a:ext uri="{FF2B5EF4-FFF2-40B4-BE49-F238E27FC236}">
              <a16:creationId xmlns:a16="http://schemas.microsoft.com/office/drawing/2014/main" id="{466D78F1-5FE0-A9DA-1C0D-6274DE06AB3E}"/>
            </a:ext>
          </a:extLst>
        </p:cNvPr>
        <p:cNvGrpSpPr/>
        <p:nvPr/>
      </p:nvGrpSpPr>
      <p:grpSpPr>
        <a:xfrm>
          <a:off x="0" y="0"/>
          <a:ext cx="0" cy="0"/>
          <a:chOff x="0" y="0"/>
          <a:chExt cx="0" cy="0"/>
        </a:xfrm>
      </p:grpSpPr>
      <p:sp>
        <p:nvSpPr>
          <p:cNvPr id="86" name="楕円 85">
            <a:extLst>
              <a:ext uri="{FF2B5EF4-FFF2-40B4-BE49-F238E27FC236}">
                <a16:creationId xmlns:a16="http://schemas.microsoft.com/office/drawing/2014/main" id="{0E2F2A12-84A9-CD2A-2B35-090B22667B9A}"/>
              </a:ext>
            </a:extLst>
          </p:cNvPr>
          <p:cNvSpPr/>
          <p:nvPr/>
        </p:nvSpPr>
        <p:spPr>
          <a:xfrm>
            <a:off x="-2195336" y="-114879"/>
            <a:ext cx="7603602" cy="7087758"/>
          </a:xfrm>
          <a:prstGeom prst="ellipse">
            <a:avLst/>
          </a:prstGeom>
          <a:solidFill>
            <a:srgbClr val="CC66FF">
              <a:alpha val="6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2" name="四角形: 角を丸くする 1">
            <a:extLst>
              <a:ext uri="{FF2B5EF4-FFF2-40B4-BE49-F238E27FC236}">
                <a16:creationId xmlns:a16="http://schemas.microsoft.com/office/drawing/2014/main" id="{2DC5F159-D7C8-0003-270D-318F32DCDD31}"/>
              </a:ext>
            </a:extLst>
          </p:cNvPr>
          <p:cNvSpPr/>
          <p:nvPr/>
        </p:nvSpPr>
        <p:spPr>
          <a:xfrm>
            <a:off x="658742" y="796149"/>
            <a:ext cx="2747226"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 name="四角形: 角を丸くする 2">
            <a:extLst>
              <a:ext uri="{FF2B5EF4-FFF2-40B4-BE49-F238E27FC236}">
                <a16:creationId xmlns:a16="http://schemas.microsoft.com/office/drawing/2014/main" id="{E19807CF-C361-331B-C16D-DADBA40E106A}"/>
              </a:ext>
            </a:extLst>
          </p:cNvPr>
          <p:cNvSpPr/>
          <p:nvPr/>
        </p:nvSpPr>
        <p:spPr>
          <a:xfrm>
            <a:off x="658742" y="1531712"/>
            <a:ext cx="2747226"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6" name="四角形: 角を丸くする 5">
            <a:extLst>
              <a:ext uri="{FF2B5EF4-FFF2-40B4-BE49-F238E27FC236}">
                <a16:creationId xmlns:a16="http://schemas.microsoft.com/office/drawing/2014/main" id="{16C5EC32-B710-D1AA-A053-2A6A635B9229}"/>
              </a:ext>
            </a:extLst>
          </p:cNvPr>
          <p:cNvSpPr/>
          <p:nvPr/>
        </p:nvSpPr>
        <p:spPr>
          <a:xfrm>
            <a:off x="658742" y="2267275"/>
            <a:ext cx="2747226"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 name="四角形: 角を丸くする 7">
            <a:extLst>
              <a:ext uri="{FF2B5EF4-FFF2-40B4-BE49-F238E27FC236}">
                <a16:creationId xmlns:a16="http://schemas.microsoft.com/office/drawing/2014/main" id="{A746A7CB-260F-B598-D19D-4B153905A31D}"/>
              </a:ext>
            </a:extLst>
          </p:cNvPr>
          <p:cNvSpPr/>
          <p:nvPr/>
        </p:nvSpPr>
        <p:spPr>
          <a:xfrm>
            <a:off x="658742" y="3859960"/>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 name="四角形: 角を丸くする 8">
            <a:extLst>
              <a:ext uri="{FF2B5EF4-FFF2-40B4-BE49-F238E27FC236}">
                <a16:creationId xmlns:a16="http://schemas.microsoft.com/office/drawing/2014/main" id="{05DD7BB6-4CDE-15ED-075E-EDB5D00F5D50}"/>
              </a:ext>
            </a:extLst>
          </p:cNvPr>
          <p:cNvSpPr/>
          <p:nvPr/>
        </p:nvSpPr>
        <p:spPr>
          <a:xfrm>
            <a:off x="658742" y="4595523"/>
            <a:ext cx="2747226"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 name="四角形: 角を丸くする 9">
            <a:extLst>
              <a:ext uri="{FF2B5EF4-FFF2-40B4-BE49-F238E27FC236}">
                <a16:creationId xmlns:a16="http://schemas.microsoft.com/office/drawing/2014/main" id="{C57383B8-91A3-03C1-6F10-69F24ED42A65}"/>
              </a:ext>
            </a:extLst>
          </p:cNvPr>
          <p:cNvSpPr/>
          <p:nvPr/>
        </p:nvSpPr>
        <p:spPr>
          <a:xfrm>
            <a:off x="658742" y="5331086"/>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3" name="楕円 12">
            <a:extLst>
              <a:ext uri="{FF2B5EF4-FFF2-40B4-BE49-F238E27FC236}">
                <a16:creationId xmlns:a16="http://schemas.microsoft.com/office/drawing/2014/main" id="{0E66A32E-6A58-2699-E0BD-A156E18E875A}"/>
              </a:ext>
            </a:extLst>
          </p:cNvPr>
          <p:cNvSpPr/>
          <p:nvPr/>
        </p:nvSpPr>
        <p:spPr>
          <a:xfrm>
            <a:off x="835866" y="847467"/>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5" name="楕円 14">
            <a:extLst>
              <a:ext uri="{FF2B5EF4-FFF2-40B4-BE49-F238E27FC236}">
                <a16:creationId xmlns:a16="http://schemas.microsoft.com/office/drawing/2014/main" id="{3807BE2D-B9B6-6538-60CD-B30F39B25E0E}"/>
              </a:ext>
            </a:extLst>
          </p:cNvPr>
          <p:cNvSpPr/>
          <p:nvPr/>
        </p:nvSpPr>
        <p:spPr>
          <a:xfrm>
            <a:off x="835866" y="1583030"/>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9" name="楕円 18">
            <a:extLst>
              <a:ext uri="{FF2B5EF4-FFF2-40B4-BE49-F238E27FC236}">
                <a16:creationId xmlns:a16="http://schemas.microsoft.com/office/drawing/2014/main" id="{A3A6E165-C28D-FB61-A39F-1DD125F3900B}"/>
              </a:ext>
            </a:extLst>
          </p:cNvPr>
          <p:cNvSpPr/>
          <p:nvPr/>
        </p:nvSpPr>
        <p:spPr>
          <a:xfrm>
            <a:off x="835866" y="5382404"/>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22" name="楕円 21">
            <a:extLst>
              <a:ext uri="{FF2B5EF4-FFF2-40B4-BE49-F238E27FC236}">
                <a16:creationId xmlns:a16="http://schemas.microsoft.com/office/drawing/2014/main" id="{884D85A0-FA07-3523-4795-C17046D7CDAD}"/>
              </a:ext>
            </a:extLst>
          </p:cNvPr>
          <p:cNvSpPr/>
          <p:nvPr/>
        </p:nvSpPr>
        <p:spPr>
          <a:xfrm>
            <a:off x="835866" y="4646841"/>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28" name="楕円 27">
            <a:extLst>
              <a:ext uri="{FF2B5EF4-FFF2-40B4-BE49-F238E27FC236}">
                <a16:creationId xmlns:a16="http://schemas.microsoft.com/office/drawing/2014/main" id="{3658A5A9-B838-0F01-1755-61A943DADEE2}"/>
              </a:ext>
            </a:extLst>
          </p:cNvPr>
          <p:cNvSpPr/>
          <p:nvPr/>
        </p:nvSpPr>
        <p:spPr>
          <a:xfrm>
            <a:off x="835866" y="391127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34" name="楕円 33">
            <a:extLst>
              <a:ext uri="{FF2B5EF4-FFF2-40B4-BE49-F238E27FC236}">
                <a16:creationId xmlns:a16="http://schemas.microsoft.com/office/drawing/2014/main" id="{8115FB75-7D53-6966-BC9E-741C8AB20328}"/>
              </a:ext>
            </a:extLst>
          </p:cNvPr>
          <p:cNvSpPr/>
          <p:nvPr/>
        </p:nvSpPr>
        <p:spPr>
          <a:xfrm>
            <a:off x="835866" y="2318593"/>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36" name="四角形: 角を丸くする 35">
            <a:extLst>
              <a:ext uri="{FF2B5EF4-FFF2-40B4-BE49-F238E27FC236}">
                <a16:creationId xmlns:a16="http://schemas.microsoft.com/office/drawing/2014/main" id="{A50A31C0-ECAE-1471-E607-C879173F609F}"/>
              </a:ext>
            </a:extLst>
          </p:cNvPr>
          <p:cNvSpPr/>
          <p:nvPr/>
        </p:nvSpPr>
        <p:spPr>
          <a:xfrm>
            <a:off x="2795756" y="819474"/>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37" name="四角形: 角を丸くする 36">
            <a:extLst>
              <a:ext uri="{FF2B5EF4-FFF2-40B4-BE49-F238E27FC236}">
                <a16:creationId xmlns:a16="http://schemas.microsoft.com/office/drawing/2014/main" id="{E28B0B81-E7C2-D6E8-665A-30498B1F41C5}"/>
              </a:ext>
            </a:extLst>
          </p:cNvPr>
          <p:cNvSpPr/>
          <p:nvPr/>
        </p:nvSpPr>
        <p:spPr>
          <a:xfrm>
            <a:off x="2795756" y="5351302"/>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38" name="四角形: 角を丸くする 37">
            <a:extLst>
              <a:ext uri="{FF2B5EF4-FFF2-40B4-BE49-F238E27FC236}">
                <a16:creationId xmlns:a16="http://schemas.microsoft.com/office/drawing/2014/main" id="{96D30A4C-E4BA-5722-CCB0-48544E7734B3}"/>
              </a:ext>
            </a:extLst>
          </p:cNvPr>
          <p:cNvSpPr/>
          <p:nvPr/>
        </p:nvSpPr>
        <p:spPr>
          <a:xfrm>
            <a:off x="2795756" y="4616258"/>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39" name="四角形: 角を丸くする 38">
            <a:extLst>
              <a:ext uri="{FF2B5EF4-FFF2-40B4-BE49-F238E27FC236}">
                <a16:creationId xmlns:a16="http://schemas.microsoft.com/office/drawing/2014/main" id="{75552719-A2D4-4FF9-2BF3-BE63ED1EB281}"/>
              </a:ext>
            </a:extLst>
          </p:cNvPr>
          <p:cNvSpPr/>
          <p:nvPr/>
        </p:nvSpPr>
        <p:spPr>
          <a:xfrm>
            <a:off x="2795756" y="388121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7" name="四角形: 角を丸くする 6">
            <a:extLst>
              <a:ext uri="{FF2B5EF4-FFF2-40B4-BE49-F238E27FC236}">
                <a16:creationId xmlns:a16="http://schemas.microsoft.com/office/drawing/2014/main" id="{74DB7F5D-D8F1-C237-52B0-2F7C5703FEC8}"/>
              </a:ext>
            </a:extLst>
          </p:cNvPr>
          <p:cNvSpPr/>
          <p:nvPr/>
        </p:nvSpPr>
        <p:spPr>
          <a:xfrm>
            <a:off x="1308874" y="3002838"/>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1" name="楕円 30">
            <a:extLst>
              <a:ext uri="{FF2B5EF4-FFF2-40B4-BE49-F238E27FC236}">
                <a16:creationId xmlns:a16="http://schemas.microsoft.com/office/drawing/2014/main" id="{DD70F567-28EE-D04A-6595-B803EA840454}"/>
              </a:ext>
            </a:extLst>
          </p:cNvPr>
          <p:cNvSpPr/>
          <p:nvPr/>
        </p:nvSpPr>
        <p:spPr>
          <a:xfrm>
            <a:off x="1485998" y="3054156"/>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40" name="四角形: 角を丸くする 39">
            <a:extLst>
              <a:ext uri="{FF2B5EF4-FFF2-40B4-BE49-F238E27FC236}">
                <a16:creationId xmlns:a16="http://schemas.microsoft.com/office/drawing/2014/main" id="{FBD2F973-66C0-B1A7-D93D-9D467E065A49}"/>
              </a:ext>
            </a:extLst>
          </p:cNvPr>
          <p:cNvSpPr/>
          <p:nvPr/>
        </p:nvSpPr>
        <p:spPr>
          <a:xfrm>
            <a:off x="3445889" y="3024609"/>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41" name="四角形: 角を丸くする 40">
            <a:extLst>
              <a:ext uri="{FF2B5EF4-FFF2-40B4-BE49-F238E27FC236}">
                <a16:creationId xmlns:a16="http://schemas.microsoft.com/office/drawing/2014/main" id="{B102354B-35C6-FA0C-EE14-BB240C477BA7}"/>
              </a:ext>
            </a:extLst>
          </p:cNvPr>
          <p:cNvSpPr/>
          <p:nvPr/>
        </p:nvSpPr>
        <p:spPr>
          <a:xfrm>
            <a:off x="2795756" y="2289564"/>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42" name="四角形: 角を丸くする 41">
            <a:extLst>
              <a:ext uri="{FF2B5EF4-FFF2-40B4-BE49-F238E27FC236}">
                <a16:creationId xmlns:a16="http://schemas.microsoft.com/office/drawing/2014/main" id="{EC82EBD6-74A5-EF88-BBAE-73D81392DBF4}"/>
              </a:ext>
            </a:extLst>
          </p:cNvPr>
          <p:cNvSpPr/>
          <p:nvPr/>
        </p:nvSpPr>
        <p:spPr>
          <a:xfrm>
            <a:off x="2795756" y="1554519"/>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44" name="四角形: 角を丸くする 43">
            <a:extLst>
              <a:ext uri="{FF2B5EF4-FFF2-40B4-BE49-F238E27FC236}">
                <a16:creationId xmlns:a16="http://schemas.microsoft.com/office/drawing/2014/main" id="{6D3075E0-53CF-32E8-20E7-4B9D9FA6AC30}"/>
              </a:ext>
            </a:extLst>
          </p:cNvPr>
          <p:cNvSpPr/>
          <p:nvPr/>
        </p:nvSpPr>
        <p:spPr>
          <a:xfrm flipV="1">
            <a:off x="8838120" y="5330633"/>
            <a:ext cx="2704472"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6" name="四角形: 角を丸くする 45">
            <a:extLst>
              <a:ext uri="{FF2B5EF4-FFF2-40B4-BE49-F238E27FC236}">
                <a16:creationId xmlns:a16="http://schemas.microsoft.com/office/drawing/2014/main" id="{3F4A34E9-A915-E18F-68C0-D9BB8814598C}"/>
              </a:ext>
            </a:extLst>
          </p:cNvPr>
          <p:cNvSpPr/>
          <p:nvPr/>
        </p:nvSpPr>
        <p:spPr>
          <a:xfrm flipV="1">
            <a:off x="8838120" y="3859507"/>
            <a:ext cx="2704472"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7" name="四角形: 角を丸くする 46">
            <a:extLst>
              <a:ext uri="{FF2B5EF4-FFF2-40B4-BE49-F238E27FC236}">
                <a16:creationId xmlns:a16="http://schemas.microsoft.com/office/drawing/2014/main" id="{9431CDD6-CFF4-53FF-7CCA-EDEB38E586F3}"/>
              </a:ext>
            </a:extLst>
          </p:cNvPr>
          <p:cNvSpPr/>
          <p:nvPr/>
        </p:nvSpPr>
        <p:spPr>
          <a:xfrm flipV="1">
            <a:off x="8838120" y="3128230"/>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8" name="四角形: 角を丸くする 47">
            <a:extLst>
              <a:ext uri="{FF2B5EF4-FFF2-40B4-BE49-F238E27FC236}">
                <a16:creationId xmlns:a16="http://schemas.microsoft.com/office/drawing/2014/main" id="{73E1B34D-BB7E-3C88-8196-479684ABDE36}"/>
              </a:ext>
            </a:extLst>
          </p:cNvPr>
          <p:cNvSpPr/>
          <p:nvPr/>
        </p:nvSpPr>
        <p:spPr>
          <a:xfrm flipV="1">
            <a:off x="8048005" y="2259499"/>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9" name="四角形: 角を丸くする 48">
            <a:extLst>
              <a:ext uri="{FF2B5EF4-FFF2-40B4-BE49-F238E27FC236}">
                <a16:creationId xmlns:a16="http://schemas.microsoft.com/office/drawing/2014/main" id="{4B0A49F9-167B-BA2B-1310-4A6B607C4406}"/>
              </a:ext>
            </a:extLst>
          </p:cNvPr>
          <p:cNvSpPr/>
          <p:nvPr/>
        </p:nvSpPr>
        <p:spPr>
          <a:xfrm flipV="1">
            <a:off x="8838120" y="1523936"/>
            <a:ext cx="2704472"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0" name="四角形: 角を丸くする 49">
            <a:extLst>
              <a:ext uri="{FF2B5EF4-FFF2-40B4-BE49-F238E27FC236}">
                <a16:creationId xmlns:a16="http://schemas.microsoft.com/office/drawing/2014/main" id="{B996C58C-D70D-F801-8A3E-1AB48609C1A8}"/>
              </a:ext>
            </a:extLst>
          </p:cNvPr>
          <p:cNvSpPr/>
          <p:nvPr/>
        </p:nvSpPr>
        <p:spPr>
          <a:xfrm flipV="1">
            <a:off x="8838120" y="788373"/>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2" name="楕円 51">
            <a:extLst>
              <a:ext uri="{FF2B5EF4-FFF2-40B4-BE49-F238E27FC236}">
                <a16:creationId xmlns:a16="http://schemas.microsoft.com/office/drawing/2014/main" id="{B3DD44AB-84B8-D8DE-E4F1-91ED94B852ED}"/>
              </a:ext>
            </a:extLst>
          </p:cNvPr>
          <p:cNvSpPr/>
          <p:nvPr/>
        </p:nvSpPr>
        <p:spPr>
          <a:xfrm>
            <a:off x="9869638" y="839691"/>
            <a:ext cx="1428131"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キャラ</a:t>
            </a:r>
          </a:p>
        </p:txBody>
      </p:sp>
      <p:sp>
        <p:nvSpPr>
          <p:cNvPr id="53" name="楕円 52">
            <a:extLst>
              <a:ext uri="{FF2B5EF4-FFF2-40B4-BE49-F238E27FC236}">
                <a16:creationId xmlns:a16="http://schemas.microsoft.com/office/drawing/2014/main" id="{3FBE95DE-E3FE-1AFB-3C9F-74E515333A30}"/>
              </a:ext>
            </a:extLst>
          </p:cNvPr>
          <p:cNvSpPr/>
          <p:nvPr/>
        </p:nvSpPr>
        <p:spPr>
          <a:xfrm>
            <a:off x="9012488" y="839691"/>
            <a:ext cx="682783"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55" name="楕円 54">
            <a:extLst>
              <a:ext uri="{FF2B5EF4-FFF2-40B4-BE49-F238E27FC236}">
                <a16:creationId xmlns:a16="http://schemas.microsoft.com/office/drawing/2014/main" id="{E9B45C77-8019-8CE4-2A90-DC508CAC623D}"/>
              </a:ext>
            </a:extLst>
          </p:cNvPr>
          <p:cNvSpPr/>
          <p:nvPr/>
        </p:nvSpPr>
        <p:spPr>
          <a:xfrm>
            <a:off x="9869638" y="1575254"/>
            <a:ext cx="1428131"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キャラ</a:t>
            </a:r>
          </a:p>
        </p:txBody>
      </p:sp>
      <p:sp>
        <p:nvSpPr>
          <p:cNvPr id="56" name="楕円 55">
            <a:extLst>
              <a:ext uri="{FF2B5EF4-FFF2-40B4-BE49-F238E27FC236}">
                <a16:creationId xmlns:a16="http://schemas.microsoft.com/office/drawing/2014/main" id="{A40C4034-9172-1A03-A411-6B10B0443B23}"/>
              </a:ext>
            </a:extLst>
          </p:cNvPr>
          <p:cNvSpPr/>
          <p:nvPr/>
        </p:nvSpPr>
        <p:spPr>
          <a:xfrm>
            <a:off x="9012488" y="1575254"/>
            <a:ext cx="682783"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57" name="グループ化 56">
            <a:extLst>
              <a:ext uri="{FF2B5EF4-FFF2-40B4-BE49-F238E27FC236}">
                <a16:creationId xmlns:a16="http://schemas.microsoft.com/office/drawing/2014/main" id="{63F68FAC-B191-A4F0-A858-20F770725174}"/>
              </a:ext>
            </a:extLst>
          </p:cNvPr>
          <p:cNvGrpSpPr/>
          <p:nvPr/>
        </p:nvGrpSpPr>
        <p:grpSpPr>
          <a:xfrm>
            <a:off x="9012488" y="5381951"/>
            <a:ext cx="2285281" cy="559836"/>
            <a:chOff x="858105" y="1673292"/>
            <a:chExt cx="2612882" cy="559836"/>
          </a:xfrm>
        </p:grpSpPr>
        <p:sp>
          <p:nvSpPr>
            <p:cNvPr id="58" name="楕円 57">
              <a:extLst>
                <a:ext uri="{FF2B5EF4-FFF2-40B4-BE49-F238E27FC236}">
                  <a16:creationId xmlns:a16="http://schemas.microsoft.com/office/drawing/2014/main" id="{BF7D8AD5-1C77-6443-8598-CCFD05BC9768}"/>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キャラ</a:t>
              </a:r>
            </a:p>
          </p:txBody>
        </p:sp>
        <p:sp>
          <p:nvSpPr>
            <p:cNvPr id="59" name="楕円 58">
              <a:extLst>
                <a:ext uri="{FF2B5EF4-FFF2-40B4-BE49-F238E27FC236}">
                  <a16:creationId xmlns:a16="http://schemas.microsoft.com/office/drawing/2014/main" id="{77D12F64-41F8-812C-44F2-3EEB040AD6FC}"/>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grpSp>
      <p:grpSp>
        <p:nvGrpSpPr>
          <p:cNvPr id="63" name="グループ化 62">
            <a:extLst>
              <a:ext uri="{FF2B5EF4-FFF2-40B4-BE49-F238E27FC236}">
                <a16:creationId xmlns:a16="http://schemas.microsoft.com/office/drawing/2014/main" id="{B797BB07-DE25-1E00-2933-55D1D0BDE420}"/>
              </a:ext>
            </a:extLst>
          </p:cNvPr>
          <p:cNvGrpSpPr/>
          <p:nvPr/>
        </p:nvGrpSpPr>
        <p:grpSpPr>
          <a:xfrm>
            <a:off x="9012488" y="3910825"/>
            <a:ext cx="2285281" cy="559836"/>
            <a:chOff x="858105" y="1673292"/>
            <a:chExt cx="2612882" cy="559836"/>
          </a:xfrm>
        </p:grpSpPr>
        <p:sp>
          <p:nvSpPr>
            <p:cNvPr id="64" name="楕円 63">
              <a:extLst>
                <a:ext uri="{FF2B5EF4-FFF2-40B4-BE49-F238E27FC236}">
                  <a16:creationId xmlns:a16="http://schemas.microsoft.com/office/drawing/2014/main" id="{FC0F6A44-FC12-22BF-4579-101887945648}"/>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キャラ</a:t>
              </a:r>
            </a:p>
          </p:txBody>
        </p:sp>
        <p:sp>
          <p:nvSpPr>
            <p:cNvPr id="65" name="楕円 64">
              <a:extLst>
                <a:ext uri="{FF2B5EF4-FFF2-40B4-BE49-F238E27FC236}">
                  <a16:creationId xmlns:a16="http://schemas.microsoft.com/office/drawing/2014/main" id="{BC50CEF9-2006-751D-7AE9-81B3120D2255}"/>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grpSp>
      <p:sp>
        <p:nvSpPr>
          <p:cNvPr id="67" name="楕円 66">
            <a:extLst>
              <a:ext uri="{FF2B5EF4-FFF2-40B4-BE49-F238E27FC236}">
                <a16:creationId xmlns:a16="http://schemas.microsoft.com/office/drawing/2014/main" id="{F81F77C2-726C-8C39-F5E3-DB8C8539830F}"/>
              </a:ext>
            </a:extLst>
          </p:cNvPr>
          <p:cNvSpPr/>
          <p:nvPr/>
        </p:nvSpPr>
        <p:spPr>
          <a:xfrm>
            <a:off x="9869638" y="3179548"/>
            <a:ext cx="1428131"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キャラ</a:t>
            </a:r>
          </a:p>
        </p:txBody>
      </p:sp>
      <p:sp>
        <p:nvSpPr>
          <p:cNvPr id="68" name="楕円 67">
            <a:extLst>
              <a:ext uri="{FF2B5EF4-FFF2-40B4-BE49-F238E27FC236}">
                <a16:creationId xmlns:a16="http://schemas.microsoft.com/office/drawing/2014/main" id="{7A3056A0-A5ED-6FC9-49C1-A416FC1A916C}"/>
              </a:ext>
            </a:extLst>
          </p:cNvPr>
          <p:cNvSpPr/>
          <p:nvPr/>
        </p:nvSpPr>
        <p:spPr>
          <a:xfrm>
            <a:off x="9012488" y="3179548"/>
            <a:ext cx="682783"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70" name="楕円 69">
            <a:extLst>
              <a:ext uri="{FF2B5EF4-FFF2-40B4-BE49-F238E27FC236}">
                <a16:creationId xmlns:a16="http://schemas.microsoft.com/office/drawing/2014/main" id="{825BE4C1-114E-220E-5B2C-6C3976809B9E}"/>
              </a:ext>
            </a:extLst>
          </p:cNvPr>
          <p:cNvSpPr/>
          <p:nvPr/>
        </p:nvSpPr>
        <p:spPr>
          <a:xfrm>
            <a:off x="9079523" y="2310817"/>
            <a:ext cx="1428131"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キャラ</a:t>
            </a:r>
          </a:p>
        </p:txBody>
      </p:sp>
      <p:sp>
        <p:nvSpPr>
          <p:cNvPr id="71" name="楕円 70">
            <a:extLst>
              <a:ext uri="{FF2B5EF4-FFF2-40B4-BE49-F238E27FC236}">
                <a16:creationId xmlns:a16="http://schemas.microsoft.com/office/drawing/2014/main" id="{8CA3983C-AA61-90C5-AF18-0C4C9163A5F7}"/>
              </a:ext>
            </a:extLst>
          </p:cNvPr>
          <p:cNvSpPr/>
          <p:nvPr/>
        </p:nvSpPr>
        <p:spPr>
          <a:xfrm>
            <a:off x="8222373" y="2310817"/>
            <a:ext cx="682783"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72" name="四角形: 角を丸くする 71">
            <a:extLst>
              <a:ext uri="{FF2B5EF4-FFF2-40B4-BE49-F238E27FC236}">
                <a16:creationId xmlns:a16="http://schemas.microsoft.com/office/drawing/2014/main" id="{4AEEBFE0-CB18-1C91-58F8-2B3E7FAA1D0C}"/>
              </a:ext>
            </a:extLst>
          </p:cNvPr>
          <p:cNvSpPr/>
          <p:nvPr/>
        </p:nvSpPr>
        <p:spPr>
          <a:xfrm>
            <a:off x="10941877" y="81169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73" name="四角形: 角を丸くする 72">
            <a:extLst>
              <a:ext uri="{FF2B5EF4-FFF2-40B4-BE49-F238E27FC236}">
                <a16:creationId xmlns:a16="http://schemas.microsoft.com/office/drawing/2014/main" id="{07E1D704-E675-678F-893A-B23F99E8974A}"/>
              </a:ext>
            </a:extLst>
          </p:cNvPr>
          <p:cNvSpPr/>
          <p:nvPr/>
        </p:nvSpPr>
        <p:spPr>
          <a:xfrm>
            <a:off x="10941877" y="5350849"/>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nvGrpSpPr>
          <p:cNvPr id="90" name="グループ化 89">
            <a:extLst>
              <a:ext uri="{FF2B5EF4-FFF2-40B4-BE49-F238E27FC236}">
                <a16:creationId xmlns:a16="http://schemas.microsoft.com/office/drawing/2014/main" id="{7B83B1F6-6CC2-A94E-513C-7B29C397EF9C}"/>
              </a:ext>
            </a:extLst>
          </p:cNvPr>
          <p:cNvGrpSpPr/>
          <p:nvPr/>
        </p:nvGrpSpPr>
        <p:grpSpPr>
          <a:xfrm>
            <a:off x="8836094" y="4595070"/>
            <a:ext cx="2704472" cy="662473"/>
            <a:chOff x="8450427" y="4559558"/>
            <a:chExt cx="3092165" cy="662473"/>
          </a:xfrm>
        </p:grpSpPr>
        <p:sp>
          <p:nvSpPr>
            <p:cNvPr id="45" name="四角形: 角を丸くする 44">
              <a:extLst>
                <a:ext uri="{FF2B5EF4-FFF2-40B4-BE49-F238E27FC236}">
                  <a16:creationId xmlns:a16="http://schemas.microsoft.com/office/drawing/2014/main" id="{41916A7C-F2E3-B42C-CFCF-4FE3E9441B9E}"/>
                </a:ext>
              </a:extLst>
            </p:cNvPr>
            <p:cNvSpPr/>
            <p:nvPr/>
          </p:nvSpPr>
          <p:spPr>
            <a:xfrm flipV="1">
              <a:off x="8450427" y="4559558"/>
              <a:ext cx="3092165"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60" name="グループ化 59">
              <a:extLst>
                <a:ext uri="{FF2B5EF4-FFF2-40B4-BE49-F238E27FC236}">
                  <a16:creationId xmlns:a16="http://schemas.microsoft.com/office/drawing/2014/main" id="{EDD08AD9-8B1E-FB10-E2DD-A43F8CD39DB3}"/>
                </a:ext>
              </a:extLst>
            </p:cNvPr>
            <p:cNvGrpSpPr/>
            <p:nvPr/>
          </p:nvGrpSpPr>
          <p:grpSpPr>
            <a:xfrm>
              <a:off x="8649791" y="4610876"/>
              <a:ext cx="2612882" cy="559836"/>
              <a:chOff x="858105" y="1673292"/>
              <a:chExt cx="2612882" cy="559836"/>
            </a:xfrm>
          </p:grpSpPr>
          <p:sp>
            <p:nvSpPr>
              <p:cNvPr id="61" name="楕円 60">
                <a:extLst>
                  <a:ext uri="{FF2B5EF4-FFF2-40B4-BE49-F238E27FC236}">
                    <a16:creationId xmlns:a16="http://schemas.microsoft.com/office/drawing/2014/main" id="{7B95921D-2547-7E72-7CAE-E84EA7B2AF10}"/>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キャラ</a:t>
                </a:r>
              </a:p>
            </p:txBody>
          </p:sp>
          <p:sp>
            <p:nvSpPr>
              <p:cNvPr id="62" name="楕円 61">
                <a:extLst>
                  <a:ext uri="{FF2B5EF4-FFF2-40B4-BE49-F238E27FC236}">
                    <a16:creationId xmlns:a16="http://schemas.microsoft.com/office/drawing/2014/main" id="{8362AABC-FECE-8863-3AC8-5E39BBC54492}"/>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grpSp>
        <p:sp>
          <p:nvSpPr>
            <p:cNvPr id="74" name="四角形: 角を丸くする 73">
              <a:extLst>
                <a:ext uri="{FF2B5EF4-FFF2-40B4-BE49-F238E27FC236}">
                  <a16:creationId xmlns:a16="http://schemas.microsoft.com/office/drawing/2014/main" id="{0CC0FE40-C95F-8EED-D79B-FA7E9CCC67D4}"/>
                </a:ext>
              </a:extLst>
            </p:cNvPr>
            <p:cNvSpPr/>
            <p:nvPr/>
          </p:nvSpPr>
          <p:spPr>
            <a:xfrm>
              <a:off x="10855763" y="4580293"/>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sp>
        <p:nvSpPr>
          <p:cNvPr id="75" name="四角形: 角を丸くする 74">
            <a:extLst>
              <a:ext uri="{FF2B5EF4-FFF2-40B4-BE49-F238E27FC236}">
                <a16:creationId xmlns:a16="http://schemas.microsoft.com/office/drawing/2014/main" id="{70BD853B-7EDA-3A3E-0279-34C256A1660B}"/>
              </a:ext>
            </a:extLst>
          </p:cNvPr>
          <p:cNvSpPr/>
          <p:nvPr/>
        </p:nvSpPr>
        <p:spPr>
          <a:xfrm>
            <a:off x="10941877" y="3880760"/>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76" name="四角形: 角を丸くする 75">
            <a:extLst>
              <a:ext uri="{FF2B5EF4-FFF2-40B4-BE49-F238E27FC236}">
                <a16:creationId xmlns:a16="http://schemas.microsoft.com/office/drawing/2014/main" id="{B7810CEA-65A4-BFDF-2928-1A0771721212}"/>
              </a:ext>
            </a:extLst>
          </p:cNvPr>
          <p:cNvSpPr/>
          <p:nvPr/>
        </p:nvSpPr>
        <p:spPr>
          <a:xfrm>
            <a:off x="10941877" y="3150001"/>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77" name="四角形: 角を丸くする 76">
            <a:extLst>
              <a:ext uri="{FF2B5EF4-FFF2-40B4-BE49-F238E27FC236}">
                <a16:creationId xmlns:a16="http://schemas.microsoft.com/office/drawing/2014/main" id="{C75E11FC-0CFE-E035-0D4E-4C7CD75A813C}"/>
              </a:ext>
            </a:extLst>
          </p:cNvPr>
          <p:cNvSpPr/>
          <p:nvPr/>
        </p:nvSpPr>
        <p:spPr>
          <a:xfrm>
            <a:off x="10151762" y="228178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78" name="四角形: 角を丸くする 77">
            <a:extLst>
              <a:ext uri="{FF2B5EF4-FFF2-40B4-BE49-F238E27FC236}">
                <a16:creationId xmlns:a16="http://schemas.microsoft.com/office/drawing/2014/main" id="{CE2D3406-C9B2-EF90-B5E2-81EA56F15C46}"/>
              </a:ext>
            </a:extLst>
          </p:cNvPr>
          <p:cNvSpPr/>
          <p:nvPr/>
        </p:nvSpPr>
        <p:spPr>
          <a:xfrm>
            <a:off x="10941877" y="1546743"/>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137" name="フローチャート: 論理積ゲート 136">
            <a:extLst>
              <a:ext uri="{FF2B5EF4-FFF2-40B4-BE49-F238E27FC236}">
                <a16:creationId xmlns:a16="http://schemas.microsoft.com/office/drawing/2014/main" id="{09588362-648F-7878-45C9-53DAED557F2B}"/>
              </a:ext>
            </a:extLst>
          </p:cNvPr>
          <p:cNvSpPr/>
          <p:nvPr/>
        </p:nvSpPr>
        <p:spPr>
          <a:xfrm>
            <a:off x="1367869" y="6169827"/>
            <a:ext cx="1225730" cy="461826"/>
          </a:xfrm>
          <a:prstGeom prst="flowChartDelay">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原稿用標準書体" panose="03000503000000000000" pitchFamily="66" charset="-128"/>
                <a:ea typeface="原稿用標準書体" panose="03000503000000000000" pitchFamily="66" charset="-128"/>
              </a:rPr>
              <a:t>▶</a:t>
            </a:r>
            <a:r>
              <a:rPr kumimoji="1" lang="en-US" altLang="ja-JP" b="1" dirty="0">
                <a:latin typeface="原稿用標準書体" panose="03000503000000000000" pitchFamily="66" charset="-128"/>
                <a:ea typeface="原稿用標準書体" panose="03000503000000000000" pitchFamily="66" charset="-128"/>
              </a:rPr>
              <a:t>×1</a:t>
            </a:r>
            <a:endParaRPr kumimoji="1" lang="ja-JP" altLang="en-US" b="1" dirty="0">
              <a:latin typeface="原稿用標準書体" panose="03000503000000000000" pitchFamily="66" charset="-128"/>
              <a:ea typeface="原稿用標準書体" panose="03000503000000000000" pitchFamily="66" charset="-128"/>
            </a:endParaRPr>
          </a:p>
        </p:txBody>
      </p:sp>
      <p:sp>
        <p:nvSpPr>
          <p:cNvPr id="139" name="フローチャート: 論理積ゲート 138">
            <a:extLst>
              <a:ext uri="{FF2B5EF4-FFF2-40B4-BE49-F238E27FC236}">
                <a16:creationId xmlns:a16="http://schemas.microsoft.com/office/drawing/2014/main" id="{F32950C9-0F19-EBD7-3309-6408AB18106E}"/>
              </a:ext>
            </a:extLst>
          </p:cNvPr>
          <p:cNvSpPr/>
          <p:nvPr/>
        </p:nvSpPr>
        <p:spPr>
          <a:xfrm>
            <a:off x="2796951" y="6169827"/>
            <a:ext cx="1225730" cy="461826"/>
          </a:xfrm>
          <a:prstGeom prst="flowChartDelay">
            <a:avLst/>
          </a:prstGeom>
          <a:solidFill>
            <a:srgbClr val="CC66FF"/>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原稿用標準書体" panose="03000503000000000000" pitchFamily="66" charset="-128"/>
                <a:ea typeface="原稿用標準書体" panose="03000503000000000000" pitchFamily="66" charset="-128"/>
              </a:rPr>
              <a:t>▶▶</a:t>
            </a:r>
            <a:r>
              <a:rPr kumimoji="1" lang="en-US" altLang="ja-JP" b="1" dirty="0">
                <a:latin typeface="原稿用標準書体" panose="03000503000000000000" pitchFamily="66" charset="-128"/>
                <a:ea typeface="原稿用標準書体" panose="03000503000000000000" pitchFamily="66" charset="-128"/>
              </a:rPr>
              <a:t>×2</a:t>
            </a:r>
            <a:endParaRPr kumimoji="1" lang="ja-JP" altLang="en-US" b="1" dirty="0">
              <a:latin typeface="原稿用標準書体" panose="03000503000000000000" pitchFamily="66" charset="-128"/>
              <a:ea typeface="原稿用標準書体" panose="03000503000000000000" pitchFamily="66" charset="-128"/>
            </a:endParaRPr>
          </a:p>
        </p:txBody>
      </p:sp>
      <p:grpSp>
        <p:nvGrpSpPr>
          <p:cNvPr id="155" name="グループ化 154">
            <a:extLst>
              <a:ext uri="{FF2B5EF4-FFF2-40B4-BE49-F238E27FC236}">
                <a16:creationId xmlns:a16="http://schemas.microsoft.com/office/drawing/2014/main" id="{91DD2B5A-1DAD-2565-3156-CA389A518D59}"/>
              </a:ext>
            </a:extLst>
          </p:cNvPr>
          <p:cNvGrpSpPr/>
          <p:nvPr/>
        </p:nvGrpSpPr>
        <p:grpSpPr>
          <a:xfrm>
            <a:off x="619269" y="6128116"/>
            <a:ext cx="545248" cy="545248"/>
            <a:chOff x="4866575" y="4589624"/>
            <a:chExt cx="914400" cy="914400"/>
          </a:xfrm>
        </p:grpSpPr>
        <p:sp>
          <p:nvSpPr>
            <p:cNvPr id="154" name="四角形: 角を丸くする 153">
              <a:extLst>
                <a:ext uri="{FF2B5EF4-FFF2-40B4-BE49-F238E27FC236}">
                  <a16:creationId xmlns:a16="http://schemas.microsoft.com/office/drawing/2014/main" id="{0BE45B03-ADC7-4C3D-2527-C0F182AA4521}"/>
                </a:ext>
              </a:extLst>
            </p:cNvPr>
            <p:cNvSpPr/>
            <p:nvPr/>
          </p:nvSpPr>
          <p:spPr>
            <a:xfrm>
              <a:off x="4866575" y="4589624"/>
              <a:ext cx="914400" cy="914400"/>
            </a:xfrm>
            <a:prstGeom prst="roundRect">
              <a:avLst/>
            </a:prstGeom>
            <a:solidFill>
              <a:schemeClr val="tx1">
                <a:lumMod val="85000"/>
                <a:lumOff val="15000"/>
                <a:alpha val="7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153" name="図 152">
              <a:extLst>
                <a:ext uri="{FF2B5EF4-FFF2-40B4-BE49-F238E27FC236}">
                  <a16:creationId xmlns:a16="http://schemas.microsoft.com/office/drawing/2014/main" id="{0674FC55-DF54-E128-2E18-DBD0BC1E0E51}"/>
                </a:ext>
              </a:extLst>
            </p:cNvPr>
            <p:cNvPicPr>
              <a:picLocks noChangeAspect="1"/>
            </p:cNvPicPr>
            <p:nvPr/>
          </p:nvPicPr>
          <p:blipFill>
            <a:blip r:embed="rId2">
              <a:lum bright="70000" contrast="-70000"/>
              <a:extLst>
                <a:ext uri="{28A0092B-C50C-407E-A947-70E740481C1C}">
                  <a14:useLocalDpi xmlns:a14="http://schemas.microsoft.com/office/drawing/2010/main" val="0"/>
                </a:ext>
              </a:extLst>
            </a:blip>
            <a:stretch>
              <a:fillRect/>
            </a:stretch>
          </p:blipFill>
          <p:spPr>
            <a:xfrm>
              <a:off x="5014494" y="4737543"/>
              <a:ext cx="618561" cy="618561"/>
            </a:xfrm>
            <a:prstGeom prst="rect">
              <a:avLst/>
            </a:prstGeom>
          </p:spPr>
        </p:pic>
      </p:grpSp>
      <p:grpSp>
        <p:nvGrpSpPr>
          <p:cNvPr id="162" name="グループ化 161">
            <a:extLst>
              <a:ext uri="{FF2B5EF4-FFF2-40B4-BE49-F238E27FC236}">
                <a16:creationId xmlns:a16="http://schemas.microsoft.com/office/drawing/2014/main" id="{36CE00F0-130D-EE87-B18B-5532BE3AC87E}"/>
              </a:ext>
            </a:extLst>
          </p:cNvPr>
          <p:cNvGrpSpPr/>
          <p:nvPr/>
        </p:nvGrpSpPr>
        <p:grpSpPr>
          <a:xfrm>
            <a:off x="4366984" y="6169827"/>
            <a:ext cx="3092165" cy="493660"/>
            <a:chOff x="1719571" y="215382"/>
            <a:chExt cx="3888059" cy="426098"/>
          </a:xfrm>
          <a:solidFill>
            <a:schemeClr val="tx1">
              <a:lumMod val="95000"/>
              <a:lumOff val="5000"/>
            </a:schemeClr>
          </a:solidFill>
        </p:grpSpPr>
        <p:sp>
          <p:nvSpPr>
            <p:cNvPr id="166" name="平行四辺形 165">
              <a:extLst>
                <a:ext uri="{FF2B5EF4-FFF2-40B4-BE49-F238E27FC236}">
                  <a16:creationId xmlns:a16="http://schemas.microsoft.com/office/drawing/2014/main" id="{202505AD-DA79-29DC-4110-B0A2F44B6B87}"/>
                </a:ext>
              </a:extLst>
            </p:cNvPr>
            <p:cNvSpPr/>
            <p:nvPr/>
          </p:nvSpPr>
          <p:spPr>
            <a:xfrm>
              <a:off x="4751951"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67" name="平行四辺形 166">
              <a:extLst>
                <a:ext uri="{FF2B5EF4-FFF2-40B4-BE49-F238E27FC236}">
                  <a16:creationId xmlns:a16="http://schemas.microsoft.com/office/drawing/2014/main" id="{38D0380B-EACA-CF7E-46D0-94F57918C00A}"/>
                </a:ext>
              </a:extLst>
            </p:cNvPr>
            <p:cNvSpPr/>
            <p:nvPr/>
          </p:nvSpPr>
          <p:spPr>
            <a:xfrm>
              <a:off x="3993856" y="215382"/>
              <a:ext cx="855679" cy="426098"/>
            </a:xfrm>
            <a:prstGeom prst="homePlate">
              <a:avLst/>
            </a:prstGeom>
            <a:solidFill>
              <a:schemeClr val="accent1"/>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65" name="平行四辺形 164">
              <a:extLst>
                <a:ext uri="{FF2B5EF4-FFF2-40B4-BE49-F238E27FC236}">
                  <a16:creationId xmlns:a16="http://schemas.microsoft.com/office/drawing/2014/main" id="{2CC9BE66-E97F-B45E-A741-66693FE4FC25}"/>
                </a:ext>
              </a:extLst>
            </p:cNvPr>
            <p:cNvSpPr/>
            <p:nvPr/>
          </p:nvSpPr>
          <p:spPr>
            <a:xfrm>
              <a:off x="3235761"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64" name="平行四辺形 163">
              <a:extLst>
                <a:ext uri="{FF2B5EF4-FFF2-40B4-BE49-F238E27FC236}">
                  <a16:creationId xmlns:a16="http://schemas.microsoft.com/office/drawing/2014/main" id="{7F7001DC-1B56-0196-23AE-AD306750F965}"/>
                </a:ext>
              </a:extLst>
            </p:cNvPr>
            <p:cNvSpPr/>
            <p:nvPr/>
          </p:nvSpPr>
          <p:spPr>
            <a:xfrm>
              <a:off x="2477666"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63" name="平行四辺形 162">
              <a:extLst>
                <a:ext uri="{FF2B5EF4-FFF2-40B4-BE49-F238E27FC236}">
                  <a16:creationId xmlns:a16="http://schemas.microsoft.com/office/drawing/2014/main" id="{412589FA-ED23-CCFF-6708-66731AC81F08}"/>
                </a:ext>
              </a:extLst>
            </p:cNvPr>
            <p:cNvSpPr/>
            <p:nvPr/>
          </p:nvSpPr>
          <p:spPr>
            <a:xfrm>
              <a:off x="1719571" y="215382"/>
              <a:ext cx="855679" cy="426098"/>
            </a:xfrm>
            <a:prstGeom prst="homePlate">
              <a:avLst/>
            </a:prstGeom>
            <a:solidFill>
              <a:schemeClr val="accent1"/>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sp>
        <p:nvSpPr>
          <p:cNvPr id="168" name="楕円 167">
            <a:extLst>
              <a:ext uri="{FF2B5EF4-FFF2-40B4-BE49-F238E27FC236}">
                <a16:creationId xmlns:a16="http://schemas.microsoft.com/office/drawing/2014/main" id="{BC984520-F268-4E3A-580C-63B946CF2145}"/>
              </a:ext>
            </a:extLst>
          </p:cNvPr>
          <p:cNvSpPr/>
          <p:nvPr/>
        </p:nvSpPr>
        <p:spPr>
          <a:xfrm>
            <a:off x="5698688"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原稿用標準書体" panose="03000503000000000000" pitchFamily="66" charset="-128"/>
                <a:ea typeface="原稿用標準書体" panose="03000503000000000000" pitchFamily="66" charset="-128"/>
              </a:rPr>
              <a:t>キャラ</a:t>
            </a:r>
          </a:p>
        </p:txBody>
      </p:sp>
      <p:sp>
        <p:nvSpPr>
          <p:cNvPr id="169" name="楕円 168">
            <a:extLst>
              <a:ext uri="{FF2B5EF4-FFF2-40B4-BE49-F238E27FC236}">
                <a16:creationId xmlns:a16="http://schemas.microsoft.com/office/drawing/2014/main" id="{C4CEE05A-7CF0-5432-861F-DFD712066D9D}"/>
              </a:ext>
            </a:extLst>
          </p:cNvPr>
          <p:cNvSpPr/>
          <p:nvPr/>
        </p:nvSpPr>
        <p:spPr>
          <a:xfrm>
            <a:off x="6346227" y="6230426"/>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原稿用標準書体" panose="03000503000000000000" pitchFamily="66" charset="-128"/>
                <a:ea typeface="原稿用標準書体" panose="03000503000000000000" pitchFamily="66" charset="-128"/>
              </a:rPr>
              <a:t>キャラ</a:t>
            </a:r>
          </a:p>
        </p:txBody>
      </p:sp>
      <p:sp>
        <p:nvSpPr>
          <p:cNvPr id="170" name="楕円 169">
            <a:extLst>
              <a:ext uri="{FF2B5EF4-FFF2-40B4-BE49-F238E27FC236}">
                <a16:creationId xmlns:a16="http://schemas.microsoft.com/office/drawing/2014/main" id="{F7FD828D-19A9-1C22-D8ED-ED1B044C577D}"/>
              </a:ext>
            </a:extLst>
          </p:cNvPr>
          <p:cNvSpPr/>
          <p:nvPr/>
        </p:nvSpPr>
        <p:spPr>
          <a:xfrm>
            <a:off x="6908237"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原稿用標準書体" panose="03000503000000000000" pitchFamily="66" charset="-128"/>
                <a:ea typeface="原稿用標準書体" panose="03000503000000000000" pitchFamily="66" charset="-128"/>
              </a:rPr>
              <a:t>キャラ</a:t>
            </a:r>
          </a:p>
        </p:txBody>
      </p:sp>
      <p:sp>
        <p:nvSpPr>
          <p:cNvPr id="171" name="楕円 170">
            <a:extLst>
              <a:ext uri="{FF2B5EF4-FFF2-40B4-BE49-F238E27FC236}">
                <a16:creationId xmlns:a16="http://schemas.microsoft.com/office/drawing/2014/main" id="{24234C39-77D8-3448-7ED0-AD9DB61E4FAD}"/>
              </a:ext>
            </a:extLst>
          </p:cNvPr>
          <p:cNvSpPr/>
          <p:nvPr/>
        </p:nvSpPr>
        <p:spPr>
          <a:xfrm>
            <a:off x="5117736"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原稿用標準書体" panose="03000503000000000000" pitchFamily="66" charset="-128"/>
                <a:ea typeface="原稿用標準書体" panose="03000503000000000000" pitchFamily="66" charset="-128"/>
              </a:rPr>
              <a:t>キャラ</a:t>
            </a:r>
          </a:p>
        </p:txBody>
      </p:sp>
      <p:sp>
        <p:nvSpPr>
          <p:cNvPr id="172" name="楕円 171">
            <a:extLst>
              <a:ext uri="{FF2B5EF4-FFF2-40B4-BE49-F238E27FC236}">
                <a16:creationId xmlns:a16="http://schemas.microsoft.com/office/drawing/2014/main" id="{9FEE2A29-343D-BDDD-66F7-28DDE680477B}"/>
              </a:ext>
            </a:extLst>
          </p:cNvPr>
          <p:cNvSpPr/>
          <p:nvPr/>
        </p:nvSpPr>
        <p:spPr>
          <a:xfrm>
            <a:off x="4495793"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原稿用標準書体" panose="03000503000000000000" pitchFamily="66" charset="-128"/>
                <a:ea typeface="原稿用標準書体" panose="03000503000000000000" pitchFamily="66" charset="-128"/>
              </a:rPr>
              <a:t>キャラ</a:t>
            </a:r>
          </a:p>
        </p:txBody>
      </p:sp>
      <p:cxnSp>
        <p:nvCxnSpPr>
          <p:cNvPr id="174" name="直線コネクタ 173">
            <a:extLst>
              <a:ext uri="{FF2B5EF4-FFF2-40B4-BE49-F238E27FC236}">
                <a16:creationId xmlns:a16="http://schemas.microsoft.com/office/drawing/2014/main" id="{DCB973DB-2C58-D29C-066A-B241725A63EE}"/>
              </a:ext>
            </a:extLst>
          </p:cNvPr>
          <p:cNvCxnSpPr>
            <a:cxnSpLocks/>
          </p:cNvCxnSpPr>
          <p:nvPr/>
        </p:nvCxnSpPr>
        <p:spPr>
          <a:xfrm>
            <a:off x="4712882" y="6663487"/>
            <a:ext cx="3658847" cy="0"/>
          </a:xfrm>
          <a:prstGeom prst="line">
            <a:avLst/>
          </a:prstGeom>
          <a:ln w="38100">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175" name="テキスト ボックス 174">
            <a:extLst>
              <a:ext uri="{FF2B5EF4-FFF2-40B4-BE49-F238E27FC236}">
                <a16:creationId xmlns:a16="http://schemas.microsoft.com/office/drawing/2014/main" id="{BEA39557-BEAF-7F91-F732-C1E1A84A719D}"/>
              </a:ext>
            </a:extLst>
          </p:cNvPr>
          <p:cNvSpPr txBox="1"/>
          <p:nvPr/>
        </p:nvSpPr>
        <p:spPr>
          <a:xfrm>
            <a:off x="4871979" y="151566"/>
            <a:ext cx="2448043" cy="584775"/>
          </a:xfrm>
          <a:prstGeom prst="rect">
            <a:avLst/>
          </a:prstGeom>
          <a:noFill/>
        </p:spPr>
        <p:txBody>
          <a:bodyPr wrap="square" rtlCol="0">
            <a:spAutoFit/>
          </a:bodyPr>
          <a:lstStyle/>
          <a:p>
            <a:pPr algn="ctr"/>
            <a:r>
              <a:rPr lang="en-US" altLang="ja-JP" sz="2000" b="1" dirty="0">
                <a:solidFill>
                  <a:schemeClr val="bg1">
                    <a:lumMod val="95000"/>
                  </a:schemeClr>
                </a:solidFill>
                <a:latin typeface="原稿用標準書体" panose="03000503000000000000" pitchFamily="66" charset="-128"/>
                <a:ea typeface="原稿用標準書体" panose="03000503000000000000" pitchFamily="66" charset="-128"/>
              </a:rPr>
              <a:t>TURN</a:t>
            </a:r>
            <a:r>
              <a:rPr kumimoji="1" lang="en-US" altLang="ja-JP" sz="2000" b="1" dirty="0">
                <a:solidFill>
                  <a:schemeClr val="bg1">
                    <a:lumMod val="95000"/>
                  </a:schemeClr>
                </a:solidFill>
                <a:latin typeface="原稿用標準書体" panose="03000503000000000000" pitchFamily="66" charset="-128"/>
                <a:ea typeface="原稿用標準書体" panose="03000503000000000000" pitchFamily="66" charset="-128"/>
              </a:rPr>
              <a:t> </a:t>
            </a:r>
            <a:r>
              <a:rPr kumimoji="1" lang="en-US" altLang="ja-JP" sz="3200" b="1" dirty="0">
                <a:solidFill>
                  <a:schemeClr val="bg1">
                    <a:lumMod val="95000"/>
                  </a:schemeClr>
                </a:solidFill>
                <a:latin typeface="原稿用標準書体" panose="03000503000000000000" pitchFamily="66" charset="-128"/>
                <a:ea typeface="原稿用標準書体" panose="03000503000000000000" pitchFamily="66" charset="-128"/>
              </a:rPr>
              <a:t>0</a:t>
            </a:r>
            <a:endParaRPr kumimoji="1" lang="ja-JP" altLang="en-US" sz="3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76" name="テキスト ボックス 175">
            <a:extLst>
              <a:ext uri="{FF2B5EF4-FFF2-40B4-BE49-F238E27FC236}">
                <a16:creationId xmlns:a16="http://schemas.microsoft.com/office/drawing/2014/main" id="{76DF7C93-81FD-532E-2B9B-CC8B7C1DE465}"/>
              </a:ext>
            </a:extLst>
          </p:cNvPr>
          <p:cNvSpPr txBox="1"/>
          <p:nvPr/>
        </p:nvSpPr>
        <p:spPr>
          <a:xfrm>
            <a:off x="7592349" y="6141824"/>
            <a:ext cx="659155" cy="369332"/>
          </a:xfrm>
          <a:prstGeom prst="rect">
            <a:avLst/>
          </a:prstGeom>
          <a:noFill/>
        </p:spPr>
        <p:txBody>
          <a:bodyPr wrap="none" rtlCol="0">
            <a:spAutoFit/>
          </a:bodyPr>
          <a:lstStyle/>
          <a:p>
            <a:pPr algn="ctr"/>
            <a:r>
              <a:rPr kumimoji="1" lang="en-US" altLang="ja-JP" sz="1400" b="1" dirty="0">
                <a:solidFill>
                  <a:schemeClr val="bg1">
                    <a:lumMod val="95000"/>
                  </a:schemeClr>
                </a:solidFill>
                <a:latin typeface="原稿用標準書体" panose="03000503000000000000" pitchFamily="66" charset="-128"/>
                <a:ea typeface="原稿用標準書体" panose="03000503000000000000" pitchFamily="66" charset="-128"/>
              </a:rPr>
              <a:t>TRUN</a:t>
            </a:r>
            <a:r>
              <a:rPr kumimoji="1" lang="en-US" altLang="ja-JP" b="1" dirty="0">
                <a:solidFill>
                  <a:schemeClr val="bg1">
                    <a:lumMod val="95000"/>
                  </a:schemeClr>
                </a:solidFill>
                <a:latin typeface="原稿用標準書体" panose="03000503000000000000" pitchFamily="66" charset="-128"/>
                <a:ea typeface="原稿用標準書体" panose="03000503000000000000" pitchFamily="66" charset="-128"/>
              </a:rPr>
              <a:t>0</a:t>
            </a:r>
            <a:endParaRPr kumimoji="1" lang="ja-JP" altLang="en-US"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87" name="テキスト ボックス 86">
            <a:extLst>
              <a:ext uri="{FF2B5EF4-FFF2-40B4-BE49-F238E27FC236}">
                <a16:creationId xmlns:a16="http://schemas.microsoft.com/office/drawing/2014/main" id="{08B3A259-DD8D-6DDE-E2F1-01826D79349C}"/>
              </a:ext>
            </a:extLst>
          </p:cNvPr>
          <p:cNvSpPr txBox="1"/>
          <p:nvPr/>
        </p:nvSpPr>
        <p:spPr>
          <a:xfrm>
            <a:off x="777314" y="151566"/>
            <a:ext cx="595035" cy="584775"/>
          </a:xfrm>
          <a:prstGeom prst="rect">
            <a:avLst/>
          </a:prstGeom>
          <a:noFill/>
        </p:spPr>
        <p:txBody>
          <a:bodyPr wrap="none" rtlCol="0">
            <a:spAutoFit/>
          </a:bodyPr>
          <a:lstStyle/>
          <a:p>
            <a:r>
              <a:rPr kumimoji="1" lang="en-US" altLang="ja-JP" sz="3200" b="1" dirty="0">
                <a:solidFill>
                  <a:schemeClr val="bg1">
                    <a:lumMod val="95000"/>
                  </a:schemeClr>
                </a:solidFill>
                <a:latin typeface="原稿用標準書体" panose="03000503000000000000" pitchFamily="66" charset="-128"/>
                <a:ea typeface="原稿用標準書体" panose="03000503000000000000" pitchFamily="66" charset="-128"/>
              </a:rPr>
              <a:t>EF</a:t>
            </a:r>
            <a:endParaRPr kumimoji="1" lang="ja-JP" altLang="en-US" sz="3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197" name="グループ化 196">
            <a:extLst>
              <a:ext uri="{FF2B5EF4-FFF2-40B4-BE49-F238E27FC236}">
                <a16:creationId xmlns:a16="http://schemas.microsoft.com/office/drawing/2014/main" id="{CDE52CF2-C76C-F82B-717F-9799A8277FF4}"/>
              </a:ext>
            </a:extLst>
          </p:cNvPr>
          <p:cNvGrpSpPr/>
          <p:nvPr/>
        </p:nvGrpSpPr>
        <p:grpSpPr>
          <a:xfrm>
            <a:off x="2034000" y="3044825"/>
            <a:ext cx="1505416" cy="601824"/>
            <a:chOff x="1980734" y="3149081"/>
            <a:chExt cx="1505416" cy="601824"/>
          </a:xfrm>
        </p:grpSpPr>
        <p:sp>
          <p:nvSpPr>
            <p:cNvPr id="30" name="楕円 29">
              <a:extLst>
                <a:ext uri="{FF2B5EF4-FFF2-40B4-BE49-F238E27FC236}">
                  <a16:creationId xmlns:a16="http://schemas.microsoft.com/office/drawing/2014/main" id="{39457858-7477-A1E6-AE39-A8AAA7DAC2F7}"/>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186" name="グループ化 185">
              <a:extLst>
                <a:ext uri="{FF2B5EF4-FFF2-40B4-BE49-F238E27FC236}">
                  <a16:creationId xmlns:a16="http://schemas.microsoft.com/office/drawing/2014/main" id="{486541BD-DA44-FE01-7956-32BDE8EBBB90}"/>
                </a:ext>
              </a:extLst>
            </p:cNvPr>
            <p:cNvGrpSpPr/>
            <p:nvPr/>
          </p:nvGrpSpPr>
          <p:grpSpPr>
            <a:xfrm>
              <a:off x="1980734" y="3175652"/>
              <a:ext cx="1505416" cy="575253"/>
              <a:chOff x="1980734" y="3175652"/>
              <a:chExt cx="1505416" cy="575253"/>
            </a:xfrm>
          </p:grpSpPr>
          <p:grpSp>
            <p:nvGrpSpPr>
              <p:cNvPr id="126" name="グループ化 125">
                <a:extLst>
                  <a:ext uri="{FF2B5EF4-FFF2-40B4-BE49-F238E27FC236}">
                    <a16:creationId xmlns:a16="http://schemas.microsoft.com/office/drawing/2014/main" id="{189E736D-7F01-8F0E-CA68-1FA244A1D463}"/>
                  </a:ext>
                </a:extLst>
              </p:cNvPr>
              <p:cNvGrpSpPr/>
              <p:nvPr/>
            </p:nvGrpSpPr>
            <p:grpSpPr>
              <a:xfrm>
                <a:off x="1980734" y="3473931"/>
                <a:ext cx="1505416" cy="276974"/>
                <a:chOff x="4194668" y="3607669"/>
                <a:chExt cx="1105960" cy="276974"/>
              </a:xfrm>
            </p:grpSpPr>
            <p:sp>
              <p:nvSpPr>
                <p:cNvPr id="120" name="四角形: 角を丸くする 119">
                  <a:extLst>
                    <a:ext uri="{FF2B5EF4-FFF2-40B4-BE49-F238E27FC236}">
                      <a16:creationId xmlns:a16="http://schemas.microsoft.com/office/drawing/2014/main" id="{D0D27816-053F-979D-FA4C-9324136FC08A}"/>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125" name="図 124">
                  <a:extLst>
                    <a:ext uri="{FF2B5EF4-FFF2-40B4-BE49-F238E27FC236}">
                      <a16:creationId xmlns:a16="http://schemas.microsoft.com/office/drawing/2014/main" id="{9808ED4C-2243-3A03-BAA5-572265D80C0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85" name="テキスト ボックス 184">
                <a:extLst>
                  <a:ext uri="{FF2B5EF4-FFF2-40B4-BE49-F238E27FC236}">
                    <a16:creationId xmlns:a16="http://schemas.microsoft.com/office/drawing/2014/main" id="{D15A35DB-7B8C-69BC-ED43-7AE886629C52}"/>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nvGrpSpPr>
          <p:cNvPr id="198" name="グループ化 197">
            <a:extLst>
              <a:ext uri="{FF2B5EF4-FFF2-40B4-BE49-F238E27FC236}">
                <a16:creationId xmlns:a16="http://schemas.microsoft.com/office/drawing/2014/main" id="{7023E72B-6C60-ECF9-C1C5-DE8B7D6A50F2}"/>
              </a:ext>
            </a:extLst>
          </p:cNvPr>
          <p:cNvGrpSpPr/>
          <p:nvPr/>
        </p:nvGrpSpPr>
        <p:grpSpPr>
          <a:xfrm>
            <a:off x="1376410" y="3905835"/>
            <a:ext cx="1505416" cy="601824"/>
            <a:chOff x="1980734" y="3149081"/>
            <a:chExt cx="1505416" cy="601824"/>
          </a:xfrm>
        </p:grpSpPr>
        <p:sp>
          <p:nvSpPr>
            <p:cNvPr id="199" name="楕円 198">
              <a:extLst>
                <a:ext uri="{FF2B5EF4-FFF2-40B4-BE49-F238E27FC236}">
                  <a16:creationId xmlns:a16="http://schemas.microsoft.com/office/drawing/2014/main" id="{51C7493F-3FC8-1FF9-2F2C-01E6821DF5AD}"/>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200" name="グループ化 199">
              <a:extLst>
                <a:ext uri="{FF2B5EF4-FFF2-40B4-BE49-F238E27FC236}">
                  <a16:creationId xmlns:a16="http://schemas.microsoft.com/office/drawing/2014/main" id="{97E7951B-A8D5-A6B7-9162-6108D31EA9D4}"/>
                </a:ext>
              </a:extLst>
            </p:cNvPr>
            <p:cNvGrpSpPr/>
            <p:nvPr/>
          </p:nvGrpSpPr>
          <p:grpSpPr>
            <a:xfrm>
              <a:off x="1980734" y="3175652"/>
              <a:ext cx="1505416" cy="575253"/>
              <a:chOff x="1980734" y="3175652"/>
              <a:chExt cx="1505416" cy="575253"/>
            </a:xfrm>
          </p:grpSpPr>
          <p:grpSp>
            <p:nvGrpSpPr>
              <p:cNvPr id="201" name="グループ化 200">
                <a:extLst>
                  <a:ext uri="{FF2B5EF4-FFF2-40B4-BE49-F238E27FC236}">
                    <a16:creationId xmlns:a16="http://schemas.microsoft.com/office/drawing/2014/main" id="{12572132-BFDD-D00C-9AA8-C8A2A3CE4EE9}"/>
                  </a:ext>
                </a:extLst>
              </p:cNvPr>
              <p:cNvGrpSpPr/>
              <p:nvPr/>
            </p:nvGrpSpPr>
            <p:grpSpPr>
              <a:xfrm>
                <a:off x="1980734" y="3473931"/>
                <a:ext cx="1505416" cy="276974"/>
                <a:chOff x="4194668" y="3607669"/>
                <a:chExt cx="1105960" cy="276974"/>
              </a:xfrm>
            </p:grpSpPr>
            <p:sp>
              <p:nvSpPr>
                <p:cNvPr id="203" name="四角形: 角を丸くする 202">
                  <a:extLst>
                    <a:ext uri="{FF2B5EF4-FFF2-40B4-BE49-F238E27FC236}">
                      <a16:creationId xmlns:a16="http://schemas.microsoft.com/office/drawing/2014/main" id="{5EDC39C0-E9AF-760F-1362-E90A10765F4F}"/>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204" name="図 203">
                  <a:extLst>
                    <a:ext uri="{FF2B5EF4-FFF2-40B4-BE49-F238E27FC236}">
                      <a16:creationId xmlns:a16="http://schemas.microsoft.com/office/drawing/2014/main" id="{38D1A347-D33E-1CCB-7755-64351F39DAA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02" name="テキスト ボックス 201">
                <a:extLst>
                  <a:ext uri="{FF2B5EF4-FFF2-40B4-BE49-F238E27FC236}">
                    <a16:creationId xmlns:a16="http://schemas.microsoft.com/office/drawing/2014/main" id="{F0A87A77-D2B7-DADD-FB5A-687BF51690BD}"/>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nvGrpSpPr>
          <p:cNvPr id="205" name="グループ化 204">
            <a:extLst>
              <a:ext uri="{FF2B5EF4-FFF2-40B4-BE49-F238E27FC236}">
                <a16:creationId xmlns:a16="http://schemas.microsoft.com/office/drawing/2014/main" id="{49EB0072-CB4E-ACB1-B0EF-1941D2591F74}"/>
              </a:ext>
            </a:extLst>
          </p:cNvPr>
          <p:cNvGrpSpPr/>
          <p:nvPr/>
        </p:nvGrpSpPr>
        <p:grpSpPr>
          <a:xfrm>
            <a:off x="1376410" y="4625847"/>
            <a:ext cx="1505416" cy="601824"/>
            <a:chOff x="1980734" y="3149081"/>
            <a:chExt cx="1505416" cy="601824"/>
          </a:xfrm>
        </p:grpSpPr>
        <p:sp>
          <p:nvSpPr>
            <p:cNvPr id="206" name="楕円 205">
              <a:extLst>
                <a:ext uri="{FF2B5EF4-FFF2-40B4-BE49-F238E27FC236}">
                  <a16:creationId xmlns:a16="http://schemas.microsoft.com/office/drawing/2014/main" id="{318B696C-2B7A-35EE-7E74-0B52AF76C451}"/>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207" name="グループ化 206">
              <a:extLst>
                <a:ext uri="{FF2B5EF4-FFF2-40B4-BE49-F238E27FC236}">
                  <a16:creationId xmlns:a16="http://schemas.microsoft.com/office/drawing/2014/main" id="{3EEAC35A-AC03-14FF-44D0-E8AC6774F48B}"/>
                </a:ext>
              </a:extLst>
            </p:cNvPr>
            <p:cNvGrpSpPr/>
            <p:nvPr/>
          </p:nvGrpSpPr>
          <p:grpSpPr>
            <a:xfrm>
              <a:off x="1980734" y="3175652"/>
              <a:ext cx="1505416" cy="575253"/>
              <a:chOff x="1980734" y="3175652"/>
              <a:chExt cx="1505416" cy="575253"/>
            </a:xfrm>
          </p:grpSpPr>
          <p:grpSp>
            <p:nvGrpSpPr>
              <p:cNvPr id="208" name="グループ化 207">
                <a:extLst>
                  <a:ext uri="{FF2B5EF4-FFF2-40B4-BE49-F238E27FC236}">
                    <a16:creationId xmlns:a16="http://schemas.microsoft.com/office/drawing/2014/main" id="{B40BAF7F-1D9A-5933-0092-363448DCE5E6}"/>
                  </a:ext>
                </a:extLst>
              </p:cNvPr>
              <p:cNvGrpSpPr/>
              <p:nvPr/>
            </p:nvGrpSpPr>
            <p:grpSpPr>
              <a:xfrm>
                <a:off x="1980734" y="3473931"/>
                <a:ext cx="1505416" cy="276974"/>
                <a:chOff x="4194668" y="3607669"/>
                <a:chExt cx="1105960" cy="276974"/>
              </a:xfrm>
            </p:grpSpPr>
            <p:sp>
              <p:nvSpPr>
                <p:cNvPr id="210" name="四角形: 角を丸くする 209">
                  <a:extLst>
                    <a:ext uri="{FF2B5EF4-FFF2-40B4-BE49-F238E27FC236}">
                      <a16:creationId xmlns:a16="http://schemas.microsoft.com/office/drawing/2014/main" id="{F05B8BE1-F9BE-0AF0-08D6-75EF8F5CE98C}"/>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211" name="図 210">
                  <a:extLst>
                    <a:ext uri="{FF2B5EF4-FFF2-40B4-BE49-F238E27FC236}">
                      <a16:creationId xmlns:a16="http://schemas.microsoft.com/office/drawing/2014/main" id="{EBB8C3E0-036B-1E7B-C640-94D7F560BC9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09" name="テキスト ボックス 208">
                <a:extLst>
                  <a:ext uri="{FF2B5EF4-FFF2-40B4-BE49-F238E27FC236}">
                    <a16:creationId xmlns:a16="http://schemas.microsoft.com/office/drawing/2014/main" id="{20F88621-B25C-9CB7-1E15-DCB1531B7066}"/>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nvGrpSpPr>
          <p:cNvPr id="212" name="グループ化 211">
            <a:extLst>
              <a:ext uri="{FF2B5EF4-FFF2-40B4-BE49-F238E27FC236}">
                <a16:creationId xmlns:a16="http://schemas.microsoft.com/office/drawing/2014/main" id="{9A1BA5FD-4672-0100-054A-9BB1870BC337}"/>
              </a:ext>
            </a:extLst>
          </p:cNvPr>
          <p:cNvGrpSpPr/>
          <p:nvPr/>
        </p:nvGrpSpPr>
        <p:grpSpPr>
          <a:xfrm>
            <a:off x="1376410" y="5365069"/>
            <a:ext cx="1505416" cy="601824"/>
            <a:chOff x="1980734" y="3149081"/>
            <a:chExt cx="1505416" cy="601824"/>
          </a:xfrm>
        </p:grpSpPr>
        <p:sp>
          <p:nvSpPr>
            <p:cNvPr id="213" name="楕円 212">
              <a:extLst>
                <a:ext uri="{FF2B5EF4-FFF2-40B4-BE49-F238E27FC236}">
                  <a16:creationId xmlns:a16="http://schemas.microsoft.com/office/drawing/2014/main" id="{11A2B28D-D495-9C4B-F30E-276DB6D4A4C9}"/>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214" name="グループ化 213">
              <a:extLst>
                <a:ext uri="{FF2B5EF4-FFF2-40B4-BE49-F238E27FC236}">
                  <a16:creationId xmlns:a16="http://schemas.microsoft.com/office/drawing/2014/main" id="{7D8E809C-C82C-853C-1E17-9341549A8DAF}"/>
                </a:ext>
              </a:extLst>
            </p:cNvPr>
            <p:cNvGrpSpPr/>
            <p:nvPr/>
          </p:nvGrpSpPr>
          <p:grpSpPr>
            <a:xfrm>
              <a:off x="1980734" y="3175652"/>
              <a:ext cx="1505416" cy="575253"/>
              <a:chOff x="1980734" y="3175652"/>
              <a:chExt cx="1505416" cy="575253"/>
            </a:xfrm>
          </p:grpSpPr>
          <p:grpSp>
            <p:nvGrpSpPr>
              <p:cNvPr id="215" name="グループ化 214">
                <a:extLst>
                  <a:ext uri="{FF2B5EF4-FFF2-40B4-BE49-F238E27FC236}">
                    <a16:creationId xmlns:a16="http://schemas.microsoft.com/office/drawing/2014/main" id="{3BE8B583-0965-E4DA-A88F-4431229276E4}"/>
                  </a:ext>
                </a:extLst>
              </p:cNvPr>
              <p:cNvGrpSpPr/>
              <p:nvPr/>
            </p:nvGrpSpPr>
            <p:grpSpPr>
              <a:xfrm>
                <a:off x="1980734" y="3473931"/>
                <a:ext cx="1505416" cy="276974"/>
                <a:chOff x="4194668" y="3607669"/>
                <a:chExt cx="1105960" cy="276974"/>
              </a:xfrm>
            </p:grpSpPr>
            <p:sp>
              <p:nvSpPr>
                <p:cNvPr id="217" name="四角形: 角を丸くする 216">
                  <a:extLst>
                    <a:ext uri="{FF2B5EF4-FFF2-40B4-BE49-F238E27FC236}">
                      <a16:creationId xmlns:a16="http://schemas.microsoft.com/office/drawing/2014/main" id="{B6C966D0-DF9B-93D0-3EFD-481C3927C294}"/>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218" name="図 217">
                  <a:extLst>
                    <a:ext uri="{FF2B5EF4-FFF2-40B4-BE49-F238E27FC236}">
                      <a16:creationId xmlns:a16="http://schemas.microsoft.com/office/drawing/2014/main" id="{60C8AA06-5EF9-FBC8-9EC5-0DDE53FCD51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16" name="テキスト ボックス 215">
                <a:extLst>
                  <a:ext uri="{FF2B5EF4-FFF2-40B4-BE49-F238E27FC236}">
                    <a16:creationId xmlns:a16="http://schemas.microsoft.com/office/drawing/2014/main" id="{E47F00EC-3C71-0A17-64BA-1B3C8B69585D}"/>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nvGrpSpPr>
          <p:cNvPr id="219" name="グループ化 218">
            <a:extLst>
              <a:ext uri="{FF2B5EF4-FFF2-40B4-BE49-F238E27FC236}">
                <a16:creationId xmlns:a16="http://schemas.microsoft.com/office/drawing/2014/main" id="{2E4E5FBF-DBFC-863A-5C1D-7A536AF098A8}"/>
              </a:ext>
            </a:extLst>
          </p:cNvPr>
          <p:cNvGrpSpPr/>
          <p:nvPr/>
        </p:nvGrpSpPr>
        <p:grpSpPr>
          <a:xfrm>
            <a:off x="1376410" y="2297599"/>
            <a:ext cx="1505416" cy="601824"/>
            <a:chOff x="1980734" y="3149081"/>
            <a:chExt cx="1505416" cy="601824"/>
          </a:xfrm>
        </p:grpSpPr>
        <p:sp>
          <p:nvSpPr>
            <p:cNvPr id="220" name="楕円 219">
              <a:extLst>
                <a:ext uri="{FF2B5EF4-FFF2-40B4-BE49-F238E27FC236}">
                  <a16:creationId xmlns:a16="http://schemas.microsoft.com/office/drawing/2014/main" id="{3E2561BB-EFFF-1EDC-DC35-0C3BA640C59B}"/>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221" name="グループ化 220">
              <a:extLst>
                <a:ext uri="{FF2B5EF4-FFF2-40B4-BE49-F238E27FC236}">
                  <a16:creationId xmlns:a16="http://schemas.microsoft.com/office/drawing/2014/main" id="{D9D5DEA5-ECE6-22EC-E322-7E5C2906EA7B}"/>
                </a:ext>
              </a:extLst>
            </p:cNvPr>
            <p:cNvGrpSpPr/>
            <p:nvPr/>
          </p:nvGrpSpPr>
          <p:grpSpPr>
            <a:xfrm>
              <a:off x="1980734" y="3175652"/>
              <a:ext cx="1505416" cy="575253"/>
              <a:chOff x="1980734" y="3175652"/>
              <a:chExt cx="1505416" cy="575253"/>
            </a:xfrm>
          </p:grpSpPr>
          <p:grpSp>
            <p:nvGrpSpPr>
              <p:cNvPr id="222" name="グループ化 221">
                <a:extLst>
                  <a:ext uri="{FF2B5EF4-FFF2-40B4-BE49-F238E27FC236}">
                    <a16:creationId xmlns:a16="http://schemas.microsoft.com/office/drawing/2014/main" id="{EF65901D-43B5-33F6-E8C9-611C74AE7F0D}"/>
                  </a:ext>
                </a:extLst>
              </p:cNvPr>
              <p:cNvGrpSpPr/>
              <p:nvPr/>
            </p:nvGrpSpPr>
            <p:grpSpPr>
              <a:xfrm>
                <a:off x="1980734" y="3473931"/>
                <a:ext cx="1505416" cy="276974"/>
                <a:chOff x="4194668" y="3607669"/>
                <a:chExt cx="1105960" cy="276974"/>
              </a:xfrm>
            </p:grpSpPr>
            <p:sp>
              <p:nvSpPr>
                <p:cNvPr id="224" name="四角形: 角を丸くする 223">
                  <a:extLst>
                    <a:ext uri="{FF2B5EF4-FFF2-40B4-BE49-F238E27FC236}">
                      <a16:creationId xmlns:a16="http://schemas.microsoft.com/office/drawing/2014/main" id="{1D297ED8-C0FF-A69C-277E-D9BD96ED609F}"/>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225" name="図 224">
                  <a:extLst>
                    <a:ext uri="{FF2B5EF4-FFF2-40B4-BE49-F238E27FC236}">
                      <a16:creationId xmlns:a16="http://schemas.microsoft.com/office/drawing/2014/main" id="{DDC059EF-1655-B25C-55B1-E28D08C3B56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23" name="テキスト ボックス 222">
                <a:extLst>
                  <a:ext uri="{FF2B5EF4-FFF2-40B4-BE49-F238E27FC236}">
                    <a16:creationId xmlns:a16="http://schemas.microsoft.com/office/drawing/2014/main" id="{1EFCC6CA-8F3C-5C0E-99DB-86AEAD52A335}"/>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nvGrpSpPr>
          <p:cNvPr id="226" name="グループ化 225">
            <a:extLst>
              <a:ext uri="{FF2B5EF4-FFF2-40B4-BE49-F238E27FC236}">
                <a16:creationId xmlns:a16="http://schemas.microsoft.com/office/drawing/2014/main" id="{CD0D5F74-1343-4773-8DDA-35A1469F00C2}"/>
              </a:ext>
            </a:extLst>
          </p:cNvPr>
          <p:cNvGrpSpPr/>
          <p:nvPr/>
        </p:nvGrpSpPr>
        <p:grpSpPr>
          <a:xfrm>
            <a:off x="1376410" y="856537"/>
            <a:ext cx="1505416" cy="601824"/>
            <a:chOff x="1980734" y="3149081"/>
            <a:chExt cx="1505416" cy="601824"/>
          </a:xfrm>
        </p:grpSpPr>
        <p:sp>
          <p:nvSpPr>
            <p:cNvPr id="227" name="楕円 226">
              <a:extLst>
                <a:ext uri="{FF2B5EF4-FFF2-40B4-BE49-F238E27FC236}">
                  <a16:creationId xmlns:a16="http://schemas.microsoft.com/office/drawing/2014/main" id="{491A67B5-8D0E-5C5D-8304-FF0789BE75F5}"/>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228" name="グループ化 227">
              <a:extLst>
                <a:ext uri="{FF2B5EF4-FFF2-40B4-BE49-F238E27FC236}">
                  <a16:creationId xmlns:a16="http://schemas.microsoft.com/office/drawing/2014/main" id="{4DBB3F0A-0CDD-47B2-DE40-A25CE0790DEA}"/>
                </a:ext>
              </a:extLst>
            </p:cNvPr>
            <p:cNvGrpSpPr/>
            <p:nvPr/>
          </p:nvGrpSpPr>
          <p:grpSpPr>
            <a:xfrm>
              <a:off x="1980734" y="3175652"/>
              <a:ext cx="1505416" cy="575253"/>
              <a:chOff x="1980734" y="3175652"/>
              <a:chExt cx="1505416" cy="575253"/>
            </a:xfrm>
          </p:grpSpPr>
          <p:grpSp>
            <p:nvGrpSpPr>
              <p:cNvPr id="229" name="グループ化 228">
                <a:extLst>
                  <a:ext uri="{FF2B5EF4-FFF2-40B4-BE49-F238E27FC236}">
                    <a16:creationId xmlns:a16="http://schemas.microsoft.com/office/drawing/2014/main" id="{03BC1D10-4A08-A1CD-27E9-EB1D341F8C48}"/>
                  </a:ext>
                </a:extLst>
              </p:cNvPr>
              <p:cNvGrpSpPr/>
              <p:nvPr/>
            </p:nvGrpSpPr>
            <p:grpSpPr>
              <a:xfrm>
                <a:off x="1980734" y="3473931"/>
                <a:ext cx="1505416" cy="276974"/>
                <a:chOff x="4194668" y="3607669"/>
                <a:chExt cx="1105960" cy="276974"/>
              </a:xfrm>
            </p:grpSpPr>
            <p:sp>
              <p:nvSpPr>
                <p:cNvPr id="231" name="四角形: 角を丸くする 230">
                  <a:extLst>
                    <a:ext uri="{FF2B5EF4-FFF2-40B4-BE49-F238E27FC236}">
                      <a16:creationId xmlns:a16="http://schemas.microsoft.com/office/drawing/2014/main" id="{D3EA907B-4DFC-4E3D-E209-D4FFB59228F6}"/>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232" name="図 231">
                  <a:extLst>
                    <a:ext uri="{FF2B5EF4-FFF2-40B4-BE49-F238E27FC236}">
                      <a16:creationId xmlns:a16="http://schemas.microsoft.com/office/drawing/2014/main" id="{E66102F0-5DEF-1869-B866-8ABD8C8A948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30" name="テキスト ボックス 229">
                <a:extLst>
                  <a:ext uri="{FF2B5EF4-FFF2-40B4-BE49-F238E27FC236}">
                    <a16:creationId xmlns:a16="http://schemas.microsoft.com/office/drawing/2014/main" id="{09D9D76D-7D4F-016A-634A-9E2E760885F2}"/>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nvGrpSpPr>
          <p:cNvPr id="233" name="グループ化 232">
            <a:extLst>
              <a:ext uri="{FF2B5EF4-FFF2-40B4-BE49-F238E27FC236}">
                <a16:creationId xmlns:a16="http://schemas.microsoft.com/office/drawing/2014/main" id="{A09DAD85-829E-814C-2F23-B04AD1D7314C}"/>
              </a:ext>
            </a:extLst>
          </p:cNvPr>
          <p:cNvGrpSpPr/>
          <p:nvPr/>
        </p:nvGrpSpPr>
        <p:grpSpPr>
          <a:xfrm>
            <a:off x="1376410" y="1562036"/>
            <a:ext cx="1505416" cy="601824"/>
            <a:chOff x="1980734" y="3149081"/>
            <a:chExt cx="1505416" cy="601824"/>
          </a:xfrm>
        </p:grpSpPr>
        <p:sp>
          <p:nvSpPr>
            <p:cNvPr id="234" name="楕円 233">
              <a:extLst>
                <a:ext uri="{FF2B5EF4-FFF2-40B4-BE49-F238E27FC236}">
                  <a16:creationId xmlns:a16="http://schemas.microsoft.com/office/drawing/2014/main" id="{C5196F81-7234-2AF4-B665-FE79C2F7FD0E}"/>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235" name="グループ化 234">
              <a:extLst>
                <a:ext uri="{FF2B5EF4-FFF2-40B4-BE49-F238E27FC236}">
                  <a16:creationId xmlns:a16="http://schemas.microsoft.com/office/drawing/2014/main" id="{E4851908-DD50-78BA-6DC2-C1C8DC418625}"/>
                </a:ext>
              </a:extLst>
            </p:cNvPr>
            <p:cNvGrpSpPr/>
            <p:nvPr/>
          </p:nvGrpSpPr>
          <p:grpSpPr>
            <a:xfrm>
              <a:off x="1980734" y="3175652"/>
              <a:ext cx="1505416" cy="575253"/>
              <a:chOff x="1980734" y="3175652"/>
              <a:chExt cx="1505416" cy="575253"/>
            </a:xfrm>
          </p:grpSpPr>
          <p:grpSp>
            <p:nvGrpSpPr>
              <p:cNvPr id="236" name="グループ化 235">
                <a:extLst>
                  <a:ext uri="{FF2B5EF4-FFF2-40B4-BE49-F238E27FC236}">
                    <a16:creationId xmlns:a16="http://schemas.microsoft.com/office/drawing/2014/main" id="{EA33C0E2-76B7-74A8-FF35-9DC3BADFC8E6}"/>
                  </a:ext>
                </a:extLst>
              </p:cNvPr>
              <p:cNvGrpSpPr/>
              <p:nvPr/>
            </p:nvGrpSpPr>
            <p:grpSpPr>
              <a:xfrm>
                <a:off x="1980734" y="3473931"/>
                <a:ext cx="1505416" cy="276974"/>
                <a:chOff x="4194668" y="3607669"/>
                <a:chExt cx="1105960" cy="276974"/>
              </a:xfrm>
            </p:grpSpPr>
            <p:sp>
              <p:nvSpPr>
                <p:cNvPr id="238" name="四角形: 角を丸くする 237">
                  <a:extLst>
                    <a:ext uri="{FF2B5EF4-FFF2-40B4-BE49-F238E27FC236}">
                      <a16:creationId xmlns:a16="http://schemas.microsoft.com/office/drawing/2014/main" id="{16795380-5E3F-A60B-C646-AA9C1F66F7F9}"/>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239" name="図 238">
                  <a:extLst>
                    <a:ext uri="{FF2B5EF4-FFF2-40B4-BE49-F238E27FC236}">
                      <a16:creationId xmlns:a16="http://schemas.microsoft.com/office/drawing/2014/main" id="{726FA5E1-50B2-94A6-794F-7B5A86B2925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37" name="テキスト ボックス 236">
                <a:extLst>
                  <a:ext uri="{FF2B5EF4-FFF2-40B4-BE49-F238E27FC236}">
                    <a16:creationId xmlns:a16="http://schemas.microsoft.com/office/drawing/2014/main" id="{717BA02E-9527-359C-6416-E26AFBF6FF97}"/>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nvGrpSpPr>
          <p:cNvPr id="247" name="グループ化 246">
            <a:extLst>
              <a:ext uri="{FF2B5EF4-FFF2-40B4-BE49-F238E27FC236}">
                <a16:creationId xmlns:a16="http://schemas.microsoft.com/office/drawing/2014/main" id="{569E313A-FA6E-5EF9-6F79-33BBA8C82C0E}"/>
              </a:ext>
            </a:extLst>
          </p:cNvPr>
          <p:cNvGrpSpPr/>
          <p:nvPr/>
        </p:nvGrpSpPr>
        <p:grpSpPr>
          <a:xfrm>
            <a:off x="3405968" y="825698"/>
            <a:ext cx="888261" cy="654696"/>
            <a:chOff x="519830" y="3162196"/>
            <a:chExt cx="748799" cy="551905"/>
          </a:xfrm>
        </p:grpSpPr>
        <p:sp>
          <p:nvSpPr>
            <p:cNvPr id="248" name="ハート 247">
              <a:extLst>
                <a:ext uri="{FF2B5EF4-FFF2-40B4-BE49-F238E27FC236}">
                  <a16:creationId xmlns:a16="http://schemas.microsoft.com/office/drawing/2014/main" id="{3CD4AD92-BC48-F142-4546-2E9F9C6A30CF}"/>
                </a:ext>
              </a:extLst>
            </p:cNvPr>
            <p:cNvSpPr/>
            <p:nvPr/>
          </p:nvSpPr>
          <p:spPr>
            <a:xfrm>
              <a:off x="618278" y="3162196"/>
              <a:ext cx="551905" cy="551905"/>
            </a:xfrm>
            <a:prstGeom prst="heart">
              <a:avLst/>
            </a:prstGeom>
            <a:gradFill flip="none" rotWithShape="1">
              <a:gsLst>
                <a:gs pos="38000">
                  <a:schemeClr val="tx1">
                    <a:lumMod val="85000"/>
                    <a:lumOff val="15000"/>
                    <a:alpha val="95000"/>
                  </a:schemeClr>
                </a:gs>
                <a:gs pos="100000">
                  <a:srgbClr val="CC66FF">
                    <a:alpha val="95000"/>
                  </a:srgbClr>
                </a:gs>
              </a:gsLst>
              <a:lin ang="5400000" scaled="1"/>
              <a:tileRect/>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49" name="テキスト ボックス 248">
              <a:extLst>
                <a:ext uri="{FF2B5EF4-FFF2-40B4-BE49-F238E27FC236}">
                  <a16:creationId xmlns:a16="http://schemas.microsoft.com/office/drawing/2014/main" id="{2E7E422F-6599-70C0-226D-C40E49EC1984}"/>
                </a:ext>
              </a:extLst>
            </p:cNvPr>
            <p:cNvSpPr txBox="1"/>
            <p:nvPr/>
          </p:nvSpPr>
          <p:spPr>
            <a:xfrm>
              <a:off x="519830" y="3284607"/>
              <a:ext cx="748799" cy="233509"/>
            </a:xfrm>
            <a:prstGeom prst="rect">
              <a:avLst/>
            </a:prstGeom>
            <a:noFill/>
          </p:spPr>
          <p:txBody>
            <a:bodyPr wrap="square">
              <a:spAutoFit/>
            </a:bodyPr>
            <a:lstStyle/>
            <a:p>
              <a:pPr algn="ctr"/>
              <a:r>
                <a:rPr lang="en-US" altLang="ja-JP" sz="1200" b="1" dirty="0">
                  <a:solidFill>
                    <a:schemeClr val="bg1">
                      <a:lumMod val="95000"/>
                    </a:schemeClr>
                  </a:solidFill>
                  <a:latin typeface="原稿用標準書体" panose="03000503000000000000" pitchFamily="66" charset="-128"/>
                  <a:ea typeface="原稿用標準書体" panose="03000503000000000000" pitchFamily="66" charset="-128"/>
                </a:rPr>
                <a:t>ENB</a:t>
              </a:r>
              <a:endParaRPr kumimoji="1" lang="ja-JP" altLang="en-US" sz="1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250" name="グループ化 249">
            <a:extLst>
              <a:ext uri="{FF2B5EF4-FFF2-40B4-BE49-F238E27FC236}">
                <a16:creationId xmlns:a16="http://schemas.microsoft.com/office/drawing/2014/main" id="{40867474-8F2D-1935-D685-6DD26B96D6F4}"/>
              </a:ext>
            </a:extLst>
          </p:cNvPr>
          <p:cNvGrpSpPr/>
          <p:nvPr/>
        </p:nvGrpSpPr>
        <p:grpSpPr>
          <a:xfrm>
            <a:off x="3405968" y="1545188"/>
            <a:ext cx="888261" cy="654696"/>
            <a:chOff x="519830" y="3162196"/>
            <a:chExt cx="748799" cy="551905"/>
          </a:xfrm>
        </p:grpSpPr>
        <p:sp>
          <p:nvSpPr>
            <p:cNvPr id="251" name="ハート 250">
              <a:extLst>
                <a:ext uri="{FF2B5EF4-FFF2-40B4-BE49-F238E27FC236}">
                  <a16:creationId xmlns:a16="http://schemas.microsoft.com/office/drawing/2014/main" id="{11237232-E9AF-8954-68AA-D597A0F9CD42}"/>
                </a:ext>
              </a:extLst>
            </p:cNvPr>
            <p:cNvSpPr/>
            <p:nvPr/>
          </p:nvSpPr>
          <p:spPr>
            <a:xfrm>
              <a:off x="618278" y="3162196"/>
              <a:ext cx="551905" cy="551905"/>
            </a:xfrm>
            <a:prstGeom prst="heart">
              <a:avLst/>
            </a:prstGeom>
            <a:gradFill>
              <a:gsLst>
                <a:gs pos="19000">
                  <a:schemeClr val="tx1">
                    <a:lumMod val="85000"/>
                    <a:lumOff val="15000"/>
                    <a:alpha val="95000"/>
                  </a:schemeClr>
                </a:gs>
                <a:gs pos="100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52" name="テキスト ボックス 251">
              <a:extLst>
                <a:ext uri="{FF2B5EF4-FFF2-40B4-BE49-F238E27FC236}">
                  <a16:creationId xmlns:a16="http://schemas.microsoft.com/office/drawing/2014/main" id="{7D71F07C-23CA-31DA-FAFE-00399EBFAB43}"/>
                </a:ext>
              </a:extLst>
            </p:cNvPr>
            <p:cNvSpPr txBox="1"/>
            <p:nvPr/>
          </p:nvSpPr>
          <p:spPr>
            <a:xfrm>
              <a:off x="519830" y="3284607"/>
              <a:ext cx="748799" cy="233509"/>
            </a:xfrm>
            <a:prstGeom prst="rect">
              <a:avLst/>
            </a:prstGeom>
            <a:noFill/>
          </p:spPr>
          <p:txBody>
            <a:bodyPr wrap="square">
              <a:spAutoFit/>
            </a:bodyPr>
            <a:lstStyle/>
            <a:p>
              <a:pPr algn="ctr"/>
              <a:r>
                <a:rPr lang="en-US" altLang="ja-JP" sz="1200" b="1" dirty="0">
                  <a:solidFill>
                    <a:schemeClr val="bg1">
                      <a:lumMod val="95000"/>
                    </a:schemeClr>
                  </a:solidFill>
                  <a:latin typeface="原稿用標準書体" panose="03000503000000000000" pitchFamily="66" charset="-128"/>
                  <a:ea typeface="原稿用標準書体" panose="03000503000000000000" pitchFamily="66" charset="-128"/>
                </a:rPr>
                <a:t>ENB</a:t>
              </a:r>
              <a:endParaRPr kumimoji="1" lang="ja-JP" altLang="en-US" sz="1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253" name="グループ化 252">
            <a:extLst>
              <a:ext uri="{FF2B5EF4-FFF2-40B4-BE49-F238E27FC236}">
                <a16:creationId xmlns:a16="http://schemas.microsoft.com/office/drawing/2014/main" id="{ADEBF30B-75B3-AC97-C183-2FCB3624D9B5}"/>
              </a:ext>
            </a:extLst>
          </p:cNvPr>
          <p:cNvGrpSpPr/>
          <p:nvPr/>
        </p:nvGrpSpPr>
        <p:grpSpPr>
          <a:xfrm>
            <a:off x="3405968" y="2275052"/>
            <a:ext cx="888261" cy="654696"/>
            <a:chOff x="519830" y="3162196"/>
            <a:chExt cx="748799" cy="551905"/>
          </a:xfrm>
        </p:grpSpPr>
        <p:sp>
          <p:nvSpPr>
            <p:cNvPr id="254" name="ハート 253">
              <a:extLst>
                <a:ext uri="{FF2B5EF4-FFF2-40B4-BE49-F238E27FC236}">
                  <a16:creationId xmlns:a16="http://schemas.microsoft.com/office/drawing/2014/main" id="{0BA3EDD1-7E5D-356E-DCAE-AEADBA409E61}"/>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55" name="テキスト ボックス 254">
              <a:extLst>
                <a:ext uri="{FF2B5EF4-FFF2-40B4-BE49-F238E27FC236}">
                  <a16:creationId xmlns:a16="http://schemas.microsoft.com/office/drawing/2014/main" id="{D314D03B-0BC5-C537-8798-DBE43B782CEE}"/>
                </a:ext>
              </a:extLst>
            </p:cNvPr>
            <p:cNvSpPr txBox="1"/>
            <p:nvPr/>
          </p:nvSpPr>
          <p:spPr>
            <a:xfrm>
              <a:off x="519830" y="3284607"/>
              <a:ext cx="748799" cy="233509"/>
            </a:xfrm>
            <a:prstGeom prst="rect">
              <a:avLst/>
            </a:prstGeom>
            <a:noFill/>
          </p:spPr>
          <p:txBody>
            <a:bodyPr wrap="square">
              <a:spAutoFit/>
            </a:bodyPr>
            <a:lstStyle/>
            <a:p>
              <a:pPr algn="ctr"/>
              <a:r>
                <a:rPr lang="en-US" altLang="ja-JP" sz="1200" b="1" dirty="0">
                  <a:solidFill>
                    <a:schemeClr val="bg1">
                      <a:lumMod val="95000"/>
                    </a:schemeClr>
                  </a:solidFill>
                  <a:latin typeface="原稿用標準書体" panose="03000503000000000000" pitchFamily="66" charset="-128"/>
                  <a:ea typeface="原稿用標準書体" panose="03000503000000000000" pitchFamily="66" charset="-128"/>
                </a:rPr>
                <a:t>ENB</a:t>
              </a:r>
              <a:endParaRPr kumimoji="1" lang="ja-JP" altLang="en-US" sz="1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256" name="グループ化 255">
            <a:extLst>
              <a:ext uri="{FF2B5EF4-FFF2-40B4-BE49-F238E27FC236}">
                <a16:creationId xmlns:a16="http://schemas.microsoft.com/office/drawing/2014/main" id="{24A509F0-AA85-7168-ABD5-29F3A602C8A8}"/>
              </a:ext>
            </a:extLst>
          </p:cNvPr>
          <p:cNvGrpSpPr/>
          <p:nvPr/>
        </p:nvGrpSpPr>
        <p:grpSpPr>
          <a:xfrm>
            <a:off x="4075947" y="3032386"/>
            <a:ext cx="888261" cy="654696"/>
            <a:chOff x="519830" y="3162196"/>
            <a:chExt cx="748799" cy="551905"/>
          </a:xfrm>
        </p:grpSpPr>
        <p:sp>
          <p:nvSpPr>
            <p:cNvPr id="257" name="ハート 256">
              <a:extLst>
                <a:ext uri="{FF2B5EF4-FFF2-40B4-BE49-F238E27FC236}">
                  <a16:creationId xmlns:a16="http://schemas.microsoft.com/office/drawing/2014/main" id="{EEF63C6B-010E-E13C-0334-A48E36568B85}"/>
                </a:ext>
              </a:extLst>
            </p:cNvPr>
            <p:cNvSpPr/>
            <p:nvPr/>
          </p:nvSpPr>
          <p:spPr>
            <a:xfrm>
              <a:off x="618278" y="3162196"/>
              <a:ext cx="551905" cy="551905"/>
            </a:xfrm>
            <a:prstGeom prst="heart">
              <a:avLst/>
            </a:prstGeom>
            <a:solidFill>
              <a:srgbClr val="CC66FF"/>
            </a:solidFill>
            <a:ln w="38100">
              <a:solidFill>
                <a:schemeClr val="tx1">
                  <a:lumMod val="85000"/>
                  <a:lumOff val="15000"/>
                </a:schemeClr>
              </a:solidFill>
            </a:ln>
            <a:effectLst>
              <a:glow rad="88900">
                <a:srgbClr val="CC66FF">
                  <a:alpha val="45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58" name="テキスト ボックス 257">
              <a:extLst>
                <a:ext uri="{FF2B5EF4-FFF2-40B4-BE49-F238E27FC236}">
                  <a16:creationId xmlns:a16="http://schemas.microsoft.com/office/drawing/2014/main" id="{276959B3-930D-E969-877D-3D7121B4F28A}"/>
                </a:ext>
              </a:extLst>
            </p:cNvPr>
            <p:cNvSpPr txBox="1"/>
            <p:nvPr/>
          </p:nvSpPr>
          <p:spPr>
            <a:xfrm>
              <a:off x="519830" y="3284607"/>
              <a:ext cx="748799" cy="233509"/>
            </a:xfrm>
            <a:prstGeom prst="rect">
              <a:avLst/>
            </a:prstGeom>
            <a:noFill/>
          </p:spPr>
          <p:txBody>
            <a:bodyPr wrap="square">
              <a:spAutoFit/>
            </a:bodyPr>
            <a:lstStyle/>
            <a:p>
              <a:pPr algn="ctr"/>
              <a:r>
                <a:rPr lang="en-US" altLang="ja-JP" sz="1200" b="1" dirty="0">
                  <a:solidFill>
                    <a:schemeClr val="bg1">
                      <a:lumMod val="95000"/>
                    </a:schemeClr>
                  </a:solidFill>
                  <a:latin typeface="原稿用標準書体" panose="03000503000000000000" pitchFamily="66" charset="-128"/>
                  <a:ea typeface="原稿用標準書体" panose="03000503000000000000" pitchFamily="66" charset="-128"/>
                </a:rPr>
                <a:t>ENB</a:t>
              </a:r>
              <a:endParaRPr kumimoji="1" lang="ja-JP" altLang="en-US" sz="1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259" name="グループ化 258">
            <a:extLst>
              <a:ext uri="{FF2B5EF4-FFF2-40B4-BE49-F238E27FC236}">
                <a16:creationId xmlns:a16="http://schemas.microsoft.com/office/drawing/2014/main" id="{81B8C34F-32FE-37E1-E866-E5ADA7A22B0E}"/>
              </a:ext>
            </a:extLst>
          </p:cNvPr>
          <p:cNvGrpSpPr/>
          <p:nvPr/>
        </p:nvGrpSpPr>
        <p:grpSpPr>
          <a:xfrm>
            <a:off x="3405968" y="3881213"/>
            <a:ext cx="888261" cy="654696"/>
            <a:chOff x="519830" y="3162196"/>
            <a:chExt cx="748799" cy="551905"/>
          </a:xfrm>
        </p:grpSpPr>
        <p:sp>
          <p:nvSpPr>
            <p:cNvPr id="260" name="ハート 259">
              <a:extLst>
                <a:ext uri="{FF2B5EF4-FFF2-40B4-BE49-F238E27FC236}">
                  <a16:creationId xmlns:a16="http://schemas.microsoft.com/office/drawing/2014/main" id="{D225DB1A-6910-DE0B-C3E9-5E4734FB0D71}"/>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61" name="テキスト ボックス 260">
              <a:extLst>
                <a:ext uri="{FF2B5EF4-FFF2-40B4-BE49-F238E27FC236}">
                  <a16:creationId xmlns:a16="http://schemas.microsoft.com/office/drawing/2014/main" id="{0E9D19A3-0375-1FAF-8916-23E92A36C7B0}"/>
                </a:ext>
              </a:extLst>
            </p:cNvPr>
            <p:cNvSpPr txBox="1"/>
            <p:nvPr/>
          </p:nvSpPr>
          <p:spPr>
            <a:xfrm>
              <a:off x="519830" y="3284607"/>
              <a:ext cx="748799" cy="233509"/>
            </a:xfrm>
            <a:prstGeom prst="rect">
              <a:avLst/>
            </a:prstGeom>
            <a:noFill/>
          </p:spPr>
          <p:txBody>
            <a:bodyPr wrap="square">
              <a:spAutoFit/>
            </a:bodyPr>
            <a:lstStyle/>
            <a:p>
              <a:pPr algn="ctr"/>
              <a:r>
                <a:rPr lang="en-US" altLang="ja-JP" sz="1200" b="1" dirty="0">
                  <a:solidFill>
                    <a:schemeClr val="bg1">
                      <a:lumMod val="95000"/>
                    </a:schemeClr>
                  </a:solidFill>
                  <a:latin typeface="原稿用標準書体" panose="03000503000000000000" pitchFamily="66" charset="-128"/>
                  <a:ea typeface="原稿用標準書体" panose="03000503000000000000" pitchFamily="66" charset="-128"/>
                </a:rPr>
                <a:t>ENB</a:t>
              </a:r>
              <a:endParaRPr kumimoji="1" lang="ja-JP" altLang="en-US" sz="1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262" name="グループ化 261">
            <a:extLst>
              <a:ext uri="{FF2B5EF4-FFF2-40B4-BE49-F238E27FC236}">
                <a16:creationId xmlns:a16="http://schemas.microsoft.com/office/drawing/2014/main" id="{91146BE5-9A72-7278-F062-7DE542E10AC8}"/>
              </a:ext>
            </a:extLst>
          </p:cNvPr>
          <p:cNvGrpSpPr/>
          <p:nvPr/>
        </p:nvGrpSpPr>
        <p:grpSpPr>
          <a:xfrm>
            <a:off x="3405968" y="4595523"/>
            <a:ext cx="888261" cy="654696"/>
            <a:chOff x="519830" y="3162196"/>
            <a:chExt cx="748799" cy="551905"/>
          </a:xfrm>
        </p:grpSpPr>
        <p:sp>
          <p:nvSpPr>
            <p:cNvPr id="263" name="ハート 262">
              <a:extLst>
                <a:ext uri="{FF2B5EF4-FFF2-40B4-BE49-F238E27FC236}">
                  <a16:creationId xmlns:a16="http://schemas.microsoft.com/office/drawing/2014/main" id="{8F19F01C-4848-B560-B701-282E678664C1}"/>
                </a:ext>
              </a:extLst>
            </p:cNvPr>
            <p:cNvSpPr/>
            <p:nvPr/>
          </p:nvSpPr>
          <p:spPr>
            <a:xfrm>
              <a:off x="618278" y="3162196"/>
              <a:ext cx="551905" cy="551905"/>
            </a:xfrm>
            <a:prstGeom prst="heart">
              <a:avLst/>
            </a:prstGeom>
            <a:gradFill>
              <a:gsLst>
                <a:gs pos="5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64" name="テキスト ボックス 263">
              <a:extLst>
                <a:ext uri="{FF2B5EF4-FFF2-40B4-BE49-F238E27FC236}">
                  <a16:creationId xmlns:a16="http://schemas.microsoft.com/office/drawing/2014/main" id="{21236F5C-C44F-56E7-B27D-4E749573B238}"/>
                </a:ext>
              </a:extLst>
            </p:cNvPr>
            <p:cNvSpPr txBox="1"/>
            <p:nvPr/>
          </p:nvSpPr>
          <p:spPr>
            <a:xfrm>
              <a:off x="519830" y="3284607"/>
              <a:ext cx="748799" cy="233509"/>
            </a:xfrm>
            <a:prstGeom prst="rect">
              <a:avLst/>
            </a:prstGeom>
            <a:noFill/>
          </p:spPr>
          <p:txBody>
            <a:bodyPr wrap="square">
              <a:spAutoFit/>
            </a:bodyPr>
            <a:lstStyle/>
            <a:p>
              <a:pPr algn="ctr"/>
              <a:r>
                <a:rPr lang="en-US" altLang="ja-JP" sz="1200" b="1" dirty="0">
                  <a:solidFill>
                    <a:schemeClr val="bg1">
                      <a:lumMod val="95000"/>
                    </a:schemeClr>
                  </a:solidFill>
                  <a:latin typeface="原稿用標準書体" panose="03000503000000000000" pitchFamily="66" charset="-128"/>
                  <a:ea typeface="原稿用標準書体" panose="03000503000000000000" pitchFamily="66" charset="-128"/>
                </a:rPr>
                <a:t>ENB</a:t>
              </a:r>
              <a:endParaRPr kumimoji="1" lang="ja-JP" altLang="en-US" sz="1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265" name="グループ化 264">
            <a:extLst>
              <a:ext uri="{FF2B5EF4-FFF2-40B4-BE49-F238E27FC236}">
                <a16:creationId xmlns:a16="http://schemas.microsoft.com/office/drawing/2014/main" id="{A219EF9B-66F7-96D5-D1F8-2EB3C2C71113}"/>
              </a:ext>
            </a:extLst>
          </p:cNvPr>
          <p:cNvGrpSpPr/>
          <p:nvPr/>
        </p:nvGrpSpPr>
        <p:grpSpPr>
          <a:xfrm>
            <a:off x="3405968" y="5325643"/>
            <a:ext cx="888261" cy="654696"/>
            <a:chOff x="519830" y="3162196"/>
            <a:chExt cx="748799" cy="551905"/>
          </a:xfrm>
        </p:grpSpPr>
        <p:sp>
          <p:nvSpPr>
            <p:cNvPr id="266" name="ハート 265">
              <a:extLst>
                <a:ext uri="{FF2B5EF4-FFF2-40B4-BE49-F238E27FC236}">
                  <a16:creationId xmlns:a16="http://schemas.microsoft.com/office/drawing/2014/main" id="{A4EDED16-7040-CF97-CDE6-905320AC0CB3}"/>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67" name="テキスト ボックス 266">
              <a:extLst>
                <a:ext uri="{FF2B5EF4-FFF2-40B4-BE49-F238E27FC236}">
                  <a16:creationId xmlns:a16="http://schemas.microsoft.com/office/drawing/2014/main" id="{55BBCDB8-8C37-1BC6-B3AE-0367FA107582}"/>
                </a:ext>
              </a:extLst>
            </p:cNvPr>
            <p:cNvSpPr txBox="1"/>
            <p:nvPr/>
          </p:nvSpPr>
          <p:spPr>
            <a:xfrm>
              <a:off x="519830" y="3284607"/>
              <a:ext cx="748799" cy="233509"/>
            </a:xfrm>
            <a:prstGeom prst="rect">
              <a:avLst/>
            </a:prstGeom>
            <a:noFill/>
          </p:spPr>
          <p:txBody>
            <a:bodyPr wrap="square">
              <a:spAutoFit/>
            </a:bodyPr>
            <a:lstStyle/>
            <a:p>
              <a:pPr algn="ctr"/>
              <a:r>
                <a:rPr lang="en-US" altLang="ja-JP" sz="1200" b="1" dirty="0">
                  <a:solidFill>
                    <a:schemeClr val="bg1">
                      <a:lumMod val="95000"/>
                    </a:schemeClr>
                  </a:solidFill>
                  <a:latin typeface="原稿用標準書体" panose="03000503000000000000" pitchFamily="66" charset="-128"/>
                  <a:ea typeface="原稿用標準書体" panose="03000503000000000000" pitchFamily="66" charset="-128"/>
                </a:rPr>
                <a:t>ENB</a:t>
              </a:r>
              <a:endParaRPr kumimoji="1" lang="ja-JP" altLang="en-US" sz="1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98" name="グループ化 97">
            <a:extLst>
              <a:ext uri="{FF2B5EF4-FFF2-40B4-BE49-F238E27FC236}">
                <a16:creationId xmlns:a16="http://schemas.microsoft.com/office/drawing/2014/main" id="{1E65183E-606F-BDCC-FC31-4299A4B332B5}"/>
              </a:ext>
            </a:extLst>
          </p:cNvPr>
          <p:cNvGrpSpPr/>
          <p:nvPr/>
        </p:nvGrpSpPr>
        <p:grpSpPr>
          <a:xfrm>
            <a:off x="4740294" y="3064810"/>
            <a:ext cx="377850" cy="635617"/>
            <a:chOff x="4659035" y="3205484"/>
            <a:chExt cx="377850" cy="635617"/>
          </a:xfrm>
        </p:grpSpPr>
        <p:sp>
          <p:nvSpPr>
            <p:cNvPr id="11" name="楕円 10">
              <a:extLst>
                <a:ext uri="{FF2B5EF4-FFF2-40B4-BE49-F238E27FC236}">
                  <a16:creationId xmlns:a16="http://schemas.microsoft.com/office/drawing/2014/main" id="{0A98EB31-60C3-F9CB-0EC1-601D03BED70D}"/>
                </a:ext>
              </a:extLst>
            </p:cNvPr>
            <p:cNvSpPr/>
            <p:nvPr/>
          </p:nvSpPr>
          <p:spPr>
            <a:xfrm>
              <a:off x="4659035" y="36552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12" name="楕円 11">
              <a:extLst>
                <a:ext uri="{FF2B5EF4-FFF2-40B4-BE49-F238E27FC236}">
                  <a16:creationId xmlns:a16="http://schemas.microsoft.com/office/drawing/2014/main" id="{4CC64D1C-7E1D-F4C9-31BB-19CE3CE2F220}"/>
                </a:ext>
              </a:extLst>
            </p:cNvPr>
            <p:cNvSpPr/>
            <p:nvPr/>
          </p:nvSpPr>
          <p:spPr>
            <a:xfrm>
              <a:off x="4795907" y="344447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14" name="楕円 13">
              <a:extLst>
                <a:ext uri="{FF2B5EF4-FFF2-40B4-BE49-F238E27FC236}">
                  <a16:creationId xmlns:a16="http://schemas.microsoft.com/office/drawing/2014/main" id="{8AFE3A6F-D60A-624C-408D-7843CB948B6D}"/>
                </a:ext>
              </a:extLst>
            </p:cNvPr>
            <p:cNvSpPr/>
            <p:nvPr/>
          </p:nvSpPr>
          <p:spPr>
            <a:xfrm>
              <a:off x="4837789" y="320548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grpSp>
        <p:nvGrpSpPr>
          <p:cNvPr id="20" name="グループ化 19">
            <a:extLst>
              <a:ext uri="{FF2B5EF4-FFF2-40B4-BE49-F238E27FC236}">
                <a16:creationId xmlns:a16="http://schemas.microsoft.com/office/drawing/2014/main" id="{9B77B2BC-7A61-3549-A185-72A6BB5EB127}"/>
              </a:ext>
            </a:extLst>
          </p:cNvPr>
          <p:cNvGrpSpPr/>
          <p:nvPr/>
        </p:nvGrpSpPr>
        <p:grpSpPr>
          <a:xfrm>
            <a:off x="4058449" y="3906611"/>
            <a:ext cx="377850" cy="635617"/>
            <a:chOff x="4811435" y="3357884"/>
            <a:chExt cx="377850" cy="635617"/>
          </a:xfrm>
        </p:grpSpPr>
        <p:sp>
          <p:nvSpPr>
            <p:cNvPr id="16" name="楕円 15">
              <a:extLst>
                <a:ext uri="{FF2B5EF4-FFF2-40B4-BE49-F238E27FC236}">
                  <a16:creationId xmlns:a16="http://schemas.microsoft.com/office/drawing/2014/main" id="{72EE53DD-DA2B-9523-3AE7-09F93BB8F96D}"/>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17" name="楕円 16">
              <a:extLst>
                <a:ext uri="{FF2B5EF4-FFF2-40B4-BE49-F238E27FC236}">
                  <a16:creationId xmlns:a16="http://schemas.microsoft.com/office/drawing/2014/main" id="{B4C81C39-76E0-0763-DE61-F0F2761D8DE7}"/>
                </a:ext>
              </a:extLst>
            </p:cNvPr>
            <p:cNvSpPr/>
            <p:nvPr/>
          </p:nvSpPr>
          <p:spPr>
            <a:xfrm>
              <a:off x="4948307" y="359687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18" name="楕円 17">
              <a:extLst>
                <a:ext uri="{FF2B5EF4-FFF2-40B4-BE49-F238E27FC236}">
                  <a16:creationId xmlns:a16="http://schemas.microsoft.com/office/drawing/2014/main" id="{C35A7C43-2247-BF71-630B-1F1FD3930ED9}"/>
                </a:ext>
              </a:extLst>
            </p:cNvPr>
            <p:cNvSpPr/>
            <p:nvPr/>
          </p:nvSpPr>
          <p:spPr>
            <a:xfrm>
              <a:off x="4990189" y="335788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sp>
        <p:nvSpPr>
          <p:cNvPr id="23" name="楕円 22">
            <a:extLst>
              <a:ext uri="{FF2B5EF4-FFF2-40B4-BE49-F238E27FC236}">
                <a16:creationId xmlns:a16="http://schemas.microsoft.com/office/drawing/2014/main" id="{07778378-CAD8-7D06-276C-990560134C68}"/>
              </a:ext>
            </a:extLst>
          </p:cNvPr>
          <p:cNvSpPr/>
          <p:nvPr/>
        </p:nvSpPr>
        <p:spPr>
          <a:xfrm>
            <a:off x="4058449" y="5090536"/>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nvGrpSpPr>
          <p:cNvPr id="26" name="グループ化 25">
            <a:extLst>
              <a:ext uri="{FF2B5EF4-FFF2-40B4-BE49-F238E27FC236}">
                <a16:creationId xmlns:a16="http://schemas.microsoft.com/office/drawing/2014/main" id="{DE39168E-CC4E-1547-3442-6860352BFB51}"/>
              </a:ext>
            </a:extLst>
          </p:cNvPr>
          <p:cNvGrpSpPr/>
          <p:nvPr/>
        </p:nvGrpSpPr>
        <p:grpSpPr>
          <a:xfrm>
            <a:off x="4058449" y="5613962"/>
            <a:ext cx="335968" cy="396627"/>
            <a:chOff x="4811435" y="3596874"/>
            <a:chExt cx="335968" cy="396627"/>
          </a:xfrm>
        </p:grpSpPr>
        <p:sp>
          <p:nvSpPr>
            <p:cNvPr id="27" name="楕円 26">
              <a:extLst>
                <a:ext uri="{FF2B5EF4-FFF2-40B4-BE49-F238E27FC236}">
                  <a16:creationId xmlns:a16="http://schemas.microsoft.com/office/drawing/2014/main" id="{7A623F45-9296-B599-DC9B-4F51747F1258}"/>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9" name="楕円 28">
              <a:extLst>
                <a:ext uri="{FF2B5EF4-FFF2-40B4-BE49-F238E27FC236}">
                  <a16:creationId xmlns:a16="http://schemas.microsoft.com/office/drawing/2014/main" id="{A1A331EA-8E43-6C42-4687-BB5FE1AE32A9}"/>
                </a:ext>
              </a:extLst>
            </p:cNvPr>
            <p:cNvSpPr/>
            <p:nvPr/>
          </p:nvSpPr>
          <p:spPr>
            <a:xfrm>
              <a:off x="4948307" y="359687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sp>
        <p:nvSpPr>
          <p:cNvPr id="35" name="楕円 34">
            <a:extLst>
              <a:ext uri="{FF2B5EF4-FFF2-40B4-BE49-F238E27FC236}">
                <a16:creationId xmlns:a16="http://schemas.microsoft.com/office/drawing/2014/main" id="{2E079F1A-1F9A-16D8-54E5-197E0FA1E479}"/>
              </a:ext>
            </a:extLst>
          </p:cNvPr>
          <p:cNvSpPr/>
          <p:nvPr/>
        </p:nvSpPr>
        <p:spPr>
          <a:xfrm>
            <a:off x="4061957" y="1306543"/>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nvGrpSpPr>
          <p:cNvPr id="88" name="グループ化 87">
            <a:extLst>
              <a:ext uri="{FF2B5EF4-FFF2-40B4-BE49-F238E27FC236}">
                <a16:creationId xmlns:a16="http://schemas.microsoft.com/office/drawing/2014/main" id="{6A9F0331-DE4E-EA9F-038E-69B524411D12}"/>
              </a:ext>
            </a:extLst>
          </p:cNvPr>
          <p:cNvGrpSpPr/>
          <p:nvPr/>
        </p:nvGrpSpPr>
        <p:grpSpPr>
          <a:xfrm>
            <a:off x="4061957" y="1590978"/>
            <a:ext cx="377850" cy="635617"/>
            <a:chOff x="4811435" y="3357884"/>
            <a:chExt cx="377850" cy="635617"/>
          </a:xfrm>
        </p:grpSpPr>
        <p:sp>
          <p:nvSpPr>
            <p:cNvPr id="89" name="楕円 88">
              <a:extLst>
                <a:ext uri="{FF2B5EF4-FFF2-40B4-BE49-F238E27FC236}">
                  <a16:creationId xmlns:a16="http://schemas.microsoft.com/office/drawing/2014/main" id="{B9BE32E3-D9CF-1CEA-2E80-2706C97CEB43}"/>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92" name="楕円 91">
              <a:extLst>
                <a:ext uri="{FF2B5EF4-FFF2-40B4-BE49-F238E27FC236}">
                  <a16:creationId xmlns:a16="http://schemas.microsoft.com/office/drawing/2014/main" id="{3B35939A-4B98-5E0B-0069-88281FD8103E}"/>
                </a:ext>
              </a:extLst>
            </p:cNvPr>
            <p:cNvSpPr/>
            <p:nvPr/>
          </p:nvSpPr>
          <p:spPr>
            <a:xfrm>
              <a:off x="4948307" y="359687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93" name="楕円 92">
              <a:extLst>
                <a:ext uri="{FF2B5EF4-FFF2-40B4-BE49-F238E27FC236}">
                  <a16:creationId xmlns:a16="http://schemas.microsoft.com/office/drawing/2014/main" id="{C1F290EF-4C0B-ECD1-BFB5-84D350BEC7A1}"/>
                </a:ext>
              </a:extLst>
            </p:cNvPr>
            <p:cNvSpPr/>
            <p:nvPr/>
          </p:nvSpPr>
          <p:spPr>
            <a:xfrm>
              <a:off x="4990189" y="335788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grpSp>
        <p:nvGrpSpPr>
          <p:cNvPr id="94" name="グループ化 93">
            <a:extLst>
              <a:ext uri="{FF2B5EF4-FFF2-40B4-BE49-F238E27FC236}">
                <a16:creationId xmlns:a16="http://schemas.microsoft.com/office/drawing/2014/main" id="{8167BC51-7876-43A4-90FB-94EFE01FD8B8}"/>
              </a:ext>
            </a:extLst>
          </p:cNvPr>
          <p:cNvGrpSpPr/>
          <p:nvPr/>
        </p:nvGrpSpPr>
        <p:grpSpPr>
          <a:xfrm>
            <a:off x="4061957" y="2564149"/>
            <a:ext cx="335968" cy="396627"/>
            <a:chOff x="4811435" y="3596874"/>
            <a:chExt cx="335968" cy="396627"/>
          </a:xfrm>
        </p:grpSpPr>
        <p:sp>
          <p:nvSpPr>
            <p:cNvPr id="95" name="楕円 94">
              <a:extLst>
                <a:ext uri="{FF2B5EF4-FFF2-40B4-BE49-F238E27FC236}">
                  <a16:creationId xmlns:a16="http://schemas.microsoft.com/office/drawing/2014/main" id="{883CF205-2235-6D63-1AC7-E5DAB4158D00}"/>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96" name="楕円 95">
              <a:extLst>
                <a:ext uri="{FF2B5EF4-FFF2-40B4-BE49-F238E27FC236}">
                  <a16:creationId xmlns:a16="http://schemas.microsoft.com/office/drawing/2014/main" id="{64CE510F-4EC5-1004-6218-02AE8B7E83FC}"/>
                </a:ext>
              </a:extLst>
            </p:cNvPr>
            <p:cNvSpPr/>
            <p:nvPr/>
          </p:nvSpPr>
          <p:spPr>
            <a:xfrm>
              <a:off x="4948307" y="359687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grpSp>
        <p:nvGrpSpPr>
          <p:cNvPr id="99" name="グループ化 98">
            <a:extLst>
              <a:ext uri="{FF2B5EF4-FFF2-40B4-BE49-F238E27FC236}">
                <a16:creationId xmlns:a16="http://schemas.microsoft.com/office/drawing/2014/main" id="{87631821-8A8D-626C-0E8F-EB5FE0DC04F9}"/>
              </a:ext>
            </a:extLst>
          </p:cNvPr>
          <p:cNvGrpSpPr/>
          <p:nvPr/>
        </p:nvGrpSpPr>
        <p:grpSpPr>
          <a:xfrm>
            <a:off x="8962119" y="812475"/>
            <a:ext cx="2561811" cy="632926"/>
            <a:chOff x="8957885" y="4574183"/>
            <a:chExt cx="2561811" cy="632926"/>
          </a:xfrm>
        </p:grpSpPr>
        <p:sp>
          <p:nvSpPr>
            <p:cNvPr id="100" name="楕円 99">
              <a:extLst>
                <a:ext uri="{FF2B5EF4-FFF2-40B4-BE49-F238E27FC236}">
                  <a16:creationId xmlns:a16="http://schemas.microsoft.com/office/drawing/2014/main" id="{88BBB227-A19E-2661-1C67-5B2A9FB195C5}"/>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01" name="四角形: 角を丸くする 100">
              <a:extLst>
                <a:ext uri="{FF2B5EF4-FFF2-40B4-BE49-F238E27FC236}">
                  <a16:creationId xmlns:a16="http://schemas.microsoft.com/office/drawing/2014/main" id="{E82D6760-08AF-F75A-85F0-7361526B0226}"/>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nvGrpSpPr>
            <p:cNvPr id="102" name="グループ化 101">
              <a:extLst>
                <a:ext uri="{FF2B5EF4-FFF2-40B4-BE49-F238E27FC236}">
                  <a16:creationId xmlns:a16="http://schemas.microsoft.com/office/drawing/2014/main" id="{82C8DFFE-8BCE-39C5-3D16-FB54B748AF1A}"/>
                </a:ext>
              </a:extLst>
            </p:cNvPr>
            <p:cNvGrpSpPr/>
            <p:nvPr/>
          </p:nvGrpSpPr>
          <p:grpSpPr>
            <a:xfrm>
              <a:off x="9498429" y="4598805"/>
              <a:ext cx="1505416" cy="601824"/>
              <a:chOff x="1980734" y="3149081"/>
              <a:chExt cx="1505416" cy="601824"/>
            </a:xfrm>
          </p:grpSpPr>
          <p:sp>
            <p:nvSpPr>
              <p:cNvPr id="103" name="楕円 102">
                <a:extLst>
                  <a:ext uri="{FF2B5EF4-FFF2-40B4-BE49-F238E27FC236}">
                    <a16:creationId xmlns:a16="http://schemas.microsoft.com/office/drawing/2014/main" id="{B3C0C8CA-A202-4027-02CF-B5029E92C7A6}"/>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104" name="グループ化 103">
                <a:extLst>
                  <a:ext uri="{FF2B5EF4-FFF2-40B4-BE49-F238E27FC236}">
                    <a16:creationId xmlns:a16="http://schemas.microsoft.com/office/drawing/2014/main" id="{EDE3A331-3B12-6C5B-36E7-2CA4E916F6D0}"/>
                  </a:ext>
                </a:extLst>
              </p:cNvPr>
              <p:cNvGrpSpPr/>
              <p:nvPr/>
            </p:nvGrpSpPr>
            <p:grpSpPr>
              <a:xfrm>
                <a:off x="1980734" y="3175652"/>
                <a:ext cx="1505416" cy="575253"/>
                <a:chOff x="1980734" y="3175652"/>
                <a:chExt cx="1505416" cy="575253"/>
              </a:xfrm>
            </p:grpSpPr>
            <p:grpSp>
              <p:nvGrpSpPr>
                <p:cNvPr id="105" name="グループ化 104">
                  <a:extLst>
                    <a:ext uri="{FF2B5EF4-FFF2-40B4-BE49-F238E27FC236}">
                      <a16:creationId xmlns:a16="http://schemas.microsoft.com/office/drawing/2014/main" id="{46733C19-C424-A084-D900-FBF39CB65CCB}"/>
                    </a:ext>
                  </a:extLst>
                </p:cNvPr>
                <p:cNvGrpSpPr/>
                <p:nvPr/>
              </p:nvGrpSpPr>
              <p:grpSpPr>
                <a:xfrm>
                  <a:off x="1980734" y="3473931"/>
                  <a:ext cx="1505416" cy="276974"/>
                  <a:chOff x="4194668" y="3607669"/>
                  <a:chExt cx="1105960" cy="276974"/>
                </a:xfrm>
              </p:grpSpPr>
              <p:sp>
                <p:nvSpPr>
                  <p:cNvPr id="107" name="四角形: 角を丸くする 106">
                    <a:extLst>
                      <a:ext uri="{FF2B5EF4-FFF2-40B4-BE49-F238E27FC236}">
                        <a16:creationId xmlns:a16="http://schemas.microsoft.com/office/drawing/2014/main" id="{1BA599C5-1FD5-CE06-4B38-BF1CD0951261}"/>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108" name="図 107">
                    <a:extLst>
                      <a:ext uri="{FF2B5EF4-FFF2-40B4-BE49-F238E27FC236}">
                        <a16:creationId xmlns:a16="http://schemas.microsoft.com/office/drawing/2014/main" id="{1F41EF6E-2E43-5611-2957-15C919000B5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06" name="テキスト ボックス 105">
                  <a:extLst>
                    <a:ext uri="{FF2B5EF4-FFF2-40B4-BE49-F238E27FC236}">
                      <a16:creationId xmlns:a16="http://schemas.microsoft.com/office/drawing/2014/main" id="{30DEF4FF-2C64-90BB-9446-2AFCF3C4EE51}"/>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grpSp>
        <p:nvGrpSpPr>
          <p:cNvPr id="109" name="グループ化 108">
            <a:extLst>
              <a:ext uri="{FF2B5EF4-FFF2-40B4-BE49-F238E27FC236}">
                <a16:creationId xmlns:a16="http://schemas.microsoft.com/office/drawing/2014/main" id="{E914079C-8660-D34A-2DCD-2932316D880C}"/>
              </a:ext>
            </a:extLst>
          </p:cNvPr>
          <p:cNvGrpSpPr/>
          <p:nvPr/>
        </p:nvGrpSpPr>
        <p:grpSpPr>
          <a:xfrm>
            <a:off x="8962119" y="5343729"/>
            <a:ext cx="2561811" cy="632926"/>
            <a:chOff x="8957885" y="4574183"/>
            <a:chExt cx="2561811" cy="632926"/>
          </a:xfrm>
        </p:grpSpPr>
        <p:sp>
          <p:nvSpPr>
            <p:cNvPr id="110" name="楕円 109">
              <a:extLst>
                <a:ext uri="{FF2B5EF4-FFF2-40B4-BE49-F238E27FC236}">
                  <a16:creationId xmlns:a16="http://schemas.microsoft.com/office/drawing/2014/main" id="{DBF73835-378B-FC78-B05B-48179B04DEFE}"/>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11" name="四角形: 角を丸くする 110">
              <a:extLst>
                <a:ext uri="{FF2B5EF4-FFF2-40B4-BE49-F238E27FC236}">
                  <a16:creationId xmlns:a16="http://schemas.microsoft.com/office/drawing/2014/main" id="{74633CD5-C4EA-612D-0D5A-C0BAFDD23021}"/>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nvGrpSpPr>
            <p:cNvPr id="112" name="グループ化 111">
              <a:extLst>
                <a:ext uri="{FF2B5EF4-FFF2-40B4-BE49-F238E27FC236}">
                  <a16:creationId xmlns:a16="http://schemas.microsoft.com/office/drawing/2014/main" id="{7210E152-7ED4-4D56-9906-15602A989395}"/>
                </a:ext>
              </a:extLst>
            </p:cNvPr>
            <p:cNvGrpSpPr/>
            <p:nvPr/>
          </p:nvGrpSpPr>
          <p:grpSpPr>
            <a:xfrm>
              <a:off x="9498429" y="4598805"/>
              <a:ext cx="1505416" cy="601824"/>
              <a:chOff x="1980734" y="3149081"/>
              <a:chExt cx="1505416" cy="601824"/>
            </a:xfrm>
          </p:grpSpPr>
          <p:sp>
            <p:nvSpPr>
              <p:cNvPr id="113" name="楕円 112">
                <a:extLst>
                  <a:ext uri="{FF2B5EF4-FFF2-40B4-BE49-F238E27FC236}">
                    <a16:creationId xmlns:a16="http://schemas.microsoft.com/office/drawing/2014/main" id="{CFF0F405-6A8F-5E95-26CE-2DDA44E15BA5}"/>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114" name="グループ化 113">
                <a:extLst>
                  <a:ext uri="{FF2B5EF4-FFF2-40B4-BE49-F238E27FC236}">
                    <a16:creationId xmlns:a16="http://schemas.microsoft.com/office/drawing/2014/main" id="{3C48CF32-BA0B-CC37-774A-E67D973B9703}"/>
                  </a:ext>
                </a:extLst>
              </p:cNvPr>
              <p:cNvGrpSpPr/>
              <p:nvPr/>
            </p:nvGrpSpPr>
            <p:grpSpPr>
              <a:xfrm>
                <a:off x="1980734" y="3175652"/>
                <a:ext cx="1505416" cy="575253"/>
                <a:chOff x="1980734" y="3175652"/>
                <a:chExt cx="1505416" cy="575253"/>
              </a:xfrm>
            </p:grpSpPr>
            <p:grpSp>
              <p:nvGrpSpPr>
                <p:cNvPr id="115" name="グループ化 114">
                  <a:extLst>
                    <a:ext uri="{FF2B5EF4-FFF2-40B4-BE49-F238E27FC236}">
                      <a16:creationId xmlns:a16="http://schemas.microsoft.com/office/drawing/2014/main" id="{798FDFA1-F547-7F2F-803F-347400F2FE1E}"/>
                    </a:ext>
                  </a:extLst>
                </p:cNvPr>
                <p:cNvGrpSpPr/>
                <p:nvPr/>
              </p:nvGrpSpPr>
              <p:grpSpPr>
                <a:xfrm>
                  <a:off x="1980734" y="3473931"/>
                  <a:ext cx="1505416" cy="276974"/>
                  <a:chOff x="4194668" y="3607669"/>
                  <a:chExt cx="1105960" cy="276974"/>
                </a:xfrm>
              </p:grpSpPr>
              <p:sp>
                <p:nvSpPr>
                  <p:cNvPr id="117" name="四角形: 角を丸くする 116">
                    <a:extLst>
                      <a:ext uri="{FF2B5EF4-FFF2-40B4-BE49-F238E27FC236}">
                        <a16:creationId xmlns:a16="http://schemas.microsoft.com/office/drawing/2014/main" id="{77FACDD5-9002-53CD-93E5-2AEB42196E5B}"/>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118" name="図 117">
                    <a:extLst>
                      <a:ext uri="{FF2B5EF4-FFF2-40B4-BE49-F238E27FC236}">
                        <a16:creationId xmlns:a16="http://schemas.microsoft.com/office/drawing/2014/main" id="{E846645B-D6B8-14B0-3352-9A752F54530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16" name="テキスト ボックス 115">
                  <a:extLst>
                    <a:ext uri="{FF2B5EF4-FFF2-40B4-BE49-F238E27FC236}">
                      <a16:creationId xmlns:a16="http://schemas.microsoft.com/office/drawing/2014/main" id="{CAD30DC3-B505-F4C4-89D3-02358D4AF5EF}"/>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grpSp>
        <p:nvGrpSpPr>
          <p:cNvPr id="119" name="グループ化 118">
            <a:extLst>
              <a:ext uri="{FF2B5EF4-FFF2-40B4-BE49-F238E27FC236}">
                <a16:creationId xmlns:a16="http://schemas.microsoft.com/office/drawing/2014/main" id="{C61B1B52-B031-591F-9E58-E8E0FED2B8D4}"/>
              </a:ext>
            </a:extLst>
          </p:cNvPr>
          <p:cNvGrpSpPr/>
          <p:nvPr/>
        </p:nvGrpSpPr>
        <p:grpSpPr>
          <a:xfrm>
            <a:off x="8962119" y="1546204"/>
            <a:ext cx="2561811" cy="632926"/>
            <a:chOff x="8957885" y="4574183"/>
            <a:chExt cx="2561811" cy="632926"/>
          </a:xfrm>
        </p:grpSpPr>
        <p:sp>
          <p:nvSpPr>
            <p:cNvPr id="121" name="楕円 120">
              <a:extLst>
                <a:ext uri="{FF2B5EF4-FFF2-40B4-BE49-F238E27FC236}">
                  <a16:creationId xmlns:a16="http://schemas.microsoft.com/office/drawing/2014/main" id="{ACE4968B-A895-A76D-2643-6443F156E9A7}"/>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22" name="四角形: 角を丸くする 121">
              <a:extLst>
                <a:ext uri="{FF2B5EF4-FFF2-40B4-BE49-F238E27FC236}">
                  <a16:creationId xmlns:a16="http://schemas.microsoft.com/office/drawing/2014/main" id="{BCAB0884-0768-09BD-0D83-EC5C1D788411}"/>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nvGrpSpPr>
            <p:cNvPr id="123" name="グループ化 122">
              <a:extLst>
                <a:ext uri="{FF2B5EF4-FFF2-40B4-BE49-F238E27FC236}">
                  <a16:creationId xmlns:a16="http://schemas.microsoft.com/office/drawing/2014/main" id="{2EC84585-89F3-B8D4-64C9-141BA4308229}"/>
                </a:ext>
              </a:extLst>
            </p:cNvPr>
            <p:cNvGrpSpPr/>
            <p:nvPr/>
          </p:nvGrpSpPr>
          <p:grpSpPr>
            <a:xfrm>
              <a:off x="9498429" y="4598805"/>
              <a:ext cx="1505416" cy="601824"/>
              <a:chOff x="1980734" y="3149081"/>
              <a:chExt cx="1505416" cy="601824"/>
            </a:xfrm>
          </p:grpSpPr>
          <p:sp>
            <p:nvSpPr>
              <p:cNvPr id="124" name="楕円 123">
                <a:extLst>
                  <a:ext uri="{FF2B5EF4-FFF2-40B4-BE49-F238E27FC236}">
                    <a16:creationId xmlns:a16="http://schemas.microsoft.com/office/drawing/2014/main" id="{24FB4527-DAF3-62BA-365B-446DC6C30907}"/>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127" name="グループ化 126">
                <a:extLst>
                  <a:ext uri="{FF2B5EF4-FFF2-40B4-BE49-F238E27FC236}">
                    <a16:creationId xmlns:a16="http://schemas.microsoft.com/office/drawing/2014/main" id="{D58E39E7-28FB-C5F6-BB28-9EAEDB800DAB}"/>
                  </a:ext>
                </a:extLst>
              </p:cNvPr>
              <p:cNvGrpSpPr/>
              <p:nvPr/>
            </p:nvGrpSpPr>
            <p:grpSpPr>
              <a:xfrm>
                <a:off x="1980734" y="3175652"/>
                <a:ext cx="1505416" cy="575253"/>
                <a:chOff x="1980734" y="3175652"/>
                <a:chExt cx="1505416" cy="575253"/>
              </a:xfrm>
            </p:grpSpPr>
            <p:grpSp>
              <p:nvGrpSpPr>
                <p:cNvPr id="128" name="グループ化 127">
                  <a:extLst>
                    <a:ext uri="{FF2B5EF4-FFF2-40B4-BE49-F238E27FC236}">
                      <a16:creationId xmlns:a16="http://schemas.microsoft.com/office/drawing/2014/main" id="{16D363A1-B54F-FDAC-B9E0-0C1206323EF5}"/>
                    </a:ext>
                  </a:extLst>
                </p:cNvPr>
                <p:cNvGrpSpPr/>
                <p:nvPr/>
              </p:nvGrpSpPr>
              <p:grpSpPr>
                <a:xfrm>
                  <a:off x="1980734" y="3473931"/>
                  <a:ext cx="1505416" cy="276974"/>
                  <a:chOff x="4194668" y="3607669"/>
                  <a:chExt cx="1105960" cy="276974"/>
                </a:xfrm>
              </p:grpSpPr>
              <p:sp>
                <p:nvSpPr>
                  <p:cNvPr id="130" name="四角形: 角を丸くする 129">
                    <a:extLst>
                      <a:ext uri="{FF2B5EF4-FFF2-40B4-BE49-F238E27FC236}">
                        <a16:creationId xmlns:a16="http://schemas.microsoft.com/office/drawing/2014/main" id="{15289918-4DBD-D58D-CEA3-DF6F4ED6CFEC}"/>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131" name="図 130">
                    <a:extLst>
                      <a:ext uri="{FF2B5EF4-FFF2-40B4-BE49-F238E27FC236}">
                        <a16:creationId xmlns:a16="http://schemas.microsoft.com/office/drawing/2014/main" id="{6F40E3FD-A6B9-A536-953C-DBE2FDFC5FF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29" name="テキスト ボックス 128">
                  <a:extLst>
                    <a:ext uri="{FF2B5EF4-FFF2-40B4-BE49-F238E27FC236}">
                      <a16:creationId xmlns:a16="http://schemas.microsoft.com/office/drawing/2014/main" id="{0A7B372B-D8AE-09B9-BAAB-2AB4EB8DA55E}"/>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grpSp>
        <p:nvGrpSpPr>
          <p:cNvPr id="132" name="グループ化 131">
            <a:extLst>
              <a:ext uri="{FF2B5EF4-FFF2-40B4-BE49-F238E27FC236}">
                <a16:creationId xmlns:a16="http://schemas.microsoft.com/office/drawing/2014/main" id="{6B0A9190-9E14-5B0E-1860-08169A005B49}"/>
              </a:ext>
            </a:extLst>
          </p:cNvPr>
          <p:cNvGrpSpPr/>
          <p:nvPr/>
        </p:nvGrpSpPr>
        <p:grpSpPr>
          <a:xfrm>
            <a:off x="8172004" y="2279933"/>
            <a:ext cx="2561811" cy="632926"/>
            <a:chOff x="8957885" y="4574183"/>
            <a:chExt cx="2561811" cy="632926"/>
          </a:xfrm>
        </p:grpSpPr>
        <p:sp>
          <p:nvSpPr>
            <p:cNvPr id="133" name="楕円 132">
              <a:extLst>
                <a:ext uri="{FF2B5EF4-FFF2-40B4-BE49-F238E27FC236}">
                  <a16:creationId xmlns:a16="http://schemas.microsoft.com/office/drawing/2014/main" id="{E3AACEAA-6F61-2E2B-A0B9-3DAAE8F0DF17}"/>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34" name="四角形: 角を丸くする 133">
              <a:extLst>
                <a:ext uri="{FF2B5EF4-FFF2-40B4-BE49-F238E27FC236}">
                  <a16:creationId xmlns:a16="http://schemas.microsoft.com/office/drawing/2014/main" id="{40447DB9-4499-2543-5CF1-F5DFCC1D359D}"/>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nvGrpSpPr>
            <p:cNvPr id="135" name="グループ化 134">
              <a:extLst>
                <a:ext uri="{FF2B5EF4-FFF2-40B4-BE49-F238E27FC236}">
                  <a16:creationId xmlns:a16="http://schemas.microsoft.com/office/drawing/2014/main" id="{D84C08B1-A764-C766-C8FC-5C104FCD9917}"/>
                </a:ext>
              </a:extLst>
            </p:cNvPr>
            <p:cNvGrpSpPr/>
            <p:nvPr/>
          </p:nvGrpSpPr>
          <p:grpSpPr>
            <a:xfrm>
              <a:off x="9498429" y="4598805"/>
              <a:ext cx="1505416" cy="601824"/>
              <a:chOff x="1980734" y="3149081"/>
              <a:chExt cx="1505416" cy="601824"/>
            </a:xfrm>
          </p:grpSpPr>
          <p:sp>
            <p:nvSpPr>
              <p:cNvPr id="136" name="楕円 135">
                <a:extLst>
                  <a:ext uri="{FF2B5EF4-FFF2-40B4-BE49-F238E27FC236}">
                    <a16:creationId xmlns:a16="http://schemas.microsoft.com/office/drawing/2014/main" id="{CC0C0C00-2ED0-485E-D7DE-F5CC7C724799}"/>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138" name="グループ化 137">
                <a:extLst>
                  <a:ext uri="{FF2B5EF4-FFF2-40B4-BE49-F238E27FC236}">
                    <a16:creationId xmlns:a16="http://schemas.microsoft.com/office/drawing/2014/main" id="{BDD8CC3A-F4EA-A2B9-2A30-76420E4CCF2E}"/>
                  </a:ext>
                </a:extLst>
              </p:cNvPr>
              <p:cNvGrpSpPr/>
              <p:nvPr/>
            </p:nvGrpSpPr>
            <p:grpSpPr>
              <a:xfrm>
                <a:off x="1980734" y="3175652"/>
                <a:ext cx="1505416" cy="575253"/>
                <a:chOff x="1980734" y="3175652"/>
                <a:chExt cx="1505416" cy="575253"/>
              </a:xfrm>
            </p:grpSpPr>
            <p:grpSp>
              <p:nvGrpSpPr>
                <p:cNvPr id="140" name="グループ化 139">
                  <a:extLst>
                    <a:ext uri="{FF2B5EF4-FFF2-40B4-BE49-F238E27FC236}">
                      <a16:creationId xmlns:a16="http://schemas.microsoft.com/office/drawing/2014/main" id="{6D7EA2E4-6056-3FF3-2095-69CB1741914F}"/>
                    </a:ext>
                  </a:extLst>
                </p:cNvPr>
                <p:cNvGrpSpPr/>
                <p:nvPr/>
              </p:nvGrpSpPr>
              <p:grpSpPr>
                <a:xfrm>
                  <a:off x="1980734" y="3473931"/>
                  <a:ext cx="1505416" cy="276974"/>
                  <a:chOff x="4194668" y="3607669"/>
                  <a:chExt cx="1105960" cy="276974"/>
                </a:xfrm>
              </p:grpSpPr>
              <p:sp>
                <p:nvSpPr>
                  <p:cNvPr id="142" name="四角形: 角を丸くする 141">
                    <a:extLst>
                      <a:ext uri="{FF2B5EF4-FFF2-40B4-BE49-F238E27FC236}">
                        <a16:creationId xmlns:a16="http://schemas.microsoft.com/office/drawing/2014/main" id="{742C75DC-B471-636C-DB7A-656A5668E47A}"/>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143" name="図 142">
                    <a:extLst>
                      <a:ext uri="{FF2B5EF4-FFF2-40B4-BE49-F238E27FC236}">
                        <a16:creationId xmlns:a16="http://schemas.microsoft.com/office/drawing/2014/main" id="{09B124DB-483F-3E8D-D56C-A59CE29F91C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41" name="テキスト ボックス 140">
                  <a:extLst>
                    <a:ext uri="{FF2B5EF4-FFF2-40B4-BE49-F238E27FC236}">
                      <a16:creationId xmlns:a16="http://schemas.microsoft.com/office/drawing/2014/main" id="{29AF4AF7-B172-8EBE-5B21-24EB0575C423}"/>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grpSp>
        <p:nvGrpSpPr>
          <p:cNvPr id="144" name="グループ化 143">
            <a:extLst>
              <a:ext uri="{FF2B5EF4-FFF2-40B4-BE49-F238E27FC236}">
                <a16:creationId xmlns:a16="http://schemas.microsoft.com/office/drawing/2014/main" id="{F978D6CB-07F2-D6C8-CA97-4935494D735A}"/>
              </a:ext>
            </a:extLst>
          </p:cNvPr>
          <p:cNvGrpSpPr/>
          <p:nvPr/>
        </p:nvGrpSpPr>
        <p:grpSpPr>
          <a:xfrm>
            <a:off x="8962119" y="3146830"/>
            <a:ext cx="2561811" cy="632926"/>
            <a:chOff x="8957885" y="4574183"/>
            <a:chExt cx="2561811" cy="632926"/>
          </a:xfrm>
        </p:grpSpPr>
        <p:sp>
          <p:nvSpPr>
            <p:cNvPr id="145" name="楕円 144">
              <a:extLst>
                <a:ext uri="{FF2B5EF4-FFF2-40B4-BE49-F238E27FC236}">
                  <a16:creationId xmlns:a16="http://schemas.microsoft.com/office/drawing/2014/main" id="{2151D456-0A5A-3397-18CE-CD9EF760F9BC}"/>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46" name="四角形: 角を丸くする 145">
              <a:extLst>
                <a:ext uri="{FF2B5EF4-FFF2-40B4-BE49-F238E27FC236}">
                  <a16:creationId xmlns:a16="http://schemas.microsoft.com/office/drawing/2014/main" id="{1F5B94B6-98EA-8F62-0F7B-75BFD158ED40}"/>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nvGrpSpPr>
            <p:cNvPr id="147" name="グループ化 146">
              <a:extLst>
                <a:ext uri="{FF2B5EF4-FFF2-40B4-BE49-F238E27FC236}">
                  <a16:creationId xmlns:a16="http://schemas.microsoft.com/office/drawing/2014/main" id="{E3B09772-AA0C-0C7B-1582-6EBDC8CA3F4F}"/>
                </a:ext>
              </a:extLst>
            </p:cNvPr>
            <p:cNvGrpSpPr/>
            <p:nvPr/>
          </p:nvGrpSpPr>
          <p:grpSpPr>
            <a:xfrm>
              <a:off x="9498429" y="4598805"/>
              <a:ext cx="1505416" cy="601824"/>
              <a:chOff x="1980734" y="3149081"/>
              <a:chExt cx="1505416" cy="601824"/>
            </a:xfrm>
          </p:grpSpPr>
          <p:sp>
            <p:nvSpPr>
              <p:cNvPr id="148" name="楕円 147">
                <a:extLst>
                  <a:ext uri="{FF2B5EF4-FFF2-40B4-BE49-F238E27FC236}">
                    <a16:creationId xmlns:a16="http://schemas.microsoft.com/office/drawing/2014/main" id="{F0B17B7C-1AF4-3590-CD3C-2C63FE0CD59F}"/>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149" name="グループ化 148">
                <a:extLst>
                  <a:ext uri="{FF2B5EF4-FFF2-40B4-BE49-F238E27FC236}">
                    <a16:creationId xmlns:a16="http://schemas.microsoft.com/office/drawing/2014/main" id="{31457B90-2872-24C8-2CB4-6343392D1316}"/>
                  </a:ext>
                </a:extLst>
              </p:cNvPr>
              <p:cNvGrpSpPr/>
              <p:nvPr/>
            </p:nvGrpSpPr>
            <p:grpSpPr>
              <a:xfrm>
                <a:off x="1980734" y="3175652"/>
                <a:ext cx="1505416" cy="575253"/>
                <a:chOff x="1980734" y="3175652"/>
                <a:chExt cx="1505416" cy="575253"/>
              </a:xfrm>
            </p:grpSpPr>
            <p:grpSp>
              <p:nvGrpSpPr>
                <p:cNvPr id="150" name="グループ化 149">
                  <a:extLst>
                    <a:ext uri="{FF2B5EF4-FFF2-40B4-BE49-F238E27FC236}">
                      <a16:creationId xmlns:a16="http://schemas.microsoft.com/office/drawing/2014/main" id="{FC597C96-E5E2-50B5-A055-137CCEA21077}"/>
                    </a:ext>
                  </a:extLst>
                </p:cNvPr>
                <p:cNvGrpSpPr/>
                <p:nvPr/>
              </p:nvGrpSpPr>
              <p:grpSpPr>
                <a:xfrm>
                  <a:off x="1980734" y="3473931"/>
                  <a:ext cx="1505416" cy="276974"/>
                  <a:chOff x="4194668" y="3607669"/>
                  <a:chExt cx="1105960" cy="276974"/>
                </a:xfrm>
              </p:grpSpPr>
              <p:sp>
                <p:nvSpPr>
                  <p:cNvPr id="152" name="四角形: 角を丸くする 151">
                    <a:extLst>
                      <a:ext uri="{FF2B5EF4-FFF2-40B4-BE49-F238E27FC236}">
                        <a16:creationId xmlns:a16="http://schemas.microsoft.com/office/drawing/2014/main" id="{4CE44456-E4B7-4220-7E2C-E4493DA02B38}"/>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156" name="図 155">
                    <a:extLst>
                      <a:ext uri="{FF2B5EF4-FFF2-40B4-BE49-F238E27FC236}">
                        <a16:creationId xmlns:a16="http://schemas.microsoft.com/office/drawing/2014/main" id="{307296BB-1FF0-EBB7-F9CC-EB9702120D2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51" name="テキスト ボックス 150">
                  <a:extLst>
                    <a:ext uri="{FF2B5EF4-FFF2-40B4-BE49-F238E27FC236}">
                      <a16:creationId xmlns:a16="http://schemas.microsoft.com/office/drawing/2014/main" id="{442CBAF2-5226-BCFD-5D74-2CCC0ABA708A}"/>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grpSp>
        <p:nvGrpSpPr>
          <p:cNvPr id="157" name="グループ化 156">
            <a:extLst>
              <a:ext uri="{FF2B5EF4-FFF2-40B4-BE49-F238E27FC236}">
                <a16:creationId xmlns:a16="http://schemas.microsoft.com/office/drawing/2014/main" id="{212A948E-1BE3-7EBD-8058-0BD9F5852B62}"/>
              </a:ext>
            </a:extLst>
          </p:cNvPr>
          <p:cNvGrpSpPr/>
          <p:nvPr/>
        </p:nvGrpSpPr>
        <p:grpSpPr>
          <a:xfrm>
            <a:off x="8962119" y="3876273"/>
            <a:ext cx="2561811" cy="632926"/>
            <a:chOff x="8957885" y="4574183"/>
            <a:chExt cx="2561811" cy="632926"/>
          </a:xfrm>
        </p:grpSpPr>
        <p:sp>
          <p:nvSpPr>
            <p:cNvPr id="158" name="楕円 157">
              <a:extLst>
                <a:ext uri="{FF2B5EF4-FFF2-40B4-BE49-F238E27FC236}">
                  <a16:creationId xmlns:a16="http://schemas.microsoft.com/office/drawing/2014/main" id="{7C628693-8A75-C401-2EDD-3F2D21BCE0DB}"/>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59" name="四角形: 角を丸くする 158">
              <a:extLst>
                <a:ext uri="{FF2B5EF4-FFF2-40B4-BE49-F238E27FC236}">
                  <a16:creationId xmlns:a16="http://schemas.microsoft.com/office/drawing/2014/main" id="{2028B3DB-A6E3-EE09-2965-5B269071DB72}"/>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nvGrpSpPr>
            <p:cNvPr id="160" name="グループ化 159">
              <a:extLst>
                <a:ext uri="{FF2B5EF4-FFF2-40B4-BE49-F238E27FC236}">
                  <a16:creationId xmlns:a16="http://schemas.microsoft.com/office/drawing/2014/main" id="{41E9AC77-BD5A-2D8F-C276-D1A9ADD2BFB7}"/>
                </a:ext>
              </a:extLst>
            </p:cNvPr>
            <p:cNvGrpSpPr/>
            <p:nvPr/>
          </p:nvGrpSpPr>
          <p:grpSpPr>
            <a:xfrm>
              <a:off x="9498429" y="4598805"/>
              <a:ext cx="1505416" cy="601824"/>
              <a:chOff x="1980734" y="3149081"/>
              <a:chExt cx="1505416" cy="601824"/>
            </a:xfrm>
          </p:grpSpPr>
          <p:sp>
            <p:nvSpPr>
              <p:cNvPr id="161" name="楕円 160">
                <a:extLst>
                  <a:ext uri="{FF2B5EF4-FFF2-40B4-BE49-F238E27FC236}">
                    <a16:creationId xmlns:a16="http://schemas.microsoft.com/office/drawing/2014/main" id="{115ED5CE-F90D-4975-386E-012E379D1D2B}"/>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173" name="グループ化 172">
                <a:extLst>
                  <a:ext uri="{FF2B5EF4-FFF2-40B4-BE49-F238E27FC236}">
                    <a16:creationId xmlns:a16="http://schemas.microsoft.com/office/drawing/2014/main" id="{20D359CD-4F6E-5F57-D994-DB74C1026E24}"/>
                  </a:ext>
                </a:extLst>
              </p:cNvPr>
              <p:cNvGrpSpPr/>
              <p:nvPr/>
            </p:nvGrpSpPr>
            <p:grpSpPr>
              <a:xfrm>
                <a:off x="1980734" y="3175652"/>
                <a:ext cx="1505416" cy="575253"/>
                <a:chOff x="1980734" y="3175652"/>
                <a:chExt cx="1505416" cy="575253"/>
              </a:xfrm>
            </p:grpSpPr>
            <p:grpSp>
              <p:nvGrpSpPr>
                <p:cNvPr id="177" name="グループ化 176">
                  <a:extLst>
                    <a:ext uri="{FF2B5EF4-FFF2-40B4-BE49-F238E27FC236}">
                      <a16:creationId xmlns:a16="http://schemas.microsoft.com/office/drawing/2014/main" id="{7C19284A-C076-D212-6FEC-B912A01A9292}"/>
                    </a:ext>
                  </a:extLst>
                </p:cNvPr>
                <p:cNvGrpSpPr/>
                <p:nvPr/>
              </p:nvGrpSpPr>
              <p:grpSpPr>
                <a:xfrm>
                  <a:off x="1980734" y="3473931"/>
                  <a:ext cx="1505416" cy="276974"/>
                  <a:chOff x="4194668" y="3607669"/>
                  <a:chExt cx="1105960" cy="276974"/>
                </a:xfrm>
              </p:grpSpPr>
              <p:sp>
                <p:nvSpPr>
                  <p:cNvPr id="182" name="四角形: 角を丸くする 181">
                    <a:extLst>
                      <a:ext uri="{FF2B5EF4-FFF2-40B4-BE49-F238E27FC236}">
                        <a16:creationId xmlns:a16="http://schemas.microsoft.com/office/drawing/2014/main" id="{A262377C-BE48-0562-033A-88FD32CB1F81}"/>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184" name="図 183">
                    <a:extLst>
                      <a:ext uri="{FF2B5EF4-FFF2-40B4-BE49-F238E27FC236}">
                        <a16:creationId xmlns:a16="http://schemas.microsoft.com/office/drawing/2014/main" id="{D9A70745-7197-249E-4E74-A77DA9743B8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78" name="テキスト ボックス 177">
                  <a:extLst>
                    <a:ext uri="{FF2B5EF4-FFF2-40B4-BE49-F238E27FC236}">
                      <a16:creationId xmlns:a16="http://schemas.microsoft.com/office/drawing/2014/main" id="{F60CFEA0-0934-F80F-EA8E-0B4CDBE8DACB}"/>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grpSp>
        <p:nvGrpSpPr>
          <p:cNvPr id="187" name="グループ化 186">
            <a:extLst>
              <a:ext uri="{FF2B5EF4-FFF2-40B4-BE49-F238E27FC236}">
                <a16:creationId xmlns:a16="http://schemas.microsoft.com/office/drawing/2014/main" id="{105EAD7E-F3A0-44CA-72AE-FA8E8C1C8571}"/>
              </a:ext>
            </a:extLst>
          </p:cNvPr>
          <p:cNvGrpSpPr/>
          <p:nvPr/>
        </p:nvGrpSpPr>
        <p:grpSpPr>
          <a:xfrm>
            <a:off x="8962119" y="4610002"/>
            <a:ext cx="2561811" cy="632926"/>
            <a:chOff x="8957885" y="4574183"/>
            <a:chExt cx="2561811" cy="632926"/>
          </a:xfrm>
        </p:grpSpPr>
        <p:sp>
          <p:nvSpPr>
            <p:cNvPr id="188" name="楕円 187">
              <a:extLst>
                <a:ext uri="{FF2B5EF4-FFF2-40B4-BE49-F238E27FC236}">
                  <a16:creationId xmlns:a16="http://schemas.microsoft.com/office/drawing/2014/main" id="{DBC1FFC7-0D67-33AE-D2FD-F6FB420988F8}"/>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89" name="四角形: 角を丸くする 188">
              <a:extLst>
                <a:ext uri="{FF2B5EF4-FFF2-40B4-BE49-F238E27FC236}">
                  <a16:creationId xmlns:a16="http://schemas.microsoft.com/office/drawing/2014/main" id="{6A4EB87A-89AF-5DB2-7CD8-62418AE60509}"/>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nvGrpSpPr>
            <p:cNvPr id="190" name="グループ化 189">
              <a:extLst>
                <a:ext uri="{FF2B5EF4-FFF2-40B4-BE49-F238E27FC236}">
                  <a16:creationId xmlns:a16="http://schemas.microsoft.com/office/drawing/2014/main" id="{5F81DAB7-92A7-80A5-9BD8-C1E4491A7FC6}"/>
                </a:ext>
              </a:extLst>
            </p:cNvPr>
            <p:cNvGrpSpPr/>
            <p:nvPr/>
          </p:nvGrpSpPr>
          <p:grpSpPr>
            <a:xfrm>
              <a:off x="9498429" y="4598805"/>
              <a:ext cx="1505416" cy="601824"/>
              <a:chOff x="1980734" y="3149081"/>
              <a:chExt cx="1505416" cy="601824"/>
            </a:xfrm>
          </p:grpSpPr>
          <p:sp>
            <p:nvSpPr>
              <p:cNvPr id="191" name="楕円 190">
                <a:extLst>
                  <a:ext uri="{FF2B5EF4-FFF2-40B4-BE49-F238E27FC236}">
                    <a16:creationId xmlns:a16="http://schemas.microsoft.com/office/drawing/2014/main" id="{3AFCBE07-C6BC-2459-2C85-8D9374E1E1BA}"/>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192" name="グループ化 191">
                <a:extLst>
                  <a:ext uri="{FF2B5EF4-FFF2-40B4-BE49-F238E27FC236}">
                    <a16:creationId xmlns:a16="http://schemas.microsoft.com/office/drawing/2014/main" id="{DEFBD28C-2EC6-0931-CE77-347E05B34005}"/>
                  </a:ext>
                </a:extLst>
              </p:cNvPr>
              <p:cNvGrpSpPr/>
              <p:nvPr/>
            </p:nvGrpSpPr>
            <p:grpSpPr>
              <a:xfrm>
                <a:off x="1980734" y="3175652"/>
                <a:ext cx="1505416" cy="575253"/>
                <a:chOff x="1980734" y="3175652"/>
                <a:chExt cx="1505416" cy="575253"/>
              </a:xfrm>
            </p:grpSpPr>
            <p:grpSp>
              <p:nvGrpSpPr>
                <p:cNvPr id="193" name="グループ化 192">
                  <a:extLst>
                    <a:ext uri="{FF2B5EF4-FFF2-40B4-BE49-F238E27FC236}">
                      <a16:creationId xmlns:a16="http://schemas.microsoft.com/office/drawing/2014/main" id="{CF5E8890-A753-2889-4B4D-9AF554482AA2}"/>
                    </a:ext>
                  </a:extLst>
                </p:cNvPr>
                <p:cNvGrpSpPr/>
                <p:nvPr/>
              </p:nvGrpSpPr>
              <p:grpSpPr>
                <a:xfrm>
                  <a:off x="1980734" y="3473931"/>
                  <a:ext cx="1505416" cy="276974"/>
                  <a:chOff x="4194668" y="3607669"/>
                  <a:chExt cx="1105960" cy="276974"/>
                </a:xfrm>
              </p:grpSpPr>
              <p:sp>
                <p:nvSpPr>
                  <p:cNvPr id="195" name="四角形: 角を丸くする 194">
                    <a:extLst>
                      <a:ext uri="{FF2B5EF4-FFF2-40B4-BE49-F238E27FC236}">
                        <a16:creationId xmlns:a16="http://schemas.microsoft.com/office/drawing/2014/main" id="{A718C1F1-B906-7A0C-B4F5-C1340EACE9B1}"/>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196" name="図 195">
                    <a:extLst>
                      <a:ext uri="{FF2B5EF4-FFF2-40B4-BE49-F238E27FC236}">
                        <a16:creationId xmlns:a16="http://schemas.microsoft.com/office/drawing/2014/main" id="{4515F9A4-2920-9994-01CE-899F8A976BF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94" name="テキスト ボックス 193">
                  <a:extLst>
                    <a:ext uri="{FF2B5EF4-FFF2-40B4-BE49-F238E27FC236}">
                      <a16:creationId xmlns:a16="http://schemas.microsoft.com/office/drawing/2014/main" id="{7209C64F-67F0-6A5B-5A2E-F5AE7542EA8B}"/>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grpSp>
        <p:nvGrpSpPr>
          <p:cNvPr id="276" name="グループ化 275">
            <a:extLst>
              <a:ext uri="{FF2B5EF4-FFF2-40B4-BE49-F238E27FC236}">
                <a16:creationId xmlns:a16="http://schemas.microsoft.com/office/drawing/2014/main" id="{8EC43003-ACB7-7E4F-995D-E902EA467C40}"/>
              </a:ext>
            </a:extLst>
          </p:cNvPr>
          <p:cNvGrpSpPr/>
          <p:nvPr/>
        </p:nvGrpSpPr>
        <p:grpSpPr>
          <a:xfrm>
            <a:off x="1719571" y="303092"/>
            <a:ext cx="3092165" cy="338875"/>
            <a:chOff x="1719571" y="274517"/>
            <a:chExt cx="3092165" cy="338875"/>
          </a:xfrm>
        </p:grpSpPr>
        <p:grpSp>
          <p:nvGrpSpPr>
            <p:cNvPr id="241" name="グループ化 240">
              <a:extLst>
                <a:ext uri="{FF2B5EF4-FFF2-40B4-BE49-F238E27FC236}">
                  <a16:creationId xmlns:a16="http://schemas.microsoft.com/office/drawing/2014/main" id="{9942C5C9-EC99-186B-8676-2F52541119BE}"/>
                </a:ext>
              </a:extLst>
            </p:cNvPr>
            <p:cNvGrpSpPr/>
            <p:nvPr/>
          </p:nvGrpSpPr>
          <p:grpSpPr>
            <a:xfrm>
              <a:off x="1719571" y="274517"/>
              <a:ext cx="3092165" cy="338875"/>
              <a:chOff x="1719571" y="215382"/>
              <a:chExt cx="3888059" cy="426098"/>
            </a:xfrm>
          </p:grpSpPr>
          <p:sp>
            <p:nvSpPr>
              <p:cNvPr id="242" name="平行四辺形 241">
                <a:extLst>
                  <a:ext uri="{FF2B5EF4-FFF2-40B4-BE49-F238E27FC236}">
                    <a16:creationId xmlns:a16="http://schemas.microsoft.com/office/drawing/2014/main" id="{D8F233D3-E2AE-754B-E1F4-7B6F785778CA}"/>
                  </a:ext>
                </a:extLst>
              </p:cNvPr>
              <p:cNvSpPr/>
              <p:nvPr/>
            </p:nvSpPr>
            <p:spPr>
              <a:xfrm>
                <a:off x="171957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43" name="平行四辺形 242">
                <a:extLst>
                  <a:ext uri="{FF2B5EF4-FFF2-40B4-BE49-F238E27FC236}">
                    <a16:creationId xmlns:a16="http://schemas.microsoft.com/office/drawing/2014/main" id="{6463B066-9468-2C46-4012-679397410017}"/>
                  </a:ext>
                </a:extLst>
              </p:cNvPr>
              <p:cNvSpPr/>
              <p:nvPr/>
            </p:nvSpPr>
            <p:spPr>
              <a:xfrm>
                <a:off x="2477666"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44" name="平行四辺形 243">
                <a:extLst>
                  <a:ext uri="{FF2B5EF4-FFF2-40B4-BE49-F238E27FC236}">
                    <a16:creationId xmlns:a16="http://schemas.microsoft.com/office/drawing/2014/main" id="{D99FD286-7532-F426-D39F-3BE7E1297FFF}"/>
                  </a:ext>
                </a:extLst>
              </p:cNvPr>
              <p:cNvSpPr/>
              <p:nvPr/>
            </p:nvSpPr>
            <p:spPr>
              <a:xfrm>
                <a:off x="323576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45" name="平行四辺形 244">
                <a:extLst>
                  <a:ext uri="{FF2B5EF4-FFF2-40B4-BE49-F238E27FC236}">
                    <a16:creationId xmlns:a16="http://schemas.microsoft.com/office/drawing/2014/main" id="{1E4C10D1-60FD-7381-095B-1F35090DD6E0}"/>
                  </a:ext>
                </a:extLst>
              </p:cNvPr>
              <p:cNvSpPr/>
              <p:nvPr/>
            </p:nvSpPr>
            <p:spPr>
              <a:xfrm>
                <a:off x="4751951" y="215382"/>
                <a:ext cx="855679" cy="426098"/>
              </a:xfrm>
              <a:prstGeom prst="parallelogram">
                <a:avLst/>
              </a:prstGeom>
              <a:solidFill>
                <a:schemeClr val="tx1">
                  <a:lumMod val="75000"/>
                  <a:lumOff val="2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46" name="平行四辺形 245">
                <a:extLst>
                  <a:ext uri="{FF2B5EF4-FFF2-40B4-BE49-F238E27FC236}">
                    <a16:creationId xmlns:a16="http://schemas.microsoft.com/office/drawing/2014/main" id="{0C68DB57-8503-466D-AAF0-076DFDB68B01}"/>
                  </a:ext>
                </a:extLst>
              </p:cNvPr>
              <p:cNvSpPr/>
              <p:nvPr/>
            </p:nvSpPr>
            <p:spPr>
              <a:xfrm>
                <a:off x="3993856"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272" name="楕円 271">
              <a:extLst>
                <a:ext uri="{FF2B5EF4-FFF2-40B4-BE49-F238E27FC236}">
                  <a16:creationId xmlns:a16="http://schemas.microsoft.com/office/drawing/2014/main" id="{C205390E-2A5C-DDEB-7768-70B871242850}"/>
                </a:ext>
              </a:extLst>
            </p:cNvPr>
            <p:cNvSpPr/>
            <p:nvPr/>
          </p:nvSpPr>
          <p:spPr>
            <a:xfrm>
              <a:off x="1900984"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原稿用標準書体" panose="03000503000000000000" pitchFamily="66" charset="-128"/>
                  <a:ea typeface="原稿用標準書体" panose="03000503000000000000" pitchFamily="66" charset="-128"/>
                </a:rPr>
                <a:t>キャラ</a:t>
              </a:r>
            </a:p>
          </p:txBody>
        </p:sp>
        <p:sp>
          <p:nvSpPr>
            <p:cNvPr id="273" name="楕円 272">
              <a:extLst>
                <a:ext uri="{FF2B5EF4-FFF2-40B4-BE49-F238E27FC236}">
                  <a16:creationId xmlns:a16="http://schemas.microsoft.com/office/drawing/2014/main" id="{A427CBC6-E826-7D06-32E2-F2DD14B425FE}"/>
                </a:ext>
              </a:extLst>
            </p:cNvPr>
            <p:cNvSpPr/>
            <p:nvPr/>
          </p:nvSpPr>
          <p:spPr>
            <a:xfrm>
              <a:off x="3716200"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原稿用標準書体" panose="03000503000000000000" pitchFamily="66" charset="-128"/>
                  <a:ea typeface="原稿用標準書体" panose="03000503000000000000" pitchFamily="66" charset="-128"/>
                </a:rPr>
                <a:t>キャラ</a:t>
              </a:r>
            </a:p>
          </p:txBody>
        </p:sp>
        <p:sp>
          <p:nvSpPr>
            <p:cNvPr id="274" name="楕円 273">
              <a:extLst>
                <a:ext uri="{FF2B5EF4-FFF2-40B4-BE49-F238E27FC236}">
                  <a16:creationId xmlns:a16="http://schemas.microsoft.com/office/drawing/2014/main" id="{7DA99AE9-3D06-3AA6-6D31-A0E8C7E99119}"/>
                </a:ext>
              </a:extLst>
            </p:cNvPr>
            <p:cNvSpPr/>
            <p:nvPr/>
          </p:nvSpPr>
          <p:spPr>
            <a:xfrm>
              <a:off x="2506056"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原稿用標準書体" panose="03000503000000000000" pitchFamily="66" charset="-128"/>
                  <a:ea typeface="原稿用標準書体" panose="03000503000000000000" pitchFamily="66" charset="-128"/>
                </a:rPr>
                <a:t>キャラ</a:t>
              </a:r>
            </a:p>
          </p:txBody>
        </p:sp>
        <p:sp>
          <p:nvSpPr>
            <p:cNvPr id="275" name="楕円 274">
              <a:extLst>
                <a:ext uri="{FF2B5EF4-FFF2-40B4-BE49-F238E27FC236}">
                  <a16:creationId xmlns:a16="http://schemas.microsoft.com/office/drawing/2014/main" id="{7100B778-BCF2-E4B9-DC0B-D72BDFDF7149}"/>
                </a:ext>
              </a:extLst>
            </p:cNvPr>
            <p:cNvSpPr/>
            <p:nvPr/>
          </p:nvSpPr>
          <p:spPr>
            <a:xfrm>
              <a:off x="3111128"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原稿用標準書体" panose="03000503000000000000" pitchFamily="66" charset="-128"/>
                  <a:ea typeface="原稿用標準書体" panose="03000503000000000000" pitchFamily="66" charset="-128"/>
                </a:rPr>
                <a:t>キャラ</a:t>
              </a:r>
            </a:p>
          </p:txBody>
        </p:sp>
      </p:grpSp>
      <p:cxnSp>
        <p:nvCxnSpPr>
          <p:cNvPr id="25" name="直線コネクタ 24">
            <a:extLst>
              <a:ext uri="{FF2B5EF4-FFF2-40B4-BE49-F238E27FC236}">
                <a16:creationId xmlns:a16="http://schemas.microsoft.com/office/drawing/2014/main" id="{A8EF1366-5E13-CA13-2F7C-7AD0D631472D}"/>
              </a:ext>
            </a:extLst>
          </p:cNvPr>
          <p:cNvCxnSpPr>
            <a:cxnSpLocks/>
          </p:cNvCxnSpPr>
          <p:nvPr/>
        </p:nvCxnSpPr>
        <p:spPr>
          <a:xfrm>
            <a:off x="541538" y="3769566"/>
            <a:ext cx="5051394" cy="0"/>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82" name="テキスト ボックス 81">
            <a:extLst>
              <a:ext uri="{FF2B5EF4-FFF2-40B4-BE49-F238E27FC236}">
                <a16:creationId xmlns:a16="http://schemas.microsoft.com/office/drawing/2014/main" id="{14DCEEF3-EB88-B1D4-B9BC-BBCC8350517C}"/>
              </a:ext>
            </a:extLst>
          </p:cNvPr>
          <p:cNvSpPr txBox="1"/>
          <p:nvPr/>
        </p:nvSpPr>
        <p:spPr>
          <a:xfrm>
            <a:off x="5094472" y="3348579"/>
            <a:ext cx="524313" cy="369332"/>
          </a:xfrm>
          <a:prstGeom prst="rect">
            <a:avLst/>
          </a:prstGeom>
          <a:noFill/>
        </p:spPr>
        <p:txBody>
          <a:bodyPr wrap="square" rtlCol="0">
            <a:spAutoFit/>
          </a:bodyPr>
          <a:lstStyle/>
          <a:p>
            <a:pPr algn="ctr"/>
            <a:r>
              <a:rPr kumimoji="1" lang="ja-JP" altLang="en-US" b="1" dirty="0">
                <a:solidFill>
                  <a:schemeClr val="bg1">
                    <a:lumMod val="95000"/>
                  </a:schemeClr>
                </a:solidFill>
                <a:latin typeface="原稿用標準書体" panose="03000503000000000000" pitchFamily="66" charset="-128"/>
                <a:ea typeface="原稿用標準書体" panose="03000503000000000000" pitchFamily="66" charset="-128"/>
              </a:rPr>
              <a:t>前</a:t>
            </a:r>
            <a:endParaRPr kumimoji="1" lang="ja-JP" altLang="en-US" sz="28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83" name="テキスト ボックス 82">
            <a:extLst>
              <a:ext uri="{FF2B5EF4-FFF2-40B4-BE49-F238E27FC236}">
                <a16:creationId xmlns:a16="http://schemas.microsoft.com/office/drawing/2014/main" id="{5F8ADDE5-E5F5-7533-6D21-76064FBF727A}"/>
              </a:ext>
            </a:extLst>
          </p:cNvPr>
          <p:cNvSpPr txBox="1"/>
          <p:nvPr/>
        </p:nvSpPr>
        <p:spPr>
          <a:xfrm>
            <a:off x="5094472" y="3786647"/>
            <a:ext cx="524313" cy="369332"/>
          </a:xfrm>
          <a:prstGeom prst="rect">
            <a:avLst/>
          </a:prstGeom>
          <a:noFill/>
        </p:spPr>
        <p:txBody>
          <a:bodyPr wrap="square" rtlCol="0">
            <a:spAutoFit/>
          </a:bodyPr>
          <a:lstStyle/>
          <a:p>
            <a:pPr algn="ctr"/>
            <a:r>
              <a:rPr kumimoji="1" lang="ja-JP" altLang="en-US" b="1" dirty="0">
                <a:solidFill>
                  <a:schemeClr val="bg1">
                    <a:lumMod val="95000"/>
                  </a:schemeClr>
                </a:solidFill>
                <a:latin typeface="原稿用標準書体" panose="03000503000000000000" pitchFamily="66" charset="-128"/>
                <a:ea typeface="原稿用標準書体" panose="03000503000000000000" pitchFamily="66" charset="-128"/>
              </a:rPr>
              <a:t>後</a:t>
            </a:r>
            <a:endParaRPr kumimoji="1" lang="ja-JP" altLang="en-US" sz="28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4" name="矢印: 五方向 3">
            <a:extLst>
              <a:ext uri="{FF2B5EF4-FFF2-40B4-BE49-F238E27FC236}">
                <a16:creationId xmlns:a16="http://schemas.microsoft.com/office/drawing/2014/main" id="{C4995021-A7E5-E562-F8FB-5590A789B7F3}"/>
              </a:ext>
            </a:extLst>
          </p:cNvPr>
          <p:cNvSpPr/>
          <p:nvPr/>
        </p:nvSpPr>
        <p:spPr>
          <a:xfrm>
            <a:off x="9793588" y="6169827"/>
            <a:ext cx="1225730" cy="527075"/>
          </a:xfrm>
          <a:prstGeom prst="homePlate">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原稿用標準書体" panose="03000503000000000000" pitchFamily="66" charset="-128"/>
                <a:ea typeface="原稿用標準書体" panose="03000503000000000000" pitchFamily="66" charset="-128"/>
              </a:rPr>
              <a:t>撤退</a:t>
            </a:r>
          </a:p>
        </p:txBody>
      </p:sp>
      <p:grpSp>
        <p:nvGrpSpPr>
          <p:cNvPr id="21" name="グループ化 20">
            <a:extLst>
              <a:ext uri="{FF2B5EF4-FFF2-40B4-BE49-F238E27FC236}">
                <a16:creationId xmlns:a16="http://schemas.microsoft.com/office/drawing/2014/main" id="{36C25638-9D4B-5501-602C-D7E2DBFDA38D}"/>
              </a:ext>
            </a:extLst>
          </p:cNvPr>
          <p:cNvGrpSpPr/>
          <p:nvPr/>
        </p:nvGrpSpPr>
        <p:grpSpPr>
          <a:xfrm>
            <a:off x="8106557" y="848666"/>
            <a:ext cx="1102148" cy="5096264"/>
            <a:chOff x="8106557" y="848666"/>
            <a:chExt cx="1102148" cy="5096264"/>
          </a:xfrm>
        </p:grpSpPr>
        <p:sp>
          <p:nvSpPr>
            <p:cNvPr id="24" name="楕円 23">
              <a:extLst>
                <a:ext uri="{FF2B5EF4-FFF2-40B4-BE49-F238E27FC236}">
                  <a16:creationId xmlns:a16="http://schemas.microsoft.com/office/drawing/2014/main" id="{6CB51A7D-94A7-70F0-17DC-D6E5D70143E5}"/>
                </a:ext>
              </a:extLst>
            </p:cNvPr>
            <p:cNvSpPr/>
            <p:nvPr/>
          </p:nvSpPr>
          <p:spPr>
            <a:xfrm>
              <a:off x="8883123" y="848666"/>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32" name="楕円 31">
              <a:extLst>
                <a:ext uri="{FF2B5EF4-FFF2-40B4-BE49-F238E27FC236}">
                  <a16:creationId xmlns:a16="http://schemas.microsoft.com/office/drawing/2014/main" id="{0E6A4E60-4CDD-D9FE-4D03-F9F4EB4B149C}"/>
                </a:ext>
              </a:extLst>
            </p:cNvPr>
            <p:cNvSpPr/>
            <p:nvPr/>
          </p:nvSpPr>
          <p:spPr>
            <a:xfrm>
              <a:off x="8883123" y="1583030"/>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33" name="楕円 32">
              <a:extLst>
                <a:ext uri="{FF2B5EF4-FFF2-40B4-BE49-F238E27FC236}">
                  <a16:creationId xmlns:a16="http://schemas.microsoft.com/office/drawing/2014/main" id="{4FCEC513-FE29-4127-9716-1DAE08F7DA21}"/>
                </a:ext>
              </a:extLst>
            </p:cNvPr>
            <p:cNvSpPr/>
            <p:nvPr/>
          </p:nvSpPr>
          <p:spPr>
            <a:xfrm>
              <a:off x="8880110" y="3191229"/>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51" name="楕円 50">
              <a:extLst>
                <a:ext uri="{FF2B5EF4-FFF2-40B4-BE49-F238E27FC236}">
                  <a16:creationId xmlns:a16="http://schemas.microsoft.com/office/drawing/2014/main" id="{BB5CA503-9A64-698A-AFD5-531ED48E0450}"/>
                </a:ext>
              </a:extLst>
            </p:cNvPr>
            <p:cNvSpPr/>
            <p:nvPr/>
          </p:nvSpPr>
          <p:spPr>
            <a:xfrm>
              <a:off x="8880110" y="3925593"/>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54" name="楕円 53">
              <a:extLst>
                <a:ext uri="{FF2B5EF4-FFF2-40B4-BE49-F238E27FC236}">
                  <a16:creationId xmlns:a16="http://schemas.microsoft.com/office/drawing/2014/main" id="{E79C19DC-04E0-8A6B-AB65-AE2660E628C5}"/>
                </a:ext>
              </a:extLst>
            </p:cNvPr>
            <p:cNvSpPr/>
            <p:nvPr/>
          </p:nvSpPr>
          <p:spPr>
            <a:xfrm>
              <a:off x="8887113" y="4650730"/>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66" name="楕円 65">
              <a:extLst>
                <a:ext uri="{FF2B5EF4-FFF2-40B4-BE49-F238E27FC236}">
                  <a16:creationId xmlns:a16="http://schemas.microsoft.com/office/drawing/2014/main" id="{431DAB8C-F0BF-18AD-52F1-7355250A8D5C}"/>
                </a:ext>
              </a:extLst>
            </p:cNvPr>
            <p:cNvSpPr/>
            <p:nvPr/>
          </p:nvSpPr>
          <p:spPr>
            <a:xfrm>
              <a:off x="8887113" y="5385094"/>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69" name="楕円 68">
              <a:extLst>
                <a:ext uri="{FF2B5EF4-FFF2-40B4-BE49-F238E27FC236}">
                  <a16:creationId xmlns:a16="http://schemas.microsoft.com/office/drawing/2014/main" id="{CB490754-DD99-D79D-2AD3-BDC46D85483C}"/>
                </a:ext>
              </a:extLst>
            </p:cNvPr>
            <p:cNvSpPr/>
            <p:nvPr/>
          </p:nvSpPr>
          <p:spPr>
            <a:xfrm>
              <a:off x="8106557" y="2319447"/>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grpSp>
      <p:grpSp>
        <p:nvGrpSpPr>
          <p:cNvPr id="79" name="グループ化 78">
            <a:extLst>
              <a:ext uri="{FF2B5EF4-FFF2-40B4-BE49-F238E27FC236}">
                <a16:creationId xmlns:a16="http://schemas.microsoft.com/office/drawing/2014/main" id="{867F5BE9-7132-2182-5E53-D7D2713216B9}"/>
              </a:ext>
            </a:extLst>
          </p:cNvPr>
          <p:cNvGrpSpPr/>
          <p:nvPr/>
        </p:nvGrpSpPr>
        <p:grpSpPr>
          <a:xfrm>
            <a:off x="701559" y="856984"/>
            <a:ext cx="973058" cy="5085256"/>
            <a:chOff x="701559" y="856984"/>
            <a:chExt cx="973058" cy="5085256"/>
          </a:xfrm>
        </p:grpSpPr>
        <p:sp>
          <p:nvSpPr>
            <p:cNvPr id="81" name="楕円 80">
              <a:extLst>
                <a:ext uri="{FF2B5EF4-FFF2-40B4-BE49-F238E27FC236}">
                  <a16:creationId xmlns:a16="http://schemas.microsoft.com/office/drawing/2014/main" id="{0731A968-570D-069E-E477-6C54223B04A9}"/>
                </a:ext>
              </a:extLst>
            </p:cNvPr>
            <p:cNvSpPr/>
            <p:nvPr/>
          </p:nvSpPr>
          <p:spPr>
            <a:xfrm>
              <a:off x="701559" y="856984"/>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179" name="楕円 178">
              <a:extLst>
                <a:ext uri="{FF2B5EF4-FFF2-40B4-BE49-F238E27FC236}">
                  <a16:creationId xmlns:a16="http://schemas.microsoft.com/office/drawing/2014/main" id="{DF14B7EC-88D9-9279-BD0F-B49BC3436983}"/>
                </a:ext>
              </a:extLst>
            </p:cNvPr>
            <p:cNvSpPr/>
            <p:nvPr/>
          </p:nvSpPr>
          <p:spPr>
            <a:xfrm>
              <a:off x="701559" y="1591349"/>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240" name="楕円 239">
              <a:extLst>
                <a:ext uri="{FF2B5EF4-FFF2-40B4-BE49-F238E27FC236}">
                  <a16:creationId xmlns:a16="http://schemas.microsoft.com/office/drawing/2014/main" id="{188536A5-2A9C-6362-0811-1A5CD8082B2E}"/>
                </a:ext>
              </a:extLst>
            </p:cNvPr>
            <p:cNvSpPr/>
            <p:nvPr/>
          </p:nvSpPr>
          <p:spPr>
            <a:xfrm>
              <a:off x="701559" y="2325713"/>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277" name="楕円 276">
              <a:extLst>
                <a:ext uri="{FF2B5EF4-FFF2-40B4-BE49-F238E27FC236}">
                  <a16:creationId xmlns:a16="http://schemas.microsoft.com/office/drawing/2014/main" id="{47DC3E33-73C0-76C0-1DA9-8745F4FA890C}"/>
                </a:ext>
              </a:extLst>
            </p:cNvPr>
            <p:cNvSpPr/>
            <p:nvPr/>
          </p:nvSpPr>
          <p:spPr>
            <a:xfrm>
              <a:off x="701559" y="3913675"/>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278" name="楕円 277">
              <a:extLst>
                <a:ext uri="{FF2B5EF4-FFF2-40B4-BE49-F238E27FC236}">
                  <a16:creationId xmlns:a16="http://schemas.microsoft.com/office/drawing/2014/main" id="{6472121B-4F9E-95F9-E986-86DD2E2AD5B1}"/>
                </a:ext>
              </a:extLst>
            </p:cNvPr>
            <p:cNvSpPr/>
            <p:nvPr/>
          </p:nvSpPr>
          <p:spPr>
            <a:xfrm>
              <a:off x="701559" y="4648040"/>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279" name="楕円 278">
              <a:extLst>
                <a:ext uri="{FF2B5EF4-FFF2-40B4-BE49-F238E27FC236}">
                  <a16:creationId xmlns:a16="http://schemas.microsoft.com/office/drawing/2014/main" id="{0D0707FF-FCC2-3D22-2983-43F589894A4A}"/>
                </a:ext>
              </a:extLst>
            </p:cNvPr>
            <p:cNvSpPr/>
            <p:nvPr/>
          </p:nvSpPr>
          <p:spPr>
            <a:xfrm>
              <a:off x="701559" y="5382404"/>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280" name="楕円 279">
              <a:extLst>
                <a:ext uri="{FF2B5EF4-FFF2-40B4-BE49-F238E27FC236}">
                  <a16:creationId xmlns:a16="http://schemas.microsoft.com/office/drawing/2014/main" id="{685B390E-37BE-0A91-2129-54EBE3F5586F}"/>
                </a:ext>
              </a:extLst>
            </p:cNvPr>
            <p:cNvSpPr/>
            <p:nvPr/>
          </p:nvSpPr>
          <p:spPr>
            <a:xfrm>
              <a:off x="1353025" y="3060758"/>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grpSp>
      <p:grpSp>
        <p:nvGrpSpPr>
          <p:cNvPr id="281" name="グループ化 280">
            <a:extLst>
              <a:ext uri="{FF2B5EF4-FFF2-40B4-BE49-F238E27FC236}">
                <a16:creationId xmlns:a16="http://schemas.microsoft.com/office/drawing/2014/main" id="{A43AA4FE-4BB0-253D-5487-71D1A0A59166}"/>
              </a:ext>
            </a:extLst>
          </p:cNvPr>
          <p:cNvGrpSpPr/>
          <p:nvPr/>
        </p:nvGrpSpPr>
        <p:grpSpPr>
          <a:xfrm>
            <a:off x="8555891" y="1066452"/>
            <a:ext cx="181371" cy="327214"/>
            <a:chOff x="7641580" y="4279453"/>
            <a:chExt cx="227671" cy="410745"/>
          </a:xfrm>
          <a:solidFill>
            <a:schemeClr val="accent1"/>
          </a:solidFill>
        </p:grpSpPr>
        <p:sp>
          <p:nvSpPr>
            <p:cNvPr id="282" name="楕円 281">
              <a:extLst>
                <a:ext uri="{FF2B5EF4-FFF2-40B4-BE49-F238E27FC236}">
                  <a16:creationId xmlns:a16="http://schemas.microsoft.com/office/drawing/2014/main" id="{B76468B2-2066-F978-5691-EF3BD953C019}"/>
                </a:ext>
              </a:extLst>
            </p:cNvPr>
            <p:cNvSpPr/>
            <p:nvPr/>
          </p:nvSpPr>
          <p:spPr>
            <a:xfrm>
              <a:off x="7670155" y="4504326"/>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83" name="楕円 282">
              <a:extLst>
                <a:ext uri="{FF2B5EF4-FFF2-40B4-BE49-F238E27FC236}">
                  <a16:creationId xmlns:a16="http://schemas.microsoft.com/office/drawing/2014/main" id="{9281368B-1C8A-481B-4C85-3F889F0F3079}"/>
                </a:ext>
              </a:extLst>
            </p:cNvPr>
            <p:cNvSpPr/>
            <p:nvPr/>
          </p:nvSpPr>
          <p:spPr>
            <a:xfrm>
              <a:off x="7641580" y="4279453"/>
              <a:ext cx="199096" cy="185872"/>
            </a:xfrm>
            <a:prstGeom prst="ellipse">
              <a:avLst/>
            </a:prstGeom>
            <a:solidFill>
              <a:schemeClr val="bg1">
                <a:lumMod val="7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sp>
        <p:nvSpPr>
          <p:cNvPr id="284" name="楕円 283">
            <a:extLst>
              <a:ext uri="{FF2B5EF4-FFF2-40B4-BE49-F238E27FC236}">
                <a16:creationId xmlns:a16="http://schemas.microsoft.com/office/drawing/2014/main" id="{133A7AA1-B3CD-80F6-7BCF-2C2856DC24E3}"/>
              </a:ext>
            </a:extLst>
          </p:cNvPr>
          <p:cNvSpPr/>
          <p:nvPr/>
        </p:nvSpPr>
        <p:spPr>
          <a:xfrm>
            <a:off x="8578654" y="1972233"/>
            <a:ext cx="158607" cy="148072"/>
          </a:xfrm>
          <a:prstGeom prst="ellipse">
            <a:avLst/>
          </a:prstGeom>
          <a:solidFill>
            <a:schemeClr val="bg1">
              <a:lumMod val="7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nvGrpSpPr>
          <p:cNvPr id="285" name="グループ化 284">
            <a:extLst>
              <a:ext uri="{FF2B5EF4-FFF2-40B4-BE49-F238E27FC236}">
                <a16:creationId xmlns:a16="http://schemas.microsoft.com/office/drawing/2014/main" id="{754C1488-5135-9387-4C81-A4651D773385}"/>
              </a:ext>
            </a:extLst>
          </p:cNvPr>
          <p:cNvGrpSpPr/>
          <p:nvPr/>
        </p:nvGrpSpPr>
        <p:grpSpPr>
          <a:xfrm>
            <a:off x="7755890" y="2347193"/>
            <a:ext cx="204135" cy="506355"/>
            <a:chOff x="7613005" y="4054581"/>
            <a:chExt cx="256246" cy="635617"/>
          </a:xfrm>
          <a:solidFill>
            <a:schemeClr val="accent1"/>
          </a:solidFill>
        </p:grpSpPr>
        <p:sp>
          <p:nvSpPr>
            <p:cNvPr id="286" name="楕円 285">
              <a:extLst>
                <a:ext uri="{FF2B5EF4-FFF2-40B4-BE49-F238E27FC236}">
                  <a16:creationId xmlns:a16="http://schemas.microsoft.com/office/drawing/2014/main" id="{995351BE-957C-2344-CA66-DF8BFCAE4D04}"/>
                </a:ext>
              </a:extLst>
            </p:cNvPr>
            <p:cNvSpPr/>
            <p:nvPr/>
          </p:nvSpPr>
          <p:spPr>
            <a:xfrm>
              <a:off x="7670155" y="4504326"/>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87" name="楕円 286">
              <a:extLst>
                <a:ext uri="{FF2B5EF4-FFF2-40B4-BE49-F238E27FC236}">
                  <a16:creationId xmlns:a16="http://schemas.microsoft.com/office/drawing/2014/main" id="{169EE747-7BB6-4091-FA69-1771408E74EA}"/>
                </a:ext>
              </a:extLst>
            </p:cNvPr>
            <p:cNvSpPr/>
            <p:nvPr/>
          </p:nvSpPr>
          <p:spPr>
            <a:xfrm>
              <a:off x="7641580" y="4279453"/>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88" name="楕円 287">
              <a:extLst>
                <a:ext uri="{FF2B5EF4-FFF2-40B4-BE49-F238E27FC236}">
                  <a16:creationId xmlns:a16="http://schemas.microsoft.com/office/drawing/2014/main" id="{8A6B0A79-04F0-77D3-22A1-BC66E21BA4F4}"/>
                </a:ext>
              </a:extLst>
            </p:cNvPr>
            <p:cNvSpPr/>
            <p:nvPr/>
          </p:nvSpPr>
          <p:spPr>
            <a:xfrm>
              <a:off x="7613005" y="4054581"/>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grpSp>
        <p:nvGrpSpPr>
          <p:cNvPr id="289" name="グループ化 288">
            <a:extLst>
              <a:ext uri="{FF2B5EF4-FFF2-40B4-BE49-F238E27FC236}">
                <a16:creationId xmlns:a16="http://schemas.microsoft.com/office/drawing/2014/main" id="{63BA5FD8-883B-127D-F14C-30F9127994AF}"/>
              </a:ext>
            </a:extLst>
          </p:cNvPr>
          <p:cNvGrpSpPr/>
          <p:nvPr/>
        </p:nvGrpSpPr>
        <p:grpSpPr>
          <a:xfrm>
            <a:off x="7135508" y="2614506"/>
            <a:ext cx="4564411" cy="807400"/>
            <a:chOff x="7135508" y="2614506"/>
            <a:chExt cx="4564411" cy="807400"/>
          </a:xfrm>
        </p:grpSpPr>
        <p:cxnSp>
          <p:nvCxnSpPr>
            <p:cNvPr id="290" name="直線コネクタ 289">
              <a:extLst>
                <a:ext uri="{FF2B5EF4-FFF2-40B4-BE49-F238E27FC236}">
                  <a16:creationId xmlns:a16="http://schemas.microsoft.com/office/drawing/2014/main" id="{DB38D0D2-3199-A674-B7BF-32F0124B7AF8}"/>
                </a:ext>
              </a:extLst>
            </p:cNvPr>
            <p:cNvCxnSpPr>
              <a:cxnSpLocks/>
            </p:cNvCxnSpPr>
            <p:nvPr/>
          </p:nvCxnSpPr>
          <p:spPr>
            <a:xfrm>
              <a:off x="7181850" y="3027522"/>
              <a:ext cx="4518069" cy="0"/>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grpSp>
          <p:nvGrpSpPr>
            <p:cNvPr id="291" name="グループ化 290">
              <a:extLst>
                <a:ext uri="{FF2B5EF4-FFF2-40B4-BE49-F238E27FC236}">
                  <a16:creationId xmlns:a16="http://schemas.microsoft.com/office/drawing/2014/main" id="{0817064A-0669-7E80-BDDB-652F3287A857}"/>
                </a:ext>
              </a:extLst>
            </p:cNvPr>
            <p:cNvGrpSpPr/>
            <p:nvPr/>
          </p:nvGrpSpPr>
          <p:grpSpPr>
            <a:xfrm>
              <a:off x="7135508" y="2614506"/>
              <a:ext cx="524313" cy="807400"/>
              <a:chOff x="7430783" y="2595456"/>
              <a:chExt cx="524313" cy="807400"/>
            </a:xfrm>
          </p:grpSpPr>
          <p:sp>
            <p:nvSpPr>
              <p:cNvPr id="292" name="テキスト ボックス 291">
                <a:extLst>
                  <a:ext uri="{FF2B5EF4-FFF2-40B4-BE49-F238E27FC236}">
                    <a16:creationId xmlns:a16="http://schemas.microsoft.com/office/drawing/2014/main" id="{D3B8CF04-B161-BA7A-897C-798CBBC01BF7}"/>
                  </a:ext>
                </a:extLst>
              </p:cNvPr>
              <p:cNvSpPr txBox="1"/>
              <p:nvPr/>
            </p:nvSpPr>
            <p:spPr>
              <a:xfrm>
                <a:off x="7430783" y="2595456"/>
                <a:ext cx="524313" cy="369332"/>
              </a:xfrm>
              <a:prstGeom prst="rect">
                <a:avLst/>
              </a:prstGeom>
              <a:noFill/>
            </p:spPr>
            <p:txBody>
              <a:bodyPr wrap="square" rtlCol="0">
                <a:spAutoFit/>
              </a:bodyPr>
              <a:lstStyle/>
              <a:p>
                <a:pPr algn="ctr"/>
                <a:r>
                  <a:rPr kumimoji="1" lang="ja-JP" altLang="en-US" b="1" dirty="0">
                    <a:solidFill>
                      <a:schemeClr val="bg1">
                        <a:lumMod val="95000"/>
                      </a:schemeClr>
                    </a:solidFill>
                    <a:latin typeface="原稿用標準書体" panose="03000503000000000000" pitchFamily="66" charset="-128"/>
                    <a:ea typeface="原稿用標準書体" panose="03000503000000000000" pitchFamily="66" charset="-128"/>
                  </a:rPr>
                  <a:t>前</a:t>
                </a:r>
                <a:endParaRPr kumimoji="1" lang="ja-JP" altLang="en-US" sz="28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293" name="テキスト ボックス 292">
                <a:extLst>
                  <a:ext uri="{FF2B5EF4-FFF2-40B4-BE49-F238E27FC236}">
                    <a16:creationId xmlns:a16="http://schemas.microsoft.com/office/drawing/2014/main" id="{5AC18D88-982E-6490-9851-77F8C8402AB9}"/>
                  </a:ext>
                </a:extLst>
              </p:cNvPr>
              <p:cNvSpPr txBox="1"/>
              <p:nvPr/>
            </p:nvSpPr>
            <p:spPr>
              <a:xfrm>
                <a:off x="7430783" y="3033524"/>
                <a:ext cx="524313" cy="369332"/>
              </a:xfrm>
              <a:prstGeom prst="rect">
                <a:avLst/>
              </a:prstGeom>
              <a:noFill/>
            </p:spPr>
            <p:txBody>
              <a:bodyPr wrap="square" rtlCol="0">
                <a:spAutoFit/>
              </a:bodyPr>
              <a:lstStyle/>
              <a:p>
                <a:pPr algn="ctr"/>
                <a:r>
                  <a:rPr kumimoji="1" lang="ja-JP" altLang="en-US" b="1" dirty="0">
                    <a:solidFill>
                      <a:schemeClr val="bg1">
                        <a:lumMod val="95000"/>
                      </a:schemeClr>
                    </a:solidFill>
                    <a:latin typeface="原稿用標準書体" panose="03000503000000000000" pitchFamily="66" charset="-128"/>
                    <a:ea typeface="原稿用標準書体" panose="03000503000000000000" pitchFamily="66" charset="-128"/>
                  </a:rPr>
                  <a:t>後</a:t>
                </a:r>
                <a:endParaRPr kumimoji="1" lang="ja-JP" altLang="en-US" sz="28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grpSp>
        <p:nvGrpSpPr>
          <p:cNvPr id="294" name="グループ化 293">
            <a:extLst>
              <a:ext uri="{FF2B5EF4-FFF2-40B4-BE49-F238E27FC236}">
                <a16:creationId xmlns:a16="http://schemas.microsoft.com/office/drawing/2014/main" id="{D41FF717-B834-50D6-DABD-2A1DD70A3BA6}"/>
              </a:ext>
            </a:extLst>
          </p:cNvPr>
          <p:cNvGrpSpPr/>
          <p:nvPr/>
        </p:nvGrpSpPr>
        <p:grpSpPr>
          <a:xfrm>
            <a:off x="8555886" y="3393120"/>
            <a:ext cx="181371" cy="327214"/>
            <a:chOff x="7641580" y="4279453"/>
            <a:chExt cx="227671" cy="410745"/>
          </a:xfrm>
          <a:solidFill>
            <a:schemeClr val="accent1"/>
          </a:solidFill>
        </p:grpSpPr>
        <p:sp>
          <p:nvSpPr>
            <p:cNvPr id="295" name="楕円 294">
              <a:extLst>
                <a:ext uri="{FF2B5EF4-FFF2-40B4-BE49-F238E27FC236}">
                  <a16:creationId xmlns:a16="http://schemas.microsoft.com/office/drawing/2014/main" id="{C2C3A1F5-F07F-FD94-4BC6-FD7C2368382E}"/>
                </a:ext>
              </a:extLst>
            </p:cNvPr>
            <p:cNvSpPr/>
            <p:nvPr/>
          </p:nvSpPr>
          <p:spPr>
            <a:xfrm>
              <a:off x="7670155" y="4504326"/>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96" name="楕円 295">
              <a:extLst>
                <a:ext uri="{FF2B5EF4-FFF2-40B4-BE49-F238E27FC236}">
                  <a16:creationId xmlns:a16="http://schemas.microsoft.com/office/drawing/2014/main" id="{3BFABEE8-592A-3222-9BA6-DF705BBC48AF}"/>
                </a:ext>
              </a:extLst>
            </p:cNvPr>
            <p:cNvSpPr/>
            <p:nvPr/>
          </p:nvSpPr>
          <p:spPr>
            <a:xfrm>
              <a:off x="7641580" y="4279453"/>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sp>
        <p:nvSpPr>
          <p:cNvPr id="297" name="楕円 296">
            <a:extLst>
              <a:ext uri="{FF2B5EF4-FFF2-40B4-BE49-F238E27FC236}">
                <a16:creationId xmlns:a16="http://schemas.microsoft.com/office/drawing/2014/main" id="{3673F081-B95D-DAD7-FBA6-730F375DABE1}"/>
              </a:ext>
            </a:extLst>
          </p:cNvPr>
          <p:cNvSpPr/>
          <p:nvPr/>
        </p:nvSpPr>
        <p:spPr>
          <a:xfrm>
            <a:off x="8578654" y="4279851"/>
            <a:ext cx="158607" cy="148072"/>
          </a:xfrm>
          <a:prstGeom prst="ellipse">
            <a:avLst/>
          </a:prstGeom>
          <a:solidFill>
            <a:schemeClr val="accent1"/>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nvGrpSpPr>
          <p:cNvPr id="298" name="グループ化 297">
            <a:extLst>
              <a:ext uri="{FF2B5EF4-FFF2-40B4-BE49-F238E27FC236}">
                <a16:creationId xmlns:a16="http://schemas.microsoft.com/office/drawing/2014/main" id="{54B638F6-0655-F9A4-7459-A0581560BFFE}"/>
              </a:ext>
            </a:extLst>
          </p:cNvPr>
          <p:cNvGrpSpPr/>
          <p:nvPr/>
        </p:nvGrpSpPr>
        <p:grpSpPr>
          <a:xfrm>
            <a:off x="8533126" y="4686307"/>
            <a:ext cx="204135" cy="506355"/>
            <a:chOff x="7613005" y="4054581"/>
            <a:chExt cx="256246" cy="635617"/>
          </a:xfrm>
          <a:solidFill>
            <a:schemeClr val="accent1"/>
          </a:solidFill>
        </p:grpSpPr>
        <p:sp>
          <p:nvSpPr>
            <p:cNvPr id="299" name="楕円 298">
              <a:extLst>
                <a:ext uri="{FF2B5EF4-FFF2-40B4-BE49-F238E27FC236}">
                  <a16:creationId xmlns:a16="http://schemas.microsoft.com/office/drawing/2014/main" id="{8FDB3D2F-1CC0-5475-6375-815BB0AEBF87}"/>
                </a:ext>
              </a:extLst>
            </p:cNvPr>
            <p:cNvSpPr/>
            <p:nvPr/>
          </p:nvSpPr>
          <p:spPr>
            <a:xfrm>
              <a:off x="7670155" y="4504326"/>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300" name="楕円 299">
              <a:extLst>
                <a:ext uri="{FF2B5EF4-FFF2-40B4-BE49-F238E27FC236}">
                  <a16:creationId xmlns:a16="http://schemas.microsoft.com/office/drawing/2014/main" id="{18BD1D5D-3356-70BE-2621-D2E8D069EC51}"/>
                </a:ext>
              </a:extLst>
            </p:cNvPr>
            <p:cNvSpPr/>
            <p:nvPr/>
          </p:nvSpPr>
          <p:spPr>
            <a:xfrm>
              <a:off x="7641580" y="4279453"/>
              <a:ext cx="199096" cy="185872"/>
            </a:xfrm>
            <a:prstGeom prst="ellipse">
              <a:avLst/>
            </a:prstGeom>
            <a:solidFill>
              <a:schemeClr val="bg1">
                <a:lumMod val="7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301" name="楕円 300">
              <a:extLst>
                <a:ext uri="{FF2B5EF4-FFF2-40B4-BE49-F238E27FC236}">
                  <a16:creationId xmlns:a16="http://schemas.microsoft.com/office/drawing/2014/main" id="{C5C280C9-5CC8-F47F-62EB-035537586F36}"/>
                </a:ext>
              </a:extLst>
            </p:cNvPr>
            <p:cNvSpPr/>
            <p:nvPr/>
          </p:nvSpPr>
          <p:spPr>
            <a:xfrm>
              <a:off x="7613005" y="4054581"/>
              <a:ext cx="199096" cy="185872"/>
            </a:xfrm>
            <a:prstGeom prst="ellipse">
              <a:avLst/>
            </a:prstGeom>
            <a:solidFill>
              <a:schemeClr val="bg1">
                <a:lumMod val="7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grpSp>
        <p:nvGrpSpPr>
          <p:cNvPr id="302" name="グループ化 301">
            <a:extLst>
              <a:ext uri="{FF2B5EF4-FFF2-40B4-BE49-F238E27FC236}">
                <a16:creationId xmlns:a16="http://schemas.microsoft.com/office/drawing/2014/main" id="{F36430FD-B333-553B-4341-32F146FC6698}"/>
              </a:ext>
            </a:extLst>
          </p:cNvPr>
          <p:cNvGrpSpPr/>
          <p:nvPr/>
        </p:nvGrpSpPr>
        <p:grpSpPr>
          <a:xfrm>
            <a:off x="8533126" y="5422470"/>
            <a:ext cx="204135" cy="506355"/>
            <a:chOff x="7613005" y="4054581"/>
            <a:chExt cx="256246" cy="635617"/>
          </a:xfrm>
          <a:solidFill>
            <a:schemeClr val="accent1"/>
          </a:solidFill>
        </p:grpSpPr>
        <p:sp>
          <p:nvSpPr>
            <p:cNvPr id="303" name="楕円 302">
              <a:extLst>
                <a:ext uri="{FF2B5EF4-FFF2-40B4-BE49-F238E27FC236}">
                  <a16:creationId xmlns:a16="http://schemas.microsoft.com/office/drawing/2014/main" id="{534EFE5D-2520-7A27-D960-9FDE5CDB1B7B}"/>
                </a:ext>
              </a:extLst>
            </p:cNvPr>
            <p:cNvSpPr/>
            <p:nvPr/>
          </p:nvSpPr>
          <p:spPr>
            <a:xfrm>
              <a:off x="7670155" y="4504326"/>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304" name="楕円 303">
              <a:extLst>
                <a:ext uri="{FF2B5EF4-FFF2-40B4-BE49-F238E27FC236}">
                  <a16:creationId xmlns:a16="http://schemas.microsoft.com/office/drawing/2014/main" id="{71D58A97-9B42-0834-1EDC-38C0F0F54706}"/>
                </a:ext>
              </a:extLst>
            </p:cNvPr>
            <p:cNvSpPr/>
            <p:nvPr/>
          </p:nvSpPr>
          <p:spPr>
            <a:xfrm>
              <a:off x="7641580" y="4279453"/>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305" name="楕円 304">
              <a:extLst>
                <a:ext uri="{FF2B5EF4-FFF2-40B4-BE49-F238E27FC236}">
                  <a16:creationId xmlns:a16="http://schemas.microsoft.com/office/drawing/2014/main" id="{7872A134-358E-5EC0-3524-D31406565923}"/>
                </a:ext>
              </a:extLst>
            </p:cNvPr>
            <p:cNvSpPr/>
            <p:nvPr/>
          </p:nvSpPr>
          <p:spPr>
            <a:xfrm>
              <a:off x="7613005" y="4054581"/>
              <a:ext cx="199096" cy="185872"/>
            </a:xfrm>
            <a:prstGeom prst="ellipse">
              <a:avLst/>
            </a:prstGeom>
            <a:solidFill>
              <a:schemeClr val="bg1">
                <a:lumMod val="7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grpSp>
        <p:nvGrpSpPr>
          <p:cNvPr id="43" name="グループ化 42">
            <a:extLst>
              <a:ext uri="{FF2B5EF4-FFF2-40B4-BE49-F238E27FC236}">
                <a16:creationId xmlns:a16="http://schemas.microsoft.com/office/drawing/2014/main" id="{F0B5AEF9-E8CB-5566-D6E2-53DE04EE4B0E}"/>
              </a:ext>
            </a:extLst>
          </p:cNvPr>
          <p:cNvGrpSpPr/>
          <p:nvPr/>
        </p:nvGrpSpPr>
        <p:grpSpPr>
          <a:xfrm>
            <a:off x="-4138935" y="4926759"/>
            <a:ext cx="4022675" cy="999461"/>
            <a:chOff x="2209889" y="4943475"/>
            <a:chExt cx="4022675" cy="999461"/>
          </a:xfrm>
        </p:grpSpPr>
        <p:sp>
          <p:nvSpPr>
            <p:cNvPr id="84" name="四角形: 角を丸くする 83">
              <a:extLst>
                <a:ext uri="{FF2B5EF4-FFF2-40B4-BE49-F238E27FC236}">
                  <a16:creationId xmlns:a16="http://schemas.microsoft.com/office/drawing/2014/main" id="{EC69FFF0-6519-E809-8865-083D34E96F16}"/>
                </a:ext>
              </a:extLst>
            </p:cNvPr>
            <p:cNvSpPr/>
            <p:nvPr/>
          </p:nvSpPr>
          <p:spPr>
            <a:xfrm>
              <a:off x="2209889" y="4943475"/>
              <a:ext cx="4022675" cy="999461"/>
            </a:xfrm>
            <a:prstGeom prst="roundRect">
              <a:avLst/>
            </a:prstGeom>
            <a:ln>
              <a:solidFill>
                <a:srgbClr val="CC66FF"/>
              </a:solidFill>
            </a:ln>
          </p:spPr>
          <p:style>
            <a:lnRef idx="2">
              <a:schemeClr val="dk1">
                <a:shade val="15000"/>
              </a:schemeClr>
            </a:lnRef>
            <a:fillRef idx="1">
              <a:schemeClr val="dk1"/>
            </a:fillRef>
            <a:effectRef idx="0">
              <a:schemeClr val="dk1"/>
            </a:effectRef>
            <a:fontRef idx="minor">
              <a:schemeClr val="lt1"/>
            </a:fontRef>
          </p:style>
          <p:txBody>
            <a:bodyPr rtlCol="0" anchor="ctr"/>
            <a:lstStyle/>
            <a:p>
              <a:endParaRPr kumimoji="1" lang="ja-JP" altLang="en-US" sz="2800" dirty="0">
                <a:latin typeface="原稿用標準書体" panose="03000503000000000000" pitchFamily="66" charset="-128"/>
                <a:ea typeface="原稿用標準書体" panose="03000503000000000000" pitchFamily="66" charset="-128"/>
              </a:endParaRPr>
            </a:p>
          </p:txBody>
        </p:sp>
        <p:sp>
          <p:nvSpPr>
            <p:cNvPr id="85" name="テキスト ボックス 84">
              <a:extLst>
                <a:ext uri="{FF2B5EF4-FFF2-40B4-BE49-F238E27FC236}">
                  <a16:creationId xmlns:a16="http://schemas.microsoft.com/office/drawing/2014/main" id="{C346BC2B-1293-BF79-381B-6C03BC265653}"/>
                </a:ext>
              </a:extLst>
            </p:cNvPr>
            <p:cNvSpPr txBox="1"/>
            <p:nvPr/>
          </p:nvSpPr>
          <p:spPr>
            <a:xfrm>
              <a:off x="3655825" y="5242259"/>
              <a:ext cx="2385589" cy="400110"/>
            </a:xfrm>
            <a:prstGeom prst="rect">
              <a:avLst/>
            </a:prstGeom>
            <a:noFill/>
          </p:spPr>
          <p:txBody>
            <a:bodyPr wrap="none" rtlCol="0">
              <a:spAutoFit/>
            </a:bodyPr>
            <a:lstStyle/>
            <a:p>
              <a:r>
                <a:rPr kumimoji="1" lang="ja-JP" altLang="en-US" sz="2000" b="1" dirty="0">
                  <a:solidFill>
                    <a:schemeClr val="bg1">
                      <a:lumMod val="95000"/>
                    </a:schemeClr>
                  </a:solidFill>
                  <a:latin typeface="原稿用標準書体" panose="03000503000000000000" pitchFamily="66" charset="-128"/>
                  <a:ea typeface="原稿用標準書体" panose="03000503000000000000" pitchFamily="66" charset="-128"/>
                </a:rPr>
                <a:t>敵</a:t>
              </a:r>
              <a:r>
                <a:rPr kumimoji="1" lang="en-US" altLang="ja-JP" sz="2000" b="1" dirty="0">
                  <a:solidFill>
                    <a:schemeClr val="bg1">
                      <a:lumMod val="95000"/>
                    </a:schemeClr>
                  </a:solidFill>
                  <a:latin typeface="原稿用標準書体" panose="03000503000000000000" pitchFamily="66" charset="-128"/>
                  <a:ea typeface="原稿用標準書体" panose="03000503000000000000" pitchFamily="66" charset="-128"/>
                </a:rPr>
                <a:t>3</a:t>
              </a:r>
              <a:r>
                <a:rPr kumimoji="1" lang="ja-JP" altLang="en-US" sz="2000" b="1" dirty="0">
                  <a:solidFill>
                    <a:schemeClr val="bg1">
                      <a:lumMod val="95000"/>
                    </a:schemeClr>
                  </a:solidFill>
                  <a:latin typeface="原稿用標準書体" panose="03000503000000000000" pitchFamily="66" charset="-128"/>
                  <a:ea typeface="原稿用標準書体" panose="03000503000000000000" pitchFamily="66" charset="-128"/>
                </a:rPr>
                <a:t>体に中威力攻撃</a:t>
              </a:r>
            </a:p>
          </p:txBody>
        </p:sp>
        <p:grpSp>
          <p:nvGrpSpPr>
            <p:cNvPr id="306" name="グループ化 305">
              <a:extLst>
                <a:ext uri="{FF2B5EF4-FFF2-40B4-BE49-F238E27FC236}">
                  <a16:creationId xmlns:a16="http://schemas.microsoft.com/office/drawing/2014/main" id="{74B6F89F-EF8B-6BA5-86DA-18AFE7E70ED3}"/>
                </a:ext>
              </a:extLst>
            </p:cNvPr>
            <p:cNvGrpSpPr/>
            <p:nvPr/>
          </p:nvGrpSpPr>
          <p:grpSpPr>
            <a:xfrm>
              <a:off x="2341393" y="5040743"/>
              <a:ext cx="2015331" cy="684955"/>
              <a:chOff x="2341393" y="5180704"/>
              <a:chExt cx="2015331" cy="684955"/>
            </a:xfrm>
          </p:grpSpPr>
          <p:sp>
            <p:nvSpPr>
              <p:cNvPr id="307" name="テキスト ボックス 306">
                <a:extLst>
                  <a:ext uri="{FF2B5EF4-FFF2-40B4-BE49-F238E27FC236}">
                    <a16:creationId xmlns:a16="http://schemas.microsoft.com/office/drawing/2014/main" id="{E2576897-CA9B-19D3-AD0D-2264FC493052}"/>
                  </a:ext>
                </a:extLst>
              </p:cNvPr>
              <p:cNvSpPr txBox="1"/>
              <p:nvPr/>
            </p:nvSpPr>
            <p:spPr>
              <a:xfrm>
                <a:off x="2341393" y="5180704"/>
                <a:ext cx="2015331" cy="523220"/>
              </a:xfrm>
              <a:prstGeom prst="rect">
                <a:avLst/>
              </a:prstGeom>
              <a:noFill/>
            </p:spPr>
            <p:txBody>
              <a:bodyPr wrap="square">
                <a:spAutoFit/>
              </a:bodyPr>
              <a:lstStyle/>
              <a:p>
                <a:r>
                  <a:rPr kumimoji="1" lang="ja-JP" altLang="en-US" sz="2800" dirty="0">
                    <a:solidFill>
                      <a:srgbClr val="CC66FF"/>
                    </a:solidFill>
                    <a:latin typeface="原稿用標準書体" panose="03000503000000000000" pitchFamily="66" charset="-128"/>
                    <a:ea typeface="原稿用標準書体" panose="03000503000000000000" pitchFamily="66" charset="-128"/>
                  </a:rPr>
                  <a:t>スキル</a:t>
                </a:r>
              </a:p>
            </p:txBody>
          </p:sp>
          <p:grpSp>
            <p:nvGrpSpPr>
              <p:cNvPr id="308" name="グループ化 307">
                <a:extLst>
                  <a:ext uri="{FF2B5EF4-FFF2-40B4-BE49-F238E27FC236}">
                    <a16:creationId xmlns:a16="http://schemas.microsoft.com/office/drawing/2014/main" id="{D8011402-008B-CBD0-3531-36AFC69BD6B7}"/>
                  </a:ext>
                </a:extLst>
              </p:cNvPr>
              <p:cNvGrpSpPr/>
              <p:nvPr/>
            </p:nvGrpSpPr>
            <p:grpSpPr>
              <a:xfrm>
                <a:off x="2453923" y="5679787"/>
                <a:ext cx="732508" cy="185872"/>
                <a:chOff x="2453923" y="5679787"/>
                <a:chExt cx="732508" cy="185872"/>
              </a:xfrm>
            </p:grpSpPr>
            <p:sp>
              <p:nvSpPr>
                <p:cNvPr id="309" name="楕円 308">
                  <a:extLst>
                    <a:ext uri="{FF2B5EF4-FFF2-40B4-BE49-F238E27FC236}">
                      <a16:creationId xmlns:a16="http://schemas.microsoft.com/office/drawing/2014/main" id="{57559CDD-9EF6-D60F-95EC-C6CAEA8C91E2}"/>
                    </a:ext>
                  </a:extLst>
                </p:cNvPr>
                <p:cNvSpPr/>
                <p:nvPr/>
              </p:nvSpPr>
              <p:spPr>
                <a:xfrm>
                  <a:off x="2453923" y="5679787"/>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310" name="楕円 309">
                  <a:extLst>
                    <a:ext uri="{FF2B5EF4-FFF2-40B4-BE49-F238E27FC236}">
                      <a16:creationId xmlns:a16="http://schemas.microsoft.com/office/drawing/2014/main" id="{0E8EFBA7-8F5E-E700-39FF-F24617DA52CF}"/>
                    </a:ext>
                  </a:extLst>
                </p:cNvPr>
                <p:cNvSpPr/>
                <p:nvPr/>
              </p:nvSpPr>
              <p:spPr>
                <a:xfrm>
                  <a:off x="2720629" y="5679787"/>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311" name="楕円 310">
                  <a:extLst>
                    <a:ext uri="{FF2B5EF4-FFF2-40B4-BE49-F238E27FC236}">
                      <a16:creationId xmlns:a16="http://schemas.microsoft.com/office/drawing/2014/main" id="{43CE86AF-5AD2-5971-D755-2FB1CF67CC15}"/>
                    </a:ext>
                  </a:extLst>
                </p:cNvPr>
                <p:cNvSpPr/>
                <p:nvPr/>
              </p:nvSpPr>
              <p:spPr>
                <a:xfrm>
                  <a:off x="2987335" y="5679787"/>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grpSp>
      </p:grpSp>
    </p:spTree>
    <p:extLst>
      <p:ext uri="{BB962C8B-B14F-4D97-AF65-F5344CB8AC3E}">
        <p14:creationId xmlns:p14="http://schemas.microsoft.com/office/powerpoint/2010/main" val="4343346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63" presetClass="path" presetSubtype="0" accel="50000" decel="50000" fill="hold" nodeType="clickEffect">
                                  <p:stCondLst>
                                    <p:cond delay="0"/>
                                  </p:stCondLst>
                                  <p:childTnLst>
                                    <p:animMotion origin="layout" path="M -8.33333E-7 -3.7037E-6 L 0.49844 -3.7037E-6 " pathEditMode="relative" rAng="0" ptsTypes="AA">
                                      <p:cBhvr>
                                        <p:cTn id="6" dur="2000" fill="hold"/>
                                        <p:tgtEl>
                                          <p:spTgt spid="43"/>
                                        </p:tgtEl>
                                        <p:attrNameLst>
                                          <p:attrName>ppt_x</p:attrName>
                                          <p:attrName>ppt_y</p:attrName>
                                        </p:attrNameLst>
                                      </p:cBhvr>
                                      <p:rCtr x="24922" y="0"/>
                                    </p:animMotion>
                                  </p:childTnLst>
                                </p:cTn>
                              </p:par>
                            </p:childTnLst>
                          </p:cTn>
                        </p:par>
                      </p:childTnLst>
                    </p:cTn>
                  </p:par>
                  <p:par>
                    <p:cTn id="7" fill="hold">
                      <p:stCondLst>
                        <p:cond delay="indefinite"/>
                      </p:stCondLst>
                      <p:childTnLst>
                        <p:par>
                          <p:cTn id="8" fill="hold">
                            <p:stCondLst>
                              <p:cond delay="0"/>
                            </p:stCondLst>
                            <p:childTnLst>
                              <p:par>
                                <p:cTn id="9" presetID="32" presetClass="emph" presetSubtype="0" fill="hold" nodeType="clickEffect">
                                  <p:stCondLst>
                                    <p:cond delay="0"/>
                                  </p:stCondLst>
                                  <p:childTnLst>
                                    <p:animRot by="120000">
                                      <p:cBhvr>
                                        <p:cTn id="10" dur="50" fill="hold">
                                          <p:stCondLst>
                                            <p:cond delay="0"/>
                                          </p:stCondLst>
                                        </p:cTn>
                                        <p:tgtEl>
                                          <p:spTgt spid="43"/>
                                        </p:tgtEl>
                                        <p:attrNameLst>
                                          <p:attrName>r</p:attrName>
                                        </p:attrNameLst>
                                      </p:cBhvr>
                                    </p:animRot>
                                    <p:animRot by="-240000">
                                      <p:cBhvr>
                                        <p:cTn id="11" dur="100" fill="hold">
                                          <p:stCondLst>
                                            <p:cond delay="100"/>
                                          </p:stCondLst>
                                        </p:cTn>
                                        <p:tgtEl>
                                          <p:spTgt spid="43"/>
                                        </p:tgtEl>
                                        <p:attrNameLst>
                                          <p:attrName>r</p:attrName>
                                        </p:attrNameLst>
                                      </p:cBhvr>
                                    </p:animRot>
                                    <p:animRot by="240000">
                                      <p:cBhvr>
                                        <p:cTn id="12" dur="100" fill="hold">
                                          <p:stCondLst>
                                            <p:cond delay="200"/>
                                          </p:stCondLst>
                                        </p:cTn>
                                        <p:tgtEl>
                                          <p:spTgt spid="43"/>
                                        </p:tgtEl>
                                        <p:attrNameLst>
                                          <p:attrName>r</p:attrName>
                                        </p:attrNameLst>
                                      </p:cBhvr>
                                    </p:animRot>
                                    <p:animRot by="-240000">
                                      <p:cBhvr>
                                        <p:cTn id="13" dur="100" fill="hold">
                                          <p:stCondLst>
                                            <p:cond delay="300"/>
                                          </p:stCondLst>
                                        </p:cTn>
                                        <p:tgtEl>
                                          <p:spTgt spid="43"/>
                                        </p:tgtEl>
                                        <p:attrNameLst>
                                          <p:attrName>r</p:attrName>
                                        </p:attrNameLst>
                                      </p:cBhvr>
                                    </p:animRot>
                                    <p:animRot by="120000">
                                      <p:cBhvr>
                                        <p:cTn id="14" dur="100" fill="hold">
                                          <p:stCondLst>
                                            <p:cond delay="400"/>
                                          </p:stCondLst>
                                        </p:cTn>
                                        <p:tgtEl>
                                          <p:spTgt spid="43"/>
                                        </p:tgtEl>
                                        <p:attrNameLst>
                                          <p:attrName>r</p:attrName>
                                        </p:attrNameLst>
                                      </p:cBhvr>
                                    </p:animRot>
                                  </p:childTnLst>
                                </p:cTn>
                              </p:par>
                            </p:childTnLst>
                          </p:cTn>
                        </p:par>
                      </p:childTnLst>
                    </p:cTn>
                  </p:par>
                  <p:par>
                    <p:cTn id="15" fill="hold">
                      <p:stCondLst>
                        <p:cond delay="indefinite"/>
                      </p:stCondLst>
                      <p:childTnLst>
                        <p:par>
                          <p:cTn id="16" fill="hold">
                            <p:stCondLst>
                              <p:cond delay="0"/>
                            </p:stCondLst>
                            <p:childTnLst>
                              <p:par>
                                <p:cTn id="17" presetID="63" presetClass="path" presetSubtype="0" accel="50000" decel="50000" fill="hold" nodeType="clickEffect">
                                  <p:stCondLst>
                                    <p:cond delay="0"/>
                                  </p:stCondLst>
                                  <p:childTnLst>
                                    <p:animMotion origin="layout" path="M 0.49961 -3.7037E-6 L 1.35521 -3.7037E-6 " pathEditMode="relative" rAng="0" ptsTypes="AA">
                                      <p:cBhvr>
                                        <p:cTn id="18" dur="2000" fill="hold"/>
                                        <p:tgtEl>
                                          <p:spTgt spid="43"/>
                                        </p:tgtEl>
                                        <p:attrNameLst>
                                          <p:attrName>ppt_x</p:attrName>
                                          <p:attrName>ppt_y</p:attrName>
                                        </p:attrNameLst>
                                      </p:cBhvr>
                                      <p:rCtr x="42773" y="0"/>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3.xml><?xml version="1.0" encoding="utf-8"?>
<p:sld xmlns:a="http://schemas.openxmlformats.org/drawingml/2006/main" xmlns:r="http://schemas.openxmlformats.org/officeDocument/2006/relationships" xmlns:p="http://schemas.openxmlformats.org/presentationml/2006/main">
  <p:cSld>
    <p:bg>
      <p:bgPr>
        <a:gradFill>
          <a:gsLst>
            <a:gs pos="46690">
              <a:schemeClr val="accent6">
                <a:lumMod val="75000"/>
              </a:schemeClr>
            </a:gs>
            <a:gs pos="0">
              <a:schemeClr val="accent6">
                <a:lumMod val="50000"/>
              </a:schemeClr>
            </a:gs>
            <a:gs pos="23000">
              <a:schemeClr val="accent6">
                <a:lumMod val="75000"/>
              </a:schemeClr>
            </a:gs>
            <a:gs pos="69000">
              <a:schemeClr val="accent6">
                <a:lumMod val="50000"/>
              </a:schemeClr>
            </a:gs>
            <a:gs pos="97000">
              <a:schemeClr val="tx1">
                <a:lumMod val="85000"/>
                <a:lumOff val="15000"/>
              </a:schemeClr>
            </a:gs>
          </a:gsLst>
          <a:path path="circle">
            <a:fillToRect l="50000" t="50000" r="50000" b="50000"/>
          </a:path>
        </a:gradFill>
        <a:effectLst/>
      </p:bgPr>
    </p:bg>
    <p:spTree>
      <p:nvGrpSpPr>
        <p:cNvPr id="1" name="">
          <a:extLst>
            <a:ext uri="{FF2B5EF4-FFF2-40B4-BE49-F238E27FC236}">
              <a16:creationId xmlns:a16="http://schemas.microsoft.com/office/drawing/2014/main" id="{ED986DD5-E66A-420C-2409-151023BCF88F}"/>
            </a:ext>
          </a:extLst>
        </p:cNvPr>
        <p:cNvGrpSpPr/>
        <p:nvPr/>
      </p:nvGrpSpPr>
      <p:grpSpPr>
        <a:xfrm>
          <a:off x="0" y="0"/>
          <a:ext cx="0" cy="0"/>
          <a:chOff x="0" y="0"/>
          <a:chExt cx="0" cy="0"/>
        </a:xfrm>
      </p:grpSpPr>
      <p:sp>
        <p:nvSpPr>
          <p:cNvPr id="84" name="楕円 83">
            <a:extLst>
              <a:ext uri="{FF2B5EF4-FFF2-40B4-BE49-F238E27FC236}">
                <a16:creationId xmlns:a16="http://schemas.microsoft.com/office/drawing/2014/main" id="{10CFE1EE-C201-DEC3-CD23-2CDC9C0E41F3}"/>
              </a:ext>
            </a:extLst>
          </p:cNvPr>
          <p:cNvSpPr/>
          <p:nvPr/>
        </p:nvSpPr>
        <p:spPr>
          <a:xfrm>
            <a:off x="-2195336" y="-114879"/>
            <a:ext cx="7603602" cy="7087758"/>
          </a:xfrm>
          <a:prstGeom prst="ellipse">
            <a:avLst/>
          </a:prstGeom>
          <a:solidFill>
            <a:srgbClr val="CC66FF">
              <a:alpha val="6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312" name="楕円 311">
            <a:extLst>
              <a:ext uri="{FF2B5EF4-FFF2-40B4-BE49-F238E27FC236}">
                <a16:creationId xmlns:a16="http://schemas.microsoft.com/office/drawing/2014/main" id="{9DAD35B9-D58B-715B-9F30-B4ED560EAE3B}"/>
              </a:ext>
            </a:extLst>
          </p:cNvPr>
          <p:cNvSpPr/>
          <p:nvPr/>
        </p:nvSpPr>
        <p:spPr>
          <a:xfrm>
            <a:off x="-2034350" y="409514"/>
            <a:ext cx="6478486" cy="6038972"/>
          </a:xfrm>
          <a:prstGeom prst="ellipse">
            <a:avLst/>
          </a:prstGeom>
          <a:solidFill>
            <a:srgbClr val="CC66FF">
              <a:alpha val="6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277" name="矢印: 五方向 276">
            <a:extLst>
              <a:ext uri="{FF2B5EF4-FFF2-40B4-BE49-F238E27FC236}">
                <a16:creationId xmlns:a16="http://schemas.microsoft.com/office/drawing/2014/main" id="{FD4EA356-42DE-F4D0-3A37-EE6033685CD6}"/>
              </a:ext>
            </a:extLst>
          </p:cNvPr>
          <p:cNvSpPr/>
          <p:nvPr/>
        </p:nvSpPr>
        <p:spPr>
          <a:xfrm>
            <a:off x="9793588" y="6169827"/>
            <a:ext cx="1225730" cy="527075"/>
          </a:xfrm>
          <a:prstGeom prst="homePlate">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原稿用標準書体" panose="03000503000000000000" pitchFamily="66" charset="-128"/>
                <a:ea typeface="原稿用標準書体" panose="03000503000000000000" pitchFamily="66" charset="-128"/>
              </a:rPr>
              <a:t>撤退</a:t>
            </a:r>
          </a:p>
        </p:txBody>
      </p:sp>
      <p:sp>
        <p:nvSpPr>
          <p:cNvPr id="2" name="四角形: 角を丸くする 1">
            <a:extLst>
              <a:ext uri="{FF2B5EF4-FFF2-40B4-BE49-F238E27FC236}">
                <a16:creationId xmlns:a16="http://schemas.microsoft.com/office/drawing/2014/main" id="{DAD5F2F4-7302-79AC-C088-1CC2AF57E341}"/>
              </a:ext>
            </a:extLst>
          </p:cNvPr>
          <p:cNvSpPr/>
          <p:nvPr/>
        </p:nvSpPr>
        <p:spPr>
          <a:xfrm>
            <a:off x="658742" y="796149"/>
            <a:ext cx="2747226"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 name="四角形: 角を丸くする 2">
            <a:extLst>
              <a:ext uri="{FF2B5EF4-FFF2-40B4-BE49-F238E27FC236}">
                <a16:creationId xmlns:a16="http://schemas.microsoft.com/office/drawing/2014/main" id="{7FBCCF46-ED4E-BA6A-40AD-116BC94CB76E}"/>
              </a:ext>
            </a:extLst>
          </p:cNvPr>
          <p:cNvSpPr/>
          <p:nvPr/>
        </p:nvSpPr>
        <p:spPr>
          <a:xfrm>
            <a:off x="658742" y="1531712"/>
            <a:ext cx="2747226"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6" name="四角形: 角を丸くする 5">
            <a:extLst>
              <a:ext uri="{FF2B5EF4-FFF2-40B4-BE49-F238E27FC236}">
                <a16:creationId xmlns:a16="http://schemas.microsoft.com/office/drawing/2014/main" id="{0E53FC35-8B73-D6CF-225B-3587BA3C6C85}"/>
              </a:ext>
            </a:extLst>
          </p:cNvPr>
          <p:cNvSpPr/>
          <p:nvPr/>
        </p:nvSpPr>
        <p:spPr>
          <a:xfrm>
            <a:off x="658742" y="2267275"/>
            <a:ext cx="2747226"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 name="四角形: 角を丸くする 7">
            <a:extLst>
              <a:ext uri="{FF2B5EF4-FFF2-40B4-BE49-F238E27FC236}">
                <a16:creationId xmlns:a16="http://schemas.microsoft.com/office/drawing/2014/main" id="{648C902F-11EB-2CFF-2643-9060E477EEA7}"/>
              </a:ext>
            </a:extLst>
          </p:cNvPr>
          <p:cNvSpPr/>
          <p:nvPr/>
        </p:nvSpPr>
        <p:spPr>
          <a:xfrm>
            <a:off x="658742" y="3859960"/>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 name="四角形: 角を丸くする 8">
            <a:extLst>
              <a:ext uri="{FF2B5EF4-FFF2-40B4-BE49-F238E27FC236}">
                <a16:creationId xmlns:a16="http://schemas.microsoft.com/office/drawing/2014/main" id="{C97793D5-42C0-6984-62AD-C888BA3A85BB}"/>
              </a:ext>
            </a:extLst>
          </p:cNvPr>
          <p:cNvSpPr/>
          <p:nvPr/>
        </p:nvSpPr>
        <p:spPr>
          <a:xfrm>
            <a:off x="658742" y="4595523"/>
            <a:ext cx="2747226"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 name="四角形: 角を丸くする 9">
            <a:extLst>
              <a:ext uri="{FF2B5EF4-FFF2-40B4-BE49-F238E27FC236}">
                <a16:creationId xmlns:a16="http://schemas.microsoft.com/office/drawing/2014/main" id="{38F7FAC3-29C5-007B-EB8B-4A2A3F67CD81}"/>
              </a:ext>
            </a:extLst>
          </p:cNvPr>
          <p:cNvSpPr/>
          <p:nvPr/>
        </p:nvSpPr>
        <p:spPr>
          <a:xfrm>
            <a:off x="658742" y="5331086"/>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3" name="楕円 12">
            <a:extLst>
              <a:ext uri="{FF2B5EF4-FFF2-40B4-BE49-F238E27FC236}">
                <a16:creationId xmlns:a16="http://schemas.microsoft.com/office/drawing/2014/main" id="{BCC7C10F-D818-1132-F662-555BE3D15662}"/>
              </a:ext>
            </a:extLst>
          </p:cNvPr>
          <p:cNvSpPr/>
          <p:nvPr/>
        </p:nvSpPr>
        <p:spPr>
          <a:xfrm>
            <a:off x="835866" y="847467"/>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5" name="楕円 14">
            <a:extLst>
              <a:ext uri="{FF2B5EF4-FFF2-40B4-BE49-F238E27FC236}">
                <a16:creationId xmlns:a16="http://schemas.microsoft.com/office/drawing/2014/main" id="{F8F037BE-A9F3-8A1C-AFEA-D82C3F082DE5}"/>
              </a:ext>
            </a:extLst>
          </p:cNvPr>
          <p:cNvSpPr/>
          <p:nvPr/>
        </p:nvSpPr>
        <p:spPr>
          <a:xfrm>
            <a:off x="835866" y="1583030"/>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9" name="楕円 18">
            <a:extLst>
              <a:ext uri="{FF2B5EF4-FFF2-40B4-BE49-F238E27FC236}">
                <a16:creationId xmlns:a16="http://schemas.microsoft.com/office/drawing/2014/main" id="{14395F63-E428-CB4F-B940-9B60B3B82306}"/>
              </a:ext>
            </a:extLst>
          </p:cNvPr>
          <p:cNvSpPr/>
          <p:nvPr/>
        </p:nvSpPr>
        <p:spPr>
          <a:xfrm>
            <a:off x="835866" y="5382404"/>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22" name="楕円 21">
            <a:extLst>
              <a:ext uri="{FF2B5EF4-FFF2-40B4-BE49-F238E27FC236}">
                <a16:creationId xmlns:a16="http://schemas.microsoft.com/office/drawing/2014/main" id="{9CC45E67-FD65-4267-FD5F-E62D993EF8F2}"/>
              </a:ext>
            </a:extLst>
          </p:cNvPr>
          <p:cNvSpPr/>
          <p:nvPr/>
        </p:nvSpPr>
        <p:spPr>
          <a:xfrm>
            <a:off x="835866" y="4646841"/>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28" name="楕円 27">
            <a:extLst>
              <a:ext uri="{FF2B5EF4-FFF2-40B4-BE49-F238E27FC236}">
                <a16:creationId xmlns:a16="http://schemas.microsoft.com/office/drawing/2014/main" id="{788FD132-CA8C-E64B-B4A2-D334BA32B076}"/>
              </a:ext>
            </a:extLst>
          </p:cNvPr>
          <p:cNvSpPr/>
          <p:nvPr/>
        </p:nvSpPr>
        <p:spPr>
          <a:xfrm>
            <a:off x="835866" y="391127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34" name="楕円 33">
            <a:extLst>
              <a:ext uri="{FF2B5EF4-FFF2-40B4-BE49-F238E27FC236}">
                <a16:creationId xmlns:a16="http://schemas.microsoft.com/office/drawing/2014/main" id="{CF69B9FB-4318-7A41-4D78-1A3108654647}"/>
              </a:ext>
            </a:extLst>
          </p:cNvPr>
          <p:cNvSpPr/>
          <p:nvPr/>
        </p:nvSpPr>
        <p:spPr>
          <a:xfrm>
            <a:off x="835866" y="2318593"/>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36" name="四角形: 角を丸くする 35">
            <a:extLst>
              <a:ext uri="{FF2B5EF4-FFF2-40B4-BE49-F238E27FC236}">
                <a16:creationId xmlns:a16="http://schemas.microsoft.com/office/drawing/2014/main" id="{6C3ADF17-1464-FD70-93FD-CECDC21E4667}"/>
              </a:ext>
            </a:extLst>
          </p:cNvPr>
          <p:cNvSpPr/>
          <p:nvPr/>
        </p:nvSpPr>
        <p:spPr>
          <a:xfrm>
            <a:off x="2795756" y="819474"/>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37" name="四角形: 角を丸くする 36">
            <a:extLst>
              <a:ext uri="{FF2B5EF4-FFF2-40B4-BE49-F238E27FC236}">
                <a16:creationId xmlns:a16="http://schemas.microsoft.com/office/drawing/2014/main" id="{C6488F9C-2804-4ABA-EED9-C55BA07B47D2}"/>
              </a:ext>
            </a:extLst>
          </p:cNvPr>
          <p:cNvSpPr/>
          <p:nvPr/>
        </p:nvSpPr>
        <p:spPr>
          <a:xfrm>
            <a:off x="2795756" y="5351302"/>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38" name="四角形: 角を丸くする 37">
            <a:extLst>
              <a:ext uri="{FF2B5EF4-FFF2-40B4-BE49-F238E27FC236}">
                <a16:creationId xmlns:a16="http://schemas.microsoft.com/office/drawing/2014/main" id="{B24A8567-0CE3-5805-39ED-9D09E2B8D223}"/>
              </a:ext>
            </a:extLst>
          </p:cNvPr>
          <p:cNvSpPr/>
          <p:nvPr/>
        </p:nvSpPr>
        <p:spPr>
          <a:xfrm>
            <a:off x="2795756" y="4616258"/>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39" name="四角形: 角を丸くする 38">
            <a:extLst>
              <a:ext uri="{FF2B5EF4-FFF2-40B4-BE49-F238E27FC236}">
                <a16:creationId xmlns:a16="http://schemas.microsoft.com/office/drawing/2014/main" id="{33706D8E-354F-A574-617D-30E4140EFC0B}"/>
              </a:ext>
            </a:extLst>
          </p:cNvPr>
          <p:cNvSpPr/>
          <p:nvPr/>
        </p:nvSpPr>
        <p:spPr>
          <a:xfrm>
            <a:off x="2795756" y="388121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7" name="四角形: 角を丸くする 6">
            <a:extLst>
              <a:ext uri="{FF2B5EF4-FFF2-40B4-BE49-F238E27FC236}">
                <a16:creationId xmlns:a16="http://schemas.microsoft.com/office/drawing/2014/main" id="{581D57B1-CD11-24F0-D960-8978ADBEDC62}"/>
              </a:ext>
            </a:extLst>
          </p:cNvPr>
          <p:cNvSpPr/>
          <p:nvPr/>
        </p:nvSpPr>
        <p:spPr>
          <a:xfrm>
            <a:off x="1308874" y="3002838"/>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1" name="楕円 30">
            <a:extLst>
              <a:ext uri="{FF2B5EF4-FFF2-40B4-BE49-F238E27FC236}">
                <a16:creationId xmlns:a16="http://schemas.microsoft.com/office/drawing/2014/main" id="{96BC05C5-CAD8-8B2E-A7C0-6398C474AD6B}"/>
              </a:ext>
            </a:extLst>
          </p:cNvPr>
          <p:cNvSpPr/>
          <p:nvPr/>
        </p:nvSpPr>
        <p:spPr>
          <a:xfrm>
            <a:off x="1485998" y="3054156"/>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40" name="四角形: 角を丸くする 39">
            <a:extLst>
              <a:ext uri="{FF2B5EF4-FFF2-40B4-BE49-F238E27FC236}">
                <a16:creationId xmlns:a16="http://schemas.microsoft.com/office/drawing/2014/main" id="{BF07BADD-38E5-E57D-4C5A-6CBAAFCE5BA6}"/>
              </a:ext>
            </a:extLst>
          </p:cNvPr>
          <p:cNvSpPr/>
          <p:nvPr/>
        </p:nvSpPr>
        <p:spPr>
          <a:xfrm>
            <a:off x="3445889" y="3024609"/>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41" name="四角形: 角を丸くする 40">
            <a:extLst>
              <a:ext uri="{FF2B5EF4-FFF2-40B4-BE49-F238E27FC236}">
                <a16:creationId xmlns:a16="http://schemas.microsoft.com/office/drawing/2014/main" id="{A20AF71C-6A8D-58C3-982C-854694BB430A}"/>
              </a:ext>
            </a:extLst>
          </p:cNvPr>
          <p:cNvSpPr/>
          <p:nvPr/>
        </p:nvSpPr>
        <p:spPr>
          <a:xfrm>
            <a:off x="2795756" y="2289564"/>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42" name="四角形: 角を丸くする 41">
            <a:extLst>
              <a:ext uri="{FF2B5EF4-FFF2-40B4-BE49-F238E27FC236}">
                <a16:creationId xmlns:a16="http://schemas.microsoft.com/office/drawing/2014/main" id="{BA4245A0-76A7-BF61-5DE4-FE62E45FDCCE}"/>
              </a:ext>
            </a:extLst>
          </p:cNvPr>
          <p:cNvSpPr/>
          <p:nvPr/>
        </p:nvSpPr>
        <p:spPr>
          <a:xfrm>
            <a:off x="2795756" y="1554519"/>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44" name="四角形: 角を丸くする 43">
            <a:extLst>
              <a:ext uri="{FF2B5EF4-FFF2-40B4-BE49-F238E27FC236}">
                <a16:creationId xmlns:a16="http://schemas.microsoft.com/office/drawing/2014/main" id="{EFC4F719-982C-1BAD-281C-8CA68EED1263}"/>
              </a:ext>
            </a:extLst>
          </p:cNvPr>
          <p:cNvSpPr/>
          <p:nvPr/>
        </p:nvSpPr>
        <p:spPr>
          <a:xfrm flipV="1">
            <a:off x="8838120" y="5330633"/>
            <a:ext cx="2704472"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6" name="四角形: 角を丸くする 45">
            <a:extLst>
              <a:ext uri="{FF2B5EF4-FFF2-40B4-BE49-F238E27FC236}">
                <a16:creationId xmlns:a16="http://schemas.microsoft.com/office/drawing/2014/main" id="{B044D60F-CB4F-8051-8E30-319D8991E1FA}"/>
              </a:ext>
            </a:extLst>
          </p:cNvPr>
          <p:cNvSpPr/>
          <p:nvPr/>
        </p:nvSpPr>
        <p:spPr>
          <a:xfrm flipV="1">
            <a:off x="8838120" y="3859507"/>
            <a:ext cx="2704472"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7" name="四角形: 角を丸くする 46">
            <a:extLst>
              <a:ext uri="{FF2B5EF4-FFF2-40B4-BE49-F238E27FC236}">
                <a16:creationId xmlns:a16="http://schemas.microsoft.com/office/drawing/2014/main" id="{9C99E757-FA3C-0F44-2963-3B233D299263}"/>
              </a:ext>
            </a:extLst>
          </p:cNvPr>
          <p:cNvSpPr/>
          <p:nvPr/>
        </p:nvSpPr>
        <p:spPr>
          <a:xfrm flipV="1">
            <a:off x="8838120" y="3128230"/>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8" name="四角形: 角を丸くする 47">
            <a:extLst>
              <a:ext uri="{FF2B5EF4-FFF2-40B4-BE49-F238E27FC236}">
                <a16:creationId xmlns:a16="http://schemas.microsoft.com/office/drawing/2014/main" id="{721D4AA7-A92F-5D28-2E86-A70CDA06AB78}"/>
              </a:ext>
            </a:extLst>
          </p:cNvPr>
          <p:cNvSpPr/>
          <p:nvPr/>
        </p:nvSpPr>
        <p:spPr>
          <a:xfrm flipV="1">
            <a:off x="8048005" y="2259499"/>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9" name="四角形: 角を丸くする 48">
            <a:extLst>
              <a:ext uri="{FF2B5EF4-FFF2-40B4-BE49-F238E27FC236}">
                <a16:creationId xmlns:a16="http://schemas.microsoft.com/office/drawing/2014/main" id="{A529208C-3B2A-B618-A8FB-EE4B14014B84}"/>
              </a:ext>
            </a:extLst>
          </p:cNvPr>
          <p:cNvSpPr/>
          <p:nvPr/>
        </p:nvSpPr>
        <p:spPr>
          <a:xfrm flipV="1">
            <a:off x="8838120" y="1523936"/>
            <a:ext cx="2704472"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0" name="四角形: 角を丸くする 49">
            <a:extLst>
              <a:ext uri="{FF2B5EF4-FFF2-40B4-BE49-F238E27FC236}">
                <a16:creationId xmlns:a16="http://schemas.microsoft.com/office/drawing/2014/main" id="{22AFF61A-3142-3E82-2CAC-9B499AE41117}"/>
              </a:ext>
            </a:extLst>
          </p:cNvPr>
          <p:cNvSpPr/>
          <p:nvPr/>
        </p:nvSpPr>
        <p:spPr>
          <a:xfrm flipV="1">
            <a:off x="8838120" y="788373"/>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2" name="楕円 51">
            <a:extLst>
              <a:ext uri="{FF2B5EF4-FFF2-40B4-BE49-F238E27FC236}">
                <a16:creationId xmlns:a16="http://schemas.microsoft.com/office/drawing/2014/main" id="{813E9EB8-8E20-9BBE-E78C-3ECA228A1F1F}"/>
              </a:ext>
            </a:extLst>
          </p:cNvPr>
          <p:cNvSpPr/>
          <p:nvPr/>
        </p:nvSpPr>
        <p:spPr>
          <a:xfrm>
            <a:off x="9869638" y="839691"/>
            <a:ext cx="1428131"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キャラ</a:t>
            </a:r>
          </a:p>
        </p:txBody>
      </p:sp>
      <p:sp>
        <p:nvSpPr>
          <p:cNvPr id="53" name="楕円 52">
            <a:extLst>
              <a:ext uri="{FF2B5EF4-FFF2-40B4-BE49-F238E27FC236}">
                <a16:creationId xmlns:a16="http://schemas.microsoft.com/office/drawing/2014/main" id="{3C9739BB-B6F7-3EFE-412D-FAE00BCE6206}"/>
              </a:ext>
            </a:extLst>
          </p:cNvPr>
          <p:cNvSpPr/>
          <p:nvPr/>
        </p:nvSpPr>
        <p:spPr>
          <a:xfrm>
            <a:off x="9012488" y="839691"/>
            <a:ext cx="682783"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55" name="楕円 54">
            <a:extLst>
              <a:ext uri="{FF2B5EF4-FFF2-40B4-BE49-F238E27FC236}">
                <a16:creationId xmlns:a16="http://schemas.microsoft.com/office/drawing/2014/main" id="{3D9C287C-BC67-990E-7449-CECCA53EFC4A}"/>
              </a:ext>
            </a:extLst>
          </p:cNvPr>
          <p:cNvSpPr/>
          <p:nvPr/>
        </p:nvSpPr>
        <p:spPr>
          <a:xfrm>
            <a:off x="9869638" y="1575254"/>
            <a:ext cx="1428131"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キャラ</a:t>
            </a:r>
          </a:p>
        </p:txBody>
      </p:sp>
      <p:sp>
        <p:nvSpPr>
          <p:cNvPr id="56" name="楕円 55">
            <a:extLst>
              <a:ext uri="{FF2B5EF4-FFF2-40B4-BE49-F238E27FC236}">
                <a16:creationId xmlns:a16="http://schemas.microsoft.com/office/drawing/2014/main" id="{5DC34C66-2982-CC49-E6C0-EE440C009030}"/>
              </a:ext>
            </a:extLst>
          </p:cNvPr>
          <p:cNvSpPr/>
          <p:nvPr/>
        </p:nvSpPr>
        <p:spPr>
          <a:xfrm>
            <a:off x="9012488" y="1575254"/>
            <a:ext cx="682783"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57" name="グループ化 56">
            <a:extLst>
              <a:ext uri="{FF2B5EF4-FFF2-40B4-BE49-F238E27FC236}">
                <a16:creationId xmlns:a16="http://schemas.microsoft.com/office/drawing/2014/main" id="{61423311-49BA-90B5-258D-B3FF0975DA65}"/>
              </a:ext>
            </a:extLst>
          </p:cNvPr>
          <p:cNvGrpSpPr/>
          <p:nvPr/>
        </p:nvGrpSpPr>
        <p:grpSpPr>
          <a:xfrm>
            <a:off x="9012488" y="5381951"/>
            <a:ext cx="2285281" cy="559836"/>
            <a:chOff x="858105" y="1673292"/>
            <a:chExt cx="2612882" cy="559836"/>
          </a:xfrm>
        </p:grpSpPr>
        <p:sp>
          <p:nvSpPr>
            <p:cNvPr id="58" name="楕円 57">
              <a:extLst>
                <a:ext uri="{FF2B5EF4-FFF2-40B4-BE49-F238E27FC236}">
                  <a16:creationId xmlns:a16="http://schemas.microsoft.com/office/drawing/2014/main" id="{B2AE5115-536A-E4E7-A29F-1B66C8855F40}"/>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キャラ</a:t>
              </a:r>
            </a:p>
          </p:txBody>
        </p:sp>
        <p:sp>
          <p:nvSpPr>
            <p:cNvPr id="59" name="楕円 58">
              <a:extLst>
                <a:ext uri="{FF2B5EF4-FFF2-40B4-BE49-F238E27FC236}">
                  <a16:creationId xmlns:a16="http://schemas.microsoft.com/office/drawing/2014/main" id="{E3CECF52-1CED-B1BE-67BF-60886F3EFB0F}"/>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grpSp>
      <p:grpSp>
        <p:nvGrpSpPr>
          <p:cNvPr id="63" name="グループ化 62">
            <a:extLst>
              <a:ext uri="{FF2B5EF4-FFF2-40B4-BE49-F238E27FC236}">
                <a16:creationId xmlns:a16="http://schemas.microsoft.com/office/drawing/2014/main" id="{7458B4CB-DCF7-2AE6-1336-1916988CCC29}"/>
              </a:ext>
            </a:extLst>
          </p:cNvPr>
          <p:cNvGrpSpPr/>
          <p:nvPr/>
        </p:nvGrpSpPr>
        <p:grpSpPr>
          <a:xfrm>
            <a:off x="9012488" y="3910825"/>
            <a:ext cx="2285281" cy="559836"/>
            <a:chOff x="858105" y="1673292"/>
            <a:chExt cx="2612882" cy="559836"/>
          </a:xfrm>
        </p:grpSpPr>
        <p:sp>
          <p:nvSpPr>
            <p:cNvPr id="64" name="楕円 63">
              <a:extLst>
                <a:ext uri="{FF2B5EF4-FFF2-40B4-BE49-F238E27FC236}">
                  <a16:creationId xmlns:a16="http://schemas.microsoft.com/office/drawing/2014/main" id="{B8BE7E34-B604-5227-07AE-1D7AE54B45B5}"/>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キャラ</a:t>
              </a:r>
            </a:p>
          </p:txBody>
        </p:sp>
        <p:sp>
          <p:nvSpPr>
            <p:cNvPr id="65" name="楕円 64">
              <a:extLst>
                <a:ext uri="{FF2B5EF4-FFF2-40B4-BE49-F238E27FC236}">
                  <a16:creationId xmlns:a16="http://schemas.microsoft.com/office/drawing/2014/main" id="{747F1350-855A-B0E8-711C-5AC27ACF92E1}"/>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grpSp>
      <p:sp>
        <p:nvSpPr>
          <p:cNvPr id="67" name="楕円 66">
            <a:extLst>
              <a:ext uri="{FF2B5EF4-FFF2-40B4-BE49-F238E27FC236}">
                <a16:creationId xmlns:a16="http://schemas.microsoft.com/office/drawing/2014/main" id="{BA7DBB6C-2728-3231-C514-24187617E25D}"/>
              </a:ext>
            </a:extLst>
          </p:cNvPr>
          <p:cNvSpPr/>
          <p:nvPr/>
        </p:nvSpPr>
        <p:spPr>
          <a:xfrm>
            <a:off x="9869638" y="3179548"/>
            <a:ext cx="1428131"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キャラ</a:t>
            </a:r>
          </a:p>
        </p:txBody>
      </p:sp>
      <p:sp>
        <p:nvSpPr>
          <p:cNvPr id="68" name="楕円 67">
            <a:extLst>
              <a:ext uri="{FF2B5EF4-FFF2-40B4-BE49-F238E27FC236}">
                <a16:creationId xmlns:a16="http://schemas.microsoft.com/office/drawing/2014/main" id="{F7499055-1822-F63B-D116-A20F20544FFB}"/>
              </a:ext>
            </a:extLst>
          </p:cNvPr>
          <p:cNvSpPr/>
          <p:nvPr/>
        </p:nvSpPr>
        <p:spPr>
          <a:xfrm>
            <a:off x="9012488" y="3179548"/>
            <a:ext cx="682783"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70" name="楕円 69">
            <a:extLst>
              <a:ext uri="{FF2B5EF4-FFF2-40B4-BE49-F238E27FC236}">
                <a16:creationId xmlns:a16="http://schemas.microsoft.com/office/drawing/2014/main" id="{67B76A18-1C76-5A12-39D9-1B56E76D6359}"/>
              </a:ext>
            </a:extLst>
          </p:cNvPr>
          <p:cNvSpPr/>
          <p:nvPr/>
        </p:nvSpPr>
        <p:spPr>
          <a:xfrm>
            <a:off x="9079523" y="2310817"/>
            <a:ext cx="1428131"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キャラ</a:t>
            </a:r>
          </a:p>
        </p:txBody>
      </p:sp>
      <p:sp>
        <p:nvSpPr>
          <p:cNvPr id="71" name="楕円 70">
            <a:extLst>
              <a:ext uri="{FF2B5EF4-FFF2-40B4-BE49-F238E27FC236}">
                <a16:creationId xmlns:a16="http://schemas.microsoft.com/office/drawing/2014/main" id="{B704C111-0E43-D3AD-00A3-1477D1535FC4}"/>
              </a:ext>
            </a:extLst>
          </p:cNvPr>
          <p:cNvSpPr/>
          <p:nvPr/>
        </p:nvSpPr>
        <p:spPr>
          <a:xfrm>
            <a:off x="8222373" y="2310817"/>
            <a:ext cx="682783"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72" name="四角形: 角を丸くする 71">
            <a:extLst>
              <a:ext uri="{FF2B5EF4-FFF2-40B4-BE49-F238E27FC236}">
                <a16:creationId xmlns:a16="http://schemas.microsoft.com/office/drawing/2014/main" id="{3840E473-DB74-F319-7298-D453332E84C5}"/>
              </a:ext>
            </a:extLst>
          </p:cNvPr>
          <p:cNvSpPr/>
          <p:nvPr/>
        </p:nvSpPr>
        <p:spPr>
          <a:xfrm>
            <a:off x="10941877" y="81169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73" name="四角形: 角を丸くする 72">
            <a:extLst>
              <a:ext uri="{FF2B5EF4-FFF2-40B4-BE49-F238E27FC236}">
                <a16:creationId xmlns:a16="http://schemas.microsoft.com/office/drawing/2014/main" id="{E23481B8-6FC1-B2EB-2A72-8626CB7B15C6}"/>
              </a:ext>
            </a:extLst>
          </p:cNvPr>
          <p:cNvSpPr/>
          <p:nvPr/>
        </p:nvSpPr>
        <p:spPr>
          <a:xfrm>
            <a:off x="10941877" y="5350849"/>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nvGrpSpPr>
          <p:cNvPr id="90" name="グループ化 89">
            <a:extLst>
              <a:ext uri="{FF2B5EF4-FFF2-40B4-BE49-F238E27FC236}">
                <a16:creationId xmlns:a16="http://schemas.microsoft.com/office/drawing/2014/main" id="{C82E3C6D-B518-DBD0-5124-880DABF6EF95}"/>
              </a:ext>
            </a:extLst>
          </p:cNvPr>
          <p:cNvGrpSpPr/>
          <p:nvPr/>
        </p:nvGrpSpPr>
        <p:grpSpPr>
          <a:xfrm>
            <a:off x="8836094" y="4595070"/>
            <a:ext cx="2704472" cy="662473"/>
            <a:chOff x="8450427" y="4559558"/>
            <a:chExt cx="3092165" cy="662473"/>
          </a:xfrm>
        </p:grpSpPr>
        <p:sp>
          <p:nvSpPr>
            <p:cNvPr id="45" name="四角形: 角を丸くする 44">
              <a:extLst>
                <a:ext uri="{FF2B5EF4-FFF2-40B4-BE49-F238E27FC236}">
                  <a16:creationId xmlns:a16="http://schemas.microsoft.com/office/drawing/2014/main" id="{3A514A24-A5D4-72D2-45AC-611743BF18C9}"/>
                </a:ext>
              </a:extLst>
            </p:cNvPr>
            <p:cNvSpPr/>
            <p:nvPr/>
          </p:nvSpPr>
          <p:spPr>
            <a:xfrm flipV="1">
              <a:off x="8450427" y="4559558"/>
              <a:ext cx="3092165"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60" name="グループ化 59">
              <a:extLst>
                <a:ext uri="{FF2B5EF4-FFF2-40B4-BE49-F238E27FC236}">
                  <a16:creationId xmlns:a16="http://schemas.microsoft.com/office/drawing/2014/main" id="{53B17209-C37A-0E4C-5BFA-93FE36F48084}"/>
                </a:ext>
              </a:extLst>
            </p:cNvPr>
            <p:cNvGrpSpPr/>
            <p:nvPr/>
          </p:nvGrpSpPr>
          <p:grpSpPr>
            <a:xfrm>
              <a:off x="8649791" y="4610876"/>
              <a:ext cx="2612882" cy="559836"/>
              <a:chOff x="858105" y="1673292"/>
              <a:chExt cx="2612882" cy="559836"/>
            </a:xfrm>
          </p:grpSpPr>
          <p:sp>
            <p:nvSpPr>
              <p:cNvPr id="61" name="楕円 60">
                <a:extLst>
                  <a:ext uri="{FF2B5EF4-FFF2-40B4-BE49-F238E27FC236}">
                    <a16:creationId xmlns:a16="http://schemas.microsoft.com/office/drawing/2014/main" id="{27C7CAB4-D380-CA3A-86B4-E7CC6F3FCFCD}"/>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キャラ</a:t>
                </a:r>
              </a:p>
            </p:txBody>
          </p:sp>
          <p:sp>
            <p:nvSpPr>
              <p:cNvPr id="62" name="楕円 61">
                <a:extLst>
                  <a:ext uri="{FF2B5EF4-FFF2-40B4-BE49-F238E27FC236}">
                    <a16:creationId xmlns:a16="http://schemas.microsoft.com/office/drawing/2014/main" id="{04FDCBAF-89A2-7D6A-013D-9665DF078286}"/>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grpSp>
        <p:sp>
          <p:nvSpPr>
            <p:cNvPr id="74" name="四角形: 角を丸くする 73">
              <a:extLst>
                <a:ext uri="{FF2B5EF4-FFF2-40B4-BE49-F238E27FC236}">
                  <a16:creationId xmlns:a16="http://schemas.microsoft.com/office/drawing/2014/main" id="{52EE7C08-B14D-D6DB-068D-12EFCE7070F1}"/>
                </a:ext>
              </a:extLst>
            </p:cNvPr>
            <p:cNvSpPr/>
            <p:nvPr/>
          </p:nvSpPr>
          <p:spPr>
            <a:xfrm>
              <a:off x="10855763" y="4580293"/>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sp>
        <p:nvSpPr>
          <p:cNvPr id="75" name="四角形: 角を丸くする 74">
            <a:extLst>
              <a:ext uri="{FF2B5EF4-FFF2-40B4-BE49-F238E27FC236}">
                <a16:creationId xmlns:a16="http://schemas.microsoft.com/office/drawing/2014/main" id="{C475C4C2-FE9E-293B-B40D-6576EDD64206}"/>
              </a:ext>
            </a:extLst>
          </p:cNvPr>
          <p:cNvSpPr/>
          <p:nvPr/>
        </p:nvSpPr>
        <p:spPr>
          <a:xfrm>
            <a:off x="10941877" y="3880760"/>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76" name="四角形: 角を丸くする 75">
            <a:extLst>
              <a:ext uri="{FF2B5EF4-FFF2-40B4-BE49-F238E27FC236}">
                <a16:creationId xmlns:a16="http://schemas.microsoft.com/office/drawing/2014/main" id="{425890E2-8234-5B79-2D36-E3F1D789111A}"/>
              </a:ext>
            </a:extLst>
          </p:cNvPr>
          <p:cNvSpPr/>
          <p:nvPr/>
        </p:nvSpPr>
        <p:spPr>
          <a:xfrm>
            <a:off x="10941877" y="3150001"/>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77" name="四角形: 角を丸くする 76">
            <a:extLst>
              <a:ext uri="{FF2B5EF4-FFF2-40B4-BE49-F238E27FC236}">
                <a16:creationId xmlns:a16="http://schemas.microsoft.com/office/drawing/2014/main" id="{9F828E7B-B04B-E9CB-D6AA-B07D8F6B47D2}"/>
              </a:ext>
            </a:extLst>
          </p:cNvPr>
          <p:cNvSpPr/>
          <p:nvPr/>
        </p:nvSpPr>
        <p:spPr>
          <a:xfrm>
            <a:off x="10151762" y="228178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78" name="四角形: 角を丸くする 77">
            <a:extLst>
              <a:ext uri="{FF2B5EF4-FFF2-40B4-BE49-F238E27FC236}">
                <a16:creationId xmlns:a16="http://schemas.microsoft.com/office/drawing/2014/main" id="{CC016216-AD73-BB5F-8E59-996A25440200}"/>
              </a:ext>
            </a:extLst>
          </p:cNvPr>
          <p:cNvSpPr/>
          <p:nvPr/>
        </p:nvSpPr>
        <p:spPr>
          <a:xfrm>
            <a:off x="10941877" y="1546743"/>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137" name="フローチャート: 論理積ゲート 136">
            <a:extLst>
              <a:ext uri="{FF2B5EF4-FFF2-40B4-BE49-F238E27FC236}">
                <a16:creationId xmlns:a16="http://schemas.microsoft.com/office/drawing/2014/main" id="{509E78AC-612A-6F88-0AE0-93EB05687412}"/>
              </a:ext>
            </a:extLst>
          </p:cNvPr>
          <p:cNvSpPr/>
          <p:nvPr/>
        </p:nvSpPr>
        <p:spPr>
          <a:xfrm>
            <a:off x="1367869" y="6169827"/>
            <a:ext cx="1225730" cy="461826"/>
          </a:xfrm>
          <a:prstGeom prst="flowChartDelay">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原稿用標準書体" panose="03000503000000000000" pitchFamily="66" charset="-128"/>
                <a:ea typeface="原稿用標準書体" panose="03000503000000000000" pitchFamily="66" charset="-128"/>
              </a:rPr>
              <a:t>▶</a:t>
            </a:r>
            <a:r>
              <a:rPr kumimoji="1" lang="en-US" altLang="ja-JP" b="1" dirty="0">
                <a:latin typeface="原稿用標準書体" panose="03000503000000000000" pitchFamily="66" charset="-128"/>
                <a:ea typeface="原稿用標準書体" panose="03000503000000000000" pitchFamily="66" charset="-128"/>
              </a:rPr>
              <a:t>×1</a:t>
            </a:r>
            <a:endParaRPr kumimoji="1" lang="ja-JP" altLang="en-US" b="1" dirty="0">
              <a:latin typeface="原稿用標準書体" panose="03000503000000000000" pitchFamily="66" charset="-128"/>
              <a:ea typeface="原稿用標準書体" panose="03000503000000000000" pitchFamily="66" charset="-128"/>
            </a:endParaRPr>
          </a:p>
        </p:txBody>
      </p:sp>
      <p:sp>
        <p:nvSpPr>
          <p:cNvPr id="139" name="フローチャート: 論理積ゲート 138">
            <a:extLst>
              <a:ext uri="{FF2B5EF4-FFF2-40B4-BE49-F238E27FC236}">
                <a16:creationId xmlns:a16="http://schemas.microsoft.com/office/drawing/2014/main" id="{DBAD33A5-823B-E105-83A0-BD72BA6C55E5}"/>
              </a:ext>
            </a:extLst>
          </p:cNvPr>
          <p:cNvSpPr/>
          <p:nvPr/>
        </p:nvSpPr>
        <p:spPr>
          <a:xfrm>
            <a:off x="2796951" y="6169827"/>
            <a:ext cx="1225730" cy="461826"/>
          </a:xfrm>
          <a:prstGeom prst="flowChartDelay">
            <a:avLst/>
          </a:prstGeom>
          <a:solidFill>
            <a:srgbClr val="CC66FF"/>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原稿用標準書体" panose="03000503000000000000" pitchFamily="66" charset="-128"/>
                <a:ea typeface="原稿用標準書体" panose="03000503000000000000" pitchFamily="66" charset="-128"/>
              </a:rPr>
              <a:t>▶▶</a:t>
            </a:r>
            <a:r>
              <a:rPr kumimoji="1" lang="en-US" altLang="ja-JP" b="1" dirty="0">
                <a:latin typeface="原稿用標準書体" panose="03000503000000000000" pitchFamily="66" charset="-128"/>
                <a:ea typeface="原稿用標準書体" panose="03000503000000000000" pitchFamily="66" charset="-128"/>
              </a:rPr>
              <a:t>×2</a:t>
            </a:r>
            <a:endParaRPr kumimoji="1" lang="ja-JP" altLang="en-US" b="1" dirty="0">
              <a:latin typeface="原稿用標準書体" panose="03000503000000000000" pitchFamily="66" charset="-128"/>
              <a:ea typeface="原稿用標準書体" panose="03000503000000000000" pitchFamily="66" charset="-128"/>
            </a:endParaRPr>
          </a:p>
        </p:txBody>
      </p:sp>
      <p:grpSp>
        <p:nvGrpSpPr>
          <p:cNvPr id="155" name="グループ化 154">
            <a:extLst>
              <a:ext uri="{FF2B5EF4-FFF2-40B4-BE49-F238E27FC236}">
                <a16:creationId xmlns:a16="http://schemas.microsoft.com/office/drawing/2014/main" id="{BF1634E9-C7FF-2118-0AB2-F4D313F9AC74}"/>
              </a:ext>
            </a:extLst>
          </p:cNvPr>
          <p:cNvGrpSpPr/>
          <p:nvPr/>
        </p:nvGrpSpPr>
        <p:grpSpPr>
          <a:xfrm>
            <a:off x="619269" y="6128116"/>
            <a:ext cx="545248" cy="545248"/>
            <a:chOff x="4866575" y="4589624"/>
            <a:chExt cx="914400" cy="914400"/>
          </a:xfrm>
        </p:grpSpPr>
        <p:sp>
          <p:nvSpPr>
            <p:cNvPr id="154" name="四角形: 角を丸くする 153">
              <a:extLst>
                <a:ext uri="{FF2B5EF4-FFF2-40B4-BE49-F238E27FC236}">
                  <a16:creationId xmlns:a16="http://schemas.microsoft.com/office/drawing/2014/main" id="{85478ABD-5B96-96C5-CE0C-489266BDC5FB}"/>
                </a:ext>
              </a:extLst>
            </p:cNvPr>
            <p:cNvSpPr/>
            <p:nvPr/>
          </p:nvSpPr>
          <p:spPr>
            <a:xfrm>
              <a:off x="4866575" y="4589624"/>
              <a:ext cx="914400" cy="914400"/>
            </a:xfrm>
            <a:prstGeom prst="roundRect">
              <a:avLst/>
            </a:prstGeom>
            <a:solidFill>
              <a:schemeClr val="tx1">
                <a:lumMod val="85000"/>
                <a:lumOff val="15000"/>
                <a:alpha val="7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153" name="図 152">
              <a:extLst>
                <a:ext uri="{FF2B5EF4-FFF2-40B4-BE49-F238E27FC236}">
                  <a16:creationId xmlns:a16="http://schemas.microsoft.com/office/drawing/2014/main" id="{B8F9C70E-CC41-628E-A713-5799B607A0F3}"/>
                </a:ext>
              </a:extLst>
            </p:cNvPr>
            <p:cNvPicPr>
              <a:picLocks noChangeAspect="1"/>
            </p:cNvPicPr>
            <p:nvPr/>
          </p:nvPicPr>
          <p:blipFill>
            <a:blip r:embed="rId2">
              <a:lum bright="70000" contrast="-70000"/>
              <a:extLst>
                <a:ext uri="{28A0092B-C50C-407E-A947-70E740481C1C}">
                  <a14:useLocalDpi xmlns:a14="http://schemas.microsoft.com/office/drawing/2010/main" val="0"/>
                </a:ext>
              </a:extLst>
            </a:blip>
            <a:stretch>
              <a:fillRect/>
            </a:stretch>
          </p:blipFill>
          <p:spPr>
            <a:xfrm>
              <a:off x="5014494" y="4737543"/>
              <a:ext cx="618561" cy="618561"/>
            </a:xfrm>
            <a:prstGeom prst="rect">
              <a:avLst/>
            </a:prstGeom>
          </p:spPr>
        </p:pic>
      </p:grpSp>
      <p:grpSp>
        <p:nvGrpSpPr>
          <p:cNvPr id="162" name="グループ化 161">
            <a:extLst>
              <a:ext uri="{FF2B5EF4-FFF2-40B4-BE49-F238E27FC236}">
                <a16:creationId xmlns:a16="http://schemas.microsoft.com/office/drawing/2014/main" id="{70F5EB10-F853-1677-8AB2-EB57F3643D96}"/>
              </a:ext>
            </a:extLst>
          </p:cNvPr>
          <p:cNvGrpSpPr/>
          <p:nvPr/>
        </p:nvGrpSpPr>
        <p:grpSpPr>
          <a:xfrm>
            <a:off x="4366984" y="6169827"/>
            <a:ext cx="3092165" cy="493660"/>
            <a:chOff x="1719571" y="215382"/>
            <a:chExt cx="3888059" cy="426098"/>
          </a:xfrm>
          <a:solidFill>
            <a:schemeClr val="tx1">
              <a:lumMod val="95000"/>
              <a:lumOff val="5000"/>
            </a:schemeClr>
          </a:solidFill>
        </p:grpSpPr>
        <p:sp>
          <p:nvSpPr>
            <p:cNvPr id="166" name="平行四辺形 165">
              <a:extLst>
                <a:ext uri="{FF2B5EF4-FFF2-40B4-BE49-F238E27FC236}">
                  <a16:creationId xmlns:a16="http://schemas.microsoft.com/office/drawing/2014/main" id="{7690435C-06B4-AB22-BA81-487EE1309CDE}"/>
                </a:ext>
              </a:extLst>
            </p:cNvPr>
            <p:cNvSpPr/>
            <p:nvPr/>
          </p:nvSpPr>
          <p:spPr>
            <a:xfrm>
              <a:off x="4751951"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67" name="平行四辺形 166">
              <a:extLst>
                <a:ext uri="{FF2B5EF4-FFF2-40B4-BE49-F238E27FC236}">
                  <a16:creationId xmlns:a16="http://schemas.microsoft.com/office/drawing/2014/main" id="{178DA359-3211-DE50-BE65-A4C63578121E}"/>
                </a:ext>
              </a:extLst>
            </p:cNvPr>
            <p:cNvSpPr/>
            <p:nvPr/>
          </p:nvSpPr>
          <p:spPr>
            <a:xfrm>
              <a:off x="3993856" y="215382"/>
              <a:ext cx="855679" cy="426098"/>
            </a:xfrm>
            <a:prstGeom prst="homePlate">
              <a:avLst/>
            </a:prstGeom>
            <a:solidFill>
              <a:schemeClr val="accent1"/>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65" name="平行四辺形 164">
              <a:extLst>
                <a:ext uri="{FF2B5EF4-FFF2-40B4-BE49-F238E27FC236}">
                  <a16:creationId xmlns:a16="http://schemas.microsoft.com/office/drawing/2014/main" id="{46903ACE-80DB-F8E5-B971-25868A5ED5AB}"/>
                </a:ext>
              </a:extLst>
            </p:cNvPr>
            <p:cNvSpPr/>
            <p:nvPr/>
          </p:nvSpPr>
          <p:spPr>
            <a:xfrm>
              <a:off x="3235761"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64" name="平行四辺形 163">
              <a:extLst>
                <a:ext uri="{FF2B5EF4-FFF2-40B4-BE49-F238E27FC236}">
                  <a16:creationId xmlns:a16="http://schemas.microsoft.com/office/drawing/2014/main" id="{E649336F-EB03-C0C2-AD8E-64FD9EEA9517}"/>
                </a:ext>
              </a:extLst>
            </p:cNvPr>
            <p:cNvSpPr/>
            <p:nvPr/>
          </p:nvSpPr>
          <p:spPr>
            <a:xfrm>
              <a:off x="2477666"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63" name="平行四辺形 162">
              <a:extLst>
                <a:ext uri="{FF2B5EF4-FFF2-40B4-BE49-F238E27FC236}">
                  <a16:creationId xmlns:a16="http://schemas.microsoft.com/office/drawing/2014/main" id="{8DCE5E08-AF57-D081-30A0-BCAA4C54F0D6}"/>
                </a:ext>
              </a:extLst>
            </p:cNvPr>
            <p:cNvSpPr/>
            <p:nvPr/>
          </p:nvSpPr>
          <p:spPr>
            <a:xfrm>
              <a:off x="1719571" y="215382"/>
              <a:ext cx="855679" cy="426098"/>
            </a:xfrm>
            <a:prstGeom prst="homePlate">
              <a:avLst/>
            </a:prstGeom>
            <a:solidFill>
              <a:schemeClr val="accent1"/>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sp>
        <p:nvSpPr>
          <p:cNvPr id="168" name="楕円 167">
            <a:extLst>
              <a:ext uri="{FF2B5EF4-FFF2-40B4-BE49-F238E27FC236}">
                <a16:creationId xmlns:a16="http://schemas.microsoft.com/office/drawing/2014/main" id="{07D9CC1D-A5A0-62A6-33A5-7210A02B70EC}"/>
              </a:ext>
            </a:extLst>
          </p:cNvPr>
          <p:cNvSpPr/>
          <p:nvPr/>
        </p:nvSpPr>
        <p:spPr>
          <a:xfrm>
            <a:off x="5698688"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原稿用標準書体" panose="03000503000000000000" pitchFamily="66" charset="-128"/>
                <a:ea typeface="原稿用標準書体" panose="03000503000000000000" pitchFamily="66" charset="-128"/>
              </a:rPr>
              <a:t>キャラ</a:t>
            </a:r>
          </a:p>
        </p:txBody>
      </p:sp>
      <p:sp>
        <p:nvSpPr>
          <p:cNvPr id="169" name="楕円 168">
            <a:extLst>
              <a:ext uri="{FF2B5EF4-FFF2-40B4-BE49-F238E27FC236}">
                <a16:creationId xmlns:a16="http://schemas.microsoft.com/office/drawing/2014/main" id="{AF803F1D-6670-C2C5-F62E-A73E48474C2B}"/>
              </a:ext>
            </a:extLst>
          </p:cNvPr>
          <p:cNvSpPr/>
          <p:nvPr/>
        </p:nvSpPr>
        <p:spPr>
          <a:xfrm>
            <a:off x="6346227" y="6230426"/>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原稿用標準書体" panose="03000503000000000000" pitchFamily="66" charset="-128"/>
                <a:ea typeface="原稿用標準書体" panose="03000503000000000000" pitchFamily="66" charset="-128"/>
              </a:rPr>
              <a:t>キャラ</a:t>
            </a:r>
          </a:p>
        </p:txBody>
      </p:sp>
      <p:sp>
        <p:nvSpPr>
          <p:cNvPr id="170" name="楕円 169">
            <a:extLst>
              <a:ext uri="{FF2B5EF4-FFF2-40B4-BE49-F238E27FC236}">
                <a16:creationId xmlns:a16="http://schemas.microsoft.com/office/drawing/2014/main" id="{5B6BB610-6B3D-D55C-8FE8-25970A6E3B69}"/>
              </a:ext>
            </a:extLst>
          </p:cNvPr>
          <p:cNvSpPr/>
          <p:nvPr/>
        </p:nvSpPr>
        <p:spPr>
          <a:xfrm>
            <a:off x="6908237"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原稿用標準書体" panose="03000503000000000000" pitchFamily="66" charset="-128"/>
                <a:ea typeface="原稿用標準書体" panose="03000503000000000000" pitchFamily="66" charset="-128"/>
              </a:rPr>
              <a:t>キャラ</a:t>
            </a:r>
          </a:p>
        </p:txBody>
      </p:sp>
      <p:sp>
        <p:nvSpPr>
          <p:cNvPr id="171" name="楕円 170">
            <a:extLst>
              <a:ext uri="{FF2B5EF4-FFF2-40B4-BE49-F238E27FC236}">
                <a16:creationId xmlns:a16="http://schemas.microsoft.com/office/drawing/2014/main" id="{6D665455-E63F-DDBC-9966-5DA54549A2B0}"/>
              </a:ext>
            </a:extLst>
          </p:cNvPr>
          <p:cNvSpPr/>
          <p:nvPr/>
        </p:nvSpPr>
        <p:spPr>
          <a:xfrm>
            <a:off x="5117736"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原稿用標準書体" panose="03000503000000000000" pitchFamily="66" charset="-128"/>
                <a:ea typeface="原稿用標準書体" panose="03000503000000000000" pitchFamily="66" charset="-128"/>
              </a:rPr>
              <a:t>キャラ</a:t>
            </a:r>
          </a:p>
        </p:txBody>
      </p:sp>
      <p:sp>
        <p:nvSpPr>
          <p:cNvPr id="172" name="楕円 171">
            <a:extLst>
              <a:ext uri="{FF2B5EF4-FFF2-40B4-BE49-F238E27FC236}">
                <a16:creationId xmlns:a16="http://schemas.microsoft.com/office/drawing/2014/main" id="{9518B514-6FEC-4A7C-CA3F-5563AAF96312}"/>
              </a:ext>
            </a:extLst>
          </p:cNvPr>
          <p:cNvSpPr/>
          <p:nvPr/>
        </p:nvSpPr>
        <p:spPr>
          <a:xfrm>
            <a:off x="4495793"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原稿用標準書体" panose="03000503000000000000" pitchFamily="66" charset="-128"/>
                <a:ea typeface="原稿用標準書体" panose="03000503000000000000" pitchFamily="66" charset="-128"/>
              </a:rPr>
              <a:t>キャラ</a:t>
            </a:r>
          </a:p>
        </p:txBody>
      </p:sp>
      <p:cxnSp>
        <p:nvCxnSpPr>
          <p:cNvPr id="174" name="直線コネクタ 173">
            <a:extLst>
              <a:ext uri="{FF2B5EF4-FFF2-40B4-BE49-F238E27FC236}">
                <a16:creationId xmlns:a16="http://schemas.microsoft.com/office/drawing/2014/main" id="{20BBD9DA-03BD-3282-D006-5CCBC7432D0F}"/>
              </a:ext>
            </a:extLst>
          </p:cNvPr>
          <p:cNvCxnSpPr>
            <a:cxnSpLocks/>
          </p:cNvCxnSpPr>
          <p:nvPr/>
        </p:nvCxnSpPr>
        <p:spPr>
          <a:xfrm>
            <a:off x="4712882" y="6663487"/>
            <a:ext cx="3658847" cy="0"/>
          </a:xfrm>
          <a:prstGeom prst="line">
            <a:avLst/>
          </a:prstGeom>
          <a:ln w="38100">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175" name="テキスト ボックス 174">
            <a:extLst>
              <a:ext uri="{FF2B5EF4-FFF2-40B4-BE49-F238E27FC236}">
                <a16:creationId xmlns:a16="http://schemas.microsoft.com/office/drawing/2014/main" id="{49A7C0DF-FEDB-B089-D2CD-E3EBACD5EDBE}"/>
              </a:ext>
            </a:extLst>
          </p:cNvPr>
          <p:cNvSpPr txBox="1"/>
          <p:nvPr/>
        </p:nvSpPr>
        <p:spPr>
          <a:xfrm>
            <a:off x="4871979" y="151566"/>
            <a:ext cx="2448043" cy="584775"/>
          </a:xfrm>
          <a:prstGeom prst="rect">
            <a:avLst/>
          </a:prstGeom>
          <a:noFill/>
        </p:spPr>
        <p:txBody>
          <a:bodyPr wrap="square" rtlCol="0">
            <a:spAutoFit/>
          </a:bodyPr>
          <a:lstStyle/>
          <a:p>
            <a:pPr algn="ctr"/>
            <a:r>
              <a:rPr lang="en-US" altLang="ja-JP" sz="2000" b="1" dirty="0">
                <a:solidFill>
                  <a:schemeClr val="bg1">
                    <a:lumMod val="95000"/>
                  </a:schemeClr>
                </a:solidFill>
                <a:latin typeface="原稿用標準書体" panose="03000503000000000000" pitchFamily="66" charset="-128"/>
                <a:ea typeface="原稿用標準書体" panose="03000503000000000000" pitchFamily="66" charset="-128"/>
              </a:rPr>
              <a:t>TURN</a:t>
            </a:r>
            <a:r>
              <a:rPr kumimoji="1" lang="en-US" altLang="ja-JP" sz="2000" b="1" dirty="0">
                <a:solidFill>
                  <a:schemeClr val="bg1">
                    <a:lumMod val="95000"/>
                  </a:schemeClr>
                </a:solidFill>
                <a:latin typeface="原稿用標準書体" panose="03000503000000000000" pitchFamily="66" charset="-128"/>
                <a:ea typeface="原稿用標準書体" panose="03000503000000000000" pitchFamily="66" charset="-128"/>
              </a:rPr>
              <a:t> </a:t>
            </a:r>
            <a:r>
              <a:rPr kumimoji="1" lang="en-US" altLang="ja-JP" sz="3200" b="1" dirty="0">
                <a:solidFill>
                  <a:schemeClr val="bg1">
                    <a:lumMod val="95000"/>
                  </a:schemeClr>
                </a:solidFill>
                <a:latin typeface="原稿用標準書体" panose="03000503000000000000" pitchFamily="66" charset="-128"/>
                <a:ea typeface="原稿用標準書体" panose="03000503000000000000" pitchFamily="66" charset="-128"/>
              </a:rPr>
              <a:t>0</a:t>
            </a:r>
            <a:endParaRPr kumimoji="1" lang="ja-JP" altLang="en-US" sz="3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76" name="テキスト ボックス 175">
            <a:extLst>
              <a:ext uri="{FF2B5EF4-FFF2-40B4-BE49-F238E27FC236}">
                <a16:creationId xmlns:a16="http://schemas.microsoft.com/office/drawing/2014/main" id="{569C40A1-7FAA-0EFA-5A2D-FFE26AAC39E2}"/>
              </a:ext>
            </a:extLst>
          </p:cNvPr>
          <p:cNvSpPr txBox="1"/>
          <p:nvPr/>
        </p:nvSpPr>
        <p:spPr>
          <a:xfrm>
            <a:off x="7592349" y="6141824"/>
            <a:ext cx="659155" cy="369332"/>
          </a:xfrm>
          <a:prstGeom prst="rect">
            <a:avLst/>
          </a:prstGeom>
          <a:noFill/>
        </p:spPr>
        <p:txBody>
          <a:bodyPr wrap="none" rtlCol="0">
            <a:spAutoFit/>
          </a:bodyPr>
          <a:lstStyle/>
          <a:p>
            <a:pPr algn="ctr"/>
            <a:r>
              <a:rPr kumimoji="1" lang="en-US" altLang="ja-JP" sz="1400" b="1" dirty="0">
                <a:solidFill>
                  <a:schemeClr val="bg1">
                    <a:lumMod val="95000"/>
                  </a:schemeClr>
                </a:solidFill>
                <a:latin typeface="原稿用標準書体" panose="03000503000000000000" pitchFamily="66" charset="-128"/>
                <a:ea typeface="原稿用標準書体" panose="03000503000000000000" pitchFamily="66" charset="-128"/>
              </a:rPr>
              <a:t>TRUN</a:t>
            </a:r>
            <a:r>
              <a:rPr kumimoji="1" lang="en-US" altLang="ja-JP" b="1" dirty="0">
                <a:solidFill>
                  <a:schemeClr val="bg1">
                    <a:lumMod val="95000"/>
                  </a:schemeClr>
                </a:solidFill>
                <a:latin typeface="原稿用標準書体" panose="03000503000000000000" pitchFamily="66" charset="-128"/>
                <a:ea typeface="原稿用標準書体" panose="03000503000000000000" pitchFamily="66" charset="-128"/>
              </a:rPr>
              <a:t>0</a:t>
            </a:r>
            <a:endParaRPr kumimoji="1" lang="ja-JP" altLang="en-US"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87" name="テキスト ボックス 86">
            <a:extLst>
              <a:ext uri="{FF2B5EF4-FFF2-40B4-BE49-F238E27FC236}">
                <a16:creationId xmlns:a16="http://schemas.microsoft.com/office/drawing/2014/main" id="{93080E20-707A-8EA5-62A1-0BB462897FD7}"/>
              </a:ext>
            </a:extLst>
          </p:cNvPr>
          <p:cNvSpPr txBox="1"/>
          <p:nvPr/>
        </p:nvSpPr>
        <p:spPr>
          <a:xfrm>
            <a:off x="777314" y="151566"/>
            <a:ext cx="595035" cy="584775"/>
          </a:xfrm>
          <a:prstGeom prst="rect">
            <a:avLst/>
          </a:prstGeom>
          <a:noFill/>
        </p:spPr>
        <p:txBody>
          <a:bodyPr wrap="none" rtlCol="0">
            <a:spAutoFit/>
          </a:bodyPr>
          <a:lstStyle/>
          <a:p>
            <a:r>
              <a:rPr kumimoji="1" lang="en-US" altLang="ja-JP" sz="3200" b="1" dirty="0">
                <a:solidFill>
                  <a:schemeClr val="bg1">
                    <a:lumMod val="95000"/>
                  </a:schemeClr>
                </a:solidFill>
                <a:latin typeface="原稿用標準書体" panose="03000503000000000000" pitchFamily="66" charset="-128"/>
                <a:ea typeface="原稿用標準書体" panose="03000503000000000000" pitchFamily="66" charset="-128"/>
              </a:rPr>
              <a:t>EF</a:t>
            </a:r>
            <a:endParaRPr kumimoji="1" lang="ja-JP" altLang="en-US" sz="3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197" name="グループ化 196">
            <a:extLst>
              <a:ext uri="{FF2B5EF4-FFF2-40B4-BE49-F238E27FC236}">
                <a16:creationId xmlns:a16="http://schemas.microsoft.com/office/drawing/2014/main" id="{1AD1AFFA-6623-55DC-E601-175D31C2EA72}"/>
              </a:ext>
            </a:extLst>
          </p:cNvPr>
          <p:cNvGrpSpPr/>
          <p:nvPr/>
        </p:nvGrpSpPr>
        <p:grpSpPr>
          <a:xfrm>
            <a:off x="2034000" y="3044825"/>
            <a:ext cx="1505416" cy="601824"/>
            <a:chOff x="1980734" y="3149081"/>
            <a:chExt cx="1505416" cy="601824"/>
          </a:xfrm>
        </p:grpSpPr>
        <p:sp>
          <p:nvSpPr>
            <p:cNvPr id="30" name="楕円 29">
              <a:extLst>
                <a:ext uri="{FF2B5EF4-FFF2-40B4-BE49-F238E27FC236}">
                  <a16:creationId xmlns:a16="http://schemas.microsoft.com/office/drawing/2014/main" id="{ECCC2B11-B89B-3DAE-9C02-3399F63DE302}"/>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186" name="グループ化 185">
              <a:extLst>
                <a:ext uri="{FF2B5EF4-FFF2-40B4-BE49-F238E27FC236}">
                  <a16:creationId xmlns:a16="http://schemas.microsoft.com/office/drawing/2014/main" id="{582496A2-DE8A-652A-CDB5-5B2BAF0928BE}"/>
                </a:ext>
              </a:extLst>
            </p:cNvPr>
            <p:cNvGrpSpPr/>
            <p:nvPr/>
          </p:nvGrpSpPr>
          <p:grpSpPr>
            <a:xfrm>
              <a:off x="1980734" y="3175652"/>
              <a:ext cx="1505416" cy="575253"/>
              <a:chOff x="1980734" y="3175652"/>
              <a:chExt cx="1505416" cy="575253"/>
            </a:xfrm>
          </p:grpSpPr>
          <p:grpSp>
            <p:nvGrpSpPr>
              <p:cNvPr id="126" name="グループ化 125">
                <a:extLst>
                  <a:ext uri="{FF2B5EF4-FFF2-40B4-BE49-F238E27FC236}">
                    <a16:creationId xmlns:a16="http://schemas.microsoft.com/office/drawing/2014/main" id="{4B7BF86B-E00D-EE74-D3BC-EFDD1813A27E}"/>
                  </a:ext>
                </a:extLst>
              </p:cNvPr>
              <p:cNvGrpSpPr/>
              <p:nvPr/>
            </p:nvGrpSpPr>
            <p:grpSpPr>
              <a:xfrm>
                <a:off x="1980734" y="3473931"/>
                <a:ext cx="1505416" cy="276974"/>
                <a:chOff x="4194668" y="3607669"/>
                <a:chExt cx="1105960" cy="276974"/>
              </a:xfrm>
            </p:grpSpPr>
            <p:sp>
              <p:nvSpPr>
                <p:cNvPr id="120" name="四角形: 角を丸くする 119">
                  <a:extLst>
                    <a:ext uri="{FF2B5EF4-FFF2-40B4-BE49-F238E27FC236}">
                      <a16:creationId xmlns:a16="http://schemas.microsoft.com/office/drawing/2014/main" id="{E22E360D-18D7-2345-D3B1-245A0961E5F7}"/>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125" name="図 124">
                  <a:extLst>
                    <a:ext uri="{FF2B5EF4-FFF2-40B4-BE49-F238E27FC236}">
                      <a16:creationId xmlns:a16="http://schemas.microsoft.com/office/drawing/2014/main" id="{1142D382-828F-DF5F-EE92-31875EE0555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85" name="テキスト ボックス 184">
                <a:extLst>
                  <a:ext uri="{FF2B5EF4-FFF2-40B4-BE49-F238E27FC236}">
                    <a16:creationId xmlns:a16="http://schemas.microsoft.com/office/drawing/2014/main" id="{97781FB3-B007-7FC8-C29F-1221F3C5779A}"/>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nvGrpSpPr>
          <p:cNvPr id="198" name="グループ化 197">
            <a:extLst>
              <a:ext uri="{FF2B5EF4-FFF2-40B4-BE49-F238E27FC236}">
                <a16:creationId xmlns:a16="http://schemas.microsoft.com/office/drawing/2014/main" id="{84B19F60-0481-AA12-CB9E-779526605CF5}"/>
              </a:ext>
            </a:extLst>
          </p:cNvPr>
          <p:cNvGrpSpPr/>
          <p:nvPr/>
        </p:nvGrpSpPr>
        <p:grpSpPr>
          <a:xfrm>
            <a:off x="1376410" y="3905835"/>
            <a:ext cx="1505416" cy="601824"/>
            <a:chOff x="1980734" y="3149081"/>
            <a:chExt cx="1505416" cy="601824"/>
          </a:xfrm>
        </p:grpSpPr>
        <p:sp>
          <p:nvSpPr>
            <p:cNvPr id="199" name="楕円 198">
              <a:extLst>
                <a:ext uri="{FF2B5EF4-FFF2-40B4-BE49-F238E27FC236}">
                  <a16:creationId xmlns:a16="http://schemas.microsoft.com/office/drawing/2014/main" id="{FA0ABB39-12E2-7B7C-8DDD-E83185560CA5}"/>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200" name="グループ化 199">
              <a:extLst>
                <a:ext uri="{FF2B5EF4-FFF2-40B4-BE49-F238E27FC236}">
                  <a16:creationId xmlns:a16="http://schemas.microsoft.com/office/drawing/2014/main" id="{CE408F1A-2E99-C28A-A091-6016165EA09C}"/>
                </a:ext>
              </a:extLst>
            </p:cNvPr>
            <p:cNvGrpSpPr/>
            <p:nvPr/>
          </p:nvGrpSpPr>
          <p:grpSpPr>
            <a:xfrm>
              <a:off x="1980734" y="3175652"/>
              <a:ext cx="1505416" cy="575253"/>
              <a:chOff x="1980734" y="3175652"/>
              <a:chExt cx="1505416" cy="575253"/>
            </a:xfrm>
          </p:grpSpPr>
          <p:grpSp>
            <p:nvGrpSpPr>
              <p:cNvPr id="201" name="グループ化 200">
                <a:extLst>
                  <a:ext uri="{FF2B5EF4-FFF2-40B4-BE49-F238E27FC236}">
                    <a16:creationId xmlns:a16="http://schemas.microsoft.com/office/drawing/2014/main" id="{3D1F2BAC-4FB4-63C8-A48A-FF82EFD69DBC}"/>
                  </a:ext>
                </a:extLst>
              </p:cNvPr>
              <p:cNvGrpSpPr/>
              <p:nvPr/>
            </p:nvGrpSpPr>
            <p:grpSpPr>
              <a:xfrm>
                <a:off x="1980734" y="3473931"/>
                <a:ext cx="1505416" cy="276974"/>
                <a:chOff x="4194668" y="3607669"/>
                <a:chExt cx="1105960" cy="276974"/>
              </a:xfrm>
            </p:grpSpPr>
            <p:sp>
              <p:nvSpPr>
                <p:cNvPr id="203" name="四角形: 角を丸くする 202">
                  <a:extLst>
                    <a:ext uri="{FF2B5EF4-FFF2-40B4-BE49-F238E27FC236}">
                      <a16:creationId xmlns:a16="http://schemas.microsoft.com/office/drawing/2014/main" id="{F9064F83-678E-6D10-6DB4-DD4842FCF73C}"/>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204" name="図 203">
                  <a:extLst>
                    <a:ext uri="{FF2B5EF4-FFF2-40B4-BE49-F238E27FC236}">
                      <a16:creationId xmlns:a16="http://schemas.microsoft.com/office/drawing/2014/main" id="{FAA9FFBC-C49D-78D4-B02C-7C3B8236D3B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02" name="テキスト ボックス 201">
                <a:extLst>
                  <a:ext uri="{FF2B5EF4-FFF2-40B4-BE49-F238E27FC236}">
                    <a16:creationId xmlns:a16="http://schemas.microsoft.com/office/drawing/2014/main" id="{BDD10079-550F-4B67-3615-D327DAB9A903}"/>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nvGrpSpPr>
          <p:cNvPr id="205" name="グループ化 204">
            <a:extLst>
              <a:ext uri="{FF2B5EF4-FFF2-40B4-BE49-F238E27FC236}">
                <a16:creationId xmlns:a16="http://schemas.microsoft.com/office/drawing/2014/main" id="{C089BDE4-4B84-AAB2-70F9-83CE5FEB406E}"/>
              </a:ext>
            </a:extLst>
          </p:cNvPr>
          <p:cNvGrpSpPr/>
          <p:nvPr/>
        </p:nvGrpSpPr>
        <p:grpSpPr>
          <a:xfrm>
            <a:off x="1376410" y="4625847"/>
            <a:ext cx="1505416" cy="601824"/>
            <a:chOff x="1980734" y="3149081"/>
            <a:chExt cx="1505416" cy="601824"/>
          </a:xfrm>
        </p:grpSpPr>
        <p:sp>
          <p:nvSpPr>
            <p:cNvPr id="206" name="楕円 205">
              <a:extLst>
                <a:ext uri="{FF2B5EF4-FFF2-40B4-BE49-F238E27FC236}">
                  <a16:creationId xmlns:a16="http://schemas.microsoft.com/office/drawing/2014/main" id="{6D380CEE-0DC7-F9F0-649B-7D08C3890429}"/>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207" name="グループ化 206">
              <a:extLst>
                <a:ext uri="{FF2B5EF4-FFF2-40B4-BE49-F238E27FC236}">
                  <a16:creationId xmlns:a16="http://schemas.microsoft.com/office/drawing/2014/main" id="{1EC63EC0-3C15-CF12-3D6D-DB67ECC054F9}"/>
                </a:ext>
              </a:extLst>
            </p:cNvPr>
            <p:cNvGrpSpPr/>
            <p:nvPr/>
          </p:nvGrpSpPr>
          <p:grpSpPr>
            <a:xfrm>
              <a:off x="1980734" y="3175652"/>
              <a:ext cx="1505416" cy="575253"/>
              <a:chOff x="1980734" y="3175652"/>
              <a:chExt cx="1505416" cy="575253"/>
            </a:xfrm>
          </p:grpSpPr>
          <p:grpSp>
            <p:nvGrpSpPr>
              <p:cNvPr id="208" name="グループ化 207">
                <a:extLst>
                  <a:ext uri="{FF2B5EF4-FFF2-40B4-BE49-F238E27FC236}">
                    <a16:creationId xmlns:a16="http://schemas.microsoft.com/office/drawing/2014/main" id="{BF018EF2-3344-D1D2-51B1-57BE06A75EF1}"/>
                  </a:ext>
                </a:extLst>
              </p:cNvPr>
              <p:cNvGrpSpPr/>
              <p:nvPr/>
            </p:nvGrpSpPr>
            <p:grpSpPr>
              <a:xfrm>
                <a:off x="1980734" y="3473931"/>
                <a:ext cx="1505416" cy="276974"/>
                <a:chOff x="4194668" y="3607669"/>
                <a:chExt cx="1105960" cy="276974"/>
              </a:xfrm>
            </p:grpSpPr>
            <p:sp>
              <p:nvSpPr>
                <p:cNvPr id="210" name="四角形: 角を丸くする 209">
                  <a:extLst>
                    <a:ext uri="{FF2B5EF4-FFF2-40B4-BE49-F238E27FC236}">
                      <a16:creationId xmlns:a16="http://schemas.microsoft.com/office/drawing/2014/main" id="{337EDDF5-20EA-C00E-0737-534DAAB932C4}"/>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211" name="図 210">
                  <a:extLst>
                    <a:ext uri="{FF2B5EF4-FFF2-40B4-BE49-F238E27FC236}">
                      <a16:creationId xmlns:a16="http://schemas.microsoft.com/office/drawing/2014/main" id="{B25A9E93-E814-E96A-DA9E-A8663B2E261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09" name="テキスト ボックス 208">
                <a:extLst>
                  <a:ext uri="{FF2B5EF4-FFF2-40B4-BE49-F238E27FC236}">
                    <a16:creationId xmlns:a16="http://schemas.microsoft.com/office/drawing/2014/main" id="{A222A11C-9FF9-EFD6-14AF-B83D379856E8}"/>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nvGrpSpPr>
          <p:cNvPr id="212" name="グループ化 211">
            <a:extLst>
              <a:ext uri="{FF2B5EF4-FFF2-40B4-BE49-F238E27FC236}">
                <a16:creationId xmlns:a16="http://schemas.microsoft.com/office/drawing/2014/main" id="{6AD0CDF0-BC69-2F05-9065-BD55C8424A40}"/>
              </a:ext>
            </a:extLst>
          </p:cNvPr>
          <p:cNvGrpSpPr/>
          <p:nvPr/>
        </p:nvGrpSpPr>
        <p:grpSpPr>
          <a:xfrm>
            <a:off x="1376410" y="5365069"/>
            <a:ext cx="1505416" cy="601824"/>
            <a:chOff x="1980734" y="3149081"/>
            <a:chExt cx="1505416" cy="601824"/>
          </a:xfrm>
        </p:grpSpPr>
        <p:sp>
          <p:nvSpPr>
            <p:cNvPr id="213" name="楕円 212">
              <a:extLst>
                <a:ext uri="{FF2B5EF4-FFF2-40B4-BE49-F238E27FC236}">
                  <a16:creationId xmlns:a16="http://schemas.microsoft.com/office/drawing/2014/main" id="{9E1A672B-6C05-9306-58AB-FF8F8978BF45}"/>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214" name="グループ化 213">
              <a:extLst>
                <a:ext uri="{FF2B5EF4-FFF2-40B4-BE49-F238E27FC236}">
                  <a16:creationId xmlns:a16="http://schemas.microsoft.com/office/drawing/2014/main" id="{8391B522-D700-A537-F5EF-2275243892BE}"/>
                </a:ext>
              </a:extLst>
            </p:cNvPr>
            <p:cNvGrpSpPr/>
            <p:nvPr/>
          </p:nvGrpSpPr>
          <p:grpSpPr>
            <a:xfrm>
              <a:off x="1980734" y="3175652"/>
              <a:ext cx="1505416" cy="575253"/>
              <a:chOff x="1980734" y="3175652"/>
              <a:chExt cx="1505416" cy="575253"/>
            </a:xfrm>
          </p:grpSpPr>
          <p:grpSp>
            <p:nvGrpSpPr>
              <p:cNvPr id="215" name="グループ化 214">
                <a:extLst>
                  <a:ext uri="{FF2B5EF4-FFF2-40B4-BE49-F238E27FC236}">
                    <a16:creationId xmlns:a16="http://schemas.microsoft.com/office/drawing/2014/main" id="{11F310FD-CEF8-DAFF-88EA-FAD844C3BD0F}"/>
                  </a:ext>
                </a:extLst>
              </p:cNvPr>
              <p:cNvGrpSpPr/>
              <p:nvPr/>
            </p:nvGrpSpPr>
            <p:grpSpPr>
              <a:xfrm>
                <a:off x="1980734" y="3473931"/>
                <a:ext cx="1505416" cy="276974"/>
                <a:chOff x="4194668" y="3607669"/>
                <a:chExt cx="1105960" cy="276974"/>
              </a:xfrm>
            </p:grpSpPr>
            <p:sp>
              <p:nvSpPr>
                <p:cNvPr id="217" name="四角形: 角を丸くする 216">
                  <a:extLst>
                    <a:ext uri="{FF2B5EF4-FFF2-40B4-BE49-F238E27FC236}">
                      <a16:creationId xmlns:a16="http://schemas.microsoft.com/office/drawing/2014/main" id="{9E959E11-443A-6ED7-3955-783E8C20D922}"/>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218" name="図 217">
                  <a:extLst>
                    <a:ext uri="{FF2B5EF4-FFF2-40B4-BE49-F238E27FC236}">
                      <a16:creationId xmlns:a16="http://schemas.microsoft.com/office/drawing/2014/main" id="{01DCD129-86B0-82CB-42E2-DCA6EAA2885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16" name="テキスト ボックス 215">
                <a:extLst>
                  <a:ext uri="{FF2B5EF4-FFF2-40B4-BE49-F238E27FC236}">
                    <a16:creationId xmlns:a16="http://schemas.microsoft.com/office/drawing/2014/main" id="{B37EDA49-5E77-ED50-4391-21ADC81B466C}"/>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nvGrpSpPr>
          <p:cNvPr id="219" name="グループ化 218">
            <a:extLst>
              <a:ext uri="{FF2B5EF4-FFF2-40B4-BE49-F238E27FC236}">
                <a16:creationId xmlns:a16="http://schemas.microsoft.com/office/drawing/2014/main" id="{22A3415A-858B-968E-E249-B841D1937934}"/>
              </a:ext>
            </a:extLst>
          </p:cNvPr>
          <p:cNvGrpSpPr/>
          <p:nvPr/>
        </p:nvGrpSpPr>
        <p:grpSpPr>
          <a:xfrm>
            <a:off x="1376410" y="2297599"/>
            <a:ext cx="1505416" cy="601824"/>
            <a:chOff x="1980734" y="3149081"/>
            <a:chExt cx="1505416" cy="601824"/>
          </a:xfrm>
        </p:grpSpPr>
        <p:sp>
          <p:nvSpPr>
            <p:cNvPr id="220" name="楕円 219">
              <a:extLst>
                <a:ext uri="{FF2B5EF4-FFF2-40B4-BE49-F238E27FC236}">
                  <a16:creationId xmlns:a16="http://schemas.microsoft.com/office/drawing/2014/main" id="{5937D746-3C24-5006-6CD8-197D5838B052}"/>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221" name="グループ化 220">
              <a:extLst>
                <a:ext uri="{FF2B5EF4-FFF2-40B4-BE49-F238E27FC236}">
                  <a16:creationId xmlns:a16="http://schemas.microsoft.com/office/drawing/2014/main" id="{CE3555E1-5517-2C24-61E4-3B51D6E7B846}"/>
                </a:ext>
              </a:extLst>
            </p:cNvPr>
            <p:cNvGrpSpPr/>
            <p:nvPr/>
          </p:nvGrpSpPr>
          <p:grpSpPr>
            <a:xfrm>
              <a:off x="1980734" y="3175652"/>
              <a:ext cx="1505416" cy="575253"/>
              <a:chOff x="1980734" y="3175652"/>
              <a:chExt cx="1505416" cy="575253"/>
            </a:xfrm>
          </p:grpSpPr>
          <p:grpSp>
            <p:nvGrpSpPr>
              <p:cNvPr id="222" name="グループ化 221">
                <a:extLst>
                  <a:ext uri="{FF2B5EF4-FFF2-40B4-BE49-F238E27FC236}">
                    <a16:creationId xmlns:a16="http://schemas.microsoft.com/office/drawing/2014/main" id="{18250966-75FB-379E-3036-EC3818474DB3}"/>
                  </a:ext>
                </a:extLst>
              </p:cNvPr>
              <p:cNvGrpSpPr/>
              <p:nvPr/>
            </p:nvGrpSpPr>
            <p:grpSpPr>
              <a:xfrm>
                <a:off x="1980734" y="3473931"/>
                <a:ext cx="1505416" cy="276974"/>
                <a:chOff x="4194668" y="3607669"/>
                <a:chExt cx="1105960" cy="276974"/>
              </a:xfrm>
            </p:grpSpPr>
            <p:sp>
              <p:nvSpPr>
                <p:cNvPr id="224" name="四角形: 角を丸くする 223">
                  <a:extLst>
                    <a:ext uri="{FF2B5EF4-FFF2-40B4-BE49-F238E27FC236}">
                      <a16:creationId xmlns:a16="http://schemas.microsoft.com/office/drawing/2014/main" id="{EC247C8E-0B76-2BA9-0814-72FF365C4462}"/>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225" name="図 224">
                  <a:extLst>
                    <a:ext uri="{FF2B5EF4-FFF2-40B4-BE49-F238E27FC236}">
                      <a16:creationId xmlns:a16="http://schemas.microsoft.com/office/drawing/2014/main" id="{53950296-C967-FC2D-A59F-216F17C449E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23" name="テキスト ボックス 222">
                <a:extLst>
                  <a:ext uri="{FF2B5EF4-FFF2-40B4-BE49-F238E27FC236}">
                    <a16:creationId xmlns:a16="http://schemas.microsoft.com/office/drawing/2014/main" id="{D7F3D136-9007-6009-59C3-289142E88C36}"/>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nvGrpSpPr>
          <p:cNvPr id="226" name="グループ化 225">
            <a:extLst>
              <a:ext uri="{FF2B5EF4-FFF2-40B4-BE49-F238E27FC236}">
                <a16:creationId xmlns:a16="http://schemas.microsoft.com/office/drawing/2014/main" id="{EEE40CB4-12B2-3C2D-52E8-9E37642BB101}"/>
              </a:ext>
            </a:extLst>
          </p:cNvPr>
          <p:cNvGrpSpPr/>
          <p:nvPr/>
        </p:nvGrpSpPr>
        <p:grpSpPr>
          <a:xfrm>
            <a:off x="1376410" y="856537"/>
            <a:ext cx="1505416" cy="601824"/>
            <a:chOff x="1980734" y="3149081"/>
            <a:chExt cx="1505416" cy="601824"/>
          </a:xfrm>
        </p:grpSpPr>
        <p:sp>
          <p:nvSpPr>
            <p:cNvPr id="227" name="楕円 226">
              <a:extLst>
                <a:ext uri="{FF2B5EF4-FFF2-40B4-BE49-F238E27FC236}">
                  <a16:creationId xmlns:a16="http://schemas.microsoft.com/office/drawing/2014/main" id="{DE076770-0FCD-7BE0-23EE-FE6C125AEB96}"/>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228" name="グループ化 227">
              <a:extLst>
                <a:ext uri="{FF2B5EF4-FFF2-40B4-BE49-F238E27FC236}">
                  <a16:creationId xmlns:a16="http://schemas.microsoft.com/office/drawing/2014/main" id="{80241DC5-64F0-BBD1-23AA-7990CBFBA7DD}"/>
                </a:ext>
              </a:extLst>
            </p:cNvPr>
            <p:cNvGrpSpPr/>
            <p:nvPr/>
          </p:nvGrpSpPr>
          <p:grpSpPr>
            <a:xfrm>
              <a:off x="1980734" y="3175652"/>
              <a:ext cx="1505416" cy="575253"/>
              <a:chOff x="1980734" y="3175652"/>
              <a:chExt cx="1505416" cy="575253"/>
            </a:xfrm>
          </p:grpSpPr>
          <p:grpSp>
            <p:nvGrpSpPr>
              <p:cNvPr id="229" name="グループ化 228">
                <a:extLst>
                  <a:ext uri="{FF2B5EF4-FFF2-40B4-BE49-F238E27FC236}">
                    <a16:creationId xmlns:a16="http://schemas.microsoft.com/office/drawing/2014/main" id="{D29804B0-EED7-0200-FB9B-CF9556477EA6}"/>
                  </a:ext>
                </a:extLst>
              </p:cNvPr>
              <p:cNvGrpSpPr/>
              <p:nvPr/>
            </p:nvGrpSpPr>
            <p:grpSpPr>
              <a:xfrm>
                <a:off x="1980734" y="3473931"/>
                <a:ext cx="1505416" cy="276974"/>
                <a:chOff x="4194668" y="3607669"/>
                <a:chExt cx="1105960" cy="276974"/>
              </a:xfrm>
            </p:grpSpPr>
            <p:sp>
              <p:nvSpPr>
                <p:cNvPr id="231" name="四角形: 角を丸くする 230">
                  <a:extLst>
                    <a:ext uri="{FF2B5EF4-FFF2-40B4-BE49-F238E27FC236}">
                      <a16:creationId xmlns:a16="http://schemas.microsoft.com/office/drawing/2014/main" id="{DD51EA09-830C-3845-163A-FFC44BE92C6A}"/>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232" name="図 231">
                  <a:extLst>
                    <a:ext uri="{FF2B5EF4-FFF2-40B4-BE49-F238E27FC236}">
                      <a16:creationId xmlns:a16="http://schemas.microsoft.com/office/drawing/2014/main" id="{3DC511CD-B91B-C7DE-342B-11BD19329D3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30" name="テキスト ボックス 229">
                <a:extLst>
                  <a:ext uri="{FF2B5EF4-FFF2-40B4-BE49-F238E27FC236}">
                    <a16:creationId xmlns:a16="http://schemas.microsoft.com/office/drawing/2014/main" id="{F5367F12-EE97-7B51-FB87-A43057D1D182}"/>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nvGrpSpPr>
          <p:cNvPr id="233" name="グループ化 232">
            <a:extLst>
              <a:ext uri="{FF2B5EF4-FFF2-40B4-BE49-F238E27FC236}">
                <a16:creationId xmlns:a16="http://schemas.microsoft.com/office/drawing/2014/main" id="{38C3ABF5-2A42-087C-CCE9-9B5F9F2EF500}"/>
              </a:ext>
            </a:extLst>
          </p:cNvPr>
          <p:cNvGrpSpPr/>
          <p:nvPr/>
        </p:nvGrpSpPr>
        <p:grpSpPr>
          <a:xfrm>
            <a:off x="1376410" y="1562036"/>
            <a:ext cx="1505416" cy="601824"/>
            <a:chOff x="1980734" y="3149081"/>
            <a:chExt cx="1505416" cy="601824"/>
          </a:xfrm>
        </p:grpSpPr>
        <p:sp>
          <p:nvSpPr>
            <p:cNvPr id="234" name="楕円 233">
              <a:extLst>
                <a:ext uri="{FF2B5EF4-FFF2-40B4-BE49-F238E27FC236}">
                  <a16:creationId xmlns:a16="http://schemas.microsoft.com/office/drawing/2014/main" id="{CB6E5FAE-45B4-4BB0-1A67-F8E49B8FC2E3}"/>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235" name="グループ化 234">
              <a:extLst>
                <a:ext uri="{FF2B5EF4-FFF2-40B4-BE49-F238E27FC236}">
                  <a16:creationId xmlns:a16="http://schemas.microsoft.com/office/drawing/2014/main" id="{979F1B98-686B-4AB7-3F4B-30D03DD0A31B}"/>
                </a:ext>
              </a:extLst>
            </p:cNvPr>
            <p:cNvGrpSpPr/>
            <p:nvPr/>
          </p:nvGrpSpPr>
          <p:grpSpPr>
            <a:xfrm>
              <a:off x="1980734" y="3175652"/>
              <a:ext cx="1505416" cy="575253"/>
              <a:chOff x="1980734" y="3175652"/>
              <a:chExt cx="1505416" cy="575253"/>
            </a:xfrm>
          </p:grpSpPr>
          <p:grpSp>
            <p:nvGrpSpPr>
              <p:cNvPr id="236" name="グループ化 235">
                <a:extLst>
                  <a:ext uri="{FF2B5EF4-FFF2-40B4-BE49-F238E27FC236}">
                    <a16:creationId xmlns:a16="http://schemas.microsoft.com/office/drawing/2014/main" id="{2268279F-9B09-FADD-A640-D25CDAD16828}"/>
                  </a:ext>
                </a:extLst>
              </p:cNvPr>
              <p:cNvGrpSpPr/>
              <p:nvPr/>
            </p:nvGrpSpPr>
            <p:grpSpPr>
              <a:xfrm>
                <a:off x="1980734" y="3473931"/>
                <a:ext cx="1505416" cy="276974"/>
                <a:chOff x="4194668" y="3607669"/>
                <a:chExt cx="1105960" cy="276974"/>
              </a:xfrm>
            </p:grpSpPr>
            <p:sp>
              <p:nvSpPr>
                <p:cNvPr id="238" name="四角形: 角を丸くする 237">
                  <a:extLst>
                    <a:ext uri="{FF2B5EF4-FFF2-40B4-BE49-F238E27FC236}">
                      <a16:creationId xmlns:a16="http://schemas.microsoft.com/office/drawing/2014/main" id="{4005A4B5-BC06-E04F-03FC-46605CA3A3C8}"/>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239" name="図 238">
                  <a:extLst>
                    <a:ext uri="{FF2B5EF4-FFF2-40B4-BE49-F238E27FC236}">
                      <a16:creationId xmlns:a16="http://schemas.microsoft.com/office/drawing/2014/main" id="{9D534F7E-AF8C-E126-BA2F-1D10FBA392C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37" name="テキスト ボックス 236">
                <a:extLst>
                  <a:ext uri="{FF2B5EF4-FFF2-40B4-BE49-F238E27FC236}">
                    <a16:creationId xmlns:a16="http://schemas.microsoft.com/office/drawing/2014/main" id="{CD579609-ED13-BAF1-6A4B-93D6A580D8B0}"/>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nvGrpSpPr>
          <p:cNvPr id="247" name="グループ化 246">
            <a:extLst>
              <a:ext uri="{FF2B5EF4-FFF2-40B4-BE49-F238E27FC236}">
                <a16:creationId xmlns:a16="http://schemas.microsoft.com/office/drawing/2014/main" id="{0DEF7A19-8368-ACAA-785B-5D66535882E5}"/>
              </a:ext>
            </a:extLst>
          </p:cNvPr>
          <p:cNvGrpSpPr/>
          <p:nvPr/>
        </p:nvGrpSpPr>
        <p:grpSpPr>
          <a:xfrm>
            <a:off x="3405968" y="825698"/>
            <a:ext cx="888261" cy="654696"/>
            <a:chOff x="519830" y="3162196"/>
            <a:chExt cx="748799" cy="551905"/>
          </a:xfrm>
        </p:grpSpPr>
        <p:sp>
          <p:nvSpPr>
            <p:cNvPr id="248" name="ハート 247">
              <a:extLst>
                <a:ext uri="{FF2B5EF4-FFF2-40B4-BE49-F238E27FC236}">
                  <a16:creationId xmlns:a16="http://schemas.microsoft.com/office/drawing/2014/main" id="{6C18AF8F-B229-59D3-A2EA-C134B7EE60FB}"/>
                </a:ext>
              </a:extLst>
            </p:cNvPr>
            <p:cNvSpPr/>
            <p:nvPr/>
          </p:nvSpPr>
          <p:spPr>
            <a:xfrm>
              <a:off x="618278" y="3162196"/>
              <a:ext cx="551905" cy="551905"/>
            </a:xfrm>
            <a:prstGeom prst="heart">
              <a:avLst/>
            </a:prstGeom>
            <a:gradFill flip="none" rotWithShape="1">
              <a:gsLst>
                <a:gs pos="38000">
                  <a:schemeClr val="tx1">
                    <a:lumMod val="85000"/>
                    <a:lumOff val="15000"/>
                    <a:alpha val="95000"/>
                  </a:schemeClr>
                </a:gs>
                <a:gs pos="100000">
                  <a:srgbClr val="CC66FF">
                    <a:alpha val="95000"/>
                  </a:srgbClr>
                </a:gs>
              </a:gsLst>
              <a:lin ang="5400000" scaled="1"/>
              <a:tileRect/>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49" name="テキスト ボックス 248">
              <a:extLst>
                <a:ext uri="{FF2B5EF4-FFF2-40B4-BE49-F238E27FC236}">
                  <a16:creationId xmlns:a16="http://schemas.microsoft.com/office/drawing/2014/main" id="{119EBDF6-D3B4-D06B-C597-990BAF53FDBA}"/>
                </a:ext>
              </a:extLst>
            </p:cNvPr>
            <p:cNvSpPr txBox="1"/>
            <p:nvPr/>
          </p:nvSpPr>
          <p:spPr>
            <a:xfrm>
              <a:off x="519830" y="3284607"/>
              <a:ext cx="748799" cy="233509"/>
            </a:xfrm>
            <a:prstGeom prst="rect">
              <a:avLst/>
            </a:prstGeom>
            <a:noFill/>
          </p:spPr>
          <p:txBody>
            <a:bodyPr wrap="square">
              <a:spAutoFit/>
            </a:bodyPr>
            <a:lstStyle/>
            <a:p>
              <a:pPr algn="ctr"/>
              <a:r>
                <a:rPr lang="en-US" altLang="ja-JP" sz="1200" b="1" dirty="0">
                  <a:solidFill>
                    <a:schemeClr val="bg1">
                      <a:lumMod val="95000"/>
                    </a:schemeClr>
                  </a:solidFill>
                  <a:latin typeface="原稿用標準書体" panose="03000503000000000000" pitchFamily="66" charset="-128"/>
                  <a:ea typeface="原稿用標準書体" panose="03000503000000000000" pitchFamily="66" charset="-128"/>
                </a:rPr>
                <a:t>ENB</a:t>
              </a:r>
              <a:endParaRPr kumimoji="1" lang="ja-JP" altLang="en-US" sz="1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250" name="グループ化 249">
            <a:extLst>
              <a:ext uri="{FF2B5EF4-FFF2-40B4-BE49-F238E27FC236}">
                <a16:creationId xmlns:a16="http://schemas.microsoft.com/office/drawing/2014/main" id="{E1463A57-4187-14E7-3399-42B63037A39B}"/>
              </a:ext>
            </a:extLst>
          </p:cNvPr>
          <p:cNvGrpSpPr/>
          <p:nvPr/>
        </p:nvGrpSpPr>
        <p:grpSpPr>
          <a:xfrm>
            <a:off x="3405968" y="1545188"/>
            <a:ext cx="888261" cy="654696"/>
            <a:chOff x="519830" y="3162196"/>
            <a:chExt cx="748799" cy="551905"/>
          </a:xfrm>
        </p:grpSpPr>
        <p:sp>
          <p:nvSpPr>
            <p:cNvPr id="251" name="ハート 250">
              <a:extLst>
                <a:ext uri="{FF2B5EF4-FFF2-40B4-BE49-F238E27FC236}">
                  <a16:creationId xmlns:a16="http://schemas.microsoft.com/office/drawing/2014/main" id="{ADC2E2EB-0ED6-B7D1-4A6A-3C8323BF7EC1}"/>
                </a:ext>
              </a:extLst>
            </p:cNvPr>
            <p:cNvSpPr/>
            <p:nvPr/>
          </p:nvSpPr>
          <p:spPr>
            <a:xfrm>
              <a:off x="618278" y="3162196"/>
              <a:ext cx="551905" cy="551905"/>
            </a:xfrm>
            <a:prstGeom prst="heart">
              <a:avLst/>
            </a:prstGeom>
            <a:gradFill>
              <a:gsLst>
                <a:gs pos="19000">
                  <a:schemeClr val="tx1">
                    <a:lumMod val="85000"/>
                    <a:lumOff val="15000"/>
                    <a:alpha val="95000"/>
                  </a:schemeClr>
                </a:gs>
                <a:gs pos="100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52" name="テキスト ボックス 251">
              <a:extLst>
                <a:ext uri="{FF2B5EF4-FFF2-40B4-BE49-F238E27FC236}">
                  <a16:creationId xmlns:a16="http://schemas.microsoft.com/office/drawing/2014/main" id="{A05F54BB-5F80-DCFA-1439-587EBA8C55FA}"/>
                </a:ext>
              </a:extLst>
            </p:cNvPr>
            <p:cNvSpPr txBox="1"/>
            <p:nvPr/>
          </p:nvSpPr>
          <p:spPr>
            <a:xfrm>
              <a:off x="519830" y="3284607"/>
              <a:ext cx="748799" cy="233509"/>
            </a:xfrm>
            <a:prstGeom prst="rect">
              <a:avLst/>
            </a:prstGeom>
            <a:noFill/>
          </p:spPr>
          <p:txBody>
            <a:bodyPr wrap="square">
              <a:spAutoFit/>
            </a:bodyPr>
            <a:lstStyle/>
            <a:p>
              <a:pPr algn="ctr"/>
              <a:r>
                <a:rPr lang="en-US" altLang="ja-JP" sz="1200" b="1" dirty="0">
                  <a:solidFill>
                    <a:schemeClr val="bg1">
                      <a:lumMod val="95000"/>
                    </a:schemeClr>
                  </a:solidFill>
                  <a:latin typeface="原稿用標準書体" panose="03000503000000000000" pitchFamily="66" charset="-128"/>
                  <a:ea typeface="原稿用標準書体" panose="03000503000000000000" pitchFamily="66" charset="-128"/>
                </a:rPr>
                <a:t>ENB</a:t>
              </a:r>
              <a:endParaRPr kumimoji="1" lang="ja-JP" altLang="en-US" sz="1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253" name="グループ化 252">
            <a:extLst>
              <a:ext uri="{FF2B5EF4-FFF2-40B4-BE49-F238E27FC236}">
                <a16:creationId xmlns:a16="http://schemas.microsoft.com/office/drawing/2014/main" id="{6D27684C-0863-B2DB-97CA-667E7572D0C5}"/>
              </a:ext>
            </a:extLst>
          </p:cNvPr>
          <p:cNvGrpSpPr/>
          <p:nvPr/>
        </p:nvGrpSpPr>
        <p:grpSpPr>
          <a:xfrm>
            <a:off x="3405968" y="2275052"/>
            <a:ext cx="888261" cy="654696"/>
            <a:chOff x="519830" y="3162196"/>
            <a:chExt cx="748799" cy="551905"/>
          </a:xfrm>
        </p:grpSpPr>
        <p:sp>
          <p:nvSpPr>
            <p:cNvPr id="254" name="ハート 253">
              <a:extLst>
                <a:ext uri="{FF2B5EF4-FFF2-40B4-BE49-F238E27FC236}">
                  <a16:creationId xmlns:a16="http://schemas.microsoft.com/office/drawing/2014/main" id="{1B6D6976-DDAA-DCCC-2519-A1BC26945B68}"/>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55" name="テキスト ボックス 254">
              <a:extLst>
                <a:ext uri="{FF2B5EF4-FFF2-40B4-BE49-F238E27FC236}">
                  <a16:creationId xmlns:a16="http://schemas.microsoft.com/office/drawing/2014/main" id="{E12335FF-B7E1-E99D-7680-1741513B86DF}"/>
                </a:ext>
              </a:extLst>
            </p:cNvPr>
            <p:cNvSpPr txBox="1"/>
            <p:nvPr/>
          </p:nvSpPr>
          <p:spPr>
            <a:xfrm>
              <a:off x="519830" y="3284607"/>
              <a:ext cx="748799" cy="233509"/>
            </a:xfrm>
            <a:prstGeom prst="rect">
              <a:avLst/>
            </a:prstGeom>
            <a:noFill/>
          </p:spPr>
          <p:txBody>
            <a:bodyPr wrap="square">
              <a:spAutoFit/>
            </a:bodyPr>
            <a:lstStyle/>
            <a:p>
              <a:pPr algn="ctr"/>
              <a:r>
                <a:rPr lang="en-US" altLang="ja-JP" sz="1200" b="1" dirty="0">
                  <a:solidFill>
                    <a:schemeClr val="bg1">
                      <a:lumMod val="95000"/>
                    </a:schemeClr>
                  </a:solidFill>
                  <a:latin typeface="原稿用標準書体" panose="03000503000000000000" pitchFamily="66" charset="-128"/>
                  <a:ea typeface="原稿用標準書体" panose="03000503000000000000" pitchFamily="66" charset="-128"/>
                </a:rPr>
                <a:t>ENB</a:t>
              </a:r>
              <a:endParaRPr kumimoji="1" lang="ja-JP" altLang="en-US" sz="1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256" name="グループ化 255">
            <a:extLst>
              <a:ext uri="{FF2B5EF4-FFF2-40B4-BE49-F238E27FC236}">
                <a16:creationId xmlns:a16="http://schemas.microsoft.com/office/drawing/2014/main" id="{8700EFC2-C087-4738-4A3A-BD5721CCD23D}"/>
              </a:ext>
            </a:extLst>
          </p:cNvPr>
          <p:cNvGrpSpPr/>
          <p:nvPr/>
        </p:nvGrpSpPr>
        <p:grpSpPr>
          <a:xfrm>
            <a:off x="4075947" y="3032386"/>
            <a:ext cx="888261" cy="654696"/>
            <a:chOff x="519830" y="3162196"/>
            <a:chExt cx="748799" cy="551905"/>
          </a:xfrm>
        </p:grpSpPr>
        <p:sp>
          <p:nvSpPr>
            <p:cNvPr id="257" name="ハート 256">
              <a:extLst>
                <a:ext uri="{FF2B5EF4-FFF2-40B4-BE49-F238E27FC236}">
                  <a16:creationId xmlns:a16="http://schemas.microsoft.com/office/drawing/2014/main" id="{4E88A6F5-7A7F-82C7-E85B-5D1BB883D420}"/>
                </a:ext>
              </a:extLst>
            </p:cNvPr>
            <p:cNvSpPr/>
            <p:nvPr/>
          </p:nvSpPr>
          <p:spPr>
            <a:xfrm>
              <a:off x="618278" y="3162196"/>
              <a:ext cx="551905" cy="551905"/>
            </a:xfrm>
            <a:prstGeom prst="heart">
              <a:avLst/>
            </a:prstGeom>
            <a:solidFill>
              <a:srgbClr val="CC66FF"/>
            </a:solidFill>
            <a:ln w="38100">
              <a:solidFill>
                <a:schemeClr val="tx1">
                  <a:lumMod val="85000"/>
                  <a:lumOff val="15000"/>
                </a:schemeClr>
              </a:solidFill>
            </a:ln>
            <a:effectLst>
              <a:glow rad="88900">
                <a:srgbClr val="CC66FF">
                  <a:alpha val="45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58" name="テキスト ボックス 257">
              <a:extLst>
                <a:ext uri="{FF2B5EF4-FFF2-40B4-BE49-F238E27FC236}">
                  <a16:creationId xmlns:a16="http://schemas.microsoft.com/office/drawing/2014/main" id="{F9BA76D2-A897-3A98-2DE2-96F198577685}"/>
                </a:ext>
              </a:extLst>
            </p:cNvPr>
            <p:cNvSpPr txBox="1"/>
            <p:nvPr/>
          </p:nvSpPr>
          <p:spPr>
            <a:xfrm>
              <a:off x="519830" y="3284607"/>
              <a:ext cx="748799" cy="233509"/>
            </a:xfrm>
            <a:prstGeom prst="rect">
              <a:avLst/>
            </a:prstGeom>
            <a:noFill/>
          </p:spPr>
          <p:txBody>
            <a:bodyPr wrap="square">
              <a:spAutoFit/>
            </a:bodyPr>
            <a:lstStyle/>
            <a:p>
              <a:pPr algn="ctr"/>
              <a:r>
                <a:rPr lang="en-US" altLang="ja-JP" sz="1200" b="1" dirty="0">
                  <a:solidFill>
                    <a:schemeClr val="bg1">
                      <a:lumMod val="95000"/>
                    </a:schemeClr>
                  </a:solidFill>
                  <a:latin typeface="原稿用標準書体" panose="03000503000000000000" pitchFamily="66" charset="-128"/>
                  <a:ea typeface="原稿用標準書体" panose="03000503000000000000" pitchFamily="66" charset="-128"/>
                </a:rPr>
                <a:t>ENB</a:t>
              </a:r>
              <a:endParaRPr kumimoji="1" lang="ja-JP" altLang="en-US" sz="1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259" name="グループ化 258">
            <a:extLst>
              <a:ext uri="{FF2B5EF4-FFF2-40B4-BE49-F238E27FC236}">
                <a16:creationId xmlns:a16="http://schemas.microsoft.com/office/drawing/2014/main" id="{59BCB6AD-AB47-0E3E-C1A1-4736365C533F}"/>
              </a:ext>
            </a:extLst>
          </p:cNvPr>
          <p:cNvGrpSpPr/>
          <p:nvPr/>
        </p:nvGrpSpPr>
        <p:grpSpPr>
          <a:xfrm>
            <a:off x="3405968" y="3881213"/>
            <a:ext cx="888261" cy="654696"/>
            <a:chOff x="519830" y="3162196"/>
            <a:chExt cx="748799" cy="551905"/>
          </a:xfrm>
        </p:grpSpPr>
        <p:sp>
          <p:nvSpPr>
            <p:cNvPr id="260" name="ハート 259">
              <a:extLst>
                <a:ext uri="{FF2B5EF4-FFF2-40B4-BE49-F238E27FC236}">
                  <a16:creationId xmlns:a16="http://schemas.microsoft.com/office/drawing/2014/main" id="{9137C260-F5A3-BCDB-20B3-66398F90655C}"/>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61" name="テキスト ボックス 260">
              <a:extLst>
                <a:ext uri="{FF2B5EF4-FFF2-40B4-BE49-F238E27FC236}">
                  <a16:creationId xmlns:a16="http://schemas.microsoft.com/office/drawing/2014/main" id="{D1D38837-70F8-8EF6-EC6A-7B91617F3070}"/>
                </a:ext>
              </a:extLst>
            </p:cNvPr>
            <p:cNvSpPr txBox="1"/>
            <p:nvPr/>
          </p:nvSpPr>
          <p:spPr>
            <a:xfrm>
              <a:off x="519830" y="3284607"/>
              <a:ext cx="748799" cy="233509"/>
            </a:xfrm>
            <a:prstGeom prst="rect">
              <a:avLst/>
            </a:prstGeom>
            <a:noFill/>
          </p:spPr>
          <p:txBody>
            <a:bodyPr wrap="square">
              <a:spAutoFit/>
            </a:bodyPr>
            <a:lstStyle/>
            <a:p>
              <a:pPr algn="ctr"/>
              <a:r>
                <a:rPr lang="en-US" altLang="ja-JP" sz="1200" b="1" dirty="0">
                  <a:solidFill>
                    <a:schemeClr val="bg1">
                      <a:lumMod val="95000"/>
                    </a:schemeClr>
                  </a:solidFill>
                  <a:latin typeface="原稿用標準書体" panose="03000503000000000000" pitchFamily="66" charset="-128"/>
                  <a:ea typeface="原稿用標準書体" panose="03000503000000000000" pitchFamily="66" charset="-128"/>
                </a:rPr>
                <a:t>ENB</a:t>
              </a:r>
              <a:endParaRPr kumimoji="1" lang="ja-JP" altLang="en-US" sz="1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262" name="グループ化 261">
            <a:extLst>
              <a:ext uri="{FF2B5EF4-FFF2-40B4-BE49-F238E27FC236}">
                <a16:creationId xmlns:a16="http://schemas.microsoft.com/office/drawing/2014/main" id="{20A66E33-E276-3CD8-568E-8361E8E95092}"/>
              </a:ext>
            </a:extLst>
          </p:cNvPr>
          <p:cNvGrpSpPr/>
          <p:nvPr/>
        </p:nvGrpSpPr>
        <p:grpSpPr>
          <a:xfrm>
            <a:off x="3405968" y="4595523"/>
            <a:ext cx="888261" cy="654696"/>
            <a:chOff x="519830" y="3162196"/>
            <a:chExt cx="748799" cy="551905"/>
          </a:xfrm>
        </p:grpSpPr>
        <p:sp>
          <p:nvSpPr>
            <p:cNvPr id="263" name="ハート 262">
              <a:extLst>
                <a:ext uri="{FF2B5EF4-FFF2-40B4-BE49-F238E27FC236}">
                  <a16:creationId xmlns:a16="http://schemas.microsoft.com/office/drawing/2014/main" id="{7AD8B1A8-C4ED-2EAB-BB97-B8541E5A1B38}"/>
                </a:ext>
              </a:extLst>
            </p:cNvPr>
            <p:cNvSpPr/>
            <p:nvPr/>
          </p:nvSpPr>
          <p:spPr>
            <a:xfrm>
              <a:off x="618278" y="3162196"/>
              <a:ext cx="551905" cy="551905"/>
            </a:xfrm>
            <a:prstGeom prst="heart">
              <a:avLst/>
            </a:prstGeom>
            <a:gradFill>
              <a:gsLst>
                <a:gs pos="5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64" name="テキスト ボックス 263">
              <a:extLst>
                <a:ext uri="{FF2B5EF4-FFF2-40B4-BE49-F238E27FC236}">
                  <a16:creationId xmlns:a16="http://schemas.microsoft.com/office/drawing/2014/main" id="{7F759826-3619-B6AD-428C-E63B24D624EB}"/>
                </a:ext>
              </a:extLst>
            </p:cNvPr>
            <p:cNvSpPr txBox="1"/>
            <p:nvPr/>
          </p:nvSpPr>
          <p:spPr>
            <a:xfrm>
              <a:off x="519830" y="3284607"/>
              <a:ext cx="748799" cy="233509"/>
            </a:xfrm>
            <a:prstGeom prst="rect">
              <a:avLst/>
            </a:prstGeom>
            <a:noFill/>
          </p:spPr>
          <p:txBody>
            <a:bodyPr wrap="square">
              <a:spAutoFit/>
            </a:bodyPr>
            <a:lstStyle/>
            <a:p>
              <a:pPr algn="ctr"/>
              <a:r>
                <a:rPr lang="en-US" altLang="ja-JP" sz="1200" b="1" dirty="0">
                  <a:solidFill>
                    <a:schemeClr val="bg1">
                      <a:lumMod val="95000"/>
                    </a:schemeClr>
                  </a:solidFill>
                  <a:latin typeface="原稿用標準書体" panose="03000503000000000000" pitchFamily="66" charset="-128"/>
                  <a:ea typeface="原稿用標準書体" panose="03000503000000000000" pitchFamily="66" charset="-128"/>
                </a:rPr>
                <a:t>ENB</a:t>
              </a:r>
              <a:endParaRPr kumimoji="1" lang="ja-JP" altLang="en-US" sz="1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265" name="グループ化 264">
            <a:extLst>
              <a:ext uri="{FF2B5EF4-FFF2-40B4-BE49-F238E27FC236}">
                <a16:creationId xmlns:a16="http://schemas.microsoft.com/office/drawing/2014/main" id="{E42D9DAF-1D0B-FB17-DECF-DE50522FFFB4}"/>
              </a:ext>
            </a:extLst>
          </p:cNvPr>
          <p:cNvGrpSpPr/>
          <p:nvPr/>
        </p:nvGrpSpPr>
        <p:grpSpPr>
          <a:xfrm>
            <a:off x="3405968" y="5325643"/>
            <a:ext cx="888261" cy="654696"/>
            <a:chOff x="519830" y="3162196"/>
            <a:chExt cx="748799" cy="551905"/>
          </a:xfrm>
        </p:grpSpPr>
        <p:sp>
          <p:nvSpPr>
            <p:cNvPr id="266" name="ハート 265">
              <a:extLst>
                <a:ext uri="{FF2B5EF4-FFF2-40B4-BE49-F238E27FC236}">
                  <a16:creationId xmlns:a16="http://schemas.microsoft.com/office/drawing/2014/main" id="{DAFC3ABF-7198-AC47-1C6E-2DCA8D593769}"/>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67" name="テキスト ボックス 266">
              <a:extLst>
                <a:ext uri="{FF2B5EF4-FFF2-40B4-BE49-F238E27FC236}">
                  <a16:creationId xmlns:a16="http://schemas.microsoft.com/office/drawing/2014/main" id="{A1481320-85AC-2620-F636-6CAC3417CC99}"/>
                </a:ext>
              </a:extLst>
            </p:cNvPr>
            <p:cNvSpPr txBox="1"/>
            <p:nvPr/>
          </p:nvSpPr>
          <p:spPr>
            <a:xfrm>
              <a:off x="519830" y="3284607"/>
              <a:ext cx="748799" cy="233509"/>
            </a:xfrm>
            <a:prstGeom prst="rect">
              <a:avLst/>
            </a:prstGeom>
            <a:noFill/>
          </p:spPr>
          <p:txBody>
            <a:bodyPr wrap="square">
              <a:spAutoFit/>
            </a:bodyPr>
            <a:lstStyle/>
            <a:p>
              <a:pPr algn="ctr"/>
              <a:r>
                <a:rPr lang="en-US" altLang="ja-JP" sz="1200" b="1" dirty="0">
                  <a:solidFill>
                    <a:schemeClr val="bg1">
                      <a:lumMod val="95000"/>
                    </a:schemeClr>
                  </a:solidFill>
                  <a:latin typeface="原稿用標準書体" panose="03000503000000000000" pitchFamily="66" charset="-128"/>
                  <a:ea typeface="原稿用標準書体" panose="03000503000000000000" pitchFamily="66" charset="-128"/>
                </a:rPr>
                <a:t>ENB</a:t>
              </a:r>
              <a:endParaRPr kumimoji="1" lang="ja-JP" altLang="en-US" sz="1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98" name="グループ化 97">
            <a:extLst>
              <a:ext uri="{FF2B5EF4-FFF2-40B4-BE49-F238E27FC236}">
                <a16:creationId xmlns:a16="http://schemas.microsoft.com/office/drawing/2014/main" id="{1D141203-46C5-27DE-0379-BD0152CC5CB0}"/>
              </a:ext>
            </a:extLst>
          </p:cNvPr>
          <p:cNvGrpSpPr/>
          <p:nvPr/>
        </p:nvGrpSpPr>
        <p:grpSpPr>
          <a:xfrm>
            <a:off x="4740294" y="3064810"/>
            <a:ext cx="377850" cy="635617"/>
            <a:chOff x="4659035" y="3205484"/>
            <a:chExt cx="377850" cy="635617"/>
          </a:xfrm>
        </p:grpSpPr>
        <p:sp>
          <p:nvSpPr>
            <p:cNvPr id="11" name="楕円 10">
              <a:extLst>
                <a:ext uri="{FF2B5EF4-FFF2-40B4-BE49-F238E27FC236}">
                  <a16:creationId xmlns:a16="http://schemas.microsoft.com/office/drawing/2014/main" id="{6722D7B8-8F16-A865-DE8E-1553BD097F43}"/>
                </a:ext>
              </a:extLst>
            </p:cNvPr>
            <p:cNvSpPr/>
            <p:nvPr/>
          </p:nvSpPr>
          <p:spPr>
            <a:xfrm>
              <a:off x="4659035" y="36552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12" name="楕円 11">
              <a:extLst>
                <a:ext uri="{FF2B5EF4-FFF2-40B4-BE49-F238E27FC236}">
                  <a16:creationId xmlns:a16="http://schemas.microsoft.com/office/drawing/2014/main" id="{67323C3F-CC0F-EED8-CC0F-09F6024838CB}"/>
                </a:ext>
              </a:extLst>
            </p:cNvPr>
            <p:cNvSpPr/>
            <p:nvPr/>
          </p:nvSpPr>
          <p:spPr>
            <a:xfrm>
              <a:off x="4795907" y="344447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14" name="楕円 13">
              <a:extLst>
                <a:ext uri="{FF2B5EF4-FFF2-40B4-BE49-F238E27FC236}">
                  <a16:creationId xmlns:a16="http://schemas.microsoft.com/office/drawing/2014/main" id="{7B785652-3133-D890-6E3F-38AA0C677D83}"/>
                </a:ext>
              </a:extLst>
            </p:cNvPr>
            <p:cNvSpPr/>
            <p:nvPr/>
          </p:nvSpPr>
          <p:spPr>
            <a:xfrm>
              <a:off x="4837789" y="320548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grpSp>
        <p:nvGrpSpPr>
          <p:cNvPr id="20" name="グループ化 19">
            <a:extLst>
              <a:ext uri="{FF2B5EF4-FFF2-40B4-BE49-F238E27FC236}">
                <a16:creationId xmlns:a16="http://schemas.microsoft.com/office/drawing/2014/main" id="{0E996E39-56A3-CAA7-6189-A4022DCA0FFC}"/>
              </a:ext>
            </a:extLst>
          </p:cNvPr>
          <p:cNvGrpSpPr/>
          <p:nvPr/>
        </p:nvGrpSpPr>
        <p:grpSpPr>
          <a:xfrm>
            <a:off x="4058449" y="3906611"/>
            <a:ext cx="377850" cy="635617"/>
            <a:chOff x="4811435" y="3357884"/>
            <a:chExt cx="377850" cy="635617"/>
          </a:xfrm>
        </p:grpSpPr>
        <p:sp>
          <p:nvSpPr>
            <p:cNvPr id="16" name="楕円 15">
              <a:extLst>
                <a:ext uri="{FF2B5EF4-FFF2-40B4-BE49-F238E27FC236}">
                  <a16:creationId xmlns:a16="http://schemas.microsoft.com/office/drawing/2014/main" id="{939E86CB-4B2B-2255-02FF-611D2AC250D8}"/>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17" name="楕円 16">
              <a:extLst>
                <a:ext uri="{FF2B5EF4-FFF2-40B4-BE49-F238E27FC236}">
                  <a16:creationId xmlns:a16="http://schemas.microsoft.com/office/drawing/2014/main" id="{31E894F8-1EAB-B8AE-425D-88829AEBC7AB}"/>
                </a:ext>
              </a:extLst>
            </p:cNvPr>
            <p:cNvSpPr/>
            <p:nvPr/>
          </p:nvSpPr>
          <p:spPr>
            <a:xfrm>
              <a:off x="4948307" y="359687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18" name="楕円 17">
              <a:extLst>
                <a:ext uri="{FF2B5EF4-FFF2-40B4-BE49-F238E27FC236}">
                  <a16:creationId xmlns:a16="http://schemas.microsoft.com/office/drawing/2014/main" id="{87896B53-80F1-DAAA-BAF8-CE8039D42A85}"/>
                </a:ext>
              </a:extLst>
            </p:cNvPr>
            <p:cNvSpPr/>
            <p:nvPr/>
          </p:nvSpPr>
          <p:spPr>
            <a:xfrm>
              <a:off x="4990189" y="335788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sp>
        <p:nvSpPr>
          <p:cNvPr id="23" name="楕円 22">
            <a:extLst>
              <a:ext uri="{FF2B5EF4-FFF2-40B4-BE49-F238E27FC236}">
                <a16:creationId xmlns:a16="http://schemas.microsoft.com/office/drawing/2014/main" id="{FFC626F0-DB9B-5400-AD9E-93917C65D43C}"/>
              </a:ext>
            </a:extLst>
          </p:cNvPr>
          <p:cNvSpPr/>
          <p:nvPr/>
        </p:nvSpPr>
        <p:spPr>
          <a:xfrm>
            <a:off x="4058449" y="5090536"/>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nvGrpSpPr>
          <p:cNvPr id="26" name="グループ化 25">
            <a:extLst>
              <a:ext uri="{FF2B5EF4-FFF2-40B4-BE49-F238E27FC236}">
                <a16:creationId xmlns:a16="http://schemas.microsoft.com/office/drawing/2014/main" id="{74AA45FB-7958-D821-3DB6-5A0A7E580D96}"/>
              </a:ext>
            </a:extLst>
          </p:cNvPr>
          <p:cNvGrpSpPr/>
          <p:nvPr/>
        </p:nvGrpSpPr>
        <p:grpSpPr>
          <a:xfrm>
            <a:off x="4058449" y="5613962"/>
            <a:ext cx="335968" cy="396627"/>
            <a:chOff x="4811435" y="3596874"/>
            <a:chExt cx="335968" cy="396627"/>
          </a:xfrm>
        </p:grpSpPr>
        <p:sp>
          <p:nvSpPr>
            <p:cNvPr id="27" name="楕円 26">
              <a:extLst>
                <a:ext uri="{FF2B5EF4-FFF2-40B4-BE49-F238E27FC236}">
                  <a16:creationId xmlns:a16="http://schemas.microsoft.com/office/drawing/2014/main" id="{662C2C47-4283-534A-7F3B-5E878043108D}"/>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9" name="楕円 28">
              <a:extLst>
                <a:ext uri="{FF2B5EF4-FFF2-40B4-BE49-F238E27FC236}">
                  <a16:creationId xmlns:a16="http://schemas.microsoft.com/office/drawing/2014/main" id="{24724B8E-6571-7054-A619-75D8BD93A831}"/>
                </a:ext>
              </a:extLst>
            </p:cNvPr>
            <p:cNvSpPr/>
            <p:nvPr/>
          </p:nvSpPr>
          <p:spPr>
            <a:xfrm>
              <a:off x="4948307" y="359687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sp>
        <p:nvSpPr>
          <p:cNvPr id="35" name="楕円 34">
            <a:extLst>
              <a:ext uri="{FF2B5EF4-FFF2-40B4-BE49-F238E27FC236}">
                <a16:creationId xmlns:a16="http://schemas.microsoft.com/office/drawing/2014/main" id="{715EF8AF-BC13-0043-CE0F-A4C704832F59}"/>
              </a:ext>
            </a:extLst>
          </p:cNvPr>
          <p:cNvSpPr/>
          <p:nvPr/>
        </p:nvSpPr>
        <p:spPr>
          <a:xfrm>
            <a:off x="4061957" y="1306543"/>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nvGrpSpPr>
          <p:cNvPr id="88" name="グループ化 87">
            <a:extLst>
              <a:ext uri="{FF2B5EF4-FFF2-40B4-BE49-F238E27FC236}">
                <a16:creationId xmlns:a16="http://schemas.microsoft.com/office/drawing/2014/main" id="{07C04600-53E2-5EF7-D78E-D07DCF7BE000}"/>
              </a:ext>
            </a:extLst>
          </p:cNvPr>
          <p:cNvGrpSpPr/>
          <p:nvPr/>
        </p:nvGrpSpPr>
        <p:grpSpPr>
          <a:xfrm>
            <a:off x="4061957" y="1590978"/>
            <a:ext cx="377850" cy="635617"/>
            <a:chOff x="4811435" y="3357884"/>
            <a:chExt cx="377850" cy="635617"/>
          </a:xfrm>
        </p:grpSpPr>
        <p:sp>
          <p:nvSpPr>
            <p:cNvPr id="89" name="楕円 88">
              <a:extLst>
                <a:ext uri="{FF2B5EF4-FFF2-40B4-BE49-F238E27FC236}">
                  <a16:creationId xmlns:a16="http://schemas.microsoft.com/office/drawing/2014/main" id="{BB915AA3-3952-D3B5-E2B7-725AC3A16E6C}"/>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92" name="楕円 91">
              <a:extLst>
                <a:ext uri="{FF2B5EF4-FFF2-40B4-BE49-F238E27FC236}">
                  <a16:creationId xmlns:a16="http://schemas.microsoft.com/office/drawing/2014/main" id="{9779A462-6E7F-2760-427C-B9E0AAE602D2}"/>
                </a:ext>
              </a:extLst>
            </p:cNvPr>
            <p:cNvSpPr/>
            <p:nvPr/>
          </p:nvSpPr>
          <p:spPr>
            <a:xfrm>
              <a:off x="4948307" y="359687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93" name="楕円 92">
              <a:extLst>
                <a:ext uri="{FF2B5EF4-FFF2-40B4-BE49-F238E27FC236}">
                  <a16:creationId xmlns:a16="http://schemas.microsoft.com/office/drawing/2014/main" id="{C8330F7B-68E1-7BEF-5553-44FC42B78139}"/>
                </a:ext>
              </a:extLst>
            </p:cNvPr>
            <p:cNvSpPr/>
            <p:nvPr/>
          </p:nvSpPr>
          <p:spPr>
            <a:xfrm>
              <a:off x="4990189" y="335788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grpSp>
        <p:nvGrpSpPr>
          <p:cNvPr id="94" name="グループ化 93">
            <a:extLst>
              <a:ext uri="{FF2B5EF4-FFF2-40B4-BE49-F238E27FC236}">
                <a16:creationId xmlns:a16="http://schemas.microsoft.com/office/drawing/2014/main" id="{43F847F9-3769-1603-A63B-B7192A812D90}"/>
              </a:ext>
            </a:extLst>
          </p:cNvPr>
          <p:cNvGrpSpPr/>
          <p:nvPr/>
        </p:nvGrpSpPr>
        <p:grpSpPr>
          <a:xfrm>
            <a:off x="4061957" y="2564149"/>
            <a:ext cx="335968" cy="396627"/>
            <a:chOff x="4811435" y="3596874"/>
            <a:chExt cx="335968" cy="396627"/>
          </a:xfrm>
        </p:grpSpPr>
        <p:sp>
          <p:nvSpPr>
            <p:cNvPr id="95" name="楕円 94">
              <a:extLst>
                <a:ext uri="{FF2B5EF4-FFF2-40B4-BE49-F238E27FC236}">
                  <a16:creationId xmlns:a16="http://schemas.microsoft.com/office/drawing/2014/main" id="{37AE1569-28DA-B6C8-BFC1-6CC74F205BFA}"/>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96" name="楕円 95">
              <a:extLst>
                <a:ext uri="{FF2B5EF4-FFF2-40B4-BE49-F238E27FC236}">
                  <a16:creationId xmlns:a16="http://schemas.microsoft.com/office/drawing/2014/main" id="{75759801-ECBA-5ADA-C94F-D447BB69A607}"/>
                </a:ext>
              </a:extLst>
            </p:cNvPr>
            <p:cNvSpPr/>
            <p:nvPr/>
          </p:nvSpPr>
          <p:spPr>
            <a:xfrm>
              <a:off x="4948307" y="359687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grpSp>
        <p:nvGrpSpPr>
          <p:cNvPr id="99" name="グループ化 98">
            <a:extLst>
              <a:ext uri="{FF2B5EF4-FFF2-40B4-BE49-F238E27FC236}">
                <a16:creationId xmlns:a16="http://schemas.microsoft.com/office/drawing/2014/main" id="{67917035-F62C-63CE-EA3B-5A1058222513}"/>
              </a:ext>
            </a:extLst>
          </p:cNvPr>
          <p:cNvGrpSpPr/>
          <p:nvPr/>
        </p:nvGrpSpPr>
        <p:grpSpPr>
          <a:xfrm>
            <a:off x="8962119" y="812475"/>
            <a:ext cx="2561811" cy="632926"/>
            <a:chOff x="8957885" y="4574183"/>
            <a:chExt cx="2561811" cy="632926"/>
          </a:xfrm>
        </p:grpSpPr>
        <p:sp>
          <p:nvSpPr>
            <p:cNvPr id="100" name="楕円 99">
              <a:extLst>
                <a:ext uri="{FF2B5EF4-FFF2-40B4-BE49-F238E27FC236}">
                  <a16:creationId xmlns:a16="http://schemas.microsoft.com/office/drawing/2014/main" id="{33582495-C84F-268D-627B-69B9587F3140}"/>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01" name="四角形: 角を丸くする 100">
              <a:extLst>
                <a:ext uri="{FF2B5EF4-FFF2-40B4-BE49-F238E27FC236}">
                  <a16:creationId xmlns:a16="http://schemas.microsoft.com/office/drawing/2014/main" id="{C178EA71-D32A-5C36-00F7-312A8A377B6D}"/>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nvGrpSpPr>
            <p:cNvPr id="102" name="グループ化 101">
              <a:extLst>
                <a:ext uri="{FF2B5EF4-FFF2-40B4-BE49-F238E27FC236}">
                  <a16:creationId xmlns:a16="http://schemas.microsoft.com/office/drawing/2014/main" id="{BE6E35D3-676D-BA9B-4535-0AA72CB0D0CB}"/>
                </a:ext>
              </a:extLst>
            </p:cNvPr>
            <p:cNvGrpSpPr/>
            <p:nvPr/>
          </p:nvGrpSpPr>
          <p:grpSpPr>
            <a:xfrm>
              <a:off x="9498429" y="4598805"/>
              <a:ext cx="1505416" cy="601824"/>
              <a:chOff x="1980734" y="3149081"/>
              <a:chExt cx="1505416" cy="601824"/>
            </a:xfrm>
          </p:grpSpPr>
          <p:sp>
            <p:nvSpPr>
              <p:cNvPr id="103" name="楕円 102">
                <a:extLst>
                  <a:ext uri="{FF2B5EF4-FFF2-40B4-BE49-F238E27FC236}">
                    <a16:creationId xmlns:a16="http://schemas.microsoft.com/office/drawing/2014/main" id="{4DB7A519-F9CF-9210-4835-529DDBD51890}"/>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104" name="グループ化 103">
                <a:extLst>
                  <a:ext uri="{FF2B5EF4-FFF2-40B4-BE49-F238E27FC236}">
                    <a16:creationId xmlns:a16="http://schemas.microsoft.com/office/drawing/2014/main" id="{1BCD6D4C-4C0C-B766-6020-BFD817406818}"/>
                  </a:ext>
                </a:extLst>
              </p:cNvPr>
              <p:cNvGrpSpPr/>
              <p:nvPr/>
            </p:nvGrpSpPr>
            <p:grpSpPr>
              <a:xfrm>
                <a:off x="1980734" y="3175652"/>
                <a:ext cx="1505416" cy="575253"/>
                <a:chOff x="1980734" y="3175652"/>
                <a:chExt cx="1505416" cy="575253"/>
              </a:xfrm>
            </p:grpSpPr>
            <p:grpSp>
              <p:nvGrpSpPr>
                <p:cNvPr id="105" name="グループ化 104">
                  <a:extLst>
                    <a:ext uri="{FF2B5EF4-FFF2-40B4-BE49-F238E27FC236}">
                      <a16:creationId xmlns:a16="http://schemas.microsoft.com/office/drawing/2014/main" id="{C6DEE9BC-2A5E-9B32-29F0-5A8A2FBB15F6}"/>
                    </a:ext>
                  </a:extLst>
                </p:cNvPr>
                <p:cNvGrpSpPr/>
                <p:nvPr/>
              </p:nvGrpSpPr>
              <p:grpSpPr>
                <a:xfrm>
                  <a:off x="1980734" y="3473931"/>
                  <a:ext cx="1505416" cy="276974"/>
                  <a:chOff x="4194668" y="3607669"/>
                  <a:chExt cx="1105960" cy="276974"/>
                </a:xfrm>
              </p:grpSpPr>
              <p:sp>
                <p:nvSpPr>
                  <p:cNvPr id="107" name="四角形: 角を丸くする 106">
                    <a:extLst>
                      <a:ext uri="{FF2B5EF4-FFF2-40B4-BE49-F238E27FC236}">
                        <a16:creationId xmlns:a16="http://schemas.microsoft.com/office/drawing/2014/main" id="{C788FB36-0783-7043-1808-51A16D6D1DD4}"/>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108" name="図 107">
                    <a:extLst>
                      <a:ext uri="{FF2B5EF4-FFF2-40B4-BE49-F238E27FC236}">
                        <a16:creationId xmlns:a16="http://schemas.microsoft.com/office/drawing/2014/main" id="{F77764DC-7064-B317-7E7B-75F1B107FC0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06" name="テキスト ボックス 105">
                  <a:extLst>
                    <a:ext uri="{FF2B5EF4-FFF2-40B4-BE49-F238E27FC236}">
                      <a16:creationId xmlns:a16="http://schemas.microsoft.com/office/drawing/2014/main" id="{B6C45CCB-084D-9DAE-05A0-1DEF41C385F0}"/>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grpSp>
        <p:nvGrpSpPr>
          <p:cNvPr id="109" name="グループ化 108">
            <a:extLst>
              <a:ext uri="{FF2B5EF4-FFF2-40B4-BE49-F238E27FC236}">
                <a16:creationId xmlns:a16="http://schemas.microsoft.com/office/drawing/2014/main" id="{A4185D81-AC78-30EE-E07C-DA297BACE14C}"/>
              </a:ext>
            </a:extLst>
          </p:cNvPr>
          <p:cNvGrpSpPr/>
          <p:nvPr/>
        </p:nvGrpSpPr>
        <p:grpSpPr>
          <a:xfrm>
            <a:off x="8962119" y="5343729"/>
            <a:ext cx="2561811" cy="632926"/>
            <a:chOff x="8957885" y="4574183"/>
            <a:chExt cx="2561811" cy="632926"/>
          </a:xfrm>
        </p:grpSpPr>
        <p:sp>
          <p:nvSpPr>
            <p:cNvPr id="110" name="楕円 109">
              <a:extLst>
                <a:ext uri="{FF2B5EF4-FFF2-40B4-BE49-F238E27FC236}">
                  <a16:creationId xmlns:a16="http://schemas.microsoft.com/office/drawing/2014/main" id="{7165D34C-5734-CE78-67E7-EBFD6C7AEBD6}"/>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11" name="四角形: 角を丸くする 110">
              <a:extLst>
                <a:ext uri="{FF2B5EF4-FFF2-40B4-BE49-F238E27FC236}">
                  <a16:creationId xmlns:a16="http://schemas.microsoft.com/office/drawing/2014/main" id="{9EA213DC-1701-750B-DD9E-EE5C48C40F46}"/>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nvGrpSpPr>
            <p:cNvPr id="112" name="グループ化 111">
              <a:extLst>
                <a:ext uri="{FF2B5EF4-FFF2-40B4-BE49-F238E27FC236}">
                  <a16:creationId xmlns:a16="http://schemas.microsoft.com/office/drawing/2014/main" id="{85B16CE3-ED69-E400-3062-F3277BBD95F8}"/>
                </a:ext>
              </a:extLst>
            </p:cNvPr>
            <p:cNvGrpSpPr/>
            <p:nvPr/>
          </p:nvGrpSpPr>
          <p:grpSpPr>
            <a:xfrm>
              <a:off x="9498429" y="4598805"/>
              <a:ext cx="1505416" cy="601824"/>
              <a:chOff x="1980734" y="3149081"/>
              <a:chExt cx="1505416" cy="601824"/>
            </a:xfrm>
          </p:grpSpPr>
          <p:sp>
            <p:nvSpPr>
              <p:cNvPr id="113" name="楕円 112">
                <a:extLst>
                  <a:ext uri="{FF2B5EF4-FFF2-40B4-BE49-F238E27FC236}">
                    <a16:creationId xmlns:a16="http://schemas.microsoft.com/office/drawing/2014/main" id="{3D47A77B-282C-D182-ED80-157074DD35D6}"/>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114" name="グループ化 113">
                <a:extLst>
                  <a:ext uri="{FF2B5EF4-FFF2-40B4-BE49-F238E27FC236}">
                    <a16:creationId xmlns:a16="http://schemas.microsoft.com/office/drawing/2014/main" id="{B69966AC-D3B6-17C6-C417-0B512EF7008F}"/>
                  </a:ext>
                </a:extLst>
              </p:cNvPr>
              <p:cNvGrpSpPr/>
              <p:nvPr/>
            </p:nvGrpSpPr>
            <p:grpSpPr>
              <a:xfrm>
                <a:off x="1980734" y="3175652"/>
                <a:ext cx="1505416" cy="575253"/>
                <a:chOff x="1980734" y="3175652"/>
                <a:chExt cx="1505416" cy="575253"/>
              </a:xfrm>
            </p:grpSpPr>
            <p:grpSp>
              <p:nvGrpSpPr>
                <p:cNvPr id="115" name="グループ化 114">
                  <a:extLst>
                    <a:ext uri="{FF2B5EF4-FFF2-40B4-BE49-F238E27FC236}">
                      <a16:creationId xmlns:a16="http://schemas.microsoft.com/office/drawing/2014/main" id="{051B33EC-E1ED-F68E-F36F-501A27F8789B}"/>
                    </a:ext>
                  </a:extLst>
                </p:cNvPr>
                <p:cNvGrpSpPr/>
                <p:nvPr/>
              </p:nvGrpSpPr>
              <p:grpSpPr>
                <a:xfrm>
                  <a:off x="1980734" y="3473931"/>
                  <a:ext cx="1505416" cy="276974"/>
                  <a:chOff x="4194668" y="3607669"/>
                  <a:chExt cx="1105960" cy="276974"/>
                </a:xfrm>
              </p:grpSpPr>
              <p:sp>
                <p:nvSpPr>
                  <p:cNvPr id="117" name="四角形: 角を丸くする 116">
                    <a:extLst>
                      <a:ext uri="{FF2B5EF4-FFF2-40B4-BE49-F238E27FC236}">
                        <a16:creationId xmlns:a16="http://schemas.microsoft.com/office/drawing/2014/main" id="{6A27E8E8-30AD-33AF-EC9B-4E6D5CEB2090}"/>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118" name="図 117">
                    <a:extLst>
                      <a:ext uri="{FF2B5EF4-FFF2-40B4-BE49-F238E27FC236}">
                        <a16:creationId xmlns:a16="http://schemas.microsoft.com/office/drawing/2014/main" id="{272167CB-499E-2B70-4BAF-BC48E7221BD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16" name="テキスト ボックス 115">
                  <a:extLst>
                    <a:ext uri="{FF2B5EF4-FFF2-40B4-BE49-F238E27FC236}">
                      <a16:creationId xmlns:a16="http://schemas.microsoft.com/office/drawing/2014/main" id="{B018A060-C3C7-2D9A-FD9E-C56AF56F4B7E}"/>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grpSp>
        <p:nvGrpSpPr>
          <p:cNvPr id="119" name="グループ化 118">
            <a:extLst>
              <a:ext uri="{FF2B5EF4-FFF2-40B4-BE49-F238E27FC236}">
                <a16:creationId xmlns:a16="http://schemas.microsoft.com/office/drawing/2014/main" id="{FBF45DBA-80E7-C9CB-602E-4582163DE405}"/>
              </a:ext>
            </a:extLst>
          </p:cNvPr>
          <p:cNvGrpSpPr/>
          <p:nvPr/>
        </p:nvGrpSpPr>
        <p:grpSpPr>
          <a:xfrm>
            <a:off x="8962119" y="1546204"/>
            <a:ext cx="2561811" cy="632926"/>
            <a:chOff x="8957885" y="4574183"/>
            <a:chExt cx="2561811" cy="632926"/>
          </a:xfrm>
        </p:grpSpPr>
        <p:sp>
          <p:nvSpPr>
            <p:cNvPr id="121" name="楕円 120">
              <a:extLst>
                <a:ext uri="{FF2B5EF4-FFF2-40B4-BE49-F238E27FC236}">
                  <a16:creationId xmlns:a16="http://schemas.microsoft.com/office/drawing/2014/main" id="{E8D42461-8EBD-BFE4-B0D4-6F1608737BBF}"/>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22" name="四角形: 角を丸くする 121">
              <a:extLst>
                <a:ext uri="{FF2B5EF4-FFF2-40B4-BE49-F238E27FC236}">
                  <a16:creationId xmlns:a16="http://schemas.microsoft.com/office/drawing/2014/main" id="{6FCAA634-605B-A74A-4967-DC7A6253FD5D}"/>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nvGrpSpPr>
            <p:cNvPr id="123" name="グループ化 122">
              <a:extLst>
                <a:ext uri="{FF2B5EF4-FFF2-40B4-BE49-F238E27FC236}">
                  <a16:creationId xmlns:a16="http://schemas.microsoft.com/office/drawing/2014/main" id="{8BB77D66-B4D9-78F6-C87D-8C05801C66E8}"/>
                </a:ext>
              </a:extLst>
            </p:cNvPr>
            <p:cNvGrpSpPr/>
            <p:nvPr/>
          </p:nvGrpSpPr>
          <p:grpSpPr>
            <a:xfrm>
              <a:off x="9498429" y="4598805"/>
              <a:ext cx="1505416" cy="601824"/>
              <a:chOff x="1980734" y="3149081"/>
              <a:chExt cx="1505416" cy="601824"/>
            </a:xfrm>
          </p:grpSpPr>
          <p:sp>
            <p:nvSpPr>
              <p:cNvPr id="124" name="楕円 123">
                <a:extLst>
                  <a:ext uri="{FF2B5EF4-FFF2-40B4-BE49-F238E27FC236}">
                    <a16:creationId xmlns:a16="http://schemas.microsoft.com/office/drawing/2014/main" id="{36986403-74FB-C9EC-F5B5-221DD33714C1}"/>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127" name="グループ化 126">
                <a:extLst>
                  <a:ext uri="{FF2B5EF4-FFF2-40B4-BE49-F238E27FC236}">
                    <a16:creationId xmlns:a16="http://schemas.microsoft.com/office/drawing/2014/main" id="{36A55BFB-A3B8-7902-D35B-194889F6C07C}"/>
                  </a:ext>
                </a:extLst>
              </p:cNvPr>
              <p:cNvGrpSpPr/>
              <p:nvPr/>
            </p:nvGrpSpPr>
            <p:grpSpPr>
              <a:xfrm>
                <a:off x="1980734" y="3175652"/>
                <a:ext cx="1505416" cy="575253"/>
                <a:chOff x="1980734" y="3175652"/>
                <a:chExt cx="1505416" cy="575253"/>
              </a:xfrm>
            </p:grpSpPr>
            <p:grpSp>
              <p:nvGrpSpPr>
                <p:cNvPr id="128" name="グループ化 127">
                  <a:extLst>
                    <a:ext uri="{FF2B5EF4-FFF2-40B4-BE49-F238E27FC236}">
                      <a16:creationId xmlns:a16="http://schemas.microsoft.com/office/drawing/2014/main" id="{2F5F648B-081B-6794-14C8-3E690675282A}"/>
                    </a:ext>
                  </a:extLst>
                </p:cNvPr>
                <p:cNvGrpSpPr/>
                <p:nvPr/>
              </p:nvGrpSpPr>
              <p:grpSpPr>
                <a:xfrm>
                  <a:off x="1980734" y="3473931"/>
                  <a:ext cx="1505416" cy="276974"/>
                  <a:chOff x="4194668" y="3607669"/>
                  <a:chExt cx="1105960" cy="276974"/>
                </a:xfrm>
              </p:grpSpPr>
              <p:sp>
                <p:nvSpPr>
                  <p:cNvPr id="130" name="四角形: 角を丸くする 129">
                    <a:extLst>
                      <a:ext uri="{FF2B5EF4-FFF2-40B4-BE49-F238E27FC236}">
                        <a16:creationId xmlns:a16="http://schemas.microsoft.com/office/drawing/2014/main" id="{27691509-7C31-5BC2-E617-8AF9ED2E8568}"/>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131" name="図 130">
                    <a:extLst>
                      <a:ext uri="{FF2B5EF4-FFF2-40B4-BE49-F238E27FC236}">
                        <a16:creationId xmlns:a16="http://schemas.microsoft.com/office/drawing/2014/main" id="{0D45226E-D150-66D7-7062-49429DD9483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29" name="テキスト ボックス 128">
                  <a:extLst>
                    <a:ext uri="{FF2B5EF4-FFF2-40B4-BE49-F238E27FC236}">
                      <a16:creationId xmlns:a16="http://schemas.microsoft.com/office/drawing/2014/main" id="{DA7DB72C-D36F-D80A-065C-D515EDA66EB0}"/>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grpSp>
        <p:nvGrpSpPr>
          <p:cNvPr id="132" name="グループ化 131">
            <a:extLst>
              <a:ext uri="{FF2B5EF4-FFF2-40B4-BE49-F238E27FC236}">
                <a16:creationId xmlns:a16="http://schemas.microsoft.com/office/drawing/2014/main" id="{C80C7D3C-B57E-4A2E-6DED-DCB27E250F70}"/>
              </a:ext>
            </a:extLst>
          </p:cNvPr>
          <p:cNvGrpSpPr/>
          <p:nvPr/>
        </p:nvGrpSpPr>
        <p:grpSpPr>
          <a:xfrm>
            <a:off x="8172004" y="2279933"/>
            <a:ext cx="2561811" cy="632926"/>
            <a:chOff x="8957885" y="4574183"/>
            <a:chExt cx="2561811" cy="632926"/>
          </a:xfrm>
        </p:grpSpPr>
        <p:sp>
          <p:nvSpPr>
            <p:cNvPr id="133" name="楕円 132">
              <a:extLst>
                <a:ext uri="{FF2B5EF4-FFF2-40B4-BE49-F238E27FC236}">
                  <a16:creationId xmlns:a16="http://schemas.microsoft.com/office/drawing/2014/main" id="{6EFA2B92-2653-2ECB-7A9A-C44A2180F25F}"/>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34" name="四角形: 角を丸くする 133">
              <a:extLst>
                <a:ext uri="{FF2B5EF4-FFF2-40B4-BE49-F238E27FC236}">
                  <a16:creationId xmlns:a16="http://schemas.microsoft.com/office/drawing/2014/main" id="{1E445367-B059-0253-115A-03084F72F2CD}"/>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nvGrpSpPr>
            <p:cNvPr id="135" name="グループ化 134">
              <a:extLst>
                <a:ext uri="{FF2B5EF4-FFF2-40B4-BE49-F238E27FC236}">
                  <a16:creationId xmlns:a16="http://schemas.microsoft.com/office/drawing/2014/main" id="{EC572CE4-E68C-483B-1253-A9EB199D6C30}"/>
                </a:ext>
              </a:extLst>
            </p:cNvPr>
            <p:cNvGrpSpPr/>
            <p:nvPr/>
          </p:nvGrpSpPr>
          <p:grpSpPr>
            <a:xfrm>
              <a:off x="9498429" y="4598805"/>
              <a:ext cx="1505416" cy="601824"/>
              <a:chOff x="1980734" y="3149081"/>
              <a:chExt cx="1505416" cy="601824"/>
            </a:xfrm>
          </p:grpSpPr>
          <p:sp>
            <p:nvSpPr>
              <p:cNvPr id="136" name="楕円 135">
                <a:extLst>
                  <a:ext uri="{FF2B5EF4-FFF2-40B4-BE49-F238E27FC236}">
                    <a16:creationId xmlns:a16="http://schemas.microsoft.com/office/drawing/2014/main" id="{6A6F03D0-35C2-4916-AD80-96BAD90334D7}"/>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138" name="グループ化 137">
                <a:extLst>
                  <a:ext uri="{FF2B5EF4-FFF2-40B4-BE49-F238E27FC236}">
                    <a16:creationId xmlns:a16="http://schemas.microsoft.com/office/drawing/2014/main" id="{A2EE9EE1-0E2A-8646-0881-3DDAB5124AE9}"/>
                  </a:ext>
                </a:extLst>
              </p:cNvPr>
              <p:cNvGrpSpPr/>
              <p:nvPr/>
            </p:nvGrpSpPr>
            <p:grpSpPr>
              <a:xfrm>
                <a:off x="1980734" y="3175652"/>
                <a:ext cx="1505416" cy="575253"/>
                <a:chOff x="1980734" y="3175652"/>
                <a:chExt cx="1505416" cy="575253"/>
              </a:xfrm>
            </p:grpSpPr>
            <p:grpSp>
              <p:nvGrpSpPr>
                <p:cNvPr id="140" name="グループ化 139">
                  <a:extLst>
                    <a:ext uri="{FF2B5EF4-FFF2-40B4-BE49-F238E27FC236}">
                      <a16:creationId xmlns:a16="http://schemas.microsoft.com/office/drawing/2014/main" id="{43829D84-3A42-4295-FB9B-280FC9E20D6F}"/>
                    </a:ext>
                  </a:extLst>
                </p:cNvPr>
                <p:cNvGrpSpPr/>
                <p:nvPr/>
              </p:nvGrpSpPr>
              <p:grpSpPr>
                <a:xfrm>
                  <a:off x="1980734" y="3473931"/>
                  <a:ext cx="1505416" cy="276974"/>
                  <a:chOff x="4194668" y="3607669"/>
                  <a:chExt cx="1105960" cy="276974"/>
                </a:xfrm>
              </p:grpSpPr>
              <p:sp>
                <p:nvSpPr>
                  <p:cNvPr id="142" name="四角形: 角を丸くする 141">
                    <a:extLst>
                      <a:ext uri="{FF2B5EF4-FFF2-40B4-BE49-F238E27FC236}">
                        <a16:creationId xmlns:a16="http://schemas.microsoft.com/office/drawing/2014/main" id="{D275C18A-36CF-B8A8-CE84-6966411B7C43}"/>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143" name="図 142">
                    <a:extLst>
                      <a:ext uri="{FF2B5EF4-FFF2-40B4-BE49-F238E27FC236}">
                        <a16:creationId xmlns:a16="http://schemas.microsoft.com/office/drawing/2014/main" id="{055E1626-09DA-25D4-B140-84D6F987870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41" name="テキスト ボックス 140">
                  <a:extLst>
                    <a:ext uri="{FF2B5EF4-FFF2-40B4-BE49-F238E27FC236}">
                      <a16:creationId xmlns:a16="http://schemas.microsoft.com/office/drawing/2014/main" id="{AA334C16-584F-746D-5C48-64CBAADE2C07}"/>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grpSp>
        <p:nvGrpSpPr>
          <p:cNvPr id="144" name="グループ化 143">
            <a:extLst>
              <a:ext uri="{FF2B5EF4-FFF2-40B4-BE49-F238E27FC236}">
                <a16:creationId xmlns:a16="http://schemas.microsoft.com/office/drawing/2014/main" id="{2530DECE-9478-F0FC-3CEC-E7BBDDB70E5B}"/>
              </a:ext>
            </a:extLst>
          </p:cNvPr>
          <p:cNvGrpSpPr/>
          <p:nvPr/>
        </p:nvGrpSpPr>
        <p:grpSpPr>
          <a:xfrm>
            <a:off x="8962119" y="3146830"/>
            <a:ext cx="2561811" cy="632926"/>
            <a:chOff x="8957885" y="4574183"/>
            <a:chExt cx="2561811" cy="632926"/>
          </a:xfrm>
        </p:grpSpPr>
        <p:sp>
          <p:nvSpPr>
            <p:cNvPr id="145" name="楕円 144">
              <a:extLst>
                <a:ext uri="{FF2B5EF4-FFF2-40B4-BE49-F238E27FC236}">
                  <a16:creationId xmlns:a16="http://schemas.microsoft.com/office/drawing/2014/main" id="{97D505A3-BBA2-93E4-9DFA-748B4934DF17}"/>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46" name="四角形: 角を丸くする 145">
              <a:extLst>
                <a:ext uri="{FF2B5EF4-FFF2-40B4-BE49-F238E27FC236}">
                  <a16:creationId xmlns:a16="http://schemas.microsoft.com/office/drawing/2014/main" id="{891C4CC2-F240-F981-ECF1-9404BF5A5A0C}"/>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nvGrpSpPr>
            <p:cNvPr id="147" name="グループ化 146">
              <a:extLst>
                <a:ext uri="{FF2B5EF4-FFF2-40B4-BE49-F238E27FC236}">
                  <a16:creationId xmlns:a16="http://schemas.microsoft.com/office/drawing/2014/main" id="{ABA468ED-BC48-8F7E-3D45-3F481B550FE9}"/>
                </a:ext>
              </a:extLst>
            </p:cNvPr>
            <p:cNvGrpSpPr/>
            <p:nvPr/>
          </p:nvGrpSpPr>
          <p:grpSpPr>
            <a:xfrm>
              <a:off x="9498429" y="4598805"/>
              <a:ext cx="1505416" cy="601824"/>
              <a:chOff x="1980734" y="3149081"/>
              <a:chExt cx="1505416" cy="601824"/>
            </a:xfrm>
          </p:grpSpPr>
          <p:sp>
            <p:nvSpPr>
              <p:cNvPr id="148" name="楕円 147">
                <a:extLst>
                  <a:ext uri="{FF2B5EF4-FFF2-40B4-BE49-F238E27FC236}">
                    <a16:creationId xmlns:a16="http://schemas.microsoft.com/office/drawing/2014/main" id="{BE1B73AD-198D-0225-71EE-AF5474A7BC9D}"/>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149" name="グループ化 148">
                <a:extLst>
                  <a:ext uri="{FF2B5EF4-FFF2-40B4-BE49-F238E27FC236}">
                    <a16:creationId xmlns:a16="http://schemas.microsoft.com/office/drawing/2014/main" id="{59F214C1-54B5-306A-AC54-9466C36C6B6E}"/>
                  </a:ext>
                </a:extLst>
              </p:cNvPr>
              <p:cNvGrpSpPr/>
              <p:nvPr/>
            </p:nvGrpSpPr>
            <p:grpSpPr>
              <a:xfrm>
                <a:off x="1980734" y="3175652"/>
                <a:ext cx="1505416" cy="575253"/>
                <a:chOff x="1980734" y="3175652"/>
                <a:chExt cx="1505416" cy="575253"/>
              </a:xfrm>
            </p:grpSpPr>
            <p:grpSp>
              <p:nvGrpSpPr>
                <p:cNvPr id="150" name="グループ化 149">
                  <a:extLst>
                    <a:ext uri="{FF2B5EF4-FFF2-40B4-BE49-F238E27FC236}">
                      <a16:creationId xmlns:a16="http://schemas.microsoft.com/office/drawing/2014/main" id="{5B9F0B0C-2440-9029-2DD3-109A35D2F7B8}"/>
                    </a:ext>
                  </a:extLst>
                </p:cNvPr>
                <p:cNvGrpSpPr/>
                <p:nvPr/>
              </p:nvGrpSpPr>
              <p:grpSpPr>
                <a:xfrm>
                  <a:off x="1980734" y="3473931"/>
                  <a:ext cx="1505416" cy="276974"/>
                  <a:chOff x="4194668" y="3607669"/>
                  <a:chExt cx="1105960" cy="276974"/>
                </a:xfrm>
              </p:grpSpPr>
              <p:sp>
                <p:nvSpPr>
                  <p:cNvPr id="152" name="四角形: 角を丸くする 151">
                    <a:extLst>
                      <a:ext uri="{FF2B5EF4-FFF2-40B4-BE49-F238E27FC236}">
                        <a16:creationId xmlns:a16="http://schemas.microsoft.com/office/drawing/2014/main" id="{E157D167-BD33-51B9-5E2B-71783F0E91B6}"/>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156" name="図 155">
                    <a:extLst>
                      <a:ext uri="{FF2B5EF4-FFF2-40B4-BE49-F238E27FC236}">
                        <a16:creationId xmlns:a16="http://schemas.microsoft.com/office/drawing/2014/main" id="{D5680C24-DB92-B764-EAE1-34B803FFFEA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51" name="テキスト ボックス 150">
                  <a:extLst>
                    <a:ext uri="{FF2B5EF4-FFF2-40B4-BE49-F238E27FC236}">
                      <a16:creationId xmlns:a16="http://schemas.microsoft.com/office/drawing/2014/main" id="{E6C8023C-1A5F-3C1B-7925-3B80112132F6}"/>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grpSp>
        <p:nvGrpSpPr>
          <p:cNvPr id="157" name="グループ化 156">
            <a:extLst>
              <a:ext uri="{FF2B5EF4-FFF2-40B4-BE49-F238E27FC236}">
                <a16:creationId xmlns:a16="http://schemas.microsoft.com/office/drawing/2014/main" id="{D9877612-AB4F-28A3-EBF3-54380FB1187B}"/>
              </a:ext>
            </a:extLst>
          </p:cNvPr>
          <p:cNvGrpSpPr/>
          <p:nvPr/>
        </p:nvGrpSpPr>
        <p:grpSpPr>
          <a:xfrm>
            <a:off x="8962119" y="3876273"/>
            <a:ext cx="2561811" cy="632926"/>
            <a:chOff x="8957885" y="4574183"/>
            <a:chExt cx="2561811" cy="632926"/>
          </a:xfrm>
        </p:grpSpPr>
        <p:sp>
          <p:nvSpPr>
            <p:cNvPr id="158" name="楕円 157">
              <a:extLst>
                <a:ext uri="{FF2B5EF4-FFF2-40B4-BE49-F238E27FC236}">
                  <a16:creationId xmlns:a16="http://schemas.microsoft.com/office/drawing/2014/main" id="{94BF1F1C-5BC8-3B88-C89F-ADB34712A91B}"/>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59" name="四角形: 角を丸くする 158">
              <a:extLst>
                <a:ext uri="{FF2B5EF4-FFF2-40B4-BE49-F238E27FC236}">
                  <a16:creationId xmlns:a16="http://schemas.microsoft.com/office/drawing/2014/main" id="{23B16831-F5A3-AE3A-C1E1-2297A86BCF54}"/>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nvGrpSpPr>
            <p:cNvPr id="160" name="グループ化 159">
              <a:extLst>
                <a:ext uri="{FF2B5EF4-FFF2-40B4-BE49-F238E27FC236}">
                  <a16:creationId xmlns:a16="http://schemas.microsoft.com/office/drawing/2014/main" id="{9D71B92B-74E5-82E2-E79A-C57DE47A5740}"/>
                </a:ext>
              </a:extLst>
            </p:cNvPr>
            <p:cNvGrpSpPr/>
            <p:nvPr/>
          </p:nvGrpSpPr>
          <p:grpSpPr>
            <a:xfrm>
              <a:off x="9498429" y="4598805"/>
              <a:ext cx="1505416" cy="601824"/>
              <a:chOff x="1980734" y="3149081"/>
              <a:chExt cx="1505416" cy="601824"/>
            </a:xfrm>
          </p:grpSpPr>
          <p:sp>
            <p:nvSpPr>
              <p:cNvPr id="161" name="楕円 160">
                <a:extLst>
                  <a:ext uri="{FF2B5EF4-FFF2-40B4-BE49-F238E27FC236}">
                    <a16:creationId xmlns:a16="http://schemas.microsoft.com/office/drawing/2014/main" id="{933D984F-C505-B3EB-BC37-51C289026BB6}"/>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173" name="グループ化 172">
                <a:extLst>
                  <a:ext uri="{FF2B5EF4-FFF2-40B4-BE49-F238E27FC236}">
                    <a16:creationId xmlns:a16="http://schemas.microsoft.com/office/drawing/2014/main" id="{7169DC62-263F-3B50-5698-9C56611D31CA}"/>
                  </a:ext>
                </a:extLst>
              </p:cNvPr>
              <p:cNvGrpSpPr/>
              <p:nvPr/>
            </p:nvGrpSpPr>
            <p:grpSpPr>
              <a:xfrm>
                <a:off x="1980734" y="3175652"/>
                <a:ext cx="1505416" cy="575253"/>
                <a:chOff x="1980734" y="3175652"/>
                <a:chExt cx="1505416" cy="575253"/>
              </a:xfrm>
            </p:grpSpPr>
            <p:grpSp>
              <p:nvGrpSpPr>
                <p:cNvPr id="177" name="グループ化 176">
                  <a:extLst>
                    <a:ext uri="{FF2B5EF4-FFF2-40B4-BE49-F238E27FC236}">
                      <a16:creationId xmlns:a16="http://schemas.microsoft.com/office/drawing/2014/main" id="{BA39C1E7-2DA5-2165-15A6-16C714905CD3}"/>
                    </a:ext>
                  </a:extLst>
                </p:cNvPr>
                <p:cNvGrpSpPr/>
                <p:nvPr/>
              </p:nvGrpSpPr>
              <p:grpSpPr>
                <a:xfrm>
                  <a:off x="1980734" y="3473931"/>
                  <a:ext cx="1505416" cy="276974"/>
                  <a:chOff x="4194668" y="3607669"/>
                  <a:chExt cx="1105960" cy="276974"/>
                </a:xfrm>
              </p:grpSpPr>
              <p:sp>
                <p:nvSpPr>
                  <p:cNvPr id="182" name="四角形: 角を丸くする 181">
                    <a:extLst>
                      <a:ext uri="{FF2B5EF4-FFF2-40B4-BE49-F238E27FC236}">
                        <a16:creationId xmlns:a16="http://schemas.microsoft.com/office/drawing/2014/main" id="{489B3E7A-91A0-2A24-AE64-557D601E6DFB}"/>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184" name="図 183">
                    <a:extLst>
                      <a:ext uri="{FF2B5EF4-FFF2-40B4-BE49-F238E27FC236}">
                        <a16:creationId xmlns:a16="http://schemas.microsoft.com/office/drawing/2014/main" id="{AB21011D-5B96-3DF9-69C6-CF266CA154B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78" name="テキスト ボックス 177">
                  <a:extLst>
                    <a:ext uri="{FF2B5EF4-FFF2-40B4-BE49-F238E27FC236}">
                      <a16:creationId xmlns:a16="http://schemas.microsoft.com/office/drawing/2014/main" id="{DB440BB4-47B2-F022-966B-71101D9C3F4D}"/>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grpSp>
        <p:nvGrpSpPr>
          <p:cNvPr id="187" name="グループ化 186">
            <a:extLst>
              <a:ext uri="{FF2B5EF4-FFF2-40B4-BE49-F238E27FC236}">
                <a16:creationId xmlns:a16="http://schemas.microsoft.com/office/drawing/2014/main" id="{F8F03C49-4DC0-30CF-4D8B-DD9B11E2F7E0}"/>
              </a:ext>
            </a:extLst>
          </p:cNvPr>
          <p:cNvGrpSpPr/>
          <p:nvPr/>
        </p:nvGrpSpPr>
        <p:grpSpPr>
          <a:xfrm>
            <a:off x="8962119" y="4610002"/>
            <a:ext cx="2561811" cy="632926"/>
            <a:chOff x="8957885" y="4574183"/>
            <a:chExt cx="2561811" cy="632926"/>
          </a:xfrm>
        </p:grpSpPr>
        <p:sp>
          <p:nvSpPr>
            <p:cNvPr id="188" name="楕円 187">
              <a:extLst>
                <a:ext uri="{FF2B5EF4-FFF2-40B4-BE49-F238E27FC236}">
                  <a16:creationId xmlns:a16="http://schemas.microsoft.com/office/drawing/2014/main" id="{F775ACD3-D089-F786-D8E1-95FBD5DFD588}"/>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89" name="四角形: 角を丸くする 188">
              <a:extLst>
                <a:ext uri="{FF2B5EF4-FFF2-40B4-BE49-F238E27FC236}">
                  <a16:creationId xmlns:a16="http://schemas.microsoft.com/office/drawing/2014/main" id="{7D02780A-1D52-9BD7-CA76-5A042FCC4975}"/>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nvGrpSpPr>
            <p:cNvPr id="190" name="グループ化 189">
              <a:extLst>
                <a:ext uri="{FF2B5EF4-FFF2-40B4-BE49-F238E27FC236}">
                  <a16:creationId xmlns:a16="http://schemas.microsoft.com/office/drawing/2014/main" id="{E89EB297-10F2-B2CC-D39D-B220B59B49CF}"/>
                </a:ext>
              </a:extLst>
            </p:cNvPr>
            <p:cNvGrpSpPr/>
            <p:nvPr/>
          </p:nvGrpSpPr>
          <p:grpSpPr>
            <a:xfrm>
              <a:off x="9498429" y="4598805"/>
              <a:ext cx="1505416" cy="601824"/>
              <a:chOff x="1980734" y="3149081"/>
              <a:chExt cx="1505416" cy="601824"/>
            </a:xfrm>
          </p:grpSpPr>
          <p:sp>
            <p:nvSpPr>
              <p:cNvPr id="191" name="楕円 190">
                <a:extLst>
                  <a:ext uri="{FF2B5EF4-FFF2-40B4-BE49-F238E27FC236}">
                    <a16:creationId xmlns:a16="http://schemas.microsoft.com/office/drawing/2014/main" id="{73F8855D-C7E3-F39B-ADC1-F1D5E80B9DC8}"/>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192" name="グループ化 191">
                <a:extLst>
                  <a:ext uri="{FF2B5EF4-FFF2-40B4-BE49-F238E27FC236}">
                    <a16:creationId xmlns:a16="http://schemas.microsoft.com/office/drawing/2014/main" id="{6C260C85-F3D9-48FD-243E-B28CCCD375AD}"/>
                  </a:ext>
                </a:extLst>
              </p:cNvPr>
              <p:cNvGrpSpPr/>
              <p:nvPr/>
            </p:nvGrpSpPr>
            <p:grpSpPr>
              <a:xfrm>
                <a:off x="1980734" y="3175652"/>
                <a:ext cx="1505416" cy="575253"/>
                <a:chOff x="1980734" y="3175652"/>
                <a:chExt cx="1505416" cy="575253"/>
              </a:xfrm>
            </p:grpSpPr>
            <p:grpSp>
              <p:nvGrpSpPr>
                <p:cNvPr id="193" name="グループ化 192">
                  <a:extLst>
                    <a:ext uri="{FF2B5EF4-FFF2-40B4-BE49-F238E27FC236}">
                      <a16:creationId xmlns:a16="http://schemas.microsoft.com/office/drawing/2014/main" id="{47C41C22-D62D-56AD-E4D3-921990B8A0D5}"/>
                    </a:ext>
                  </a:extLst>
                </p:cNvPr>
                <p:cNvGrpSpPr/>
                <p:nvPr/>
              </p:nvGrpSpPr>
              <p:grpSpPr>
                <a:xfrm>
                  <a:off x="1980734" y="3473931"/>
                  <a:ext cx="1505416" cy="276974"/>
                  <a:chOff x="4194668" y="3607669"/>
                  <a:chExt cx="1105960" cy="276974"/>
                </a:xfrm>
              </p:grpSpPr>
              <p:sp>
                <p:nvSpPr>
                  <p:cNvPr id="195" name="四角形: 角を丸くする 194">
                    <a:extLst>
                      <a:ext uri="{FF2B5EF4-FFF2-40B4-BE49-F238E27FC236}">
                        <a16:creationId xmlns:a16="http://schemas.microsoft.com/office/drawing/2014/main" id="{6639FD95-BE35-E4C0-11CD-50A3831DBB9E}"/>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196" name="図 195">
                    <a:extLst>
                      <a:ext uri="{FF2B5EF4-FFF2-40B4-BE49-F238E27FC236}">
                        <a16:creationId xmlns:a16="http://schemas.microsoft.com/office/drawing/2014/main" id="{78EE87EA-5D78-F246-485E-6F3B71DF15C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94" name="テキスト ボックス 193">
                  <a:extLst>
                    <a:ext uri="{FF2B5EF4-FFF2-40B4-BE49-F238E27FC236}">
                      <a16:creationId xmlns:a16="http://schemas.microsoft.com/office/drawing/2014/main" id="{EFE029D0-D21E-CBE9-BE59-23D311E2A6E0}"/>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cxnSp>
        <p:nvCxnSpPr>
          <p:cNvPr id="25" name="直線コネクタ 24">
            <a:extLst>
              <a:ext uri="{FF2B5EF4-FFF2-40B4-BE49-F238E27FC236}">
                <a16:creationId xmlns:a16="http://schemas.microsoft.com/office/drawing/2014/main" id="{A26F6F24-1B4A-EEDD-0198-3930706A64D6}"/>
              </a:ext>
            </a:extLst>
          </p:cNvPr>
          <p:cNvCxnSpPr>
            <a:cxnSpLocks/>
          </p:cNvCxnSpPr>
          <p:nvPr/>
        </p:nvCxnSpPr>
        <p:spPr>
          <a:xfrm>
            <a:off x="541538" y="3760235"/>
            <a:ext cx="5051394" cy="0"/>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82" name="テキスト ボックス 81">
            <a:extLst>
              <a:ext uri="{FF2B5EF4-FFF2-40B4-BE49-F238E27FC236}">
                <a16:creationId xmlns:a16="http://schemas.microsoft.com/office/drawing/2014/main" id="{4E3155AD-3988-15BA-7978-497697E013D2}"/>
              </a:ext>
            </a:extLst>
          </p:cNvPr>
          <p:cNvSpPr txBox="1"/>
          <p:nvPr/>
        </p:nvSpPr>
        <p:spPr>
          <a:xfrm>
            <a:off x="5094472" y="3348579"/>
            <a:ext cx="524313" cy="369332"/>
          </a:xfrm>
          <a:prstGeom prst="rect">
            <a:avLst/>
          </a:prstGeom>
          <a:noFill/>
        </p:spPr>
        <p:txBody>
          <a:bodyPr wrap="square" rtlCol="0">
            <a:spAutoFit/>
          </a:bodyPr>
          <a:lstStyle/>
          <a:p>
            <a:pPr algn="ctr"/>
            <a:r>
              <a:rPr kumimoji="1" lang="ja-JP" altLang="en-US" b="1" dirty="0">
                <a:solidFill>
                  <a:schemeClr val="bg1">
                    <a:lumMod val="95000"/>
                  </a:schemeClr>
                </a:solidFill>
                <a:latin typeface="原稿用標準書体" panose="03000503000000000000" pitchFamily="66" charset="-128"/>
                <a:ea typeface="原稿用標準書体" panose="03000503000000000000" pitchFamily="66" charset="-128"/>
              </a:rPr>
              <a:t>前</a:t>
            </a:r>
            <a:endParaRPr kumimoji="1" lang="ja-JP" altLang="en-US" sz="28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83" name="テキスト ボックス 82">
            <a:extLst>
              <a:ext uri="{FF2B5EF4-FFF2-40B4-BE49-F238E27FC236}">
                <a16:creationId xmlns:a16="http://schemas.microsoft.com/office/drawing/2014/main" id="{41F52906-12F0-2E48-1668-581C77D13148}"/>
              </a:ext>
            </a:extLst>
          </p:cNvPr>
          <p:cNvSpPr txBox="1"/>
          <p:nvPr/>
        </p:nvSpPr>
        <p:spPr>
          <a:xfrm>
            <a:off x="5094472" y="3786647"/>
            <a:ext cx="524313" cy="369332"/>
          </a:xfrm>
          <a:prstGeom prst="rect">
            <a:avLst/>
          </a:prstGeom>
          <a:noFill/>
        </p:spPr>
        <p:txBody>
          <a:bodyPr wrap="square" rtlCol="0">
            <a:spAutoFit/>
          </a:bodyPr>
          <a:lstStyle/>
          <a:p>
            <a:pPr algn="ctr"/>
            <a:r>
              <a:rPr kumimoji="1" lang="ja-JP" altLang="en-US" b="1" dirty="0">
                <a:solidFill>
                  <a:schemeClr val="bg1">
                    <a:lumMod val="95000"/>
                  </a:schemeClr>
                </a:solidFill>
                <a:latin typeface="原稿用標準書体" panose="03000503000000000000" pitchFamily="66" charset="-128"/>
                <a:ea typeface="原稿用標準書体" panose="03000503000000000000" pitchFamily="66" charset="-128"/>
              </a:rPr>
              <a:t>後</a:t>
            </a:r>
            <a:endParaRPr kumimoji="1" lang="ja-JP" altLang="en-US" sz="28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179" name="グループ化 178">
            <a:extLst>
              <a:ext uri="{FF2B5EF4-FFF2-40B4-BE49-F238E27FC236}">
                <a16:creationId xmlns:a16="http://schemas.microsoft.com/office/drawing/2014/main" id="{2FABE844-5F1E-F452-D329-8E3BB00E8FC6}"/>
              </a:ext>
            </a:extLst>
          </p:cNvPr>
          <p:cNvGrpSpPr/>
          <p:nvPr/>
        </p:nvGrpSpPr>
        <p:grpSpPr>
          <a:xfrm>
            <a:off x="8106557" y="848666"/>
            <a:ext cx="1102148" cy="5096264"/>
            <a:chOff x="8106557" y="848666"/>
            <a:chExt cx="1102148" cy="5096264"/>
          </a:xfrm>
        </p:grpSpPr>
        <p:sp>
          <p:nvSpPr>
            <p:cNvPr id="180" name="楕円 179">
              <a:extLst>
                <a:ext uri="{FF2B5EF4-FFF2-40B4-BE49-F238E27FC236}">
                  <a16:creationId xmlns:a16="http://schemas.microsoft.com/office/drawing/2014/main" id="{AC92CC45-D0F1-7826-900E-EC2CACC8E90C}"/>
                </a:ext>
              </a:extLst>
            </p:cNvPr>
            <p:cNvSpPr/>
            <p:nvPr/>
          </p:nvSpPr>
          <p:spPr>
            <a:xfrm>
              <a:off x="8883123" y="848666"/>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181" name="楕円 180">
              <a:extLst>
                <a:ext uri="{FF2B5EF4-FFF2-40B4-BE49-F238E27FC236}">
                  <a16:creationId xmlns:a16="http://schemas.microsoft.com/office/drawing/2014/main" id="{9A0BB37D-ABB0-6945-E93C-23E527DCAACA}"/>
                </a:ext>
              </a:extLst>
            </p:cNvPr>
            <p:cNvSpPr/>
            <p:nvPr/>
          </p:nvSpPr>
          <p:spPr>
            <a:xfrm>
              <a:off x="8883123" y="1583030"/>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183" name="楕円 182">
              <a:extLst>
                <a:ext uri="{FF2B5EF4-FFF2-40B4-BE49-F238E27FC236}">
                  <a16:creationId xmlns:a16="http://schemas.microsoft.com/office/drawing/2014/main" id="{614F5B72-483C-1034-92BC-DD6909C773EE}"/>
                </a:ext>
              </a:extLst>
            </p:cNvPr>
            <p:cNvSpPr/>
            <p:nvPr/>
          </p:nvSpPr>
          <p:spPr>
            <a:xfrm>
              <a:off x="8880110" y="3191229"/>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240" name="楕円 239">
              <a:extLst>
                <a:ext uri="{FF2B5EF4-FFF2-40B4-BE49-F238E27FC236}">
                  <a16:creationId xmlns:a16="http://schemas.microsoft.com/office/drawing/2014/main" id="{6ED6C0D6-4F6A-BB4C-5EAE-3D9454A0499D}"/>
                </a:ext>
              </a:extLst>
            </p:cNvPr>
            <p:cNvSpPr/>
            <p:nvPr/>
          </p:nvSpPr>
          <p:spPr>
            <a:xfrm>
              <a:off x="8880110" y="3925593"/>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268" name="楕円 267">
              <a:extLst>
                <a:ext uri="{FF2B5EF4-FFF2-40B4-BE49-F238E27FC236}">
                  <a16:creationId xmlns:a16="http://schemas.microsoft.com/office/drawing/2014/main" id="{02A61DF8-0376-0963-4381-82EB56136FA4}"/>
                </a:ext>
              </a:extLst>
            </p:cNvPr>
            <p:cNvSpPr/>
            <p:nvPr/>
          </p:nvSpPr>
          <p:spPr>
            <a:xfrm>
              <a:off x="8887113" y="4650730"/>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269" name="楕円 268">
              <a:extLst>
                <a:ext uri="{FF2B5EF4-FFF2-40B4-BE49-F238E27FC236}">
                  <a16:creationId xmlns:a16="http://schemas.microsoft.com/office/drawing/2014/main" id="{ABA9D835-0BC5-DE84-D8F8-EDA3B2EB9C15}"/>
                </a:ext>
              </a:extLst>
            </p:cNvPr>
            <p:cNvSpPr/>
            <p:nvPr/>
          </p:nvSpPr>
          <p:spPr>
            <a:xfrm>
              <a:off x="8887113" y="5385094"/>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270" name="楕円 269">
              <a:extLst>
                <a:ext uri="{FF2B5EF4-FFF2-40B4-BE49-F238E27FC236}">
                  <a16:creationId xmlns:a16="http://schemas.microsoft.com/office/drawing/2014/main" id="{5DE63120-A3E0-AC2F-DB1E-FE2584B836B1}"/>
                </a:ext>
              </a:extLst>
            </p:cNvPr>
            <p:cNvSpPr/>
            <p:nvPr/>
          </p:nvSpPr>
          <p:spPr>
            <a:xfrm>
              <a:off x="8106557" y="2319447"/>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grpSp>
      <p:grpSp>
        <p:nvGrpSpPr>
          <p:cNvPr id="278" name="グループ化 277">
            <a:extLst>
              <a:ext uri="{FF2B5EF4-FFF2-40B4-BE49-F238E27FC236}">
                <a16:creationId xmlns:a16="http://schemas.microsoft.com/office/drawing/2014/main" id="{485534FA-75D5-270D-7E9D-C20C25D29762}"/>
              </a:ext>
            </a:extLst>
          </p:cNvPr>
          <p:cNvGrpSpPr/>
          <p:nvPr/>
        </p:nvGrpSpPr>
        <p:grpSpPr>
          <a:xfrm>
            <a:off x="701559" y="856984"/>
            <a:ext cx="973058" cy="5085256"/>
            <a:chOff x="701559" y="856984"/>
            <a:chExt cx="973058" cy="5085256"/>
          </a:xfrm>
        </p:grpSpPr>
        <p:sp>
          <p:nvSpPr>
            <p:cNvPr id="279" name="楕円 278">
              <a:extLst>
                <a:ext uri="{FF2B5EF4-FFF2-40B4-BE49-F238E27FC236}">
                  <a16:creationId xmlns:a16="http://schemas.microsoft.com/office/drawing/2014/main" id="{352AAC67-BBD8-8D61-6AAB-62E367A4C7BD}"/>
                </a:ext>
              </a:extLst>
            </p:cNvPr>
            <p:cNvSpPr/>
            <p:nvPr/>
          </p:nvSpPr>
          <p:spPr>
            <a:xfrm>
              <a:off x="701559" y="856984"/>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280" name="楕円 279">
              <a:extLst>
                <a:ext uri="{FF2B5EF4-FFF2-40B4-BE49-F238E27FC236}">
                  <a16:creationId xmlns:a16="http://schemas.microsoft.com/office/drawing/2014/main" id="{CEA6F2CC-44BC-ECBC-D2A0-5C2C9D4FB048}"/>
                </a:ext>
              </a:extLst>
            </p:cNvPr>
            <p:cNvSpPr/>
            <p:nvPr/>
          </p:nvSpPr>
          <p:spPr>
            <a:xfrm>
              <a:off x="701559" y="1591349"/>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281" name="楕円 280">
              <a:extLst>
                <a:ext uri="{FF2B5EF4-FFF2-40B4-BE49-F238E27FC236}">
                  <a16:creationId xmlns:a16="http://schemas.microsoft.com/office/drawing/2014/main" id="{E131393D-24F5-FDA4-1161-88BE10C92218}"/>
                </a:ext>
              </a:extLst>
            </p:cNvPr>
            <p:cNvSpPr/>
            <p:nvPr/>
          </p:nvSpPr>
          <p:spPr>
            <a:xfrm>
              <a:off x="701559" y="2325713"/>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282" name="楕円 281">
              <a:extLst>
                <a:ext uri="{FF2B5EF4-FFF2-40B4-BE49-F238E27FC236}">
                  <a16:creationId xmlns:a16="http://schemas.microsoft.com/office/drawing/2014/main" id="{C2E8DD25-4C64-73BC-AD29-23E68E16E833}"/>
                </a:ext>
              </a:extLst>
            </p:cNvPr>
            <p:cNvSpPr/>
            <p:nvPr/>
          </p:nvSpPr>
          <p:spPr>
            <a:xfrm>
              <a:off x="701559" y="3913675"/>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283" name="楕円 282">
              <a:extLst>
                <a:ext uri="{FF2B5EF4-FFF2-40B4-BE49-F238E27FC236}">
                  <a16:creationId xmlns:a16="http://schemas.microsoft.com/office/drawing/2014/main" id="{B79A8378-0266-C4DC-C8E5-1C09C9CA03B4}"/>
                </a:ext>
              </a:extLst>
            </p:cNvPr>
            <p:cNvSpPr/>
            <p:nvPr/>
          </p:nvSpPr>
          <p:spPr>
            <a:xfrm>
              <a:off x="701559" y="4648040"/>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284" name="楕円 283">
              <a:extLst>
                <a:ext uri="{FF2B5EF4-FFF2-40B4-BE49-F238E27FC236}">
                  <a16:creationId xmlns:a16="http://schemas.microsoft.com/office/drawing/2014/main" id="{B8A8021B-590E-6664-1B04-BCA1DD98AB51}"/>
                </a:ext>
              </a:extLst>
            </p:cNvPr>
            <p:cNvSpPr/>
            <p:nvPr/>
          </p:nvSpPr>
          <p:spPr>
            <a:xfrm>
              <a:off x="701559" y="5382404"/>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285" name="楕円 284">
              <a:extLst>
                <a:ext uri="{FF2B5EF4-FFF2-40B4-BE49-F238E27FC236}">
                  <a16:creationId xmlns:a16="http://schemas.microsoft.com/office/drawing/2014/main" id="{CD4BBE10-5815-A242-78A1-E76073327D89}"/>
                </a:ext>
              </a:extLst>
            </p:cNvPr>
            <p:cNvSpPr/>
            <p:nvPr/>
          </p:nvSpPr>
          <p:spPr>
            <a:xfrm>
              <a:off x="1353025" y="3060758"/>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grpSp>
      <p:grpSp>
        <p:nvGrpSpPr>
          <p:cNvPr id="271" name="グループ化 270">
            <a:extLst>
              <a:ext uri="{FF2B5EF4-FFF2-40B4-BE49-F238E27FC236}">
                <a16:creationId xmlns:a16="http://schemas.microsoft.com/office/drawing/2014/main" id="{D3E0B5EB-57F4-2452-44C9-F843F3D2E7F4}"/>
              </a:ext>
            </a:extLst>
          </p:cNvPr>
          <p:cNvGrpSpPr/>
          <p:nvPr/>
        </p:nvGrpSpPr>
        <p:grpSpPr>
          <a:xfrm>
            <a:off x="723599" y="873194"/>
            <a:ext cx="5508965" cy="5093731"/>
            <a:chOff x="723599" y="873194"/>
            <a:chExt cx="5508965" cy="5093731"/>
          </a:xfrm>
        </p:grpSpPr>
        <p:sp>
          <p:nvSpPr>
            <p:cNvPr id="4" name="楕円 3">
              <a:extLst>
                <a:ext uri="{FF2B5EF4-FFF2-40B4-BE49-F238E27FC236}">
                  <a16:creationId xmlns:a16="http://schemas.microsoft.com/office/drawing/2014/main" id="{CAAA5593-E376-F2CA-6B9A-EED4D8332225}"/>
                </a:ext>
              </a:extLst>
            </p:cNvPr>
            <p:cNvSpPr/>
            <p:nvPr/>
          </p:nvSpPr>
          <p:spPr>
            <a:xfrm>
              <a:off x="723599" y="873194"/>
              <a:ext cx="3268235" cy="5093731"/>
            </a:xfrm>
            <a:prstGeom prst="ellipse">
              <a:avLst/>
            </a:prstGeom>
            <a:effectLst>
              <a:glow rad="165100">
                <a:srgbClr val="CC66FF">
                  <a:alpha val="40000"/>
                </a:srgbClr>
              </a:glow>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5400">
                  <a:latin typeface="原稿用標準書体" panose="03000503000000000000" pitchFamily="66" charset="-128"/>
                  <a:ea typeface="原稿用標準書体" panose="03000503000000000000" pitchFamily="66" charset="-128"/>
                </a:rPr>
                <a:t>キャラ</a:t>
              </a:r>
              <a:endParaRPr kumimoji="1" lang="ja-JP" altLang="en-US" sz="5400" dirty="0">
                <a:latin typeface="原稿用標準書体" panose="03000503000000000000" pitchFamily="66" charset="-128"/>
                <a:ea typeface="原稿用標準書体" panose="03000503000000000000" pitchFamily="66" charset="-128"/>
              </a:endParaRPr>
            </a:p>
          </p:txBody>
        </p:sp>
        <p:grpSp>
          <p:nvGrpSpPr>
            <p:cNvPr id="5" name="グループ化 4">
              <a:extLst>
                <a:ext uri="{FF2B5EF4-FFF2-40B4-BE49-F238E27FC236}">
                  <a16:creationId xmlns:a16="http://schemas.microsoft.com/office/drawing/2014/main" id="{01A3916D-941A-272D-31B4-55E5FF706475}"/>
                </a:ext>
              </a:extLst>
            </p:cNvPr>
            <p:cNvGrpSpPr/>
            <p:nvPr/>
          </p:nvGrpSpPr>
          <p:grpSpPr>
            <a:xfrm>
              <a:off x="2209889" y="4257676"/>
              <a:ext cx="4022675" cy="782640"/>
              <a:chOff x="2209889" y="4914901"/>
              <a:chExt cx="4022675" cy="782640"/>
            </a:xfrm>
          </p:grpSpPr>
          <p:sp>
            <p:nvSpPr>
              <p:cNvPr id="21" name="四角形: 角を丸くする 20">
                <a:extLst>
                  <a:ext uri="{FF2B5EF4-FFF2-40B4-BE49-F238E27FC236}">
                    <a16:creationId xmlns:a16="http://schemas.microsoft.com/office/drawing/2014/main" id="{14F954DE-7AFD-A679-421F-BD700F855119}"/>
                  </a:ext>
                </a:extLst>
              </p:cNvPr>
              <p:cNvSpPr/>
              <p:nvPr/>
            </p:nvSpPr>
            <p:spPr>
              <a:xfrm>
                <a:off x="2209889" y="4914901"/>
                <a:ext cx="4022675" cy="782640"/>
              </a:xfrm>
              <a:prstGeom prst="roundRect">
                <a:avLst/>
              </a:prstGeom>
              <a:ln>
                <a:solidFill>
                  <a:srgbClr val="CC66FF"/>
                </a:solidFill>
              </a:ln>
            </p:spPr>
            <p:style>
              <a:lnRef idx="2">
                <a:schemeClr val="dk1">
                  <a:shade val="15000"/>
                </a:schemeClr>
              </a:lnRef>
              <a:fillRef idx="1">
                <a:schemeClr val="dk1"/>
              </a:fillRef>
              <a:effectRef idx="0">
                <a:schemeClr val="dk1"/>
              </a:effectRef>
              <a:fontRef idx="minor">
                <a:schemeClr val="lt1"/>
              </a:fontRef>
            </p:style>
            <p:txBody>
              <a:bodyPr rtlCol="0" anchor="ctr"/>
              <a:lstStyle/>
              <a:p>
                <a:endParaRPr kumimoji="1" lang="ja-JP" altLang="en-US" sz="2800" dirty="0">
                  <a:latin typeface="原稿用標準書体" panose="03000503000000000000" pitchFamily="66" charset="-128"/>
                  <a:ea typeface="原稿用標準書体" panose="03000503000000000000" pitchFamily="66" charset="-128"/>
                </a:endParaRPr>
              </a:p>
            </p:txBody>
          </p:sp>
          <p:sp>
            <p:nvSpPr>
              <p:cNvPr id="24" name="テキスト ボックス 23">
                <a:extLst>
                  <a:ext uri="{FF2B5EF4-FFF2-40B4-BE49-F238E27FC236}">
                    <a16:creationId xmlns:a16="http://schemas.microsoft.com/office/drawing/2014/main" id="{39C1EABE-6976-2CC8-288A-3BF6788D5A9A}"/>
                  </a:ext>
                </a:extLst>
              </p:cNvPr>
              <p:cNvSpPr txBox="1"/>
              <p:nvPr/>
            </p:nvSpPr>
            <p:spPr>
              <a:xfrm>
                <a:off x="3654806" y="5143499"/>
                <a:ext cx="1912703" cy="338554"/>
              </a:xfrm>
              <a:prstGeom prst="rect">
                <a:avLst/>
              </a:prstGeom>
              <a:noFill/>
            </p:spPr>
            <p:txBody>
              <a:bodyPr wrap="none" rtlCol="0">
                <a:spAutoFit/>
              </a:bodyPr>
              <a:lstStyle/>
              <a:p>
                <a:r>
                  <a:rPr kumimoji="1" lang="ja-JP" altLang="en-US" sz="1600" b="1" dirty="0">
                    <a:solidFill>
                      <a:schemeClr val="bg1">
                        <a:lumMod val="95000"/>
                      </a:schemeClr>
                    </a:solidFill>
                    <a:latin typeface="原稿用標準書体" panose="03000503000000000000" pitchFamily="66" charset="-128"/>
                    <a:ea typeface="原稿用標準書体" panose="03000503000000000000" pitchFamily="66" charset="-128"/>
                  </a:rPr>
                  <a:t>敵</a:t>
                </a:r>
                <a:r>
                  <a:rPr lang="en-US" altLang="ja-JP" sz="1600" b="1" dirty="0">
                    <a:solidFill>
                      <a:schemeClr val="bg1">
                        <a:lumMod val="95000"/>
                      </a:schemeClr>
                    </a:solidFill>
                    <a:latin typeface="原稿用標準書体" panose="03000503000000000000" pitchFamily="66" charset="-128"/>
                    <a:ea typeface="原稿用標準書体" panose="03000503000000000000" pitchFamily="66" charset="-128"/>
                  </a:rPr>
                  <a:t>1</a:t>
                </a:r>
                <a:r>
                  <a:rPr kumimoji="1" lang="ja-JP" altLang="en-US" sz="1600" b="1" dirty="0">
                    <a:solidFill>
                      <a:schemeClr val="bg1">
                        <a:lumMod val="95000"/>
                      </a:schemeClr>
                    </a:solidFill>
                    <a:latin typeface="原稿用標準書体" panose="03000503000000000000" pitchFamily="66" charset="-128"/>
                    <a:ea typeface="原稿用標準書体" panose="03000503000000000000" pitchFamily="66" charset="-128"/>
                  </a:rPr>
                  <a:t>体に高威力攻撃</a:t>
                </a:r>
              </a:p>
            </p:txBody>
          </p:sp>
          <p:sp>
            <p:nvSpPr>
              <p:cNvPr id="32" name="テキスト ボックス 31">
                <a:extLst>
                  <a:ext uri="{FF2B5EF4-FFF2-40B4-BE49-F238E27FC236}">
                    <a16:creationId xmlns:a16="http://schemas.microsoft.com/office/drawing/2014/main" id="{C56C4E5C-CF64-4812-3F8C-AE7F9FE43DA1}"/>
                  </a:ext>
                </a:extLst>
              </p:cNvPr>
              <p:cNvSpPr txBox="1"/>
              <p:nvPr/>
            </p:nvSpPr>
            <p:spPr>
              <a:xfrm>
                <a:off x="2357716" y="5045011"/>
                <a:ext cx="1113109" cy="523220"/>
              </a:xfrm>
              <a:prstGeom prst="rect">
                <a:avLst/>
              </a:prstGeom>
              <a:noFill/>
            </p:spPr>
            <p:txBody>
              <a:bodyPr wrap="square">
                <a:spAutoFit/>
              </a:bodyPr>
              <a:lstStyle/>
              <a:p>
                <a:r>
                  <a:rPr lang="en-US" altLang="ja-JP" sz="2800" dirty="0">
                    <a:solidFill>
                      <a:srgbClr val="CC66FF"/>
                    </a:solidFill>
                    <a:latin typeface="原稿用標準書体" panose="03000503000000000000" pitchFamily="66" charset="-128"/>
                    <a:ea typeface="原稿用標準書体" panose="03000503000000000000" pitchFamily="66" charset="-128"/>
                  </a:rPr>
                  <a:t>ENB</a:t>
                </a:r>
                <a:endParaRPr kumimoji="1" lang="ja-JP" altLang="en-US" sz="2800" dirty="0">
                  <a:solidFill>
                    <a:srgbClr val="CC66FF"/>
                  </a:solidFill>
                  <a:latin typeface="原稿用標準書体" panose="03000503000000000000" pitchFamily="66" charset="-128"/>
                  <a:ea typeface="原稿用標準書体" panose="03000503000000000000" pitchFamily="66" charset="-128"/>
                </a:endParaRPr>
              </a:p>
            </p:txBody>
          </p:sp>
        </p:grpSp>
        <p:grpSp>
          <p:nvGrpSpPr>
            <p:cNvPr id="33" name="グループ化 32">
              <a:extLst>
                <a:ext uri="{FF2B5EF4-FFF2-40B4-BE49-F238E27FC236}">
                  <a16:creationId xmlns:a16="http://schemas.microsoft.com/office/drawing/2014/main" id="{DEC8F7DA-185E-C7C7-1334-ADCA3928946F}"/>
                </a:ext>
              </a:extLst>
            </p:cNvPr>
            <p:cNvGrpSpPr/>
            <p:nvPr/>
          </p:nvGrpSpPr>
          <p:grpSpPr>
            <a:xfrm>
              <a:off x="2209889" y="5115875"/>
              <a:ext cx="4022675" cy="782640"/>
              <a:chOff x="2209889" y="4914901"/>
              <a:chExt cx="4022675" cy="782640"/>
            </a:xfrm>
          </p:grpSpPr>
          <p:sp>
            <p:nvSpPr>
              <p:cNvPr id="51" name="四角形: 角を丸くする 50">
                <a:extLst>
                  <a:ext uri="{FF2B5EF4-FFF2-40B4-BE49-F238E27FC236}">
                    <a16:creationId xmlns:a16="http://schemas.microsoft.com/office/drawing/2014/main" id="{3C10FE0E-B204-21B2-23E8-125F3C5D9D15}"/>
                  </a:ext>
                </a:extLst>
              </p:cNvPr>
              <p:cNvSpPr/>
              <p:nvPr/>
            </p:nvSpPr>
            <p:spPr>
              <a:xfrm>
                <a:off x="2209889" y="4914901"/>
                <a:ext cx="4022675" cy="782640"/>
              </a:xfrm>
              <a:prstGeom prst="roundRect">
                <a:avLst/>
              </a:prstGeom>
              <a:ln>
                <a:solidFill>
                  <a:srgbClr val="CC66FF"/>
                </a:solidFill>
              </a:ln>
            </p:spPr>
            <p:style>
              <a:lnRef idx="2">
                <a:schemeClr val="dk1">
                  <a:shade val="15000"/>
                </a:schemeClr>
              </a:lnRef>
              <a:fillRef idx="1">
                <a:schemeClr val="dk1"/>
              </a:fillRef>
              <a:effectRef idx="0">
                <a:schemeClr val="dk1"/>
              </a:effectRef>
              <a:fontRef idx="minor">
                <a:schemeClr val="lt1"/>
              </a:fontRef>
            </p:style>
            <p:txBody>
              <a:bodyPr rtlCol="0" anchor="ctr"/>
              <a:lstStyle/>
              <a:p>
                <a:endParaRPr kumimoji="1" lang="ja-JP" altLang="en-US" sz="2800" dirty="0">
                  <a:latin typeface="原稿用標準書体" panose="03000503000000000000" pitchFamily="66" charset="-128"/>
                  <a:ea typeface="原稿用標準書体" panose="03000503000000000000" pitchFamily="66" charset="-128"/>
                </a:endParaRPr>
              </a:p>
            </p:txBody>
          </p:sp>
          <p:sp>
            <p:nvSpPr>
              <p:cNvPr id="54" name="テキスト ボックス 53">
                <a:extLst>
                  <a:ext uri="{FF2B5EF4-FFF2-40B4-BE49-F238E27FC236}">
                    <a16:creationId xmlns:a16="http://schemas.microsoft.com/office/drawing/2014/main" id="{ECE779A8-8DBF-6CBC-E7BC-A26907C56FBE}"/>
                  </a:ext>
                </a:extLst>
              </p:cNvPr>
              <p:cNvSpPr txBox="1"/>
              <p:nvPr/>
            </p:nvSpPr>
            <p:spPr>
              <a:xfrm>
                <a:off x="2357716" y="5045011"/>
                <a:ext cx="1492898" cy="523220"/>
              </a:xfrm>
              <a:prstGeom prst="rect">
                <a:avLst/>
              </a:prstGeom>
              <a:noFill/>
            </p:spPr>
            <p:txBody>
              <a:bodyPr wrap="square">
                <a:spAutoFit/>
              </a:bodyPr>
              <a:lstStyle/>
              <a:p>
                <a:r>
                  <a:rPr lang="en-US" altLang="ja-JP" sz="2800" dirty="0">
                    <a:solidFill>
                      <a:srgbClr val="CC66FF"/>
                    </a:solidFill>
                    <a:latin typeface="原稿用標準書体" panose="03000503000000000000" pitchFamily="66" charset="-128"/>
                    <a:ea typeface="原稿用標準書体" panose="03000503000000000000" pitchFamily="66" charset="-128"/>
                  </a:rPr>
                  <a:t>EF</a:t>
                </a:r>
                <a:r>
                  <a:rPr lang="ja-JP" altLang="en-US" sz="2000" dirty="0">
                    <a:solidFill>
                      <a:srgbClr val="CC66FF"/>
                    </a:solidFill>
                    <a:latin typeface="原稿用標準書体" panose="03000503000000000000" pitchFamily="66" charset="-128"/>
                    <a:ea typeface="原稿用標準書体" panose="03000503000000000000" pitchFamily="66" charset="-128"/>
                  </a:rPr>
                  <a:t>拡大</a:t>
                </a:r>
                <a:endParaRPr kumimoji="1" lang="ja-JP" altLang="en-US" sz="2800" dirty="0">
                  <a:solidFill>
                    <a:srgbClr val="CC66FF"/>
                  </a:solidFill>
                  <a:latin typeface="原稿用標準書体" panose="03000503000000000000" pitchFamily="66" charset="-128"/>
                  <a:ea typeface="原稿用標準書体" panose="03000503000000000000" pitchFamily="66" charset="-128"/>
                </a:endParaRPr>
              </a:p>
            </p:txBody>
          </p:sp>
        </p:grpSp>
        <p:sp>
          <p:nvSpPr>
            <p:cNvPr id="66" name="テキスト ボックス 65">
              <a:extLst>
                <a:ext uri="{FF2B5EF4-FFF2-40B4-BE49-F238E27FC236}">
                  <a16:creationId xmlns:a16="http://schemas.microsoft.com/office/drawing/2014/main" id="{68E4C1DB-4466-9C6A-C3A2-48DCA34D586D}"/>
                </a:ext>
              </a:extLst>
            </p:cNvPr>
            <p:cNvSpPr txBox="1"/>
            <p:nvPr/>
          </p:nvSpPr>
          <p:spPr>
            <a:xfrm>
              <a:off x="3703108" y="5487418"/>
              <a:ext cx="2031325" cy="338554"/>
            </a:xfrm>
            <a:prstGeom prst="rect">
              <a:avLst/>
            </a:prstGeom>
            <a:noFill/>
          </p:spPr>
          <p:txBody>
            <a:bodyPr wrap="none" rtlCol="0">
              <a:spAutoFit/>
            </a:bodyPr>
            <a:lstStyle/>
            <a:p>
              <a:r>
                <a:rPr kumimoji="1" lang="en-US" altLang="ja-JP" sz="1600" b="1" dirty="0">
                  <a:solidFill>
                    <a:schemeClr val="bg1">
                      <a:lumMod val="95000"/>
                    </a:schemeClr>
                  </a:solidFill>
                  <a:latin typeface="原稿用標準書体" panose="03000503000000000000" pitchFamily="66" charset="-128"/>
                  <a:ea typeface="原稿用標準書体" panose="03000503000000000000" pitchFamily="66" charset="-128"/>
                </a:rPr>
                <a:t>3</a:t>
              </a:r>
              <a:r>
                <a:rPr kumimoji="1" lang="ja-JP" altLang="en-US" sz="1600" b="1" dirty="0">
                  <a:solidFill>
                    <a:schemeClr val="bg1">
                      <a:lumMod val="95000"/>
                    </a:schemeClr>
                  </a:solidFill>
                  <a:latin typeface="原稿用標準書体" panose="03000503000000000000" pitchFamily="66" charset="-128"/>
                  <a:ea typeface="原稿用標準書体" panose="03000503000000000000" pitchFamily="66" charset="-128"/>
                </a:rPr>
                <a:t>ターン</a:t>
              </a:r>
              <a:r>
                <a:rPr kumimoji="1" lang="en-US" altLang="ja-JP" sz="1600" b="1" dirty="0">
                  <a:solidFill>
                    <a:schemeClr val="bg1">
                      <a:lumMod val="95000"/>
                    </a:schemeClr>
                  </a:solidFill>
                  <a:latin typeface="原稿用標準書体" panose="03000503000000000000" pitchFamily="66" charset="-128"/>
                  <a:ea typeface="原稿用標準書体" panose="03000503000000000000" pitchFamily="66" charset="-128"/>
                </a:rPr>
                <a:t>ATK10</a:t>
              </a:r>
              <a:r>
                <a:rPr kumimoji="1" lang="ja-JP" altLang="en-US" sz="1600" b="1" dirty="0">
                  <a:solidFill>
                    <a:schemeClr val="bg1">
                      <a:lumMod val="95000"/>
                    </a:schemeClr>
                  </a:solidFill>
                  <a:latin typeface="原稿用標準書体" panose="03000503000000000000" pitchFamily="66" charset="-128"/>
                  <a:ea typeface="原稿用標準書体" panose="03000503000000000000" pitchFamily="66" charset="-128"/>
                </a:rPr>
                <a:t>％上昇</a:t>
              </a:r>
            </a:p>
          </p:txBody>
        </p:sp>
        <p:grpSp>
          <p:nvGrpSpPr>
            <p:cNvPr id="69" name="グループ化 68">
              <a:extLst>
                <a:ext uri="{FF2B5EF4-FFF2-40B4-BE49-F238E27FC236}">
                  <a16:creationId xmlns:a16="http://schemas.microsoft.com/office/drawing/2014/main" id="{C6EAC0D1-A70A-AE9E-97A6-8E98301F3AE7}"/>
                </a:ext>
              </a:extLst>
            </p:cNvPr>
            <p:cNvGrpSpPr/>
            <p:nvPr/>
          </p:nvGrpSpPr>
          <p:grpSpPr>
            <a:xfrm>
              <a:off x="3833550" y="5267857"/>
              <a:ext cx="1758663" cy="192735"/>
              <a:chOff x="1719571" y="215382"/>
              <a:chExt cx="3888059" cy="426098"/>
            </a:xfrm>
          </p:grpSpPr>
          <p:sp>
            <p:nvSpPr>
              <p:cNvPr id="79" name="平行四辺形 78">
                <a:extLst>
                  <a:ext uri="{FF2B5EF4-FFF2-40B4-BE49-F238E27FC236}">
                    <a16:creationId xmlns:a16="http://schemas.microsoft.com/office/drawing/2014/main" id="{D527A91C-C997-6DC1-C123-A227D6431969}"/>
                  </a:ext>
                </a:extLst>
              </p:cNvPr>
              <p:cNvSpPr/>
              <p:nvPr/>
            </p:nvSpPr>
            <p:spPr>
              <a:xfrm>
                <a:off x="171957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1" name="平行四辺形 80">
                <a:extLst>
                  <a:ext uri="{FF2B5EF4-FFF2-40B4-BE49-F238E27FC236}">
                    <a16:creationId xmlns:a16="http://schemas.microsoft.com/office/drawing/2014/main" id="{6F5BE905-D003-3691-6517-85F652C0DBD3}"/>
                  </a:ext>
                </a:extLst>
              </p:cNvPr>
              <p:cNvSpPr/>
              <p:nvPr/>
            </p:nvSpPr>
            <p:spPr>
              <a:xfrm>
                <a:off x="2477666"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6" name="平行四辺形 85">
                <a:extLst>
                  <a:ext uri="{FF2B5EF4-FFF2-40B4-BE49-F238E27FC236}">
                    <a16:creationId xmlns:a16="http://schemas.microsoft.com/office/drawing/2014/main" id="{E7EA1218-18D9-20D9-21A9-D4F3DC634F12}"/>
                  </a:ext>
                </a:extLst>
              </p:cNvPr>
              <p:cNvSpPr/>
              <p:nvPr/>
            </p:nvSpPr>
            <p:spPr>
              <a:xfrm>
                <a:off x="323576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1" name="平行四辺形 90">
                <a:extLst>
                  <a:ext uri="{FF2B5EF4-FFF2-40B4-BE49-F238E27FC236}">
                    <a16:creationId xmlns:a16="http://schemas.microsoft.com/office/drawing/2014/main" id="{4DBF90FC-6D20-70E9-A153-3B00A493CF26}"/>
                  </a:ext>
                </a:extLst>
              </p:cNvPr>
              <p:cNvSpPr/>
              <p:nvPr/>
            </p:nvSpPr>
            <p:spPr>
              <a:xfrm>
                <a:off x="4751951" y="215382"/>
                <a:ext cx="855679" cy="426098"/>
              </a:xfrm>
              <a:prstGeom prst="parallelogram">
                <a:avLst/>
              </a:prstGeom>
              <a:solidFill>
                <a:schemeClr val="tx1">
                  <a:lumMod val="75000"/>
                  <a:lumOff val="2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7" name="平行四辺形 96">
                <a:extLst>
                  <a:ext uri="{FF2B5EF4-FFF2-40B4-BE49-F238E27FC236}">
                    <a16:creationId xmlns:a16="http://schemas.microsoft.com/office/drawing/2014/main" id="{F79787E2-7C48-30B7-E724-5F3AF7B46228}"/>
                  </a:ext>
                </a:extLst>
              </p:cNvPr>
              <p:cNvSpPr/>
              <p:nvPr/>
            </p:nvSpPr>
            <p:spPr>
              <a:xfrm>
                <a:off x="3993856" y="215382"/>
                <a:ext cx="855679" cy="426098"/>
              </a:xfrm>
              <a:prstGeom prst="parallelogram">
                <a:avLst/>
              </a:prstGeom>
              <a:solidFill>
                <a:srgbClr val="CC66FF">
                  <a:alpha val="85000"/>
                </a:srgbClr>
              </a:solidFill>
              <a:ln w="38100">
                <a:solidFill>
                  <a:schemeClr val="bg1">
                    <a:lumMod val="85000"/>
                  </a:schemeClr>
                </a:solidFill>
              </a:ln>
              <a:effectLst>
                <a:glow rad="165100">
                  <a:srgbClr val="CC66FF">
                    <a:alpha val="65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grpSp>
        <p:nvGrpSpPr>
          <p:cNvPr id="286" name="グループ化 285">
            <a:extLst>
              <a:ext uri="{FF2B5EF4-FFF2-40B4-BE49-F238E27FC236}">
                <a16:creationId xmlns:a16="http://schemas.microsoft.com/office/drawing/2014/main" id="{1E76796A-3751-28ED-6F6C-DCEB40D13149}"/>
              </a:ext>
            </a:extLst>
          </p:cNvPr>
          <p:cNvGrpSpPr/>
          <p:nvPr/>
        </p:nvGrpSpPr>
        <p:grpSpPr>
          <a:xfrm>
            <a:off x="7135508" y="2614506"/>
            <a:ext cx="4564411" cy="807400"/>
            <a:chOff x="7135508" y="2614506"/>
            <a:chExt cx="4564411" cy="807400"/>
          </a:xfrm>
        </p:grpSpPr>
        <p:cxnSp>
          <p:nvCxnSpPr>
            <p:cNvPr id="287" name="直線コネクタ 286">
              <a:extLst>
                <a:ext uri="{FF2B5EF4-FFF2-40B4-BE49-F238E27FC236}">
                  <a16:creationId xmlns:a16="http://schemas.microsoft.com/office/drawing/2014/main" id="{AB5A3130-55FC-C7AB-0A48-5352378A447B}"/>
                </a:ext>
              </a:extLst>
            </p:cNvPr>
            <p:cNvCxnSpPr>
              <a:cxnSpLocks/>
            </p:cNvCxnSpPr>
            <p:nvPr/>
          </p:nvCxnSpPr>
          <p:spPr>
            <a:xfrm>
              <a:off x="7181850" y="3027522"/>
              <a:ext cx="4518069" cy="0"/>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grpSp>
          <p:nvGrpSpPr>
            <p:cNvPr id="288" name="グループ化 287">
              <a:extLst>
                <a:ext uri="{FF2B5EF4-FFF2-40B4-BE49-F238E27FC236}">
                  <a16:creationId xmlns:a16="http://schemas.microsoft.com/office/drawing/2014/main" id="{C6AAC127-01DC-C4B0-F1EA-7B1F55600030}"/>
                </a:ext>
              </a:extLst>
            </p:cNvPr>
            <p:cNvGrpSpPr/>
            <p:nvPr/>
          </p:nvGrpSpPr>
          <p:grpSpPr>
            <a:xfrm>
              <a:off x="7135508" y="2614506"/>
              <a:ext cx="524313" cy="807400"/>
              <a:chOff x="7430783" y="2595456"/>
              <a:chExt cx="524313" cy="807400"/>
            </a:xfrm>
          </p:grpSpPr>
          <p:sp>
            <p:nvSpPr>
              <p:cNvPr id="289" name="テキスト ボックス 288">
                <a:extLst>
                  <a:ext uri="{FF2B5EF4-FFF2-40B4-BE49-F238E27FC236}">
                    <a16:creationId xmlns:a16="http://schemas.microsoft.com/office/drawing/2014/main" id="{C802B031-C3CA-6F17-30D9-E0CB39CB800D}"/>
                  </a:ext>
                </a:extLst>
              </p:cNvPr>
              <p:cNvSpPr txBox="1"/>
              <p:nvPr/>
            </p:nvSpPr>
            <p:spPr>
              <a:xfrm>
                <a:off x="7430783" y="2595456"/>
                <a:ext cx="524313" cy="369332"/>
              </a:xfrm>
              <a:prstGeom prst="rect">
                <a:avLst/>
              </a:prstGeom>
              <a:noFill/>
            </p:spPr>
            <p:txBody>
              <a:bodyPr wrap="square" rtlCol="0">
                <a:spAutoFit/>
              </a:bodyPr>
              <a:lstStyle/>
              <a:p>
                <a:pPr algn="ctr"/>
                <a:r>
                  <a:rPr kumimoji="1" lang="ja-JP" altLang="en-US" b="1" dirty="0">
                    <a:solidFill>
                      <a:schemeClr val="bg1">
                        <a:lumMod val="95000"/>
                      </a:schemeClr>
                    </a:solidFill>
                    <a:latin typeface="原稿用標準書体" panose="03000503000000000000" pitchFamily="66" charset="-128"/>
                    <a:ea typeface="原稿用標準書体" panose="03000503000000000000" pitchFamily="66" charset="-128"/>
                  </a:rPr>
                  <a:t>前</a:t>
                </a:r>
                <a:endParaRPr kumimoji="1" lang="ja-JP" altLang="en-US" sz="28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290" name="テキスト ボックス 289">
                <a:extLst>
                  <a:ext uri="{FF2B5EF4-FFF2-40B4-BE49-F238E27FC236}">
                    <a16:creationId xmlns:a16="http://schemas.microsoft.com/office/drawing/2014/main" id="{731090AE-F8A1-F8F4-9030-FAC49701F833}"/>
                  </a:ext>
                </a:extLst>
              </p:cNvPr>
              <p:cNvSpPr txBox="1"/>
              <p:nvPr/>
            </p:nvSpPr>
            <p:spPr>
              <a:xfrm>
                <a:off x="7430783" y="3033524"/>
                <a:ext cx="524313" cy="369332"/>
              </a:xfrm>
              <a:prstGeom prst="rect">
                <a:avLst/>
              </a:prstGeom>
              <a:noFill/>
            </p:spPr>
            <p:txBody>
              <a:bodyPr wrap="square" rtlCol="0">
                <a:spAutoFit/>
              </a:bodyPr>
              <a:lstStyle/>
              <a:p>
                <a:pPr algn="ctr"/>
                <a:r>
                  <a:rPr kumimoji="1" lang="ja-JP" altLang="en-US" b="1" dirty="0">
                    <a:solidFill>
                      <a:schemeClr val="bg1">
                        <a:lumMod val="95000"/>
                      </a:schemeClr>
                    </a:solidFill>
                    <a:latin typeface="原稿用標準書体" panose="03000503000000000000" pitchFamily="66" charset="-128"/>
                    <a:ea typeface="原稿用標準書体" panose="03000503000000000000" pitchFamily="66" charset="-128"/>
                  </a:rPr>
                  <a:t>後</a:t>
                </a:r>
                <a:endParaRPr kumimoji="1" lang="ja-JP" altLang="en-US" sz="28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grpSp>
        <p:nvGrpSpPr>
          <p:cNvPr id="291" name="グループ化 290">
            <a:extLst>
              <a:ext uri="{FF2B5EF4-FFF2-40B4-BE49-F238E27FC236}">
                <a16:creationId xmlns:a16="http://schemas.microsoft.com/office/drawing/2014/main" id="{2DA909AB-F150-FE5F-E707-7EB1D355CFF7}"/>
              </a:ext>
            </a:extLst>
          </p:cNvPr>
          <p:cNvGrpSpPr/>
          <p:nvPr/>
        </p:nvGrpSpPr>
        <p:grpSpPr>
          <a:xfrm>
            <a:off x="7755890" y="2347193"/>
            <a:ext cx="204135" cy="506355"/>
            <a:chOff x="7613005" y="4054581"/>
            <a:chExt cx="256246" cy="635617"/>
          </a:xfrm>
          <a:solidFill>
            <a:schemeClr val="accent1"/>
          </a:solidFill>
        </p:grpSpPr>
        <p:sp>
          <p:nvSpPr>
            <p:cNvPr id="292" name="楕円 291">
              <a:extLst>
                <a:ext uri="{FF2B5EF4-FFF2-40B4-BE49-F238E27FC236}">
                  <a16:creationId xmlns:a16="http://schemas.microsoft.com/office/drawing/2014/main" id="{826A5248-693D-E6F3-AB29-3395F218D9C2}"/>
                </a:ext>
              </a:extLst>
            </p:cNvPr>
            <p:cNvSpPr/>
            <p:nvPr/>
          </p:nvSpPr>
          <p:spPr>
            <a:xfrm>
              <a:off x="7670155" y="4504326"/>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93" name="楕円 292">
              <a:extLst>
                <a:ext uri="{FF2B5EF4-FFF2-40B4-BE49-F238E27FC236}">
                  <a16:creationId xmlns:a16="http://schemas.microsoft.com/office/drawing/2014/main" id="{4AB12BCD-B0EB-3FEC-1906-F4DCD8A29D84}"/>
                </a:ext>
              </a:extLst>
            </p:cNvPr>
            <p:cNvSpPr/>
            <p:nvPr/>
          </p:nvSpPr>
          <p:spPr>
            <a:xfrm>
              <a:off x="7641580" y="4279453"/>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94" name="楕円 293">
              <a:extLst>
                <a:ext uri="{FF2B5EF4-FFF2-40B4-BE49-F238E27FC236}">
                  <a16:creationId xmlns:a16="http://schemas.microsoft.com/office/drawing/2014/main" id="{2DE5A0F1-AD31-9747-9415-08590E3A1931}"/>
                </a:ext>
              </a:extLst>
            </p:cNvPr>
            <p:cNvSpPr/>
            <p:nvPr/>
          </p:nvSpPr>
          <p:spPr>
            <a:xfrm>
              <a:off x="7613005" y="4054581"/>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grpSp>
        <p:nvGrpSpPr>
          <p:cNvPr id="295" name="グループ化 294">
            <a:extLst>
              <a:ext uri="{FF2B5EF4-FFF2-40B4-BE49-F238E27FC236}">
                <a16:creationId xmlns:a16="http://schemas.microsoft.com/office/drawing/2014/main" id="{B6BF329E-6D6E-0A8D-4712-1DE2108640E0}"/>
              </a:ext>
            </a:extLst>
          </p:cNvPr>
          <p:cNvGrpSpPr/>
          <p:nvPr/>
        </p:nvGrpSpPr>
        <p:grpSpPr>
          <a:xfrm>
            <a:off x="8555891" y="1066452"/>
            <a:ext cx="181371" cy="327214"/>
            <a:chOff x="7641580" y="4279453"/>
            <a:chExt cx="227671" cy="410745"/>
          </a:xfrm>
          <a:solidFill>
            <a:schemeClr val="accent1"/>
          </a:solidFill>
        </p:grpSpPr>
        <p:sp>
          <p:nvSpPr>
            <p:cNvPr id="296" name="楕円 295">
              <a:extLst>
                <a:ext uri="{FF2B5EF4-FFF2-40B4-BE49-F238E27FC236}">
                  <a16:creationId xmlns:a16="http://schemas.microsoft.com/office/drawing/2014/main" id="{59FD8F28-7A26-EB21-7F71-D391C87A1630}"/>
                </a:ext>
              </a:extLst>
            </p:cNvPr>
            <p:cNvSpPr/>
            <p:nvPr/>
          </p:nvSpPr>
          <p:spPr>
            <a:xfrm>
              <a:off x="7670155" y="4504326"/>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97" name="楕円 296">
              <a:extLst>
                <a:ext uri="{FF2B5EF4-FFF2-40B4-BE49-F238E27FC236}">
                  <a16:creationId xmlns:a16="http://schemas.microsoft.com/office/drawing/2014/main" id="{89E14FBE-98E5-50A9-6207-BFE4962CAF24}"/>
                </a:ext>
              </a:extLst>
            </p:cNvPr>
            <p:cNvSpPr/>
            <p:nvPr/>
          </p:nvSpPr>
          <p:spPr>
            <a:xfrm>
              <a:off x="7641580" y="4279453"/>
              <a:ext cx="199096" cy="185872"/>
            </a:xfrm>
            <a:prstGeom prst="ellipse">
              <a:avLst/>
            </a:prstGeom>
            <a:solidFill>
              <a:schemeClr val="bg1">
                <a:lumMod val="7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sp>
        <p:nvSpPr>
          <p:cNvPr id="298" name="楕円 297">
            <a:extLst>
              <a:ext uri="{FF2B5EF4-FFF2-40B4-BE49-F238E27FC236}">
                <a16:creationId xmlns:a16="http://schemas.microsoft.com/office/drawing/2014/main" id="{CD7F20D6-0A26-FA2E-E20A-3297F67AC55A}"/>
              </a:ext>
            </a:extLst>
          </p:cNvPr>
          <p:cNvSpPr/>
          <p:nvPr/>
        </p:nvSpPr>
        <p:spPr>
          <a:xfrm>
            <a:off x="8578654" y="1972233"/>
            <a:ext cx="158607" cy="148072"/>
          </a:xfrm>
          <a:prstGeom prst="ellipse">
            <a:avLst/>
          </a:prstGeom>
          <a:solidFill>
            <a:schemeClr val="bg1">
              <a:lumMod val="7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nvGrpSpPr>
          <p:cNvPr id="299" name="グループ化 298">
            <a:extLst>
              <a:ext uri="{FF2B5EF4-FFF2-40B4-BE49-F238E27FC236}">
                <a16:creationId xmlns:a16="http://schemas.microsoft.com/office/drawing/2014/main" id="{53631719-7D4C-61AA-7B6B-48E17D182A95}"/>
              </a:ext>
            </a:extLst>
          </p:cNvPr>
          <p:cNvGrpSpPr/>
          <p:nvPr/>
        </p:nvGrpSpPr>
        <p:grpSpPr>
          <a:xfrm>
            <a:off x="8555886" y="3393120"/>
            <a:ext cx="181371" cy="327214"/>
            <a:chOff x="7641580" y="4279453"/>
            <a:chExt cx="227671" cy="410745"/>
          </a:xfrm>
          <a:solidFill>
            <a:schemeClr val="accent1"/>
          </a:solidFill>
        </p:grpSpPr>
        <p:sp>
          <p:nvSpPr>
            <p:cNvPr id="300" name="楕円 299">
              <a:extLst>
                <a:ext uri="{FF2B5EF4-FFF2-40B4-BE49-F238E27FC236}">
                  <a16:creationId xmlns:a16="http://schemas.microsoft.com/office/drawing/2014/main" id="{323A596F-FE47-0012-4434-25F90F273811}"/>
                </a:ext>
              </a:extLst>
            </p:cNvPr>
            <p:cNvSpPr/>
            <p:nvPr/>
          </p:nvSpPr>
          <p:spPr>
            <a:xfrm>
              <a:off x="7670155" y="4504326"/>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301" name="楕円 300">
              <a:extLst>
                <a:ext uri="{FF2B5EF4-FFF2-40B4-BE49-F238E27FC236}">
                  <a16:creationId xmlns:a16="http://schemas.microsoft.com/office/drawing/2014/main" id="{D981C3DA-8A66-62C4-5212-B87A5FBD9D7E}"/>
                </a:ext>
              </a:extLst>
            </p:cNvPr>
            <p:cNvSpPr/>
            <p:nvPr/>
          </p:nvSpPr>
          <p:spPr>
            <a:xfrm>
              <a:off x="7641580" y="4279453"/>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sp>
        <p:nvSpPr>
          <p:cNvPr id="302" name="楕円 301">
            <a:extLst>
              <a:ext uri="{FF2B5EF4-FFF2-40B4-BE49-F238E27FC236}">
                <a16:creationId xmlns:a16="http://schemas.microsoft.com/office/drawing/2014/main" id="{D41B5641-BDDE-5AD3-E16C-66B88FA3899F}"/>
              </a:ext>
            </a:extLst>
          </p:cNvPr>
          <p:cNvSpPr/>
          <p:nvPr/>
        </p:nvSpPr>
        <p:spPr>
          <a:xfrm>
            <a:off x="8578654" y="4279851"/>
            <a:ext cx="158607" cy="148072"/>
          </a:xfrm>
          <a:prstGeom prst="ellipse">
            <a:avLst/>
          </a:prstGeom>
          <a:solidFill>
            <a:schemeClr val="accent1"/>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nvGrpSpPr>
          <p:cNvPr id="303" name="グループ化 302">
            <a:extLst>
              <a:ext uri="{FF2B5EF4-FFF2-40B4-BE49-F238E27FC236}">
                <a16:creationId xmlns:a16="http://schemas.microsoft.com/office/drawing/2014/main" id="{D4994E09-6DC1-CEEC-31D1-E484E5688E0D}"/>
              </a:ext>
            </a:extLst>
          </p:cNvPr>
          <p:cNvGrpSpPr/>
          <p:nvPr/>
        </p:nvGrpSpPr>
        <p:grpSpPr>
          <a:xfrm>
            <a:off x="8533126" y="4686307"/>
            <a:ext cx="204135" cy="506355"/>
            <a:chOff x="7613005" y="4054581"/>
            <a:chExt cx="256246" cy="635617"/>
          </a:xfrm>
          <a:solidFill>
            <a:schemeClr val="accent1"/>
          </a:solidFill>
        </p:grpSpPr>
        <p:sp>
          <p:nvSpPr>
            <p:cNvPr id="304" name="楕円 303">
              <a:extLst>
                <a:ext uri="{FF2B5EF4-FFF2-40B4-BE49-F238E27FC236}">
                  <a16:creationId xmlns:a16="http://schemas.microsoft.com/office/drawing/2014/main" id="{AD1E1CD5-5D7F-27DF-18FF-3DDE72B0C045}"/>
                </a:ext>
              </a:extLst>
            </p:cNvPr>
            <p:cNvSpPr/>
            <p:nvPr/>
          </p:nvSpPr>
          <p:spPr>
            <a:xfrm>
              <a:off x="7670155" y="4504326"/>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305" name="楕円 304">
              <a:extLst>
                <a:ext uri="{FF2B5EF4-FFF2-40B4-BE49-F238E27FC236}">
                  <a16:creationId xmlns:a16="http://schemas.microsoft.com/office/drawing/2014/main" id="{CBE8446E-2EB1-0970-DF06-3510C3F6A040}"/>
                </a:ext>
              </a:extLst>
            </p:cNvPr>
            <p:cNvSpPr/>
            <p:nvPr/>
          </p:nvSpPr>
          <p:spPr>
            <a:xfrm>
              <a:off x="7641580" y="4279453"/>
              <a:ext cx="199096" cy="185872"/>
            </a:xfrm>
            <a:prstGeom prst="ellipse">
              <a:avLst/>
            </a:prstGeom>
            <a:solidFill>
              <a:schemeClr val="bg1">
                <a:lumMod val="7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306" name="楕円 305">
              <a:extLst>
                <a:ext uri="{FF2B5EF4-FFF2-40B4-BE49-F238E27FC236}">
                  <a16:creationId xmlns:a16="http://schemas.microsoft.com/office/drawing/2014/main" id="{2182D8E8-F7BE-54B6-6950-56712CE13277}"/>
                </a:ext>
              </a:extLst>
            </p:cNvPr>
            <p:cNvSpPr/>
            <p:nvPr/>
          </p:nvSpPr>
          <p:spPr>
            <a:xfrm>
              <a:off x="7613005" y="4054581"/>
              <a:ext cx="199096" cy="185872"/>
            </a:xfrm>
            <a:prstGeom prst="ellipse">
              <a:avLst/>
            </a:prstGeom>
            <a:solidFill>
              <a:schemeClr val="bg1">
                <a:lumMod val="7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grpSp>
        <p:nvGrpSpPr>
          <p:cNvPr id="307" name="グループ化 306">
            <a:extLst>
              <a:ext uri="{FF2B5EF4-FFF2-40B4-BE49-F238E27FC236}">
                <a16:creationId xmlns:a16="http://schemas.microsoft.com/office/drawing/2014/main" id="{68E8FA3F-4F25-A79D-731F-327E5212D2EE}"/>
              </a:ext>
            </a:extLst>
          </p:cNvPr>
          <p:cNvGrpSpPr/>
          <p:nvPr/>
        </p:nvGrpSpPr>
        <p:grpSpPr>
          <a:xfrm>
            <a:off x="8533126" y="5422470"/>
            <a:ext cx="204135" cy="506355"/>
            <a:chOff x="7613005" y="4054581"/>
            <a:chExt cx="256246" cy="635617"/>
          </a:xfrm>
          <a:solidFill>
            <a:schemeClr val="accent1"/>
          </a:solidFill>
        </p:grpSpPr>
        <p:sp>
          <p:nvSpPr>
            <p:cNvPr id="308" name="楕円 307">
              <a:extLst>
                <a:ext uri="{FF2B5EF4-FFF2-40B4-BE49-F238E27FC236}">
                  <a16:creationId xmlns:a16="http://schemas.microsoft.com/office/drawing/2014/main" id="{BB4F114F-5A34-03B9-1671-67E28015C7C1}"/>
                </a:ext>
              </a:extLst>
            </p:cNvPr>
            <p:cNvSpPr/>
            <p:nvPr/>
          </p:nvSpPr>
          <p:spPr>
            <a:xfrm>
              <a:off x="7670155" y="4504326"/>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309" name="楕円 308">
              <a:extLst>
                <a:ext uri="{FF2B5EF4-FFF2-40B4-BE49-F238E27FC236}">
                  <a16:creationId xmlns:a16="http://schemas.microsoft.com/office/drawing/2014/main" id="{EAC4C8CA-A6A9-FDBE-5876-37C447EED6A0}"/>
                </a:ext>
              </a:extLst>
            </p:cNvPr>
            <p:cNvSpPr/>
            <p:nvPr/>
          </p:nvSpPr>
          <p:spPr>
            <a:xfrm>
              <a:off x="7641580" y="4279453"/>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310" name="楕円 309">
              <a:extLst>
                <a:ext uri="{FF2B5EF4-FFF2-40B4-BE49-F238E27FC236}">
                  <a16:creationId xmlns:a16="http://schemas.microsoft.com/office/drawing/2014/main" id="{45D096CF-A452-AB48-0EE5-52D71B5052C0}"/>
                </a:ext>
              </a:extLst>
            </p:cNvPr>
            <p:cNvSpPr/>
            <p:nvPr/>
          </p:nvSpPr>
          <p:spPr>
            <a:xfrm>
              <a:off x="7613005" y="4054581"/>
              <a:ext cx="199096" cy="185872"/>
            </a:xfrm>
            <a:prstGeom prst="ellipse">
              <a:avLst/>
            </a:prstGeom>
            <a:solidFill>
              <a:schemeClr val="bg1">
                <a:lumMod val="7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sp>
        <p:nvSpPr>
          <p:cNvPr id="80" name="平行四辺形 79">
            <a:extLst>
              <a:ext uri="{FF2B5EF4-FFF2-40B4-BE49-F238E27FC236}">
                <a16:creationId xmlns:a16="http://schemas.microsoft.com/office/drawing/2014/main" id="{D541352B-E29A-FF63-7066-6DA3A10882C0}"/>
              </a:ext>
            </a:extLst>
          </p:cNvPr>
          <p:cNvSpPr/>
          <p:nvPr/>
        </p:nvSpPr>
        <p:spPr>
          <a:xfrm>
            <a:off x="3532816" y="304496"/>
            <a:ext cx="680520" cy="338875"/>
          </a:xfrm>
          <a:prstGeom prst="parallelogram">
            <a:avLst/>
          </a:prstGeom>
          <a:solidFill>
            <a:schemeClr val="tx1">
              <a:lumMod val="75000"/>
              <a:lumOff val="2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42" name="平行四辺形 241">
            <a:extLst>
              <a:ext uri="{FF2B5EF4-FFF2-40B4-BE49-F238E27FC236}">
                <a16:creationId xmlns:a16="http://schemas.microsoft.com/office/drawing/2014/main" id="{C0EB8386-3F76-1055-84CC-85FDA9FB7614}"/>
              </a:ext>
            </a:extLst>
          </p:cNvPr>
          <p:cNvSpPr/>
          <p:nvPr/>
        </p:nvSpPr>
        <p:spPr>
          <a:xfrm>
            <a:off x="1719571" y="303092"/>
            <a:ext cx="680520" cy="338875"/>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43" name="平行四辺形 242">
            <a:extLst>
              <a:ext uri="{FF2B5EF4-FFF2-40B4-BE49-F238E27FC236}">
                <a16:creationId xmlns:a16="http://schemas.microsoft.com/office/drawing/2014/main" id="{034AEC5E-DAC5-407E-15C1-395453C2DFFC}"/>
              </a:ext>
            </a:extLst>
          </p:cNvPr>
          <p:cNvSpPr/>
          <p:nvPr/>
        </p:nvSpPr>
        <p:spPr>
          <a:xfrm>
            <a:off x="2322482" y="303092"/>
            <a:ext cx="680520" cy="338875"/>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44" name="平行四辺形 243">
            <a:extLst>
              <a:ext uri="{FF2B5EF4-FFF2-40B4-BE49-F238E27FC236}">
                <a16:creationId xmlns:a16="http://schemas.microsoft.com/office/drawing/2014/main" id="{250A6ABC-6138-C37E-B31D-8CFE1A8D4285}"/>
              </a:ext>
            </a:extLst>
          </p:cNvPr>
          <p:cNvSpPr/>
          <p:nvPr/>
        </p:nvSpPr>
        <p:spPr>
          <a:xfrm>
            <a:off x="2925394" y="303092"/>
            <a:ext cx="680520" cy="338875"/>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45" name="平行四辺形 244">
            <a:extLst>
              <a:ext uri="{FF2B5EF4-FFF2-40B4-BE49-F238E27FC236}">
                <a16:creationId xmlns:a16="http://schemas.microsoft.com/office/drawing/2014/main" id="{40961CA9-4FB7-89DA-0C47-8D1195EC2944}"/>
              </a:ext>
            </a:extLst>
          </p:cNvPr>
          <p:cNvSpPr/>
          <p:nvPr/>
        </p:nvSpPr>
        <p:spPr>
          <a:xfrm>
            <a:off x="4131216" y="303092"/>
            <a:ext cx="680520" cy="338875"/>
          </a:xfrm>
          <a:prstGeom prst="parallelogram">
            <a:avLst/>
          </a:prstGeom>
          <a:solidFill>
            <a:schemeClr val="tx1">
              <a:lumMod val="75000"/>
              <a:lumOff val="2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72" name="楕円 271">
            <a:extLst>
              <a:ext uri="{FF2B5EF4-FFF2-40B4-BE49-F238E27FC236}">
                <a16:creationId xmlns:a16="http://schemas.microsoft.com/office/drawing/2014/main" id="{D3EDB980-8FC4-CD88-6426-9470443852E4}"/>
              </a:ext>
            </a:extLst>
          </p:cNvPr>
          <p:cNvSpPr/>
          <p:nvPr/>
        </p:nvSpPr>
        <p:spPr>
          <a:xfrm>
            <a:off x="1900984" y="311866"/>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原稿用標準書体" panose="03000503000000000000" pitchFamily="66" charset="-128"/>
                <a:ea typeface="原稿用標準書体" panose="03000503000000000000" pitchFamily="66" charset="-128"/>
              </a:rPr>
              <a:t>キャラ</a:t>
            </a:r>
          </a:p>
        </p:txBody>
      </p:sp>
      <p:grpSp>
        <p:nvGrpSpPr>
          <p:cNvPr id="311" name="グループ化 310">
            <a:extLst>
              <a:ext uri="{FF2B5EF4-FFF2-40B4-BE49-F238E27FC236}">
                <a16:creationId xmlns:a16="http://schemas.microsoft.com/office/drawing/2014/main" id="{AE283C96-8E6F-C3C6-B087-BF991F202878}"/>
              </a:ext>
            </a:extLst>
          </p:cNvPr>
          <p:cNvGrpSpPr/>
          <p:nvPr/>
        </p:nvGrpSpPr>
        <p:grpSpPr>
          <a:xfrm>
            <a:off x="3528305" y="303092"/>
            <a:ext cx="680520" cy="338875"/>
            <a:chOff x="3528305" y="303092"/>
            <a:chExt cx="680520" cy="338875"/>
          </a:xfrm>
        </p:grpSpPr>
        <p:sp>
          <p:nvSpPr>
            <p:cNvPr id="246" name="平行四辺形 245">
              <a:extLst>
                <a:ext uri="{FF2B5EF4-FFF2-40B4-BE49-F238E27FC236}">
                  <a16:creationId xmlns:a16="http://schemas.microsoft.com/office/drawing/2014/main" id="{757423FA-F163-1572-BA14-56D3B7874EA5}"/>
                </a:ext>
              </a:extLst>
            </p:cNvPr>
            <p:cNvSpPr/>
            <p:nvPr/>
          </p:nvSpPr>
          <p:spPr>
            <a:xfrm>
              <a:off x="3528305" y="303092"/>
              <a:ext cx="680520" cy="338875"/>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73" name="楕円 272">
              <a:extLst>
                <a:ext uri="{FF2B5EF4-FFF2-40B4-BE49-F238E27FC236}">
                  <a16:creationId xmlns:a16="http://schemas.microsoft.com/office/drawing/2014/main" id="{4C0FE2ED-778C-55FB-95F1-5EE48997C10F}"/>
                </a:ext>
              </a:extLst>
            </p:cNvPr>
            <p:cNvSpPr/>
            <p:nvPr/>
          </p:nvSpPr>
          <p:spPr>
            <a:xfrm>
              <a:off x="3716200" y="311866"/>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原稿用標準書体" panose="03000503000000000000" pitchFamily="66" charset="-128"/>
                  <a:ea typeface="原稿用標準書体" panose="03000503000000000000" pitchFamily="66" charset="-128"/>
                </a:rPr>
                <a:t>キャラ</a:t>
              </a:r>
            </a:p>
          </p:txBody>
        </p:sp>
      </p:grpSp>
      <p:sp>
        <p:nvSpPr>
          <p:cNvPr id="274" name="楕円 273">
            <a:extLst>
              <a:ext uri="{FF2B5EF4-FFF2-40B4-BE49-F238E27FC236}">
                <a16:creationId xmlns:a16="http://schemas.microsoft.com/office/drawing/2014/main" id="{A3CF03FC-3717-165C-5A86-081B0BA9265B}"/>
              </a:ext>
            </a:extLst>
          </p:cNvPr>
          <p:cNvSpPr/>
          <p:nvPr/>
        </p:nvSpPr>
        <p:spPr>
          <a:xfrm>
            <a:off x="2506056" y="311866"/>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原稿用標準書体" panose="03000503000000000000" pitchFamily="66" charset="-128"/>
                <a:ea typeface="原稿用標準書体" panose="03000503000000000000" pitchFamily="66" charset="-128"/>
              </a:rPr>
              <a:t>キャラ</a:t>
            </a:r>
          </a:p>
        </p:txBody>
      </p:sp>
      <p:sp>
        <p:nvSpPr>
          <p:cNvPr id="275" name="楕円 274">
            <a:extLst>
              <a:ext uri="{FF2B5EF4-FFF2-40B4-BE49-F238E27FC236}">
                <a16:creationId xmlns:a16="http://schemas.microsoft.com/office/drawing/2014/main" id="{945C7FAA-6D55-A7F2-73F5-F889FF389192}"/>
              </a:ext>
            </a:extLst>
          </p:cNvPr>
          <p:cNvSpPr/>
          <p:nvPr/>
        </p:nvSpPr>
        <p:spPr>
          <a:xfrm>
            <a:off x="3111128" y="311866"/>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原稿用標準書体" panose="03000503000000000000" pitchFamily="66" charset="-128"/>
                <a:ea typeface="原稿用標準書体" panose="03000503000000000000" pitchFamily="66" charset="-128"/>
              </a:rPr>
              <a:t>キャラ</a:t>
            </a:r>
          </a:p>
        </p:txBody>
      </p:sp>
    </p:spTree>
    <p:extLst>
      <p:ext uri="{BB962C8B-B14F-4D97-AF65-F5344CB8AC3E}">
        <p14:creationId xmlns:p14="http://schemas.microsoft.com/office/powerpoint/2010/main" val="338043519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8" fill="hold" nodeType="clickEffect">
                                  <p:stCondLst>
                                    <p:cond delay="0"/>
                                  </p:stCondLst>
                                  <p:childTnLst>
                                    <p:set>
                                      <p:cBhvr>
                                        <p:cTn id="6" dur="1" fill="hold">
                                          <p:stCondLst>
                                            <p:cond delay="0"/>
                                          </p:stCondLst>
                                        </p:cTn>
                                        <p:tgtEl>
                                          <p:spTgt spid="271"/>
                                        </p:tgtEl>
                                        <p:attrNameLst>
                                          <p:attrName>style.visibility</p:attrName>
                                        </p:attrNameLst>
                                      </p:cBhvr>
                                      <p:to>
                                        <p:strVal val="visible"/>
                                      </p:to>
                                    </p:set>
                                    <p:anim calcmode="lin" valueType="num">
                                      <p:cBhvr additive="base">
                                        <p:cTn id="7" dur="250" fill="hold"/>
                                        <p:tgtEl>
                                          <p:spTgt spid="271"/>
                                        </p:tgtEl>
                                        <p:attrNameLst>
                                          <p:attrName>ppt_x</p:attrName>
                                        </p:attrNameLst>
                                      </p:cBhvr>
                                      <p:tavLst>
                                        <p:tav tm="0">
                                          <p:val>
                                            <p:strVal val="0-#ppt_w/2"/>
                                          </p:val>
                                        </p:tav>
                                        <p:tav tm="100000">
                                          <p:val>
                                            <p:strVal val="#ppt_x"/>
                                          </p:val>
                                        </p:tav>
                                      </p:tavLst>
                                    </p:anim>
                                    <p:anim calcmode="lin" valueType="num">
                                      <p:cBhvr additive="base">
                                        <p:cTn id="8" dur="250" fill="hold"/>
                                        <p:tgtEl>
                                          <p:spTgt spid="271"/>
                                        </p:tgtEl>
                                        <p:attrNameLst>
                                          <p:attrName>ppt_y</p:attrName>
                                        </p:attrNameLst>
                                      </p:cBhvr>
                                      <p:tavLst>
                                        <p:tav tm="0">
                                          <p:val>
                                            <p:strVal val="#ppt_y"/>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32" presetClass="emph" presetSubtype="0" fill="hold" nodeType="clickEffect">
                                  <p:stCondLst>
                                    <p:cond delay="0"/>
                                  </p:stCondLst>
                                  <p:childTnLst>
                                    <p:animRot by="120000">
                                      <p:cBhvr>
                                        <p:cTn id="12" dur="100" fill="hold">
                                          <p:stCondLst>
                                            <p:cond delay="0"/>
                                          </p:stCondLst>
                                        </p:cTn>
                                        <p:tgtEl>
                                          <p:spTgt spid="271"/>
                                        </p:tgtEl>
                                        <p:attrNameLst>
                                          <p:attrName>r</p:attrName>
                                        </p:attrNameLst>
                                      </p:cBhvr>
                                    </p:animRot>
                                    <p:animRot by="-240000">
                                      <p:cBhvr>
                                        <p:cTn id="13" dur="200" fill="hold">
                                          <p:stCondLst>
                                            <p:cond delay="200"/>
                                          </p:stCondLst>
                                        </p:cTn>
                                        <p:tgtEl>
                                          <p:spTgt spid="271"/>
                                        </p:tgtEl>
                                        <p:attrNameLst>
                                          <p:attrName>r</p:attrName>
                                        </p:attrNameLst>
                                      </p:cBhvr>
                                    </p:animRot>
                                    <p:animRot by="240000">
                                      <p:cBhvr>
                                        <p:cTn id="14" dur="200" fill="hold">
                                          <p:stCondLst>
                                            <p:cond delay="400"/>
                                          </p:stCondLst>
                                        </p:cTn>
                                        <p:tgtEl>
                                          <p:spTgt spid="271"/>
                                        </p:tgtEl>
                                        <p:attrNameLst>
                                          <p:attrName>r</p:attrName>
                                        </p:attrNameLst>
                                      </p:cBhvr>
                                    </p:animRot>
                                    <p:animRot by="-240000">
                                      <p:cBhvr>
                                        <p:cTn id="15" dur="200" fill="hold">
                                          <p:stCondLst>
                                            <p:cond delay="600"/>
                                          </p:stCondLst>
                                        </p:cTn>
                                        <p:tgtEl>
                                          <p:spTgt spid="271"/>
                                        </p:tgtEl>
                                        <p:attrNameLst>
                                          <p:attrName>r</p:attrName>
                                        </p:attrNameLst>
                                      </p:cBhvr>
                                    </p:animRot>
                                    <p:animRot by="120000">
                                      <p:cBhvr>
                                        <p:cTn id="16" dur="200" fill="hold">
                                          <p:stCondLst>
                                            <p:cond delay="800"/>
                                          </p:stCondLst>
                                        </p:cTn>
                                        <p:tgtEl>
                                          <p:spTgt spid="271"/>
                                        </p:tgtEl>
                                        <p:attrNameLst>
                                          <p:attrName>r</p:attrName>
                                        </p:attrNameLst>
                                      </p:cBhvr>
                                    </p:animRot>
                                  </p:childTnLst>
                                </p:cTn>
                              </p:par>
                            </p:childTnLst>
                          </p:cTn>
                        </p:par>
                      </p:childTnLst>
                    </p:cTn>
                  </p:par>
                  <p:par>
                    <p:cTn id="17" fill="hold">
                      <p:stCondLst>
                        <p:cond delay="indefinite"/>
                      </p:stCondLst>
                      <p:childTnLst>
                        <p:par>
                          <p:cTn id="18" fill="hold">
                            <p:stCondLst>
                              <p:cond delay="0"/>
                            </p:stCondLst>
                            <p:childTnLst>
                              <p:par>
                                <p:cTn id="19" presetID="22" presetClass="exit" presetSubtype="4" fill="hold" nodeType="clickEffect">
                                  <p:stCondLst>
                                    <p:cond delay="0"/>
                                  </p:stCondLst>
                                  <p:childTnLst>
                                    <p:animEffect transition="out" filter="wipe(down)">
                                      <p:cBhvr>
                                        <p:cTn id="20" dur="500"/>
                                        <p:tgtEl>
                                          <p:spTgt spid="271"/>
                                        </p:tgtEl>
                                      </p:cBhvr>
                                    </p:animEffect>
                                    <p:set>
                                      <p:cBhvr>
                                        <p:cTn id="21" dur="1" fill="hold">
                                          <p:stCondLst>
                                            <p:cond delay="499"/>
                                          </p:stCondLst>
                                        </p:cTn>
                                        <p:tgtEl>
                                          <p:spTgt spid="271"/>
                                        </p:tgtEl>
                                        <p:attrNameLst>
                                          <p:attrName>style.visibility</p:attrName>
                                        </p:attrNameLst>
                                      </p:cBhvr>
                                      <p:to>
                                        <p:strVal val="hidden"/>
                                      </p:to>
                                    </p:set>
                                  </p:childTnLst>
                                </p:cTn>
                              </p:par>
                            </p:childTnLst>
                          </p:cTn>
                        </p:par>
                      </p:childTnLst>
                    </p:cTn>
                  </p:par>
                  <p:par>
                    <p:cTn id="22" fill="hold">
                      <p:stCondLst>
                        <p:cond delay="indefinite"/>
                      </p:stCondLst>
                      <p:childTnLst>
                        <p:par>
                          <p:cTn id="23" fill="hold">
                            <p:stCondLst>
                              <p:cond delay="0"/>
                            </p:stCondLst>
                            <p:childTnLst>
                              <p:par>
                                <p:cTn id="24" presetID="14" presetClass="entr" presetSubtype="10" fill="hold" nodeType="clickEffect">
                                  <p:stCondLst>
                                    <p:cond delay="0"/>
                                  </p:stCondLst>
                                  <p:childTnLst>
                                    <p:set>
                                      <p:cBhvr>
                                        <p:cTn id="25" dur="1" fill="hold">
                                          <p:stCondLst>
                                            <p:cond delay="0"/>
                                          </p:stCondLst>
                                        </p:cTn>
                                        <p:tgtEl>
                                          <p:spTgt spid="311"/>
                                        </p:tgtEl>
                                        <p:attrNameLst>
                                          <p:attrName>style.visibility</p:attrName>
                                        </p:attrNameLst>
                                      </p:cBhvr>
                                      <p:to>
                                        <p:strVal val="visible"/>
                                      </p:to>
                                    </p:set>
                                    <p:animEffect transition="in" filter="randombar(horizontal)">
                                      <p:cBhvr>
                                        <p:cTn id="26" dur="500"/>
                                        <p:tgtEl>
                                          <p:spTgt spid="311"/>
                                        </p:tgtEl>
                                      </p:cBhvr>
                                    </p:animEffect>
                                  </p:childTnLst>
                                </p:cTn>
                              </p:par>
                              <p:par>
                                <p:cTn id="27" presetID="53" presetClass="exit" presetSubtype="32" fill="hold" grpId="0" nodeType="withEffect">
                                  <p:stCondLst>
                                    <p:cond delay="0"/>
                                  </p:stCondLst>
                                  <p:childTnLst>
                                    <p:anim calcmode="lin" valueType="num">
                                      <p:cBhvr>
                                        <p:cTn id="28" dur="500"/>
                                        <p:tgtEl>
                                          <p:spTgt spid="312"/>
                                        </p:tgtEl>
                                        <p:attrNameLst>
                                          <p:attrName>ppt_w</p:attrName>
                                        </p:attrNameLst>
                                      </p:cBhvr>
                                      <p:tavLst>
                                        <p:tav tm="0">
                                          <p:val>
                                            <p:strVal val="ppt_w"/>
                                          </p:val>
                                        </p:tav>
                                        <p:tav tm="100000">
                                          <p:val>
                                            <p:fltVal val="0"/>
                                          </p:val>
                                        </p:tav>
                                      </p:tavLst>
                                    </p:anim>
                                    <p:anim calcmode="lin" valueType="num">
                                      <p:cBhvr>
                                        <p:cTn id="29" dur="500"/>
                                        <p:tgtEl>
                                          <p:spTgt spid="312"/>
                                        </p:tgtEl>
                                        <p:attrNameLst>
                                          <p:attrName>ppt_h</p:attrName>
                                        </p:attrNameLst>
                                      </p:cBhvr>
                                      <p:tavLst>
                                        <p:tav tm="0">
                                          <p:val>
                                            <p:strVal val="ppt_h"/>
                                          </p:val>
                                        </p:tav>
                                        <p:tav tm="100000">
                                          <p:val>
                                            <p:fltVal val="0"/>
                                          </p:val>
                                        </p:tav>
                                      </p:tavLst>
                                    </p:anim>
                                    <p:animEffect transition="out" filter="fade">
                                      <p:cBhvr>
                                        <p:cTn id="30" dur="500"/>
                                        <p:tgtEl>
                                          <p:spTgt spid="312"/>
                                        </p:tgtEl>
                                      </p:cBhvr>
                                    </p:animEffect>
                                    <p:set>
                                      <p:cBhvr>
                                        <p:cTn id="31" dur="1" fill="hold">
                                          <p:stCondLst>
                                            <p:cond delay="499"/>
                                          </p:stCondLst>
                                        </p:cTn>
                                        <p:tgtEl>
                                          <p:spTgt spid="312"/>
                                        </p:tgtEl>
                                        <p:attrNameLst>
                                          <p:attrName>style.visibility</p:attrName>
                                        </p:attrNameLst>
                                      </p:cBhvr>
                                      <p:to>
                                        <p:strVal val="hidden"/>
                                      </p:to>
                                    </p:set>
                                  </p:childTnLst>
                                </p:cTn>
                              </p:par>
                              <p:par>
                                <p:cTn id="32" presetID="53" presetClass="entr" presetSubtype="16" fill="hold" grpId="0" nodeType="withEffect">
                                  <p:stCondLst>
                                    <p:cond delay="0"/>
                                  </p:stCondLst>
                                  <p:childTnLst>
                                    <p:set>
                                      <p:cBhvr>
                                        <p:cTn id="33" dur="1" fill="hold">
                                          <p:stCondLst>
                                            <p:cond delay="0"/>
                                          </p:stCondLst>
                                        </p:cTn>
                                        <p:tgtEl>
                                          <p:spTgt spid="84"/>
                                        </p:tgtEl>
                                        <p:attrNameLst>
                                          <p:attrName>style.visibility</p:attrName>
                                        </p:attrNameLst>
                                      </p:cBhvr>
                                      <p:to>
                                        <p:strVal val="visible"/>
                                      </p:to>
                                    </p:set>
                                    <p:anim calcmode="lin" valueType="num">
                                      <p:cBhvr>
                                        <p:cTn id="34" dur="500" fill="hold"/>
                                        <p:tgtEl>
                                          <p:spTgt spid="84"/>
                                        </p:tgtEl>
                                        <p:attrNameLst>
                                          <p:attrName>ppt_w</p:attrName>
                                        </p:attrNameLst>
                                      </p:cBhvr>
                                      <p:tavLst>
                                        <p:tav tm="0">
                                          <p:val>
                                            <p:fltVal val="0"/>
                                          </p:val>
                                        </p:tav>
                                        <p:tav tm="100000">
                                          <p:val>
                                            <p:strVal val="#ppt_w"/>
                                          </p:val>
                                        </p:tav>
                                      </p:tavLst>
                                    </p:anim>
                                    <p:anim calcmode="lin" valueType="num">
                                      <p:cBhvr>
                                        <p:cTn id="35" dur="500" fill="hold"/>
                                        <p:tgtEl>
                                          <p:spTgt spid="84"/>
                                        </p:tgtEl>
                                        <p:attrNameLst>
                                          <p:attrName>ppt_h</p:attrName>
                                        </p:attrNameLst>
                                      </p:cBhvr>
                                      <p:tavLst>
                                        <p:tav tm="0">
                                          <p:val>
                                            <p:fltVal val="0"/>
                                          </p:val>
                                        </p:tav>
                                        <p:tav tm="100000">
                                          <p:val>
                                            <p:strVal val="#ppt_h"/>
                                          </p:val>
                                        </p:tav>
                                      </p:tavLst>
                                    </p:anim>
                                    <p:animEffect transition="in" filter="fade">
                                      <p:cBhvr>
                                        <p:cTn id="36" dur="500"/>
                                        <p:tgtEl>
                                          <p:spTgt spid="8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4" grpId="0" animBg="1"/>
      <p:bldP spid="312" grpId="0" animBg="1"/>
    </p:bldLst>
  </p:timing>
</p:sld>
</file>

<file path=ppt/slides/slide74.xml><?xml version="1.0" encoding="utf-8"?>
<p:sld xmlns:a="http://schemas.openxmlformats.org/drawingml/2006/main" xmlns:r="http://schemas.openxmlformats.org/officeDocument/2006/relationships" xmlns:p="http://schemas.openxmlformats.org/presentationml/2006/main">
  <p:cSld>
    <p:bg>
      <p:bgPr>
        <a:gradFill>
          <a:gsLst>
            <a:gs pos="46690">
              <a:schemeClr val="accent6">
                <a:lumMod val="75000"/>
              </a:schemeClr>
            </a:gs>
            <a:gs pos="0">
              <a:schemeClr val="accent6">
                <a:lumMod val="50000"/>
              </a:schemeClr>
            </a:gs>
            <a:gs pos="23000">
              <a:schemeClr val="accent6">
                <a:lumMod val="75000"/>
              </a:schemeClr>
            </a:gs>
            <a:gs pos="69000">
              <a:schemeClr val="accent6">
                <a:lumMod val="50000"/>
              </a:schemeClr>
            </a:gs>
            <a:gs pos="97000">
              <a:schemeClr val="tx1">
                <a:lumMod val="85000"/>
                <a:lumOff val="15000"/>
              </a:schemeClr>
            </a:gs>
          </a:gsLst>
          <a:path path="circle">
            <a:fillToRect l="50000" t="50000" r="50000" b="50000"/>
          </a:path>
        </a:gradFill>
        <a:effectLst/>
      </p:bgPr>
    </p:bg>
    <p:spTree>
      <p:nvGrpSpPr>
        <p:cNvPr id="1" name="">
          <a:extLst>
            <a:ext uri="{FF2B5EF4-FFF2-40B4-BE49-F238E27FC236}">
              <a16:creationId xmlns:a16="http://schemas.microsoft.com/office/drawing/2014/main" id="{8C034B0F-E7A1-576A-2C77-05A947A80F5E}"/>
            </a:ext>
          </a:extLst>
        </p:cNvPr>
        <p:cNvGrpSpPr/>
        <p:nvPr/>
      </p:nvGrpSpPr>
      <p:grpSpPr>
        <a:xfrm>
          <a:off x="0" y="0"/>
          <a:ext cx="0" cy="0"/>
          <a:chOff x="0" y="0"/>
          <a:chExt cx="0" cy="0"/>
        </a:xfrm>
      </p:grpSpPr>
      <p:grpSp>
        <p:nvGrpSpPr>
          <p:cNvPr id="85" name="グループ化 84">
            <a:extLst>
              <a:ext uri="{FF2B5EF4-FFF2-40B4-BE49-F238E27FC236}">
                <a16:creationId xmlns:a16="http://schemas.microsoft.com/office/drawing/2014/main" id="{18E57E55-A535-6B0C-CA28-A31FCBCC2F4C}"/>
              </a:ext>
            </a:extLst>
          </p:cNvPr>
          <p:cNvGrpSpPr/>
          <p:nvPr/>
        </p:nvGrpSpPr>
        <p:grpSpPr>
          <a:xfrm>
            <a:off x="8557029" y="788373"/>
            <a:ext cx="2996587" cy="2133599"/>
            <a:chOff x="7755890" y="788373"/>
            <a:chExt cx="2996587" cy="2133599"/>
          </a:xfrm>
        </p:grpSpPr>
        <p:sp>
          <p:nvSpPr>
            <p:cNvPr id="48" name="四角形: 角を丸くする 47">
              <a:extLst>
                <a:ext uri="{FF2B5EF4-FFF2-40B4-BE49-F238E27FC236}">
                  <a16:creationId xmlns:a16="http://schemas.microsoft.com/office/drawing/2014/main" id="{C070BB84-919B-0BF3-91A8-5A49CF0DB705}"/>
                </a:ext>
              </a:extLst>
            </p:cNvPr>
            <p:cNvSpPr/>
            <p:nvPr/>
          </p:nvSpPr>
          <p:spPr>
            <a:xfrm flipV="1">
              <a:off x="8048005" y="2259499"/>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9" name="四角形: 角を丸くする 48">
              <a:extLst>
                <a:ext uri="{FF2B5EF4-FFF2-40B4-BE49-F238E27FC236}">
                  <a16:creationId xmlns:a16="http://schemas.microsoft.com/office/drawing/2014/main" id="{13A5D2E4-0AA2-CE27-AD83-7F170B4D5E37}"/>
                </a:ext>
              </a:extLst>
            </p:cNvPr>
            <p:cNvSpPr/>
            <p:nvPr/>
          </p:nvSpPr>
          <p:spPr>
            <a:xfrm flipV="1">
              <a:off x="8043791" y="1523936"/>
              <a:ext cx="2704472"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0" name="四角形: 角を丸くする 49">
              <a:extLst>
                <a:ext uri="{FF2B5EF4-FFF2-40B4-BE49-F238E27FC236}">
                  <a16:creationId xmlns:a16="http://schemas.microsoft.com/office/drawing/2014/main" id="{147A4A7A-6B32-CFE4-B82D-F6CE02D8742D}"/>
                </a:ext>
              </a:extLst>
            </p:cNvPr>
            <p:cNvSpPr/>
            <p:nvPr/>
          </p:nvSpPr>
          <p:spPr>
            <a:xfrm flipV="1">
              <a:off x="8043791" y="788373"/>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2" name="楕円 51">
              <a:extLst>
                <a:ext uri="{FF2B5EF4-FFF2-40B4-BE49-F238E27FC236}">
                  <a16:creationId xmlns:a16="http://schemas.microsoft.com/office/drawing/2014/main" id="{8963084B-2D63-0400-C9FE-CD4773882D89}"/>
                </a:ext>
              </a:extLst>
            </p:cNvPr>
            <p:cNvSpPr/>
            <p:nvPr/>
          </p:nvSpPr>
          <p:spPr>
            <a:xfrm>
              <a:off x="9075309" y="839691"/>
              <a:ext cx="1428131"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キャラ</a:t>
              </a:r>
            </a:p>
          </p:txBody>
        </p:sp>
        <p:sp>
          <p:nvSpPr>
            <p:cNvPr id="53" name="楕円 52">
              <a:extLst>
                <a:ext uri="{FF2B5EF4-FFF2-40B4-BE49-F238E27FC236}">
                  <a16:creationId xmlns:a16="http://schemas.microsoft.com/office/drawing/2014/main" id="{CCE504E1-CA58-C28F-60FD-EAAFD1EF1D85}"/>
                </a:ext>
              </a:extLst>
            </p:cNvPr>
            <p:cNvSpPr/>
            <p:nvPr/>
          </p:nvSpPr>
          <p:spPr>
            <a:xfrm>
              <a:off x="8218159" y="839691"/>
              <a:ext cx="682783"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55" name="楕円 54">
              <a:extLst>
                <a:ext uri="{FF2B5EF4-FFF2-40B4-BE49-F238E27FC236}">
                  <a16:creationId xmlns:a16="http://schemas.microsoft.com/office/drawing/2014/main" id="{F5AF94DB-E18F-B6ED-2285-959310A9C096}"/>
                </a:ext>
              </a:extLst>
            </p:cNvPr>
            <p:cNvSpPr/>
            <p:nvPr/>
          </p:nvSpPr>
          <p:spPr>
            <a:xfrm>
              <a:off x="9075309" y="1575254"/>
              <a:ext cx="1428131"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キャラ</a:t>
              </a:r>
            </a:p>
          </p:txBody>
        </p:sp>
        <p:sp>
          <p:nvSpPr>
            <p:cNvPr id="56" name="楕円 55">
              <a:extLst>
                <a:ext uri="{FF2B5EF4-FFF2-40B4-BE49-F238E27FC236}">
                  <a16:creationId xmlns:a16="http://schemas.microsoft.com/office/drawing/2014/main" id="{65A6E809-57F1-B039-4DA8-2613C23C5540}"/>
                </a:ext>
              </a:extLst>
            </p:cNvPr>
            <p:cNvSpPr/>
            <p:nvPr/>
          </p:nvSpPr>
          <p:spPr>
            <a:xfrm>
              <a:off x="8218159" y="1575254"/>
              <a:ext cx="682783"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70" name="楕円 69">
              <a:extLst>
                <a:ext uri="{FF2B5EF4-FFF2-40B4-BE49-F238E27FC236}">
                  <a16:creationId xmlns:a16="http://schemas.microsoft.com/office/drawing/2014/main" id="{7B00809B-11F3-19DC-57DD-F619AC605C4B}"/>
                </a:ext>
              </a:extLst>
            </p:cNvPr>
            <p:cNvSpPr/>
            <p:nvPr/>
          </p:nvSpPr>
          <p:spPr>
            <a:xfrm>
              <a:off x="9079523" y="2310817"/>
              <a:ext cx="1428131"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キャラ</a:t>
              </a:r>
            </a:p>
          </p:txBody>
        </p:sp>
        <p:sp>
          <p:nvSpPr>
            <p:cNvPr id="71" name="楕円 70">
              <a:extLst>
                <a:ext uri="{FF2B5EF4-FFF2-40B4-BE49-F238E27FC236}">
                  <a16:creationId xmlns:a16="http://schemas.microsoft.com/office/drawing/2014/main" id="{BFF23277-E9E0-FD7C-1699-238616E2218B}"/>
                </a:ext>
              </a:extLst>
            </p:cNvPr>
            <p:cNvSpPr/>
            <p:nvPr/>
          </p:nvSpPr>
          <p:spPr>
            <a:xfrm>
              <a:off x="8222373" y="2310817"/>
              <a:ext cx="682783"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72" name="四角形: 角を丸くする 71">
              <a:extLst>
                <a:ext uri="{FF2B5EF4-FFF2-40B4-BE49-F238E27FC236}">
                  <a16:creationId xmlns:a16="http://schemas.microsoft.com/office/drawing/2014/main" id="{3928FF9E-D2E0-4B39-DC53-46145ECFE217}"/>
                </a:ext>
              </a:extLst>
            </p:cNvPr>
            <p:cNvSpPr/>
            <p:nvPr/>
          </p:nvSpPr>
          <p:spPr>
            <a:xfrm>
              <a:off x="10147548" y="81169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77" name="四角形: 角を丸くする 76">
              <a:extLst>
                <a:ext uri="{FF2B5EF4-FFF2-40B4-BE49-F238E27FC236}">
                  <a16:creationId xmlns:a16="http://schemas.microsoft.com/office/drawing/2014/main" id="{E03A82D2-3434-3E49-B5BA-A744B123CB6E}"/>
                </a:ext>
              </a:extLst>
            </p:cNvPr>
            <p:cNvSpPr/>
            <p:nvPr/>
          </p:nvSpPr>
          <p:spPr>
            <a:xfrm>
              <a:off x="10151762" y="228178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78" name="四角形: 角を丸くする 77">
              <a:extLst>
                <a:ext uri="{FF2B5EF4-FFF2-40B4-BE49-F238E27FC236}">
                  <a16:creationId xmlns:a16="http://schemas.microsoft.com/office/drawing/2014/main" id="{3A464223-7047-FAB4-9399-8E6CE12FA453}"/>
                </a:ext>
              </a:extLst>
            </p:cNvPr>
            <p:cNvSpPr/>
            <p:nvPr/>
          </p:nvSpPr>
          <p:spPr>
            <a:xfrm>
              <a:off x="10147548" y="1546743"/>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nvGrpSpPr>
            <p:cNvPr id="99" name="グループ化 98">
              <a:extLst>
                <a:ext uri="{FF2B5EF4-FFF2-40B4-BE49-F238E27FC236}">
                  <a16:creationId xmlns:a16="http://schemas.microsoft.com/office/drawing/2014/main" id="{A8223EB3-59C8-0CDC-446E-57365AC32F7D}"/>
                </a:ext>
              </a:extLst>
            </p:cNvPr>
            <p:cNvGrpSpPr/>
            <p:nvPr/>
          </p:nvGrpSpPr>
          <p:grpSpPr>
            <a:xfrm>
              <a:off x="8167790" y="812475"/>
              <a:ext cx="2561811" cy="632926"/>
              <a:chOff x="8957885" y="4574183"/>
              <a:chExt cx="2561811" cy="632926"/>
            </a:xfrm>
          </p:grpSpPr>
          <p:sp>
            <p:nvSpPr>
              <p:cNvPr id="100" name="楕円 99">
                <a:extLst>
                  <a:ext uri="{FF2B5EF4-FFF2-40B4-BE49-F238E27FC236}">
                    <a16:creationId xmlns:a16="http://schemas.microsoft.com/office/drawing/2014/main" id="{4C9B3A86-B55C-F334-4A33-49DE30E19FF8}"/>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01" name="四角形: 角を丸くする 100">
                <a:extLst>
                  <a:ext uri="{FF2B5EF4-FFF2-40B4-BE49-F238E27FC236}">
                    <a16:creationId xmlns:a16="http://schemas.microsoft.com/office/drawing/2014/main" id="{697DDD07-53C9-2D82-F858-3FA80E61AA38}"/>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nvGrpSpPr>
              <p:cNvPr id="102" name="グループ化 101">
                <a:extLst>
                  <a:ext uri="{FF2B5EF4-FFF2-40B4-BE49-F238E27FC236}">
                    <a16:creationId xmlns:a16="http://schemas.microsoft.com/office/drawing/2014/main" id="{50C51BB7-8895-4FE0-8274-F6F0EBB48E15}"/>
                  </a:ext>
                </a:extLst>
              </p:cNvPr>
              <p:cNvGrpSpPr/>
              <p:nvPr/>
            </p:nvGrpSpPr>
            <p:grpSpPr>
              <a:xfrm>
                <a:off x="9498429" y="4598805"/>
                <a:ext cx="1505416" cy="601824"/>
                <a:chOff x="1980734" y="3149081"/>
                <a:chExt cx="1505416" cy="601824"/>
              </a:xfrm>
            </p:grpSpPr>
            <p:sp>
              <p:nvSpPr>
                <p:cNvPr id="103" name="楕円 102">
                  <a:extLst>
                    <a:ext uri="{FF2B5EF4-FFF2-40B4-BE49-F238E27FC236}">
                      <a16:creationId xmlns:a16="http://schemas.microsoft.com/office/drawing/2014/main" id="{BA47D143-8EFA-8D71-E30A-0B54B6ADA7B3}"/>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104" name="グループ化 103">
                  <a:extLst>
                    <a:ext uri="{FF2B5EF4-FFF2-40B4-BE49-F238E27FC236}">
                      <a16:creationId xmlns:a16="http://schemas.microsoft.com/office/drawing/2014/main" id="{50AE7B06-A276-5289-117E-7AA55409B82F}"/>
                    </a:ext>
                  </a:extLst>
                </p:cNvPr>
                <p:cNvGrpSpPr/>
                <p:nvPr/>
              </p:nvGrpSpPr>
              <p:grpSpPr>
                <a:xfrm>
                  <a:off x="1980734" y="3175652"/>
                  <a:ext cx="1505416" cy="575253"/>
                  <a:chOff x="1980734" y="3175652"/>
                  <a:chExt cx="1505416" cy="575253"/>
                </a:xfrm>
              </p:grpSpPr>
              <p:grpSp>
                <p:nvGrpSpPr>
                  <p:cNvPr id="105" name="グループ化 104">
                    <a:extLst>
                      <a:ext uri="{FF2B5EF4-FFF2-40B4-BE49-F238E27FC236}">
                        <a16:creationId xmlns:a16="http://schemas.microsoft.com/office/drawing/2014/main" id="{73933927-597D-3325-4F72-1390259F3F9C}"/>
                      </a:ext>
                    </a:extLst>
                  </p:cNvPr>
                  <p:cNvGrpSpPr/>
                  <p:nvPr/>
                </p:nvGrpSpPr>
                <p:grpSpPr>
                  <a:xfrm>
                    <a:off x="1980734" y="3473931"/>
                    <a:ext cx="1505416" cy="276974"/>
                    <a:chOff x="4194668" y="3607669"/>
                    <a:chExt cx="1105960" cy="276974"/>
                  </a:xfrm>
                </p:grpSpPr>
                <p:sp>
                  <p:nvSpPr>
                    <p:cNvPr id="107" name="四角形: 角を丸くする 106">
                      <a:extLst>
                        <a:ext uri="{FF2B5EF4-FFF2-40B4-BE49-F238E27FC236}">
                          <a16:creationId xmlns:a16="http://schemas.microsoft.com/office/drawing/2014/main" id="{5EFDF496-C1E4-96E4-564F-27CC02026375}"/>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108" name="図 107">
                      <a:extLst>
                        <a:ext uri="{FF2B5EF4-FFF2-40B4-BE49-F238E27FC236}">
                          <a16:creationId xmlns:a16="http://schemas.microsoft.com/office/drawing/2014/main" id="{359D803F-9C02-533E-6A2D-5E264DDD462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06" name="テキスト ボックス 105">
                    <a:extLst>
                      <a:ext uri="{FF2B5EF4-FFF2-40B4-BE49-F238E27FC236}">
                        <a16:creationId xmlns:a16="http://schemas.microsoft.com/office/drawing/2014/main" id="{1F880BB4-D996-CEA4-4834-BAEDC8C55ECA}"/>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grpSp>
          <p:nvGrpSpPr>
            <p:cNvPr id="119" name="グループ化 118">
              <a:extLst>
                <a:ext uri="{FF2B5EF4-FFF2-40B4-BE49-F238E27FC236}">
                  <a16:creationId xmlns:a16="http://schemas.microsoft.com/office/drawing/2014/main" id="{BF5B0B55-A520-29A7-84AA-C9D6894E5B92}"/>
                </a:ext>
              </a:extLst>
            </p:cNvPr>
            <p:cNvGrpSpPr/>
            <p:nvPr/>
          </p:nvGrpSpPr>
          <p:grpSpPr>
            <a:xfrm>
              <a:off x="8167790" y="1546204"/>
              <a:ext cx="2561811" cy="632926"/>
              <a:chOff x="8957885" y="4574183"/>
              <a:chExt cx="2561811" cy="632926"/>
            </a:xfrm>
          </p:grpSpPr>
          <p:sp>
            <p:nvSpPr>
              <p:cNvPr id="121" name="楕円 120">
                <a:extLst>
                  <a:ext uri="{FF2B5EF4-FFF2-40B4-BE49-F238E27FC236}">
                    <a16:creationId xmlns:a16="http://schemas.microsoft.com/office/drawing/2014/main" id="{546CECF8-7A0D-5424-B348-2CC0C820B510}"/>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22" name="四角形: 角を丸くする 121">
                <a:extLst>
                  <a:ext uri="{FF2B5EF4-FFF2-40B4-BE49-F238E27FC236}">
                    <a16:creationId xmlns:a16="http://schemas.microsoft.com/office/drawing/2014/main" id="{04E6A22D-67D8-89B4-7E7E-01588C38B30F}"/>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nvGrpSpPr>
              <p:cNvPr id="123" name="グループ化 122">
                <a:extLst>
                  <a:ext uri="{FF2B5EF4-FFF2-40B4-BE49-F238E27FC236}">
                    <a16:creationId xmlns:a16="http://schemas.microsoft.com/office/drawing/2014/main" id="{30BB8AE6-31CE-C738-1D9E-970CB516F7D3}"/>
                  </a:ext>
                </a:extLst>
              </p:cNvPr>
              <p:cNvGrpSpPr/>
              <p:nvPr/>
            </p:nvGrpSpPr>
            <p:grpSpPr>
              <a:xfrm>
                <a:off x="9498429" y="4598805"/>
                <a:ext cx="1505416" cy="601824"/>
                <a:chOff x="1980734" y="3149081"/>
                <a:chExt cx="1505416" cy="601824"/>
              </a:xfrm>
            </p:grpSpPr>
            <p:sp>
              <p:nvSpPr>
                <p:cNvPr id="124" name="楕円 123">
                  <a:extLst>
                    <a:ext uri="{FF2B5EF4-FFF2-40B4-BE49-F238E27FC236}">
                      <a16:creationId xmlns:a16="http://schemas.microsoft.com/office/drawing/2014/main" id="{CDA86C8E-33D4-26C1-77BC-E193B81B5205}"/>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127" name="グループ化 126">
                  <a:extLst>
                    <a:ext uri="{FF2B5EF4-FFF2-40B4-BE49-F238E27FC236}">
                      <a16:creationId xmlns:a16="http://schemas.microsoft.com/office/drawing/2014/main" id="{C1817F81-253B-47E4-226F-29D9A14D8464}"/>
                    </a:ext>
                  </a:extLst>
                </p:cNvPr>
                <p:cNvGrpSpPr/>
                <p:nvPr/>
              </p:nvGrpSpPr>
              <p:grpSpPr>
                <a:xfrm>
                  <a:off x="1980734" y="3175652"/>
                  <a:ext cx="1505416" cy="575253"/>
                  <a:chOff x="1980734" y="3175652"/>
                  <a:chExt cx="1505416" cy="575253"/>
                </a:xfrm>
              </p:grpSpPr>
              <p:grpSp>
                <p:nvGrpSpPr>
                  <p:cNvPr id="128" name="グループ化 127">
                    <a:extLst>
                      <a:ext uri="{FF2B5EF4-FFF2-40B4-BE49-F238E27FC236}">
                        <a16:creationId xmlns:a16="http://schemas.microsoft.com/office/drawing/2014/main" id="{DC4278AA-4BAC-C903-052A-0C8B6EE525F3}"/>
                      </a:ext>
                    </a:extLst>
                  </p:cNvPr>
                  <p:cNvGrpSpPr/>
                  <p:nvPr/>
                </p:nvGrpSpPr>
                <p:grpSpPr>
                  <a:xfrm>
                    <a:off x="1980734" y="3473931"/>
                    <a:ext cx="1505416" cy="276974"/>
                    <a:chOff x="4194668" y="3607669"/>
                    <a:chExt cx="1105960" cy="276974"/>
                  </a:xfrm>
                </p:grpSpPr>
                <p:sp>
                  <p:nvSpPr>
                    <p:cNvPr id="130" name="四角形: 角を丸くする 129">
                      <a:extLst>
                        <a:ext uri="{FF2B5EF4-FFF2-40B4-BE49-F238E27FC236}">
                          <a16:creationId xmlns:a16="http://schemas.microsoft.com/office/drawing/2014/main" id="{E81B8B74-C5C5-84A2-8B2E-2EAC179A9D5A}"/>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131" name="図 130">
                      <a:extLst>
                        <a:ext uri="{FF2B5EF4-FFF2-40B4-BE49-F238E27FC236}">
                          <a16:creationId xmlns:a16="http://schemas.microsoft.com/office/drawing/2014/main" id="{1806AF88-78E9-DD18-E615-52ABEAA47E8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29" name="テキスト ボックス 128">
                    <a:extLst>
                      <a:ext uri="{FF2B5EF4-FFF2-40B4-BE49-F238E27FC236}">
                        <a16:creationId xmlns:a16="http://schemas.microsoft.com/office/drawing/2014/main" id="{B7258819-5224-994D-B13A-8910BFC191FF}"/>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grpSp>
          <p:nvGrpSpPr>
            <p:cNvPr id="132" name="グループ化 131">
              <a:extLst>
                <a:ext uri="{FF2B5EF4-FFF2-40B4-BE49-F238E27FC236}">
                  <a16:creationId xmlns:a16="http://schemas.microsoft.com/office/drawing/2014/main" id="{3DFA277C-2310-48EC-83E1-B98FFBC26B0F}"/>
                </a:ext>
              </a:extLst>
            </p:cNvPr>
            <p:cNvGrpSpPr/>
            <p:nvPr/>
          </p:nvGrpSpPr>
          <p:grpSpPr>
            <a:xfrm>
              <a:off x="8172004" y="2279933"/>
              <a:ext cx="2561811" cy="632926"/>
              <a:chOff x="8957885" y="4574183"/>
              <a:chExt cx="2561811" cy="632926"/>
            </a:xfrm>
          </p:grpSpPr>
          <p:sp>
            <p:nvSpPr>
              <p:cNvPr id="133" name="楕円 132">
                <a:extLst>
                  <a:ext uri="{FF2B5EF4-FFF2-40B4-BE49-F238E27FC236}">
                    <a16:creationId xmlns:a16="http://schemas.microsoft.com/office/drawing/2014/main" id="{9DC13326-3EC5-8979-9AC6-6693460E153B}"/>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34" name="四角形: 角を丸くする 133">
                <a:extLst>
                  <a:ext uri="{FF2B5EF4-FFF2-40B4-BE49-F238E27FC236}">
                    <a16:creationId xmlns:a16="http://schemas.microsoft.com/office/drawing/2014/main" id="{27A439C3-361B-C61E-66A9-889525AEDF47}"/>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nvGrpSpPr>
              <p:cNvPr id="135" name="グループ化 134">
                <a:extLst>
                  <a:ext uri="{FF2B5EF4-FFF2-40B4-BE49-F238E27FC236}">
                    <a16:creationId xmlns:a16="http://schemas.microsoft.com/office/drawing/2014/main" id="{370580CF-6C8E-41B2-CBC8-FDF900518855}"/>
                  </a:ext>
                </a:extLst>
              </p:cNvPr>
              <p:cNvGrpSpPr/>
              <p:nvPr/>
            </p:nvGrpSpPr>
            <p:grpSpPr>
              <a:xfrm>
                <a:off x="9498429" y="4598805"/>
                <a:ext cx="1505416" cy="601824"/>
                <a:chOff x="1980734" y="3149081"/>
                <a:chExt cx="1505416" cy="601824"/>
              </a:xfrm>
            </p:grpSpPr>
            <p:sp>
              <p:nvSpPr>
                <p:cNvPr id="136" name="楕円 135">
                  <a:extLst>
                    <a:ext uri="{FF2B5EF4-FFF2-40B4-BE49-F238E27FC236}">
                      <a16:creationId xmlns:a16="http://schemas.microsoft.com/office/drawing/2014/main" id="{2E259F92-BFD0-CDA2-0870-B909FB46EFBC}"/>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138" name="グループ化 137">
                  <a:extLst>
                    <a:ext uri="{FF2B5EF4-FFF2-40B4-BE49-F238E27FC236}">
                      <a16:creationId xmlns:a16="http://schemas.microsoft.com/office/drawing/2014/main" id="{E9DEB323-7FBD-0EC5-2C5F-678E62C482D8}"/>
                    </a:ext>
                  </a:extLst>
                </p:cNvPr>
                <p:cNvGrpSpPr/>
                <p:nvPr/>
              </p:nvGrpSpPr>
              <p:grpSpPr>
                <a:xfrm>
                  <a:off x="1980734" y="3175652"/>
                  <a:ext cx="1505416" cy="575253"/>
                  <a:chOff x="1980734" y="3175652"/>
                  <a:chExt cx="1505416" cy="575253"/>
                </a:xfrm>
              </p:grpSpPr>
              <p:grpSp>
                <p:nvGrpSpPr>
                  <p:cNvPr id="140" name="グループ化 139">
                    <a:extLst>
                      <a:ext uri="{FF2B5EF4-FFF2-40B4-BE49-F238E27FC236}">
                        <a16:creationId xmlns:a16="http://schemas.microsoft.com/office/drawing/2014/main" id="{AFFD896A-0DF1-1C0A-8A29-5E4096695365}"/>
                      </a:ext>
                    </a:extLst>
                  </p:cNvPr>
                  <p:cNvGrpSpPr/>
                  <p:nvPr/>
                </p:nvGrpSpPr>
                <p:grpSpPr>
                  <a:xfrm>
                    <a:off x="1980734" y="3473931"/>
                    <a:ext cx="1505416" cy="276974"/>
                    <a:chOff x="4194668" y="3607669"/>
                    <a:chExt cx="1105960" cy="276974"/>
                  </a:xfrm>
                </p:grpSpPr>
                <p:sp>
                  <p:nvSpPr>
                    <p:cNvPr id="142" name="四角形: 角を丸くする 141">
                      <a:extLst>
                        <a:ext uri="{FF2B5EF4-FFF2-40B4-BE49-F238E27FC236}">
                          <a16:creationId xmlns:a16="http://schemas.microsoft.com/office/drawing/2014/main" id="{209674A1-5717-DA43-5750-0C647AD309C4}"/>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143" name="図 142">
                      <a:extLst>
                        <a:ext uri="{FF2B5EF4-FFF2-40B4-BE49-F238E27FC236}">
                          <a16:creationId xmlns:a16="http://schemas.microsoft.com/office/drawing/2014/main" id="{9D2F887B-0A0F-3DC7-74E5-446D6AEB215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41" name="テキスト ボックス 140">
                    <a:extLst>
                      <a:ext uri="{FF2B5EF4-FFF2-40B4-BE49-F238E27FC236}">
                        <a16:creationId xmlns:a16="http://schemas.microsoft.com/office/drawing/2014/main" id="{DDE65545-513D-E475-71F3-0060FE54B9D1}"/>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sp>
          <p:nvSpPr>
            <p:cNvPr id="81" name="楕円 80">
              <a:extLst>
                <a:ext uri="{FF2B5EF4-FFF2-40B4-BE49-F238E27FC236}">
                  <a16:creationId xmlns:a16="http://schemas.microsoft.com/office/drawing/2014/main" id="{F90E4E81-3315-656C-23CF-7150013C0143}"/>
                </a:ext>
              </a:extLst>
            </p:cNvPr>
            <p:cNvSpPr/>
            <p:nvPr/>
          </p:nvSpPr>
          <p:spPr>
            <a:xfrm>
              <a:off x="8092099" y="847467"/>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86" name="楕円 85">
              <a:extLst>
                <a:ext uri="{FF2B5EF4-FFF2-40B4-BE49-F238E27FC236}">
                  <a16:creationId xmlns:a16="http://schemas.microsoft.com/office/drawing/2014/main" id="{FF12CAC1-34AB-9EAB-233D-0A0D67E87596}"/>
                </a:ext>
              </a:extLst>
            </p:cNvPr>
            <p:cNvSpPr/>
            <p:nvPr/>
          </p:nvSpPr>
          <p:spPr>
            <a:xfrm>
              <a:off x="8092099" y="1581831"/>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181" name="楕円 180">
              <a:extLst>
                <a:ext uri="{FF2B5EF4-FFF2-40B4-BE49-F238E27FC236}">
                  <a16:creationId xmlns:a16="http://schemas.microsoft.com/office/drawing/2014/main" id="{947D5F56-F156-CC54-82C1-5AAF5AD859C8}"/>
                </a:ext>
              </a:extLst>
            </p:cNvPr>
            <p:cNvSpPr/>
            <p:nvPr/>
          </p:nvSpPr>
          <p:spPr>
            <a:xfrm>
              <a:off x="8106557" y="2319447"/>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grpSp>
          <p:nvGrpSpPr>
            <p:cNvPr id="288" name="グループ化 287">
              <a:extLst>
                <a:ext uri="{FF2B5EF4-FFF2-40B4-BE49-F238E27FC236}">
                  <a16:creationId xmlns:a16="http://schemas.microsoft.com/office/drawing/2014/main" id="{66E60223-C50C-D1B0-43C1-8846E13B6A41}"/>
                </a:ext>
              </a:extLst>
            </p:cNvPr>
            <p:cNvGrpSpPr/>
            <p:nvPr/>
          </p:nvGrpSpPr>
          <p:grpSpPr>
            <a:xfrm>
              <a:off x="7784366" y="1066452"/>
              <a:ext cx="181371" cy="327214"/>
              <a:chOff x="7641580" y="4279453"/>
              <a:chExt cx="227671" cy="410745"/>
            </a:xfrm>
            <a:solidFill>
              <a:schemeClr val="accent1"/>
            </a:solidFill>
          </p:grpSpPr>
          <p:sp>
            <p:nvSpPr>
              <p:cNvPr id="289" name="楕円 288">
                <a:extLst>
                  <a:ext uri="{FF2B5EF4-FFF2-40B4-BE49-F238E27FC236}">
                    <a16:creationId xmlns:a16="http://schemas.microsoft.com/office/drawing/2014/main" id="{CB88F51F-7035-3913-A83C-D457DDAE79CD}"/>
                  </a:ext>
                </a:extLst>
              </p:cNvPr>
              <p:cNvSpPr/>
              <p:nvPr/>
            </p:nvSpPr>
            <p:spPr>
              <a:xfrm>
                <a:off x="7670155" y="4504326"/>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90" name="楕円 289">
                <a:extLst>
                  <a:ext uri="{FF2B5EF4-FFF2-40B4-BE49-F238E27FC236}">
                    <a16:creationId xmlns:a16="http://schemas.microsoft.com/office/drawing/2014/main" id="{8AA19246-1B24-25DA-08D2-EB22A4F52C08}"/>
                  </a:ext>
                </a:extLst>
              </p:cNvPr>
              <p:cNvSpPr/>
              <p:nvPr/>
            </p:nvSpPr>
            <p:spPr>
              <a:xfrm>
                <a:off x="7641580" y="4279453"/>
                <a:ext cx="199096" cy="185872"/>
              </a:xfrm>
              <a:prstGeom prst="ellipse">
                <a:avLst/>
              </a:prstGeom>
              <a:solidFill>
                <a:schemeClr val="bg1">
                  <a:lumMod val="7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sp>
          <p:nvSpPr>
            <p:cNvPr id="291" name="楕円 290">
              <a:extLst>
                <a:ext uri="{FF2B5EF4-FFF2-40B4-BE49-F238E27FC236}">
                  <a16:creationId xmlns:a16="http://schemas.microsoft.com/office/drawing/2014/main" id="{401595E1-ECB9-0107-9AA3-2CDE5FC9B37F}"/>
                </a:ext>
              </a:extLst>
            </p:cNvPr>
            <p:cNvSpPr/>
            <p:nvPr/>
          </p:nvSpPr>
          <p:spPr>
            <a:xfrm>
              <a:off x="7807129" y="1972233"/>
              <a:ext cx="158607" cy="148072"/>
            </a:xfrm>
            <a:prstGeom prst="ellipse">
              <a:avLst/>
            </a:prstGeom>
            <a:solidFill>
              <a:schemeClr val="bg1">
                <a:lumMod val="7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nvGrpSpPr>
            <p:cNvPr id="292" name="グループ化 291">
              <a:extLst>
                <a:ext uri="{FF2B5EF4-FFF2-40B4-BE49-F238E27FC236}">
                  <a16:creationId xmlns:a16="http://schemas.microsoft.com/office/drawing/2014/main" id="{C14E0CB7-349A-B5E5-DAE6-AA57E0A3384B}"/>
                </a:ext>
              </a:extLst>
            </p:cNvPr>
            <p:cNvGrpSpPr/>
            <p:nvPr/>
          </p:nvGrpSpPr>
          <p:grpSpPr>
            <a:xfrm>
              <a:off x="7755890" y="2347193"/>
              <a:ext cx="204135" cy="506355"/>
              <a:chOff x="7613005" y="4054581"/>
              <a:chExt cx="256246" cy="635617"/>
            </a:xfrm>
            <a:solidFill>
              <a:schemeClr val="accent1"/>
            </a:solidFill>
          </p:grpSpPr>
          <p:sp>
            <p:nvSpPr>
              <p:cNvPr id="293" name="楕円 292">
                <a:extLst>
                  <a:ext uri="{FF2B5EF4-FFF2-40B4-BE49-F238E27FC236}">
                    <a16:creationId xmlns:a16="http://schemas.microsoft.com/office/drawing/2014/main" id="{2D0049FC-B7DF-08C6-2018-1BF478B39CC0}"/>
                  </a:ext>
                </a:extLst>
              </p:cNvPr>
              <p:cNvSpPr/>
              <p:nvPr/>
            </p:nvSpPr>
            <p:spPr>
              <a:xfrm>
                <a:off x="7670155" y="4504326"/>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94" name="楕円 293">
                <a:extLst>
                  <a:ext uri="{FF2B5EF4-FFF2-40B4-BE49-F238E27FC236}">
                    <a16:creationId xmlns:a16="http://schemas.microsoft.com/office/drawing/2014/main" id="{DF0052B3-AC89-A14A-9974-294ABAC8EC21}"/>
                  </a:ext>
                </a:extLst>
              </p:cNvPr>
              <p:cNvSpPr/>
              <p:nvPr/>
            </p:nvSpPr>
            <p:spPr>
              <a:xfrm>
                <a:off x="7641580" y="4279453"/>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95" name="楕円 294">
                <a:extLst>
                  <a:ext uri="{FF2B5EF4-FFF2-40B4-BE49-F238E27FC236}">
                    <a16:creationId xmlns:a16="http://schemas.microsoft.com/office/drawing/2014/main" id="{56FA406E-B853-B510-5C63-4D3F56D2A4C4}"/>
                  </a:ext>
                </a:extLst>
              </p:cNvPr>
              <p:cNvSpPr/>
              <p:nvPr/>
            </p:nvSpPr>
            <p:spPr>
              <a:xfrm>
                <a:off x="7613005" y="4054581"/>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grpSp>
      <p:grpSp>
        <p:nvGrpSpPr>
          <p:cNvPr id="183" name="グループ化 182">
            <a:extLst>
              <a:ext uri="{FF2B5EF4-FFF2-40B4-BE49-F238E27FC236}">
                <a16:creationId xmlns:a16="http://schemas.microsoft.com/office/drawing/2014/main" id="{A583D6D6-8D4C-715B-9108-7123ED3A6EF3}"/>
              </a:ext>
            </a:extLst>
          </p:cNvPr>
          <p:cNvGrpSpPr/>
          <p:nvPr/>
        </p:nvGrpSpPr>
        <p:grpSpPr>
          <a:xfrm>
            <a:off x="7379397" y="320203"/>
            <a:ext cx="4179971" cy="3134978"/>
            <a:chOff x="7379397" y="320203"/>
            <a:chExt cx="4179971" cy="3134978"/>
          </a:xfrm>
        </p:grpSpPr>
        <p:pic>
          <p:nvPicPr>
            <p:cNvPr id="4" name="図 3">
              <a:extLst>
                <a:ext uri="{FF2B5EF4-FFF2-40B4-BE49-F238E27FC236}">
                  <a16:creationId xmlns:a16="http://schemas.microsoft.com/office/drawing/2014/main" id="{C62D288C-B729-FBDB-589F-D33F4616669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379397" y="320203"/>
              <a:ext cx="4179971" cy="3134978"/>
            </a:xfrm>
            <a:prstGeom prst="rect">
              <a:avLst/>
            </a:prstGeom>
          </p:spPr>
        </p:pic>
        <p:sp>
          <p:nvSpPr>
            <p:cNvPr id="21" name="爆発: 14 pt 20">
              <a:extLst>
                <a:ext uri="{FF2B5EF4-FFF2-40B4-BE49-F238E27FC236}">
                  <a16:creationId xmlns:a16="http://schemas.microsoft.com/office/drawing/2014/main" id="{6CDD2014-E5F4-8040-C9CF-EB618AC49745}"/>
                </a:ext>
              </a:extLst>
            </p:cNvPr>
            <p:cNvSpPr/>
            <p:nvPr/>
          </p:nvSpPr>
          <p:spPr>
            <a:xfrm rot="2214611">
              <a:off x="8885060" y="1258380"/>
              <a:ext cx="1484488" cy="1484488"/>
            </a:xfrm>
            <a:prstGeom prst="irregularSeal2">
              <a:avLst/>
            </a:prstGeom>
            <a:solidFill>
              <a:schemeClr val="accent1">
                <a:alpha val="70000"/>
              </a:schemeClr>
            </a:solidFill>
            <a:ln w="12700">
              <a:solidFill>
                <a:schemeClr val="accent1">
                  <a:lumMod val="75000"/>
                  <a:alpha val="87000"/>
                </a:schemeClr>
              </a:solidFill>
            </a:ln>
            <a:effectLst>
              <a:glow rad="88900">
                <a:schemeClr val="accent1">
                  <a:satMod val="175000"/>
                  <a:alpha val="7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4" name="テキスト ボックス 53">
              <a:extLst>
                <a:ext uri="{FF2B5EF4-FFF2-40B4-BE49-F238E27FC236}">
                  <a16:creationId xmlns:a16="http://schemas.microsoft.com/office/drawing/2014/main" id="{F00BC86A-F071-558E-A8E6-37C0F18C55B8}"/>
                </a:ext>
              </a:extLst>
            </p:cNvPr>
            <p:cNvSpPr txBox="1"/>
            <p:nvPr/>
          </p:nvSpPr>
          <p:spPr>
            <a:xfrm>
              <a:off x="9152902" y="1730227"/>
              <a:ext cx="838691" cy="523220"/>
            </a:xfrm>
            <a:prstGeom prst="rect">
              <a:avLst/>
            </a:prstGeom>
            <a:noFill/>
          </p:spPr>
          <p:txBody>
            <a:bodyPr wrap="none" rtlCol="0">
              <a:spAutoFit/>
            </a:bodyPr>
            <a:lstStyle/>
            <a:p>
              <a:pPr algn="ctr"/>
              <a:r>
                <a:rPr lang="en-US" altLang="ja-JP" sz="2800" b="1">
                  <a:ln w="3175">
                    <a:solidFill>
                      <a:schemeClr val="tx1">
                        <a:lumMod val="85000"/>
                        <a:lumOff val="15000"/>
                      </a:schemeClr>
                    </a:solidFill>
                  </a:ln>
                  <a:solidFill>
                    <a:schemeClr val="bg1">
                      <a:lumMod val="95000"/>
                    </a:schemeClr>
                  </a:solidFill>
                  <a:latin typeface="零ゴシック" panose="02000800000000000000" pitchFamily="50" charset="-128"/>
                  <a:ea typeface="零ゴシック" panose="02000800000000000000" pitchFamily="50" charset="-128"/>
                </a:rPr>
                <a:t>130</a:t>
              </a:r>
              <a:endParaRPr kumimoji="1" lang="ja-JP" altLang="en-US" sz="3600" b="1" dirty="0">
                <a:ln w="3175">
                  <a:solidFill>
                    <a:schemeClr val="tx1">
                      <a:lumMod val="85000"/>
                      <a:lumOff val="15000"/>
                    </a:schemeClr>
                  </a:solidFill>
                </a:ln>
                <a:solidFill>
                  <a:schemeClr val="bg1">
                    <a:lumMod val="95000"/>
                  </a:schemeClr>
                </a:solidFill>
                <a:latin typeface="零ゴシック" panose="02000800000000000000" pitchFamily="50" charset="-128"/>
                <a:ea typeface="零ゴシック" panose="02000800000000000000" pitchFamily="50" charset="-128"/>
              </a:endParaRPr>
            </a:p>
          </p:txBody>
        </p:sp>
      </p:grpSp>
      <p:sp>
        <p:nvSpPr>
          <p:cNvPr id="84" name="楕円 83">
            <a:extLst>
              <a:ext uri="{FF2B5EF4-FFF2-40B4-BE49-F238E27FC236}">
                <a16:creationId xmlns:a16="http://schemas.microsoft.com/office/drawing/2014/main" id="{0B67C9E8-6CA2-68A1-E470-A7D22599CFEF}"/>
              </a:ext>
            </a:extLst>
          </p:cNvPr>
          <p:cNvSpPr/>
          <p:nvPr/>
        </p:nvSpPr>
        <p:spPr>
          <a:xfrm>
            <a:off x="-2195336" y="-114879"/>
            <a:ext cx="7603602" cy="7087758"/>
          </a:xfrm>
          <a:prstGeom prst="ellipse">
            <a:avLst/>
          </a:prstGeom>
          <a:solidFill>
            <a:srgbClr val="CC66FF">
              <a:alpha val="6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277" name="矢印: 五方向 276">
            <a:extLst>
              <a:ext uri="{FF2B5EF4-FFF2-40B4-BE49-F238E27FC236}">
                <a16:creationId xmlns:a16="http://schemas.microsoft.com/office/drawing/2014/main" id="{F6528EE8-3786-2673-301C-3FE44DD7CFCA}"/>
              </a:ext>
            </a:extLst>
          </p:cNvPr>
          <p:cNvSpPr/>
          <p:nvPr/>
        </p:nvSpPr>
        <p:spPr>
          <a:xfrm>
            <a:off x="9793588" y="6169827"/>
            <a:ext cx="1225730" cy="527075"/>
          </a:xfrm>
          <a:prstGeom prst="homePlate">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原稿用標準書体" panose="03000503000000000000" pitchFamily="66" charset="-128"/>
                <a:ea typeface="原稿用標準書体" panose="03000503000000000000" pitchFamily="66" charset="-128"/>
              </a:rPr>
              <a:t>撤退</a:t>
            </a:r>
          </a:p>
        </p:txBody>
      </p:sp>
      <p:sp>
        <p:nvSpPr>
          <p:cNvPr id="2" name="四角形: 角を丸くする 1">
            <a:extLst>
              <a:ext uri="{FF2B5EF4-FFF2-40B4-BE49-F238E27FC236}">
                <a16:creationId xmlns:a16="http://schemas.microsoft.com/office/drawing/2014/main" id="{230B23AF-08C5-12F9-9E51-3709C939F8F6}"/>
              </a:ext>
            </a:extLst>
          </p:cNvPr>
          <p:cNvSpPr/>
          <p:nvPr/>
        </p:nvSpPr>
        <p:spPr>
          <a:xfrm>
            <a:off x="658742" y="796149"/>
            <a:ext cx="2747226"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 name="四角形: 角を丸くする 2">
            <a:extLst>
              <a:ext uri="{FF2B5EF4-FFF2-40B4-BE49-F238E27FC236}">
                <a16:creationId xmlns:a16="http://schemas.microsoft.com/office/drawing/2014/main" id="{9FC7BBD1-A88E-8059-B07C-37FA58F2E564}"/>
              </a:ext>
            </a:extLst>
          </p:cNvPr>
          <p:cNvSpPr/>
          <p:nvPr/>
        </p:nvSpPr>
        <p:spPr>
          <a:xfrm>
            <a:off x="658742" y="1531712"/>
            <a:ext cx="2747226"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6" name="四角形: 角を丸くする 5">
            <a:extLst>
              <a:ext uri="{FF2B5EF4-FFF2-40B4-BE49-F238E27FC236}">
                <a16:creationId xmlns:a16="http://schemas.microsoft.com/office/drawing/2014/main" id="{20E5FB03-342F-7404-A1A7-B821DC3A0F83}"/>
              </a:ext>
            </a:extLst>
          </p:cNvPr>
          <p:cNvSpPr/>
          <p:nvPr/>
        </p:nvSpPr>
        <p:spPr>
          <a:xfrm>
            <a:off x="658742" y="2267275"/>
            <a:ext cx="2747226"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 name="四角形: 角を丸くする 7">
            <a:extLst>
              <a:ext uri="{FF2B5EF4-FFF2-40B4-BE49-F238E27FC236}">
                <a16:creationId xmlns:a16="http://schemas.microsoft.com/office/drawing/2014/main" id="{2E103519-F004-F7C7-497A-80677C1412F5}"/>
              </a:ext>
            </a:extLst>
          </p:cNvPr>
          <p:cNvSpPr/>
          <p:nvPr/>
        </p:nvSpPr>
        <p:spPr>
          <a:xfrm>
            <a:off x="658742" y="3859960"/>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 name="四角形: 角を丸くする 8">
            <a:extLst>
              <a:ext uri="{FF2B5EF4-FFF2-40B4-BE49-F238E27FC236}">
                <a16:creationId xmlns:a16="http://schemas.microsoft.com/office/drawing/2014/main" id="{B8938394-D557-0A73-DD38-D25955B2A3B2}"/>
              </a:ext>
            </a:extLst>
          </p:cNvPr>
          <p:cNvSpPr/>
          <p:nvPr/>
        </p:nvSpPr>
        <p:spPr>
          <a:xfrm>
            <a:off x="658742" y="4595523"/>
            <a:ext cx="2747226"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 name="四角形: 角を丸くする 9">
            <a:extLst>
              <a:ext uri="{FF2B5EF4-FFF2-40B4-BE49-F238E27FC236}">
                <a16:creationId xmlns:a16="http://schemas.microsoft.com/office/drawing/2014/main" id="{395D549D-71B3-9E7C-3105-C13390921EA3}"/>
              </a:ext>
            </a:extLst>
          </p:cNvPr>
          <p:cNvSpPr/>
          <p:nvPr/>
        </p:nvSpPr>
        <p:spPr>
          <a:xfrm>
            <a:off x="658742" y="5331086"/>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3" name="楕円 12">
            <a:extLst>
              <a:ext uri="{FF2B5EF4-FFF2-40B4-BE49-F238E27FC236}">
                <a16:creationId xmlns:a16="http://schemas.microsoft.com/office/drawing/2014/main" id="{3DD800ED-B188-9237-3840-4158AAED1AA7}"/>
              </a:ext>
            </a:extLst>
          </p:cNvPr>
          <p:cNvSpPr/>
          <p:nvPr/>
        </p:nvSpPr>
        <p:spPr>
          <a:xfrm>
            <a:off x="835866" y="847467"/>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5" name="楕円 14">
            <a:extLst>
              <a:ext uri="{FF2B5EF4-FFF2-40B4-BE49-F238E27FC236}">
                <a16:creationId xmlns:a16="http://schemas.microsoft.com/office/drawing/2014/main" id="{5D3DB575-5B5F-7D88-009B-78FDD426D01B}"/>
              </a:ext>
            </a:extLst>
          </p:cNvPr>
          <p:cNvSpPr/>
          <p:nvPr/>
        </p:nvSpPr>
        <p:spPr>
          <a:xfrm>
            <a:off x="835866" y="1583030"/>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9" name="楕円 18">
            <a:extLst>
              <a:ext uri="{FF2B5EF4-FFF2-40B4-BE49-F238E27FC236}">
                <a16:creationId xmlns:a16="http://schemas.microsoft.com/office/drawing/2014/main" id="{B7A082B2-F764-6B81-AB7C-D84ABC9C78F2}"/>
              </a:ext>
            </a:extLst>
          </p:cNvPr>
          <p:cNvSpPr/>
          <p:nvPr/>
        </p:nvSpPr>
        <p:spPr>
          <a:xfrm>
            <a:off x="835866" y="5382404"/>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22" name="楕円 21">
            <a:extLst>
              <a:ext uri="{FF2B5EF4-FFF2-40B4-BE49-F238E27FC236}">
                <a16:creationId xmlns:a16="http://schemas.microsoft.com/office/drawing/2014/main" id="{9E34756D-7293-88FD-78CB-FDB301228223}"/>
              </a:ext>
            </a:extLst>
          </p:cNvPr>
          <p:cNvSpPr/>
          <p:nvPr/>
        </p:nvSpPr>
        <p:spPr>
          <a:xfrm>
            <a:off x="835866" y="4646841"/>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28" name="楕円 27">
            <a:extLst>
              <a:ext uri="{FF2B5EF4-FFF2-40B4-BE49-F238E27FC236}">
                <a16:creationId xmlns:a16="http://schemas.microsoft.com/office/drawing/2014/main" id="{DB11BDF4-ECE5-08B3-E9E7-AF40CE59E2F0}"/>
              </a:ext>
            </a:extLst>
          </p:cNvPr>
          <p:cNvSpPr/>
          <p:nvPr/>
        </p:nvSpPr>
        <p:spPr>
          <a:xfrm>
            <a:off x="835866" y="391127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34" name="楕円 33">
            <a:extLst>
              <a:ext uri="{FF2B5EF4-FFF2-40B4-BE49-F238E27FC236}">
                <a16:creationId xmlns:a16="http://schemas.microsoft.com/office/drawing/2014/main" id="{C300E5B3-A813-0845-B01E-58F933A09DD2}"/>
              </a:ext>
            </a:extLst>
          </p:cNvPr>
          <p:cNvSpPr/>
          <p:nvPr/>
        </p:nvSpPr>
        <p:spPr>
          <a:xfrm>
            <a:off x="835866" y="2318593"/>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36" name="四角形: 角を丸くする 35">
            <a:extLst>
              <a:ext uri="{FF2B5EF4-FFF2-40B4-BE49-F238E27FC236}">
                <a16:creationId xmlns:a16="http://schemas.microsoft.com/office/drawing/2014/main" id="{F64CFAFC-EE1F-A204-7379-15F7CF1003B6}"/>
              </a:ext>
            </a:extLst>
          </p:cNvPr>
          <p:cNvSpPr/>
          <p:nvPr/>
        </p:nvSpPr>
        <p:spPr>
          <a:xfrm>
            <a:off x="2795756" y="819474"/>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37" name="四角形: 角を丸くする 36">
            <a:extLst>
              <a:ext uri="{FF2B5EF4-FFF2-40B4-BE49-F238E27FC236}">
                <a16:creationId xmlns:a16="http://schemas.microsoft.com/office/drawing/2014/main" id="{20348DE3-D5E1-39BC-D588-55D1F6D50101}"/>
              </a:ext>
            </a:extLst>
          </p:cNvPr>
          <p:cNvSpPr/>
          <p:nvPr/>
        </p:nvSpPr>
        <p:spPr>
          <a:xfrm>
            <a:off x="2795756" y="5351302"/>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38" name="四角形: 角を丸くする 37">
            <a:extLst>
              <a:ext uri="{FF2B5EF4-FFF2-40B4-BE49-F238E27FC236}">
                <a16:creationId xmlns:a16="http://schemas.microsoft.com/office/drawing/2014/main" id="{B5941785-A6D3-914F-915B-B43636669C70}"/>
              </a:ext>
            </a:extLst>
          </p:cNvPr>
          <p:cNvSpPr/>
          <p:nvPr/>
        </p:nvSpPr>
        <p:spPr>
          <a:xfrm>
            <a:off x="2795756" y="4616258"/>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39" name="四角形: 角を丸くする 38">
            <a:extLst>
              <a:ext uri="{FF2B5EF4-FFF2-40B4-BE49-F238E27FC236}">
                <a16:creationId xmlns:a16="http://schemas.microsoft.com/office/drawing/2014/main" id="{810541F2-B04E-355C-5676-678A8D7DDA56}"/>
              </a:ext>
            </a:extLst>
          </p:cNvPr>
          <p:cNvSpPr/>
          <p:nvPr/>
        </p:nvSpPr>
        <p:spPr>
          <a:xfrm>
            <a:off x="2795756" y="388121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7" name="四角形: 角を丸くする 6">
            <a:extLst>
              <a:ext uri="{FF2B5EF4-FFF2-40B4-BE49-F238E27FC236}">
                <a16:creationId xmlns:a16="http://schemas.microsoft.com/office/drawing/2014/main" id="{8B0372D6-A8F2-33AB-1B72-3FA53A37A289}"/>
              </a:ext>
            </a:extLst>
          </p:cNvPr>
          <p:cNvSpPr/>
          <p:nvPr/>
        </p:nvSpPr>
        <p:spPr>
          <a:xfrm>
            <a:off x="1308874" y="3002838"/>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1" name="楕円 30">
            <a:extLst>
              <a:ext uri="{FF2B5EF4-FFF2-40B4-BE49-F238E27FC236}">
                <a16:creationId xmlns:a16="http://schemas.microsoft.com/office/drawing/2014/main" id="{2DAF045A-A121-7B0D-3DE6-C28A71E854F7}"/>
              </a:ext>
            </a:extLst>
          </p:cNvPr>
          <p:cNvSpPr/>
          <p:nvPr/>
        </p:nvSpPr>
        <p:spPr>
          <a:xfrm>
            <a:off x="1485998" y="3054156"/>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40" name="四角形: 角を丸くする 39">
            <a:extLst>
              <a:ext uri="{FF2B5EF4-FFF2-40B4-BE49-F238E27FC236}">
                <a16:creationId xmlns:a16="http://schemas.microsoft.com/office/drawing/2014/main" id="{728F5537-63AF-E211-B513-725665B21F77}"/>
              </a:ext>
            </a:extLst>
          </p:cNvPr>
          <p:cNvSpPr/>
          <p:nvPr/>
        </p:nvSpPr>
        <p:spPr>
          <a:xfrm>
            <a:off x="3445889" y="3024609"/>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41" name="四角形: 角を丸くする 40">
            <a:extLst>
              <a:ext uri="{FF2B5EF4-FFF2-40B4-BE49-F238E27FC236}">
                <a16:creationId xmlns:a16="http://schemas.microsoft.com/office/drawing/2014/main" id="{AC4C7876-68B0-5579-ED61-E4FDC6D35AF3}"/>
              </a:ext>
            </a:extLst>
          </p:cNvPr>
          <p:cNvSpPr/>
          <p:nvPr/>
        </p:nvSpPr>
        <p:spPr>
          <a:xfrm>
            <a:off x="2795756" y="2289564"/>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42" name="四角形: 角を丸くする 41">
            <a:extLst>
              <a:ext uri="{FF2B5EF4-FFF2-40B4-BE49-F238E27FC236}">
                <a16:creationId xmlns:a16="http://schemas.microsoft.com/office/drawing/2014/main" id="{59BDACAD-8FD0-ABA3-1DB7-6C2AB1F3C574}"/>
              </a:ext>
            </a:extLst>
          </p:cNvPr>
          <p:cNvSpPr/>
          <p:nvPr/>
        </p:nvSpPr>
        <p:spPr>
          <a:xfrm>
            <a:off x="2795756" y="1554519"/>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44" name="四角形: 角を丸くする 43">
            <a:extLst>
              <a:ext uri="{FF2B5EF4-FFF2-40B4-BE49-F238E27FC236}">
                <a16:creationId xmlns:a16="http://schemas.microsoft.com/office/drawing/2014/main" id="{C9DC0A95-C626-A480-1F42-9BA793307224}"/>
              </a:ext>
            </a:extLst>
          </p:cNvPr>
          <p:cNvSpPr/>
          <p:nvPr/>
        </p:nvSpPr>
        <p:spPr>
          <a:xfrm flipV="1">
            <a:off x="8838120" y="5330633"/>
            <a:ext cx="2704472"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6" name="四角形: 角を丸くする 45">
            <a:extLst>
              <a:ext uri="{FF2B5EF4-FFF2-40B4-BE49-F238E27FC236}">
                <a16:creationId xmlns:a16="http://schemas.microsoft.com/office/drawing/2014/main" id="{289B980B-9813-9DC2-13B6-39E5993B3E28}"/>
              </a:ext>
            </a:extLst>
          </p:cNvPr>
          <p:cNvSpPr/>
          <p:nvPr/>
        </p:nvSpPr>
        <p:spPr>
          <a:xfrm flipV="1">
            <a:off x="8838120" y="3859507"/>
            <a:ext cx="2704472"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7" name="四角形: 角を丸くする 46">
            <a:extLst>
              <a:ext uri="{FF2B5EF4-FFF2-40B4-BE49-F238E27FC236}">
                <a16:creationId xmlns:a16="http://schemas.microsoft.com/office/drawing/2014/main" id="{0BC16186-C4A7-345B-4740-9A34F301C489}"/>
              </a:ext>
            </a:extLst>
          </p:cNvPr>
          <p:cNvSpPr/>
          <p:nvPr/>
        </p:nvSpPr>
        <p:spPr>
          <a:xfrm flipV="1">
            <a:off x="8838120" y="3128230"/>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57" name="グループ化 56">
            <a:extLst>
              <a:ext uri="{FF2B5EF4-FFF2-40B4-BE49-F238E27FC236}">
                <a16:creationId xmlns:a16="http://schemas.microsoft.com/office/drawing/2014/main" id="{91EAC389-948A-8E42-E2E4-668965BD8ECC}"/>
              </a:ext>
            </a:extLst>
          </p:cNvPr>
          <p:cNvGrpSpPr/>
          <p:nvPr/>
        </p:nvGrpSpPr>
        <p:grpSpPr>
          <a:xfrm>
            <a:off x="9012488" y="5381951"/>
            <a:ext cx="2285281" cy="559836"/>
            <a:chOff x="858105" y="1673292"/>
            <a:chExt cx="2612882" cy="559836"/>
          </a:xfrm>
        </p:grpSpPr>
        <p:sp>
          <p:nvSpPr>
            <p:cNvPr id="58" name="楕円 57">
              <a:extLst>
                <a:ext uri="{FF2B5EF4-FFF2-40B4-BE49-F238E27FC236}">
                  <a16:creationId xmlns:a16="http://schemas.microsoft.com/office/drawing/2014/main" id="{13568BDF-58AB-99B3-1CA0-6B4BDBF03253}"/>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キャラ</a:t>
              </a:r>
            </a:p>
          </p:txBody>
        </p:sp>
        <p:sp>
          <p:nvSpPr>
            <p:cNvPr id="59" name="楕円 58">
              <a:extLst>
                <a:ext uri="{FF2B5EF4-FFF2-40B4-BE49-F238E27FC236}">
                  <a16:creationId xmlns:a16="http://schemas.microsoft.com/office/drawing/2014/main" id="{F66F1FF6-49E2-E39E-9D62-39EAB6D221A7}"/>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grpSp>
      <p:grpSp>
        <p:nvGrpSpPr>
          <p:cNvPr id="63" name="グループ化 62">
            <a:extLst>
              <a:ext uri="{FF2B5EF4-FFF2-40B4-BE49-F238E27FC236}">
                <a16:creationId xmlns:a16="http://schemas.microsoft.com/office/drawing/2014/main" id="{8C873EA1-E2A2-B87E-936A-DB76D13ECC12}"/>
              </a:ext>
            </a:extLst>
          </p:cNvPr>
          <p:cNvGrpSpPr/>
          <p:nvPr/>
        </p:nvGrpSpPr>
        <p:grpSpPr>
          <a:xfrm>
            <a:off x="9012488" y="3910825"/>
            <a:ext cx="2285281" cy="559836"/>
            <a:chOff x="858105" y="1673292"/>
            <a:chExt cx="2612882" cy="559836"/>
          </a:xfrm>
        </p:grpSpPr>
        <p:sp>
          <p:nvSpPr>
            <p:cNvPr id="64" name="楕円 63">
              <a:extLst>
                <a:ext uri="{FF2B5EF4-FFF2-40B4-BE49-F238E27FC236}">
                  <a16:creationId xmlns:a16="http://schemas.microsoft.com/office/drawing/2014/main" id="{CABC781F-CC81-272E-E306-279CE2EE983B}"/>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キャラ</a:t>
              </a:r>
            </a:p>
          </p:txBody>
        </p:sp>
        <p:sp>
          <p:nvSpPr>
            <p:cNvPr id="65" name="楕円 64">
              <a:extLst>
                <a:ext uri="{FF2B5EF4-FFF2-40B4-BE49-F238E27FC236}">
                  <a16:creationId xmlns:a16="http://schemas.microsoft.com/office/drawing/2014/main" id="{ADD4068D-A653-1B04-6BF4-1883BCB63D8A}"/>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grpSp>
      <p:sp>
        <p:nvSpPr>
          <p:cNvPr id="67" name="楕円 66">
            <a:extLst>
              <a:ext uri="{FF2B5EF4-FFF2-40B4-BE49-F238E27FC236}">
                <a16:creationId xmlns:a16="http://schemas.microsoft.com/office/drawing/2014/main" id="{672B2F40-AD22-DEDB-D0B4-2131A4EC3792}"/>
              </a:ext>
            </a:extLst>
          </p:cNvPr>
          <p:cNvSpPr/>
          <p:nvPr/>
        </p:nvSpPr>
        <p:spPr>
          <a:xfrm>
            <a:off x="9869638" y="3179548"/>
            <a:ext cx="1428131"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キャラ</a:t>
            </a:r>
          </a:p>
        </p:txBody>
      </p:sp>
      <p:sp>
        <p:nvSpPr>
          <p:cNvPr id="68" name="楕円 67">
            <a:extLst>
              <a:ext uri="{FF2B5EF4-FFF2-40B4-BE49-F238E27FC236}">
                <a16:creationId xmlns:a16="http://schemas.microsoft.com/office/drawing/2014/main" id="{C91FBAE1-C633-AB39-ED96-62D421C7F30C}"/>
              </a:ext>
            </a:extLst>
          </p:cNvPr>
          <p:cNvSpPr/>
          <p:nvPr/>
        </p:nvSpPr>
        <p:spPr>
          <a:xfrm>
            <a:off x="9012488" y="3179548"/>
            <a:ext cx="682783"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73" name="四角形: 角を丸くする 72">
            <a:extLst>
              <a:ext uri="{FF2B5EF4-FFF2-40B4-BE49-F238E27FC236}">
                <a16:creationId xmlns:a16="http://schemas.microsoft.com/office/drawing/2014/main" id="{DC45CC6E-C7EF-BA57-1593-914A0F74B5B8}"/>
              </a:ext>
            </a:extLst>
          </p:cNvPr>
          <p:cNvSpPr/>
          <p:nvPr/>
        </p:nvSpPr>
        <p:spPr>
          <a:xfrm>
            <a:off x="10941877" y="5350849"/>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nvGrpSpPr>
          <p:cNvPr id="90" name="グループ化 89">
            <a:extLst>
              <a:ext uri="{FF2B5EF4-FFF2-40B4-BE49-F238E27FC236}">
                <a16:creationId xmlns:a16="http://schemas.microsoft.com/office/drawing/2014/main" id="{4FB28711-F75A-8A5B-A1D9-1BE67735C444}"/>
              </a:ext>
            </a:extLst>
          </p:cNvPr>
          <p:cNvGrpSpPr/>
          <p:nvPr/>
        </p:nvGrpSpPr>
        <p:grpSpPr>
          <a:xfrm>
            <a:off x="8836094" y="4595070"/>
            <a:ext cx="2704472" cy="662473"/>
            <a:chOff x="8450427" y="4559558"/>
            <a:chExt cx="3092165" cy="662473"/>
          </a:xfrm>
        </p:grpSpPr>
        <p:sp>
          <p:nvSpPr>
            <p:cNvPr id="45" name="四角形: 角を丸くする 44">
              <a:extLst>
                <a:ext uri="{FF2B5EF4-FFF2-40B4-BE49-F238E27FC236}">
                  <a16:creationId xmlns:a16="http://schemas.microsoft.com/office/drawing/2014/main" id="{78679E08-B2DA-4409-AF71-149EACD97FC2}"/>
                </a:ext>
              </a:extLst>
            </p:cNvPr>
            <p:cNvSpPr/>
            <p:nvPr/>
          </p:nvSpPr>
          <p:spPr>
            <a:xfrm flipV="1">
              <a:off x="8450427" y="4559558"/>
              <a:ext cx="3092165"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60" name="グループ化 59">
              <a:extLst>
                <a:ext uri="{FF2B5EF4-FFF2-40B4-BE49-F238E27FC236}">
                  <a16:creationId xmlns:a16="http://schemas.microsoft.com/office/drawing/2014/main" id="{84B56C54-39E1-9ABA-E04F-7DA7A00071C0}"/>
                </a:ext>
              </a:extLst>
            </p:cNvPr>
            <p:cNvGrpSpPr/>
            <p:nvPr/>
          </p:nvGrpSpPr>
          <p:grpSpPr>
            <a:xfrm>
              <a:off x="8649791" y="4610876"/>
              <a:ext cx="2612882" cy="559836"/>
              <a:chOff x="858105" y="1673292"/>
              <a:chExt cx="2612882" cy="559836"/>
            </a:xfrm>
          </p:grpSpPr>
          <p:sp>
            <p:nvSpPr>
              <p:cNvPr id="61" name="楕円 60">
                <a:extLst>
                  <a:ext uri="{FF2B5EF4-FFF2-40B4-BE49-F238E27FC236}">
                    <a16:creationId xmlns:a16="http://schemas.microsoft.com/office/drawing/2014/main" id="{D002AB9E-6902-8D19-002A-4B17887D2FDE}"/>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キャラ</a:t>
                </a:r>
              </a:p>
            </p:txBody>
          </p:sp>
          <p:sp>
            <p:nvSpPr>
              <p:cNvPr id="62" name="楕円 61">
                <a:extLst>
                  <a:ext uri="{FF2B5EF4-FFF2-40B4-BE49-F238E27FC236}">
                    <a16:creationId xmlns:a16="http://schemas.microsoft.com/office/drawing/2014/main" id="{32099895-B37D-DA57-4520-1A1F551D9637}"/>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grpSp>
        <p:sp>
          <p:nvSpPr>
            <p:cNvPr id="74" name="四角形: 角を丸くする 73">
              <a:extLst>
                <a:ext uri="{FF2B5EF4-FFF2-40B4-BE49-F238E27FC236}">
                  <a16:creationId xmlns:a16="http://schemas.microsoft.com/office/drawing/2014/main" id="{751403A1-04B9-046C-D01F-DAC8122AD8FF}"/>
                </a:ext>
              </a:extLst>
            </p:cNvPr>
            <p:cNvSpPr/>
            <p:nvPr/>
          </p:nvSpPr>
          <p:spPr>
            <a:xfrm>
              <a:off x="10855763" y="4580293"/>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sp>
        <p:nvSpPr>
          <p:cNvPr id="75" name="四角形: 角を丸くする 74">
            <a:extLst>
              <a:ext uri="{FF2B5EF4-FFF2-40B4-BE49-F238E27FC236}">
                <a16:creationId xmlns:a16="http://schemas.microsoft.com/office/drawing/2014/main" id="{4B251F55-8238-FFE1-97C4-EFE440648D45}"/>
              </a:ext>
            </a:extLst>
          </p:cNvPr>
          <p:cNvSpPr/>
          <p:nvPr/>
        </p:nvSpPr>
        <p:spPr>
          <a:xfrm>
            <a:off x="10941877" y="3880760"/>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76" name="四角形: 角を丸くする 75">
            <a:extLst>
              <a:ext uri="{FF2B5EF4-FFF2-40B4-BE49-F238E27FC236}">
                <a16:creationId xmlns:a16="http://schemas.microsoft.com/office/drawing/2014/main" id="{74A2CC6B-4779-F067-44A8-F92EDBADAF75}"/>
              </a:ext>
            </a:extLst>
          </p:cNvPr>
          <p:cNvSpPr/>
          <p:nvPr/>
        </p:nvSpPr>
        <p:spPr>
          <a:xfrm>
            <a:off x="10941877" y="3150001"/>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137" name="フローチャート: 論理積ゲート 136">
            <a:extLst>
              <a:ext uri="{FF2B5EF4-FFF2-40B4-BE49-F238E27FC236}">
                <a16:creationId xmlns:a16="http://schemas.microsoft.com/office/drawing/2014/main" id="{104A2AB6-1F65-31D3-E0F7-4327EA3BCCC2}"/>
              </a:ext>
            </a:extLst>
          </p:cNvPr>
          <p:cNvSpPr/>
          <p:nvPr/>
        </p:nvSpPr>
        <p:spPr>
          <a:xfrm>
            <a:off x="1367869" y="6169827"/>
            <a:ext cx="1225730" cy="461826"/>
          </a:xfrm>
          <a:prstGeom prst="flowChartDelay">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原稿用標準書体" panose="03000503000000000000" pitchFamily="66" charset="-128"/>
                <a:ea typeface="原稿用標準書体" panose="03000503000000000000" pitchFamily="66" charset="-128"/>
              </a:rPr>
              <a:t>▶</a:t>
            </a:r>
            <a:r>
              <a:rPr kumimoji="1" lang="en-US" altLang="ja-JP" b="1" dirty="0">
                <a:latin typeface="原稿用標準書体" panose="03000503000000000000" pitchFamily="66" charset="-128"/>
                <a:ea typeface="原稿用標準書体" panose="03000503000000000000" pitchFamily="66" charset="-128"/>
              </a:rPr>
              <a:t>×1</a:t>
            </a:r>
            <a:endParaRPr kumimoji="1" lang="ja-JP" altLang="en-US" b="1" dirty="0">
              <a:latin typeface="原稿用標準書体" panose="03000503000000000000" pitchFamily="66" charset="-128"/>
              <a:ea typeface="原稿用標準書体" panose="03000503000000000000" pitchFamily="66" charset="-128"/>
            </a:endParaRPr>
          </a:p>
        </p:txBody>
      </p:sp>
      <p:sp>
        <p:nvSpPr>
          <p:cNvPr id="139" name="フローチャート: 論理積ゲート 138">
            <a:extLst>
              <a:ext uri="{FF2B5EF4-FFF2-40B4-BE49-F238E27FC236}">
                <a16:creationId xmlns:a16="http://schemas.microsoft.com/office/drawing/2014/main" id="{04D7B786-71EF-6C2A-4FF6-CCA4F401DDA9}"/>
              </a:ext>
            </a:extLst>
          </p:cNvPr>
          <p:cNvSpPr/>
          <p:nvPr/>
        </p:nvSpPr>
        <p:spPr>
          <a:xfrm>
            <a:off x="2796951" y="6169827"/>
            <a:ext cx="1225730" cy="461826"/>
          </a:xfrm>
          <a:prstGeom prst="flowChartDelay">
            <a:avLst/>
          </a:prstGeom>
          <a:solidFill>
            <a:srgbClr val="CC66FF"/>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原稿用標準書体" panose="03000503000000000000" pitchFamily="66" charset="-128"/>
                <a:ea typeface="原稿用標準書体" panose="03000503000000000000" pitchFamily="66" charset="-128"/>
              </a:rPr>
              <a:t>▶▶</a:t>
            </a:r>
            <a:r>
              <a:rPr kumimoji="1" lang="en-US" altLang="ja-JP" b="1" dirty="0">
                <a:latin typeface="原稿用標準書体" panose="03000503000000000000" pitchFamily="66" charset="-128"/>
                <a:ea typeface="原稿用標準書体" panose="03000503000000000000" pitchFamily="66" charset="-128"/>
              </a:rPr>
              <a:t>×2</a:t>
            </a:r>
            <a:endParaRPr kumimoji="1" lang="ja-JP" altLang="en-US" b="1" dirty="0">
              <a:latin typeface="原稿用標準書体" panose="03000503000000000000" pitchFamily="66" charset="-128"/>
              <a:ea typeface="原稿用標準書体" panose="03000503000000000000" pitchFamily="66" charset="-128"/>
            </a:endParaRPr>
          </a:p>
        </p:txBody>
      </p:sp>
      <p:grpSp>
        <p:nvGrpSpPr>
          <p:cNvPr id="155" name="グループ化 154">
            <a:extLst>
              <a:ext uri="{FF2B5EF4-FFF2-40B4-BE49-F238E27FC236}">
                <a16:creationId xmlns:a16="http://schemas.microsoft.com/office/drawing/2014/main" id="{40097A79-4938-E3DC-A3B8-6300C16BEAFE}"/>
              </a:ext>
            </a:extLst>
          </p:cNvPr>
          <p:cNvGrpSpPr/>
          <p:nvPr/>
        </p:nvGrpSpPr>
        <p:grpSpPr>
          <a:xfrm>
            <a:off x="619269" y="6128116"/>
            <a:ext cx="545248" cy="545248"/>
            <a:chOff x="4866575" y="4589624"/>
            <a:chExt cx="914400" cy="914400"/>
          </a:xfrm>
        </p:grpSpPr>
        <p:sp>
          <p:nvSpPr>
            <p:cNvPr id="154" name="四角形: 角を丸くする 153">
              <a:extLst>
                <a:ext uri="{FF2B5EF4-FFF2-40B4-BE49-F238E27FC236}">
                  <a16:creationId xmlns:a16="http://schemas.microsoft.com/office/drawing/2014/main" id="{D3D7E1E7-201D-4535-7187-639114F247C4}"/>
                </a:ext>
              </a:extLst>
            </p:cNvPr>
            <p:cNvSpPr/>
            <p:nvPr/>
          </p:nvSpPr>
          <p:spPr>
            <a:xfrm>
              <a:off x="4866575" y="4589624"/>
              <a:ext cx="914400" cy="914400"/>
            </a:xfrm>
            <a:prstGeom prst="roundRect">
              <a:avLst/>
            </a:prstGeom>
            <a:solidFill>
              <a:schemeClr val="tx1">
                <a:lumMod val="85000"/>
                <a:lumOff val="15000"/>
                <a:alpha val="7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153" name="図 152">
              <a:extLst>
                <a:ext uri="{FF2B5EF4-FFF2-40B4-BE49-F238E27FC236}">
                  <a16:creationId xmlns:a16="http://schemas.microsoft.com/office/drawing/2014/main" id="{A808A7DB-1E71-6913-E7C7-EB2ECA6FC3E8}"/>
                </a:ext>
              </a:extLst>
            </p:cNvPr>
            <p:cNvPicPr>
              <a:picLocks noChangeAspect="1"/>
            </p:cNvPicPr>
            <p:nvPr/>
          </p:nvPicPr>
          <p:blipFill>
            <a:blip r:embed="rId4">
              <a:lum bright="70000" contrast="-70000"/>
              <a:extLst>
                <a:ext uri="{28A0092B-C50C-407E-A947-70E740481C1C}">
                  <a14:useLocalDpi xmlns:a14="http://schemas.microsoft.com/office/drawing/2010/main" val="0"/>
                </a:ext>
              </a:extLst>
            </a:blip>
            <a:stretch>
              <a:fillRect/>
            </a:stretch>
          </p:blipFill>
          <p:spPr>
            <a:xfrm>
              <a:off x="5014494" y="4737543"/>
              <a:ext cx="618561" cy="618561"/>
            </a:xfrm>
            <a:prstGeom prst="rect">
              <a:avLst/>
            </a:prstGeom>
          </p:spPr>
        </p:pic>
      </p:grpSp>
      <p:grpSp>
        <p:nvGrpSpPr>
          <p:cNvPr id="162" name="グループ化 161">
            <a:extLst>
              <a:ext uri="{FF2B5EF4-FFF2-40B4-BE49-F238E27FC236}">
                <a16:creationId xmlns:a16="http://schemas.microsoft.com/office/drawing/2014/main" id="{911C46AA-2748-372B-A273-147A9879B99A}"/>
              </a:ext>
            </a:extLst>
          </p:cNvPr>
          <p:cNvGrpSpPr/>
          <p:nvPr/>
        </p:nvGrpSpPr>
        <p:grpSpPr>
          <a:xfrm>
            <a:off x="4366984" y="6169827"/>
            <a:ext cx="3092165" cy="493660"/>
            <a:chOff x="1719571" y="215382"/>
            <a:chExt cx="3888059" cy="426098"/>
          </a:xfrm>
          <a:solidFill>
            <a:schemeClr val="tx1">
              <a:lumMod val="95000"/>
              <a:lumOff val="5000"/>
            </a:schemeClr>
          </a:solidFill>
        </p:grpSpPr>
        <p:sp>
          <p:nvSpPr>
            <p:cNvPr id="166" name="平行四辺形 165">
              <a:extLst>
                <a:ext uri="{FF2B5EF4-FFF2-40B4-BE49-F238E27FC236}">
                  <a16:creationId xmlns:a16="http://schemas.microsoft.com/office/drawing/2014/main" id="{F1DCE67A-1993-30A5-D5AC-3A1879409401}"/>
                </a:ext>
              </a:extLst>
            </p:cNvPr>
            <p:cNvSpPr/>
            <p:nvPr/>
          </p:nvSpPr>
          <p:spPr>
            <a:xfrm>
              <a:off x="4751951"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67" name="平行四辺形 166">
              <a:extLst>
                <a:ext uri="{FF2B5EF4-FFF2-40B4-BE49-F238E27FC236}">
                  <a16:creationId xmlns:a16="http://schemas.microsoft.com/office/drawing/2014/main" id="{411B9DB9-5B58-4B99-D51A-B1172224F338}"/>
                </a:ext>
              </a:extLst>
            </p:cNvPr>
            <p:cNvSpPr/>
            <p:nvPr/>
          </p:nvSpPr>
          <p:spPr>
            <a:xfrm>
              <a:off x="3993856" y="215382"/>
              <a:ext cx="855679" cy="426098"/>
            </a:xfrm>
            <a:prstGeom prst="homePlate">
              <a:avLst/>
            </a:prstGeom>
            <a:solidFill>
              <a:schemeClr val="accent1"/>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65" name="平行四辺形 164">
              <a:extLst>
                <a:ext uri="{FF2B5EF4-FFF2-40B4-BE49-F238E27FC236}">
                  <a16:creationId xmlns:a16="http://schemas.microsoft.com/office/drawing/2014/main" id="{E0D34586-E341-B043-7270-8299C9CFEDB3}"/>
                </a:ext>
              </a:extLst>
            </p:cNvPr>
            <p:cNvSpPr/>
            <p:nvPr/>
          </p:nvSpPr>
          <p:spPr>
            <a:xfrm>
              <a:off x="3235761"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64" name="平行四辺形 163">
              <a:extLst>
                <a:ext uri="{FF2B5EF4-FFF2-40B4-BE49-F238E27FC236}">
                  <a16:creationId xmlns:a16="http://schemas.microsoft.com/office/drawing/2014/main" id="{916732C4-7E97-67DA-818E-D39AD4D87493}"/>
                </a:ext>
              </a:extLst>
            </p:cNvPr>
            <p:cNvSpPr/>
            <p:nvPr/>
          </p:nvSpPr>
          <p:spPr>
            <a:xfrm>
              <a:off x="2477666"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63" name="平行四辺形 162">
              <a:extLst>
                <a:ext uri="{FF2B5EF4-FFF2-40B4-BE49-F238E27FC236}">
                  <a16:creationId xmlns:a16="http://schemas.microsoft.com/office/drawing/2014/main" id="{9D269A9C-2719-9613-0EBC-4B22D7786F0F}"/>
                </a:ext>
              </a:extLst>
            </p:cNvPr>
            <p:cNvSpPr/>
            <p:nvPr/>
          </p:nvSpPr>
          <p:spPr>
            <a:xfrm>
              <a:off x="1719571" y="215382"/>
              <a:ext cx="855679" cy="426098"/>
            </a:xfrm>
            <a:prstGeom prst="homePlate">
              <a:avLst/>
            </a:prstGeom>
            <a:solidFill>
              <a:schemeClr val="accent1"/>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sp>
        <p:nvSpPr>
          <p:cNvPr id="168" name="楕円 167">
            <a:extLst>
              <a:ext uri="{FF2B5EF4-FFF2-40B4-BE49-F238E27FC236}">
                <a16:creationId xmlns:a16="http://schemas.microsoft.com/office/drawing/2014/main" id="{04F56092-2CEE-75DA-7244-F3AF95187C92}"/>
              </a:ext>
            </a:extLst>
          </p:cNvPr>
          <p:cNvSpPr/>
          <p:nvPr/>
        </p:nvSpPr>
        <p:spPr>
          <a:xfrm>
            <a:off x="5698688"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原稿用標準書体" panose="03000503000000000000" pitchFamily="66" charset="-128"/>
                <a:ea typeface="原稿用標準書体" panose="03000503000000000000" pitchFamily="66" charset="-128"/>
              </a:rPr>
              <a:t>キャラ</a:t>
            </a:r>
          </a:p>
        </p:txBody>
      </p:sp>
      <p:sp>
        <p:nvSpPr>
          <p:cNvPr id="169" name="楕円 168">
            <a:extLst>
              <a:ext uri="{FF2B5EF4-FFF2-40B4-BE49-F238E27FC236}">
                <a16:creationId xmlns:a16="http://schemas.microsoft.com/office/drawing/2014/main" id="{555CF72E-1B9F-1974-F1AD-0662C8915969}"/>
              </a:ext>
            </a:extLst>
          </p:cNvPr>
          <p:cNvSpPr/>
          <p:nvPr/>
        </p:nvSpPr>
        <p:spPr>
          <a:xfrm>
            <a:off x="6346227" y="6230426"/>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原稿用標準書体" panose="03000503000000000000" pitchFamily="66" charset="-128"/>
                <a:ea typeface="原稿用標準書体" panose="03000503000000000000" pitchFamily="66" charset="-128"/>
              </a:rPr>
              <a:t>キャラ</a:t>
            </a:r>
          </a:p>
        </p:txBody>
      </p:sp>
      <p:sp>
        <p:nvSpPr>
          <p:cNvPr id="170" name="楕円 169">
            <a:extLst>
              <a:ext uri="{FF2B5EF4-FFF2-40B4-BE49-F238E27FC236}">
                <a16:creationId xmlns:a16="http://schemas.microsoft.com/office/drawing/2014/main" id="{F2DC4F9F-7711-A252-6B84-B786CA2B910C}"/>
              </a:ext>
            </a:extLst>
          </p:cNvPr>
          <p:cNvSpPr/>
          <p:nvPr/>
        </p:nvSpPr>
        <p:spPr>
          <a:xfrm>
            <a:off x="6908237"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原稿用標準書体" panose="03000503000000000000" pitchFamily="66" charset="-128"/>
                <a:ea typeface="原稿用標準書体" panose="03000503000000000000" pitchFamily="66" charset="-128"/>
              </a:rPr>
              <a:t>キャラ</a:t>
            </a:r>
          </a:p>
        </p:txBody>
      </p:sp>
      <p:sp>
        <p:nvSpPr>
          <p:cNvPr id="171" name="楕円 170">
            <a:extLst>
              <a:ext uri="{FF2B5EF4-FFF2-40B4-BE49-F238E27FC236}">
                <a16:creationId xmlns:a16="http://schemas.microsoft.com/office/drawing/2014/main" id="{2B2117DC-D307-F45D-D9FE-4D53F9431B23}"/>
              </a:ext>
            </a:extLst>
          </p:cNvPr>
          <p:cNvSpPr/>
          <p:nvPr/>
        </p:nvSpPr>
        <p:spPr>
          <a:xfrm>
            <a:off x="5117736"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原稿用標準書体" panose="03000503000000000000" pitchFamily="66" charset="-128"/>
                <a:ea typeface="原稿用標準書体" panose="03000503000000000000" pitchFamily="66" charset="-128"/>
              </a:rPr>
              <a:t>キャラ</a:t>
            </a:r>
          </a:p>
        </p:txBody>
      </p:sp>
      <p:sp>
        <p:nvSpPr>
          <p:cNvPr id="172" name="楕円 171">
            <a:extLst>
              <a:ext uri="{FF2B5EF4-FFF2-40B4-BE49-F238E27FC236}">
                <a16:creationId xmlns:a16="http://schemas.microsoft.com/office/drawing/2014/main" id="{F6DD6C20-7B1F-FD12-68D4-9F2C92869727}"/>
              </a:ext>
            </a:extLst>
          </p:cNvPr>
          <p:cNvSpPr/>
          <p:nvPr/>
        </p:nvSpPr>
        <p:spPr>
          <a:xfrm>
            <a:off x="4495793"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原稿用標準書体" panose="03000503000000000000" pitchFamily="66" charset="-128"/>
                <a:ea typeface="原稿用標準書体" panose="03000503000000000000" pitchFamily="66" charset="-128"/>
              </a:rPr>
              <a:t>キャラ</a:t>
            </a:r>
          </a:p>
        </p:txBody>
      </p:sp>
      <p:cxnSp>
        <p:nvCxnSpPr>
          <p:cNvPr id="174" name="直線コネクタ 173">
            <a:extLst>
              <a:ext uri="{FF2B5EF4-FFF2-40B4-BE49-F238E27FC236}">
                <a16:creationId xmlns:a16="http://schemas.microsoft.com/office/drawing/2014/main" id="{BB358C5B-7764-A6F3-02A5-748FDD7940C7}"/>
              </a:ext>
            </a:extLst>
          </p:cNvPr>
          <p:cNvCxnSpPr>
            <a:cxnSpLocks/>
          </p:cNvCxnSpPr>
          <p:nvPr/>
        </p:nvCxnSpPr>
        <p:spPr>
          <a:xfrm>
            <a:off x="4712882" y="6663487"/>
            <a:ext cx="3658847" cy="0"/>
          </a:xfrm>
          <a:prstGeom prst="line">
            <a:avLst/>
          </a:prstGeom>
          <a:ln w="38100">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175" name="テキスト ボックス 174">
            <a:extLst>
              <a:ext uri="{FF2B5EF4-FFF2-40B4-BE49-F238E27FC236}">
                <a16:creationId xmlns:a16="http://schemas.microsoft.com/office/drawing/2014/main" id="{0F97955E-8924-D28F-AE63-DEB2ECA0BCFD}"/>
              </a:ext>
            </a:extLst>
          </p:cNvPr>
          <p:cNvSpPr txBox="1"/>
          <p:nvPr/>
        </p:nvSpPr>
        <p:spPr>
          <a:xfrm>
            <a:off x="4871979" y="151566"/>
            <a:ext cx="2448043" cy="584775"/>
          </a:xfrm>
          <a:prstGeom prst="rect">
            <a:avLst/>
          </a:prstGeom>
          <a:noFill/>
        </p:spPr>
        <p:txBody>
          <a:bodyPr wrap="square" rtlCol="0">
            <a:spAutoFit/>
          </a:bodyPr>
          <a:lstStyle/>
          <a:p>
            <a:pPr algn="ctr"/>
            <a:r>
              <a:rPr lang="en-US" altLang="ja-JP" sz="2000" b="1" dirty="0">
                <a:solidFill>
                  <a:schemeClr val="bg1">
                    <a:lumMod val="95000"/>
                  </a:schemeClr>
                </a:solidFill>
                <a:latin typeface="原稿用標準書体" panose="03000503000000000000" pitchFamily="66" charset="-128"/>
                <a:ea typeface="原稿用標準書体" panose="03000503000000000000" pitchFamily="66" charset="-128"/>
              </a:rPr>
              <a:t>TURN</a:t>
            </a:r>
            <a:r>
              <a:rPr kumimoji="1" lang="en-US" altLang="ja-JP" sz="2000" b="1" dirty="0">
                <a:solidFill>
                  <a:schemeClr val="bg1">
                    <a:lumMod val="95000"/>
                  </a:schemeClr>
                </a:solidFill>
                <a:latin typeface="原稿用標準書体" panose="03000503000000000000" pitchFamily="66" charset="-128"/>
                <a:ea typeface="原稿用標準書体" panose="03000503000000000000" pitchFamily="66" charset="-128"/>
              </a:rPr>
              <a:t> </a:t>
            </a:r>
            <a:r>
              <a:rPr kumimoji="1" lang="en-US" altLang="ja-JP" sz="3200" b="1" dirty="0">
                <a:solidFill>
                  <a:schemeClr val="bg1">
                    <a:lumMod val="95000"/>
                  </a:schemeClr>
                </a:solidFill>
                <a:latin typeface="原稿用標準書体" panose="03000503000000000000" pitchFamily="66" charset="-128"/>
                <a:ea typeface="原稿用標準書体" panose="03000503000000000000" pitchFamily="66" charset="-128"/>
              </a:rPr>
              <a:t>0</a:t>
            </a:r>
            <a:endParaRPr kumimoji="1" lang="ja-JP" altLang="en-US" sz="3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76" name="テキスト ボックス 175">
            <a:extLst>
              <a:ext uri="{FF2B5EF4-FFF2-40B4-BE49-F238E27FC236}">
                <a16:creationId xmlns:a16="http://schemas.microsoft.com/office/drawing/2014/main" id="{2F2D9090-823E-C8F7-923A-67674754464B}"/>
              </a:ext>
            </a:extLst>
          </p:cNvPr>
          <p:cNvSpPr txBox="1"/>
          <p:nvPr/>
        </p:nvSpPr>
        <p:spPr>
          <a:xfrm>
            <a:off x="7592349" y="6141824"/>
            <a:ext cx="659155" cy="369332"/>
          </a:xfrm>
          <a:prstGeom prst="rect">
            <a:avLst/>
          </a:prstGeom>
          <a:noFill/>
        </p:spPr>
        <p:txBody>
          <a:bodyPr wrap="none" rtlCol="0">
            <a:spAutoFit/>
          </a:bodyPr>
          <a:lstStyle/>
          <a:p>
            <a:pPr algn="ctr"/>
            <a:r>
              <a:rPr kumimoji="1" lang="en-US" altLang="ja-JP" sz="1400" b="1" dirty="0">
                <a:solidFill>
                  <a:schemeClr val="bg1">
                    <a:lumMod val="95000"/>
                  </a:schemeClr>
                </a:solidFill>
                <a:latin typeface="原稿用標準書体" panose="03000503000000000000" pitchFamily="66" charset="-128"/>
                <a:ea typeface="原稿用標準書体" panose="03000503000000000000" pitchFamily="66" charset="-128"/>
              </a:rPr>
              <a:t>TRUN</a:t>
            </a:r>
            <a:r>
              <a:rPr kumimoji="1" lang="en-US" altLang="ja-JP" b="1" dirty="0">
                <a:solidFill>
                  <a:schemeClr val="bg1">
                    <a:lumMod val="95000"/>
                  </a:schemeClr>
                </a:solidFill>
                <a:latin typeface="原稿用標準書体" panose="03000503000000000000" pitchFamily="66" charset="-128"/>
                <a:ea typeface="原稿用標準書体" panose="03000503000000000000" pitchFamily="66" charset="-128"/>
              </a:rPr>
              <a:t>0</a:t>
            </a:r>
            <a:endParaRPr kumimoji="1" lang="ja-JP" altLang="en-US"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87" name="テキスト ボックス 86">
            <a:extLst>
              <a:ext uri="{FF2B5EF4-FFF2-40B4-BE49-F238E27FC236}">
                <a16:creationId xmlns:a16="http://schemas.microsoft.com/office/drawing/2014/main" id="{95C9417A-1CE7-1EDF-DAA7-FF59A7484F91}"/>
              </a:ext>
            </a:extLst>
          </p:cNvPr>
          <p:cNvSpPr txBox="1"/>
          <p:nvPr/>
        </p:nvSpPr>
        <p:spPr>
          <a:xfrm>
            <a:off x="777314" y="151566"/>
            <a:ext cx="595035" cy="584775"/>
          </a:xfrm>
          <a:prstGeom prst="rect">
            <a:avLst/>
          </a:prstGeom>
          <a:noFill/>
        </p:spPr>
        <p:txBody>
          <a:bodyPr wrap="none" rtlCol="0">
            <a:spAutoFit/>
          </a:bodyPr>
          <a:lstStyle/>
          <a:p>
            <a:r>
              <a:rPr kumimoji="1" lang="en-US" altLang="ja-JP" sz="3200" b="1" dirty="0">
                <a:solidFill>
                  <a:schemeClr val="bg1">
                    <a:lumMod val="95000"/>
                  </a:schemeClr>
                </a:solidFill>
                <a:latin typeface="原稿用標準書体" panose="03000503000000000000" pitchFamily="66" charset="-128"/>
                <a:ea typeface="原稿用標準書体" panose="03000503000000000000" pitchFamily="66" charset="-128"/>
              </a:rPr>
              <a:t>EF</a:t>
            </a:r>
            <a:endParaRPr kumimoji="1" lang="ja-JP" altLang="en-US" sz="3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197" name="グループ化 196">
            <a:extLst>
              <a:ext uri="{FF2B5EF4-FFF2-40B4-BE49-F238E27FC236}">
                <a16:creationId xmlns:a16="http://schemas.microsoft.com/office/drawing/2014/main" id="{075335D6-D48F-6CC0-1645-D1DCEEF5D686}"/>
              </a:ext>
            </a:extLst>
          </p:cNvPr>
          <p:cNvGrpSpPr/>
          <p:nvPr/>
        </p:nvGrpSpPr>
        <p:grpSpPr>
          <a:xfrm>
            <a:off x="2034000" y="3044825"/>
            <a:ext cx="1505416" cy="601824"/>
            <a:chOff x="1980734" y="3149081"/>
            <a:chExt cx="1505416" cy="601824"/>
          </a:xfrm>
        </p:grpSpPr>
        <p:sp>
          <p:nvSpPr>
            <p:cNvPr id="30" name="楕円 29">
              <a:extLst>
                <a:ext uri="{FF2B5EF4-FFF2-40B4-BE49-F238E27FC236}">
                  <a16:creationId xmlns:a16="http://schemas.microsoft.com/office/drawing/2014/main" id="{40CEE48D-DCBE-DF71-A9F3-BE7EF87CFC80}"/>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186" name="グループ化 185">
              <a:extLst>
                <a:ext uri="{FF2B5EF4-FFF2-40B4-BE49-F238E27FC236}">
                  <a16:creationId xmlns:a16="http://schemas.microsoft.com/office/drawing/2014/main" id="{774D5785-8372-F53B-CF07-54015AB14872}"/>
                </a:ext>
              </a:extLst>
            </p:cNvPr>
            <p:cNvGrpSpPr/>
            <p:nvPr/>
          </p:nvGrpSpPr>
          <p:grpSpPr>
            <a:xfrm>
              <a:off x="1980734" y="3175652"/>
              <a:ext cx="1505416" cy="575253"/>
              <a:chOff x="1980734" y="3175652"/>
              <a:chExt cx="1505416" cy="575253"/>
            </a:xfrm>
          </p:grpSpPr>
          <p:grpSp>
            <p:nvGrpSpPr>
              <p:cNvPr id="126" name="グループ化 125">
                <a:extLst>
                  <a:ext uri="{FF2B5EF4-FFF2-40B4-BE49-F238E27FC236}">
                    <a16:creationId xmlns:a16="http://schemas.microsoft.com/office/drawing/2014/main" id="{D539BDE3-E1A3-D276-3A75-A35AC077080E}"/>
                  </a:ext>
                </a:extLst>
              </p:cNvPr>
              <p:cNvGrpSpPr/>
              <p:nvPr/>
            </p:nvGrpSpPr>
            <p:grpSpPr>
              <a:xfrm>
                <a:off x="1980734" y="3473931"/>
                <a:ext cx="1505416" cy="276974"/>
                <a:chOff x="4194668" y="3607669"/>
                <a:chExt cx="1105960" cy="276974"/>
              </a:xfrm>
            </p:grpSpPr>
            <p:sp>
              <p:nvSpPr>
                <p:cNvPr id="120" name="四角形: 角を丸くする 119">
                  <a:extLst>
                    <a:ext uri="{FF2B5EF4-FFF2-40B4-BE49-F238E27FC236}">
                      <a16:creationId xmlns:a16="http://schemas.microsoft.com/office/drawing/2014/main" id="{5B0E213E-3E15-9A58-9644-EEF75DB7BC1D}"/>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125" name="図 124">
                  <a:extLst>
                    <a:ext uri="{FF2B5EF4-FFF2-40B4-BE49-F238E27FC236}">
                      <a16:creationId xmlns:a16="http://schemas.microsoft.com/office/drawing/2014/main" id="{50EB77C0-259D-9829-4423-1ECCCD1FDBB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85" name="テキスト ボックス 184">
                <a:extLst>
                  <a:ext uri="{FF2B5EF4-FFF2-40B4-BE49-F238E27FC236}">
                    <a16:creationId xmlns:a16="http://schemas.microsoft.com/office/drawing/2014/main" id="{6430BDF9-D47D-AD31-25C9-C5A86F702C9E}"/>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nvGrpSpPr>
          <p:cNvPr id="198" name="グループ化 197">
            <a:extLst>
              <a:ext uri="{FF2B5EF4-FFF2-40B4-BE49-F238E27FC236}">
                <a16:creationId xmlns:a16="http://schemas.microsoft.com/office/drawing/2014/main" id="{FB15E735-DDB7-96AE-3010-E86EF327B0AD}"/>
              </a:ext>
            </a:extLst>
          </p:cNvPr>
          <p:cNvGrpSpPr/>
          <p:nvPr/>
        </p:nvGrpSpPr>
        <p:grpSpPr>
          <a:xfrm>
            <a:off x="1376410" y="3905835"/>
            <a:ext cx="1505416" cy="601824"/>
            <a:chOff x="1980734" y="3149081"/>
            <a:chExt cx="1505416" cy="601824"/>
          </a:xfrm>
        </p:grpSpPr>
        <p:sp>
          <p:nvSpPr>
            <p:cNvPr id="199" name="楕円 198">
              <a:extLst>
                <a:ext uri="{FF2B5EF4-FFF2-40B4-BE49-F238E27FC236}">
                  <a16:creationId xmlns:a16="http://schemas.microsoft.com/office/drawing/2014/main" id="{8CDAAFDC-6CBE-8670-AEF0-0B56E5DEC293}"/>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200" name="グループ化 199">
              <a:extLst>
                <a:ext uri="{FF2B5EF4-FFF2-40B4-BE49-F238E27FC236}">
                  <a16:creationId xmlns:a16="http://schemas.microsoft.com/office/drawing/2014/main" id="{7C9959D5-1869-D561-C340-09FB9DCF380E}"/>
                </a:ext>
              </a:extLst>
            </p:cNvPr>
            <p:cNvGrpSpPr/>
            <p:nvPr/>
          </p:nvGrpSpPr>
          <p:grpSpPr>
            <a:xfrm>
              <a:off x="1980734" y="3175652"/>
              <a:ext cx="1505416" cy="575253"/>
              <a:chOff x="1980734" y="3175652"/>
              <a:chExt cx="1505416" cy="575253"/>
            </a:xfrm>
          </p:grpSpPr>
          <p:grpSp>
            <p:nvGrpSpPr>
              <p:cNvPr id="201" name="グループ化 200">
                <a:extLst>
                  <a:ext uri="{FF2B5EF4-FFF2-40B4-BE49-F238E27FC236}">
                    <a16:creationId xmlns:a16="http://schemas.microsoft.com/office/drawing/2014/main" id="{3BF6C6D2-4DA7-12BE-BC0C-8BB727629FB7}"/>
                  </a:ext>
                </a:extLst>
              </p:cNvPr>
              <p:cNvGrpSpPr/>
              <p:nvPr/>
            </p:nvGrpSpPr>
            <p:grpSpPr>
              <a:xfrm>
                <a:off x="1980734" y="3473931"/>
                <a:ext cx="1505416" cy="276974"/>
                <a:chOff x="4194668" y="3607669"/>
                <a:chExt cx="1105960" cy="276974"/>
              </a:xfrm>
            </p:grpSpPr>
            <p:sp>
              <p:nvSpPr>
                <p:cNvPr id="203" name="四角形: 角を丸くする 202">
                  <a:extLst>
                    <a:ext uri="{FF2B5EF4-FFF2-40B4-BE49-F238E27FC236}">
                      <a16:creationId xmlns:a16="http://schemas.microsoft.com/office/drawing/2014/main" id="{2520D627-CA6D-695A-66C9-7DBFB8705757}"/>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204" name="図 203">
                  <a:extLst>
                    <a:ext uri="{FF2B5EF4-FFF2-40B4-BE49-F238E27FC236}">
                      <a16:creationId xmlns:a16="http://schemas.microsoft.com/office/drawing/2014/main" id="{8DD0F956-D438-D9C7-6ACC-A7730733FFC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02" name="テキスト ボックス 201">
                <a:extLst>
                  <a:ext uri="{FF2B5EF4-FFF2-40B4-BE49-F238E27FC236}">
                    <a16:creationId xmlns:a16="http://schemas.microsoft.com/office/drawing/2014/main" id="{423AE46F-497F-8BB2-351E-340AA41AA99D}"/>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nvGrpSpPr>
          <p:cNvPr id="205" name="グループ化 204">
            <a:extLst>
              <a:ext uri="{FF2B5EF4-FFF2-40B4-BE49-F238E27FC236}">
                <a16:creationId xmlns:a16="http://schemas.microsoft.com/office/drawing/2014/main" id="{2B6BD45E-917D-CD34-3178-5073ED06C581}"/>
              </a:ext>
            </a:extLst>
          </p:cNvPr>
          <p:cNvGrpSpPr/>
          <p:nvPr/>
        </p:nvGrpSpPr>
        <p:grpSpPr>
          <a:xfrm>
            <a:off x="1376410" y="4625847"/>
            <a:ext cx="1505416" cy="601824"/>
            <a:chOff x="1980734" y="3149081"/>
            <a:chExt cx="1505416" cy="601824"/>
          </a:xfrm>
        </p:grpSpPr>
        <p:sp>
          <p:nvSpPr>
            <p:cNvPr id="206" name="楕円 205">
              <a:extLst>
                <a:ext uri="{FF2B5EF4-FFF2-40B4-BE49-F238E27FC236}">
                  <a16:creationId xmlns:a16="http://schemas.microsoft.com/office/drawing/2014/main" id="{F62B5C12-753B-92D6-7170-CB9C2D7F7FC0}"/>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207" name="グループ化 206">
              <a:extLst>
                <a:ext uri="{FF2B5EF4-FFF2-40B4-BE49-F238E27FC236}">
                  <a16:creationId xmlns:a16="http://schemas.microsoft.com/office/drawing/2014/main" id="{75C8821B-5360-E079-E8FF-34CEEC2685A4}"/>
                </a:ext>
              </a:extLst>
            </p:cNvPr>
            <p:cNvGrpSpPr/>
            <p:nvPr/>
          </p:nvGrpSpPr>
          <p:grpSpPr>
            <a:xfrm>
              <a:off x="1980734" y="3175652"/>
              <a:ext cx="1505416" cy="575253"/>
              <a:chOff x="1980734" y="3175652"/>
              <a:chExt cx="1505416" cy="575253"/>
            </a:xfrm>
          </p:grpSpPr>
          <p:grpSp>
            <p:nvGrpSpPr>
              <p:cNvPr id="208" name="グループ化 207">
                <a:extLst>
                  <a:ext uri="{FF2B5EF4-FFF2-40B4-BE49-F238E27FC236}">
                    <a16:creationId xmlns:a16="http://schemas.microsoft.com/office/drawing/2014/main" id="{03BB585C-BDEF-1831-BE9F-BE18F63A5141}"/>
                  </a:ext>
                </a:extLst>
              </p:cNvPr>
              <p:cNvGrpSpPr/>
              <p:nvPr/>
            </p:nvGrpSpPr>
            <p:grpSpPr>
              <a:xfrm>
                <a:off x="1980734" y="3473931"/>
                <a:ext cx="1505416" cy="276974"/>
                <a:chOff x="4194668" y="3607669"/>
                <a:chExt cx="1105960" cy="276974"/>
              </a:xfrm>
            </p:grpSpPr>
            <p:sp>
              <p:nvSpPr>
                <p:cNvPr id="210" name="四角形: 角を丸くする 209">
                  <a:extLst>
                    <a:ext uri="{FF2B5EF4-FFF2-40B4-BE49-F238E27FC236}">
                      <a16:creationId xmlns:a16="http://schemas.microsoft.com/office/drawing/2014/main" id="{C61DFFDF-40F2-578D-A8C7-C83D6B9BB636}"/>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211" name="図 210">
                  <a:extLst>
                    <a:ext uri="{FF2B5EF4-FFF2-40B4-BE49-F238E27FC236}">
                      <a16:creationId xmlns:a16="http://schemas.microsoft.com/office/drawing/2014/main" id="{C1F53378-CF46-D44E-7D2C-B4982BA9D10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09" name="テキスト ボックス 208">
                <a:extLst>
                  <a:ext uri="{FF2B5EF4-FFF2-40B4-BE49-F238E27FC236}">
                    <a16:creationId xmlns:a16="http://schemas.microsoft.com/office/drawing/2014/main" id="{F12CCC69-DE02-0DFB-8319-38728A0E42C3}"/>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nvGrpSpPr>
          <p:cNvPr id="212" name="グループ化 211">
            <a:extLst>
              <a:ext uri="{FF2B5EF4-FFF2-40B4-BE49-F238E27FC236}">
                <a16:creationId xmlns:a16="http://schemas.microsoft.com/office/drawing/2014/main" id="{1CC58479-4939-FB79-54E2-0B45E1350E3C}"/>
              </a:ext>
            </a:extLst>
          </p:cNvPr>
          <p:cNvGrpSpPr/>
          <p:nvPr/>
        </p:nvGrpSpPr>
        <p:grpSpPr>
          <a:xfrm>
            <a:off x="1376410" y="5365069"/>
            <a:ext cx="1505416" cy="601824"/>
            <a:chOff x="1980734" y="3149081"/>
            <a:chExt cx="1505416" cy="601824"/>
          </a:xfrm>
        </p:grpSpPr>
        <p:sp>
          <p:nvSpPr>
            <p:cNvPr id="213" name="楕円 212">
              <a:extLst>
                <a:ext uri="{FF2B5EF4-FFF2-40B4-BE49-F238E27FC236}">
                  <a16:creationId xmlns:a16="http://schemas.microsoft.com/office/drawing/2014/main" id="{E29FD599-EA9F-340A-4741-D5FD4F0288D3}"/>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214" name="グループ化 213">
              <a:extLst>
                <a:ext uri="{FF2B5EF4-FFF2-40B4-BE49-F238E27FC236}">
                  <a16:creationId xmlns:a16="http://schemas.microsoft.com/office/drawing/2014/main" id="{83AC0291-5E7B-2D72-5B41-DBBF291D44E2}"/>
                </a:ext>
              </a:extLst>
            </p:cNvPr>
            <p:cNvGrpSpPr/>
            <p:nvPr/>
          </p:nvGrpSpPr>
          <p:grpSpPr>
            <a:xfrm>
              <a:off x="1980734" y="3175652"/>
              <a:ext cx="1505416" cy="575253"/>
              <a:chOff x="1980734" y="3175652"/>
              <a:chExt cx="1505416" cy="575253"/>
            </a:xfrm>
          </p:grpSpPr>
          <p:grpSp>
            <p:nvGrpSpPr>
              <p:cNvPr id="215" name="グループ化 214">
                <a:extLst>
                  <a:ext uri="{FF2B5EF4-FFF2-40B4-BE49-F238E27FC236}">
                    <a16:creationId xmlns:a16="http://schemas.microsoft.com/office/drawing/2014/main" id="{DCAC09D8-6D74-936E-851D-33276440B5DD}"/>
                  </a:ext>
                </a:extLst>
              </p:cNvPr>
              <p:cNvGrpSpPr/>
              <p:nvPr/>
            </p:nvGrpSpPr>
            <p:grpSpPr>
              <a:xfrm>
                <a:off x="1980734" y="3473931"/>
                <a:ext cx="1505416" cy="276974"/>
                <a:chOff x="4194668" y="3607669"/>
                <a:chExt cx="1105960" cy="276974"/>
              </a:xfrm>
            </p:grpSpPr>
            <p:sp>
              <p:nvSpPr>
                <p:cNvPr id="217" name="四角形: 角を丸くする 216">
                  <a:extLst>
                    <a:ext uri="{FF2B5EF4-FFF2-40B4-BE49-F238E27FC236}">
                      <a16:creationId xmlns:a16="http://schemas.microsoft.com/office/drawing/2014/main" id="{80E0E029-A19A-82D4-9225-4A0261B9D946}"/>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218" name="図 217">
                  <a:extLst>
                    <a:ext uri="{FF2B5EF4-FFF2-40B4-BE49-F238E27FC236}">
                      <a16:creationId xmlns:a16="http://schemas.microsoft.com/office/drawing/2014/main" id="{C305F92F-9E4F-3CF5-C6CB-BB0E4EDA9F6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16" name="テキスト ボックス 215">
                <a:extLst>
                  <a:ext uri="{FF2B5EF4-FFF2-40B4-BE49-F238E27FC236}">
                    <a16:creationId xmlns:a16="http://schemas.microsoft.com/office/drawing/2014/main" id="{C6F983CB-2AB0-824F-59E1-5748FF6ED99D}"/>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nvGrpSpPr>
          <p:cNvPr id="219" name="グループ化 218">
            <a:extLst>
              <a:ext uri="{FF2B5EF4-FFF2-40B4-BE49-F238E27FC236}">
                <a16:creationId xmlns:a16="http://schemas.microsoft.com/office/drawing/2014/main" id="{F90AFB63-911B-3DD4-496A-4FC8C712CCAB}"/>
              </a:ext>
            </a:extLst>
          </p:cNvPr>
          <p:cNvGrpSpPr/>
          <p:nvPr/>
        </p:nvGrpSpPr>
        <p:grpSpPr>
          <a:xfrm>
            <a:off x="1376410" y="2297599"/>
            <a:ext cx="1505416" cy="601824"/>
            <a:chOff x="1980734" y="3149081"/>
            <a:chExt cx="1505416" cy="601824"/>
          </a:xfrm>
        </p:grpSpPr>
        <p:sp>
          <p:nvSpPr>
            <p:cNvPr id="220" name="楕円 219">
              <a:extLst>
                <a:ext uri="{FF2B5EF4-FFF2-40B4-BE49-F238E27FC236}">
                  <a16:creationId xmlns:a16="http://schemas.microsoft.com/office/drawing/2014/main" id="{4B35D39B-0266-2ED0-C88B-3A3B8D8C1791}"/>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221" name="グループ化 220">
              <a:extLst>
                <a:ext uri="{FF2B5EF4-FFF2-40B4-BE49-F238E27FC236}">
                  <a16:creationId xmlns:a16="http://schemas.microsoft.com/office/drawing/2014/main" id="{D6299B10-52D8-68F4-7F7C-1D3BB402E67D}"/>
                </a:ext>
              </a:extLst>
            </p:cNvPr>
            <p:cNvGrpSpPr/>
            <p:nvPr/>
          </p:nvGrpSpPr>
          <p:grpSpPr>
            <a:xfrm>
              <a:off x="1980734" y="3175652"/>
              <a:ext cx="1505416" cy="575253"/>
              <a:chOff x="1980734" y="3175652"/>
              <a:chExt cx="1505416" cy="575253"/>
            </a:xfrm>
          </p:grpSpPr>
          <p:grpSp>
            <p:nvGrpSpPr>
              <p:cNvPr id="222" name="グループ化 221">
                <a:extLst>
                  <a:ext uri="{FF2B5EF4-FFF2-40B4-BE49-F238E27FC236}">
                    <a16:creationId xmlns:a16="http://schemas.microsoft.com/office/drawing/2014/main" id="{31613941-41FB-C55D-4B39-CC8F7847D4B5}"/>
                  </a:ext>
                </a:extLst>
              </p:cNvPr>
              <p:cNvGrpSpPr/>
              <p:nvPr/>
            </p:nvGrpSpPr>
            <p:grpSpPr>
              <a:xfrm>
                <a:off x="1980734" y="3473931"/>
                <a:ext cx="1505416" cy="276974"/>
                <a:chOff x="4194668" y="3607669"/>
                <a:chExt cx="1105960" cy="276974"/>
              </a:xfrm>
            </p:grpSpPr>
            <p:sp>
              <p:nvSpPr>
                <p:cNvPr id="224" name="四角形: 角を丸くする 223">
                  <a:extLst>
                    <a:ext uri="{FF2B5EF4-FFF2-40B4-BE49-F238E27FC236}">
                      <a16:creationId xmlns:a16="http://schemas.microsoft.com/office/drawing/2014/main" id="{CDBA54CA-4E64-99CA-6C3E-230EC34C266E}"/>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225" name="図 224">
                  <a:extLst>
                    <a:ext uri="{FF2B5EF4-FFF2-40B4-BE49-F238E27FC236}">
                      <a16:creationId xmlns:a16="http://schemas.microsoft.com/office/drawing/2014/main" id="{D17E9D04-D74C-5EF6-CBFD-25BE549312A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23" name="テキスト ボックス 222">
                <a:extLst>
                  <a:ext uri="{FF2B5EF4-FFF2-40B4-BE49-F238E27FC236}">
                    <a16:creationId xmlns:a16="http://schemas.microsoft.com/office/drawing/2014/main" id="{F2848EBB-D51E-A580-25F2-D14D512984DA}"/>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nvGrpSpPr>
          <p:cNvPr id="226" name="グループ化 225">
            <a:extLst>
              <a:ext uri="{FF2B5EF4-FFF2-40B4-BE49-F238E27FC236}">
                <a16:creationId xmlns:a16="http://schemas.microsoft.com/office/drawing/2014/main" id="{58E7F755-8378-7992-E85C-5F2963B968AA}"/>
              </a:ext>
            </a:extLst>
          </p:cNvPr>
          <p:cNvGrpSpPr/>
          <p:nvPr/>
        </p:nvGrpSpPr>
        <p:grpSpPr>
          <a:xfrm>
            <a:off x="1376410" y="856537"/>
            <a:ext cx="1505416" cy="601824"/>
            <a:chOff x="1980734" y="3149081"/>
            <a:chExt cx="1505416" cy="601824"/>
          </a:xfrm>
        </p:grpSpPr>
        <p:sp>
          <p:nvSpPr>
            <p:cNvPr id="227" name="楕円 226">
              <a:extLst>
                <a:ext uri="{FF2B5EF4-FFF2-40B4-BE49-F238E27FC236}">
                  <a16:creationId xmlns:a16="http://schemas.microsoft.com/office/drawing/2014/main" id="{B13C8F7F-021C-858F-1A36-FEA0663EFFAA}"/>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228" name="グループ化 227">
              <a:extLst>
                <a:ext uri="{FF2B5EF4-FFF2-40B4-BE49-F238E27FC236}">
                  <a16:creationId xmlns:a16="http://schemas.microsoft.com/office/drawing/2014/main" id="{1FF271AD-BA03-D0E2-9432-871F9AD8309F}"/>
                </a:ext>
              </a:extLst>
            </p:cNvPr>
            <p:cNvGrpSpPr/>
            <p:nvPr/>
          </p:nvGrpSpPr>
          <p:grpSpPr>
            <a:xfrm>
              <a:off x="1980734" y="3175652"/>
              <a:ext cx="1505416" cy="575253"/>
              <a:chOff x="1980734" y="3175652"/>
              <a:chExt cx="1505416" cy="575253"/>
            </a:xfrm>
          </p:grpSpPr>
          <p:grpSp>
            <p:nvGrpSpPr>
              <p:cNvPr id="229" name="グループ化 228">
                <a:extLst>
                  <a:ext uri="{FF2B5EF4-FFF2-40B4-BE49-F238E27FC236}">
                    <a16:creationId xmlns:a16="http://schemas.microsoft.com/office/drawing/2014/main" id="{E72908D1-43E9-2A93-9285-C0472F59C1D1}"/>
                  </a:ext>
                </a:extLst>
              </p:cNvPr>
              <p:cNvGrpSpPr/>
              <p:nvPr/>
            </p:nvGrpSpPr>
            <p:grpSpPr>
              <a:xfrm>
                <a:off x="1980734" y="3473931"/>
                <a:ext cx="1505416" cy="276974"/>
                <a:chOff x="4194668" y="3607669"/>
                <a:chExt cx="1105960" cy="276974"/>
              </a:xfrm>
            </p:grpSpPr>
            <p:sp>
              <p:nvSpPr>
                <p:cNvPr id="231" name="四角形: 角を丸くする 230">
                  <a:extLst>
                    <a:ext uri="{FF2B5EF4-FFF2-40B4-BE49-F238E27FC236}">
                      <a16:creationId xmlns:a16="http://schemas.microsoft.com/office/drawing/2014/main" id="{E751F21B-B435-54DE-8654-404FC89D8DAF}"/>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232" name="図 231">
                  <a:extLst>
                    <a:ext uri="{FF2B5EF4-FFF2-40B4-BE49-F238E27FC236}">
                      <a16:creationId xmlns:a16="http://schemas.microsoft.com/office/drawing/2014/main" id="{3DD4DF39-8406-F33F-2D16-8E8D9A831A1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30" name="テキスト ボックス 229">
                <a:extLst>
                  <a:ext uri="{FF2B5EF4-FFF2-40B4-BE49-F238E27FC236}">
                    <a16:creationId xmlns:a16="http://schemas.microsoft.com/office/drawing/2014/main" id="{7C9DAC17-6106-7767-EFF0-734D5A741679}"/>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nvGrpSpPr>
          <p:cNvPr id="233" name="グループ化 232">
            <a:extLst>
              <a:ext uri="{FF2B5EF4-FFF2-40B4-BE49-F238E27FC236}">
                <a16:creationId xmlns:a16="http://schemas.microsoft.com/office/drawing/2014/main" id="{60A7746E-DBCC-E51C-C05E-997D98559812}"/>
              </a:ext>
            </a:extLst>
          </p:cNvPr>
          <p:cNvGrpSpPr/>
          <p:nvPr/>
        </p:nvGrpSpPr>
        <p:grpSpPr>
          <a:xfrm>
            <a:off x="1376410" y="1562036"/>
            <a:ext cx="1505416" cy="601824"/>
            <a:chOff x="1980734" y="3149081"/>
            <a:chExt cx="1505416" cy="601824"/>
          </a:xfrm>
        </p:grpSpPr>
        <p:sp>
          <p:nvSpPr>
            <p:cNvPr id="234" name="楕円 233">
              <a:extLst>
                <a:ext uri="{FF2B5EF4-FFF2-40B4-BE49-F238E27FC236}">
                  <a16:creationId xmlns:a16="http://schemas.microsoft.com/office/drawing/2014/main" id="{7F48AC69-F7EC-7074-E1F5-7F2EC307C464}"/>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235" name="グループ化 234">
              <a:extLst>
                <a:ext uri="{FF2B5EF4-FFF2-40B4-BE49-F238E27FC236}">
                  <a16:creationId xmlns:a16="http://schemas.microsoft.com/office/drawing/2014/main" id="{D5BDE6A0-A7B0-19B9-AD78-A65AD3AB2B85}"/>
                </a:ext>
              </a:extLst>
            </p:cNvPr>
            <p:cNvGrpSpPr/>
            <p:nvPr/>
          </p:nvGrpSpPr>
          <p:grpSpPr>
            <a:xfrm>
              <a:off x="1980734" y="3175652"/>
              <a:ext cx="1505416" cy="575253"/>
              <a:chOff x="1980734" y="3175652"/>
              <a:chExt cx="1505416" cy="575253"/>
            </a:xfrm>
          </p:grpSpPr>
          <p:grpSp>
            <p:nvGrpSpPr>
              <p:cNvPr id="236" name="グループ化 235">
                <a:extLst>
                  <a:ext uri="{FF2B5EF4-FFF2-40B4-BE49-F238E27FC236}">
                    <a16:creationId xmlns:a16="http://schemas.microsoft.com/office/drawing/2014/main" id="{B808E7E6-3BB8-77C7-5809-01DE5CA2EE0A}"/>
                  </a:ext>
                </a:extLst>
              </p:cNvPr>
              <p:cNvGrpSpPr/>
              <p:nvPr/>
            </p:nvGrpSpPr>
            <p:grpSpPr>
              <a:xfrm>
                <a:off x="1980734" y="3473931"/>
                <a:ext cx="1505416" cy="276974"/>
                <a:chOff x="4194668" y="3607669"/>
                <a:chExt cx="1105960" cy="276974"/>
              </a:xfrm>
            </p:grpSpPr>
            <p:sp>
              <p:nvSpPr>
                <p:cNvPr id="238" name="四角形: 角を丸くする 237">
                  <a:extLst>
                    <a:ext uri="{FF2B5EF4-FFF2-40B4-BE49-F238E27FC236}">
                      <a16:creationId xmlns:a16="http://schemas.microsoft.com/office/drawing/2014/main" id="{CD417D68-61A8-0AF2-C7EC-28792B03010C}"/>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239" name="図 238">
                  <a:extLst>
                    <a:ext uri="{FF2B5EF4-FFF2-40B4-BE49-F238E27FC236}">
                      <a16:creationId xmlns:a16="http://schemas.microsoft.com/office/drawing/2014/main" id="{893B348A-D204-5E22-FF08-A7812B39B9D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37" name="テキスト ボックス 236">
                <a:extLst>
                  <a:ext uri="{FF2B5EF4-FFF2-40B4-BE49-F238E27FC236}">
                    <a16:creationId xmlns:a16="http://schemas.microsoft.com/office/drawing/2014/main" id="{1C4482F7-7DB0-17D9-A304-EA51A9250245}"/>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nvGrpSpPr>
          <p:cNvPr id="247" name="グループ化 246">
            <a:extLst>
              <a:ext uri="{FF2B5EF4-FFF2-40B4-BE49-F238E27FC236}">
                <a16:creationId xmlns:a16="http://schemas.microsoft.com/office/drawing/2014/main" id="{6FA4DF4C-096B-E0A0-6486-67AB0C8217AF}"/>
              </a:ext>
            </a:extLst>
          </p:cNvPr>
          <p:cNvGrpSpPr/>
          <p:nvPr/>
        </p:nvGrpSpPr>
        <p:grpSpPr>
          <a:xfrm>
            <a:off x="3405968" y="825698"/>
            <a:ext cx="888261" cy="654696"/>
            <a:chOff x="519830" y="3162196"/>
            <a:chExt cx="748799" cy="551905"/>
          </a:xfrm>
        </p:grpSpPr>
        <p:sp>
          <p:nvSpPr>
            <p:cNvPr id="248" name="ハート 247">
              <a:extLst>
                <a:ext uri="{FF2B5EF4-FFF2-40B4-BE49-F238E27FC236}">
                  <a16:creationId xmlns:a16="http://schemas.microsoft.com/office/drawing/2014/main" id="{2ECCD0B3-F5A7-CE5B-B607-6F458B9006E0}"/>
                </a:ext>
              </a:extLst>
            </p:cNvPr>
            <p:cNvSpPr/>
            <p:nvPr/>
          </p:nvSpPr>
          <p:spPr>
            <a:xfrm>
              <a:off x="618278" y="3162196"/>
              <a:ext cx="551905" cy="551905"/>
            </a:xfrm>
            <a:prstGeom prst="heart">
              <a:avLst/>
            </a:prstGeom>
            <a:gradFill flip="none" rotWithShape="1">
              <a:gsLst>
                <a:gs pos="38000">
                  <a:schemeClr val="tx1">
                    <a:lumMod val="85000"/>
                    <a:lumOff val="15000"/>
                    <a:alpha val="95000"/>
                  </a:schemeClr>
                </a:gs>
                <a:gs pos="100000">
                  <a:srgbClr val="CC66FF">
                    <a:alpha val="95000"/>
                  </a:srgbClr>
                </a:gs>
              </a:gsLst>
              <a:lin ang="5400000" scaled="1"/>
              <a:tileRect/>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49" name="テキスト ボックス 248">
              <a:extLst>
                <a:ext uri="{FF2B5EF4-FFF2-40B4-BE49-F238E27FC236}">
                  <a16:creationId xmlns:a16="http://schemas.microsoft.com/office/drawing/2014/main" id="{3A181798-81E4-2E74-2A7E-0BCD71440AB7}"/>
                </a:ext>
              </a:extLst>
            </p:cNvPr>
            <p:cNvSpPr txBox="1"/>
            <p:nvPr/>
          </p:nvSpPr>
          <p:spPr>
            <a:xfrm>
              <a:off x="519830" y="3284607"/>
              <a:ext cx="748799" cy="233509"/>
            </a:xfrm>
            <a:prstGeom prst="rect">
              <a:avLst/>
            </a:prstGeom>
            <a:noFill/>
          </p:spPr>
          <p:txBody>
            <a:bodyPr wrap="square">
              <a:spAutoFit/>
            </a:bodyPr>
            <a:lstStyle/>
            <a:p>
              <a:pPr algn="ctr"/>
              <a:r>
                <a:rPr lang="en-US" altLang="ja-JP" sz="1200" b="1" dirty="0">
                  <a:solidFill>
                    <a:schemeClr val="bg1">
                      <a:lumMod val="95000"/>
                    </a:schemeClr>
                  </a:solidFill>
                  <a:latin typeface="原稿用標準書体" panose="03000503000000000000" pitchFamily="66" charset="-128"/>
                  <a:ea typeface="原稿用標準書体" panose="03000503000000000000" pitchFamily="66" charset="-128"/>
                </a:rPr>
                <a:t>ENB</a:t>
              </a:r>
              <a:endParaRPr kumimoji="1" lang="ja-JP" altLang="en-US" sz="1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250" name="グループ化 249">
            <a:extLst>
              <a:ext uri="{FF2B5EF4-FFF2-40B4-BE49-F238E27FC236}">
                <a16:creationId xmlns:a16="http://schemas.microsoft.com/office/drawing/2014/main" id="{6BB22AFD-3234-C7DD-BC57-B454573C12F6}"/>
              </a:ext>
            </a:extLst>
          </p:cNvPr>
          <p:cNvGrpSpPr/>
          <p:nvPr/>
        </p:nvGrpSpPr>
        <p:grpSpPr>
          <a:xfrm>
            <a:off x="3405968" y="1545188"/>
            <a:ext cx="888261" cy="654696"/>
            <a:chOff x="519830" y="3162196"/>
            <a:chExt cx="748799" cy="551905"/>
          </a:xfrm>
        </p:grpSpPr>
        <p:sp>
          <p:nvSpPr>
            <p:cNvPr id="251" name="ハート 250">
              <a:extLst>
                <a:ext uri="{FF2B5EF4-FFF2-40B4-BE49-F238E27FC236}">
                  <a16:creationId xmlns:a16="http://schemas.microsoft.com/office/drawing/2014/main" id="{74F256FB-C368-6049-EDE7-67006E17D0AE}"/>
                </a:ext>
              </a:extLst>
            </p:cNvPr>
            <p:cNvSpPr/>
            <p:nvPr/>
          </p:nvSpPr>
          <p:spPr>
            <a:xfrm>
              <a:off x="618278" y="3162196"/>
              <a:ext cx="551905" cy="551905"/>
            </a:xfrm>
            <a:prstGeom prst="heart">
              <a:avLst/>
            </a:prstGeom>
            <a:gradFill>
              <a:gsLst>
                <a:gs pos="19000">
                  <a:schemeClr val="tx1">
                    <a:lumMod val="85000"/>
                    <a:lumOff val="15000"/>
                    <a:alpha val="95000"/>
                  </a:schemeClr>
                </a:gs>
                <a:gs pos="100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52" name="テキスト ボックス 251">
              <a:extLst>
                <a:ext uri="{FF2B5EF4-FFF2-40B4-BE49-F238E27FC236}">
                  <a16:creationId xmlns:a16="http://schemas.microsoft.com/office/drawing/2014/main" id="{F67CCFD0-4D62-D2E3-8758-8AC48568AEA7}"/>
                </a:ext>
              </a:extLst>
            </p:cNvPr>
            <p:cNvSpPr txBox="1"/>
            <p:nvPr/>
          </p:nvSpPr>
          <p:spPr>
            <a:xfrm>
              <a:off x="519830" y="3284607"/>
              <a:ext cx="748799" cy="233509"/>
            </a:xfrm>
            <a:prstGeom prst="rect">
              <a:avLst/>
            </a:prstGeom>
            <a:noFill/>
          </p:spPr>
          <p:txBody>
            <a:bodyPr wrap="square">
              <a:spAutoFit/>
            </a:bodyPr>
            <a:lstStyle/>
            <a:p>
              <a:pPr algn="ctr"/>
              <a:r>
                <a:rPr lang="en-US" altLang="ja-JP" sz="1200" b="1" dirty="0">
                  <a:solidFill>
                    <a:schemeClr val="bg1">
                      <a:lumMod val="95000"/>
                    </a:schemeClr>
                  </a:solidFill>
                  <a:latin typeface="原稿用標準書体" panose="03000503000000000000" pitchFamily="66" charset="-128"/>
                  <a:ea typeface="原稿用標準書体" panose="03000503000000000000" pitchFamily="66" charset="-128"/>
                </a:rPr>
                <a:t>ENB</a:t>
              </a:r>
              <a:endParaRPr kumimoji="1" lang="ja-JP" altLang="en-US" sz="1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253" name="グループ化 252">
            <a:extLst>
              <a:ext uri="{FF2B5EF4-FFF2-40B4-BE49-F238E27FC236}">
                <a16:creationId xmlns:a16="http://schemas.microsoft.com/office/drawing/2014/main" id="{CC55F0B1-174B-A58E-83D6-2B8E862C46F5}"/>
              </a:ext>
            </a:extLst>
          </p:cNvPr>
          <p:cNvGrpSpPr/>
          <p:nvPr/>
        </p:nvGrpSpPr>
        <p:grpSpPr>
          <a:xfrm>
            <a:off x="3405968" y="2275052"/>
            <a:ext cx="888261" cy="654696"/>
            <a:chOff x="519830" y="3162196"/>
            <a:chExt cx="748799" cy="551905"/>
          </a:xfrm>
        </p:grpSpPr>
        <p:sp>
          <p:nvSpPr>
            <p:cNvPr id="254" name="ハート 253">
              <a:extLst>
                <a:ext uri="{FF2B5EF4-FFF2-40B4-BE49-F238E27FC236}">
                  <a16:creationId xmlns:a16="http://schemas.microsoft.com/office/drawing/2014/main" id="{85C44104-8C16-E9BB-CC35-9E2685D0C302}"/>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55" name="テキスト ボックス 254">
              <a:extLst>
                <a:ext uri="{FF2B5EF4-FFF2-40B4-BE49-F238E27FC236}">
                  <a16:creationId xmlns:a16="http://schemas.microsoft.com/office/drawing/2014/main" id="{77CB1803-D296-BA81-97AA-14C3EC200F78}"/>
                </a:ext>
              </a:extLst>
            </p:cNvPr>
            <p:cNvSpPr txBox="1"/>
            <p:nvPr/>
          </p:nvSpPr>
          <p:spPr>
            <a:xfrm>
              <a:off x="519830" y="3284607"/>
              <a:ext cx="748799" cy="233509"/>
            </a:xfrm>
            <a:prstGeom prst="rect">
              <a:avLst/>
            </a:prstGeom>
            <a:noFill/>
          </p:spPr>
          <p:txBody>
            <a:bodyPr wrap="square">
              <a:spAutoFit/>
            </a:bodyPr>
            <a:lstStyle/>
            <a:p>
              <a:pPr algn="ctr"/>
              <a:r>
                <a:rPr lang="en-US" altLang="ja-JP" sz="1200" b="1" dirty="0">
                  <a:solidFill>
                    <a:schemeClr val="bg1">
                      <a:lumMod val="95000"/>
                    </a:schemeClr>
                  </a:solidFill>
                  <a:latin typeface="原稿用標準書体" panose="03000503000000000000" pitchFamily="66" charset="-128"/>
                  <a:ea typeface="原稿用標準書体" panose="03000503000000000000" pitchFamily="66" charset="-128"/>
                </a:rPr>
                <a:t>ENB</a:t>
              </a:r>
              <a:endParaRPr kumimoji="1" lang="ja-JP" altLang="en-US" sz="1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256" name="グループ化 255">
            <a:extLst>
              <a:ext uri="{FF2B5EF4-FFF2-40B4-BE49-F238E27FC236}">
                <a16:creationId xmlns:a16="http://schemas.microsoft.com/office/drawing/2014/main" id="{0DCB2B27-64FC-4FB4-F9F0-F9E50721588B}"/>
              </a:ext>
            </a:extLst>
          </p:cNvPr>
          <p:cNvGrpSpPr/>
          <p:nvPr/>
        </p:nvGrpSpPr>
        <p:grpSpPr>
          <a:xfrm>
            <a:off x="4075947" y="3032386"/>
            <a:ext cx="888261" cy="654696"/>
            <a:chOff x="519830" y="3162196"/>
            <a:chExt cx="748799" cy="551905"/>
          </a:xfrm>
        </p:grpSpPr>
        <p:sp>
          <p:nvSpPr>
            <p:cNvPr id="257" name="ハート 256">
              <a:extLst>
                <a:ext uri="{FF2B5EF4-FFF2-40B4-BE49-F238E27FC236}">
                  <a16:creationId xmlns:a16="http://schemas.microsoft.com/office/drawing/2014/main" id="{03CB2A43-BF18-E5A0-A36C-B4D417963A0A}"/>
                </a:ext>
              </a:extLst>
            </p:cNvPr>
            <p:cNvSpPr/>
            <p:nvPr/>
          </p:nvSpPr>
          <p:spPr>
            <a:xfrm>
              <a:off x="618278" y="3162196"/>
              <a:ext cx="551905" cy="551905"/>
            </a:xfrm>
            <a:prstGeom prst="heart">
              <a:avLst/>
            </a:prstGeom>
            <a:solidFill>
              <a:srgbClr val="CC66FF"/>
            </a:solidFill>
            <a:ln w="38100">
              <a:solidFill>
                <a:schemeClr val="tx1">
                  <a:lumMod val="85000"/>
                  <a:lumOff val="15000"/>
                </a:schemeClr>
              </a:solidFill>
            </a:ln>
            <a:effectLst>
              <a:glow rad="88900">
                <a:srgbClr val="CC66FF">
                  <a:alpha val="45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58" name="テキスト ボックス 257">
              <a:extLst>
                <a:ext uri="{FF2B5EF4-FFF2-40B4-BE49-F238E27FC236}">
                  <a16:creationId xmlns:a16="http://schemas.microsoft.com/office/drawing/2014/main" id="{CAA9D87E-6019-D670-4B53-3915E34A671A}"/>
                </a:ext>
              </a:extLst>
            </p:cNvPr>
            <p:cNvSpPr txBox="1"/>
            <p:nvPr/>
          </p:nvSpPr>
          <p:spPr>
            <a:xfrm>
              <a:off x="519830" y="3284607"/>
              <a:ext cx="748799" cy="233509"/>
            </a:xfrm>
            <a:prstGeom prst="rect">
              <a:avLst/>
            </a:prstGeom>
            <a:noFill/>
          </p:spPr>
          <p:txBody>
            <a:bodyPr wrap="square">
              <a:spAutoFit/>
            </a:bodyPr>
            <a:lstStyle/>
            <a:p>
              <a:pPr algn="ctr"/>
              <a:r>
                <a:rPr lang="en-US" altLang="ja-JP" sz="1200" b="1" dirty="0">
                  <a:solidFill>
                    <a:schemeClr val="bg1">
                      <a:lumMod val="95000"/>
                    </a:schemeClr>
                  </a:solidFill>
                  <a:latin typeface="原稿用標準書体" panose="03000503000000000000" pitchFamily="66" charset="-128"/>
                  <a:ea typeface="原稿用標準書体" panose="03000503000000000000" pitchFamily="66" charset="-128"/>
                </a:rPr>
                <a:t>ENB</a:t>
              </a:r>
              <a:endParaRPr kumimoji="1" lang="ja-JP" altLang="en-US" sz="1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259" name="グループ化 258">
            <a:extLst>
              <a:ext uri="{FF2B5EF4-FFF2-40B4-BE49-F238E27FC236}">
                <a16:creationId xmlns:a16="http://schemas.microsoft.com/office/drawing/2014/main" id="{BCE73798-BCDC-6889-7D2B-D294CE03448D}"/>
              </a:ext>
            </a:extLst>
          </p:cNvPr>
          <p:cNvGrpSpPr/>
          <p:nvPr/>
        </p:nvGrpSpPr>
        <p:grpSpPr>
          <a:xfrm>
            <a:off x="3405968" y="3881213"/>
            <a:ext cx="888261" cy="654696"/>
            <a:chOff x="519830" y="3162196"/>
            <a:chExt cx="748799" cy="551905"/>
          </a:xfrm>
        </p:grpSpPr>
        <p:sp>
          <p:nvSpPr>
            <p:cNvPr id="260" name="ハート 259">
              <a:extLst>
                <a:ext uri="{FF2B5EF4-FFF2-40B4-BE49-F238E27FC236}">
                  <a16:creationId xmlns:a16="http://schemas.microsoft.com/office/drawing/2014/main" id="{A7F018C0-E9D0-1028-5A07-FA9C1593BC41}"/>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61" name="テキスト ボックス 260">
              <a:extLst>
                <a:ext uri="{FF2B5EF4-FFF2-40B4-BE49-F238E27FC236}">
                  <a16:creationId xmlns:a16="http://schemas.microsoft.com/office/drawing/2014/main" id="{73D3F7BD-0C1A-7FDC-593D-D28BC2C304C8}"/>
                </a:ext>
              </a:extLst>
            </p:cNvPr>
            <p:cNvSpPr txBox="1"/>
            <p:nvPr/>
          </p:nvSpPr>
          <p:spPr>
            <a:xfrm>
              <a:off x="519830" y="3284607"/>
              <a:ext cx="748799" cy="233509"/>
            </a:xfrm>
            <a:prstGeom prst="rect">
              <a:avLst/>
            </a:prstGeom>
            <a:noFill/>
          </p:spPr>
          <p:txBody>
            <a:bodyPr wrap="square">
              <a:spAutoFit/>
            </a:bodyPr>
            <a:lstStyle/>
            <a:p>
              <a:pPr algn="ctr"/>
              <a:r>
                <a:rPr lang="en-US" altLang="ja-JP" sz="1200" b="1" dirty="0">
                  <a:solidFill>
                    <a:schemeClr val="bg1">
                      <a:lumMod val="95000"/>
                    </a:schemeClr>
                  </a:solidFill>
                  <a:latin typeface="原稿用標準書体" panose="03000503000000000000" pitchFamily="66" charset="-128"/>
                  <a:ea typeface="原稿用標準書体" panose="03000503000000000000" pitchFamily="66" charset="-128"/>
                </a:rPr>
                <a:t>ENB</a:t>
              </a:r>
              <a:endParaRPr kumimoji="1" lang="ja-JP" altLang="en-US" sz="1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262" name="グループ化 261">
            <a:extLst>
              <a:ext uri="{FF2B5EF4-FFF2-40B4-BE49-F238E27FC236}">
                <a16:creationId xmlns:a16="http://schemas.microsoft.com/office/drawing/2014/main" id="{41347846-6651-58FF-452C-35A86620321E}"/>
              </a:ext>
            </a:extLst>
          </p:cNvPr>
          <p:cNvGrpSpPr/>
          <p:nvPr/>
        </p:nvGrpSpPr>
        <p:grpSpPr>
          <a:xfrm>
            <a:off x="3405968" y="4595523"/>
            <a:ext cx="888261" cy="654696"/>
            <a:chOff x="519830" y="3162196"/>
            <a:chExt cx="748799" cy="551905"/>
          </a:xfrm>
        </p:grpSpPr>
        <p:sp>
          <p:nvSpPr>
            <p:cNvPr id="263" name="ハート 262">
              <a:extLst>
                <a:ext uri="{FF2B5EF4-FFF2-40B4-BE49-F238E27FC236}">
                  <a16:creationId xmlns:a16="http://schemas.microsoft.com/office/drawing/2014/main" id="{F440F470-8C9E-17AB-8F84-32A481EC201D}"/>
                </a:ext>
              </a:extLst>
            </p:cNvPr>
            <p:cNvSpPr/>
            <p:nvPr/>
          </p:nvSpPr>
          <p:spPr>
            <a:xfrm>
              <a:off x="618278" y="3162196"/>
              <a:ext cx="551905" cy="551905"/>
            </a:xfrm>
            <a:prstGeom prst="heart">
              <a:avLst/>
            </a:prstGeom>
            <a:gradFill>
              <a:gsLst>
                <a:gs pos="5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64" name="テキスト ボックス 263">
              <a:extLst>
                <a:ext uri="{FF2B5EF4-FFF2-40B4-BE49-F238E27FC236}">
                  <a16:creationId xmlns:a16="http://schemas.microsoft.com/office/drawing/2014/main" id="{34970A39-1E75-F7D2-97CF-BCDEDEF3FC49}"/>
                </a:ext>
              </a:extLst>
            </p:cNvPr>
            <p:cNvSpPr txBox="1"/>
            <p:nvPr/>
          </p:nvSpPr>
          <p:spPr>
            <a:xfrm>
              <a:off x="519830" y="3284607"/>
              <a:ext cx="748799" cy="233509"/>
            </a:xfrm>
            <a:prstGeom prst="rect">
              <a:avLst/>
            </a:prstGeom>
            <a:noFill/>
          </p:spPr>
          <p:txBody>
            <a:bodyPr wrap="square">
              <a:spAutoFit/>
            </a:bodyPr>
            <a:lstStyle/>
            <a:p>
              <a:pPr algn="ctr"/>
              <a:r>
                <a:rPr lang="en-US" altLang="ja-JP" sz="1200" b="1" dirty="0">
                  <a:solidFill>
                    <a:schemeClr val="bg1">
                      <a:lumMod val="95000"/>
                    </a:schemeClr>
                  </a:solidFill>
                  <a:latin typeface="原稿用標準書体" panose="03000503000000000000" pitchFamily="66" charset="-128"/>
                  <a:ea typeface="原稿用標準書体" panose="03000503000000000000" pitchFamily="66" charset="-128"/>
                </a:rPr>
                <a:t>ENB</a:t>
              </a:r>
              <a:endParaRPr kumimoji="1" lang="ja-JP" altLang="en-US" sz="1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265" name="グループ化 264">
            <a:extLst>
              <a:ext uri="{FF2B5EF4-FFF2-40B4-BE49-F238E27FC236}">
                <a16:creationId xmlns:a16="http://schemas.microsoft.com/office/drawing/2014/main" id="{711646FA-C747-3526-9548-52F4D1A09E45}"/>
              </a:ext>
            </a:extLst>
          </p:cNvPr>
          <p:cNvGrpSpPr/>
          <p:nvPr/>
        </p:nvGrpSpPr>
        <p:grpSpPr>
          <a:xfrm>
            <a:off x="3405968" y="5325643"/>
            <a:ext cx="888261" cy="654696"/>
            <a:chOff x="519830" y="3162196"/>
            <a:chExt cx="748799" cy="551905"/>
          </a:xfrm>
        </p:grpSpPr>
        <p:sp>
          <p:nvSpPr>
            <p:cNvPr id="266" name="ハート 265">
              <a:extLst>
                <a:ext uri="{FF2B5EF4-FFF2-40B4-BE49-F238E27FC236}">
                  <a16:creationId xmlns:a16="http://schemas.microsoft.com/office/drawing/2014/main" id="{93574087-C0EC-CFDB-3CB0-9307D346A895}"/>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67" name="テキスト ボックス 266">
              <a:extLst>
                <a:ext uri="{FF2B5EF4-FFF2-40B4-BE49-F238E27FC236}">
                  <a16:creationId xmlns:a16="http://schemas.microsoft.com/office/drawing/2014/main" id="{8D65EE97-C8FD-1870-DFE4-7B40FB8CE97A}"/>
                </a:ext>
              </a:extLst>
            </p:cNvPr>
            <p:cNvSpPr txBox="1"/>
            <p:nvPr/>
          </p:nvSpPr>
          <p:spPr>
            <a:xfrm>
              <a:off x="519830" y="3284607"/>
              <a:ext cx="748799" cy="233509"/>
            </a:xfrm>
            <a:prstGeom prst="rect">
              <a:avLst/>
            </a:prstGeom>
            <a:noFill/>
          </p:spPr>
          <p:txBody>
            <a:bodyPr wrap="square">
              <a:spAutoFit/>
            </a:bodyPr>
            <a:lstStyle/>
            <a:p>
              <a:pPr algn="ctr"/>
              <a:r>
                <a:rPr lang="en-US" altLang="ja-JP" sz="1200" b="1" dirty="0">
                  <a:solidFill>
                    <a:schemeClr val="bg1">
                      <a:lumMod val="95000"/>
                    </a:schemeClr>
                  </a:solidFill>
                  <a:latin typeface="原稿用標準書体" panose="03000503000000000000" pitchFamily="66" charset="-128"/>
                  <a:ea typeface="原稿用標準書体" panose="03000503000000000000" pitchFamily="66" charset="-128"/>
                </a:rPr>
                <a:t>ENB</a:t>
              </a:r>
              <a:endParaRPr kumimoji="1" lang="ja-JP" altLang="en-US" sz="1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98" name="グループ化 97">
            <a:extLst>
              <a:ext uri="{FF2B5EF4-FFF2-40B4-BE49-F238E27FC236}">
                <a16:creationId xmlns:a16="http://schemas.microsoft.com/office/drawing/2014/main" id="{A83B3972-C7BC-E104-E1F4-AF975BC16D66}"/>
              </a:ext>
            </a:extLst>
          </p:cNvPr>
          <p:cNvGrpSpPr/>
          <p:nvPr/>
        </p:nvGrpSpPr>
        <p:grpSpPr>
          <a:xfrm>
            <a:off x="4740294" y="3064810"/>
            <a:ext cx="377850" cy="635617"/>
            <a:chOff x="4659035" y="3205484"/>
            <a:chExt cx="377850" cy="635617"/>
          </a:xfrm>
        </p:grpSpPr>
        <p:sp>
          <p:nvSpPr>
            <p:cNvPr id="11" name="楕円 10">
              <a:extLst>
                <a:ext uri="{FF2B5EF4-FFF2-40B4-BE49-F238E27FC236}">
                  <a16:creationId xmlns:a16="http://schemas.microsoft.com/office/drawing/2014/main" id="{F6740651-46F1-52A9-CD75-C17F1C07B439}"/>
                </a:ext>
              </a:extLst>
            </p:cNvPr>
            <p:cNvSpPr/>
            <p:nvPr/>
          </p:nvSpPr>
          <p:spPr>
            <a:xfrm>
              <a:off x="4659035" y="36552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12" name="楕円 11">
              <a:extLst>
                <a:ext uri="{FF2B5EF4-FFF2-40B4-BE49-F238E27FC236}">
                  <a16:creationId xmlns:a16="http://schemas.microsoft.com/office/drawing/2014/main" id="{D97EBF9E-3E60-939D-A925-4BCFB7FC9201}"/>
                </a:ext>
              </a:extLst>
            </p:cNvPr>
            <p:cNvSpPr/>
            <p:nvPr/>
          </p:nvSpPr>
          <p:spPr>
            <a:xfrm>
              <a:off x="4795907" y="344447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14" name="楕円 13">
              <a:extLst>
                <a:ext uri="{FF2B5EF4-FFF2-40B4-BE49-F238E27FC236}">
                  <a16:creationId xmlns:a16="http://schemas.microsoft.com/office/drawing/2014/main" id="{D1856865-F659-8905-850E-52B0856CE90B}"/>
                </a:ext>
              </a:extLst>
            </p:cNvPr>
            <p:cNvSpPr/>
            <p:nvPr/>
          </p:nvSpPr>
          <p:spPr>
            <a:xfrm>
              <a:off x="4837789" y="320548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grpSp>
        <p:nvGrpSpPr>
          <p:cNvPr id="20" name="グループ化 19">
            <a:extLst>
              <a:ext uri="{FF2B5EF4-FFF2-40B4-BE49-F238E27FC236}">
                <a16:creationId xmlns:a16="http://schemas.microsoft.com/office/drawing/2014/main" id="{F65BCDF0-521B-A80F-15A9-E928419E481B}"/>
              </a:ext>
            </a:extLst>
          </p:cNvPr>
          <p:cNvGrpSpPr/>
          <p:nvPr/>
        </p:nvGrpSpPr>
        <p:grpSpPr>
          <a:xfrm>
            <a:off x="4058449" y="3906611"/>
            <a:ext cx="377850" cy="635617"/>
            <a:chOff x="4811435" y="3357884"/>
            <a:chExt cx="377850" cy="635617"/>
          </a:xfrm>
        </p:grpSpPr>
        <p:sp>
          <p:nvSpPr>
            <p:cNvPr id="16" name="楕円 15">
              <a:extLst>
                <a:ext uri="{FF2B5EF4-FFF2-40B4-BE49-F238E27FC236}">
                  <a16:creationId xmlns:a16="http://schemas.microsoft.com/office/drawing/2014/main" id="{C444BBDD-EC57-F45D-E7F0-9205A0D16301}"/>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17" name="楕円 16">
              <a:extLst>
                <a:ext uri="{FF2B5EF4-FFF2-40B4-BE49-F238E27FC236}">
                  <a16:creationId xmlns:a16="http://schemas.microsoft.com/office/drawing/2014/main" id="{DF2BBDA3-7E0E-8E63-52F6-EB2CCA2580C9}"/>
                </a:ext>
              </a:extLst>
            </p:cNvPr>
            <p:cNvSpPr/>
            <p:nvPr/>
          </p:nvSpPr>
          <p:spPr>
            <a:xfrm>
              <a:off x="4948307" y="359687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18" name="楕円 17">
              <a:extLst>
                <a:ext uri="{FF2B5EF4-FFF2-40B4-BE49-F238E27FC236}">
                  <a16:creationId xmlns:a16="http://schemas.microsoft.com/office/drawing/2014/main" id="{9A1DEEE7-73A5-3949-D36A-7743B008D436}"/>
                </a:ext>
              </a:extLst>
            </p:cNvPr>
            <p:cNvSpPr/>
            <p:nvPr/>
          </p:nvSpPr>
          <p:spPr>
            <a:xfrm>
              <a:off x="4990189" y="335788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sp>
        <p:nvSpPr>
          <p:cNvPr id="23" name="楕円 22">
            <a:extLst>
              <a:ext uri="{FF2B5EF4-FFF2-40B4-BE49-F238E27FC236}">
                <a16:creationId xmlns:a16="http://schemas.microsoft.com/office/drawing/2014/main" id="{FA44E391-2004-D5DB-84C9-EAA704F132F6}"/>
              </a:ext>
            </a:extLst>
          </p:cNvPr>
          <p:cNvSpPr/>
          <p:nvPr/>
        </p:nvSpPr>
        <p:spPr>
          <a:xfrm>
            <a:off x="4058449" y="5090536"/>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nvGrpSpPr>
          <p:cNvPr id="26" name="グループ化 25">
            <a:extLst>
              <a:ext uri="{FF2B5EF4-FFF2-40B4-BE49-F238E27FC236}">
                <a16:creationId xmlns:a16="http://schemas.microsoft.com/office/drawing/2014/main" id="{8A2BE996-9BF2-CDEA-3F84-E8F1008BFC2D}"/>
              </a:ext>
            </a:extLst>
          </p:cNvPr>
          <p:cNvGrpSpPr/>
          <p:nvPr/>
        </p:nvGrpSpPr>
        <p:grpSpPr>
          <a:xfrm>
            <a:off x="4058449" y="5613962"/>
            <a:ext cx="335968" cy="396627"/>
            <a:chOff x="4811435" y="3596874"/>
            <a:chExt cx="335968" cy="396627"/>
          </a:xfrm>
        </p:grpSpPr>
        <p:sp>
          <p:nvSpPr>
            <p:cNvPr id="27" name="楕円 26">
              <a:extLst>
                <a:ext uri="{FF2B5EF4-FFF2-40B4-BE49-F238E27FC236}">
                  <a16:creationId xmlns:a16="http://schemas.microsoft.com/office/drawing/2014/main" id="{F7F8FC67-F2C2-B65D-EDCA-9EE5036FB763}"/>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9" name="楕円 28">
              <a:extLst>
                <a:ext uri="{FF2B5EF4-FFF2-40B4-BE49-F238E27FC236}">
                  <a16:creationId xmlns:a16="http://schemas.microsoft.com/office/drawing/2014/main" id="{A3119279-837B-B5CC-0FEE-728433B83E2C}"/>
                </a:ext>
              </a:extLst>
            </p:cNvPr>
            <p:cNvSpPr/>
            <p:nvPr/>
          </p:nvSpPr>
          <p:spPr>
            <a:xfrm>
              <a:off x="4948307" y="359687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sp>
        <p:nvSpPr>
          <p:cNvPr id="35" name="楕円 34">
            <a:extLst>
              <a:ext uri="{FF2B5EF4-FFF2-40B4-BE49-F238E27FC236}">
                <a16:creationId xmlns:a16="http://schemas.microsoft.com/office/drawing/2014/main" id="{EC8C6FA1-F4AC-4E83-6194-71CE98243F84}"/>
              </a:ext>
            </a:extLst>
          </p:cNvPr>
          <p:cNvSpPr/>
          <p:nvPr/>
        </p:nvSpPr>
        <p:spPr>
          <a:xfrm>
            <a:off x="4061957" y="1306543"/>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nvGrpSpPr>
          <p:cNvPr id="88" name="グループ化 87">
            <a:extLst>
              <a:ext uri="{FF2B5EF4-FFF2-40B4-BE49-F238E27FC236}">
                <a16:creationId xmlns:a16="http://schemas.microsoft.com/office/drawing/2014/main" id="{16C02208-02DA-6968-AF91-FF824DC214DC}"/>
              </a:ext>
            </a:extLst>
          </p:cNvPr>
          <p:cNvGrpSpPr/>
          <p:nvPr/>
        </p:nvGrpSpPr>
        <p:grpSpPr>
          <a:xfrm>
            <a:off x="4061957" y="1590978"/>
            <a:ext cx="377850" cy="635617"/>
            <a:chOff x="4811435" y="3357884"/>
            <a:chExt cx="377850" cy="635617"/>
          </a:xfrm>
        </p:grpSpPr>
        <p:sp>
          <p:nvSpPr>
            <p:cNvPr id="89" name="楕円 88">
              <a:extLst>
                <a:ext uri="{FF2B5EF4-FFF2-40B4-BE49-F238E27FC236}">
                  <a16:creationId xmlns:a16="http://schemas.microsoft.com/office/drawing/2014/main" id="{E7067278-C703-2D6A-0FF2-84F17E95D1FB}"/>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92" name="楕円 91">
              <a:extLst>
                <a:ext uri="{FF2B5EF4-FFF2-40B4-BE49-F238E27FC236}">
                  <a16:creationId xmlns:a16="http://schemas.microsoft.com/office/drawing/2014/main" id="{2319027C-424A-C739-9650-FB45B1E070A1}"/>
                </a:ext>
              </a:extLst>
            </p:cNvPr>
            <p:cNvSpPr/>
            <p:nvPr/>
          </p:nvSpPr>
          <p:spPr>
            <a:xfrm>
              <a:off x="4948307" y="359687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93" name="楕円 92">
              <a:extLst>
                <a:ext uri="{FF2B5EF4-FFF2-40B4-BE49-F238E27FC236}">
                  <a16:creationId xmlns:a16="http://schemas.microsoft.com/office/drawing/2014/main" id="{249C20D6-E25E-82A3-AF4A-BE4690EEFD00}"/>
                </a:ext>
              </a:extLst>
            </p:cNvPr>
            <p:cNvSpPr/>
            <p:nvPr/>
          </p:nvSpPr>
          <p:spPr>
            <a:xfrm>
              <a:off x="4990189" y="335788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grpSp>
        <p:nvGrpSpPr>
          <p:cNvPr id="94" name="グループ化 93">
            <a:extLst>
              <a:ext uri="{FF2B5EF4-FFF2-40B4-BE49-F238E27FC236}">
                <a16:creationId xmlns:a16="http://schemas.microsoft.com/office/drawing/2014/main" id="{1AA3F274-4D3E-3D9D-8BEB-4C640895FBB2}"/>
              </a:ext>
            </a:extLst>
          </p:cNvPr>
          <p:cNvGrpSpPr/>
          <p:nvPr/>
        </p:nvGrpSpPr>
        <p:grpSpPr>
          <a:xfrm>
            <a:off x="4061957" y="2564149"/>
            <a:ext cx="335968" cy="396627"/>
            <a:chOff x="4811435" y="3596874"/>
            <a:chExt cx="335968" cy="396627"/>
          </a:xfrm>
        </p:grpSpPr>
        <p:sp>
          <p:nvSpPr>
            <p:cNvPr id="95" name="楕円 94">
              <a:extLst>
                <a:ext uri="{FF2B5EF4-FFF2-40B4-BE49-F238E27FC236}">
                  <a16:creationId xmlns:a16="http://schemas.microsoft.com/office/drawing/2014/main" id="{6CD0CB47-698B-7BBF-6944-D019D3CB4962}"/>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96" name="楕円 95">
              <a:extLst>
                <a:ext uri="{FF2B5EF4-FFF2-40B4-BE49-F238E27FC236}">
                  <a16:creationId xmlns:a16="http://schemas.microsoft.com/office/drawing/2014/main" id="{3BE3A68C-45C0-E670-6AC5-72F77B42AF96}"/>
                </a:ext>
              </a:extLst>
            </p:cNvPr>
            <p:cNvSpPr/>
            <p:nvPr/>
          </p:nvSpPr>
          <p:spPr>
            <a:xfrm>
              <a:off x="4948307" y="359687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grpSp>
        <p:nvGrpSpPr>
          <p:cNvPr id="109" name="グループ化 108">
            <a:extLst>
              <a:ext uri="{FF2B5EF4-FFF2-40B4-BE49-F238E27FC236}">
                <a16:creationId xmlns:a16="http://schemas.microsoft.com/office/drawing/2014/main" id="{3F2DDE3B-4C37-19E0-4E33-3C62DCA1DDDC}"/>
              </a:ext>
            </a:extLst>
          </p:cNvPr>
          <p:cNvGrpSpPr/>
          <p:nvPr/>
        </p:nvGrpSpPr>
        <p:grpSpPr>
          <a:xfrm>
            <a:off x="8962119" y="5343729"/>
            <a:ext cx="2561811" cy="632926"/>
            <a:chOff x="8957885" y="4574183"/>
            <a:chExt cx="2561811" cy="632926"/>
          </a:xfrm>
        </p:grpSpPr>
        <p:sp>
          <p:nvSpPr>
            <p:cNvPr id="110" name="楕円 109">
              <a:extLst>
                <a:ext uri="{FF2B5EF4-FFF2-40B4-BE49-F238E27FC236}">
                  <a16:creationId xmlns:a16="http://schemas.microsoft.com/office/drawing/2014/main" id="{CE6B6D13-27BB-E2C8-78C2-51811E642D83}"/>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11" name="四角形: 角を丸くする 110">
              <a:extLst>
                <a:ext uri="{FF2B5EF4-FFF2-40B4-BE49-F238E27FC236}">
                  <a16:creationId xmlns:a16="http://schemas.microsoft.com/office/drawing/2014/main" id="{8F024C6D-2F38-18A3-E87D-71E03B961D5B}"/>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nvGrpSpPr>
            <p:cNvPr id="112" name="グループ化 111">
              <a:extLst>
                <a:ext uri="{FF2B5EF4-FFF2-40B4-BE49-F238E27FC236}">
                  <a16:creationId xmlns:a16="http://schemas.microsoft.com/office/drawing/2014/main" id="{68564603-3842-A255-F9C8-E406AD33FB7E}"/>
                </a:ext>
              </a:extLst>
            </p:cNvPr>
            <p:cNvGrpSpPr/>
            <p:nvPr/>
          </p:nvGrpSpPr>
          <p:grpSpPr>
            <a:xfrm>
              <a:off x="9498429" y="4598805"/>
              <a:ext cx="1505416" cy="601824"/>
              <a:chOff x="1980734" y="3149081"/>
              <a:chExt cx="1505416" cy="601824"/>
            </a:xfrm>
          </p:grpSpPr>
          <p:sp>
            <p:nvSpPr>
              <p:cNvPr id="113" name="楕円 112">
                <a:extLst>
                  <a:ext uri="{FF2B5EF4-FFF2-40B4-BE49-F238E27FC236}">
                    <a16:creationId xmlns:a16="http://schemas.microsoft.com/office/drawing/2014/main" id="{F26C7EE9-EF8B-B296-DA9F-4A4FD58A3457}"/>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114" name="グループ化 113">
                <a:extLst>
                  <a:ext uri="{FF2B5EF4-FFF2-40B4-BE49-F238E27FC236}">
                    <a16:creationId xmlns:a16="http://schemas.microsoft.com/office/drawing/2014/main" id="{34FF4BCD-97D5-6AD0-03D7-63BB1E74BBC1}"/>
                  </a:ext>
                </a:extLst>
              </p:cNvPr>
              <p:cNvGrpSpPr/>
              <p:nvPr/>
            </p:nvGrpSpPr>
            <p:grpSpPr>
              <a:xfrm>
                <a:off x="1980734" y="3175652"/>
                <a:ext cx="1505416" cy="575253"/>
                <a:chOff x="1980734" y="3175652"/>
                <a:chExt cx="1505416" cy="575253"/>
              </a:xfrm>
            </p:grpSpPr>
            <p:grpSp>
              <p:nvGrpSpPr>
                <p:cNvPr id="115" name="グループ化 114">
                  <a:extLst>
                    <a:ext uri="{FF2B5EF4-FFF2-40B4-BE49-F238E27FC236}">
                      <a16:creationId xmlns:a16="http://schemas.microsoft.com/office/drawing/2014/main" id="{9B445575-8E23-935E-79C3-27A74B7EC347}"/>
                    </a:ext>
                  </a:extLst>
                </p:cNvPr>
                <p:cNvGrpSpPr/>
                <p:nvPr/>
              </p:nvGrpSpPr>
              <p:grpSpPr>
                <a:xfrm>
                  <a:off x="1980734" y="3473931"/>
                  <a:ext cx="1505416" cy="276974"/>
                  <a:chOff x="4194668" y="3607669"/>
                  <a:chExt cx="1105960" cy="276974"/>
                </a:xfrm>
              </p:grpSpPr>
              <p:sp>
                <p:nvSpPr>
                  <p:cNvPr id="117" name="四角形: 角を丸くする 116">
                    <a:extLst>
                      <a:ext uri="{FF2B5EF4-FFF2-40B4-BE49-F238E27FC236}">
                        <a16:creationId xmlns:a16="http://schemas.microsoft.com/office/drawing/2014/main" id="{6E66033E-2921-CB5E-DE10-F2A3DF50D1E2}"/>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118" name="図 117">
                    <a:extLst>
                      <a:ext uri="{FF2B5EF4-FFF2-40B4-BE49-F238E27FC236}">
                        <a16:creationId xmlns:a16="http://schemas.microsoft.com/office/drawing/2014/main" id="{A26ED52A-40F8-2718-40AA-8C4EA5A2EC8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16" name="テキスト ボックス 115">
                  <a:extLst>
                    <a:ext uri="{FF2B5EF4-FFF2-40B4-BE49-F238E27FC236}">
                      <a16:creationId xmlns:a16="http://schemas.microsoft.com/office/drawing/2014/main" id="{0C6607C2-027E-5C2E-8462-90C0511C1CA3}"/>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grpSp>
        <p:nvGrpSpPr>
          <p:cNvPr id="144" name="グループ化 143">
            <a:extLst>
              <a:ext uri="{FF2B5EF4-FFF2-40B4-BE49-F238E27FC236}">
                <a16:creationId xmlns:a16="http://schemas.microsoft.com/office/drawing/2014/main" id="{BD61FFFA-B7F2-F626-91EB-052AFA8A1855}"/>
              </a:ext>
            </a:extLst>
          </p:cNvPr>
          <p:cNvGrpSpPr/>
          <p:nvPr/>
        </p:nvGrpSpPr>
        <p:grpSpPr>
          <a:xfrm>
            <a:off x="8962119" y="3146830"/>
            <a:ext cx="2561811" cy="632926"/>
            <a:chOff x="8957885" y="4574183"/>
            <a:chExt cx="2561811" cy="632926"/>
          </a:xfrm>
        </p:grpSpPr>
        <p:sp>
          <p:nvSpPr>
            <p:cNvPr id="145" name="楕円 144">
              <a:extLst>
                <a:ext uri="{FF2B5EF4-FFF2-40B4-BE49-F238E27FC236}">
                  <a16:creationId xmlns:a16="http://schemas.microsoft.com/office/drawing/2014/main" id="{8EB80F36-318A-5E6C-1AC9-7EA9E74736B1}"/>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46" name="四角形: 角を丸くする 145">
              <a:extLst>
                <a:ext uri="{FF2B5EF4-FFF2-40B4-BE49-F238E27FC236}">
                  <a16:creationId xmlns:a16="http://schemas.microsoft.com/office/drawing/2014/main" id="{F4AA2B7C-7326-C7D6-2BFD-CD3247920502}"/>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nvGrpSpPr>
            <p:cNvPr id="147" name="グループ化 146">
              <a:extLst>
                <a:ext uri="{FF2B5EF4-FFF2-40B4-BE49-F238E27FC236}">
                  <a16:creationId xmlns:a16="http://schemas.microsoft.com/office/drawing/2014/main" id="{B774F8D1-92F8-F3A1-12F8-42A5C9FB56E2}"/>
                </a:ext>
              </a:extLst>
            </p:cNvPr>
            <p:cNvGrpSpPr/>
            <p:nvPr/>
          </p:nvGrpSpPr>
          <p:grpSpPr>
            <a:xfrm>
              <a:off x="9498429" y="4598805"/>
              <a:ext cx="1505416" cy="601824"/>
              <a:chOff x="1980734" y="3149081"/>
              <a:chExt cx="1505416" cy="601824"/>
            </a:xfrm>
          </p:grpSpPr>
          <p:sp>
            <p:nvSpPr>
              <p:cNvPr id="148" name="楕円 147">
                <a:extLst>
                  <a:ext uri="{FF2B5EF4-FFF2-40B4-BE49-F238E27FC236}">
                    <a16:creationId xmlns:a16="http://schemas.microsoft.com/office/drawing/2014/main" id="{85396D0F-CF8D-39F2-1E39-C8E18C52F990}"/>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149" name="グループ化 148">
                <a:extLst>
                  <a:ext uri="{FF2B5EF4-FFF2-40B4-BE49-F238E27FC236}">
                    <a16:creationId xmlns:a16="http://schemas.microsoft.com/office/drawing/2014/main" id="{30D610FE-D5CA-95B9-7AED-BFE89E45135D}"/>
                  </a:ext>
                </a:extLst>
              </p:cNvPr>
              <p:cNvGrpSpPr/>
              <p:nvPr/>
            </p:nvGrpSpPr>
            <p:grpSpPr>
              <a:xfrm>
                <a:off x="1980734" y="3175652"/>
                <a:ext cx="1505416" cy="575253"/>
                <a:chOff x="1980734" y="3175652"/>
                <a:chExt cx="1505416" cy="575253"/>
              </a:xfrm>
            </p:grpSpPr>
            <p:grpSp>
              <p:nvGrpSpPr>
                <p:cNvPr id="150" name="グループ化 149">
                  <a:extLst>
                    <a:ext uri="{FF2B5EF4-FFF2-40B4-BE49-F238E27FC236}">
                      <a16:creationId xmlns:a16="http://schemas.microsoft.com/office/drawing/2014/main" id="{CD33B143-F944-D047-0BB8-21F8FF96B89A}"/>
                    </a:ext>
                  </a:extLst>
                </p:cNvPr>
                <p:cNvGrpSpPr/>
                <p:nvPr/>
              </p:nvGrpSpPr>
              <p:grpSpPr>
                <a:xfrm>
                  <a:off x="1980734" y="3473931"/>
                  <a:ext cx="1505416" cy="276974"/>
                  <a:chOff x="4194668" y="3607669"/>
                  <a:chExt cx="1105960" cy="276974"/>
                </a:xfrm>
              </p:grpSpPr>
              <p:sp>
                <p:nvSpPr>
                  <p:cNvPr id="152" name="四角形: 角を丸くする 151">
                    <a:extLst>
                      <a:ext uri="{FF2B5EF4-FFF2-40B4-BE49-F238E27FC236}">
                        <a16:creationId xmlns:a16="http://schemas.microsoft.com/office/drawing/2014/main" id="{E044F28F-005A-5FE8-50C9-1199B7E655BB}"/>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156" name="図 155">
                    <a:extLst>
                      <a:ext uri="{FF2B5EF4-FFF2-40B4-BE49-F238E27FC236}">
                        <a16:creationId xmlns:a16="http://schemas.microsoft.com/office/drawing/2014/main" id="{88C53B08-1D93-9FFE-69F8-911223F10E7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51" name="テキスト ボックス 150">
                  <a:extLst>
                    <a:ext uri="{FF2B5EF4-FFF2-40B4-BE49-F238E27FC236}">
                      <a16:creationId xmlns:a16="http://schemas.microsoft.com/office/drawing/2014/main" id="{325EC3A6-0979-AAC6-A93C-DBA26485F92A}"/>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grpSp>
        <p:nvGrpSpPr>
          <p:cNvPr id="157" name="グループ化 156">
            <a:extLst>
              <a:ext uri="{FF2B5EF4-FFF2-40B4-BE49-F238E27FC236}">
                <a16:creationId xmlns:a16="http://schemas.microsoft.com/office/drawing/2014/main" id="{7219738E-7E34-B756-40E7-66A9E97DAB79}"/>
              </a:ext>
            </a:extLst>
          </p:cNvPr>
          <p:cNvGrpSpPr/>
          <p:nvPr/>
        </p:nvGrpSpPr>
        <p:grpSpPr>
          <a:xfrm>
            <a:off x="8962119" y="3876273"/>
            <a:ext cx="2561811" cy="632926"/>
            <a:chOff x="8957885" y="4574183"/>
            <a:chExt cx="2561811" cy="632926"/>
          </a:xfrm>
        </p:grpSpPr>
        <p:sp>
          <p:nvSpPr>
            <p:cNvPr id="158" name="楕円 157">
              <a:extLst>
                <a:ext uri="{FF2B5EF4-FFF2-40B4-BE49-F238E27FC236}">
                  <a16:creationId xmlns:a16="http://schemas.microsoft.com/office/drawing/2014/main" id="{7D8CB783-731F-B5AD-A194-3CE34ADB74BE}"/>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59" name="四角形: 角を丸くする 158">
              <a:extLst>
                <a:ext uri="{FF2B5EF4-FFF2-40B4-BE49-F238E27FC236}">
                  <a16:creationId xmlns:a16="http://schemas.microsoft.com/office/drawing/2014/main" id="{8602DB3C-E169-764E-6F32-D98C977F8BE7}"/>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nvGrpSpPr>
            <p:cNvPr id="160" name="グループ化 159">
              <a:extLst>
                <a:ext uri="{FF2B5EF4-FFF2-40B4-BE49-F238E27FC236}">
                  <a16:creationId xmlns:a16="http://schemas.microsoft.com/office/drawing/2014/main" id="{B6C92921-1C3E-0594-E639-9A6769759B51}"/>
                </a:ext>
              </a:extLst>
            </p:cNvPr>
            <p:cNvGrpSpPr/>
            <p:nvPr/>
          </p:nvGrpSpPr>
          <p:grpSpPr>
            <a:xfrm>
              <a:off x="9498429" y="4598805"/>
              <a:ext cx="1505416" cy="601824"/>
              <a:chOff x="1980734" y="3149081"/>
              <a:chExt cx="1505416" cy="601824"/>
            </a:xfrm>
          </p:grpSpPr>
          <p:sp>
            <p:nvSpPr>
              <p:cNvPr id="161" name="楕円 160">
                <a:extLst>
                  <a:ext uri="{FF2B5EF4-FFF2-40B4-BE49-F238E27FC236}">
                    <a16:creationId xmlns:a16="http://schemas.microsoft.com/office/drawing/2014/main" id="{495A7B65-B74E-9DD8-EE0B-A802959DC31F}"/>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173" name="グループ化 172">
                <a:extLst>
                  <a:ext uri="{FF2B5EF4-FFF2-40B4-BE49-F238E27FC236}">
                    <a16:creationId xmlns:a16="http://schemas.microsoft.com/office/drawing/2014/main" id="{6DAFEAC5-0A77-BB46-4CEF-D27AC753B7A3}"/>
                  </a:ext>
                </a:extLst>
              </p:cNvPr>
              <p:cNvGrpSpPr/>
              <p:nvPr/>
            </p:nvGrpSpPr>
            <p:grpSpPr>
              <a:xfrm>
                <a:off x="1980734" y="3175652"/>
                <a:ext cx="1505416" cy="575253"/>
                <a:chOff x="1980734" y="3175652"/>
                <a:chExt cx="1505416" cy="575253"/>
              </a:xfrm>
            </p:grpSpPr>
            <p:grpSp>
              <p:nvGrpSpPr>
                <p:cNvPr id="177" name="グループ化 176">
                  <a:extLst>
                    <a:ext uri="{FF2B5EF4-FFF2-40B4-BE49-F238E27FC236}">
                      <a16:creationId xmlns:a16="http://schemas.microsoft.com/office/drawing/2014/main" id="{F0C81ACD-EA8B-FB86-41BA-A4AB3EA38F32}"/>
                    </a:ext>
                  </a:extLst>
                </p:cNvPr>
                <p:cNvGrpSpPr/>
                <p:nvPr/>
              </p:nvGrpSpPr>
              <p:grpSpPr>
                <a:xfrm>
                  <a:off x="1980734" y="3473931"/>
                  <a:ext cx="1505416" cy="276974"/>
                  <a:chOff x="4194668" y="3607669"/>
                  <a:chExt cx="1105960" cy="276974"/>
                </a:xfrm>
              </p:grpSpPr>
              <p:sp>
                <p:nvSpPr>
                  <p:cNvPr id="182" name="四角形: 角を丸くする 181">
                    <a:extLst>
                      <a:ext uri="{FF2B5EF4-FFF2-40B4-BE49-F238E27FC236}">
                        <a16:creationId xmlns:a16="http://schemas.microsoft.com/office/drawing/2014/main" id="{53508BF1-7B03-3449-DE25-5920424099DA}"/>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184" name="図 183">
                    <a:extLst>
                      <a:ext uri="{FF2B5EF4-FFF2-40B4-BE49-F238E27FC236}">
                        <a16:creationId xmlns:a16="http://schemas.microsoft.com/office/drawing/2014/main" id="{81DE0C21-6409-B3A6-74F8-5AB8AD4566B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78" name="テキスト ボックス 177">
                  <a:extLst>
                    <a:ext uri="{FF2B5EF4-FFF2-40B4-BE49-F238E27FC236}">
                      <a16:creationId xmlns:a16="http://schemas.microsoft.com/office/drawing/2014/main" id="{FC3EA2E0-A872-4E58-41B9-92CB4375BA22}"/>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grpSp>
        <p:nvGrpSpPr>
          <p:cNvPr id="187" name="グループ化 186">
            <a:extLst>
              <a:ext uri="{FF2B5EF4-FFF2-40B4-BE49-F238E27FC236}">
                <a16:creationId xmlns:a16="http://schemas.microsoft.com/office/drawing/2014/main" id="{678BE874-C773-A57C-D221-078658A1D895}"/>
              </a:ext>
            </a:extLst>
          </p:cNvPr>
          <p:cNvGrpSpPr/>
          <p:nvPr/>
        </p:nvGrpSpPr>
        <p:grpSpPr>
          <a:xfrm>
            <a:off x="8962119" y="4610002"/>
            <a:ext cx="2561811" cy="632926"/>
            <a:chOff x="8957885" y="4574183"/>
            <a:chExt cx="2561811" cy="632926"/>
          </a:xfrm>
        </p:grpSpPr>
        <p:sp>
          <p:nvSpPr>
            <p:cNvPr id="188" name="楕円 187">
              <a:extLst>
                <a:ext uri="{FF2B5EF4-FFF2-40B4-BE49-F238E27FC236}">
                  <a16:creationId xmlns:a16="http://schemas.microsoft.com/office/drawing/2014/main" id="{EEF5E283-E702-0F57-B27F-DE4392245039}"/>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89" name="四角形: 角を丸くする 188">
              <a:extLst>
                <a:ext uri="{FF2B5EF4-FFF2-40B4-BE49-F238E27FC236}">
                  <a16:creationId xmlns:a16="http://schemas.microsoft.com/office/drawing/2014/main" id="{A191A8D5-CAE6-609D-86D3-F999D69699C9}"/>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nvGrpSpPr>
            <p:cNvPr id="190" name="グループ化 189">
              <a:extLst>
                <a:ext uri="{FF2B5EF4-FFF2-40B4-BE49-F238E27FC236}">
                  <a16:creationId xmlns:a16="http://schemas.microsoft.com/office/drawing/2014/main" id="{42E32CD3-081D-E2E9-1AF9-57313F4E065A}"/>
                </a:ext>
              </a:extLst>
            </p:cNvPr>
            <p:cNvGrpSpPr/>
            <p:nvPr/>
          </p:nvGrpSpPr>
          <p:grpSpPr>
            <a:xfrm>
              <a:off x="9498429" y="4598805"/>
              <a:ext cx="1505416" cy="601824"/>
              <a:chOff x="1980734" y="3149081"/>
              <a:chExt cx="1505416" cy="601824"/>
            </a:xfrm>
          </p:grpSpPr>
          <p:sp>
            <p:nvSpPr>
              <p:cNvPr id="191" name="楕円 190">
                <a:extLst>
                  <a:ext uri="{FF2B5EF4-FFF2-40B4-BE49-F238E27FC236}">
                    <a16:creationId xmlns:a16="http://schemas.microsoft.com/office/drawing/2014/main" id="{1BAC7C1E-2C42-D08A-C5B9-FA51D5F3398C}"/>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192" name="グループ化 191">
                <a:extLst>
                  <a:ext uri="{FF2B5EF4-FFF2-40B4-BE49-F238E27FC236}">
                    <a16:creationId xmlns:a16="http://schemas.microsoft.com/office/drawing/2014/main" id="{DC8C52C0-3259-BC2A-306B-C2FE31B5D8CE}"/>
                  </a:ext>
                </a:extLst>
              </p:cNvPr>
              <p:cNvGrpSpPr/>
              <p:nvPr/>
            </p:nvGrpSpPr>
            <p:grpSpPr>
              <a:xfrm>
                <a:off x="1980734" y="3175652"/>
                <a:ext cx="1505416" cy="575253"/>
                <a:chOff x="1980734" y="3175652"/>
                <a:chExt cx="1505416" cy="575253"/>
              </a:xfrm>
            </p:grpSpPr>
            <p:grpSp>
              <p:nvGrpSpPr>
                <p:cNvPr id="193" name="グループ化 192">
                  <a:extLst>
                    <a:ext uri="{FF2B5EF4-FFF2-40B4-BE49-F238E27FC236}">
                      <a16:creationId xmlns:a16="http://schemas.microsoft.com/office/drawing/2014/main" id="{C1060AD9-FFFD-04B4-EEBD-594712E96A11}"/>
                    </a:ext>
                  </a:extLst>
                </p:cNvPr>
                <p:cNvGrpSpPr/>
                <p:nvPr/>
              </p:nvGrpSpPr>
              <p:grpSpPr>
                <a:xfrm>
                  <a:off x="1980734" y="3473931"/>
                  <a:ext cx="1505416" cy="276974"/>
                  <a:chOff x="4194668" y="3607669"/>
                  <a:chExt cx="1105960" cy="276974"/>
                </a:xfrm>
              </p:grpSpPr>
              <p:sp>
                <p:nvSpPr>
                  <p:cNvPr id="195" name="四角形: 角を丸くする 194">
                    <a:extLst>
                      <a:ext uri="{FF2B5EF4-FFF2-40B4-BE49-F238E27FC236}">
                        <a16:creationId xmlns:a16="http://schemas.microsoft.com/office/drawing/2014/main" id="{6E8B25C8-17AB-6B69-011A-6B5E00CA0687}"/>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196" name="図 195">
                    <a:extLst>
                      <a:ext uri="{FF2B5EF4-FFF2-40B4-BE49-F238E27FC236}">
                        <a16:creationId xmlns:a16="http://schemas.microsoft.com/office/drawing/2014/main" id="{F4F9390C-8295-9699-0C93-97D09763480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94" name="テキスト ボックス 193">
                  <a:extLst>
                    <a:ext uri="{FF2B5EF4-FFF2-40B4-BE49-F238E27FC236}">
                      <a16:creationId xmlns:a16="http://schemas.microsoft.com/office/drawing/2014/main" id="{D7159890-5A45-20C2-F486-F34ADD14D23A}"/>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grpSp>
        <p:nvGrpSpPr>
          <p:cNvPr id="276" name="グループ化 275">
            <a:extLst>
              <a:ext uri="{FF2B5EF4-FFF2-40B4-BE49-F238E27FC236}">
                <a16:creationId xmlns:a16="http://schemas.microsoft.com/office/drawing/2014/main" id="{FE318F6A-1CA4-C970-56FC-B139091D1A18}"/>
              </a:ext>
            </a:extLst>
          </p:cNvPr>
          <p:cNvGrpSpPr/>
          <p:nvPr/>
        </p:nvGrpSpPr>
        <p:grpSpPr>
          <a:xfrm>
            <a:off x="1719571" y="303092"/>
            <a:ext cx="3092165" cy="338875"/>
            <a:chOff x="1719571" y="274517"/>
            <a:chExt cx="3092165" cy="338875"/>
          </a:xfrm>
        </p:grpSpPr>
        <p:grpSp>
          <p:nvGrpSpPr>
            <p:cNvPr id="241" name="グループ化 240">
              <a:extLst>
                <a:ext uri="{FF2B5EF4-FFF2-40B4-BE49-F238E27FC236}">
                  <a16:creationId xmlns:a16="http://schemas.microsoft.com/office/drawing/2014/main" id="{30199E73-2024-D32A-D713-6A27808F2D5B}"/>
                </a:ext>
              </a:extLst>
            </p:cNvPr>
            <p:cNvGrpSpPr/>
            <p:nvPr/>
          </p:nvGrpSpPr>
          <p:grpSpPr>
            <a:xfrm>
              <a:off x="1719571" y="274517"/>
              <a:ext cx="3092165" cy="338875"/>
              <a:chOff x="1719571" y="215382"/>
              <a:chExt cx="3888059" cy="426098"/>
            </a:xfrm>
          </p:grpSpPr>
          <p:sp>
            <p:nvSpPr>
              <p:cNvPr id="242" name="平行四辺形 241">
                <a:extLst>
                  <a:ext uri="{FF2B5EF4-FFF2-40B4-BE49-F238E27FC236}">
                    <a16:creationId xmlns:a16="http://schemas.microsoft.com/office/drawing/2014/main" id="{1598ABDF-1E96-92E5-E43A-83BE1BFF529A}"/>
                  </a:ext>
                </a:extLst>
              </p:cNvPr>
              <p:cNvSpPr/>
              <p:nvPr/>
            </p:nvSpPr>
            <p:spPr>
              <a:xfrm>
                <a:off x="171957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43" name="平行四辺形 242">
                <a:extLst>
                  <a:ext uri="{FF2B5EF4-FFF2-40B4-BE49-F238E27FC236}">
                    <a16:creationId xmlns:a16="http://schemas.microsoft.com/office/drawing/2014/main" id="{27442FBC-D100-9992-8A84-FC85C115454A}"/>
                  </a:ext>
                </a:extLst>
              </p:cNvPr>
              <p:cNvSpPr/>
              <p:nvPr/>
            </p:nvSpPr>
            <p:spPr>
              <a:xfrm>
                <a:off x="2477666"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44" name="平行四辺形 243">
                <a:extLst>
                  <a:ext uri="{FF2B5EF4-FFF2-40B4-BE49-F238E27FC236}">
                    <a16:creationId xmlns:a16="http://schemas.microsoft.com/office/drawing/2014/main" id="{40575AF1-5F25-BDD6-5D43-3FD41833D6DA}"/>
                  </a:ext>
                </a:extLst>
              </p:cNvPr>
              <p:cNvSpPr/>
              <p:nvPr/>
            </p:nvSpPr>
            <p:spPr>
              <a:xfrm>
                <a:off x="323576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45" name="平行四辺形 244">
                <a:extLst>
                  <a:ext uri="{FF2B5EF4-FFF2-40B4-BE49-F238E27FC236}">
                    <a16:creationId xmlns:a16="http://schemas.microsoft.com/office/drawing/2014/main" id="{F1A7CB45-D7F7-4590-0035-475AA74A4B3B}"/>
                  </a:ext>
                </a:extLst>
              </p:cNvPr>
              <p:cNvSpPr/>
              <p:nvPr/>
            </p:nvSpPr>
            <p:spPr>
              <a:xfrm>
                <a:off x="4751951" y="215382"/>
                <a:ext cx="855679" cy="426098"/>
              </a:xfrm>
              <a:prstGeom prst="parallelogram">
                <a:avLst/>
              </a:prstGeom>
              <a:solidFill>
                <a:schemeClr val="tx1">
                  <a:lumMod val="75000"/>
                  <a:lumOff val="2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46" name="平行四辺形 245">
                <a:extLst>
                  <a:ext uri="{FF2B5EF4-FFF2-40B4-BE49-F238E27FC236}">
                    <a16:creationId xmlns:a16="http://schemas.microsoft.com/office/drawing/2014/main" id="{5E57890D-B0D3-CD2E-1074-09D2C7E9C7B2}"/>
                  </a:ext>
                </a:extLst>
              </p:cNvPr>
              <p:cNvSpPr/>
              <p:nvPr/>
            </p:nvSpPr>
            <p:spPr>
              <a:xfrm>
                <a:off x="3993856"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272" name="楕円 271">
              <a:extLst>
                <a:ext uri="{FF2B5EF4-FFF2-40B4-BE49-F238E27FC236}">
                  <a16:creationId xmlns:a16="http://schemas.microsoft.com/office/drawing/2014/main" id="{7E27B52B-E3D1-C0A8-2CF1-F44B348C7219}"/>
                </a:ext>
              </a:extLst>
            </p:cNvPr>
            <p:cNvSpPr/>
            <p:nvPr/>
          </p:nvSpPr>
          <p:spPr>
            <a:xfrm>
              <a:off x="1900984"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原稿用標準書体" panose="03000503000000000000" pitchFamily="66" charset="-128"/>
                  <a:ea typeface="原稿用標準書体" panose="03000503000000000000" pitchFamily="66" charset="-128"/>
                </a:rPr>
                <a:t>キャラ</a:t>
              </a:r>
            </a:p>
          </p:txBody>
        </p:sp>
        <p:sp>
          <p:nvSpPr>
            <p:cNvPr id="273" name="楕円 272">
              <a:extLst>
                <a:ext uri="{FF2B5EF4-FFF2-40B4-BE49-F238E27FC236}">
                  <a16:creationId xmlns:a16="http://schemas.microsoft.com/office/drawing/2014/main" id="{4E0343FE-9A59-7017-0E09-B29815451C6C}"/>
                </a:ext>
              </a:extLst>
            </p:cNvPr>
            <p:cNvSpPr/>
            <p:nvPr/>
          </p:nvSpPr>
          <p:spPr>
            <a:xfrm>
              <a:off x="3716200"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原稿用標準書体" panose="03000503000000000000" pitchFamily="66" charset="-128"/>
                  <a:ea typeface="原稿用標準書体" panose="03000503000000000000" pitchFamily="66" charset="-128"/>
                </a:rPr>
                <a:t>キャラ</a:t>
              </a:r>
            </a:p>
          </p:txBody>
        </p:sp>
        <p:sp>
          <p:nvSpPr>
            <p:cNvPr id="274" name="楕円 273">
              <a:extLst>
                <a:ext uri="{FF2B5EF4-FFF2-40B4-BE49-F238E27FC236}">
                  <a16:creationId xmlns:a16="http://schemas.microsoft.com/office/drawing/2014/main" id="{1EC4E8E5-523E-7AA8-1EFB-4C6A681CED89}"/>
                </a:ext>
              </a:extLst>
            </p:cNvPr>
            <p:cNvSpPr/>
            <p:nvPr/>
          </p:nvSpPr>
          <p:spPr>
            <a:xfrm>
              <a:off x="2506056"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原稿用標準書体" panose="03000503000000000000" pitchFamily="66" charset="-128"/>
                  <a:ea typeface="原稿用標準書体" panose="03000503000000000000" pitchFamily="66" charset="-128"/>
                </a:rPr>
                <a:t>キャラ</a:t>
              </a:r>
            </a:p>
          </p:txBody>
        </p:sp>
        <p:sp>
          <p:nvSpPr>
            <p:cNvPr id="275" name="楕円 274">
              <a:extLst>
                <a:ext uri="{FF2B5EF4-FFF2-40B4-BE49-F238E27FC236}">
                  <a16:creationId xmlns:a16="http://schemas.microsoft.com/office/drawing/2014/main" id="{E85B2663-8598-2421-B96A-3747B0118657}"/>
                </a:ext>
              </a:extLst>
            </p:cNvPr>
            <p:cNvSpPr/>
            <p:nvPr/>
          </p:nvSpPr>
          <p:spPr>
            <a:xfrm>
              <a:off x="3111128"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原稿用標準書体" panose="03000503000000000000" pitchFamily="66" charset="-128"/>
                  <a:ea typeface="原稿用標準書体" panose="03000503000000000000" pitchFamily="66" charset="-128"/>
                </a:rPr>
                <a:t>キャラ</a:t>
              </a:r>
            </a:p>
          </p:txBody>
        </p:sp>
      </p:grpSp>
      <p:cxnSp>
        <p:nvCxnSpPr>
          <p:cNvPr id="25" name="直線コネクタ 24">
            <a:extLst>
              <a:ext uri="{FF2B5EF4-FFF2-40B4-BE49-F238E27FC236}">
                <a16:creationId xmlns:a16="http://schemas.microsoft.com/office/drawing/2014/main" id="{B5F70AEB-2E63-7DF0-EDB0-869A0FF839D8}"/>
              </a:ext>
            </a:extLst>
          </p:cNvPr>
          <p:cNvCxnSpPr>
            <a:cxnSpLocks/>
          </p:cNvCxnSpPr>
          <p:nvPr/>
        </p:nvCxnSpPr>
        <p:spPr>
          <a:xfrm>
            <a:off x="541538" y="3760235"/>
            <a:ext cx="5051394" cy="0"/>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82" name="テキスト ボックス 81">
            <a:extLst>
              <a:ext uri="{FF2B5EF4-FFF2-40B4-BE49-F238E27FC236}">
                <a16:creationId xmlns:a16="http://schemas.microsoft.com/office/drawing/2014/main" id="{AC146755-5C48-236A-E52C-61B1B0391932}"/>
              </a:ext>
            </a:extLst>
          </p:cNvPr>
          <p:cNvSpPr txBox="1"/>
          <p:nvPr/>
        </p:nvSpPr>
        <p:spPr>
          <a:xfrm>
            <a:off x="5094472" y="3348579"/>
            <a:ext cx="524313" cy="369332"/>
          </a:xfrm>
          <a:prstGeom prst="rect">
            <a:avLst/>
          </a:prstGeom>
          <a:noFill/>
        </p:spPr>
        <p:txBody>
          <a:bodyPr wrap="square" rtlCol="0">
            <a:spAutoFit/>
          </a:bodyPr>
          <a:lstStyle/>
          <a:p>
            <a:pPr algn="ctr"/>
            <a:r>
              <a:rPr kumimoji="1" lang="ja-JP" altLang="en-US" b="1" dirty="0">
                <a:solidFill>
                  <a:schemeClr val="bg1">
                    <a:lumMod val="95000"/>
                  </a:schemeClr>
                </a:solidFill>
                <a:latin typeface="原稿用標準書体" panose="03000503000000000000" pitchFamily="66" charset="-128"/>
                <a:ea typeface="原稿用標準書体" panose="03000503000000000000" pitchFamily="66" charset="-128"/>
              </a:rPr>
              <a:t>前</a:t>
            </a:r>
            <a:endParaRPr kumimoji="1" lang="ja-JP" altLang="en-US" sz="28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83" name="テキスト ボックス 82">
            <a:extLst>
              <a:ext uri="{FF2B5EF4-FFF2-40B4-BE49-F238E27FC236}">
                <a16:creationId xmlns:a16="http://schemas.microsoft.com/office/drawing/2014/main" id="{A5A966D4-E5FD-9A32-0264-7DF6D2D80F77}"/>
              </a:ext>
            </a:extLst>
          </p:cNvPr>
          <p:cNvSpPr txBox="1"/>
          <p:nvPr/>
        </p:nvSpPr>
        <p:spPr>
          <a:xfrm>
            <a:off x="5094472" y="3786647"/>
            <a:ext cx="524313" cy="369332"/>
          </a:xfrm>
          <a:prstGeom prst="rect">
            <a:avLst/>
          </a:prstGeom>
          <a:noFill/>
        </p:spPr>
        <p:txBody>
          <a:bodyPr wrap="square" rtlCol="0">
            <a:spAutoFit/>
          </a:bodyPr>
          <a:lstStyle/>
          <a:p>
            <a:pPr algn="ctr"/>
            <a:r>
              <a:rPr kumimoji="1" lang="ja-JP" altLang="en-US" b="1" dirty="0">
                <a:solidFill>
                  <a:schemeClr val="bg1">
                    <a:lumMod val="95000"/>
                  </a:schemeClr>
                </a:solidFill>
                <a:latin typeface="原稿用標準書体" panose="03000503000000000000" pitchFamily="66" charset="-128"/>
                <a:ea typeface="原稿用標準書体" panose="03000503000000000000" pitchFamily="66" charset="-128"/>
              </a:rPr>
              <a:t>後</a:t>
            </a:r>
            <a:endParaRPr kumimoji="1" lang="ja-JP" altLang="en-US" sz="28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91" name="楕円 90">
            <a:extLst>
              <a:ext uri="{FF2B5EF4-FFF2-40B4-BE49-F238E27FC236}">
                <a16:creationId xmlns:a16="http://schemas.microsoft.com/office/drawing/2014/main" id="{AEB0F2FB-70BF-E8A5-F95C-6E4D723511A7}"/>
              </a:ext>
            </a:extLst>
          </p:cNvPr>
          <p:cNvSpPr/>
          <p:nvPr/>
        </p:nvSpPr>
        <p:spPr>
          <a:xfrm>
            <a:off x="8880110" y="3191229"/>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97" name="楕円 96">
            <a:extLst>
              <a:ext uri="{FF2B5EF4-FFF2-40B4-BE49-F238E27FC236}">
                <a16:creationId xmlns:a16="http://schemas.microsoft.com/office/drawing/2014/main" id="{ADE61DDA-8678-3FFC-5359-3693CBBB1783}"/>
              </a:ext>
            </a:extLst>
          </p:cNvPr>
          <p:cNvSpPr/>
          <p:nvPr/>
        </p:nvSpPr>
        <p:spPr>
          <a:xfrm>
            <a:off x="8880110" y="3925593"/>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179" name="楕円 178">
            <a:extLst>
              <a:ext uri="{FF2B5EF4-FFF2-40B4-BE49-F238E27FC236}">
                <a16:creationId xmlns:a16="http://schemas.microsoft.com/office/drawing/2014/main" id="{8EB010EB-0E06-BBB8-0018-A854034FFDA7}"/>
              </a:ext>
            </a:extLst>
          </p:cNvPr>
          <p:cNvSpPr/>
          <p:nvPr/>
        </p:nvSpPr>
        <p:spPr>
          <a:xfrm>
            <a:off x="8887113" y="4650730"/>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180" name="楕円 179">
            <a:extLst>
              <a:ext uri="{FF2B5EF4-FFF2-40B4-BE49-F238E27FC236}">
                <a16:creationId xmlns:a16="http://schemas.microsoft.com/office/drawing/2014/main" id="{3FA82762-9616-0A48-7A0B-C2B4D7C61664}"/>
              </a:ext>
            </a:extLst>
          </p:cNvPr>
          <p:cNvSpPr/>
          <p:nvPr/>
        </p:nvSpPr>
        <p:spPr>
          <a:xfrm>
            <a:off x="8887113" y="5385094"/>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grpSp>
        <p:nvGrpSpPr>
          <p:cNvPr id="240" name="グループ化 239">
            <a:extLst>
              <a:ext uri="{FF2B5EF4-FFF2-40B4-BE49-F238E27FC236}">
                <a16:creationId xmlns:a16="http://schemas.microsoft.com/office/drawing/2014/main" id="{395131EB-C94A-FE7D-9EB7-709337EB31E2}"/>
              </a:ext>
            </a:extLst>
          </p:cNvPr>
          <p:cNvGrpSpPr/>
          <p:nvPr/>
        </p:nvGrpSpPr>
        <p:grpSpPr>
          <a:xfrm>
            <a:off x="701559" y="856984"/>
            <a:ext cx="973058" cy="5085256"/>
            <a:chOff x="701559" y="856984"/>
            <a:chExt cx="973058" cy="5085256"/>
          </a:xfrm>
        </p:grpSpPr>
        <p:sp>
          <p:nvSpPr>
            <p:cNvPr id="268" name="楕円 267">
              <a:extLst>
                <a:ext uri="{FF2B5EF4-FFF2-40B4-BE49-F238E27FC236}">
                  <a16:creationId xmlns:a16="http://schemas.microsoft.com/office/drawing/2014/main" id="{B7CBFF47-291C-E691-ABFB-1E9843808454}"/>
                </a:ext>
              </a:extLst>
            </p:cNvPr>
            <p:cNvSpPr/>
            <p:nvPr/>
          </p:nvSpPr>
          <p:spPr>
            <a:xfrm>
              <a:off x="701559" y="856984"/>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269" name="楕円 268">
              <a:extLst>
                <a:ext uri="{FF2B5EF4-FFF2-40B4-BE49-F238E27FC236}">
                  <a16:creationId xmlns:a16="http://schemas.microsoft.com/office/drawing/2014/main" id="{16823230-F39C-4DD0-EAE3-3F05F55B5574}"/>
                </a:ext>
              </a:extLst>
            </p:cNvPr>
            <p:cNvSpPr/>
            <p:nvPr/>
          </p:nvSpPr>
          <p:spPr>
            <a:xfrm>
              <a:off x="701559" y="1591349"/>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270" name="楕円 269">
              <a:extLst>
                <a:ext uri="{FF2B5EF4-FFF2-40B4-BE49-F238E27FC236}">
                  <a16:creationId xmlns:a16="http://schemas.microsoft.com/office/drawing/2014/main" id="{374A2164-286E-BA70-8D89-FAA6BB3BBF49}"/>
                </a:ext>
              </a:extLst>
            </p:cNvPr>
            <p:cNvSpPr/>
            <p:nvPr/>
          </p:nvSpPr>
          <p:spPr>
            <a:xfrm>
              <a:off x="701559" y="2325713"/>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271" name="楕円 270">
              <a:extLst>
                <a:ext uri="{FF2B5EF4-FFF2-40B4-BE49-F238E27FC236}">
                  <a16:creationId xmlns:a16="http://schemas.microsoft.com/office/drawing/2014/main" id="{33DE764C-3BEC-D35B-C1B5-438043F85B2A}"/>
                </a:ext>
              </a:extLst>
            </p:cNvPr>
            <p:cNvSpPr/>
            <p:nvPr/>
          </p:nvSpPr>
          <p:spPr>
            <a:xfrm>
              <a:off x="701559" y="3913675"/>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278" name="楕円 277">
              <a:extLst>
                <a:ext uri="{FF2B5EF4-FFF2-40B4-BE49-F238E27FC236}">
                  <a16:creationId xmlns:a16="http://schemas.microsoft.com/office/drawing/2014/main" id="{DF5F36A5-EAF6-CCC5-20BC-9DC72930E7C2}"/>
                </a:ext>
              </a:extLst>
            </p:cNvPr>
            <p:cNvSpPr/>
            <p:nvPr/>
          </p:nvSpPr>
          <p:spPr>
            <a:xfrm>
              <a:off x="701559" y="4648040"/>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279" name="楕円 278">
              <a:extLst>
                <a:ext uri="{FF2B5EF4-FFF2-40B4-BE49-F238E27FC236}">
                  <a16:creationId xmlns:a16="http://schemas.microsoft.com/office/drawing/2014/main" id="{57CDD707-0967-893B-DE64-0C35CD7372A5}"/>
                </a:ext>
              </a:extLst>
            </p:cNvPr>
            <p:cNvSpPr/>
            <p:nvPr/>
          </p:nvSpPr>
          <p:spPr>
            <a:xfrm>
              <a:off x="701559" y="5382404"/>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280" name="楕円 279">
              <a:extLst>
                <a:ext uri="{FF2B5EF4-FFF2-40B4-BE49-F238E27FC236}">
                  <a16:creationId xmlns:a16="http://schemas.microsoft.com/office/drawing/2014/main" id="{FFCAB189-E896-1081-3D10-B8ED05D65F0C}"/>
                </a:ext>
              </a:extLst>
            </p:cNvPr>
            <p:cNvSpPr/>
            <p:nvPr/>
          </p:nvSpPr>
          <p:spPr>
            <a:xfrm>
              <a:off x="1353025" y="3060758"/>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grpSp>
      <p:grpSp>
        <p:nvGrpSpPr>
          <p:cNvPr id="5" name="グループ化 4">
            <a:extLst>
              <a:ext uri="{FF2B5EF4-FFF2-40B4-BE49-F238E27FC236}">
                <a16:creationId xmlns:a16="http://schemas.microsoft.com/office/drawing/2014/main" id="{A9DED0F5-4500-E308-79A4-227224A91871}"/>
              </a:ext>
            </a:extLst>
          </p:cNvPr>
          <p:cNvGrpSpPr/>
          <p:nvPr/>
        </p:nvGrpSpPr>
        <p:grpSpPr>
          <a:xfrm>
            <a:off x="8555886" y="3393120"/>
            <a:ext cx="181371" cy="327214"/>
            <a:chOff x="7641580" y="4279453"/>
            <a:chExt cx="227671" cy="410745"/>
          </a:xfrm>
          <a:solidFill>
            <a:schemeClr val="accent1"/>
          </a:solidFill>
        </p:grpSpPr>
        <p:sp>
          <p:nvSpPr>
            <p:cNvPr id="24" name="楕円 23">
              <a:extLst>
                <a:ext uri="{FF2B5EF4-FFF2-40B4-BE49-F238E27FC236}">
                  <a16:creationId xmlns:a16="http://schemas.microsoft.com/office/drawing/2014/main" id="{38B5B064-69FA-B470-A1E0-C9293A91CC36}"/>
                </a:ext>
              </a:extLst>
            </p:cNvPr>
            <p:cNvSpPr/>
            <p:nvPr/>
          </p:nvSpPr>
          <p:spPr>
            <a:xfrm>
              <a:off x="7670155" y="4504326"/>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32" name="楕円 31">
              <a:extLst>
                <a:ext uri="{FF2B5EF4-FFF2-40B4-BE49-F238E27FC236}">
                  <a16:creationId xmlns:a16="http://schemas.microsoft.com/office/drawing/2014/main" id="{7BC6DC3C-D0D1-E053-A908-964E1458FB68}"/>
                </a:ext>
              </a:extLst>
            </p:cNvPr>
            <p:cNvSpPr/>
            <p:nvPr/>
          </p:nvSpPr>
          <p:spPr>
            <a:xfrm>
              <a:off x="7641580" y="4279453"/>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sp>
        <p:nvSpPr>
          <p:cNvPr id="33" name="楕円 32">
            <a:extLst>
              <a:ext uri="{FF2B5EF4-FFF2-40B4-BE49-F238E27FC236}">
                <a16:creationId xmlns:a16="http://schemas.microsoft.com/office/drawing/2014/main" id="{3B3BC9F7-2E68-0B2F-1158-C1C0F343C4EE}"/>
              </a:ext>
            </a:extLst>
          </p:cNvPr>
          <p:cNvSpPr/>
          <p:nvPr/>
        </p:nvSpPr>
        <p:spPr>
          <a:xfrm>
            <a:off x="8578654" y="4279851"/>
            <a:ext cx="158607" cy="148072"/>
          </a:xfrm>
          <a:prstGeom prst="ellipse">
            <a:avLst/>
          </a:prstGeom>
          <a:solidFill>
            <a:schemeClr val="accent1"/>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nvGrpSpPr>
          <p:cNvPr id="79" name="グループ化 78">
            <a:extLst>
              <a:ext uri="{FF2B5EF4-FFF2-40B4-BE49-F238E27FC236}">
                <a16:creationId xmlns:a16="http://schemas.microsoft.com/office/drawing/2014/main" id="{89D039C1-0F33-B3A4-9507-9D9EDB6509B7}"/>
              </a:ext>
            </a:extLst>
          </p:cNvPr>
          <p:cNvGrpSpPr/>
          <p:nvPr/>
        </p:nvGrpSpPr>
        <p:grpSpPr>
          <a:xfrm>
            <a:off x="8533126" y="4686307"/>
            <a:ext cx="204135" cy="506355"/>
            <a:chOff x="7613005" y="4054581"/>
            <a:chExt cx="256246" cy="635617"/>
          </a:xfrm>
          <a:solidFill>
            <a:schemeClr val="accent1"/>
          </a:solidFill>
        </p:grpSpPr>
        <p:sp>
          <p:nvSpPr>
            <p:cNvPr id="281" name="楕円 280">
              <a:extLst>
                <a:ext uri="{FF2B5EF4-FFF2-40B4-BE49-F238E27FC236}">
                  <a16:creationId xmlns:a16="http://schemas.microsoft.com/office/drawing/2014/main" id="{91E5CD69-104F-A1E5-53F7-1B1329788159}"/>
                </a:ext>
              </a:extLst>
            </p:cNvPr>
            <p:cNvSpPr/>
            <p:nvPr/>
          </p:nvSpPr>
          <p:spPr>
            <a:xfrm>
              <a:off x="7670155" y="4504326"/>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82" name="楕円 281">
              <a:extLst>
                <a:ext uri="{FF2B5EF4-FFF2-40B4-BE49-F238E27FC236}">
                  <a16:creationId xmlns:a16="http://schemas.microsoft.com/office/drawing/2014/main" id="{AF0A008B-5DEB-106B-B85F-35D16052E933}"/>
                </a:ext>
              </a:extLst>
            </p:cNvPr>
            <p:cNvSpPr/>
            <p:nvPr/>
          </p:nvSpPr>
          <p:spPr>
            <a:xfrm>
              <a:off x="7641580" y="4279453"/>
              <a:ext cx="199096" cy="185872"/>
            </a:xfrm>
            <a:prstGeom prst="ellipse">
              <a:avLst/>
            </a:prstGeom>
            <a:solidFill>
              <a:schemeClr val="bg1">
                <a:lumMod val="7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83" name="楕円 282">
              <a:extLst>
                <a:ext uri="{FF2B5EF4-FFF2-40B4-BE49-F238E27FC236}">
                  <a16:creationId xmlns:a16="http://schemas.microsoft.com/office/drawing/2014/main" id="{2688467F-8583-DFB2-4892-4DF75F231384}"/>
                </a:ext>
              </a:extLst>
            </p:cNvPr>
            <p:cNvSpPr/>
            <p:nvPr/>
          </p:nvSpPr>
          <p:spPr>
            <a:xfrm>
              <a:off x="7613005" y="4054581"/>
              <a:ext cx="199096" cy="185872"/>
            </a:xfrm>
            <a:prstGeom prst="ellipse">
              <a:avLst/>
            </a:prstGeom>
            <a:solidFill>
              <a:schemeClr val="bg1">
                <a:lumMod val="7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grpSp>
        <p:nvGrpSpPr>
          <p:cNvPr id="284" name="グループ化 283">
            <a:extLst>
              <a:ext uri="{FF2B5EF4-FFF2-40B4-BE49-F238E27FC236}">
                <a16:creationId xmlns:a16="http://schemas.microsoft.com/office/drawing/2014/main" id="{94B7FE77-E6FF-42B2-ED49-B000C150AE74}"/>
              </a:ext>
            </a:extLst>
          </p:cNvPr>
          <p:cNvGrpSpPr/>
          <p:nvPr/>
        </p:nvGrpSpPr>
        <p:grpSpPr>
          <a:xfrm>
            <a:off x="8533126" y="5422470"/>
            <a:ext cx="204135" cy="506355"/>
            <a:chOff x="7613005" y="4054581"/>
            <a:chExt cx="256246" cy="635617"/>
          </a:xfrm>
          <a:solidFill>
            <a:schemeClr val="accent1"/>
          </a:solidFill>
        </p:grpSpPr>
        <p:sp>
          <p:nvSpPr>
            <p:cNvPr id="285" name="楕円 284">
              <a:extLst>
                <a:ext uri="{FF2B5EF4-FFF2-40B4-BE49-F238E27FC236}">
                  <a16:creationId xmlns:a16="http://schemas.microsoft.com/office/drawing/2014/main" id="{B7F17AFA-E45B-E5EA-9E55-092DF9E6E276}"/>
                </a:ext>
              </a:extLst>
            </p:cNvPr>
            <p:cNvSpPr/>
            <p:nvPr/>
          </p:nvSpPr>
          <p:spPr>
            <a:xfrm>
              <a:off x="7670155" y="4504326"/>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86" name="楕円 285">
              <a:extLst>
                <a:ext uri="{FF2B5EF4-FFF2-40B4-BE49-F238E27FC236}">
                  <a16:creationId xmlns:a16="http://schemas.microsoft.com/office/drawing/2014/main" id="{4214C4E2-6F9A-5A0D-BCD2-9F8570BE8D40}"/>
                </a:ext>
              </a:extLst>
            </p:cNvPr>
            <p:cNvSpPr/>
            <p:nvPr/>
          </p:nvSpPr>
          <p:spPr>
            <a:xfrm>
              <a:off x="7641580" y="4279453"/>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87" name="楕円 286">
              <a:extLst>
                <a:ext uri="{FF2B5EF4-FFF2-40B4-BE49-F238E27FC236}">
                  <a16:creationId xmlns:a16="http://schemas.microsoft.com/office/drawing/2014/main" id="{780E1560-DF12-F888-B2F7-1404134D98DC}"/>
                </a:ext>
              </a:extLst>
            </p:cNvPr>
            <p:cNvSpPr/>
            <p:nvPr/>
          </p:nvSpPr>
          <p:spPr>
            <a:xfrm>
              <a:off x="7613005" y="4054581"/>
              <a:ext cx="199096" cy="185872"/>
            </a:xfrm>
            <a:prstGeom prst="ellipse">
              <a:avLst/>
            </a:prstGeom>
            <a:solidFill>
              <a:schemeClr val="bg1">
                <a:lumMod val="7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grpSp>
        <p:nvGrpSpPr>
          <p:cNvPr id="296" name="グループ化 295">
            <a:extLst>
              <a:ext uri="{FF2B5EF4-FFF2-40B4-BE49-F238E27FC236}">
                <a16:creationId xmlns:a16="http://schemas.microsoft.com/office/drawing/2014/main" id="{B5B950EF-7EA7-D6CF-D3DB-CE11817B4C3E}"/>
              </a:ext>
            </a:extLst>
          </p:cNvPr>
          <p:cNvGrpSpPr/>
          <p:nvPr/>
        </p:nvGrpSpPr>
        <p:grpSpPr>
          <a:xfrm>
            <a:off x="7135508" y="2614506"/>
            <a:ext cx="4564411" cy="807400"/>
            <a:chOff x="7135508" y="2614506"/>
            <a:chExt cx="4564411" cy="807400"/>
          </a:xfrm>
        </p:grpSpPr>
        <p:cxnSp>
          <p:nvCxnSpPr>
            <p:cNvPr id="297" name="直線コネクタ 296">
              <a:extLst>
                <a:ext uri="{FF2B5EF4-FFF2-40B4-BE49-F238E27FC236}">
                  <a16:creationId xmlns:a16="http://schemas.microsoft.com/office/drawing/2014/main" id="{BB24EB33-C422-975D-A3A5-21E9629E8939}"/>
                </a:ext>
              </a:extLst>
            </p:cNvPr>
            <p:cNvCxnSpPr>
              <a:cxnSpLocks/>
            </p:cNvCxnSpPr>
            <p:nvPr/>
          </p:nvCxnSpPr>
          <p:spPr>
            <a:xfrm>
              <a:off x="7181850" y="3027522"/>
              <a:ext cx="4518069" cy="0"/>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grpSp>
          <p:nvGrpSpPr>
            <p:cNvPr id="298" name="グループ化 297">
              <a:extLst>
                <a:ext uri="{FF2B5EF4-FFF2-40B4-BE49-F238E27FC236}">
                  <a16:creationId xmlns:a16="http://schemas.microsoft.com/office/drawing/2014/main" id="{B3B06C05-ED56-E185-9B31-4702F88A2A1D}"/>
                </a:ext>
              </a:extLst>
            </p:cNvPr>
            <p:cNvGrpSpPr/>
            <p:nvPr/>
          </p:nvGrpSpPr>
          <p:grpSpPr>
            <a:xfrm>
              <a:off x="7135508" y="2614506"/>
              <a:ext cx="524313" cy="807400"/>
              <a:chOff x="7430783" y="2595456"/>
              <a:chExt cx="524313" cy="807400"/>
            </a:xfrm>
          </p:grpSpPr>
          <p:sp>
            <p:nvSpPr>
              <p:cNvPr id="299" name="テキスト ボックス 298">
                <a:extLst>
                  <a:ext uri="{FF2B5EF4-FFF2-40B4-BE49-F238E27FC236}">
                    <a16:creationId xmlns:a16="http://schemas.microsoft.com/office/drawing/2014/main" id="{C68C838D-402E-3622-D203-2092742CCE6A}"/>
                  </a:ext>
                </a:extLst>
              </p:cNvPr>
              <p:cNvSpPr txBox="1"/>
              <p:nvPr/>
            </p:nvSpPr>
            <p:spPr>
              <a:xfrm>
                <a:off x="7430783" y="2595456"/>
                <a:ext cx="524313" cy="369332"/>
              </a:xfrm>
              <a:prstGeom prst="rect">
                <a:avLst/>
              </a:prstGeom>
              <a:noFill/>
            </p:spPr>
            <p:txBody>
              <a:bodyPr wrap="square" rtlCol="0">
                <a:spAutoFit/>
              </a:bodyPr>
              <a:lstStyle/>
              <a:p>
                <a:pPr algn="ctr"/>
                <a:r>
                  <a:rPr kumimoji="1" lang="ja-JP" altLang="en-US" b="1" dirty="0">
                    <a:solidFill>
                      <a:schemeClr val="bg1">
                        <a:lumMod val="95000"/>
                      </a:schemeClr>
                    </a:solidFill>
                    <a:latin typeface="原稿用標準書体" panose="03000503000000000000" pitchFamily="66" charset="-128"/>
                    <a:ea typeface="原稿用標準書体" panose="03000503000000000000" pitchFamily="66" charset="-128"/>
                  </a:rPr>
                  <a:t>前</a:t>
                </a:r>
                <a:endParaRPr kumimoji="1" lang="ja-JP" altLang="en-US" sz="28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300" name="テキスト ボックス 299">
                <a:extLst>
                  <a:ext uri="{FF2B5EF4-FFF2-40B4-BE49-F238E27FC236}">
                    <a16:creationId xmlns:a16="http://schemas.microsoft.com/office/drawing/2014/main" id="{544E4DA5-4C34-B9B1-907C-3DCC8577687D}"/>
                  </a:ext>
                </a:extLst>
              </p:cNvPr>
              <p:cNvSpPr txBox="1"/>
              <p:nvPr/>
            </p:nvSpPr>
            <p:spPr>
              <a:xfrm>
                <a:off x="7430783" y="3033524"/>
                <a:ext cx="524313" cy="369332"/>
              </a:xfrm>
              <a:prstGeom prst="rect">
                <a:avLst/>
              </a:prstGeom>
              <a:noFill/>
            </p:spPr>
            <p:txBody>
              <a:bodyPr wrap="square" rtlCol="0">
                <a:spAutoFit/>
              </a:bodyPr>
              <a:lstStyle/>
              <a:p>
                <a:pPr algn="ctr"/>
                <a:r>
                  <a:rPr kumimoji="1" lang="ja-JP" altLang="en-US" b="1" dirty="0">
                    <a:solidFill>
                      <a:schemeClr val="bg1">
                        <a:lumMod val="95000"/>
                      </a:schemeClr>
                    </a:solidFill>
                    <a:latin typeface="原稿用標準書体" panose="03000503000000000000" pitchFamily="66" charset="-128"/>
                    <a:ea typeface="原稿用標準書体" panose="03000503000000000000" pitchFamily="66" charset="-128"/>
                  </a:rPr>
                  <a:t>後</a:t>
                </a:r>
                <a:endParaRPr kumimoji="1" lang="ja-JP" altLang="en-US" sz="28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spTree>
    <p:extLst>
      <p:ext uri="{BB962C8B-B14F-4D97-AF65-F5344CB8AC3E}">
        <p14:creationId xmlns:p14="http://schemas.microsoft.com/office/powerpoint/2010/main" val="13171751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path" presetSubtype="0" accel="50000" decel="50000" fill="hold" nodeType="withEffect">
                                  <p:stCondLst>
                                    <p:cond delay="0"/>
                                  </p:stCondLst>
                                  <p:childTnLst>
                                    <p:animMotion origin="layout" path="M 4.16667E-7 -1.85185E-6 L -0.05065 -1.85185E-6 " pathEditMode="relative" rAng="0" ptsTypes="AA">
                                      <p:cBhvr>
                                        <p:cTn id="6" dur="250" fill="hold"/>
                                        <p:tgtEl>
                                          <p:spTgt spid="85"/>
                                        </p:tgtEl>
                                        <p:attrNameLst>
                                          <p:attrName>ppt_x</p:attrName>
                                          <p:attrName>ppt_y</p:attrName>
                                        </p:attrNameLst>
                                      </p:cBhvr>
                                      <p:rCtr x="-2539" y="0"/>
                                    </p:animMotion>
                                  </p:childTnLst>
                                </p:cTn>
                              </p:par>
                              <p:par>
                                <p:cTn id="7" presetID="53" presetClass="entr" presetSubtype="16" fill="hold" nodeType="withEffect">
                                  <p:stCondLst>
                                    <p:cond delay="0"/>
                                  </p:stCondLst>
                                  <p:childTnLst>
                                    <p:set>
                                      <p:cBhvr>
                                        <p:cTn id="8" dur="1" fill="hold">
                                          <p:stCondLst>
                                            <p:cond delay="0"/>
                                          </p:stCondLst>
                                        </p:cTn>
                                        <p:tgtEl>
                                          <p:spTgt spid="183"/>
                                        </p:tgtEl>
                                        <p:attrNameLst>
                                          <p:attrName>style.visibility</p:attrName>
                                        </p:attrNameLst>
                                      </p:cBhvr>
                                      <p:to>
                                        <p:strVal val="visible"/>
                                      </p:to>
                                    </p:set>
                                    <p:anim calcmode="lin" valueType="num">
                                      <p:cBhvr>
                                        <p:cTn id="9" dur="250" fill="hold"/>
                                        <p:tgtEl>
                                          <p:spTgt spid="183"/>
                                        </p:tgtEl>
                                        <p:attrNameLst>
                                          <p:attrName>ppt_w</p:attrName>
                                        </p:attrNameLst>
                                      </p:cBhvr>
                                      <p:tavLst>
                                        <p:tav tm="0">
                                          <p:val>
                                            <p:fltVal val="0"/>
                                          </p:val>
                                        </p:tav>
                                        <p:tav tm="100000">
                                          <p:val>
                                            <p:strVal val="#ppt_w"/>
                                          </p:val>
                                        </p:tav>
                                      </p:tavLst>
                                    </p:anim>
                                    <p:anim calcmode="lin" valueType="num">
                                      <p:cBhvr>
                                        <p:cTn id="10" dur="250" fill="hold"/>
                                        <p:tgtEl>
                                          <p:spTgt spid="183"/>
                                        </p:tgtEl>
                                        <p:attrNameLst>
                                          <p:attrName>ppt_h</p:attrName>
                                        </p:attrNameLst>
                                      </p:cBhvr>
                                      <p:tavLst>
                                        <p:tav tm="0">
                                          <p:val>
                                            <p:fltVal val="0"/>
                                          </p:val>
                                        </p:tav>
                                        <p:tav tm="100000">
                                          <p:val>
                                            <p:strVal val="#ppt_h"/>
                                          </p:val>
                                        </p:tav>
                                      </p:tavLst>
                                    </p:anim>
                                    <p:animEffect transition="in" filter="fade">
                                      <p:cBhvr>
                                        <p:cTn id="11" dur="250"/>
                                        <p:tgtEl>
                                          <p:spTgt spid="183"/>
                                        </p:tgtEl>
                                      </p:cBhvr>
                                    </p:animEffect>
                                  </p:childTnLst>
                                </p:cTn>
                              </p:par>
                            </p:childTnLst>
                          </p:cTn>
                        </p:par>
                      </p:childTnLst>
                    </p:cTn>
                  </p:par>
                  <p:par>
                    <p:cTn id="12" fill="hold">
                      <p:stCondLst>
                        <p:cond delay="indefinite"/>
                      </p:stCondLst>
                      <p:childTnLst>
                        <p:par>
                          <p:cTn id="13" fill="hold">
                            <p:stCondLst>
                              <p:cond delay="0"/>
                            </p:stCondLst>
                            <p:childTnLst>
                              <p:par>
                                <p:cTn id="14" presetID="32" presetClass="emph" presetSubtype="0" fill="hold" nodeType="clickEffect">
                                  <p:stCondLst>
                                    <p:cond delay="0"/>
                                  </p:stCondLst>
                                  <p:childTnLst>
                                    <p:animRot by="120000">
                                      <p:cBhvr>
                                        <p:cTn id="15" dur="25" fill="hold">
                                          <p:stCondLst>
                                            <p:cond delay="0"/>
                                          </p:stCondLst>
                                        </p:cTn>
                                        <p:tgtEl>
                                          <p:spTgt spid="183"/>
                                        </p:tgtEl>
                                        <p:attrNameLst>
                                          <p:attrName>r</p:attrName>
                                        </p:attrNameLst>
                                      </p:cBhvr>
                                    </p:animRot>
                                    <p:animRot by="-240000">
                                      <p:cBhvr>
                                        <p:cTn id="16" dur="50" fill="hold">
                                          <p:stCondLst>
                                            <p:cond delay="50"/>
                                          </p:stCondLst>
                                        </p:cTn>
                                        <p:tgtEl>
                                          <p:spTgt spid="183"/>
                                        </p:tgtEl>
                                        <p:attrNameLst>
                                          <p:attrName>r</p:attrName>
                                        </p:attrNameLst>
                                      </p:cBhvr>
                                    </p:animRot>
                                    <p:animRot by="240000">
                                      <p:cBhvr>
                                        <p:cTn id="17" dur="50" fill="hold">
                                          <p:stCondLst>
                                            <p:cond delay="100"/>
                                          </p:stCondLst>
                                        </p:cTn>
                                        <p:tgtEl>
                                          <p:spTgt spid="183"/>
                                        </p:tgtEl>
                                        <p:attrNameLst>
                                          <p:attrName>r</p:attrName>
                                        </p:attrNameLst>
                                      </p:cBhvr>
                                    </p:animRot>
                                    <p:animRot by="-240000">
                                      <p:cBhvr>
                                        <p:cTn id="18" dur="50" fill="hold">
                                          <p:stCondLst>
                                            <p:cond delay="150"/>
                                          </p:stCondLst>
                                        </p:cTn>
                                        <p:tgtEl>
                                          <p:spTgt spid="183"/>
                                        </p:tgtEl>
                                        <p:attrNameLst>
                                          <p:attrName>r</p:attrName>
                                        </p:attrNameLst>
                                      </p:cBhvr>
                                    </p:animRot>
                                    <p:animRot by="120000">
                                      <p:cBhvr>
                                        <p:cTn id="19" dur="50" fill="hold">
                                          <p:stCondLst>
                                            <p:cond delay="200"/>
                                          </p:stCondLst>
                                        </p:cTn>
                                        <p:tgtEl>
                                          <p:spTgt spid="183"/>
                                        </p:tgtEl>
                                        <p:attrNameLst>
                                          <p:attrName>r</p:attrName>
                                        </p:attrNameLst>
                                      </p:cBhvr>
                                    </p:animRo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5.xml><?xml version="1.0" encoding="utf-8"?>
<p:sld xmlns:a="http://schemas.openxmlformats.org/drawingml/2006/main" xmlns:r="http://schemas.openxmlformats.org/officeDocument/2006/relationships" xmlns:p="http://schemas.openxmlformats.org/presentationml/2006/main">
  <p:cSld>
    <p:bg>
      <p:bgPr>
        <a:gradFill>
          <a:gsLst>
            <a:gs pos="46690">
              <a:schemeClr val="accent6">
                <a:lumMod val="75000"/>
              </a:schemeClr>
            </a:gs>
            <a:gs pos="0">
              <a:schemeClr val="accent6">
                <a:lumMod val="50000"/>
              </a:schemeClr>
            </a:gs>
            <a:gs pos="23000">
              <a:schemeClr val="accent6">
                <a:lumMod val="75000"/>
              </a:schemeClr>
            </a:gs>
            <a:gs pos="69000">
              <a:schemeClr val="accent6">
                <a:lumMod val="50000"/>
              </a:schemeClr>
            </a:gs>
            <a:gs pos="97000">
              <a:schemeClr val="tx1">
                <a:lumMod val="85000"/>
                <a:lumOff val="15000"/>
              </a:schemeClr>
            </a:gs>
          </a:gsLst>
          <a:path path="circle">
            <a:fillToRect l="50000" t="50000" r="50000" b="50000"/>
          </a:path>
        </a:gradFill>
        <a:effectLst/>
      </p:bgPr>
    </p:bg>
    <p:spTree>
      <p:nvGrpSpPr>
        <p:cNvPr id="1" name="">
          <a:extLst>
            <a:ext uri="{FF2B5EF4-FFF2-40B4-BE49-F238E27FC236}">
              <a16:creationId xmlns:a16="http://schemas.microsoft.com/office/drawing/2014/main" id="{62740C6F-B712-220F-F5ED-EBAA69FFE7E4}"/>
            </a:ext>
          </a:extLst>
        </p:cNvPr>
        <p:cNvGrpSpPr/>
        <p:nvPr/>
      </p:nvGrpSpPr>
      <p:grpSpPr>
        <a:xfrm>
          <a:off x="0" y="0"/>
          <a:ext cx="0" cy="0"/>
          <a:chOff x="0" y="0"/>
          <a:chExt cx="0" cy="0"/>
        </a:xfrm>
      </p:grpSpPr>
      <p:sp>
        <p:nvSpPr>
          <p:cNvPr id="80" name="楕円 79">
            <a:extLst>
              <a:ext uri="{FF2B5EF4-FFF2-40B4-BE49-F238E27FC236}">
                <a16:creationId xmlns:a16="http://schemas.microsoft.com/office/drawing/2014/main" id="{5284DC9B-C303-865E-8CEC-871488803095}"/>
              </a:ext>
            </a:extLst>
          </p:cNvPr>
          <p:cNvSpPr/>
          <p:nvPr/>
        </p:nvSpPr>
        <p:spPr>
          <a:xfrm>
            <a:off x="-2195336" y="-748783"/>
            <a:ext cx="8978692" cy="8369559"/>
          </a:xfrm>
          <a:prstGeom prst="ellipse">
            <a:avLst/>
          </a:prstGeom>
          <a:solidFill>
            <a:srgbClr val="CC66FF">
              <a:alpha val="6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 name="四角形: 角を丸くする 1">
            <a:extLst>
              <a:ext uri="{FF2B5EF4-FFF2-40B4-BE49-F238E27FC236}">
                <a16:creationId xmlns:a16="http://schemas.microsoft.com/office/drawing/2014/main" id="{A673B103-5CB1-E7E8-3031-105CEAF4A6E8}"/>
              </a:ext>
            </a:extLst>
          </p:cNvPr>
          <p:cNvSpPr/>
          <p:nvPr/>
        </p:nvSpPr>
        <p:spPr>
          <a:xfrm>
            <a:off x="658742" y="891074"/>
            <a:ext cx="2747226"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3" name="四角形: 角を丸くする 2">
            <a:extLst>
              <a:ext uri="{FF2B5EF4-FFF2-40B4-BE49-F238E27FC236}">
                <a16:creationId xmlns:a16="http://schemas.microsoft.com/office/drawing/2014/main" id="{D1F8604C-FABA-93CD-827D-BE0D974CBA95}"/>
              </a:ext>
            </a:extLst>
          </p:cNvPr>
          <p:cNvSpPr/>
          <p:nvPr/>
        </p:nvSpPr>
        <p:spPr>
          <a:xfrm>
            <a:off x="658742" y="1626637"/>
            <a:ext cx="2747226"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6" name="四角形: 角を丸くする 5">
            <a:extLst>
              <a:ext uri="{FF2B5EF4-FFF2-40B4-BE49-F238E27FC236}">
                <a16:creationId xmlns:a16="http://schemas.microsoft.com/office/drawing/2014/main" id="{507E6932-9967-670B-FB75-C54384A342F5}"/>
              </a:ext>
            </a:extLst>
          </p:cNvPr>
          <p:cNvSpPr/>
          <p:nvPr/>
        </p:nvSpPr>
        <p:spPr>
          <a:xfrm>
            <a:off x="658742" y="2362200"/>
            <a:ext cx="2747226"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8" name="四角形: 角を丸くする 7">
            <a:extLst>
              <a:ext uri="{FF2B5EF4-FFF2-40B4-BE49-F238E27FC236}">
                <a16:creationId xmlns:a16="http://schemas.microsoft.com/office/drawing/2014/main" id="{CBC9E5DB-F57C-8296-22EB-05784CB1916D}"/>
              </a:ext>
            </a:extLst>
          </p:cNvPr>
          <p:cNvSpPr/>
          <p:nvPr/>
        </p:nvSpPr>
        <p:spPr>
          <a:xfrm>
            <a:off x="658742" y="3833326"/>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9" name="四角形: 角を丸くする 8">
            <a:extLst>
              <a:ext uri="{FF2B5EF4-FFF2-40B4-BE49-F238E27FC236}">
                <a16:creationId xmlns:a16="http://schemas.microsoft.com/office/drawing/2014/main" id="{0222551E-EB0E-6AFE-829F-C23BFD966798}"/>
              </a:ext>
            </a:extLst>
          </p:cNvPr>
          <p:cNvSpPr/>
          <p:nvPr/>
        </p:nvSpPr>
        <p:spPr>
          <a:xfrm>
            <a:off x="658742" y="4568889"/>
            <a:ext cx="2747226"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10" name="四角形: 角を丸くする 9">
            <a:extLst>
              <a:ext uri="{FF2B5EF4-FFF2-40B4-BE49-F238E27FC236}">
                <a16:creationId xmlns:a16="http://schemas.microsoft.com/office/drawing/2014/main" id="{A2C7B81C-7628-5976-C3DF-07CEAA2627AE}"/>
              </a:ext>
            </a:extLst>
          </p:cNvPr>
          <p:cNvSpPr/>
          <p:nvPr/>
        </p:nvSpPr>
        <p:spPr>
          <a:xfrm>
            <a:off x="658742" y="5304452"/>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sp>
        <p:nvSpPr>
          <p:cNvPr id="13" name="楕円 12">
            <a:extLst>
              <a:ext uri="{FF2B5EF4-FFF2-40B4-BE49-F238E27FC236}">
                <a16:creationId xmlns:a16="http://schemas.microsoft.com/office/drawing/2014/main" id="{05CCE5C2-EEA8-50E1-2851-EF385624C2ED}"/>
              </a:ext>
            </a:extLst>
          </p:cNvPr>
          <p:cNvSpPr/>
          <p:nvPr/>
        </p:nvSpPr>
        <p:spPr>
          <a:xfrm>
            <a:off x="835866" y="942392"/>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5" name="楕円 14">
            <a:extLst>
              <a:ext uri="{FF2B5EF4-FFF2-40B4-BE49-F238E27FC236}">
                <a16:creationId xmlns:a16="http://schemas.microsoft.com/office/drawing/2014/main" id="{94B9C60B-4492-7271-217E-4424B751CA1A}"/>
              </a:ext>
            </a:extLst>
          </p:cNvPr>
          <p:cNvSpPr/>
          <p:nvPr/>
        </p:nvSpPr>
        <p:spPr>
          <a:xfrm>
            <a:off x="835866" y="1677955"/>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9" name="楕円 18">
            <a:extLst>
              <a:ext uri="{FF2B5EF4-FFF2-40B4-BE49-F238E27FC236}">
                <a16:creationId xmlns:a16="http://schemas.microsoft.com/office/drawing/2014/main" id="{03B8D01C-22C0-4984-F45E-A995C4D0BD12}"/>
              </a:ext>
            </a:extLst>
          </p:cNvPr>
          <p:cNvSpPr/>
          <p:nvPr/>
        </p:nvSpPr>
        <p:spPr>
          <a:xfrm>
            <a:off x="835866" y="5355770"/>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22" name="楕円 21">
            <a:extLst>
              <a:ext uri="{FF2B5EF4-FFF2-40B4-BE49-F238E27FC236}">
                <a16:creationId xmlns:a16="http://schemas.microsoft.com/office/drawing/2014/main" id="{E2996829-D432-699F-6D57-3404EE4629E6}"/>
              </a:ext>
            </a:extLst>
          </p:cNvPr>
          <p:cNvSpPr/>
          <p:nvPr/>
        </p:nvSpPr>
        <p:spPr>
          <a:xfrm>
            <a:off x="835866" y="4620207"/>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28" name="楕円 27">
            <a:extLst>
              <a:ext uri="{FF2B5EF4-FFF2-40B4-BE49-F238E27FC236}">
                <a16:creationId xmlns:a16="http://schemas.microsoft.com/office/drawing/2014/main" id="{D92F7DAA-54EA-FBAD-1783-C031CA60D5D0}"/>
              </a:ext>
            </a:extLst>
          </p:cNvPr>
          <p:cNvSpPr/>
          <p:nvPr/>
        </p:nvSpPr>
        <p:spPr>
          <a:xfrm>
            <a:off x="835866" y="3884644"/>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34" name="楕円 33">
            <a:extLst>
              <a:ext uri="{FF2B5EF4-FFF2-40B4-BE49-F238E27FC236}">
                <a16:creationId xmlns:a16="http://schemas.microsoft.com/office/drawing/2014/main" id="{ADF70BEE-B99F-DB79-F3ED-F8EAFB71DB6C}"/>
              </a:ext>
            </a:extLst>
          </p:cNvPr>
          <p:cNvSpPr/>
          <p:nvPr/>
        </p:nvSpPr>
        <p:spPr>
          <a:xfrm>
            <a:off x="835866" y="241351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36" name="四角形: 角を丸くする 35">
            <a:extLst>
              <a:ext uri="{FF2B5EF4-FFF2-40B4-BE49-F238E27FC236}">
                <a16:creationId xmlns:a16="http://schemas.microsoft.com/office/drawing/2014/main" id="{B22CD307-BD33-5311-4157-A7C15C0CFB9D}"/>
              </a:ext>
            </a:extLst>
          </p:cNvPr>
          <p:cNvSpPr/>
          <p:nvPr/>
        </p:nvSpPr>
        <p:spPr>
          <a:xfrm>
            <a:off x="2795756" y="914399"/>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7" name="四角形: 角を丸くする 36">
            <a:extLst>
              <a:ext uri="{FF2B5EF4-FFF2-40B4-BE49-F238E27FC236}">
                <a16:creationId xmlns:a16="http://schemas.microsoft.com/office/drawing/2014/main" id="{A01DC856-C6D8-0FC3-CF7B-307107D29469}"/>
              </a:ext>
            </a:extLst>
          </p:cNvPr>
          <p:cNvSpPr/>
          <p:nvPr/>
        </p:nvSpPr>
        <p:spPr>
          <a:xfrm>
            <a:off x="2795756" y="5324668"/>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8" name="四角形: 角を丸くする 37">
            <a:extLst>
              <a:ext uri="{FF2B5EF4-FFF2-40B4-BE49-F238E27FC236}">
                <a16:creationId xmlns:a16="http://schemas.microsoft.com/office/drawing/2014/main" id="{B908C1D4-08E1-F9F4-16BA-9849AFF79988}"/>
              </a:ext>
            </a:extLst>
          </p:cNvPr>
          <p:cNvSpPr/>
          <p:nvPr/>
        </p:nvSpPr>
        <p:spPr>
          <a:xfrm>
            <a:off x="2795756" y="4589624"/>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9" name="四角形: 角を丸くする 38">
            <a:extLst>
              <a:ext uri="{FF2B5EF4-FFF2-40B4-BE49-F238E27FC236}">
                <a16:creationId xmlns:a16="http://schemas.microsoft.com/office/drawing/2014/main" id="{62565921-6AD9-3F66-2049-D3360B55B12C}"/>
              </a:ext>
            </a:extLst>
          </p:cNvPr>
          <p:cNvSpPr/>
          <p:nvPr/>
        </p:nvSpPr>
        <p:spPr>
          <a:xfrm>
            <a:off x="2795756" y="3854579"/>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 name="四角形: 角を丸くする 6">
            <a:extLst>
              <a:ext uri="{FF2B5EF4-FFF2-40B4-BE49-F238E27FC236}">
                <a16:creationId xmlns:a16="http://schemas.microsoft.com/office/drawing/2014/main" id="{6C2ED77F-5E85-6469-68CF-A36963D5F348}"/>
              </a:ext>
            </a:extLst>
          </p:cNvPr>
          <p:cNvSpPr/>
          <p:nvPr/>
        </p:nvSpPr>
        <p:spPr>
          <a:xfrm>
            <a:off x="1255608" y="3097763"/>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31" name="楕円 30">
            <a:extLst>
              <a:ext uri="{FF2B5EF4-FFF2-40B4-BE49-F238E27FC236}">
                <a16:creationId xmlns:a16="http://schemas.microsoft.com/office/drawing/2014/main" id="{5089AC0A-85DD-1FF9-D245-0C614A7327C2}"/>
              </a:ext>
            </a:extLst>
          </p:cNvPr>
          <p:cNvSpPr/>
          <p:nvPr/>
        </p:nvSpPr>
        <p:spPr>
          <a:xfrm>
            <a:off x="1432732" y="3149081"/>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40" name="四角形: 角を丸くする 39">
            <a:extLst>
              <a:ext uri="{FF2B5EF4-FFF2-40B4-BE49-F238E27FC236}">
                <a16:creationId xmlns:a16="http://schemas.microsoft.com/office/drawing/2014/main" id="{164B959A-3B98-5EE9-4F19-ABE60FD6BAEE}"/>
              </a:ext>
            </a:extLst>
          </p:cNvPr>
          <p:cNvSpPr/>
          <p:nvPr/>
        </p:nvSpPr>
        <p:spPr>
          <a:xfrm>
            <a:off x="3392623" y="3119534"/>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41" name="四角形: 角を丸くする 40">
            <a:extLst>
              <a:ext uri="{FF2B5EF4-FFF2-40B4-BE49-F238E27FC236}">
                <a16:creationId xmlns:a16="http://schemas.microsoft.com/office/drawing/2014/main" id="{0F17AC8B-47EE-5E3E-B41F-0E22DFD83070}"/>
              </a:ext>
            </a:extLst>
          </p:cNvPr>
          <p:cNvSpPr/>
          <p:nvPr/>
        </p:nvSpPr>
        <p:spPr>
          <a:xfrm>
            <a:off x="2795756" y="2384489"/>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42" name="四角形: 角を丸くする 41">
            <a:extLst>
              <a:ext uri="{FF2B5EF4-FFF2-40B4-BE49-F238E27FC236}">
                <a16:creationId xmlns:a16="http://schemas.microsoft.com/office/drawing/2014/main" id="{8AD26D88-CC7B-A578-4D3C-8D0751565B7C}"/>
              </a:ext>
            </a:extLst>
          </p:cNvPr>
          <p:cNvSpPr/>
          <p:nvPr/>
        </p:nvSpPr>
        <p:spPr>
          <a:xfrm>
            <a:off x="2795756" y="1649444"/>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44" name="四角形: 角を丸くする 43">
            <a:extLst>
              <a:ext uri="{FF2B5EF4-FFF2-40B4-BE49-F238E27FC236}">
                <a16:creationId xmlns:a16="http://schemas.microsoft.com/office/drawing/2014/main" id="{F26B9824-2C12-1B57-AA51-D7412E5F6CC6}"/>
              </a:ext>
            </a:extLst>
          </p:cNvPr>
          <p:cNvSpPr/>
          <p:nvPr/>
        </p:nvSpPr>
        <p:spPr>
          <a:xfrm flipV="1">
            <a:off x="8838120" y="5295121"/>
            <a:ext cx="2704472"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6" name="四角形: 角を丸くする 45">
            <a:extLst>
              <a:ext uri="{FF2B5EF4-FFF2-40B4-BE49-F238E27FC236}">
                <a16:creationId xmlns:a16="http://schemas.microsoft.com/office/drawing/2014/main" id="{6906507C-6D2F-87B4-C2EF-E55F8D001C58}"/>
              </a:ext>
            </a:extLst>
          </p:cNvPr>
          <p:cNvSpPr/>
          <p:nvPr/>
        </p:nvSpPr>
        <p:spPr>
          <a:xfrm flipV="1">
            <a:off x="8838120" y="3823995"/>
            <a:ext cx="2704472"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7" name="四角形: 角を丸くする 46">
            <a:extLst>
              <a:ext uri="{FF2B5EF4-FFF2-40B4-BE49-F238E27FC236}">
                <a16:creationId xmlns:a16="http://schemas.microsoft.com/office/drawing/2014/main" id="{3E2AFFC0-8BAE-98D2-9D89-2E0EBB6EF787}"/>
              </a:ext>
            </a:extLst>
          </p:cNvPr>
          <p:cNvSpPr/>
          <p:nvPr/>
        </p:nvSpPr>
        <p:spPr>
          <a:xfrm flipV="1">
            <a:off x="8838120" y="3088432"/>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8" name="四角形: 角を丸くする 47">
            <a:extLst>
              <a:ext uri="{FF2B5EF4-FFF2-40B4-BE49-F238E27FC236}">
                <a16:creationId xmlns:a16="http://schemas.microsoft.com/office/drawing/2014/main" id="{F8189910-280E-0E57-64D9-2B998B51AB89}"/>
              </a:ext>
            </a:extLst>
          </p:cNvPr>
          <p:cNvSpPr/>
          <p:nvPr/>
        </p:nvSpPr>
        <p:spPr>
          <a:xfrm flipV="1">
            <a:off x="8838120" y="2352869"/>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9" name="四角形: 角を丸くする 48">
            <a:extLst>
              <a:ext uri="{FF2B5EF4-FFF2-40B4-BE49-F238E27FC236}">
                <a16:creationId xmlns:a16="http://schemas.microsoft.com/office/drawing/2014/main" id="{E07C40E1-7ABD-D1FE-1DC7-685FB0B2CCC5}"/>
              </a:ext>
            </a:extLst>
          </p:cNvPr>
          <p:cNvSpPr/>
          <p:nvPr/>
        </p:nvSpPr>
        <p:spPr>
          <a:xfrm flipV="1">
            <a:off x="8838120" y="1617306"/>
            <a:ext cx="2704472"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50" name="四角形: 角を丸くする 49">
            <a:extLst>
              <a:ext uri="{FF2B5EF4-FFF2-40B4-BE49-F238E27FC236}">
                <a16:creationId xmlns:a16="http://schemas.microsoft.com/office/drawing/2014/main" id="{42817DF8-9B8C-4BBA-25F9-8083147968A9}"/>
              </a:ext>
            </a:extLst>
          </p:cNvPr>
          <p:cNvSpPr/>
          <p:nvPr/>
        </p:nvSpPr>
        <p:spPr>
          <a:xfrm flipV="1">
            <a:off x="8838120" y="881743"/>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grpSp>
        <p:nvGrpSpPr>
          <p:cNvPr id="51" name="グループ化 50">
            <a:extLst>
              <a:ext uri="{FF2B5EF4-FFF2-40B4-BE49-F238E27FC236}">
                <a16:creationId xmlns:a16="http://schemas.microsoft.com/office/drawing/2014/main" id="{DD47B491-985F-35B1-9C3F-C09841DB3F93}"/>
              </a:ext>
            </a:extLst>
          </p:cNvPr>
          <p:cNvGrpSpPr/>
          <p:nvPr/>
        </p:nvGrpSpPr>
        <p:grpSpPr>
          <a:xfrm>
            <a:off x="9012488" y="933061"/>
            <a:ext cx="2285281" cy="559836"/>
            <a:chOff x="858105" y="942392"/>
            <a:chExt cx="2612882" cy="559836"/>
          </a:xfrm>
        </p:grpSpPr>
        <p:sp>
          <p:nvSpPr>
            <p:cNvPr id="52" name="楕円 51">
              <a:extLst>
                <a:ext uri="{FF2B5EF4-FFF2-40B4-BE49-F238E27FC236}">
                  <a16:creationId xmlns:a16="http://schemas.microsoft.com/office/drawing/2014/main" id="{93D7D3A8-FE21-C1B1-E979-783546540DF7}"/>
                </a:ext>
              </a:extLst>
            </p:cNvPr>
            <p:cNvSpPr/>
            <p:nvPr/>
          </p:nvSpPr>
          <p:spPr>
            <a:xfrm>
              <a:off x="1838130" y="9423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53" name="楕円 52">
              <a:extLst>
                <a:ext uri="{FF2B5EF4-FFF2-40B4-BE49-F238E27FC236}">
                  <a16:creationId xmlns:a16="http://schemas.microsoft.com/office/drawing/2014/main" id="{3246CD82-74B5-0641-0134-115D0D4F0C35}"/>
                </a:ext>
              </a:extLst>
            </p:cNvPr>
            <p:cNvSpPr/>
            <p:nvPr/>
          </p:nvSpPr>
          <p:spPr>
            <a:xfrm>
              <a:off x="858105" y="9423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54" name="グループ化 53">
            <a:extLst>
              <a:ext uri="{FF2B5EF4-FFF2-40B4-BE49-F238E27FC236}">
                <a16:creationId xmlns:a16="http://schemas.microsoft.com/office/drawing/2014/main" id="{B6513AE2-D3AE-323F-A0F5-13CAE624D89A}"/>
              </a:ext>
            </a:extLst>
          </p:cNvPr>
          <p:cNvGrpSpPr/>
          <p:nvPr/>
        </p:nvGrpSpPr>
        <p:grpSpPr>
          <a:xfrm>
            <a:off x="9012488" y="1668624"/>
            <a:ext cx="2285281" cy="559836"/>
            <a:chOff x="858105" y="1673292"/>
            <a:chExt cx="2612882" cy="559836"/>
          </a:xfrm>
        </p:grpSpPr>
        <p:sp>
          <p:nvSpPr>
            <p:cNvPr id="55" name="楕円 54">
              <a:extLst>
                <a:ext uri="{FF2B5EF4-FFF2-40B4-BE49-F238E27FC236}">
                  <a16:creationId xmlns:a16="http://schemas.microsoft.com/office/drawing/2014/main" id="{8FD5A7D8-9688-2CDB-CA10-CD2B40A08729}"/>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56" name="楕円 55">
              <a:extLst>
                <a:ext uri="{FF2B5EF4-FFF2-40B4-BE49-F238E27FC236}">
                  <a16:creationId xmlns:a16="http://schemas.microsoft.com/office/drawing/2014/main" id="{E1731EA3-D137-D6DA-403C-D8D0E37BC246}"/>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57" name="グループ化 56">
            <a:extLst>
              <a:ext uri="{FF2B5EF4-FFF2-40B4-BE49-F238E27FC236}">
                <a16:creationId xmlns:a16="http://schemas.microsoft.com/office/drawing/2014/main" id="{A9AD44FF-51AD-CE65-09BF-B6A5E3242CF2}"/>
              </a:ext>
            </a:extLst>
          </p:cNvPr>
          <p:cNvGrpSpPr/>
          <p:nvPr/>
        </p:nvGrpSpPr>
        <p:grpSpPr>
          <a:xfrm>
            <a:off x="9012488" y="5346439"/>
            <a:ext cx="2285281" cy="559836"/>
            <a:chOff x="858105" y="1673292"/>
            <a:chExt cx="2612882" cy="559836"/>
          </a:xfrm>
        </p:grpSpPr>
        <p:sp>
          <p:nvSpPr>
            <p:cNvPr id="58" name="楕円 57">
              <a:extLst>
                <a:ext uri="{FF2B5EF4-FFF2-40B4-BE49-F238E27FC236}">
                  <a16:creationId xmlns:a16="http://schemas.microsoft.com/office/drawing/2014/main" id="{7AFDA751-E4E1-DD12-9940-FDDF765943E6}"/>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59" name="楕円 58">
              <a:extLst>
                <a:ext uri="{FF2B5EF4-FFF2-40B4-BE49-F238E27FC236}">
                  <a16:creationId xmlns:a16="http://schemas.microsoft.com/office/drawing/2014/main" id="{8D92E109-2FB3-D632-CE15-48CEFD89B08E}"/>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63" name="グループ化 62">
            <a:extLst>
              <a:ext uri="{FF2B5EF4-FFF2-40B4-BE49-F238E27FC236}">
                <a16:creationId xmlns:a16="http://schemas.microsoft.com/office/drawing/2014/main" id="{940E88C6-F61E-F3C0-44AA-8E3D48FB5AE9}"/>
              </a:ext>
            </a:extLst>
          </p:cNvPr>
          <p:cNvGrpSpPr/>
          <p:nvPr/>
        </p:nvGrpSpPr>
        <p:grpSpPr>
          <a:xfrm>
            <a:off x="9012488" y="3875313"/>
            <a:ext cx="2285281" cy="559836"/>
            <a:chOff x="858105" y="1673292"/>
            <a:chExt cx="2612882" cy="559836"/>
          </a:xfrm>
        </p:grpSpPr>
        <p:sp>
          <p:nvSpPr>
            <p:cNvPr id="64" name="楕円 63">
              <a:extLst>
                <a:ext uri="{FF2B5EF4-FFF2-40B4-BE49-F238E27FC236}">
                  <a16:creationId xmlns:a16="http://schemas.microsoft.com/office/drawing/2014/main" id="{B6B67D5B-5B37-EECA-5FF7-B81E4F0C58A1}"/>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65" name="楕円 64">
              <a:extLst>
                <a:ext uri="{FF2B5EF4-FFF2-40B4-BE49-F238E27FC236}">
                  <a16:creationId xmlns:a16="http://schemas.microsoft.com/office/drawing/2014/main" id="{E93CB5D4-CF89-F8C1-0B30-79FDB7112E85}"/>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66" name="グループ化 65">
            <a:extLst>
              <a:ext uri="{FF2B5EF4-FFF2-40B4-BE49-F238E27FC236}">
                <a16:creationId xmlns:a16="http://schemas.microsoft.com/office/drawing/2014/main" id="{66CAA769-3276-78DD-3CC7-6AF8B662AA3D}"/>
              </a:ext>
            </a:extLst>
          </p:cNvPr>
          <p:cNvGrpSpPr/>
          <p:nvPr/>
        </p:nvGrpSpPr>
        <p:grpSpPr>
          <a:xfrm>
            <a:off x="9012488" y="3139750"/>
            <a:ext cx="2285281" cy="559836"/>
            <a:chOff x="858105" y="1673292"/>
            <a:chExt cx="2612882" cy="559836"/>
          </a:xfrm>
        </p:grpSpPr>
        <p:sp>
          <p:nvSpPr>
            <p:cNvPr id="67" name="楕円 66">
              <a:extLst>
                <a:ext uri="{FF2B5EF4-FFF2-40B4-BE49-F238E27FC236}">
                  <a16:creationId xmlns:a16="http://schemas.microsoft.com/office/drawing/2014/main" id="{AE60FF74-A522-89AA-E65B-7BDAE527C07D}"/>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68" name="楕円 67">
              <a:extLst>
                <a:ext uri="{FF2B5EF4-FFF2-40B4-BE49-F238E27FC236}">
                  <a16:creationId xmlns:a16="http://schemas.microsoft.com/office/drawing/2014/main" id="{C3F0D0AA-2396-1051-5CB3-765CCB696FCC}"/>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69" name="グループ化 68">
            <a:extLst>
              <a:ext uri="{FF2B5EF4-FFF2-40B4-BE49-F238E27FC236}">
                <a16:creationId xmlns:a16="http://schemas.microsoft.com/office/drawing/2014/main" id="{BC60555C-590A-429B-1BED-7AE6D03B089E}"/>
              </a:ext>
            </a:extLst>
          </p:cNvPr>
          <p:cNvGrpSpPr/>
          <p:nvPr/>
        </p:nvGrpSpPr>
        <p:grpSpPr>
          <a:xfrm>
            <a:off x="9012488" y="2404187"/>
            <a:ext cx="2285281" cy="559836"/>
            <a:chOff x="858105" y="1673292"/>
            <a:chExt cx="2612882" cy="559836"/>
          </a:xfrm>
        </p:grpSpPr>
        <p:sp>
          <p:nvSpPr>
            <p:cNvPr id="70" name="楕円 69">
              <a:extLst>
                <a:ext uri="{FF2B5EF4-FFF2-40B4-BE49-F238E27FC236}">
                  <a16:creationId xmlns:a16="http://schemas.microsoft.com/office/drawing/2014/main" id="{78A5B6D1-A807-6988-942B-49843011223E}"/>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71" name="楕円 70">
              <a:extLst>
                <a:ext uri="{FF2B5EF4-FFF2-40B4-BE49-F238E27FC236}">
                  <a16:creationId xmlns:a16="http://schemas.microsoft.com/office/drawing/2014/main" id="{6EF00BCC-E01D-62D4-23E8-8497041D5F49}"/>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sp>
        <p:nvSpPr>
          <p:cNvPr id="72" name="四角形: 角を丸くする 71">
            <a:extLst>
              <a:ext uri="{FF2B5EF4-FFF2-40B4-BE49-F238E27FC236}">
                <a16:creationId xmlns:a16="http://schemas.microsoft.com/office/drawing/2014/main" id="{42B33C86-75E6-8038-1037-96E3E8B18DD9}"/>
              </a:ext>
            </a:extLst>
          </p:cNvPr>
          <p:cNvSpPr/>
          <p:nvPr/>
        </p:nvSpPr>
        <p:spPr>
          <a:xfrm>
            <a:off x="10941877" y="90506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3" name="四角形: 角を丸くする 72">
            <a:extLst>
              <a:ext uri="{FF2B5EF4-FFF2-40B4-BE49-F238E27FC236}">
                <a16:creationId xmlns:a16="http://schemas.microsoft.com/office/drawing/2014/main" id="{5C18E6C1-8AA7-F0FB-9384-C4828DB7A9AE}"/>
              </a:ext>
            </a:extLst>
          </p:cNvPr>
          <p:cNvSpPr/>
          <p:nvPr/>
        </p:nvSpPr>
        <p:spPr>
          <a:xfrm>
            <a:off x="10941877" y="5315337"/>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90" name="グループ化 89">
            <a:extLst>
              <a:ext uri="{FF2B5EF4-FFF2-40B4-BE49-F238E27FC236}">
                <a16:creationId xmlns:a16="http://schemas.microsoft.com/office/drawing/2014/main" id="{C358192B-B3E1-CBFE-8809-5553D06AA8CF}"/>
              </a:ext>
            </a:extLst>
          </p:cNvPr>
          <p:cNvGrpSpPr/>
          <p:nvPr/>
        </p:nvGrpSpPr>
        <p:grpSpPr>
          <a:xfrm>
            <a:off x="8836094" y="4559558"/>
            <a:ext cx="2704472" cy="662473"/>
            <a:chOff x="8450427" y="4559558"/>
            <a:chExt cx="3092165" cy="662473"/>
          </a:xfrm>
        </p:grpSpPr>
        <p:sp>
          <p:nvSpPr>
            <p:cNvPr id="45" name="四角形: 角を丸くする 44">
              <a:extLst>
                <a:ext uri="{FF2B5EF4-FFF2-40B4-BE49-F238E27FC236}">
                  <a16:creationId xmlns:a16="http://schemas.microsoft.com/office/drawing/2014/main" id="{EB1FEAED-965E-7791-A285-0F2549A169B8}"/>
                </a:ext>
              </a:extLst>
            </p:cNvPr>
            <p:cNvSpPr/>
            <p:nvPr/>
          </p:nvSpPr>
          <p:spPr>
            <a:xfrm flipV="1">
              <a:off x="8450427" y="4559558"/>
              <a:ext cx="3092165"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grpSp>
          <p:nvGrpSpPr>
            <p:cNvPr id="60" name="グループ化 59">
              <a:extLst>
                <a:ext uri="{FF2B5EF4-FFF2-40B4-BE49-F238E27FC236}">
                  <a16:creationId xmlns:a16="http://schemas.microsoft.com/office/drawing/2014/main" id="{89C373C9-BD8D-35F2-4F96-56652F3EEC59}"/>
                </a:ext>
              </a:extLst>
            </p:cNvPr>
            <p:cNvGrpSpPr/>
            <p:nvPr/>
          </p:nvGrpSpPr>
          <p:grpSpPr>
            <a:xfrm>
              <a:off x="8649791" y="4610876"/>
              <a:ext cx="2612882" cy="559836"/>
              <a:chOff x="858105" y="1673292"/>
              <a:chExt cx="2612882" cy="559836"/>
            </a:xfrm>
          </p:grpSpPr>
          <p:sp>
            <p:nvSpPr>
              <p:cNvPr id="61" name="楕円 60">
                <a:extLst>
                  <a:ext uri="{FF2B5EF4-FFF2-40B4-BE49-F238E27FC236}">
                    <a16:creationId xmlns:a16="http://schemas.microsoft.com/office/drawing/2014/main" id="{EEB150E3-D309-3965-1CEB-D2BD0C7578CC}"/>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62" name="楕円 61">
                <a:extLst>
                  <a:ext uri="{FF2B5EF4-FFF2-40B4-BE49-F238E27FC236}">
                    <a16:creationId xmlns:a16="http://schemas.microsoft.com/office/drawing/2014/main" id="{498BB53A-3ECE-9729-E3D5-656A579BAAB8}"/>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sp>
          <p:nvSpPr>
            <p:cNvPr id="74" name="四角形: 角を丸くする 73">
              <a:extLst>
                <a:ext uri="{FF2B5EF4-FFF2-40B4-BE49-F238E27FC236}">
                  <a16:creationId xmlns:a16="http://schemas.microsoft.com/office/drawing/2014/main" id="{856F9045-14C8-94DF-2DE9-2743C698F256}"/>
                </a:ext>
              </a:extLst>
            </p:cNvPr>
            <p:cNvSpPr/>
            <p:nvPr/>
          </p:nvSpPr>
          <p:spPr>
            <a:xfrm>
              <a:off x="10855763" y="4580293"/>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sp>
        <p:nvSpPr>
          <p:cNvPr id="75" name="四角形: 角を丸くする 74">
            <a:extLst>
              <a:ext uri="{FF2B5EF4-FFF2-40B4-BE49-F238E27FC236}">
                <a16:creationId xmlns:a16="http://schemas.microsoft.com/office/drawing/2014/main" id="{1A34B979-954C-741A-D5CD-66EB496F6B6A}"/>
              </a:ext>
            </a:extLst>
          </p:cNvPr>
          <p:cNvSpPr/>
          <p:nvPr/>
        </p:nvSpPr>
        <p:spPr>
          <a:xfrm>
            <a:off x="10941877" y="384524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6" name="四角形: 角を丸くする 75">
            <a:extLst>
              <a:ext uri="{FF2B5EF4-FFF2-40B4-BE49-F238E27FC236}">
                <a16:creationId xmlns:a16="http://schemas.microsoft.com/office/drawing/2014/main" id="{F7A65A12-F195-3FF7-93A9-8B928DB73F06}"/>
              </a:ext>
            </a:extLst>
          </p:cNvPr>
          <p:cNvSpPr/>
          <p:nvPr/>
        </p:nvSpPr>
        <p:spPr>
          <a:xfrm>
            <a:off x="10941877" y="3110203"/>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7" name="四角形: 角を丸くする 76">
            <a:extLst>
              <a:ext uri="{FF2B5EF4-FFF2-40B4-BE49-F238E27FC236}">
                <a16:creationId xmlns:a16="http://schemas.microsoft.com/office/drawing/2014/main" id="{A14CBDC5-0363-DE95-84E7-8B8687032C47}"/>
              </a:ext>
            </a:extLst>
          </p:cNvPr>
          <p:cNvSpPr/>
          <p:nvPr/>
        </p:nvSpPr>
        <p:spPr>
          <a:xfrm>
            <a:off x="10941877" y="237515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8" name="四角形: 角を丸くする 77">
            <a:extLst>
              <a:ext uri="{FF2B5EF4-FFF2-40B4-BE49-F238E27FC236}">
                <a16:creationId xmlns:a16="http://schemas.microsoft.com/office/drawing/2014/main" id="{757D8F9C-2D98-E063-DDF2-749884CB8B57}"/>
              </a:ext>
            </a:extLst>
          </p:cNvPr>
          <p:cNvSpPr/>
          <p:nvPr/>
        </p:nvSpPr>
        <p:spPr>
          <a:xfrm>
            <a:off x="10941877" y="1640113"/>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137" name="フローチャート: 論理積ゲート 136">
            <a:extLst>
              <a:ext uri="{FF2B5EF4-FFF2-40B4-BE49-F238E27FC236}">
                <a16:creationId xmlns:a16="http://schemas.microsoft.com/office/drawing/2014/main" id="{1486F2F1-96D7-7DFB-65B5-FD49135A259E}"/>
              </a:ext>
            </a:extLst>
          </p:cNvPr>
          <p:cNvSpPr/>
          <p:nvPr/>
        </p:nvSpPr>
        <p:spPr>
          <a:xfrm>
            <a:off x="1367869" y="6169827"/>
            <a:ext cx="1225730" cy="461826"/>
          </a:xfrm>
          <a:prstGeom prst="flowChartDelay">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b="1" dirty="0">
                <a:latin typeface="BIZ UDP明朝 Medium" panose="02020500000000000000" pitchFamily="18" charset="-128"/>
                <a:ea typeface="BIZ UDP明朝 Medium" panose="02020500000000000000" pitchFamily="18" charset="-128"/>
              </a:rPr>
              <a:t>▶</a:t>
            </a:r>
            <a:r>
              <a:rPr lang="en-US" altLang="ja-JP" b="1" dirty="0">
                <a:latin typeface="BIZ UDP明朝 Medium" panose="02020500000000000000" pitchFamily="18" charset="-128"/>
                <a:ea typeface="BIZ UDP明朝 Medium" panose="02020500000000000000" pitchFamily="18" charset="-128"/>
              </a:rPr>
              <a:t>×1</a:t>
            </a:r>
            <a:endParaRPr lang="ja-JP" altLang="en-US" b="1" dirty="0">
              <a:latin typeface="BIZ UDP明朝 Medium" panose="02020500000000000000" pitchFamily="18" charset="-128"/>
              <a:ea typeface="BIZ UDP明朝 Medium" panose="02020500000000000000" pitchFamily="18" charset="-128"/>
            </a:endParaRPr>
          </a:p>
        </p:txBody>
      </p:sp>
      <p:sp>
        <p:nvSpPr>
          <p:cNvPr id="139" name="フローチャート: 論理積ゲート 138">
            <a:extLst>
              <a:ext uri="{FF2B5EF4-FFF2-40B4-BE49-F238E27FC236}">
                <a16:creationId xmlns:a16="http://schemas.microsoft.com/office/drawing/2014/main" id="{81458295-86C0-DBC6-EB76-F87159D3F826}"/>
              </a:ext>
            </a:extLst>
          </p:cNvPr>
          <p:cNvSpPr/>
          <p:nvPr/>
        </p:nvSpPr>
        <p:spPr>
          <a:xfrm>
            <a:off x="2796951" y="6169827"/>
            <a:ext cx="1225730" cy="461826"/>
          </a:xfrm>
          <a:prstGeom prst="flowChartDelay">
            <a:avLst/>
          </a:prstGeom>
          <a:solidFill>
            <a:srgbClr val="CC66FF"/>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BIZ UDP明朝 Medium" panose="02020500000000000000" pitchFamily="18" charset="-128"/>
                <a:ea typeface="BIZ UDP明朝 Medium" panose="02020500000000000000" pitchFamily="18" charset="-128"/>
              </a:rPr>
              <a:t>▶▶</a:t>
            </a:r>
            <a:r>
              <a:rPr kumimoji="1" lang="en-US" altLang="ja-JP" b="1" dirty="0">
                <a:latin typeface="BIZ UDP明朝 Medium" panose="02020500000000000000" pitchFamily="18" charset="-128"/>
                <a:ea typeface="BIZ UDP明朝 Medium" panose="02020500000000000000" pitchFamily="18" charset="-128"/>
              </a:rPr>
              <a:t>×2</a:t>
            </a:r>
            <a:endParaRPr kumimoji="1" lang="ja-JP" altLang="en-US" b="1" dirty="0">
              <a:latin typeface="BIZ UDP明朝 Medium" panose="02020500000000000000" pitchFamily="18" charset="-128"/>
              <a:ea typeface="BIZ UDP明朝 Medium" panose="02020500000000000000" pitchFamily="18" charset="-128"/>
            </a:endParaRPr>
          </a:p>
        </p:txBody>
      </p:sp>
      <p:grpSp>
        <p:nvGrpSpPr>
          <p:cNvPr id="155" name="グループ化 154">
            <a:extLst>
              <a:ext uri="{FF2B5EF4-FFF2-40B4-BE49-F238E27FC236}">
                <a16:creationId xmlns:a16="http://schemas.microsoft.com/office/drawing/2014/main" id="{64D0EFCF-6471-36A7-77A4-8650C5102936}"/>
              </a:ext>
            </a:extLst>
          </p:cNvPr>
          <p:cNvGrpSpPr/>
          <p:nvPr/>
        </p:nvGrpSpPr>
        <p:grpSpPr>
          <a:xfrm>
            <a:off x="619269" y="6128116"/>
            <a:ext cx="545248" cy="545248"/>
            <a:chOff x="4866575" y="4589624"/>
            <a:chExt cx="914400" cy="914400"/>
          </a:xfrm>
        </p:grpSpPr>
        <p:sp>
          <p:nvSpPr>
            <p:cNvPr id="154" name="四角形: 角を丸くする 153">
              <a:extLst>
                <a:ext uri="{FF2B5EF4-FFF2-40B4-BE49-F238E27FC236}">
                  <a16:creationId xmlns:a16="http://schemas.microsoft.com/office/drawing/2014/main" id="{48D16D1A-FE3B-407F-ABE5-8274C03D6C07}"/>
                </a:ext>
              </a:extLst>
            </p:cNvPr>
            <p:cNvSpPr/>
            <p:nvPr/>
          </p:nvSpPr>
          <p:spPr>
            <a:xfrm>
              <a:off x="4866575" y="4589624"/>
              <a:ext cx="914400" cy="914400"/>
            </a:xfrm>
            <a:prstGeom prst="roundRect">
              <a:avLst/>
            </a:prstGeom>
            <a:solidFill>
              <a:schemeClr val="tx1">
                <a:lumMod val="85000"/>
                <a:lumOff val="15000"/>
                <a:alpha val="7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53" name="図 152">
              <a:extLst>
                <a:ext uri="{FF2B5EF4-FFF2-40B4-BE49-F238E27FC236}">
                  <a16:creationId xmlns:a16="http://schemas.microsoft.com/office/drawing/2014/main" id="{5FEF08FA-0684-165E-3188-C929403679F8}"/>
                </a:ext>
              </a:extLst>
            </p:cNvPr>
            <p:cNvPicPr>
              <a:picLocks noChangeAspect="1"/>
            </p:cNvPicPr>
            <p:nvPr/>
          </p:nvPicPr>
          <p:blipFill>
            <a:blip r:embed="rId3">
              <a:lum bright="70000" contrast="-70000"/>
              <a:extLst>
                <a:ext uri="{28A0092B-C50C-407E-A947-70E740481C1C}">
                  <a14:useLocalDpi xmlns:a14="http://schemas.microsoft.com/office/drawing/2010/main" val="0"/>
                </a:ext>
              </a:extLst>
            </a:blip>
            <a:stretch>
              <a:fillRect/>
            </a:stretch>
          </p:blipFill>
          <p:spPr>
            <a:xfrm>
              <a:off x="5014494" y="4737543"/>
              <a:ext cx="618561" cy="618561"/>
            </a:xfrm>
            <a:prstGeom prst="rect">
              <a:avLst/>
            </a:prstGeom>
          </p:spPr>
        </p:pic>
      </p:grpSp>
      <p:grpSp>
        <p:nvGrpSpPr>
          <p:cNvPr id="162" name="グループ化 161">
            <a:extLst>
              <a:ext uri="{FF2B5EF4-FFF2-40B4-BE49-F238E27FC236}">
                <a16:creationId xmlns:a16="http://schemas.microsoft.com/office/drawing/2014/main" id="{C953ACBE-A16B-4F86-A1E2-BE994FB19C63}"/>
              </a:ext>
            </a:extLst>
          </p:cNvPr>
          <p:cNvGrpSpPr/>
          <p:nvPr/>
        </p:nvGrpSpPr>
        <p:grpSpPr>
          <a:xfrm>
            <a:off x="4366984" y="6169827"/>
            <a:ext cx="3092165" cy="493660"/>
            <a:chOff x="1719571" y="215382"/>
            <a:chExt cx="3888059" cy="426098"/>
          </a:xfrm>
          <a:solidFill>
            <a:schemeClr val="tx1">
              <a:lumMod val="95000"/>
              <a:lumOff val="5000"/>
            </a:schemeClr>
          </a:solidFill>
        </p:grpSpPr>
        <p:sp>
          <p:nvSpPr>
            <p:cNvPr id="166" name="平行四辺形 165">
              <a:extLst>
                <a:ext uri="{FF2B5EF4-FFF2-40B4-BE49-F238E27FC236}">
                  <a16:creationId xmlns:a16="http://schemas.microsoft.com/office/drawing/2014/main" id="{AAAA264F-9728-9F1B-C14E-55ED666EB910}"/>
                </a:ext>
              </a:extLst>
            </p:cNvPr>
            <p:cNvSpPr/>
            <p:nvPr/>
          </p:nvSpPr>
          <p:spPr>
            <a:xfrm>
              <a:off x="4751951"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7" name="平行四辺形 166">
              <a:extLst>
                <a:ext uri="{FF2B5EF4-FFF2-40B4-BE49-F238E27FC236}">
                  <a16:creationId xmlns:a16="http://schemas.microsoft.com/office/drawing/2014/main" id="{DE30E3CA-D9F4-E7E2-0CD7-2D8E6ABB7729}"/>
                </a:ext>
              </a:extLst>
            </p:cNvPr>
            <p:cNvSpPr/>
            <p:nvPr/>
          </p:nvSpPr>
          <p:spPr>
            <a:xfrm>
              <a:off x="3993856" y="215382"/>
              <a:ext cx="855679" cy="426098"/>
            </a:xfrm>
            <a:prstGeom prst="homePlate">
              <a:avLst/>
            </a:prstGeom>
            <a:solidFill>
              <a:schemeClr val="accent1"/>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5" name="平行四辺形 164">
              <a:extLst>
                <a:ext uri="{FF2B5EF4-FFF2-40B4-BE49-F238E27FC236}">
                  <a16:creationId xmlns:a16="http://schemas.microsoft.com/office/drawing/2014/main" id="{11998B17-C0BB-387E-3598-86F4548403A5}"/>
                </a:ext>
              </a:extLst>
            </p:cNvPr>
            <p:cNvSpPr/>
            <p:nvPr/>
          </p:nvSpPr>
          <p:spPr>
            <a:xfrm>
              <a:off x="3235761"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64" name="平行四辺形 163">
              <a:extLst>
                <a:ext uri="{FF2B5EF4-FFF2-40B4-BE49-F238E27FC236}">
                  <a16:creationId xmlns:a16="http://schemas.microsoft.com/office/drawing/2014/main" id="{F3D0FBA0-0EAD-6828-D7A4-B96AC13F21AD}"/>
                </a:ext>
              </a:extLst>
            </p:cNvPr>
            <p:cNvSpPr/>
            <p:nvPr/>
          </p:nvSpPr>
          <p:spPr>
            <a:xfrm>
              <a:off x="2477666"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3" name="平行四辺形 162">
              <a:extLst>
                <a:ext uri="{FF2B5EF4-FFF2-40B4-BE49-F238E27FC236}">
                  <a16:creationId xmlns:a16="http://schemas.microsoft.com/office/drawing/2014/main" id="{8D4F07D3-9A4F-2254-FBD1-B67FFC3883D3}"/>
                </a:ext>
              </a:extLst>
            </p:cNvPr>
            <p:cNvSpPr/>
            <p:nvPr/>
          </p:nvSpPr>
          <p:spPr>
            <a:xfrm>
              <a:off x="1719571" y="215382"/>
              <a:ext cx="855679" cy="426098"/>
            </a:xfrm>
            <a:prstGeom prst="homePlate">
              <a:avLst/>
            </a:prstGeom>
            <a:solidFill>
              <a:schemeClr val="accent1"/>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sp>
        <p:nvSpPr>
          <p:cNvPr id="168" name="楕円 167">
            <a:extLst>
              <a:ext uri="{FF2B5EF4-FFF2-40B4-BE49-F238E27FC236}">
                <a16:creationId xmlns:a16="http://schemas.microsoft.com/office/drawing/2014/main" id="{555EFEE7-EF17-22FE-8B00-7F8F1F09ADB9}"/>
              </a:ext>
            </a:extLst>
          </p:cNvPr>
          <p:cNvSpPr/>
          <p:nvPr/>
        </p:nvSpPr>
        <p:spPr>
          <a:xfrm>
            <a:off x="5698688"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sp>
        <p:nvSpPr>
          <p:cNvPr id="169" name="楕円 168">
            <a:extLst>
              <a:ext uri="{FF2B5EF4-FFF2-40B4-BE49-F238E27FC236}">
                <a16:creationId xmlns:a16="http://schemas.microsoft.com/office/drawing/2014/main" id="{DCBEBE14-53CE-96B2-A1B9-05DBCD4E7F0F}"/>
              </a:ext>
            </a:extLst>
          </p:cNvPr>
          <p:cNvSpPr/>
          <p:nvPr/>
        </p:nvSpPr>
        <p:spPr>
          <a:xfrm>
            <a:off x="6346227" y="6230426"/>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sp>
        <p:nvSpPr>
          <p:cNvPr id="170" name="楕円 169">
            <a:extLst>
              <a:ext uri="{FF2B5EF4-FFF2-40B4-BE49-F238E27FC236}">
                <a16:creationId xmlns:a16="http://schemas.microsoft.com/office/drawing/2014/main" id="{9655CE89-9A63-BB8E-42F1-987174FF641F}"/>
              </a:ext>
            </a:extLst>
          </p:cNvPr>
          <p:cNvSpPr/>
          <p:nvPr/>
        </p:nvSpPr>
        <p:spPr>
          <a:xfrm>
            <a:off x="6908237"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sp>
        <p:nvSpPr>
          <p:cNvPr id="171" name="楕円 170">
            <a:extLst>
              <a:ext uri="{FF2B5EF4-FFF2-40B4-BE49-F238E27FC236}">
                <a16:creationId xmlns:a16="http://schemas.microsoft.com/office/drawing/2014/main" id="{00CC2546-A1B9-4676-9DDB-86F9E0876B89}"/>
              </a:ext>
            </a:extLst>
          </p:cNvPr>
          <p:cNvSpPr/>
          <p:nvPr/>
        </p:nvSpPr>
        <p:spPr>
          <a:xfrm>
            <a:off x="5117736"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sp>
        <p:nvSpPr>
          <p:cNvPr id="172" name="楕円 171">
            <a:extLst>
              <a:ext uri="{FF2B5EF4-FFF2-40B4-BE49-F238E27FC236}">
                <a16:creationId xmlns:a16="http://schemas.microsoft.com/office/drawing/2014/main" id="{38C02557-58A2-6256-B9A7-318477CC6908}"/>
              </a:ext>
            </a:extLst>
          </p:cNvPr>
          <p:cNvSpPr/>
          <p:nvPr/>
        </p:nvSpPr>
        <p:spPr>
          <a:xfrm>
            <a:off x="4495793"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cxnSp>
        <p:nvCxnSpPr>
          <p:cNvPr id="174" name="直線コネクタ 173">
            <a:extLst>
              <a:ext uri="{FF2B5EF4-FFF2-40B4-BE49-F238E27FC236}">
                <a16:creationId xmlns:a16="http://schemas.microsoft.com/office/drawing/2014/main" id="{C07EBA6A-C9AC-91CC-DE82-55146BDC998C}"/>
              </a:ext>
            </a:extLst>
          </p:cNvPr>
          <p:cNvCxnSpPr>
            <a:cxnSpLocks/>
          </p:cNvCxnSpPr>
          <p:nvPr/>
        </p:nvCxnSpPr>
        <p:spPr>
          <a:xfrm>
            <a:off x="4712882" y="6663487"/>
            <a:ext cx="3658847" cy="0"/>
          </a:xfrm>
          <a:prstGeom prst="line">
            <a:avLst/>
          </a:prstGeom>
          <a:ln w="38100">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176" name="テキスト ボックス 175">
            <a:extLst>
              <a:ext uri="{FF2B5EF4-FFF2-40B4-BE49-F238E27FC236}">
                <a16:creationId xmlns:a16="http://schemas.microsoft.com/office/drawing/2014/main" id="{C6E63235-6861-5078-AD39-77821810E8B1}"/>
              </a:ext>
            </a:extLst>
          </p:cNvPr>
          <p:cNvSpPr txBox="1"/>
          <p:nvPr/>
        </p:nvSpPr>
        <p:spPr>
          <a:xfrm>
            <a:off x="7472124" y="6141824"/>
            <a:ext cx="899605" cy="369332"/>
          </a:xfrm>
          <a:prstGeom prst="rect">
            <a:avLst/>
          </a:prstGeom>
          <a:noFill/>
        </p:spPr>
        <p:txBody>
          <a:bodyPr wrap="none" rtlCol="0">
            <a:spAutoFit/>
          </a:bodyPr>
          <a:lstStyle/>
          <a:p>
            <a:pPr algn="ctr"/>
            <a:r>
              <a:rPr kumimoji="1" lang="en-US" altLang="ja-JP" sz="1400" b="1" dirty="0">
                <a:solidFill>
                  <a:schemeClr val="bg1">
                    <a:lumMod val="95000"/>
                  </a:schemeClr>
                </a:solidFill>
                <a:latin typeface="BIZ UDP明朝 Medium" panose="02020500000000000000" pitchFamily="18" charset="-128"/>
                <a:ea typeface="BIZ UDP明朝 Medium" panose="02020500000000000000" pitchFamily="18" charset="-128"/>
              </a:rPr>
              <a:t>TRUN</a:t>
            </a:r>
            <a:r>
              <a:rPr kumimoji="1" lang="en-US" altLang="ja-JP" b="1" dirty="0">
                <a:solidFill>
                  <a:schemeClr val="bg1">
                    <a:lumMod val="95000"/>
                  </a:schemeClr>
                </a:solidFill>
                <a:latin typeface="BIZ UDP明朝 Medium" panose="02020500000000000000" pitchFamily="18" charset="-128"/>
                <a:ea typeface="BIZ UDP明朝 Medium" panose="02020500000000000000" pitchFamily="18" charset="-128"/>
              </a:rPr>
              <a:t>0</a:t>
            </a:r>
            <a:endParaRPr kumimoji="1" lang="ja-JP" altLang="en-US"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179" name="矢印: 五方向 178">
            <a:extLst>
              <a:ext uri="{FF2B5EF4-FFF2-40B4-BE49-F238E27FC236}">
                <a16:creationId xmlns:a16="http://schemas.microsoft.com/office/drawing/2014/main" id="{1B8021E1-A72E-F9FB-79A7-A3D2B5B66542}"/>
              </a:ext>
            </a:extLst>
          </p:cNvPr>
          <p:cNvSpPr/>
          <p:nvPr/>
        </p:nvSpPr>
        <p:spPr>
          <a:xfrm>
            <a:off x="9793438" y="6146578"/>
            <a:ext cx="1225730" cy="461826"/>
          </a:xfrm>
          <a:prstGeom prst="homePlate">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b="1" dirty="0">
                <a:latin typeface="BIZ UDP明朝 Medium" panose="02020500000000000000" pitchFamily="18" charset="-128"/>
                <a:ea typeface="BIZ UDP明朝 Medium" panose="02020500000000000000" pitchFamily="18" charset="-128"/>
              </a:rPr>
              <a:t>撤退</a:t>
            </a:r>
          </a:p>
        </p:txBody>
      </p:sp>
      <p:grpSp>
        <p:nvGrpSpPr>
          <p:cNvPr id="197" name="グループ化 196">
            <a:extLst>
              <a:ext uri="{FF2B5EF4-FFF2-40B4-BE49-F238E27FC236}">
                <a16:creationId xmlns:a16="http://schemas.microsoft.com/office/drawing/2014/main" id="{3A19EC7F-E8DF-0745-25E1-B61675FF9F02}"/>
              </a:ext>
            </a:extLst>
          </p:cNvPr>
          <p:cNvGrpSpPr/>
          <p:nvPr/>
        </p:nvGrpSpPr>
        <p:grpSpPr>
          <a:xfrm>
            <a:off x="1980734" y="3139750"/>
            <a:ext cx="1505416" cy="601824"/>
            <a:chOff x="1980734" y="3149081"/>
            <a:chExt cx="1505416" cy="601824"/>
          </a:xfrm>
        </p:grpSpPr>
        <p:sp>
          <p:nvSpPr>
            <p:cNvPr id="30" name="楕円 29">
              <a:extLst>
                <a:ext uri="{FF2B5EF4-FFF2-40B4-BE49-F238E27FC236}">
                  <a16:creationId xmlns:a16="http://schemas.microsoft.com/office/drawing/2014/main" id="{FABFA3B8-DEAF-EFD8-B8CA-42896DF3185E}"/>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86" name="グループ化 185">
              <a:extLst>
                <a:ext uri="{FF2B5EF4-FFF2-40B4-BE49-F238E27FC236}">
                  <a16:creationId xmlns:a16="http://schemas.microsoft.com/office/drawing/2014/main" id="{6D9D1F9A-8959-D10E-03D6-CDF325A72296}"/>
                </a:ext>
              </a:extLst>
            </p:cNvPr>
            <p:cNvGrpSpPr/>
            <p:nvPr/>
          </p:nvGrpSpPr>
          <p:grpSpPr>
            <a:xfrm>
              <a:off x="1980734" y="3175652"/>
              <a:ext cx="1505416" cy="575253"/>
              <a:chOff x="1980734" y="3175652"/>
              <a:chExt cx="1505416" cy="575253"/>
            </a:xfrm>
          </p:grpSpPr>
          <p:grpSp>
            <p:nvGrpSpPr>
              <p:cNvPr id="126" name="グループ化 125">
                <a:extLst>
                  <a:ext uri="{FF2B5EF4-FFF2-40B4-BE49-F238E27FC236}">
                    <a16:creationId xmlns:a16="http://schemas.microsoft.com/office/drawing/2014/main" id="{DF7AFEE3-04A6-34ED-B41B-FA6A9ADDA0AE}"/>
                  </a:ext>
                </a:extLst>
              </p:cNvPr>
              <p:cNvGrpSpPr/>
              <p:nvPr/>
            </p:nvGrpSpPr>
            <p:grpSpPr>
              <a:xfrm>
                <a:off x="1980734" y="3473931"/>
                <a:ext cx="1505416" cy="276974"/>
                <a:chOff x="4194668" y="3607669"/>
                <a:chExt cx="1105960" cy="276974"/>
              </a:xfrm>
            </p:grpSpPr>
            <p:sp>
              <p:nvSpPr>
                <p:cNvPr id="120" name="四角形: 角を丸くする 119">
                  <a:extLst>
                    <a:ext uri="{FF2B5EF4-FFF2-40B4-BE49-F238E27FC236}">
                      <a16:creationId xmlns:a16="http://schemas.microsoft.com/office/drawing/2014/main" id="{3D7BC48E-D3FC-9230-65B8-086DDC9F2989}"/>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25" name="図 124">
                  <a:extLst>
                    <a:ext uri="{FF2B5EF4-FFF2-40B4-BE49-F238E27FC236}">
                      <a16:creationId xmlns:a16="http://schemas.microsoft.com/office/drawing/2014/main" id="{DA951D7C-71CA-9094-7210-3DE8C4F15D85}"/>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85" name="テキスト ボックス 184">
                <a:extLst>
                  <a:ext uri="{FF2B5EF4-FFF2-40B4-BE49-F238E27FC236}">
                    <a16:creationId xmlns:a16="http://schemas.microsoft.com/office/drawing/2014/main" id="{1BEA6155-C436-D7A6-EE87-B19C5A462EE1}"/>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198" name="グループ化 197">
            <a:extLst>
              <a:ext uri="{FF2B5EF4-FFF2-40B4-BE49-F238E27FC236}">
                <a16:creationId xmlns:a16="http://schemas.microsoft.com/office/drawing/2014/main" id="{8F8A3362-C32A-6D6E-2B47-897BE0DA072C}"/>
              </a:ext>
            </a:extLst>
          </p:cNvPr>
          <p:cNvGrpSpPr/>
          <p:nvPr/>
        </p:nvGrpSpPr>
        <p:grpSpPr>
          <a:xfrm>
            <a:off x="1376410" y="3879201"/>
            <a:ext cx="1505416" cy="601824"/>
            <a:chOff x="1980734" y="3149081"/>
            <a:chExt cx="1505416" cy="601824"/>
          </a:xfrm>
        </p:grpSpPr>
        <p:sp>
          <p:nvSpPr>
            <p:cNvPr id="199" name="楕円 198">
              <a:extLst>
                <a:ext uri="{FF2B5EF4-FFF2-40B4-BE49-F238E27FC236}">
                  <a16:creationId xmlns:a16="http://schemas.microsoft.com/office/drawing/2014/main" id="{5AD905B9-D1E7-4B19-E325-64F42C79BBC0}"/>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00" name="グループ化 199">
              <a:extLst>
                <a:ext uri="{FF2B5EF4-FFF2-40B4-BE49-F238E27FC236}">
                  <a16:creationId xmlns:a16="http://schemas.microsoft.com/office/drawing/2014/main" id="{81AADE9C-A27D-7BD1-F012-2D970B60B3EE}"/>
                </a:ext>
              </a:extLst>
            </p:cNvPr>
            <p:cNvGrpSpPr/>
            <p:nvPr/>
          </p:nvGrpSpPr>
          <p:grpSpPr>
            <a:xfrm>
              <a:off x="1980734" y="3175652"/>
              <a:ext cx="1505416" cy="575253"/>
              <a:chOff x="1980734" y="3175652"/>
              <a:chExt cx="1505416" cy="575253"/>
            </a:xfrm>
          </p:grpSpPr>
          <p:grpSp>
            <p:nvGrpSpPr>
              <p:cNvPr id="201" name="グループ化 200">
                <a:extLst>
                  <a:ext uri="{FF2B5EF4-FFF2-40B4-BE49-F238E27FC236}">
                    <a16:creationId xmlns:a16="http://schemas.microsoft.com/office/drawing/2014/main" id="{D9E43B84-5A4B-853D-0088-B94EBC8DBC52}"/>
                  </a:ext>
                </a:extLst>
              </p:cNvPr>
              <p:cNvGrpSpPr/>
              <p:nvPr/>
            </p:nvGrpSpPr>
            <p:grpSpPr>
              <a:xfrm>
                <a:off x="1980734" y="3473931"/>
                <a:ext cx="1505416" cy="276974"/>
                <a:chOff x="4194668" y="3607669"/>
                <a:chExt cx="1105960" cy="276974"/>
              </a:xfrm>
            </p:grpSpPr>
            <p:sp>
              <p:nvSpPr>
                <p:cNvPr id="203" name="四角形: 角を丸くする 202">
                  <a:extLst>
                    <a:ext uri="{FF2B5EF4-FFF2-40B4-BE49-F238E27FC236}">
                      <a16:creationId xmlns:a16="http://schemas.microsoft.com/office/drawing/2014/main" id="{D701D04F-A965-F79A-6BD9-0D5CB3B6716C}"/>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04" name="図 203">
                  <a:extLst>
                    <a:ext uri="{FF2B5EF4-FFF2-40B4-BE49-F238E27FC236}">
                      <a16:creationId xmlns:a16="http://schemas.microsoft.com/office/drawing/2014/main" id="{27AA572C-D1D2-527F-F906-8CA6ADE95244}"/>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02" name="テキスト ボックス 201">
                <a:extLst>
                  <a:ext uri="{FF2B5EF4-FFF2-40B4-BE49-F238E27FC236}">
                    <a16:creationId xmlns:a16="http://schemas.microsoft.com/office/drawing/2014/main" id="{EE219125-76C9-9EC1-510B-7B1BA6DC3828}"/>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05" name="グループ化 204">
            <a:extLst>
              <a:ext uri="{FF2B5EF4-FFF2-40B4-BE49-F238E27FC236}">
                <a16:creationId xmlns:a16="http://schemas.microsoft.com/office/drawing/2014/main" id="{CA9B439E-29C8-8638-C595-EA77E68A54C9}"/>
              </a:ext>
            </a:extLst>
          </p:cNvPr>
          <p:cNvGrpSpPr/>
          <p:nvPr/>
        </p:nvGrpSpPr>
        <p:grpSpPr>
          <a:xfrm>
            <a:off x="1376410" y="4599213"/>
            <a:ext cx="1505416" cy="601824"/>
            <a:chOff x="1980734" y="3149081"/>
            <a:chExt cx="1505416" cy="601824"/>
          </a:xfrm>
        </p:grpSpPr>
        <p:sp>
          <p:nvSpPr>
            <p:cNvPr id="206" name="楕円 205">
              <a:extLst>
                <a:ext uri="{FF2B5EF4-FFF2-40B4-BE49-F238E27FC236}">
                  <a16:creationId xmlns:a16="http://schemas.microsoft.com/office/drawing/2014/main" id="{58F6A0AC-FB82-43D7-BC80-3E95216C3D18}"/>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07" name="グループ化 206">
              <a:extLst>
                <a:ext uri="{FF2B5EF4-FFF2-40B4-BE49-F238E27FC236}">
                  <a16:creationId xmlns:a16="http://schemas.microsoft.com/office/drawing/2014/main" id="{BCF7E575-0EFC-F58E-3B8D-27E014A4DB36}"/>
                </a:ext>
              </a:extLst>
            </p:cNvPr>
            <p:cNvGrpSpPr/>
            <p:nvPr/>
          </p:nvGrpSpPr>
          <p:grpSpPr>
            <a:xfrm>
              <a:off x="1980734" y="3175652"/>
              <a:ext cx="1505416" cy="575253"/>
              <a:chOff x="1980734" y="3175652"/>
              <a:chExt cx="1505416" cy="575253"/>
            </a:xfrm>
          </p:grpSpPr>
          <p:grpSp>
            <p:nvGrpSpPr>
              <p:cNvPr id="208" name="グループ化 207">
                <a:extLst>
                  <a:ext uri="{FF2B5EF4-FFF2-40B4-BE49-F238E27FC236}">
                    <a16:creationId xmlns:a16="http://schemas.microsoft.com/office/drawing/2014/main" id="{697B02B9-D2BA-4452-6A7D-39C1AAEBD116}"/>
                  </a:ext>
                </a:extLst>
              </p:cNvPr>
              <p:cNvGrpSpPr/>
              <p:nvPr/>
            </p:nvGrpSpPr>
            <p:grpSpPr>
              <a:xfrm>
                <a:off x="1980734" y="3473931"/>
                <a:ext cx="1505416" cy="276974"/>
                <a:chOff x="4194668" y="3607669"/>
                <a:chExt cx="1105960" cy="276974"/>
              </a:xfrm>
            </p:grpSpPr>
            <p:sp>
              <p:nvSpPr>
                <p:cNvPr id="210" name="四角形: 角を丸くする 209">
                  <a:extLst>
                    <a:ext uri="{FF2B5EF4-FFF2-40B4-BE49-F238E27FC236}">
                      <a16:creationId xmlns:a16="http://schemas.microsoft.com/office/drawing/2014/main" id="{13C0AB47-65A4-8E00-519D-0E31461303C5}"/>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11" name="図 210">
                  <a:extLst>
                    <a:ext uri="{FF2B5EF4-FFF2-40B4-BE49-F238E27FC236}">
                      <a16:creationId xmlns:a16="http://schemas.microsoft.com/office/drawing/2014/main" id="{A5E734C0-3FC0-114C-C2D1-FC879B7D86E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09" name="テキスト ボックス 208">
                <a:extLst>
                  <a:ext uri="{FF2B5EF4-FFF2-40B4-BE49-F238E27FC236}">
                    <a16:creationId xmlns:a16="http://schemas.microsoft.com/office/drawing/2014/main" id="{3E61D32E-9989-DA4F-17D4-8D912B5AC69C}"/>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12" name="グループ化 211">
            <a:extLst>
              <a:ext uri="{FF2B5EF4-FFF2-40B4-BE49-F238E27FC236}">
                <a16:creationId xmlns:a16="http://schemas.microsoft.com/office/drawing/2014/main" id="{80A67676-1EE5-5393-90A8-08724F899F01}"/>
              </a:ext>
            </a:extLst>
          </p:cNvPr>
          <p:cNvGrpSpPr/>
          <p:nvPr/>
        </p:nvGrpSpPr>
        <p:grpSpPr>
          <a:xfrm>
            <a:off x="1376410" y="5338435"/>
            <a:ext cx="1505416" cy="601824"/>
            <a:chOff x="1980734" y="3149081"/>
            <a:chExt cx="1505416" cy="601824"/>
          </a:xfrm>
        </p:grpSpPr>
        <p:sp>
          <p:nvSpPr>
            <p:cNvPr id="213" name="楕円 212">
              <a:extLst>
                <a:ext uri="{FF2B5EF4-FFF2-40B4-BE49-F238E27FC236}">
                  <a16:creationId xmlns:a16="http://schemas.microsoft.com/office/drawing/2014/main" id="{0FF12B94-2B20-ADF1-ADF1-0FDA16348144}"/>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14" name="グループ化 213">
              <a:extLst>
                <a:ext uri="{FF2B5EF4-FFF2-40B4-BE49-F238E27FC236}">
                  <a16:creationId xmlns:a16="http://schemas.microsoft.com/office/drawing/2014/main" id="{AF2F3028-120D-BA55-A6F5-26EC1B8DC99F}"/>
                </a:ext>
              </a:extLst>
            </p:cNvPr>
            <p:cNvGrpSpPr/>
            <p:nvPr/>
          </p:nvGrpSpPr>
          <p:grpSpPr>
            <a:xfrm>
              <a:off x="1980734" y="3175652"/>
              <a:ext cx="1505416" cy="575253"/>
              <a:chOff x="1980734" y="3175652"/>
              <a:chExt cx="1505416" cy="575253"/>
            </a:xfrm>
          </p:grpSpPr>
          <p:grpSp>
            <p:nvGrpSpPr>
              <p:cNvPr id="215" name="グループ化 214">
                <a:extLst>
                  <a:ext uri="{FF2B5EF4-FFF2-40B4-BE49-F238E27FC236}">
                    <a16:creationId xmlns:a16="http://schemas.microsoft.com/office/drawing/2014/main" id="{C128BB0C-13FE-AE93-FBCE-681CCC0FC89B}"/>
                  </a:ext>
                </a:extLst>
              </p:cNvPr>
              <p:cNvGrpSpPr/>
              <p:nvPr/>
            </p:nvGrpSpPr>
            <p:grpSpPr>
              <a:xfrm>
                <a:off x="1980734" y="3473931"/>
                <a:ext cx="1505416" cy="276974"/>
                <a:chOff x="4194668" y="3607669"/>
                <a:chExt cx="1105960" cy="276974"/>
              </a:xfrm>
            </p:grpSpPr>
            <p:sp>
              <p:nvSpPr>
                <p:cNvPr id="217" name="四角形: 角を丸くする 216">
                  <a:extLst>
                    <a:ext uri="{FF2B5EF4-FFF2-40B4-BE49-F238E27FC236}">
                      <a16:creationId xmlns:a16="http://schemas.microsoft.com/office/drawing/2014/main" id="{99E9D50D-6065-996E-4CEE-D46B86F9ACC5}"/>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18" name="図 217">
                  <a:extLst>
                    <a:ext uri="{FF2B5EF4-FFF2-40B4-BE49-F238E27FC236}">
                      <a16:creationId xmlns:a16="http://schemas.microsoft.com/office/drawing/2014/main" id="{E3A6B506-AA0F-4E62-9DCF-39910DC949EB}"/>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16" name="テキスト ボックス 215">
                <a:extLst>
                  <a:ext uri="{FF2B5EF4-FFF2-40B4-BE49-F238E27FC236}">
                    <a16:creationId xmlns:a16="http://schemas.microsoft.com/office/drawing/2014/main" id="{5D7C9885-EFC4-2099-241F-4B92D2E7BB72}"/>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19" name="グループ化 218">
            <a:extLst>
              <a:ext uri="{FF2B5EF4-FFF2-40B4-BE49-F238E27FC236}">
                <a16:creationId xmlns:a16="http://schemas.microsoft.com/office/drawing/2014/main" id="{7DFE027D-E392-8CC8-7A0E-BE419F9B37DA}"/>
              </a:ext>
            </a:extLst>
          </p:cNvPr>
          <p:cNvGrpSpPr/>
          <p:nvPr/>
        </p:nvGrpSpPr>
        <p:grpSpPr>
          <a:xfrm>
            <a:off x="1376410" y="2392524"/>
            <a:ext cx="1505416" cy="601824"/>
            <a:chOff x="1980734" y="3149081"/>
            <a:chExt cx="1505416" cy="601824"/>
          </a:xfrm>
        </p:grpSpPr>
        <p:sp>
          <p:nvSpPr>
            <p:cNvPr id="220" name="楕円 219">
              <a:extLst>
                <a:ext uri="{FF2B5EF4-FFF2-40B4-BE49-F238E27FC236}">
                  <a16:creationId xmlns:a16="http://schemas.microsoft.com/office/drawing/2014/main" id="{107D5393-D2A5-8021-E2CF-AF9422E0C079}"/>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21" name="グループ化 220">
              <a:extLst>
                <a:ext uri="{FF2B5EF4-FFF2-40B4-BE49-F238E27FC236}">
                  <a16:creationId xmlns:a16="http://schemas.microsoft.com/office/drawing/2014/main" id="{9DE6868D-8051-8173-631E-6B3DC855E1E4}"/>
                </a:ext>
              </a:extLst>
            </p:cNvPr>
            <p:cNvGrpSpPr/>
            <p:nvPr/>
          </p:nvGrpSpPr>
          <p:grpSpPr>
            <a:xfrm>
              <a:off x="1980734" y="3175652"/>
              <a:ext cx="1505416" cy="575253"/>
              <a:chOff x="1980734" y="3175652"/>
              <a:chExt cx="1505416" cy="575253"/>
            </a:xfrm>
          </p:grpSpPr>
          <p:grpSp>
            <p:nvGrpSpPr>
              <p:cNvPr id="222" name="グループ化 221">
                <a:extLst>
                  <a:ext uri="{FF2B5EF4-FFF2-40B4-BE49-F238E27FC236}">
                    <a16:creationId xmlns:a16="http://schemas.microsoft.com/office/drawing/2014/main" id="{34D35592-29A3-99DE-FF67-01A4EDB7D6AB}"/>
                  </a:ext>
                </a:extLst>
              </p:cNvPr>
              <p:cNvGrpSpPr/>
              <p:nvPr/>
            </p:nvGrpSpPr>
            <p:grpSpPr>
              <a:xfrm>
                <a:off x="1980734" y="3473931"/>
                <a:ext cx="1505416" cy="276974"/>
                <a:chOff x="4194668" y="3607669"/>
                <a:chExt cx="1105960" cy="276974"/>
              </a:xfrm>
            </p:grpSpPr>
            <p:sp>
              <p:nvSpPr>
                <p:cNvPr id="224" name="四角形: 角を丸くする 223">
                  <a:extLst>
                    <a:ext uri="{FF2B5EF4-FFF2-40B4-BE49-F238E27FC236}">
                      <a16:creationId xmlns:a16="http://schemas.microsoft.com/office/drawing/2014/main" id="{2853070F-9DFA-391B-DAC1-65096701B8A2}"/>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25" name="図 224">
                  <a:extLst>
                    <a:ext uri="{FF2B5EF4-FFF2-40B4-BE49-F238E27FC236}">
                      <a16:creationId xmlns:a16="http://schemas.microsoft.com/office/drawing/2014/main" id="{59AAE7B9-7B90-B6FD-CD78-0FD9FDEF0074}"/>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23" name="テキスト ボックス 222">
                <a:extLst>
                  <a:ext uri="{FF2B5EF4-FFF2-40B4-BE49-F238E27FC236}">
                    <a16:creationId xmlns:a16="http://schemas.microsoft.com/office/drawing/2014/main" id="{271678C0-F98A-9209-EDF0-FCE9E37A6617}"/>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26" name="グループ化 225">
            <a:extLst>
              <a:ext uri="{FF2B5EF4-FFF2-40B4-BE49-F238E27FC236}">
                <a16:creationId xmlns:a16="http://schemas.microsoft.com/office/drawing/2014/main" id="{A12614EC-C25E-C4FE-27C8-6CE111443A56}"/>
              </a:ext>
            </a:extLst>
          </p:cNvPr>
          <p:cNvGrpSpPr/>
          <p:nvPr/>
        </p:nvGrpSpPr>
        <p:grpSpPr>
          <a:xfrm>
            <a:off x="1376410" y="951462"/>
            <a:ext cx="1505416" cy="601824"/>
            <a:chOff x="1980734" y="3149081"/>
            <a:chExt cx="1505416" cy="601824"/>
          </a:xfrm>
        </p:grpSpPr>
        <p:sp>
          <p:nvSpPr>
            <p:cNvPr id="227" name="楕円 226">
              <a:extLst>
                <a:ext uri="{FF2B5EF4-FFF2-40B4-BE49-F238E27FC236}">
                  <a16:creationId xmlns:a16="http://schemas.microsoft.com/office/drawing/2014/main" id="{38E9ADA3-3EDD-A865-F1BE-D4424C07A2BA}"/>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28" name="グループ化 227">
              <a:extLst>
                <a:ext uri="{FF2B5EF4-FFF2-40B4-BE49-F238E27FC236}">
                  <a16:creationId xmlns:a16="http://schemas.microsoft.com/office/drawing/2014/main" id="{422437AA-9674-626B-857E-64F47BD859BC}"/>
                </a:ext>
              </a:extLst>
            </p:cNvPr>
            <p:cNvGrpSpPr/>
            <p:nvPr/>
          </p:nvGrpSpPr>
          <p:grpSpPr>
            <a:xfrm>
              <a:off x="1980734" y="3175652"/>
              <a:ext cx="1505416" cy="575253"/>
              <a:chOff x="1980734" y="3175652"/>
              <a:chExt cx="1505416" cy="575253"/>
            </a:xfrm>
          </p:grpSpPr>
          <p:grpSp>
            <p:nvGrpSpPr>
              <p:cNvPr id="229" name="グループ化 228">
                <a:extLst>
                  <a:ext uri="{FF2B5EF4-FFF2-40B4-BE49-F238E27FC236}">
                    <a16:creationId xmlns:a16="http://schemas.microsoft.com/office/drawing/2014/main" id="{58C996B8-9DF3-C593-B4A5-AD23B5343964}"/>
                  </a:ext>
                </a:extLst>
              </p:cNvPr>
              <p:cNvGrpSpPr/>
              <p:nvPr/>
            </p:nvGrpSpPr>
            <p:grpSpPr>
              <a:xfrm>
                <a:off x="1980734" y="3473931"/>
                <a:ext cx="1505416" cy="276974"/>
                <a:chOff x="4194668" y="3607669"/>
                <a:chExt cx="1105960" cy="276974"/>
              </a:xfrm>
            </p:grpSpPr>
            <p:sp>
              <p:nvSpPr>
                <p:cNvPr id="231" name="四角形: 角を丸くする 230">
                  <a:extLst>
                    <a:ext uri="{FF2B5EF4-FFF2-40B4-BE49-F238E27FC236}">
                      <a16:creationId xmlns:a16="http://schemas.microsoft.com/office/drawing/2014/main" id="{E54C7DDF-2902-91AD-46E7-D628A1B6D189}"/>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32" name="図 231">
                  <a:extLst>
                    <a:ext uri="{FF2B5EF4-FFF2-40B4-BE49-F238E27FC236}">
                      <a16:creationId xmlns:a16="http://schemas.microsoft.com/office/drawing/2014/main" id="{F895D7E6-7864-EFF6-4C95-6EA41A423FCB}"/>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30" name="テキスト ボックス 229">
                <a:extLst>
                  <a:ext uri="{FF2B5EF4-FFF2-40B4-BE49-F238E27FC236}">
                    <a16:creationId xmlns:a16="http://schemas.microsoft.com/office/drawing/2014/main" id="{3316A122-82ED-B0AC-2076-4BE28CCA9600}"/>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33" name="グループ化 232">
            <a:extLst>
              <a:ext uri="{FF2B5EF4-FFF2-40B4-BE49-F238E27FC236}">
                <a16:creationId xmlns:a16="http://schemas.microsoft.com/office/drawing/2014/main" id="{FCCF7568-6CBD-5DBA-2FFF-2FE922C3C7CD}"/>
              </a:ext>
            </a:extLst>
          </p:cNvPr>
          <p:cNvGrpSpPr/>
          <p:nvPr/>
        </p:nvGrpSpPr>
        <p:grpSpPr>
          <a:xfrm>
            <a:off x="1376410" y="1656961"/>
            <a:ext cx="1505416" cy="601824"/>
            <a:chOff x="1980734" y="3149081"/>
            <a:chExt cx="1505416" cy="601824"/>
          </a:xfrm>
        </p:grpSpPr>
        <p:sp>
          <p:nvSpPr>
            <p:cNvPr id="234" name="楕円 233">
              <a:extLst>
                <a:ext uri="{FF2B5EF4-FFF2-40B4-BE49-F238E27FC236}">
                  <a16:creationId xmlns:a16="http://schemas.microsoft.com/office/drawing/2014/main" id="{4E3B0924-627B-1090-4514-B633E18C3FC9}"/>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35" name="グループ化 234">
              <a:extLst>
                <a:ext uri="{FF2B5EF4-FFF2-40B4-BE49-F238E27FC236}">
                  <a16:creationId xmlns:a16="http://schemas.microsoft.com/office/drawing/2014/main" id="{8AA986E9-1FC6-8928-2E7C-1B8C4B87AB12}"/>
                </a:ext>
              </a:extLst>
            </p:cNvPr>
            <p:cNvGrpSpPr/>
            <p:nvPr/>
          </p:nvGrpSpPr>
          <p:grpSpPr>
            <a:xfrm>
              <a:off x="1980734" y="3175652"/>
              <a:ext cx="1505416" cy="575253"/>
              <a:chOff x="1980734" y="3175652"/>
              <a:chExt cx="1505416" cy="575253"/>
            </a:xfrm>
          </p:grpSpPr>
          <p:grpSp>
            <p:nvGrpSpPr>
              <p:cNvPr id="236" name="グループ化 235">
                <a:extLst>
                  <a:ext uri="{FF2B5EF4-FFF2-40B4-BE49-F238E27FC236}">
                    <a16:creationId xmlns:a16="http://schemas.microsoft.com/office/drawing/2014/main" id="{F47EB2E4-6D6F-1C74-FAA1-5E62082F1FDC}"/>
                  </a:ext>
                </a:extLst>
              </p:cNvPr>
              <p:cNvGrpSpPr/>
              <p:nvPr/>
            </p:nvGrpSpPr>
            <p:grpSpPr>
              <a:xfrm>
                <a:off x="1980734" y="3473931"/>
                <a:ext cx="1505416" cy="276974"/>
                <a:chOff x="4194668" y="3607669"/>
                <a:chExt cx="1105960" cy="276974"/>
              </a:xfrm>
            </p:grpSpPr>
            <p:sp>
              <p:nvSpPr>
                <p:cNvPr id="238" name="四角形: 角を丸くする 237">
                  <a:extLst>
                    <a:ext uri="{FF2B5EF4-FFF2-40B4-BE49-F238E27FC236}">
                      <a16:creationId xmlns:a16="http://schemas.microsoft.com/office/drawing/2014/main" id="{EBFBC97F-4B08-E583-D5EC-94983EDF0B6F}"/>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39" name="図 238">
                  <a:extLst>
                    <a:ext uri="{FF2B5EF4-FFF2-40B4-BE49-F238E27FC236}">
                      <a16:creationId xmlns:a16="http://schemas.microsoft.com/office/drawing/2014/main" id="{B726219F-4121-32E2-E52C-BDB2906DDDEF}"/>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37" name="テキスト ボックス 236">
                <a:extLst>
                  <a:ext uri="{FF2B5EF4-FFF2-40B4-BE49-F238E27FC236}">
                    <a16:creationId xmlns:a16="http://schemas.microsoft.com/office/drawing/2014/main" id="{FBAB97E7-D11F-DBCF-8124-F43DCED07BAD}"/>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47" name="グループ化 246">
            <a:extLst>
              <a:ext uri="{FF2B5EF4-FFF2-40B4-BE49-F238E27FC236}">
                <a16:creationId xmlns:a16="http://schemas.microsoft.com/office/drawing/2014/main" id="{63FD8B6B-9387-0255-B693-72E7B569D24E}"/>
              </a:ext>
            </a:extLst>
          </p:cNvPr>
          <p:cNvGrpSpPr/>
          <p:nvPr/>
        </p:nvGrpSpPr>
        <p:grpSpPr>
          <a:xfrm>
            <a:off x="3405968" y="920623"/>
            <a:ext cx="888261" cy="654696"/>
            <a:chOff x="519830" y="3162196"/>
            <a:chExt cx="748799" cy="551905"/>
          </a:xfrm>
        </p:grpSpPr>
        <p:sp>
          <p:nvSpPr>
            <p:cNvPr id="248" name="ハート 247">
              <a:extLst>
                <a:ext uri="{FF2B5EF4-FFF2-40B4-BE49-F238E27FC236}">
                  <a16:creationId xmlns:a16="http://schemas.microsoft.com/office/drawing/2014/main" id="{28A9575E-0A7D-B5D5-E39E-C9AAB6AE03E4}"/>
                </a:ext>
              </a:extLst>
            </p:cNvPr>
            <p:cNvSpPr/>
            <p:nvPr/>
          </p:nvSpPr>
          <p:spPr>
            <a:xfrm>
              <a:off x="618278" y="3162196"/>
              <a:ext cx="551905" cy="551905"/>
            </a:xfrm>
            <a:prstGeom prst="heart">
              <a:avLst/>
            </a:prstGeom>
            <a:gradFill flip="none" rotWithShape="1">
              <a:gsLst>
                <a:gs pos="38000">
                  <a:schemeClr val="tx1">
                    <a:lumMod val="85000"/>
                    <a:lumOff val="15000"/>
                    <a:alpha val="95000"/>
                  </a:schemeClr>
                </a:gs>
                <a:gs pos="100000">
                  <a:srgbClr val="CC66FF">
                    <a:alpha val="95000"/>
                  </a:srgbClr>
                </a:gs>
              </a:gsLst>
              <a:lin ang="5400000" scaled="1"/>
              <a:tileRect/>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49" name="テキスト ボックス 248">
              <a:extLst>
                <a:ext uri="{FF2B5EF4-FFF2-40B4-BE49-F238E27FC236}">
                  <a16:creationId xmlns:a16="http://schemas.microsoft.com/office/drawing/2014/main" id="{27C8BAC8-288A-B7ED-92B0-39EACF695D38}"/>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50" name="グループ化 249">
            <a:extLst>
              <a:ext uri="{FF2B5EF4-FFF2-40B4-BE49-F238E27FC236}">
                <a16:creationId xmlns:a16="http://schemas.microsoft.com/office/drawing/2014/main" id="{94D283BE-69E9-3DFD-25D5-E61F95A0D4D2}"/>
              </a:ext>
            </a:extLst>
          </p:cNvPr>
          <p:cNvGrpSpPr/>
          <p:nvPr/>
        </p:nvGrpSpPr>
        <p:grpSpPr>
          <a:xfrm>
            <a:off x="3405968" y="1640113"/>
            <a:ext cx="888261" cy="654696"/>
            <a:chOff x="519830" y="3162196"/>
            <a:chExt cx="748799" cy="551905"/>
          </a:xfrm>
        </p:grpSpPr>
        <p:sp>
          <p:nvSpPr>
            <p:cNvPr id="251" name="ハート 250">
              <a:extLst>
                <a:ext uri="{FF2B5EF4-FFF2-40B4-BE49-F238E27FC236}">
                  <a16:creationId xmlns:a16="http://schemas.microsoft.com/office/drawing/2014/main" id="{FE7D8F1B-A32D-F907-CF25-5BD2CAB466F3}"/>
                </a:ext>
              </a:extLst>
            </p:cNvPr>
            <p:cNvSpPr/>
            <p:nvPr/>
          </p:nvSpPr>
          <p:spPr>
            <a:xfrm>
              <a:off x="618278" y="3162196"/>
              <a:ext cx="551905" cy="551905"/>
            </a:xfrm>
            <a:prstGeom prst="heart">
              <a:avLst/>
            </a:prstGeom>
            <a:gradFill>
              <a:gsLst>
                <a:gs pos="19000">
                  <a:schemeClr val="tx1">
                    <a:lumMod val="85000"/>
                    <a:lumOff val="15000"/>
                    <a:alpha val="95000"/>
                  </a:schemeClr>
                </a:gs>
                <a:gs pos="100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52" name="テキスト ボックス 251">
              <a:extLst>
                <a:ext uri="{FF2B5EF4-FFF2-40B4-BE49-F238E27FC236}">
                  <a16:creationId xmlns:a16="http://schemas.microsoft.com/office/drawing/2014/main" id="{1692DA4D-42E5-68E6-6935-8562A93372E8}"/>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53" name="グループ化 252">
            <a:extLst>
              <a:ext uri="{FF2B5EF4-FFF2-40B4-BE49-F238E27FC236}">
                <a16:creationId xmlns:a16="http://schemas.microsoft.com/office/drawing/2014/main" id="{CF1716F0-0C5B-11B6-111A-933F1A24FFDA}"/>
              </a:ext>
            </a:extLst>
          </p:cNvPr>
          <p:cNvGrpSpPr/>
          <p:nvPr/>
        </p:nvGrpSpPr>
        <p:grpSpPr>
          <a:xfrm>
            <a:off x="3405968" y="2369977"/>
            <a:ext cx="888261" cy="654696"/>
            <a:chOff x="519830" y="3162196"/>
            <a:chExt cx="748799" cy="551905"/>
          </a:xfrm>
        </p:grpSpPr>
        <p:sp>
          <p:nvSpPr>
            <p:cNvPr id="254" name="ハート 253">
              <a:extLst>
                <a:ext uri="{FF2B5EF4-FFF2-40B4-BE49-F238E27FC236}">
                  <a16:creationId xmlns:a16="http://schemas.microsoft.com/office/drawing/2014/main" id="{171F795C-E71C-17FB-EEEA-6C7AE26C3159}"/>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55" name="テキスト ボックス 254">
              <a:extLst>
                <a:ext uri="{FF2B5EF4-FFF2-40B4-BE49-F238E27FC236}">
                  <a16:creationId xmlns:a16="http://schemas.microsoft.com/office/drawing/2014/main" id="{8B032A2E-1D93-8DA6-E55C-763FB3354004}"/>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56" name="グループ化 255">
            <a:extLst>
              <a:ext uri="{FF2B5EF4-FFF2-40B4-BE49-F238E27FC236}">
                <a16:creationId xmlns:a16="http://schemas.microsoft.com/office/drawing/2014/main" id="{9A95E67C-6079-A2B7-EDC0-26B0CAF8246F}"/>
              </a:ext>
            </a:extLst>
          </p:cNvPr>
          <p:cNvGrpSpPr/>
          <p:nvPr/>
        </p:nvGrpSpPr>
        <p:grpSpPr>
          <a:xfrm>
            <a:off x="4022681" y="3127311"/>
            <a:ext cx="888261" cy="654696"/>
            <a:chOff x="519830" y="3162196"/>
            <a:chExt cx="748799" cy="551905"/>
          </a:xfrm>
        </p:grpSpPr>
        <p:sp>
          <p:nvSpPr>
            <p:cNvPr id="257" name="ハート 256">
              <a:extLst>
                <a:ext uri="{FF2B5EF4-FFF2-40B4-BE49-F238E27FC236}">
                  <a16:creationId xmlns:a16="http://schemas.microsoft.com/office/drawing/2014/main" id="{6B205A92-CB43-47D8-9F12-1083D5D63AC9}"/>
                </a:ext>
              </a:extLst>
            </p:cNvPr>
            <p:cNvSpPr/>
            <p:nvPr/>
          </p:nvSpPr>
          <p:spPr>
            <a:xfrm>
              <a:off x="618278" y="3162196"/>
              <a:ext cx="551905" cy="551905"/>
            </a:xfrm>
            <a:prstGeom prst="heart">
              <a:avLst/>
            </a:prstGeom>
            <a:solidFill>
              <a:srgbClr val="CC66FF"/>
            </a:solidFill>
            <a:ln w="38100">
              <a:solidFill>
                <a:schemeClr val="tx1">
                  <a:lumMod val="85000"/>
                  <a:lumOff val="15000"/>
                </a:schemeClr>
              </a:solidFill>
            </a:ln>
            <a:effectLst>
              <a:glow rad="88900">
                <a:srgbClr val="CC66FF">
                  <a:alpha val="45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58" name="テキスト ボックス 257">
              <a:extLst>
                <a:ext uri="{FF2B5EF4-FFF2-40B4-BE49-F238E27FC236}">
                  <a16:creationId xmlns:a16="http://schemas.microsoft.com/office/drawing/2014/main" id="{4CC9C3AF-53D7-F2E7-2568-6221C8FFFBC2}"/>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59" name="グループ化 258">
            <a:extLst>
              <a:ext uri="{FF2B5EF4-FFF2-40B4-BE49-F238E27FC236}">
                <a16:creationId xmlns:a16="http://schemas.microsoft.com/office/drawing/2014/main" id="{D46DCD67-0C6C-8EE0-0365-78CD8931D4A0}"/>
              </a:ext>
            </a:extLst>
          </p:cNvPr>
          <p:cNvGrpSpPr/>
          <p:nvPr/>
        </p:nvGrpSpPr>
        <p:grpSpPr>
          <a:xfrm>
            <a:off x="3405968" y="3854579"/>
            <a:ext cx="888261" cy="654696"/>
            <a:chOff x="519830" y="3162196"/>
            <a:chExt cx="748799" cy="551905"/>
          </a:xfrm>
        </p:grpSpPr>
        <p:sp>
          <p:nvSpPr>
            <p:cNvPr id="260" name="ハート 259">
              <a:extLst>
                <a:ext uri="{FF2B5EF4-FFF2-40B4-BE49-F238E27FC236}">
                  <a16:creationId xmlns:a16="http://schemas.microsoft.com/office/drawing/2014/main" id="{630C2E8F-4CC2-9958-E4D1-11249E3AA9AF}"/>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61" name="テキスト ボックス 260">
              <a:extLst>
                <a:ext uri="{FF2B5EF4-FFF2-40B4-BE49-F238E27FC236}">
                  <a16:creationId xmlns:a16="http://schemas.microsoft.com/office/drawing/2014/main" id="{44F511FC-64D4-6CC7-57F5-8C56FB816168}"/>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62" name="グループ化 261">
            <a:extLst>
              <a:ext uri="{FF2B5EF4-FFF2-40B4-BE49-F238E27FC236}">
                <a16:creationId xmlns:a16="http://schemas.microsoft.com/office/drawing/2014/main" id="{DE6F736D-7D15-EB17-055A-A3DC760220B5}"/>
              </a:ext>
            </a:extLst>
          </p:cNvPr>
          <p:cNvGrpSpPr/>
          <p:nvPr/>
        </p:nvGrpSpPr>
        <p:grpSpPr>
          <a:xfrm>
            <a:off x="3405968" y="4568889"/>
            <a:ext cx="888261" cy="654696"/>
            <a:chOff x="519830" y="3162196"/>
            <a:chExt cx="748799" cy="551905"/>
          </a:xfrm>
        </p:grpSpPr>
        <p:sp>
          <p:nvSpPr>
            <p:cNvPr id="263" name="ハート 262">
              <a:extLst>
                <a:ext uri="{FF2B5EF4-FFF2-40B4-BE49-F238E27FC236}">
                  <a16:creationId xmlns:a16="http://schemas.microsoft.com/office/drawing/2014/main" id="{71DAEACF-F2FA-07DF-7489-263B25EAA841}"/>
                </a:ext>
              </a:extLst>
            </p:cNvPr>
            <p:cNvSpPr/>
            <p:nvPr/>
          </p:nvSpPr>
          <p:spPr>
            <a:xfrm>
              <a:off x="618278" y="3162196"/>
              <a:ext cx="551905" cy="551905"/>
            </a:xfrm>
            <a:prstGeom prst="heart">
              <a:avLst/>
            </a:prstGeom>
            <a:gradFill>
              <a:gsLst>
                <a:gs pos="5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64" name="テキスト ボックス 263">
              <a:extLst>
                <a:ext uri="{FF2B5EF4-FFF2-40B4-BE49-F238E27FC236}">
                  <a16:creationId xmlns:a16="http://schemas.microsoft.com/office/drawing/2014/main" id="{5BF7CF05-A071-BBE0-CFFA-1C3F34E561B0}"/>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65" name="グループ化 264">
            <a:extLst>
              <a:ext uri="{FF2B5EF4-FFF2-40B4-BE49-F238E27FC236}">
                <a16:creationId xmlns:a16="http://schemas.microsoft.com/office/drawing/2014/main" id="{6DABADAE-47E2-2066-2B17-A64061673423}"/>
              </a:ext>
            </a:extLst>
          </p:cNvPr>
          <p:cNvGrpSpPr/>
          <p:nvPr/>
        </p:nvGrpSpPr>
        <p:grpSpPr>
          <a:xfrm>
            <a:off x="3405968" y="5299009"/>
            <a:ext cx="888261" cy="654696"/>
            <a:chOff x="519830" y="3162196"/>
            <a:chExt cx="748799" cy="551905"/>
          </a:xfrm>
        </p:grpSpPr>
        <p:sp>
          <p:nvSpPr>
            <p:cNvPr id="266" name="ハート 265">
              <a:extLst>
                <a:ext uri="{FF2B5EF4-FFF2-40B4-BE49-F238E27FC236}">
                  <a16:creationId xmlns:a16="http://schemas.microsoft.com/office/drawing/2014/main" id="{4E95F687-3597-2FFB-FF83-3C4D2B2A99D1}"/>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67" name="テキスト ボックス 266">
              <a:extLst>
                <a:ext uri="{FF2B5EF4-FFF2-40B4-BE49-F238E27FC236}">
                  <a16:creationId xmlns:a16="http://schemas.microsoft.com/office/drawing/2014/main" id="{2EEBA9E6-40DF-8C01-5A3B-F00D2DCA372D}"/>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98" name="グループ化 97">
            <a:extLst>
              <a:ext uri="{FF2B5EF4-FFF2-40B4-BE49-F238E27FC236}">
                <a16:creationId xmlns:a16="http://schemas.microsoft.com/office/drawing/2014/main" id="{4A0141B5-7E23-2C1C-0DBB-BDC125F7CCC6}"/>
              </a:ext>
            </a:extLst>
          </p:cNvPr>
          <p:cNvGrpSpPr/>
          <p:nvPr/>
        </p:nvGrpSpPr>
        <p:grpSpPr>
          <a:xfrm>
            <a:off x="4687028" y="3177491"/>
            <a:ext cx="377850" cy="635617"/>
            <a:chOff x="4659035" y="3205484"/>
            <a:chExt cx="377850" cy="635617"/>
          </a:xfrm>
        </p:grpSpPr>
        <p:sp>
          <p:nvSpPr>
            <p:cNvPr id="11" name="楕円 10">
              <a:extLst>
                <a:ext uri="{FF2B5EF4-FFF2-40B4-BE49-F238E27FC236}">
                  <a16:creationId xmlns:a16="http://schemas.microsoft.com/office/drawing/2014/main" id="{017CCE5C-EC66-6D4D-5023-716CBE91CDFB}"/>
                </a:ext>
              </a:extLst>
            </p:cNvPr>
            <p:cNvSpPr/>
            <p:nvPr/>
          </p:nvSpPr>
          <p:spPr>
            <a:xfrm>
              <a:off x="4659035" y="36552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12" name="楕円 11">
              <a:extLst>
                <a:ext uri="{FF2B5EF4-FFF2-40B4-BE49-F238E27FC236}">
                  <a16:creationId xmlns:a16="http://schemas.microsoft.com/office/drawing/2014/main" id="{5FEF14A8-1BD6-3875-6B31-F01C083551C9}"/>
                </a:ext>
              </a:extLst>
            </p:cNvPr>
            <p:cNvSpPr/>
            <p:nvPr/>
          </p:nvSpPr>
          <p:spPr>
            <a:xfrm>
              <a:off x="4795907" y="344447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14" name="楕円 13">
              <a:extLst>
                <a:ext uri="{FF2B5EF4-FFF2-40B4-BE49-F238E27FC236}">
                  <a16:creationId xmlns:a16="http://schemas.microsoft.com/office/drawing/2014/main" id="{13E82CB2-34F3-FB5A-65CD-37D24F027BE0}"/>
                </a:ext>
              </a:extLst>
            </p:cNvPr>
            <p:cNvSpPr/>
            <p:nvPr/>
          </p:nvSpPr>
          <p:spPr>
            <a:xfrm>
              <a:off x="4837789" y="320548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grpSp>
        <p:nvGrpSpPr>
          <p:cNvPr id="20" name="グループ化 19">
            <a:extLst>
              <a:ext uri="{FF2B5EF4-FFF2-40B4-BE49-F238E27FC236}">
                <a16:creationId xmlns:a16="http://schemas.microsoft.com/office/drawing/2014/main" id="{4EA05C35-DECC-1282-BAA4-DA71D447F660}"/>
              </a:ext>
            </a:extLst>
          </p:cNvPr>
          <p:cNvGrpSpPr/>
          <p:nvPr/>
        </p:nvGrpSpPr>
        <p:grpSpPr>
          <a:xfrm>
            <a:off x="4058449" y="3879977"/>
            <a:ext cx="377850" cy="635617"/>
            <a:chOff x="4811435" y="3357884"/>
            <a:chExt cx="377850" cy="635617"/>
          </a:xfrm>
        </p:grpSpPr>
        <p:sp>
          <p:nvSpPr>
            <p:cNvPr id="16" name="楕円 15">
              <a:extLst>
                <a:ext uri="{FF2B5EF4-FFF2-40B4-BE49-F238E27FC236}">
                  <a16:creationId xmlns:a16="http://schemas.microsoft.com/office/drawing/2014/main" id="{E5BD36AE-F0EF-BBFF-2788-3F1317D172FE}"/>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17" name="楕円 16">
              <a:extLst>
                <a:ext uri="{FF2B5EF4-FFF2-40B4-BE49-F238E27FC236}">
                  <a16:creationId xmlns:a16="http://schemas.microsoft.com/office/drawing/2014/main" id="{73143B03-AF01-A3C3-F536-07A868DCEB2D}"/>
                </a:ext>
              </a:extLst>
            </p:cNvPr>
            <p:cNvSpPr/>
            <p:nvPr/>
          </p:nvSpPr>
          <p:spPr>
            <a:xfrm>
              <a:off x="4948307" y="359687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18" name="楕円 17">
              <a:extLst>
                <a:ext uri="{FF2B5EF4-FFF2-40B4-BE49-F238E27FC236}">
                  <a16:creationId xmlns:a16="http://schemas.microsoft.com/office/drawing/2014/main" id="{44966CDD-3EC3-B4B3-BB7C-9C85C15BE21F}"/>
                </a:ext>
              </a:extLst>
            </p:cNvPr>
            <p:cNvSpPr/>
            <p:nvPr/>
          </p:nvSpPr>
          <p:spPr>
            <a:xfrm>
              <a:off x="4990189" y="335788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sp>
        <p:nvSpPr>
          <p:cNvPr id="23" name="楕円 22">
            <a:extLst>
              <a:ext uri="{FF2B5EF4-FFF2-40B4-BE49-F238E27FC236}">
                <a16:creationId xmlns:a16="http://schemas.microsoft.com/office/drawing/2014/main" id="{960F60EC-7739-097C-E133-CAE68C17E15C}"/>
              </a:ext>
            </a:extLst>
          </p:cNvPr>
          <p:cNvSpPr/>
          <p:nvPr/>
        </p:nvSpPr>
        <p:spPr>
          <a:xfrm>
            <a:off x="4058449" y="5063902"/>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nvGrpSpPr>
          <p:cNvPr id="26" name="グループ化 25">
            <a:extLst>
              <a:ext uri="{FF2B5EF4-FFF2-40B4-BE49-F238E27FC236}">
                <a16:creationId xmlns:a16="http://schemas.microsoft.com/office/drawing/2014/main" id="{33EC8940-3C9B-F293-D81D-AF3CDB3FE242}"/>
              </a:ext>
            </a:extLst>
          </p:cNvPr>
          <p:cNvGrpSpPr/>
          <p:nvPr/>
        </p:nvGrpSpPr>
        <p:grpSpPr>
          <a:xfrm>
            <a:off x="4058449" y="5587328"/>
            <a:ext cx="335968" cy="396627"/>
            <a:chOff x="4811435" y="3596874"/>
            <a:chExt cx="335968" cy="396627"/>
          </a:xfrm>
        </p:grpSpPr>
        <p:sp>
          <p:nvSpPr>
            <p:cNvPr id="27" name="楕円 26">
              <a:extLst>
                <a:ext uri="{FF2B5EF4-FFF2-40B4-BE49-F238E27FC236}">
                  <a16:creationId xmlns:a16="http://schemas.microsoft.com/office/drawing/2014/main" id="{D600BD90-0591-0594-6A12-485DAAD1F5AE}"/>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29" name="楕円 28">
              <a:extLst>
                <a:ext uri="{FF2B5EF4-FFF2-40B4-BE49-F238E27FC236}">
                  <a16:creationId xmlns:a16="http://schemas.microsoft.com/office/drawing/2014/main" id="{DF7FDBF8-B59A-A4EA-A516-A6FBC0191639}"/>
                </a:ext>
              </a:extLst>
            </p:cNvPr>
            <p:cNvSpPr/>
            <p:nvPr/>
          </p:nvSpPr>
          <p:spPr>
            <a:xfrm>
              <a:off x="4948307" y="359687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sp>
        <p:nvSpPr>
          <p:cNvPr id="35" name="楕円 34">
            <a:extLst>
              <a:ext uri="{FF2B5EF4-FFF2-40B4-BE49-F238E27FC236}">
                <a16:creationId xmlns:a16="http://schemas.microsoft.com/office/drawing/2014/main" id="{EC1496A1-6561-785D-C4EA-3D1ACEE9A3A1}"/>
              </a:ext>
            </a:extLst>
          </p:cNvPr>
          <p:cNvSpPr/>
          <p:nvPr/>
        </p:nvSpPr>
        <p:spPr>
          <a:xfrm>
            <a:off x="4061957" y="1401468"/>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nvGrpSpPr>
          <p:cNvPr id="88" name="グループ化 87">
            <a:extLst>
              <a:ext uri="{FF2B5EF4-FFF2-40B4-BE49-F238E27FC236}">
                <a16:creationId xmlns:a16="http://schemas.microsoft.com/office/drawing/2014/main" id="{A70E0D36-2132-08F0-AF4D-92290124D126}"/>
              </a:ext>
            </a:extLst>
          </p:cNvPr>
          <p:cNvGrpSpPr/>
          <p:nvPr/>
        </p:nvGrpSpPr>
        <p:grpSpPr>
          <a:xfrm>
            <a:off x="4061957" y="1685903"/>
            <a:ext cx="377850" cy="635617"/>
            <a:chOff x="4811435" y="3357884"/>
            <a:chExt cx="377850" cy="635617"/>
          </a:xfrm>
        </p:grpSpPr>
        <p:sp>
          <p:nvSpPr>
            <p:cNvPr id="89" name="楕円 88">
              <a:extLst>
                <a:ext uri="{FF2B5EF4-FFF2-40B4-BE49-F238E27FC236}">
                  <a16:creationId xmlns:a16="http://schemas.microsoft.com/office/drawing/2014/main" id="{1CA126A0-24E7-AE8A-ECE0-22AF973D18CB}"/>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92" name="楕円 91">
              <a:extLst>
                <a:ext uri="{FF2B5EF4-FFF2-40B4-BE49-F238E27FC236}">
                  <a16:creationId xmlns:a16="http://schemas.microsoft.com/office/drawing/2014/main" id="{87E56220-EAF7-462A-121C-7CDA772C138C}"/>
                </a:ext>
              </a:extLst>
            </p:cNvPr>
            <p:cNvSpPr/>
            <p:nvPr/>
          </p:nvSpPr>
          <p:spPr>
            <a:xfrm>
              <a:off x="4948307" y="359687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93" name="楕円 92">
              <a:extLst>
                <a:ext uri="{FF2B5EF4-FFF2-40B4-BE49-F238E27FC236}">
                  <a16:creationId xmlns:a16="http://schemas.microsoft.com/office/drawing/2014/main" id="{2ABED5A6-6156-1A04-6E9B-C032646B9778}"/>
                </a:ext>
              </a:extLst>
            </p:cNvPr>
            <p:cNvSpPr/>
            <p:nvPr/>
          </p:nvSpPr>
          <p:spPr>
            <a:xfrm>
              <a:off x="4990189" y="335788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grpSp>
        <p:nvGrpSpPr>
          <p:cNvPr id="94" name="グループ化 93">
            <a:extLst>
              <a:ext uri="{FF2B5EF4-FFF2-40B4-BE49-F238E27FC236}">
                <a16:creationId xmlns:a16="http://schemas.microsoft.com/office/drawing/2014/main" id="{CFEC0B14-8BE3-8055-B695-B128ABFED9C1}"/>
              </a:ext>
            </a:extLst>
          </p:cNvPr>
          <p:cNvGrpSpPr/>
          <p:nvPr/>
        </p:nvGrpSpPr>
        <p:grpSpPr>
          <a:xfrm>
            <a:off x="4061957" y="2659074"/>
            <a:ext cx="335968" cy="396627"/>
            <a:chOff x="4811435" y="3596874"/>
            <a:chExt cx="335968" cy="396627"/>
          </a:xfrm>
        </p:grpSpPr>
        <p:sp>
          <p:nvSpPr>
            <p:cNvPr id="95" name="楕円 94">
              <a:extLst>
                <a:ext uri="{FF2B5EF4-FFF2-40B4-BE49-F238E27FC236}">
                  <a16:creationId xmlns:a16="http://schemas.microsoft.com/office/drawing/2014/main" id="{76F6CBEF-853B-7F5C-2AB2-640DB083E495}"/>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96" name="楕円 95">
              <a:extLst>
                <a:ext uri="{FF2B5EF4-FFF2-40B4-BE49-F238E27FC236}">
                  <a16:creationId xmlns:a16="http://schemas.microsoft.com/office/drawing/2014/main" id="{74B2CBB1-1BBF-17ED-6E8A-DBC6E2D2F974}"/>
                </a:ext>
              </a:extLst>
            </p:cNvPr>
            <p:cNvSpPr/>
            <p:nvPr/>
          </p:nvSpPr>
          <p:spPr>
            <a:xfrm>
              <a:off x="4948307" y="359687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sp>
        <p:nvSpPr>
          <p:cNvPr id="5" name="楕円 4">
            <a:extLst>
              <a:ext uri="{FF2B5EF4-FFF2-40B4-BE49-F238E27FC236}">
                <a16:creationId xmlns:a16="http://schemas.microsoft.com/office/drawing/2014/main" id="{0D0E43B1-174B-83A6-E148-FD6F1CFBAF14}"/>
              </a:ext>
            </a:extLst>
          </p:cNvPr>
          <p:cNvSpPr/>
          <p:nvPr/>
        </p:nvSpPr>
        <p:spPr>
          <a:xfrm>
            <a:off x="723599" y="873194"/>
            <a:ext cx="3268235" cy="5093731"/>
          </a:xfrm>
          <a:prstGeom prst="ellipse">
            <a:avLst/>
          </a:prstGeom>
          <a:effectLst>
            <a:glow rad="165100">
              <a:srgbClr val="CC66FF">
                <a:alpha val="40000"/>
              </a:srgbClr>
            </a:glow>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6600" dirty="0">
                <a:latin typeface="BIZ UDP明朝 Medium" panose="02020500000000000000" pitchFamily="18" charset="-128"/>
                <a:ea typeface="BIZ UDP明朝 Medium" panose="02020500000000000000" pitchFamily="18" charset="-128"/>
              </a:rPr>
              <a:t>キャラ</a:t>
            </a:r>
          </a:p>
        </p:txBody>
      </p:sp>
      <p:grpSp>
        <p:nvGrpSpPr>
          <p:cNvPr id="99" name="グループ化 98">
            <a:extLst>
              <a:ext uri="{FF2B5EF4-FFF2-40B4-BE49-F238E27FC236}">
                <a16:creationId xmlns:a16="http://schemas.microsoft.com/office/drawing/2014/main" id="{55451763-2964-91B9-33B8-D1F3FA3BB8E0}"/>
              </a:ext>
            </a:extLst>
          </p:cNvPr>
          <p:cNvGrpSpPr/>
          <p:nvPr/>
        </p:nvGrpSpPr>
        <p:grpSpPr>
          <a:xfrm>
            <a:off x="2209889" y="4257676"/>
            <a:ext cx="4022675" cy="782640"/>
            <a:chOff x="2209889" y="4914901"/>
            <a:chExt cx="4022675" cy="782640"/>
          </a:xfrm>
        </p:grpSpPr>
        <p:sp>
          <p:nvSpPr>
            <p:cNvPr id="21" name="四角形: 角を丸くする 20">
              <a:extLst>
                <a:ext uri="{FF2B5EF4-FFF2-40B4-BE49-F238E27FC236}">
                  <a16:creationId xmlns:a16="http://schemas.microsoft.com/office/drawing/2014/main" id="{7A3DF943-16FB-093F-7D53-612C47AAF1F3}"/>
                </a:ext>
              </a:extLst>
            </p:cNvPr>
            <p:cNvSpPr/>
            <p:nvPr/>
          </p:nvSpPr>
          <p:spPr>
            <a:xfrm>
              <a:off x="2209889" y="4914901"/>
              <a:ext cx="4022675" cy="782640"/>
            </a:xfrm>
            <a:prstGeom prst="roundRect">
              <a:avLst/>
            </a:prstGeom>
            <a:ln>
              <a:solidFill>
                <a:srgbClr val="CC66FF"/>
              </a:solidFill>
            </a:ln>
          </p:spPr>
          <p:style>
            <a:lnRef idx="2">
              <a:schemeClr val="dk1">
                <a:shade val="15000"/>
              </a:schemeClr>
            </a:lnRef>
            <a:fillRef idx="1">
              <a:schemeClr val="dk1"/>
            </a:fillRef>
            <a:effectRef idx="0">
              <a:schemeClr val="dk1"/>
            </a:effectRef>
            <a:fontRef idx="minor">
              <a:schemeClr val="lt1"/>
            </a:fontRef>
          </p:style>
          <p:txBody>
            <a:bodyPr rtlCol="0" anchor="ctr"/>
            <a:lstStyle/>
            <a:p>
              <a:endParaRPr kumimoji="1" lang="ja-JP" altLang="en-US" sz="2800" dirty="0">
                <a:latin typeface="BIZ UDP明朝 Medium" panose="02020500000000000000" pitchFamily="18" charset="-128"/>
                <a:ea typeface="BIZ UDP明朝 Medium" panose="02020500000000000000" pitchFamily="18" charset="-128"/>
              </a:endParaRPr>
            </a:p>
          </p:txBody>
        </p:sp>
        <p:sp>
          <p:nvSpPr>
            <p:cNvPr id="24" name="テキスト ボックス 23">
              <a:extLst>
                <a:ext uri="{FF2B5EF4-FFF2-40B4-BE49-F238E27FC236}">
                  <a16:creationId xmlns:a16="http://schemas.microsoft.com/office/drawing/2014/main" id="{BCB88239-AD62-0610-4C83-8C8E2E39FE8C}"/>
                </a:ext>
              </a:extLst>
            </p:cNvPr>
            <p:cNvSpPr txBox="1"/>
            <p:nvPr/>
          </p:nvSpPr>
          <p:spPr>
            <a:xfrm>
              <a:off x="3654806" y="5143499"/>
              <a:ext cx="1912703" cy="338554"/>
            </a:xfrm>
            <a:prstGeom prst="rect">
              <a:avLst/>
            </a:prstGeom>
            <a:noFill/>
          </p:spPr>
          <p:txBody>
            <a:bodyPr wrap="none" rtlCol="0">
              <a:spAutoFit/>
            </a:bodyPr>
            <a:lstStyle/>
            <a:p>
              <a:r>
                <a:rPr kumimoji="1" lang="ja-JP" altLang="en-US" sz="1600" b="1" dirty="0">
                  <a:solidFill>
                    <a:schemeClr val="bg1">
                      <a:lumMod val="95000"/>
                    </a:schemeClr>
                  </a:solidFill>
                  <a:latin typeface="BIZ UDP明朝 Medium" panose="02020500000000000000" pitchFamily="18" charset="-128"/>
                  <a:ea typeface="BIZ UDP明朝 Medium" panose="02020500000000000000" pitchFamily="18" charset="-128"/>
                </a:rPr>
                <a:t>敵</a:t>
              </a:r>
              <a:r>
                <a:rPr lang="en-US" altLang="ja-JP" sz="1600" b="1" dirty="0">
                  <a:solidFill>
                    <a:schemeClr val="bg1">
                      <a:lumMod val="95000"/>
                    </a:schemeClr>
                  </a:solidFill>
                  <a:latin typeface="BIZ UDP明朝 Medium" panose="02020500000000000000" pitchFamily="18" charset="-128"/>
                  <a:ea typeface="BIZ UDP明朝 Medium" panose="02020500000000000000" pitchFamily="18" charset="-128"/>
                </a:rPr>
                <a:t>1</a:t>
              </a:r>
              <a:r>
                <a:rPr kumimoji="1" lang="ja-JP" altLang="en-US" sz="1600" b="1" dirty="0">
                  <a:solidFill>
                    <a:schemeClr val="bg1">
                      <a:lumMod val="95000"/>
                    </a:schemeClr>
                  </a:solidFill>
                  <a:latin typeface="BIZ UDP明朝 Medium" panose="02020500000000000000" pitchFamily="18" charset="-128"/>
                  <a:ea typeface="BIZ UDP明朝 Medium" panose="02020500000000000000" pitchFamily="18" charset="-128"/>
                </a:rPr>
                <a:t>体に高威力攻撃</a:t>
              </a:r>
            </a:p>
          </p:txBody>
        </p:sp>
        <p:sp>
          <p:nvSpPr>
            <p:cNvPr id="32" name="テキスト ボックス 31">
              <a:extLst>
                <a:ext uri="{FF2B5EF4-FFF2-40B4-BE49-F238E27FC236}">
                  <a16:creationId xmlns:a16="http://schemas.microsoft.com/office/drawing/2014/main" id="{3E0D35DF-46F9-5E8D-2A53-76EB6BD4BBA9}"/>
                </a:ext>
              </a:extLst>
            </p:cNvPr>
            <p:cNvSpPr txBox="1"/>
            <p:nvPr/>
          </p:nvSpPr>
          <p:spPr>
            <a:xfrm>
              <a:off x="2357716" y="5045011"/>
              <a:ext cx="1113109" cy="523220"/>
            </a:xfrm>
            <a:prstGeom prst="rect">
              <a:avLst/>
            </a:prstGeom>
            <a:noFill/>
          </p:spPr>
          <p:txBody>
            <a:bodyPr wrap="square">
              <a:spAutoFit/>
            </a:bodyPr>
            <a:lstStyle/>
            <a:p>
              <a:r>
                <a:rPr lang="en-US" altLang="ja-JP" sz="2800" dirty="0">
                  <a:solidFill>
                    <a:srgbClr val="CC66FF"/>
                  </a:solidFill>
                  <a:latin typeface="BIZ UDP明朝 Medium" panose="02020500000000000000" pitchFamily="18" charset="-128"/>
                  <a:ea typeface="BIZ UDP明朝 Medium" panose="02020500000000000000" pitchFamily="18" charset="-128"/>
                </a:rPr>
                <a:t>ENB</a:t>
              </a:r>
              <a:endParaRPr kumimoji="1" lang="ja-JP" altLang="en-US" sz="2800" dirty="0">
                <a:solidFill>
                  <a:srgbClr val="CC66FF"/>
                </a:solidFill>
                <a:latin typeface="BIZ UDP明朝 Medium" panose="02020500000000000000" pitchFamily="18" charset="-128"/>
                <a:ea typeface="BIZ UDP明朝 Medium" panose="02020500000000000000" pitchFamily="18" charset="-128"/>
              </a:endParaRPr>
            </a:p>
          </p:txBody>
        </p:sp>
      </p:grpSp>
      <p:grpSp>
        <p:nvGrpSpPr>
          <p:cNvPr id="100" name="グループ化 99">
            <a:extLst>
              <a:ext uri="{FF2B5EF4-FFF2-40B4-BE49-F238E27FC236}">
                <a16:creationId xmlns:a16="http://schemas.microsoft.com/office/drawing/2014/main" id="{687DE5A6-1C6D-6C22-D028-3A5738FD0CD1}"/>
              </a:ext>
            </a:extLst>
          </p:cNvPr>
          <p:cNvGrpSpPr/>
          <p:nvPr/>
        </p:nvGrpSpPr>
        <p:grpSpPr>
          <a:xfrm>
            <a:off x="2209889" y="5115875"/>
            <a:ext cx="4022675" cy="782640"/>
            <a:chOff x="2209889" y="4914901"/>
            <a:chExt cx="4022675" cy="782640"/>
          </a:xfrm>
        </p:grpSpPr>
        <p:sp>
          <p:nvSpPr>
            <p:cNvPr id="101" name="四角形: 角を丸くする 100">
              <a:extLst>
                <a:ext uri="{FF2B5EF4-FFF2-40B4-BE49-F238E27FC236}">
                  <a16:creationId xmlns:a16="http://schemas.microsoft.com/office/drawing/2014/main" id="{62D66991-5154-46CA-A406-96DE20BDABF8}"/>
                </a:ext>
              </a:extLst>
            </p:cNvPr>
            <p:cNvSpPr/>
            <p:nvPr/>
          </p:nvSpPr>
          <p:spPr>
            <a:xfrm>
              <a:off x="2209889" y="4914901"/>
              <a:ext cx="4022675" cy="782640"/>
            </a:xfrm>
            <a:prstGeom prst="roundRect">
              <a:avLst/>
            </a:prstGeom>
            <a:ln>
              <a:solidFill>
                <a:srgbClr val="CC66FF"/>
              </a:solidFill>
            </a:ln>
          </p:spPr>
          <p:style>
            <a:lnRef idx="2">
              <a:schemeClr val="dk1">
                <a:shade val="15000"/>
              </a:schemeClr>
            </a:lnRef>
            <a:fillRef idx="1">
              <a:schemeClr val="dk1"/>
            </a:fillRef>
            <a:effectRef idx="0">
              <a:schemeClr val="dk1"/>
            </a:effectRef>
            <a:fontRef idx="minor">
              <a:schemeClr val="lt1"/>
            </a:fontRef>
          </p:style>
          <p:txBody>
            <a:bodyPr rtlCol="0" anchor="ctr"/>
            <a:lstStyle/>
            <a:p>
              <a:endParaRPr kumimoji="1" lang="ja-JP" altLang="en-US" sz="2800" dirty="0">
                <a:latin typeface="BIZ UDP明朝 Medium" panose="02020500000000000000" pitchFamily="18" charset="-128"/>
                <a:ea typeface="BIZ UDP明朝 Medium" panose="02020500000000000000" pitchFamily="18" charset="-128"/>
              </a:endParaRPr>
            </a:p>
          </p:txBody>
        </p:sp>
        <p:sp>
          <p:nvSpPr>
            <p:cNvPr id="103" name="テキスト ボックス 102">
              <a:extLst>
                <a:ext uri="{FF2B5EF4-FFF2-40B4-BE49-F238E27FC236}">
                  <a16:creationId xmlns:a16="http://schemas.microsoft.com/office/drawing/2014/main" id="{21BC13AF-83F6-7699-8516-F6A1C43E86E8}"/>
                </a:ext>
              </a:extLst>
            </p:cNvPr>
            <p:cNvSpPr txBox="1"/>
            <p:nvPr/>
          </p:nvSpPr>
          <p:spPr>
            <a:xfrm>
              <a:off x="2357716" y="5045011"/>
              <a:ext cx="1492898" cy="523220"/>
            </a:xfrm>
            <a:prstGeom prst="rect">
              <a:avLst/>
            </a:prstGeom>
            <a:noFill/>
          </p:spPr>
          <p:txBody>
            <a:bodyPr wrap="square">
              <a:spAutoFit/>
            </a:bodyPr>
            <a:lstStyle/>
            <a:p>
              <a:r>
                <a:rPr lang="en-US" altLang="ja-JP" sz="2800" dirty="0">
                  <a:solidFill>
                    <a:srgbClr val="CC66FF"/>
                  </a:solidFill>
                  <a:latin typeface="BIZ UDP明朝 Medium" panose="02020500000000000000" pitchFamily="18" charset="-128"/>
                  <a:ea typeface="BIZ UDP明朝 Medium" panose="02020500000000000000" pitchFamily="18" charset="-128"/>
                </a:rPr>
                <a:t>EF</a:t>
              </a:r>
              <a:r>
                <a:rPr lang="ja-JP" altLang="en-US" sz="2000" dirty="0">
                  <a:solidFill>
                    <a:srgbClr val="CC66FF"/>
                  </a:solidFill>
                  <a:latin typeface="BIZ UDP明朝 Medium" panose="02020500000000000000" pitchFamily="18" charset="-128"/>
                  <a:ea typeface="BIZ UDP明朝 Medium" panose="02020500000000000000" pitchFamily="18" charset="-128"/>
                </a:rPr>
                <a:t>拡大</a:t>
              </a:r>
              <a:endParaRPr kumimoji="1" lang="ja-JP" altLang="en-US" sz="2800" dirty="0">
                <a:solidFill>
                  <a:srgbClr val="CC66FF"/>
                </a:solidFill>
                <a:latin typeface="BIZ UDP明朝 Medium" panose="02020500000000000000" pitchFamily="18" charset="-128"/>
                <a:ea typeface="BIZ UDP明朝 Medium" panose="02020500000000000000" pitchFamily="18" charset="-128"/>
              </a:endParaRPr>
            </a:p>
          </p:txBody>
        </p:sp>
      </p:grpSp>
      <p:grpSp>
        <p:nvGrpSpPr>
          <p:cNvPr id="104" name="グループ化 103">
            <a:extLst>
              <a:ext uri="{FF2B5EF4-FFF2-40B4-BE49-F238E27FC236}">
                <a16:creationId xmlns:a16="http://schemas.microsoft.com/office/drawing/2014/main" id="{1BC676FD-6FF5-1D3D-C8D8-B7E3A3FB9B7E}"/>
              </a:ext>
            </a:extLst>
          </p:cNvPr>
          <p:cNvGrpSpPr/>
          <p:nvPr/>
        </p:nvGrpSpPr>
        <p:grpSpPr>
          <a:xfrm>
            <a:off x="3814175" y="5254108"/>
            <a:ext cx="1933895" cy="203323"/>
            <a:chOff x="1719571" y="274515"/>
            <a:chExt cx="4262430" cy="338877"/>
          </a:xfrm>
        </p:grpSpPr>
        <p:grpSp>
          <p:nvGrpSpPr>
            <p:cNvPr id="105" name="グループ化 104">
              <a:extLst>
                <a:ext uri="{FF2B5EF4-FFF2-40B4-BE49-F238E27FC236}">
                  <a16:creationId xmlns:a16="http://schemas.microsoft.com/office/drawing/2014/main" id="{6FC6BF3D-27EB-89C1-C15D-0397B645632B}"/>
                </a:ext>
              </a:extLst>
            </p:cNvPr>
            <p:cNvGrpSpPr/>
            <p:nvPr/>
          </p:nvGrpSpPr>
          <p:grpSpPr>
            <a:xfrm>
              <a:off x="1719571" y="274517"/>
              <a:ext cx="3092165" cy="338875"/>
              <a:chOff x="1719571" y="215382"/>
              <a:chExt cx="3888059" cy="426098"/>
            </a:xfrm>
          </p:grpSpPr>
          <p:sp>
            <p:nvSpPr>
              <p:cNvPr id="108" name="平行四辺形 107">
                <a:extLst>
                  <a:ext uri="{FF2B5EF4-FFF2-40B4-BE49-F238E27FC236}">
                    <a16:creationId xmlns:a16="http://schemas.microsoft.com/office/drawing/2014/main" id="{75E4673C-0219-6DA5-6919-2D29AEF35D80}"/>
                  </a:ext>
                </a:extLst>
              </p:cNvPr>
              <p:cNvSpPr/>
              <p:nvPr/>
            </p:nvSpPr>
            <p:spPr>
              <a:xfrm>
                <a:off x="171957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9" name="平行四辺形 108">
                <a:extLst>
                  <a:ext uri="{FF2B5EF4-FFF2-40B4-BE49-F238E27FC236}">
                    <a16:creationId xmlns:a16="http://schemas.microsoft.com/office/drawing/2014/main" id="{356742CD-2A46-AF89-9CE1-A8394F518EBE}"/>
                  </a:ext>
                </a:extLst>
              </p:cNvPr>
              <p:cNvSpPr/>
              <p:nvPr/>
            </p:nvSpPr>
            <p:spPr>
              <a:xfrm>
                <a:off x="2477666"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0" name="平行四辺形 109">
                <a:extLst>
                  <a:ext uri="{FF2B5EF4-FFF2-40B4-BE49-F238E27FC236}">
                    <a16:creationId xmlns:a16="http://schemas.microsoft.com/office/drawing/2014/main" id="{3ECBE3D7-E713-D584-B26B-88D752DC9862}"/>
                  </a:ext>
                </a:extLst>
              </p:cNvPr>
              <p:cNvSpPr/>
              <p:nvPr/>
            </p:nvSpPr>
            <p:spPr>
              <a:xfrm>
                <a:off x="323576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1" name="平行四辺形 110">
                <a:extLst>
                  <a:ext uri="{FF2B5EF4-FFF2-40B4-BE49-F238E27FC236}">
                    <a16:creationId xmlns:a16="http://schemas.microsoft.com/office/drawing/2014/main" id="{EE3735CF-2825-40AE-CF65-F03F0BB67BA9}"/>
                  </a:ext>
                </a:extLst>
              </p:cNvPr>
              <p:cNvSpPr/>
              <p:nvPr/>
            </p:nvSpPr>
            <p:spPr>
              <a:xfrm>
                <a:off x="4751951" y="215382"/>
                <a:ext cx="855679" cy="426098"/>
              </a:xfrm>
              <a:prstGeom prst="parallelogram">
                <a:avLst/>
              </a:prstGeom>
              <a:solidFill>
                <a:schemeClr val="tx1">
                  <a:lumMod val="75000"/>
                  <a:lumOff val="2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12" name="平行四辺形 111">
                <a:extLst>
                  <a:ext uri="{FF2B5EF4-FFF2-40B4-BE49-F238E27FC236}">
                    <a16:creationId xmlns:a16="http://schemas.microsoft.com/office/drawing/2014/main" id="{FD51DC95-3A55-A51A-1E62-02B32373CEB5}"/>
                  </a:ext>
                </a:extLst>
              </p:cNvPr>
              <p:cNvSpPr/>
              <p:nvPr/>
            </p:nvSpPr>
            <p:spPr>
              <a:xfrm>
                <a:off x="3993856" y="215382"/>
                <a:ext cx="855679" cy="426098"/>
              </a:xfrm>
              <a:prstGeom prst="parallelogram">
                <a:avLst/>
              </a:prstGeom>
              <a:solidFill>
                <a:srgbClr val="CC66FF">
                  <a:alpha val="70000"/>
                </a:srgbClr>
              </a:solidFill>
              <a:ln w="38100">
                <a:solidFill>
                  <a:schemeClr val="bg1">
                    <a:lumMod val="85000"/>
                  </a:schemeClr>
                </a:solidFill>
              </a:ln>
              <a:effectLst>
                <a:glow rad="165100">
                  <a:srgbClr val="CC66FF">
                    <a:alpha val="65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06" name="平行四辺形 105">
              <a:extLst>
                <a:ext uri="{FF2B5EF4-FFF2-40B4-BE49-F238E27FC236}">
                  <a16:creationId xmlns:a16="http://schemas.microsoft.com/office/drawing/2014/main" id="{0297134A-8918-89A6-DA9F-49414CB6134C}"/>
                </a:ext>
              </a:extLst>
            </p:cNvPr>
            <p:cNvSpPr/>
            <p:nvPr/>
          </p:nvSpPr>
          <p:spPr>
            <a:xfrm>
              <a:off x="4724774" y="274515"/>
              <a:ext cx="680520" cy="338875"/>
            </a:xfrm>
            <a:prstGeom prst="parallelogram">
              <a:avLst/>
            </a:prstGeom>
            <a:solidFill>
              <a:schemeClr val="tx1">
                <a:lumMod val="75000"/>
                <a:lumOff val="2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07" name="平行四辺形 106">
              <a:extLst>
                <a:ext uri="{FF2B5EF4-FFF2-40B4-BE49-F238E27FC236}">
                  <a16:creationId xmlns:a16="http://schemas.microsoft.com/office/drawing/2014/main" id="{530095DD-CD7B-7E32-CA49-8D0BCC8593AB}"/>
                </a:ext>
              </a:extLst>
            </p:cNvPr>
            <p:cNvSpPr/>
            <p:nvPr/>
          </p:nvSpPr>
          <p:spPr>
            <a:xfrm>
              <a:off x="5301481" y="274515"/>
              <a:ext cx="680520" cy="338875"/>
            </a:xfrm>
            <a:prstGeom prst="parallelogram">
              <a:avLst/>
            </a:prstGeom>
            <a:solidFill>
              <a:schemeClr val="tx1">
                <a:lumMod val="75000"/>
                <a:lumOff val="2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sp>
        <p:nvSpPr>
          <p:cNvPr id="113" name="テキスト ボックス 112">
            <a:extLst>
              <a:ext uri="{FF2B5EF4-FFF2-40B4-BE49-F238E27FC236}">
                <a16:creationId xmlns:a16="http://schemas.microsoft.com/office/drawing/2014/main" id="{191B2DC7-1BCE-BE72-874C-B934B929F011}"/>
              </a:ext>
            </a:extLst>
          </p:cNvPr>
          <p:cNvSpPr txBox="1"/>
          <p:nvPr/>
        </p:nvSpPr>
        <p:spPr>
          <a:xfrm>
            <a:off x="3703108" y="5487418"/>
            <a:ext cx="1526380" cy="338554"/>
          </a:xfrm>
          <a:prstGeom prst="rect">
            <a:avLst/>
          </a:prstGeom>
          <a:noFill/>
        </p:spPr>
        <p:txBody>
          <a:bodyPr wrap="none" rtlCol="0">
            <a:spAutoFit/>
          </a:bodyPr>
          <a:lstStyle/>
          <a:p>
            <a:r>
              <a:rPr kumimoji="1" lang="en-US" altLang="ja-JP" sz="1600" b="1" dirty="0">
                <a:solidFill>
                  <a:schemeClr val="bg1">
                    <a:lumMod val="95000"/>
                  </a:schemeClr>
                </a:solidFill>
                <a:latin typeface="BIZ UDP明朝 Medium" panose="02020500000000000000" pitchFamily="18" charset="-128"/>
                <a:ea typeface="BIZ UDP明朝 Medium" panose="02020500000000000000" pitchFamily="18" charset="-128"/>
              </a:rPr>
              <a:t>ATK10</a:t>
            </a:r>
            <a:r>
              <a:rPr kumimoji="1" lang="ja-JP" altLang="en-US" sz="1600" b="1" dirty="0">
                <a:solidFill>
                  <a:schemeClr val="bg1">
                    <a:lumMod val="95000"/>
                  </a:schemeClr>
                </a:solidFill>
                <a:latin typeface="BIZ UDP明朝 Medium" panose="02020500000000000000" pitchFamily="18" charset="-128"/>
                <a:ea typeface="BIZ UDP明朝 Medium" panose="02020500000000000000" pitchFamily="18" charset="-128"/>
              </a:rPr>
              <a:t>％上昇</a:t>
            </a:r>
          </a:p>
        </p:txBody>
      </p:sp>
      <p:grpSp>
        <p:nvGrpSpPr>
          <p:cNvPr id="118" name="グループ化 117">
            <a:extLst>
              <a:ext uri="{FF2B5EF4-FFF2-40B4-BE49-F238E27FC236}">
                <a16:creationId xmlns:a16="http://schemas.microsoft.com/office/drawing/2014/main" id="{41C63344-993E-C3DD-8629-002342F1E755}"/>
              </a:ext>
            </a:extLst>
          </p:cNvPr>
          <p:cNvGrpSpPr/>
          <p:nvPr/>
        </p:nvGrpSpPr>
        <p:grpSpPr>
          <a:xfrm>
            <a:off x="8962119" y="905845"/>
            <a:ext cx="2561811" cy="5035298"/>
            <a:chOff x="8962119" y="905845"/>
            <a:chExt cx="2561811" cy="5035298"/>
          </a:xfrm>
        </p:grpSpPr>
        <p:grpSp>
          <p:nvGrpSpPr>
            <p:cNvPr id="119" name="グループ化 118">
              <a:extLst>
                <a:ext uri="{FF2B5EF4-FFF2-40B4-BE49-F238E27FC236}">
                  <a16:creationId xmlns:a16="http://schemas.microsoft.com/office/drawing/2014/main" id="{5A9E8D74-EC5D-8553-A2C1-34409F17240D}"/>
                </a:ext>
              </a:extLst>
            </p:cNvPr>
            <p:cNvGrpSpPr/>
            <p:nvPr/>
          </p:nvGrpSpPr>
          <p:grpSpPr>
            <a:xfrm>
              <a:off x="8962119" y="905845"/>
              <a:ext cx="2561811" cy="632926"/>
              <a:chOff x="8957885" y="4574183"/>
              <a:chExt cx="2561811" cy="632926"/>
            </a:xfrm>
          </p:grpSpPr>
          <p:sp>
            <p:nvSpPr>
              <p:cNvPr id="272" name="楕円 271">
                <a:extLst>
                  <a:ext uri="{FF2B5EF4-FFF2-40B4-BE49-F238E27FC236}">
                    <a16:creationId xmlns:a16="http://schemas.microsoft.com/office/drawing/2014/main" id="{95F93536-AE21-25FC-2055-80D86483DEC7}"/>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273" name="四角形: 角を丸くする 272">
                <a:extLst>
                  <a:ext uri="{FF2B5EF4-FFF2-40B4-BE49-F238E27FC236}">
                    <a16:creationId xmlns:a16="http://schemas.microsoft.com/office/drawing/2014/main" id="{786D77D1-EEB7-EB45-3B64-8FA5C74EC386}"/>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274" name="グループ化 273">
                <a:extLst>
                  <a:ext uri="{FF2B5EF4-FFF2-40B4-BE49-F238E27FC236}">
                    <a16:creationId xmlns:a16="http://schemas.microsoft.com/office/drawing/2014/main" id="{A02275E8-428C-671F-FFEA-5192E5351E28}"/>
                  </a:ext>
                </a:extLst>
              </p:cNvPr>
              <p:cNvGrpSpPr/>
              <p:nvPr/>
            </p:nvGrpSpPr>
            <p:grpSpPr>
              <a:xfrm>
                <a:off x="9498429" y="4598805"/>
                <a:ext cx="1505416" cy="601824"/>
                <a:chOff x="1980734" y="3149081"/>
                <a:chExt cx="1505416" cy="601824"/>
              </a:xfrm>
            </p:grpSpPr>
            <p:sp>
              <p:nvSpPr>
                <p:cNvPr id="275" name="楕円 274">
                  <a:extLst>
                    <a:ext uri="{FF2B5EF4-FFF2-40B4-BE49-F238E27FC236}">
                      <a16:creationId xmlns:a16="http://schemas.microsoft.com/office/drawing/2014/main" id="{747F142A-5195-A414-0519-8BC64A9E86C1}"/>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76" name="グループ化 275">
                  <a:extLst>
                    <a:ext uri="{FF2B5EF4-FFF2-40B4-BE49-F238E27FC236}">
                      <a16:creationId xmlns:a16="http://schemas.microsoft.com/office/drawing/2014/main" id="{49C05BD6-0955-2E9B-E7DB-3668D0DFF67D}"/>
                    </a:ext>
                  </a:extLst>
                </p:cNvPr>
                <p:cNvGrpSpPr/>
                <p:nvPr/>
              </p:nvGrpSpPr>
              <p:grpSpPr>
                <a:xfrm>
                  <a:off x="1980734" y="3175652"/>
                  <a:ext cx="1505416" cy="575253"/>
                  <a:chOff x="1980734" y="3175652"/>
                  <a:chExt cx="1505416" cy="575253"/>
                </a:xfrm>
              </p:grpSpPr>
              <p:grpSp>
                <p:nvGrpSpPr>
                  <p:cNvPr id="277" name="グループ化 276">
                    <a:extLst>
                      <a:ext uri="{FF2B5EF4-FFF2-40B4-BE49-F238E27FC236}">
                        <a16:creationId xmlns:a16="http://schemas.microsoft.com/office/drawing/2014/main" id="{8BAB311B-B2ED-8795-84EE-2BE3FE2E191C}"/>
                      </a:ext>
                    </a:extLst>
                  </p:cNvPr>
                  <p:cNvGrpSpPr/>
                  <p:nvPr/>
                </p:nvGrpSpPr>
                <p:grpSpPr>
                  <a:xfrm>
                    <a:off x="1980734" y="3473931"/>
                    <a:ext cx="1505416" cy="276974"/>
                    <a:chOff x="4194668" y="3607669"/>
                    <a:chExt cx="1105960" cy="276974"/>
                  </a:xfrm>
                </p:grpSpPr>
                <p:sp>
                  <p:nvSpPr>
                    <p:cNvPr id="279" name="四角形: 角を丸くする 278">
                      <a:extLst>
                        <a:ext uri="{FF2B5EF4-FFF2-40B4-BE49-F238E27FC236}">
                          <a16:creationId xmlns:a16="http://schemas.microsoft.com/office/drawing/2014/main" id="{66005FD2-E2B6-FF36-15C8-964FBA2D7357}"/>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80" name="図 279">
                      <a:extLst>
                        <a:ext uri="{FF2B5EF4-FFF2-40B4-BE49-F238E27FC236}">
                          <a16:creationId xmlns:a16="http://schemas.microsoft.com/office/drawing/2014/main" id="{4C79C5B1-DFDB-630F-FD0A-BEE10B50D652}"/>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78" name="テキスト ボックス 277">
                    <a:extLst>
                      <a:ext uri="{FF2B5EF4-FFF2-40B4-BE49-F238E27FC236}">
                        <a16:creationId xmlns:a16="http://schemas.microsoft.com/office/drawing/2014/main" id="{50D95A05-08F2-1A88-F3CF-DC8C34155141}"/>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21" name="グループ化 120">
              <a:extLst>
                <a:ext uri="{FF2B5EF4-FFF2-40B4-BE49-F238E27FC236}">
                  <a16:creationId xmlns:a16="http://schemas.microsoft.com/office/drawing/2014/main" id="{F6733434-9A1A-5303-DB7B-DA0AD24C1DE0}"/>
                </a:ext>
              </a:extLst>
            </p:cNvPr>
            <p:cNvGrpSpPr/>
            <p:nvPr/>
          </p:nvGrpSpPr>
          <p:grpSpPr>
            <a:xfrm>
              <a:off x="8962119" y="5308217"/>
              <a:ext cx="2561811" cy="632926"/>
              <a:chOff x="8957885" y="4574183"/>
              <a:chExt cx="2561811" cy="632926"/>
            </a:xfrm>
          </p:grpSpPr>
          <p:sp>
            <p:nvSpPr>
              <p:cNvPr id="242" name="楕円 241">
                <a:extLst>
                  <a:ext uri="{FF2B5EF4-FFF2-40B4-BE49-F238E27FC236}">
                    <a16:creationId xmlns:a16="http://schemas.microsoft.com/office/drawing/2014/main" id="{762138AA-9EC3-B2C2-30A4-3076625B8E88}"/>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243" name="四角形: 角を丸くする 242">
                <a:extLst>
                  <a:ext uri="{FF2B5EF4-FFF2-40B4-BE49-F238E27FC236}">
                    <a16:creationId xmlns:a16="http://schemas.microsoft.com/office/drawing/2014/main" id="{E0F3C00E-146D-C307-0CE7-1024D1BB0285}"/>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244" name="グループ化 243">
                <a:extLst>
                  <a:ext uri="{FF2B5EF4-FFF2-40B4-BE49-F238E27FC236}">
                    <a16:creationId xmlns:a16="http://schemas.microsoft.com/office/drawing/2014/main" id="{1E86884C-9000-1967-3363-7C32308BB7E9}"/>
                  </a:ext>
                </a:extLst>
              </p:cNvPr>
              <p:cNvGrpSpPr/>
              <p:nvPr/>
            </p:nvGrpSpPr>
            <p:grpSpPr>
              <a:xfrm>
                <a:off x="9498429" y="4598805"/>
                <a:ext cx="1505416" cy="601824"/>
                <a:chOff x="1980734" y="3149081"/>
                <a:chExt cx="1505416" cy="601824"/>
              </a:xfrm>
            </p:grpSpPr>
            <p:sp>
              <p:nvSpPr>
                <p:cNvPr id="245" name="楕円 244">
                  <a:extLst>
                    <a:ext uri="{FF2B5EF4-FFF2-40B4-BE49-F238E27FC236}">
                      <a16:creationId xmlns:a16="http://schemas.microsoft.com/office/drawing/2014/main" id="{73F9ECAA-C1EB-6A7D-7593-EAA0864831E0}"/>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46" name="グループ化 245">
                  <a:extLst>
                    <a:ext uri="{FF2B5EF4-FFF2-40B4-BE49-F238E27FC236}">
                      <a16:creationId xmlns:a16="http://schemas.microsoft.com/office/drawing/2014/main" id="{64E9BFF4-E8E2-8601-F86B-0B8DEFC09B2C}"/>
                    </a:ext>
                  </a:extLst>
                </p:cNvPr>
                <p:cNvGrpSpPr/>
                <p:nvPr/>
              </p:nvGrpSpPr>
              <p:grpSpPr>
                <a:xfrm>
                  <a:off x="1980734" y="3175652"/>
                  <a:ext cx="1505416" cy="575253"/>
                  <a:chOff x="1980734" y="3175652"/>
                  <a:chExt cx="1505416" cy="575253"/>
                </a:xfrm>
              </p:grpSpPr>
              <p:grpSp>
                <p:nvGrpSpPr>
                  <p:cNvPr id="268" name="グループ化 267">
                    <a:extLst>
                      <a:ext uri="{FF2B5EF4-FFF2-40B4-BE49-F238E27FC236}">
                        <a16:creationId xmlns:a16="http://schemas.microsoft.com/office/drawing/2014/main" id="{7C646BA8-677F-78B8-E1B1-4407EC1C3B4D}"/>
                      </a:ext>
                    </a:extLst>
                  </p:cNvPr>
                  <p:cNvGrpSpPr/>
                  <p:nvPr/>
                </p:nvGrpSpPr>
                <p:grpSpPr>
                  <a:xfrm>
                    <a:off x="1980734" y="3473931"/>
                    <a:ext cx="1505416" cy="276974"/>
                    <a:chOff x="4194668" y="3607669"/>
                    <a:chExt cx="1105960" cy="276974"/>
                  </a:xfrm>
                </p:grpSpPr>
                <p:sp>
                  <p:nvSpPr>
                    <p:cNvPr id="270" name="四角形: 角を丸くする 269">
                      <a:extLst>
                        <a:ext uri="{FF2B5EF4-FFF2-40B4-BE49-F238E27FC236}">
                          <a16:creationId xmlns:a16="http://schemas.microsoft.com/office/drawing/2014/main" id="{747F1F27-42DA-E48A-54BF-8DCEA01BAB23}"/>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71" name="図 270">
                      <a:extLst>
                        <a:ext uri="{FF2B5EF4-FFF2-40B4-BE49-F238E27FC236}">
                          <a16:creationId xmlns:a16="http://schemas.microsoft.com/office/drawing/2014/main" id="{7A5A64A9-0486-DD11-0604-C47F1E98D998}"/>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69" name="テキスト ボックス 268">
                    <a:extLst>
                      <a:ext uri="{FF2B5EF4-FFF2-40B4-BE49-F238E27FC236}">
                        <a16:creationId xmlns:a16="http://schemas.microsoft.com/office/drawing/2014/main" id="{57C76A15-82EB-AE15-CA3C-F3DC85FCF383}"/>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22" name="グループ化 121">
              <a:extLst>
                <a:ext uri="{FF2B5EF4-FFF2-40B4-BE49-F238E27FC236}">
                  <a16:creationId xmlns:a16="http://schemas.microsoft.com/office/drawing/2014/main" id="{2CD70F84-FCB0-E82D-D84C-0683C4935C13}"/>
                </a:ext>
              </a:extLst>
            </p:cNvPr>
            <p:cNvGrpSpPr/>
            <p:nvPr/>
          </p:nvGrpSpPr>
          <p:grpSpPr>
            <a:xfrm>
              <a:off x="8962119" y="1639574"/>
              <a:ext cx="2561811" cy="632926"/>
              <a:chOff x="8957885" y="4574183"/>
              <a:chExt cx="2561811" cy="632926"/>
            </a:xfrm>
          </p:grpSpPr>
          <p:sp>
            <p:nvSpPr>
              <p:cNvPr id="190" name="楕円 189">
                <a:extLst>
                  <a:ext uri="{FF2B5EF4-FFF2-40B4-BE49-F238E27FC236}">
                    <a16:creationId xmlns:a16="http://schemas.microsoft.com/office/drawing/2014/main" id="{EEB4600E-114B-2686-07C1-0CD948B06CA2}"/>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91" name="四角形: 角を丸くする 190">
                <a:extLst>
                  <a:ext uri="{FF2B5EF4-FFF2-40B4-BE49-F238E27FC236}">
                    <a16:creationId xmlns:a16="http://schemas.microsoft.com/office/drawing/2014/main" id="{C2D01E2D-AE75-332D-787F-19BDFF475953}"/>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92" name="グループ化 191">
                <a:extLst>
                  <a:ext uri="{FF2B5EF4-FFF2-40B4-BE49-F238E27FC236}">
                    <a16:creationId xmlns:a16="http://schemas.microsoft.com/office/drawing/2014/main" id="{99801185-5F5B-E3E7-3D3B-3E7D5635E34C}"/>
                  </a:ext>
                </a:extLst>
              </p:cNvPr>
              <p:cNvGrpSpPr/>
              <p:nvPr/>
            </p:nvGrpSpPr>
            <p:grpSpPr>
              <a:xfrm>
                <a:off x="9498429" y="4598805"/>
                <a:ext cx="1505416" cy="601824"/>
                <a:chOff x="1980734" y="3149081"/>
                <a:chExt cx="1505416" cy="601824"/>
              </a:xfrm>
            </p:grpSpPr>
            <p:sp>
              <p:nvSpPr>
                <p:cNvPr id="193" name="楕円 192">
                  <a:extLst>
                    <a:ext uri="{FF2B5EF4-FFF2-40B4-BE49-F238E27FC236}">
                      <a16:creationId xmlns:a16="http://schemas.microsoft.com/office/drawing/2014/main" id="{4F5EEDD7-8C2B-F579-A21E-D51A2FC2280C}"/>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94" name="グループ化 193">
                  <a:extLst>
                    <a:ext uri="{FF2B5EF4-FFF2-40B4-BE49-F238E27FC236}">
                      <a16:creationId xmlns:a16="http://schemas.microsoft.com/office/drawing/2014/main" id="{4D506D9C-C33B-DD9F-7190-95E3E7F8C9B7}"/>
                    </a:ext>
                  </a:extLst>
                </p:cNvPr>
                <p:cNvGrpSpPr/>
                <p:nvPr/>
              </p:nvGrpSpPr>
              <p:grpSpPr>
                <a:xfrm>
                  <a:off x="1980734" y="3175652"/>
                  <a:ext cx="1505416" cy="575253"/>
                  <a:chOff x="1980734" y="3175652"/>
                  <a:chExt cx="1505416" cy="575253"/>
                </a:xfrm>
              </p:grpSpPr>
              <p:grpSp>
                <p:nvGrpSpPr>
                  <p:cNvPr id="195" name="グループ化 194">
                    <a:extLst>
                      <a:ext uri="{FF2B5EF4-FFF2-40B4-BE49-F238E27FC236}">
                        <a16:creationId xmlns:a16="http://schemas.microsoft.com/office/drawing/2014/main" id="{CD63F9F7-96FC-5EC8-A946-9D776ABEF9E8}"/>
                      </a:ext>
                    </a:extLst>
                  </p:cNvPr>
                  <p:cNvGrpSpPr/>
                  <p:nvPr/>
                </p:nvGrpSpPr>
                <p:grpSpPr>
                  <a:xfrm>
                    <a:off x="1980734" y="3473931"/>
                    <a:ext cx="1505416" cy="276974"/>
                    <a:chOff x="4194668" y="3607669"/>
                    <a:chExt cx="1105960" cy="276974"/>
                  </a:xfrm>
                </p:grpSpPr>
                <p:sp>
                  <p:nvSpPr>
                    <p:cNvPr id="240" name="四角形: 角を丸くする 239">
                      <a:extLst>
                        <a:ext uri="{FF2B5EF4-FFF2-40B4-BE49-F238E27FC236}">
                          <a16:creationId xmlns:a16="http://schemas.microsoft.com/office/drawing/2014/main" id="{4346C6DA-1EE4-29F0-5919-703834A72E92}"/>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41" name="図 240">
                      <a:extLst>
                        <a:ext uri="{FF2B5EF4-FFF2-40B4-BE49-F238E27FC236}">
                          <a16:creationId xmlns:a16="http://schemas.microsoft.com/office/drawing/2014/main" id="{582D1457-8B52-33FD-C3EB-CA7A11F3DEEC}"/>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96" name="テキスト ボックス 195">
                    <a:extLst>
                      <a:ext uri="{FF2B5EF4-FFF2-40B4-BE49-F238E27FC236}">
                        <a16:creationId xmlns:a16="http://schemas.microsoft.com/office/drawing/2014/main" id="{661A8647-17BE-006C-EB7C-334822EE97A8}"/>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23" name="グループ化 122">
              <a:extLst>
                <a:ext uri="{FF2B5EF4-FFF2-40B4-BE49-F238E27FC236}">
                  <a16:creationId xmlns:a16="http://schemas.microsoft.com/office/drawing/2014/main" id="{6DCF7BE2-FADF-3791-1B70-9249D9EC1BEC}"/>
                </a:ext>
              </a:extLst>
            </p:cNvPr>
            <p:cNvGrpSpPr/>
            <p:nvPr/>
          </p:nvGrpSpPr>
          <p:grpSpPr>
            <a:xfrm>
              <a:off x="8962119" y="2373303"/>
              <a:ext cx="2561811" cy="632926"/>
              <a:chOff x="8957885" y="4574183"/>
              <a:chExt cx="2561811" cy="632926"/>
            </a:xfrm>
          </p:grpSpPr>
          <p:sp>
            <p:nvSpPr>
              <p:cNvPr id="161" name="楕円 160">
                <a:extLst>
                  <a:ext uri="{FF2B5EF4-FFF2-40B4-BE49-F238E27FC236}">
                    <a16:creationId xmlns:a16="http://schemas.microsoft.com/office/drawing/2014/main" id="{12557725-9B42-29B0-BAF3-F538EC81225A}"/>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73" name="四角形: 角を丸くする 172">
                <a:extLst>
                  <a:ext uri="{FF2B5EF4-FFF2-40B4-BE49-F238E27FC236}">
                    <a16:creationId xmlns:a16="http://schemas.microsoft.com/office/drawing/2014/main" id="{D9682C3A-41A1-B8B7-CAAB-ED39FDA84907}"/>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77" name="グループ化 176">
                <a:extLst>
                  <a:ext uri="{FF2B5EF4-FFF2-40B4-BE49-F238E27FC236}">
                    <a16:creationId xmlns:a16="http://schemas.microsoft.com/office/drawing/2014/main" id="{DA324AA4-3664-3EC1-9CD7-FFBEF9F4EDAD}"/>
                  </a:ext>
                </a:extLst>
              </p:cNvPr>
              <p:cNvGrpSpPr/>
              <p:nvPr/>
            </p:nvGrpSpPr>
            <p:grpSpPr>
              <a:xfrm>
                <a:off x="9498429" y="4598805"/>
                <a:ext cx="1505416" cy="601824"/>
                <a:chOff x="1980734" y="3149081"/>
                <a:chExt cx="1505416" cy="601824"/>
              </a:xfrm>
            </p:grpSpPr>
            <p:sp>
              <p:nvSpPr>
                <p:cNvPr id="178" name="楕円 177">
                  <a:extLst>
                    <a:ext uri="{FF2B5EF4-FFF2-40B4-BE49-F238E27FC236}">
                      <a16:creationId xmlns:a16="http://schemas.microsoft.com/office/drawing/2014/main" id="{8338DB3D-49EB-D5DD-35B8-743729DE6DE4}"/>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82" name="グループ化 181">
                  <a:extLst>
                    <a:ext uri="{FF2B5EF4-FFF2-40B4-BE49-F238E27FC236}">
                      <a16:creationId xmlns:a16="http://schemas.microsoft.com/office/drawing/2014/main" id="{BB21EC08-51CE-EA7B-D0FF-77AF522EAD15}"/>
                    </a:ext>
                  </a:extLst>
                </p:cNvPr>
                <p:cNvGrpSpPr/>
                <p:nvPr/>
              </p:nvGrpSpPr>
              <p:grpSpPr>
                <a:xfrm>
                  <a:off x="1980734" y="3175652"/>
                  <a:ext cx="1505416" cy="575253"/>
                  <a:chOff x="1980734" y="3175652"/>
                  <a:chExt cx="1505416" cy="575253"/>
                </a:xfrm>
              </p:grpSpPr>
              <p:grpSp>
                <p:nvGrpSpPr>
                  <p:cNvPr id="184" name="グループ化 183">
                    <a:extLst>
                      <a:ext uri="{FF2B5EF4-FFF2-40B4-BE49-F238E27FC236}">
                        <a16:creationId xmlns:a16="http://schemas.microsoft.com/office/drawing/2014/main" id="{DD932F35-BAD8-6638-83E6-A3B79470F304}"/>
                      </a:ext>
                    </a:extLst>
                  </p:cNvPr>
                  <p:cNvGrpSpPr/>
                  <p:nvPr/>
                </p:nvGrpSpPr>
                <p:grpSpPr>
                  <a:xfrm>
                    <a:off x="1980734" y="3473931"/>
                    <a:ext cx="1505416" cy="276974"/>
                    <a:chOff x="4194668" y="3607669"/>
                    <a:chExt cx="1105960" cy="276974"/>
                  </a:xfrm>
                </p:grpSpPr>
                <p:sp>
                  <p:nvSpPr>
                    <p:cNvPr id="188" name="四角形: 角を丸くする 187">
                      <a:extLst>
                        <a:ext uri="{FF2B5EF4-FFF2-40B4-BE49-F238E27FC236}">
                          <a16:creationId xmlns:a16="http://schemas.microsoft.com/office/drawing/2014/main" id="{F77435F8-1D02-B954-8C23-12D34630AA24}"/>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89" name="図 188">
                      <a:extLst>
                        <a:ext uri="{FF2B5EF4-FFF2-40B4-BE49-F238E27FC236}">
                          <a16:creationId xmlns:a16="http://schemas.microsoft.com/office/drawing/2014/main" id="{CED4C016-52A5-3455-8F29-34BE267DA203}"/>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87" name="テキスト ボックス 186">
                    <a:extLst>
                      <a:ext uri="{FF2B5EF4-FFF2-40B4-BE49-F238E27FC236}">
                        <a16:creationId xmlns:a16="http://schemas.microsoft.com/office/drawing/2014/main" id="{91859F81-6830-163D-C6FE-213094E05C6E}"/>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24" name="グループ化 123">
              <a:extLst>
                <a:ext uri="{FF2B5EF4-FFF2-40B4-BE49-F238E27FC236}">
                  <a16:creationId xmlns:a16="http://schemas.microsoft.com/office/drawing/2014/main" id="{910E3F67-48E3-A1BC-8448-6D79CFD6022D}"/>
                </a:ext>
              </a:extLst>
            </p:cNvPr>
            <p:cNvGrpSpPr/>
            <p:nvPr/>
          </p:nvGrpSpPr>
          <p:grpSpPr>
            <a:xfrm>
              <a:off x="8962119" y="3107032"/>
              <a:ext cx="2561811" cy="632926"/>
              <a:chOff x="8957885" y="4574183"/>
              <a:chExt cx="2561811" cy="632926"/>
            </a:xfrm>
          </p:grpSpPr>
          <p:sp>
            <p:nvSpPr>
              <p:cNvPr id="149" name="楕円 148">
                <a:extLst>
                  <a:ext uri="{FF2B5EF4-FFF2-40B4-BE49-F238E27FC236}">
                    <a16:creationId xmlns:a16="http://schemas.microsoft.com/office/drawing/2014/main" id="{EE9CB059-DD6D-82E2-78AA-A92A55722E6A}"/>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50" name="四角形: 角を丸くする 149">
                <a:extLst>
                  <a:ext uri="{FF2B5EF4-FFF2-40B4-BE49-F238E27FC236}">
                    <a16:creationId xmlns:a16="http://schemas.microsoft.com/office/drawing/2014/main" id="{31657E94-EA2D-D6EB-8EB9-26B1F75ABC45}"/>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51" name="グループ化 150">
                <a:extLst>
                  <a:ext uri="{FF2B5EF4-FFF2-40B4-BE49-F238E27FC236}">
                    <a16:creationId xmlns:a16="http://schemas.microsoft.com/office/drawing/2014/main" id="{14C6D54F-47F0-5AE3-D296-A82D54B037D0}"/>
                  </a:ext>
                </a:extLst>
              </p:cNvPr>
              <p:cNvGrpSpPr/>
              <p:nvPr/>
            </p:nvGrpSpPr>
            <p:grpSpPr>
              <a:xfrm>
                <a:off x="9498429" y="4598805"/>
                <a:ext cx="1505416" cy="601824"/>
                <a:chOff x="1980734" y="3149081"/>
                <a:chExt cx="1505416" cy="601824"/>
              </a:xfrm>
            </p:grpSpPr>
            <p:sp>
              <p:nvSpPr>
                <p:cNvPr id="152" name="楕円 151">
                  <a:extLst>
                    <a:ext uri="{FF2B5EF4-FFF2-40B4-BE49-F238E27FC236}">
                      <a16:creationId xmlns:a16="http://schemas.microsoft.com/office/drawing/2014/main" id="{B194AC6D-0BCD-1EDC-B052-8B1EBCC61FE1}"/>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56" name="グループ化 155">
                  <a:extLst>
                    <a:ext uri="{FF2B5EF4-FFF2-40B4-BE49-F238E27FC236}">
                      <a16:creationId xmlns:a16="http://schemas.microsoft.com/office/drawing/2014/main" id="{33BC4D3A-C71C-811A-4AA1-98FF364D3632}"/>
                    </a:ext>
                  </a:extLst>
                </p:cNvPr>
                <p:cNvGrpSpPr/>
                <p:nvPr/>
              </p:nvGrpSpPr>
              <p:grpSpPr>
                <a:xfrm>
                  <a:off x="1980734" y="3175652"/>
                  <a:ext cx="1505416" cy="575253"/>
                  <a:chOff x="1980734" y="3175652"/>
                  <a:chExt cx="1505416" cy="575253"/>
                </a:xfrm>
              </p:grpSpPr>
              <p:grpSp>
                <p:nvGrpSpPr>
                  <p:cNvPr id="157" name="グループ化 156">
                    <a:extLst>
                      <a:ext uri="{FF2B5EF4-FFF2-40B4-BE49-F238E27FC236}">
                        <a16:creationId xmlns:a16="http://schemas.microsoft.com/office/drawing/2014/main" id="{C647E31C-B1C1-B0C4-9DB6-E27742E170B7}"/>
                      </a:ext>
                    </a:extLst>
                  </p:cNvPr>
                  <p:cNvGrpSpPr/>
                  <p:nvPr/>
                </p:nvGrpSpPr>
                <p:grpSpPr>
                  <a:xfrm>
                    <a:off x="1980734" y="3473931"/>
                    <a:ext cx="1505416" cy="276974"/>
                    <a:chOff x="4194668" y="3607669"/>
                    <a:chExt cx="1105960" cy="276974"/>
                  </a:xfrm>
                </p:grpSpPr>
                <p:sp>
                  <p:nvSpPr>
                    <p:cNvPr id="159" name="四角形: 角を丸くする 158">
                      <a:extLst>
                        <a:ext uri="{FF2B5EF4-FFF2-40B4-BE49-F238E27FC236}">
                          <a16:creationId xmlns:a16="http://schemas.microsoft.com/office/drawing/2014/main" id="{4E80C108-DFD5-E21B-0C8B-2B832187DE53}"/>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60" name="図 159">
                      <a:extLst>
                        <a:ext uri="{FF2B5EF4-FFF2-40B4-BE49-F238E27FC236}">
                          <a16:creationId xmlns:a16="http://schemas.microsoft.com/office/drawing/2014/main" id="{FC9EA511-CA1F-453F-92A6-4AB80D6C8788}"/>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58" name="テキスト ボックス 157">
                    <a:extLst>
                      <a:ext uri="{FF2B5EF4-FFF2-40B4-BE49-F238E27FC236}">
                        <a16:creationId xmlns:a16="http://schemas.microsoft.com/office/drawing/2014/main" id="{53FB0936-3A0C-B17B-B4E2-4E62C3EAF304}"/>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27" name="グループ化 126">
              <a:extLst>
                <a:ext uri="{FF2B5EF4-FFF2-40B4-BE49-F238E27FC236}">
                  <a16:creationId xmlns:a16="http://schemas.microsoft.com/office/drawing/2014/main" id="{B73050F7-B868-7CBF-6458-E5DEC4FF43E2}"/>
                </a:ext>
              </a:extLst>
            </p:cNvPr>
            <p:cNvGrpSpPr/>
            <p:nvPr/>
          </p:nvGrpSpPr>
          <p:grpSpPr>
            <a:xfrm>
              <a:off x="8962119" y="3840761"/>
              <a:ext cx="2561811" cy="632926"/>
              <a:chOff x="8957885" y="4574183"/>
              <a:chExt cx="2561811" cy="632926"/>
            </a:xfrm>
          </p:grpSpPr>
          <p:sp>
            <p:nvSpPr>
              <p:cNvPr id="140" name="楕円 139">
                <a:extLst>
                  <a:ext uri="{FF2B5EF4-FFF2-40B4-BE49-F238E27FC236}">
                    <a16:creationId xmlns:a16="http://schemas.microsoft.com/office/drawing/2014/main" id="{C7D0520A-574F-8174-0BA6-9732F330E989}"/>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41" name="四角形: 角を丸くする 140">
                <a:extLst>
                  <a:ext uri="{FF2B5EF4-FFF2-40B4-BE49-F238E27FC236}">
                    <a16:creationId xmlns:a16="http://schemas.microsoft.com/office/drawing/2014/main" id="{354A35B0-40E3-F6E4-50C3-55561F05C0D7}"/>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42" name="グループ化 141">
                <a:extLst>
                  <a:ext uri="{FF2B5EF4-FFF2-40B4-BE49-F238E27FC236}">
                    <a16:creationId xmlns:a16="http://schemas.microsoft.com/office/drawing/2014/main" id="{7EF35C3F-AF16-072C-BEC3-BE28E3FA127F}"/>
                  </a:ext>
                </a:extLst>
              </p:cNvPr>
              <p:cNvGrpSpPr/>
              <p:nvPr/>
            </p:nvGrpSpPr>
            <p:grpSpPr>
              <a:xfrm>
                <a:off x="9498429" y="4598805"/>
                <a:ext cx="1505416" cy="601824"/>
                <a:chOff x="1980734" y="3149081"/>
                <a:chExt cx="1505416" cy="601824"/>
              </a:xfrm>
            </p:grpSpPr>
            <p:sp>
              <p:nvSpPr>
                <p:cNvPr id="143" name="楕円 142">
                  <a:extLst>
                    <a:ext uri="{FF2B5EF4-FFF2-40B4-BE49-F238E27FC236}">
                      <a16:creationId xmlns:a16="http://schemas.microsoft.com/office/drawing/2014/main" id="{FBF2DBF7-8BDB-DB49-6A45-920757AF9B4E}"/>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44" name="グループ化 143">
                  <a:extLst>
                    <a:ext uri="{FF2B5EF4-FFF2-40B4-BE49-F238E27FC236}">
                      <a16:creationId xmlns:a16="http://schemas.microsoft.com/office/drawing/2014/main" id="{1DA05377-724A-5101-0E6D-D3406089BC16}"/>
                    </a:ext>
                  </a:extLst>
                </p:cNvPr>
                <p:cNvGrpSpPr/>
                <p:nvPr/>
              </p:nvGrpSpPr>
              <p:grpSpPr>
                <a:xfrm>
                  <a:off x="1980734" y="3175652"/>
                  <a:ext cx="1505416" cy="575253"/>
                  <a:chOff x="1980734" y="3175652"/>
                  <a:chExt cx="1505416" cy="575253"/>
                </a:xfrm>
              </p:grpSpPr>
              <p:grpSp>
                <p:nvGrpSpPr>
                  <p:cNvPr id="145" name="グループ化 144">
                    <a:extLst>
                      <a:ext uri="{FF2B5EF4-FFF2-40B4-BE49-F238E27FC236}">
                        <a16:creationId xmlns:a16="http://schemas.microsoft.com/office/drawing/2014/main" id="{F0BF1DDF-036A-A884-0CE2-468E6230DE50}"/>
                      </a:ext>
                    </a:extLst>
                  </p:cNvPr>
                  <p:cNvGrpSpPr/>
                  <p:nvPr/>
                </p:nvGrpSpPr>
                <p:grpSpPr>
                  <a:xfrm>
                    <a:off x="1980734" y="3473931"/>
                    <a:ext cx="1505416" cy="276974"/>
                    <a:chOff x="4194668" y="3607669"/>
                    <a:chExt cx="1105960" cy="276974"/>
                  </a:xfrm>
                </p:grpSpPr>
                <p:sp>
                  <p:nvSpPr>
                    <p:cNvPr id="147" name="四角形: 角を丸くする 146">
                      <a:extLst>
                        <a:ext uri="{FF2B5EF4-FFF2-40B4-BE49-F238E27FC236}">
                          <a16:creationId xmlns:a16="http://schemas.microsoft.com/office/drawing/2014/main" id="{7AA9CF8A-5595-73BF-7AC4-DBE2BDA7817E}"/>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48" name="図 147">
                      <a:extLst>
                        <a:ext uri="{FF2B5EF4-FFF2-40B4-BE49-F238E27FC236}">
                          <a16:creationId xmlns:a16="http://schemas.microsoft.com/office/drawing/2014/main" id="{26C85A4F-9834-305A-1610-91CD6E192A9C}"/>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46" name="テキスト ボックス 145">
                    <a:extLst>
                      <a:ext uri="{FF2B5EF4-FFF2-40B4-BE49-F238E27FC236}">
                        <a16:creationId xmlns:a16="http://schemas.microsoft.com/office/drawing/2014/main" id="{84E57647-6CEF-9030-3549-F8A53ACA09B6}"/>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28" name="グループ化 127">
              <a:extLst>
                <a:ext uri="{FF2B5EF4-FFF2-40B4-BE49-F238E27FC236}">
                  <a16:creationId xmlns:a16="http://schemas.microsoft.com/office/drawing/2014/main" id="{E6FAEAAB-D052-29E7-32E1-42B7118D4835}"/>
                </a:ext>
              </a:extLst>
            </p:cNvPr>
            <p:cNvGrpSpPr/>
            <p:nvPr/>
          </p:nvGrpSpPr>
          <p:grpSpPr>
            <a:xfrm>
              <a:off x="8962119" y="4574490"/>
              <a:ext cx="2561811" cy="632926"/>
              <a:chOff x="8957885" y="4574183"/>
              <a:chExt cx="2561811" cy="632926"/>
            </a:xfrm>
          </p:grpSpPr>
          <p:sp>
            <p:nvSpPr>
              <p:cNvPr id="129" name="楕円 128">
                <a:extLst>
                  <a:ext uri="{FF2B5EF4-FFF2-40B4-BE49-F238E27FC236}">
                    <a16:creationId xmlns:a16="http://schemas.microsoft.com/office/drawing/2014/main" id="{BA20C425-B03C-56AF-65B6-29E60C00C710}"/>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30" name="四角形: 角を丸くする 129">
                <a:extLst>
                  <a:ext uri="{FF2B5EF4-FFF2-40B4-BE49-F238E27FC236}">
                    <a16:creationId xmlns:a16="http://schemas.microsoft.com/office/drawing/2014/main" id="{0EC276D3-5358-81AA-2AE0-E224CF4A2A83}"/>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31" name="グループ化 130">
                <a:extLst>
                  <a:ext uri="{FF2B5EF4-FFF2-40B4-BE49-F238E27FC236}">
                    <a16:creationId xmlns:a16="http://schemas.microsoft.com/office/drawing/2014/main" id="{4369086A-856F-C007-72EE-80021C07FE48}"/>
                  </a:ext>
                </a:extLst>
              </p:cNvPr>
              <p:cNvGrpSpPr/>
              <p:nvPr/>
            </p:nvGrpSpPr>
            <p:grpSpPr>
              <a:xfrm>
                <a:off x="9498429" y="4598805"/>
                <a:ext cx="1505416" cy="601824"/>
                <a:chOff x="1980734" y="3149081"/>
                <a:chExt cx="1505416" cy="601824"/>
              </a:xfrm>
            </p:grpSpPr>
            <p:sp>
              <p:nvSpPr>
                <p:cNvPr id="132" name="楕円 131">
                  <a:extLst>
                    <a:ext uri="{FF2B5EF4-FFF2-40B4-BE49-F238E27FC236}">
                      <a16:creationId xmlns:a16="http://schemas.microsoft.com/office/drawing/2014/main" id="{27E875CE-276D-AF90-D8DC-1981EBD48443}"/>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33" name="グループ化 132">
                  <a:extLst>
                    <a:ext uri="{FF2B5EF4-FFF2-40B4-BE49-F238E27FC236}">
                      <a16:creationId xmlns:a16="http://schemas.microsoft.com/office/drawing/2014/main" id="{0751B349-36D5-0192-8FDF-FE912D496A05}"/>
                    </a:ext>
                  </a:extLst>
                </p:cNvPr>
                <p:cNvGrpSpPr/>
                <p:nvPr/>
              </p:nvGrpSpPr>
              <p:grpSpPr>
                <a:xfrm>
                  <a:off x="1980734" y="3175652"/>
                  <a:ext cx="1505416" cy="575253"/>
                  <a:chOff x="1980734" y="3175652"/>
                  <a:chExt cx="1505416" cy="575253"/>
                </a:xfrm>
              </p:grpSpPr>
              <p:grpSp>
                <p:nvGrpSpPr>
                  <p:cNvPr id="134" name="グループ化 133">
                    <a:extLst>
                      <a:ext uri="{FF2B5EF4-FFF2-40B4-BE49-F238E27FC236}">
                        <a16:creationId xmlns:a16="http://schemas.microsoft.com/office/drawing/2014/main" id="{9EF73DB7-8963-43A8-B913-15057809563F}"/>
                      </a:ext>
                    </a:extLst>
                  </p:cNvPr>
                  <p:cNvGrpSpPr/>
                  <p:nvPr/>
                </p:nvGrpSpPr>
                <p:grpSpPr>
                  <a:xfrm>
                    <a:off x="1980734" y="3473931"/>
                    <a:ext cx="1505416" cy="276974"/>
                    <a:chOff x="4194668" y="3607669"/>
                    <a:chExt cx="1105960" cy="276974"/>
                  </a:xfrm>
                </p:grpSpPr>
                <p:sp>
                  <p:nvSpPr>
                    <p:cNvPr id="136" name="四角形: 角を丸くする 135">
                      <a:extLst>
                        <a:ext uri="{FF2B5EF4-FFF2-40B4-BE49-F238E27FC236}">
                          <a16:creationId xmlns:a16="http://schemas.microsoft.com/office/drawing/2014/main" id="{A4909540-5EF9-8C12-3BC5-DA6D67CE7BD9}"/>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38" name="図 137">
                      <a:extLst>
                        <a:ext uri="{FF2B5EF4-FFF2-40B4-BE49-F238E27FC236}">
                          <a16:creationId xmlns:a16="http://schemas.microsoft.com/office/drawing/2014/main" id="{09D45207-6D00-694F-83B3-928BE7BCBD78}"/>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35" name="テキスト ボックス 134">
                    <a:extLst>
                      <a:ext uri="{FF2B5EF4-FFF2-40B4-BE49-F238E27FC236}">
                        <a16:creationId xmlns:a16="http://schemas.microsoft.com/office/drawing/2014/main" id="{319B370D-551F-4923-14EA-67D2F20DC043}"/>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sp>
        <p:nvSpPr>
          <p:cNvPr id="4" name="正方形/長方形 3">
            <a:extLst>
              <a:ext uri="{FF2B5EF4-FFF2-40B4-BE49-F238E27FC236}">
                <a16:creationId xmlns:a16="http://schemas.microsoft.com/office/drawing/2014/main" id="{7B252905-5AF8-F7A9-EDD3-B52E0E095883}"/>
              </a:ext>
            </a:extLst>
          </p:cNvPr>
          <p:cNvSpPr/>
          <p:nvPr/>
        </p:nvSpPr>
        <p:spPr>
          <a:xfrm>
            <a:off x="0" y="1800592"/>
            <a:ext cx="12192000" cy="3659134"/>
          </a:xfrm>
          <a:prstGeom prst="rect">
            <a:avLst/>
          </a:prstGeom>
          <a:solidFill>
            <a:schemeClr val="tx1">
              <a:lumMod val="95000"/>
              <a:lumOff val="5000"/>
              <a:alpha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308" name="グループ化 307">
            <a:extLst>
              <a:ext uri="{FF2B5EF4-FFF2-40B4-BE49-F238E27FC236}">
                <a16:creationId xmlns:a16="http://schemas.microsoft.com/office/drawing/2014/main" id="{055FF86E-CE6E-3C25-A013-CE340674410A}"/>
              </a:ext>
            </a:extLst>
          </p:cNvPr>
          <p:cNvGrpSpPr/>
          <p:nvPr/>
        </p:nvGrpSpPr>
        <p:grpSpPr>
          <a:xfrm>
            <a:off x="1671536" y="1960958"/>
            <a:ext cx="8890664" cy="2447230"/>
            <a:chOff x="1671536" y="1960958"/>
            <a:chExt cx="8890664" cy="2447230"/>
          </a:xfrm>
        </p:grpSpPr>
        <p:grpSp>
          <p:nvGrpSpPr>
            <p:cNvPr id="43" name="グループ化 42">
              <a:extLst>
                <a:ext uri="{FF2B5EF4-FFF2-40B4-BE49-F238E27FC236}">
                  <a16:creationId xmlns:a16="http://schemas.microsoft.com/office/drawing/2014/main" id="{CA8FA57F-8DA4-2A1A-64BC-B299928822A1}"/>
                </a:ext>
              </a:extLst>
            </p:cNvPr>
            <p:cNvGrpSpPr/>
            <p:nvPr/>
          </p:nvGrpSpPr>
          <p:grpSpPr>
            <a:xfrm>
              <a:off x="1671536" y="3433848"/>
              <a:ext cx="8890664" cy="974340"/>
              <a:chOff x="1719571" y="215382"/>
              <a:chExt cx="3888059" cy="426098"/>
            </a:xfrm>
          </p:grpSpPr>
          <p:sp>
            <p:nvSpPr>
              <p:cNvPr id="102" name="平行四辺形 101">
                <a:extLst>
                  <a:ext uri="{FF2B5EF4-FFF2-40B4-BE49-F238E27FC236}">
                    <a16:creationId xmlns:a16="http://schemas.microsoft.com/office/drawing/2014/main" id="{6AF865A6-C556-A927-B7CC-CE67DF6A9586}"/>
                  </a:ext>
                </a:extLst>
              </p:cNvPr>
              <p:cNvSpPr/>
              <p:nvPr/>
            </p:nvSpPr>
            <p:spPr>
              <a:xfrm>
                <a:off x="1719571" y="215382"/>
                <a:ext cx="855679" cy="426098"/>
              </a:xfrm>
              <a:prstGeom prst="parallelogram">
                <a:avLst/>
              </a:prstGeom>
              <a:solidFill>
                <a:srgbClr val="CC66FF">
                  <a:alpha val="70000"/>
                </a:srgbClr>
              </a:solidFill>
              <a:ln w="88900">
                <a:solidFill>
                  <a:schemeClr val="bg1">
                    <a:lumMod val="85000"/>
                  </a:schemeClr>
                </a:solidFill>
              </a:ln>
              <a:effectLst>
                <a:glow rad="266700">
                  <a:srgbClr val="CC66FF">
                    <a:alpha val="65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4" name="平行四辺形 113">
                <a:extLst>
                  <a:ext uri="{FF2B5EF4-FFF2-40B4-BE49-F238E27FC236}">
                    <a16:creationId xmlns:a16="http://schemas.microsoft.com/office/drawing/2014/main" id="{03595B0C-875A-3AD3-64C8-E9225F07D394}"/>
                  </a:ext>
                </a:extLst>
              </p:cNvPr>
              <p:cNvSpPr/>
              <p:nvPr/>
            </p:nvSpPr>
            <p:spPr>
              <a:xfrm>
                <a:off x="2477666" y="215382"/>
                <a:ext cx="855679" cy="426098"/>
              </a:xfrm>
              <a:prstGeom prst="parallelogram">
                <a:avLst/>
              </a:prstGeom>
              <a:solidFill>
                <a:srgbClr val="CC66FF">
                  <a:alpha val="70000"/>
                </a:srgbClr>
              </a:solidFill>
              <a:ln w="88900">
                <a:solidFill>
                  <a:schemeClr val="bg1">
                    <a:lumMod val="85000"/>
                  </a:schemeClr>
                </a:solidFill>
              </a:ln>
              <a:effectLst>
                <a:glow rad="266700">
                  <a:srgbClr val="CC66FF">
                    <a:alpha val="65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5" name="平行四辺形 114">
                <a:extLst>
                  <a:ext uri="{FF2B5EF4-FFF2-40B4-BE49-F238E27FC236}">
                    <a16:creationId xmlns:a16="http://schemas.microsoft.com/office/drawing/2014/main" id="{20DD024F-53C1-8E60-58E4-3E75A0ED6859}"/>
                  </a:ext>
                </a:extLst>
              </p:cNvPr>
              <p:cNvSpPr/>
              <p:nvPr/>
            </p:nvSpPr>
            <p:spPr>
              <a:xfrm>
                <a:off x="3235761" y="215382"/>
                <a:ext cx="855679" cy="426098"/>
              </a:xfrm>
              <a:prstGeom prst="parallelogram">
                <a:avLst/>
              </a:prstGeom>
              <a:solidFill>
                <a:srgbClr val="CC66FF">
                  <a:alpha val="70000"/>
                </a:srgbClr>
              </a:solidFill>
              <a:ln w="88900">
                <a:solidFill>
                  <a:schemeClr val="bg1">
                    <a:lumMod val="85000"/>
                  </a:schemeClr>
                </a:solidFill>
              </a:ln>
              <a:effectLst>
                <a:glow rad="266700">
                  <a:srgbClr val="CC66FF">
                    <a:alpha val="65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6" name="平行四辺形 115">
                <a:extLst>
                  <a:ext uri="{FF2B5EF4-FFF2-40B4-BE49-F238E27FC236}">
                    <a16:creationId xmlns:a16="http://schemas.microsoft.com/office/drawing/2014/main" id="{7A254737-3B99-DCB0-B2E6-338E4C610D80}"/>
                  </a:ext>
                </a:extLst>
              </p:cNvPr>
              <p:cNvSpPr/>
              <p:nvPr/>
            </p:nvSpPr>
            <p:spPr>
              <a:xfrm>
                <a:off x="3993856" y="215382"/>
                <a:ext cx="855679" cy="426098"/>
              </a:xfrm>
              <a:prstGeom prst="parallelogram">
                <a:avLst/>
              </a:prstGeom>
              <a:solidFill>
                <a:srgbClr val="CC66FF">
                  <a:alpha val="70000"/>
                </a:srgbClr>
              </a:solidFill>
              <a:ln w="88900">
                <a:solidFill>
                  <a:schemeClr val="bg1">
                    <a:lumMod val="85000"/>
                  </a:schemeClr>
                </a:solidFill>
              </a:ln>
              <a:effectLst>
                <a:glow rad="266700">
                  <a:srgbClr val="CC66FF">
                    <a:alpha val="65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17" name="平行四辺形 116">
                <a:extLst>
                  <a:ext uri="{FF2B5EF4-FFF2-40B4-BE49-F238E27FC236}">
                    <a16:creationId xmlns:a16="http://schemas.microsoft.com/office/drawing/2014/main" id="{B0AC102A-795C-3BDC-FB55-C8B105953B35}"/>
                  </a:ext>
                </a:extLst>
              </p:cNvPr>
              <p:cNvSpPr/>
              <p:nvPr/>
            </p:nvSpPr>
            <p:spPr>
              <a:xfrm>
                <a:off x="4751951" y="215382"/>
                <a:ext cx="855679" cy="426098"/>
              </a:xfrm>
              <a:prstGeom prst="parallelogram">
                <a:avLst/>
              </a:prstGeom>
              <a:solidFill>
                <a:srgbClr val="CC66FF">
                  <a:alpha val="70000"/>
                </a:srgbClr>
              </a:solidFill>
              <a:ln w="88900">
                <a:solidFill>
                  <a:schemeClr val="bg1">
                    <a:lumMod val="85000"/>
                  </a:schemeClr>
                </a:solidFill>
              </a:ln>
              <a:effectLst>
                <a:glow rad="266700">
                  <a:srgbClr val="CC66FF">
                    <a:alpha val="65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sp>
          <p:nvSpPr>
            <p:cNvPr id="294" name="テキスト ボックス 293">
              <a:extLst>
                <a:ext uri="{FF2B5EF4-FFF2-40B4-BE49-F238E27FC236}">
                  <a16:creationId xmlns:a16="http://schemas.microsoft.com/office/drawing/2014/main" id="{FC0C05B0-2D51-E019-B2F6-0351CF270AA5}"/>
                </a:ext>
              </a:extLst>
            </p:cNvPr>
            <p:cNvSpPr txBox="1"/>
            <p:nvPr/>
          </p:nvSpPr>
          <p:spPr>
            <a:xfrm>
              <a:off x="4282872" y="1960958"/>
              <a:ext cx="3667992" cy="707886"/>
            </a:xfrm>
            <a:prstGeom prst="rect">
              <a:avLst/>
            </a:prstGeom>
            <a:noFill/>
          </p:spPr>
          <p:txBody>
            <a:bodyPr wrap="none" rtlCol="0">
              <a:spAutoFit/>
            </a:bodyPr>
            <a:lstStyle/>
            <a:p>
              <a:pPr algn="ctr"/>
              <a:r>
                <a:rPr kumimoji="1" lang="en-US" altLang="ja-JP" sz="4000" b="1" dirty="0">
                  <a:solidFill>
                    <a:schemeClr val="bg1">
                      <a:lumMod val="95000"/>
                    </a:schemeClr>
                  </a:solidFill>
                  <a:latin typeface="BIZ UDP明朝 Medium" panose="02020500000000000000" pitchFamily="18" charset="-128"/>
                  <a:ea typeface="BIZ UDP明朝 Medium" panose="02020500000000000000" pitchFamily="18" charset="-128"/>
                </a:rPr>
                <a:t>EF</a:t>
              </a:r>
              <a:r>
                <a:rPr kumimoji="1" lang="ja-JP" altLang="en-US" sz="4000" b="1" dirty="0">
                  <a:solidFill>
                    <a:schemeClr val="bg1">
                      <a:lumMod val="95000"/>
                    </a:schemeClr>
                  </a:solidFill>
                  <a:latin typeface="BIZ UDP明朝 Medium" panose="02020500000000000000" pitchFamily="18" charset="-128"/>
                  <a:ea typeface="BIZ UDP明朝 Medium" panose="02020500000000000000" pitchFamily="18" charset="-128"/>
                </a:rPr>
                <a:t>ゲージ</a:t>
              </a:r>
              <a:r>
                <a:rPr kumimoji="1" lang="en-US" altLang="ja-JP" sz="4000" b="1" dirty="0">
                  <a:solidFill>
                    <a:schemeClr val="bg1">
                      <a:lumMod val="95000"/>
                    </a:schemeClr>
                  </a:solidFill>
                  <a:latin typeface="BIZ UDP明朝 Medium" panose="02020500000000000000" pitchFamily="18" charset="-128"/>
                  <a:ea typeface="BIZ UDP明朝 Medium" panose="02020500000000000000" pitchFamily="18" charset="-128"/>
                </a:rPr>
                <a:t>MAX</a:t>
              </a:r>
              <a:endParaRPr kumimoji="1" lang="ja-JP" altLang="en-US" sz="40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sp>
        <p:nvSpPr>
          <p:cNvPr id="295" name="テキスト ボックス 294">
            <a:extLst>
              <a:ext uri="{FF2B5EF4-FFF2-40B4-BE49-F238E27FC236}">
                <a16:creationId xmlns:a16="http://schemas.microsoft.com/office/drawing/2014/main" id="{174ED819-E671-8A1E-3917-2A50080A820F}"/>
              </a:ext>
            </a:extLst>
          </p:cNvPr>
          <p:cNvSpPr txBox="1"/>
          <p:nvPr/>
        </p:nvSpPr>
        <p:spPr>
          <a:xfrm>
            <a:off x="4871979" y="151566"/>
            <a:ext cx="2448043" cy="584775"/>
          </a:xfrm>
          <a:prstGeom prst="rect">
            <a:avLst/>
          </a:prstGeom>
          <a:noFill/>
        </p:spPr>
        <p:txBody>
          <a:bodyPr wrap="square" rtlCol="0">
            <a:spAutoFit/>
          </a:bodyPr>
          <a:lstStyle/>
          <a:p>
            <a:pPr algn="ctr"/>
            <a:r>
              <a:rPr kumimoji="1" lang="en-US" altLang="ja-JP" sz="2000" b="1" dirty="0">
                <a:solidFill>
                  <a:schemeClr val="bg1">
                    <a:lumMod val="95000"/>
                  </a:schemeClr>
                </a:solidFill>
                <a:latin typeface="BIZ UDP明朝 Medium" panose="02020500000000000000" pitchFamily="18" charset="-128"/>
                <a:ea typeface="BIZ UDP明朝 Medium" panose="02020500000000000000" pitchFamily="18" charset="-128"/>
              </a:rPr>
              <a:t>TRUN </a:t>
            </a:r>
            <a:r>
              <a:rPr kumimoji="1"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0</a:t>
            </a:r>
            <a:endPar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296" name="テキスト ボックス 295">
            <a:extLst>
              <a:ext uri="{FF2B5EF4-FFF2-40B4-BE49-F238E27FC236}">
                <a16:creationId xmlns:a16="http://schemas.microsoft.com/office/drawing/2014/main" id="{B8155E94-1467-D043-2C32-9039838AF6E4}"/>
              </a:ext>
            </a:extLst>
          </p:cNvPr>
          <p:cNvSpPr txBox="1"/>
          <p:nvPr/>
        </p:nvSpPr>
        <p:spPr>
          <a:xfrm>
            <a:off x="777314" y="151566"/>
            <a:ext cx="752129" cy="584775"/>
          </a:xfrm>
          <a:prstGeom prst="rect">
            <a:avLst/>
          </a:prstGeom>
          <a:noFill/>
        </p:spPr>
        <p:txBody>
          <a:bodyPr wrap="none" rtlCol="0">
            <a:spAutoFit/>
          </a:bodyPr>
          <a:lstStyle/>
          <a:p>
            <a:r>
              <a:rPr kumimoji="1"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EF</a:t>
            </a:r>
            <a:endPar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nvGrpSpPr>
          <p:cNvPr id="297" name="グループ化 296">
            <a:extLst>
              <a:ext uri="{FF2B5EF4-FFF2-40B4-BE49-F238E27FC236}">
                <a16:creationId xmlns:a16="http://schemas.microsoft.com/office/drawing/2014/main" id="{FD568CC4-05ED-50D3-7233-C2F3F574A0FB}"/>
              </a:ext>
            </a:extLst>
          </p:cNvPr>
          <p:cNvGrpSpPr/>
          <p:nvPr/>
        </p:nvGrpSpPr>
        <p:grpSpPr>
          <a:xfrm>
            <a:off x="1719571" y="303092"/>
            <a:ext cx="3092165" cy="338875"/>
            <a:chOff x="1719571" y="274517"/>
            <a:chExt cx="3092165" cy="338875"/>
          </a:xfrm>
        </p:grpSpPr>
        <p:grpSp>
          <p:nvGrpSpPr>
            <p:cNvPr id="298" name="グループ化 297">
              <a:extLst>
                <a:ext uri="{FF2B5EF4-FFF2-40B4-BE49-F238E27FC236}">
                  <a16:creationId xmlns:a16="http://schemas.microsoft.com/office/drawing/2014/main" id="{57B26D4D-FBD4-0E13-4FE6-A22A33662560}"/>
                </a:ext>
              </a:extLst>
            </p:cNvPr>
            <p:cNvGrpSpPr/>
            <p:nvPr/>
          </p:nvGrpSpPr>
          <p:grpSpPr>
            <a:xfrm>
              <a:off x="1719571" y="274517"/>
              <a:ext cx="3092165" cy="338875"/>
              <a:chOff x="1719571" y="215382"/>
              <a:chExt cx="3888059" cy="426098"/>
            </a:xfrm>
          </p:grpSpPr>
          <p:sp>
            <p:nvSpPr>
              <p:cNvPr id="303" name="平行四辺形 302">
                <a:extLst>
                  <a:ext uri="{FF2B5EF4-FFF2-40B4-BE49-F238E27FC236}">
                    <a16:creationId xmlns:a16="http://schemas.microsoft.com/office/drawing/2014/main" id="{5BD60307-9AB6-C204-EB32-C6F6236CBBA1}"/>
                  </a:ext>
                </a:extLst>
              </p:cNvPr>
              <p:cNvSpPr/>
              <p:nvPr/>
            </p:nvSpPr>
            <p:spPr>
              <a:xfrm>
                <a:off x="171957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04" name="平行四辺形 303">
                <a:extLst>
                  <a:ext uri="{FF2B5EF4-FFF2-40B4-BE49-F238E27FC236}">
                    <a16:creationId xmlns:a16="http://schemas.microsoft.com/office/drawing/2014/main" id="{51BF7811-5BE0-9C41-A4DA-25445D34395F}"/>
                  </a:ext>
                </a:extLst>
              </p:cNvPr>
              <p:cNvSpPr/>
              <p:nvPr/>
            </p:nvSpPr>
            <p:spPr>
              <a:xfrm>
                <a:off x="2477666"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05" name="平行四辺形 304">
                <a:extLst>
                  <a:ext uri="{FF2B5EF4-FFF2-40B4-BE49-F238E27FC236}">
                    <a16:creationId xmlns:a16="http://schemas.microsoft.com/office/drawing/2014/main" id="{BBC968FB-7109-688D-C3FB-9BA7C9281033}"/>
                  </a:ext>
                </a:extLst>
              </p:cNvPr>
              <p:cNvSpPr/>
              <p:nvPr/>
            </p:nvSpPr>
            <p:spPr>
              <a:xfrm>
                <a:off x="323576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06" name="平行四辺形 305">
                <a:extLst>
                  <a:ext uri="{FF2B5EF4-FFF2-40B4-BE49-F238E27FC236}">
                    <a16:creationId xmlns:a16="http://schemas.microsoft.com/office/drawing/2014/main" id="{9C0370CF-84C0-1430-3646-BE262D11ADFD}"/>
                  </a:ext>
                </a:extLst>
              </p:cNvPr>
              <p:cNvSpPr/>
              <p:nvPr/>
            </p:nvSpPr>
            <p:spPr>
              <a:xfrm>
                <a:off x="4751951" y="215382"/>
                <a:ext cx="855679" cy="426098"/>
              </a:xfrm>
              <a:prstGeom prst="parallelogram">
                <a:avLst/>
              </a:prstGeom>
              <a:solidFill>
                <a:schemeClr val="tx1">
                  <a:lumMod val="75000"/>
                  <a:lumOff val="2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07" name="平行四辺形 306">
                <a:extLst>
                  <a:ext uri="{FF2B5EF4-FFF2-40B4-BE49-F238E27FC236}">
                    <a16:creationId xmlns:a16="http://schemas.microsoft.com/office/drawing/2014/main" id="{918C36B4-6C09-9EB9-F869-C2CDE7C31E75}"/>
                  </a:ext>
                </a:extLst>
              </p:cNvPr>
              <p:cNvSpPr/>
              <p:nvPr/>
            </p:nvSpPr>
            <p:spPr>
              <a:xfrm>
                <a:off x="3993856"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299" name="楕円 298">
              <a:extLst>
                <a:ext uri="{FF2B5EF4-FFF2-40B4-BE49-F238E27FC236}">
                  <a16:creationId xmlns:a16="http://schemas.microsoft.com/office/drawing/2014/main" id="{96199FE6-C365-8A1F-C0BE-3EAC4FC04ED1}"/>
                </a:ext>
              </a:extLst>
            </p:cNvPr>
            <p:cNvSpPr/>
            <p:nvPr/>
          </p:nvSpPr>
          <p:spPr>
            <a:xfrm>
              <a:off x="1900984"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BIZ UDP明朝 Medium" panose="02020500000000000000" pitchFamily="18" charset="-128"/>
                  <a:ea typeface="BIZ UDP明朝 Medium" panose="02020500000000000000" pitchFamily="18" charset="-128"/>
                </a:rPr>
                <a:t>キャラ</a:t>
              </a:r>
            </a:p>
          </p:txBody>
        </p:sp>
        <p:sp>
          <p:nvSpPr>
            <p:cNvPr id="300" name="楕円 299">
              <a:extLst>
                <a:ext uri="{FF2B5EF4-FFF2-40B4-BE49-F238E27FC236}">
                  <a16:creationId xmlns:a16="http://schemas.microsoft.com/office/drawing/2014/main" id="{3CC09D5E-CFF6-4B48-A27A-F1C48631DCD6}"/>
                </a:ext>
              </a:extLst>
            </p:cNvPr>
            <p:cNvSpPr/>
            <p:nvPr/>
          </p:nvSpPr>
          <p:spPr>
            <a:xfrm>
              <a:off x="3716200"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BIZ UDP明朝 Medium" panose="02020500000000000000" pitchFamily="18" charset="-128"/>
                  <a:ea typeface="BIZ UDP明朝 Medium" panose="02020500000000000000" pitchFamily="18" charset="-128"/>
                </a:rPr>
                <a:t>キャラ</a:t>
              </a:r>
            </a:p>
          </p:txBody>
        </p:sp>
        <p:sp>
          <p:nvSpPr>
            <p:cNvPr id="301" name="楕円 300">
              <a:extLst>
                <a:ext uri="{FF2B5EF4-FFF2-40B4-BE49-F238E27FC236}">
                  <a16:creationId xmlns:a16="http://schemas.microsoft.com/office/drawing/2014/main" id="{28248B70-E603-224F-B308-B089A3247C1D}"/>
                </a:ext>
              </a:extLst>
            </p:cNvPr>
            <p:cNvSpPr/>
            <p:nvPr/>
          </p:nvSpPr>
          <p:spPr>
            <a:xfrm>
              <a:off x="2506056"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BIZ UDP明朝 Medium" panose="02020500000000000000" pitchFamily="18" charset="-128"/>
                  <a:ea typeface="BIZ UDP明朝 Medium" panose="02020500000000000000" pitchFamily="18" charset="-128"/>
                </a:rPr>
                <a:t>キャラ</a:t>
              </a:r>
            </a:p>
          </p:txBody>
        </p:sp>
        <p:sp>
          <p:nvSpPr>
            <p:cNvPr id="302" name="楕円 301">
              <a:extLst>
                <a:ext uri="{FF2B5EF4-FFF2-40B4-BE49-F238E27FC236}">
                  <a16:creationId xmlns:a16="http://schemas.microsoft.com/office/drawing/2014/main" id="{28C5EBB0-4E66-00BC-3536-F2C981F68B42}"/>
                </a:ext>
              </a:extLst>
            </p:cNvPr>
            <p:cNvSpPr/>
            <p:nvPr/>
          </p:nvSpPr>
          <p:spPr>
            <a:xfrm>
              <a:off x="3111128"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BIZ UDP明朝 Medium" panose="02020500000000000000" pitchFamily="18" charset="-128"/>
                  <a:ea typeface="BIZ UDP明朝 Medium" panose="02020500000000000000" pitchFamily="18" charset="-128"/>
                </a:rPr>
                <a:t>キャラ</a:t>
              </a:r>
            </a:p>
          </p:txBody>
        </p:sp>
      </p:grpSp>
    </p:spTree>
    <p:extLst>
      <p:ext uri="{BB962C8B-B14F-4D97-AF65-F5344CB8AC3E}">
        <p14:creationId xmlns:p14="http://schemas.microsoft.com/office/powerpoint/2010/main" val="526972693"/>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bg>
      <p:bgPr>
        <a:gradFill>
          <a:gsLst>
            <a:gs pos="46690">
              <a:schemeClr val="accent6">
                <a:lumMod val="75000"/>
              </a:schemeClr>
            </a:gs>
            <a:gs pos="0">
              <a:schemeClr val="accent6">
                <a:lumMod val="50000"/>
              </a:schemeClr>
            </a:gs>
            <a:gs pos="23000">
              <a:schemeClr val="accent6">
                <a:lumMod val="75000"/>
              </a:schemeClr>
            </a:gs>
            <a:gs pos="69000">
              <a:schemeClr val="accent6">
                <a:lumMod val="50000"/>
              </a:schemeClr>
            </a:gs>
            <a:gs pos="97000">
              <a:schemeClr val="tx1">
                <a:lumMod val="85000"/>
                <a:lumOff val="15000"/>
              </a:schemeClr>
            </a:gs>
          </a:gsLst>
          <a:path path="circle">
            <a:fillToRect l="50000" t="50000" r="50000" b="50000"/>
          </a:path>
        </a:gradFill>
        <a:effectLst/>
      </p:bgPr>
    </p:bg>
    <p:spTree>
      <p:nvGrpSpPr>
        <p:cNvPr id="1" name="">
          <a:extLst>
            <a:ext uri="{FF2B5EF4-FFF2-40B4-BE49-F238E27FC236}">
              <a16:creationId xmlns:a16="http://schemas.microsoft.com/office/drawing/2014/main" id="{03695D36-1B87-15FA-E35D-055106FC4B7B}"/>
            </a:ext>
          </a:extLst>
        </p:cNvPr>
        <p:cNvGrpSpPr/>
        <p:nvPr/>
      </p:nvGrpSpPr>
      <p:grpSpPr>
        <a:xfrm>
          <a:off x="0" y="0"/>
          <a:ext cx="0" cy="0"/>
          <a:chOff x="0" y="0"/>
          <a:chExt cx="0" cy="0"/>
        </a:xfrm>
      </p:grpSpPr>
      <p:sp>
        <p:nvSpPr>
          <p:cNvPr id="80" name="楕円 79">
            <a:extLst>
              <a:ext uri="{FF2B5EF4-FFF2-40B4-BE49-F238E27FC236}">
                <a16:creationId xmlns:a16="http://schemas.microsoft.com/office/drawing/2014/main" id="{9E54B011-F930-EF3B-075B-EF91FB9E4BFE}"/>
              </a:ext>
            </a:extLst>
          </p:cNvPr>
          <p:cNvSpPr/>
          <p:nvPr/>
        </p:nvSpPr>
        <p:spPr>
          <a:xfrm>
            <a:off x="-2195336" y="-748783"/>
            <a:ext cx="8978692" cy="8369559"/>
          </a:xfrm>
          <a:prstGeom prst="ellipse">
            <a:avLst/>
          </a:prstGeom>
          <a:solidFill>
            <a:srgbClr val="CC66FF">
              <a:alpha val="6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 name="四角形: 角を丸くする 1">
            <a:extLst>
              <a:ext uri="{FF2B5EF4-FFF2-40B4-BE49-F238E27FC236}">
                <a16:creationId xmlns:a16="http://schemas.microsoft.com/office/drawing/2014/main" id="{BABA4C23-F348-6227-AB2D-6FE717F0C64C}"/>
              </a:ext>
            </a:extLst>
          </p:cNvPr>
          <p:cNvSpPr/>
          <p:nvPr/>
        </p:nvSpPr>
        <p:spPr>
          <a:xfrm>
            <a:off x="658742" y="891074"/>
            <a:ext cx="2747226"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3" name="四角形: 角を丸くする 2">
            <a:extLst>
              <a:ext uri="{FF2B5EF4-FFF2-40B4-BE49-F238E27FC236}">
                <a16:creationId xmlns:a16="http://schemas.microsoft.com/office/drawing/2014/main" id="{5B1FA14B-EEDD-0464-FB25-7D8D17B248AF}"/>
              </a:ext>
            </a:extLst>
          </p:cNvPr>
          <p:cNvSpPr/>
          <p:nvPr/>
        </p:nvSpPr>
        <p:spPr>
          <a:xfrm>
            <a:off x="658742" y="1626637"/>
            <a:ext cx="2747226"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6" name="四角形: 角を丸くする 5">
            <a:extLst>
              <a:ext uri="{FF2B5EF4-FFF2-40B4-BE49-F238E27FC236}">
                <a16:creationId xmlns:a16="http://schemas.microsoft.com/office/drawing/2014/main" id="{1F40544B-906E-DB80-8B4B-DE0A84AEDECD}"/>
              </a:ext>
            </a:extLst>
          </p:cNvPr>
          <p:cNvSpPr/>
          <p:nvPr/>
        </p:nvSpPr>
        <p:spPr>
          <a:xfrm>
            <a:off x="658742" y="2362200"/>
            <a:ext cx="2747226"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8" name="四角形: 角を丸くする 7">
            <a:extLst>
              <a:ext uri="{FF2B5EF4-FFF2-40B4-BE49-F238E27FC236}">
                <a16:creationId xmlns:a16="http://schemas.microsoft.com/office/drawing/2014/main" id="{7308B5D2-C057-145E-B309-2978A93D0369}"/>
              </a:ext>
            </a:extLst>
          </p:cNvPr>
          <p:cNvSpPr/>
          <p:nvPr/>
        </p:nvSpPr>
        <p:spPr>
          <a:xfrm>
            <a:off x="658742" y="3833326"/>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9" name="四角形: 角を丸くする 8">
            <a:extLst>
              <a:ext uri="{FF2B5EF4-FFF2-40B4-BE49-F238E27FC236}">
                <a16:creationId xmlns:a16="http://schemas.microsoft.com/office/drawing/2014/main" id="{471FBD55-FE6E-BA53-6336-AF3145F07058}"/>
              </a:ext>
            </a:extLst>
          </p:cNvPr>
          <p:cNvSpPr/>
          <p:nvPr/>
        </p:nvSpPr>
        <p:spPr>
          <a:xfrm>
            <a:off x="658742" y="4568889"/>
            <a:ext cx="2747226"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10" name="四角形: 角を丸くする 9">
            <a:extLst>
              <a:ext uri="{FF2B5EF4-FFF2-40B4-BE49-F238E27FC236}">
                <a16:creationId xmlns:a16="http://schemas.microsoft.com/office/drawing/2014/main" id="{2D0A26F7-E2C9-B742-FD7C-D768B8A06AD1}"/>
              </a:ext>
            </a:extLst>
          </p:cNvPr>
          <p:cNvSpPr/>
          <p:nvPr/>
        </p:nvSpPr>
        <p:spPr>
          <a:xfrm>
            <a:off x="658742" y="5304452"/>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sp>
        <p:nvSpPr>
          <p:cNvPr id="13" name="楕円 12">
            <a:extLst>
              <a:ext uri="{FF2B5EF4-FFF2-40B4-BE49-F238E27FC236}">
                <a16:creationId xmlns:a16="http://schemas.microsoft.com/office/drawing/2014/main" id="{0A38049A-43DD-F1DA-3B8A-58731949C1C4}"/>
              </a:ext>
            </a:extLst>
          </p:cNvPr>
          <p:cNvSpPr/>
          <p:nvPr/>
        </p:nvSpPr>
        <p:spPr>
          <a:xfrm>
            <a:off x="835866" y="942392"/>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5" name="楕円 14">
            <a:extLst>
              <a:ext uri="{FF2B5EF4-FFF2-40B4-BE49-F238E27FC236}">
                <a16:creationId xmlns:a16="http://schemas.microsoft.com/office/drawing/2014/main" id="{22D59652-8356-8D1C-3382-7D2955C410D7}"/>
              </a:ext>
            </a:extLst>
          </p:cNvPr>
          <p:cNvSpPr/>
          <p:nvPr/>
        </p:nvSpPr>
        <p:spPr>
          <a:xfrm>
            <a:off x="835866" y="1677955"/>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9" name="楕円 18">
            <a:extLst>
              <a:ext uri="{FF2B5EF4-FFF2-40B4-BE49-F238E27FC236}">
                <a16:creationId xmlns:a16="http://schemas.microsoft.com/office/drawing/2014/main" id="{11550D68-C81A-155E-D9E3-BFB76556C1DD}"/>
              </a:ext>
            </a:extLst>
          </p:cNvPr>
          <p:cNvSpPr/>
          <p:nvPr/>
        </p:nvSpPr>
        <p:spPr>
          <a:xfrm>
            <a:off x="835866" y="5355770"/>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22" name="楕円 21">
            <a:extLst>
              <a:ext uri="{FF2B5EF4-FFF2-40B4-BE49-F238E27FC236}">
                <a16:creationId xmlns:a16="http://schemas.microsoft.com/office/drawing/2014/main" id="{E7B33B37-CBD4-B5E0-B0E8-B0A074768234}"/>
              </a:ext>
            </a:extLst>
          </p:cNvPr>
          <p:cNvSpPr/>
          <p:nvPr/>
        </p:nvSpPr>
        <p:spPr>
          <a:xfrm>
            <a:off x="835866" y="4620207"/>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28" name="楕円 27">
            <a:extLst>
              <a:ext uri="{FF2B5EF4-FFF2-40B4-BE49-F238E27FC236}">
                <a16:creationId xmlns:a16="http://schemas.microsoft.com/office/drawing/2014/main" id="{F502A845-6288-AF20-3E30-6408B34D7B42}"/>
              </a:ext>
            </a:extLst>
          </p:cNvPr>
          <p:cNvSpPr/>
          <p:nvPr/>
        </p:nvSpPr>
        <p:spPr>
          <a:xfrm>
            <a:off x="835866" y="3884644"/>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34" name="楕円 33">
            <a:extLst>
              <a:ext uri="{FF2B5EF4-FFF2-40B4-BE49-F238E27FC236}">
                <a16:creationId xmlns:a16="http://schemas.microsoft.com/office/drawing/2014/main" id="{5E7E99E4-97B0-92D8-20EA-A2FE3EDD9B6A}"/>
              </a:ext>
            </a:extLst>
          </p:cNvPr>
          <p:cNvSpPr/>
          <p:nvPr/>
        </p:nvSpPr>
        <p:spPr>
          <a:xfrm>
            <a:off x="835866" y="241351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36" name="四角形: 角を丸くする 35">
            <a:extLst>
              <a:ext uri="{FF2B5EF4-FFF2-40B4-BE49-F238E27FC236}">
                <a16:creationId xmlns:a16="http://schemas.microsoft.com/office/drawing/2014/main" id="{60DAC7B9-E4F5-EBB8-3280-196488973799}"/>
              </a:ext>
            </a:extLst>
          </p:cNvPr>
          <p:cNvSpPr/>
          <p:nvPr/>
        </p:nvSpPr>
        <p:spPr>
          <a:xfrm>
            <a:off x="2795756" y="914399"/>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7" name="四角形: 角を丸くする 36">
            <a:extLst>
              <a:ext uri="{FF2B5EF4-FFF2-40B4-BE49-F238E27FC236}">
                <a16:creationId xmlns:a16="http://schemas.microsoft.com/office/drawing/2014/main" id="{3F2AF13F-D288-8726-9DE2-557FC720DEB0}"/>
              </a:ext>
            </a:extLst>
          </p:cNvPr>
          <p:cNvSpPr/>
          <p:nvPr/>
        </p:nvSpPr>
        <p:spPr>
          <a:xfrm>
            <a:off x="2795756" y="5324668"/>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8" name="四角形: 角を丸くする 37">
            <a:extLst>
              <a:ext uri="{FF2B5EF4-FFF2-40B4-BE49-F238E27FC236}">
                <a16:creationId xmlns:a16="http://schemas.microsoft.com/office/drawing/2014/main" id="{BAA42AA4-36FA-266B-FBB3-A48E533D28D0}"/>
              </a:ext>
            </a:extLst>
          </p:cNvPr>
          <p:cNvSpPr/>
          <p:nvPr/>
        </p:nvSpPr>
        <p:spPr>
          <a:xfrm>
            <a:off x="2795756" y="4589624"/>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9" name="四角形: 角を丸くする 38">
            <a:extLst>
              <a:ext uri="{FF2B5EF4-FFF2-40B4-BE49-F238E27FC236}">
                <a16:creationId xmlns:a16="http://schemas.microsoft.com/office/drawing/2014/main" id="{6AAB93A7-AF10-6FE3-7D7D-B593CFB69154}"/>
              </a:ext>
            </a:extLst>
          </p:cNvPr>
          <p:cNvSpPr/>
          <p:nvPr/>
        </p:nvSpPr>
        <p:spPr>
          <a:xfrm>
            <a:off x="2795756" y="3854579"/>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 name="四角形: 角を丸くする 6">
            <a:extLst>
              <a:ext uri="{FF2B5EF4-FFF2-40B4-BE49-F238E27FC236}">
                <a16:creationId xmlns:a16="http://schemas.microsoft.com/office/drawing/2014/main" id="{77666D05-C36B-63F4-1E3D-45EBDD341FAC}"/>
              </a:ext>
            </a:extLst>
          </p:cNvPr>
          <p:cNvSpPr/>
          <p:nvPr/>
        </p:nvSpPr>
        <p:spPr>
          <a:xfrm>
            <a:off x="1255608" y="3097763"/>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31" name="楕円 30">
            <a:extLst>
              <a:ext uri="{FF2B5EF4-FFF2-40B4-BE49-F238E27FC236}">
                <a16:creationId xmlns:a16="http://schemas.microsoft.com/office/drawing/2014/main" id="{74C0E2FE-09DB-1136-0D59-FF68C6FDCD51}"/>
              </a:ext>
            </a:extLst>
          </p:cNvPr>
          <p:cNvSpPr/>
          <p:nvPr/>
        </p:nvSpPr>
        <p:spPr>
          <a:xfrm>
            <a:off x="1432732" y="3149081"/>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40" name="四角形: 角を丸くする 39">
            <a:extLst>
              <a:ext uri="{FF2B5EF4-FFF2-40B4-BE49-F238E27FC236}">
                <a16:creationId xmlns:a16="http://schemas.microsoft.com/office/drawing/2014/main" id="{1EFB0FD6-EEDA-4AB1-CE83-516498249ACB}"/>
              </a:ext>
            </a:extLst>
          </p:cNvPr>
          <p:cNvSpPr/>
          <p:nvPr/>
        </p:nvSpPr>
        <p:spPr>
          <a:xfrm>
            <a:off x="3392623" y="3119534"/>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41" name="四角形: 角を丸くする 40">
            <a:extLst>
              <a:ext uri="{FF2B5EF4-FFF2-40B4-BE49-F238E27FC236}">
                <a16:creationId xmlns:a16="http://schemas.microsoft.com/office/drawing/2014/main" id="{2950450B-AC8A-CDC6-C92E-23129C8BC59B}"/>
              </a:ext>
            </a:extLst>
          </p:cNvPr>
          <p:cNvSpPr/>
          <p:nvPr/>
        </p:nvSpPr>
        <p:spPr>
          <a:xfrm>
            <a:off x="2795756" y="2384489"/>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42" name="四角形: 角を丸くする 41">
            <a:extLst>
              <a:ext uri="{FF2B5EF4-FFF2-40B4-BE49-F238E27FC236}">
                <a16:creationId xmlns:a16="http://schemas.microsoft.com/office/drawing/2014/main" id="{08D3C388-EFE0-8196-E77A-57C6F1625AC7}"/>
              </a:ext>
            </a:extLst>
          </p:cNvPr>
          <p:cNvSpPr/>
          <p:nvPr/>
        </p:nvSpPr>
        <p:spPr>
          <a:xfrm>
            <a:off x="2795756" y="1649444"/>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44" name="四角形: 角を丸くする 43">
            <a:extLst>
              <a:ext uri="{FF2B5EF4-FFF2-40B4-BE49-F238E27FC236}">
                <a16:creationId xmlns:a16="http://schemas.microsoft.com/office/drawing/2014/main" id="{2D37F4C4-AF68-E31E-3783-D3B4959D0020}"/>
              </a:ext>
            </a:extLst>
          </p:cNvPr>
          <p:cNvSpPr/>
          <p:nvPr/>
        </p:nvSpPr>
        <p:spPr>
          <a:xfrm flipV="1">
            <a:off x="8838120" y="5295121"/>
            <a:ext cx="2704472"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6" name="四角形: 角を丸くする 45">
            <a:extLst>
              <a:ext uri="{FF2B5EF4-FFF2-40B4-BE49-F238E27FC236}">
                <a16:creationId xmlns:a16="http://schemas.microsoft.com/office/drawing/2014/main" id="{61105A4F-F1B6-93AC-1417-242DE392AE70}"/>
              </a:ext>
            </a:extLst>
          </p:cNvPr>
          <p:cNvSpPr/>
          <p:nvPr/>
        </p:nvSpPr>
        <p:spPr>
          <a:xfrm flipV="1">
            <a:off x="8838120" y="3823995"/>
            <a:ext cx="2704472"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7" name="四角形: 角を丸くする 46">
            <a:extLst>
              <a:ext uri="{FF2B5EF4-FFF2-40B4-BE49-F238E27FC236}">
                <a16:creationId xmlns:a16="http://schemas.microsoft.com/office/drawing/2014/main" id="{91A32AB8-DD52-B1C5-385D-326CA845151C}"/>
              </a:ext>
            </a:extLst>
          </p:cNvPr>
          <p:cNvSpPr/>
          <p:nvPr/>
        </p:nvSpPr>
        <p:spPr>
          <a:xfrm flipV="1">
            <a:off x="8838120" y="3088432"/>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8" name="四角形: 角を丸くする 47">
            <a:extLst>
              <a:ext uri="{FF2B5EF4-FFF2-40B4-BE49-F238E27FC236}">
                <a16:creationId xmlns:a16="http://schemas.microsoft.com/office/drawing/2014/main" id="{563E9203-D7E9-D917-59DD-621110C6F0A0}"/>
              </a:ext>
            </a:extLst>
          </p:cNvPr>
          <p:cNvSpPr/>
          <p:nvPr/>
        </p:nvSpPr>
        <p:spPr>
          <a:xfrm flipV="1">
            <a:off x="8838120" y="2352869"/>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9" name="四角形: 角を丸くする 48">
            <a:extLst>
              <a:ext uri="{FF2B5EF4-FFF2-40B4-BE49-F238E27FC236}">
                <a16:creationId xmlns:a16="http://schemas.microsoft.com/office/drawing/2014/main" id="{794FA792-ADDC-AAFE-0F00-2E8C34B33A06}"/>
              </a:ext>
            </a:extLst>
          </p:cNvPr>
          <p:cNvSpPr/>
          <p:nvPr/>
        </p:nvSpPr>
        <p:spPr>
          <a:xfrm flipV="1">
            <a:off x="8838120" y="1617306"/>
            <a:ext cx="2704472"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50" name="四角形: 角を丸くする 49">
            <a:extLst>
              <a:ext uri="{FF2B5EF4-FFF2-40B4-BE49-F238E27FC236}">
                <a16:creationId xmlns:a16="http://schemas.microsoft.com/office/drawing/2014/main" id="{F8BA6B43-8606-808A-B400-E71CBA4B18F4}"/>
              </a:ext>
            </a:extLst>
          </p:cNvPr>
          <p:cNvSpPr/>
          <p:nvPr/>
        </p:nvSpPr>
        <p:spPr>
          <a:xfrm flipV="1">
            <a:off x="8838120" y="881743"/>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grpSp>
        <p:nvGrpSpPr>
          <p:cNvPr id="51" name="グループ化 50">
            <a:extLst>
              <a:ext uri="{FF2B5EF4-FFF2-40B4-BE49-F238E27FC236}">
                <a16:creationId xmlns:a16="http://schemas.microsoft.com/office/drawing/2014/main" id="{B5B69D89-60E4-F72D-A26C-51BAFCDAA420}"/>
              </a:ext>
            </a:extLst>
          </p:cNvPr>
          <p:cNvGrpSpPr/>
          <p:nvPr/>
        </p:nvGrpSpPr>
        <p:grpSpPr>
          <a:xfrm>
            <a:off x="9012488" y="933061"/>
            <a:ext cx="2285281" cy="559836"/>
            <a:chOff x="858105" y="942392"/>
            <a:chExt cx="2612882" cy="559836"/>
          </a:xfrm>
        </p:grpSpPr>
        <p:sp>
          <p:nvSpPr>
            <p:cNvPr id="52" name="楕円 51">
              <a:extLst>
                <a:ext uri="{FF2B5EF4-FFF2-40B4-BE49-F238E27FC236}">
                  <a16:creationId xmlns:a16="http://schemas.microsoft.com/office/drawing/2014/main" id="{79754D81-5811-D91F-5A2C-947784FD6740}"/>
                </a:ext>
              </a:extLst>
            </p:cNvPr>
            <p:cNvSpPr/>
            <p:nvPr/>
          </p:nvSpPr>
          <p:spPr>
            <a:xfrm>
              <a:off x="1838130" y="9423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53" name="楕円 52">
              <a:extLst>
                <a:ext uri="{FF2B5EF4-FFF2-40B4-BE49-F238E27FC236}">
                  <a16:creationId xmlns:a16="http://schemas.microsoft.com/office/drawing/2014/main" id="{CD39AF17-0E39-FDEA-B84D-80F0BF32EF2F}"/>
                </a:ext>
              </a:extLst>
            </p:cNvPr>
            <p:cNvSpPr/>
            <p:nvPr/>
          </p:nvSpPr>
          <p:spPr>
            <a:xfrm>
              <a:off x="858105" y="9423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54" name="グループ化 53">
            <a:extLst>
              <a:ext uri="{FF2B5EF4-FFF2-40B4-BE49-F238E27FC236}">
                <a16:creationId xmlns:a16="http://schemas.microsoft.com/office/drawing/2014/main" id="{BCEC5A6D-74AE-50A3-C26C-15EFF33D9B1F}"/>
              </a:ext>
            </a:extLst>
          </p:cNvPr>
          <p:cNvGrpSpPr/>
          <p:nvPr/>
        </p:nvGrpSpPr>
        <p:grpSpPr>
          <a:xfrm>
            <a:off x="9012488" y="1668624"/>
            <a:ext cx="2285281" cy="559836"/>
            <a:chOff x="858105" y="1673292"/>
            <a:chExt cx="2612882" cy="559836"/>
          </a:xfrm>
        </p:grpSpPr>
        <p:sp>
          <p:nvSpPr>
            <p:cNvPr id="55" name="楕円 54">
              <a:extLst>
                <a:ext uri="{FF2B5EF4-FFF2-40B4-BE49-F238E27FC236}">
                  <a16:creationId xmlns:a16="http://schemas.microsoft.com/office/drawing/2014/main" id="{E4F58AC5-E3EE-EF9C-D6D7-A25EF1A3EB10}"/>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56" name="楕円 55">
              <a:extLst>
                <a:ext uri="{FF2B5EF4-FFF2-40B4-BE49-F238E27FC236}">
                  <a16:creationId xmlns:a16="http://schemas.microsoft.com/office/drawing/2014/main" id="{426C7B70-700E-A1C3-A673-50A2F7F3E3AC}"/>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57" name="グループ化 56">
            <a:extLst>
              <a:ext uri="{FF2B5EF4-FFF2-40B4-BE49-F238E27FC236}">
                <a16:creationId xmlns:a16="http://schemas.microsoft.com/office/drawing/2014/main" id="{357589BD-7291-CCEE-F3E8-A8E7C76E682C}"/>
              </a:ext>
            </a:extLst>
          </p:cNvPr>
          <p:cNvGrpSpPr/>
          <p:nvPr/>
        </p:nvGrpSpPr>
        <p:grpSpPr>
          <a:xfrm>
            <a:off x="9012488" y="5346439"/>
            <a:ext cx="2285281" cy="559836"/>
            <a:chOff x="858105" y="1673292"/>
            <a:chExt cx="2612882" cy="559836"/>
          </a:xfrm>
        </p:grpSpPr>
        <p:sp>
          <p:nvSpPr>
            <p:cNvPr id="58" name="楕円 57">
              <a:extLst>
                <a:ext uri="{FF2B5EF4-FFF2-40B4-BE49-F238E27FC236}">
                  <a16:creationId xmlns:a16="http://schemas.microsoft.com/office/drawing/2014/main" id="{32ED307B-BA2E-D350-12F4-B831A6F10194}"/>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59" name="楕円 58">
              <a:extLst>
                <a:ext uri="{FF2B5EF4-FFF2-40B4-BE49-F238E27FC236}">
                  <a16:creationId xmlns:a16="http://schemas.microsoft.com/office/drawing/2014/main" id="{6AAE162B-4195-3268-4939-3792F6603C7C}"/>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63" name="グループ化 62">
            <a:extLst>
              <a:ext uri="{FF2B5EF4-FFF2-40B4-BE49-F238E27FC236}">
                <a16:creationId xmlns:a16="http://schemas.microsoft.com/office/drawing/2014/main" id="{6CF9E505-5AD1-4DAD-B9A8-066D8D0F29FD}"/>
              </a:ext>
            </a:extLst>
          </p:cNvPr>
          <p:cNvGrpSpPr/>
          <p:nvPr/>
        </p:nvGrpSpPr>
        <p:grpSpPr>
          <a:xfrm>
            <a:off x="9012488" y="3875313"/>
            <a:ext cx="2285281" cy="559836"/>
            <a:chOff x="858105" y="1673292"/>
            <a:chExt cx="2612882" cy="559836"/>
          </a:xfrm>
        </p:grpSpPr>
        <p:sp>
          <p:nvSpPr>
            <p:cNvPr id="64" name="楕円 63">
              <a:extLst>
                <a:ext uri="{FF2B5EF4-FFF2-40B4-BE49-F238E27FC236}">
                  <a16:creationId xmlns:a16="http://schemas.microsoft.com/office/drawing/2014/main" id="{757B51F9-E4F0-E624-B9E3-3E4EBD887222}"/>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65" name="楕円 64">
              <a:extLst>
                <a:ext uri="{FF2B5EF4-FFF2-40B4-BE49-F238E27FC236}">
                  <a16:creationId xmlns:a16="http://schemas.microsoft.com/office/drawing/2014/main" id="{D97E5651-0A97-6A59-EEDB-9C0760EC698B}"/>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66" name="グループ化 65">
            <a:extLst>
              <a:ext uri="{FF2B5EF4-FFF2-40B4-BE49-F238E27FC236}">
                <a16:creationId xmlns:a16="http://schemas.microsoft.com/office/drawing/2014/main" id="{35977FB0-F722-4ED3-FF20-A09E3565947C}"/>
              </a:ext>
            </a:extLst>
          </p:cNvPr>
          <p:cNvGrpSpPr/>
          <p:nvPr/>
        </p:nvGrpSpPr>
        <p:grpSpPr>
          <a:xfrm>
            <a:off x="9012488" y="3139750"/>
            <a:ext cx="2285281" cy="559836"/>
            <a:chOff x="858105" y="1673292"/>
            <a:chExt cx="2612882" cy="559836"/>
          </a:xfrm>
        </p:grpSpPr>
        <p:sp>
          <p:nvSpPr>
            <p:cNvPr id="67" name="楕円 66">
              <a:extLst>
                <a:ext uri="{FF2B5EF4-FFF2-40B4-BE49-F238E27FC236}">
                  <a16:creationId xmlns:a16="http://schemas.microsoft.com/office/drawing/2014/main" id="{4AB9E9DA-B7AE-8A4A-DEE4-36A87D9FDAAE}"/>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68" name="楕円 67">
              <a:extLst>
                <a:ext uri="{FF2B5EF4-FFF2-40B4-BE49-F238E27FC236}">
                  <a16:creationId xmlns:a16="http://schemas.microsoft.com/office/drawing/2014/main" id="{8375D6AD-DA8A-FE3E-5CA3-C545903614AE}"/>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69" name="グループ化 68">
            <a:extLst>
              <a:ext uri="{FF2B5EF4-FFF2-40B4-BE49-F238E27FC236}">
                <a16:creationId xmlns:a16="http://schemas.microsoft.com/office/drawing/2014/main" id="{605A3F62-4AF5-E5B8-CC78-F0BDCEFFF045}"/>
              </a:ext>
            </a:extLst>
          </p:cNvPr>
          <p:cNvGrpSpPr/>
          <p:nvPr/>
        </p:nvGrpSpPr>
        <p:grpSpPr>
          <a:xfrm>
            <a:off x="9012488" y="2404187"/>
            <a:ext cx="2285281" cy="559836"/>
            <a:chOff x="858105" y="1673292"/>
            <a:chExt cx="2612882" cy="559836"/>
          </a:xfrm>
        </p:grpSpPr>
        <p:sp>
          <p:nvSpPr>
            <p:cNvPr id="70" name="楕円 69">
              <a:extLst>
                <a:ext uri="{FF2B5EF4-FFF2-40B4-BE49-F238E27FC236}">
                  <a16:creationId xmlns:a16="http://schemas.microsoft.com/office/drawing/2014/main" id="{2F1F23F9-A3D8-3588-6EAD-DAF3F12D1B32}"/>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71" name="楕円 70">
              <a:extLst>
                <a:ext uri="{FF2B5EF4-FFF2-40B4-BE49-F238E27FC236}">
                  <a16:creationId xmlns:a16="http://schemas.microsoft.com/office/drawing/2014/main" id="{C7885FA5-BF74-52CC-475F-A32D7ADA523A}"/>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sp>
        <p:nvSpPr>
          <p:cNvPr id="72" name="四角形: 角を丸くする 71">
            <a:extLst>
              <a:ext uri="{FF2B5EF4-FFF2-40B4-BE49-F238E27FC236}">
                <a16:creationId xmlns:a16="http://schemas.microsoft.com/office/drawing/2014/main" id="{DC84FE56-E352-E534-0BA9-CCC47D2BB49F}"/>
              </a:ext>
            </a:extLst>
          </p:cNvPr>
          <p:cNvSpPr/>
          <p:nvPr/>
        </p:nvSpPr>
        <p:spPr>
          <a:xfrm>
            <a:off x="10941877" y="90506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3" name="四角形: 角を丸くする 72">
            <a:extLst>
              <a:ext uri="{FF2B5EF4-FFF2-40B4-BE49-F238E27FC236}">
                <a16:creationId xmlns:a16="http://schemas.microsoft.com/office/drawing/2014/main" id="{E4124D16-1CFA-726E-1145-1C64765BDE0E}"/>
              </a:ext>
            </a:extLst>
          </p:cNvPr>
          <p:cNvSpPr/>
          <p:nvPr/>
        </p:nvSpPr>
        <p:spPr>
          <a:xfrm>
            <a:off x="10941877" y="5315337"/>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90" name="グループ化 89">
            <a:extLst>
              <a:ext uri="{FF2B5EF4-FFF2-40B4-BE49-F238E27FC236}">
                <a16:creationId xmlns:a16="http://schemas.microsoft.com/office/drawing/2014/main" id="{53792072-983C-49AE-9AD5-763A83515FA0}"/>
              </a:ext>
            </a:extLst>
          </p:cNvPr>
          <p:cNvGrpSpPr/>
          <p:nvPr/>
        </p:nvGrpSpPr>
        <p:grpSpPr>
          <a:xfrm>
            <a:off x="8836094" y="4559558"/>
            <a:ext cx="2704472" cy="662473"/>
            <a:chOff x="8450427" y="4559558"/>
            <a:chExt cx="3092165" cy="662473"/>
          </a:xfrm>
        </p:grpSpPr>
        <p:sp>
          <p:nvSpPr>
            <p:cNvPr id="45" name="四角形: 角を丸くする 44">
              <a:extLst>
                <a:ext uri="{FF2B5EF4-FFF2-40B4-BE49-F238E27FC236}">
                  <a16:creationId xmlns:a16="http://schemas.microsoft.com/office/drawing/2014/main" id="{8D0B155F-155D-7D51-BAEF-79661571B283}"/>
                </a:ext>
              </a:extLst>
            </p:cNvPr>
            <p:cNvSpPr/>
            <p:nvPr/>
          </p:nvSpPr>
          <p:spPr>
            <a:xfrm flipV="1">
              <a:off x="8450427" y="4559558"/>
              <a:ext cx="3092165"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grpSp>
          <p:nvGrpSpPr>
            <p:cNvPr id="60" name="グループ化 59">
              <a:extLst>
                <a:ext uri="{FF2B5EF4-FFF2-40B4-BE49-F238E27FC236}">
                  <a16:creationId xmlns:a16="http://schemas.microsoft.com/office/drawing/2014/main" id="{88787B82-C6D2-0785-FA32-22BB7979E17A}"/>
                </a:ext>
              </a:extLst>
            </p:cNvPr>
            <p:cNvGrpSpPr/>
            <p:nvPr/>
          </p:nvGrpSpPr>
          <p:grpSpPr>
            <a:xfrm>
              <a:off x="8649791" y="4610876"/>
              <a:ext cx="2612882" cy="559836"/>
              <a:chOff x="858105" y="1673292"/>
              <a:chExt cx="2612882" cy="559836"/>
            </a:xfrm>
          </p:grpSpPr>
          <p:sp>
            <p:nvSpPr>
              <p:cNvPr id="61" name="楕円 60">
                <a:extLst>
                  <a:ext uri="{FF2B5EF4-FFF2-40B4-BE49-F238E27FC236}">
                    <a16:creationId xmlns:a16="http://schemas.microsoft.com/office/drawing/2014/main" id="{9D795B2C-059B-0221-8A2B-8C8BF2CA923C}"/>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62" name="楕円 61">
                <a:extLst>
                  <a:ext uri="{FF2B5EF4-FFF2-40B4-BE49-F238E27FC236}">
                    <a16:creationId xmlns:a16="http://schemas.microsoft.com/office/drawing/2014/main" id="{91184CB9-1197-F162-C6EC-BF83F0191BD2}"/>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sp>
          <p:nvSpPr>
            <p:cNvPr id="74" name="四角形: 角を丸くする 73">
              <a:extLst>
                <a:ext uri="{FF2B5EF4-FFF2-40B4-BE49-F238E27FC236}">
                  <a16:creationId xmlns:a16="http://schemas.microsoft.com/office/drawing/2014/main" id="{959A9A75-F5B0-6CC9-37FC-6ED71BBEAA35}"/>
                </a:ext>
              </a:extLst>
            </p:cNvPr>
            <p:cNvSpPr/>
            <p:nvPr/>
          </p:nvSpPr>
          <p:spPr>
            <a:xfrm>
              <a:off x="10855763" y="4580293"/>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sp>
        <p:nvSpPr>
          <p:cNvPr id="75" name="四角形: 角を丸くする 74">
            <a:extLst>
              <a:ext uri="{FF2B5EF4-FFF2-40B4-BE49-F238E27FC236}">
                <a16:creationId xmlns:a16="http://schemas.microsoft.com/office/drawing/2014/main" id="{2AD3B949-FFD1-EDAA-60FD-C04245D61B60}"/>
              </a:ext>
            </a:extLst>
          </p:cNvPr>
          <p:cNvSpPr/>
          <p:nvPr/>
        </p:nvSpPr>
        <p:spPr>
          <a:xfrm>
            <a:off x="10941877" y="384524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6" name="四角形: 角を丸くする 75">
            <a:extLst>
              <a:ext uri="{FF2B5EF4-FFF2-40B4-BE49-F238E27FC236}">
                <a16:creationId xmlns:a16="http://schemas.microsoft.com/office/drawing/2014/main" id="{74E417AD-48C3-992A-4D2A-CC42F5DE8FC0}"/>
              </a:ext>
            </a:extLst>
          </p:cNvPr>
          <p:cNvSpPr/>
          <p:nvPr/>
        </p:nvSpPr>
        <p:spPr>
          <a:xfrm>
            <a:off x="10941877" y="3110203"/>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7" name="四角形: 角を丸くする 76">
            <a:extLst>
              <a:ext uri="{FF2B5EF4-FFF2-40B4-BE49-F238E27FC236}">
                <a16:creationId xmlns:a16="http://schemas.microsoft.com/office/drawing/2014/main" id="{9CE5F0FA-6560-F26B-AB20-592044B24D08}"/>
              </a:ext>
            </a:extLst>
          </p:cNvPr>
          <p:cNvSpPr/>
          <p:nvPr/>
        </p:nvSpPr>
        <p:spPr>
          <a:xfrm>
            <a:off x="10941877" y="237515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8" name="四角形: 角を丸くする 77">
            <a:extLst>
              <a:ext uri="{FF2B5EF4-FFF2-40B4-BE49-F238E27FC236}">
                <a16:creationId xmlns:a16="http://schemas.microsoft.com/office/drawing/2014/main" id="{F4BA2330-980D-25B5-9AE2-D5793A3870EE}"/>
              </a:ext>
            </a:extLst>
          </p:cNvPr>
          <p:cNvSpPr/>
          <p:nvPr/>
        </p:nvSpPr>
        <p:spPr>
          <a:xfrm>
            <a:off x="10941877" y="1640113"/>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137" name="フローチャート: 論理積ゲート 136">
            <a:extLst>
              <a:ext uri="{FF2B5EF4-FFF2-40B4-BE49-F238E27FC236}">
                <a16:creationId xmlns:a16="http://schemas.microsoft.com/office/drawing/2014/main" id="{0E347833-31DC-A9FC-1F1C-5D63B659E404}"/>
              </a:ext>
            </a:extLst>
          </p:cNvPr>
          <p:cNvSpPr/>
          <p:nvPr/>
        </p:nvSpPr>
        <p:spPr>
          <a:xfrm>
            <a:off x="1367869" y="6169827"/>
            <a:ext cx="1225730" cy="461826"/>
          </a:xfrm>
          <a:prstGeom prst="flowChartDelay">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b="1" dirty="0">
                <a:latin typeface="BIZ UDP明朝 Medium" panose="02020500000000000000" pitchFamily="18" charset="-128"/>
                <a:ea typeface="BIZ UDP明朝 Medium" panose="02020500000000000000" pitchFamily="18" charset="-128"/>
              </a:rPr>
              <a:t>▶</a:t>
            </a:r>
            <a:r>
              <a:rPr lang="en-US" altLang="ja-JP" b="1" dirty="0">
                <a:latin typeface="BIZ UDP明朝 Medium" panose="02020500000000000000" pitchFamily="18" charset="-128"/>
                <a:ea typeface="BIZ UDP明朝 Medium" panose="02020500000000000000" pitchFamily="18" charset="-128"/>
              </a:rPr>
              <a:t>×1</a:t>
            </a:r>
            <a:endParaRPr lang="ja-JP" altLang="en-US" b="1" dirty="0">
              <a:latin typeface="BIZ UDP明朝 Medium" panose="02020500000000000000" pitchFamily="18" charset="-128"/>
              <a:ea typeface="BIZ UDP明朝 Medium" panose="02020500000000000000" pitchFamily="18" charset="-128"/>
            </a:endParaRPr>
          </a:p>
        </p:txBody>
      </p:sp>
      <p:sp>
        <p:nvSpPr>
          <p:cNvPr id="139" name="フローチャート: 論理積ゲート 138">
            <a:extLst>
              <a:ext uri="{FF2B5EF4-FFF2-40B4-BE49-F238E27FC236}">
                <a16:creationId xmlns:a16="http://schemas.microsoft.com/office/drawing/2014/main" id="{959D676F-9137-F256-A39A-F67DEF239C8B}"/>
              </a:ext>
            </a:extLst>
          </p:cNvPr>
          <p:cNvSpPr/>
          <p:nvPr/>
        </p:nvSpPr>
        <p:spPr>
          <a:xfrm>
            <a:off x="2796951" y="6169827"/>
            <a:ext cx="1225730" cy="461826"/>
          </a:xfrm>
          <a:prstGeom prst="flowChartDelay">
            <a:avLst/>
          </a:prstGeom>
          <a:solidFill>
            <a:srgbClr val="CC66FF"/>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BIZ UDP明朝 Medium" panose="02020500000000000000" pitchFamily="18" charset="-128"/>
                <a:ea typeface="BIZ UDP明朝 Medium" panose="02020500000000000000" pitchFamily="18" charset="-128"/>
              </a:rPr>
              <a:t>▶▶</a:t>
            </a:r>
            <a:r>
              <a:rPr kumimoji="1" lang="en-US" altLang="ja-JP" b="1" dirty="0">
                <a:latin typeface="BIZ UDP明朝 Medium" panose="02020500000000000000" pitchFamily="18" charset="-128"/>
                <a:ea typeface="BIZ UDP明朝 Medium" panose="02020500000000000000" pitchFamily="18" charset="-128"/>
              </a:rPr>
              <a:t>×2</a:t>
            </a:r>
            <a:endParaRPr kumimoji="1" lang="ja-JP" altLang="en-US" b="1" dirty="0">
              <a:latin typeface="BIZ UDP明朝 Medium" panose="02020500000000000000" pitchFamily="18" charset="-128"/>
              <a:ea typeface="BIZ UDP明朝 Medium" panose="02020500000000000000" pitchFamily="18" charset="-128"/>
            </a:endParaRPr>
          </a:p>
        </p:txBody>
      </p:sp>
      <p:grpSp>
        <p:nvGrpSpPr>
          <p:cNvPr id="155" name="グループ化 154">
            <a:extLst>
              <a:ext uri="{FF2B5EF4-FFF2-40B4-BE49-F238E27FC236}">
                <a16:creationId xmlns:a16="http://schemas.microsoft.com/office/drawing/2014/main" id="{38903DC8-D848-7040-3362-E4275B56025D}"/>
              </a:ext>
            </a:extLst>
          </p:cNvPr>
          <p:cNvGrpSpPr/>
          <p:nvPr/>
        </p:nvGrpSpPr>
        <p:grpSpPr>
          <a:xfrm>
            <a:off x="619269" y="6128116"/>
            <a:ext cx="545248" cy="545248"/>
            <a:chOff x="4866575" y="4589624"/>
            <a:chExt cx="914400" cy="914400"/>
          </a:xfrm>
        </p:grpSpPr>
        <p:sp>
          <p:nvSpPr>
            <p:cNvPr id="154" name="四角形: 角を丸くする 153">
              <a:extLst>
                <a:ext uri="{FF2B5EF4-FFF2-40B4-BE49-F238E27FC236}">
                  <a16:creationId xmlns:a16="http://schemas.microsoft.com/office/drawing/2014/main" id="{6904F411-DF6A-216C-AF39-93D88C8EDA2C}"/>
                </a:ext>
              </a:extLst>
            </p:cNvPr>
            <p:cNvSpPr/>
            <p:nvPr/>
          </p:nvSpPr>
          <p:spPr>
            <a:xfrm>
              <a:off x="4866575" y="4589624"/>
              <a:ext cx="914400" cy="914400"/>
            </a:xfrm>
            <a:prstGeom prst="roundRect">
              <a:avLst/>
            </a:prstGeom>
            <a:solidFill>
              <a:schemeClr val="tx1">
                <a:lumMod val="85000"/>
                <a:lumOff val="15000"/>
                <a:alpha val="7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53" name="図 152">
              <a:extLst>
                <a:ext uri="{FF2B5EF4-FFF2-40B4-BE49-F238E27FC236}">
                  <a16:creationId xmlns:a16="http://schemas.microsoft.com/office/drawing/2014/main" id="{2C62A47D-3C6A-E3B8-D441-3CC68D0DD329}"/>
                </a:ext>
              </a:extLst>
            </p:cNvPr>
            <p:cNvPicPr>
              <a:picLocks noChangeAspect="1"/>
            </p:cNvPicPr>
            <p:nvPr/>
          </p:nvPicPr>
          <p:blipFill>
            <a:blip r:embed="rId2">
              <a:lum bright="70000" contrast="-70000"/>
              <a:extLst>
                <a:ext uri="{28A0092B-C50C-407E-A947-70E740481C1C}">
                  <a14:useLocalDpi xmlns:a14="http://schemas.microsoft.com/office/drawing/2010/main" val="0"/>
                </a:ext>
              </a:extLst>
            </a:blip>
            <a:stretch>
              <a:fillRect/>
            </a:stretch>
          </p:blipFill>
          <p:spPr>
            <a:xfrm>
              <a:off x="5014494" y="4737543"/>
              <a:ext cx="618561" cy="618561"/>
            </a:xfrm>
            <a:prstGeom prst="rect">
              <a:avLst/>
            </a:prstGeom>
          </p:spPr>
        </p:pic>
      </p:grpSp>
      <p:grpSp>
        <p:nvGrpSpPr>
          <p:cNvPr id="162" name="グループ化 161">
            <a:extLst>
              <a:ext uri="{FF2B5EF4-FFF2-40B4-BE49-F238E27FC236}">
                <a16:creationId xmlns:a16="http://schemas.microsoft.com/office/drawing/2014/main" id="{61D47725-1D7C-E09B-D1B1-1686CD54C86B}"/>
              </a:ext>
            </a:extLst>
          </p:cNvPr>
          <p:cNvGrpSpPr/>
          <p:nvPr/>
        </p:nvGrpSpPr>
        <p:grpSpPr>
          <a:xfrm>
            <a:off x="4366984" y="6169827"/>
            <a:ext cx="3092165" cy="493660"/>
            <a:chOff x="1719571" y="215382"/>
            <a:chExt cx="3888059" cy="426098"/>
          </a:xfrm>
          <a:solidFill>
            <a:schemeClr val="tx1">
              <a:lumMod val="95000"/>
              <a:lumOff val="5000"/>
            </a:schemeClr>
          </a:solidFill>
        </p:grpSpPr>
        <p:sp>
          <p:nvSpPr>
            <p:cNvPr id="166" name="平行四辺形 165">
              <a:extLst>
                <a:ext uri="{FF2B5EF4-FFF2-40B4-BE49-F238E27FC236}">
                  <a16:creationId xmlns:a16="http://schemas.microsoft.com/office/drawing/2014/main" id="{6039DE6C-4886-FAF7-5ACF-62F1DFCDA51F}"/>
                </a:ext>
              </a:extLst>
            </p:cNvPr>
            <p:cNvSpPr/>
            <p:nvPr/>
          </p:nvSpPr>
          <p:spPr>
            <a:xfrm>
              <a:off x="4751951"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7" name="平行四辺形 166">
              <a:extLst>
                <a:ext uri="{FF2B5EF4-FFF2-40B4-BE49-F238E27FC236}">
                  <a16:creationId xmlns:a16="http://schemas.microsoft.com/office/drawing/2014/main" id="{CE7E7312-5D77-9CBD-59C7-65CFB292D09B}"/>
                </a:ext>
              </a:extLst>
            </p:cNvPr>
            <p:cNvSpPr/>
            <p:nvPr/>
          </p:nvSpPr>
          <p:spPr>
            <a:xfrm>
              <a:off x="3993856" y="215382"/>
              <a:ext cx="855679" cy="426098"/>
            </a:xfrm>
            <a:prstGeom prst="homePlate">
              <a:avLst/>
            </a:prstGeom>
            <a:solidFill>
              <a:schemeClr val="accent1"/>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5" name="平行四辺形 164">
              <a:extLst>
                <a:ext uri="{FF2B5EF4-FFF2-40B4-BE49-F238E27FC236}">
                  <a16:creationId xmlns:a16="http://schemas.microsoft.com/office/drawing/2014/main" id="{A438F0EB-CBD4-18CD-AA24-17199E637F6C}"/>
                </a:ext>
              </a:extLst>
            </p:cNvPr>
            <p:cNvSpPr/>
            <p:nvPr/>
          </p:nvSpPr>
          <p:spPr>
            <a:xfrm>
              <a:off x="3235761"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64" name="平行四辺形 163">
              <a:extLst>
                <a:ext uri="{FF2B5EF4-FFF2-40B4-BE49-F238E27FC236}">
                  <a16:creationId xmlns:a16="http://schemas.microsoft.com/office/drawing/2014/main" id="{1200A296-C4C1-1295-2B49-A8F3E6A009F5}"/>
                </a:ext>
              </a:extLst>
            </p:cNvPr>
            <p:cNvSpPr/>
            <p:nvPr/>
          </p:nvSpPr>
          <p:spPr>
            <a:xfrm>
              <a:off x="2477666"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3" name="平行四辺形 162">
              <a:extLst>
                <a:ext uri="{FF2B5EF4-FFF2-40B4-BE49-F238E27FC236}">
                  <a16:creationId xmlns:a16="http://schemas.microsoft.com/office/drawing/2014/main" id="{76513D9B-1ECE-C194-6D3A-2CB60E578381}"/>
                </a:ext>
              </a:extLst>
            </p:cNvPr>
            <p:cNvSpPr/>
            <p:nvPr/>
          </p:nvSpPr>
          <p:spPr>
            <a:xfrm>
              <a:off x="1719571" y="215382"/>
              <a:ext cx="855679" cy="426098"/>
            </a:xfrm>
            <a:prstGeom prst="homePlate">
              <a:avLst/>
            </a:prstGeom>
            <a:solidFill>
              <a:schemeClr val="accent1"/>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sp>
        <p:nvSpPr>
          <p:cNvPr id="168" name="楕円 167">
            <a:extLst>
              <a:ext uri="{FF2B5EF4-FFF2-40B4-BE49-F238E27FC236}">
                <a16:creationId xmlns:a16="http://schemas.microsoft.com/office/drawing/2014/main" id="{A0C65DD5-217E-8247-9D1C-04264020C55F}"/>
              </a:ext>
            </a:extLst>
          </p:cNvPr>
          <p:cNvSpPr/>
          <p:nvPr/>
        </p:nvSpPr>
        <p:spPr>
          <a:xfrm>
            <a:off x="5698688"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sp>
        <p:nvSpPr>
          <p:cNvPr id="169" name="楕円 168">
            <a:extLst>
              <a:ext uri="{FF2B5EF4-FFF2-40B4-BE49-F238E27FC236}">
                <a16:creationId xmlns:a16="http://schemas.microsoft.com/office/drawing/2014/main" id="{E8D2D5F2-6092-7C40-6BC0-136B3763F833}"/>
              </a:ext>
            </a:extLst>
          </p:cNvPr>
          <p:cNvSpPr/>
          <p:nvPr/>
        </p:nvSpPr>
        <p:spPr>
          <a:xfrm>
            <a:off x="6346227" y="6230426"/>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sp>
        <p:nvSpPr>
          <p:cNvPr id="170" name="楕円 169">
            <a:extLst>
              <a:ext uri="{FF2B5EF4-FFF2-40B4-BE49-F238E27FC236}">
                <a16:creationId xmlns:a16="http://schemas.microsoft.com/office/drawing/2014/main" id="{9BA2D1E0-9077-E57E-8BA0-184F05598028}"/>
              </a:ext>
            </a:extLst>
          </p:cNvPr>
          <p:cNvSpPr/>
          <p:nvPr/>
        </p:nvSpPr>
        <p:spPr>
          <a:xfrm>
            <a:off x="6908237"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sp>
        <p:nvSpPr>
          <p:cNvPr id="171" name="楕円 170">
            <a:extLst>
              <a:ext uri="{FF2B5EF4-FFF2-40B4-BE49-F238E27FC236}">
                <a16:creationId xmlns:a16="http://schemas.microsoft.com/office/drawing/2014/main" id="{FA04611B-AB18-0123-10E4-58786AFF5A37}"/>
              </a:ext>
            </a:extLst>
          </p:cNvPr>
          <p:cNvSpPr/>
          <p:nvPr/>
        </p:nvSpPr>
        <p:spPr>
          <a:xfrm>
            <a:off x="5117736"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sp>
        <p:nvSpPr>
          <p:cNvPr id="172" name="楕円 171">
            <a:extLst>
              <a:ext uri="{FF2B5EF4-FFF2-40B4-BE49-F238E27FC236}">
                <a16:creationId xmlns:a16="http://schemas.microsoft.com/office/drawing/2014/main" id="{F42891AC-6B09-FF3E-8BA0-FD97A92B6333}"/>
              </a:ext>
            </a:extLst>
          </p:cNvPr>
          <p:cNvSpPr/>
          <p:nvPr/>
        </p:nvSpPr>
        <p:spPr>
          <a:xfrm>
            <a:off x="4495793"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cxnSp>
        <p:nvCxnSpPr>
          <p:cNvPr id="174" name="直線コネクタ 173">
            <a:extLst>
              <a:ext uri="{FF2B5EF4-FFF2-40B4-BE49-F238E27FC236}">
                <a16:creationId xmlns:a16="http://schemas.microsoft.com/office/drawing/2014/main" id="{7032726D-B32D-3C53-06DD-E6A970657832}"/>
              </a:ext>
            </a:extLst>
          </p:cNvPr>
          <p:cNvCxnSpPr>
            <a:cxnSpLocks/>
          </p:cNvCxnSpPr>
          <p:nvPr/>
        </p:nvCxnSpPr>
        <p:spPr>
          <a:xfrm>
            <a:off x="4712882" y="6663487"/>
            <a:ext cx="3658847" cy="0"/>
          </a:xfrm>
          <a:prstGeom prst="line">
            <a:avLst/>
          </a:prstGeom>
          <a:ln w="38100">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176" name="テキスト ボックス 175">
            <a:extLst>
              <a:ext uri="{FF2B5EF4-FFF2-40B4-BE49-F238E27FC236}">
                <a16:creationId xmlns:a16="http://schemas.microsoft.com/office/drawing/2014/main" id="{3C043F78-61C5-E008-CFB0-0421E6696E71}"/>
              </a:ext>
            </a:extLst>
          </p:cNvPr>
          <p:cNvSpPr txBox="1"/>
          <p:nvPr/>
        </p:nvSpPr>
        <p:spPr>
          <a:xfrm>
            <a:off x="7472124" y="6141824"/>
            <a:ext cx="899605" cy="369332"/>
          </a:xfrm>
          <a:prstGeom prst="rect">
            <a:avLst/>
          </a:prstGeom>
          <a:noFill/>
        </p:spPr>
        <p:txBody>
          <a:bodyPr wrap="none" rtlCol="0">
            <a:spAutoFit/>
          </a:bodyPr>
          <a:lstStyle/>
          <a:p>
            <a:pPr algn="ctr"/>
            <a:r>
              <a:rPr kumimoji="1" lang="en-US" altLang="ja-JP" sz="1400" b="1" dirty="0">
                <a:solidFill>
                  <a:schemeClr val="bg1">
                    <a:lumMod val="95000"/>
                  </a:schemeClr>
                </a:solidFill>
                <a:latin typeface="BIZ UDP明朝 Medium" panose="02020500000000000000" pitchFamily="18" charset="-128"/>
                <a:ea typeface="BIZ UDP明朝 Medium" panose="02020500000000000000" pitchFamily="18" charset="-128"/>
              </a:rPr>
              <a:t>TRUN</a:t>
            </a:r>
            <a:r>
              <a:rPr kumimoji="1" lang="en-US" altLang="ja-JP" b="1" dirty="0">
                <a:solidFill>
                  <a:schemeClr val="bg1">
                    <a:lumMod val="95000"/>
                  </a:schemeClr>
                </a:solidFill>
                <a:latin typeface="BIZ UDP明朝 Medium" panose="02020500000000000000" pitchFamily="18" charset="-128"/>
                <a:ea typeface="BIZ UDP明朝 Medium" panose="02020500000000000000" pitchFamily="18" charset="-128"/>
              </a:rPr>
              <a:t>0</a:t>
            </a:r>
            <a:endParaRPr kumimoji="1" lang="ja-JP" altLang="en-US"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179" name="矢印: 五方向 178">
            <a:extLst>
              <a:ext uri="{FF2B5EF4-FFF2-40B4-BE49-F238E27FC236}">
                <a16:creationId xmlns:a16="http://schemas.microsoft.com/office/drawing/2014/main" id="{80929BDD-99B3-4792-05D8-8E1CD4A618D7}"/>
              </a:ext>
            </a:extLst>
          </p:cNvPr>
          <p:cNvSpPr/>
          <p:nvPr/>
        </p:nvSpPr>
        <p:spPr>
          <a:xfrm>
            <a:off x="9793438" y="6146578"/>
            <a:ext cx="1225730" cy="461826"/>
          </a:xfrm>
          <a:prstGeom prst="homePlate">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b="1" dirty="0">
                <a:latin typeface="BIZ UDP明朝 Medium" panose="02020500000000000000" pitchFamily="18" charset="-128"/>
                <a:ea typeface="BIZ UDP明朝 Medium" panose="02020500000000000000" pitchFamily="18" charset="-128"/>
              </a:rPr>
              <a:t>撤退</a:t>
            </a:r>
          </a:p>
        </p:txBody>
      </p:sp>
      <p:grpSp>
        <p:nvGrpSpPr>
          <p:cNvPr id="197" name="グループ化 196">
            <a:extLst>
              <a:ext uri="{FF2B5EF4-FFF2-40B4-BE49-F238E27FC236}">
                <a16:creationId xmlns:a16="http://schemas.microsoft.com/office/drawing/2014/main" id="{904134FB-2840-CBAE-ADBC-7B1A820E88AF}"/>
              </a:ext>
            </a:extLst>
          </p:cNvPr>
          <p:cNvGrpSpPr/>
          <p:nvPr/>
        </p:nvGrpSpPr>
        <p:grpSpPr>
          <a:xfrm>
            <a:off x="1980734" y="3139750"/>
            <a:ext cx="1505416" cy="601824"/>
            <a:chOff x="1980734" y="3149081"/>
            <a:chExt cx="1505416" cy="601824"/>
          </a:xfrm>
        </p:grpSpPr>
        <p:sp>
          <p:nvSpPr>
            <p:cNvPr id="30" name="楕円 29">
              <a:extLst>
                <a:ext uri="{FF2B5EF4-FFF2-40B4-BE49-F238E27FC236}">
                  <a16:creationId xmlns:a16="http://schemas.microsoft.com/office/drawing/2014/main" id="{23BD4444-27A4-7C78-06EA-5A6ABAAE3679}"/>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86" name="グループ化 185">
              <a:extLst>
                <a:ext uri="{FF2B5EF4-FFF2-40B4-BE49-F238E27FC236}">
                  <a16:creationId xmlns:a16="http://schemas.microsoft.com/office/drawing/2014/main" id="{314F1D81-837E-2163-82C4-BC0E87CE7BA5}"/>
                </a:ext>
              </a:extLst>
            </p:cNvPr>
            <p:cNvGrpSpPr/>
            <p:nvPr/>
          </p:nvGrpSpPr>
          <p:grpSpPr>
            <a:xfrm>
              <a:off x="1980734" y="3175652"/>
              <a:ext cx="1505416" cy="575253"/>
              <a:chOff x="1980734" y="3175652"/>
              <a:chExt cx="1505416" cy="575253"/>
            </a:xfrm>
          </p:grpSpPr>
          <p:grpSp>
            <p:nvGrpSpPr>
              <p:cNvPr id="126" name="グループ化 125">
                <a:extLst>
                  <a:ext uri="{FF2B5EF4-FFF2-40B4-BE49-F238E27FC236}">
                    <a16:creationId xmlns:a16="http://schemas.microsoft.com/office/drawing/2014/main" id="{B2BC3483-1A00-C9F6-3EFF-55FFB5179749}"/>
                  </a:ext>
                </a:extLst>
              </p:cNvPr>
              <p:cNvGrpSpPr/>
              <p:nvPr/>
            </p:nvGrpSpPr>
            <p:grpSpPr>
              <a:xfrm>
                <a:off x="1980734" y="3473931"/>
                <a:ext cx="1505416" cy="276974"/>
                <a:chOff x="4194668" y="3607669"/>
                <a:chExt cx="1105960" cy="276974"/>
              </a:xfrm>
            </p:grpSpPr>
            <p:sp>
              <p:nvSpPr>
                <p:cNvPr id="120" name="四角形: 角を丸くする 119">
                  <a:extLst>
                    <a:ext uri="{FF2B5EF4-FFF2-40B4-BE49-F238E27FC236}">
                      <a16:creationId xmlns:a16="http://schemas.microsoft.com/office/drawing/2014/main" id="{6AF0D3F1-6DBB-8CF6-838D-706489767C82}"/>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25" name="図 124">
                  <a:extLst>
                    <a:ext uri="{FF2B5EF4-FFF2-40B4-BE49-F238E27FC236}">
                      <a16:creationId xmlns:a16="http://schemas.microsoft.com/office/drawing/2014/main" id="{34C0356A-4FED-4BF7-00CF-6F2F2B090D3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85" name="テキスト ボックス 184">
                <a:extLst>
                  <a:ext uri="{FF2B5EF4-FFF2-40B4-BE49-F238E27FC236}">
                    <a16:creationId xmlns:a16="http://schemas.microsoft.com/office/drawing/2014/main" id="{A2B9F678-4882-5495-B982-429EB1425BC1}"/>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198" name="グループ化 197">
            <a:extLst>
              <a:ext uri="{FF2B5EF4-FFF2-40B4-BE49-F238E27FC236}">
                <a16:creationId xmlns:a16="http://schemas.microsoft.com/office/drawing/2014/main" id="{076E1772-BD7D-CC91-08A8-75050A9B0FCD}"/>
              </a:ext>
            </a:extLst>
          </p:cNvPr>
          <p:cNvGrpSpPr/>
          <p:nvPr/>
        </p:nvGrpSpPr>
        <p:grpSpPr>
          <a:xfrm>
            <a:off x="1376410" y="3879201"/>
            <a:ext cx="1505416" cy="601824"/>
            <a:chOff x="1980734" y="3149081"/>
            <a:chExt cx="1505416" cy="601824"/>
          </a:xfrm>
        </p:grpSpPr>
        <p:sp>
          <p:nvSpPr>
            <p:cNvPr id="199" name="楕円 198">
              <a:extLst>
                <a:ext uri="{FF2B5EF4-FFF2-40B4-BE49-F238E27FC236}">
                  <a16:creationId xmlns:a16="http://schemas.microsoft.com/office/drawing/2014/main" id="{5D125FD2-7512-D2C8-F587-190379875154}"/>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00" name="グループ化 199">
              <a:extLst>
                <a:ext uri="{FF2B5EF4-FFF2-40B4-BE49-F238E27FC236}">
                  <a16:creationId xmlns:a16="http://schemas.microsoft.com/office/drawing/2014/main" id="{26B753D1-7B5C-908F-9114-5F463F5CE6B9}"/>
                </a:ext>
              </a:extLst>
            </p:cNvPr>
            <p:cNvGrpSpPr/>
            <p:nvPr/>
          </p:nvGrpSpPr>
          <p:grpSpPr>
            <a:xfrm>
              <a:off x="1980734" y="3175652"/>
              <a:ext cx="1505416" cy="575253"/>
              <a:chOff x="1980734" y="3175652"/>
              <a:chExt cx="1505416" cy="575253"/>
            </a:xfrm>
          </p:grpSpPr>
          <p:grpSp>
            <p:nvGrpSpPr>
              <p:cNvPr id="201" name="グループ化 200">
                <a:extLst>
                  <a:ext uri="{FF2B5EF4-FFF2-40B4-BE49-F238E27FC236}">
                    <a16:creationId xmlns:a16="http://schemas.microsoft.com/office/drawing/2014/main" id="{55193561-A925-17FE-C492-CB6B39C985DA}"/>
                  </a:ext>
                </a:extLst>
              </p:cNvPr>
              <p:cNvGrpSpPr/>
              <p:nvPr/>
            </p:nvGrpSpPr>
            <p:grpSpPr>
              <a:xfrm>
                <a:off x="1980734" y="3473931"/>
                <a:ext cx="1505416" cy="276974"/>
                <a:chOff x="4194668" y="3607669"/>
                <a:chExt cx="1105960" cy="276974"/>
              </a:xfrm>
            </p:grpSpPr>
            <p:sp>
              <p:nvSpPr>
                <p:cNvPr id="203" name="四角形: 角を丸くする 202">
                  <a:extLst>
                    <a:ext uri="{FF2B5EF4-FFF2-40B4-BE49-F238E27FC236}">
                      <a16:creationId xmlns:a16="http://schemas.microsoft.com/office/drawing/2014/main" id="{5C77100E-1DE0-578A-E2A1-551E659C53BF}"/>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04" name="図 203">
                  <a:extLst>
                    <a:ext uri="{FF2B5EF4-FFF2-40B4-BE49-F238E27FC236}">
                      <a16:creationId xmlns:a16="http://schemas.microsoft.com/office/drawing/2014/main" id="{D09B5806-9FA5-C8C9-706B-1E407BFB172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02" name="テキスト ボックス 201">
                <a:extLst>
                  <a:ext uri="{FF2B5EF4-FFF2-40B4-BE49-F238E27FC236}">
                    <a16:creationId xmlns:a16="http://schemas.microsoft.com/office/drawing/2014/main" id="{4DE2B5D6-1821-9B1F-B0B3-A71DAB7B2E03}"/>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05" name="グループ化 204">
            <a:extLst>
              <a:ext uri="{FF2B5EF4-FFF2-40B4-BE49-F238E27FC236}">
                <a16:creationId xmlns:a16="http://schemas.microsoft.com/office/drawing/2014/main" id="{75EC3478-E6F5-50C0-9E65-50A4512C2AD5}"/>
              </a:ext>
            </a:extLst>
          </p:cNvPr>
          <p:cNvGrpSpPr/>
          <p:nvPr/>
        </p:nvGrpSpPr>
        <p:grpSpPr>
          <a:xfrm>
            <a:off x="1376410" y="4599213"/>
            <a:ext cx="1505416" cy="601824"/>
            <a:chOff x="1980734" y="3149081"/>
            <a:chExt cx="1505416" cy="601824"/>
          </a:xfrm>
        </p:grpSpPr>
        <p:sp>
          <p:nvSpPr>
            <p:cNvPr id="206" name="楕円 205">
              <a:extLst>
                <a:ext uri="{FF2B5EF4-FFF2-40B4-BE49-F238E27FC236}">
                  <a16:creationId xmlns:a16="http://schemas.microsoft.com/office/drawing/2014/main" id="{8185A671-F3C0-C47E-4B84-9907EC76E79C}"/>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07" name="グループ化 206">
              <a:extLst>
                <a:ext uri="{FF2B5EF4-FFF2-40B4-BE49-F238E27FC236}">
                  <a16:creationId xmlns:a16="http://schemas.microsoft.com/office/drawing/2014/main" id="{16B6F5EB-8000-22C6-692D-463BE4441A2A}"/>
                </a:ext>
              </a:extLst>
            </p:cNvPr>
            <p:cNvGrpSpPr/>
            <p:nvPr/>
          </p:nvGrpSpPr>
          <p:grpSpPr>
            <a:xfrm>
              <a:off x="1980734" y="3175652"/>
              <a:ext cx="1505416" cy="575253"/>
              <a:chOff x="1980734" y="3175652"/>
              <a:chExt cx="1505416" cy="575253"/>
            </a:xfrm>
          </p:grpSpPr>
          <p:grpSp>
            <p:nvGrpSpPr>
              <p:cNvPr id="208" name="グループ化 207">
                <a:extLst>
                  <a:ext uri="{FF2B5EF4-FFF2-40B4-BE49-F238E27FC236}">
                    <a16:creationId xmlns:a16="http://schemas.microsoft.com/office/drawing/2014/main" id="{2DC3A369-99AB-DAC6-CE51-4938BA648679}"/>
                  </a:ext>
                </a:extLst>
              </p:cNvPr>
              <p:cNvGrpSpPr/>
              <p:nvPr/>
            </p:nvGrpSpPr>
            <p:grpSpPr>
              <a:xfrm>
                <a:off x="1980734" y="3473931"/>
                <a:ext cx="1505416" cy="276974"/>
                <a:chOff x="4194668" y="3607669"/>
                <a:chExt cx="1105960" cy="276974"/>
              </a:xfrm>
            </p:grpSpPr>
            <p:sp>
              <p:nvSpPr>
                <p:cNvPr id="210" name="四角形: 角を丸くする 209">
                  <a:extLst>
                    <a:ext uri="{FF2B5EF4-FFF2-40B4-BE49-F238E27FC236}">
                      <a16:creationId xmlns:a16="http://schemas.microsoft.com/office/drawing/2014/main" id="{6EA425B1-7B67-E16F-4301-E9D3C9C48F5D}"/>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11" name="図 210">
                  <a:extLst>
                    <a:ext uri="{FF2B5EF4-FFF2-40B4-BE49-F238E27FC236}">
                      <a16:creationId xmlns:a16="http://schemas.microsoft.com/office/drawing/2014/main" id="{63112D7A-BA05-DFB7-4048-C5A8F27DAF4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09" name="テキスト ボックス 208">
                <a:extLst>
                  <a:ext uri="{FF2B5EF4-FFF2-40B4-BE49-F238E27FC236}">
                    <a16:creationId xmlns:a16="http://schemas.microsoft.com/office/drawing/2014/main" id="{BC3B527F-09D9-C830-AAFB-F40ABA540B75}"/>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12" name="グループ化 211">
            <a:extLst>
              <a:ext uri="{FF2B5EF4-FFF2-40B4-BE49-F238E27FC236}">
                <a16:creationId xmlns:a16="http://schemas.microsoft.com/office/drawing/2014/main" id="{903AF4A8-9CF9-83D6-6E1F-345FC21683D2}"/>
              </a:ext>
            </a:extLst>
          </p:cNvPr>
          <p:cNvGrpSpPr/>
          <p:nvPr/>
        </p:nvGrpSpPr>
        <p:grpSpPr>
          <a:xfrm>
            <a:off x="1376410" y="5338435"/>
            <a:ext cx="1505416" cy="601824"/>
            <a:chOff x="1980734" y="3149081"/>
            <a:chExt cx="1505416" cy="601824"/>
          </a:xfrm>
        </p:grpSpPr>
        <p:sp>
          <p:nvSpPr>
            <p:cNvPr id="213" name="楕円 212">
              <a:extLst>
                <a:ext uri="{FF2B5EF4-FFF2-40B4-BE49-F238E27FC236}">
                  <a16:creationId xmlns:a16="http://schemas.microsoft.com/office/drawing/2014/main" id="{A5440D2E-6EFC-65F7-2E0A-578051391164}"/>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14" name="グループ化 213">
              <a:extLst>
                <a:ext uri="{FF2B5EF4-FFF2-40B4-BE49-F238E27FC236}">
                  <a16:creationId xmlns:a16="http://schemas.microsoft.com/office/drawing/2014/main" id="{82055B16-65C3-2F5C-C170-8CF0C87B13EE}"/>
                </a:ext>
              </a:extLst>
            </p:cNvPr>
            <p:cNvGrpSpPr/>
            <p:nvPr/>
          </p:nvGrpSpPr>
          <p:grpSpPr>
            <a:xfrm>
              <a:off x="1980734" y="3175652"/>
              <a:ext cx="1505416" cy="575253"/>
              <a:chOff x="1980734" y="3175652"/>
              <a:chExt cx="1505416" cy="575253"/>
            </a:xfrm>
          </p:grpSpPr>
          <p:grpSp>
            <p:nvGrpSpPr>
              <p:cNvPr id="215" name="グループ化 214">
                <a:extLst>
                  <a:ext uri="{FF2B5EF4-FFF2-40B4-BE49-F238E27FC236}">
                    <a16:creationId xmlns:a16="http://schemas.microsoft.com/office/drawing/2014/main" id="{AFC872ED-BCD8-6E94-C423-56DC29C8FE5D}"/>
                  </a:ext>
                </a:extLst>
              </p:cNvPr>
              <p:cNvGrpSpPr/>
              <p:nvPr/>
            </p:nvGrpSpPr>
            <p:grpSpPr>
              <a:xfrm>
                <a:off x="1980734" y="3473931"/>
                <a:ext cx="1505416" cy="276974"/>
                <a:chOff x="4194668" y="3607669"/>
                <a:chExt cx="1105960" cy="276974"/>
              </a:xfrm>
            </p:grpSpPr>
            <p:sp>
              <p:nvSpPr>
                <p:cNvPr id="217" name="四角形: 角を丸くする 216">
                  <a:extLst>
                    <a:ext uri="{FF2B5EF4-FFF2-40B4-BE49-F238E27FC236}">
                      <a16:creationId xmlns:a16="http://schemas.microsoft.com/office/drawing/2014/main" id="{A966C6F6-2E02-0CCC-7594-D9CF16BBD7B3}"/>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18" name="図 217">
                  <a:extLst>
                    <a:ext uri="{FF2B5EF4-FFF2-40B4-BE49-F238E27FC236}">
                      <a16:creationId xmlns:a16="http://schemas.microsoft.com/office/drawing/2014/main" id="{E0EC483A-1CBE-03AA-3E30-3CCC4C40BC5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16" name="テキスト ボックス 215">
                <a:extLst>
                  <a:ext uri="{FF2B5EF4-FFF2-40B4-BE49-F238E27FC236}">
                    <a16:creationId xmlns:a16="http://schemas.microsoft.com/office/drawing/2014/main" id="{93E895CD-4955-AC3A-0DEA-5F2C74FBEAEB}"/>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19" name="グループ化 218">
            <a:extLst>
              <a:ext uri="{FF2B5EF4-FFF2-40B4-BE49-F238E27FC236}">
                <a16:creationId xmlns:a16="http://schemas.microsoft.com/office/drawing/2014/main" id="{C4571BEF-1365-1849-01C0-F47024A88C20}"/>
              </a:ext>
            </a:extLst>
          </p:cNvPr>
          <p:cNvGrpSpPr/>
          <p:nvPr/>
        </p:nvGrpSpPr>
        <p:grpSpPr>
          <a:xfrm>
            <a:off x="1376410" y="2392524"/>
            <a:ext cx="1505416" cy="601824"/>
            <a:chOff x="1980734" y="3149081"/>
            <a:chExt cx="1505416" cy="601824"/>
          </a:xfrm>
        </p:grpSpPr>
        <p:sp>
          <p:nvSpPr>
            <p:cNvPr id="220" name="楕円 219">
              <a:extLst>
                <a:ext uri="{FF2B5EF4-FFF2-40B4-BE49-F238E27FC236}">
                  <a16:creationId xmlns:a16="http://schemas.microsoft.com/office/drawing/2014/main" id="{EDDA0D40-7359-C1A4-1684-95C66F5BF07A}"/>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21" name="グループ化 220">
              <a:extLst>
                <a:ext uri="{FF2B5EF4-FFF2-40B4-BE49-F238E27FC236}">
                  <a16:creationId xmlns:a16="http://schemas.microsoft.com/office/drawing/2014/main" id="{441A1F7B-6C72-2F23-A9ED-4FECD597E412}"/>
                </a:ext>
              </a:extLst>
            </p:cNvPr>
            <p:cNvGrpSpPr/>
            <p:nvPr/>
          </p:nvGrpSpPr>
          <p:grpSpPr>
            <a:xfrm>
              <a:off x="1980734" y="3175652"/>
              <a:ext cx="1505416" cy="575253"/>
              <a:chOff x="1980734" y="3175652"/>
              <a:chExt cx="1505416" cy="575253"/>
            </a:xfrm>
          </p:grpSpPr>
          <p:grpSp>
            <p:nvGrpSpPr>
              <p:cNvPr id="222" name="グループ化 221">
                <a:extLst>
                  <a:ext uri="{FF2B5EF4-FFF2-40B4-BE49-F238E27FC236}">
                    <a16:creationId xmlns:a16="http://schemas.microsoft.com/office/drawing/2014/main" id="{966D57A5-158A-9368-5A05-519CF00BD064}"/>
                  </a:ext>
                </a:extLst>
              </p:cNvPr>
              <p:cNvGrpSpPr/>
              <p:nvPr/>
            </p:nvGrpSpPr>
            <p:grpSpPr>
              <a:xfrm>
                <a:off x="1980734" y="3473931"/>
                <a:ext cx="1505416" cy="276974"/>
                <a:chOff x="4194668" y="3607669"/>
                <a:chExt cx="1105960" cy="276974"/>
              </a:xfrm>
            </p:grpSpPr>
            <p:sp>
              <p:nvSpPr>
                <p:cNvPr id="224" name="四角形: 角を丸くする 223">
                  <a:extLst>
                    <a:ext uri="{FF2B5EF4-FFF2-40B4-BE49-F238E27FC236}">
                      <a16:creationId xmlns:a16="http://schemas.microsoft.com/office/drawing/2014/main" id="{703A275B-1F7B-783A-05AA-473C14E8D226}"/>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25" name="図 224">
                  <a:extLst>
                    <a:ext uri="{FF2B5EF4-FFF2-40B4-BE49-F238E27FC236}">
                      <a16:creationId xmlns:a16="http://schemas.microsoft.com/office/drawing/2014/main" id="{A9713432-31B0-33A9-B412-D55B2470882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23" name="テキスト ボックス 222">
                <a:extLst>
                  <a:ext uri="{FF2B5EF4-FFF2-40B4-BE49-F238E27FC236}">
                    <a16:creationId xmlns:a16="http://schemas.microsoft.com/office/drawing/2014/main" id="{DD0CBBC9-AF93-7C13-856B-E930E7E06718}"/>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26" name="グループ化 225">
            <a:extLst>
              <a:ext uri="{FF2B5EF4-FFF2-40B4-BE49-F238E27FC236}">
                <a16:creationId xmlns:a16="http://schemas.microsoft.com/office/drawing/2014/main" id="{8BA354FE-50B7-F38F-FF77-DC0A263B851E}"/>
              </a:ext>
            </a:extLst>
          </p:cNvPr>
          <p:cNvGrpSpPr/>
          <p:nvPr/>
        </p:nvGrpSpPr>
        <p:grpSpPr>
          <a:xfrm>
            <a:off x="1376410" y="951462"/>
            <a:ext cx="1505416" cy="601824"/>
            <a:chOff x="1980734" y="3149081"/>
            <a:chExt cx="1505416" cy="601824"/>
          </a:xfrm>
        </p:grpSpPr>
        <p:sp>
          <p:nvSpPr>
            <p:cNvPr id="227" name="楕円 226">
              <a:extLst>
                <a:ext uri="{FF2B5EF4-FFF2-40B4-BE49-F238E27FC236}">
                  <a16:creationId xmlns:a16="http://schemas.microsoft.com/office/drawing/2014/main" id="{8C2D4579-B2E3-3E9F-1B9F-755E5DEEC8F2}"/>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28" name="グループ化 227">
              <a:extLst>
                <a:ext uri="{FF2B5EF4-FFF2-40B4-BE49-F238E27FC236}">
                  <a16:creationId xmlns:a16="http://schemas.microsoft.com/office/drawing/2014/main" id="{6CE9F48E-36E3-4D75-7A65-B583F2A94A84}"/>
                </a:ext>
              </a:extLst>
            </p:cNvPr>
            <p:cNvGrpSpPr/>
            <p:nvPr/>
          </p:nvGrpSpPr>
          <p:grpSpPr>
            <a:xfrm>
              <a:off x="1980734" y="3175652"/>
              <a:ext cx="1505416" cy="575253"/>
              <a:chOff x="1980734" y="3175652"/>
              <a:chExt cx="1505416" cy="575253"/>
            </a:xfrm>
          </p:grpSpPr>
          <p:grpSp>
            <p:nvGrpSpPr>
              <p:cNvPr id="229" name="グループ化 228">
                <a:extLst>
                  <a:ext uri="{FF2B5EF4-FFF2-40B4-BE49-F238E27FC236}">
                    <a16:creationId xmlns:a16="http://schemas.microsoft.com/office/drawing/2014/main" id="{EF679F21-0BFB-06EA-5E5F-2B3D055BF5BA}"/>
                  </a:ext>
                </a:extLst>
              </p:cNvPr>
              <p:cNvGrpSpPr/>
              <p:nvPr/>
            </p:nvGrpSpPr>
            <p:grpSpPr>
              <a:xfrm>
                <a:off x="1980734" y="3473931"/>
                <a:ext cx="1505416" cy="276974"/>
                <a:chOff x="4194668" y="3607669"/>
                <a:chExt cx="1105960" cy="276974"/>
              </a:xfrm>
            </p:grpSpPr>
            <p:sp>
              <p:nvSpPr>
                <p:cNvPr id="231" name="四角形: 角を丸くする 230">
                  <a:extLst>
                    <a:ext uri="{FF2B5EF4-FFF2-40B4-BE49-F238E27FC236}">
                      <a16:creationId xmlns:a16="http://schemas.microsoft.com/office/drawing/2014/main" id="{FC6AEAA2-C5C4-24CC-EB1F-0A436F2260E1}"/>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32" name="図 231">
                  <a:extLst>
                    <a:ext uri="{FF2B5EF4-FFF2-40B4-BE49-F238E27FC236}">
                      <a16:creationId xmlns:a16="http://schemas.microsoft.com/office/drawing/2014/main" id="{AC59105D-D75F-42F0-E786-50386B7214D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30" name="テキスト ボックス 229">
                <a:extLst>
                  <a:ext uri="{FF2B5EF4-FFF2-40B4-BE49-F238E27FC236}">
                    <a16:creationId xmlns:a16="http://schemas.microsoft.com/office/drawing/2014/main" id="{3707785B-0E5B-1E64-05A3-27EDA9CC5C35}"/>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33" name="グループ化 232">
            <a:extLst>
              <a:ext uri="{FF2B5EF4-FFF2-40B4-BE49-F238E27FC236}">
                <a16:creationId xmlns:a16="http://schemas.microsoft.com/office/drawing/2014/main" id="{F954D99B-349D-7E1B-FC00-B789AE8F2527}"/>
              </a:ext>
            </a:extLst>
          </p:cNvPr>
          <p:cNvGrpSpPr/>
          <p:nvPr/>
        </p:nvGrpSpPr>
        <p:grpSpPr>
          <a:xfrm>
            <a:off x="1376410" y="1656961"/>
            <a:ext cx="1505416" cy="601824"/>
            <a:chOff x="1980734" y="3149081"/>
            <a:chExt cx="1505416" cy="601824"/>
          </a:xfrm>
        </p:grpSpPr>
        <p:sp>
          <p:nvSpPr>
            <p:cNvPr id="234" name="楕円 233">
              <a:extLst>
                <a:ext uri="{FF2B5EF4-FFF2-40B4-BE49-F238E27FC236}">
                  <a16:creationId xmlns:a16="http://schemas.microsoft.com/office/drawing/2014/main" id="{DE037865-F8E7-3036-577F-5FA11C06DC63}"/>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35" name="グループ化 234">
              <a:extLst>
                <a:ext uri="{FF2B5EF4-FFF2-40B4-BE49-F238E27FC236}">
                  <a16:creationId xmlns:a16="http://schemas.microsoft.com/office/drawing/2014/main" id="{849E19C2-8A96-B810-2C14-D9A5BA1F1768}"/>
                </a:ext>
              </a:extLst>
            </p:cNvPr>
            <p:cNvGrpSpPr/>
            <p:nvPr/>
          </p:nvGrpSpPr>
          <p:grpSpPr>
            <a:xfrm>
              <a:off x="1980734" y="3175652"/>
              <a:ext cx="1505416" cy="575253"/>
              <a:chOff x="1980734" y="3175652"/>
              <a:chExt cx="1505416" cy="575253"/>
            </a:xfrm>
          </p:grpSpPr>
          <p:grpSp>
            <p:nvGrpSpPr>
              <p:cNvPr id="236" name="グループ化 235">
                <a:extLst>
                  <a:ext uri="{FF2B5EF4-FFF2-40B4-BE49-F238E27FC236}">
                    <a16:creationId xmlns:a16="http://schemas.microsoft.com/office/drawing/2014/main" id="{6B3F5787-B5CE-781F-81D0-20E1D9E57CFB}"/>
                  </a:ext>
                </a:extLst>
              </p:cNvPr>
              <p:cNvGrpSpPr/>
              <p:nvPr/>
            </p:nvGrpSpPr>
            <p:grpSpPr>
              <a:xfrm>
                <a:off x="1980734" y="3473931"/>
                <a:ext cx="1505416" cy="276974"/>
                <a:chOff x="4194668" y="3607669"/>
                <a:chExt cx="1105960" cy="276974"/>
              </a:xfrm>
            </p:grpSpPr>
            <p:sp>
              <p:nvSpPr>
                <p:cNvPr id="238" name="四角形: 角を丸くする 237">
                  <a:extLst>
                    <a:ext uri="{FF2B5EF4-FFF2-40B4-BE49-F238E27FC236}">
                      <a16:creationId xmlns:a16="http://schemas.microsoft.com/office/drawing/2014/main" id="{9B937644-0F46-4C6B-ACDD-DACE93873A2D}"/>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39" name="図 238">
                  <a:extLst>
                    <a:ext uri="{FF2B5EF4-FFF2-40B4-BE49-F238E27FC236}">
                      <a16:creationId xmlns:a16="http://schemas.microsoft.com/office/drawing/2014/main" id="{F434FC0A-3A72-6D8A-E79D-EF4F6151C9B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37" name="テキスト ボックス 236">
                <a:extLst>
                  <a:ext uri="{FF2B5EF4-FFF2-40B4-BE49-F238E27FC236}">
                    <a16:creationId xmlns:a16="http://schemas.microsoft.com/office/drawing/2014/main" id="{90952BAB-07C1-27A1-EED4-53097539A7F5}"/>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47" name="グループ化 246">
            <a:extLst>
              <a:ext uri="{FF2B5EF4-FFF2-40B4-BE49-F238E27FC236}">
                <a16:creationId xmlns:a16="http://schemas.microsoft.com/office/drawing/2014/main" id="{2051549D-6C80-7A5F-5DEF-9D2174841CBD}"/>
              </a:ext>
            </a:extLst>
          </p:cNvPr>
          <p:cNvGrpSpPr/>
          <p:nvPr/>
        </p:nvGrpSpPr>
        <p:grpSpPr>
          <a:xfrm>
            <a:off x="3405968" y="920623"/>
            <a:ext cx="888261" cy="654696"/>
            <a:chOff x="519830" y="3162196"/>
            <a:chExt cx="748799" cy="551905"/>
          </a:xfrm>
        </p:grpSpPr>
        <p:sp>
          <p:nvSpPr>
            <p:cNvPr id="248" name="ハート 247">
              <a:extLst>
                <a:ext uri="{FF2B5EF4-FFF2-40B4-BE49-F238E27FC236}">
                  <a16:creationId xmlns:a16="http://schemas.microsoft.com/office/drawing/2014/main" id="{5752FE83-24B4-A1EC-D85E-B31EED15AF5A}"/>
                </a:ext>
              </a:extLst>
            </p:cNvPr>
            <p:cNvSpPr/>
            <p:nvPr/>
          </p:nvSpPr>
          <p:spPr>
            <a:xfrm>
              <a:off x="618278" y="3162196"/>
              <a:ext cx="551905" cy="551905"/>
            </a:xfrm>
            <a:prstGeom prst="heart">
              <a:avLst/>
            </a:prstGeom>
            <a:gradFill flip="none" rotWithShape="1">
              <a:gsLst>
                <a:gs pos="38000">
                  <a:schemeClr val="tx1">
                    <a:lumMod val="85000"/>
                    <a:lumOff val="15000"/>
                    <a:alpha val="95000"/>
                  </a:schemeClr>
                </a:gs>
                <a:gs pos="100000">
                  <a:srgbClr val="CC66FF">
                    <a:alpha val="95000"/>
                  </a:srgbClr>
                </a:gs>
              </a:gsLst>
              <a:lin ang="5400000" scaled="1"/>
              <a:tileRect/>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49" name="テキスト ボックス 248">
              <a:extLst>
                <a:ext uri="{FF2B5EF4-FFF2-40B4-BE49-F238E27FC236}">
                  <a16:creationId xmlns:a16="http://schemas.microsoft.com/office/drawing/2014/main" id="{48C2198D-A71C-DB7B-5E7F-78B7B72C110F}"/>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50" name="グループ化 249">
            <a:extLst>
              <a:ext uri="{FF2B5EF4-FFF2-40B4-BE49-F238E27FC236}">
                <a16:creationId xmlns:a16="http://schemas.microsoft.com/office/drawing/2014/main" id="{2EE630F1-531A-D4CD-14AB-5374D3E2B772}"/>
              </a:ext>
            </a:extLst>
          </p:cNvPr>
          <p:cNvGrpSpPr/>
          <p:nvPr/>
        </p:nvGrpSpPr>
        <p:grpSpPr>
          <a:xfrm>
            <a:off x="3405968" y="1640113"/>
            <a:ext cx="888261" cy="654696"/>
            <a:chOff x="519830" y="3162196"/>
            <a:chExt cx="748799" cy="551905"/>
          </a:xfrm>
        </p:grpSpPr>
        <p:sp>
          <p:nvSpPr>
            <p:cNvPr id="251" name="ハート 250">
              <a:extLst>
                <a:ext uri="{FF2B5EF4-FFF2-40B4-BE49-F238E27FC236}">
                  <a16:creationId xmlns:a16="http://schemas.microsoft.com/office/drawing/2014/main" id="{7669DF43-1357-51F2-B4FE-EEF8BA83F651}"/>
                </a:ext>
              </a:extLst>
            </p:cNvPr>
            <p:cNvSpPr/>
            <p:nvPr/>
          </p:nvSpPr>
          <p:spPr>
            <a:xfrm>
              <a:off x="618278" y="3162196"/>
              <a:ext cx="551905" cy="551905"/>
            </a:xfrm>
            <a:prstGeom prst="heart">
              <a:avLst/>
            </a:prstGeom>
            <a:gradFill>
              <a:gsLst>
                <a:gs pos="19000">
                  <a:schemeClr val="tx1">
                    <a:lumMod val="85000"/>
                    <a:lumOff val="15000"/>
                    <a:alpha val="95000"/>
                  </a:schemeClr>
                </a:gs>
                <a:gs pos="100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52" name="テキスト ボックス 251">
              <a:extLst>
                <a:ext uri="{FF2B5EF4-FFF2-40B4-BE49-F238E27FC236}">
                  <a16:creationId xmlns:a16="http://schemas.microsoft.com/office/drawing/2014/main" id="{2ECB8CE4-D4B8-6001-668E-F4EC844B28B2}"/>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53" name="グループ化 252">
            <a:extLst>
              <a:ext uri="{FF2B5EF4-FFF2-40B4-BE49-F238E27FC236}">
                <a16:creationId xmlns:a16="http://schemas.microsoft.com/office/drawing/2014/main" id="{78039073-9E67-23D4-0B2D-62B96EE195FE}"/>
              </a:ext>
            </a:extLst>
          </p:cNvPr>
          <p:cNvGrpSpPr/>
          <p:nvPr/>
        </p:nvGrpSpPr>
        <p:grpSpPr>
          <a:xfrm>
            <a:off x="3405968" y="2369977"/>
            <a:ext cx="888261" cy="654696"/>
            <a:chOff x="519830" y="3162196"/>
            <a:chExt cx="748799" cy="551905"/>
          </a:xfrm>
        </p:grpSpPr>
        <p:sp>
          <p:nvSpPr>
            <p:cNvPr id="254" name="ハート 253">
              <a:extLst>
                <a:ext uri="{FF2B5EF4-FFF2-40B4-BE49-F238E27FC236}">
                  <a16:creationId xmlns:a16="http://schemas.microsoft.com/office/drawing/2014/main" id="{4A232D01-294B-A234-197A-D12F144B4AE6}"/>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55" name="テキスト ボックス 254">
              <a:extLst>
                <a:ext uri="{FF2B5EF4-FFF2-40B4-BE49-F238E27FC236}">
                  <a16:creationId xmlns:a16="http://schemas.microsoft.com/office/drawing/2014/main" id="{7BFDE8E5-3FEA-967F-DCEC-507ED41A23C9}"/>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56" name="グループ化 255">
            <a:extLst>
              <a:ext uri="{FF2B5EF4-FFF2-40B4-BE49-F238E27FC236}">
                <a16:creationId xmlns:a16="http://schemas.microsoft.com/office/drawing/2014/main" id="{A6E0BFB6-A69E-6DCF-AFEE-6B35F3546AC9}"/>
              </a:ext>
            </a:extLst>
          </p:cNvPr>
          <p:cNvGrpSpPr/>
          <p:nvPr/>
        </p:nvGrpSpPr>
        <p:grpSpPr>
          <a:xfrm>
            <a:off x="4022681" y="3127311"/>
            <a:ext cx="888261" cy="654696"/>
            <a:chOff x="519830" y="3162196"/>
            <a:chExt cx="748799" cy="551905"/>
          </a:xfrm>
        </p:grpSpPr>
        <p:sp>
          <p:nvSpPr>
            <p:cNvPr id="257" name="ハート 256">
              <a:extLst>
                <a:ext uri="{FF2B5EF4-FFF2-40B4-BE49-F238E27FC236}">
                  <a16:creationId xmlns:a16="http://schemas.microsoft.com/office/drawing/2014/main" id="{74218A0D-3FAE-2CE9-08F5-5C02971E180A}"/>
                </a:ext>
              </a:extLst>
            </p:cNvPr>
            <p:cNvSpPr/>
            <p:nvPr/>
          </p:nvSpPr>
          <p:spPr>
            <a:xfrm>
              <a:off x="618278" y="3162196"/>
              <a:ext cx="551905" cy="551905"/>
            </a:xfrm>
            <a:prstGeom prst="heart">
              <a:avLst/>
            </a:prstGeom>
            <a:solidFill>
              <a:srgbClr val="CC66FF"/>
            </a:solidFill>
            <a:ln w="38100">
              <a:solidFill>
                <a:schemeClr val="tx1">
                  <a:lumMod val="85000"/>
                  <a:lumOff val="15000"/>
                </a:schemeClr>
              </a:solidFill>
            </a:ln>
            <a:effectLst>
              <a:glow rad="88900">
                <a:srgbClr val="CC66FF">
                  <a:alpha val="45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58" name="テキスト ボックス 257">
              <a:extLst>
                <a:ext uri="{FF2B5EF4-FFF2-40B4-BE49-F238E27FC236}">
                  <a16:creationId xmlns:a16="http://schemas.microsoft.com/office/drawing/2014/main" id="{A2DBF107-A398-FEE3-ED9E-5FE4A86DE356}"/>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59" name="グループ化 258">
            <a:extLst>
              <a:ext uri="{FF2B5EF4-FFF2-40B4-BE49-F238E27FC236}">
                <a16:creationId xmlns:a16="http://schemas.microsoft.com/office/drawing/2014/main" id="{B2D91553-57FA-548E-3056-08F5DD74AE06}"/>
              </a:ext>
            </a:extLst>
          </p:cNvPr>
          <p:cNvGrpSpPr/>
          <p:nvPr/>
        </p:nvGrpSpPr>
        <p:grpSpPr>
          <a:xfrm>
            <a:off x="3405968" y="3854579"/>
            <a:ext cx="888261" cy="654696"/>
            <a:chOff x="519830" y="3162196"/>
            <a:chExt cx="748799" cy="551905"/>
          </a:xfrm>
        </p:grpSpPr>
        <p:sp>
          <p:nvSpPr>
            <p:cNvPr id="260" name="ハート 259">
              <a:extLst>
                <a:ext uri="{FF2B5EF4-FFF2-40B4-BE49-F238E27FC236}">
                  <a16:creationId xmlns:a16="http://schemas.microsoft.com/office/drawing/2014/main" id="{AFA1A481-CEBF-880A-9C2D-C6ABE15FDA51}"/>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61" name="テキスト ボックス 260">
              <a:extLst>
                <a:ext uri="{FF2B5EF4-FFF2-40B4-BE49-F238E27FC236}">
                  <a16:creationId xmlns:a16="http://schemas.microsoft.com/office/drawing/2014/main" id="{7D770B7A-E4EE-A20D-965E-5F034AA53223}"/>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62" name="グループ化 261">
            <a:extLst>
              <a:ext uri="{FF2B5EF4-FFF2-40B4-BE49-F238E27FC236}">
                <a16:creationId xmlns:a16="http://schemas.microsoft.com/office/drawing/2014/main" id="{A3D02DB4-A981-06DD-3F89-73A3C4DC7943}"/>
              </a:ext>
            </a:extLst>
          </p:cNvPr>
          <p:cNvGrpSpPr/>
          <p:nvPr/>
        </p:nvGrpSpPr>
        <p:grpSpPr>
          <a:xfrm>
            <a:off x="3405968" y="4568889"/>
            <a:ext cx="888261" cy="654696"/>
            <a:chOff x="519830" y="3162196"/>
            <a:chExt cx="748799" cy="551905"/>
          </a:xfrm>
        </p:grpSpPr>
        <p:sp>
          <p:nvSpPr>
            <p:cNvPr id="263" name="ハート 262">
              <a:extLst>
                <a:ext uri="{FF2B5EF4-FFF2-40B4-BE49-F238E27FC236}">
                  <a16:creationId xmlns:a16="http://schemas.microsoft.com/office/drawing/2014/main" id="{AEE5F928-DDE5-38BA-58EB-51733017AA79}"/>
                </a:ext>
              </a:extLst>
            </p:cNvPr>
            <p:cNvSpPr/>
            <p:nvPr/>
          </p:nvSpPr>
          <p:spPr>
            <a:xfrm>
              <a:off x="618278" y="3162196"/>
              <a:ext cx="551905" cy="551905"/>
            </a:xfrm>
            <a:prstGeom prst="heart">
              <a:avLst/>
            </a:prstGeom>
            <a:gradFill>
              <a:gsLst>
                <a:gs pos="5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64" name="テキスト ボックス 263">
              <a:extLst>
                <a:ext uri="{FF2B5EF4-FFF2-40B4-BE49-F238E27FC236}">
                  <a16:creationId xmlns:a16="http://schemas.microsoft.com/office/drawing/2014/main" id="{E9D24F5A-ED87-7A60-47BE-EBB51687051A}"/>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65" name="グループ化 264">
            <a:extLst>
              <a:ext uri="{FF2B5EF4-FFF2-40B4-BE49-F238E27FC236}">
                <a16:creationId xmlns:a16="http://schemas.microsoft.com/office/drawing/2014/main" id="{63B444BE-9426-9974-DC8E-12D2725E8003}"/>
              </a:ext>
            </a:extLst>
          </p:cNvPr>
          <p:cNvGrpSpPr/>
          <p:nvPr/>
        </p:nvGrpSpPr>
        <p:grpSpPr>
          <a:xfrm>
            <a:off x="3405968" y="5299009"/>
            <a:ext cx="888261" cy="654696"/>
            <a:chOff x="519830" y="3162196"/>
            <a:chExt cx="748799" cy="551905"/>
          </a:xfrm>
        </p:grpSpPr>
        <p:sp>
          <p:nvSpPr>
            <p:cNvPr id="266" name="ハート 265">
              <a:extLst>
                <a:ext uri="{FF2B5EF4-FFF2-40B4-BE49-F238E27FC236}">
                  <a16:creationId xmlns:a16="http://schemas.microsoft.com/office/drawing/2014/main" id="{617DE102-6031-5787-95DB-348E226EF892}"/>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67" name="テキスト ボックス 266">
              <a:extLst>
                <a:ext uri="{FF2B5EF4-FFF2-40B4-BE49-F238E27FC236}">
                  <a16:creationId xmlns:a16="http://schemas.microsoft.com/office/drawing/2014/main" id="{5AF9736C-E152-83EA-C4ED-69EB13526570}"/>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98" name="グループ化 97">
            <a:extLst>
              <a:ext uri="{FF2B5EF4-FFF2-40B4-BE49-F238E27FC236}">
                <a16:creationId xmlns:a16="http://schemas.microsoft.com/office/drawing/2014/main" id="{92D15F89-83BA-DE52-90BE-754A6099E0C6}"/>
              </a:ext>
            </a:extLst>
          </p:cNvPr>
          <p:cNvGrpSpPr/>
          <p:nvPr/>
        </p:nvGrpSpPr>
        <p:grpSpPr>
          <a:xfrm>
            <a:off x="4687028" y="3177491"/>
            <a:ext cx="377850" cy="635617"/>
            <a:chOff x="4659035" y="3205484"/>
            <a:chExt cx="377850" cy="635617"/>
          </a:xfrm>
        </p:grpSpPr>
        <p:sp>
          <p:nvSpPr>
            <p:cNvPr id="11" name="楕円 10">
              <a:extLst>
                <a:ext uri="{FF2B5EF4-FFF2-40B4-BE49-F238E27FC236}">
                  <a16:creationId xmlns:a16="http://schemas.microsoft.com/office/drawing/2014/main" id="{83F4616C-752E-1359-41EC-CE684CB74808}"/>
                </a:ext>
              </a:extLst>
            </p:cNvPr>
            <p:cNvSpPr/>
            <p:nvPr/>
          </p:nvSpPr>
          <p:spPr>
            <a:xfrm>
              <a:off x="4659035" y="36552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12" name="楕円 11">
              <a:extLst>
                <a:ext uri="{FF2B5EF4-FFF2-40B4-BE49-F238E27FC236}">
                  <a16:creationId xmlns:a16="http://schemas.microsoft.com/office/drawing/2014/main" id="{8CEB1ABF-1E7B-AA09-827D-72BD87DC361D}"/>
                </a:ext>
              </a:extLst>
            </p:cNvPr>
            <p:cNvSpPr/>
            <p:nvPr/>
          </p:nvSpPr>
          <p:spPr>
            <a:xfrm>
              <a:off x="4795907" y="344447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14" name="楕円 13">
              <a:extLst>
                <a:ext uri="{FF2B5EF4-FFF2-40B4-BE49-F238E27FC236}">
                  <a16:creationId xmlns:a16="http://schemas.microsoft.com/office/drawing/2014/main" id="{1B316F87-D02D-A090-92E5-405755690A85}"/>
                </a:ext>
              </a:extLst>
            </p:cNvPr>
            <p:cNvSpPr/>
            <p:nvPr/>
          </p:nvSpPr>
          <p:spPr>
            <a:xfrm>
              <a:off x="4837789" y="320548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grpSp>
        <p:nvGrpSpPr>
          <p:cNvPr id="20" name="グループ化 19">
            <a:extLst>
              <a:ext uri="{FF2B5EF4-FFF2-40B4-BE49-F238E27FC236}">
                <a16:creationId xmlns:a16="http://schemas.microsoft.com/office/drawing/2014/main" id="{26CB3942-E975-19C7-14EB-91C5480AC2F6}"/>
              </a:ext>
            </a:extLst>
          </p:cNvPr>
          <p:cNvGrpSpPr/>
          <p:nvPr/>
        </p:nvGrpSpPr>
        <p:grpSpPr>
          <a:xfrm>
            <a:off x="4058449" y="3879977"/>
            <a:ext cx="377850" cy="635617"/>
            <a:chOff x="4811435" y="3357884"/>
            <a:chExt cx="377850" cy="635617"/>
          </a:xfrm>
        </p:grpSpPr>
        <p:sp>
          <p:nvSpPr>
            <p:cNvPr id="16" name="楕円 15">
              <a:extLst>
                <a:ext uri="{FF2B5EF4-FFF2-40B4-BE49-F238E27FC236}">
                  <a16:creationId xmlns:a16="http://schemas.microsoft.com/office/drawing/2014/main" id="{26D9159A-ADCE-8516-4753-8DF74C134A3E}"/>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17" name="楕円 16">
              <a:extLst>
                <a:ext uri="{FF2B5EF4-FFF2-40B4-BE49-F238E27FC236}">
                  <a16:creationId xmlns:a16="http://schemas.microsoft.com/office/drawing/2014/main" id="{B3F71CF6-EE97-5374-C1F1-9FFAE3406D6C}"/>
                </a:ext>
              </a:extLst>
            </p:cNvPr>
            <p:cNvSpPr/>
            <p:nvPr/>
          </p:nvSpPr>
          <p:spPr>
            <a:xfrm>
              <a:off x="4948307" y="359687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18" name="楕円 17">
              <a:extLst>
                <a:ext uri="{FF2B5EF4-FFF2-40B4-BE49-F238E27FC236}">
                  <a16:creationId xmlns:a16="http://schemas.microsoft.com/office/drawing/2014/main" id="{C899E894-BFBD-5763-842A-5F4568D3377E}"/>
                </a:ext>
              </a:extLst>
            </p:cNvPr>
            <p:cNvSpPr/>
            <p:nvPr/>
          </p:nvSpPr>
          <p:spPr>
            <a:xfrm>
              <a:off x="4990189" y="335788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sp>
        <p:nvSpPr>
          <p:cNvPr id="23" name="楕円 22">
            <a:extLst>
              <a:ext uri="{FF2B5EF4-FFF2-40B4-BE49-F238E27FC236}">
                <a16:creationId xmlns:a16="http://schemas.microsoft.com/office/drawing/2014/main" id="{10FCB217-C7C3-533C-88B1-6ADD4A498B1E}"/>
              </a:ext>
            </a:extLst>
          </p:cNvPr>
          <p:cNvSpPr/>
          <p:nvPr/>
        </p:nvSpPr>
        <p:spPr>
          <a:xfrm>
            <a:off x="4058449" y="5063902"/>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nvGrpSpPr>
          <p:cNvPr id="26" name="グループ化 25">
            <a:extLst>
              <a:ext uri="{FF2B5EF4-FFF2-40B4-BE49-F238E27FC236}">
                <a16:creationId xmlns:a16="http://schemas.microsoft.com/office/drawing/2014/main" id="{E994BA91-E86B-C63E-1EEE-1B439F79C2D2}"/>
              </a:ext>
            </a:extLst>
          </p:cNvPr>
          <p:cNvGrpSpPr/>
          <p:nvPr/>
        </p:nvGrpSpPr>
        <p:grpSpPr>
          <a:xfrm>
            <a:off x="4058449" y="5587328"/>
            <a:ext cx="335968" cy="396627"/>
            <a:chOff x="4811435" y="3596874"/>
            <a:chExt cx="335968" cy="396627"/>
          </a:xfrm>
        </p:grpSpPr>
        <p:sp>
          <p:nvSpPr>
            <p:cNvPr id="27" name="楕円 26">
              <a:extLst>
                <a:ext uri="{FF2B5EF4-FFF2-40B4-BE49-F238E27FC236}">
                  <a16:creationId xmlns:a16="http://schemas.microsoft.com/office/drawing/2014/main" id="{AD234610-21B8-B417-01B3-9870352668B7}"/>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29" name="楕円 28">
              <a:extLst>
                <a:ext uri="{FF2B5EF4-FFF2-40B4-BE49-F238E27FC236}">
                  <a16:creationId xmlns:a16="http://schemas.microsoft.com/office/drawing/2014/main" id="{8D305C6A-2D73-A3B7-03BC-11C942EFA6E4}"/>
                </a:ext>
              </a:extLst>
            </p:cNvPr>
            <p:cNvSpPr/>
            <p:nvPr/>
          </p:nvSpPr>
          <p:spPr>
            <a:xfrm>
              <a:off x="4948307" y="359687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sp>
        <p:nvSpPr>
          <p:cNvPr id="35" name="楕円 34">
            <a:extLst>
              <a:ext uri="{FF2B5EF4-FFF2-40B4-BE49-F238E27FC236}">
                <a16:creationId xmlns:a16="http://schemas.microsoft.com/office/drawing/2014/main" id="{07004A97-EB42-E989-73EB-E369E251316E}"/>
              </a:ext>
            </a:extLst>
          </p:cNvPr>
          <p:cNvSpPr/>
          <p:nvPr/>
        </p:nvSpPr>
        <p:spPr>
          <a:xfrm>
            <a:off x="4061957" y="1401468"/>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nvGrpSpPr>
          <p:cNvPr id="88" name="グループ化 87">
            <a:extLst>
              <a:ext uri="{FF2B5EF4-FFF2-40B4-BE49-F238E27FC236}">
                <a16:creationId xmlns:a16="http://schemas.microsoft.com/office/drawing/2014/main" id="{406CB976-7CAA-7559-C5D8-8F27B7864DDB}"/>
              </a:ext>
            </a:extLst>
          </p:cNvPr>
          <p:cNvGrpSpPr/>
          <p:nvPr/>
        </p:nvGrpSpPr>
        <p:grpSpPr>
          <a:xfrm>
            <a:off x="4061957" y="1685903"/>
            <a:ext cx="377850" cy="635617"/>
            <a:chOff x="4811435" y="3357884"/>
            <a:chExt cx="377850" cy="635617"/>
          </a:xfrm>
        </p:grpSpPr>
        <p:sp>
          <p:nvSpPr>
            <p:cNvPr id="89" name="楕円 88">
              <a:extLst>
                <a:ext uri="{FF2B5EF4-FFF2-40B4-BE49-F238E27FC236}">
                  <a16:creationId xmlns:a16="http://schemas.microsoft.com/office/drawing/2014/main" id="{51BD5A2C-B5D7-FE91-B43A-FD9DC287EECE}"/>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92" name="楕円 91">
              <a:extLst>
                <a:ext uri="{FF2B5EF4-FFF2-40B4-BE49-F238E27FC236}">
                  <a16:creationId xmlns:a16="http://schemas.microsoft.com/office/drawing/2014/main" id="{7E88E78D-F00C-1422-9883-8F40644F5979}"/>
                </a:ext>
              </a:extLst>
            </p:cNvPr>
            <p:cNvSpPr/>
            <p:nvPr/>
          </p:nvSpPr>
          <p:spPr>
            <a:xfrm>
              <a:off x="4948307" y="359687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93" name="楕円 92">
              <a:extLst>
                <a:ext uri="{FF2B5EF4-FFF2-40B4-BE49-F238E27FC236}">
                  <a16:creationId xmlns:a16="http://schemas.microsoft.com/office/drawing/2014/main" id="{58C3F98D-2543-DA44-E492-C336E2EDDEF5}"/>
                </a:ext>
              </a:extLst>
            </p:cNvPr>
            <p:cNvSpPr/>
            <p:nvPr/>
          </p:nvSpPr>
          <p:spPr>
            <a:xfrm>
              <a:off x="4990189" y="335788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grpSp>
        <p:nvGrpSpPr>
          <p:cNvPr id="94" name="グループ化 93">
            <a:extLst>
              <a:ext uri="{FF2B5EF4-FFF2-40B4-BE49-F238E27FC236}">
                <a16:creationId xmlns:a16="http://schemas.microsoft.com/office/drawing/2014/main" id="{0F31ED99-C063-EF81-3536-E41CE2E3A9BD}"/>
              </a:ext>
            </a:extLst>
          </p:cNvPr>
          <p:cNvGrpSpPr/>
          <p:nvPr/>
        </p:nvGrpSpPr>
        <p:grpSpPr>
          <a:xfrm>
            <a:off x="4061957" y="2659074"/>
            <a:ext cx="335968" cy="396627"/>
            <a:chOff x="4811435" y="3596874"/>
            <a:chExt cx="335968" cy="396627"/>
          </a:xfrm>
        </p:grpSpPr>
        <p:sp>
          <p:nvSpPr>
            <p:cNvPr id="95" name="楕円 94">
              <a:extLst>
                <a:ext uri="{FF2B5EF4-FFF2-40B4-BE49-F238E27FC236}">
                  <a16:creationId xmlns:a16="http://schemas.microsoft.com/office/drawing/2014/main" id="{FE3177FB-2706-4A92-15A9-FD04756B9F92}"/>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96" name="楕円 95">
              <a:extLst>
                <a:ext uri="{FF2B5EF4-FFF2-40B4-BE49-F238E27FC236}">
                  <a16:creationId xmlns:a16="http://schemas.microsoft.com/office/drawing/2014/main" id="{0E0DA230-8983-CF9E-EC2F-FF13F2C272E7}"/>
                </a:ext>
              </a:extLst>
            </p:cNvPr>
            <p:cNvSpPr/>
            <p:nvPr/>
          </p:nvSpPr>
          <p:spPr>
            <a:xfrm>
              <a:off x="4948307" y="359687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grpSp>
        <p:nvGrpSpPr>
          <p:cNvPr id="102" name="グループ化 101">
            <a:extLst>
              <a:ext uri="{FF2B5EF4-FFF2-40B4-BE49-F238E27FC236}">
                <a16:creationId xmlns:a16="http://schemas.microsoft.com/office/drawing/2014/main" id="{9E865813-904F-48F5-6DF5-D568C8BDFE58}"/>
              </a:ext>
            </a:extLst>
          </p:cNvPr>
          <p:cNvGrpSpPr/>
          <p:nvPr/>
        </p:nvGrpSpPr>
        <p:grpSpPr>
          <a:xfrm>
            <a:off x="8962119" y="905845"/>
            <a:ext cx="2561811" cy="5035298"/>
            <a:chOff x="8962119" y="905845"/>
            <a:chExt cx="2561811" cy="5035298"/>
          </a:xfrm>
        </p:grpSpPr>
        <p:grpSp>
          <p:nvGrpSpPr>
            <p:cNvPr id="114" name="グループ化 113">
              <a:extLst>
                <a:ext uri="{FF2B5EF4-FFF2-40B4-BE49-F238E27FC236}">
                  <a16:creationId xmlns:a16="http://schemas.microsoft.com/office/drawing/2014/main" id="{197A156A-BD82-FEC3-9F77-F4FA0975A6F5}"/>
                </a:ext>
              </a:extLst>
            </p:cNvPr>
            <p:cNvGrpSpPr/>
            <p:nvPr/>
          </p:nvGrpSpPr>
          <p:grpSpPr>
            <a:xfrm>
              <a:off x="8962119" y="905845"/>
              <a:ext cx="2561811" cy="632926"/>
              <a:chOff x="8957885" y="4574183"/>
              <a:chExt cx="2561811" cy="632926"/>
            </a:xfrm>
          </p:grpSpPr>
          <p:sp>
            <p:nvSpPr>
              <p:cNvPr id="246" name="楕円 245">
                <a:extLst>
                  <a:ext uri="{FF2B5EF4-FFF2-40B4-BE49-F238E27FC236}">
                    <a16:creationId xmlns:a16="http://schemas.microsoft.com/office/drawing/2014/main" id="{44542B78-8FE9-294B-0F26-15E1A3EDD5FC}"/>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268" name="四角形: 角を丸くする 267">
                <a:extLst>
                  <a:ext uri="{FF2B5EF4-FFF2-40B4-BE49-F238E27FC236}">
                    <a16:creationId xmlns:a16="http://schemas.microsoft.com/office/drawing/2014/main" id="{B7C89C60-9558-BA21-8601-9A6AC20BAB78}"/>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269" name="グループ化 268">
                <a:extLst>
                  <a:ext uri="{FF2B5EF4-FFF2-40B4-BE49-F238E27FC236}">
                    <a16:creationId xmlns:a16="http://schemas.microsoft.com/office/drawing/2014/main" id="{DC1924D3-A53E-1048-7978-2240AA8E3BBB}"/>
                  </a:ext>
                </a:extLst>
              </p:cNvPr>
              <p:cNvGrpSpPr/>
              <p:nvPr/>
            </p:nvGrpSpPr>
            <p:grpSpPr>
              <a:xfrm>
                <a:off x="9498429" y="4598805"/>
                <a:ext cx="1505416" cy="601824"/>
                <a:chOff x="1980734" y="3149081"/>
                <a:chExt cx="1505416" cy="601824"/>
              </a:xfrm>
            </p:grpSpPr>
            <p:sp>
              <p:nvSpPr>
                <p:cNvPr id="270" name="楕円 269">
                  <a:extLst>
                    <a:ext uri="{FF2B5EF4-FFF2-40B4-BE49-F238E27FC236}">
                      <a16:creationId xmlns:a16="http://schemas.microsoft.com/office/drawing/2014/main" id="{4700048D-2B06-F612-0FB5-9CCE696EE4E9}"/>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71" name="グループ化 270">
                  <a:extLst>
                    <a:ext uri="{FF2B5EF4-FFF2-40B4-BE49-F238E27FC236}">
                      <a16:creationId xmlns:a16="http://schemas.microsoft.com/office/drawing/2014/main" id="{085F94CE-BFBD-A4C9-E504-82833D9969FD}"/>
                    </a:ext>
                  </a:extLst>
                </p:cNvPr>
                <p:cNvGrpSpPr/>
                <p:nvPr/>
              </p:nvGrpSpPr>
              <p:grpSpPr>
                <a:xfrm>
                  <a:off x="1980734" y="3175652"/>
                  <a:ext cx="1505416" cy="575253"/>
                  <a:chOff x="1980734" y="3175652"/>
                  <a:chExt cx="1505416" cy="575253"/>
                </a:xfrm>
              </p:grpSpPr>
              <p:grpSp>
                <p:nvGrpSpPr>
                  <p:cNvPr id="272" name="グループ化 271">
                    <a:extLst>
                      <a:ext uri="{FF2B5EF4-FFF2-40B4-BE49-F238E27FC236}">
                        <a16:creationId xmlns:a16="http://schemas.microsoft.com/office/drawing/2014/main" id="{598A0559-0F73-C3A0-2AE4-FC755AF43B38}"/>
                      </a:ext>
                    </a:extLst>
                  </p:cNvPr>
                  <p:cNvGrpSpPr/>
                  <p:nvPr/>
                </p:nvGrpSpPr>
                <p:grpSpPr>
                  <a:xfrm>
                    <a:off x="1980734" y="3473931"/>
                    <a:ext cx="1505416" cy="276974"/>
                    <a:chOff x="4194668" y="3607669"/>
                    <a:chExt cx="1105960" cy="276974"/>
                  </a:xfrm>
                </p:grpSpPr>
                <p:sp>
                  <p:nvSpPr>
                    <p:cNvPr id="274" name="四角形: 角を丸くする 273">
                      <a:extLst>
                        <a:ext uri="{FF2B5EF4-FFF2-40B4-BE49-F238E27FC236}">
                          <a16:creationId xmlns:a16="http://schemas.microsoft.com/office/drawing/2014/main" id="{A575081C-9B34-B618-0570-46B70F1E87D6}"/>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75" name="図 274">
                      <a:extLst>
                        <a:ext uri="{FF2B5EF4-FFF2-40B4-BE49-F238E27FC236}">
                          <a16:creationId xmlns:a16="http://schemas.microsoft.com/office/drawing/2014/main" id="{72A27679-1654-F643-749D-9D3BC9906DE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73" name="テキスト ボックス 272">
                    <a:extLst>
                      <a:ext uri="{FF2B5EF4-FFF2-40B4-BE49-F238E27FC236}">
                        <a16:creationId xmlns:a16="http://schemas.microsoft.com/office/drawing/2014/main" id="{21E77BCC-69D8-1862-472E-F4B0C844AC10}"/>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15" name="グループ化 114">
              <a:extLst>
                <a:ext uri="{FF2B5EF4-FFF2-40B4-BE49-F238E27FC236}">
                  <a16:creationId xmlns:a16="http://schemas.microsoft.com/office/drawing/2014/main" id="{9DBCB75C-CBED-1F6B-630C-FB63AD460879}"/>
                </a:ext>
              </a:extLst>
            </p:cNvPr>
            <p:cNvGrpSpPr/>
            <p:nvPr/>
          </p:nvGrpSpPr>
          <p:grpSpPr>
            <a:xfrm>
              <a:off x="8962119" y="5308217"/>
              <a:ext cx="2561811" cy="632926"/>
              <a:chOff x="8957885" y="4574183"/>
              <a:chExt cx="2561811" cy="632926"/>
            </a:xfrm>
          </p:grpSpPr>
          <p:sp>
            <p:nvSpPr>
              <p:cNvPr id="194" name="楕円 193">
                <a:extLst>
                  <a:ext uri="{FF2B5EF4-FFF2-40B4-BE49-F238E27FC236}">
                    <a16:creationId xmlns:a16="http://schemas.microsoft.com/office/drawing/2014/main" id="{7D1E1099-EEEE-44EA-A424-D13945E8DA76}"/>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95" name="四角形: 角を丸くする 194">
                <a:extLst>
                  <a:ext uri="{FF2B5EF4-FFF2-40B4-BE49-F238E27FC236}">
                    <a16:creationId xmlns:a16="http://schemas.microsoft.com/office/drawing/2014/main" id="{9A29CBDF-540A-489C-FF17-303AC3DF5D49}"/>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96" name="グループ化 195">
                <a:extLst>
                  <a:ext uri="{FF2B5EF4-FFF2-40B4-BE49-F238E27FC236}">
                    <a16:creationId xmlns:a16="http://schemas.microsoft.com/office/drawing/2014/main" id="{2A1EFEF3-93DF-8038-761F-3D1E0A69B5A2}"/>
                  </a:ext>
                </a:extLst>
              </p:cNvPr>
              <p:cNvGrpSpPr/>
              <p:nvPr/>
            </p:nvGrpSpPr>
            <p:grpSpPr>
              <a:xfrm>
                <a:off x="9498429" y="4598805"/>
                <a:ext cx="1505416" cy="601824"/>
                <a:chOff x="1980734" y="3149081"/>
                <a:chExt cx="1505416" cy="601824"/>
              </a:xfrm>
            </p:grpSpPr>
            <p:sp>
              <p:nvSpPr>
                <p:cNvPr id="240" name="楕円 239">
                  <a:extLst>
                    <a:ext uri="{FF2B5EF4-FFF2-40B4-BE49-F238E27FC236}">
                      <a16:creationId xmlns:a16="http://schemas.microsoft.com/office/drawing/2014/main" id="{22DFAB93-0B5B-A0BD-D272-712273544B6C}"/>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41" name="グループ化 240">
                  <a:extLst>
                    <a:ext uri="{FF2B5EF4-FFF2-40B4-BE49-F238E27FC236}">
                      <a16:creationId xmlns:a16="http://schemas.microsoft.com/office/drawing/2014/main" id="{E4CD2DFE-136E-0392-0E11-6759B6ECB406}"/>
                    </a:ext>
                  </a:extLst>
                </p:cNvPr>
                <p:cNvGrpSpPr/>
                <p:nvPr/>
              </p:nvGrpSpPr>
              <p:grpSpPr>
                <a:xfrm>
                  <a:off x="1980734" y="3175652"/>
                  <a:ext cx="1505416" cy="575253"/>
                  <a:chOff x="1980734" y="3175652"/>
                  <a:chExt cx="1505416" cy="575253"/>
                </a:xfrm>
              </p:grpSpPr>
              <p:grpSp>
                <p:nvGrpSpPr>
                  <p:cNvPr id="242" name="グループ化 241">
                    <a:extLst>
                      <a:ext uri="{FF2B5EF4-FFF2-40B4-BE49-F238E27FC236}">
                        <a16:creationId xmlns:a16="http://schemas.microsoft.com/office/drawing/2014/main" id="{53B94DF5-B0ED-096A-292D-DE220A0DE5AB}"/>
                      </a:ext>
                    </a:extLst>
                  </p:cNvPr>
                  <p:cNvGrpSpPr/>
                  <p:nvPr/>
                </p:nvGrpSpPr>
                <p:grpSpPr>
                  <a:xfrm>
                    <a:off x="1980734" y="3473931"/>
                    <a:ext cx="1505416" cy="276974"/>
                    <a:chOff x="4194668" y="3607669"/>
                    <a:chExt cx="1105960" cy="276974"/>
                  </a:xfrm>
                </p:grpSpPr>
                <p:sp>
                  <p:nvSpPr>
                    <p:cNvPr id="244" name="四角形: 角を丸くする 243">
                      <a:extLst>
                        <a:ext uri="{FF2B5EF4-FFF2-40B4-BE49-F238E27FC236}">
                          <a16:creationId xmlns:a16="http://schemas.microsoft.com/office/drawing/2014/main" id="{542A34D5-B0FC-B4C8-481F-AE952D52DE5F}"/>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45" name="図 244">
                      <a:extLst>
                        <a:ext uri="{FF2B5EF4-FFF2-40B4-BE49-F238E27FC236}">
                          <a16:creationId xmlns:a16="http://schemas.microsoft.com/office/drawing/2014/main" id="{42A607EB-A7C9-A74E-3628-A0B74EEC427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43" name="テキスト ボックス 242">
                    <a:extLst>
                      <a:ext uri="{FF2B5EF4-FFF2-40B4-BE49-F238E27FC236}">
                        <a16:creationId xmlns:a16="http://schemas.microsoft.com/office/drawing/2014/main" id="{F29F8DAF-AF4F-51C2-8470-E8489C4A1FF6}"/>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16" name="グループ化 115">
              <a:extLst>
                <a:ext uri="{FF2B5EF4-FFF2-40B4-BE49-F238E27FC236}">
                  <a16:creationId xmlns:a16="http://schemas.microsoft.com/office/drawing/2014/main" id="{A3EC2557-67B8-13E2-C317-31DAF3655398}"/>
                </a:ext>
              </a:extLst>
            </p:cNvPr>
            <p:cNvGrpSpPr/>
            <p:nvPr/>
          </p:nvGrpSpPr>
          <p:grpSpPr>
            <a:xfrm>
              <a:off x="8962119" y="1639574"/>
              <a:ext cx="2561811" cy="632926"/>
              <a:chOff x="8957885" y="4574183"/>
              <a:chExt cx="2561811" cy="632926"/>
            </a:xfrm>
          </p:grpSpPr>
          <p:sp>
            <p:nvSpPr>
              <p:cNvPr id="182" name="楕円 181">
                <a:extLst>
                  <a:ext uri="{FF2B5EF4-FFF2-40B4-BE49-F238E27FC236}">
                    <a16:creationId xmlns:a16="http://schemas.microsoft.com/office/drawing/2014/main" id="{E22638C7-AF3B-B1EF-0520-A0B907E64E57}"/>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84" name="四角形: 角を丸くする 183">
                <a:extLst>
                  <a:ext uri="{FF2B5EF4-FFF2-40B4-BE49-F238E27FC236}">
                    <a16:creationId xmlns:a16="http://schemas.microsoft.com/office/drawing/2014/main" id="{73B0584E-B220-D2C9-E4F3-DF7B00D67D60}"/>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87" name="グループ化 186">
                <a:extLst>
                  <a:ext uri="{FF2B5EF4-FFF2-40B4-BE49-F238E27FC236}">
                    <a16:creationId xmlns:a16="http://schemas.microsoft.com/office/drawing/2014/main" id="{5DB4D5E2-9621-82B6-C899-6789E58B0F0F}"/>
                  </a:ext>
                </a:extLst>
              </p:cNvPr>
              <p:cNvGrpSpPr/>
              <p:nvPr/>
            </p:nvGrpSpPr>
            <p:grpSpPr>
              <a:xfrm>
                <a:off x="9498429" y="4598805"/>
                <a:ext cx="1505416" cy="601824"/>
                <a:chOff x="1980734" y="3149081"/>
                <a:chExt cx="1505416" cy="601824"/>
              </a:xfrm>
            </p:grpSpPr>
            <p:sp>
              <p:nvSpPr>
                <p:cNvPr id="188" name="楕円 187">
                  <a:extLst>
                    <a:ext uri="{FF2B5EF4-FFF2-40B4-BE49-F238E27FC236}">
                      <a16:creationId xmlns:a16="http://schemas.microsoft.com/office/drawing/2014/main" id="{E1211E7A-B4A5-DF25-0BF7-A598C0E13FA5}"/>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89" name="グループ化 188">
                  <a:extLst>
                    <a:ext uri="{FF2B5EF4-FFF2-40B4-BE49-F238E27FC236}">
                      <a16:creationId xmlns:a16="http://schemas.microsoft.com/office/drawing/2014/main" id="{14F93B7F-E4D0-4633-B10F-AC8686A14F5F}"/>
                    </a:ext>
                  </a:extLst>
                </p:cNvPr>
                <p:cNvGrpSpPr/>
                <p:nvPr/>
              </p:nvGrpSpPr>
              <p:grpSpPr>
                <a:xfrm>
                  <a:off x="1980734" y="3175652"/>
                  <a:ext cx="1505416" cy="575253"/>
                  <a:chOff x="1980734" y="3175652"/>
                  <a:chExt cx="1505416" cy="575253"/>
                </a:xfrm>
              </p:grpSpPr>
              <p:grpSp>
                <p:nvGrpSpPr>
                  <p:cNvPr id="190" name="グループ化 189">
                    <a:extLst>
                      <a:ext uri="{FF2B5EF4-FFF2-40B4-BE49-F238E27FC236}">
                        <a16:creationId xmlns:a16="http://schemas.microsoft.com/office/drawing/2014/main" id="{F488415B-B12F-8840-3923-1707C5BB7B7F}"/>
                      </a:ext>
                    </a:extLst>
                  </p:cNvPr>
                  <p:cNvGrpSpPr/>
                  <p:nvPr/>
                </p:nvGrpSpPr>
                <p:grpSpPr>
                  <a:xfrm>
                    <a:off x="1980734" y="3473931"/>
                    <a:ext cx="1505416" cy="276974"/>
                    <a:chOff x="4194668" y="3607669"/>
                    <a:chExt cx="1105960" cy="276974"/>
                  </a:xfrm>
                </p:grpSpPr>
                <p:sp>
                  <p:nvSpPr>
                    <p:cNvPr id="192" name="四角形: 角を丸くする 191">
                      <a:extLst>
                        <a:ext uri="{FF2B5EF4-FFF2-40B4-BE49-F238E27FC236}">
                          <a16:creationId xmlns:a16="http://schemas.microsoft.com/office/drawing/2014/main" id="{766C1895-65FA-D063-1CC3-0B495C54FDF7}"/>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93" name="図 192">
                      <a:extLst>
                        <a:ext uri="{FF2B5EF4-FFF2-40B4-BE49-F238E27FC236}">
                          <a16:creationId xmlns:a16="http://schemas.microsoft.com/office/drawing/2014/main" id="{15FDA117-7B94-DC0B-3B10-CDDF131CA73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91" name="テキスト ボックス 190">
                    <a:extLst>
                      <a:ext uri="{FF2B5EF4-FFF2-40B4-BE49-F238E27FC236}">
                        <a16:creationId xmlns:a16="http://schemas.microsoft.com/office/drawing/2014/main" id="{09D6E7F6-65CF-27F5-4464-AC5C7CACFE98}"/>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17" name="グループ化 116">
              <a:extLst>
                <a:ext uri="{FF2B5EF4-FFF2-40B4-BE49-F238E27FC236}">
                  <a16:creationId xmlns:a16="http://schemas.microsoft.com/office/drawing/2014/main" id="{BBBF3D89-7D29-506B-2A8B-01B8992A5BF7}"/>
                </a:ext>
              </a:extLst>
            </p:cNvPr>
            <p:cNvGrpSpPr/>
            <p:nvPr/>
          </p:nvGrpSpPr>
          <p:grpSpPr>
            <a:xfrm>
              <a:off x="8962119" y="2373303"/>
              <a:ext cx="2561811" cy="632926"/>
              <a:chOff x="8957885" y="4574183"/>
              <a:chExt cx="2561811" cy="632926"/>
            </a:xfrm>
          </p:grpSpPr>
          <p:sp>
            <p:nvSpPr>
              <p:cNvPr id="156" name="楕円 155">
                <a:extLst>
                  <a:ext uri="{FF2B5EF4-FFF2-40B4-BE49-F238E27FC236}">
                    <a16:creationId xmlns:a16="http://schemas.microsoft.com/office/drawing/2014/main" id="{4E663714-F76E-FDDF-2304-8DBC0D15EF31}"/>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57" name="四角形: 角を丸くする 156">
                <a:extLst>
                  <a:ext uri="{FF2B5EF4-FFF2-40B4-BE49-F238E27FC236}">
                    <a16:creationId xmlns:a16="http://schemas.microsoft.com/office/drawing/2014/main" id="{211BBC84-C6FC-D672-CB17-339D64D67706}"/>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58" name="グループ化 157">
                <a:extLst>
                  <a:ext uri="{FF2B5EF4-FFF2-40B4-BE49-F238E27FC236}">
                    <a16:creationId xmlns:a16="http://schemas.microsoft.com/office/drawing/2014/main" id="{E1D49D8E-9A3A-A02F-F911-3FCEEF5E8DEE}"/>
                  </a:ext>
                </a:extLst>
              </p:cNvPr>
              <p:cNvGrpSpPr/>
              <p:nvPr/>
            </p:nvGrpSpPr>
            <p:grpSpPr>
              <a:xfrm>
                <a:off x="9498429" y="4598805"/>
                <a:ext cx="1505416" cy="601824"/>
                <a:chOff x="1980734" y="3149081"/>
                <a:chExt cx="1505416" cy="601824"/>
              </a:xfrm>
            </p:grpSpPr>
            <p:sp>
              <p:nvSpPr>
                <p:cNvPr id="159" name="楕円 158">
                  <a:extLst>
                    <a:ext uri="{FF2B5EF4-FFF2-40B4-BE49-F238E27FC236}">
                      <a16:creationId xmlns:a16="http://schemas.microsoft.com/office/drawing/2014/main" id="{58C127A9-E920-FC56-6180-91BCE0D5AF46}"/>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60" name="グループ化 159">
                  <a:extLst>
                    <a:ext uri="{FF2B5EF4-FFF2-40B4-BE49-F238E27FC236}">
                      <a16:creationId xmlns:a16="http://schemas.microsoft.com/office/drawing/2014/main" id="{0183477D-39BE-4E06-DD96-5B9A592EF14E}"/>
                    </a:ext>
                  </a:extLst>
                </p:cNvPr>
                <p:cNvGrpSpPr/>
                <p:nvPr/>
              </p:nvGrpSpPr>
              <p:grpSpPr>
                <a:xfrm>
                  <a:off x="1980734" y="3175652"/>
                  <a:ext cx="1505416" cy="575253"/>
                  <a:chOff x="1980734" y="3175652"/>
                  <a:chExt cx="1505416" cy="575253"/>
                </a:xfrm>
              </p:grpSpPr>
              <p:grpSp>
                <p:nvGrpSpPr>
                  <p:cNvPr id="161" name="グループ化 160">
                    <a:extLst>
                      <a:ext uri="{FF2B5EF4-FFF2-40B4-BE49-F238E27FC236}">
                        <a16:creationId xmlns:a16="http://schemas.microsoft.com/office/drawing/2014/main" id="{31BD6A88-4DCB-1080-3756-8EC9A749123C}"/>
                      </a:ext>
                    </a:extLst>
                  </p:cNvPr>
                  <p:cNvGrpSpPr/>
                  <p:nvPr/>
                </p:nvGrpSpPr>
                <p:grpSpPr>
                  <a:xfrm>
                    <a:off x="1980734" y="3473931"/>
                    <a:ext cx="1505416" cy="276974"/>
                    <a:chOff x="4194668" y="3607669"/>
                    <a:chExt cx="1105960" cy="276974"/>
                  </a:xfrm>
                </p:grpSpPr>
                <p:sp>
                  <p:nvSpPr>
                    <p:cNvPr id="177" name="四角形: 角を丸くする 176">
                      <a:extLst>
                        <a:ext uri="{FF2B5EF4-FFF2-40B4-BE49-F238E27FC236}">
                          <a16:creationId xmlns:a16="http://schemas.microsoft.com/office/drawing/2014/main" id="{C7C022F0-4E72-43C7-0AF5-5229933B402F}"/>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78" name="図 177">
                      <a:extLst>
                        <a:ext uri="{FF2B5EF4-FFF2-40B4-BE49-F238E27FC236}">
                          <a16:creationId xmlns:a16="http://schemas.microsoft.com/office/drawing/2014/main" id="{9924C406-BE89-5429-7DAC-5195042A7A2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73" name="テキスト ボックス 172">
                    <a:extLst>
                      <a:ext uri="{FF2B5EF4-FFF2-40B4-BE49-F238E27FC236}">
                        <a16:creationId xmlns:a16="http://schemas.microsoft.com/office/drawing/2014/main" id="{DED84D28-89B7-1773-CA6C-B4FB250703D4}"/>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18" name="グループ化 117">
              <a:extLst>
                <a:ext uri="{FF2B5EF4-FFF2-40B4-BE49-F238E27FC236}">
                  <a16:creationId xmlns:a16="http://schemas.microsoft.com/office/drawing/2014/main" id="{B3944E28-7083-497D-4D91-1321CD01F324}"/>
                </a:ext>
              </a:extLst>
            </p:cNvPr>
            <p:cNvGrpSpPr/>
            <p:nvPr/>
          </p:nvGrpSpPr>
          <p:grpSpPr>
            <a:xfrm>
              <a:off x="8962119" y="3107032"/>
              <a:ext cx="2561811" cy="632926"/>
              <a:chOff x="8957885" y="4574183"/>
              <a:chExt cx="2561811" cy="632926"/>
            </a:xfrm>
          </p:grpSpPr>
          <p:sp>
            <p:nvSpPr>
              <p:cNvPr id="144" name="楕円 143">
                <a:extLst>
                  <a:ext uri="{FF2B5EF4-FFF2-40B4-BE49-F238E27FC236}">
                    <a16:creationId xmlns:a16="http://schemas.microsoft.com/office/drawing/2014/main" id="{23312E32-B7E7-3445-F0E0-7B10FF2F33BF}"/>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45" name="四角形: 角を丸くする 144">
                <a:extLst>
                  <a:ext uri="{FF2B5EF4-FFF2-40B4-BE49-F238E27FC236}">
                    <a16:creationId xmlns:a16="http://schemas.microsoft.com/office/drawing/2014/main" id="{68C9AD3F-8C8E-CA78-EFA4-DB118A266294}"/>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46" name="グループ化 145">
                <a:extLst>
                  <a:ext uri="{FF2B5EF4-FFF2-40B4-BE49-F238E27FC236}">
                    <a16:creationId xmlns:a16="http://schemas.microsoft.com/office/drawing/2014/main" id="{3963CCFA-1ACB-AF07-CB3D-E79CB12650AC}"/>
                  </a:ext>
                </a:extLst>
              </p:cNvPr>
              <p:cNvGrpSpPr/>
              <p:nvPr/>
            </p:nvGrpSpPr>
            <p:grpSpPr>
              <a:xfrm>
                <a:off x="9498429" y="4598805"/>
                <a:ext cx="1505416" cy="601824"/>
                <a:chOff x="1980734" y="3149081"/>
                <a:chExt cx="1505416" cy="601824"/>
              </a:xfrm>
            </p:grpSpPr>
            <p:sp>
              <p:nvSpPr>
                <p:cNvPr id="147" name="楕円 146">
                  <a:extLst>
                    <a:ext uri="{FF2B5EF4-FFF2-40B4-BE49-F238E27FC236}">
                      <a16:creationId xmlns:a16="http://schemas.microsoft.com/office/drawing/2014/main" id="{3C53A1BA-CFEE-A97F-A190-17CB3D4C7785}"/>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48" name="グループ化 147">
                  <a:extLst>
                    <a:ext uri="{FF2B5EF4-FFF2-40B4-BE49-F238E27FC236}">
                      <a16:creationId xmlns:a16="http://schemas.microsoft.com/office/drawing/2014/main" id="{2D44E594-323D-DAD7-481D-93E6518E7BA7}"/>
                    </a:ext>
                  </a:extLst>
                </p:cNvPr>
                <p:cNvGrpSpPr/>
                <p:nvPr/>
              </p:nvGrpSpPr>
              <p:grpSpPr>
                <a:xfrm>
                  <a:off x="1980734" y="3175652"/>
                  <a:ext cx="1505416" cy="575253"/>
                  <a:chOff x="1980734" y="3175652"/>
                  <a:chExt cx="1505416" cy="575253"/>
                </a:xfrm>
              </p:grpSpPr>
              <p:grpSp>
                <p:nvGrpSpPr>
                  <p:cNvPr id="149" name="グループ化 148">
                    <a:extLst>
                      <a:ext uri="{FF2B5EF4-FFF2-40B4-BE49-F238E27FC236}">
                        <a16:creationId xmlns:a16="http://schemas.microsoft.com/office/drawing/2014/main" id="{F4C7F10B-D2DE-ED0B-4BC1-58D3C80429C8}"/>
                      </a:ext>
                    </a:extLst>
                  </p:cNvPr>
                  <p:cNvGrpSpPr/>
                  <p:nvPr/>
                </p:nvGrpSpPr>
                <p:grpSpPr>
                  <a:xfrm>
                    <a:off x="1980734" y="3473931"/>
                    <a:ext cx="1505416" cy="276974"/>
                    <a:chOff x="4194668" y="3607669"/>
                    <a:chExt cx="1105960" cy="276974"/>
                  </a:xfrm>
                </p:grpSpPr>
                <p:sp>
                  <p:nvSpPr>
                    <p:cNvPr id="151" name="四角形: 角を丸くする 150">
                      <a:extLst>
                        <a:ext uri="{FF2B5EF4-FFF2-40B4-BE49-F238E27FC236}">
                          <a16:creationId xmlns:a16="http://schemas.microsoft.com/office/drawing/2014/main" id="{D2392598-EA88-5ED4-AAB3-94514B08F667}"/>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52" name="図 151">
                      <a:extLst>
                        <a:ext uri="{FF2B5EF4-FFF2-40B4-BE49-F238E27FC236}">
                          <a16:creationId xmlns:a16="http://schemas.microsoft.com/office/drawing/2014/main" id="{658EB982-D2AE-04B0-4EB9-8B961974778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50" name="テキスト ボックス 149">
                    <a:extLst>
                      <a:ext uri="{FF2B5EF4-FFF2-40B4-BE49-F238E27FC236}">
                        <a16:creationId xmlns:a16="http://schemas.microsoft.com/office/drawing/2014/main" id="{221B09AB-9C7E-4889-DB92-E8C745C88648}"/>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19" name="グループ化 118">
              <a:extLst>
                <a:ext uri="{FF2B5EF4-FFF2-40B4-BE49-F238E27FC236}">
                  <a16:creationId xmlns:a16="http://schemas.microsoft.com/office/drawing/2014/main" id="{9EE3E598-9501-9AF6-C8E3-56A09A71C193}"/>
                </a:ext>
              </a:extLst>
            </p:cNvPr>
            <p:cNvGrpSpPr/>
            <p:nvPr/>
          </p:nvGrpSpPr>
          <p:grpSpPr>
            <a:xfrm>
              <a:off x="8962119" y="3840761"/>
              <a:ext cx="2561811" cy="632926"/>
              <a:chOff x="8957885" y="4574183"/>
              <a:chExt cx="2561811" cy="632926"/>
            </a:xfrm>
          </p:grpSpPr>
          <p:sp>
            <p:nvSpPr>
              <p:cNvPr id="133" name="楕円 132">
                <a:extLst>
                  <a:ext uri="{FF2B5EF4-FFF2-40B4-BE49-F238E27FC236}">
                    <a16:creationId xmlns:a16="http://schemas.microsoft.com/office/drawing/2014/main" id="{D503F383-5126-E0F8-0142-338E1A9E6D8E}"/>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34" name="四角形: 角を丸くする 133">
                <a:extLst>
                  <a:ext uri="{FF2B5EF4-FFF2-40B4-BE49-F238E27FC236}">
                    <a16:creationId xmlns:a16="http://schemas.microsoft.com/office/drawing/2014/main" id="{50E81C4E-E06E-B588-FA5F-C0D305EA9138}"/>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35" name="グループ化 134">
                <a:extLst>
                  <a:ext uri="{FF2B5EF4-FFF2-40B4-BE49-F238E27FC236}">
                    <a16:creationId xmlns:a16="http://schemas.microsoft.com/office/drawing/2014/main" id="{12C1FF69-86FA-6C5E-0ACE-41714FC23B88}"/>
                  </a:ext>
                </a:extLst>
              </p:cNvPr>
              <p:cNvGrpSpPr/>
              <p:nvPr/>
            </p:nvGrpSpPr>
            <p:grpSpPr>
              <a:xfrm>
                <a:off x="9498429" y="4598805"/>
                <a:ext cx="1505416" cy="601824"/>
                <a:chOff x="1980734" y="3149081"/>
                <a:chExt cx="1505416" cy="601824"/>
              </a:xfrm>
            </p:grpSpPr>
            <p:sp>
              <p:nvSpPr>
                <p:cNvPr id="136" name="楕円 135">
                  <a:extLst>
                    <a:ext uri="{FF2B5EF4-FFF2-40B4-BE49-F238E27FC236}">
                      <a16:creationId xmlns:a16="http://schemas.microsoft.com/office/drawing/2014/main" id="{AB72A466-0827-476C-26AA-A9FD8F2B42ED}"/>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38" name="グループ化 137">
                  <a:extLst>
                    <a:ext uri="{FF2B5EF4-FFF2-40B4-BE49-F238E27FC236}">
                      <a16:creationId xmlns:a16="http://schemas.microsoft.com/office/drawing/2014/main" id="{E884BC2B-CD81-973E-F315-6088C40921D0}"/>
                    </a:ext>
                  </a:extLst>
                </p:cNvPr>
                <p:cNvGrpSpPr/>
                <p:nvPr/>
              </p:nvGrpSpPr>
              <p:grpSpPr>
                <a:xfrm>
                  <a:off x="1980734" y="3175652"/>
                  <a:ext cx="1505416" cy="575253"/>
                  <a:chOff x="1980734" y="3175652"/>
                  <a:chExt cx="1505416" cy="575253"/>
                </a:xfrm>
              </p:grpSpPr>
              <p:grpSp>
                <p:nvGrpSpPr>
                  <p:cNvPr id="140" name="グループ化 139">
                    <a:extLst>
                      <a:ext uri="{FF2B5EF4-FFF2-40B4-BE49-F238E27FC236}">
                        <a16:creationId xmlns:a16="http://schemas.microsoft.com/office/drawing/2014/main" id="{C40DED3C-79C3-AA3C-2846-724B39332FC9}"/>
                      </a:ext>
                    </a:extLst>
                  </p:cNvPr>
                  <p:cNvGrpSpPr/>
                  <p:nvPr/>
                </p:nvGrpSpPr>
                <p:grpSpPr>
                  <a:xfrm>
                    <a:off x="1980734" y="3473931"/>
                    <a:ext cx="1505416" cy="276974"/>
                    <a:chOff x="4194668" y="3607669"/>
                    <a:chExt cx="1105960" cy="276974"/>
                  </a:xfrm>
                </p:grpSpPr>
                <p:sp>
                  <p:nvSpPr>
                    <p:cNvPr id="142" name="四角形: 角を丸くする 141">
                      <a:extLst>
                        <a:ext uri="{FF2B5EF4-FFF2-40B4-BE49-F238E27FC236}">
                          <a16:creationId xmlns:a16="http://schemas.microsoft.com/office/drawing/2014/main" id="{BC3BB155-F07A-1CBA-9C2F-3E489B7569B9}"/>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43" name="図 142">
                      <a:extLst>
                        <a:ext uri="{FF2B5EF4-FFF2-40B4-BE49-F238E27FC236}">
                          <a16:creationId xmlns:a16="http://schemas.microsoft.com/office/drawing/2014/main" id="{ABBBE1AB-5FA9-F9F8-972D-1FDBEACEDFE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41" name="テキスト ボックス 140">
                    <a:extLst>
                      <a:ext uri="{FF2B5EF4-FFF2-40B4-BE49-F238E27FC236}">
                        <a16:creationId xmlns:a16="http://schemas.microsoft.com/office/drawing/2014/main" id="{76E0251C-0209-1403-74D7-D0EA9ED3EE33}"/>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21" name="グループ化 120">
              <a:extLst>
                <a:ext uri="{FF2B5EF4-FFF2-40B4-BE49-F238E27FC236}">
                  <a16:creationId xmlns:a16="http://schemas.microsoft.com/office/drawing/2014/main" id="{04178199-B330-51D4-8624-CF7F1273E29E}"/>
                </a:ext>
              </a:extLst>
            </p:cNvPr>
            <p:cNvGrpSpPr/>
            <p:nvPr/>
          </p:nvGrpSpPr>
          <p:grpSpPr>
            <a:xfrm>
              <a:off x="8962119" y="4574490"/>
              <a:ext cx="2561811" cy="632926"/>
              <a:chOff x="8957885" y="4574183"/>
              <a:chExt cx="2561811" cy="632926"/>
            </a:xfrm>
          </p:grpSpPr>
          <p:sp>
            <p:nvSpPr>
              <p:cNvPr id="122" name="楕円 121">
                <a:extLst>
                  <a:ext uri="{FF2B5EF4-FFF2-40B4-BE49-F238E27FC236}">
                    <a16:creationId xmlns:a16="http://schemas.microsoft.com/office/drawing/2014/main" id="{6E065848-895B-AEBC-FA4E-7E868802EC09}"/>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23" name="四角形: 角を丸くする 122">
                <a:extLst>
                  <a:ext uri="{FF2B5EF4-FFF2-40B4-BE49-F238E27FC236}">
                    <a16:creationId xmlns:a16="http://schemas.microsoft.com/office/drawing/2014/main" id="{E522A4F4-7A56-3A8A-8C2B-10DFAB14B741}"/>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24" name="グループ化 123">
                <a:extLst>
                  <a:ext uri="{FF2B5EF4-FFF2-40B4-BE49-F238E27FC236}">
                    <a16:creationId xmlns:a16="http://schemas.microsoft.com/office/drawing/2014/main" id="{7D23FAAF-8CA9-2852-2E74-9A454DE9318A}"/>
                  </a:ext>
                </a:extLst>
              </p:cNvPr>
              <p:cNvGrpSpPr/>
              <p:nvPr/>
            </p:nvGrpSpPr>
            <p:grpSpPr>
              <a:xfrm>
                <a:off x="9498429" y="4598805"/>
                <a:ext cx="1505416" cy="601824"/>
                <a:chOff x="1980734" y="3149081"/>
                <a:chExt cx="1505416" cy="601824"/>
              </a:xfrm>
            </p:grpSpPr>
            <p:sp>
              <p:nvSpPr>
                <p:cNvPr id="127" name="楕円 126">
                  <a:extLst>
                    <a:ext uri="{FF2B5EF4-FFF2-40B4-BE49-F238E27FC236}">
                      <a16:creationId xmlns:a16="http://schemas.microsoft.com/office/drawing/2014/main" id="{B3D524DD-9082-0A43-0538-2480A7691AF6}"/>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28" name="グループ化 127">
                  <a:extLst>
                    <a:ext uri="{FF2B5EF4-FFF2-40B4-BE49-F238E27FC236}">
                      <a16:creationId xmlns:a16="http://schemas.microsoft.com/office/drawing/2014/main" id="{B09266AD-AFBA-6523-F073-CA24CC6DC01C}"/>
                    </a:ext>
                  </a:extLst>
                </p:cNvPr>
                <p:cNvGrpSpPr/>
                <p:nvPr/>
              </p:nvGrpSpPr>
              <p:grpSpPr>
                <a:xfrm>
                  <a:off x="1980734" y="3175652"/>
                  <a:ext cx="1505416" cy="575253"/>
                  <a:chOff x="1980734" y="3175652"/>
                  <a:chExt cx="1505416" cy="575253"/>
                </a:xfrm>
              </p:grpSpPr>
              <p:grpSp>
                <p:nvGrpSpPr>
                  <p:cNvPr id="129" name="グループ化 128">
                    <a:extLst>
                      <a:ext uri="{FF2B5EF4-FFF2-40B4-BE49-F238E27FC236}">
                        <a16:creationId xmlns:a16="http://schemas.microsoft.com/office/drawing/2014/main" id="{6948A859-6FF7-0DFD-4E6D-039DA1D8D2C8}"/>
                      </a:ext>
                    </a:extLst>
                  </p:cNvPr>
                  <p:cNvGrpSpPr/>
                  <p:nvPr/>
                </p:nvGrpSpPr>
                <p:grpSpPr>
                  <a:xfrm>
                    <a:off x="1980734" y="3473931"/>
                    <a:ext cx="1505416" cy="276974"/>
                    <a:chOff x="4194668" y="3607669"/>
                    <a:chExt cx="1105960" cy="276974"/>
                  </a:xfrm>
                </p:grpSpPr>
                <p:sp>
                  <p:nvSpPr>
                    <p:cNvPr id="131" name="四角形: 角を丸くする 130">
                      <a:extLst>
                        <a:ext uri="{FF2B5EF4-FFF2-40B4-BE49-F238E27FC236}">
                          <a16:creationId xmlns:a16="http://schemas.microsoft.com/office/drawing/2014/main" id="{C8035691-63F5-6DF5-7486-F031A71FA9DA}"/>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32" name="図 131">
                      <a:extLst>
                        <a:ext uri="{FF2B5EF4-FFF2-40B4-BE49-F238E27FC236}">
                          <a16:creationId xmlns:a16="http://schemas.microsoft.com/office/drawing/2014/main" id="{789F032A-99AE-ED03-A90B-5D878D09066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30" name="テキスト ボックス 129">
                    <a:extLst>
                      <a:ext uri="{FF2B5EF4-FFF2-40B4-BE49-F238E27FC236}">
                        <a16:creationId xmlns:a16="http://schemas.microsoft.com/office/drawing/2014/main" id="{6ED10377-2BF2-5BE2-EC26-8DE120DD093D}"/>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grpSp>
        <p:nvGrpSpPr>
          <p:cNvPr id="276" name="グループ化 275">
            <a:extLst>
              <a:ext uri="{FF2B5EF4-FFF2-40B4-BE49-F238E27FC236}">
                <a16:creationId xmlns:a16="http://schemas.microsoft.com/office/drawing/2014/main" id="{90C11B69-B15E-B035-2C88-854EB6767979}"/>
              </a:ext>
            </a:extLst>
          </p:cNvPr>
          <p:cNvGrpSpPr/>
          <p:nvPr/>
        </p:nvGrpSpPr>
        <p:grpSpPr>
          <a:xfrm>
            <a:off x="0" y="1599433"/>
            <a:ext cx="12192000" cy="3659134"/>
            <a:chOff x="0" y="1800592"/>
            <a:chExt cx="12192000" cy="3659134"/>
          </a:xfrm>
        </p:grpSpPr>
        <p:sp>
          <p:nvSpPr>
            <p:cNvPr id="4" name="正方形/長方形 3">
              <a:extLst>
                <a:ext uri="{FF2B5EF4-FFF2-40B4-BE49-F238E27FC236}">
                  <a16:creationId xmlns:a16="http://schemas.microsoft.com/office/drawing/2014/main" id="{D74B00E5-9495-69D9-B071-C9F376055636}"/>
                </a:ext>
              </a:extLst>
            </p:cNvPr>
            <p:cNvSpPr/>
            <p:nvPr/>
          </p:nvSpPr>
          <p:spPr>
            <a:xfrm>
              <a:off x="0" y="1800592"/>
              <a:ext cx="12192000" cy="3659134"/>
            </a:xfrm>
            <a:prstGeom prst="rect">
              <a:avLst/>
            </a:prstGeom>
            <a:solidFill>
              <a:schemeClr val="tx1">
                <a:lumMod val="95000"/>
                <a:lumOff val="5000"/>
                <a:alpha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5" name="テキスト ボックス 24">
              <a:extLst>
                <a:ext uri="{FF2B5EF4-FFF2-40B4-BE49-F238E27FC236}">
                  <a16:creationId xmlns:a16="http://schemas.microsoft.com/office/drawing/2014/main" id="{D5B3CEC2-4E03-F67D-81D4-E74635B23EFD}"/>
                </a:ext>
              </a:extLst>
            </p:cNvPr>
            <p:cNvSpPr txBox="1"/>
            <p:nvPr/>
          </p:nvSpPr>
          <p:spPr>
            <a:xfrm>
              <a:off x="5416194" y="1960958"/>
              <a:ext cx="1401346" cy="707886"/>
            </a:xfrm>
            <a:prstGeom prst="rect">
              <a:avLst/>
            </a:prstGeom>
            <a:noFill/>
          </p:spPr>
          <p:txBody>
            <a:bodyPr wrap="none" rtlCol="0">
              <a:spAutoFit/>
            </a:bodyPr>
            <a:lstStyle/>
            <a:p>
              <a:pPr algn="ctr"/>
              <a:r>
                <a:rPr kumimoji="1" lang="en-US" altLang="ja-JP" sz="4000" b="1" dirty="0">
                  <a:solidFill>
                    <a:schemeClr val="bg1">
                      <a:lumMod val="95000"/>
                    </a:schemeClr>
                  </a:solidFill>
                  <a:latin typeface="BIZ UDP明朝 Medium" panose="02020500000000000000" pitchFamily="18" charset="-128"/>
                  <a:ea typeface="BIZ UDP明朝 Medium" panose="02020500000000000000" pitchFamily="18" charset="-128"/>
                </a:rPr>
                <a:t>FLIP</a:t>
              </a:r>
              <a:endParaRPr kumimoji="1" lang="ja-JP" altLang="en-US" sz="40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33" name="平行四辺形 32">
              <a:extLst>
                <a:ext uri="{FF2B5EF4-FFF2-40B4-BE49-F238E27FC236}">
                  <a16:creationId xmlns:a16="http://schemas.microsoft.com/office/drawing/2014/main" id="{777C9DC6-DC5D-78CD-FC5D-EAE861A7AA12}"/>
                </a:ext>
              </a:extLst>
            </p:cNvPr>
            <p:cNvSpPr/>
            <p:nvPr/>
          </p:nvSpPr>
          <p:spPr>
            <a:xfrm>
              <a:off x="1644062" y="3177209"/>
              <a:ext cx="8903876" cy="707882"/>
            </a:xfrm>
            <a:prstGeom prst="parallelogram">
              <a:avLst/>
            </a:prstGeom>
            <a:solidFill>
              <a:srgbClr val="CC66FF">
                <a:alpha val="70000"/>
              </a:srgbClr>
            </a:solidFill>
            <a:ln w="38100">
              <a:solidFill>
                <a:schemeClr val="bg1">
                  <a:lumMod val="85000"/>
                </a:schemeClr>
              </a:solidFill>
            </a:ln>
            <a:effectLst>
              <a:glow rad="266700">
                <a:srgbClr val="CC66FF">
                  <a:alpha val="65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dirty="0">
                  <a:latin typeface="BIZ UDP明朝 Medium" panose="02020500000000000000" pitchFamily="18" charset="-128"/>
                  <a:ea typeface="BIZ UDP明朝 Medium" panose="02020500000000000000" pitchFamily="18" charset="-128"/>
                </a:rPr>
                <a:t>全パラメータ</a:t>
              </a:r>
              <a:r>
                <a:rPr kumimoji="1" lang="en-US" altLang="ja-JP" sz="2400" dirty="0">
                  <a:latin typeface="BIZ UDP明朝 Medium" panose="02020500000000000000" pitchFamily="18" charset="-128"/>
                  <a:ea typeface="BIZ UDP明朝 Medium" panose="02020500000000000000" pitchFamily="18" charset="-128"/>
                </a:rPr>
                <a:t>100</a:t>
              </a:r>
              <a:r>
                <a:rPr kumimoji="1" lang="ja-JP" altLang="en-US" sz="2400" dirty="0">
                  <a:latin typeface="BIZ UDP明朝 Medium" panose="02020500000000000000" pitchFamily="18" charset="-128"/>
                  <a:ea typeface="BIZ UDP明朝 Medium" panose="02020500000000000000" pitchFamily="18" charset="-128"/>
                </a:rPr>
                <a:t>％上昇＆スキルチャージ</a:t>
              </a:r>
              <a:r>
                <a:rPr kumimoji="1" lang="en-US" altLang="ja-JP" sz="2400" dirty="0">
                  <a:latin typeface="BIZ UDP明朝 Medium" panose="02020500000000000000" pitchFamily="18" charset="-128"/>
                  <a:ea typeface="BIZ UDP明朝 Medium" panose="02020500000000000000" pitchFamily="18" charset="-128"/>
                </a:rPr>
                <a:t>MAX</a:t>
              </a:r>
              <a:endParaRPr kumimoji="1" lang="ja-JP" altLang="en-US" sz="2400" dirty="0">
                <a:latin typeface="BIZ UDP明朝 Medium" panose="02020500000000000000" pitchFamily="18" charset="-128"/>
                <a:ea typeface="BIZ UDP明朝 Medium" panose="02020500000000000000" pitchFamily="18" charset="-128"/>
              </a:endParaRPr>
            </a:p>
          </p:txBody>
        </p:sp>
        <p:grpSp>
          <p:nvGrpSpPr>
            <p:cNvPr id="43" name="グループ化 42">
              <a:extLst>
                <a:ext uri="{FF2B5EF4-FFF2-40B4-BE49-F238E27FC236}">
                  <a16:creationId xmlns:a16="http://schemas.microsoft.com/office/drawing/2014/main" id="{89385B06-2A9B-13B5-0509-E7DCBFEB5AD9}"/>
                </a:ext>
              </a:extLst>
            </p:cNvPr>
            <p:cNvGrpSpPr/>
            <p:nvPr/>
          </p:nvGrpSpPr>
          <p:grpSpPr>
            <a:xfrm>
              <a:off x="4954530" y="4393456"/>
              <a:ext cx="2324674" cy="801291"/>
              <a:chOff x="8047249" y="4431717"/>
              <a:chExt cx="2324674" cy="801291"/>
            </a:xfrm>
          </p:grpSpPr>
          <p:sp>
            <p:nvSpPr>
              <p:cNvPr id="79" name="矢印: 五方向 78">
                <a:extLst>
                  <a:ext uri="{FF2B5EF4-FFF2-40B4-BE49-F238E27FC236}">
                    <a16:creationId xmlns:a16="http://schemas.microsoft.com/office/drawing/2014/main" id="{772E893B-9A9E-5D5F-2D1C-2F2ED67B1D19}"/>
                  </a:ext>
                </a:extLst>
              </p:cNvPr>
              <p:cNvSpPr/>
              <p:nvPr/>
            </p:nvSpPr>
            <p:spPr>
              <a:xfrm>
                <a:off x="8322906" y="4431717"/>
                <a:ext cx="1773360" cy="461826"/>
              </a:xfrm>
              <a:prstGeom prst="homePlate">
                <a:avLst/>
              </a:prstGeom>
              <a:solidFill>
                <a:srgbClr val="CC66FF">
                  <a:alpha val="70000"/>
                </a:srgbClr>
              </a:solidFill>
              <a:ln w="25400">
                <a:gradFill>
                  <a:gsLst>
                    <a:gs pos="0">
                      <a:schemeClr val="accent1">
                        <a:lumMod val="5000"/>
                        <a:lumOff val="95000"/>
                      </a:schemeClr>
                    </a:gs>
                    <a:gs pos="68000">
                      <a:srgbClr val="CC66FF">
                        <a:alpha val="0"/>
                      </a:srgbClr>
                    </a:gs>
                  </a:gsLst>
                  <a:lin ang="5400000" scaled="1"/>
                </a:gra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BIZ UDP明朝 Medium" panose="02020500000000000000" pitchFamily="18" charset="-128"/>
                    <a:ea typeface="BIZ UDP明朝 Medium" panose="02020500000000000000" pitchFamily="18" charset="-128"/>
                  </a:rPr>
                  <a:t>バトルに戻る</a:t>
                </a:r>
              </a:p>
            </p:txBody>
          </p:sp>
          <p:sp>
            <p:nvSpPr>
              <p:cNvPr id="97" name="テキスト ボックス 96">
                <a:extLst>
                  <a:ext uri="{FF2B5EF4-FFF2-40B4-BE49-F238E27FC236}">
                    <a16:creationId xmlns:a16="http://schemas.microsoft.com/office/drawing/2014/main" id="{2C9DCFB9-47DF-703C-E9AA-580CE4B655AD}"/>
                  </a:ext>
                </a:extLst>
              </p:cNvPr>
              <p:cNvSpPr txBox="1"/>
              <p:nvPr/>
            </p:nvSpPr>
            <p:spPr>
              <a:xfrm>
                <a:off x="8047249" y="4925231"/>
                <a:ext cx="2324674" cy="307777"/>
              </a:xfrm>
              <a:prstGeom prst="rect">
                <a:avLst/>
              </a:prstGeom>
              <a:noFill/>
            </p:spPr>
            <p:txBody>
              <a:bodyPr wrap="none" rtlCol="0">
                <a:spAutoFit/>
              </a:bodyPr>
              <a:lstStyle/>
              <a:p>
                <a:pPr algn="ctr"/>
                <a:r>
                  <a:rPr lang="en-US" altLang="ja-JP" sz="1400" b="1" dirty="0">
                    <a:solidFill>
                      <a:schemeClr val="bg1">
                        <a:lumMod val="85000"/>
                      </a:schemeClr>
                    </a:solidFill>
                    <a:latin typeface="BIZ UDP明朝 Medium" panose="02020500000000000000" pitchFamily="18" charset="-128"/>
                    <a:ea typeface="BIZ UDP明朝 Medium" panose="02020500000000000000" pitchFamily="18" charset="-128"/>
                  </a:rPr>
                  <a:t>n</a:t>
                </a:r>
                <a:r>
                  <a:rPr lang="ja-JP" altLang="en-US" sz="1400" b="1" dirty="0">
                    <a:solidFill>
                      <a:schemeClr val="bg1">
                        <a:lumMod val="85000"/>
                      </a:schemeClr>
                    </a:solidFill>
                    <a:latin typeface="BIZ UDP明朝 Medium" panose="02020500000000000000" pitchFamily="18" charset="-128"/>
                    <a:ea typeface="BIZ UDP明朝 Medium" panose="02020500000000000000" pitchFamily="18" charset="-128"/>
                  </a:rPr>
                  <a:t>秒後に自動でバトルに戻る</a:t>
                </a:r>
                <a:endParaRPr kumimoji="1" lang="ja-JP" altLang="en-US" sz="1400" b="1" dirty="0">
                  <a:solidFill>
                    <a:schemeClr val="bg1">
                      <a:lumMod val="85000"/>
                    </a:schemeClr>
                  </a:solidFill>
                  <a:latin typeface="BIZ UDP明朝 Medium" panose="02020500000000000000" pitchFamily="18" charset="-128"/>
                  <a:ea typeface="BIZ UDP明朝 Medium" panose="02020500000000000000" pitchFamily="18" charset="-128"/>
                </a:endParaRPr>
              </a:p>
            </p:txBody>
          </p:sp>
        </p:grpSp>
      </p:grpSp>
      <p:sp>
        <p:nvSpPr>
          <p:cNvPr id="283" name="テキスト ボックス 282">
            <a:extLst>
              <a:ext uri="{FF2B5EF4-FFF2-40B4-BE49-F238E27FC236}">
                <a16:creationId xmlns:a16="http://schemas.microsoft.com/office/drawing/2014/main" id="{D7E12B8F-D856-AAF9-B410-043281B6105C}"/>
              </a:ext>
            </a:extLst>
          </p:cNvPr>
          <p:cNvSpPr txBox="1"/>
          <p:nvPr/>
        </p:nvSpPr>
        <p:spPr>
          <a:xfrm>
            <a:off x="4871979" y="151566"/>
            <a:ext cx="2448043" cy="584775"/>
          </a:xfrm>
          <a:prstGeom prst="rect">
            <a:avLst/>
          </a:prstGeom>
          <a:noFill/>
        </p:spPr>
        <p:txBody>
          <a:bodyPr wrap="square" rtlCol="0">
            <a:spAutoFit/>
          </a:bodyPr>
          <a:lstStyle/>
          <a:p>
            <a:pPr algn="ctr"/>
            <a:r>
              <a:rPr kumimoji="1" lang="en-US" altLang="ja-JP" sz="2000" b="1" dirty="0">
                <a:solidFill>
                  <a:schemeClr val="bg1">
                    <a:lumMod val="95000"/>
                  </a:schemeClr>
                </a:solidFill>
                <a:latin typeface="BIZ UDP明朝 Medium" panose="02020500000000000000" pitchFamily="18" charset="-128"/>
                <a:ea typeface="BIZ UDP明朝 Medium" panose="02020500000000000000" pitchFamily="18" charset="-128"/>
              </a:rPr>
              <a:t>TRUN </a:t>
            </a:r>
            <a:r>
              <a:rPr kumimoji="1"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0</a:t>
            </a:r>
            <a:endPar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284" name="テキスト ボックス 283">
            <a:extLst>
              <a:ext uri="{FF2B5EF4-FFF2-40B4-BE49-F238E27FC236}">
                <a16:creationId xmlns:a16="http://schemas.microsoft.com/office/drawing/2014/main" id="{24C39D61-BA46-5D55-D1A9-603D9DD93E4C}"/>
              </a:ext>
            </a:extLst>
          </p:cNvPr>
          <p:cNvSpPr txBox="1"/>
          <p:nvPr/>
        </p:nvSpPr>
        <p:spPr>
          <a:xfrm>
            <a:off x="777314" y="151566"/>
            <a:ext cx="752129" cy="584775"/>
          </a:xfrm>
          <a:prstGeom prst="rect">
            <a:avLst/>
          </a:prstGeom>
          <a:noFill/>
        </p:spPr>
        <p:txBody>
          <a:bodyPr wrap="none" rtlCol="0">
            <a:spAutoFit/>
          </a:bodyPr>
          <a:lstStyle/>
          <a:p>
            <a:r>
              <a:rPr kumimoji="1"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EF</a:t>
            </a:r>
            <a:endPar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85" name="平行四辺形 84">
            <a:extLst>
              <a:ext uri="{FF2B5EF4-FFF2-40B4-BE49-F238E27FC236}">
                <a16:creationId xmlns:a16="http://schemas.microsoft.com/office/drawing/2014/main" id="{7974EC1C-9BDF-9D1A-55BB-36B46DCC3DB2}"/>
              </a:ext>
            </a:extLst>
          </p:cNvPr>
          <p:cNvSpPr/>
          <p:nvPr/>
        </p:nvSpPr>
        <p:spPr>
          <a:xfrm>
            <a:off x="1719571" y="293567"/>
            <a:ext cx="3071504" cy="338875"/>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600" b="1" dirty="0">
                <a:latin typeface="BIZ UDP明朝 Medium" panose="02020500000000000000" pitchFamily="18" charset="-128"/>
                <a:ea typeface="BIZ UDP明朝 Medium" panose="02020500000000000000" pitchFamily="18" charset="-128"/>
              </a:rPr>
              <a:t>FLIP</a:t>
            </a:r>
            <a:endParaRPr kumimoji="1" lang="ja-JP" altLang="en-US" sz="1600" b="1" dirty="0">
              <a:latin typeface="BIZ UDP明朝 Medium" panose="02020500000000000000" pitchFamily="18" charset="-128"/>
              <a:ea typeface="BIZ UDP明朝 Medium" panose="02020500000000000000" pitchFamily="18" charset="-128"/>
            </a:endParaRPr>
          </a:p>
        </p:txBody>
      </p:sp>
    </p:spTree>
    <p:extLst>
      <p:ext uri="{BB962C8B-B14F-4D97-AF65-F5344CB8AC3E}">
        <p14:creationId xmlns:p14="http://schemas.microsoft.com/office/powerpoint/2010/main" val="1096689"/>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bg>
      <p:bgPr>
        <a:gradFill>
          <a:gsLst>
            <a:gs pos="46690">
              <a:schemeClr val="accent6">
                <a:lumMod val="75000"/>
              </a:schemeClr>
            </a:gs>
            <a:gs pos="0">
              <a:schemeClr val="accent6">
                <a:lumMod val="50000"/>
              </a:schemeClr>
            </a:gs>
            <a:gs pos="23000">
              <a:schemeClr val="accent6">
                <a:lumMod val="75000"/>
              </a:schemeClr>
            </a:gs>
            <a:gs pos="69000">
              <a:schemeClr val="accent6">
                <a:lumMod val="50000"/>
              </a:schemeClr>
            </a:gs>
            <a:gs pos="97000">
              <a:schemeClr val="tx1">
                <a:lumMod val="85000"/>
                <a:lumOff val="15000"/>
              </a:schemeClr>
            </a:gs>
          </a:gsLst>
          <a:path path="circle">
            <a:fillToRect l="50000" t="50000" r="50000" b="50000"/>
          </a:path>
        </a:gradFill>
        <a:effectLst/>
      </p:bgPr>
    </p:bg>
    <p:spTree>
      <p:nvGrpSpPr>
        <p:cNvPr id="1" name="">
          <a:extLst>
            <a:ext uri="{FF2B5EF4-FFF2-40B4-BE49-F238E27FC236}">
              <a16:creationId xmlns:a16="http://schemas.microsoft.com/office/drawing/2014/main" id="{0CD93400-6B2E-1008-D31F-B77BEF9158DA}"/>
            </a:ext>
          </a:extLst>
        </p:cNvPr>
        <p:cNvGrpSpPr/>
        <p:nvPr/>
      </p:nvGrpSpPr>
      <p:grpSpPr>
        <a:xfrm>
          <a:off x="0" y="0"/>
          <a:ext cx="0" cy="0"/>
          <a:chOff x="0" y="0"/>
          <a:chExt cx="0" cy="0"/>
        </a:xfrm>
      </p:grpSpPr>
      <p:sp>
        <p:nvSpPr>
          <p:cNvPr id="80" name="楕円 79">
            <a:extLst>
              <a:ext uri="{FF2B5EF4-FFF2-40B4-BE49-F238E27FC236}">
                <a16:creationId xmlns:a16="http://schemas.microsoft.com/office/drawing/2014/main" id="{8372E48E-7BA2-6223-2FC7-6253ED1F52E6}"/>
              </a:ext>
            </a:extLst>
          </p:cNvPr>
          <p:cNvSpPr/>
          <p:nvPr/>
        </p:nvSpPr>
        <p:spPr>
          <a:xfrm>
            <a:off x="-2195336" y="-748783"/>
            <a:ext cx="8978692" cy="8369559"/>
          </a:xfrm>
          <a:prstGeom prst="ellipse">
            <a:avLst/>
          </a:prstGeom>
          <a:solidFill>
            <a:srgbClr val="CC66FF">
              <a:alpha val="6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 name="四角形: 角を丸くする 1">
            <a:extLst>
              <a:ext uri="{FF2B5EF4-FFF2-40B4-BE49-F238E27FC236}">
                <a16:creationId xmlns:a16="http://schemas.microsoft.com/office/drawing/2014/main" id="{1AA2BC74-DCF6-883B-A49A-8406B301CBE8}"/>
              </a:ext>
            </a:extLst>
          </p:cNvPr>
          <p:cNvSpPr/>
          <p:nvPr/>
        </p:nvSpPr>
        <p:spPr>
          <a:xfrm>
            <a:off x="658742" y="891074"/>
            <a:ext cx="2747226"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3" name="四角形: 角を丸くする 2">
            <a:extLst>
              <a:ext uri="{FF2B5EF4-FFF2-40B4-BE49-F238E27FC236}">
                <a16:creationId xmlns:a16="http://schemas.microsoft.com/office/drawing/2014/main" id="{03128E67-5A94-381F-3CDC-C21115FEA0E6}"/>
              </a:ext>
            </a:extLst>
          </p:cNvPr>
          <p:cNvSpPr/>
          <p:nvPr/>
        </p:nvSpPr>
        <p:spPr>
          <a:xfrm>
            <a:off x="658742" y="1626637"/>
            <a:ext cx="2747226"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6" name="四角形: 角を丸くする 5">
            <a:extLst>
              <a:ext uri="{FF2B5EF4-FFF2-40B4-BE49-F238E27FC236}">
                <a16:creationId xmlns:a16="http://schemas.microsoft.com/office/drawing/2014/main" id="{DC0DA122-AB78-0AEA-050D-9A2B23302CEF}"/>
              </a:ext>
            </a:extLst>
          </p:cNvPr>
          <p:cNvSpPr/>
          <p:nvPr/>
        </p:nvSpPr>
        <p:spPr>
          <a:xfrm>
            <a:off x="658742" y="2362200"/>
            <a:ext cx="2747226"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8" name="四角形: 角を丸くする 7">
            <a:extLst>
              <a:ext uri="{FF2B5EF4-FFF2-40B4-BE49-F238E27FC236}">
                <a16:creationId xmlns:a16="http://schemas.microsoft.com/office/drawing/2014/main" id="{D1A6B122-E676-D867-3CA1-0D159C7E2C3B}"/>
              </a:ext>
            </a:extLst>
          </p:cNvPr>
          <p:cNvSpPr/>
          <p:nvPr/>
        </p:nvSpPr>
        <p:spPr>
          <a:xfrm>
            <a:off x="658742" y="3833326"/>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9" name="四角形: 角を丸くする 8">
            <a:extLst>
              <a:ext uri="{FF2B5EF4-FFF2-40B4-BE49-F238E27FC236}">
                <a16:creationId xmlns:a16="http://schemas.microsoft.com/office/drawing/2014/main" id="{9978DC4B-B737-9004-841D-6FFF12CFEAA3}"/>
              </a:ext>
            </a:extLst>
          </p:cNvPr>
          <p:cNvSpPr/>
          <p:nvPr/>
        </p:nvSpPr>
        <p:spPr>
          <a:xfrm>
            <a:off x="658742" y="4568889"/>
            <a:ext cx="2747226"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10" name="四角形: 角を丸くする 9">
            <a:extLst>
              <a:ext uri="{FF2B5EF4-FFF2-40B4-BE49-F238E27FC236}">
                <a16:creationId xmlns:a16="http://schemas.microsoft.com/office/drawing/2014/main" id="{B8636E58-B202-E45D-EF39-57F7F17D15BD}"/>
              </a:ext>
            </a:extLst>
          </p:cNvPr>
          <p:cNvSpPr/>
          <p:nvPr/>
        </p:nvSpPr>
        <p:spPr>
          <a:xfrm>
            <a:off x="658742" y="5304452"/>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sp>
        <p:nvSpPr>
          <p:cNvPr id="13" name="楕円 12">
            <a:extLst>
              <a:ext uri="{FF2B5EF4-FFF2-40B4-BE49-F238E27FC236}">
                <a16:creationId xmlns:a16="http://schemas.microsoft.com/office/drawing/2014/main" id="{AFF41114-219E-2599-67F7-A28BE22B2600}"/>
              </a:ext>
            </a:extLst>
          </p:cNvPr>
          <p:cNvSpPr/>
          <p:nvPr/>
        </p:nvSpPr>
        <p:spPr>
          <a:xfrm>
            <a:off x="835866" y="942392"/>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5" name="楕円 14">
            <a:extLst>
              <a:ext uri="{FF2B5EF4-FFF2-40B4-BE49-F238E27FC236}">
                <a16:creationId xmlns:a16="http://schemas.microsoft.com/office/drawing/2014/main" id="{C38E18BC-FDFA-52BD-7510-9799416FD014}"/>
              </a:ext>
            </a:extLst>
          </p:cNvPr>
          <p:cNvSpPr/>
          <p:nvPr/>
        </p:nvSpPr>
        <p:spPr>
          <a:xfrm>
            <a:off x="835866" y="1677955"/>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9" name="楕円 18">
            <a:extLst>
              <a:ext uri="{FF2B5EF4-FFF2-40B4-BE49-F238E27FC236}">
                <a16:creationId xmlns:a16="http://schemas.microsoft.com/office/drawing/2014/main" id="{A4B4A8E8-D902-B484-0AB0-7FC6D4B00D1A}"/>
              </a:ext>
            </a:extLst>
          </p:cNvPr>
          <p:cNvSpPr/>
          <p:nvPr/>
        </p:nvSpPr>
        <p:spPr>
          <a:xfrm>
            <a:off x="835866" y="5355770"/>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22" name="楕円 21">
            <a:extLst>
              <a:ext uri="{FF2B5EF4-FFF2-40B4-BE49-F238E27FC236}">
                <a16:creationId xmlns:a16="http://schemas.microsoft.com/office/drawing/2014/main" id="{D1FFD59E-5C09-A2D0-1A0E-CC973B15BB21}"/>
              </a:ext>
            </a:extLst>
          </p:cNvPr>
          <p:cNvSpPr/>
          <p:nvPr/>
        </p:nvSpPr>
        <p:spPr>
          <a:xfrm>
            <a:off x="835866" y="4620207"/>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28" name="楕円 27">
            <a:extLst>
              <a:ext uri="{FF2B5EF4-FFF2-40B4-BE49-F238E27FC236}">
                <a16:creationId xmlns:a16="http://schemas.microsoft.com/office/drawing/2014/main" id="{BEBE28DB-E1BD-4834-BC92-48642657BD16}"/>
              </a:ext>
            </a:extLst>
          </p:cNvPr>
          <p:cNvSpPr/>
          <p:nvPr/>
        </p:nvSpPr>
        <p:spPr>
          <a:xfrm>
            <a:off x="835866" y="3884644"/>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34" name="楕円 33">
            <a:extLst>
              <a:ext uri="{FF2B5EF4-FFF2-40B4-BE49-F238E27FC236}">
                <a16:creationId xmlns:a16="http://schemas.microsoft.com/office/drawing/2014/main" id="{BE3CBE28-9C8C-AA2D-2811-026503B76CD4}"/>
              </a:ext>
            </a:extLst>
          </p:cNvPr>
          <p:cNvSpPr/>
          <p:nvPr/>
        </p:nvSpPr>
        <p:spPr>
          <a:xfrm>
            <a:off x="835866" y="241351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36" name="四角形: 角を丸くする 35">
            <a:extLst>
              <a:ext uri="{FF2B5EF4-FFF2-40B4-BE49-F238E27FC236}">
                <a16:creationId xmlns:a16="http://schemas.microsoft.com/office/drawing/2014/main" id="{9D04C7FC-3B7B-7CEB-B638-E6938E3FB3DC}"/>
              </a:ext>
            </a:extLst>
          </p:cNvPr>
          <p:cNvSpPr/>
          <p:nvPr/>
        </p:nvSpPr>
        <p:spPr>
          <a:xfrm>
            <a:off x="2795756" y="914399"/>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7" name="四角形: 角を丸くする 36">
            <a:extLst>
              <a:ext uri="{FF2B5EF4-FFF2-40B4-BE49-F238E27FC236}">
                <a16:creationId xmlns:a16="http://schemas.microsoft.com/office/drawing/2014/main" id="{A2DB3852-F0A3-4B05-02C5-E9C5BCE7F133}"/>
              </a:ext>
            </a:extLst>
          </p:cNvPr>
          <p:cNvSpPr/>
          <p:nvPr/>
        </p:nvSpPr>
        <p:spPr>
          <a:xfrm>
            <a:off x="2795756" y="5324668"/>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8" name="四角形: 角を丸くする 37">
            <a:extLst>
              <a:ext uri="{FF2B5EF4-FFF2-40B4-BE49-F238E27FC236}">
                <a16:creationId xmlns:a16="http://schemas.microsoft.com/office/drawing/2014/main" id="{DB333F33-DE88-79BA-13DE-5C50DD68627C}"/>
              </a:ext>
            </a:extLst>
          </p:cNvPr>
          <p:cNvSpPr/>
          <p:nvPr/>
        </p:nvSpPr>
        <p:spPr>
          <a:xfrm>
            <a:off x="2795756" y="4589624"/>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9" name="四角形: 角を丸くする 38">
            <a:extLst>
              <a:ext uri="{FF2B5EF4-FFF2-40B4-BE49-F238E27FC236}">
                <a16:creationId xmlns:a16="http://schemas.microsoft.com/office/drawing/2014/main" id="{52D49374-4E51-B184-E636-F78ADB77F9CE}"/>
              </a:ext>
            </a:extLst>
          </p:cNvPr>
          <p:cNvSpPr/>
          <p:nvPr/>
        </p:nvSpPr>
        <p:spPr>
          <a:xfrm>
            <a:off x="2795756" y="3854579"/>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 name="四角形: 角を丸くする 6">
            <a:extLst>
              <a:ext uri="{FF2B5EF4-FFF2-40B4-BE49-F238E27FC236}">
                <a16:creationId xmlns:a16="http://schemas.microsoft.com/office/drawing/2014/main" id="{0CDD8B34-E1C0-9405-04BF-B7E4336A5A88}"/>
              </a:ext>
            </a:extLst>
          </p:cNvPr>
          <p:cNvSpPr/>
          <p:nvPr/>
        </p:nvSpPr>
        <p:spPr>
          <a:xfrm>
            <a:off x="1255608" y="3097763"/>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31" name="楕円 30">
            <a:extLst>
              <a:ext uri="{FF2B5EF4-FFF2-40B4-BE49-F238E27FC236}">
                <a16:creationId xmlns:a16="http://schemas.microsoft.com/office/drawing/2014/main" id="{038E2788-A4BB-C530-29A1-7F8FC2B05703}"/>
              </a:ext>
            </a:extLst>
          </p:cNvPr>
          <p:cNvSpPr/>
          <p:nvPr/>
        </p:nvSpPr>
        <p:spPr>
          <a:xfrm>
            <a:off x="1432732" y="3149081"/>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40" name="四角形: 角を丸くする 39">
            <a:extLst>
              <a:ext uri="{FF2B5EF4-FFF2-40B4-BE49-F238E27FC236}">
                <a16:creationId xmlns:a16="http://schemas.microsoft.com/office/drawing/2014/main" id="{636A2DAE-19D9-0BC3-F1A3-72E1F13B9B55}"/>
              </a:ext>
            </a:extLst>
          </p:cNvPr>
          <p:cNvSpPr/>
          <p:nvPr/>
        </p:nvSpPr>
        <p:spPr>
          <a:xfrm>
            <a:off x="3392623" y="3119534"/>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41" name="四角形: 角を丸くする 40">
            <a:extLst>
              <a:ext uri="{FF2B5EF4-FFF2-40B4-BE49-F238E27FC236}">
                <a16:creationId xmlns:a16="http://schemas.microsoft.com/office/drawing/2014/main" id="{679DA04A-688D-4CD0-E5AC-A4C54837EAAF}"/>
              </a:ext>
            </a:extLst>
          </p:cNvPr>
          <p:cNvSpPr/>
          <p:nvPr/>
        </p:nvSpPr>
        <p:spPr>
          <a:xfrm>
            <a:off x="2795756" y="2384489"/>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42" name="四角形: 角を丸くする 41">
            <a:extLst>
              <a:ext uri="{FF2B5EF4-FFF2-40B4-BE49-F238E27FC236}">
                <a16:creationId xmlns:a16="http://schemas.microsoft.com/office/drawing/2014/main" id="{5233187E-8DAE-BA5F-AB86-A20AAB9E9E6D}"/>
              </a:ext>
            </a:extLst>
          </p:cNvPr>
          <p:cNvSpPr/>
          <p:nvPr/>
        </p:nvSpPr>
        <p:spPr>
          <a:xfrm>
            <a:off x="2795756" y="1649444"/>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44" name="四角形: 角を丸くする 43">
            <a:extLst>
              <a:ext uri="{FF2B5EF4-FFF2-40B4-BE49-F238E27FC236}">
                <a16:creationId xmlns:a16="http://schemas.microsoft.com/office/drawing/2014/main" id="{ABF5B8A0-D3C3-59EA-FFF0-98CA2F271B60}"/>
              </a:ext>
            </a:extLst>
          </p:cNvPr>
          <p:cNvSpPr/>
          <p:nvPr/>
        </p:nvSpPr>
        <p:spPr>
          <a:xfrm flipV="1">
            <a:off x="8838120" y="5295121"/>
            <a:ext cx="2704472"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6" name="四角形: 角を丸くする 45">
            <a:extLst>
              <a:ext uri="{FF2B5EF4-FFF2-40B4-BE49-F238E27FC236}">
                <a16:creationId xmlns:a16="http://schemas.microsoft.com/office/drawing/2014/main" id="{B39E0AC2-C51C-11CF-F24D-79455261A732}"/>
              </a:ext>
            </a:extLst>
          </p:cNvPr>
          <p:cNvSpPr/>
          <p:nvPr/>
        </p:nvSpPr>
        <p:spPr>
          <a:xfrm flipV="1">
            <a:off x="8838120" y="3823995"/>
            <a:ext cx="2704472"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7" name="四角形: 角を丸くする 46">
            <a:extLst>
              <a:ext uri="{FF2B5EF4-FFF2-40B4-BE49-F238E27FC236}">
                <a16:creationId xmlns:a16="http://schemas.microsoft.com/office/drawing/2014/main" id="{BB490865-444C-8B88-36A7-B83E114A1F2D}"/>
              </a:ext>
            </a:extLst>
          </p:cNvPr>
          <p:cNvSpPr/>
          <p:nvPr/>
        </p:nvSpPr>
        <p:spPr>
          <a:xfrm flipV="1">
            <a:off x="8838120" y="3088432"/>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8" name="四角形: 角を丸くする 47">
            <a:extLst>
              <a:ext uri="{FF2B5EF4-FFF2-40B4-BE49-F238E27FC236}">
                <a16:creationId xmlns:a16="http://schemas.microsoft.com/office/drawing/2014/main" id="{069A00E4-F06D-3006-6BB4-1EA154B6C15C}"/>
              </a:ext>
            </a:extLst>
          </p:cNvPr>
          <p:cNvSpPr/>
          <p:nvPr/>
        </p:nvSpPr>
        <p:spPr>
          <a:xfrm flipV="1">
            <a:off x="8838120" y="2352869"/>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9" name="四角形: 角を丸くする 48">
            <a:extLst>
              <a:ext uri="{FF2B5EF4-FFF2-40B4-BE49-F238E27FC236}">
                <a16:creationId xmlns:a16="http://schemas.microsoft.com/office/drawing/2014/main" id="{31797D8A-4C13-FE82-01BB-1913C744B03C}"/>
              </a:ext>
            </a:extLst>
          </p:cNvPr>
          <p:cNvSpPr/>
          <p:nvPr/>
        </p:nvSpPr>
        <p:spPr>
          <a:xfrm flipV="1">
            <a:off x="8838120" y="1617306"/>
            <a:ext cx="2704472"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50" name="四角形: 角を丸くする 49">
            <a:extLst>
              <a:ext uri="{FF2B5EF4-FFF2-40B4-BE49-F238E27FC236}">
                <a16:creationId xmlns:a16="http://schemas.microsoft.com/office/drawing/2014/main" id="{0AA2B3DB-59BD-1D48-EA02-91F4F9F59469}"/>
              </a:ext>
            </a:extLst>
          </p:cNvPr>
          <p:cNvSpPr/>
          <p:nvPr/>
        </p:nvSpPr>
        <p:spPr>
          <a:xfrm flipV="1">
            <a:off x="8838120" y="881743"/>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grpSp>
        <p:nvGrpSpPr>
          <p:cNvPr id="51" name="グループ化 50">
            <a:extLst>
              <a:ext uri="{FF2B5EF4-FFF2-40B4-BE49-F238E27FC236}">
                <a16:creationId xmlns:a16="http://schemas.microsoft.com/office/drawing/2014/main" id="{8B912B2F-94C1-4A8F-BD5E-93CEE82EE639}"/>
              </a:ext>
            </a:extLst>
          </p:cNvPr>
          <p:cNvGrpSpPr/>
          <p:nvPr/>
        </p:nvGrpSpPr>
        <p:grpSpPr>
          <a:xfrm>
            <a:off x="9012488" y="933061"/>
            <a:ext cx="2285281" cy="559836"/>
            <a:chOff x="858105" y="942392"/>
            <a:chExt cx="2612882" cy="559836"/>
          </a:xfrm>
        </p:grpSpPr>
        <p:sp>
          <p:nvSpPr>
            <p:cNvPr id="52" name="楕円 51">
              <a:extLst>
                <a:ext uri="{FF2B5EF4-FFF2-40B4-BE49-F238E27FC236}">
                  <a16:creationId xmlns:a16="http://schemas.microsoft.com/office/drawing/2014/main" id="{E0D076D2-375E-606A-F38F-4D47D225A3F9}"/>
                </a:ext>
              </a:extLst>
            </p:cNvPr>
            <p:cNvSpPr/>
            <p:nvPr/>
          </p:nvSpPr>
          <p:spPr>
            <a:xfrm>
              <a:off x="1838130" y="9423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53" name="楕円 52">
              <a:extLst>
                <a:ext uri="{FF2B5EF4-FFF2-40B4-BE49-F238E27FC236}">
                  <a16:creationId xmlns:a16="http://schemas.microsoft.com/office/drawing/2014/main" id="{FB87C5FF-5DEB-F3A5-0788-42D31E4C9B33}"/>
                </a:ext>
              </a:extLst>
            </p:cNvPr>
            <p:cNvSpPr/>
            <p:nvPr/>
          </p:nvSpPr>
          <p:spPr>
            <a:xfrm>
              <a:off x="858105" y="9423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54" name="グループ化 53">
            <a:extLst>
              <a:ext uri="{FF2B5EF4-FFF2-40B4-BE49-F238E27FC236}">
                <a16:creationId xmlns:a16="http://schemas.microsoft.com/office/drawing/2014/main" id="{7536999F-1FE8-2497-DF96-9AA84B480323}"/>
              </a:ext>
            </a:extLst>
          </p:cNvPr>
          <p:cNvGrpSpPr/>
          <p:nvPr/>
        </p:nvGrpSpPr>
        <p:grpSpPr>
          <a:xfrm>
            <a:off x="9012488" y="1668624"/>
            <a:ext cx="2285281" cy="559836"/>
            <a:chOff x="858105" y="1673292"/>
            <a:chExt cx="2612882" cy="559836"/>
          </a:xfrm>
        </p:grpSpPr>
        <p:sp>
          <p:nvSpPr>
            <p:cNvPr id="55" name="楕円 54">
              <a:extLst>
                <a:ext uri="{FF2B5EF4-FFF2-40B4-BE49-F238E27FC236}">
                  <a16:creationId xmlns:a16="http://schemas.microsoft.com/office/drawing/2014/main" id="{9D1157FC-DC13-7DEF-A233-60712315630E}"/>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56" name="楕円 55">
              <a:extLst>
                <a:ext uri="{FF2B5EF4-FFF2-40B4-BE49-F238E27FC236}">
                  <a16:creationId xmlns:a16="http://schemas.microsoft.com/office/drawing/2014/main" id="{CFF48E16-F9C5-50D8-F137-AC4C5FF76BC9}"/>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57" name="グループ化 56">
            <a:extLst>
              <a:ext uri="{FF2B5EF4-FFF2-40B4-BE49-F238E27FC236}">
                <a16:creationId xmlns:a16="http://schemas.microsoft.com/office/drawing/2014/main" id="{07C36D13-8766-2760-22E3-E91BEC61FC62}"/>
              </a:ext>
            </a:extLst>
          </p:cNvPr>
          <p:cNvGrpSpPr/>
          <p:nvPr/>
        </p:nvGrpSpPr>
        <p:grpSpPr>
          <a:xfrm>
            <a:off x="9012488" y="5346439"/>
            <a:ext cx="2285281" cy="559836"/>
            <a:chOff x="858105" y="1673292"/>
            <a:chExt cx="2612882" cy="559836"/>
          </a:xfrm>
        </p:grpSpPr>
        <p:sp>
          <p:nvSpPr>
            <p:cNvPr id="58" name="楕円 57">
              <a:extLst>
                <a:ext uri="{FF2B5EF4-FFF2-40B4-BE49-F238E27FC236}">
                  <a16:creationId xmlns:a16="http://schemas.microsoft.com/office/drawing/2014/main" id="{FAA12A1A-DC11-9F28-64E3-1D1E078D4AFC}"/>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59" name="楕円 58">
              <a:extLst>
                <a:ext uri="{FF2B5EF4-FFF2-40B4-BE49-F238E27FC236}">
                  <a16:creationId xmlns:a16="http://schemas.microsoft.com/office/drawing/2014/main" id="{43F2E1FE-19BE-BE8F-8A94-F60CFF8D4C39}"/>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63" name="グループ化 62">
            <a:extLst>
              <a:ext uri="{FF2B5EF4-FFF2-40B4-BE49-F238E27FC236}">
                <a16:creationId xmlns:a16="http://schemas.microsoft.com/office/drawing/2014/main" id="{261BD42A-F4D3-B7A6-144E-74A8DA3E7583}"/>
              </a:ext>
            </a:extLst>
          </p:cNvPr>
          <p:cNvGrpSpPr/>
          <p:nvPr/>
        </p:nvGrpSpPr>
        <p:grpSpPr>
          <a:xfrm>
            <a:off x="9012488" y="3875313"/>
            <a:ext cx="2285281" cy="559836"/>
            <a:chOff x="858105" y="1673292"/>
            <a:chExt cx="2612882" cy="559836"/>
          </a:xfrm>
        </p:grpSpPr>
        <p:sp>
          <p:nvSpPr>
            <p:cNvPr id="64" name="楕円 63">
              <a:extLst>
                <a:ext uri="{FF2B5EF4-FFF2-40B4-BE49-F238E27FC236}">
                  <a16:creationId xmlns:a16="http://schemas.microsoft.com/office/drawing/2014/main" id="{595A664E-4C44-DE78-BFB0-AE4A8554295D}"/>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65" name="楕円 64">
              <a:extLst>
                <a:ext uri="{FF2B5EF4-FFF2-40B4-BE49-F238E27FC236}">
                  <a16:creationId xmlns:a16="http://schemas.microsoft.com/office/drawing/2014/main" id="{E83DD562-D2E7-75F5-E466-A4BA880C3AFD}"/>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66" name="グループ化 65">
            <a:extLst>
              <a:ext uri="{FF2B5EF4-FFF2-40B4-BE49-F238E27FC236}">
                <a16:creationId xmlns:a16="http://schemas.microsoft.com/office/drawing/2014/main" id="{9F38ACBC-167E-8C49-E696-EF2FEDC7CBDA}"/>
              </a:ext>
            </a:extLst>
          </p:cNvPr>
          <p:cNvGrpSpPr/>
          <p:nvPr/>
        </p:nvGrpSpPr>
        <p:grpSpPr>
          <a:xfrm>
            <a:off x="9012488" y="3139750"/>
            <a:ext cx="2285281" cy="559836"/>
            <a:chOff x="858105" y="1673292"/>
            <a:chExt cx="2612882" cy="559836"/>
          </a:xfrm>
        </p:grpSpPr>
        <p:sp>
          <p:nvSpPr>
            <p:cNvPr id="67" name="楕円 66">
              <a:extLst>
                <a:ext uri="{FF2B5EF4-FFF2-40B4-BE49-F238E27FC236}">
                  <a16:creationId xmlns:a16="http://schemas.microsoft.com/office/drawing/2014/main" id="{1D5F2382-5EE7-8630-279F-C9FB684E5BB2}"/>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68" name="楕円 67">
              <a:extLst>
                <a:ext uri="{FF2B5EF4-FFF2-40B4-BE49-F238E27FC236}">
                  <a16:creationId xmlns:a16="http://schemas.microsoft.com/office/drawing/2014/main" id="{BA36AF64-FC56-2549-16CB-2FD233C81595}"/>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69" name="グループ化 68">
            <a:extLst>
              <a:ext uri="{FF2B5EF4-FFF2-40B4-BE49-F238E27FC236}">
                <a16:creationId xmlns:a16="http://schemas.microsoft.com/office/drawing/2014/main" id="{A7F84B15-7DB6-42D4-D8CF-60BEBE75A3DB}"/>
              </a:ext>
            </a:extLst>
          </p:cNvPr>
          <p:cNvGrpSpPr/>
          <p:nvPr/>
        </p:nvGrpSpPr>
        <p:grpSpPr>
          <a:xfrm>
            <a:off x="9012488" y="2404187"/>
            <a:ext cx="2285281" cy="559836"/>
            <a:chOff x="858105" y="1673292"/>
            <a:chExt cx="2612882" cy="559836"/>
          </a:xfrm>
        </p:grpSpPr>
        <p:sp>
          <p:nvSpPr>
            <p:cNvPr id="70" name="楕円 69">
              <a:extLst>
                <a:ext uri="{FF2B5EF4-FFF2-40B4-BE49-F238E27FC236}">
                  <a16:creationId xmlns:a16="http://schemas.microsoft.com/office/drawing/2014/main" id="{08A062C0-8FB9-D690-F730-50E850D2B45B}"/>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71" name="楕円 70">
              <a:extLst>
                <a:ext uri="{FF2B5EF4-FFF2-40B4-BE49-F238E27FC236}">
                  <a16:creationId xmlns:a16="http://schemas.microsoft.com/office/drawing/2014/main" id="{7B4B7512-C5FA-FA76-4F63-8447C9E6B5C2}"/>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sp>
        <p:nvSpPr>
          <p:cNvPr id="72" name="四角形: 角を丸くする 71">
            <a:extLst>
              <a:ext uri="{FF2B5EF4-FFF2-40B4-BE49-F238E27FC236}">
                <a16:creationId xmlns:a16="http://schemas.microsoft.com/office/drawing/2014/main" id="{11206D74-F3A3-C97D-5E10-13E02B9DCCC2}"/>
              </a:ext>
            </a:extLst>
          </p:cNvPr>
          <p:cNvSpPr/>
          <p:nvPr/>
        </p:nvSpPr>
        <p:spPr>
          <a:xfrm>
            <a:off x="10941877" y="90506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3" name="四角形: 角を丸くする 72">
            <a:extLst>
              <a:ext uri="{FF2B5EF4-FFF2-40B4-BE49-F238E27FC236}">
                <a16:creationId xmlns:a16="http://schemas.microsoft.com/office/drawing/2014/main" id="{D4DC3798-154E-EEDA-8CC5-6E8E7E2B70FA}"/>
              </a:ext>
            </a:extLst>
          </p:cNvPr>
          <p:cNvSpPr/>
          <p:nvPr/>
        </p:nvSpPr>
        <p:spPr>
          <a:xfrm>
            <a:off x="10941877" y="5315337"/>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90" name="グループ化 89">
            <a:extLst>
              <a:ext uri="{FF2B5EF4-FFF2-40B4-BE49-F238E27FC236}">
                <a16:creationId xmlns:a16="http://schemas.microsoft.com/office/drawing/2014/main" id="{722ED8A0-8A25-83C1-58FC-BE66C840790D}"/>
              </a:ext>
            </a:extLst>
          </p:cNvPr>
          <p:cNvGrpSpPr/>
          <p:nvPr/>
        </p:nvGrpSpPr>
        <p:grpSpPr>
          <a:xfrm>
            <a:off x="8836094" y="4559558"/>
            <a:ext cx="2704472" cy="662473"/>
            <a:chOff x="8450427" y="4559558"/>
            <a:chExt cx="3092165" cy="662473"/>
          </a:xfrm>
        </p:grpSpPr>
        <p:sp>
          <p:nvSpPr>
            <p:cNvPr id="45" name="四角形: 角を丸くする 44">
              <a:extLst>
                <a:ext uri="{FF2B5EF4-FFF2-40B4-BE49-F238E27FC236}">
                  <a16:creationId xmlns:a16="http://schemas.microsoft.com/office/drawing/2014/main" id="{80915CCD-22AD-750E-D167-1B9283178F1D}"/>
                </a:ext>
              </a:extLst>
            </p:cNvPr>
            <p:cNvSpPr/>
            <p:nvPr/>
          </p:nvSpPr>
          <p:spPr>
            <a:xfrm flipV="1">
              <a:off x="8450427" y="4559558"/>
              <a:ext cx="3092165"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grpSp>
          <p:nvGrpSpPr>
            <p:cNvPr id="60" name="グループ化 59">
              <a:extLst>
                <a:ext uri="{FF2B5EF4-FFF2-40B4-BE49-F238E27FC236}">
                  <a16:creationId xmlns:a16="http://schemas.microsoft.com/office/drawing/2014/main" id="{249E5E0B-BCAA-E81F-849B-CA11E647426C}"/>
                </a:ext>
              </a:extLst>
            </p:cNvPr>
            <p:cNvGrpSpPr/>
            <p:nvPr/>
          </p:nvGrpSpPr>
          <p:grpSpPr>
            <a:xfrm>
              <a:off x="8649791" y="4610876"/>
              <a:ext cx="2612882" cy="559836"/>
              <a:chOff x="858105" y="1673292"/>
              <a:chExt cx="2612882" cy="559836"/>
            </a:xfrm>
          </p:grpSpPr>
          <p:sp>
            <p:nvSpPr>
              <p:cNvPr id="61" name="楕円 60">
                <a:extLst>
                  <a:ext uri="{FF2B5EF4-FFF2-40B4-BE49-F238E27FC236}">
                    <a16:creationId xmlns:a16="http://schemas.microsoft.com/office/drawing/2014/main" id="{0BC7DA01-BDDA-7A42-B329-2C39F46BE190}"/>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62" name="楕円 61">
                <a:extLst>
                  <a:ext uri="{FF2B5EF4-FFF2-40B4-BE49-F238E27FC236}">
                    <a16:creationId xmlns:a16="http://schemas.microsoft.com/office/drawing/2014/main" id="{38D0A4DD-9532-3677-1646-94553D60FB28}"/>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sp>
          <p:nvSpPr>
            <p:cNvPr id="74" name="四角形: 角を丸くする 73">
              <a:extLst>
                <a:ext uri="{FF2B5EF4-FFF2-40B4-BE49-F238E27FC236}">
                  <a16:creationId xmlns:a16="http://schemas.microsoft.com/office/drawing/2014/main" id="{F2C0BB58-4569-5B2F-68C8-6229D046B407}"/>
                </a:ext>
              </a:extLst>
            </p:cNvPr>
            <p:cNvSpPr/>
            <p:nvPr/>
          </p:nvSpPr>
          <p:spPr>
            <a:xfrm>
              <a:off x="10855763" y="4580293"/>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sp>
        <p:nvSpPr>
          <p:cNvPr id="75" name="四角形: 角を丸くする 74">
            <a:extLst>
              <a:ext uri="{FF2B5EF4-FFF2-40B4-BE49-F238E27FC236}">
                <a16:creationId xmlns:a16="http://schemas.microsoft.com/office/drawing/2014/main" id="{E54BB6FC-04FC-05FC-1AAA-BF12D1B5336A}"/>
              </a:ext>
            </a:extLst>
          </p:cNvPr>
          <p:cNvSpPr/>
          <p:nvPr/>
        </p:nvSpPr>
        <p:spPr>
          <a:xfrm>
            <a:off x="10941877" y="384524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6" name="四角形: 角を丸くする 75">
            <a:extLst>
              <a:ext uri="{FF2B5EF4-FFF2-40B4-BE49-F238E27FC236}">
                <a16:creationId xmlns:a16="http://schemas.microsoft.com/office/drawing/2014/main" id="{AF21EB11-E031-BD28-D267-1D3A013EEE2F}"/>
              </a:ext>
            </a:extLst>
          </p:cNvPr>
          <p:cNvSpPr/>
          <p:nvPr/>
        </p:nvSpPr>
        <p:spPr>
          <a:xfrm>
            <a:off x="10941877" y="3110203"/>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7" name="四角形: 角を丸くする 76">
            <a:extLst>
              <a:ext uri="{FF2B5EF4-FFF2-40B4-BE49-F238E27FC236}">
                <a16:creationId xmlns:a16="http://schemas.microsoft.com/office/drawing/2014/main" id="{CAC6ADFD-F136-3DD7-0657-74902494D6EE}"/>
              </a:ext>
            </a:extLst>
          </p:cNvPr>
          <p:cNvSpPr/>
          <p:nvPr/>
        </p:nvSpPr>
        <p:spPr>
          <a:xfrm>
            <a:off x="10941877" y="237515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8" name="四角形: 角を丸くする 77">
            <a:extLst>
              <a:ext uri="{FF2B5EF4-FFF2-40B4-BE49-F238E27FC236}">
                <a16:creationId xmlns:a16="http://schemas.microsoft.com/office/drawing/2014/main" id="{E2A2B9FE-0AE1-4EF7-D14E-7687D944D653}"/>
              </a:ext>
            </a:extLst>
          </p:cNvPr>
          <p:cNvSpPr/>
          <p:nvPr/>
        </p:nvSpPr>
        <p:spPr>
          <a:xfrm>
            <a:off x="10941877" y="1640113"/>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137" name="フローチャート: 論理積ゲート 136">
            <a:extLst>
              <a:ext uri="{FF2B5EF4-FFF2-40B4-BE49-F238E27FC236}">
                <a16:creationId xmlns:a16="http://schemas.microsoft.com/office/drawing/2014/main" id="{5A989B66-1AB4-F0C7-EBAB-0EB514FA9327}"/>
              </a:ext>
            </a:extLst>
          </p:cNvPr>
          <p:cNvSpPr/>
          <p:nvPr/>
        </p:nvSpPr>
        <p:spPr>
          <a:xfrm>
            <a:off x="1367869" y="6169827"/>
            <a:ext cx="1225730" cy="461826"/>
          </a:xfrm>
          <a:prstGeom prst="flowChartDelay">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b="1" dirty="0">
                <a:latin typeface="BIZ UDP明朝 Medium" panose="02020500000000000000" pitchFamily="18" charset="-128"/>
                <a:ea typeface="BIZ UDP明朝 Medium" panose="02020500000000000000" pitchFamily="18" charset="-128"/>
              </a:rPr>
              <a:t>▶</a:t>
            </a:r>
            <a:r>
              <a:rPr lang="en-US" altLang="ja-JP" b="1" dirty="0">
                <a:latin typeface="BIZ UDP明朝 Medium" panose="02020500000000000000" pitchFamily="18" charset="-128"/>
                <a:ea typeface="BIZ UDP明朝 Medium" panose="02020500000000000000" pitchFamily="18" charset="-128"/>
              </a:rPr>
              <a:t>×1</a:t>
            </a:r>
            <a:endParaRPr lang="ja-JP" altLang="en-US" b="1" dirty="0">
              <a:latin typeface="BIZ UDP明朝 Medium" panose="02020500000000000000" pitchFamily="18" charset="-128"/>
              <a:ea typeface="BIZ UDP明朝 Medium" panose="02020500000000000000" pitchFamily="18" charset="-128"/>
            </a:endParaRPr>
          </a:p>
        </p:txBody>
      </p:sp>
      <p:sp>
        <p:nvSpPr>
          <p:cNvPr id="139" name="フローチャート: 論理積ゲート 138">
            <a:extLst>
              <a:ext uri="{FF2B5EF4-FFF2-40B4-BE49-F238E27FC236}">
                <a16:creationId xmlns:a16="http://schemas.microsoft.com/office/drawing/2014/main" id="{938CBEDC-39BF-C25E-6081-C62C8107F6BB}"/>
              </a:ext>
            </a:extLst>
          </p:cNvPr>
          <p:cNvSpPr/>
          <p:nvPr/>
        </p:nvSpPr>
        <p:spPr>
          <a:xfrm>
            <a:off x="2796951" y="6169827"/>
            <a:ext cx="1225730" cy="461826"/>
          </a:xfrm>
          <a:prstGeom prst="flowChartDelay">
            <a:avLst/>
          </a:prstGeom>
          <a:solidFill>
            <a:srgbClr val="CC66FF"/>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BIZ UDP明朝 Medium" panose="02020500000000000000" pitchFamily="18" charset="-128"/>
                <a:ea typeface="BIZ UDP明朝 Medium" panose="02020500000000000000" pitchFamily="18" charset="-128"/>
              </a:rPr>
              <a:t>▶▶</a:t>
            </a:r>
            <a:r>
              <a:rPr kumimoji="1" lang="en-US" altLang="ja-JP" b="1" dirty="0">
                <a:latin typeface="BIZ UDP明朝 Medium" panose="02020500000000000000" pitchFamily="18" charset="-128"/>
                <a:ea typeface="BIZ UDP明朝 Medium" panose="02020500000000000000" pitchFamily="18" charset="-128"/>
              </a:rPr>
              <a:t>×2</a:t>
            </a:r>
            <a:endParaRPr kumimoji="1" lang="ja-JP" altLang="en-US" b="1" dirty="0">
              <a:latin typeface="BIZ UDP明朝 Medium" panose="02020500000000000000" pitchFamily="18" charset="-128"/>
              <a:ea typeface="BIZ UDP明朝 Medium" panose="02020500000000000000" pitchFamily="18" charset="-128"/>
            </a:endParaRPr>
          </a:p>
        </p:txBody>
      </p:sp>
      <p:grpSp>
        <p:nvGrpSpPr>
          <p:cNvPr id="155" name="グループ化 154">
            <a:extLst>
              <a:ext uri="{FF2B5EF4-FFF2-40B4-BE49-F238E27FC236}">
                <a16:creationId xmlns:a16="http://schemas.microsoft.com/office/drawing/2014/main" id="{00587F00-0902-EFAD-7828-ABA5A811BAEE}"/>
              </a:ext>
            </a:extLst>
          </p:cNvPr>
          <p:cNvGrpSpPr/>
          <p:nvPr/>
        </p:nvGrpSpPr>
        <p:grpSpPr>
          <a:xfrm>
            <a:off x="619269" y="6128116"/>
            <a:ext cx="545248" cy="545248"/>
            <a:chOff x="4866575" y="4589624"/>
            <a:chExt cx="914400" cy="914400"/>
          </a:xfrm>
        </p:grpSpPr>
        <p:sp>
          <p:nvSpPr>
            <p:cNvPr id="154" name="四角形: 角を丸くする 153">
              <a:extLst>
                <a:ext uri="{FF2B5EF4-FFF2-40B4-BE49-F238E27FC236}">
                  <a16:creationId xmlns:a16="http://schemas.microsoft.com/office/drawing/2014/main" id="{5AA4774D-9742-268E-8824-8884379790F5}"/>
                </a:ext>
              </a:extLst>
            </p:cNvPr>
            <p:cNvSpPr/>
            <p:nvPr/>
          </p:nvSpPr>
          <p:spPr>
            <a:xfrm>
              <a:off x="4866575" y="4589624"/>
              <a:ext cx="914400" cy="914400"/>
            </a:xfrm>
            <a:prstGeom prst="roundRect">
              <a:avLst/>
            </a:prstGeom>
            <a:solidFill>
              <a:schemeClr val="tx1">
                <a:lumMod val="85000"/>
                <a:lumOff val="15000"/>
                <a:alpha val="7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53" name="図 152">
              <a:extLst>
                <a:ext uri="{FF2B5EF4-FFF2-40B4-BE49-F238E27FC236}">
                  <a16:creationId xmlns:a16="http://schemas.microsoft.com/office/drawing/2014/main" id="{F290E4BA-6A6B-FD62-7A88-57E2C13E9E6A}"/>
                </a:ext>
              </a:extLst>
            </p:cNvPr>
            <p:cNvPicPr>
              <a:picLocks noChangeAspect="1"/>
            </p:cNvPicPr>
            <p:nvPr/>
          </p:nvPicPr>
          <p:blipFill>
            <a:blip r:embed="rId2">
              <a:lum bright="70000" contrast="-70000"/>
              <a:extLst>
                <a:ext uri="{28A0092B-C50C-407E-A947-70E740481C1C}">
                  <a14:useLocalDpi xmlns:a14="http://schemas.microsoft.com/office/drawing/2010/main" val="0"/>
                </a:ext>
              </a:extLst>
            </a:blip>
            <a:stretch>
              <a:fillRect/>
            </a:stretch>
          </p:blipFill>
          <p:spPr>
            <a:xfrm>
              <a:off x="5014494" y="4737543"/>
              <a:ext cx="618561" cy="618561"/>
            </a:xfrm>
            <a:prstGeom prst="rect">
              <a:avLst/>
            </a:prstGeom>
          </p:spPr>
        </p:pic>
      </p:grpSp>
      <p:grpSp>
        <p:nvGrpSpPr>
          <p:cNvPr id="162" name="グループ化 161">
            <a:extLst>
              <a:ext uri="{FF2B5EF4-FFF2-40B4-BE49-F238E27FC236}">
                <a16:creationId xmlns:a16="http://schemas.microsoft.com/office/drawing/2014/main" id="{A3CF16A4-7312-9063-1D54-B0C2C870F6A4}"/>
              </a:ext>
            </a:extLst>
          </p:cNvPr>
          <p:cNvGrpSpPr/>
          <p:nvPr/>
        </p:nvGrpSpPr>
        <p:grpSpPr>
          <a:xfrm>
            <a:off x="4366984" y="6169827"/>
            <a:ext cx="3092165" cy="493660"/>
            <a:chOff x="1719571" y="215382"/>
            <a:chExt cx="3888059" cy="426098"/>
          </a:xfrm>
          <a:solidFill>
            <a:schemeClr val="tx1">
              <a:lumMod val="95000"/>
              <a:lumOff val="5000"/>
            </a:schemeClr>
          </a:solidFill>
        </p:grpSpPr>
        <p:sp>
          <p:nvSpPr>
            <p:cNvPr id="166" name="平行四辺形 165">
              <a:extLst>
                <a:ext uri="{FF2B5EF4-FFF2-40B4-BE49-F238E27FC236}">
                  <a16:creationId xmlns:a16="http://schemas.microsoft.com/office/drawing/2014/main" id="{ADFDC8B0-5B49-557A-E605-50FE6C8EDE0A}"/>
                </a:ext>
              </a:extLst>
            </p:cNvPr>
            <p:cNvSpPr/>
            <p:nvPr/>
          </p:nvSpPr>
          <p:spPr>
            <a:xfrm>
              <a:off x="4751951"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7" name="平行四辺形 166">
              <a:extLst>
                <a:ext uri="{FF2B5EF4-FFF2-40B4-BE49-F238E27FC236}">
                  <a16:creationId xmlns:a16="http://schemas.microsoft.com/office/drawing/2014/main" id="{55FF76D5-27EA-A46A-EF6A-1A9A84AE9364}"/>
                </a:ext>
              </a:extLst>
            </p:cNvPr>
            <p:cNvSpPr/>
            <p:nvPr/>
          </p:nvSpPr>
          <p:spPr>
            <a:xfrm>
              <a:off x="3993856" y="215382"/>
              <a:ext cx="855679" cy="426098"/>
            </a:xfrm>
            <a:prstGeom prst="homePlate">
              <a:avLst/>
            </a:prstGeom>
            <a:solidFill>
              <a:schemeClr val="accent1"/>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5" name="平行四辺形 164">
              <a:extLst>
                <a:ext uri="{FF2B5EF4-FFF2-40B4-BE49-F238E27FC236}">
                  <a16:creationId xmlns:a16="http://schemas.microsoft.com/office/drawing/2014/main" id="{3BBB3F09-A8E6-E854-C111-005B7B62832D}"/>
                </a:ext>
              </a:extLst>
            </p:cNvPr>
            <p:cNvSpPr/>
            <p:nvPr/>
          </p:nvSpPr>
          <p:spPr>
            <a:xfrm>
              <a:off x="3235761"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64" name="平行四辺形 163">
              <a:extLst>
                <a:ext uri="{FF2B5EF4-FFF2-40B4-BE49-F238E27FC236}">
                  <a16:creationId xmlns:a16="http://schemas.microsoft.com/office/drawing/2014/main" id="{655E7757-8C65-B2E1-E564-DCBECAD39461}"/>
                </a:ext>
              </a:extLst>
            </p:cNvPr>
            <p:cNvSpPr/>
            <p:nvPr/>
          </p:nvSpPr>
          <p:spPr>
            <a:xfrm>
              <a:off x="2477666"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3" name="平行四辺形 162">
              <a:extLst>
                <a:ext uri="{FF2B5EF4-FFF2-40B4-BE49-F238E27FC236}">
                  <a16:creationId xmlns:a16="http://schemas.microsoft.com/office/drawing/2014/main" id="{8654BA00-EDAA-0629-E4CB-54F1BC344FD1}"/>
                </a:ext>
              </a:extLst>
            </p:cNvPr>
            <p:cNvSpPr/>
            <p:nvPr/>
          </p:nvSpPr>
          <p:spPr>
            <a:xfrm>
              <a:off x="1719571" y="215382"/>
              <a:ext cx="855679" cy="426098"/>
            </a:xfrm>
            <a:prstGeom prst="homePlate">
              <a:avLst/>
            </a:prstGeom>
            <a:solidFill>
              <a:schemeClr val="accent1"/>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sp>
        <p:nvSpPr>
          <p:cNvPr id="168" name="楕円 167">
            <a:extLst>
              <a:ext uri="{FF2B5EF4-FFF2-40B4-BE49-F238E27FC236}">
                <a16:creationId xmlns:a16="http://schemas.microsoft.com/office/drawing/2014/main" id="{A296AD0F-59E0-D751-1908-197B776578A7}"/>
              </a:ext>
            </a:extLst>
          </p:cNvPr>
          <p:cNvSpPr/>
          <p:nvPr/>
        </p:nvSpPr>
        <p:spPr>
          <a:xfrm>
            <a:off x="5698688"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sp>
        <p:nvSpPr>
          <p:cNvPr id="169" name="楕円 168">
            <a:extLst>
              <a:ext uri="{FF2B5EF4-FFF2-40B4-BE49-F238E27FC236}">
                <a16:creationId xmlns:a16="http://schemas.microsoft.com/office/drawing/2014/main" id="{A02602CD-F187-F8F4-A0B9-980D553E6808}"/>
              </a:ext>
            </a:extLst>
          </p:cNvPr>
          <p:cNvSpPr/>
          <p:nvPr/>
        </p:nvSpPr>
        <p:spPr>
          <a:xfrm>
            <a:off x="6346227" y="6230426"/>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sp>
        <p:nvSpPr>
          <p:cNvPr id="170" name="楕円 169">
            <a:extLst>
              <a:ext uri="{FF2B5EF4-FFF2-40B4-BE49-F238E27FC236}">
                <a16:creationId xmlns:a16="http://schemas.microsoft.com/office/drawing/2014/main" id="{FC92F05C-2F10-BDEF-7816-F27742869C72}"/>
              </a:ext>
            </a:extLst>
          </p:cNvPr>
          <p:cNvSpPr/>
          <p:nvPr/>
        </p:nvSpPr>
        <p:spPr>
          <a:xfrm>
            <a:off x="6908237"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sp>
        <p:nvSpPr>
          <p:cNvPr id="171" name="楕円 170">
            <a:extLst>
              <a:ext uri="{FF2B5EF4-FFF2-40B4-BE49-F238E27FC236}">
                <a16:creationId xmlns:a16="http://schemas.microsoft.com/office/drawing/2014/main" id="{460F13CB-F9EB-D2F5-2486-F72852BC0665}"/>
              </a:ext>
            </a:extLst>
          </p:cNvPr>
          <p:cNvSpPr/>
          <p:nvPr/>
        </p:nvSpPr>
        <p:spPr>
          <a:xfrm>
            <a:off x="5117736"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sp>
        <p:nvSpPr>
          <p:cNvPr id="172" name="楕円 171">
            <a:extLst>
              <a:ext uri="{FF2B5EF4-FFF2-40B4-BE49-F238E27FC236}">
                <a16:creationId xmlns:a16="http://schemas.microsoft.com/office/drawing/2014/main" id="{7A0560E4-A60C-EEE1-53B1-27C142A4F085}"/>
              </a:ext>
            </a:extLst>
          </p:cNvPr>
          <p:cNvSpPr/>
          <p:nvPr/>
        </p:nvSpPr>
        <p:spPr>
          <a:xfrm>
            <a:off x="4495793"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cxnSp>
        <p:nvCxnSpPr>
          <p:cNvPr id="174" name="直線コネクタ 173">
            <a:extLst>
              <a:ext uri="{FF2B5EF4-FFF2-40B4-BE49-F238E27FC236}">
                <a16:creationId xmlns:a16="http://schemas.microsoft.com/office/drawing/2014/main" id="{6F6FE8D3-502D-FC72-01FF-1056CCBD540B}"/>
              </a:ext>
            </a:extLst>
          </p:cNvPr>
          <p:cNvCxnSpPr>
            <a:cxnSpLocks/>
          </p:cNvCxnSpPr>
          <p:nvPr/>
        </p:nvCxnSpPr>
        <p:spPr>
          <a:xfrm>
            <a:off x="4712882" y="6663487"/>
            <a:ext cx="3658847" cy="0"/>
          </a:xfrm>
          <a:prstGeom prst="line">
            <a:avLst/>
          </a:prstGeom>
          <a:ln w="38100">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176" name="テキスト ボックス 175">
            <a:extLst>
              <a:ext uri="{FF2B5EF4-FFF2-40B4-BE49-F238E27FC236}">
                <a16:creationId xmlns:a16="http://schemas.microsoft.com/office/drawing/2014/main" id="{0B53203C-D016-42A6-6AF9-E70D7D7BE2BC}"/>
              </a:ext>
            </a:extLst>
          </p:cNvPr>
          <p:cNvSpPr txBox="1"/>
          <p:nvPr/>
        </p:nvSpPr>
        <p:spPr>
          <a:xfrm>
            <a:off x="7472124" y="6141824"/>
            <a:ext cx="899605" cy="369332"/>
          </a:xfrm>
          <a:prstGeom prst="rect">
            <a:avLst/>
          </a:prstGeom>
          <a:noFill/>
        </p:spPr>
        <p:txBody>
          <a:bodyPr wrap="none" rtlCol="0">
            <a:spAutoFit/>
          </a:bodyPr>
          <a:lstStyle/>
          <a:p>
            <a:pPr algn="ctr"/>
            <a:r>
              <a:rPr kumimoji="1" lang="en-US" altLang="ja-JP" sz="1400" b="1" dirty="0">
                <a:solidFill>
                  <a:schemeClr val="bg1">
                    <a:lumMod val="95000"/>
                  </a:schemeClr>
                </a:solidFill>
                <a:latin typeface="BIZ UDP明朝 Medium" panose="02020500000000000000" pitchFamily="18" charset="-128"/>
                <a:ea typeface="BIZ UDP明朝 Medium" panose="02020500000000000000" pitchFamily="18" charset="-128"/>
              </a:rPr>
              <a:t>TRUN</a:t>
            </a:r>
            <a:r>
              <a:rPr kumimoji="1" lang="en-US" altLang="ja-JP" b="1" dirty="0">
                <a:solidFill>
                  <a:schemeClr val="bg1">
                    <a:lumMod val="95000"/>
                  </a:schemeClr>
                </a:solidFill>
                <a:latin typeface="BIZ UDP明朝 Medium" panose="02020500000000000000" pitchFamily="18" charset="-128"/>
                <a:ea typeface="BIZ UDP明朝 Medium" panose="02020500000000000000" pitchFamily="18" charset="-128"/>
              </a:rPr>
              <a:t>0</a:t>
            </a:r>
            <a:endParaRPr kumimoji="1" lang="ja-JP" altLang="en-US"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179" name="矢印: 五方向 178">
            <a:extLst>
              <a:ext uri="{FF2B5EF4-FFF2-40B4-BE49-F238E27FC236}">
                <a16:creationId xmlns:a16="http://schemas.microsoft.com/office/drawing/2014/main" id="{52F010AC-DCE5-1E1D-49BC-878AE6BE479E}"/>
              </a:ext>
            </a:extLst>
          </p:cNvPr>
          <p:cNvSpPr/>
          <p:nvPr/>
        </p:nvSpPr>
        <p:spPr>
          <a:xfrm>
            <a:off x="9793438" y="6146578"/>
            <a:ext cx="1225730" cy="461826"/>
          </a:xfrm>
          <a:prstGeom prst="homePlate">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b="1" dirty="0">
                <a:latin typeface="BIZ UDP明朝 Medium" panose="02020500000000000000" pitchFamily="18" charset="-128"/>
                <a:ea typeface="BIZ UDP明朝 Medium" panose="02020500000000000000" pitchFamily="18" charset="-128"/>
              </a:rPr>
              <a:t>撤退</a:t>
            </a:r>
          </a:p>
        </p:txBody>
      </p:sp>
      <p:grpSp>
        <p:nvGrpSpPr>
          <p:cNvPr id="197" name="グループ化 196">
            <a:extLst>
              <a:ext uri="{FF2B5EF4-FFF2-40B4-BE49-F238E27FC236}">
                <a16:creationId xmlns:a16="http://schemas.microsoft.com/office/drawing/2014/main" id="{F71567E1-81E6-522B-6825-77CE530CC767}"/>
              </a:ext>
            </a:extLst>
          </p:cNvPr>
          <p:cNvGrpSpPr/>
          <p:nvPr/>
        </p:nvGrpSpPr>
        <p:grpSpPr>
          <a:xfrm>
            <a:off x="1980734" y="3139750"/>
            <a:ext cx="1505416" cy="601824"/>
            <a:chOff x="1980734" y="3149081"/>
            <a:chExt cx="1505416" cy="601824"/>
          </a:xfrm>
        </p:grpSpPr>
        <p:sp>
          <p:nvSpPr>
            <p:cNvPr id="30" name="楕円 29">
              <a:extLst>
                <a:ext uri="{FF2B5EF4-FFF2-40B4-BE49-F238E27FC236}">
                  <a16:creationId xmlns:a16="http://schemas.microsoft.com/office/drawing/2014/main" id="{C238FC1B-13CB-E856-7EE8-E49C312AC099}"/>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86" name="グループ化 185">
              <a:extLst>
                <a:ext uri="{FF2B5EF4-FFF2-40B4-BE49-F238E27FC236}">
                  <a16:creationId xmlns:a16="http://schemas.microsoft.com/office/drawing/2014/main" id="{80F180F0-A273-B0DA-C313-F005D54464B5}"/>
                </a:ext>
              </a:extLst>
            </p:cNvPr>
            <p:cNvGrpSpPr/>
            <p:nvPr/>
          </p:nvGrpSpPr>
          <p:grpSpPr>
            <a:xfrm>
              <a:off x="1980734" y="3175652"/>
              <a:ext cx="1505416" cy="575253"/>
              <a:chOff x="1980734" y="3175652"/>
              <a:chExt cx="1505416" cy="575253"/>
            </a:xfrm>
          </p:grpSpPr>
          <p:grpSp>
            <p:nvGrpSpPr>
              <p:cNvPr id="126" name="グループ化 125">
                <a:extLst>
                  <a:ext uri="{FF2B5EF4-FFF2-40B4-BE49-F238E27FC236}">
                    <a16:creationId xmlns:a16="http://schemas.microsoft.com/office/drawing/2014/main" id="{218DACA9-2AF5-811D-15E9-AAFBB7A80C32}"/>
                  </a:ext>
                </a:extLst>
              </p:cNvPr>
              <p:cNvGrpSpPr/>
              <p:nvPr/>
            </p:nvGrpSpPr>
            <p:grpSpPr>
              <a:xfrm>
                <a:off x="1980734" y="3473931"/>
                <a:ext cx="1505416" cy="276974"/>
                <a:chOff x="4194668" y="3607669"/>
                <a:chExt cx="1105960" cy="276974"/>
              </a:xfrm>
            </p:grpSpPr>
            <p:sp>
              <p:nvSpPr>
                <p:cNvPr id="120" name="四角形: 角を丸くする 119">
                  <a:extLst>
                    <a:ext uri="{FF2B5EF4-FFF2-40B4-BE49-F238E27FC236}">
                      <a16:creationId xmlns:a16="http://schemas.microsoft.com/office/drawing/2014/main" id="{9C1F11C3-9707-8AA4-640D-88055BE57C0D}"/>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25" name="図 124">
                  <a:extLst>
                    <a:ext uri="{FF2B5EF4-FFF2-40B4-BE49-F238E27FC236}">
                      <a16:creationId xmlns:a16="http://schemas.microsoft.com/office/drawing/2014/main" id="{A4387F56-EFC3-EF9F-1A8D-475C14FE1DB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85" name="テキスト ボックス 184">
                <a:extLst>
                  <a:ext uri="{FF2B5EF4-FFF2-40B4-BE49-F238E27FC236}">
                    <a16:creationId xmlns:a16="http://schemas.microsoft.com/office/drawing/2014/main" id="{147533FE-B485-031F-6D29-AB3F49B577BD}"/>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198" name="グループ化 197">
            <a:extLst>
              <a:ext uri="{FF2B5EF4-FFF2-40B4-BE49-F238E27FC236}">
                <a16:creationId xmlns:a16="http://schemas.microsoft.com/office/drawing/2014/main" id="{ADF85A81-3278-72FE-AEDA-B67BC5F62296}"/>
              </a:ext>
            </a:extLst>
          </p:cNvPr>
          <p:cNvGrpSpPr/>
          <p:nvPr/>
        </p:nvGrpSpPr>
        <p:grpSpPr>
          <a:xfrm>
            <a:off x="1376410" y="3879201"/>
            <a:ext cx="1505416" cy="601824"/>
            <a:chOff x="1980734" y="3149081"/>
            <a:chExt cx="1505416" cy="601824"/>
          </a:xfrm>
        </p:grpSpPr>
        <p:sp>
          <p:nvSpPr>
            <p:cNvPr id="199" name="楕円 198">
              <a:extLst>
                <a:ext uri="{FF2B5EF4-FFF2-40B4-BE49-F238E27FC236}">
                  <a16:creationId xmlns:a16="http://schemas.microsoft.com/office/drawing/2014/main" id="{C81831EE-EF7C-9D81-C12D-AEFD4F225B35}"/>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00" name="グループ化 199">
              <a:extLst>
                <a:ext uri="{FF2B5EF4-FFF2-40B4-BE49-F238E27FC236}">
                  <a16:creationId xmlns:a16="http://schemas.microsoft.com/office/drawing/2014/main" id="{D2802C06-AC41-3BBB-3FB9-BA397383543E}"/>
                </a:ext>
              </a:extLst>
            </p:cNvPr>
            <p:cNvGrpSpPr/>
            <p:nvPr/>
          </p:nvGrpSpPr>
          <p:grpSpPr>
            <a:xfrm>
              <a:off x="1980734" y="3175652"/>
              <a:ext cx="1505416" cy="575253"/>
              <a:chOff x="1980734" y="3175652"/>
              <a:chExt cx="1505416" cy="575253"/>
            </a:xfrm>
          </p:grpSpPr>
          <p:grpSp>
            <p:nvGrpSpPr>
              <p:cNvPr id="201" name="グループ化 200">
                <a:extLst>
                  <a:ext uri="{FF2B5EF4-FFF2-40B4-BE49-F238E27FC236}">
                    <a16:creationId xmlns:a16="http://schemas.microsoft.com/office/drawing/2014/main" id="{FF75948F-1A9B-FC11-2712-4BF603BF8CEE}"/>
                  </a:ext>
                </a:extLst>
              </p:cNvPr>
              <p:cNvGrpSpPr/>
              <p:nvPr/>
            </p:nvGrpSpPr>
            <p:grpSpPr>
              <a:xfrm>
                <a:off x="1980734" y="3473931"/>
                <a:ext cx="1505416" cy="276974"/>
                <a:chOff x="4194668" y="3607669"/>
                <a:chExt cx="1105960" cy="276974"/>
              </a:xfrm>
            </p:grpSpPr>
            <p:sp>
              <p:nvSpPr>
                <p:cNvPr id="203" name="四角形: 角を丸くする 202">
                  <a:extLst>
                    <a:ext uri="{FF2B5EF4-FFF2-40B4-BE49-F238E27FC236}">
                      <a16:creationId xmlns:a16="http://schemas.microsoft.com/office/drawing/2014/main" id="{2E552237-DC07-C556-666A-F7331395DD3A}"/>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04" name="図 203">
                  <a:extLst>
                    <a:ext uri="{FF2B5EF4-FFF2-40B4-BE49-F238E27FC236}">
                      <a16:creationId xmlns:a16="http://schemas.microsoft.com/office/drawing/2014/main" id="{95EA887F-6842-ECEA-80AC-A1221728C8B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02" name="テキスト ボックス 201">
                <a:extLst>
                  <a:ext uri="{FF2B5EF4-FFF2-40B4-BE49-F238E27FC236}">
                    <a16:creationId xmlns:a16="http://schemas.microsoft.com/office/drawing/2014/main" id="{7BDE3B2C-6469-0A8B-A160-88024444B873}"/>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05" name="グループ化 204">
            <a:extLst>
              <a:ext uri="{FF2B5EF4-FFF2-40B4-BE49-F238E27FC236}">
                <a16:creationId xmlns:a16="http://schemas.microsoft.com/office/drawing/2014/main" id="{2E512498-9910-7EA1-93A8-39C78D9DBC98}"/>
              </a:ext>
            </a:extLst>
          </p:cNvPr>
          <p:cNvGrpSpPr/>
          <p:nvPr/>
        </p:nvGrpSpPr>
        <p:grpSpPr>
          <a:xfrm>
            <a:off x="1376410" y="4599213"/>
            <a:ext cx="1505416" cy="601824"/>
            <a:chOff x="1980734" y="3149081"/>
            <a:chExt cx="1505416" cy="601824"/>
          </a:xfrm>
        </p:grpSpPr>
        <p:sp>
          <p:nvSpPr>
            <p:cNvPr id="206" name="楕円 205">
              <a:extLst>
                <a:ext uri="{FF2B5EF4-FFF2-40B4-BE49-F238E27FC236}">
                  <a16:creationId xmlns:a16="http://schemas.microsoft.com/office/drawing/2014/main" id="{2FF732C7-6618-4A23-BEC9-C2B78DB31DF8}"/>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07" name="グループ化 206">
              <a:extLst>
                <a:ext uri="{FF2B5EF4-FFF2-40B4-BE49-F238E27FC236}">
                  <a16:creationId xmlns:a16="http://schemas.microsoft.com/office/drawing/2014/main" id="{7DE03B53-1710-1FC2-9689-31A0BE693248}"/>
                </a:ext>
              </a:extLst>
            </p:cNvPr>
            <p:cNvGrpSpPr/>
            <p:nvPr/>
          </p:nvGrpSpPr>
          <p:grpSpPr>
            <a:xfrm>
              <a:off x="1980734" y="3175652"/>
              <a:ext cx="1505416" cy="575253"/>
              <a:chOff x="1980734" y="3175652"/>
              <a:chExt cx="1505416" cy="575253"/>
            </a:xfrm>
          </p:grpSpPr>
          <p:grpSp>
            <p:nvGrpSpPr>
              <p:cNvPr id="208" name="グループ化 207">
                <a:extLst>
                  <a:ext uri="{FF2B5EF4-FFF2-40B4-BE49-F238E27FC236}">
                    <a16:creationId xmlns:a16="http://schemas.microsoft.com/office/drawing/2014/main" id="{4233ED0C-C134-4880-1DA6-804D02997D04}"/>
                  </a:ext>
                </a:extLst>
              </p:cNvPr>
              <p:cNvGrpSpPr/>
              <p:nvPr/>
            </p:nvGrpSpPr>
            <p:grpSpPr>
              <a:xfrm>
                <a:off x="1980734" y="3473931"/>
                <a:ext cx="1505416" cy="276974"/>
                <a:chOff x="4194668" y="3607669"/>
                <a:chExt cx="1105960" cy="276974"/>
              </a:xfrm>
            </p:grpSpPr>
            <p:sp>
              <p:nvSpPr>
                <p:cNvPr id="210" name="四角形: 角を丸くする 209">
                  <a:extLst>
                    <a:ext uri="{FF2B5EF4-FFF2-40B4-BE49-F238E27FC236}">
                      <a16:creationId xmlns:a16="http://schemas.microsoft.com/office/drawing/2014/main" id="{077B8AC0-00A3-DAB7-80E8-9A46D86F035D}"/>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11" name="図 210">
                  <a:extLst>
                    <a:ext uri="{FF2B5EF4-FFF2-40B4-BE49-F238E27FC236}">
                      <a16:creationId xmlns:a16="http://schemas.microsoft.com/office/drawing/2014/main" id="{B36C1CB5-425A-91BF-6557-2AD750AF985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09" name="テキスト ボックス 208">
                <a:extLst>
                  <a:ext uri="{FF2B5EF4-FFF2-40B4-BE49-F238E27FC236}">
                    <a16:creationId xmlns:a16="http://schemas.microsoft.com/office/drawing/2014/main" id="{FFD541D5-ACE9-6E8C-F469-DC628A4EDB29}"/>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12" name="グループ化 211">
            <a:extLst>
              <a:ext uri="{FF2B5EF4-FFF2-40B4-BE49-F238E27FC236}">
                <a16:creationId xmlns:a16="http://schemas.microsoft.com/office/drawing/2014/main" id="{384D3293-F12D-741E-390C-79965911938E}"/>
              </a:ext>
            </a:extLst>
          </p:cNvPr>
          <p:cNvGrpSpPr/>
          <p:nvPr/>
        </p:nvGrpSpPr>
        <p:grpSpPr>
          <a:xfrm>
            <a:off x="1376410" y="5338435"/>
            <a:ext cx="1505416" cy="601824"/>
            <a:chOff x="1980734" y="3149081"/>
            <a:chExt cx="1505416" cy="601824"/>
          </a:xfrm>
        </p:grpSpPr>
        <p:sp>
          <p:nvSpPr>
            <p:cNvPr id="213" name="楕円 212">
              <a:extLst>
                <a:ext uri="{FF2B5EF4-FFF2-40B4-BE49-F238E27FC236}">
                  <a16:creationId xmlns:a16="http://schemas.microsoft.com/office/drawing/2014/main" id="{5E984FF3-24E3-9CC4-294B-77EF97F2977D}"/>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14" name="グループ化 213">
              <a:extLst>
                <a:ext uri="{FF2B5EF4-FFF2-40B4-BE49-F238E27FC236}">
                  <a16:creationId xmlns:a16="http://schemas.microsoft.com/office/drawing/2014/main" id="{2D61B5BA-4A96-B411-D8B0-A8E86E7627CC}"/>
                </a:ext>
              </a:extLst>
            </p:cNvPr>
            <p:cNvGrpSpPr/>
            <p:nvPr/>
          </p:nvGrpSpPr>
          <p:grpSpPr>
            <a:xfrm>
              <a:off x="1980734" y="3175652"/>
              <a:ext cx="1505416" cy="575253"/>
              <a:chOff x="1980734" y="3175652"/>
              <a:chExt cx="1505416" cy="575253"/>
            </a:xfrm>
          </p:grpSpPr>
          <p:grpSp>
            <p:nvGrpSpPr>
              <p:cNvPr id="215" name="グループ化 214">
                <a:extLst>
                  <a:ext uri="{FF2B5EF4-FFF2-40B4-BE49-F238E27FC236}">
                    <a16:creationId xmlns:a16="http://schemas.microsoft.com/office/drawing/2014/main" id="{76BA2AFC-C578-7822-9183-DBEC58E9DB7F}"/>
                  </a:ext>
                </a:extLst>
              </p:cNvPr>
              <p:cNvGrpSpPr/>
              <p:nvPr/>
            </p:nvGrpSpPr>
            <p:grpSpPr>
              <a:xfrm>
                <a:off x="1980734" y="3473931"/>
                <a:ext cx="1505416" cy="276974"/>
                <a:chOff x="4194668" y="3607669"/>
                <a:chExt cx="1105960" cy="276974"/>
              </a:xfrm>
            </p:grpSpPr>
            <p:sp>
              <p:nvSpPr>
                <p:cNvPr id="217" name="四角形: 角を丸くする 216">
                  <a:extLst>
                    <a:ext uri="{FF2B5EF4-FFF2-40B4-BE49-F238E27FC236}">
                      <a16:creationId xmlns:a16="http://schemas.microsoft.com/office/drawing/2014/main" id="{7111582A-37F4-9806-D23B-9D2D6BDD8F59}"/>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18" name="図 217">
                  <a:extLst>
                    <a:ext uri="{FF2B5EF4-FFF2-40B4-BE49-F238E27FC236}">
                      <a16:creationId xmlns:a16="http://schemas.microsoft.com/office/drawing/2014/main" id="{23A5642D-5A0A-B72E-E4FA-E0DB2F78C0E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16" name="テキスト ボックス 215">
                <a:extLst>
                  <a:ext uri="{FF2B5EF4-FFF2-40B4-BE49-F238E27FC236}">
                    <a16:creationId xmlns:a16="http://schemas.microsoft.com/office/drawing/2014/main" id="{1B709887-A270-016D-809B-2801299E9812}"/>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19" name="グループ化 218">
            <a:extLst>
              <a:ext uri="{FF2B5EF4-FFF2-40B4-BE49-F238E27FC236}">
                <a16:creationId xmlns:a16="http://schemas.microsoft.com/office/drawing/2014/main" id="{109530A9-2D48-0272-9603-BE7457C771FB}"/>
              </a:ext>
            </a:extLst>
          </p:cNvPr>
          <p:cNvGrpSpPr/>
          <p:nvPr/>
        </p:nvGrpSpPr>
        <p:grpSpPr>
          <a:xfrm>
            <a:off x="1376410" y="2392524"/>
            <a:ext cx="1505416" cy="601824"/>
            <a:chOff x="1980734" y="3149081"/>
            <a:chExt cx="1505416" cy="601824"/>
          </a:xfrm>
        </p:grpSpPr>
        <p:sp>
          <p:nvSpPr>
            <p:cNvPr id="220" name="楕円 219">
              <a:extLst>
                <a:ext uri="{FF2B5EF4-FFF2-40B4-BE49-F238E27FC236}">
                  <a16:creationId xmlns:a16="http://schemas.microsoft.com/office/drawing/2014/main" id="{9DA61457-4B2D-1F35-6094-91C19F7651E0}"/>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21" name="グループ化 220">
              <a:extLst>
                <a:ext uri="{FF2B5EF4-FFF2-40B4-BE49-F238E27FC236}">
                  <a16:creationId xmlns:a16="http://schemas.microsoft.com/office/drawing/2014/main" id="{9964472E-894A-FA9A-895A-8A658041FE7A}"/>
                </a:ext>
              </a:extLst>
            </p:cNvPr>
            <p:cNvGrpSpPr/>
            <p:nvPr/>
          </p:nvGrpSpPr>
          <p:grpSpPr>
            <a:xfrm>
              <a:off x="1980734" y="3175652"/>
              <a:ext cx="1505416" cy="575253"/>
              <a:chOff x="1980734" y="3175652"/>
              <a:chExt cx="1505416" cy="575253"/>
            </a:xfrm>
          </p:grpSpPr>
          <p:grpSp>
            <p:nvGrpSpPr>
              <p:cNvPr id="222" name="グループ化 221">
                <a:extLst>
                  <a:ext uri="{FF2B5EF4-FFF2-40B4-BE49-F238E27FC236}">
                    <a16:creationId xmlns:a16="http://schemas.microsoft.com/office/drawing/2014/main" id="{64A046F8-3881-47AC-884D-288F494E1D62}"/>
                  </a:ext>
                </a:extLst>
              </p:cNvPr>
              <p:cNvGrpSpPr/>
              <p:nvPr/>
            </p:nvGrpSpPr>
            <p:grpSpPr>
              <a:xfrm>
                <a:off x="1980734" y="3473931"/>
                <a:ext cx="1505416" cy="276974"/>
                <a:chOff x="4194668" y="3607669"/>
                <a:chExt cx="1105960" cy="276974"/>
              </a:xfrm>
            </p:grpSpPr>
            <p:sp>
              <p:nvSpPr>
                <p:cNvPr id="224" name="四角形: 角を丸くする 223">
                  <a:extLst>
                    <a:ext uri="{FF2B5EF4-FFF2-40B4-BE49-F238E27FC236}">
                      <a16:creationId xmlns:a16="http://schemas.microsoft.com/office/drawing/2014/main" id="{83D913EF-3555-1849-9834-5F246D284CC1}"/>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25" name="図 224">
                  <a:extLst>
                    <a:ext uri="{FF2B5EF4-FFF2-40B4-BE49-F238E27FC236}">
                      <a16:creationId xmlns:a16="http://schemas.microsoft.com/office/drawing/2014/main" id="{98930D5B-4E89-5A84-84C9-A7E2A569C8E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23" name="テキスト ボックス 222">
                <a:extLst>
                  <a:ext uri="{FF2B5EF4-FFF2-40B4-BE49-F238E27FC236}">
                    <a16:creationId xmlns:a16="http://schemas.microsoft.com/office/drawing/2014/main" id="{0B725524-0663-C3E5-998A-70C4B0F2B5B7}"/>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26" name="グループ化 225">
            <a:extLst>
              <a:ext uri="{FF2B5EF4-FFF2-40B4-BE49-F238E27FC236}">
                <a16:creationId xmlns:a16="http://schemas.microsoft.com/office/drawing/2014/main" id="{EA15367C-F080-B14F-A0D4-06380999FE8A}"/>
              </a:ext>
            </a:extLst>
          </p:cNvPr>
          <p:cNvGrpSpPr/>
          <p:nvPr/>
        </p:nvGrpSpPr>
        <p:grpSpPr>
          <a:xfrm>
            <a:off x="1376410" y="951462"/>
            <a:ext cx="1505416" cy="601824"/>
            <a:chOff x="1980734" y="3149081"/>
            <a:chExt cx="1505416" cy="601824"/>
          </a:xfrm>
        </p:grpSpPr>
        <p:sp>
          <p:nvSpPr>
            <p:cNvPr id="227" name="楕円 226">
              <a:extLst>
                <a:ext uri="{FF2B5EF4-FFF2-40B4-BE49-F238E27FC236}">
                  <a16:creationId xmlns:a16="http://schemas.microsoft.com/office/drawing/2014/main" id="{CA7ADC37-FF05-2622-E1AA-DACF8C34992C}"/>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28" name="グループ化 227">
              <a:extLst>
                <a:ext uri="{FF2B5EF4-FFF2-40B4-BE49-F238E27FC236}">
                  <a16:creationId xmlns:a16="http://schemas.microsoft.com/office/drawing/2014/main" id="{8335AA66-7293-3D98-B9DE-8DF19809B84B}"/>
                </a:ext>
              </a:extLst>
            </p:cNvPr>
            <p:cNvGrpSpPr/>
            <p:nvPr/>
          </p:nvGrpSpPr>
          <p:grpSpPr>
            <a:xfrm>
              <a:off x="1980734" y="3175652"/>
              <a:ext cx="1505416" cy="575253"/>
              <a:chOff x="1980734" y="3175652"/>
              <a:chExt cx="1505416" cy="575253"/>
            </a:xfrm>
          </p:grpSpPr>
          <p:grpSp>
            <p:nvGrpSpPr>
              <p:cNvPr id="229" name="グループ化 228">
                <a:extLst>
                  <a:ext uri="{FF2B5EF4-FFF2-40B4-BE49-F238E27FC236}">
                    <a16:creationId xmlns:a16="http://schemas.microsoft.com/office/drawing/2014/main" id="{013D6825-2427-C016-AD1A-55DA89E42DBD}"/>
                  </a:ext>
                </a:extLst>
              </p:cNvPr>
              <p:cNvGrpSpPr/>
              <p:nvPr/>
            </p:nvGrpSpPr>
            <p:grpSpPr>
              <a:xfrm>
                <a:off x="1980734" y="3473931"/>
                <a:ext cx="1505416" cy="276974"/>
                <a:chOff x="4194668" y="3607669"/>
                <a:chExt cx="1105960" cy="276974"/>
              </a:xfrm>
            </p:grpSpPr>
            <p:sp>
              <p:nvSpPr>
                <p:cNvPr id="231" name="四角形: 角を丸くする 230">
                  <a:extLst>
                    <a:ext uri="{FF2B5EF4-FFF2-40B4-BE49-F238E27FC236}">
                      <a16:creationId xmlns:a16="http://schemas.microsoft.com/office/drawing/2014/main" id="{29873F73-5B50-873A-FF8F-97B550405AD4}"/>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32" name="図 231">
                  <a:extLst>
                    <a:ext uri="{FF2B5EF4-FFF2-40B4-BE49-F238E27FC236}">
                      <a16:creationId xmlns:a16="http://schemas.microsoft.com/office/drawing/2014/main" id="{C0394541-E42F-1413-62B2-40BF146758D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30" name="テキスト ボックス 229">
                <a:extLst>
                  <a:ext uri="{FF2B5EF4-FFF2-40B4-BE49-F238E27FC236}">
                    <a16:creationId xmlns:a16="http://schemas.microsoft.com/office/drawing/2014/main" id="{EE05BD00-0437-3BB9-49D5-FC2E370048F8}"/>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33" name="グループ化 232">
            <a:extLst>
              <a:ext uri="{FF2B5EF4-FFF2-40B4-BE49-F238E27FC236}">
                <a16:creationId xmlns:a16="http://schemas.microsoft.com/office/drawing/2014/main" id="{EDF3C545-77B6-76AC-9761-A65350AA1DA0}"/>
              </a:ext>
            </a:extLst>
          </p:cNvPr>
          <p:cNvGrpSpPr/>
          <p:nvPr/>
        </p:nvGrpSpPr>
        <p:grpSpPr>
          <a:xfrm>
            <a:off x="1376410" y="1656961"/>
            <a:ext cx="1505416" cy="601824"/>
            <a:chOff x="1980734" y="3149081"/>
            <a:chExt cx="1505416" cy="601824"/>
          </a:xfrm>
        </p:grpSpPr>
        <p:sp>
          <p:nvSpPr>
            <p:cNvPr id="234" name="楕円 233">
              <a:extLst>
                <a:ext uri="{FF2B5EF4-FFF2-40B4-BE49-F238E27FC236}">
                  <a16:creationId xmlns:a16="http://schemas.microsoft.com/office/drawing/2014/main" id="{0DA46A03-BF99-8354-C108-D013B2E66F85}"/>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35" name="グループ化 234">
              <a:extLst>
                <a:ext uri="{FF2B5EF4-FFF2-40B4-BE49-F238E27FC236}">
                  <a16:creationId xmlns:a16="http://schemas.microsoft.com/office/drawing/2014/main" id="{33075AFE-08C2-F07D-0C12-2A8648FAAF46}"/>
                </a:ext>
              </a:extLst>
            </p:cNvPr>
            <p:cNvGrpSpPr/>
            <p:nvPr/>
          </p:nvGrpSpPr>
          <p:grpSpPr>
            <a:xfrm>
              <a:off x="1980734" y="3175652"/>
              <a:ext cx="1505416" cy="575253"/>
              <a:chOff x="1980734" y="3175652"/>
              <a:chExt cx="1505416" cy="575253"/>
            </a:xfrm>
          </p:grpSpPr>
          <p:grpSp>
            <p:nvGrpSpPr>
              <p:cNvPr id="236" name="グループ化 235">
                <a:extLst>
                  <a:ext uri="{FF2B5EF4-FFF2-40B4-BE49-F238E27FC236}">
                    <a16:creationId xmlns:a16="http://schemas.microsoft.com/office/drawing/2014/main" id="{2B70AA37-7F44-6AB3-CC66-99ED6C8D00B0}"/>
                  </a:ext>
                </a:extLst>
              </p:cNvPr>
              <p:cNvGrpSpPr/>
              <p:nvPr/>
            </p:nvGrpSpPr>
            <p:grpSpPr>
              <a:xfrm>
                <a:off x="1980734" y="3473931"/>
                <a:ext cx="1505416" cy="276974"/>
                <a:chOff x="4194668" y="3607669"/>
                <a:chExt cx="1105960" cy="276974"/>
              </a:xfrm>
            </p:grpSpPr>
            <p:sp>
              <p:nvSpPr>
                <p:cNvPr id="238" name="四角形: 角を丸くする 237">
                  <a:extLst>
                    <a:ext uri="{FF2B5EF4-FFF2-40B4-BE49-F238E27FC236}">
                      <a16:creationId xmlns:a16="http://schemas.microsoft.com/office/drawing/2014/main" id="{5A1E1FF0-C3A1-78A1-A8AF-9DE265C9FF77}"/>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39" name="図 238">
                  <a:extLst>
                    <a:ext uri="{FF2B5EF4-FFF2-40B4-BE49-F238E27FC236}">
                      <a16:creationId xmlns:a16="http://schemas.microsoft.com/office/drawing/2014/main" id="{19222397-3474-EA8C-B243-7E097C22563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37" name="テキスト ボックス 236">
                <a:extLst>
                  <a:ext uri="{FF2B5EF4-FFF2-40B4-BE49-F238E27FC236}">
                    <a16:creationId xmlns:a16="http://schemas.microsoft.com/office/drawing/2014/main" id="{F6DDC5E6-CAC8-63A7-426C-D4A24B1AA8D0}"/>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47" name="グループ化 246">
            <a:extLst>
              <a:ext uri="{FF2B5EF4-FFF2-40B4-BE49-F238E27FC236}">
                <a16:creationId xmlns:a16="http://schemas.microsoft.com/office/drawing/2014/main" id="{CCABADE3-A19C-19AA-3459-5FF18FE5C116}"/>
              </a:ext>
            </a:extLst>
          </p:cNvPr>
          <p:cNvGrpSpPr/>
          <p:nvPr/>
        </p:nvGrpSpPr>
        <p:grpSpPr>
          <a:xfrm>
            <a:off x="3405968" y="920623"/>
            <a:ext cx="888261" cy="654696"/>
            <a:chOff x="519830" y="3162196"/>
            <a:chExt cx="748799" cy="551905"/>
          </a:xfrm>
        </p:grpSpPr>
        <p:sp>
          <p:nvSpPr>
            <p:cNvPr id="248" name="ハート 247">
              <a:extLst>
                <a:ext uri="{FF2B5EF4-FFF2-40B4-BE49-F238E27FC236}">
                  <a16:creationId xmlns:a16="http://schemas.microsoft.com/office/drawing/2014/main" id="{525D0FD6-6532-AAC1-1FBB-FB9EFE92402B}"/>
                </a:ext>
              </a:extLst>
            </p:cNvPr>
            <p:cNvSpPr/>
            <p:nvPr/>
          </p:nvSpPr>
          <p:spPr>
            <a:xfrm>
              <a:off x="618278" y="3162196"/>
              <a:ext cx="551905" cy="551905"/>
            </a:xfrm>
            <a:prstGeom prst="heart">
              <a:avLst/>
            </a:prstGeom>
            <a:gradFill flip="none" rotWithShape="1">
              <a:gsLst>
                <a:gs pos="38000">
                  <a:schemeClr val="tx1">
                    <a:lumMod val="85000"/>
                    <a:lumOff val="15000"/>
                    <a:alpha val="95000"/>
                  </a:schemeClr>
                </a:gs>
                <a:gs pos="100000">
                  <a:srgbClr val="CC66FF">
                    <a:alpha val="95000"/>
                  </a:srgbClr>
                </a:gs>
              </a:gsLst>
              <a:lin ang="5400000" scaled="1"/>
              <a:tileRect/>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49" name="テキスト ボックス 248">
              <a:extLst>
                <a:ext uri="{FF2B5EF4-FFF2-40B4-BE49-F238E27FC236}">
                  <a16:creationId xmlns:a16="http://schemas.microsoft.com/office/drawing/2014/main" id="{3AF85B87-7BD8-DB3C-22B3-ABF018714E9F}"/>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50" name="グループ化 249">
            <a:extLst>
              <a:ext uri="{FF2B5EF4-FFF2-40B4-BE49-F238E27FC236}">
                <a16:creationId xmlns:a16="http://schemas.microsoft.com/office/drawing/2014/main" id="{F5077957-7C24-A94F-6C6E-F057E0005153}"/>
              </a:ext>
            </a:extLst>
          </p:cNvPr>
          <p:cNvGrpSpPr/>
          <p:nvPr/>
        </p:nvGrpSpPr>
        <p:grpSpPr>
          <a:xfrm>
            <a:off x="3405968" y="1640113"/>
            <a:ext cx="888261" cy="654696"/>
            <a:chOff x="519830" y="3162196"/>
            <a:chExt cx="748799" cy="551905"/>
          </a:xfrm>
        </p:grpSpPr>
        <p:sp>
          <p:nvSpPr>
            <p:cNvPr id="251" name="ハート 250">
              <a:extLst>
                <a:ext uri="{FF2B5EF4-FFF2-40B4-BE49-F238E27FC236}">
                  <a16:creationId xmlns:a16="http://schemas.microsoft.com/office/drawing/2014/main" id="{F71B11BD-63DC-48BF-E3C1-9EA2A8E73933}"/>
                </a:ext>
              </a:extLst>
            </p:cNvPr>
            <p:cNvSpPr/>
            <p:nvPr/>
          </p:nvSpPr>
          <p:spPr>
            <a:xfrm>
              <a:off x="618278" y="3162196"/>
              <a:ext cx="551905" cy="551905"/>
            </a:xfrm>
            <a:prstGeom prst="heart">
              <a:avLst/>
            </a:prstGeom>
            <a:gradFill>
              <a:gsLst>
                <a:gs pos="19000">
                  <a:schemeClr val="tx1">
                    <a:lumMod val="85000"/>
                    <a:lumOff val="15000"/>
                    <a:alpha val="95000"/>
                  </a:schemeClr>
                </a:gs>
                <a:gs pos="100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52" name="テキスト ボックス 251">
              <a:extLst>
                <a:ext uri="{FF2B5EF4-FFF2-40B4-BE49-F238E27FC236}">
                  <a16:creationId xmlns:a16="http://schemas.microsoft.com/office/drawing/2014/main" id="{F01CC301-5E30-4797-A169-3AA029B23BED}"/>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53" name="グループ化 252">
            <a:extLst>
              <a:ext uri="{FF2B5EF4-FFF2-40B4-BE49-F238E27FC236}">
                <a16:creationId xmlns:a16="http://schemas.microsoft.com/office/drawing/2014/main" id="{B5157590-BD56-AD2E-2DC0-9C528DDE8A43}"/>
              </a:ext>
            </a:extLst>
          </p:cNvPr>
          <p:cNvGrpSpPr/>
          <p:nvPr/>
        </p:nvGrpSpPr>
        <p:grpSpPr>
          <a:xfrm>
            <a:off x="3405968" y="2369977"/>
            <a:ext cx="888261" cy="654696"/>
            <a:chOff x="519830" y="3162196"/>
            <a:chExt cx="748799" cy="551905"/>
          </a:xfrm>
        </p:grpSpPr>
        <p:sp>
          <p:nvSpPr>
            <p:cNvPr id="254" name="ハート 253">
              <a:extLst>
                <a:ext uri="{FF2B5EF4-FFF2-40B4-BE49-F238E27FC236}">
                  <a16:creationId xmlns:a16="http://schemas.microsoft.com/office/drawing/2014/main" id="{219ECF58-26AA-728F-060A-CDD9B02EC35B}"/>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55" name="テキスト ボックス 254">
              <a:extLst>
                <a:ext uri="{FF2B5EF4-FFF2-40B4-BE49-F238E27FC236}">
                  <a16:creationId xmlns:a16="http://schemas.microsoft.com/office/drawing/2014/main" id="{CD4F33CB-303D-2B3C-E105-689F600EA4B4}"/>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56" name="グループ化 255">
            <a:extLst>
              <a:ext uri="{FF2B5EF4-FFF2-40B4-BE49-F238E27FC236}">
                <a16:creationId xmlns:a16="http://schemas.microsoft.com/office/drawing/2014/main" id="{A9398396-0DC8-9711-129C-2065D301616C}"/>
              </a:ext>
            </a:extLst>
          </p:cNvPr>
          <p:cNvGrpSpPr/>
          <p:nvPr/>
        </p:nvGrpSpPr>
        <p:grpSpPr>
          <a:xfrm>
            <a:off x="4022681" y="3127311"/>
            <a:ext cx="888261" cy="654696"/>
            <a:chOff x="519830" y="3162196"/>
            <a:chExt cx="748799" cy="551905"/>
          </a:xfrm>
        </p:grpSpPr>
        <p:sp>
          <p:nvSpPr>
            <p:cNvPr id="257" name="ハート 256">
              <a:extLst>
                <a:ext uri="{FF2B5EF4-FFF2-40B4-BE49-F238E27FC236}">
                  <a16:creationId xmlns:a16="http://schemas.microsoft.com/office/drawing/2014/main" id="{07616D22-97BE-BD1D-5270-E2A09C6F411E}"/>
                </a:ext>
              </a:extLst>
            </p:cNvPr>
            <p:cNvSpPr/>
            <p:nvPr/>
          </p:nvSpPr>
          <p:spPr>
            <a:xfrm>
              <a:off x="618278" y="3162196"/>
              <a:ext cx="551905" cy="551905"/>
            </a:xfrm>
            <a:prstGeom prst="heart">
              <a:avLst/>
            </a:prstGeom>
            <a:solidFill>
              <a:srgbClr val="CC66FF"/>
            </a:solidFill>
            <a:ln w="38100">
              <a:solidFill>
                <a:schemeClr val="tx1">
                  <a:lumMod val="85000"/>
                  <a:lumOff val="15000"/>
                </a:schemeClr>
              </a:solidFill>
            </a:ln>
            <a:effectLst>
              <a:glow rad="88900">
                <a:srgbClr val="CC66FF">
                  <a:alpha val="45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58" name="テキスト ボックス 257">
              <a:extLst>
                <a:ext uri="{FF2B5EF4-FFF2-40B4-BE49-F238E27FC236}">
                  <a16:creationId xmlns:a16="http://schemas.microsoft.com/office/drawing/2014/main" id="{AB5631E6-34CA-0BCD-A6CF-D1B39B1C5507}"/>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59" name="グループ化 258">
            <a:extLst>
              <a:ext uri="{FF2B5EF4-FFF2-40B4-BE49-F238E27FC236}">
                <a16:creationId xmlns:a16="http://schemas.microsoft.com/office/drawing/2014/main" id="{3E46632C-2423-E113-6C4C-CC615FFD6521}"/>
              </a:ext>
            </a:extLst>
          </p:cNvPr>
          <p:cNvGrpSpPr/>
          <p:nvPr/>
        </p:nvGrpSpPr>
        <p:grpSpPr>
          <a:xfrm>
            <a:off x="3405968" y="3854579"/>
            <a:ext cx="888261" cy="654696"/>
            <a:chOff x="519830" y="3162196"/>
            <a:chExt cx="748799" cy="551905"/>
          </a:xfrm>
        </p:grpSpPr>
        <p:sp>
          <p:nvSpPr>
            <p:cNvPr id="260" name="ハート 259">
              <a:extLst>
                <a:ext uri="{FF2B5EF4-FFF2-40B4-BE49-F238E27FC236}">
                  <a16:creationId xmlns:a16="http://schemas.microsoft.com/office/drawing/2014/main" id="{74E665EE-543E-AB3A-8A00-AF4559EA91E0}"/>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61" name="テキスト ボックス 260">
              <a:extLst>
                <a:ext uri="{FF2B5EF4-FFF2-40B4-BE49-F238E27FC236}">
                  <a16:creationId xmlns:a16="http://schemas.microsoft.com/office/drawing/2014/main" id="{BB91B51B-965E-B1CA-B298-DA360CF91287}"/>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62" name="グループ化 261">
            <a:extLst>
              <a:ext uri="{FF2B5EF4-FFF2-40B4-BE49-F238E27FC236}">
                <a16:creationId xmlns:a16="http://schemas.microsoft.com/office/drawing/2014/main" id="{70F95923-D0BD-F1F5-E788-7BF021D2FE9B}"/>
              </a:ext>
            </a:extLst>
          </p:cNvPr>
          <p:cNvGrpSpPr/>
          <p:nvPr/>
        </p:nvGrpSpPr>
        <p:grpSpPr>
          <a:xfrm>
            <a:off x="3405968" y="4568889"/>
            <a:ext cx="888261" cy="654696"/>
            <a:chOff x="519830" y="3162196"/>
            <a:chExt cx="748799" cy="551905"/>
          </a:xfrm>
        </p:grpSpPr>
        <p:sp>
          <p:nvSpPr>
            <p:cNvPr id="263" name="ハート 262">
              <a:extLst>
                <a:ext uri="{FF2B5EF4-FFF2-40B4-BE49-F238E27FC236}">
                  <a16:creationId xmlns:a16="http://schemas.microsoft.com/office/drawing/2014/main" id="{8E87A6E5-55C7-0E38-D2C2-78970C035919}"/>
                </a:ext>
              </a:extLst>
            </p:cNvPr>
            <p:cNvSpPr/>
            <p:nvPr/>
          </p:nvSpPr>
          <p:spPr>
            <a:xfrm>
              <a:off x="618278" y="3162196"/>
              <a:ext cx="551905" cy="551905"/>
            </a:xfrm>
            <a:prstGeom prst="heart">
              <a:avLst/>
            </a:prstGeom>
            <a:gradFill>
              <a:gsLst>
                <a:gs pos="5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64" name="テキスト ボックス 263">
              <a:extLst>
                <a:ext uri="{FF2B5EF4-FFF2-40B4-BE49-F238E27FC236}">
                  <a16:creationId xmlns:a16="http://schemas.microsoft.com/office/drawing/2014/main" id="{4136E247-61B7-A38D-F7A3-8AF1F378A5C4}"/>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65" name="グループ化 264">
            <a:extLst>
              <a:ext uri="{FF2B5EF4-FFF2-40B4-BE49-F238E27FC236}">
                <a16:creationId xmlns:a16="http://schemas.microsoft.com/office/drawing/2014/main" id="{C2A2F554-F2FF-6B81-EF79-83AEE8F4BCE1}"/>
              </a:ext>
            </a:extLst>
          </p:cNvPr>
          <p:cNvGrpSpPr/>
          <p:nvPr/>
        </p:nvGrpSpPr>
        <p:grpSpPr>
          <a:xfrm>
            <a:off x="3405968" y="5299009"/>
            <a:ext cx="888261" cy="654696"/>
            <a:chOff x="519830" y="3162196"/>
            <a:chExt cx="748799" cy="551905"/>
          </a:xfrm>
        </p:grpSpPr>
        <p:sp>
          <p:nvSpPr>
            <p:cNvPr id="266" name="ハート 265">
              <a:extLst>
                <a:ext uri="{FF2B5EF4-FFF2-40B4-BE49-F238E27FC236}">
                  <a16:creationId xmlns:a16="http://schemas.microsoft.com/office/drawing/2014/main" id="{038AE048-0AFF-C618-DD24-38107993AE20}"/>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67" name="テキスト ボックス 266">
              <a:extLst>
                <a:ext uri="{FF2B5EF4-FFF2-40B4-BE49-F238E27FC236}">
                  <a16:creationId xmlns:a16="http://schemas.microsoft.com/office/drawing/2014/main" id="{C288F5A5-D170-B1DF-F81A-FE2FC0DE9A43}"/>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98" name="グループ化 97">
            <a:extLst>
              <a:ext uri="{FF2B5EF4-FFF2-40B4-BE49-F238E27FC236}">
                <a16:creationId xmlns:a16="http://schemas.microsoft.com/office/drawing/2014/main" id="{1BEB0142-A0ED-BC23-6426-0048897D6AE3}"/>
              </a:ext>
            </a:extLst>
          </p:cNvPr>
          <p:cNvGrpSpPr/>
          <p:nvPr/>
        </p:nvGrpSpPr>
        <p:grpSpPr>
          <a:xfrm>
            <a:off x="4687028" y="3177491"/>
            <a:ext cx="377850" cy="635617"/>
            <a:chOff x="4659035" y="3205484"/>
            <a:chExt cx="377850" cy="635617"/>
          </a:xfrm>
        </p:grpSpPr>
        <p:sp>
          <p:nvSpPr>
            <p:cNvPr id="11" name="楕円 10">
              <a:extLst>
                <a:ext uri="{FF2B5EF4-FFF2-40B4-BE49-F238E27FC236}">
                  <a16:creationId xmlns:a16="http://schemas.microsoft.com/office/drawing/2014/main" id="{4D53DCCD-A5CF-5524-85B4-3823285FAB0E}"/>
                </a:ext>
              </a:extLst>
            </p:cNvPr>
            <p:cNvSpPr/>
            <p:nvPr/>
          </p:nvSpPr>
          <p:spPr>
            <a:xfrm>
              <a:off x="4659035" y="36552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12" name="楕円 11">
              <a:extLst>
                <a:ext uri="{FF2B5EF4-FFF2-40B4-BE49-F238E27FC236}">
                  <a16:creationId xmlns:a16="http://schemas.microsoft.com/office/drawing/2014/main" id="{3B3F441F-F0E5-98C1-3CB6-7C0F18935EEF}"/>
                </a:ext>
              </a:extLst>
            </p:cNvPr>
            <p:cNvSpPr/>
            <p:nvPr/>
          </p:nvSpPr>
          <p:spPr>
            <a:xfrm>
              <a:off x="4795907" y="344447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14" name="楕円 13">
              <a:extLst>
                <a:ext uri="{FF2B5EF4-FFF2-40B4-BE49-F238E27FC236}">
                  <a16:creationId xmlns:a16="http://schemas.microsoft.com/office/drawing/2014/main" id="{108105D2-B79D-690D-92BE-60430FB51335}"/>
                </a:ext>
              </a:extLst>
            </p:cNvPr>
            <p:cNvSpPr/>
            <p:nvPr/>
          </p:nvSpPr>
          <p:spPr>
            <a:xfrm>
              <a:off x="4837789" y="320548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grpSp>
        <p:nvGrpSpPr>
          <p:cNvPr id="20" name="グループ化 19">
            <a:extLst>
              <a:ext uri="{FF2B5EF4-FFF2-40B4-BE49-F238E27FC236}">
                <a16:creationId xmlns:a16="http://schemas.microsoft.com/office/drawing/2014/main" id="{23335F80-6449-4EA4-A261-62D66EAEB2EF}"/>
              </a:ext>
            </a:extLst>
          </p:cNvPr>
          <p:cNvGrpSpPr/>
          <p:nvPr/>
        </p:nvGrpSpPr>
        <p:grpSpPr>
          <a:xfrm>
            <a:off x="4058449" y="3879977"/>
            <a:ext cx="377850" cy="635617"/>
            <a:chOff x="4811435" y="3357884"/>
            <a:chExt cx="377850" cy="635617"/>
          </a:xfrm>
        </p:grpSpPr>
        <p:sp>
          <p:nvSpPr>
            <p:cNvPr id="16" name="楕円 15">
              <a:extLst>
                <a:ext uri="{FF2B5EF4-FFF2-40B4-BE49-F238E27FC236}">
                  <a16:creationId xmlns:a16="http://schemas.microsoft.com/office/drawing/2014/main" id="{6BC72F67-FF4F-0F5C-BD9F-184D2691CE0D}"/>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17" name="楕円 16">
              <a:extLst>
                <a:ext uri="{FF2B5EF4-FFF2-40B4-BE49-F238E27FC236}">
                  <a16:creationId xmlns:a16="http://schemas.microsoft.com/office/drawing/2014/main" id="{0FE3FB80-4862-4C53-DEF3-2F51B3B2A0C4}"/>
                </a:ext>
              </a:extLst>
            </p:cNvPr>
            <p:cNvSpPr/>
            <p:nvPr/>
          </p:nvSpPr>
          <p:spPr>
            <a:xfrm>
              <a:off x="4948307" y="359687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18" name="楕円 17">
              <a:extLst>
                <a:ext uri="{FF2B5EF4-FFF2-40B4-BE49-F238E27FC236}">
                  <a16:creationId xmlns:a16="http://schemas.microsoft.com/office/drawing/2014/main" id="{87E83A6C-64D0-2071-3943-B3B827CBA309}"/>
                </a:ext>
              </a:extLst>
            </p:cNvPr>
            <p:cNvSpPr/>
            <p:nvPr/>
          </p:nvSpPr>
          <p:spPr>
            <a:xfrm>
              <a:off x="4990189" y="335788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sp>
        <p:nvSpPr>
          <p:cNvPr id="23" name="楕円 22">
            <a:extLst>
              <a:ext uri="{FF2B5EF4-FFF2-40B4-BE49-F238E27FC236}">
                <a16:creationId xmlns:a16="http://schemas.microsoft.com/office/drawing/2014/main" id="{E712D8D8-6726-BCF9-7E92-2AB1CD4D61BF}"/>
              </a:ext>
            </a:extLst>
          </p:cNvPr>
          <p:cNvSpPr/>
          <p:nvPr/>
        </p:nvSpPr>
        <p:spPr>
          <a:xfrm>
            <a:off x="4058449" y="5063902"/>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nvGrpSpPr>
          <p:cNvPr id="26" name="グループ化 25">
            <a:extLst>
              <a:ext uri="{FF2B5EF4-FFF2-40B4-BE49-F238E27FC236}">
                <a16:creationId xmlns:a16="http://schemas.microsoft.com/office/drawing/2014/main" id="{AEC0CDEF-6873-D0BC-D284-B259CAE9C8C5}"/>
              </a:ext>
            </a:extLst>
          </p:cNvPr>
          <p:cNvGrpSpPr/>
          <p:nvPr/>
        </p:nvGrpSpPr>
        <p:grpSpPr>
          <a:xfrm>
            <a:off x="4058449" y="5587328"/>
            <a:ext cx="335968" cy="396627"/>
            <a:chOff x="4811435" y="3596874"/>
            <a:chExt cx="335968" cy="396627"/>
          </a:xfrm>
        </p:grpSpPr>
        <p:sp>
          <p:nvSpPr>
            <p:cNvPr id="27" name="楕円 26">
              <a:extLst>
                <a:ext uri="{FF2B5EF4-FFF2-40B4-BE49-F238E27FC236}">
                  <a16:creationId xmlns:a16="http://schemas.microsoft.com/office/drawing/2014/main" id="{C7B2C1D1-3538-2AF7-CB85-3068DCFB3FBE}"/>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29" name="楕円 28">
              <a:extLst>
                <a:ext uri="{FF2B5EF4-FFF2-40B4-BE49-F238E27FC236}">
                  <a16:creationId xmlns:a16="http://schemas.microsoft.com/office/drawing/2014/main" id="{FFAE4B40-5646-AA82-6811-F9499C333055}"/>
                </a:ext>
              </a:extLst>
            </p:cNvPr>
            <p:cNvSpPr/>
            <p:nvPr/>
          </p:nvSpPr>
          <p:spPr>
            <a:xfrm>
              <a:off x="4948307" y="359687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sp>
        <p:nvSpPr>
          <p:cNvPr id="35" name="楕円 34">
            <a:extLst>
              <a:ext uri="{FF2B5EF4-FFF2-40B4-BE49-F238E27FC236}">
                <a16:creationId xmlns:a16="http://schemas.microsoft.com/office/drawing/2014/main" id="{EF8E23DB-6845-81A2-7943-D3E34F147004}"/>
              </a:ext>
            </a:extLst>
          </p:cNvPr>
          <p:cNvSpPr/>
          <p:nvPr/>
        </p:nvSpPr>
        <p:spPr>
          <a:xfrm>
            <a:off x="4061957" y="1401468"/>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nvGrpSpPr>
          <p:cNvPr id="88" name="グループ化 87">
            <a:extLst>
              <a:ext uri="{FF2B5EF4-FFF2-40B4-BE49-F238E27FC236}">
                <a16:creationId xmlns:a16="http://schemas.microsoft.com/office/drawing/2014/main" id="{0A39C73A-34C7-3DF4-43AC-5A4CCC69A02E}"/>
              </a:ext>
            </a:extLst>
          </p:cNvPr>
          <p:cNvGrpSpPr/>
          <p:nvPr/>
        </p:nvGrpSpPr>
        <p:grpSpPr>
          <a:xfrm>
            <a:off x="4061957" y="1685903"/>
            <a:ext cx="377850" cy="635617"/>
            <a:chOff x="4811435" y="3357884"/>
            <a:chExt cx="377850" cy="635617"/>
          </a:xfrm>
        </p:grpSpPr>
        <p:sp>
          <p:nvSpPr>
            <p:cNvPr id="89" name="楕円 88">
              <a:extLst>
                <a:ext uri="{FF2B5EF4-FFF2-40B4-BE49-F238E27FC236}">
                  <a16:creationId xmlns:a16="http://schemas.microsoft.com/office/drawing/2014/main" id="{D4736089-328A-C007-E837-4AB112D388A9}"/>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92" name="楕円 91">
              <a:extLst>
                <a:ext uri="{FF2B5EF4-FFF2-40B4-BE49-F238E27FC236}">
                  <a16:creationId xmlns:a16="http://schemas.microsoft.com/office/drawing/2014/main" id="{A393EC5F-CB9F-213B-29DC-F30C7443E817}"/>
                </a:ext>
              </a:extLst>
            </p:cNvPr>
            <p:cNvSpPr/>
            <p:nvPr/>
          </p:nvSpPr>
          <p:spPr>
            <a:xfrm>
              <a:off x="4948307" y="359687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93" name="楕円 92">
              <a:extLst>
                <a:ext uri="{FF2B5EF4-FFF2-40B4-BE49-F238E27FC236}">
                  <a16:creationId xmlns:a16="http://schemas.microsoft.com/office/drawing/2014/main" id="{F700468C-599B-DA9D-0DF1-886E4ED8FA12}"/>
                </a:ext>
              </a:extLst>
            </p:cNvPr>
            <p:cNvSpPr/>
            <p:nvPr/>
          </p:nvSpPr>
          <p:spPr>
            <a:xfrm>
              <a:off x="4990189" y="335788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grpSp>
        <p:nvGrpSpPr>
          <p:cNvPr id="94" name="グループ化 93">
            <a:extLst>
              <a:ext uri="{FF2B5EF4-FFF2-40B4-BE49-F238E27FC236}">
                <a16:creationId xmlns:a16="http://schemas.microsoft.com/office/drawing/2014/main" id="{07C6F557-F98B-6BD5-CB83-BB020FB6C78E}"/>
              </a:ext>
            </a:extLst>
          </p:cNvPr>
          <p:cNvGrpSpPr/>
          <p:nvPr/>
        </p:nvGrpSpPr>
        <p:grpSpPr>
          <a:xfrm>
            <a:off x="4061957" y="2659074"/>
            <a:ext cx="335968" cy="396627"/>
            <a:chOff x="4811435" y="3596874"/>
            <a:chExt cx="335968" cy="396627"/>
          </a:xfrm>
        </p:grpSpPr>
        <p:sp>
          <p:nvSpPr>
            <p:cNvPr id="95" name="楕円 94">
              <a:extLst>
                <a:ext uri="{FF2B5EF4-FFF2-40B4-BE49-F238E27FC236}">
                  <a16:creationId xmlns:a16="http://schemas.microsoft.com/office/drawing/2014/main" id="{8ACD7378-BB0B-C401-D845-54AF3E28965E}"/>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96" name="楕円 95">
              <a:extLst>
                <a:ext uri="{FF2B5EF4-FFF2-40B4-BE49-F238E27FC236}">
                  <a16:creationId xmlns:a16="http://schemas.microsoft.com/office/drawing/2014/main" id="{EF0040EE-FFB1-4803-CBD1-406884548B7A}"/>
                </a:ext>
              </a:extLst>
            </p:cNvPr>
            <p:cNvSpPr/>
            <p:nvPr/>
          </p:nvSpPr>
          <p:spPr>
            <a:xfrm>
              <a:off x="4948307" y="359687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grpSp>
        <p:nvGrpSpPr>
          <p:cNvPr id="102" name="グループ化 101">
            <a:extLst>
              <a:ext uri="{FF2B5EF4-FFF2-40B4-BE49-F238E27FC236}">
                <a16:creationId xmlns:a16="http://schemas.microsoft.com/office/drawing/2014/main" id="{A961F5C0-F5C4-08D1-3267-BBE6CB71CDA1}"/>
              </a:ext>
            </a:extLst>
          </p:cNvPr>
          <p:cNvGrpSpPr/>
          <p:nvPr/>
        </p:nvGrpSpPr>
        <p:grpSpPr>
          <a:xfrm>
            <a:off x="8962119" y="905845"/>
            <a:ext cx="2561811" cy="5035298"/>
            <a:chOff x="8962119" y="905845"/>
            <a:chExt cx="2561811" cy="5035298"/>
          </a:xfrm>
        </p:grpSpPr>
        <p:grpSp>
          <p:nvGrpSpPr>
            <p:cNvPr id="114" name="グループ化 113">
              <a:extLst>
                <a:ext uri="{FF2B5EF4-FFF2-40B4-BE49-F238E27FC236}">
                  <a16:creationId xmlns:a16="http://schemas.microsoft.com/office/drawing/2014/main" id="{6BB48829-73F4-A590-C4DF-EB010AEF0F25}"/>
                </a:ext>
              </a:extLst>
            </p:cNvPr>
            <p:cNvGrpSpPr/>
            <p:nvPr/>
          </p:nvGrpSpPr>
          <p:grpSpPr>
            <a:xfrm>
              <a:off x="8962119" y="905845"/>
              <a:ext cx="2561811" cy="632926"/>
              <a:chOff x="8957885" y="4574183"/>
              <a:chExt cx="2561811" cy="632926"/>
            </a:xfrm>
          </p:grpSpPr>
          <p:sp>
            <p:nvSpPr>
              <p:cNvPr id="246" name="楕円 245">
                <a:extLst>
                  <a:ext uri="{FF2B5EF4-FFF2-40B4-BE49-F238E27FC236}">
                    <a16:creationId xmlns:a16="http://schemas.microsoft.com/office/drawing/2014/main" id="{9AD520D6-52F9-C974-7A82-11A34CF437E8}"/>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268" name="四角形: 角を丸くする 267">
                <a:extLst>
                  <a:ext uri="{FF2B5EF4-FFF2-40B4-BE49-F238E27FC236}">
                    <a16:creationId xmlns:a16="http://schemas.microsoft.com/office/drawing/2014/main" id="{64512430-BFBF-F1F8-EE56-145E9CBB6F08}"/>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269" name="グループ化 268">
                <a:extLst>
                  <a:ext uri="{FF2B5EF4-FFF2-40B4-BE49-F238E27FC236}">
                    <a16:creationId xmlns:a16="http://schemas.microsoft.com/office/drawing/2014/main" id="{709A6EAA-4E7D-DDCA-E5F8-FA9E118B5AA8}"/>
                  </a:ext>
                </a:extLst>
              </p:cNvPr>
              <p:cNvGrpSpPr/>
              <p:nvPr/>
            </p:nvGrpSpPr>
            <p:grpSpPr>
              <a:xfrm>
                <a:off x="9498429" y="4598805"/>
                <a:ext cx="1505416" cy="601824"/>
                <a:chOff x="1980734" y="3149081"/>
                <a:chExt cx="1505416" cy="601824"/>
              </a:xfrm>
            </p:grpSpPr>
            <p:sp>
              <p:nvSpPr>
                <p:cNvPr id="270" name="楕円 269">
                  <a:extLst>
                    <a:ext uri="{FF2B5EF4-FFF2-40B4-BE49-F238E27FC236}">
                      <a16:creationId xmlns:a16="http://schemas.microsoft.com/office/drawing/2014/main" id="{CAF5BD63-6DE2-6E3E-8C7A-B5B5D47A04B9}"/>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71" name="グループ化 270">
                  <a:extLst>
                    <a:ext uri="{FF2B5EF4-FFF2-40B4-BE49-F238E27FC236}">
                      <a16:creationId xmlns:a16="http://schemas.microsoft.com/office/drawing/2014/main" id="{2C6CC4D0-AD8B-DB7D-BCD8-6B51540CD651}"/>
                    </a:ext>
                  </a:extLst>
                </p:cNvPr>
                <p:cNvGrpSpPr/>
                <p:nvPr/>
              </p:nvGrpSpPr>
              <p:grpSpPr>
                <a:xfrm>
                  <a:off x="1980734" y="3175652"/>
                  <a:ext cx="1505416" cy="575253"/>
                  <a:chOff x="1980734" y="3175652"/>
                  <a:chExt cx="1505416" cy="575253"/>
                </a:xfrm>
              </p:grpSpPr>
              <p:grpSp>
                <p:nvGrpSpPr>
                  <p:cNvPr id="272" name="グループ化 271">
                    <a:extLst>
                      <a:ext uri="{FF2B5EF4-FFF2-40B4-BE49-F238E27FC236}">
                        <a16:creationId xmlns:a16="http://schemas.microsoft.com/office/drawing/2014/main" id="{D2866068-80A2-CF96-4C82-E92FFDA3A198}"/>
                      </a:ext>
                    </a:extLst>
                  </p:cNvPr>
                  <p:cNvGrpSpPr/>
                  <p:nvPr/>
                </p:nvGrpSpPr>
                <p:grpSpPr>
                  <a:xfrm>
                    <a:off x="1980734" y="3473931"/>
                    <a:ext cx="1505416" cy="276974"/>
                    <a:chOff x="4194668" y="3607669"/>
                    <a:chExt cx="1105960" cy="276974"/>
                  </a:xfrm>
                </p:grpSpPr>
                <p:sp>
                  <p:nvSpPr>
                    <p:cNvPr id="274" name="四角形: 角を丸くする 273">
                      <a:extLst>
                        <a:ext uri="{FF2B5EF4-FFF2-40B4-BE49-F238E27FC236}">
                          <a16:creationId xmlns:a16="http://schemas.microsoft.com/office/drawing/2014/main" id="{98A94A0B-7D92-E819-C75F-11787018B60D}"/>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75" name="図 274">
                      <a:extLst>
                        <a:ext uri="{FF2B5EF4-FFF2-40B4-BE49-F238E27FC236}">
                          <a16:creationId xmlns:a16="http://schemas.microsoft.com/office/drawing/2014/main" id="{69CC4EE0-DFA8-D9BB-6DB4-1DB059A214C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73" name="テキスト ボックス 272">
                    <a:extLst>
                      <a:ext uri="{FF2B5EF4-FFF2-40B4-BE49-F238E27FC236}">
                        <a16:creationId xmlns:a16="http://schemas.microsoft.com/office/drawing/2014/main" id="{8A21AA7F-5D38-C7F0-D45E-744B3AD4E8D0}"/>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15" name="グループ化 114">
              <a:extLst>
                <a:ext uri="{FF2B5EF4-FFF2-40B4-BE49-F238E27FC236}">
                  <a16:creationId xmlns:a16="http://schemas.microsoft.com/office/drawing/2014/main" id="{ED85B878-2678-B9D1-59BC-65DE92F1E4EC}"/>
                </a:ext>
              </a:extLst>
            </p:cNvPr>
            <p:cNvGrpSpPr/>
            <p:nvPr/>
          </p:nvGrpSpPr>
          <p:grpSpPr>
            <a:xfrm>
              <a:off x="8962119" y="5308217"/>
              <a:ext cx="2561811" cy="632926"/>
              <a:chOff x="8957885" y="4574183"/>
              <a:chExt cx="2561811" cy="632926"/>
            </a:xfrm>
          </p:grpSpPr>
          <p:sp>
            <p:nvSpPr>
              <p:cNvPr id="194" name="楕円 193">
                <a:extLst>
                  <a:ext uri="{FF2B5EF4-FFF2-40B4-BE49-F238E27FC236}">
                    <a16:creationId xmlns:a16="http://schemas.microsoft.com/office/drawing/2014/main" id="{1538D95C-9AD3-B975-BAEF-42A83814147B}"/>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95" name="四角形: 角を丸くする 194">
                <a:extLst>
                  <a:ext uri="{FF2B5EF4-FFF2-40B4-BE49-F238E27FC236}">
                    <a16:creationId xmlns:a16="http://schemas.microsoft.com/office/drawing/2014/main" id="{6C6D4E15-648E-D02B-C015-0512A625A8C3}"/>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96" name="グループ化 195">
                <a:extLst>
                  <a:ext uri="{FF2B5EF4-FFF2-40B4-BE49-F238E27FC236}">
                    <a16:creationId xmlns:a16="http://schemas.microsoft.com/office/drawing/2014/main" id="{DD6072E4-C408-AA99-A5D6-7BE4FFED4DF1}"/>
                  </a:ext>
                </a:extLst>
              </p:cNvPr>
              <p:cNvGrpSpPr/>
              <p:nvPr/>
            </p:nvGrpSpPr>
            <p:grpSpPr>
              <a:xfrm>
                <a:off x="9498429" y="4598805"/>
                <a:ext cx="1505416" cy="601824"/>
                <a:chOff x="1980734" y="3149081"/>
                <a:chExt cx="1505416" cy="601824"/>
              </a:xfrm>
            </p:grpSpPr>
            <p:sp>
              <p:nvSpPr>
                <p:cNvPr id="240" name="楕円 239">
                  <a:extLst>
                    <a:ext uri="{FF2B5EF4-FFF2-40B4-BE49-F238E27FC236}">
                      <a16:creationId xmlns:a16="http://schemas.microsoft.com/office/drawing/2014/main" id="{19B0E52D-A568-F2A3-26C8-95A1EE31D8A2}"/>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41" name="グループ化 240">
                  <a:extLst>
                    <a:ext uri="{FF2B5EF4-FFF2-40B4-BE49-F238E27FC236}">
                      <a16:creationId xmlns:a16="http://schemas.microsoft.com/office/drawing/2014/main" id="{A530882D-0A11-78DF-2D26-C738E4C4EE6B}"/>
                    </a:ext>
                  </a:extLst>
                </p:cNvPr>
                <p:cNvGrpSpPr/>
                <p:nvPr/>
              </p:nvGrpSpPr>
              <p:grpSpPr>
                <a:xfrm>
                  <a:off x="1980734" y="3175652"/>
                  <a:ext cx="1505416" cy="575253"/>
                  <a:chOff x="1980734" y="3175652"/>
                  <a:chExt cx="1505416" cy="575253"/>
                </a:xfrm>
              </p:grpSpPr>
              <p:grpSp>
                <p:nvGrpSpPr>
                  <p:cNvPr id="242" name="グループ化 241">
                    <a:extLst>
                      <a:ext uri="{FF2B5EF4-FFF2-40B4-BE49-F238E27FC236}">
                        <a16:creationId xmlns:a16="http://schemas.microsoft.com/office/drawing/2014/main" id="{7D85C1FE-06CF-10A8-ED76-CB24EE9E1E96}"/>
                      </a:ext>
                    </a:extLst>
                  </p:cNvPr>
                  <p:cNvGrpSpPr/>
                  <p:nvPr/>
                </p:nvGrpSpPr>
                <p:grpSpPr>
                  <a:xfrm>
                    <a:off x="1980734" y="3473931"/>
                    <a:ext cx="1505416" cy="276974"/>
                    <a:chOff x="4194668" y="3607669"/>
                    <a:chExt cx="1105960" cy="276974"/>
                  </a:xfrm>
                </p:grpSpPr>
                <p:sp>
                  <p:nvSpPr>
                    <p:cNvPr id="244" name="四角形: 角を丸くする 243">
                      <a:extLst>
                        <a:ext uri="{FF2B5EF4-FFF2-40B4-BE49-F238E27FC236}">
                          <a16:creationId xmlns:a16="http://schemas.microsoft.com/office/drawing/2014/main" id="{39E60EFD-6EDA-7377-6207-3EC3153351DF}"/>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45" name="図 244">
                      <a:extLst>
                        <a:ext uri="{FF2B5EF4-FFF2-40B4-BE49-F238E27FC236}">
                          <a16:creationId xmlns:a16="http://schemas.microsoft.com/office/drawing/2014/main" id="{FF065FD6-2F96-A511-6772-3F4AFC218A9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43" name="テキスト ボックス 242">
                    <a:extLst>
                      <a:ext uri="{FF2B5EF4-FFF2-40B4-BE49-F238E27FC236}">
                        <a16:creationId xmlns:a16="http://schemas.microsoft.com/office/drawing/2014/main" id="{264CEA5A-8D21-5E33-0329-5E825061DE85}"/>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16" name="グループ化 115">
              <a:extLst>
                <a:ext uri="{FF2B5EF4-FFF2-40B4-BE49-F238E27FC236}">
                  <a16:creationId xmlns:a16="http://schemas.microsoft.com/office/drawing/2014/main" id="{AF7BB3EB-1614-7F49-24FC-93541A8BEC5A}"/>
                </a:ext>
              </a:extLst>
            </p:cNvPr>
            <p:cNvGrpSpPr/>
            <p:nvPr/>
          </p:nvGrpSpPr>
          <p:grpSpPr>
            <a:xfrm>
              <a:off x="8962119" y="1639574"/>
              <a:ext cx="2561811" cy="632926"/>
              <a:chOff x="8957885" y="4574183"/>
              <a:chExt cx="2561811" cy="632926"/>
            </a:xfrm>
          </p:grpSpPr>
          <p:sp>
            <p:nvSpPr>
              <p:cNvPr id="182" name="楕円 181">
                <a:extLst>
                  <a:ext uri="{FF2B5EF4-FFF2-40B4-BE49-F238E27FC236}">
                    <a16:creationId xmlns:a16="http://schemas.microsoft.com/office/drawing/2014/main" id="{DCB9F224-7826-69B3-F22B-DAF34BBCA536}"/>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84" name="四角形: 角を丸くする 183">
                <a:extLst>
                  <a:ext uri="{FF2B5EF4-FFF2-40B4-BE49-F238E27FC236}">
                    <a16:creationId xmlns:a16="http://schemas.microsoft.com/office/drawing/2014/main" id="{E7C8FF41-BD40-B43C-102F-7733EB5ADE8F}"/>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87" name="グループ化 186">
                <a:extLst>
                  <a:ext uri="{FF2B5EF4-FFF2-40B4-BE49-F238E27FC236}">
                    <a16:creationId xmlns:a16="http://schemas.microsoft.com/office/drawing/2014/main" id="{B1B6B039-9CCC-2478-EB48-FE467F8369A7}"/>
                  </a:ext>
                </a:extLst>
              </p:cNvPr>
              <p:cNvGrpSpPr/>
              <p:nvPr/>
            </p:nvGrpSpPr>
            <p:grpSpPr>
              <a:xfrm>
                <a:off x="9498429" y="4598805"/>
                <a:ext cx="1505416" cy="601824"/>
                <a:chOff x="1980734" y="3149081"/>
                <a:chExt cx="1505416" cy="601824"/>
              </a:xfrm>
            </p:grpSpPr>
            <p:sp>
              <p:nvSpPr>
                <p:cNvPr id="188" name="楕円 187">
                  <a:extLst>
                    <a:ext uri="{FF2B5EF4-FFF2-40B4-BE49-F238E27FC236}">
                      <a16:creationId xmlns:a16="http://schemas.microsoft.com/office/drawing/2014/main" id="{DC39CFC4-D417-12EB-CDE2-9FC10F9BD68B}"/>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89" name="グループ化 188">
                  <a:extLst>
                    <a:ext uri="{FF2B5EF4-FFF2-40B4-BE49-F238E27FC236}">
                      <a16:creationId xmlns:a16="http://schemas.microsoft.com/office/drawing/2014/main" id="{5B8EFC06-D932-813D-073A-FCE5F8615452}"/>
                    </a:ext>
                  </a:extLst>
                </p:cNvPr>
                <p:cNvGrpSpPr/>
                <p:nvPr/>
              </p:nvGrpSpPr>
              <p:grpSpPr>
                <a:xfrm>
                  <a:off x="1980734" y="3175652"/>
                  <a:ext cx="1505416" cy="575253"/>
                  <a:chOff x="1980734" y="3175652"/>
                  <a:chExt cx="1505416" cy="575253"/>
                </a:xfrm>
              </p:grpSpPr>
              <p:grpSp>
                <p:nvGrpSpPr>
                  <p:cNvPr id="190" name="グループ化 189">
                    <a:extLst>
                      <a:ext uri="{FF2B5EF4-FFF2-40B4-BE49-F238E27FC236}">
                        <a16:creationId xmlns:a16="http://schemas.microsoft.com/office/drawing/2014/main" id="{F3FAABB8-4520-3F6C-7BCC-73274AF89D58}"/>
                      </a:ext>
                    </a:extLst>
                  </p:cNvPr>
                  <p:cNvGrpSpPr/>
                  <p:nvPr/>
                </p:nvGrpSpPr>
                <p:grpSpPr>
                  <a:xfrm>
                    <a:off x="1980734" y="3473931"/>
                    <a:ext cx="1505416" cy="276974"/>
                    <a:chOff x="4194668" y="3607669"/>
                    <a:chExt cx="1105960" cy="276974"/>
                  </a:xfrm>
                </p:grpSpPr>
                <p:sp>
                  <p:nvSpPr>
                    <p:cNvPr id="192" name="四角形: 角を丸くする 191">
                      <a:extLst>
                        <a:ext uri="{FF2B5EF4-FFF2-40B4-BE49-F238E27FC236}">
                          <a16:creationId xmlns:a16="http://schemas.microsoft.com/office/drawing/2014/main" id="{7F1AB471-F1EB-6D52-CD5C-E88051273F63}"/>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93" name="図 192">
                      <a:extLst>
                        <a:ext uri="{FF2B5EF4-FFF2-40B4-BE49-F238E27FC236}">
                          <a16:creationId xmlns:a16="http://schemas.microsoft.com/office/drawing/2014/main" id="{8C05ABB8-81B4-0906-DAD4-7311D53F6C9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91" name="テキスト ボックス 190">
                    <a:extLst>
                      <a:ext uri="{FF2B5EF4-FFF2-40B4-BE49-F238E27FC236}">
                        <a16:creationId xmlns:a16="http://schemas.microsoft.com/office/drawing/2014/main" id="{1A3081D2-3BDE-FCD1-B3B2-5221F137ACE1}"/>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17" name="グループ化 116">
              <a:extLst>
                <a:ext uri="{FF2B5EF4-FFF2-40B4-BE49-F238E27FC236}">
                  <a16:creationId xmlns:a16="http://schemas.microsoft.com/office/drawing/2014/main" id="{036F60A7-8D7A-9118-24BF-EE984A7DDD07}"/>
                </a:ext>
              </a:extLst>
            </p:cNvPr>
            <p:cNvGrpSpPr/>
            <p:nvPr/>
          </p:nvGrpSpPr>
          <p:grpSpPr>
            <a:xfrm>
              <a:off x="8962119" y="2373303"/>
              <a:ext cx="2561811" cy="632926"/>
              <a:chOff x="8957885" y="4574183"/>
              <a:chExt cx="2561811" cy="632926"/>
            </a:xfrm>
          </p:grpSpPr>
          <p:sp>
            <p:nvSpPr>
              <p:cNvPr id="156" name="楕円 155">
                <a:extLst>
                  <a:ext uri="{FF2B5EF4-FFF2-40B4-BE49-F238E27FC236}">
                    <a16:creationId xmlns:a16="http://schemas.microsoft.com/office/drawing/2014/main" id="{E64D3044-1601-4382-2EB2-643B1EAE2104}"/>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57" name="四角形: 角を丸くする 156">
                <a:extLst>
                  <a:ext uri="{FF2B5EF4-FFF2-40B4-BE49-F238E27FC236}">
                    <a16:creationId xmlns:a16="http://schemas.microsoft.com/office/drawing/2014/main" id="{8F67787A-E18D-A1C2-9164-469270993AD0}"/>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58" name="グループ化 157">
                <a:extLst>
                  <a:ext uri="{FF2B5EF4-FFF2-40B4-BE49-F238E27FC236}">
                    <a16:creationId xmlns:a16="http://schemas.microsoft.com/office/drawing/2014/main" id="{D1702664-449B-A5EC-7660-08A0CB278C25}"/>
                  </a:ext>
                </a:extLst>
              </p:cNvPr>
              <p:cNvGrpSpPr/>
              <p:nvPr/>
            </p:nvGrpSpPr>
            <p:grpSpPr>
              <a:xfrm>
                <a:off x="9498429" y="4598805"/>
                <a:ext cx="1505416" cy="601824"/>
                <a:chOff x="1980734" y="3149081"/>
                <a:chExt cx="1505416" cy="601824"/>
              </a:xfrm>
            </p:grpSpPr>
            <p:sp>
              <p:nvSpPr>
                <p:cNvPr id="159" name="楕円 158">
                  <a:extLst>
                    <a:ext uri="{FF2B5EF4-FFF2-40B4-BE49-F238E27FC236}">
                      <a16:creationId xmlns:a16="http://schemas.microsoft.com/office/drawing/2014/main" id="{F394350A-EE8C-5465-05BC-5D5306EE4554}"/>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60" name="グループ化 159">
                  <a:extLst>
                    <a:ext uri="{FF2B5EF4-FFF2-40B4-BE49-F238E27FC236}">
                      <a16:creationId xmlns:a16="http://schemas.microsoft.com/office/drawing/2014/main" id="{59F6B9B3-6E95-2711-5162-F0C9207482CD}"/>
                    </a:ext>
                  </a:extLst>
                </p:cNvPr>
                <p:cNvGrpSpPr/>
                <p:nvPr/>
              </p:nvGrpSpPr>
              <p:grpSpPr>
                <a:xfrm>
                  <a:off x="1980734" y="3175652"/>
                  <a:ext cx="1505416" cy="575253"/>
                  <a:chOff x="1980734" y="3175652"/>
                  <a:chExt cx="1505416" cy="575253"/>
                </a:xfrm>
              </p:grpSpPr>
              <p:grpSp>
                <p:nvGrpSpPr>
                  <p:cNvPr id="161" name="グループ化 160">
                    <a:extLst>
                      <a:ext uri="{FF2B5EF4-FFF2-40B4-BE49-F238E27FC236}">
                        <a16:creationId xmlns:a16="http://schemas.microsoft.com/office/drawing/2014/main" id="{8221B1C0-7D5A-CD2B-92B0-3E2780D495DC}"/>
                      </a:ext>
                    </a:extLst>
                  </p:cNvPr>
                  <p:cNvGrpSpPr/>
                  <p:nvPr/>
                </p:nvGrpSpPr>
                <p:grpSpPr>
                  <a:xfrm>
                    <a:off x="1980734" y="3473931"/>
                    <a:ext cx="1505416" cy="276974"/>
                    <a:chOff x="4194668" y="3607669"/>
                    <a:chExt cx="1105960" cy="276974"/>
                  </a:xfrm>
                </p:grpSpPr>
                <p:sp>
                  <p:nvSpPr>
                    <p:cNvPr id="177" name="四角形: 角を丸くする 176">
                      <a:extLst>
                        <a:ext uri="{FF2B5EF4-FFF2-40B4-BE49-F238E27FC236}">
                          <a16:creationId xmlns:a16="http://schemas.microsoft.com/office/drawing/2014/main" id="{F4FE8940-9A65-B01C-C9B3-2495B07C6D46}"/>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78" name="図 177">
                      <a:extLst>
                        <a:ext uri="{FF2B5EF4-FFF2-40B4-BE49-F238E27FC236}">
                          <a16:creationId xmlns:a16="http://schemas.microsoft.com/office/drawing/2014/main" id="{CA58B7EA-F9EA-C483-8D11-C1E99C96BC4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73" name="テキスト ボックス 172">
                    <a:extLst>
                      <a:ext uri="{FF2B5EF4-FFF2-40B4-BE49-F238E27FC236}">
                        <a16:creationId xmlns:a16="http://schemas.microsoft.com/office/drawing/2014/main" id="{45AFE47B-332E-B48E-4DCD-CF002EF01CE5}"/>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18" name="グループ化 117">
              <a:extLst>
                <a:ext uri="{FF2B5EF4-FFF2-40B4-BE49-F238E27FC236}">
                  <a16:creationId xmlns:a16="http://schemas.microsoft.com/office/drawing/2014/main" id="{28B41AF3-8F7F-27FE-867C-A14AD4AD9E69}"/>
                </a:ext>
              </a:extLst>
            </p:cNvPr>
            <p:cNvGrpSpPr/>
            <p:nvPr/>
          </p:nvGrpSpPr>
          <p:grpSpPr>
            <a:xfrm>
              <a:off x="8962119" y="3107032"/>
              <a:ext cx="2561811" cy="632926"/>
              <a:chOff x="8957885" y="4574183"/>
              <a:chExt cx="2561811" cy="632926"/>
            </a:xfrm>
          </p:grpSpPr>
          <p:sp>
            <p:nvSpPr>
              <p:cNvPr id="144" name="楕円 143">
                <a:extLst>
                  <a:ext uri="{FF2B5EF4-FFF2-40B4-BE49-F238E27FC236}">
                    <a16:creationId xmlns:a16="http://schemas.microsoft.com/office/drawing/2014/main" id="{3755FDAA-FA1C-2B29-B04B-39AC21804A24}"/>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45" name="四角形: 角を丸くする 144">
                <a:extLst>
                  <a:ext uri="{FF2B5EF4-FFF2-40B4-BE49-F238E27FC236}">
                    <a16:creationId xmlns:a16="http://schemas.microsoft.com/office/drawing/2014/main" id="{9127BD44-9632-DE9B-EBA3-2B8F54CAB834}"/>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46" name="グループ化 145">
                <a:extLst>
                  <a:ext uri="{FF2B5EF4-FFF2-40B4-BE49-F238E27FC236}">
                    <a16:creationId xmlns:a16="http://schemas.microsoft.com/office/drawing/2014/main" id="{E7D8B6E8-C7A7-F7EE-BD5B-55F361AE0080}"/>
                  </a:ext>
                </a:extLst>
              </p:cNvPr>
              <p:cNvGrpSpPr/>
              <p:nvPr/>
            </p:nvGrpSpPr>
            <p:grpSpPr>
              <a:xfrm>
                <a:off x="9498429" y="4598805"/>
                <a:ext cx="1505416" cy="601824"/>
                <a:chOff x="1980734" y="3149081"/>
                <a:chExt cx="1505416" cy="601824"/>
              </a:xfrm>
            </p:grpSpPr>
            <p:sp>
              <p:nvSpPr>
                <p:cNvPr id="147" name="楕円 146">
                  <a:extLst>
                    <a:ext uri="{FF2B5EF4-FFF2-40B4-BE49-F238E27FC236}">
                      <a16:creationId xmlns:a16="http://schemas.microsoft.com/office/drawing/2014/main" id="{9566C69C-005C-9C8E-CD53-07F3FA977069}"/>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48" name="グループ化 147">
                  <a:extLst>
                    <a:ext uri="{FF2B5EF4-FFF2-40B4-BE49-F238E27FC236}">
                      <a16:creationId xmlns:a16="http://schemas.microsoft.com/office/drawing/2014/main" id="{CE388BC6-80A9-8C7B-22D7-363956C331FD}"/>
                    </a:ext>
                  </a:extLst>
                </p:cNvPr>
                <p:cNvGrpSpPr/>
                <p:nvPr/>
              </p:nvGrpSpPr>
              <p:grpSpPr>
                <a:xfrm>
                  <a:off x="1980734" y="3175652"/>
                  <a:ext cx="1505416" cy="575253"/>
                  <a:chOff x="1980734" y="3175652"/>
                  <a:chExt cx="1505416" cy="575253"/>
                </a:xfrm>
              </p:grpSpPr>
              <p:grpSp>
                <p:nvGrpSpPr>
                  <p:cNvPr id="149" name="グループ化 148">
                    <a:extLst>
                      <a:ext uri="{FF2B5EF4-FFF2-40B4-BE49-F238E27FC236}">
                        <a16:creationId xmlns:a16="http://schemas.microsoft.com/office/drawing/2014/main" id="{17DCDD60-2FC8-C88A-773C-85F5214EC46D}"/>
                      </a:ext>
                    </a:extLst>
                  </p:cNvPr>
                  <p:cNvGrpSpPr/>
                  <p:nvPr/>
                </p:nvGrpSpPr>
                <p:grpSpPr>
                  <a:xfrm>
                    <a:off x="1980734" y="3473931"/>
                    <a:ext cx="1505416" cy="276974"/>
                    <a:chOff x="4194668" y="3607669"/>
                    <a:chExt cx="1105960" cy="276974"/>
                  </a:xfrm>
                </p:grpSpPr>
                <p:sp>
                  <p:nvSpPr>
                    <p:cNvPr id="151" name="四角形: 角を丸くする 150">
                      <a:extLst>
                        <a:ext uri="{FF2B5EF4-FFF2-40B4-BE49-F238E27FC236}">
                          <a16:creationId xmlns:a16="http://schemas.microsoft.com/office/drawing/2014/main" id="{7D33116B-5CA6-0DDA-C393-9FD7BC2256E2}"/>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52" name="図 151">
                      <a:extLst>
                        <a:ext uri="{FF2B5EF4-FFF2-40B4-BE49-F238E27FC236}">
                          <a16:creationId xmlns:a16="http://schemas.microsoft.com/office/drawing/2014/main" id="{9C042C16-1F5C-1852-C985-9BC5EF0008D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50" name="テキスト ボックス 149">
                    <a:extLst>
                      <a:ext uri="{FF2B5EF4-FFF2-40B4-BE49-F238E27FC236}">
                        <a16:creationId xmlns:a16="http://schemas.microsoft.com/office/drawing/2014/main" id="{3E1B2F13-A9DB-E7FF-F01C-BC86043BB4E9}"/>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19" name="グループ化 118">
              <a:extLst>
                <a:ext uri="{FF2B5EF4-FFF2-40B4-BE49-F238E27FC236}">
                  <a16:creationId xmlns:a16="http://schemas.microsoft.com/office/drawing/2014/main" id="{5D1E0DE6-F5E8-DB6B-AD82-25B6444009E7}"/>
                </a:ext>
              </a:extLst>
            </p:cNvPr>
            <p:cNvGrpSpPr/>
            <p:nvPr/>
          </p:nvGrpSpPr>
          <p:grpSpPr>
            <a:xfrm>
              <a:off x="8962119" y="3840761"/>
              <a:ext cx="2561811" cy="632926"/>
              <a:chOff x="8957885" y="4574183"/>
              <a:chExt cx="2561811" cy="632926"/>
            </a:xfrm>
          </p:grpSpPr>
          <p:sp>
            <p:nvSpPr>
              <p:cNvPr id="133" name="楕円 132">
                <a:extLst>
                  <a:ext uri="{FF2B5EF4-FFF2-40B4-BE49-F238E27FC236}">
                    <a16:creationId xmlns:a16="http://schemas.microsoft.com/office/drawing/2014/main" id="{3103C75A-EBD7-C365-F062-D700411D8F23}"/>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34" name="四角形: 角を丸くする 133">
                <a:extLst>
                  <a:ext uri="{FF2B5EF4-FFF2-40B4-BE49-F238E27FC236}">
                    <a16:creationId xmlns:a16="http://schemas.microsoft.com/office/drawing/2014/main" id="{F5F854A0-C2B5-48DE-785D-4E004F16E975}"/>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35" name="グループ化 134">
                <a:extLst>
                  <a:ext uri="{FF2B5EF4-FFF2-40B4-BE49-F238E27FC236}">
                    <a16:creationId xmlns:a16="http://schemas.microsoft.com/office/drawing/2014/main" id="{826A4CD2-E498-1A21-8AB9-052A1BB7DB37}"/>
                  </a:ext>
                </a:extLst>
              </p:cNvPr>
              <p:cNvGrpSpPr/>
              <p:nvPr/>
            </p:nvGrpSpPr>
            <p:grpSpPr>
              <a:xfrm>
                <a:off x="9498429" y="4598805"/>
                <a:ext cx="1505416" cy="601824"/>
                <a:chOff x="1980734" y="3149081"/>
                <a:chExt cx="1505416" cy="601824"/>
              </a:xfrm>
            </p:grpSpPr>
            <p:sp>
              <p:nvSpPr>
                <p:cNvPr id="136" name="楕円 135">
                  <a:extLst>
                    <a:ext uri="{FF2B5EF4-FFF2-40B4-BE49-F238E27FC236}">
                      <a16:creationId xmlns:a16="http://schemas.microsoft.com/office/drawing/2014/main" id="{94844FCF-5E39-C8B1-ED6C-A0E49FCC833C}"/>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38" name="グループ化 137">
                  <a:extLst>
                    <a:ext uri="{FF2B5EF4-FFF2-40B4-BE49-F238E27FC236}">
                      <a16:creationId xmlns:a16="http://schemas.microsoft.com/office/drawing/2014/main" id="{33D41DA3-21A6-4F6E-3C9E-F5E1A863CF1B}"/>
                    </a:ext>
                  </a:extLst>
                </p:cNvPr>
                <p:cNvGrpSpPr/>
                <p:nvPr/>
              </p:nvGrpSpPr>
              <p:grpSpPr>
                <a:xfrm>
                  <a:off x="1980734" y="3175652"/>
                  <a:ext cx="1505416" cy="575253"/>
                  <a:chOff x="1980734" y="3175652"/>
                  <a:chExt cx="1505416" cy="575253"/>
                </a:xfrm>
              </p:grpSpPr>
              <p:grpSp>
                <p:nvGrpSpPr>
                  <p:cNvPr id="140" name="グループ化 139">
                    <a:extLst>
                      <a:ext uri="{FF2B5EF4-FFF2-40B4-BE49-F238E27FC236}">
                        <a16:creationId xmlns:a16="http://schemas.microsoft.com/office/drawing/2014/main" id="{23002E15-DAA5-544C-7954-7393CAB39E1F}"/>
                      </a:ext>
                    </a:extLst>
                  </p:cNvPr>
                  <p:cNvGrpSpPr/>
                  <p:nvPr/>
                </p:nvGrpSpPr>
                <p:grpSpPr>
                  <a:xfrm>
                    <a:off x="1980734" y="3473931"/>
                    <a:ext cx="1505416" cy="276974"/>
                    <a:chOff x="4194668" y="3607669"/>
                    <a:chExt cx="1105960" cy="276974"/>
                  </a:xfrm>
                </p:grpSpPr>
                <p:sp>
                  <p:nvSpPr>
                    <p:cNvPr id="142" name="四角形: 角を丸くする 141">
                      <a:extLst>
                        <a:ext uri="{FF2B5EF4-FFF2-40B4-BE49-F238E27FC236}">
                          <a16:creationId xmlns:a16="http://schemas.microsoft.com/office/drawing/2014/main" id="{1595121A-22D8-D920-C1F6-AA2D0EFC4F13}"/>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43" name="図 142">
                      <a:extLst>
                        <a:ext uri="{FF2B5EF4-FFF2-40B4-BE49-F238E27FC236}">
                          <a16:creationId xmlns:a16="http://schemas.microsoft.com/office/drawing/2014/main" id="{8E4867A9-4C87-2412-ECDE-0B6ACFD1A53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41" name="テキスト ボックス 140">
                    <a:extLst>
                      <a:ext uri="{FF2B5EF4-FFF2-40B4-BE49-F238E27FC236}">
                        <a16:creationId xmlns:a16="http://schemas.microsoft.com/office/drawing/2014/main" id="{158AFF81-4E3E-91CC-C02A-0AA3F2F9E557}"/>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21" name="グループ化 120">
              <a:extLst>
                <a:ext uri="{FF2B5EF4-FFF2-40B4-BE49-F238E27FC236}">
                  <a16:creationId xmlns:a16="http://schemas.microsoft.com/office/drawing/2014/main" id="{CD594424-5C88-4D89-44FF-9E4C2AA0D107}"/>
                </a:ext>
              </a:extLst>
            </p:cNvPr>
            <p:cNvGrpSpPr/>
            <p:nvPr/>
          </p:nvGrpSpPr>
          <p:grpSpPr>
            <a:xfrm>
              <a:off x="8962119" y="4574490"/>
              <a:ext cx="2561811" cy="632926"/>
              <a:chOff x="8957885" y="4574183"/>
              <a:chExt cx="2561811" cy="632926"/>
            </a:xfrm>
          </p:grpSpPr>
          <p:sp>
            <p:nvSpPr>
              <p:cNvPr id="122" name="楕円 121">
                <a:extLst>
                  <a:ext uri="{FF2B5EF4-FFF2-40B4-BE49-F238E27FC236}">
                    <a16:creationId xmlns:a16="http://schemas.microsoft.com/office/drawing/2014/main" id="{CFE5AB77-D942-C70D-5517-A753A28FFF33}"/>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23" name="四角形: 角を丸くする 122">
                <a:extLst>
                  <a:ext uri="{FF2B5EF4-FFF2-40B4-BE49-F238E27FC236}">
                    <a16:creationId xmlns:a16="http://schemas.microsoft.com/office/drawing/2014/main" id="{ACC5C726-CC44-DBDA-F353-7F57DD55DA87}"/>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24" name="グループ化 123">
                <a:extLst>
                  <a:ext uri="{FF2B5EF4-FFF2-40B4-BE49-F238E27FC236}">
                    <a16:creationId xmlns:a16="http://schemas.microsoft.com/office/drawing/2014/main" id="{26F9FFFC-56A8-2284-17CF-85DC824A967B}"/>
                  </a:ext>
                </a:extLst>
              </p:cNvPr>
              <p:cNvGrpSpPr/>
              <p:nvPr/>
            </p:nvGrpSpPr>
            <p:grpSpPr>
              <a:xfrm>
                <a:off x="9498429" y="4598805"/>
                <a:ext cx="1505416" cy="601824"/>
                <a:chOff x="1980734" y="3149081"/>
                <a:chExt cx="1505416" cy="601824"/>
              </a:xfrm>
            </p:grpSpPr>
            <p:sp>
              <p:nvSpPr>
                <p:cNvPr id="127" name="楕円 126">
                  <a:extLst>
                    <a:ext uri="{FF2B5EF4-FFF2-40B4-BE49-F238E27FC236}">
                      <a16:creationId xmlns:a16="http://schemas.microsoft.com/office/drawing/2014/main" id="{59D2995E-C884-B236-6B66-3BA3FF572BC7}"/>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28" name="グループ化 127">
                  <a:extLst>
                    <a:ext uri="{FF2B5EF4-FFF2-40B4-BE49-F238E27FC236}">
                      <a16:creationId xmlns:a16="http://schemas.microsoft.com/office/drawing/2014/main" id="{36C5B2C7-C386-6CB8-CF92-A14BDA743358}"/>
                    </a:ext>
                  </a:extLst>
                </p:cNvPr>
                <p:cNvGrpSpPr/>
                <p:nvPr/>
              </p:nvGrpSpPr>
              <p:grpSpPr>
                <a:xfrm>
                  <a:off x="1980734" y="3175652"/>
                  <a:ext cx="1505416" cy="575253"/>
                  <a:chOff x="1980734" y="3175652"/>
                  <a:chExt cx="1505416" cy="575253"/>
                </a:xfrm>
              </p:grpSpPr>
              <p:grpSp>
                <p:nvGrpSpPr>
                  <p:cNvPr id="129" name="グループ化 128">
                    <a:extLst>
                      <a:ext uri="{FF2B5EF4-FFF2-40B4-BE49-F238E27FC236}">
                        <a16:creationId xmlns:a16="http://schemas.microsoft.com/office/drawing/2014/main" id="{538004E6-6E3F-DE48-DF09-7806E4041BA7}"/>
                      </a:ext>
                    </a:extLst>
                  </p:cNvPr>
                  <p:cNvGrpSpPr/>
                  <p:nvPr/>
                </p:nvGrpSpPr>
                <p:grpSpPr>
                  <a:xfrm>
                    <a:off x="1980734" y="3473931"/>
                    <a:ext cx="1505416" cy="276974"/>
                    <a:chOff x="4194668" y="3607669"/>
                    <a:chExt cx="1105960" cy="276974"/>
                  </a:xfrm>
                </p:grpSpPr>
                <p:sp>
                  <p:nvSpPr>
                    <p:cNvPr id="131" name="四角形: 角を丸くする 130">
                      <a:extLst>
                        <a:ext uri="{FF2B5EF4-FFF2-40B4-BE49-F238E27FC236}">
                          <a16:creationId xmlns:a16="http://schemas.microsoft.com/office/drawing/2014/main" id="{F1EDE03A-E005-2F91-622B-EDFA4843C884}"/>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32" name="図 131">
                      <a:extLst>
                        <a:ext uri="{FF2B5EF4-FFF2-40B4-BE49-F238E27FC236}">
                          <a16:creationId xmlns:a16="http://schemas.microsoft.com/office/drawing/2014/main" id="{C63CC677-6140-28DF-D948-99CE239A5D2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30" name="テキスト ボックス 129">
                    <a:extLst>
                      <a:ext uri="{FF2B5EF4-FFF2-40B4-BE49-F238E27FC236}">
                        <a16:creationId xmlns:a16="http://schemas.microsoft.com/office/drawing/2014/main" id="{6211A176-D0CE-2124-2027-C844E547B3EB}"/>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sp>
        <p:nvSpPr>
          <p:cNvPr id="4" name="正方形/長方形 3">
            <a:extLst>
              <a:ext uri="{FF2B5EF4-FFF2-40B4-BE49-F238E27FC236}">
                <a16:creationId xmlns:a16="http://schemas.microsoft.com/office/drawing/2014/main" id="{069F4588-0F9A-09C9-0E97-3F67659BFC00}"/>
              </a:ext>
            </a:extLst>
          </p:cNvPr>
          <p:cNvSpPr/>
          <p:nvPr/>
        </p:nvSpPr>
        <p:spPr>
          <a:xfrm>
            <a:off x="0" y="1599433"/>
            <a:ext cx="12192000" cy="3659134"/>
          </a:xfrm>
          <a:prstGeom prst="rect">
            <a:avLst/>
          </a:prstGeom>
          <a:solidFill>
            <a:schemeClr val="tx1">
              <a:lumMod val="95000"/>
              <a:lumOff val="5000"/>
              <a:alpha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82" name="グループ化 81">
            <a:extLst>
              <a:ext uri="{FF2B5EF4-FFF2-40B4-BE49-F238E27FC236}">
                <a16:creationId xmlns:a16="http://schemas.microsoft.com/office/drawing/2014/main" id="{4218D00D-5D31-4621-AB27-A5E9E308E582}"/>
              </a:ext>
            </a:extLst>
          </p:cNvPr>
          <p:cNvGrpSpPr/>
          <p:nvPr/>
        </p:nvGrpSpPr>
        <p:grpSpPr>
          <a:xfrm>
            <a:off x="1644062" y="1812106"/>
            <a:ext cx="8903876" cy="3233789"/>
            <a:chOff x="1644062" y="1960958"/>
            <a:chExt cx="8903876" cy="3233789"/>
          </a:xfrm>
        </p:grpSpPr>
        <p:sp>
          <p:nvSpPr>
            <p:cNvPr id="25" name="テキスト ボックス 24">
              <a:extLst>
                <a:ext uri="{FF2B5EF4-FFF2-40B4-BE49-F238E27FC236}">
                  <a16:creationId xmlns:a16="http://schemas.microsoft.com/office/drawing/2014/main" id="{582629C0-14EA-6722-6DC5-95191E83BDD9}"/>
                </a:ext>
              </a:extLst>
            </p:cNvPr>
            <p:cNvSpPr txBox="1"/>
            <p:nvPr/>
          </p:nvSpPr>
          <p:spPr>
            <a:xfrm>
              <a:off x="5416194" y="1960958"/>
              <a:ext cx="1401346" cy="707886"/>
            </a:xfrm>
            <a:prstGeom prst="rect">
              <a:avLst/>
            </a:prstGeom>
            <a:noFill/>
          </p:spPr>
          <p:txBody>
            <a:bodyPr wrap="none" rtlCol="0">
              <a:spAutoFit/>
            </a:bodyPr>
            <a:lstStyle/>
            <a:p>
              <a:pPr algn="ctr"/>
              <a:r>
                <a:rPr kumimoji="1" lang="en-US" altLang="ja-JP" sz="4000" b="1" dirty="0">
                  <a:solidFill>
                    <a:schemeClr val="bg1">
                      <a:lumMod val="95000"/>
                    </a:schemeClr>
                  </a:solidFill>
                  <a:latin typeface="BIZ UDP明朝 Medium" panose="02020500000000000000" pitchFamily="18" charset="-128"/>
                  <a:ea typeface="BIZ UDP明朝 Medium" panose="02020500000000000000" pitchFamily="18" charset="-128"/>
                </a:rPr>
                <a:t>FLIP</a:t>
              </a:r>
              <a:endParaRPr kumimoji="1" lang="ja-JP" altLang="en-US" sz="40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33" name="平行四辺形 32">
              <a:extLst>
                <a:ext uri="{FF2B5EF4-FFF2-40B4-BE49-F238E27FC236}">
                  <a16:creationId xmlns:a16="http://schemas.microsoft.com/office/drawing/2014/main" id="{1BECAE43-D797-542C-E3BE-FCABA8A4EC9C}"/>
                </a:ext>
              </a:extLst>
            </p:cNvPr>
            <p:cNvSpPr/>
            <p:nvPr/>
          </p:nvSpPr>
          <p:spPr>
            <a:xfrm>
              <a:off x="1644062" y="3177209"/>
              <a:ext cx="8903876" cy="707882"/>
            </a:xfrm>
            <a:prstGeom prst="parallelogram">
              <a:avLst/>
            </a:prstGeom>
            <a:solidFill>
              <a:srgbClr val="CC66FF">
                <a:alpha val="70000"/>
              </a:srgbClr>
            </a:solidFill>
            <a:ln w="38100">
              <a:solidFill>
                <a:schemeClr val="bg1">
                  <a:lumMod val="85000"/>
                </a:schemeClr>
              </a:solidFill>
            </a:ln>
            <a:effectLst>
              <a:glow rad="266700">
                <a:srgbClr val="CC66FF">
                  <a:alpha val="65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dirty="0">
                  <a:latin typeface="BIZ UDP明朝 Medium" panose="02020500000000000000" pitchFamily="18" charset="-128"/>
                  <a:ea typeface="BIZ UDP明朝 Medium" panose="02020500000000000000" pitchFamily="18" charset="-128"/>
                </a:rPr>
                <a:t>全パラメータ</a:t>
              </a:r>
              <a:r>
                <a:rPr kumimoji="1" lang="en-US" altLang="ja-JP" sz="2400" dirty="0">
                  <a:latin typeface="BIZ UDP明朝 Medium" panose="02020500000000000000" pitchFamily="18" charset="-128"/>
                  <a:ea typeface="BIZ UDP明朝 Medium" panose="02020500000000000000" pitchFamily="18" charset="-128"/>
                </a:rPr>
                <a:t>100</a:t>
              </a:r>
              <a:r>
                <a:rPr kumimoji="1" lang="ja-JP" altLang="en-US" sz="2400" dirty="0">
                  <a:latin typeface="BIZ UDP明朝 Medium" panose="02020500000000000000" pitchFamily="18" charset="-128"/>
                  <a:ea typeface="BIZ UDP明朝 Medium" panose="02020500000000000000" pitchFamily="18" charset="-128"/>
                </a:rPr>
                <a:t>％上昇＆スキルチャージ</a:t>
              </a:r>
              <a:r>
                <a:rPr kumimoji="1" lang="en-US" altLang="ja-JP" sz="2400" dirty="0">
                  <a:latin typeface="BIZ UDP明朝 Medium" panose="02020500000000000000" pitchFamily="18" charset="-128"/>
                  <a:ea typeface="BIZ UDP明朝 Medium" panose="02020500000000000000" pitchFamily="18" charset="-128"/>
                </a:rPr>
                <a:t>MAX</a:t>
              </a:r>
              <a:endParaRPr kumimoji="1" lang="ja-JP" altLang="en-US" sz="2400" dirty="0">
                <a:latin typeface="BIZ UDP明朝 Medium" panose="02020500000000000000" pitchFamily="18" charset="-128"/>
                <a:ea typeface="BIZ UDP明朝 Medium" panose="02020500000000000000" pitchFamily="18" charset="-128"/>
              </a:endParaRPr>
            </a:p>
          </p:txBody>
        </p:sp>
        <p:grpSp>
          <p:nvGrpSpPr>
            <p:cNvPr id="43" name="グループ化 42">
              <a:extLst>
                <a:ext uri="{FF2B5EF4-FFF2-40B4-BE49-F238E27FC236}">
                  <a16:creationId xmlns:a16="http://schemas.microsoft.com/office/drawing/2014/main" id="{ADE45F89-22A8-7DFE-4C4D-90C0A093D125}"/>
                </a:ext>
              </a:extLst>
            </p:cNvPr>
            <p:cNvGrpSpPr/>
            <p:nvPr/>
          </p:nvGrpSpPr>
          <p:grpSpPr>
            <a:xfrm>
              <a:off x="4954530" y="4393456"/>
              <a:ext cx="2324674" cy="801291"/>
              <a:chOff x="8047249" y="4431717"/>
              <a:chExt cx="2324674" cy="801291"/>
            </a:xfrm>
          </p:grpSpPr>
          <p:sp>
            <p:nvSpPr>
              <p:cNvPr id="79" name="矢印: 五方向 78">
                <a:extLst>
                  <a:ext uri="{FF2B5EF4-FFF2-40B4-BE49-F238E27FC236}">
                    <a16:creationId xmlns:a16="http://schemas.microsoft.com/office/drawing/2014/main" id="{05C5EB6F-DBAB-AC17-56E4-73EE93F90374}"/>
                  </a:ext>
                </a:extLst>
              </p:cNvPr>
              <p:cNvSpPr/>
              <p:nvPr/>
            </p:nvSpPr>
            <p:spPr>
              <a:xfrm>
                <a:off x="8322906" y="4431717"/>
                <a:ext cx="1773360" cy="461826"/>
              </a:xfrm>
              <a:prstGeom prst="homePlate">
                <a:avLst/>
              </a:prstGeom>
              <a:solidFill>
                <a:srgbClr val="CC66FF">
                  <a:alpha val="70000"/>
                </a:srgbClr>
              </a:solidFill>
              <a:ln w="25400">
                <a:gradFill>
                  <a:gsLst>
                    <a:gs pos="0">
                      <a:schemeClr val="accent1">
                        <a:lumMod val="5000"/>
                        <a:lumOff val="95000"/>
                      </a:schemeClr>
                    </a:gs>
                    <a:gs pos="68000">
                      <a:srgbClr val="CC66FF">
                        <a:alpha val="0"/>
                      </a:srgbClr>
                    </a:gs>
                  </a:gsLst>
                  <a:lin ang="5400000" scaled="1"/>
                </a:gra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BIZ UDP明朝 Medium" panose="02020500000000000000" pitchFamily="18" charset="-128"/>
                    <a:ea typeface="BIZ UDP明朝 Medium" panose="02020500000000000000" pitchFamily="18" charset="-128"/>
                  </a:rPr>
                  <a:t>バトルに戻る</a:t>
                </a:r>
              </a:p>
            </p:txBody>
          </p:sp>
          <p:sp>
            <p:nvSpPr>
              <p:cNvPr id="97" name="テキスト ボックス 96">
                <a:extLst>
                  <a:ext uri="{FF2B5EF4-FFF2-40B4-BE49-F238E27FC236}">
                    <a16:creationId xmlns:a16="http://schemas.microsoft.com/office/drawing/2014/main" id="{43DBB9D4-AB67-EB99-3DFD-0430E5801B8A}"/>
                  </a:ext>
                </a:extLst>
              </p:cNvPr>
              <p:cNvSpPr txBox="1"/>
              <p:nvPr/>
            </p:nvSpPr>
            <p:spPr>
              <a:xfrm>
                <a:off x="8047249" y="4925231"/>
                <a:ext cx="2324674" cy="307777"/>
              </a:xfrm>
              <a:prstGeom prst="rect">
                <a:avLst/>
              </a:prstGeom>
              <a:noFill/>
            </p:spPr>
            <p:txBody>
              <a:bodyPr wrap="none" rtlCol="0">
                <a:spAutoFit/>
              </a:bodyPr>
              <a:lstStyle/>
              <a:p>
                <a:pPr algn="ctr"/>
                <a:r>
                  <a:rPr lang="en-US" altLang="ja-JP" sz="1400" b="1" dirty="0">
                    <a:solidFill>
                      <a:schemeClr val="bg1">
                        <a:lumMod val="85000"/>
                      </a:schemeClr>
                    </a:solidFill>
                    <a:latin typeface="BIZ UDP明朝 Medium" panose="02020500000000000000" pitchFamily="18" charset="-128"/>
                    <a:ea typeface="BIZ UDP明朝 Medium" panose="02020500000000000000" pitchFamily="18" charset="-128"/>
                  </a:rPr>
                  <a:t>n</a:t>
                </a:r>
                <a:r>
                  <a:rPr lang="ja-JP" altLang="en-US" sz="1400" b="1" dirty="0">
                    <a:solidFill>
                      <a:schemeClr val="bg1">
                        <a:lumMod val="85000"/>
                      </a:schemeClr>
                    </a:solidFill>
                    <a:latin typeface="BIZ UDP明朝 Medium" panose="02020500000000000000" pitchFamily="18" charset="-128"/>
                    <a:ea typeface="BIZ UDP明朝 Medium" panose="02020500000000000000" pitchFamily="18" charset="-128"/>
                  </a:rPr>
                  <a:t>秒後に自動でバトルに戻る</a:t>
                </a:r>
                <a:endParaRPr kumimoji="1" lang="ja-JP" altLang="en-US" sz="1400" b="1" dirty="0">
                  <a:solidFill>
                    <a:schemeClr val="bg1">
                      <a:lumMod val="85000"/>
                    </a:schemeClr>
                  </a:solidFill>
                  <a:latin typeface="BIZ UDP明朝 Medium" panose="02020500000000000000" pitchFamily="18" charset="-128"/>
                  <a:ea typeface="BIZ UDP明朝 Medium" panose="02020500000000000000" pitchFamily="18" charset="-128"/>
                </a:endParaRPr>
              </a:p>
            </p:txBody>
          </p:sp>
        </p:grpSp>
      </p:grpSp>
      <p:sp>
        <p:nvSpPr>
          <p:cNvPr id="278" name="平行四辺形 277">
            <a:extLst>
              <a:ext uri="{FF2B5EF4-FFF2-40B4-BE49-F238E27FC236}">
                <a16:creationId xmlns:a16="http://schemas.microsoft.com/office/drawing/2014/main" id="{B0A8E585-8498-4F26-4F73-CEDCF5F2AD4A}"/>
              </a:ext>
            </a:extLst>
          </p:cNvPr>
          <p:cNvSpPr/>
          <p:nvPr/>
        </p:nvSpPr>
        <p:spPr>
          <a:xfrm>
            <a:off x="1719571" y="293567"/>
            <a:ext cx="3071504" cy="338875"/>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600" b="1" dirty="0">
                <a:latin typeface="BIZ UDP明朝 Medium" panose="02020500000000000000" pitchFamily="18" charset="-128"/>
                <a:ea typeface="BIZ UDP明朝 Medium" panose="02020500000000000000" pitchFamily="18" charset="-128"/>
              </a:rPr>
              <a:t>FLIP</a:t>
            </a:r>
            <a:endParaRPr kumimoji="1" lang="ja-JP" altLang="en-US" sz="1600" b="1" dirty="0">
              <a:latin typeface="BIZ UDP明朝 Medium" panose="02020500000000000000" pitchFamily="18" charset="-128"/>
              <a:ea typeface="BIZ UDP明朝 Medium" panose="02020500000000000000" pitchFamily="18" charset="-128"/>
            </a:endParaRPr>
          </a:p>
        </p:txBody>
      </p:sp>
      <p:sp>
        <p:nvSpPr>
          <p:cNvPr id="283" name="テキスト ボックス 282">
            <a:extLst>
              <a:ext uri="{FF2B5EF4-FFF2-40B4-BE49-F238E27FC236}">
                <a16:creationId xmlns:a16="http://schemas.microsoft.com/office/drawing/2014/main" id="{CE74B8F5-282A-AB5E-E8F3-CCF27DE0F451}"/>
              </a:ext>
            </a:extLst>
          </p:cNvPr>
          <p:cNvSpPr txBox="1"/>
          <p:nvPr/>
        </p:nvSpPr>
        <p:spPr>
          <a:xfrm>
            <a:off x="4871979" y="151566"/>
            <a:ext cx="2448043" cy="584775"/>
          </a:xfrm>
          <a:prstGeom prst="rect">
            <a:avLst/>
          </a:prstGeom>
          <a:noFill/>
        </p:spPr>
        <p:txBody>
          <a:bodyPr wrap="square" rtlCol="0">
            <a:spAutoFit/>
          </a:bodyPr>
          <a:lstStyle/>
          <a:p>
            <a:pPr algn="ctr"/>
            <a:r>
              <a:rPr kumimoji="1" lang="en-US" altLang="ja-JP" sz="2000" b="1" dirty="0">
                <a:solidFill>
                  <a:schemeClr val="bg1">
                    <a:lumMod val="95000"/>
                  </a:schemeClr>
                </a:solidFill>
                <a:latin typeface="BIZ UDP明朝 Medium" panose="02020500000000000000" pitchFamily="18" charset="-128"/>
                <a:ea typeface="BIZ UDP明朝 Medium" panose="02020500000000000000" pitchFamily="18" charset="-128"/>
              </a:rPr>
              <a:t>TRUN </a:t>
            </a:r>
            <a:r>
              <a:rPr kumimoji="1"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0</a:t>
            </a:r>
            <a:endPar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284" name="テキスト ボックス 283">
            <a:extLst>
              <a:ext uri="{FF2B5EF4-FFF2-40B4-BE49-F238E27FC236}">
                <a16:creationId xmlns:a16="http://schemas.microsoft.com/office/drawing/2014/main" id="{3426228C-9EAC-F42A-C715-378A2CC2F4F6}"/>
              </a:ext>
            </a:extLst>
          </p:cNvPr>
          <p:cNvSpPr txBox="1"/>
          <p:nvPr/>
        </p:nvSpPr>
        <p:spPr>
          <a:xfrm>
            <a:off x="777314" y="151566"/>
            <a:ext cx="752129" cy="584775"/>
          </a:xfrm>
          <a:prstGeom prst="rect">
            <a:avLst/>
          </a:prstGeom>
          <a:noFill/>
        </p:spPr>
        <p:txBody>
          <a:bodyPr wrap="none" rtlCol="0">
            <a:spAutoFit/>
          </a:bodyPr>
          <a:lstStyle/>
          <a:p>
            <a:r>
              <a:rPr kumimoji="1"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EF</a:t>
            </a:r>
            <a:endPar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nvGrpSpPr>
          <p:cNvPr id="83" name="グループ化 82">
            <a:extLst>
              <a:ext uri="{FF2B5EF4-FFF2-40B4-BE49-F238E27FC236}">
                <a16:creationId xmlns:a16="http://schemas.microsoft.com/office/drawing/2014/main" id="{310F7A83-4F52-D59B-BE9C-089441FD4172}"/>
              </a:ext>
            </a:extLst>
          </p:cNvPr>
          <p:cNvGrpSpPr/>
          <p:nvPr/>
        </p:nvGrpSpPr>
        <p:grpSpPr>
          <a:xfrm>
            <a:off x="1671536" y="1815303"/>
            <a:ext cx="8890664" cy="2447230"/>
            <a:chOff x="1671536" y="1960958"/>
            <a:chExt cx="8890664" cy="2447230"/>
          </a:xfrm>
        </p:grpSpPr>
        <p:grpSp>
          <p:nvGrpSpPr>
            <p:cNvPr id="84" name="グループ化 83">
              <a:extLst>
                <a:ext uri="{FF2B5EF4-FFF2-40B4-BE49-F238E27FC236}">
                  <a16:creationId xmlns:a16="http://schemas.microsoft.com/office/drawing/2014/main" id="{6BA77D92-0B29-B24F-D724-C0B1CC72DA2F}"/>
                </a:ext>
              </a:extLst>
            </p:cNvPr>
            <p:cNvGrpSpPr/>
            <p:nvPr/>
          </p:nvGrpSpPr>
          <p:grpSpPr>
            <a:xfrm>
              <a:off x="1671536" y="3433848"/>
              <a:ext cx="8890664" cy="974340"/>
              <a:chOff x="1719571" y="215382"/>
              <a:chExt cx="3888059" cy="426098"/>
            </a:xfrm>
          </p:grpSpPr>
          <p:sp>
            <p:nvSpPr>
              <p:cNvPr id="86" name="平行四辺形 85">
                <a:extLst>
                  <a:ext uri="{FF2B5EF4-FFF2-40B4-BE49-F238E27FC236}">
                    <a16:creationId xmlns:a16="http://schemas.microsoft.com/office/drawing/2014/main" id="{188CDC46-5A4C-6E35-E437-0C5EC8F3352D}"/>
                  </a:ext>
                </a:extLst>
              </p:cNvPr>
              <p:cNvSpPr/>
              <p:nvPr/>
            </p:nvSpPr>
            <p:spPr>
              <a:xfrm>
                <a:off x="1719571" y="215382"/>
                <a:ext cx="855679" cy="426098"/>
              </a:xfrm>
              <a:prstGeom prst="parallelogram">
                <a:avLst/>
              </a:prstGeom>
              <a:solidFill>
                <a:srgbClr val="CC66FF">
                  <a:alpha val="70000"/>
                </a:srgbClr>
              </a:solidFill>
              <a:ln w="88900">
                <a:solidFill>
                  <a:schemeClr val="bg1">
                    <a:lumMod val="85000"/>
                  </a:schemeClr>
                </a:solidFill>
              </a:ln>
              <a:effectLst>
                <a:glow rad="266700">
                  <a:srgbClr val="CC66FF">
                    <a:alpha val="65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7" name="平行四辺形 86">
                <a:extLst>
                  <a:ext uri="{FF2B5EF4-FFF2-40B4-BE49-F238E27FC236}">
                    <a16:creationId xmlns:a16="http://schemas.microsoft.com/office/drawing/2014/main" id="{7110CFB3-D356-1C95-2E36-EC57AFBF8D07}"/>
                  </a:ext>
                </a:extLst>
              </p:cNvPr>
              <p:cNvSpPr/>
              <p:nvPr/>
            </p:nvSpPr>
            <p:spPr>
              <a:xfrm>
                <a:off x="2477666" y="215382"/>
                <a:ext cx="855679" cy="426098"/>
              </a:xfrm>
              <a:prstGeom prst="parallelogram">
                <a:avLst/>
              </a:prstGeom>
              <a:solidFill>
                <a:srgbClr val="CC66FF">
                  <a:alpha val="70000"/>
                </a:srgbClr>
              </a:solidFill>
              <a:ln w="88900">
                <a:solidFill>
                  <a:schemeClr val="bg1">
                    <a:lumMod val="85000"/>
                  </a:schemeClr>
                </a:solidFill>
              </a:ln>
              <a:effectLst>
                <a:glow rad="266700">
                  <a:srgbClr val="CC66FF">
                    <a:alpha val="65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1" name="平行四辺形 90">
                <a:extLst>
                  <a:ext uri="{FF2B5EF4-FFF2-40B4-BE49-F238E27FC236}">
                    <a16:creationId xmlns:a16="http://schemas.microsoft.com/office/drawing/2014/main" id="{6A788D8E-CC8E-6D46-D4A8-8691DA5934E1}"/>
                  </a:ext>
                </a:extLst>
              </p:cNvPr>
              <p:cNvSpPr/>
              <p:nvPr/>
            </p:nvSpPr>
            <p:spPr>
              <a:xfrm>
                <a:off x="3235761" y="215382"/>
                <a:ext cx="855679" cy="426098"/>
              </a:xfrm>
              <a:prstGeom prst="parallelogram">
                <a:avLst/>
              </a:prstGeom>
              <a:solidFill>
                <a:srgbClr val="CC66FF">
                  <a:alpha val="70000"/>
                </a:srgbClr>
              </a:solidFill>
              <a:ln w="88900">
                <a:solidFill>
                  <a:schemeClr val="bg1">
                    <a:lumMod val="85000"/>
                  </a:schemeClr>
                </a:solidFill>
              </a:ln>
              <a:effectLst>
                <a:glow rad="266700">
                  <a:srgbClr val="CC66FF">
                    <a:alpha val="65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5" name="平行四辺形 174">
                <a:extLst>
                  <a:ext uri="{FF2B5EF4-FFF2-40B4-BE49-F238E27FC236}">
                    <a16:creationId xmlns:a16="http://schemas.microsoft.com/office/drawing/2014/main" id="{4DFD2B6A-61AA-D6CB-B206-A9004A2D6080}"/>
                  </a:ext>
                </a:extLst>
              </p:cNvPr>
              <p:cNvSpPr/>
              <p:nvPr/>
            </p:nvSpPr>
            <p:spPr>
              <a:xfrm>
                <a:off x="3993856" y="215382"/>
                <a:ext cx="855679" cy="426098"/>
              </a:xfrm>
              <a:prstGeom prst="parallelogram">
                <a:avLst/>
              </a:prstGeom>
              <a:solidFill>
                <a:srgbClr val="CC66FF">
                  <a:alpha val="70000"/>
                </a:srgbClr>
              </a:solidFill>
              <a:ln w="88900">
                <a:solidFill>
                  <a:schemeClr val="bg1">
                    <a:lumMod val="85000"/>
                  </a:schemeClr>
                </a:solidFill>
              </a:ln>
              <a:effectLst>
                <a:glow rad="266700">
                  <a:srgbClr val="CC66FF">
                    <a:alpha val="65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80" name="平行四辺形 179">
                <a:extLst>
                  <a:ext uri="{FF2B5EF4-FFF2-40B4-BE49-F238E27FC236}">
                    <a16:creationId xmlns:a16="http://schemas.microsoft.com/office/drawing/2014/main" id="{590D42B8-ED3C-8ADD-5F62-0A3322AA5E1D}"/>
                  </a:ext>
                </a:extLst>
              </p:cNvPr>
              <p:cNvSpPr/>
              <p:nvPr/>
            </p:nvSpPr>
            <p:spPr>
              <a:xfrm>
                <a:off x="4751951" y="215382"/>
                <a:ext cx="855679" cy="426098"/>
              </a:xfrm>
              <a:prstGeom prst="parallelogram">
                <a:avLst/>
              </a:prstGeom>
              <a:solidFill>
                <a:srgbClr val="CC66FF">
                  <a:alpha val="70000"/>
                </a:srgbClr>
              </a:solidFill>
              <a:ln w="88900">
                <a:solidFill>
                  <a:schemeClr val="bg1">
                    <a:lumMod val="85000"/>
                  </a:schemeClr>
                </a:solidFill>
              </a:ln>
              <a:effectLst>
                <a:glow rad="266700">
                  <a:srgbClr val="CC66FF">
                    <a:alpha val="65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sp>
          <p:nvSpPr>
            <p:cNvPr id="85" name="テキスト ボックス 84">
              <a:extLst>
                <a:ext uri="{FF2B5EF4-FFF2-40B4-BE49-F238E27FC236}">
                  <a16:creationId xmlns:a16="http://schemas.microsoft.com/office/drawing/2014/main" id="{19E53ECE-B6C9-FF4B-7F83-C1D91A134CB5}"/>
                </a:ext>
              </a:extLst>
            </p:cNvPr>
            <p:cNvSpPr txBox="1"/>
            <p:nvPr/>
          </p:nvSpPr>
          <p:spPr>
            <a:xfrm>
              <a:off x="4282872" y="1960958"/>
              <a:ext cx="3667992" cy="707886"/>
            </a:xfrm>
            <a:prstGeom prst="rect">
              <a:avLst/>
            </a:prstGeom>
            <a:noFill/>
          </p:spPr>
          <p:txBody>
            <a:bodyPr wrap="none" rtlCol="0">
              <a:spAutoFit/>
            </a:bodyPr>
            <a:lstStyle/>
            <a:p>
              <a:pPr algn="ctr"/>
              <a:r>
                <a:rPr kumimoji="1" lang="en-US" altLang="ja-JP" sz="4000" b="1" dirty="0">
                  <a:solidFill>
                    <a:schemeClr val="bg1">
                      <a:lumMod val="95000"/>
                    </a:schemeClr>
                  </a:solidFill>
                  <a:latin typeface="BIZ UDP明朝 Medium" panose="02020500000000000000" pitchFamily="18" charset="-128"/>
                  <a:ea typeface="BIZ UDP明朝 Medium" panose="02020500000000000000" pitchFamily="18" charset="-128"/>
                </a:rPr>
                <a:t>EF</a:t>
              </a:r>
              <a:r>
                <a:rPr kumimoji="1" lang="ja-JP" altLang="en-US" sz="4000" b="1" dirty="0">
                  <a:solidFill>
                    <a:schemeClr val="bg1">
                      <a:lumMod val="95000"/>
                    </a:schemeClr>
                  </a:solidFill>
                  <a:latin typeface="BIZ UDP明朝 Medium" panose="02020500000000000000" pitchFamily="18" charset="-128"/>
                  <a:ea typeface="BIZ UDP明朝 Medium" panose="02020500000000000000" pitchFamily="18" charset="-128"/>
                </a:rPr>
                <a:t>ゲージ</a:t>
              </a:r>
              <a:r>
                <a:rPr kumimoji="1" lang="en-US" altLang="ja-JP" sz="4000" b="1" dirty="0">
                  <a:solidFill>
                    <a:schemeClr val="bg1">
                      <a:lumMod val="95000"/>
                    </a:schemeClr>
                  </a:solidFill>
                  <a:latin typeface="BIZ UDP明朝 Medium" panose="02020500000000000000" pitchFamily="18" charset="-128"/>
                  <a:ea typeface="BIZ UDP明朝 Medium" panose="02020500000000000000" pitchFamily="18" charset="-128"/>
                </a:rPr>
                <a:t>MAX</a:t>
              </a:r>
              <a:endParaRPr kumimoji="1" lang="ja-JP" altLang="en-US" sz="40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spTree>
    <p:extLst>
      <p:ext uri="{BB962C8B-B14F-4D97-AF65-F5344CB8AC3E}">
        <p14:creationId xmlns:p14="http://schemas.microsoft.com/office/powerpoint/2010/main" val="16650148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par>
                                <p:cTn id="8" presetID="10" presetClass="entr" presetSubtype="0" fill="hold" nodeType="withEffect">
                                  <p:stCondLst>
                                    <p:cond delay="0"/>
                                  </p:stCondLst>
                                  <p:childTnLst>
                                    <p:set>
                                      <p:cBhvr>
                                        <p:cTn id="9" dur="1" fill="hold">
                                          <p:stCondLst>
                                            <p:cond delay="0"/>
                                          </p:stCondLst>
                                        </p:cTn>
                                        <p:tgtEl>
                                          <p:spTgt spid="83"/>
                                        </p:tgtEl>
                                        <p:attrNameLst>
                                          <p:attrName>style.visibility</p:attrName>
                                        </p:attrNameLst>
                                      </p:cBhvr>
                                      <p:to>
                                        <p:strVal val="visible"/>
                                      </p:to>
                                    </p:set>
                                    <p:animEffect transition="in" filter="fade">
                                      <p:cBhvr>
                                        <p:cTn id="10" dur="750"/>
                                        <p:tgtEl>
                                          <p:spTgt spid="83"/>
                                        </p:tgtEl>
                                      </p:cBhvr>
                                    </p:animEffect>
                                  </p:childTnLst>
                                </p:cTn>
                              </p:par>
                            </p:childTnLst>
                          </p:cTn>
                        </p:par>
                      </p:childTnLst>
                    </p:cTn>
                  </p:par>
                  <p:par>
                    <p:cTn id="11" fill="hold">
                      <p:stCondLst>
                        <p:cond delay="indefinite"/>
                      </p:stCondLst>
                      <p:childTnLst>
                        <p:par>
                          <p:cTn id="12" fill="hold">
                            <p:stCondLst>
                              <p:cond delay="0"/>
                            </p:stCondLst>
                            <p:childTnLst>
                              <p:par>
                                <p:cTn id="13" presetID="14" presetClass="exit" presetSubtype="10" fill="hold" nodeType="clickEffect">
                                  <p:stCondLst>
                                    <p:cond delay="500"/>
                                  </p:stCondLst>
                                  <p:childTnLst>
                                    <p:animEffect transition="out" filter="randombar(horizontal)">
                                      <p:cBhvr>
                                        <p:cTn id="14" dur="750"/>
                                        <p:tgtEl>
                                          <p:spTgt spid="83"/>
                                        </p:tgtEl>
                                      </p:cBhvr>
                                    </p:animEffect>
                                    <p:set>
                                      <p:cBhvr>
                                        <p:cTn id="15" dur="1" fill="hold">
                                          <p:stCondLst>
                                            <p:cond delay="749"/>
                                          </p:stCondLst>
                                        </p:cTn>
                                        <p:tgtEl>
                                          <p:spTgt spid="83"/>
                                        </p:tgtEl>
                                        <p:attrNameLst>
                                          <p:attrName>style.visibility</p:attrName>
                                        </p:attrNameLst>
                                      </p:cBhvr>
                                      <p:to>
                                        <p:strVal val="hidden"/>
                                      </p:to>
                                    </p:se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nodeType="clickEffect">
                                  <p:stCondLst>
                                    <p:cond delay="0"/>
                                  </p:stCondLst>
                                  <p:childTnLst>
                                    <p:set>
                                      <p:cBhvr>
                                        <p:cTn id="19" dur="1" fill="hold">
                                          <p:stCondLst>
                                            <p:cond delay="0"/>
                                          </p:stCondLst>
                                        </p:cTn>
                                        <p:tgtEl>
                                          <p:spTgt spid="82"/>
                                        </p:tgtEl>
                                        <p:attrNameLst>
                                          <p:attrName>style.visibility</p:attrName>
                                        </p:attrNameLst>
                                      </p:cBhvr>
                                      <p:to>
                                        <p:strVal val="visible"/>
                                      </p:to>
                                    </p:set>
                                    <p:animEffect transition="in" filter="fade">
                                      <p:cBhvr>
                                        <p:cTn id="20" dur="1250"/>
                                        <p:tgtEl>
                                          <p:spTgt spid="82"/>
                                        </p:tgtEl>
                                      </p:cBhvr>
                                    </p:animEffect>
                                  </p:childTnLst>
                                </p:cTn>
                              </p:par>
                            </p:childTnLst>
                          </p:cTn>
                        </p:par>
                        <p:par>
                          <p:cTn id="21" fill="hold">
                            <p:stCondLst>
                              <p:cond delay="1250"/>
                            </p:stCondLst>
                            <p:childTnLst>
                              <p:par>
                                <p:cTn id="22" presetID="10" presetClass="exit" presetSubtype="0" fill="hold" nodeType="afterEffect">
                                  <p:stCondLst>
                                    <p:cond delay="0"/>
                                  </p:stCondLst>
                                  <p:childTnLst>
                                    <p:animEffect transition="out" filter="fade">
                                      <p:cBhvr>
                                        <p:cTn id="23" dur="750"/>
                                        <p:tgtEl>
                                          <p:spTgt spid="82"/>
                                        </p:tgtEl>
                                      </p:cBhvr>
                                    </p:animEffect>
                                    <p:set>
                                      <p:cBhvr>
                                        <p:cTn id="24" dur="1" fill="hold">
                                          <p:stCondLst>
                                            <p:cond delay="749"/>
                                          </p:stCondLst>
                                        </p:cTn>
                                        <p:tgtEl>
                                          <p:spTgt spid="82"/>
                                        </p:tgtEl>
                                        <p:attrNameLst>
                                          <p:attrName>style.visibility</p:attrName>
                                        </p:attrNameLst>
                                      </p:cBhvr>
                                      <p:to>
                                        <p:strVal val="hidden"/>
                                      </p:to>
                                    </p:set>
                                  </p:childTnLst>
                                </p:cTn>
                              </p:par>
                              <p:par>
                                <p:cTn id="25" presetID="10" presetClass="exit" presetSubtype="0" fill="hold" grpId="1" nodeType="withEffect">
                                  <p:stCondLst>
                                    <p:cond delay="0"/>
                                  </p:stCondLst>
                                  <p:childTnLst>
                                    <p:animEffect transition="out" filter="fade">
                                      <p:cBhvr>
                                        <p:cTn id="26" dur="750"/>
                                        <p:tgtEl>
                                          <p:spTgt spid="4"/>
                                        </p:tgtEl>
                                      </p:cBhvr>
                                    </p:animEffect>
                                    <p:set>
                                      <p:cBhvr>
                                        <p:cTn id="27" dur="1" fill="hold">
                                          <p:stCondLst>
                                            <p:cond delay="749"/>
                                          </p:stCondLst>
                                        </p:cTn>
                                        <p:tgtEl>
                                          <p:spTgt spid="4"/>
                                        </p:tgtEl>
                                        <p:attrNameLst>
                                          <p:attrName>style.visibility</p:attrName>
                                        </p:attrNameLst>
                                      </p:cBhvr>
                                      <p:to>
                                        <p:strVal val="hidden"/>
                                      </p:to>
                                    </p:set>
                                  </p:childTnLst>
                                </p:cTn>
                              </p:par>
                            </p:childTnLst>
                          </p:cTn>
                        </p:par>
                      </p:childTnLst>
                    </p:cTn>
                  </p:par>
                  <p:par>
                    <p:cTn id="28" fill="hold">
                      <p:stCondLst>
                        <p:cond delay="indefinite"/>
                      </p:stCondLst>
                      <p:childTnLst>
                        <p:par>
                          <p:cTn id="29" fill="hold">
                            <p:stCondLst>
                              <p:cond delay="0"/>
                            </p:stCondLst>
                            <p:childTnLst>
                              <p:par>
                                <p:cTn id="30" presetID="26" presetClass="emph" presetSubtype="0" repeatCount="10000" fill="hold" grpId="0" nodeType="clickEffect">
                                  <p:stCondLst>
                                    <p:cond delay="0"/>
                                  </p:stCondLst>
                                  <p:childTnLst>
                                    <p:animEffect transition="out" filter="fade">
                                      <p:cBhvr>
                                        <p:cTn id="31" dur="500" tmFilter="0, 0; .2, .5; .8, .5; 1, 0"/>
                                        <p:tgtEl>
                                          <p:spTgt spid="80"/>
                                        </p:tgtEl>
                                      </p:cBhvr>
                                    </p:animEffect>
                                    <p:animScale>
                                      <p:cBhvr>
                                        <p:cTn id="32" dur="250" autoRev="1" fill="hold"/>
                                        <p:tgtEl>
                                          <p:spTgt spid="80"/>
                                        </p:tgtEl>
                                      </p:cBhvr>
                                      <p:by x="105000" y="105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0" grpId="0" animBg="1"/>
      <p:bldP spid="4" grpId="0" animBg="1"/>
      <p:bldP spid="4" grpId="1" animBg="1"/>
    </p:bldLst>
  </p:timing>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3E5B80-C7A1-4B0E-6822-88B8D90B4B52}"/>
            </a:ext>
          </a:extLst>
        </p:cNvPr>
        <p:cNvGrpSpPr/>
        <p:nvPr/>
      </p:nvGrpSpPr>
      <p:grpSpPr>
        <a:xfrm>
          <a:off x="0" y="0"/>
          <a:ext cx="0" cy="0"/>
          <a:chOff x="0" y="0"/>
          <a:chExt cx="0" cy="0"/>
        </a:xfrm>
      </p:grpSpPr>
      <p:sp>
        <p:nvSpPr>
          <p:cNvPr id="5" name="テキスト ボックス 4">
            <a:extLst>
              <a:ext uri="{FF2B5EF4-FFF2-40B4-BE49-F238E27FC236}">
                <a16:creationId xmlns:a16="http://schemas.microsoft.com/office/drawing/2014/main" id="{2FB77E4A-E9C3-325C-C887-41CEB4E759E3}"/>
              </a:ext>
            </a:extLst>
          </p:cNvPr>
          <p:cNvSpPr txBox="1"/>
          <p:nvPr/>
        </p:nvSpPr>
        <p:spPr>
          <a:xfrm>
            <a:off x="3048383" y="2967335"/>
            <a:ext cx="6095234" cy="923330"/>
          </a:xfrm>
          <a:prstGeom prst="rect">
            <a:avLst/>
          </a:prstGeom>
          <a:noFill/>
        </p:spPr>
        <p:txBody>
          <a:bodyPr wrap="square">
            <a:spAutoFit/>
          </a:bodyPr>
          <a:lstStyle/>
          <a:p>
            <a:pPr algn="ctr"/>
            <a:r>
              <a:rPr kumimoji="1" lang="ja-JP" altLang="en-US" sz="5400">
                <a:solidFill>
                  <a:schemeClr val="bg1">
                    <a:lumMod val="85000"/>
                  </a:schemeClr>
                </a:solidFill>
                <a:latin typeface="瀞ノグリッチ黒体 H1" pitchFamily="50" charset="-128"/>
                <a:ea typeface="瀞ノグリッチ黒体 H1" pitchFamily="50" charset="-128"/>
              </a:rPr>
              <a:t>回想</a:t>
            </a:r>
            <a:endParaRPr kumimoji="1" lang="ja-JP" altLang="en-US" sz="5400" dirty="0">
              <a:solidFill>
                <a:schemeClr val="bg1">
                  <a:lumMod val="85000"/>
                </a:schemeClr>
              </a:solidFill>
              <a:latin typeface="瀞ノグリッチ黒体 H1" pitchFamily="50" charset="-128"/>
              <a:ea typeface="瀞ノグリッチ黒体 H1" pitchFamily="50" charset="-128"/>
            </a:endParaRPr>
          </a:p>
        </p:txBody>
      </p:sp>
    </p:spTree>
    <p:extLst>
      <p:ext uri="{BB962C8B-B14F-4D97-AF65-F5344CB8AC3E}">
        <p14:creationId xmlns:p14="http://schemas.microsoft.com/office/powerpoint/2010/main" val="117093590"/>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bg>
      <p:bgPr>
        <a:gradFill flip="none" rotWithShape="1">
          <a:gsLst>
            <a:gs pos="27000">
              <a:schemeClr val="tx1">
                <a:lumMod val="85000"/>
                <a:lumOff val="15000"/>
              </a:schemeClr>
            </a:gs>
            <a:gs pos="97000">
              <a:schemeClr val="tx1">
                <a:lumMod val="85000"/>
                <a:lumOff val="15000"/>
              </a:schemeClr>
            </a:gs>
            <a:gs pos="74000">
              <a:schemeClr val="tx1">
                <a:lumMod val="75000"/>
                <a:lumOff val="25000"/>
              </a:schemeClr>
            </a:gs>
          </a:gsLst>
          <a:path path="circle">
            <a:fillToRect l="50000" t="50000" r="50000" b="50000"/>
          </a:path>
          <a:tileRect/>
        </a:gradFill>
        <a:effectLst/>
      </p:bgPr>
    </p:bg>
    <p:spTree>
      <p:nvGrpSpPr>
        <p:cNvPr id="1" name="">
          <a:extLst>
            <a:ext uri="{FF2B5EF4-FFF2-40B4-BE49-F238E27FC236}">
              <a16:creationId xmlns:a16="http://schemas.microsoft.com/office/drawing/2014/main" id="{41D88561-F937-9C08-A4F2-5F937C8283BB}"/>
            </a:ext>
          </a:extLst>
        </p:cNvPr>
        <p:cNvGrpSpPr/>
        <p:nvPr/>
      </p:nvGrpSpPr>
      <p:grpSpPr>
        <a:xfrm>
          <a:off x="0" y="0"/>
          <a:ext cx="0" cy="0"/>
          <a:chOff x="0" y="0"/>
          <a:chExt cx="0" cy="0"/>
        </a:xfrm>
      </p:grpSpPr>
      <p:grpSp>
        <p:nvGrpSpPr>
          <p:cNvPr id="11" name="グループ化 10">
            <a:extLst>
              <a:ext uri="{FF2B5EF4-FFF2-40B4-BE49-F238E27FC236}">
                <a16:creationId xmlns:a16="http://schemas.microsoft.com/office/drawing/2014/main" id="{3014C179-D4AA-0312-B482-D2EBF19287AB}"/>
              </a:ext>
            </a:extLst>
          </p:cNvPr>
          <p:cNvGrpSpPr/>
          <p:nvPr/>
        </p:nvGrpSpPr>
        <p:grpSpPr>
          <a:xfrm>
            <a:off x="431675" y="5645607"/>
            <a:ext cx="11328651" cy="925026"/>
            <a:chOff x="431675" y="5645607"/>
            <a:chExt cx="11328651" cy="925026"/>
          </a:xfrm>
        </p:grpSpPr>
        <p:sp>
          <p:nvSpPr>
            <p:cNvPr id="12" name="四角形: 角を丸くする 11">
              <a:extLst>
                <a:ext uri="{FF2B5EF4-FFF2-40B4-BE49-F238E27FC236}">
                  <a16:creationId xmlns:a16="http://schemas.microsoft.com/office/drawing/2014/main" id="{B16C1101-DEB8-8724-771B-B210C2FC413B}"/>
                </a:ext>
              </a:extLst>
            </p:cNvPr>
            <p:cNvSpPr/>
            <p:nvPr/>
          </p:nvSpPr>
          <p:spPr>
            <a:xfrm>
              <a:off x="431675" y="5656233"/>
              <a:ext cx="11328651" cy="914400"/>
            </a:xfrm>
            <a:prstGeom prst="roundRect">
              <a:avLst>
                <a:gd name="adj" fmla="val 4803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13" name="四角形: 角を丸くする 12">
              <a:extLst>
                <a:ext uri="{FF2B5EF4-FFF2-40B4-BE49-F238E27FC236}">
                  <a16:creationId xmlns:a16="http://schemas.microsoft.com/office/drawing/2014/main" id="{09D15CE7-64BB-14C0-6637-8DC62D53139A}"/>
                </a:ext>
              </a:extLst>
            </p:cNvPr>
            <p:cNvSpPr/>
            <p:nvPr/>
          </p:nvSpPr>
          <p:spPr>
            <a:xfrm>
              <a:off x="8045955" y="5645607"/>
              <a:ext cx="1338828" cy="914400"/>
            </a:xfrm>
            <a:prstGeom prst="roundRect">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4" name="テキスト ボックス 13">
              <a:extLst>
                <a:ext uri="{FF2B5EF4-FFF2-40B4-BE49-F238E27FC236}">
                  <a16:creationId xmlns:a16="http://schemas.microsoft.com/office/drawing/2014/main" id="{91EC30E7-AA57-9E20-AEB2-8974D54FCDB2}"/>
                </a:ext>
              </a:extLst>
            </p:cNvPr>
            <p:cNvSpPr txBox="1"/>
            <p:nvPr/>
          </p:nvSpPr>
          <p:spPr>
            <a:xfrm>
              <a:off x="1165119"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5" name="テキスト ボックス 14">
              <a:extLst>
                <a:ext uri="{FF2B5EF4-FFF2-40B4-BE49-F238E27FC236}">
                  <a16:creationId xmlns:a16="http://schemas.microsoft.com/office/drawing/2014/main" id="{E9BEB713-FEB7-B447-63D8-E405799CC1B0}"/>
                </a:ext>
              </a:extLst>
            </p:cNvPr>
            <p:cNvSpPr txBox="1"/>
            <p:nvPr/>
          </p:nvSpPr>
          <p:spPr>
            <a:xfrm flipH="1">
              <a:off x="529243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6" name="テキスト ボックス 15">
              <a:extLst>
                <a:ext uri="{FF2B5EF4-FFF2-40B4-BE49-F238E27FC236}">
                  <a16:creationId xmlns:a16="http://schemas.microsoft.com/office/drawing/2014/main" id="{B2B64714-2E07-D162-942D-36B79A03FBC7}"/>
                </a:ext>
              </a:extLst>
            </p:cNvPr>
            <p:cNvSpPr txBox="1"/>
            <p:nvPr/>
          </p:nvSpPr>
          <p:spPr>
            <a:xfrm>
              <a:off x="284405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7" name="テキスト ボックス 16">
              <a:extLst>
                <a:ext uri="{FF2B5EF4-FFF2-40B4-BE49-F238E27FC236}">
                  <a16:creationId xmlns:a16="http://schemas.microsoft.com/office/drawing/2014/main" id="{5D2AB668-4190-8EAC-D7BC-A0CA4F91CDAC}"/>
                </a:ext>
              </a:extLst>
            </p:cNvPr>
            <p:cNvSpPr txBox="1"/>
            <p:nvPr/>
          </p:nvSpPr>
          <p:spPr>
            <a:xfrm>
              <a:off x="8393833"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8" name="テキスト ボックス 17">
              <a:extLst>
                <a:ext uri="{FF2B5EF4-FFF2-40B4-BE49-F238E27FC236}">
                  <a16:creationId xmlns:a16="http://schemas.microsoft.com/office/drawing/2014/main" id="{7A771E9E-5011-314A-6B4A-66722D28DD58}"/>
                </a:ext>
              </a:extLst>
            </p:cNvPr>
            <p:cNvSpPr txBox="1"/>
            <p:nvPr/>
          </p:nvSpPr>
          <p:spPr>
            <a:xfrm>
              <a:off x="6714895"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9" name="テキスト ボックス 18">
              <a:extLst>
                <a:ext uri="{FF2B5EF4-FFF2-40B4-BE49-F238E27FC236}">
                  <a16:creationId xmlns:a16="http://schemas.microsoft.com/office/drawing/2014/main" id="{56E349B7-CDD2-32DE-35F5-0ABCC2AD7C05}"/>
                </a:ext>
              </a:extLst>
            </p:cNvPr>
            <p:cNvSpPr txBox="1"/>
            <p:nvPr/>
          </p:nvSpPr>
          <p:spPr>
            <a:xfrm flipH="1">
              <a:off x="9816293" y="5913378"/>
              <a:ext cx="1210588"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21" name="四角形: 角を丸くする 20">
            <a:extLst>
              <a:ext uri="{FF2B5EF4-FFF2-40B4-BE49-F238E27FC236}">
                <a16:creationId xmlns:a16="http://schemas.microsoft.com/office/drawing/2014/main" id="{B73D5B16-C18A-CE88-4958-3A88C58BB1BB}"/>
              </a:ext>
            </a:extLst>
          </p:cNvPr>
          <p:cNvSpPr/>
          <p:nvPr/>
        </p:nvSpPr>
        <p:spPr>
          <a:xfrm>
            <a:off x="1877400" y="1593579"/>
            <a:ext cx="3939838" cy="3404828"/>
          </a:xfrm>
          <a:prstGeom prst="roundRect">
            <a:avLst>
              <a:gd name="adj" fmla="val 14643"/>
            </a:avLst>
          </a:prstGeom>
          <a:solidFill>
            <a:schemeClr val="accent3">
              <a:lumMod val="60000"/>
              <a:lumOff val="40000"/>
              <a:alpha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4000">
                <a:latin typeface="原稿用標準書体" panose="03000503000000000000" pitchFamily="66" charset="-128"/>
                <a:ea typeface="原稿用標準書体" panose="03000503000000000000" pitchFamily="66" charset="-128"/>
              </a:rPr>
              <a:t>ストーリー</a:t>
            </a:r>
            <a:endParaRPr kumimoji="1" lang="ja-JP" altLang="en-US" sz="4000" dirty="0">
              <a:latin typeface="原稿用標準書体" panose="03000503000000000000" pitchFamily="66" charset="-128"/>
              <a:ea typeface="原稿用標準書体" panose="03000503000000000000" pitchFamily="66" charset="-128"/>
            </a:endParaRPr>
          </a:p>
        </p:txBody>
      </p:sp>
      <p:cxnSp>
        <p:nvCxnSpPr>
          <p:cNvPr id="23" name="直線コネクタ 22">
            <a:extLst>
              <a:ext uri="{FF2B5EF4-FFF2-40B4-BE49-F238E27FC236}">
                <a16:creationId xmlns:a16="http://schemas.microsoft.com/office/drawing/2014/main" id="{E99C10F7-F36D-1DF0-C231-CEC589F6631F}"/>
              </a:ext>
            </a:extLst>
          </p:cNvPr>
          <p:cNvCxnSpPr>
            <a:cxnSpLocks/>
          </p:cNvCxnSpPr>
          <p:nvPr/>
        </p:nvCxnSpPr>
        <p:spPr>
          <a:xfrm>
            <a:off x="6262951" y="1685433"/>
            <a:ext cx="0" cy="3276214"/>
          </a:xfrm>
          <a:prstGeom prst="line">
            <a:avLst/>
          </a:prstGeom>
          <a:ln>
            <a:gradFill>
              <a:gsLst>
                <a:gs pos="0">
                  <a:schemeClr val="accent3">
                    <a:lumMod val="60000"/>
                    <a:lumOff val="40000"/>
                  </a:schemeClr>
                </a:gs>
                <a:gs pos="78000">
                  <a:schemeClr val="accent6">
                    <a:lumMod val="60000"/>
                    <a:lumOff val="40000"/>
                  </a:schemeClr>
                </a:gs>
              </a:gsLst>
              <a:lin ang="5400000" scaled="1"/>
            </a:gradFill>
          </a:ln>
        </p:spPr>
        <p:style>
          <a:lnRef idx="2">
            <a:schemeClr val="accent1"/>
          </a:lnRef>
          <a:fillRef idx="0">
            <a:schemeClr val="accent1"/>
          </a:fillRef>
          <a:effectRef idx="1">
            <a:schemeClr val="accent1"/>
          </a:effectRef>
          <a:fontRef idx="minor">
            <a:schemeClr val="tx1"/>
          </a:fontRef>
        </p:style>
      </p:cxnSp>
      <p:sp>
        <p:nvSpPr>
          <p:cNvPr id="26" name="四角形: 角を丸くする 25">
            <a:extLst>
              <a:ext uri="{FF2B5EF4-FFF2-40B4-BE49-F238E27FC236}">
                <a16:creationId xmlns:a16="http://schemas.microsoft.com/office/drawing/2014/main" id="{C7439844-6D5E-A8F0-76EB-E1F35AAEDD1F}"/>
              </a:ext>
            </a:extLst>
          </p:cNvPr>
          <p:cNvSpPr/>
          <p:nvPr/>
        </p:nvSpPr>
        <p:spPr>
          <a:xfrm>
            <a:off x="6708665" y="1593579"/>
            <a:ext cx="3939838" cy="3404828"/>
          </a:xfrm>
          <a:prstGeom prst="roundRect">
            <a:avLst>
              <a:gd name="adj" fmla="val 14643"/>
            </a:avLst>
          </a:prstGeom>
          <a:solidFill>
            <a:schemeClr val="accent6">
              <a:lumMod val="60000"/>
              <a:lumOff val="40000"/>
              <a:alpha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4000">
                <a:latin typeface="原稿用標準書体" panose="03000503000000000000" pitchFamily="66" charset="-128"/>
                <a:ea typeface="原稿用標準書体" panose="03000503000000000000" pitchFamily="66" charset="-128"/>
              </a:rPr>
              <a:t>エロ</a:t>
            </a:r>
            <a:endParaRPr kumimoji="1" lang="ja-JP" altLang="en-US" sz="4000" dirty="0">
              <a:latin typeface="原稿用標準書体" panose="03000503000000000000" pitchFamily="66" charset="-128"/>
              <a:ea typeface="原稿用標準書体" panose="03000503000000000000" pitchFamily="66" charset="-128"/>
            </a:endParaRPr>
          </a:p>
        </p:txBody>
      </p:sp>
      <p:grpSp>
        <p:nvGrpSpPr>
          <p:cNvPr id="24" name="グループ化 23">
            <a:extLst>
              <a:ext uri="{FF2B5EF4-FFF2-40B4-BE49-F238E27FC236}">
                <a16:creationId xmlns:a16="http://schemas.microsoft.com/office/drawing/2014/main" id="{912FDA1C-AB77-A341-BF22-B7EEF47E70A7}"/>
              </a:ext>
            </a:extLst>
          </p:cNvPr>
          <p:cNvGrpSpPr/>
          <p:nvPr/>
        </p:nvGrpSpPr>
        <p:grpSpPr>
          <a:xfrm>
            <a:off x="617274" y="432515"/>
            <a:ext cx="2130007" cy="638703"/>
            <a:chOff x="1157024" y="508715"/>
            <a:chExt cx="2130007" cy="638703"/>
          </a:xfrm>
        </p:grpSpPr>
        <p:sp>
          <p:nvSpPr>
            <p:cNvPr id="25" name="六角形 24">
              <a:extLst>
                <a:ext uri="{FF2B5EF4-FFF2-40B4-BE49-F238E27FC236}">
                  <a16:creationId xmlns:a16="http://schemas.microsoft.com/office/drawing/2014/main" id="{6DBD94C0-CEB7-2DA8-4107-17D69C1041F5}"/>
                </a:ext>
              </a:extLst>
            </p:cNvPr>
            <p:cNvSpPr/>
            <p:nvPr/>
          </p:nvSpPr>
          <p:spPr>
            <a:xfrm>
              <a:off x="1157024" y="508715"/>
              <a:ext cx="2130007" cy="638703"/>
            </a:xfrm>
            <a:prstGeom prst="hexagon">
              <a:avLst/>
            </a:prstGeom>
            <a:solidFill>
              <a:schemeClr val="bg1">
                <a:lumMod val="95000"/>
                <a:alpha val="70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27" name="テキスト ボックス 26">
              <a:extLst>
                <a:ext uri="{FF2B5EF4-FFF2-40B4-BE49-F238E27FC236}">
                  <a16:creationId xmlns:a16="http://schemas.microsoft.com/office/drawing/2014/main" id="{22AAC427-D37F-C837-2DB7-C3A4D212659E}"/>
                </a:ext>
              </a:extLst>
            </p:cNvPr>
            <p:cNvSpPr txBox="1"/>
            <p:nvPr/>
          </p:nvSpPr>
          <p:spPr>
            <a:xfrm>
              <a:off x="1616733" y="641390"/>
              <a:ext cx="1210589" cy="400110"/>
            </a:xfrm>
            <a:prstGeom prst="rect">
              <a:avLst/>
            </a:prstGeom>
            <a:noFill/>
          </p:spPr>
          <p:txBody>
            <a:bodyPr wrap="none" rtlCol="0">
              <a:spAutoFit/>
            </a:bodyPr>
            <a:lstStyle/>
            <a:p>
              <a:pPr algn="ctr"/>
              <a:r>
                <a:rPr kumimoji="1"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回想選択</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Tree>
    <p:extLst>
      <p:ext uri="{BB962C8B-B14F-4D97-AF65-F5344CB8AC3E}">
        <p14:creationId xmlns:p14="http://schemas.microsoft.com/office/powerpoint/2010/main" val="287611164"/>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bg>
      <p:bgPr>
        <a:gradFill flip="none" rotWithShape="1">
          <a:gsLst>
            <a:gs pos="49000">
              <a:schemeClr val="tx1">
                <a:lumMod val="85000"/>
                <a:lumOff val="15000"/>
              </a:schemeClr>
            </a:gs>
            <a:gs pos="90000">
              <a:schemeClr val="tx1">
                <a:lumMod val="85000"/>
                <a:lumOff val="15000"/>
              </a:schemeClr>
            </a:gs>
            <a:gs pos="74000">
              <a:srgbClr val="003300"/>
            </a:gs>
          </a:gsLst>
          <a:path path="circle">
            <a:fillToRect l="100000" t="100000"/>
          </a:path>
          <a:tileRect r="-100000" b="-100000"/>
        </a:gradFill>
        <a:effectLst/>
      </p:bgPr>
    </p:bg>
    <p:spTree>
      <p:nvGrpSpPr>
        <p:cNvPr id="1" name="">
          <a:extLst>
            <a:ext uri="{FF2B5EF4-FFF2-40B4-BE49-F238E27FC236}">
              <a16:creationId xmlns:a16="http://schemas.microsoft.com/office/drawing/2014/main" id="{F4A10668-2046-C133-AF43-B8D688D9EB17}"/>
            </a:ext>
          </a:extLst>
        </p:cNvPr>
        <p:cNvGrpSpPr/>
        <p:nvPr/>
      </p:nvGrpSpPr>
      <p:grpSpPr>
        <a:xfrm>
          <a:off x="0" y="0"/>
          <a:ext cx="0" cy="0"/>
          <a:chOff x="0" y="0"/>
          <a:chExt cx="0" cy="0"/>
        </a:xfrm>
      </p:grpSpPr>
      <p:grpSp>
        <p:nvGrpSpPr>
          <p:cNvPr id="10" name="グループ化 9">
            <a:extLst>
              <a:ext uri="{FF2B5EF4-FFF2-40B4-BE49-F238E27FC236}">
                <a16:creationId xmlns:a16="http://schemas.microsoft.com/office/drawing/2014/main" id="{C6E1037D-AD01-CC56-D97B-BF931E0E6774}"/>
              </a:ext>
            </a:extLst>
          </p:cNvPr>
          <p:cNvGrpSpPr/>
          <p:nvPr/>
        </p:nvGrpSpPr>
        <p:grpSpPr>
          <a:xfrm>
            <a:off x="163586" y="134635"/>
            <a:ext cx="3123445" cy="1396119"/>
            <a:chOff x="163586" y="134635"/>
            <a:chExt cx="3123445" cy="1396119"/>
          </a:xfrm>
        </p:grpSpPr>
        <p:sp>
          <p:nvSpPr>
            <p:cNvPr id="2" name="四角形: 角を丸くする 1">
              <a:extLst>
                <a:ext uri="{FF2B5EF4-FFF2-40B4-BE49-F238E27FC236}">
                  <a16:creationId xmlns:a16="http://schemas.microsoft.com/office/drawing/2014/main" id="{E86EB829-4683-F7B3-D86F-2B67A8F94CCA}"/>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3" name="テキスト ボックス 2">
              <a:extLst>
                <a:ext uri="{FF2B5EF4-FFF2-40B4-BE49-F238E27FC236}">
                  <a16:creationId xmlns:a16="http://schemas.microsoft.com/office/drawing/2014/main" id="{7022BCE9-F969-A300-966B-11542668A1E2}"/>
                </a:ext>
              </a:extLst>
            </p:cNvPr>
            <p:cNvSpPr txBox="1"/>
            <p:nvPr/>
          </p:nvSpPr>
          <p:spPr>
            <a:xfrm>
              <a:off x="1624591" y="641390"/>
              <a:ext cx="1467068" cy="400110"/>
            </a:xfrm>
            <a:prstGeom prst="rect">
              <a:avLst/>
            </a:prstGeom>
            <a:noFill/>
          </p:spPr>
          <p:txBody>
            <a:bodyPr wrap="none" rtlCol="0">
              <a:spAutoFit/>
            </a:bodyPr>
            <a:lstStyle/>
            <a:p>
              <a:pPr algn="ctr"/>
              <a:r>
                <a:rPr kumimoji="1"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回想章選択</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4" name="グループ化 3">
              <a:extLst>
                <a:ext uri="{FF2B5EF4-FFF2-40B4-BE49-F238E27FC236}">
                  <a16:creationId xmlns:a16="http://schemas.microsoft.com/office/drawing/2014/main" id="{08547697-9664-F27E-E008-B73BC9E632CB}"/>
                </a:ext>
              </a:extLst>
            </p:cNvPr>
            <p:cNvGrpSpPr/>
            <p:nvPr/>
          </p:nvGrpSpPr>
          <p:grpSpPr>
            <a:xfrm>
              <a:off x="163586" y="134635"/>
              <a:ext cx="1975684" cy="1396119"/>
              <a:chOff x="163586" y="134635"/>
              <a:chExt cx="1975684" cy="1396119"/>
            </a:xfrm>
          </p:grpSpPr>
          <p:grpSp>
            <p:nvGrpSpPr>
              <p:cNvPr id="6" name="グループ化 5">
                <a:extLst>
                  <a:ext uri="{FF2B5EF4-FFF2-40B4-BE49-F238E27FC236}">
                    <a16:creationId xmlns:a16="http://schemas.microsoft.com/office/drawing/2014/main" id="{6A9595B8-E3EF-A12D-4BF9-167C5BF05205}"/>
                  </a:ext>
                </a:extLst>
              </p:cNvPr>
              <p:cNvGrpSpPr/>
              <p:nvPr/>
            </p:nvGrpSpPr>
            <p:grpSpPr>
              <a:xfrm>
                <a:off x="163586" y="134635"/>
                <a:ext cx="1975684" cy="1396119"/>
                <a:chOff x="163586" y="134635"/>
                <a:chExt cx="1975684" cy="1396119"/>
              </a:xfrm>
            </p:grpSpPr>
            <p:pic>
              <p:nvPicPr>
                <p:cNvPr id="8" name="図 7">
                  <a:extLst>
                    <a:ext uri="{FF2B5EF4-FFF2-40B4-BE49-F238E27FC236}">
                      <a16:creationId xmlns:a16="http://schemas.microsoft.com/office/drawing/2014/main" id="{D8F11B14-12AF-743D-4677-EE2453781C4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9" name="楕円 8">
                  <a:extLst>
                    <a:ext uri="{FF2B5EF4-FFF2-40B4-BE49-F238E27FC236}">
                      <a16:creationId xmlns:a16="http://schemas.microsoft.com/office/drawing/2014/main" id="{38238AF4-1010-6455-0CB8-A6B716ACF158}"/>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7" name="図 6">
                <a:extLst>
                  <a:ext uri="{FF2B5EF4-FFF2-40B4-BE49-F238E27FC236}">
                    <a16:creationId xmlns:a16="http://schemas.microsoft.com/office/drawing/2014/main" id="{A8815588-61CA-1424-2D07-3305DAD3372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grpSp>
        <p:nvGrpSpPr>
          <p:cNvPr id="28" name="グループ化 27">
            <a:extLst>
              <a:ext uri="{FF2B5EF4-FFF2-40B4-BE49-F238E27FC236}">
                <a16:creationId xmlns:a16="http://schemas.microsoft.com/office/drawing/2014/main" id="{7C40D555-3338-49D1-3E56-A134082296E6}"/>
              </a:ext>
            </a:extLst>
          </p:cNvPr>
          <p:cNvGrpSpPr/>
          <p:nvPr/>
        </p:nvGrpSpPr>
        <p:grpSpPr>
          <a:xfrm>
            <a:off x="678143" y="2648867"/>
            <a:ext cx="3505752" cy="1484983"/>
            <a:chOff x="1151428" y="1944017"/>
            <a:chExt cx="3505752" cy="1484983"/>
          </a:xfrm>
        </p:grpSpPr>
        <p:sp>
          <p:nvSpPr>
            <p:cNvPr id="21" name="フローチャート: 手作業 20">
              <a:extLst>
                <a:ext uri="{FF2B5EF4-FFF2-40B4-BE49-F238E27FC236}">
                  <a16:creationId xmlns:a16="http://schemas.microsoft.com/office/drawing/2014/main" id="{4894EE4E-EB2A-353B-0BD8-541756CE3FDD}"/>
                </a:ext>
              </a:extLst>
            </p:cNvPr>
            <p:cNvSpPr/>
            <p:nvPr/>
          </p:nvSpPr>
          <p:spPr>
            <a:xfrm>
              <a:off x="1151428" y="1944017"/>
              <a:ext cx="3505752" cy="1484983"/>
            </a:xfrm>
            <a:prstGeom prst="flowChartDecision">
              <a:avLst/>
            </a:prstGeom>
            <a:solidFill>
              <a:schemeClr val="accent3">
                <a:lumMod val="60000"/>
                <a:lumOff val="40000"/>
                <a:alpha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22" name="テキスト ボックス 21">
              <a:extLst>
                <a:ext uri="{FF2B5EF4-FFF2-40B4-BE49-F238E27FC236}">
                  <a16:creationId xmlns:a16="http://schemas.microsoft.com/office/drawing/2014/main" id="{BCE2A3FE-9C69-24DC-4CB9-456312537D78}"/>
                </a:ext>
              </a:extLst>
            </p:cNvPr>
            <p:cNvSpPr txBox="1"/>
            <p:nvPr/>
          </p:nvSpPr>
          <p:spPr>
            <a:xfrm>
              <a:off x="2262349" y="2227969"/>
              <a:ext cx="1283912" cy="917079"/>
            </a:xfrm>
            <a:prstGeom prst="flowChartDecision">
              <a:avLst/>
            </a:prstGeom>
            <a:noFill/>
          </p:spPr>
          <p:txBody>
            <a:bodyPr wrap="none" rtlCol="0">
              <a:spAutoFit/>
            </a:bodyPr>
            <a:lstStyle/>
            <a:p>
              <a:pPr algn="ctr"/>
              <a:r>
                <a:rPr lang="en-US" altLang="ja-JP" sz="2400">
                  <a:solidFill>
                    <a:schemeClr val="bg1">
                      <a:lumMod val="95000"/>
                    </a:schemeClr>
                  </a:solidFill>
                  <a:latin typeface="原稿用標準書体" panose="03000503000000000000" pitchFamily="66" charset="-128"/>
                  <a:ea typeface="原稿用標準書体" panose="03000503000000000000" pitchFamily="66" charset="-128"/>
                </a:rPr>
                <a:t>0</a:t>
              </a:r>
              <a:r>
                <a:rPr lang="ja-JP" altLang="en-US" sz="2400">
                  <a:solidFill>
                    <a:schemeClr val="bg1">
                      <a:lumMod val="95000"/>
                    </a:schemeClr>
                  </a:solidFill>
                  <a:latin typeface="原稿用標準書体" panose="03000503000000000000" pitchFamily="66" charset="-128"/>
                  <a:ea typeface="原稿用標準書体" panose="03000503000000000000" pitchFamily="66" charset="-128"/>
                </a:rPr>
                <a:t>章</a:t>
              </a:r>
              <a:endParaRPr kumimoji="1" lang="ja-JP" altLang="en-US" sz="240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25" name="グループ化 24">
            <a:extLst>
              <a:ext uri="{FF2B5EF4-FFF2-40B4-BE49-F238E27FC236}">
                <a16:creationId xmlns:a16="http://schemas.microsoft.com/office/drawing/2014/main" id="{26F489D7-F1AF-63D5-77F4-0C3598B41D87}"/>
              </a:ext>
            </a:extLst>
          </p:cNvPr>
          <p:cNvGrpSpPr/>
          <p:nvPr/>
        </p:nvGrpSpPr>
        <p:grpSpPr>
          <a:xfrm>
            <a:off x="3771721" y="3956298"/>
            <a:ext cx="3505752" cy="1484983"/>
            <a:chOff x="4237188" y="3251448"/>
            <a:chExt cx="3505752" cy="1484983"/>
          </a:xfrm>
        </p:grpSpPr>
        <p:sp>
          <p:nvSpPr>
            <p:cNvPr id="20" name="フローチャート: 手作業 19">
              <a:extLst>
                <a:ext uri="{FF2B5EF4-FFF2-40B4-BE49-F238E27FC236}">
                  <a16:creationId xmlns:a16="http://schemas.microsoft.com/office/drawing/2014/main" id="{F00E6C9C-7577-610A-021E-C3072EB27041}"/>
                </a:ext>
              </a:extLst>
            </p:cNvPr>
            <p:cNvSpPr/>
            <p:nvPr/>
          </p:nvSpPr>
          <p:spPr>
            <a:xfrm flipV="1">
              <a:off x="4237188" y="3251448"/>
              <a:ext cx="3505752" cy="1484983"/>
            </a:xfrm>
            <a:prstGeom prst="flowChartDecision">
              <a:avLst/>
            </a:prstGeom>
            <a:solidFill>
              <a:schemeClr val="accent3">
                <a:lumMod val="60000"/>
                <a:lumOff val="40000"/>
                <a:alpha val="49804"/>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vert="vert"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24" name="テキスト ボックス 23">
              <a:extLst>
                <a:ext uri="{FF2B5EF4-FFF2-40B4-BE49-F238E27FC236}">
                  <a16:creationId xmlns:a16="http://schemas.microsoft.com/office/drawing/2014/main" id="{2867CCE5-327B-DC59-A32F-D1C32D447190}"/>
                </a:ext>
              </a:extLst>
            </p:cNvPr>
            <p:cNvSpPr txBox="1"/>
            <p:nvPr/>
          </p:nvSpPr>
          <p:spPr>
            <a:xfrm>
              <a:off x="5348109" y="3535400"/>
              <a:ext cx="1283912" cy="917079"/>
            </a:xfrm>
            <a:prstGeom prst="flowChartDecision">
              <a:avLst/>
            </a:prstGeom>
            <a:noFill/>
          </p:spPr>
          <p:txBody>
            <a:bodyPr wrap="none" rtlCol="0">
              <a:spAutoFit/>
            </a:bodyPr>
            <a:lstStyle/>
            <a:p>
              <a:pPr algn="ctr"/>
              <a:r>
                <a:rPr lang="en-US" altLang="ja-JP" sz="2400">
                  <a:solidFill>
                    <a:schemeClr val="bg1">
                      <a:lumMod val="95000"/>
                    </a:schemeClr>
                  </a:solidFill>
                  <a:latin typeface="原稿用標準書体" panose="03000503000000000000" pitchFamily="66" charset="-128"/>
                  <a:ea typeface="原稿用標準書体" panose="03000503000000000000" pitchFamily="66" charset="-128"/>
                </a:rPr>
                <a:t>0</a:t>
              </a:r>
              <a:r>
                <a:rPr lang="ja-JP" altLang="en-US" sz="2400">
                  <a:solidFill>
                    <a:schemeClr val="bg1">
                      <a:lumMod val="95000"/>
                    </a:schemeClr>
                  </a:solidFill>
                  <a:latin typeface="原稿用標準書体" panose="03000503000000000000" pitchFamily="66" charset="-128"/>
                  <a:ea typeface="原稿用標準書体" panose="03000503000000000000" pitchFamily="66" charset="-128"/>
                </a:rPr>
                <a:t>章</a:t>
              </a:r>
            </a:p>
          </p:txBody>
        </p:sp>
      </p:grpSp>
      <p:grpSp>
        <p:nvGrpSpPr>
          <p:cNvPr id="29" name="グループ化 28">
            <a:extLst>
              <a:ext uri="{FF2B5EF4-FFF2-40B4-BE49-F238E27FC236}">
                <a16:creationId xmlns:a16="http://schemas.microsoft.com/office/drawing/2014/main" id="{BDEAF4BA-F484-247C-DABB-93BA99F31704}"/>
              </a:ext>
            </a:extLst>
          </p:cNvPr>
          <p:cNvGrpSpPr/>
          <p:nvPr/>
        </p:nvGrpSpPr>
        <p:grpSpPr>
          <a:xfrm>
            <a:off x="6865299" y="2648867"/>
            <a:ext cx="3505752" cy="1484983"/>
            <a:chOff x="1151428" y="1944017"/>
            <a:chExt cx="3505752" cy="1484983"/>
          </a:xfrm>
        </p:grpSpPr>
        <p:sp>
          <p:nvSpPr>
            <p:cNvPr id="30" name="フローチャート: 手作業 29">
              <a:extLst>
                <a:ext uri="{FF2B5EF4-FFF2-40B4-BE49-F238E27FC236}">
                  <a16:creationId xmlns:a16="http://schemas.microsoft.com/office/drawing/2014/main" id="{78751699-D0A5-78A4-A684-8520F0F644A3}"/>
                </a:ext>
              </a:extLst>
            </p:cNvPr>
            <p:cNvSpPr/>
            <p:nvPr/>
          </p:nvSpPr>
          <p:spPr>
            <a:xfrm>
              <a:off x="1151428" y="1944017"/>
              <a:ext cx="3505752" cy="1484983"/>
            </a:xfrm>
            <a:prstGeom prst="flowChartDecision">
              <a:avLst/>
            </a:prstGeom>
            <a:solidFill>
              <a:schemeClr val="bg1">
                <a:lumMod val="95000"/>
                <a:alpha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31" name="テキスト ボックス 30">
              <a:extLst>
                <a:ext uri="{FF2B5EF4-FFF2-40B4-BE49-F238E27FC236}">
                  <a16:creationId xmlns:a16="http://schemas.microsoft.com/office/drawing/2014/main" id="{4899A586-D0C0-1B15-8EEB-E93E3F97F243}"/>
                </a:ext>
              </a:extLst>
            </p:cNvPr>
            <p:cNvSpPr txBox="1"/>
            <p:nvPr/>
          </p:nvSpPr>
          <p:spPr>
            <a:xfrm>
              <a:off x="2262349" y="2227969"/>
              <a:ext cx="1283912" cy="917079"/>
            </a:xfrm>
            <a:prstGeom prst="flowChartDecision">
              <a:avLst/>
            </a:prstGeom>
            <a:noFill/>
          </p:spPr>
          <p:txBody>
            <a:bodyPr wrap="none" rtlCol="0">
              <a:spAutoFit/>
            </a:bodyPr>
            <a:lstStyle/>
            <a:p>
              <a:pPr algn="ctr"/>
              <a:r>
                <a:rPr lang="en-US" altLang="ja-JP" sz="2400">
                  <a:solidFill>
                    <a:schemeClr val="bg1">
                      <a:lumMod val="95000"/>
                    </a:schemeClr>
                  </a:solidFill>
                  <a:latin typeface="原稿用標準書体" panose="03000503000000000000" pitchFamily="66" charset="-128"/>
                  <a:ea typeface="原稿用標準書体" panose="03000503000000000000" pitchFamily="66" charset="-128"/>
                </a:rPr>
                <a:t>0</a:t>
              </a:r>
              <a:r>
                <a:rPr lang="ja-JP" altLang="en-US" sz="2400">
                  <a:solidFill>
                    <a:schemeClr val="bg1">
                      <a:lumMod val="95000"/>
                    </a:schemeClr>
                  </a:solidFill>
                  <a:latin typeface="原稿用標準書体" panose="03000503000000000000" pitchFamily="66" charset="-128"/>
                  <a:ea typeface="原稿用標準書体" panose="03000503000000000000" pitchFamily="66" charset="-128"/>
                </a:rPr>
                <a:t>章</a:t>
              </a:r>
              <a:endParaRPr kumimoji="1" lang="ja-JP" altLang="en-US" sz="240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32" name="グループ化 31">
            <a:extLst>
              <a:ext uri="{FF2B5EF4-FFF2-40B4-BE49-F238E27FC236}">
                <a16:creationId xmlns:a16="http://schemas.microsoft.com/office/drawing/2014/main" id="{1F789FD0-9E5F-4B0F-DD33-A4086342A394}"/>
              </a:ext>
            </a:extLst>
          </p:cNvPr>
          <p:cNvGrpSpPr/>
          <p:nvPr/>
        </p:nvGrpSpPr>
        <p:grpSpPr>
          <a:xfrm>
            <a:off x="9958877" y="3956298"/>
            <a:ext cx="3505752" cy="1484983"/>
            <a:chOff x="4237188" y="3251448"/>
            <a:chExt cx="3505752" cy="1484983"/>
          </a:xfrm>
        </p:grpSpPr>
        <p:sp>
          <p:nvSpPr>
            <p:cNvPr id="33" name="フローチャート: 手作業 32">
              <a:extLst>
                <a:ext uri="{FF2B5EF4-FFF2-40B4-BE49-F238E27FC236}">
                  <a16:creationId xmlns:a16="http://schemas.microsoft.com/office/drawing/2014/main" id="{80DB57BE-CB54-C236-1FE3-C420EEAC7C8E}"/>
                </a:ext>
              </a:extLst>
            </p:cNvPr>
            <p:cNvSpPr/>
            <p:nvPr/>
          </p:nvSpPr>
          <p:spPr>
            <a:xfrm flipV="1">
              <a:off x="4237188" y="3251448"/>
              <a:ext cx="3505752" cy="1484983"/>
            </a:xfrm>
            <a:prstGeom prst="flowChartDecision">
              <a:avLst/>
            </a:prstGeom>
            <a:solidFill>
              <a:schemeClr val="bg1">
                <a:lumMod val="95000"/>
                <a:alpha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vert="vert"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34" name="テキスト ボックス 33">
              <a:extLst>
                <a:ext uri="{FF2B5EF4-FFF2-40B4-BE49-F238E27FC236}">
                  <a16:creationId xmlns:a16="http://schemas.microsoft.com/office/drawing/2014/main" id="{6704E979-8E24-9AB4-B65E-EC23C16CEAAF}"/>
                </a:ext>
              </a:extLst>
            </p:cNvPr>
            <p:cNvSpPr txBox="1"/>
            <p:nvPr/>
          </p:nvSpPr>
          <p:spPr>
            <a:xfrm>
              <a:off x="5348109" y="3535400"/>
              <a:ext cx="1283912" cy="917079"/>
            </a:xfrm>
            <a:prstGeom prst="flowChartDecision">
              <a:avLst/>
            </a:prstGeom>
            <a:noFill/>
          </p:spPr>
          <p:txBody>
            <a:bodyPr wrap="none" rtlCol="0">
              <a:spAutoFit/>
            </a:bodyPr>
            <a:lstStyle/>
            <a:p>
              <a:pPr algn="ctr"/>
              <a:r>
                <a:rPr lang="en-US" altLang="ja-JP" sz="2400">
                  <a:solidFill>
                    <a:schemeClr val="bg1">
                      <a:lumMod val="95000"/>
                    </a:schemeClr>
                  </a:solidFill>
                  <a:latin typeface="原稿用標準書体" panose="03000503000000000000" pitchFamily="66" charset="-128"/>
                  <a:ea typeface="原稿用標準書体" panose="03000503000000000000" pitchFamily="66" charset="-128"/>
                </a:rPr>
                <a:t>0</a:t>
              </a:r>
              <a:r>
                <a:rPr lang="ja-JP" altLang="en-US" sz="2400">
                  <a:solidFill>
                    <a:schemeClr val="bg1">
                      <a:lumMod val="95000"/>
                    </a:schemeClr>
                  </a:solidFill>
                  <a:latin typeface="原稿用標準書体" panose="03000503000000000000" pitchFamily="66" charset="-128"/>
                  <a:ea typeface="原稿用標準書体" panose="03000503000000000000" pitchFamily="66" charset="-128"/>
                </a:rPr>
                <a:t>章</a:t>
              </a:r>
            </a:p>
          </p:txBody>
        </p:sp>
      </p:grpSp>
      <p:grpSp>
        <p:nvGrpSpPr>
          <p:cNvPr id="5" name="グループ化 4">
            <a:extLst>
              <a:ext uri="{FF2B5EF4-FFF2-40B4-BE49-F238E27FC236}">
                <a16:creationId xmlns:a16="http://schemas.microsoft.com/office/drawing/2014/main" id="{E7F8F442-D0D6-931D-6214-0E223780C076}"/>
              </a:ext>
            </a:extLst>
          </p:cNvPr>
          <p:cNvGrpSpPr/>
          <p:nvPr/>
        </p:nvGrpSpPr>
        <p:grpSpPr>
          <a:xfrm>
            <a:off x="4920182" y="2687452"/>
            <a:ext cx="1230262" cy="1230262"/>
            <a:chOff x="5881972" y="962320"/>
            <a:chExt cx="990440" cy="990440"/>
          </a:xfrm>
        </p:grpSpPr>
        <p:sp>
          <p:nvSpPr>
            <p:cNvPr id="23" name="涙形 22">
              <a:extLst>
                <a:ext uri="{FF2B5EF4-FFF2-40B4-BE49-F238E27FC236}">
                  <a16:creationId xmlns:a16="http://schemas.microsoft.com/office/drawing/2014/main" id="{35A968F9-6BA2-602E-F721-746B0710008A}"/>
                </a:ext>
              </a:extLst>
            </p:cNvPr>
            <p:cNvSpPr/>
            <p:nvPr/>
          </p:nvSpPr>
          <p:spPr>
            <a:xfrm rot="8079010">
              <a:off x="5881972" y="962320"/>
              <a:ext cx="990440" cy="990440"/>
            </a:xfrm>
            <a:prstGeom prst="teardrop">
              <a:avLst>
                <a:gd name="adj" fmla="val 127170"/>
              </a:avLst>
            </a:prstGeom>
            <a:solidFill>
              <a:schemeClr val="accent3">
                <a:lumMod val="60000"/>
                <a:lumOff val="40000"/>
              </a:schemeClr>
            </a:solidFill>
            <a:ln>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6" name="二等辺三角形 25">
              <a:extLst>
                <a:ext uri="{FF2B5EF4-FFF2-40B4-BE49-F238E27FC236}">
                  <a16:creationId xmlns:a16="http://schemas.microsoft.com/office/drawing/2014/main" id="{E16DBBB8-C031-3C93-94A5-ED96D4ECC958}"/>
                </a:ext>
              </a:extLst>
            </p:cNvPr>
            <p:cNvSpPr/>
            <p:nvPr/>
          </p:nvSpPr>
          <p:spPr>
            <a:xfrm rot="5400000">
              <a:off x="6146729" y="1188589"/>
              <a:ext cx="596979" cy="514637"/>
            </a:xfrm>
            <a:prstGeom prst="triangl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Tree>
    <p:extLst>
      <p:ext uri="{BB962C8B-B14F-4D97-AF65-F5344CB8AC3E}">
        <p14:creationId xmlns:p14="http://schemas.microsoft.com/office/powerpoint/2010/main" val="4137432536"/>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bg>
      <p:bgPr>
        <a:gradFill flip="none" rotWithShape="1">
          <a:gsLst>
            <a:gs pos="49000">
              <a:schemeClr val="tx1">
                <a:lumMod val="85000"/>
                <a:lumOff val="15000"/>
              </a:schemeClr>
            </a:gs>
            <a:gs pos="90000">
              <a:schemeClr val="tx1">
                <a:lumMod val="85000"/>
                <a:lumOff val="15000"/>
              </a:schemeClr>
            </a:gs>
            <a:gs pos="74000">
              <a:srgbClr val="003300"/>
            </a:gs>
          </a:gsLst>
          <a:path path="circle">
            <a:fillToRect l="100000" t="100000"/>
          </a:path>
          <a:tileRect r="-100000" b="-100000"/>
        </a:gradFill>
        <a:effectLst/>
      </p:bgPr>
    </p:bg>
    <p:spTree>
      <p:nvGrpSpPr>
        <p:cNvPr id="1" name="">
          <a:extLst>
            <a:ext uri="{FF2B5EF4-FFF2-40B4-BE49-F238E27FC236}">
              <a16:creationId xmlns:a16="http://schemas.microsoft.com/office/drawing/2014/main" id="{D65E9E7E-1D9C-765D-9E87-C6A43C1408C0}"/>
            </a:ext>
          </a:extLst>
        </p:cNvPr>
        <p:cNvGrpSpPr/>
        <p:nvPr/>
      </p:nvGrpSpPr>
      <p:grpSpPr>
        <a:xfrm>
          <a:off x="0" y="0"/>
          <a:ext cx="0" cy="0"/>
          <a:chOff x="0" y="0"/>
          <a:chExt cx="0" cy="0"/>
        </a:xfrm>
      </p:grpSpPr>
      <p:grpSp>
        <p:nvGrpSpPr>
          <p:cNvPr id="10" name="グループ化 9">
            <a:extLst>
              <a:ext uri="{FF2B5EF4-FFF2-40B4-BE49-F238E27FC236}">
                <a16:creationId xmlns:a16="http://schemas.microsoft.com/office/drawing/2014/main" id="{7C45B3E3-2220-EF73-87F9-B05925335370}"/>
              </a:ext>
            </a:extLst>
          </p:cNvPr>
          <p:cNvGrpSpPr/>
          <p:nvPr/>
        </p:nvGrpSpPr>
        <p:grpSpPr>
          <a:xfrm>
            <a:off x="163586" y="134635"/>
            <a:ext cx="3123445" cy="1396119"/>
            <a:chOff x="163586" y="134635"/>
            <a:chExt cx="3123445" cy="1396119"/>
          </a:xfrm>
        </p:grpSpPr>
        <p:sp>
          <p:nvSpPr>
            <p:cNvPr id="2" name="四角形: 角を丸くする 1">
              <a:extLst>
                <a:ext uri="{FF2B5EF4-FFF2-40B4-BE49-F238E27FC236}">
                  <a16:creationId xmlns:a16="http://schemas.microsoft.com/office/drawing/2014/main" id="{30CD53A9-9AE2-CC3B-2FBF-93E5A7137EB7}"/>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3" name="テキスト ボックス 2">
              <a:extLst>
                <a:ext uri="{FF2B5EF4-FFF2-40B4-BE49-F238E27FC236}">
                  <a16:creationId xmlns:a16="http://schemas.microsoft.com/office/drawing/2014/main" id="{35DA5907-975A-F683-5CC7-3B9C1505D04E}"/>
                </a:ext>
              </a:extLst>
            </p:cNvPr>
            <p:cNvSpPr txBox="1"/>
            <p:nvPr/>
          </p:nvSpPr>
          <p:spPr>
            <a:xfrm>
              <a:off x="1624590" y="641390"/>
              <a:ext cx="1467068" cy="400110"/>
            </a:xfrm>
            <a:prstGeom prst="rect">
              <a:avLst/>
            </a:prstGeom>
            <a:noFill/>
          </p:spPr>
          <p:txBody>
            <a:bodyPr wrap="none" rtlCol="0">
              <a:spAutoFit/>
            </a:bodyPr>
            <a:lstStyle/>
            <a:p>
              <a:pPr algn="ctr"/>
              <a:r>
                <a:rPr kumimoji="1"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回想話選択</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4" name="グループ化 3">
              <a:extLst>
                <a:ext uri="{FF2B5EF4-FFF2-40B4-BE49-F238E27FC236}">
                  <a16:creationId xmlns:a16="http://schemas.microsoft.com/office/drawing/2014/main" id="{E8E2F752-56A1-22E9-2648-D615ADE17A7A}"/>
                </a:ext>
              </a:extLst>
            </p:cNvPr>
            <p:cNvGrpSpPr/>
            <p:nvPr/>
          </p:nvGrpSpPr>
          <p:grpSpPr>
            <a:xfrm>
              <a:off x="163586" y="134635"/>
              <a:ext cx="1975684" cy="1396119"/>
              <a:chOff x="163586" y="134635"/>
              <a:chExt cx="1975684" cy="1396119"/>
            </a:xfrm>
          </p:grpSpPr>
          <p:grpSp>
            <p:nvGrpSpPr>
              <p:cNvPr id="6" name="グループ化 5">
                <a:extLst>
                  <a:ext uri="{FF2B5EF4-FFF2-40B4-BE49-F238E27FC236}">
                    <a16:creationId xmlns:a16="http://schemas.microsoft.com/office/drawing/2014/main" id="{457EF229-B424-9460-981F-1A1DBEDA5624}"/>
                  </a:ext>
                </a:extLst>
              </p:cNvPr>
              <p:cNvGrpSpPr/>
              <p:nvPr/>
            </p:nvGrpSpPr>
            <p:grpSpPr>
              <a:xfrm>
                <a:off x="163586" y="134635"/>
                <a:ext cx="1975684" cy="1396119"/>
                <a:chOff x="163586" y="134635"/>
                <a:chExt cx="1975684" cy="1396119"/>
              </a:xfrm>
            </p:grpSpPr>
            <p:pic>
              <p:nvPicPr>
                <p:cNvPr id="8" name="図 7">
                  <a:extLst>
                    <a:ext uri="{FF2B5EF4-FFF2-40B4-BE49-F238E27FC236}">
                      <a16:creationId xmlns:a16="http://schemas.microsoft.com/office/drawing/2014/main" id="{67AEC5AC-8D05-0DF9-897A-D11C21FFCDE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9" name="楕円 8">
                  <a:extLst>
                    <a:ext uri="{FF2B5EF4-FFF2-40B4-BE49-F238E27FC236}">
                      <a16:creationId xmlns:a16="http://schemas.microsoft.com/office/drawing/2014/main" id="{4BB6EFF5-3469-4B51-C563-62FCE6A7B878}"/>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7" name="図 6">
                <a:extLst>
                  <a:ext uri="{FF2B5EF4-FFF2-40B4-BE49-F238E27FC236}">
                    <a16:creationId xmlns:a16="http://schemas.microsoft.com/office/drawing/2014/main" id="{F519ABED-A288-6D51-4C2B-48C18E7C3C5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sp>
        <p:nvSpPr>
          <p:cNvPr id="43" name="フローチャート: 手作業 20">
            <a:extLst>
              <a:ext uri="{FF2B5EF4-FFF2-40B4-BE49-F238E27FC236}">
                <a16:creationId xmlns:a16="http://schemas.microsoft.com/office/drawing/2014/main" id="{2504A403-C99C-CD50-2DD0-F3202F93BF12}"/>
              </a:ext>
            </a:extLst>
          </p:cNvPr>
          <p:cNvSpPr/>
          <p:nvPr/>
        </p:nvSpPr>
        <p:spPr>
          <a:xfrm flipH="1">
            <a:off x="1303139" y="1821507"/>
            <a:ext cx="4464529" cy="3692750"/>
          </a:xfrm>
          <a:prstGeom prst="parallelogram">
            <a:avLst/>
          </a:prstGeom>
          <a:gradFill>
            <a:gsLst>
              <a:gs pos="27000">
                <a:srgbClr val="FFA4F3">
                  <a:alpha val="65000"/>
                </a:srgbClr>
              </a:gs>
              <a:gs pos="97000">
                <a:srgbClr val="FFA4F3">
                  <a:alpha val="65000"/>
                </a:srgbClr>
              </a:gs>
              <a:gs pos="74000">
                <a:schemeClr val="tx1">
                  <a:lumMod val="75000"/>
                  <a:lumOff val="25000"/>
                </a:schemeClr>
              </a:gs>
            </a:gsLst>
            <a:path path="circle">
              <a:fillToRect r="100000" b="100000"/>
            </a:path>
          </a:gra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400">
                <a:latin typeface="原稿用標準書体" panose="03000503000000000000" pitchFamily="66" charset="-128"/>
                <a:ea typeface="原稿用標準書体" panose="03000503000000000000" pitchFamily="66" charset="-128"/>
              </a:rPr>
              <a:t>キャラアイコン</a:t>
            </a:r>
            <a:endParaRPr kumimoji="1" lang="ja-JP" altLang="en-US" sz="2400" dirty="0">
              <a:latin typeface="原稿用標準書体" panose="03000503000000000000" pitchFamily="66" charset="-128"/>
              <a:ea typeface="原稿用標準書体" panose="03000503000000000000" pitchFamily="66" charset="-128"/>
            </a:endParaRPr>
          </a:p>
        </p:txBody>
      </p:sp>
      <p:grpSp>
        <p:nvGrpSpPr>
          <p:cNvPr id="27" name="グループ化 26">
            <a:extLst>
              <a:ext uri="{FF2B5EF4-FFF2-40B4-BE49-F238E27FC236}">
                <a16:creationId xmlns:a16="http://schemas.microsoft.com/office/drawing/2014/main" id="{5C361663-E3BD-C282-D51F-0381D53E3565}"/>
              </a:ext>
            </a:extLst>
          </p:cNvPr>
          <p:cNvGrpSpPr/>
          <p:nvPr/>
        </p:nvGrpSpPr>
        <p:grpSpPr>
          <a:xfrm flipH="1">
            <a:off x="6600554" y="5193309"/>
            <a:ext cx="3763828" cy="699624"/>
            <a:chOff x="6865299" y="2611603"/>
            <a:chExt cx="3094443" cy="699624"/>
          </a:xfrm>
        </p:grpSpPr>
        <p:sp>
          <p:nvSpPr>
            <p:cNvPr id="35" name="フローチャート: 手作業 29">
              <a:extLst>
                <a:ext uri="{FF2B5EF4-FFF2-40B4-BE49-F238E27FC236}">
                  <a16:creationId xmlns:a16="http://schemas.microsoft.com/office/drawing/2014/main" id="{AF4FCD26-FEC0-606C-FAD4-09FB1C8D7F42}"/>
                </a:ext>
              </a:extLst>
            </p:cNvPr>
            <p:cNvSpPr/>
            <p:nvPr/>
          </p:nvSpPr>
          <p:spPr>
            <a:xfrm>
              <a:off x="6865299" y="2611603"/>
              <a:ext cx="3094443" cy="699624"/>
            </a:xfrm>
            <a:prstGeom prst="parallelogram">
              <a:avLst/>
            </a:prstGeom>
            <a:solidFill>
              <a:schemeClr val="bg1">
                <a:lumMod val="95000"/>
                <a:alpha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36" name="テキスト ボックス 35">
              <a:extLst>
                <a:ext uri="{FF2B5EF4-FFF2-40B4-BE49-F238E27FC236}">
                  <a16:creationId xmlns:a16="http://schemas.microsoft.com/office/drawing/2014/main" id="{D799B55E-00A5-D773-412C-4F3E683A5D68}"/>
                </a:ext>
              </a:extLst>
            </p:cNvPr>
            <p:cNvSpPr txBox="1"/>
            <p:nvPr/>
          </p:nvSpPr>
          <p:spPr>
            <a:xfrm>
              <a:off x="7692432" y="2721385"/>
              <a:ext cx="1440180" cy="480060"/>
            </a:xfrm>
            <a:prstGeom prst="parallelogram">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rPr>
                <a:t>シナリオ名</a:t>
              </a:r>
            </a:p>
          </p:txBody>
        </p:sp>
      </p:grpSp>
      <p:grpSp>
        <p:nvGrpSpPr>
          <p:cNvPr id="37" name="グループ化 36">
            <a:extLst>
              <a:ext uri="{FF2B5EF4-FFF2-40B4-BE49-F238E27FC236}">
                <a16:creationId xmlns:a16="http://schemas.microsoft.com/office/drawing/2014/main" id="{82E6AA8E-06AA-3304-0917-AAB8192B2417}"/>
              </a:ext>
            </a:extLst>
          </p:cNvPr>
          <p:cNvGrpSpPr/>
          <p:nvPr/>
        </p:nvGrpSpPr>
        <p:grpSpPr>
          <a:xfrm flipH="1">
            <a:off x="5738544" y="1320917"/>
            <a:ext cx="3763828" cy="699624"/>
            <a:chOff x="678143" y="2611602"/>
            <a:chExt cx="3094443" cy="699624"/>
          </a:xfrm>
        </p:grpSpPr>
        <p:sp>
          <p:nvSpPr>
            <p:cNvPr id="38" name="フローチャート: 手作業 20">
              <a:extLst>
                <a:ext uri="{FF2B5EF4-FFF2-40B4-BE49-F238E27FC236}">
                  <a16:creationId xmlns:a16="http://schemas.microsoft.com/office/drawing/2014/main" id="{892D9943-680A-DDB8-B989-CF30A65818BA}"/>
                </a:ext>
              </a:extLst>
            </p:cNvPr>
            <p:cNvSpPr/>
            <p:nvPr/>
          </p:nvSpPr>
          <p:spPr>
            <a:xfrm>
              <a:off x="678143" y="2611602"/>
              <a:ext cx="3094443" cy="699624"/>
            </a:xfrm>
            <a:prstGeom prst="parallelogram">
              <a:avLst/>
            </a:prstGeom>
            <a:solidFill>
              <a:schemeClr val="bg1">
                <a:lumMod val="95000"/>
                <a:alpha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39" name="テキスト ボックス 38">
              <a:extLst>
                <a:ext uri="{FF2B5EF4-FFF2-40B4-BE49-F238E27FC236}">
                  <a16:creationId xmlns:a16="http://schemas.microsoft.com/office/drawing/2014/main" id="{4173BBE7-1E4F-DCE5-C614-3C773C7134F3}"/>
                </a:ext>
              </a:extLst>
            </p:cNvPr>
            <p:cNvSpPr txBox="1"/>
            <p:nvPr/>
          </p:nvSpPr>
          <p:spPr>
            <a:xfrm>
              <a:off x="1520650" y="2721384"/>
              <a:ext cx="1409434" cy="472916"/>
            </a:xfrm>
            <a:prstGeom prst="parallelogram">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rPr>
                <a:t>シナリオ名</a:t>
              </a:r>
              <a:endParaRPr kumimoji="1" lang="ja-JP" altLang="en-US">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40" name="グループ化 39">
            <a:extLst>
              <a:ext uri="{FF2B5EF4-FFF2-40B4-BE49-F238E27FC236}">
                <a16:creationId xmlns:a16="http://schemas.microsoft.com/office/drawing/2014/main" id="{4EDE1DA5-6A7B-3F5E-89EA-7F7B09090F8E}"/>
              </a:ext>
            </a:extLst>
          </p:cNvPr>
          <p:cNvGrpSpPr/>
          <p:nvPr/>
        </p:nvGrpSpPr>
        <p:grpSpPr>
          <a:xfrm flipH="1">
            <a:off x="5954045" y="2289015"/>
            <a:ext cx="3763828" cy="699624"/>
            <a:chOff x="6865299" y="2611603"/>
            <a:chExt cx="3094443" cy="699624"/>
          </a:xfrm>
        </p:grpSpPr>
        <p:sp>
          <p:nvSpPr>
            <p:cNvPr id="41" name="フローチャート: 手作業 29">
              <a:extLst>
                <a:ext uri="{FF2B5EF4-FFF2-40B4-BE49-F238E27FC236}">
                  <a16:creationId xmlns:a16="http://schemas.microsoft.com/office/drawing/2014/main" id="{A52AC181-D147-30BD-3B9A-E1FA8F61C0AB}"/>
                </a:ext>
              </a:extLst>
            </p:cNvPr>
            <p:cNvSpPr/>
            <p:nvPr/>
          </p:nvSpPr>
          <p:spPr>
            <a:xfrm>
              <a:off x="6865299" y="2611603"/>
              <a:ext cx="3094443" cy="699624"/>
            </a:xfrm>
            <a:prstGeom prst="parallelogram">
              <a:avLst/>
            </a:prstGeom>
            <a:solidFill>
              <a:schemeClr val="bg1">
                <a:lumMod val="95000"/>
                <a:alpha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42" name="テキスト ボックス 41">
              <a:extLst>
                <a:ext uri="{FF2B5EF4-FFF2-40B4-BE49-F238E27FC236}">
                  <a16:creationId xmlns:a16="http://schemas.microsoft.com/office/drawing/2014/main" id="{8071202A-855E-B172-646E-6C7876E5D382}"/>
                </a:ext>
              </a:extLst>
            </p:cNvPr>
            <p:cNvSpPr txBox="1"/>
            <p:nvPr/>
          </p:nvSpPr>
          <p:spPr>
            <a:xfrm>
              <a:off x="7692432" y="2721385"/>
              <a:ext cx="1440180" cy="480060"/>
            </a:xfrm>
            <a:prstGeom prst="parallelogram">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rPr>
                <a:t>シナリオ名</a:t>
              </a:r>
            </a:p>
          </p:txBody>
        </p:sp>
      </p:grpSp>
      <p:grpSp>
        <p:nvGrpSpPr>
          <p:cNvPr id="44" name="グループ化 43">
            <a:extLst>
              <a:ext uri="{FF2B5EF4-FFF2-40B4-BE49-F238E27FC236}">
                <a16:creationId xmlns:a16="http://schemas.microsoft.com/office/drawing/2014/main" id="{46B1F68F-F4D4-6E68-BCE3-4BE507B4B9F9}"/>
              </a:ext>
            </a:extLst>
          </p:cNvPr>
          <p:cNvGrpSpPr/>
          <p:nvPr/>
        </p:nvGrpSpPr>
        <p:grpSpPr>
          <a:xfrm flipH="1">
            <a:off x="6169548" y="3257113"/>
            <a:ext cx="3763828" cy="699624"/>
            <a:chOff x="6865299" y="2611603"/>
            <a:chExt cx="3094443" cy="699624"/>
          </a:xfrm>
        </p:grpSpPr>
        <p:sp>
          <p:nvSpPr>
            <p:cNvPr id="45" name="フローチャート: 手作業 29">
              <a:extLst>
                <a:ext uri="{FF2B5EF4-FFF2-40B4-BE49-F238E27FC236}">
                  <a16:creationId xmlns:a16="http://schemas.microsoft.com/office/drawing/2014/main" id="{78F91158-5E1A-4A4B-8B9E-FB2BA4164531}"/>
                </a:ext>
              </a:extLst>
            </p:cNvPr>
            <p:cNvSpPr/>
            <p:nvPr/>
          </p:nvSpPr>
          <p:spPr>
            <a:xfrm>
              <a:off x="6865299" y="2611603"/>
              <a:ext cx="3094443" cy="699624"/>
            </a:xfrm>
            <a:prstGeom prst="parallelogram">
              <a:avLst/>
            </a:prstGeom>
            <a:solidFill>
              <a:srgbClr val="FF99FF">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46" name="テキスト ボックス 45">
              <a:extLst>
                <a:ext uri="{FF2B5EF4-FFF2-40B4-BE49-F238E27FC236}">
                  <a16:creationId xmlns:a16="http://schemas.microsoft.com/office/drawing/2014/main" id="{07057C04-CB05-A4DA-1EB2-DC11C6057B03}"/>
                </a:ext>
              </a:extLst>
            </p:cNvPr>
            <p:cNvSpPr txBox="1"/>
            <p:nvPr/>
          </p:nvSpPr>
          <p:spPr>
            <a:xfrm>
              <a:off x="7692432" y="2721385"/>
              <a:ext cx="1440180" cy="480060"/>
            </a:xfrm>
            <a:prstGeom prst="parallelogram">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rPr>
                <a:t>シナリオ名</a:t>
              </a:r>
            </a:p>
          </p:txBody>
        </p:sp>
      </p:grpSp>
      <p:grpSp>
        <p:nvGrpSpPr>
          <p:cNvPr id="47" name="グループ化 46">
            <a:extLst>
              <a:ext uri="{FF2B5EF4-FFF2-40B4-BE49-F238E27FC236}">
                <a16:creationId xmlns:a16="http://schemas.microsoft.com/office/drawing/2014/main" id="{64939E78-4F17-3AE8-BF54-3AA2979F607B}"/>
              </a:ext>
            </a:extLst>
          </p:cNvPr>
          <p:cNvGrpSpPr/>
          <p:nvPr/>
        </p:nvGrpSpPr>
        <p:grpSpPr>
          <a:xfrm flipH="1">
            <a:off x="6385051" y="4225211"/>
            <a:ext cx="3763828" cy="699624"/>
            <a:chOff x="6865299" y="2611603"/>
            <a:chExt cx="3094443" cy="699624"/>
          </a:xfrm>
        </p:grpSpPr>
        <p:sp>
          <p:nvSpPr>
            <p:cNvPr id="48" name="フローチャート: 手作業 29">
              <a:extLst>
                <a:ext uri="{FF2B5EF4-FFF2-40B4-BE49-F238E27FC236}">
                  <a16:creationId xmlns:a16="http://schemas.microsoft.com/office/drawing/2014/main" id="{4F43BADF-7E9E-5756-B577-7ABF1774B75A}"/>
                </a:ext>
              </a:extLst>
            </p:cNvPr>
            <p:cNvSpPr/>
            <p:nvPr/>
          </p:nvSpPr>
          <p:spPr>
            <a:xfrm>
              <a:off x="6865299" y="2611603"/>
              <a:ext cx="3094443" cy="699624"/>
            </a:xfrm>
            <a:prstGeom prst="parallelogram">
              <a:avLst/>
            </a:prstGeom>
            <a:solidFill>
              <a:schemeClr val="bg1">
                <a:lumMod val="95000"/>
                <a:alpha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49" name="テキスト ボックス 48">
              <a:extLst>
                <a:ext uri="{FF2B5EF4-FFF2-40B4-BE49-F238E27FC236}">
                  <a16:creationId xmlns:a16="http://schemas.microsoft.com/office/drawing/2014/main" id="{51073FF1-A586-D69E-E349-11F98E1B0532}"/>
                </a:ext>
              </a:extLst>
            </p:cNvPr>
            <p:cNvSpPr txBox="1"/>
            <p:nvPr/>
          </p:nvSpPr>
          <p:spPr>
            <a:xfrm>
              <a:off x="7692432" y="2721385"/>
              <a:ext cx="1440180" cy="480060"/>
            </a:xfrm>
            <a:prstGeom prst="parallelogram">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rPr>
                <a:t>シナリオ名</a:t>
              </a:r>
            </a:p>
          </p:txBody>
        </p:sp>
      </p:grpSp>
      <p:grpSp>
        <p:nvGrpSpPr>
          <p:cNvPr id="53" name="グループ化 52">
            <a:extLst>
              <a:ext uri="{FF2B5EF4-FFF2-40B4-BE49-F238E27FC236}">
                <a16:creationId xmlns:a16="http://schemas.microsoft.com/office/drawing/2014/main" id="{F104D65E-3E59-12A8-57FB-FFC615BF4819}"/>
              </a:ext>
            </a:extLst>
          </p:cNvPr>
          <p:cNvGrpSpPr/>
          <p:nvPr/>
        </p:nvGrpSpPr>
        <p:grpSpPr>
          <a:xfrm>
            <a:off x="6080059" y="2455888"/>
            <a:ext cx="893714" cy="893714"/>
            <a:chOff x="5738645" y="722498"/>
            <a:chExt cx="1230262" cy="1230262"/>
          </a:xfrm>
        </p:grpSpPr>
        <p:sp>
          <p:nvSpPr>
            <p:cNvPr id="54" name="涙形 53">
              <a:extLst>
                <a:ext uri="{FF2B5EF4-FFF2-40B4-BE49-F238E27FC236}">
                  <a16:creationId xmlns:a16="http://schemas.microsoft.com/office/drawing/2014/main" id="{87CDECFD-1464-AC9D-29FE-AF700EAA7100}"/>
                </a:ext>
              </a:extLst>
            </p:cNvPr>
            <p:cNvSpPr/>
            <p:nvPr/>
          </p:nvSpPr>
          <p:spPr>
            <a:xfrm rot="8079010">
              <a:off x="5738645" y="722498"/>
              <a:ext cx="1230262" cy="1230262"/>
            </a:xfrm>
            <a:prstGeom prst="teardrop">
              <a:avLst>
                <a:gd name="adj" fmla="val 127170"/>
              </a:avLst>
            </a:prstGeom>
            <a:solidFill>
              <a:srgbClr val="FFA4F3"/>
            </a:solidFill>
            <a:ln>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5" name="二等辺三角形 54">
              <a:extLst>
                <a:ext uri="{FF2B5EF4-FFF2-40B4-BE49-F238E27FC236}">
                  <a16:creationId xmlns:a16="http://schemas.microsoft.com/office/drawing/2014/main" id="{C3E0115B-134B-BBBD-0190-AEB6927CB9D9}"/>
                </a:ext>
              </a:extLst>
            </p:cNvPr>
            <p:cNvSpPr/>
            <p:nvPr/>
          </p:nvSpPr>
          <p:spPr>
            <a:xfrm rot="5400000">
              <a:off x="6067509" y="1003555"/>
              <a:ext cx="741530" cy="639250"/>
            </a:xfrm>
            <a:prstGeom prst="triangl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78" name="フローチャート: 手作業 20">
            <a:extLst>
              <a:ext uri="{FF2B5EF4-FFF2-40B4-BE49-F238E27FC236}">
                <a16:creationId xmlns:a16="http://schemas.microsoft.com/office/drawing/2014/main" id="{C3EFCEE8-EC4E-E6C5-D23B-45BDD13200BD}"/>
              </a:ext>
            </a:extLst>
          </p:cNvPr>
          <p:cNvSpPr/>
          <p:nvPr/>
        </p:nvSpPr>
        <p:spPr>
          <a:xfrm flipH="1">
            <a:off x="2232074" y="5508139"/>
            <a:ext cx="3698525" cy="635516"/>
          </a:xfrm>
          <a:prstGeom prst="parallelogram">
            <a:avLst/>
          </a:prstGeom>
          <a:solidFill>
            <a:srgbClr val="FFA4F3">
              <a:alpha val="7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a:latin typeface="原稿用標準書体" panose="03000503000000000000" pitchFamily="66" charset="-128"/>
                <a:ea typeface="原稿用標準書体" panose="03000503000000000000" pitchFamily="66" charset="-128"/>
              </a:rPr>
              <a:t>0</a:t>
            </a:r>
            <a:r>
              <a:rPr kumimoji="1" lang="ja-JP" altLang="en-US">
                <a:latin typeface="原稿用標準書体" panose="03000503000000000000" pitchFamily="66" charset="-128"/>
                <a:ea typeface="原稿用標準書体" panose="03000503000000000000" pitchFamily="66" charset="-128"/>
              </a:rPr>
              <a:t>章</a:t>
            </a:r>
            <a:r>
              <a:rPr kumimoji="1" lang="en-US" altLang="ja-JP">
                <a:latin typeface="原稿用標準書体" panose="03000503000000000000" pitchFamily="66" charset="-128"/>
                <a:ea typeface="原稿用標準書体" panose="03000503000000000000" pitchFamily="66" charset="-128"/>
              </a:rPr>
              <a:t>_</a:t>
            </a:r>
            <a:r>
              <a:rPr kumimoji="1" lang="ja-JP" altLang="en-US">
                <a:latin typeface="原稿用標準書体" panose="03000503000000000000" pitchFamily="66" charset="-128"/>
                <a:ea typeface="原稿用標準書体" panose="03000503000000000000" pitchFamily="66" charset="-128"/>
              </a:rPr>
              <a:t>章タイトル</a:t>
            </a:r>
            <a:endParaRPr kumimoji="1" lang="ja-JP" altLang="en-US" dirty="0">
              <a:latin typeface="原稿用標準書体" panose="03000503000000000000" pitchFamily="66" charset="-128"/>
              <a:ea typeface="原稿用標準書体" panose="03000503000000000000" pitchFamily="66" charset="-128"/>
            </a:endParaRPr>
          </a:p>
        </p:txBody>
      </p:sp>
      <p:pic>
        <p:nvPicPr>
          <p:cNvPr id="80" name="図 79">
            <a:extLst>
              <a:ext uri="{FF2B5EF4-FFF2-40B4-BE49-F238E27FC236}">
                <a16:creationId xmlns:a16="http://schemas.microsoft.com/office/drawing/2014/main" id="{9126DE0A-6826-C3CE-A34A-6948C42AA62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833630" y="6161407"/>
            <a:ext cx="3762931" cy="701047"/>
          </a:xfrm>
          <a:prstGeom prst="rect">
            <a:avLst/>
          </a:prstGeom>
        </p:spPr>
      </p:pic>
      <p:grpSp>
        <p:nvGrpSpPr>
          <p:cNvPr id="5" name="グループ化 4">
            <a:extLst>
              <a:ext uri="{FF2B5EF4-FFF2-40B4-BE49-F238E27FC236}">
                <a16:creationId xmlns:a16="http://schemas.microsoft.com/office/drawing/2014/main" id="{00A0928E-89F2-2AC1-66FE-6B9F5DEE71F0}"/>
              </a:ext>
            </a:extLst>
          </p:cNvPr>
          <p:cNvGrpSpPr/>
          <p:nvPr/>
        </p:nvGrpSpPr>
        <p:grpSpPr>
          <a:xfrm flipH="1">
            <a:off x="5509190" y="394031"/>
            <a:ext cx="3763828" cy="699624"/>
            <a:chOff x="678143" y="2611602"/>
            <a:chExt cx="3094443" cy="699624"/>
          </a:xfrm>
        </p:grpSpPr>
        <p:sp>
          <p:nvSpPr>
            <p:cNvPr id="11" name="フローチャート: 手作業 20">
              <a:extLst>
                <a:ext uri="{FF2B5EF4-FFF2-40B4-BE49-F238E27FC236}">
                  <a16:creationId xmlns:a16="http://schemas.microsoft.com/office/drawing/2014/main" id="{3CE877AA-8187-537E-DA5F-2DAA9FAF5564}"/>
                </a:ext>
              </a:extLst>
            </p:cNvPr>
            <p:cNvSpPr/>
            <p:nvPr/>
          </p:nvSpPr>
          <p:spPr>
            <a:xfrm>
              <a:off x="678143" y="2611602"/>
              <a:ext cx="3094443" cy="699624"/>
            </a:xfrm>
            <a:prstGeom prst="parallelogram">
              <a:avLst/>
            </a:prstGeom>
            <a:solidFill>
              <a:schemeClr val="bg1">
                <a:lumMod val="95000"/>
                <a:alpha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12" name="テキスト ボックス 11">
              <a:extLst>
                <a:ext uri="{FF2B5EF4-FFF2-40B4-BE49-F238E27FC236}">
                  <a16:creationId xmlns:a16="http://schemas.microsoft.com/office/drawing/2014/main" id="{53B7CEFA-B309-F53F-146B-D94725AF4A2C}"/>
                </a:ext>
              </a:extLst>
            </p:cNvPr>
            <p:cNvSpPr txBox="1"/>
            <p:nvPr/>
          </p:nvSpPr>
          <p:spPr>
            <a:xfrm>
              <a:off x="1520650" y="2721384"/>
              <a:ext cx="1409434" cy="472916"/>
            </a:xfrm>
            <a:prstGeom prst="parallelogram">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rPr>
                <a:t>シナリオ名</a:t>
              </a:r>
              <a:endParaRPr kumimoji="1" lang="ja-JP" altLang="en-US">
                <a:solidFill>
                  <a:schemeClr val="bg1">
                    <a:lumMod val="95000"/>
                  </a:schemeClr>
                </a:solidFill>
                <a:latin typeface="原稿用標準書体" panose="03000503000000000000" pitchFamily="66" charset="-128"/>
                <a:ea typeface="原稿用標準書体" panose="03000503000000000000" pitchFamily="66" charset="-128"/>
              </a:endParaRPr>
            </a:p>
          </p:txBody>
        </p:sp>
      </p:grpSp>
    </p:spTree>
    <p:extLst>
      <p:ext uri="{BB962C8B-B14F-4D97-AF65-F5344CB8AC3E}">
        <p14:creationId xmlns:p14="http://schemas.microsoft.com/office/powerpoint/2010/main" val="1632278614"/>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bg>
      <p:bgPr>
        <a:gradFill flip="none" rotWithShape="1">
          <a:gsLst>
            <a:gs pos="49000">
              <a:schemeClr val="tx1">
                <a:lumMod val="85000"/>
                <a:lumOff val="15000"/>
              </a:schemeClr>
            </a:gs>
            <a:gs pos="90000">
              <a:schemeClr val="tx1">
                <a:lumMod val="85000"/>
                <a:lumOff val="15000"/>
              </a:schemeClr>
            </a:gs>
            <a:gs pos="74000">
              <a:schemeClr val="accent6">
                <a:lumMod val="50000"/>
              </a:schemeClr>
            </a:gs>
          </a:gsLst>
          <a:path path="circle">
            <a:fillToRect l="100000" t="100000"/>
          </a:path>
          <a:tileRect r="-100000" b="-100000"/>
        </a:gradFill>
        <a:effectLst/>
      </p:bgPr>
    </p:bg>
    <p:spTree>
      <p:nvGrpSpPr>
        <p:cNvPr id="1" name="">
          <a:extLst>
            <a:ext uri="{FF2B5EF4-FFF2-40B4-BE49-F238E27FC236}">
              <a16:creationId xmlns:a16="http://schemas.microsoft.com/office/drawing/2014/main" id="{8CAE9DC2-CC23-BA1B-A21E-D708280287A7}"/>
            </a:ext>
          </a:extLst>
        </p:cNvPr>
        <p:cNvGrpSpPr/>
        <p:nvPr/>
      </p:nvGrpSpPr>
      <p:grpSpPr>
        <a:xfrm>
          <a:off x="0" y="0"/>
          <a:ext cx="0" cy="0"/>
          <a:chOff x="0" y="0"/>
          <a:chExt cx="0" cy="0"/>
        </a:xfrm>
      </p:grpSpPr>
      <p:grpSp>
        <p:nvGrpSpPr>
          <p:cNvPr id="10" name="グループ化 9">
            <a:extLst>
              <a:ext uri="{FF2B5EF4-FFF2-40B4-BE49-F238E27FC236}">
                <a16:creationId xmlns:a16="http://schemas.microsoft.com/office/drawing/2014/main" id="{C6BF1522-D24B-A80E-01FB-A451BF9E2495}"/>
              </a:ext>
            </a:extLst>
          </p:cNvPr>
          <p:cNvGrpSpPr/>
          <p:nvPr/>
        </p:nvGrpSpPr>
        <p:grpSpPr>
          <a:xfrm>
            <a:off x="163586" y="134635"/>
            <a:ext cx="3123445" cy="1396119"/>
            <a:chOff x="163586" y="134635"/>
            <a:chExt cx="3123445" cy="1396119"/>
          </a:xfrm>
        </p:grpSpPr>
        <p:sp>
          <p:nvSpPr>
            <p:cNvPr id="2" name="四角形: 角を丸くする 1">
              <a:extLst>
                <a:ext uri="{FF2B5EF4-FFF2-40B4-BE49-F238E27FC236}">
                  <a16:creationId xmlns:a16="http://schemas.microsoft.com/office/drawing/2014/main" id="{BD8DE557-E74B-AF12-77D9-B6FB68B98EAF}"/>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3" name="テキスト ボックス 2">
              <a:extLst>
                <a:ext uri="{FF2B5EF4-FFF2-40B4-BE49-F238E27FC236}">
                  <a16:creationId xmlns:a16="http://schemas.microsoft.com/office/drawing/2014/main" id="{9D0D79FD-59FA-4DEC-5027-EF19A6D8A900}"/>
                </a:ext>
              </a:extLst>
            </p:cNvPr>
            <p:cNvSpPr txBox="1"/>
            <p:nvPr/>
          </p:nvSpPr>
          <p:spPr>
            <a:xfrm>
              <a:off x="1624593" y="641390"/>
              <a:ext cx="146706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キャラ回想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4" name="グループ化 3">
              <a:extLst>
                <a:ext uri="{FF2B5EF4-FFF2-40B4-BE49-F238E27FC236}">
                  <a16:creationId xmlns:a16="http://schemas.microsoft.com/office/drawing/2014/main" id="{928DBA45-52B5-FF39-A971-F5F0913573EF}"/>
                </a:ext>
              </a:extLst>
            </p:cNvPr>
            <p:cNvGrpSpPr/>
            <p:nvPr/>
          </p:nvGrpSpPr>
          <p:grpSpPr>
            <a:xfrm>
              <a:off x="163586" y="134635"/>
              <a:ext cx="1975684" cy="1396119"/>
              <a:chOff x="163586" y="134635"/>
              <a:chExt cx="1975684" cy="1396119"/>
            </a:xfrm>
          </p:grpSpPr>
          <p:grpSp>
            <p:nvGrpSpPr>
              <p:cNvPr id="6" name="グループ化 5">
                <a:extLst>
                  <a:ext uri="{FF2B5EF4-FFF2-40B4-BE49-F238E27FC236}">
                    <a16:creationId xmlns:a16="http://schemas.microsoft.com/office/drawing/2014/main" id="{9C42EDD9-2612-3DEC-21C5-91459C7D9653}"/>
                  </a:ext>
                </a:extLst>
              </p:cNvPr>
              <p:cNvGrpSpPr/>
              <p:nvPr/>
            </p:nvGrpSpPr>
            <p:grpSpPr>
              <a:xfrm>
                <a:off x="163586" y="134635"/>
                <a:ext cx="1975684" cy="1396119"/>
                <a:chOff x="163586" y="134635"/>
                <a:chExt cx="1975684" cy="1396119"/>
              </a:xfrm>
            </p:grpSpPr>
            <p:pic>
              <p:nvPicPr>
                <p:cNvPr id="8" name="図 7">
                  <a:extLst>
                    <a:ext uri="{FF2B5EF4-FFF2-40B4-BE49-F238E27FC236}">
                      <a16:creationId xmlns:a16="http://schemas.microsoft.com/office/drawing/2014/main" id="{8F6B32A6-EB30-0AD5-4145-0D6A2138E4C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9" name="楕円 8">
                  <a:extLst>
                    <a:ext uri="{FF2B5EF4-FFF2-40B4-BE49-F238E27FC236}">
                      <a16:creationId xmlns:a16="http://schemas.microsoft.com/office/drawing/2014/main" id="{DF9A63CF-07F5-FE1A-97D0-87050D72AD6A}"/>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7" name="図 6">
                <a:extLst>
                  <a:ext uri="{FF2B5EF4-FFF2-40B4-BE49-F238E27FC236}">
                    <a16:creationId xmlns:a16="http://schemas.microsoft.com/office/drawing/2014/main" id="{546A0432-5415-9006-B53A-9C36F26AF64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grpSp>
        <p:nvGrpSpPr>
          <p:cNvPr id="5" name="グループ化 4">
            <a:extLst>
              <a:ext uri="{FF2B5EF4-FFF2-40B4-BE49-F238E27FC236}">
                <a16:creationId xmlns:a16="http://schemas.microsoft.com/office/drawing/2014/main" id="{CA666782-2D3C-85C5-1C9C-1C15253BC9C7}"/>
              </a:ext>
            </a:extLst>
          </p:cNvPr>
          <p:cNvGrpSpPr/>
          <p:nvPr/>
        </p:nvGrpSpPr>
        <p:grpSpPr>
          <a:xfrm>
            <a:off x="926594" y="2141945"/>
            <a:ext cx="10338111" cy="3621376"/>
            <a:chOff x="926594" y="2141945"/>
            <a:chExt cx="10338111" cy="3621376"/>
          </a:xfrm>
        </p:grpSpPr>
        <p:grpSp>
          <p:nvGrpSpPr>
            <p:cNvPr id="55" name="グループ化 54">
              <a:extLst>
                <a:ext uri="{FF2B5EF4-FFF2-40B4-BE49-F238E27FC236}">
                  <a16:creationId xmlns:a16="http://schemas.microsoft.com/office/drawing/2014/main" id="{DDEA1847-7B88-D02F-5568-912717022898}"/>
                </a:ext>
              </a:extLst>
            </p:cNvPr>
            <p:cNvGrpSpPr/>
            <p:nvPr/>
          </p:nvGrpSpPr>
          <p:grpSpPr>
            <a:xfrm>
              <a:off x="926594" y="2141945"/>
              <a:ext cx="2372751" cy="1665648"/>
              <a:chOff x="1063284" y="1941767"/>
              <a:chExt cx="2372751" cy="1665648"/>
            </a:xfrm>
          </p:grpSpPr>
          <p:sp>
            <p:nvSpPr>
              <p:cNvPr id="27" name="四角形: 上の 2 つの角を丸める 26">
                <a:extLst>
                  <a:ext uri="{FF2B5EF4-FFF2-40B4-BE49-F238E27FC236}">
                    <a16:creationId xmlns:a16="http://schemas.microsoft.com/office/drawing/2014/main" id="{4648DAC5-0787-9317-F8E3-9D064BDC0831}"/>
                  </a:ext>
                </a:extLst>
              </p:cNvPr>
              <p:cNvSpPr/>
              <p:nvPr/>
            </p:nvSpPr>
            <p:spPr>
              <a:xfrm>
                <a:off x="1063284" y="1941767"/>
                <a:ext cx="2372751" cy="1245090"/>
              </a:xfrm>
              <a:prstGeom prst="round2SameRect">
                <a:avLst/>
              </a:prstGeom>
              <a:solidFill>
                <a:schemeClr val="accent6">
                  <a:lumMod val="60000"/>
                  <a:lumOff val="4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50" name="グラフィックス 49" descr="ユーザー 単色塗りつぶし">
                <a:extLst>
                  <a:ext uri="{FF2B5EF4-FFF2-40B4-BE49-F238E27FC236}">
                    <a16:creationId xmlns:a16="http://schemas.microsoft.com/office/drawing/2014/main" id="{5C631F7D-786E-8AEF-54CA-11D5CE8A62C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627114" y="1963540"/>
                <a:ext cx="1245090" cy="1245090"/>
              </a:xfrm>
              <a:prstGeom prst="rect">
                <a:avLst/>
              </a:prstGeom>
            </p:spPr>
          </p:pic>
          <p:sp>
            <p:nvSpPr>
              <p:cNvPr id="54" name="四角形: 上の 2 つの角を丸める 53">
                <a:extLst>
                  <a:ext uri="{FF2B5EF4-FFF2-40B4-BE49-F238E27FC236}">
                    <a16:creationId xmlns:a16="http://schemas.microsoft.com/office/drawing/2014/main" id="{F529D111-BE9C-D6F4-6E18-CFE229291EEE}"/>
                  </a:ext>
                </a:extLst>
              </p:cNvPr>
              <p:cNvSpPr/>
              <p:nvPr/>
            </p:nvSpPr>
            <p:spPr>
              <a:xfrm flipV="1">
                <a:off x="1063284" y="3188104"/>
                <a:ext cx="2372751" cy="419311"/>
              </a:xfrm>
              <a:prstGeom prst="round2SameRect">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56" name="グループ化 55">
              <a:extLst>
                <a:ext uri="{FF2B5EF4-FFF2-40B4-BE49-F238E27FC236}">
                  <a16:creationId xmlns:a16="http://schemas.microsoft.com/office/drawing/2014/main" id="{38559E57-05A6-7B38-ED86-F950F8C814C8}"/>
                </a:ext>
              </a:extLst>
            </p:cNvPr>
            <p:cNvGrpSpPr/>
            <p:nvPr/>
          </p:nvGrpSpPr>
          <p:grpSpPr>
            <a:xfrm>
              <a:off x="927296" y="4097673"/>
              <a:ext cx="2372751" cy="1665648"/>
              <a:chOff x="1063284" y="1941767"/>
              <a:chExt cx="2372751" cy="1665648"/>
            </a:xfrm>
          </p:grpSpPr>
          <p:sp>
            <p:nvSpPr>
              <p:cNvPr id="57" name="四角形: 上の 2 つの角を丸める 56">
                <a:extLst>
                  <a:ext uri="{FF2B5EF4-FFF2-40B4-BE49-F238E27FC236}">
                    <a16:creationId xmlns:a16="http://schemas.microsoft.com/office/drawing/2014/main" id="{4380C986-3411-FAA8-95DF-6C2E7A869BEE}"/>
                  </a:ext>
                </a:extLst>
              </p:cNvPr>
              <p:cNvSpPr/>
              <p:nvPr/>
            </p:nvSpPr>
            <p:spPr>
              <a:xfrm>
                <a:off x="1063284" y="1941767"/>
                <a:ext cx="2372751" cy="1245090"/>
              </a:xfrm>
              <a:prstGeom prst="round2SameRect">
                <a:avLst/>
              </a:prstGeom>
              <a:solidFill>
                <a:schemeClr val="accent6">
                  <a:lumMod val="60000"/>
                  <a:lumOff val="4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58" name="グラフィックス 57" descr="ユーザー 単色塗りつぶし">
                <a:extLst>
                  <a:ext uri="{FF2B5EF4-FFF2-40B4-BE49-F238E27FC236}">
                    <a16:creationId xmlns:a16="http://schemas.microsoft.com/office/drawing/2014/main" id="{DC54D799-92EE-B50E-D194-FB20709FF0FB}"/>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627114" y="1963540"/>
                <a:ext cx="1245090" cy="1245090"/>
              </a:xfrm>
              <a:prstGeom prst="rect">
                <a:avLst/>
              </a:prstGeom>
            </p:spPr>
          </p:pic>
          <p:sp>
            <p:nvSpPr>
              <p:cNvPr id="59" name="四角形: 上の 2 つの角を丸める 58">
                <a:extLst>
                  <a:ext uri="{FF2B5EF4-FFF2-40B4-BE49-F238E27FC236}">
                    <a16:creationId xmlns:a16="http://schemas.microsoft.com/office/drawing/2014/main" id="{B87980F1-AAEE-AFD7-33B0-302CEA5FF431}"/>
                  </a:ext>
                </a:extLst>
              </p:cNvPr>
              <p:cNvSpPr/>
              <p:nvPr/>
            </p:nvSpPr>
            <p:spPr>
              <a:xfrm flipV="1">
                <a:off x="1063284" y="3188104"/>
                <a:ext cx="2372751" cy="419311"/>
              </a:xfrm>
              <a:prstGeom prst="round2SameRect">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62" name="グループ化 61">
              <a:extLst>
                <a:ext uri="{FF2B5EF4-FFF2-40B4-BE49-F238E27FC236}">
                  <a16:creationId xmlns:a16="http://schemas.microsoft.com/office/drawing/2014/main" id="{9B3D8129-9756-3EB6-0291-45C31F2ED415}"/>
                </a:ext>
              </a:extLst>
            </p:cNvPr>
            <p:cNvGrpSpPr/>
            <p:nvPr/>
          </p:nvGrpSpPr>
          <p:grpSpPr>
            <a:xfrm>
              <a:off x="3582182" y="2141945"/>
              <a:ext cx="2372751" cy="1665648"/>
              <a:chOff x="1063284" y="1941767"/>
              <a:chExt cx="2372751" cy="1665648"/>
            </a:xfrm>
          </p:grpSpPr>
          <p:sp>
            <p:nvSpPr>
              <p:cNvPr id="67" name="四角形: 上の 2 つの角を丸める 66">
                <a:extLst>
                  <a:ext uri="{FF2B5EF4-FFF2-40B4-BE49-F238E27FC236}">
                    <a16:creationId xmlns:a16="http://schemas.microsoft.com/office/drawing/2014/main" id="{C5E74844-9BB3-A575-2249-629D61B853F0}"/>
                  </a:ext>
                </a:extLst>
              </p:cNvPr>
              <p:cNvSpPr/>
              <p:nvPr/>
            </p:nvSpPr>
            <p:spPr>
              <a:xfrm>
                <a:off x="1063284" y="1941767"/>
                <a:ext cx="2372751" cy="1245090"/>
              </a:xfrm>
              <a:prstGeom prst="round2SameRect">
                <a:avLst/>
              </a:prstGeom>
              <a:solidFill>
                <a:schemeClr val="accent6">
                  <a:lumMod val="60000"/>
                  <a:lumOff val="4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68" name="グラフィックス 67" descr="ユーザー 単色塗りつぶし">
                <a:extLst>
                  <a:ext uri="{FF2B5EF4-FFF2-40B4-BE49-F238E27FC236}">
                    <a16:creationId xmlns:a16="http://schemas.microsoft.com/office/drawing/2014/main" id="{55B780C7-55AA-5607-DB29-D92A2E61C6C9}"/>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627114" y="1963540"/>
                <a:ext cx="1245090" cy="1245090"/>
              </a:xfrm>
              <a:prstGeom prst="rect">
                <a:avLst/>
              </a:prstGeom>
            </p:spPr>
          </p:pic>
          <p:sp>
            <p:nvSpPr>
              <p:cNvPr id="69" name="四角形: 上の 2 つの角を丸める 68">
                <a:extLst>
                  <a:ext uri="{FF2B5EF4-FFF2-40B4-BE49-F238E27FC236}">
                    <a16:creationId xmlns:a16="http://schemas.microsoft.com/office/drawing/2014/main" id="{EF215AEF-EA4A-58E4-71B2-DF8E25CB8350}"/>
                  </a:ext>
                </a:extLst>
              </p:cNvPr>
              <p:cNvSpPr/>
              <p:nvPr/>
            </p:nvSpPr>
            <p:spPr>
              <a:xfrm flipV="1">
                <a:off x="1063284" y="3188104"/>
                <a:ext cx="2372751" cy="419311"/>
              </a:xfrm>
              <a:prstGeom prst="round2SameRect">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63" name="グループ化 62">
              <a:extLst>
                <a:ext uri="{FF2B5EF4-FFF2-40B4-BE49-F238E27FC236}">
                  <a16:creationId xmlns:a16="http://schemas.microsoft.com/office/drawing/2014/main" id="{091687DC-0A03-09A2-6748-273B89AA9EC7}"/>
                </a:ext>
              </a:extLst>
            </p:cNvPr>
            <p:cNvGrpSpPr/>
            <p:nvPr/>
          </p:nvGrpSpPr>
          <p:grpSpPr>
            <a:xfrm>
              <a:off x="3582182" y="4097673"/>
              <a:ext cx="2372751" cy="1665648"/>
              <a:chOff x="1063284" y="1941767"/>
              <a:chExt cx="2372751" cy="1665648"/>
            </a:xfrm>
          </p:grpSpPr>
          <p:sp>
            <p:nvSpPr>
              <p:cNvPr id="64" name="四角形: 上の 2 つの角を丸める 63">
                <a:extLst>
                  <a:ext uri="{FF2B5EF4-FFF2-40B4-BE49-F238E27FC236}">
                    <a16:creationId xmlns:a16="http://schemas.microsoft.com/office/drawing/2014/main" id="{260A6E98-226F-E536-6C85-BB0BA83F9BED}"/>
                  </a:ext>
                </a:extLst>
              </p:cNvPr>
              <p:cNvSpPr/>
              <p:nvPr/>
            </p:nvSpPr>
            <p:spPr>
              <a:xfrm>
                <a:off x="1063284" y="1941767"/>
                <a:ext cx="2372751" cy="1245090"/>
              </a:xfrm>
              <a:prstGeom prst="round2SameRect">
                <a:avLst/>
              </a:prstGeom>
              <a:solidFill>
                <a:schemeClr val="accent6">
                  <a:lumMod val="60000"/>
                  <a:lumOff val="4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65" name="グラフィックス 64" descr="ユーザー 単色塗りつぶし">
                <a:extLst>
                  <a:ext uri="{FF2B5EF4-FFF2-40B4-BE49-F238E27FC236}">
                    <a16:creationId xmlns:a16="http://schemas.microsoft.com/office/drawing/2014/main" id="{606CF989-1426-4AB1-E913-6042B31003D9}"/>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627114" y="1963540"/>
                <a:ext cx="1245090" cy="1245090"/>
              </a:xfrm>
              <a:prstGeom prst="rect">
                <a:avLst/>
              </a:prstGeom>
            </p:spPr>
          </p:pic>
          <p:sp>
            <p:nvSpPr>
              <p:cNvPr id="66" name="四角形: 上の 2 つの角を丸める 65">
                <a:extLst>
                  <a:ext uri="{FF2B5EF4-FFF2-40B4-BE49-F238E27FC236}">
                    <a16:creationId xmlns:a16="http://schemas.microsoft.com/office/drawing/2014/main" id="{288F02CE-03BF-8FDB-5987-43B3D73860A3}"/>
                  </a:ext>
                </a:extLst>
              </p:cNvPr>
              <p:cNvSpPr/>
              <p:nvPr/>
            </p:nvSpPr>
            <p:spPr>
              <a:xfrm flipV="1">
                <a:off x="1063284" y="3188104"/>
                <a:ext cx="2372751" cy="419311"/>
              </a:xfrm>
              <a:prstGeom prst="round2SameRect">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71" name="グループ化 70">
              <a:extLst>
                <a:ext uri="{FF2B5EF4-FFF2-40B4-BE49-F238E27FC236}">
                  <a16:creationId xmlns:a16="http://schemas.microsoft.com/office/drawing/2014/main" id="{FA605428-9C4E-8682-D5A3-A348CDAA00FA}"/>
                </a:ext>
              </a:extLst>
            </p:cNvPr>
            <p:cNvGrpSpPr/>
            <p:nvPr/>
          </p:nvGrpSpPr>
          <p:grpSpPr>
            <a:xfrm>
              <a:off x="6237068" y="2141945"/>
              <a:ext cx="2372751" cy="1665648"/>
              <a:chOff x="1063284" y="1941767"/>
              <a:chExt cx="2372751" cy="1665648"/>
            </a:xfrm>
          </p:grpSpPr>
          <p:sp>
            <p:nvSpPr>
              <p:cNvPr id="76" name="四角形: 上の 2 つの角を丸める 75">
                <a:extLst>
                  <a:ext uri="{FF2B5EF4-FFF2-40B4-BE49-F238E27FC236}">
                    <a16:creationId xmlns:a16="http://schemas.microsoft.com/office/drawing/2014/main" id="{9A0BA26D-0546-636C-F9BE-C99D7C623D44}"/>
                  </a:ext>
                </a:extLst>
              </p:cNvPr>
              <p:cNvSpPr/>
              <p:nvPr/>
            </p:nvSpPr>
            <p:spPr>
              <a:xfrm>
                <a:off x="1063284" y="1941767"/>
                <a:ext cx="2372751" cy="1245090"/>
              </a:xfrm>
              <a:prstGeom prst="round2SameRect">
                <a:avLst/>
              </a:prstGeom>
              <a:solidFill>
                <a:schemeClr val="accent6">
                  <a:lumMod val="60000"/>
                  <a:lumOff val="4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77" name="グラフィックス 76" descr="ユーザー 単色塗りつぶし">
                <a:extLst>
                  <a:ext uri="{FF2B5EF4-FFF2-40B4-BE49-F238E27FC236}">
                    <a16:creationId xmlns:a16="http://schemas.microsoft.com/office/drawing/2014/main" id="{5BE09C8F-FBA3-3D02-BC3B-BC03CE08E111}"/>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627114" y="1963540"/>
                <a:ext cx="1245090" cy="1245090"/>
              </a:xfrm>
              <a:prstGeom prst="rect">
                <a:avLst/>
              </a:prstGeom>
            </p:spPr>
          </p:pic>
          <p:sp>
            <p:nvSpPr>
              <p:cNvPr id="78" name="四角形: 上の 2 つの角を丸める 77">
                <a:extLst>
                  <a:ext uri="{FF2B5EF4-FFF2-40B4-BE49-F238E27FC236}">
                    <a16:creationId xmlns:a16="http://schemas.microsoft.com/office/drawing/2014/main" id="{ACBD5BD1-A647-A5B7-4431-FACA4B04BAFC}"/>
                  </a:ext>
                </a:extLst>
              </p:cNvPr>
              <p:cNvSpPr/>
              <p:nvPr/>
            </p:nvSpPr>
            <p:spPr>
              <a:xfrm flipV="1">
                <a:off x="1063284" y="3188104"/>
                <a:ext cx="2372751" cy="419311"/>
              </a:xfrm>
              <a:prstGeom prst="round2SameRect">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72" name="グループ化 71">
              <a:extLst>
                <a:ext uri="{FF2B5EF4-FFF2-40B4-BE49-F238E27FC236}">
                  <a16:creationId xmlns:a16="http://schemas.microsoft.com/office/drawing/2014/main" id="{4CF84069-AFA2-9E59-5A5A-10752A5177EA}"/>
                </a:ext>
              </a:extLst>
            </p:cNvPr>
            <p:cNvGrpSpPr/>
            <p:nvPr/>
          </p:nvGrpSpPr>
          <p:grpSpPr>
            <a:xfrm>
              <a:off x="6237068" y="4097673"/>
              <a:ext cx="2372751" cy="1665648"/>
              <a:chOff x="1063284" y="1941767"/>
              <a:chExt cx="2372751" cy="1665648"/>
            </a:xfrm>
          </p:grpSpPr>
          <p:sp>
            <p:nvSpPr>
              <p:cNvPr id="73" name="四角形: 上の 2 つの角を丸める 72">
                <a:extLst>
                  <a:ext uri="{FF2B5EF4-FFF2-40B4-BE49-F238E27FC236}">
                    <a16:creationId xmlns:a16="http://schemas.microsoft.com/office/drawing/2014/main" id="{FE7285E6-7046-EBFC-7121-099C6B8AEAC2}"/>
                  </a:ext>
                </a:extLst>
              </p:cNvPr>
              <p:cNvSpPr/>
              <p:nvPr/>
            </p:nvSpPr>
            <p:spPr>
              <a:xfrm>
                <a:off x="1063284" y="1941767"/>
                <a:ext cx="2372751" cy="1245090"/>
              </a:xfrm>
              <a:prstGeom prst="round2SameRect">
                <a:avLst/>
              </a:prstGeom>
              <a:solidFill>
                <a:schemeClr val="accent6">
                  <a:lumMod val="60000"/>
                  <a:lumOff val="4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74" name="グラフィックス 73" descr="ユーザー 単色塗りつぶし">
                <a:extLst>
                  <a:ext uri="{FF2B5EF4-FFF2-40B4-BE49-F238E27FC236}">
                    <a16:creationId xmlns:a16="http://schemas.microsoft.com/office/drawing/2014/main" id="{834708CE-2399-44C8-ABDE-BA4D29D1AF41}"/>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627114" y="1963540"/>
                <a:ext cx="1245090" cy="1245090"/>
              </a:xfrm>
              <a:prstGeom prst="rect">
                <a:avLst/>
              </a:prstGeom>
            </p:spPr>
          </p:pic>
          <p:sp>
            <p:nvSpPr>
              <p:cNvPr id="75" name="四角形: 上の 2 つの角を丸める 74">
                <a:extLst>
                  <a:ext uri="{FF2B5EF4-FFF2-40B4-BE49-F238E27FC236}">
                    <a16:creationId xmlns:a16="http://schemas.microsoft.com/office/drawing/2014/main" id="{D7FA2B1A-B2A8-8A33-5FCB-1DC61256BE91}"/>
                  </a:ext>
                </a:extLst>
              </p:cNvPr>
              <p:cNvSpPr/>
              <p:nvPr/>
            </p:nvSpPr>
            <p:spPr>
              <a:xfrm flipV="1">
                <a:off x="1063284" y="3188104"/>
                <a:ext cx="2372751" cy="419311"/>
              </a:xfrm>
              <a:prstGeom prst="round2SameRect">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80" name="グループ化 79">
              <a:extLst>
                <a:ext uri="{FF2B5EF4-FFF2-40B4-BE49-F238E27FC236}">
                  <a16:creationId xmlns:a16="http://schemas.microsoft.com/office/drawing/2014/main" id="{30AEFFE7-995D-71C2-06DA-4838B29EA334}"/>
                </a:ext>
              </a:extLst>
            </p:cNvPr>
            <p:cNvGrpSpPr/>
            <p:nvPr/>
          </p:nvGrpSpPr>
          <p:grpSpPr>
            <a:xfrm>
              <a:off x="8891954" y="2141945"/>
              <a:ext cx="2372751" cy="1665648"/>
              <a:chOff x="1063284" y="1941767"/>
              <a:chExt cx="2372751" cy="1665648"/>
            </a:xfrm>
          </p:grpSpPr>
          <p:sp>
            <p:nvSpPr>
              <p:cNvPr id="85" name="四角形: 上の 2 つの角を丸める 84">
                <a:extLst>
                  <a:ext uri="{FF2B5EF4-FFF2-40B4-BE49-F238E27FC236}">
                    <a16:creationId xmlns:a16="http://schemas.microsoft.com/office/drawing/2014/main" id="{872CCA3B-1EA8-5326-ED99-68EF9D63AE93}"/>
                  </a:ext>
                </a:extLst>
              </p:cNvPr>
              <p:cNvSpPr/>
              <p:nvPr/>
            </p:nvSpPr>
            <p:spPr>
              <a:xfrm>
                <a:off x="1063284" y="1941767"/>
                <a:ext cx="2372751" cy="1245090"/>
              </a:xfrm>
              <a:prstGeom prst="round2SameRect">
                <a:avLst/>
              </a:prstGeom>
              <a:solidFill>
                <a:schemeClr val="accent6">
                  <a:lumMod val="60000"/>
                  <a:lumOff val="4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86" name="グラフィックス 85" descr="ユーザー 単色塗りつぶし">
                <a:extLst>
                  <a:ext uri="{FF2B5EF4-FFF2-40B4-BE49-F238E27FC236}">
                    <a16:creationId xmlns:a16="http://schemas.microsoft.com/office/drawing/2014/main" id="{828E20CB-1C8E-6D02-7573-6CBC7650F05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627114" y="1963540"/>
                <a:ext cx="1245090" cy="1245090"/>
              </a:xfrm>
              <a:prstGeom prst="rect">
                <a:avLst/>
              </a:prstGeom>
            </p:spPr>
          </p:pic>
          <p:sp>
            <p:nvSpPr>
              <p:cNvPr id="87" name="四角形: 上の 2 つの角を丸める 86">
                <a:extLst>
                  <a:ext uri="{FF2B5EF4-FFF2-40B4-BE49-F238E27FC236}">
                    <a16:creationId xmlns:a16="http://schemas.microsoft.com/office/drawing/2014/main" id="{55FD73D6-C817-6F5F-D732-5DB2778D667E}"/>
                  </a:ext>
                </a:extLst>
              </p:cNvPr>
              <p:cNvSpPr/>
              <p:nvPr/>
            </p:nvSpPr>
            <p:spPr>
              <a:xfrm flipV="1">
                <a:off x="1063284" y="3188104"/>
                <a:ext cx="2372751" cy="419311"/>
              </a:xfrm>
              <a:prstGeom prst="round2SameRect">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90" name="テキスト ボックス 89">
              <a:extLst>
                <a:ext uri="{FF2B5EF4-FFF2-40B4-BE49-F238E27FC236}">
                  <a16:creationId xmlns:a16="http://schemas.microsoft.com/office/drawing/2014/main" id="{0557DC9A-B3BF-7608-3490-50F68A6ACFF8}"/>
                </a:ext>
              </a:extLst>
            </p:cNvPr>
            <p:cNvSpPr txBox="1"/>
            <p:nvPr/>
          </p:nvSpPr>
          <p:spPr>
            <a:xfrm>
              <a:off x="1559673" y="3400440"/>
              <a:ext cx="1107996" cy="369332"/>
            </a:xfrm>
            <a:prstGeom prst="rect">
              <a:avLst/>
            </a:prstGeom>
            <a:noFill/>
          </p:spPr>
          <p:txBody>
            <a:bodyPr wrap="none" rtlCol="0">
              <a:spAutoFit/>
            </a:bodyPr>
            <a:lstStyle/>
            <a:p>
              <a:r>
                <a:rPr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キャラ名</a:t>
              </a: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92" name="テキスト ボックス 91">
              <a:extLst>
                <a:ext uri="{FF2B5EF4-FFF2-40B4-BE49-F238E27FC236}">
                  <a16:creationId xmlns:a16="http://schemas.microsoft.com/office/drawing/2014/main" id="{6D45E8E4-1DBF-D176-4463-5EB12032C7F6}"/>
                </a:ext>
              </a:extLst>
            </p:cNvPr>
            <p:cNvSpPr txBox="1"/>
            <p:nvPr/>
          </p:nvSpPr>
          <p:spPr>
            <a:xfrm>
              <a:off x="1328139" y="2639445"/>
              <a:ext cx="1569660" cy="646331"/>
            </a:xfrm>
            <a:prstGeom prst="rect">
              <a:avLst/>
            </a:prstGeom>
            <a:noFill/>
          </p:spPr>
          <p:txBody>
            <a:bodyPr wrap="none" rtlCol="0">
              <a:spAutoFit/>
            </a:bodyPr>
            <a:lstStyle/>
            <a:p>
              <a:pPr algn="ctr"/>
              <a:r>
                <a:rPr lang="ja-JP" altLang="en-US" b="1">
                  <a:solidFill>
                    <a:schemeClr val="tx1">
                      <a:lumMod val="85000"/>
                      <a:lumOff val="15000"/>
                    </a:schemeClr>
                  </a:solidFill>
                  <a:highlight>
                    <a:srgbClr val="F2F2F2"/>
                  </a:highlight>
                  <a:latin typeface="原稿用標準書体" panose="03000503000000000000" pitchFamily="66" charset="-128"/>
                  <a:ea typeface="原稿用標準書体" panose="03000503000000000000" pitchFamily="66" charset="-128"/>
                  <a:cs typeface="叛逆明朝" panose="02000503000000000000" pitchFamily="2" charset="-128"/>
                </a:rPr>
                <a:t>バストアップ</a:t>
              </a:r>
              <a:br>
                <a:rPr lang="en-US" altLang="ja-JP" b="1">
                  <a:solidFill>
                    <a:schemeClr val="tx1">
                      <a:lumMod val="85000"/>
                      <a:lumOff val="15000"/>
                    </a:schemeClr>
                  </a:solidFill>
                  <a:highlight>
                    <a:srgbClr val="F2F2F2"/>
                  </a:highlight>
                  <a:latin typeface="原稿用標準書体" panose="03000503000000000000" pitchFamily="66" charset="-128"/>
                  <a:ea typeface="原稿用標準書体" panose="03000503000000000000" pitchFamily="66" charset="-128"/>
                  <a:cs typeface="叛逆明朝" panose="02000503000000000000" pitchFamily="2" charset="-128"/>
                </a:rPr>
              </a:br>
              <a:r>
                <a:rPr lang="ja-JP" altLang="en-US" b="1">
                  <a:solidFill>
                    <a:schemeClr val="tx1">
                      <a:lumMod val="85000"/>
                      <a:lumOff val="15000"/>
                    </a:schemeClr>
                  </a:solidFill>
                  <a:highlight>
                    <a:srgbClr val="F2F2F2"/>
                  </a:highlight>
                  <a:latin typeface="原稿用標準書体" panose="03000503000000000000" pitchFamily="66" charset="-128"/>
                  <a:ea typeface="原稿用標準書体" panose="03000503000000000000" pitchFamily="66" charset="-128"/>
                  <a:cs typeface="叛逆明朝" panose="02000503000000000000" pitchFamily="2" charset="-128"/>
                </a:rPr>
                <a:t>アイコン</a:t>
              </a:r>
              <a:endParaRPr kumimoji="1" lang="ja-JP" altLang="en-US" b="1" dirty="0">
                <a:solidFill>
                  <a:schemeClr val="tx1">
                    <a:lumMod val="85000"/>
                    <a:lumOff val="15000"/>
                  </a:schemeClr>
                </a:solidFill>
                <a:highlight>
                  <a:srgbClr val="F2F2F2"/>
                </a:highligh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Tree>
    <p:extLst>
      <p:ext uri="{BB962C8B-B14F-4D97-AF65-F5344CB8AC3E}">
        <p14:creationId xmlns:p14="http://schemas.microsoft.com/office/powerpoint/2010/main" val="1974450687"/>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bg>
      <p:bgPr>
        <a:gradFill flip="none" rotWithShape="1">
          <a:gsLst>
            <a:gs pos="49000">
              <a:schemeClr val="tx1">
                <a:lumMod val="85000"/>
                <a:lumOff val="15000"/>
              </a:schemeClr>
            </a:gs>
            <a:gs pos="90000">
              <a:schemeClr val="tx1">
                <a:lumMod val="85000"/>
                <a:lumOff val="15000"/>
              </a:schemeClr>
            </a:gs>
            <a:gs pos="74000">
              <a:schemeClr val="accent6">
                <a:lumMod val="50000"/>
              </a:schemeClr>
            </a:gs>
          </a:gsLst>
          <a:path path="circle">
            <a:fillToRect l="100000" t="100000"/>
          </a:path>
          <a:tileRect r="-100000" b="-100000"/>
        </a:gradFill>
        <a:effectLst/>
      </p:bgPr>
    </p:bg>
    <p:spTree>
      <p:nvGrpSpPr>
        <p:cNvPr id="1" name="">
          <a:extLst>
            <a:ext uri="{FF2B5EF4-FFF2-40B4-BE49-F238E27FC236}">
              <a16:creationId xmlns:a16="http://schemas.microsoft.com/office/drawing/2014/main" id="{E219573B-3318-F438-155D-5D6798E3B4F5}"/>
            </a:ext>
          </a:extLst>
        </p:cNvPr>
        <p:cNvGrpSpPr/>
        <p:nvPr/>
      </p:nvGrpSpPr>
      <p:grpSpPr>
        <a:xfrm>
          <a:off x="0" y="0"/>
          <a:ext cx="0" cy="0"/>
          <a:chOff x="0" y="0"/>
          <a:chExt cx="0" cy="0"/>
        </a:xfrm>
      </p:grpSpPr>
      <p:grpSp>
        <p:nvGrpSpPr>
          <p:cNvPr id="10" name="グループ化 9">
            <a:extLst>
              <a:ext uri="{FF2B5EF4-FFF2-40B4-BE49-F238E27FC236}">
                <a16:creationId xmlns:a16="http://schemas.microsoft.com/office/drawing/2014/main" id="{200EF99C-57BF-A4AF-9A73-4F5AF3D6DCFF}"/>
              </a:ext>
            </a:extLst>
          </p:cNvPr>
          <p:cNvGrpSpPr/>
          <p:nvPr/>
        </p:nvGrpSpPr>
        <p:grpSpPr>
          <a:xfrm>
            <a:off x="163586" y="134635"/>
            <a:ext cx="3123445" cy="1396119"/>
            <a:chOff x="163586" y="134635"/>
            <a:chExt cx="3123445" cy="1396119"/>
          </a:xfrm>
        </p:grpSpPr>
        <p:sp>
          <p:nvSpPr>
            <p:cNvPr id="2" name="四角形: 角を丸くする 1">
              <a:extLst>
                <a:ext uri="{FF2B5EF4-FFF2-40B4-BE49-F238E27FC236}">
                  <a16:creationId xmlns:a16="http://schemas.microsoft.com/office/drawing/2014/main" id="{C5753C36-CD33-22F8-1670-11B7E971173E}"/>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3" name="テキスト ボックス 2">
              <a:extLst>
                <a:ext uri="{FF2B5EF4-FFF2-40B4-BE49-F238E27FC236}">
                  <a16:creationId xmlns:a16="http://schemas.microsoft.com/office/drawing/2014/main" id="{C09EC328-FC2C-C76B-D9A7-52090FB5D992}"/>
                </a:ext>
              </a:extLst>
            </p:cNvPr>
            <p:cNvSpPr txBox="1"/>
            <p:nvPr/>
          </p:nvSpPr>
          <p:spPr>
            <a:xfrm>
              <a:off x="1624594" y="641390"/>
              <a:ext cx="146706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キャラ鑑賞</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4" name="グループ化 3">
              <a:extLst>
                <a:ext uri="{FF2B5EF4-FFF2-40B4-BE49-F238E27FC236}">
                  <a16:creationId xmlns:a16="http://schemas.microsoft.com/office/drawing/2014/main" id="{65D60FB7-9B70-180E-F097-A7B1AA2F2332}"/>
                </a:ext>
              </a:extLst>
            </p:cNvPr>
            <p:cNvGrpSpPr/>
            <p:nvPr/>
          </p:nvGrpSpPr>
          <p:grpSpPr>
            <a:xfrm>
              <a:off x="163586" y="134635"/>
              <a:ext cx="1975684" cy="1396119"/>
              <a:chOff x="163586" y="134635"/>
              <a:chExt cx="1975684" cy="1396119"/>
            </a:xfrm>
          </p:grpSpPr>
          <p:grpSp>
            <p:nvGrpSpPr>
              <p:cNvPr id="6" name="グループ化 5">
                <a:extLst>
                  <a:ext uri="{FF2B5EF4-FFF2-40B4-BE49-F238E27FC236}">
                    <a16:creationId xmlns:a16="http://schemas.microsoft.com/office/drawing/2014/main" id="{DC5808E8-EA08-E088-A2F5-554CDF77DE4C}"/>
                  </a:ext>
                </a:extLst>
              </p:cNvPr>
              <p:cNvGrpSpPr/>
              <p:nvPr/>
            </p:nvGrpSpPr>
            <p:grpSpPr>
              <a:xfrm>
                <a:off x="163586" y="134635"/>
                <a:ext cx="1975684" cy="1396119"/>
                <a:chOff x="163586" y="134635"/>
                <a:chExt cx="1975684" cy="1396119"/>
              </a:xfrm>
            </p:grpSpPr>
            <p:pic>
              <p:nvPicPr>
                <p:cNvPr id="8" name="図 7">
                  <a:extLst>
                    <a:ext uri="{FF2B5EF4-FFF2-40B4-BE49-F238E27FC236}">
                      <a16:creationId xmlns:a16="http://schemas.microsoft.com/office/drawing/2014/main" id="{7335707D-C92C-44BA-2388-0C9AD316F7E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9" name="楕円 8">
                  <a:extLst>
                    <a:ext uri="{FF2B5EF4-FFF2-40B4-BE49-F238E27FC236}">
                      <a16:creationId xmlns:a16="http://schemas.microsoft.com/office/drawing/2014/main" id="{E05A004B-BF49-79EE-7067-6F382A2ED5BF}"/>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7" name="図 6">
                <a:extLst>
                  <a:ext uri="{FF2B5EF4-FFF2-40B4-BE49-F238E27FC236}">
                    <a16:creationId xmlns:a16="http://schemas.microsoft.com/office/drawing/2014/main" id="{86010EB0-B21A-5D31-9D01-7C0B4AF0D13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grpSp>
        <p:nvGrpSpPr>
          <p:cNvPr id="28" name="グループ化 27">
            <a:extLst>
              <a:ext uri="{FF2B5EF4-FFF2-40B4-BE49-F238E27FC236}">
                <a16:creationId xmlns:a16="http://schemas.microsoft.com/office/drawing/2014/main" id="{B5C87422-BA1F-87FF-0A1E-712C4387713C}"/>
              </a:ext>
            </a:extLst>
          </p:cNvPr>
          <p:cNvGrpSpPr/>
          <p:nvPr/>
        </p:nvGrpSpPr>
        <p:grpSpPr>
          <a:xfrm>
            <a:off x="1031309" y="1663429"/>
            <a:ext cx="10129383" cy="553330"/>
            <a:chOff x="1151428" y="1663429"/>
            <a:chExt cx="10129383" cy="553330"/>
          </a:xfrm>
        </p:grpSpPr>
        <p:sp>
          <p:nvSpPr>
            <p:cNvPr id="20" name="四角形: 上の 2 つの角を丸める 19">
              <a:extLst>
                <a:ext uri="{FF2B5EF4-FFF2-40B4-BE49-F238E27FC236}">
                  <a16:creationId xmlns:a16="http://schemas.microsoft.com/office/drawing/2014/main" id="{4684BC0A-D39D-6B1F-0530-F99F158172FC}"/>
                </a:ext>
              </a:extLst>
            </p:cNvPr>
            <p:cNvSpPr/>
            <p:nvPr/>
          </p:nvSpPr>
          <p:spPr>
            <a:xfrm>
              <a:off x="1151428" y="1663429"/>
              <a:ext cx="2892167" cy="553330"/>
            </a:xfrm>
            <a:prstGeom prst="round2SameRect">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solidFill>
                    <a:schemeClr val="accent6"/>
                  </a:solidFill>
                  <a:latin typeface="原稿用標準書体" panose="03000503000000000000" pitchFamily="66" charset="-128"/>
                  <a:ea typeface="原稿用標準書体" panose="03000503000000000000" pitchFamily="66" charset="-128"/>
                </a:rPr>
                <a:t>イラスト</a:t>
              </a:r>
            </a:p>
          </p:txBody>
        </p:sp>
        <p:sp>
          <p:nvSpPr>
            <p:cNvPr id="24" name="四角形: 上の 2 つの角を丸める 23">
              <a:extLst>
                <a:ext uri="{FF2B5EF4-FFF2-40B4-BE49-F238E27FC236}">
                  <a16:creationId xmlns:a16="http://schemas.microsoft.com/office/drawing/2014/main" id="{05261C35-D351-7F3C-4AEA-E99A30862A07}"/>
                </a:ext>
              </a:extLst>
            </p:cNvPr>
            <p:cNvSpPr/>
            <p:nvPr/>
          </p:nvSpPr>
          <p:spPr>
            <a:xfrm>
              <a:off x="4770036" y="1663429"/>
              <a:ext cx="2892167" cy="553330"/>
            </a:xfrm>
            <a:prstGeom prst="round2SameRect">
              <a:avLst/>
            </a:prstGeom>
            <a:solidFill>
              <a:schemeClr val="accent6">
                <a:lumMod val="60000"/>
                <a:lumOff val="4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a:latin typeface="原稿用標準書体" panose="03000503000000000000" pitchFamily="66" charset="-128"/>
                  <a:ea typeface="原稿用標準書体" panose="03000503000000000000" pitchFamily="66" charset="-128"/>
                </a:rPr>
                <a:t>シーン回想</a:t>
              </a:r>
              <a:endParaRPr kumimoji="1" lang="ja-JP" altLang="en-US">
                <a:latin typeface="原稿用標準書体" panose="03000503000000000000" pitchFamily="66" charset="-128"/>
                <a:ea typeface="原稿用標準書体" panose="03000503000000000000" pitchFamily="66" charset="-128"/>
              </a:endParaRPr>
            </a:p>
          </p:txBody>
        </p:sp>
        <p:sp>
          <p:nvSpPr>
            <p:cNvPr id="26" name="四角形: 上の 2 つの角を丸める 25">
              <a:extLst>
                <a:ext uri="{FF2B5EF4-FFF2-40B4-BE49-F238E27FC236}">
                  <a16:creationId xmlns:a16="http://schemas.microsoft.com/office/drawing/2014/main" id="{67D1E6CD-4E80-191E-EA77-0F82F68C6CD0}"/>
                </a:ext>
              </a:extLst>
            </p:cNvPr>
            <p:cNvSpPr/>
            <p:nvPr/>
          </p:nvSpPr>
          <p:spPr>
            <a:xfrm>
              <a:off x="8388644" y="1663429"/>
              <a:ext cx="2892167" cy="553330"/>
            </a:xfrm>
            <a:prstGeom prst="round2SameRect">
              <a:avLst/>
            </a:prstGeom>
            <a:solidFill>
              <a:schemeClr val="accent6">
                <a:lumMod val="60000"/>
                <a:lumOff val="4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a:latin typeface="原稿用標準書体" panose="03000503000000000000" pitchFamily="66" charset="-128"/>
                  <a:ea typeface="原稿用標準書体" panose="03000503000000000000" pitchFamily="66" charset="-128"/>
                </a:rPr>
                <a:t>立ち絵</a:t>
              </a:r>
              <a:endParaRPr kumimoji="1" lang="ja-JP" altLang="en-US">
                <a:latin typeface="原稿用標準書体" panose="03000503000000000000" pitchFamily="66" charset="-128"/>
                <a:ea typeface="原稿用標準書体" panose="03000503000000000000" pitchFamily="66" charset="-128"/>
              </a:endParaRPr>
            </a:p>
          </p:txBody>
        </p:sp>
      </p:grpSp>
      <p:sp>
        <p:nvSpPr>
          <p:cNvPr id="30" name="四角形: 上の 2 つの角を丸める 29">
            <a:extLst>
              <a:ext uri="{FF2B5EF4-FFF2-40B4-BE49-F238E27FC236}">
                <a16:creationId xmlns:a16="http://schemas.microsoft.com/office/drawing/2014/main" id="{80C821FF-E229-57FF-4179-83D18AF32316}"/>
              </a:ext>
            </a:extLst>
          </p:cNvPr>
          <p:cNvSpPr/>
          <p:nvPr/>
        </p:nvSpPr>
        <p:spPr>
          <a:xfrm flipV="1">
            <a:off x="1031308" y="2216756"/>
            <a:ext cx="10129383" cy="4123272"/>
          </a:xfrm>
          <a:prstGeom prst="round2SameRect">
            <a:avLst>
              <a:gd name="adj1" fmla="val 2338"/>
              <a:gd name="adj2" fmla="val 0"/>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1" name="正方形/長方形 30">
            <a:extLst>
              <a:ext uri="{FF2B5EF4-FFF2-40B4-BE49-F238E27FC236}">
                <a16:creationId xmlns:a16="http://schemas.microsoft.com/office/drawing/2014/main" id="{B65B3862-60AA-72A5-AD7B-2E34C7487915}"/>
              </a:ext>
            </a:extLst>
          </p:cNvPr>
          <p:cNvSpPr/>
          <p:nvPr/>
        </p:nvSpPr>
        <p:spPr>
          <a:xfrm>
            <a:off x="1648039" y="2532185"/>
            <a:ext cx="1898121" cy="1028149"/>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32" name="グループ化 31">
            <a:extLst>
              <a:ext uri="{FF2B5EF4-FFF2-40B4-BE49-F238E27FC236}">
                <a16:creationId xmlns:a16="http://schemas.microsoft.com/office/drawing/2014/main" id="{96C8B915-4192-A918-F75F-62BDC617B0A9}"/>
              </a:ext>
            </a:extLst>
          </p:cNvPr>
          <p:cNvGrpSpPr/>
          <p:nvPr/>
        </p:nvGrpSpPr>
        <p:grpSpPr>
          <a:xfrm>
            <a:off x="10449225" y="2611400"/>
            <a:ext cx="236362" cy="3333983"/>
            <a:chOff x="11044871" y="4022147"/>
            <a:chExt cx="236362" cy="2031812"/>
          </a:xfrm>
        </p:grpSpPr>
        <p:sp>
          <p:nvSpPr>
            <p:cNvPr id="33" name="四角形: 角を丸くする 32">
              <a:extLst>
                <a:ext uri="{FF2B5EF4-FFF2-40B4-BE49-F238E27FC236}">
                  <a16:creationId xmlns:a16="http://schemas.microsoft.com/office/drawing/2014/main" id="{A56327E8-74A8-8C51-6EDA-FE3DB54501C8}"/>
                </a:ext>
              </a:extLst>
            </p:cNvPr>
            <p:cNvSpPr/>
            <p:nvPr/>
          </p:nvSpPr>
          <p:spPr>
            <a:xfrm>
              <a:off x="11044871" y="4022147"/>
              <a:ext cx="236362" cy="2031812"/>
            </a:xfrm>
            <a:prstGeom prst="roundRect">
              <a:avLst/>
            </a:prstGeom>
            <a:no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4" name="四角形: 角を丸くする 33">
              <a:extLst>
                <a:ext uri="{FF2B5EF4-FFF2-40B4-BE49-F238E27FC236}">
                  <a16:creationId xmlns:a16="http://schemas.microsoft.com/office/drawing/2014/main" id="{BF1E00EE-4ABD-3183-539D-177CA6667D14}"/>
                </a:ext>
              </a:extLst>
            </p:cNvPr>
            <p:cNvSpPr/>
            <p:nvPr/>
          </p:nvSpPr>
          <p:spPr>
            <a:xfrm>
              <a:off x="11066205" y="4094529"/>
              <a:ext cx="193695" cy="571313"/>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48" name="正方形/長方形 47">
            <a:extLst>
              <a:ext uri="{FF2B5EF4-FFF2-40B4-BE49-F238E27FC236}">
                <a16:creationId xmlns:a16="http://schemas.microsoft.com/office/drawing/2014/main" id="{0055333E-9B51-5C62-79D0-4F28F096AC45}"/>
              </a:ext>
            </a:extLst>
          </p:cNvPr>
          <p:cNvSpPr/>
          <p:nvPr/>
        </p:nvSpPr>
        <p:spPr>
          <a:xfrm>
            <a:off x="1648039" y="3774870"/>
            <a:ext cx="1898121" cy="1028149"/>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0" name="正方形/長方形 49">
            <a:extLst>
              <a:ext uri="{FF2B5EF4-FFF2-40B4-BE49-F238E27FC236}">
                <a16:creationId xmlns:a16="http://schemas.microsoft.com/office/drawing/2014/main" id="{DDA2845F-6646-3827-7BF5-8226649A5478}"/>
              </a:ext>
            </a:extLst>
          </p:cNvPr>
          <p:cNvSpPr/>
          <p:nvPr/>
        </p:nvSpPr>
        <p:spPr>
          <a:xfrm>
            <a:off x="1648039" y="5017555"/>
            <a:ext cx="1898121" cy="1028149"/>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2" name="正方形/長方形 51">
            <a:extLst>
              <a:ext uri="{FF2B5EF4-FFF2-40B4-BE49-F238E27FC236}">
                <a16:creationId xmlns:a16="http://schemas.microsoft.com/office/drawing/2014/main" id="{DB8D08D0-4432-7539-15C9-8A7BEB518D69}"/>
              </a:ext>
            </a:extLst>
          </p:cNvPr>
          <p:cNvSpPr/>
          <p:nvPr/>
        </p:nvSpPr>
        <p:spPr>
          <a:xfrm>
            <a:off x="3769916" y="2532185"/>
            <a:ext cx="1898121" cy="1028149"/>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4" name="正方形/長方形 53">
            <a:extLst>
              <a:ext uri="{FF2B5EF4-FFF2-40B4-BE49-F238E27FC236}">
                <a16:creationId xmlns:a16="http://schemas.microsoft.com/office/drawing/2014/main" id="{159233FD-11AE-00A9-2658-A6D78180C27D}"/>
              </a:ext>
            </a:extLst>
          </p:cNvPr>
          <p:cNvSpPr/>
          <p:nvPr/>
        </p:nvSpPr>
        <p:spPr>
          <a:xfrm>
            <a:off x="3769916" y="3774870"/>
            <a:ext cx="1898121" cy="1028149"/>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6" name="正方形/長方形 55">
            <a:extLst>
              <a:ext uri="{FF2B5EF4-FFF2-40B4-BE49-F238E27FC236}">
                <a16:creationId xmlns:a16="http://schemas.microsoft.com/office/drawing/2014/main" id="{C4808BA2-9BC5-C173-95FA-6DA8E717BCE3}"/>
              </a:ext>
            </a:extLst>
          </p:cNvPr>
          <p:cNvSpPr/>
          <p:nvPr/>
        </p:nvSpPr>
        <p:spPr>
          <a:xfrm>
            <a:off x="3769916" y="5017555"/>
            <a:ext cx="1898121" cy="1028149"/>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8" name="正方形/長方形 57">
            <a:extLst>
              <a:ext uri="{FF2B5EF4-FFF2-40B4-BE49-F238E27FC236}">
                <a16:creationId xmlns:a16="http://schemas.microsoft.com/office/drawing/2014/main" id="{3F6B1B7E-BCF7-25A6-C05A-0E7CD522F24D}"/>
              </a:ext>
            </a:extLst>
          </p:cNvPr>
          <p:cNvSpPr/>
          <p:nvPr/>
        </p:nvSpPr>
        <p:spPr>
          <a:xfrm>
            <a:off x="5891793" y="2532185"/>
            <a:ext cx="1898121" cy="1028149"/>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0" name="正方形/長方形 59">
            <a:extLst>
              <a:ext uri="{FF2B5EF4-FFF2-40B4-BE49-F238E27FC236}">
                <a16:creationId xmlns:a16="http://schemas.microsoft.com/office/drawing/2014/main" id="{2470A287-C106-E109-6270-FDFB6C6621F2}"/>
              </a:ext>
            </a:extLst>
          </p:cNvPr>
          <p:cNvSpPr/>
          <p:nvPr/>
        </p:nvSpPr>
        <p:spPr>
          <a:xfrm>
            <a:off x="5891793" y="3774870"/>
            <a:ext cx="1898121" cy="1028149"/>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2" name="正方形/長方形 61">
            <a:extLst>
              <a:ext uri="{FF2B5EF4-FFF2-40B4-BE49-F238E27FC236}">
                <a16:creationId xmlns:a16="http://schemas.microsoft.com/office/drawing/2014/main" id="{D3174901-846B-DC13-8EA9-85E803E1F44C}"/>
              </a:ext>
            </a:extLst>
          </p:cNvPr>
          <p:cNvSpPr/>
          <p:nvPr/>
        </p:nvSpPr>
        <p:spPr>
          <a:xfrm>
            <a:off x="5891793" y="5017555"/>
            <a:ext cx="1898121" cy="1028149"/>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4" name="正方形/長方形 63">
            <a:extLst>
              <a:ext uri="{FF2B5EF4-FFF2-40B4-BE49-F238E27FC236}">
                <a16:creationId xmlns:a16="http://schemas.microsoft.com/office/drawing/2014/main" id="{125E35E6-F622-7DE2-7CDF-C564A5CFF3EA}"/>
              </a:ext>
            </a:extLst>
          </p:cNvPr>
          <p:cNvSpPr/>
          <p:nvPr/>
        </p:nvSpPr>
        <p:spPr>
          <a:xfrm>
            <a:off x="8013670" y="2532185"/>
            <a:ext cx="1898121" cy="1028149"/>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6" name="正方形/長方形 65">
            <a:extLst>
              <a:ext uri="{FF2B5EF4-FFF2-40B4-BE49-F238E27FC236}">
                <a16:creationId xmlns:a16="http://schemas.microsoft.com/office/drawing/2014/main" id="{93BDCEFD-0400-31A9-58A2-5417E6527F7D}"/>
              </a:ext>
            </a:extLst>
          </p:cNvPr>
          <p:cNvSpPr/>
          <p:nvPr/>
        </p:nvSpPr>
        <p:spPr>
          <a:xfrm>
            <a:off x="8013670" y="3774870"/>
            <a:ext cx="1898121" cy="1028149"/>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8" name="正方形/長方形 67">
            <a:extLst>
              <a:ext uri="{FF2B5EF4-FFF2-40B4-BE49-F238E27FC236}">
                <a16:creationId xmlns:a16="http://schemas.microsoft.com/office/drawing/2014/main" id="{7C494959-6BEF-BCBD-6768-E328751640A6}"/>
              </a:ext>
            </a:extLst>
          </p:cNvPr>
          <p:cNvSpPr/>
          <p:nvPr/>
        </p:nvSpPr>
        <p:spPr>
          <a:xfrm>
            <a:off x="8013670" y="5017555"/>
            <a:ext cx="1898121" cy="1028149"/>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846944536"/>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17F17F-0ABB-995E-96F1-B9095BC64F7D}"/>
            </a:ext>
          </a:extLst>
        </p:cNvPr>
        <p:cNvGrpSpPr/>
        <p:nvPr/>
      </p:nvGrpSpPr>
      <p:grpSpPr>
        <a:xfrm>
          <a:off x="0" y="0"/>
          <a:ext cx="0" cy="0"/>
          <a:chOff x="0" y="0"/>
          <a:chExt cx="0" cy="0"/>
        </a:xfrm>
      </p:grpSpPr>
      <p:pic>
        <p:nvPicPr>
          <p:cNvPr id="3" name="図 2">
            <a:extLst>
              <a:ext uri="{FF2B5EF4-FFF2-40B4-BE49-F238E27FC236}">
                <a16:creationId xmlns:a16="http://schemas.microsoft.com/office/drawing/2014/main" id="{1552A5C2-9E67-028B-7518-1C55D8E4D17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1"/>
            <a:ext cx="12192000" cy="6858000"/>
          </a:xfrm>
          <a:prstGeom prst="rect">
            <a:avLst/>
          </a:prstGeom>
        </p:spPr>
      </p:pic>
      <p:pic>
        <p:nvPicPr>
          <p:cNvPr id="5" name="図 4">
            <a:extLst>
              <a:ext uri="{FF2B5EF4-FFF2-40B4-BE49-F238E27FC236}">
                <a16:creationId xmlns:a16="http://schemas.microsoft.com/office/drawing/2014/main" id="{EE350158-7140-C065-BF47-A25DC3FDA66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020733" y="280456"/>
            <a:ext cx="2150534" cy="1519677"/>
          </a:xfrm>
          <a:prstGeom prst="rect">
            <a:avLst/>
          </a:prstGeom>
        </p:spPr>
      </p:pic>
      <p:sp>
        <p:nvSpPr>
          <p:cNvPr id="6" name="平行四辺形 5">
            <a:extLst>
              <a:ext uri="{FF2B5EF4-FFF2-40B4-BE49-F238E27FC236}">
                <a16:creationId xmlns:a16="http://schemas.microsoft.com/office/drawing/2014/main" id="{15D110FF-9523-0C70-3A26-6FC7816560BE}"/>
              </a:ext>
            </a:extLst>
          </p:cNvPr>
          <p:cNvSpPr/>
          <p:nvPr/>
        </p:nvSpPr>
        <p:spPr>
          <a:xfrm>
            <a:off x="1392701" y="3502855"/>
            <a:ext cx="5462954" cy="3355144"/>
          </a:xfrm>
          <a:prstGeom prst="parallelogram">
            <a:avLst/>
          </a:prstGeom>
          <a:solidFill>
            <a:schemeClr val="tx1">
              <a:lumMod val="95000"/>
              <a:lumOff val="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6461667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1"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500" fill="hold"/>
                                        <p:tgtEl>
                                          <p:spTgt spid="5"/>
                                        </p:tgtEl>
                                        <p:attrNameLst>
                                          <p:attrName>ppt_x</p:attrName>
                                        </p:attrNameLst>
                                      </p:cBhvr>
                                      <p:tavLst>
                                        <p:tav tm="0">
                                          <p:val>
                                            <p:strVal val="#ppt_x"/>
                                          </p:val>
                                        </p:tav>
                                        <p:tav tm="100000">
                                          <p:val>
                                            <p:strVal val="#ppt_x"/>
                                          </p:val>
                                        </p:tav>
                                      </p:tavLst>
                                    </p:anim>
                                    <p:anim calcmode="lin" valueType="num">
                                      <p:cBhvr additive="base">
                                        <p:cTn id="8" dur="500" fill="hold"/>
                                        <p:tgtEl>
                                          <p:spTgt spid="5"/>
                                        </p:tgtEl>
                                        <p:attrNameLst>
                                          <p:attrName>ppt_y</p:attrName>
                                        </p:attrNameLst>
                                      </p:cBhvr>
                                      <p:tavLst>
                                        <p:tav tm="0">
                                          <p:val>
                                            <p:strVal val="0-#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xit" presetSubtype="1" fill="hold" nodeType="clickEffect">
                                  <p:stCondLst>
                                    <p:cond delay="500"/>
                                  </p:stCondLst>
                                  <p:childTnLst>
                                    <p:anim calcmode="lin" valueType="num">
                                      <p:cBhvr additive="base">
                                        <p:cTn id="12" dur="500"/>
                                        <p:tgtEl>
                                          <p:spTgt spid="5"/>
                                        </p:tgtEl>
                                        <p:attrNameLst>
                                          <p:attrName>ppt_x</p:attrName>
                                        </p:attrNameLst>
                                      </p:cBhvr>
                                      <p:tavLst>
                                        <p:tav tm="0">
                                          <p:val>
                                            <p:strVal val="ppt_x"/>
                                          </p:val>
                                        </p:tav>
                                        <p:tav tm="100000">
                                          <p:val>
                                            <p:strVal val="ppt_x"/>
                                          </p:val>
                                        </p:tav>
                                      </p:tavLst>
                                    </p:anim>
                                    <p:anim calcmode="lin" valueType="num">
                                      <p:cBhvr additive="base">
                                        <p:cTn id="13" dur="500"/>
                                        <p:tgtEl>
                                          <p:spTgt spid="5"/>
                                        </p:tgtEl>
                                        <p:attrNameLst>
                                          <p:attrName>ppt_y</p:attrName>
                                        </p:attrNameLst>
                                      </p:cBhvr>
                                      <p:tavLst>
                                        <p:tav tm="0">
                                          <p:val>
                                            <p:strVal val="ppt_y"/>
                                          </p:val>
                                        </p:tav>
                                        <p:tav tm="100000">
                                          <p:val>
                                            <p:strVal val="0-ppt_h/2"/>
                                          </p:val>
                                        </p:tav>
                                      </p:tavLst>
                                    </p:anim>
                                    <p:set>
                                      <p:cBhvr>
                                        <p:cTn id="14" dur="1" fill="hold">
                                          <p:stCondLst>
                                            <p:cond delay="499"/>
                                          </p:stCondLst>
                                        </p:cTn>
                                        <p:tgtEl>
                                          <p:spTgt spid="5"/>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5CBACE-CB9F-27BC-EB30-15EDF9760743}"/>
            </a:ext>
          </a:extLst>
        </p:cNvPr>
        <p:cNvGrpSpPr/>
        <p:nvPr/>
      </p:nvGrpSpPr>
      <p:grpSpPr>
        <a:xfrm>
          <a:off x="0" y="0"/>
          <a:ext cx="0" cy="0"/>
          <a:chOff x="0" y="0"/>
          <a:chExt cx="0" cy="0"/>
        </a:xfrm>
      </p:grpSpPr>
      <p:pic>
        <p:nvPicPr>
          <p:cNvPr id="3" name="図 2">
            <a:extLst>
              <a:ext uri="{FF2B5EF4-FFF2-40B4-BE49-F238E27FC236}">
                <a16:creationId xmlns:a16="http://schemas.microsoft.com/office/drawing/2014/main" id="{1949EBE0-1FDE-5218-ED3E-C66047D9249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1"/>
            <a:ext cx="12192000" cy="6858000"/>
          </a:xfrm>
          <a:prstGeom prst="rect">
            <a:avLst/>
          </a:prstGeom>
        </p:spPr>
      </p:pic>
      <p:grpSp>
        <p:nvGrpSpPr>
          <p:cNvPr id="2" name="グループ化 1">
            <a:extLst>
              <a:ext uri="{FF2B5EF4-FFF2-40B4-BE49-F238E27FC236}">
                <a16:creationId xmlns:a16="http://schemas.microsoft.com/office/drawing/2014/main" id="{46D70F4A-B476-5481-CE57-8942FF33EAFC}"/>
              </a:ext>
            </a:extLst>
          </p:cNvPr>
          <p:cNvGrpSpPr/>
          <p:nvPr/>
        </p:nvGrpSpPr>
        <p:grpSpPr>
          <a:xfrm>
            <a:off x="11277600" y="-1"/>
            <a:ext cx="914400" cy="6857999"/>
            <a:chOff x="11277600" y="-1"/>
            <a:chExt cx="914400" cy="6857999"/>
          </a:xfrm>
        </p:grpSpPr>
        <p:sp>
          <p:nvSpPr>
            <p:cNvPr id="4" name="正方形/長方形 3">
              <a:extLst>
                <a:ext uri="{FF2B5EF4-FFF2-40B4-BE49-F238E27FC236}">
                  <a16:creationId xmlns:a16="http://schemas.microsoft.com/office/drawing/2014/main" id="{52C5A8EB-7234-BE7B-D2F4-7E5519676BB3}"/>
                </a:ext>
              </a:extLst>
            </p:cNvPr>
            <p:cNvSpPr/>
            <p:nvPr/>
          </p:nvSpPr>
          <p:spPr>
            <a:xfrm>
              <a:off x="11277600" y="-1"/>
              <a:ext cx="914400" cy="6857999"/>
            </a:xfrm>
            <a:prstGeom prst="rect">
              <a:avLst/>
            </a:prstGeom>
            <a:solidFill>
              <a:schemeClr val="bg1">
                <a:lumMod val="95000"/>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二等辺三角形 5">
              <a:extLst>
                <a:ext uri="{FF2B5EF4-FFF2-40B4-BE49-F238E27FC236}">
                  <a16:creationId xmlns:a16="http://schemas.microsoft.com/office/drawing/2014/main" id="{1C1D7AC0-8AA0-A3F4-EAF8-8CDA38720291}"/>
                </a:ext>
              </a:extLst>
            </p:cNvPr>
            <p:cNvSpPr/>
            <p:nvPr/>
          </p:nvSpPr>
          <p:spPr>
            <a:xfrm rot="5400000">
              <a:off x="11452038" y="3169072"/>
              <a:ext cx="603034" cy="519857"/>
            </a:xfrm>
            <a:prstGeom prst="triangl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8" name="平行四辺形 7">
            <a:extLst>
              <a:ext uri="{FF2B5EF4-FFF2-40B4-BE49-F238E27FC236}">
                <a16:creationId xmlns:a16="http://schemas.microsoft.com/office/drawing/2014/main" id="{9B904333-BB54-97C5-FD0A-6AFA4AA5CE1B}"/>
              </a:ext>
            </a:extLst>
          </p:cNvPr>
          <p:cNvSpPr/>
          <p:nvPr/>
        </p:nvSpPr>
        <p:spPr>
          <a:xfrm>
            <a:off x="1392701" y="3502854"/>
            <a:ext cx="5294142" cy="3355145"/>
          </a:xfrm>
          <a:prstGeom prst="parallelogram">
            <a:avLst/>
          </a:prstGeom>
          <a:solidFill>
            <a:schemeClr val="tx1">
              <a:lumMod val="95000"/>
              <a:lumOff val="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567882956"/>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A06F2F-6291-D07B-2C86-AD62E9F0A538}"/>
            </a:ext>
          </a:extLst>
        </p:cNvPr>
        <p:cNvGrpSpPr/>
        <p:nvPr/>
      </p:nvGrpSpPr>
      <p:grpSpPr>
        <a:xfrm>
          <a:off x="0" y="0"/>
          <a:ext cx="0" cy="0"/>
          <a:chOff x="0" y="0"/>
          <a:chExt cx="0" cy="0"/>
        </a:xfrm>
      </p:grpSpPr>
      <p:pic>
        <p:nvPicPr>
          <p:cNvPr id="3" name="図 2">
            <a:extLst>
              <a:ext uri="{FF2B5EF4-FFF2-40B4-BE49-F238E27FC236}">
                <a16:creationId xmlns:a16="http://schemas.microsoft.com/office/drawing/2014/main" id="{7C8F8EA3-C25D-D098-782A-6CDC506791F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1"/>
            <a:ext cx="12192000" cy="6858000"/>
          </a:xfrm>
          <a:prstGeom prst="rect">
            <a:avLst/>
          </a:prstGeom>
        </p:spPr>
      </p:pic>
      <p:grpSp>
        <p:nvGrpSpPr>
          <p:cNvPr id="2" name="グループ化 1">
            <a:extLst>
              <a:ext uri="{FF2B5EF4-FFF2-40B4-BE49-F238E27FC236}">
                <a16:creationId xmlns:a16="http://schemas.microsoft.com/office/drawing/2014/main" id="{66E652C2-8F87-62A8-CCA2-DE93C0057F5B}"/>
              </a:ext>
            </a:extLst>
          </p:cNvPr>
          <p:cNvGrpSpPr/>
          <p:nvPr/>
        </p:nvGrpSpPr>
        <p:grpSpPr>
          <a:xfrm>
            <a:off x="74" y="-1"/>
            <a:ext cx="914400" cy="6857999"/>
            <a:chOff x="74" y="-1"/>
            <a:chExt cx="914400" cy="6857999"/>
          </a:xfrm>
        </p:grpSpPr>
        <p:sp>
          <p:nvSpPr>
            <p:cNvPr id="4" name="正方形/長方形 3">
              <a:extLst>
                <a:ext uri="{FF2B5EF4-FFF2-40B4-BE49-F238E27FC236}">
                  <a16:creationId xmlns:a16="http://schemas.microsoft.com/office/drawing/2014/main" id="{C51480C0-BF37-B880-1917-BB7544D3DE4A}"/>
                </a:ext>
              </a:extLst>
            </p:cNvPr>
            <p:cNvSpPr/>
            <p:nvPr/>
          </p:nvSpPr>
          <p:spPr>
            <a:xfrm>
              <a:off x="74" y="-1"/>
              <a:ext cx="914400" cy="6857999"/>
            </a:xfrm>
            <a:prstGeom prst="rect">
              <a:avLst/>
            </a:prstGeom>
            <a:solidFill>
              <a:schemeClr val="bg1">
                <a:lumMod val="95000"/>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二等辺三角形 5">
              <a:extLst>
                <a:ext uri="{FF2B5EF4-FFF2-40B4-BE49-F238E27FC236}">
                  <a16:creationId xmlns:a16="http://schemas.microsoft.com/office/drawing/2014/main" id="{6430FB97-0C04-B1C3-26E3-573A1B55ED04}"/>
                </a:ext>
              </a:extLst>
            </p:cNvPr>
            <p:cNvSpPr/>
            <p:nvPr/>
          </p:nvSpPr>
          <p:spPr>
            <a:xfrm rot="16200000" flipH="1">
              <a:off x="174512" y="3169072"/>
              <a:ext cx="603034" cy="519857"/>
            </a:xfrm>
            <a:prstGeom prst="triangl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8" name="平行四辺形 7">
            <a:extLst>
              <a:ext uri="{FF2B5EF4-FFF2-40B4-BE49-F238E27FC236}">
                <a16:creationId xmlns:a16="http://schemas.microsoft.com/office/drawing/2014/main" id="{6611627A-0821-1039-AF3C-F8D499B704F7}"/>
              </a:ext>
            </a:extLst>
          </p:cNvPr>
          <p:cNvSpPr/>
          <p:nvPr/>
        </p:nvSpPr>
        <p:spPr>
          <a:xfrm>
            <a:off x="1392701" y="3502854"/>
            <a:ext cx="5294142" cy="3355145"/>
          </a:xfrm>
          <a:prstGeom prst="parallelogram">
            <a:avLst/>
          </a:prstGeom>
          <a:solidFill>
            <a:schemeClr val="tx1">
              <a:lumMod val="95000"/>
              <a:lumOff val="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982039310"/>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bg>
      <p:bgPr>
        <a:gradFill flip="none" rotWithShape="1">
          <a:gsLst>
            <a:gs pos="49000">
              <a:schemeClr val="tx1">
                <a:lumMod val="85000"/>
                <a:lumOff val="15000"/>
              </a:schemeClr>
            </a:gs>
            <a:gs pos="90000">
              <a:schemeClr val="tx1">
                <a:lumMod val="85000"/>
                <a:lumOff val="15000"/>
              </a:schemeClr>
            </a:gs>
            <a:gs pos="74000">
              <a:schemeClr val="accent6">
                <a:lumMod val="50000"/>
              </a:schemeClr>
            </a:gs>
          </a:gsLst>
          <a:path path="circle">
            <a:fillToRect l="100000" t="100000"/>
          </a:path>
          <a:tileRect r="-100000" b="-100000"/>
        </a:gradFill>
        <a:effectLst/>
      </p:bgPr>
    </p:bg>
    <p:spTree>
      <p:nvGrpSpPr>
        <p:cNvPr id="1" name="">
          <a:extLst>
            <a:ext uri="{FF2B5EF4-FFF2-40B4-BE49-F238E27FC236}">
              <a16:creationId xmlns:a16="http://schemas.microsoft.com/office/drawing/2014/main" id="{CCB2D492-4C67-BCCB-A494-47A77D1B3B75}"/>
            </a:ext>
          </a:extLst>
        </p:cNvPr>
        <p:cNvGrpSpPr/>
        <p:nvPr/>
      </p:nvGrpSpPr>
      <p:grpSpPr>
        <a:xfrm>
          <a:off x="0" y="0"/>
          <a:ext cx="0" cy="0"/>
          <a:chOff x="0" y="0"/>
          <a:chExt cx="0" cy="0"/>
        </a:xfrm>
      </p:grpSpPr>
      <p:grpSp>
        <p:nvGrpSpPr>
          <p:cNvPr id="10" name="グループ化 9">
            <a:extLst>
              <a:ext uri="{FF2B5EF4-FFF2-40B4-BE49-F238E27FC236}">
                <a16:creationId xmlns:a16="http://schemas.microsoft.com/office/drawing/2014/main" id="{D5CF48CA-A80A-6DB1-3E06-0FD2A0F3E4C5}"/>
              </a:ext>
            </a:extLst>
          </p:cNvPr>
          <p:cNvGrpSpPr/>
          <p:nvPr/>
        </p:nvGrpSpPr>
        <p:grpSpPr>
          <a:xfrm>
            <a:off x="163586" y="134635"/>
            <a:ext cx="3123445" cy="1396119"/>
            <a:chOff x="163586" y="134635"/>
            <a:chExt cx="3123445" cy="1396119"/>
          </a:xfrm>
        </p:grpSpPr>
        <p:sp>
          <p:nvSpPr>
            <p:cNvPr id="2" name="四角形: 角を丸くする 1">
              <a:extLst>
                <a:ext uri="{FF2B5EF4-FFF2-40B4-BE49-F238E27FC236}">
                  <a16:creationId xmlns:a16="http://schemas.microsoft.com/office/drawing/2014/main" id="{B03F1572-8148-F70F-C414-46095D4EE140}"/>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3" name="テキスト ボックス 2">
              <a:extLst>
                <a:ext uri="{FF2B5EF4-FFF2-40B4-BE49-F238E27FC236}">
                  <a16:creationId xmlns:a16="http://schemas.microsoft.com/office/drawing/2014/main" id="{5D375D22-A4F4-E024-F7FE-60351B180E49}"/>
                </a:ext>
              </a:extLst>
            </p:cNvPr>
            <p:cNvSpPr txBox="1"/>
            <p:nvPr/>
          </p:nvSpPr>
          <p:spPr>
            <a:xfrm>
              <a:off x="1624594" y="641390"/>
              <a:ext cx="146706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キャラ鑑賞</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4" name="グループ化 3">
              <a:extLst>
                <a:ext uri="{FF2B5EF4-FFF2-40B4-BE49-F238E27FC236}">
                  <a16:creationId xmlns:a16="http://schemas.microsoft.com/office/drawing/2014/main" id="{F511D497-52E8-5367-DD75-82A2EFE2EE69}"/>
                </a:ext>
              </a:extLst>
            </p:cNvPr>
            <p:cNvGrpSpPr/>
            <p:nvPr/>
          </p:nvGrpSpPr>
          <p:grpSpPr>
            <a:xfrm>
              <a:off x="163586" y="134635"/>
              <a:ext cx="1975684" cy="1396119"/>
              <a:chOff x="163586" y="134635"/>
              <a:chExt cx="1975684" cy="1396119"/>
            </a:xfrm>
          </p:grpSpPr>
          <p:grpSp>
            <p:nvGrpSpPr>
              <p:cNvPr id="6" name="グループ化 5">
                <a:extLst>
                  <a:ext uri="{FF2B5EF4-FFF2-40B4-BE49-F238E27FC236}">
                    <a16:creationId xmlns:a16="http://schemas.microsoft.com/office/drawing/2014/main" id="{CF4FF92D-EAD6-AEF0-01E0-6F6D70959E6A}"/>
                  </a:ext>
                </a:extLst>
              </p:cNvPr>
              <p:cNvGrpSpPr/>
              <p:nvPr/>
            </p:nvGrpSpPr>
            <p:grpSpPr>
              <a:xfrm>
                <a:off x="163586" y="134635"/>
                <a:ext cx="1975684" cy="1396119"/>
                <a:chOff x="163586" y="134635"/>
                <a:chExt cx="1975684" cy="1396119"/>
              </a:xfrm>
            </p:grpSpPr>
            <p:pic>
              <p:nvPicPr>
                <p:cNvPr id="8" name="図 7">
                  <a:extLst>
                    <a:ext uri="{FF2B5EF4-FFF2-40B4-BE49-F238E27FC236}">
                      <a16:creationId xmlns:a16="http://schemas.microsoft.com/office/drawing/2014/main" id="{8771138A-1A99-57D3-9DFB-46FD4BB2399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9" name="楕円 8">
                  <a:extLst>
                    <a:ext uri="{FF2B5EF4-FFF2-40B4-BE49-F238E27FC236}">
                      <a16:creationId xmlns:a16="http://schemas.microsoft.com/office/drawing/2014/main" id="{47C9B8AF-5CF7-E0CF-9060-05DA0046EF97}"/>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7" name="図 6">
                <a:extLst>
                  <a:ext uri="{FF2B5EF4-FFF2-40B4-BE49-F238E27FC236}">
                    <a16:creationId xmlns:a16="http://schemas.microsoft.com/office/drawing/2014/main" id="{1B359E35-ED87-A64A-478A-4D516A5564F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grpSp>
        <p:nvGrpSpPr>
          <p:cNvPr id="28" name="グループ化 27">
            <a:extLst>
              <a:ext uri="{FF2B5EF4-FFF2-40B4-BE49-F238E27FC236}">
                <a16:creationId xmlns:a16="http://schemas.microsoft.com/office/drawing/2014/main" id="{AC1B8266-1CE9-51D3-5D35-FB76449AB213}"/>
              </a:ext>
            </a:extLst>
          </p:cNvPr>
          <p:cNvGrpSpPr/>
          <p:nvPr/>
        </p:nvGrpSpPr>
        <p:grpSpPr>
          <a:xfrm>
            <a:off x="1031309" y="1663429"/>
            <a:ext cx="10129383" cy="553330"/>
            <a:chOff x="1151428" y="1663429"/>
            <a:chExt cx="10129383" cy="553330"/>
          </a:xfrm>
        </p:grpSpPr>
        <p:sp>
          <p:nvSpPr>
            <p:cNvPr id="20" name="四角形: 上の 2 つの角を丸める 19">
              <a:extLst>
                <a:ext uri="{FF2B5EF4-FFF2-40B4-BE49-F238E27FC236}">
                  <a16:creationId xmlns:a16="http://schemas.microsoft.com/office/drawing/2014/main" id="{089AE69F-6F6F-F8BB-47E3-ADF27517A256}"/>
                </a:ext>
              </a:extLst>
            </p:cNvPr>
            <p:cNvSpPr/>
            <p:nvPr/>
          </p:nvSpPr>
          <p:spPr>
            <a:xfrm>
              <a:off x="1151428" y="1663429"/>
              <a:ext cx="2892167" cy="553330"/>
            </a:xfrm>
            <a:prstGeom prst="round2SameRect">
              <a:avLst/>
            </a:prstGeom>
            <a:solidFill>
              <a:schemeClr val="accent6">
                <a:lumMod val="60000"/>
                <a:lumOff val="4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solidFill>
                    <a:schemeClr val="bg1">
                      <a:lumMod val="95000"/>
                    </a:schemeClr>
                  </a:solidFill>
                  <a:latin typeface="原稿用標準書体" panose="03000503000000000000" pitchFamily="66" charset="-128"/>
                  <a:ea typeface="原稿用標準書体" panose="03000503000000000000" pitchFamily="66" charset="-128"/>
                </a:rPr>
                <a:t>イラスト</a:t>
              </a:r>
            </a:p>
          </p:txBody>
        </p:sp>
        <p:sp>
          <p:nvSpPr>
            <p:cNvPr id="24" name="四角形: 上の 2 つの角を丸める 23">
              <a:extLst>
                <a:ext uri="{FF2B5EF4-FFF2-40B4-BE49-F238E27FC236}">
                  <a16:creationId xmlns:a16="http://schemas.microsoft.com/office/drawing/2014/main" id="{51E75769-F3AA-3356-E4DA-481FF2557F79}"/>
                </a:ext>
              </a:extLst>
            </p:cNvPr>
            <p:cNvSpPr/>
            <p:nvPr/>
          </p:nvSpPr>
          <p:spPr>
            <a:xfrm>
              <a:off x="4770036" y="1663429"/>
              <a:ext cx="2892167" cy="553330"/>
            </a:xfrm>
            <a:prstGeom prst="round2SameRect">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a:solidFill>
                    <a:schemeClr val="accent6"/>
                  </a:solidFill>
                  <a:latin typeface="原稿用標準書体" panose="03000503000000000000" pitchFamily="66" charset="-128"/>
                  <a:ea typeface="原稿用標準書体" panose="03000503000000000000" pitchFamily="66" charset="-128"/>
                </a:rPr>
                <a:t>シーン回想</a:t>
              </a:r>
            </a:p>
          </p:txBody>
        </p:sp>
        <p:sp>
          <p:nvSpPr>
            <p:cNvPr id="26" name="四角形: 上の 2 つの角を丸める 25">
              <a:extLst>
                <a:ext uri="{FF2B5EF4-FFF2-40B4-BE49-F238E27FC236}">
                  <a16:creationId xmlns:a16="http://schemas.microsoft.com/office/drawing/2014/main" id="{16DB8035-E54B-6D93-0857-BA3F1BFA20F5}"/>
                </a:ext>
              </a:extLst>
            </p:cNvPr>
            <p:cNvSpPr/>
            <p:nvPr/>
          </p:nvSpPr>
          <p:spPr>
            <a:xfrm>
              <a:off x="8388644" y="1663429"/>
              <a:ext cx="2892167" cy="553330"/>
            </a:xfrm>
            <a:prstGeom prst="round2SameRect">
              <a:avLst/>
            </a:prstGeom>
            <a:solidFill>
              <a:schemeClr val="accent6">
                <a:lumMod val="60000"/>
                <a:lumOff val="4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a:latin typeface="原稿用標準書体" panose="03000503000000000000" pitchFamily="66" charset="-128"/>
                  <a:ea typeface="原稿用標準書体" panose="03000503000000000000" pitchFamily="66" charset="-128"/>
                </a:rPr>
                <a:t>立ち絵</a:t>
              </a:r>
              <a:endParaRPr kumimoji="1" lang="ja-JP" altLang="en-US">
                <a:latin typeface="原稿用標準書体" panose="03000503000000000000" pitchFamily="66" charset="-128"/>
                <a:ea typeface="原稿用標準書体" panose="03000503000000000000" pitchFamily="66" charset="-128"/>
              </a:endParaRPr>
            </a:p>
          </p:txBody>
        </p:sp>
      </p:grpSp>
      <p:sp>
        <p:nvSpPr>
          <p:cNvPr id="30" name="四角形: 上の 2 つの角を丸める 29">
            <a:extLst>
              <a:ext uri="{FF2B5EF4-FFF2-40B4-BE49-F238E27FC236}">
                <a16:creationId xmlns:a16="http://schemas.microsoft.com/office/drawing/2014/main" id="{2B9B2F43-405A-C795-E323-6F491A442B0F}"/>
              </a:ext>
            </a:extLst>
          </p:cNvPr>
          <p:cNvSpPr/>
          <p:nvPr/>
        </p:nvSpPr>
        <p:spPr>
          <a:xfrm flipV="1">
            <a:off x="1031308" y="2216756"/>
            <a:ext cx="10129383" cy="4123272"/>
          </a:xfrm>
          <a:prstGeom prst="round2SameRect">
            <a:avLst>
              <a:gd name="adj1" fmla="val 2338"/>
              <a:gd name="adj2" fmla="val 0"/>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正方形/長方形 10">
            <a:extLst>
              <a:ext uri="{FF2B5EF4-FFF2-40B4-BE49-F238E27FC236}">
                <a16:creationId xmlns:a16="http://schemas.microsoft.com/office/drawing/2014/main" id="{0EF8DD84-5210-6A04-D45D-A426261B0723}"/>
              </a:ext>
            </a:extLst>
          </p:cNvPr>
          <p:cNvSpPr/>
          <p:nvPr/>
        </p:nvSpPr>
        <p:spPr>
          <a:xfrm>
            <a:off x="1689210" y="2732770"/>
            <a:ext cx="5921414" cy="3207433"/>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一枚絵</a:t>
            </a:r>
          </a:p>
        </p:txBody>
      </p:sp>
      <p:sp>
        <p:nvSpPr>
          <p:cNvPr id="14" name="テキスト ボックス 13">
            <a:extLst>
              <a:ext uri="{FF2B5EF4-FFF2-40B4-BE49-F238E27FC236}">
                <a16:creationId xmlns:a16="http://schemas.microsoft.com/office/drawing/2014/main" id="{CC6AA66E-6546-7A84-936C-DCDEBD98B166}"/>
              </a:ext>
            </a:extLst>
          </p:cNvPr>
          <p:cNvSpPr txBox="1"/>
          <p:nvPr/>
        </p:nvSpPr>
        <p:spPr>
          <a:xfrm>
            <a:off x="8527528" y="4116185"/>
            <a:ext cx="1716258" cy="461665"/>
          </a:xfrm>
          <a:prstGeom prst="rect">
            <a:avLst/>
          </a:prstGeom>
          <a:noFill/>
        </p:spPr>
        <p:txBody>
          <a:bodyPr wrap="square">
            <a:spAutoFit/>
          </a:bodyPr>
          <a:lstStyle/>
          <a:p>
            <a:pPr algn="ctr"/>
            <a:r>
              <a:rPr lang="ja-JP" altLang="en-US" sz="2400">
                <a:solidFill>
                  <a:schemeClr val="accent6"/>
                </a:solidFill>
                <a:latin typeface="原稿用標準書体" panose="03000503000000000000" pitchFamily="66" charset="-128"/>
                <a:ea typeface="原稿用標準書体" panose="03000503000000000000" pitchFamily="66" charset="-128"/>
              </a:rPr>
              <a:t>シーン名</a:t>
            </a:r>
            <a:endParaRPr kumimoji="1" lang="ja-JP" altLang="en-US" sz="2400">
              <a:solidFill>
                <a:schemeClr val="accent6"/>
              </a:solidFill>
              <a:latin typeface="原稿用標準書体" panose="03000503000000000000" pitchFamily="66" charset="-128"/>
              <a:ea typeface="原稿用標準書体" panose="03000503000000000000" pitchFamily="66" charset="-128"/>
            </a:endParaRPr>
          </a:p>
        </p:txBody>
      </p:sp>
      <p:sp>
        <p:nvSpPr>
          <p:cNvPr id="15" name="四角形: 角を丸くする 14">
            <a:extLst>
              <a:ext uri="{FF2B5EF4-FFF2-40B4-BE49-F238E27FC236}">
                <a16:creationId xmlns:a16="http://schemas.microsoft.com/office/drawing/2014/main" id="{1075A303-211D-43ED-37AA-D775B291F55A}"/>
              </a:ext>
            </a:extLst>
          </p:cNvPr>
          <p:cNvSpPr/>
          <p:nvPr/>
        </p:nvSpPr>
        <p:spPr>
          <a:xfrm>
            <a:off x="8020695" y="5233580"/>
            <a:ext cx="2729924" cy="631055"/>
          </a:xfrm>
          <a:prstGeom prst="roundRect">
            <a:avLst>
              <a:gd name="adj" fmla="val 9570"/>
            </a:avLst>
          </a:prstGeom>
          <a:solidFill>
            <a:schemeClr val="accent6"/>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b="1" dirty="0">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endParaRPr>
          </a:p>
        </p:txBody>
      </p:sp>
      <p:grpSp>
        <p:nvGrpSpPr>
          <p:cNvPr id="16" name="グループ化 15">
            <a:extLst>
              <a:ext uri="{FF2B5EF4-FFF2-40B4-BE49-F238E27FC236}">
                <a16:creationId xmlns:a16="http://schemas.microsoft.com/office/drawing/2014/main" id="{505B4271-69EE-577B-A1A8-FDDEEB544FB0}"/>
              </a:ext>
            </a:extLst>
          </p:cNvPr>
          <p:cNvGrpSpPr/>
          <p:nvPr/>
        </p:nvGrpSpPr>
        <p:grpSpPr>
          <a:xfrm>
            <a:off x="8321930" y="5364441"/>
            <a:ext cx="1815744" cy="369332"/>
            <a:chOff x="9026246" y="5847431"/>
            <a:chExt cx="1815744" cy="369332"/>
          </a:xfrm>
        </p:grpSpPr>
        <p:sp>
          <p:nvSpPr>
            <p:cNvPr id="17" name="二等辺三角形 16">
              <a:extLst>
                <a:ext uri="{FF2B5EF4-FFF2-40B4-BE49-F238E27FC236}">
                  <a16:creationId xmlns:a16="http://schemas.microsoft.com/office/drawing/2014/main" id="{96577E66-C2FD-28CC-BB39-8CB2DB74B496}"/>
                </a:ext>
              </a:extLst>
            </p:cNvPr>
            <p:cNvSpPr/>
            <p:nvPr/>
          </p:nvSpPr>
          <p:spPr>
            <a:xfrm rot="5400000">
              <a:off x="10369271" y="5875196"/>
              <a:ext cx="364010" cy="313802"/>
            </a:xfrm>
            <a:prstGeom prst="triangl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8" name="テキスト ボックス 17">
              <a:extLst>
                <a:ext uri="{FF2B5EF4-FFF2-40B4-BE49-F238E27FC236}">
                  <a16:creationId xmlns:a16="http://schemas.microsoft.com/office/drawing/2014/main" id="{E3C14746-4963-B8A1-C724-29DA6FD56C03}"/>
                </a:ext>
              </a:extLst>
            </p:cNvPr>
            <p:cNvSpPr txBox="1"/>
            <p:nvPr/>
          </p:nvSpPr>
          <p:spPr>
            <a:xfrm>
              <a:off x="9026246" y="5847431"/>
              <a:ext cx="1815744" cy="369332"/>
            </a:xfrm>
            <a:prstGeom prst="rect">
              <a:avLst/>
            </a:prstGeom>
            <a:noFill/>
          </p:spPr>
          <p:txBody>
            <a:bodyPr wrap="square">
              <a:spAutoFit/>
            </a:bodyPr>
            <a:lstStyle/>
            <a:p>
              <a:pPr algn="ctr"/>
              <a:r>
                <a:rPr lang="ja-JP" altLang="en-US" b="1">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rPr>
                <a:t>再生</a:t>
              </a:r>
              <a:endParaRPr lang="ja-JP" altLang="en-US" sz="1800" b="1" dirty="0">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endParaRPr>
            </a:p>
          </p:txBody>
        </p:sp>
      </p:grpSp>
      <p:sp>
        <p:nvSpPr>
          <p:cNvPr id="13" name="テキスト ボックス 12">
            <a:extLst>
              <a:ext uri="{FF2B5EF4-FFF2-40B4-BE49-F238E27FC236}">
                <a16:creationId xmlns:a16="http://schemas.microsoft.com/office/drawing/2014/main" id="{40A27325-0FD9-1BAE-8AB8-78D56389ACB5}"/>
              </a:ext>
            </a:extLst>
          </p:cNvPr>
          <p:cNvSpPr txBox="1"/>
          <p:nvPr/>
        </p:nvSpPr>
        <p:spPr>
          <a:xfrm>
            <a:off x="8527528" y="2902761"/>
            <a:ext cx="1716258" cy="584775"/>
          </a:xfrm>
          <a:prstGeom prst="rect">
            <a:avLst/>
          </a:prstGeom>
          <a:noFill/>
        </p:spPr>
        <p:txBody>
          <a:bodyPr wrap="square">
            <a:spAutoFit/>
          </a:bodyPr>
          <a:lstStyle/>
          <a:p>
            <a:pPr algn="ctr"/>
            <a:r>
              <a:rPr lang="en-US" altLang="ja-JP" sz="3200">
                <a:solidFill>
                  <a:schemeClr val="accent6"/>
                </a:solidFill>
                <a:latin typeface="原稿用標準書体" panose="03000503000000000000" pitchFamily="66" charset="-128"/>
                <a:ea typeface="原稿用標準書体" panose="03000503000000000000" pitchFamily="66" charset="-128"/>
              </a:rPr>
              <a:t>0/3</a:t>
            </a:r>
            <a:endParaRPr kumimoji="1" lang="ja-JP" altLang="en-US" sz="3200">
              <a:solidFill>
                <a:schemeClr val="accent6"/>
              </a:solidFill>
              <a:latin typeface="原稿用標準書体" panose="03000503000000000000" pitchFamily="66" charset="-128"/>
              <a:ea typeface="原稿用標準書体" panose="03000503000000000000" pitchFamily="66" charset="-128"/>
            </a:endParaRPr>
          </a:p>
        </p:txBody>
      </p:sp>
      <p:sp>
        <p:nvSpPr>
          <p:cNvPr id="21" name="二等辺三角形 20">
            <a:extLst>
              <a:ext uri="{FF2B5EF4-FFF2-40B4-BE49-F238E27FC236}">
                <a16:creationId xmlns:a16="http://schemas.microsoft.com/office/drawing/2014/main" id="{A7BD75C3-84DD-8D41-4F3D-2EB36D233F4A}"/>
              </a:ext>
            </a:extLst>
          </p:cNvPr>
          <p:cNvSpPr/>
          <p:nvPr/>
        </p:nvSpPr>
        <p:spPr>
          <a:xfrm rot="5400000">
            <a:off x="9868335" y="3003680"/>
            <a:ext cx="538679" cy="464378"/>
          </a:xfrm>
          <a:prstGeom prst="triangl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3" name="二等辺三角形 22">
            <a:extLst>
              <a:ext uri="{FF2B5EF4-FFF2-40B4-BE49-F238E27FC236}">
                <a16:creationId xmlns:a16="http://schemas.microsoft.com/office/drawing/2014/main" id="{D8D765E2-9168-1550-3650-0290A3F10D6A}"/>
              </a:ext>
            </a:extLst>
          </p:cNvPr>
          <p:cNvSpPr/>
          <p:nvPr/>
        </p:nvSpPr>
        <p:spPr>
          <a:xfrm rot="16200000" flipH="1">
            <a:off x="8378235" y="3003679"/>
            <a:ext cx="538679" cy="464378"/>
          </a:xfrm>
          <a:prstGeom prst="triangl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1085426256"/>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A2934E-3C9B-96C9-424F-B869EEC6AC76}"/>
            </a:ext>
          </a:extLst>
        </p:cNvPr>
        <p:cNvGrpSpPr/>
        <p:nvPr/>
      </p:nvGrpSpPr>
      <p:grpSpPr>
        <a:xfrm>
          <a:off x="0" y="0"/>
          <a:ext cx="0" cy="0"/>
          <a:chOff x="0" y="0"/>
          <a:chExt cx="0" cy="0"/>
        </a:xfrm>
      </p:grpSpPr>
      <p:pic>
        <p:nvPicPr>
          <p:cNvPr id="5" name="図 4">
            <a:extLst>
              <a:ext uri="{FF2B5EF4-FFF2-40B4-BE49-F238E27FC236}">
                <a16:creationId xmlns:a16="http://schemas.microsoft.com/office/drawing/2014/main" id="{7FE2E20C-AA25-8FAF-29D5-575A1EC99FA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020733" y="280456"/>
            <a:ext cx="2150534" cy="1519677"/>
          </a:xfrm>
          <a:prstGeom prst="rect">
            <a:avLst/>
          </a:prstGeom>
        </p:spPr>
      </p:pic>
      <p:pic>
        <p:nvPicPr>
          <p:cNvPr id="4" name="図 3">
            <a:extLst>
              <a:ext uri="{FF2B5EF4-FFF2-40B4-BE49-F238E27FC236}">
                <a16:creationId xmlns:a16="http://schemas.microsoft.com/office/drawing/2014/main" id="{FF4A92E0-8339-F685-D900-F0EE3F5CC28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rot="16200000">
            <a:off x="3416619" y="-353970"/>
            <a:ext cx="5358764" cy="7565942"/>
          </a:xfrm>
          <a:prstGeom prst="rect">
            <a:avLst/>
          </a:prstGeom>
        </p:spPr>
      </p:pic>
      <p:pic>
        <p:nvPicPr>
          <p:cNvPr id="8" name="図 7">
            <a:extLst>
              <a:ext uri="{FF2B5EF4-FFF2-40B4-BE49-F238E27FC236}">
                <a16:creationId xmlns:a16="http://schemas.microsoft.com/office/drawing/2014/main" id="{0CE02316-8292-22B4-EEDB-3CB5CC60096A}"/>
              </a:ext>
            </a:extLst>
          </p:cNvPr>
          <p:cNvPicPr>
            <a:picLocks noChangeAspect="1"/>
          </p:cNvPicPr>
          <p:nvPr/>
        </p:nvPicPr>
        <p:blipFill>
          <a:blip r:embed="rId4">
            <a:lum bright="70000" contrast="-70000"/>
            <a:extLst>
              <a:ext uri="{28A0092B-C50C-407E-A947-70E740481C1C}">
                <a14:useLocalDpi xmlns:a14="http://schemas.microsoft.com/office/drawing/2010/main" val="0"/>
              </a:ext>
            </a:extLst>
          </a:blip>
          <a:stretch>
            <a:fillRect/>
          </a:stretch>
        </p:blipFill>
        <p:spPr>
          <a:xfrm>
            <a:off x="9346184" y="5894111"/>
            <a:ext cx="540271" cy="540271"/>
          </a:xfrm>
          <a:prstGeom prst="rect">
            <a:avLst/>
          </a:prstGeom>
        </p:spPr>
      </p:pic>
      <p:pic>
        <p:nvPicPr>
          <p:cNvPr id="10" name="図 9">
            <a:extLst>
              <a:ext uri="{FF2B5EF4-FFF2-40B4-BE49-F238E27FC236}">
                <a16:creationId xmlns:a16="http://schemas.microsoft.com/office/drawing/2014/main" id="{4252036E-6250-BD23-A4B0-5E1CCC3BB944}"/>
              </a:ext>
            </a:extLst>
          </p:cNvPr>
          <p:cNvPicPr>
            <a:picLocks noChangeAspect="1"/>
          </p:cNvPicPr>
          <p:nvPr/>
        </p:nvPicPr>
        <p:blipFill>
          <a:blip r:embed="rId5">
            <a:lum bright="70000" contrast="-70000"/>
            <a:extLst>
              <a:ext uri="{28A0092B-C50C-407E-A947-70E740481C1C}">
                <a14:useLocalDpi xmlns:a14="http://schemas.microsoft.com/office/drawing/2010/main" val="0"/>
              </a:ext>
            </a:extLst>
          </a:blip>
          <a:stretch>
            <a:fillRect/>
          </a:stretch>
        </p:blipFill>
        <p:spPr>
          <a:xfrm>
            <a:off x="10281936" y="5894111"/>
            <a:ext cx="540271" cy="540271"/>
          </a:xfrm>
          <a:prstGeom prst="rect">
            <a:avLst/>
          </a:prstGeom>
        </p:spPr>
      </p:pic>
      <p:grpSp>
        <p:nvGrpSpPr>
          <p:cNvPr id="25" name="グループ化 24">
            <a:extLst>
              <a:ext uri="{FF2B5EF4-FFF2-40B4-BE49-F238E27FC236}">
                <a16:creationId xmlns:a16="http://schemas.microsoft.com/office/drawing/2014/main" id="{F0F4BE3B-E9F0-C86B-D61A-0F59E5E6D3DA}"/>
              </a:ext>
            </a:extLst>
          </p:cNvPr>
          <p:cNvGrpSpPr/>
          <p:nvPr/>
        </p:nvGrpSpPr>
        <p:grpSpPr>
          <a:xfrm>
            <a:off x="8327105" y="5850990"/>
            <a:ext cx="623599" cy="626513"/>
            <a:chOff x="8005096" y="5813476"/>
            <a:chExt cx="623599" cy="626513"/>
          </a:xfrm>
        </p:grpSpPr>
        <p:sp>
          <p:nvSpPr>
            <p:cNvPr id="12" name="正方形/長方形 11">
              <a:extLst>
                <a:ext uri="{FF2B5EF4-FFF2-40B4-BE49-F238E27FC236}">
                  <a16:creationId xmlns:a16="http://schemas.microsoft.com/office/drawing/2014/main" id="{67E415CC-9E4F-05A7-A9D6-90545AAA0400}"/>
                </a:ext>
              </a:extLst>
            </p:cNvPr>
            <p:cNvSpPr/>
            <p:nvPr/>
          </p:nvSpPr>
          <p:spPr>
            <a:xfrm>
              <a:off x="8347341" y="5899717"/>
              <a:ext cx="281354" cy="540272"/>
            </a:xfrm>
            <a:prstGeom prst="rect">
              <a:avLst/>
            </a:prstGeom>
            <a:solidFill>
              <a:schemeClr val="tx1">
                <a:lumMod val="95000"/>
                <a:lumOff val="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正方形/長方形 15">
              <a:extLst>
                <a:ext uri="{FF2B5EF4-FFF2-40B4-BE49-F238E27FC236}">
                  <a16:creationId xmlns:a16="http://schemas.microsoft.com/office/drawing/2014/main" id="{8511CEEA-4414-00FC-B626-C916F5B06406}"/>
                </a:ext>
              </a:extLst>
            </p:cNvPr>
            <p:cNvSpPr/>
            <p:nvPr/>
          </p:nvSpPr>
          <p:spPr>
            <a:xfrm rot="16200000">
              <a:off x="8217882" y="6029176"/>
              <a:ext cx="281354" cy="540272"/>
            </a:xfrm>
            <a:prstGeom prst="rect">
              <a:avLst/>
            </a:prstGeom>
            <a:solidFill>
              <a:schemeClr val="tx1">
                <a:lumMod val="95000"/>
                <a:lumOff val="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24" name="グループ化 23">
              <a:extLst>
                <a:ext uri="{FF2B5EF4-FFF2-40B4-BE49-F238E27FC236}">
                  <a16:creationId xmlns:a16="http://schemas.microsoft.com/office/drawing/2014/main" id="{EBF6B43C-6F0E-0EBD-AFB2-BB2C4FE9C92F}"/>
                </a:ext>
              </a:extLst>
            </p:cNvPr>
            <p:cNvGrpSpPr/>
            <p:nvPr/>
          </p:nvGrpSpPr>
          <p:grpSpPr>
            <a:xfrm>
              <a:off x="8005096" y="5813476"/>
              <a:ext cx="298727" cy="298727"/>
              <a:chOff x="5275385" y="5569031"/>
              <a:chExt cx="886968" cy="886968"/>
            </a:xfrm>
            <a:solidFill>
              <a:schemeClr val="bg1">
                <a:lumMod val="95000"/>
              </a:schemeClr>
            </a:solidFill>
          </p:grpSpPr>
          <p:sp>
            <p:nvSpPr>
              <p:cNvPr id="21" name="矢印: U ターン 20">
                <a:extLst>
                  <a:ext uri="{FF2B5EF4-FFF2-40B4-BE49-F238E27FC236}">
                    <a16:creationId xmlns:a16="http://schemas.microsoft.com/office/drawing/2014/main" id="{873069BB-9173-E4CA-0D99-0410AA6CB51D}"/>
                  </a:ext>
                </a:extLst>
              </p:cNvPr>
              <p:cNvSpPr/>
              <p:nvPr/>
            </p:nvSpPr>
            <p:spPr>
              <a:xfrm rot="19500269">
                <a:off x="5275385" y="5659829"/>
                <a:ext cx="886968" cy="540273"/>
              </a:xfrm>
              <a:prstGeom prst="uturnArrow">
                <a:avLst>
                  <a:gd name="adj1" fmla="val 11328"/>
                  <a:gd name="adj2" fmla="val 25000"/>
                  <a:gd name="adj3" fmla="val 25000"/>
                  <a:gd name="adj4" fmla="val 75000"/>
                  <a:gd name="adj5" fmla="val 100000"/>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23" name="矢印: U ターン 22">
                <a:extLst>
                  <a:ext uri="{FF2B5EF4-FFF2-40B4-BE49-F238E27FC236}">
                    <a16:creationId xmlns:a16="http://schemas.microsoft.com/office/drawing/2014/main" id="{4A597256-86DE-B210-07B8-61E9684E0A5F}"/>
                  </a:ext>
                </a:extLst>
              </p:cNvPr>
              <p:cNvSpPr/>
              <p:nvPr/>
            </p:nvSpPr>
            <p:spPr>
              <a:xfrm rot="18533589" flipH="1">
                <a:off x="5165318" y="5742378"/>
                <a:ext cx="886968" cy="540273"/>
              </a:xfrm>
              <a:prstGeom prst="uturnArrow">
                <a:avLst>
                  <a:gd name="adj1" fmla="val 11328"/>
                  <a:gd name="adj2" fmla="val 25000"/>
                  <a:gd name="adj3" fmla="val 25000"/>
                  <a:gd name="adj4" fmla="val 75000"/>
                  <a:gd name="adj5" fmla="val 100000"/>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grpSp>
      </p:grpSp>
      <p:grpSp>
        <p:nvGrpSpPr>
          <p:cNvPr id="2" name="グループ化 1">
            <a:extLst>
              <a:ext uri="{FF2B5EF4-FFF2-40B4-BE49-F238E27FC236}">
                <a16:creationId xmlns:a16="http://schemas.microsoft.com/office/drawing/2014/main" id="{4539EA84-C601-2A0D-4F4B-EDEA1A5C9FD4}"/>
              </a:ext>
            </a:extLst>
          </p:cNvPr>
          <p:cNvGrpSpPr/>
          <p:nvPr/>
        </p:nvGrpSpPr>
        <p:grpSpPr>
          <a:xfrm>
            <a:off x="74" y="-1"/>
            <a:ext cx="914400" cy="6857999"/>
            <a:chOff x="74" y="-1"/>
            <a:chExt cx="914400" cy="6857999"/>
          </a:xfrm>
        </p:grpSpPr>
        <p:sp>
          <p:nvSpPr>
            <p:cNvPr id="3" name="正方形/長方形 2">
              <a:extLst>
                <a:ext uri="{FF2B5EF4-FFF2-40B4-BE49-F238E27FC236}">
                  <a16:creationId xmlns:a16="http://schemas.microsoft.com/office/drawing/2014/main" id="{EEFE7A61-52FD-A8B5-FB05-A0FFF9FA069A}"/>
                </a:ext>
              </a:extLst>
            </p:cNvPr>
            <p:cNvSpPr/>
            <p:nvPr/>
          </p:nvSpPr>
          <p:spPr>
            <a:xfrm>
              <a:off x="74" y="-1"/>
              <a:ext cx="914400" cy="6857999"/>
            </a:xfrm>
            <a:prstGeom prst="rect">
              <a:avLst/>
            </a:prstGeom>
            <a:solidFill>
              <a:schemeClr val="bg1">
                <a:lumMod val="95000"/>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二等辺三角形 5">
              <a:extLst>
                <a:ext uri="{FF2B5EF4-FFF2-40B4-BE49-F238E27FC236}">
                  <a16:creationId xmlns:a16="http://schemas.microsoft.com/office/drawing/2014/main" id="{3AD39982-4337-A24E-8E2F-9724BA7E04CF}"/>
                </a:ext>
              </a:extLst>
            </p:cNvPr>
            <p:cNvSpPr/>
            <p:nvPr/>
          </p:nvSpPr>
          <p:spPr>
            <a:xfrm rot="16200000" flipH="1">
              <a:off x="174512" y="3169072"/>
              <a:ext cx="603034" cy="519857"/>
            </a:xfrm>
            <a:prstGeom prst="triangl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Tree>
    <p:extLst>
      <p:ext uri="{BB962C8B-B14F-4D97-AF65-F5344CB8AC3E}">
        <p14:creationId xmlns:p14="http://schemas.microsoft.com/office/powerpoint/2010/main" val="23672182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1"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500" fill="hold"/>
                                        <p:tgtEl>
                                          <p:spTgt spid="5"/>
                                        </p:tgtEl>
                                        <p:attrNameLst>
                                          <p:attrName>ppt_x</p:attrName>
                                        </p:attrNameLst>
                                      </p:cBhvr>
                                      <p:tavLst>
                                        <p:tav tm="0">
                                          <p:val>
                                            <p:strVal val="#ppt_x"/>
                                          </p:val>
                                        </p:tav>
                                        <p:tav tm="100000">
                                          <p:val>
                                            <p:strVal val="#ppt_x"/>
                                          </p:val>
                                        </p:tav>
                                      </p:tavLst>
                                    </p:anim>
                                    <p:anim calcmode="lin" valueType="num">
                                      <p:cBhvr additive="base">
                                        <p:cTn id="8" dur="500" fill="hold"/>
                                        <p:tgtEl>
                                          <p:spTgt spid="5"/>
                                        </p:tgtEl>
                                        <p:attrNameLst>
                                          <p:attrName>ppt_y</p:attrName>
                                        </p:attrNameLst>
                                      </p:cBhvr>
                                      <p:tavLst>
                                        <p:tav tm="0">
                                          <p:val>
                                            <p:strVal val="0-#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xit" presetSubtype="1" fill="hold" nodeType="clickEffect">
                                  <p:stCondLst>
                                    <p:cond delay="500"/>
                                  </p:stCondLst>
                                  <p:childTnLst>
                                    <p:anim calcmode="lin" valueType="num">
                                      <p:cBhvr additive="base">
                                        <p:cTn id="12" dur="500"/>
                                        <p:tgtEl>
                                          <p:spTgt spid="5"/>
                                        </p:tgtEl>
                                        <p:attrNameLst>
                                          <p:attrName>ppt_x</p:attrName>
                                        </p:attrNameLst>
                                      </p:cBhvr>
                                      <p:tavLst>
                                        <p:tav tm="0">
                                          <p:val>
                                            <p:strVal val="ppt_x"/>
                                          </p:val>
                                        </p:tav>
                                        <p:tav tm="100000">
                                          <p:val>
                                            <p:strVal val="ppt_x"/>
                                          </p:val>
                                        </p:tav>
                                      </p:tavLst>
                                    </p:anim>
                                    <p:anim calcmode="lin" valueType="num">
                                      <p:cBhvr additive="base">
                                        <p:cTn id="13" dur="500"/>
                                        <p:tgtEl>
                                          <p:spTgt spid="5"/>
                                        </p:tgtEl>
                                        <p:attrNameLst>
                                          <p:attrName>ppt_y</p:attrName>
                                        </p:attrNameLst>
                                      </p:cBhvr>
                                      <p:tavLst>
                                        <p:tav tm="0">
                                          <p:val>
                                            <p:strVal val="ppt_y"/>
                                          </p:val>
                                        </p:tav>
                                        <p:tav tm="100000">
                                          <p:val>
                                            <p:strVal val="0-ppt_h/2"/>
                                          </p:val>
                                        </p:tav>
                                      </p:tavLst>
                                    </p:anim>
                                    <p:set>
                                      <p:cBhvr>
                                        <p:cTn id="14" dur="1" fill="hold">
                                          <p:stCondLst>
                                            <p:cond delay="499"/>
                                          </p:stCondLst>
                                        </p:cTn>
                                        <p:tgtEl>
                                          <p:spTgt spid="5"/>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7F5F3A-2DBC-5C99-8A72-AA5A9746511A}"/>
            </a:ext>
          </a:extLst>
        </p:cNvPr>
        <p:cNvGrpSpPr/>
        <p:nvPr/>
      </p:nvGrpSpPr>
      <p:grpSpPr>
        <a:xfrm>
          <a:off x="0" y="0"/>
          <a:ext cx="0" cy="0"/>
          <a:chOff x="0" y="0"/>
          <a:chExt cx="0" cy="0"/>
        </a:xfrm>
      </p:grpSpPr>
      <p:pic>
        <p:nvPicPr>
          <p:cNvPr id="5" name="図 4">
            <a:extLst>
              <a:ext uri="{FF2B5EF4-FFF2-40B4-BE49-F238E27FC236}">
                <a16:creationId xmlns:a16="http://schemas.microsoft.com/office/drawing/2014/main" id="{D18ABB9F-75D0-FA1D-4D04-D22C3C63289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020733" y="280456"/>
            <a:ext cx="2150534" cy="1519677"/>
          </a:xfrm>
          <a:prstGeom prst="rect">
            <a:avLst/>
          </a:prstGeom>
        </p:spPr>
      </p:pic>
      <p:pic>
        <p:nvPicPr>
          <p:cNvPr id="4" name="図 3">
            <a:extLst>
              <a:ext uri="{FF2B5EF4-FFF2-40B4-BE49-F238E27FC236}">
                <a16:creationId xmlns:a16="http://schemas.microsoft.com/office/drawing/2014/main" id="{A17979B4-6356-5CE5-72CB-125A558990A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rot="16200000">
            <a:off x="3416619" y="-353970"/>
            <a:ext cx="5358764" cy="7565942"/>
          </a:xfrm>
          <a:prstGeom prst="rect">
            <a:avLst/>
          </a:prstGeom>
        </p:spPr>
      </p:pic>
      <p:pic>
        <p:nvPicPr>
          <p:cNvPr id="8" name="図 7">
            <a:extLst>
              <a:ext uri="{FF2B5EF4-FFF2-40B4-BE49-F238E27FC236}">
                <a16:creationId xmlns:a16="http://schemas.microsoft.com/office/drawing/2014/main" id="{025E36BA-7C43-77B4-ACFA-177B79368F4C}"/>
              </a:ext>
            </a:extLst>
          </p:cNvPr>
          <p:cNvPicPr>
            <a:picLocks noChangeAspect="1"/>
          </p:cNvPicPr>
          <p:nvPr/>
        </p:nvPicPr>
        <p:blipFill>
          <a:blip r:embed="rId4">
            <a:lum bright="70000" contrast="-70000"/>
            <a:extLst>
              <a:ext uri="{28A0092B-C50C-407E-A947-70E740481C1C}">
                <a14:useLocalDpi xmlns:a14="http://schemas.microsoft.com/office/drawing/2010/main" val="0"/>
              </a:ext>
            </a:extLst>
          </a:blip>
          <a:stretch>
            <a:fillRect/>
          </a:stretch>
        </p:blipFill>
        <p:spPr>
          <a:xfrm>
            <a:off x="9346184" y="5894111"/>
            <a:ext cx="540271" cy="540271"/>
          </a:xfrm>
          <a:prstGeom prst="rect">
            <a:avLst/>
          </a:prstGeom>
        </p:spPr>
      </p:pic>
      <p:pic>
        <p:nvPicPr>
          <p:cNvPr id="10" name="図 9">
            <a:extLst>
              <a:ext uri="{FF2B5EF4-FFF2-40B4-BE49-F238E27FC236}">
                <a16:creationId xmlns:a16="http://schemas.microsoft.com/office/drawing/2014/main" id="{30800752-47A1-97D0-C621-45E747D87075}"/>
              </a:ext>
            </a:extLst>
          </p:cNvPr>
          <p:cNvPicPr>
            <a:picLocks noChangeAspect="1"/>
          </p:cNvPicPr>
          <p:nvPr/>
        </p:nvPicPr>
        <p:blipFill>
          <a:blip r:embed="rId5">
            <a:lum bright="70000" contrast="-70000"/>
            <a:extLst>
              <a:ext uri="{28A0092B-C50C-407E-A947-70E740481C1C}">
                <a14:useLocalDpi xmlns:a14="http://schemas.microsoft.com/office/drawing/2010/main" val="0"/>
              </a:ext>
            </a:extLst>
          </a:blip>
          <a:stretch>
            <a:fillRect/>
          </a:stretch>
        </p:blipFill>
        <p:spPr>
          <a:xfrm>
            <a:off x="10281936" y="5894111"/>
            <a:ext cx="540271" cy="540271"/>
          </a:xfrm>
          <a:prstGeom prst="rect">
            <a:avLst/>
          </a:prstGeom>
        </p:spPr>
      </p:pic>
      <p:grpSp>
        <p:nvGrpSpPr>
          <p:cNvPr id="25" name="グループ化 24">
            <a:extLst>
              <a:ext uri="{FF2B5EF4-FFF2-40B4-BE49-F238E27FC236}">
                <a16:creationId xmlns:a16="http://schemas.microsoft.com/office/drawing/2014/main" id="{592C9681-20D3-4D2B-6B1A-908B13ECCBF4}"/>
              </a:ext>
            </a:extLst>
          </p:cNvPr>
          <p:cNvGrpSpPr/>
          <p:nvPr/>
        </p:nvGrpSpPr>
        <p:grpSpPr>
          <a:xfrm>
            <a:off x="8327105" y="5850990"/>
            <a:ext cx="623599" cy="626513"/>
            <a:chOff x="8005096" y="5813476"/>
            <a:chExt cx="623599" cy="626513"/>
          </a:xfrm>
        </p:grpSpPr>
        <p:sp>
          <p:nvSpPr>
            <p:cNvPr id="12" name="正方形/長方形 11">
              <a:extLst>
                <a:ext uri="{FF2B5EF4-FFF2-40B4-BE49-F238E27FC236}">
                  <a16:creationId xmlns:a16="http://schemas.microsoft.com/office/drawing/2014/main" id="{D8434F31-5919-E9A2-8146-44A51BDE5D0D}"/>
                </a:ext>
              </a:extLst>
            </p:cNvPr>
            <p:cNvSpPr/>
            <p:nvPr/>
          </p:nvSpPr>
          <p:spPr>
            <a:xfrm>
              <a:off x="8347341" y="5899717"/>
              <a:ext cx="281354" cy="540272"/>
            </a:xfrm>
            <a:prstGeom prst="rect">
              <a:avLst/>
            </a:prstGeom>
            <a:solidFill>
              <a:schemeClr val="tx1">
                <a:lumMod val="95000"/>
                <a:lumOff val="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正方形/長方形 15">
              <a:extLst>
                <a:ext uri="{FF2B5EF4-FFF2-40B4-BE49-F238E27FC236}">
                  <a16:creationId xmlns:a16="http://schemas.microsoft.com/office/drawing/2014/main" id="{210686F4-A8C7-F07F-7CB8-BB550F311F29}"/>
                </a:ext>
              </a:extLst>
            </p:cNvPr>
            <p:cNvSpPr/>
            <p:nvPr/>
          </p:nvSpPr>
          <p:spPr>
            <a:xfrm rot="16200000">
              <a:off x="8217882" y="6029176"/>
              <a:ext cx="281354" cy="540272"/>
            </a:xfrm>
            <a:prstGeom prst="rect">
              <a:avLst/>
            </a:prstGeom>
            <a:solidFill>
              <a:schemeClr val="tx1">
                <a:lumMod val="95000"/>
                <a:lumOff val="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24" name="グループ化 23">
              <a:extLst>
                <a:ext uri="{FF2B5EF4-FFF2-40B4-BE49-F238E27FC236}">
                  <a16:creationId xmlns:a16="http://schemas.microsoft.com/office/drawing/2014/main" id="{424CB4E9-6905-659F-9CB7-5B3CC4B9618F}"/>
                </a:ext>
              </a:extLst>
            </p:cNvPr>
            <p:cNvGrpSpPr/>
            <p:nvPr/>
          </p:nvGrpSpPr>
          <p:grpSpPr>
            <a:xfrm>
              <a:off x="8005096" y="5813476"/>
              <a:ext cx="298727" cy="298727"/>
              <a:chOff x="5275385" y="5569031"/>
              <a:chExt cx="886968" cy="886968"/>
            </a:xfrm>
            <a:solidFill>
              <a:schemeClr val="bg1">
                <a:lumMod val="95000"/>
              </a:schemeClr>
            </a:solidFill>
          </p:grpSpPr>
          <p:sp>
            <p:nvSpPr>
              <p:cNvPr id="21" name="矢印: U ターン 20">
                <a:extLst>
                  <a:ext uri="{FF2B5EF4-FFF2-40B4-BE49-F238E27FC236}">
                    <a16:creationId xmlns:a16="http://schemas.microsoft.com/office/drawing/2014/main" id="{00C625E6-11C3-2DD1-5305-A352481D2F51}"/>
                  </a:ext>
                </a:extLst>
              </p:cNvPr>
              <p:cNvSpPr/>
              <p:nvPr/>
            </p:nvSpPr>
            <p:spPr>
              <a:xfrm rot="19500269">
                <a:off x="5275385" y="5659829"/>
                <a:ext cx="886968" cy="540273"/>
              </a:xfrm>
              <a:prstGeom prst="uturnArrow">
                <a:avLst>
                  <a:gd name="adj1" fmla="val 11328"/>
                  <a:gd name="adj2" fmla="val 25000"/>
                  <a:gd name="adj3" fmla="val 25000"/>
                  <a:gd name="adj4" fmla="val 75000"/>
                  <a:gd name="adj5" fmla="val 100000"/>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23" name="矢印: U ターン 22">
                <a:extLst>
                  <a:ext uri="{FF2B5EF4-FFF2-40B4-BE49-F238E27FC236}">
                    <a16:creationId xmlns:a16="http://schemas.microsoft.com/office/drawing/2014/main" id="{F2B00A3B-5DD7-CB77-8437-878F20E15B70}"/>
                  </a:ext>
                </a:extLst>
              </p:cNvPr>
              <p:cNvSpPr/>
              <p:nvPr/>
            </p:nvSpPr>
            <p:spPr>
              <a:xfrm rot="18533589" flipH="1">
                <a:off x="5165318" y="5742378"/>
                <a:ext cx="886968" cy="540273"/>
              </a:xfrm>
              <a:prstGeom prst="uturnArrow">
                <a:avLst>
                  <a:gd name="adj1" fmla="val 11328"/>
                  <a:gd name="adj2" fmla="val 25000"/>
                  <a:gd name="adj3" fmla="val 25000"/>
                  <a:gd name="adj4" fmla="val 75000"/>
                  <a:gd name="adj5" fmla="val 100000"/>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grpSp>
      </p:grpSp>
      <p:grpSp>
        <p:nvGrpSpPr>
          <p:cNvPr id="7" name="グループ化 6">
            <a:extLst>
              <a:ext uri="{FF2B5EF4-FFF2-40B4-BE49-F238E27FC236}">
                <a16:creationId xmlns:a16="http://schemas.microsoft.com/office/drawing/2014/main" id="{4E39F743-5D59-A2C1-B7C0-E51EAE914EE3}"/>
              </a:ext>
            </a:extLst>
          </p:cNvPr>
          <p:cNvGrpSpPr/>
          <p:nvPr/>
        </p:nvGrpSpPr>
        <p:grpSpPr>
          <a:xfrm>
            <a:off x="11277600" y="-1"/>
            <a:ext cx="914400" cy="6857999"/>
            <a:chOff x="11277600" y="-1"/>
            <a:chExt cx="914400" cy="6857999"/>
          </a:xfrm>
        </p:grpSpPr>
        <p:sp>
          <p:nvSpPr>
            <p:cNvPr id="9" name="正方形/長方形 8">
              <a:extLst>
                <a:ext uri="{FF2B5EF4-FFF2-40B4-BE49-F238E27FC236}">
                  <a16:creationId xmlns:a16="http://schemas.microsoft.com/office/drawing/2014/main" id="{CB250313-8708-4E9C-3AF7-68AD1EE93094}"/>
                </a:ext>
              </a:extLst>
            </p:cNvPr>
            <p:cNvSpPr/>
            <p:nvPr/>
          </p:nvSpPr>
          <p:spPr>
            <a:xfrm>
              <a:off x="11277600" y="-1"/>
              <a:ext cx="914400" cy="6857999"/>
            </a:xfrm>
            <a:prstGeom prst="rect">
              <a:avLst/>
            </a:prstGeom>
            <a:solidFill>
              <a:schemeClr val="bg1">
                <a:lumMod val="95000"/>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二等辺三角形 10">
              <a:extLst>
                <a:ext uri="{FF2B5EF4-FFF2-40B4-BE49-F238E27FC236}">
                  <a16:creationId xmlns:a16="http://schemas.microsoft.com/office/drawing/2014/main" id="{0D2C094C-4CF5-C038-B796-FC7BE8A22876}"/>
                </a:ext>
              </a:extLst>
            </p:cNvPr>
            <p:cNvSpPr/>
            <p:nvPr/>
          </p:nvSpPr>
          <p:spPr>
            <a:xfrm rot="5400000">
              <a:off x="11452038" y="3169072"/>
              <a:ext cx="603034" cy="519857"/>
            </a:xfrm>
            <a:prstGeom prst="triangl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Tree>
    <p:extLst>
      <p:ext uri="{BB962C8B-B14F-4D97-AF65-F5344CB8AC3E}">
        <p14:creationId xmlns:p14="http://schemas.microsoft.com/office/powerpoint/2010/main" val="30426341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1"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500" fill="hold"/>
                                        <p:tgtEl>
                                          <p:spTgt spid="5"/>
                                        </p:tgtEl>
                                        <p:attrNameLst>
                                          <p:attrName>ppt_x</p:attrName>
                                        </p:attrNameLst>
                                      </p:cBhvr>
                                      <p:tavLst>
                                        <p:tav tm="0">
                                          <p:val>
                                            <p:strVal val="#ppt_x"/>
                                          </p:val>
                                        </p:tav>
                                        <p:tav tm="100000">
                                          <p:val>
                                            <p:strVal val="#ppt_x"/>
                                          </p:val>
                                        </p:tav>
                                      </p:tavLst>
                                    </p:anim>
                                    <p:anim calcmode="lin" valueType="num">
                                      <p:cBhvr additive="base">
                                        <p:cTn id="8" dur="500" fill="hold"/>
                                        <p:tgtEl>
                                          <p:spTgt spid="5"/>
                                        </p:tgtEl>
                                        <p:attrNameLst>
                                          <p:attrName>ppt_y</p:attrName>
                                        </p:attrNameLst>
                                      </p:cBhvr>
                                      <p:tavLst>
                                        <p:tav tm="0">
                                          <p:val>
                                            <p:strVal val="0-#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xit" presetSubtype="1" fill="hold" nodeType="clickEffect">
                                  <p:stCondLst>
                                    <p:cond delay="500"/>
                                  </p:stCondLst>
                                  <p:childTnLst>
                                    <p:anim calcmode="lin" valueType="num">
                                      <p:cBhvr additive="base">
                                        <p:cTn id="12" dur="500"/>
                                        <p:tgtEl>
                                          <p:spTgt spid="5"/>
                                        </p:tgtEl>
                                        <p:attrNameLst>
                                          <p:attrName>ppt_x</p:attrName>
                                        </p:attrNameLst>
                                      </p:cBhvr>
                                      <p:tavLst>
                                        <p:tav tm="0">
                                          <p:val>
                                            <p:strVal val="ppt_x"/>
                                          </p:val>
                                        </p:tav>
                                        <p:tav tm="100000">
                                          <p:val>
                                            <p:strVal val="ppt_x"/>
                                          </p:val>
                                        </p:tav>
                                      </p:tavLst>
                                    </p:anim>
                                    <p:anim calcmode="lin" valueType="num">
                                      <p:cBhvr additive="base">
                                        <p:cTn id="13" dur="500"/>
                                        <p:tgtEl>
                                          <p:spTgt spid="5"/>
                                        </p:tgtEl>
                                        <p:attrNameLst>
                                          <p:attrName>ppt_y</p:attrName>
                                        </p:attrNameLst>
                                      </p:cBhvr>
                                      <p:tavLst>
                                        <p:tav tm="0">
                                          <p:val>
                                            <p:strVal val="ppt_y"/>
                                          </p:val>
                                        </p:tav>
                                        <p:tav tm="100000">
                                          <p:val>
                                            <p:strVal val="0-ppt_h/2"/>
                                          </p:val>
                                        </p:tav>
                                      </p:tavLst>
                                    </p:anim>
                                    <p:set>
                                      <p:cBhvr>
                                        <p:cTn id="14" dur="1" fill="hold">
                                          <p:stCondLst>
                                            <p:cond delay="499"/>
                                          </p:stCondLst>
                                        </p:cTn>
                                        <p:tgtEl>
                                          <p:spTgt spid="5"/>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0.xml><?xml version="1.0" encoding="utf-8"?>
<p:sld xmlns:a="http://schemas.openxmlformats.org/drawingml/2006/main" xmlns:r="http://schemas.openxmlformats.org/officeDocument/2006/relationships" xmlns:p="http://schemas.openxmlformats.org/presentationml/2006/main">
  <p:cSld>
    <p:bg>
      <p:bgPr>
        <a:gradFill flip="none" rotWithShape="1">
          <a:gsLst>
            <a:gs pos="49000">
              <a:schemeClr val="tx1">
                <a:lumMod val="85000"/>
                <a:lumOff val="15000"/>
              </a:schemeClr>
            </a:gs>
            <a:gs pos="90000">
              <a:schemeClr val="tx1">
                <a:lumMod val="85000"/>
                <a:lumOff val="15000"/>
              </a:schemeClr>
            </a:gs>
            <a:gs pos="74000">
              <a:schemeClr val="accent6">
                <a:lumMod val="50000"/>
              </a:schemeClr>
            </a:gs>
          </a:gsLst>
          <a:path path="circle">
            <a:fillToRect l="100000" t="100000"/>
          </a:path>
          <a:tileRect r="-100000" b="-100000"/>
        </a:gradFill>
        <a:effectLst/>
      </p:bgPr>
    </p:bg>
    <p:spTree>
      <p:nvGrpSpPr>
        <p:cNvPr id="1" name="">
          <a:extLst>
            <a:ext uri="{FF2B5EF4-FFF2-40B4-BE49-F238E27FC236}">
              <a16:creationId xmlns:a16="http://schemas.microsoft.com/office/drawing/2014/main" id="{DD8D4220-D92E-014C-C62D-77BA191BC115}"/>
            </a:ext>
          </a:extLst>
        </p:cNvPr>
        <p:cNvGrpSpPr/>
        <p:nvPr/>
      </p:nvGrpSpPr>
      <p:grpSpPr>
        <a:xfrm>
          <a:off x="0" y="0"/>
          <a:ext cx="0" cy="0"/>
          <a:chOff x="0" y="0"/>
          <a:chExt cx="0" cy="0"/>
        </a:xfrm>
      </p:grpSpPr>
      <p:grpSp>
        <p:nvGrpSpPr>
          <p:cNvPr id="10" name="グループ化 9">
            <a:extLst>
              <a:ext uri="{FF2B5EF4-FFF2-40B4-BE49-F238E27FC236}">
                <a16:creationId xmlns:a16="http://schemas.microsoft.com/office/drawing/2014/main" id="{F98B43BF-1B48-8CB9-2DF3-F189AA6872B6}"/>
              </a:ext>
            </a:extLst>
          </p:cNvPr>
          <p:cNvGrpSpPr/>
          <p:nvPr/>
        </p:nvGrpSpPr>
        <p:grpSpPr>
          <a:xfrm>
            <a:off x="163586" y="134635"/>
            <a:ext cx="3123445" cy="1396119"/>
            <a:chOff x="163586" y="134635"/>
            <a:chExt cx="3123445" cy="1396119"/>
          </a:xfrm>
        </p:grpSpPr>
        <p:sp>
          <p:nvSpPr>
            <p:cNvPr id="2" name="四角形: 角を丸くする 1">
              <a:extLst>
                <a:ext uri="{FF2B5EF4-FFF2-40B4-BE49-F238E27FC236}">
                  <a16:creationId xmlns:a16="http://schemas.microsoft.com/office/drawing/2014/main" id="{D2A989BD-BDA0-0E97-1EC5-92F117F61B20}"/>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3" name="テキスト ボックス 2">
              <a:extLst>
                <a:ext uri="{FF2B5EF4-FFF2-40B4-BE49-F238E27FC236}">
                  <a16:creationId xmlns:a16="http://schemas.microsoft.com/office/drawing/2014/main" id="{19742FE5-3475-7824-B60A-1A24590DF24D}"/>
                </a:ext>
              </a:extLst>
            </p:cNvPr>
            <p:cNvSpPr txBox="1"/>
            <p:nvPr/>
          </p:nvSpPr>
          <p:spPr>
            <a:xfrm>
              <a:off x="1624594" y="641390"/>
              <a:ext cx="146706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キャラ鑑賞</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4" name="グループ化 3">
              <a:extLst>
                <a:ext uri="{FF2B5EF4-FFF2-40B4-BE49-F238E27FC236}">
                  <a16:creationId xmlns:a16="http://schemas.microsoft.com/office/drawing/2014/main" id="{2E67A24E-A642-F426-BCDF-DE138A85C189}"/>
                </a:ext>
              </a:extLst>
            </p:cNvPr>
            <p:cNvGrpSpPr/>
            <p:nvPr/>
          </p:nvGrpSpPr>
          <p:grpSpPr>
            <a:xfrm>
              <a:off x="163586" y="134635"/>
              <a:ext cx="1975684" cy="1396119"/>
              <a:chOff x="163586" y="134635"/>
              <a:chExt cx="1975684" cy="1396119"/>
            </a:xfrm>
          </p:grpSpPr>
          <p:grpSp>
            <p:nvGrpSpPr>
              <p:cNvPr id="6" name="グループ化 5">
                <a:extLst>
                  <a:ext uri="{FF2B5EF4-FFF2-40B4-BE49-F238E27FC236}">
                    <a16:creationId xmlns:a16="http://schemas.microsoft.com/office/drawing/2014/main" id="{52B3B2CF-A358-BB59-0B62-90378BCABA5D}"/>
                  </a:ext>
                </a:extLst>
              </p:cNvPr>
              <p:cNvGrpSpPr/>
              <p:nvPr/>
            </p:nvGrpSpPr>
            <p:grpSpPr>
              <a:xfrm>
                <a:off x="163586" y="134635"/>
                <a:ext cx="1975684" cy="1396119"/>
                <a:chOff x="163586" y="134635"/>
                <a:chExt cx="1975684" cy="1396119"/>
              </a:xfrm>
            </p:grpSpPr>
            <p:pic>
              <p:nvPicPr>
                <p:cNvPr id="8" name="図 7">
                  <a:extLst>
                    <a:ext uri="{FF2B5EF4-FFF2-40B4-BE49-F238E27FC236}">
                      <a16:creationId xmlns:a16="http://schemas.microsoft.com/office/drawing/2014/main" id="{6950BD96-9541-F114-4C49-8BF1304D6BA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9" name="楕円 8">
                  <a:extLst>
                    <a:ext uri="{FF2B5EF4-FFF2-40B4-BE49-F238E27FC236}">
                      <a16:creationId xmlns:a16="http://schemas.microsoft.com/office/drawing/2014/main" id="{76DBDBBB-C91F-0F32-32E5-472994184DF0}"/>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7" name="図 6">
                <a:extLst>
                  <a:ext uri="{FF2B5EF4-FFF2-40B4-BE49-F238E27FC236}">
                    <a16:creationId xmlns:a16="http://schemas.microsoft.com/office/drawing/2014/main" id="{49970C4B-BC71-D1E7-128F-262D135605F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grpSp>
        <p:nvGrpSpPr>
          <p:cNvPr id="28" name="グループ化 27">
            <a:extLst>
              <a:ext uri="{FF2B5EF4-FFF2-40B4-BE49-F238E27FC236}">
                <a16:creationId xmlns:a16="http://schemas.microsoft.com/office/drawing/2014/main" id="{5B322DB4-FD6F-4D60-3EE6-E02FE861C8E2}"/>
              </a:ext>
            </a:extLst>
          </p:cNvPr>
          <p:cNvGrpSpPr/>
          <p:nvPr/>
        </p:nvGrpSpPr>
        <p:grpSpPr>
          <a:xfrm>
            <a:off x="1031309" y="1663429"/>
            <a:ext cx="10129383" cy="553330"/>
            <a:chOff x="1151428" y="1663429"/>
            <a:chExt cx="10129383" cy="553330"/>
          </a:xfrm>
        </p:grpSpPr>
        <p:sp>
          <p:nvSpPr>
            <p:cNvPr id="20" name="四角形: 上の 2 つの角を丸める 19">
              <a:extLst>
                <a:ext uri="{FF2B5EF4-FFF2-40B4-BE49-F238E27FC236}">
                  <a16:creationId xmlns:a16="http://schemas.microsoft.com/office/drawing/2014/main" id="{FBB4DE82-5D9B-F541-113B-C2DA703148DB}"/>
                </a:ext>
              </a:extLst>
            </p:cNvPr>
            <p:cNvSpPr/>
            <p:nvPr/>
          </p:nvSpPr>
          <p:spPr>
            <a:xfrm>
              <a:off x="1151428" y="1663429"/>
              <a:ext cx="2892167" cy="553330"/>
            </a:xfrm>
            <a:prstGeom prst="round2SameRect">
              <a:avLst/>
            </a:prstGeom>
            <a:solidFill>
              <a:schemeClr val="accent6">
                <a:lumMod val="60000"/>
                <a:lumOff val="4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solidFill>
                    <a:schemeClr val="bg1">
                      <a:lumMod val="95000"/>
                    </a:schemeClr>
                  </a:solidFill>
                  <a:latin typeface="原稿用標準書体" panose="03000503000000000000" pitchFamily="66" charset="-128"/>
                  <a:ea typeface="原稿用標準書体" panose="03000503000000000000" pitchFamily="66" charset="-128"/>
                </a:rPr>
                <a:t>イラスト</a:t>
              </a:r>
            </a:p>
          </p:txBody>
        </p:sp>
        <p:sp>
          <p:nvSpPr>
            <p:cNvPr id="24" name="四角形: 上の 2 つの角を丸める 23">
              <a:extLst>
                <a:ext uri="{FF2B5EF4-FFF2-40B4-BE49-F238E27FC236}">
                  <a16:creationId xmlns:a16="http://schemas.microsoft.com/office/drawing/2014/main" id="{AAC26639-F341-5734-5C33-7DFD4233A644}"/>
                </a:ext>
              </a:extLst>
            </p:cNvPr>
            <p:cNvSpPr/>
            <p:nvPr/>
          </p:nvSpPr>
          <p:spPr>
            <a:xfrm>
              <a:off x="4770036" y="1663429"/>
              <a:ext cx="2892167" cy="553330"/>
            </a:xfrm>
            <a:prstGeom prst="round2SameRect">
              <a:avLst/>
            </a:prstGeom>
            <a:solidFill>
              <a:schemeClr val="accent6">
                <a:lumMod val="60000"/>
                <a:lumOff val="4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a:latin typeface="原稿用標準書体" panose="03000503000000000000" pitchFamily="66" charset="-128"/>
                  <a:ea typeface="原稿用標準書体" panose="03000503000000000000" pitchFamily="66" charset="-128"/>
                </a:rPr>
                <a:t>シーン回想</a:t>
              </a:r>
            </a:p>
          </p:txBody>
        </p:sp>
        <p:sp>
          <p:nvSpPr>
            <p:cNvPr id="26" name="四角形: 上の 2 つの角を丸める 25">
              <a:extLst>
                <a:ext uri="{FF2B5EF4-FFF2-40B4-BE49-F238E27FC236}">
                  <a16:creationId xmlns:a16="http://schemas.microsoft.com/office/drawing/2014/main" id="{EC3249D4-E4A1-3FD5-04E5-150887D8B767}"/>
                </a:ext>
              </a:extLst>
            </p:cNvPr>
            <p:cNvSpPr/>
            <p:nvPr/>
          </p:nvSpPr>
          <p:spPr>
            <a:xfrm>
              <a:off x="8388644" y="1663429"/>
              <a:ext cx="2892167" cy="553330"/>
            </a:xfrm>
            <a:prstGeom prst="round2SameRect">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a:solidFill>
                    <a:schemeClr val="accent6"/>
                  </a:solidFill>
                  <a:latin typeface="原稿用標準書体" panose="03000503000000000000" pitchFamily="66" charset="-128"/>
                  <a:ea typeface="原稿用標準書体" panose="03000503000000000000" pitchFamily="66" charset="-128"/>
                </a:rPr>
                <a:t>立ち絵</a:t>
              </a: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grpSp>
      <p:sp>
        <p:nvSpPr>
          <p:cNvPr id="30" name="四角形: 上の 2 つの角を丸める 29">
            <a:extLst>
              <a:ext uri="{FF2B5EF4-FFF2-40B4-BE49-F238E27FC236}">
                <a16:creationId xmlns:a16="http://schemas.microsoft.com/office/drawing/2014/main" id="{11A6C801-56F5-D5A8-CF5D-55BBA3FB2FC3}"/>
              </a:ext>
            </a:extLst>
          </p:cNvPr>
          <p:cNvSpPr/>
          <p:nvPr/>
        </p:nvSpPr>
        <p:spPr>
          <a:xfrm flipV="1">
            <a:off x="1031308" y="2216756"/>
            <a:ext cx="10129383" cy="4123272"/>
          </a:xfrm>
          <a:prstGeom prst="round2SameRect">
            <a:avLst>
              <a:gd name="adj1" fmla="val 2338"/>
              <a:gd name="adj2" fmla="val 0"/>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正方形/長方形 10">
            <a:extLst>
              <a:ext uri="{FF2B5EF4-FFF2-40B4-BE49-F238E27FC236}">
                <a16:creationId xmlns:a16="http://schemas.microsoft.com/office/drawing/2014/main" id="{E6F5E440-93D0-395E-2B28-3F208B822A93}"/>
              </a:ext>
            </a:extLst>
          </p:cNvPr>
          <p:cNvSpPr/>
          <p:nvPr/>
        </p:nvSpPr>
        <p:spPr>
          <a:xfrm>
            <a:off x="2123496" y="2660608"/>
            <a:ext cx="2215887" cy="3254326"/>
          </a:xfrm>
          <a:prstGeom prst="rect">
            <a:avLst/>
          </a:prstGeom>
          <a:no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正方形/長方形 18">
            <a:extLst>
              <a:ext uri="{FF2B5EF4-FFF2-40B4-BE49-F238E27FC236}">
                <a16:creationId xmlns:a16="http://schemas.microsoft.com/office/drawing/2014/main" id="{2DB5EE63-3EF7-CD37-23A2-A9EB754886DF}"/>
              </a:ext>
            </a:extLst>
          </p:cNvPr>
          <p:cNvSpPr/>
          <p:nvPr/>
        </p:nvSpPr>
        <p:spPr>
          <a:xfrm>
            <a:off x="4988057" y="2660608"/>
            <a:ext cx="2215887" cy="3254326"/>
          </a:xfrm>
          <a:prstGeom prst="rect">
            <a:avLst/>
          </a:prstGeom>
          <a:no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正方形/長方形 21">
            <a:extLst>
              <a:ext uri="{FF2B5EF4-FFF2-40B4-BE49-F238E27FC236}">
                <a16:creationId xmlns:a16="http://schemas.microsoft.com/office/drawing/2014/main" id="{99F6B9EA-A0F3-8444-F636-EECA8B9ADE24}"/>
              </a:ext>
            </a:extLst>
          </p:cNvPr>
          <p:cNvSpPr/>
          <p:nvPr/>
        </p:nvSpPr>
        <p:spPr>
          <a:xfrm>
            <a:off x="7852617" y="2660608"/>
            <a:ext cx="2215887" cy="3254326"/>
          </a:xfrm>
          <a:prstGeom prst="rect">
            <a:avLst/>
          </a:prstGeom>
          <a:solidFill>
            <a:srgbClr val="000000"/>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3" name="図 12">
            <a:extLst>
              <a:ext uri="{FF2B5EF4-FFF2-40B4-BE49-F238E27FC236}">
                <a16:creationId xmlns:a16="http://schemas.microsoft.com/office/drawing/2014/main" id="{2A3234C6-BE62-DE34-6EB5-970520278BAB}"/>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987539" y="2721006"/>
            <a:ext cx="2215887" cy="3128570"/>
          </a:xfrm>
          <a:prstGeom prst="rect">
            <a:avLst/>
          </a:prstGeom>
        </p:spPr>
      </p:pic>
      <p:pic>
        <p:nvPicPr>
          <p:cNvPr id="15" name="図 14">
            <a:extLst>
              <a:ext uri="{FF2B5EF4-FFF2-40B4-BE49-F238E27FC236}">
                <a16:creationId xmlns:a16="http://schemas.microsoft.com/office/drawing/2014/main" id="{A04696E5-3AC7-D961-DF52-9F3C4F55A4F6}"/>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2123495" y="2722525"/>
            <a:ext cx="2215887" cy="3128571"/>
          </a:xfrm>
          <a:prstGeom prst="rect">
            <a:avLst/>
          </a:prstGeom>
        </p:spPr>
      </p:pic>
      <p:pic>
        <p:nvPicPr>
          <p:cNvPr id="27" name="図 26">
            <a:extLst>
              <a:ext uri="{FF2B5EF4-FFF2-40B4-BE49-F238E27FC236}">
                <a16:creationId xmlns:a16="http://schemas.microsoft.com/office/drawing/2014/main" id="{65566452-3EE8-0D33-D646-8583347113BE}"/>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851583" y="2725563"/>
            <a:ext cx="2211584" cy="3122495"/>
          </a:xfrm>
          <a:prstGeom prst="rect">
            <a:avLst/>
          </a:prstGeom>
        </p:spPr>
      </p:pic>
      <p:sp>
        <p:nvSpPr>
          <p:cNvPr id="12" name="テキスト ボックス 11">
            <a:extLst>
              <a:ext uri="{FF2B5EF4-FFF2-40B4-BE49-F238E27FC236}">
                <a16:creationId xmlns:a16="http://schemas.microsoft.com/office/drawing/2014/main" id="{855DB2BA-4A37-6A7B-82DB-E68513482E97}"/>
              </a:ext>
            </a:extLst>
          </p:cNvPr>
          <p:cNvSpPr txBox="1"/>
          <p:nvPr/>
        </p:nvSpPr>
        <p:spPr>
          <a:xfrm>
            <a:off x="7916366" y="4093726"/>
            <a:ext cx="2082018" cy="369332"/>
          </a:xfrm>
          <a:prstGeom prst="rect">
            <a:avLst/>
          </a:prstGeom>
          <a:noFill/>
        </p:spPr>
        <p:txBody>
          <a:bodyPr wrap="square">
            <a:spAutoFit/>
          </a:bodyPr>
          <a:lstStyle/>
          <a:p>
            <a:pPr algn="ctr"/>
            <a:r>
              <a:rPr lang="ja-JP" altLang="en-US" sz="1800">
                <a:solidFill>
                  <a:schemeClr val="bg1">
                    <a:lumMod val="95000"/>
                  </a:schemeClr>
                </a:solidFill>
                <a:latin typeface="原稿用標準書体" panose="03000503000000000000" pitchFamily="66" charset="-128"/>
                <a:ea typeface="原稿用標準書体" panose="03000503000000000000" pitchFamily="66" charset="-128"/>
              </a:rPr>
              <a:t>才能開花</a:t>
            </a:r>
            <a:r>
              <a:rPr lang="en-US" altLang="ja-JP" sz="1800">
                <a:solidFill>
                  <a:schemeClr val="bg1">
                    <a:lumMod val="95000"/>
                  </a:schemeClr>
                </a:solidFill>
                <a:latin typeface="原稿用標準書体" panose="03000503000000000000" pitchFamily="66" charset="-128"/>
                <a:ea typeface="原稿用標準書体" panose="03000503000000000000" pitchFamily="66" charset="-128"/>
              </a:rPr>
              <a:t>3</a:t>
            </a:r>
            <a:r>
              <a:rPr lang="ja-JP" altLang="en-US" sz="1800">
                <a:solidFill>
                  <a:schemeClr val="bg1">
                    <a:lumMod val="95000"/>
                  </a:schemeClr>
                </a:solidFill>
                <a:latin typeface="原稿用標準書体" panose="03000503000000000000" pitchFamily="66" charset="-128"/>
                <a:ea typeface="原稿用標準書体" panose="03000503000000000000" pitchFamily="66" charset="-128"/>
              </a:rPr>
              <a:t>で解放</a:t>
            </a:r>
            <a:endParaRPr kumimoji="1" lang="ja-JP" altLang="en-US" sz="1800">
              <a:solidFill>
                <a:schemeClr val="bg1">
                  <a:lumMod val="95000"/>
                </a:schemeClr>
              </a:solidFill>
              <a:latin typeface="原稿用標準書体" panose="03000503000000000000" pitchFamily="66" charset="-128"/>
              <a:ea typeface="原稿用標準書体" panose="03000503000000000000" pitchFamily="66" charset="-128"/>
            </a:endParaRPr>
          </a:p>
        </p:txBody>
      </p:sp>
    </p:spTree>
    <p:extLst>
      <p:ext uri="{BB962C8B-B14F-4D97-AF65-F5344CB8AC3E}">
        <p14:creationId xmlns:p14="http://schemas.microsoft.com/office/powerpoint/2010/main" val="701680818"/>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D0528A-4E9B-6058-EBA1-F49011086727}"/>
            </a:ext>
          </a:extLst>
        </p:cNvPr>
        <p:cNvGrpSpPr/>
        <p:nvPr/>
      </p:nvGrpSpPr>
      <p:grpSpPr>
        <a:xfrm>
          <a:off x="0" y="0"/>
          <a:ext cx="0" cy="0"/>
          <a:chOff x="0" y="0"/>
          <a:chExt cx="0" cy="0"/>
        </a:xfrm>
      </p:grpSpPr>
      <p:sp>
        <p:nvSpPr>
          <p:cNvPr id="5" name="テキスト ボックス 4">
            <a:extLst>
              <a:ext uri="{FF2B5EF4-FFF2-40B4-BE49-F238E27FC236}">
                <a16:creationId xmlns:a16="http://schemas.microsoft.com/office/drawing/2014/main" id="{77FAEBDB-75D3-0089-B3E3-02D9D7DB03D9}"/>
              </a:ext>
            </a:extLst>
          </p:cNvPr>
          <p:cNvSpPr txBox="1"/>
          <p:nvPr/>
        </p:nvSpPr>
        <p:spPr>
          <a:xfrm>
            <a:off x="3048383" y="2967335"/>
            <a:ext cx="6095234" cy="923330"/>
          </a:xfrm>
          <a:prstGeom prst="rect">
            <a:avLst/>
          </a:prstGeom>
          <a:noFill/>
        </p:spPr>
        <p:txBody>
          <a:bodyPr wrap="square">
            <a:spAutoFit/>
          </a:bodyPr>
          <a:lstStyle/>
          <a:p>
            <a:pPr algn="ctr"/>
            <a:r>
              <a:rPr kumimoji="1" lang="ja-JP" altLang="en-US" sz="5400">
                <a:solidFill>
                  <a:schemeClr val="bg1">
                    <a:lumMod val="85000"/>
                  </a:schemeClr>
                </a:solidFill>
                <a:latin typeface="瀞ノグリッチ黒体 H1" pitchFamily="50" charset="-128"/>
                <a:ea typeface="瀞ノグリッチ黒体 H1" pitchFamily="50" charset="-128"/>
              </a:rPr>
              <a:t>娼館</a:t>
            </a:r>
            <a:endParaRPr kumimoji="1" lang="ja-JP" altLang="en-US" sz="5400" dirty="0">
              <a:solidFill>
                <a:schemeClr val="bg1">
                  <a:lumMod val="85000"/>
                </a:schemeClr>
              </a:solidFill>
              <a:latin typeface="瀞ノグリッチ黒体 H1" pitchFamily="50" charset="-128"/>
              <a:ea typeface="瀞ノグリッチ黒体 H1" pitchFamily="50" charset="-128"/>
            </a:endParaRPr>
          </a:p>
        </p:txBody>
      </p:sp>
    </p:spTree>
    <p:extLst>
      <p:ext uri="{BB962C8B-B14F-4D97-AF65-F5344CB8AC3E}">
        <p14:creationId xmlns:p14="http://schemas.microsoft.com/office/powerpoint/2010/main" val="3735635022"/>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bg>
      <p:bgPr>
        <a:blipFill dpi="0" rotWithShape="1">
          <a:blip r:embed="rId2">
            <a:extLst>
              <a:ext uri="{BEBA8EAE-BF5A-486C-A8C5-ECC9F3942E4B}">
                <a14:imgProps xmlns:a14="http://schemas.microsoft.com/office/drawing/2010/main">
                  <a14:imgLayer r:embed="rId3">
                    <a14:imgEffect>
                      <a14:sharpenSoften amount="-35000"/>
                    </a14:imgEffect>
                    <a14:imgEffect>
                      <a14:saturation sat="85000"/>
                    </a14:imgEffect>
                    <a14:imgEffect>
                      <a14:brightnessContrast bright="-20000" contrast="-15000"/>
                    </a14:imgEffect>
                  </a14:imgLayer>
                </a14:imgProps>
              </a:ext>
            </a:extLst>
          </a:blip>
          <a:srcRect/>
          <a:stretch>
            <a:fillRect/>
          </a:stretch>
        </a:blipFill>
        <a:effectLst/>
      </p:bgPr>
    </p:bg>
    <p:spTree>
      <p:nvGrpSpPr>
        <p:cNvPr id="1" name="">
          <a:extLst>
            <a:ext uri="{FF2B5EF4-FFF2-40B4-BE49-F238E27FC236}">
              <a16:creationId xmlns:a16="http://schemas.microsoft.com/office/drawing/2014/main" id="{F1CFD0D2-2DCF-5CD0-0EAC-B0AAAA9EC20E}"/>
            </a:ext>
          </a:extLst>
        </p:cNvPr>
        <p:cNvGrpSpPr/>
        <p:nvPr/>
      </p:nvGrpSpPr>
      <p:grpSpPr>
        <a:xfrm>
          <a:off x="0" y="0"/>
          <a:ext cx="0" cy="0"/>
          <a:chOff x="0" y="0"/>
          <a:chExt cx="0" cy="0"/>
        </a:xfrm>
      </p:grpSpPr>
      <p:grpSp>
        <p:nvGrpSpPr>
          <p:cNvPr id="47" name="グループ化 46">
            <a:extLst>
              <a:ext uri="{FF2B5EF4-FFF2-40B4-BE49-F238E27FC236}">
                <a16:creationId xmlns:a16="http://schemas.microsoft.com/office/drawing/2014/main" id="{2DD897C0-A62C-AB34-B973-319413D3F6A5}"/>
              </a:ext>
            </a:extLst>
          </p:cNvPr>
          <p:cNvGrpSpPr>
            <a:grpSpLocks/>
          </p:cNvGrpSpPr>
          <p:nvPr/>
        </p:nvGrpSpPr>
        <p:grpSpPr>
          <a:xfrm>
            <a:off x="2038497" y="1230407"/>
            <a:ext cx="9010745" cy="5627593"/>
            <a:chOff x="1590628" y="1230407"/>
            <a:chExt cx="9010745" cy="5627593"/>
          </a:xfrm>
        </p:grpSpPr>
        <p:sp>
          <p:nvSpPr>
            <p:cNvPr id="19" name="正方形/長方形 18">
              <a:extLst>
                <a:ext uri="{FF2B5EF4-FFF2-40B4-BE49-F238E27FC236}">
                  <a16:creationId xmlns:a16="http://schemas.microsoft.com/office/drawing/2014/main" id="{7601BA72-D576-B8DB-BCB7-F3AB4572B202}"/>
                </a:ext>
              </a:extLst>
            </p:cNvPr>
            <p:cNvSpPr>
              <a:spLocks/>
            </p:cNvSpPr>
            <p:nvPr/>
          </p:nvSpPr>
          <p:spPr>
            <a:xfrm>
              <a:off x="1590628" y="1541380"/>
              <a:ext cx="9010745" cy="5316620"/>
            </a:xfrm>
            <a:prstGeom prst="rect">
              <a:avLst/>
            </a:prstGeom>
            <a:solidFill>
              <a:srgbClr val="6600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1" name="フローチャート: 手作業 20">
              <a:extLst>
                <a:ext uri="{FF2B5EF4-FFF2-40B4-BE49-F238E27FC236}">
                  <a16:creationId xmlns:a16="http://schemas.microsoft.com/office/drawing/2014/main" id="{395F73EF-1F59-CAA5-97FA-450F2D33AAB0}"/>
                </a:ext>
              </a:extLst>
            </p:cNvPr>
            <p:cNvSpPr>
              <a:spLocks/>
            </p:cNvSpPr>
            <p:nvPr/>
          </p:nvSpPr>
          <p:spPr>
            <a:xfrm flipV="1">
              <a:off x="1590628" y="1230407"/>
              <a:ext cx="9010745" cy="328009"/>
            </a:xfrm>
            <a:prstGeom prst="flowChartManualOperation">
              <a:avLst/>
            </a:prstGeom>
            <a:solidFill>
              <a:srgbClr val="6600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23" name="四角形: 角を丸くする 22">
            <a:extLst>
              <a:ext uri="{FF2B5EF4-FFF2-40B4-BE49-F238E27FC236}">
                <a16:creationId xmlns:a16="http://schemas.microsoft.com/office/drawing/2014/main" id="{1132DB59-0D90-6520-F069-5F0D812F3482}"/>
              </a:ext>
            </a:extLst>
          </p:cNvPr>
          <p:cNvSpPr/>
          <p:nvPr/>
        </p:nvSpPr>
        <p:spPr>
          <a:xfrm>
            <a:off x="7384126" y="517851"/>
            <a:ext cx="2473882" cy="499063"/>
          </a:xfrm>
          <a:prstGeom prst="roundRect">
            <a:avLst/>
          </a:prstGeom>
          <a:solidFill>
            <a:schemeClr val="accent2">
              <a:lumMod val="20000"/>
              <a:lumOff val="80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2" name="グループ化 1">
            <a:extLst>
              <a:ext uri="{FF2B5EF4-FFF2-40B4-BE49-F238E27FC236}">
                <a16:creationId xmlns:a16="http://schemas.microsoft.com/office/drawing/2014/main" id="{955A0A89-45E3-4196-3B15-193091316F58}"/>
              </a:ext>
            </a:extLst>
          </p:cNvPr>
          <p:cNvGrpSpPr/>
          <p:nvPr/>
        </p:nvGrpSpPr>
        <p:grpSpPr>
          <a:xfrm>
            <a:off x="431675" y="5645607"/>
            <a:ext cx="11328651" cy="925026"/>
            <a:chOff x="431675" y="5645607"/>
            <a:chExt cx="11328651" cy="925026"/>
          </a:xfrm>
        </p:grpSpPr>
        <p:sp>
          <p:nvSpPr>
            <p:cNvPr id="3" name="四角形: 角を丸くする 2">
              <a:extLst>
                <a:ext uri="{FF2B5EF4-FFF2-40B4-BE49-F238E27FC236}">
                  <a16:creationId xmlns:a16="http://schemas.microsoft.com/office/drawing/2014/main" id="{8861868B-E758-A71C-B4FA-1463E0D81816}"/>
                </a:ext>
              </a:extLst>
            </p:cNvPr>
            <p:cNvSpPr/>
            <p:nvPr/>
          </p:nvSpPr>
          <p:spPr>
            <a:xfrm>
              <a:off x="431675" y="5656233"/>
              <a:ext cx="11328651" cy="914400"/>
            </a:xfrm>
            <a:prstGeom prst="roundRect">
              <a:avLst>
                <a:gd name="adj" fmla="val 4803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4" name="四角形: 角を丸くする 3">
              <a:extLst>
                <a:ext uri="{FF2B5EF4-FFF2-40B4-BE49-F238E27FC236}">
                  <a16:creationId xmlns:a16="http://schemas.microsoft.com/office/drawing/2014/main" id="{DE40865F-759D-766B-62C7-D7F2A14CE2C5}"/>
                </a:ext>
              </a:extLst>
            </p:cNvPr>
            <p:cNvSpPr/>
            <p:nvPr/>
          </p:nvSpPr>
          <p:spPr>
            <a:xfrm>
              <a:off x="4995442" y="5645607"/>
              <a:ext cx="1338828" cy="914400"/>
            </a:xfrm>
            <a:prstGeom prst="roundRect">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 name="テキスト ボックス 4">
              <a:extLst>
                <a:ext uri="{FF2B5EF4-FFF2-40B4-BE49-F238E27FC236}">
                  <a16:creationId xmlns:a16="http://schemas.microsoft.com/office/drawing/2014/main" id="{808B8E45-3848-6DB4-C49A-5E79FDF1FAEE}"/>
                </a:ext>
              </a:extLst>
            </p:cNvPr>
            <p:cNvSpPr txBox="1"/>
            <p:nvPr/>
          </p:nvSpPr>
          <p:spPr>
            <a:xfrm>
              <a:off x="1165119"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 name="テキスト ボックス 5">
              <a:extLst>
                <a:ext uri="{FF2B5EF4-FFF2-40B4-BE49-F238E27FC236}">
                  <a16:creationId xmlns:a16="http://schemas.microsoft.com/office/drawing/2014/main" id="{AC6365EC-F5E6-C87A-17B8-CF3A31314D5E}"/>
                </a:ext>
              </a:extLst>
            </p:cNvPr>
            <p:cNvSpPr txBox="1"/>
            <p:nvPr/>
          </p:nvSpPr>
          <p:spPr>
            <a:xfrm flipH="1">
              <a:off x="529243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7" name="テキスト ボックス 6">
              <a:extLst>
                <a:ext uri="{FF2B5EF4-FFF2-40B4-BE49-F238E27FC236}">
                  <a16:creationId xmlns:a16="http://schemas.microsoft.com/office/drawing/2014/main" id="{0029C719-99E4-B04A-4437-4D2C8B6EFC36}"/>
                </a:ext>
              </a:extLst>
            </p:cNvPr>
            <p:cNvSpPr txBox="1"/>
            <p:nvPr/>
          </p:nvSpPr>
          <p:spPr>
            <a:xfrm>
              <a:off x="284405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8" name="テキスト ボックス 7">
              <a:extLst>
                <a:ext uri="{FF2B5EF4-FFF2-40B4-BE49-F238E27FC236}">
                  <a16:creationId xmlns:a16="http://schemas.microsoft.com/office/drawing/2014/main" id="{A17C000C-8005-6ED7-BB78-9EC56F22DAEB}"/>
                </a:ext>
              </a:extLst>
            </p:cNvPr>
            <p:cNvSpPr txBox="1"/>
            <p:nvPr/>
          </p:nvSpPr>
          <p:spPr>
            <a:xfrm>
              <a:off x="8393833"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9" name="テキスト ボックス 8">
              <a:extLst>
                <a:ext uri="{FF2B5EF4-FFF2-40B4-BE49-F238E27FC236}">
                  <a16:creationId xmlns:a16="http://schemas.microsoft.com/office/drawing/2014/main" id="{F9C8B25F-CE72-CB6F-B95B-ECC949F044C7}"/>
                </a:ext>
              </a:extLst>
            </p:cNvPr>
            <p:cNvSpPr txBox="1"/>
            <p:nvPr/>
          </p:nvSpPr>
          <p:spPr>
            <a:xfrm>
              <a:off x="6714895"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0" name="テキスト ボックス 9">
              <a:extLst>
                <a:ext uri="{FF2B5EF4-FFF2-40B4-BE49-F238E27FC236}">
                  <a16:creationId xmlns:a16="http://schemas.microsoft.com/office/drawing/2014/main" id="{82A08B5A-EC3C-9327-46BF-8E7E34094538}"/>
                </a:ext>
              </a:extLst>
            </p:cNvPr>
            <p:cNvSpPr txBox="1"/>
            <p:nvPr/>
          </p:nvSpPr>
          <p:spPr>
            <a:xfrm flipH="1">
              <a:off x="9816293" y="5913378"/>
              <a:ext cx="1210588"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22" name="四角形: 角を丸くする 21">
            <a:extLst>
              <a:ext uri="{FF2B5EF4-FFF2-40B4-BE49-F238E27FC236}">
                <a16:creationId xmlns:a16="http://schemas.microsoft.com/office/drawing/2014/main" id="{1758DB04-9B15-DD42-59AD-09B38FABB5DB}"/>
              </a:ext>
            </a:extLst>
          </p:cNvPr>
          <p:cNvSpPr/>
          <p:nvPr/>
        </p:nvSpPr>
        <p:spPr>
          <a:xfrm>
            <a:off x="3113551" y="2953512"/>
            <a:ext cx="1822662" cy="1080843"/>
          </a:xfrm>
          <a:prstGeom prst="roundRect">
            <a:avLst/>
          </a:prstGeom>
          <a:blipFill>
            <a:blip r:embed="rId4">
              <a:extLst>
                <a:ext uri="{BEBA8EAE-BF5A-486C-A8C5-ECC9F3942E4B}">
                  <a14:imgProps xmlns:a14="http://schemas.microsoft.com/office/drawing/2010/main">
                    <a14:imgLayer r:embed="rId5">
                      <a14:imgEffect>
                        <a14:sharpenSoften amount="-50000"/>
                      </a14:imgEffect>
                      <a14:imgEffect>
                        <a14:brightnessContrast contrast="-20000"/>
                      </a14:imgEffect>
                    </a14:imgLayer>
                  </a14:imgProps>
                </a:ext>
              </a:extLst>
            </a:blip>
            <a:stretch>
              <a:fillRect/>
            </a:stretch>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 name="四角形: 角を丸くする 23">
            <a:extLst>
              <a:ext uri="{FF2B5EF4-FFF2-40B4-BE49-F238E27FC236}">
                <a16:creationId xmlns:a16="http://schemas.microsoft.com/office/drawing/2014/main" id="{C2121D11-3E6C-88E5-818A-904D991BDC09}"/>
              </a:ext>
            </a:extLst>
          </p:cNvPr>
          <p:cNvSpPr/>
          <p:nvPr/>
        </p:nvSpPr>
        <p:spPr>
          <a:xfrm>
            <a:off x="5632539" y="2953512"/>
            <a:ext cx="1822662" cy="1080843"/>
          </a:xfrm>
          <a:prstGeom prst="roundRect">
            <a:avLst/>
          </a:prstGeom>
          <a:solidFill>
            <a:schemeClr val="tx1">
              <a:lumMod val="50000"/>
              <a:lumOff val="50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6" name="四角形: 角を丸くする 25">
            <a:extLst>
              <a:ext uri="{FF2B5EF4-FFF2-40B4-BE49-F238E27FC236}">
                <a16:creationId xmlns:a16="http://schemas.microsoft.com/office/drawing/2014/main" id="{4E6726C1-C84E-9E3A-92A9-F10476D981A4}"/>
              </a:ext>
            </a:extLst>
          </p:cNvPr>
          <p:cNvSpPr/>
          <p:nvPr/>
        </p:nvSpPr>
        <p:spPr>
          <a:xfrm>
            <a:off x="8151526" y="2953512"/>
            <a:ext cx="1822662" cy="1080843"/>
          </a:xfrm>
          <a:prstGeom prst="roundRect">
            <a:avLst/>
          </a:prstGeom>
          <a:solidFill>
            <a:schemeClr val="tx1">
              <a:lumMod val="50000"/>
              <a:lumOff val="50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9" name="四角形: 角を丸くする 28">
            <a:extLst>
              <a:ext uri="{FF2B5EF4-FFF2-40B4-BE49-F238E27FC236}">
                <a16:creationId xmlns:a16="http://schemas.microsoft.com/office/drawing/2014/main" id="{8DF6026E-CD76-4573-74E2-E5E15D78D926}"/>
              </a:ext>
            </a:extLst>
          </p:cNvPr>
          <p:cNvSpPr/>
          <p:nvPr/>
        </p:nvSpPr>
        <p:spPr>
          <a:xfrm>
            <a:off x="3113551" y="4302380"/>
            <a:ext cx="1822662" cy="1080843"/>
          </a:xfrm>
          <a:prstGeom prst="roundRect">
            <a:avLst/>
          </a:prstGeom>
          <a:solidFill>
            <a:schemeClr val="accent3">
              <a:lumMod val="20000"/>
              <a:lumOff val="80000"/>
              <a:alpha val="90000"/>
            </a:schemeClr>
          </a:solidFill>
          <a:ln>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0" name="四角形: 角を丸くする 29">
            <a:extLst>
              <a:ext uri="{FF2B5EF4-FFF2-40B4-BE49-F238E27FC236}">
                <a16:creationId xmlns:a16="http://schemas.microsoft.com/office/drawing/2014/main" id="{C10D8ABF-94E7-6CBF-33DE-89A5A77BC079}"/>
              </a:ext>
            </a:extLst>
          </p:cNvPr>
          <p:cNvSpPr/>
          <p:nvPr/>
        </p:nvSpPr>
        <p:spPr>
          <a:xfrm>
            <a:off x="5632539" y="4302380"/>
            <a:ext cx="1822662" cy="1080843"/>
          </a:xfrm>
          <a:prstGeom prst="roundRect">
            <a:avLst/>
          </a:prstGeom>
          <a:solidFill>
            <a:schemeClr val="accent2">
              <a:lumMod val="20000"/>
              <a:lumOff val="80000"/>
              <a:alpha val="90000"/>
            </a:schemeClr>
          </a:solid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1" name="四角形: 角を丸くする 30">
            <a:extLst>
              <a:ext uri="{FF2B5EF4-FFF2-40B4-BE49-F238E27FC236}">
                <a16:creationId xmlns:a16="http://schemas.microsoft.com/office/drawing/2014/main" id="{BBFB80CC-999A-65A2-3679-C1140A8D8509}"/>
              </a:ext>
            </a:extLst>
          </p:cNvPr>
          <p:cNvSpPr/>
          <p:nvPr/>
        </p:nvSpPr>
        <p:spPr>
          <a:xfrm>
            <a:off x="8151526" y="4302380"/>
            <a:ext cx="1822662" cy="1080843"/>
          </a:xfrm>
          <a:prstGeom prst="roundRect">
            <a:avLst/>
          </a:prstGeom>
          <a:solidFill>
            <a:schemeClr val="tx1">
              <a:lumMod val="50000"/>
              <a:lumOff val="50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3" name="四角形: 角を丸くする 32">
            <a:extLst>
              <a:ext uri="{FF2B5EF4-FFF2-40B4-BE49-F238E27FC236}">
                <a16:creationId xmlns:a16="http://schemas.microsoft.com/office/drawing/2014/main" id="{3D13C8F7-47C6-3897-FB90-B1FB0C9F6991}"/>
              </a:ext>
            </a:extLst>
          </p:cNvPr>
          <p:cNvSpPr/>
          <p:nvPr/>
        </p:nvSpPr>
        <p:spPr>
          <a:xfrm>
            <a:off x="3113551" y="1604645"/>
            <a:ext cx="1822662" cy="1080843"/>
          </a:xfrm>
          <a:prstGeom prst="roundRect">
            <a:avLst/>
          </a:prstGeom>
          <a:blipFill>
            <a:blip r:embed="rId6">
              <a:extLst>
                <a:ext uri="{BEBA8EAE-BF5A-486C-A8C5-ECC9F3942E4B}">
                  <a14:imgProps xmlns:a14="http://schemas.microsoft.com/office/drawing/2010/main">
                    <a14:imgLayer r:embed="rId7">
                      <a14:imgEffect>
                        <a14:brightnessContrast bright="40000" contrast="-40000"/>
                      </a14:imgEffect>
                    </a14:imgLayer>
                  </a14:imgProps>
                </a:ext>
              </a:extLst>
            </a:blip>
            <a:stretch>
              <a:fillRect/>
            </a:stretch>
          </a:blipFill>
          <a:ln w="38100">
            <a:noFill/>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4" name="四角形: 角を丸くする 33">
            <a:extLst>
              <a:ext uri="{FF2B5EF4-FFF2-40B4-BE49-F238E27FC236}">
                <a16:creationId xmlns:a16="http://schemas.microsoft.com/office/drawing/2014/main" id="{E451D5AB-AE90-8745-F268-F64F187E4BE6}"/>
              </a:ext>
            </a:extLst>
          </p:cNvPr>
          <p:cNvSpPr/>
          <p:nvPr/>
        </p:nvSpPr>
        <p:spPr>
          <a:xfrm>
            <a:off x="5632539" y="1604645"/>
            <a:ext cx="1822662" cy="1080843"/>
          </a:xfrm>
          <a:prstGeom prst="roundRect">
            <a:avLst/>
          </a:prstGeom>
          <a:blipFill>
            <a:blip r:embed="rId8">
              <a:extLst>
                <a:ext uri="{BEBA8EAE-BF5A-486C-A8C5-ECC9F3942E4B}">
                  <a14:imgProps xmlns:a14="http://schemas.microsoft.com/office/drawing/2010/main">
                    <a14:imgLayer r:embed="rId9">
                      <a14:imgEffect>
                        <a14:sharpenSoften amount="-50000"/>
                      </a14:imgEffect>
                      <a14:imgEffect>
                        <a14:brightnessContrast contrast="-40000"/>
                      </a14:imgEffect>
                    </a14:imgLayer>
                  </a14:imgProps>
                </a:ext>
              </a:extLst>
            </a:blip>
            <a:stretch>
              <a:fillRect/>
            </a:stretch>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5" name="四角形: 角を丸くする 34">
            <a:extLst>
              <a:ext uri="{FF2B5EF4-FFF2-40B4-BE49-F238E27FC236}">
                <a16:creationId xmlns:a16="http://schemas.microsoft.com/office/drawing/2014/main" id="{E16BBD96-A15D-A913-AC93-48A4C7212ABF}"/>
              </a:ext>
            </a:extLst>
          </p:cNvPr>
          <p:cNvSpPr/>
          <p:nvPr/>
        </p:nvSpPr>
        <p:spPr>
          <a:xfrm>
            <a:off x="8151526" y="1604645"/>
            <a:ext cx="1822662" cy="1080843"/>
          </a:xfrm>
          <a:prstGeom prst="roundRect">
            <a:avLst/>
          </a:prstGeom>
          <a:blipFill>
            <a:blip r:embed="rId10">
              <a:extLst>
                <a:ext uri="{BEBA8EAE-BF5A-486C-A8C5-ECC9F3942E4B}">
                  <a14:imgProps xmlns:a14="http://schemas.microsoft.com/office/drawing/2010/main">
                    <a14:imgLayer r:embed="rId11">
                      <a14:imgEffect>
                        <a14:sharpenSoften amount="-50000"/>
                      </a14:imgEffect>
                      <a14:imgEffect>
                        <a14:brightnessContrast bright="-20000" contrast="-40000"/>
                      </a14:imgEffect>
                    </a14:imgLayer>
                  </a14:imgProps>
                </a:ext>
              </a:extLst>
            </a:blip>
            <a:stretch>
              <a:fillRect/>
            </a:stretch>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43" name="グループ化 42">
            <a:extLst>
              <a:ext uri="{FF2B5EF4-FFF2-40B4-BE49-F238E27FC236}">
                <a16:creationId xmlns:a16="http://schemas.microsoft.com/office/drawing/2014/main" id="{761BEB39-DE11-BCFE-0268-927B1D86321B}"/>
              </a:ext>
            </a:extLst>
          </p:cNvPr>
          <p:cNvGrpSpPr/>
          <p:nvPr/>
        </p:nvGrpSpPr>
        <p:grpSpPr>
          <a:xfrm>
            <a:off x="9645916" y="507963"/>
            <a:ext cx="1754702" cy="518838"/>
            <a:chOff x="8272011" y="573275"/>
            <a:chExt cx="1754702" cy="518838"/>
          </a:xfrm>
          <a:effectLst>
            <a:glow rad="63500">
              <a:schemeClr val="accent2">
                <a:satMod val="175000"/>
                <a:alpha val="40000"/>
              </a:schemeClr>
            </a:glow>
          </a:effectLst>
        </p:grpSpPr>
        <p:sp>
          <p:nvSpPr>
            <p:cNvPr id="38" name="矢印: 五方向 37">
              <a:extLst>
                <a:ext uri="{FF2B5EF4-FFF2-40B4-BE49-F238E27FC236}">
                  <a16:creationId xmlns:a16="http://schemas.microsoft.com/office/drawing/2014/main" id="{E6CCCAD9-475D-E6C2-07BD-0F2899E6E539}"/>
                </a:ext>
              </a:extLst>
            </p:cNvPr>
            <p:cNvSpPr/>
            <p:nvPr/>
          </p:nvSpPr>
          <p:spPr>
            <a:xfrm flipH="1">
              <a:off x="8272011" y="573275"/>
              <a:ext cx="1754702" cy="518838"/>
            </a:xfrm>
            <a:prstGeom prst="homePlate">
              <a:avLst/>
            </a:prstGeom>
            <a:solidFill>
              <a:schemeClr val="accent2"/>
            </a:solidFill>
            <a:ln>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42" name="テキスト ボックス 41">
              <a:extLst>
                <a:ext uri="{FF2B5EF4-FFF2-40B4-BE49-F238E27FC236}">
                  <a16:creationId xmlns:a16="http://schemas.microsoft.com/office/drawing/2014/main" id="{C511F595-6248-35D1-B2B7-C4BB3A37560F}"/>
                </a:ext>
              </a:extLst>
            </p:cNvPr>
            <p:cNvSpPr txBox="1"/>
            <p:nvPr/>
          </p:nvSpPr>
          <p:spPr>
            <a:xfrm>
              <a:off x="8373671" y="648028"/>
              <a:ext cx="1653042" cy="369332"/>
            </a:xfrm>
            <a:prstGeom prst="rect">
              <a:avLst/>
            </a:prstGeom>
            <a:noFill/>
          </p:spPr>
          <p:txBody>
            <a:bodyPr wrap="square">
              <a:spAutoFit/>
            </a:bodyPr>
            <a:lstStyle/>
            <a:p>
              <a:pPr algn="ctr"/>
              <a:r>
                <a:rPr lang="ja-JP" altLang="en-US" sz="1800">
                  <a:solidFill>
                    <a:schemeClr val="accent6">
                      <a:lumMod val="75000"/>
                    </a:schemeClr>
                  </a:solidFill>
                  <a:latin typeface="原稿用標準書体" panose="03000503000000000000" pitchFamily="66" charset="-128"/>
                  <a:ea typeface="原稿用標準書体" panose="03000503000000000000" pitchFamily="66" charset="-128"/>
                </a:rPr>
                <a:t>一括受け取り</a:t>
              </a:r>
              <a:endParaRPr kumimoji="1" lang="ja-JP" altLang="en-US" sz="18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sp>
        <p:nvSpPr>
          <p:cNvPr id="32" name="テキスト ボックス 31">
            <a:extLst>
              <a:ext uri="{FF2B5EF4-FFF2-40B4-BE49-F238E27FC236}">
                <a16:creationId xmlns:a16="http://schemas.microsoft.com/office/drawing/2014/main" id="{9AE0547F-0A51-EE1C-9CAB-EEE16353AEDF}"/>
              </a:ext>
            </a:extLst>
          </p:cNvPr>
          <p:cNvSpPr txBox="1"/>
          <p:nvPr/>
        </p:nvSpPr>
        <p:spPr>
          <a:xfrm>
            <a:off x="7866392" y="608865"/>
            <a:ext cx="733012" cy="307777"/>
          </a:xfrm>
          <a:prstGeom prst="rect">
            <a:avLst/>
          </a:prstGeom>
          <a:noFill/>
        </p:spPr>
        <p:txBody>
          <a:bodyPr wrap="square">
            <a:spAutoFit/>
          </a:bodyPr>
          <a:lstStyle/>
          <a:p>
            <a:pPr algn="ctr"/>
            <a:r>
              <a:rPr lang="en-US" altLang="ja-JP" sz="1400">
                <a:solidFill>
                  <a:schemeClr val="accent6">
                    <a:lumMod val="75000"/>
                  </a:schemeClr>
                </a:solidFill>
                <a:latin typeface="原稿用標準書体" panose="03000503000000000000" pitchFamily="66" charset="-128"/>
                <a:ea typeface="原稿用標準書体" panose="03000503000000000000" pitchFamily="66" charset="-128"/>
              </a:rPr>
              <a:t>00</a:t>
            </a:r>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ｋ</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nvGrpSpPr>
          <p:cNvPr id="75" name="グループ化 74">
            <a:extLst>
              <a:ext uri="{FF2B5EF4-FFF2-40B4-BE49-F238E27FC236}">
                <a16:creationId xmlns:a16="http://schemas.microsoft.com/office/drawing/2014/main" id="{DB9BDC3A-BF73-A7B9-C47B-E71DFFB97846}"/>
              </a:ext>
            </a:extLst>
          </p:cNvPr>
          <p:cNvGrpSpPr/>
          <p:nvPr/>
        </p:nvGrpSpPr>
        <p:grpSpPr>
          <a:xfrm>
            <a:off x="7578010" y="620505"/>
            <a:ext cx="307777" cy="307777"/>
            <a:chOff x="7578010" y="689710"/>
            <a:chExt cx="307777" cy="307777"/>
          </a:xfrm>
        </p:grpSpPr>
        <p:sp>
          <p:nvSpPr>
            <p:cNvPr id="36" name="ハート 35">
              <a:extLst>
                <a:ext uri="{FF2B5EF4-FFF2-40B4-BE49-F238E27FC236}">
                  <a16:creationId xmlns:a16="http://schemas.microsoft.com/office/drawing/2014/main" id="{25E56152-5A3E-F158-CEBE-2AC91F3C9070}"/>
                </a:ext>
              </a:extLst>
            </p:cNvPr>
            <p:cNvSpPr/>
            <p:nvPr/>
          </p:nvSpPr>
          <p:spPr>
            <a:xfrm>
              <a:off x="7578010" y="689710"/>
              <a:ext cx="307777" cy="307777"/>
            </a:xfrm>
            <a:prstGeom prst="hear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48" name="グループ化 47">
              <a:extLst>
                <a:ext uri="{FF2B5EF4-FFF2-40B4-BE49-F238E27FC236}">
                  <a16:creationId xmlns:a16="http://schemas.microsoft.com/office/drawing/2014/main" id="{B7979F60-E713-7882-4228-DDD40C8F639F}"/>
                </a:ext>
              </a:extLst>
            </p:cNvPr>
            <p:cNvGrpSpPr/>
            <p:nvPr/>
          </p:nvGrpSpPr>
          <p:grpSpPr>
            <a:xfrm>
              <a:off x="7703665" y="804545"/>
              <a:ext cx="105517" cy="121007"/>
              <a:chOff x="5667132" y="573275"/>
              <a:chExt cx="322931" cy="370337"/>
            </a:xfrm>
          </p:grpSpPr>
          <p:sp>
            <p:nvSpPr>
              <p:cNvPr id="37" name="楕円 36">
                <a:extLst>
                  <a:ext uri="{FF2B5EF4-FFF2-40B4-BE49-F238E27FC236}">
                    <a16:creationId xmlns:a16="http://schemas.microsoft.com/office/drawing/2014/main" id="{BF5B6779-AEE3-78FC-D892-7585127BC332}"/>
                  </a:ext>
                </a:extLst>
              </p:cNvPr>
              <p:cNvSpPr/>
              <p:nvPr/>
            </p:nvSpPr>
            <p:spPr>
              <a:xfrm>
                <a:off x="5667132" y="744490"/>
                <a:ext cx="199122" cy="199122"/>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41" name="コネクタ: 曲線 40">
                <a:extLst>
                  <a:ext uri="{FF2B5EF4-FFF2-40B4-BE49-F238E27FC236}">
                    <a16:creationId xmlns:a16="http://schemas.microsoft.com/office/drawing/2014/main" id="{B0FE4194-A4ED-04BF-C9DC-2C82D5FA49B8}"/>
                  </a:ext>
                </a:extLst>
              </p:cNvPr>
              <p:cNvCxnSpPr>
                <a:cxnSpLocks/>
                <a:stCxn id="37" idx="7"/>
              </p:cNvCxnSpPr>
              <p:nvPr/>
            </p:nvCxnSpPr>
            <p:spPr>
              <a:xfrm rot="5400000" flipH="1" flipV="1">
                <a:off x="5813390" y="596978"/>
                <a:ext cx="200376" cy="152970"/>
              </a:xfrm>
              <a:prstGeom prst="curvedConnector3">
                <a:avLst/>
              </a:prstGeom>
              <a:ln w="38100" cap="rnd">
                <a:solidFill>
                  <a:schemeClr val="accent6"/>
                </a:solidFill>
                <a:round/>
              </a:ln>
            </p:spPr>
            <p:style>
              <a:lnRef idx="2">
                <a:schemeClr val="accent1"/>
              </a:lnRef>
              <a:fillRef idx="0">
                <a:schemeClr val="accent1"/>
              </a:fillRef>
              <a:effectRef idx="1">
                <a:schemeClr val="accent1"/>
              </a:effectRef>
              <a:fontRef idx="minor">
                <a:schemeClr val="tx1"/>
              </a:fontRef>
            </p:style>
          </p:cxnSp>
        </p:grpSp>
        <p:grpSp>
          <p:nvGrpSpPr>
            <p:cNvPr id="49" name="グループ化 48">
              <a:extLst>
                <a:ext uri="{FF2B5EF4-FFF2-40B4-BE49-F238E27FC236}">
                  <a16:creationId xmlns:a16="http://schemas.microsoft.com/office/drawing/2014/main" id="{ED897D19-CD50-AF10-ADC8-EA7E94D9861E}"/>
                </a:ext>
              </a:extLst>
            </p:cNvPr>
            <p:cNvGrpSpPr/>
            <p:nvPr/>
          </p:nvGrpSpPr>
          <p:grpSpPr>
            <a:xfrm flipH="1">
              <a:off x="7627235" y="770446"/>
              <a:ext cx="84042" cy="96379"/>
              <a:chOff x="5667132" y="573275"/>
              <a:chExt cx="322931" cy="370337"/>
            </a:xfrm>
          </p:grpSpPr>
          <p:sp>
            <p:nvSpPr>
              <p:cNvPr id="50" name="楕円 49">
                <a:extLst>
                  <a:ext uri="{FF2B5EF4-FFF2-40B4-BE49-F238E27FC236}">
                    <a16:creationId xmlns:a16="http://schemas.microsoft.com/office/drawing/2014/main" id="{E2E6A302-6DB7-7E74-3AE0-0520EEFE99C9}"/>
                  </a:ext>
                </a:extLst>
              </p:cNvPr>
              <p:cNvSpPr/>
              <p:nvPr/>
            </p:nvSpPr>
            <p:spPr>
              <a:xfrm>
                <a:off x="5667132" y="744490"/>
                <a:ext cx="199122" cy="199122"/>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51" name="コネクタ: 曲線 50">
                <a:extLst>
                  <a:ext uri="{FF2B5EF4-FFF2-40B4-BE49-F238E27FC236}">
                    <a16:creationId xmlns:a16="http://schemas.microsoft.com/office/drawing/2014/main" id="{103DEBCC-B878-DB73-37D4-25E833F8BB00}"/>
                  </a:ext>
                </a:extLst>
              </p:cNvPr>
              <p:cNvCxnSpPr>
                <a:cxnSpLocks/>
                <a:stCxn id="50" idx="7"/>
              </p:cNvCxnSpPr>
              <p:nvPr/>
            </p:nvCxnSpPr>
            <p:spPr>
              <a:xfrm rot="5400000" flipH="1" flipV="1">
                <a:off x="5813390" y="596978"/>
                <a:ext cx="200376" cy="152970"/>
              </a:xfrm>
              <a:prstGeom prst="curvedConnector3">
                <a:avLst/>
              </a:prstGeom>
              <a:ln w="25400" cap="rnd">
                <a:solidFill>
                  <a:schemeClr val="accent6"/>
                </a:solidFill>
                <a:round/>
              </a:ln>
            </p:spPr>
            <p:style>
              <a:lnRef idx="2">
                <a:schemeClr val="accent1"/>
              </a:lnRef>
              <a:fillRef idx="0">
                <a:schemeClr val="accent1"/>
              </a:fillRef>
              <a:effectRef idx="1">
                <a:schemeClr val="accent1"/>
              </a:effectRef>
              <a:fontRef idx="minor">
                <a:schemeClr val="tx1"/>
              </a:fontRef>
            </p:style>
          </p:cxnSp>
        </p:grpSp>
      </p:grpSp>
      <p:sp>
        <p:nvSpPr>
          <p:cNvPr id="74" name="テキスト ボックス 73">
            <a:extLst>
              <a:ext uri="{FF2B5EF4-FFF2-40B4-BE49-F238E27FC236}">
                <a16:creationId xmlns:a16="http://schemas.microsoft.com/office/drawing/2014/main" id="{32EE37DE-D647-FCD5-3CE6-3DD6F3336CD8}"/>
              </a:ext>
            </a:extLst>
          </p:cNvPr>
          <p:cNvSpPr txBox="1"/>
          <p:nvPr/>
        </p:nvSpPr>
        <p:spPr>
          <a:xfrm>
            <a:off x="8881110" y="608865"/>
            <a:ext cx="733012" cy="307777"/>
          </a:xfrm>
          <a:prstGeom prst="rect">
            <a:avLst/>
          </a:prstGeom>
          <a:noFill/>
        </p:spPr>
        <p:txBody>
          <a:bodyPr wrap="square">
            <a:spAutoFit/>
          </a:bodyPr>
          <a:lstStyle/>
          <a:p>
            <a:pPr algn="ctr"/>
            <a:r>
              <a:rPr lang="en-US" altLang="ja-JP" sz="1400">
                <a:solidFill>
                  <a:schemeClr val="accent6">
                    <a:lumMod val="75000"/>
                  </a:schemeClr>
                </a:solidFill>
                <a:latin typeface="原稿用標準書体" panose="03000503000000000000" pitchFamily="66" charset="-128"/>
                <a:ea typeface="原稿用標準書体" panose="03000503000000000000" pitchFamily="66" charset="-128"/>
              </a:rPr>
              <a:t>00</a:t>
            </a:r>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ｋ</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85" name="テキスト ボックス 84">
            <a:extLst>
              <a:ext uri="{FF2B5EF4-FFF2-40B4-BE49-F238E27FC236}">
                <a16:creationId xmlns:a16="http://schemas.microsoft.com/office/drawing/2014/main" id="{4198D718-ED06-9F9E-5605-6BC7D968E82C}"/>
              </a:ext>
            </a:extLst>
          </p:cNvPr>
          <p:cNvSpPr txBox="1"/>
          <p:nvPr/>
        </p:nvSpPr>
        <p:spPr>
          <a:xfrm>
            <a:off x="5930612" y="3293878"/>
            <a:ext cx="1226516" cy="400110"/>
          </a:xfrm>
          <a:prstGeom prst="rect">
            <a:avLst/>
          </a:prstGeom>
          <a:noFill/>
        </p:spPr>
        <p:txBody>
          <a:bodyPr wrap="square">
            <a:spAutoFit/>
          </a:bodyPr>
          <a:lstStyle/>
          <a:p>
            <a:pPr algn="ctr"/>
            <a:r>
              <a:rPr kumimoji="1" lang="ja-JP" altLang="en-US" sz="2000">
                <a:solidFill>
                  <a:schemeClr val="accent2">
                    <a:lumMod val="60000"/>
                    <a:lumOff val="40000"/>
                  </a:schemeClr>
                </a:solidFill>
                <a:latin typeface="原稿用標準書体" panose="03000503000000000000" pitchFamily="66" charset="-128"/>
                <a:ea typeface="原稿用標準書体" panose="03000503000000000000" pitchFamily="66" charset="-128"/>
              </a:rPr>
              <a:t>未開放</a:t>
            </a:r>
          </a:p>
        </p:txBody>
      </p:sp>
      <p:sp>
        <p:nvSpPr>
          <p:cNvPr id="87" name="テキスト ボックス 86">
            <a:extLst>
              <a:ext uri="{FF2B5EF4-FFF2-40B4-BE49-F238E27FC236}">
                <a16:creationId xmlns:a16="http://schemas.microsoft.com/office/drawing/2014/main" id="{8E10CE09-57C2-15B7-4027-FCC587B39BDA}"/>
              </a:ext>
            </a:extLst>
          </p:cNvPr>
          <p:cNvSpPr txBox="1"/>
          <p:nvPr/>
        </p:nvSpPr>
        <p:spPr>
          <a:xfrm>
            <a:off x="8449599" y="3293878"/>
            <a:ext cx="1226516" cy="400110"/>
          </a:xfrm>
          <a:prstGeom prst="rect">
            <a:avLst/>
          </a:prstGeom>
          <a:noFill/>
        </p:spPr>
        <p:txBody>
          <a:bodyPr wrap="square">
            <a:spAutoFit/>
          </a:bodyPr>
          <a:lstStyle/>
          <a:p>
            <a:pPr algn="ctr"/>
            <a:r>
              <a:rPr kumimoji="1" lang="ja-JP" altLang="en-US" sz="2000">
                <a:solidFill>
                  <a:schemeClr val="accent2">
                    <a:lumMod val="60000"/>
                    <a:lumOff val="40000"/>
                  </a:schemeClr>
                </a:solidFill>
                <a:latin typeface="原稿用標準書体" panose="03000503000000000000" pitchFamily="66" charset="-128"/>
                <a:ea typeface="原稿用標準書体" panose="03000503000000000000" pitchFamily="66" charset="-128"/>
              </a:rPr>
              <a:t>未開放</a:t>
            </a:r>
          </a:p>
        </p:txBody>
      </p:sp>
      <p:sp>
        <p:nvSpPr>
          <p:cNvPr id="89" name="テキスト ボックス 88">
            <a:extLst>
              <a:ext uri="{FF2B5EF4-FFF2-40B4-BE49-F238E27FC236}">
                <a16:creationId xmlns:a16="http://schemas.microsoft.com/office/drawing/2014/main" id="{64AC1EBE-DE7A-7DA8-004B-EA78FA7D7C2D}"/>
              </a:ext>
            </a:extLst>
          </p:cNvPr>
          <p:cNvSpPr txBox="1"/>
          <p:nvPr/>
        </p:nvSpPr>
        <p:spPr>
          <a:xfrm>
            <a:off x="8449599" y="4642746"/>
            <a:ext cx="1226516" cy="400110"/>
          </a:xfrm>
          <a:prstGeom prst="rect">
            <a:avLst/>
          </a:prstGeom>
          <a:noFill/>
        </p:spPr>
        <p:txBody>
          <a:bodyPr wrap="square">
            <a:spAutoFit/>
          </a:bodyPr>
          <a:lstStyle/>
          <a:p>
            <a:pPr algn="ctr"/>
            <a:r>
              <a:rPr kumimoji="1" lang="ja-JP" altLang="en-US" sz="2000">
                <a:solidFill>
                  <a:schemeClr val="accent2">
                    <a:lumMod val="60000"/>
                    <a:lumOff val="40000"/>
                  </a:schemeClr>
                </a:solidFill>
                <a:latin typeface="原稿用標準書体" panose="03000503000000000000" pitchFamily="66" charset="-128"/>
                <a:ea typeface="原稿用標準書体" panose="03000503000000000000" pitchFamily="66" charset="-128"/>
              </a:rPr>
              <a:t>未開放</a:t>
            </a:r>
          </a:p>
        </p:txBody>
      </p:sp>
      <p:grpSp>
        <p:nvGrpSpPr>
          <p:cNvPr id="119" name="グループ化 118">
            <a:extLst>
              <a:ext uri="{FF2B5EF4-FFF2-40B4-BE49-F238E27FC236}">
                <a16:creationId xmlns:a16="http://schemas.microsoft.com/office/drawing/2014/main" id="{95266103-DF25-6030-B0AA-D3A90B98B1BE}"/>
              </a:ext>
            </a:extLst>
          </p:cNvPr>
          <p:cNvGrpSpPr/>
          <p:nvPr/>
        </p:nvGrpSpPr>
        <p:grpSpPr>
          <a:xfrm>
            <a:off x="8604191" y="634628"/>
            <a:ext cx="211026" cy="279530"/>
            <a:chOff x="8604191" y="699940"/>
            <a:chExt cx="211026" cy="279530"/>
          </a:xfrm>
        </p:grpSpPr>
        <p:grpSp>
          <p:nvGrpSpPr>
            <p:cNvPr id="72" name="グループ化 71">
              <a:extLst>
                <a:ext uri="{FF2B5EF4-FFF2-40B4-BE49-F238E27FC236}">
                  <a16:creationId xmlns:a16="http://schemas.microsoft.com/office/drawing/2014/main" id="{30D914B9-2613-3F94-FC55-3B225344BC20}"/>
                </a:ext>
              </a:extLst>
            </p:cNvPr>
            <p:cNvGrpSpPr/>
            <p:nvPr/>
          </p:nvGrpSpPr>
          <p:grpSpPr>
            <a:xfrm>
              <a:off x="8604191" y="699940"/>
              <a:ext cx="211026" cy="279530"/>
              <a:chOff x="8604191" y="672399"/>
              <a:chExt cx="211026" cy="279530"/>
            </a:xfrm>
          </p:grpSpPr>
          <p:cxnSp>
            <p:nvCxnSpPr>
              <p:cNvPr id="53" name="コネクタ: カギ線 52">
                <a:extLst>
                  <a:ext uri="{FF2B5EF4-FFF2-40B4-BE49-F238E27FC236}">
                    <a16:creationId xmlns:a16="http://schemas.microsoft.com/office/drawing/2014/main" id="{09402F49-D82B-A270-E74E-9FCF18CE7D06}"/>
                  </a:ext>
                </a:extLst>
              </p:cNvPr>
              <p:cNvCxnSpPr>
                <a:cxnSpLocks/>
              </p:cNvCxnSpPr>
              <p:nvPr/>
            </p:nvCxnSpPr>
            <p:spPr>
              <a:xfrm rot="16200000" flipH="1">
                <a:off x="8604191" y="740903"/>
                <a:ext cx="211026" cy="211026"/>
              </a:xfrm>
              <a:prstGeom prst="bentConnector3">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59" name="直線コネクタ 58">
                <a:extLst>
                  <a:ext uri="{FF2B5EF4-FFF2-40B4-BE49-F238E27FC236}">
                    <a16:creationId xmlns:a16="http://schemas.microsoft.com/office/drawing/2014/main" id="{9DB630D8-CD28-58C5-EEB3-84A9E895D807}"/>
                  </a:ext>
                </a:extLst>
              </p:cNvPr>
              <p:cNvCxnSpPr>
                <a:cxnSpLocks/>
              </p:cNvCxnSpPr>
              <p:nvPr/>
            </p:nvCxnSpPr>
            <p:spPr>
              <a:xfrm>
                <a:off x="8706065" y="725136"/>
                <a:ext cx="0" cy="22387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69" name="直線コネクタ 68">
                <a:extLst>
                  <a:ext uri="{FF2B5EF4-FFF2-40B4-BE49-F238E27FC236}">
                    <a16:creationId xmlns:a16="http://schemas.microsoft.com/office/drawing/2014/main" id="{97DE894E-7300-3A4B-5F3C-BE423A05633D}"/>
                  </a:ext>
                </a:extLst>
              </p:cNvPr>
              <p:cNvCxnSpPr>
                <a:cxnSpLocks/>
              </p:cNvCxnSpPr>
              <p:nvPr/>
            </p:nvCxnSpPr>
            <p:spPr>
              <a:xfrm>
                <a:off x="8653289" y="672403"/>
                <a:ext cx="43248" cy="59906"/>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71" name="直線コネクタ 70">
                <a:extLst>
                  <a:ext uri="{FF2B5EF4-FFF2-40B4-BE49-F238E27FC236}">
                    <a16:creationId xmlns:a16="http://schemas.microsoft.com/office/drawing/2014/main" id="{CB83C264-806D-D17D-68D9-9246F562CD89}"/>
                  </a:ext>
                </a:extLst>
              </p:cNvPr>
              <p:cNvCxnSpPr>
                <a:cxnSpLocks/>
              </p:cNvCxnSpPr>
              <p:nvPr/>
            </p:nvCxnSpPr>
            <p:spPr>
              <a:xfrm flipH="1">
                <a:off x="8712819" y="672399"/>
                <a:ext cx="43248" cy="59906"/>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grpSp>
        <p:cxnSp>
          <p:nvCxnSpPr>
            <p:cNvPr id="111" name="直線コネクタ 110">
              <a:extLst>
                <a:ext uri="{FF2B5EF4-FFF2-40B4-BE49-F238E27FC236}">
                  <a16:creationId xmlns:a16="http://schemas.microsoft.com/office/drawing/2014/main" id="{3BD42010-8E8E-D505-9392-BAC8D7A407DB}"/>
                </a:ext>
              </a:extLst>
            </p:cNvPr>
            <p:cNvCxnSpPr>
              <a:cxnSpLocks/>
            </p:cNvCxnSpPr>
            <p:nvPr/>
          </p:nvCxnSpPr>
          <p:spPr>
            <a:xfrm flipH="1">
              <a:off x="8645440" y="819427"/>
              <a:ext cx="134580" cy="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113" name="直線コネクタ 112">
              <a:extLst>
                <a:ext uri="{FF2B5EF4-FFF2-40B4-BE49-F238E27FC236}">
                  <a16:creationId xmlns:a16="http://schemas.microsoft.com/office/drawing/2014/main" id="{0DABDD6C-447C-E4C7-1B70-E4DA3E7C6141}"/>
                </a:ext>
              </a:extLst>
            </p:cNvPr>
            <p:cNvCxnSpPr>
              <a:cxnSpLocks/>
            </p:cNvCxnSpPr>
            <p:nvPr/>
          </p:nvCxnSpPr>
          <p:spPr>
            <a:xfrm flipH="1">
              <a:off x="8645440" y="925877"/>
              <a:ext cx="134580" cy="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grpSp>
      <p:grpSp>
        <p:nvGrpSpPr>
          <p:cNvPr id="99" name="グループ化 98">
            <a:extLst>
              <a:ext uri="{FF2B5EF4-FFF2-40B4-BE49-F238E27FC236}">
                <a16:creationId xmlns:a16="http://schemas.microsoft.com/office/drawing/2014/main" id="{DE7A8DE9-7CB7-539F-2EF6-22AF49DFB44C}"/>
              </a:ext>
            </a:extLst>
          </p:cNvPr>
          <p:cNvGrpSpPr/>
          <p:nvPr/>
        </p:nvGrpSpPr>
        <p:grpSpPr>
          <a:xfrm>
            <a:off x="3942441" y="2041683"/>
            <a:ext cx="824705" cy="541625"/>
            <a:chOff x="1063284" y="1905266"/>
            <a:chExt cx="2372751" cy="1839424"/>
          </a:xfrm>
        </p:grpSpPr>
        <p:sp>
          <p:nvSpPr>
            <p:cNvPr id="100" name="四角形: 上の 2 つの角を丸める 99">
              <a:extLst>
                <a:ext uri="{FF2B5EF4-FFF2-40B4-BE49-F238E27FC236}">
                  <a16:creationId xmlns:a16="http://schemas.microsoft.com/office/drawing/2014/main" id="{C44D11E1-3204-5955-340E-607D058724AD}"/>
                </a:ext>
              </a:extLst>
            </p:cNvPr>
            <p:cNvSpPr/>
            <p:nvPr/>
          </p:nvSpPr>
          <p:spPr>
            <a:xfrm>
              <a:off x="1063284" y="1905266"/>
              <a:ext cx="2372751" cy="844262"/>
            </a:xfrm>
            <a:prstGeom prst="round2SameRect">
              <a:avLst/>
            </a:prstGeom>
            <a:solidFill>
              <a:schemeClr val="accent6">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1" name="四角形: 上の 2 つの角を丸める 100">
              <a:extLst>
                <a:ext uri="{FF2B5EF4-FFF2-40B4-BE49-F238E27FC236}">
                  <a16:creationId xmlns:a16="http://schemas.microsoft.com/office/drawing/2014/main" id="{3CBA8FF0-4A20-23BB-DD2E-81D3BE7149CD}"/>
                </a:ext>
              </a:extLst>
            </p:cNvPr>
            <p:cNvSpPr/>
            <p:nvPr/>
          </p:nvSpPr>
          <p:spPr>
            <a:xfrm flipV="1">
              <a:off x="1063284" y="2749528"/>
              <a:ext cx="2372751" cy="995162"/>
            </a:xfrm>
            <a:prstGeom prst="round2SameRect">
              <a:avLst>
                <a:gd name="adj1" fmla="val 12104"/>
                <a:gd name="adj2" fmla="val 0"/>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03" name="テキスト ボックス 102">
            <a:extLst>
              <a:ext uri="{FF2B5EF4-FFF2-40B4-BE49-F238E27FC236}">
                <a16:creationId xmlns:a16="http://schemas.microsoft.com/office/drawing/2014/main" id="{7FB897CD-B57D-46A9-7FE1-DB9686C3305B}"/>
              </a:ext>
            </a:extLst>
          </p:cNvPr>
          <p:cNvSpPr txBox="1"/>
          <p:nvPr/>
        </p:nvSpPr>
        <p:spPr>
          <a:xfrm>
            <a:off x="3885873" y="2305352"/>
            <a:ext cx="951142" cy="261610"/>
          </a:xfrm>
          <a:prstGeom prst="rect">
            <a:avLst/>
          </a:prstGeom>
          <a:noFill/>
        </p:spPr>
        <p:txBody>
          <a:bodyPr wrap="square">
            <a:spAutoFit/>
          </a:bodyPr>
          <a:lstStyle/>
          <a:p>
            <a:pPr algn="ctr"/>
            <a:r>
              <a:rPr lang="ja-JP" altLang="en-US" sz="1100">
                <a:solidFill>
                  <a:schemeClr val="accent6"/>
                </a:solidFill>
                <a:latin typeface="原稿用標準書体" panose="03000503000000000000" pitchFamily="66" charset="-128"/>
                <a:ea typeface="原稿用標準書体" panose="03000503000000000000" pitchFamily="66" charset="-128"/>
              </a:rPr>
              <a:t>　　</a:t>
            </a:r>
            <a:r>
              <a:rPr lang="en-US" altLang="ja-JP" sz="1100">
                <a:solidFill>
                  <a:schemeClr val="accent6"/>
                </a:solidFill>
                <a:latin typeface="原稿用標準書体" panose="03000503000000000000" pitchFamily="66" charset="-128"/>
                <a:ea typeface="原稿用標準書体" panose="03000503000000000000" pitchFamily="66" charset="-128"/>
              </a:rPr>
              <a:t>:00</a:t>
            </a:r>
            <a:r>
              <a:rPr lang="ja-JP" altLang="en-US" sz="1100">
                <a:solidFill>
                  <a:schemeClr val="accent6"/>
                </a:solidFill>
                <a:latin typeface="原稿用標準書体" panose="03000503000000000000" pitchFamily="66" charset="-128"/>
                <a:ea typeface="原稿用標準書体" panose="03000503000000000000" pitchFamily="66" charset="-128"/>
              </a:rPr>
              <a:t>ｋ</a:t>
            </a:r>
            <a:endParaRPr kumimoji="1" lang="ja-JP" altLang="en-US" sz="1100">
              <a:solidFill>
                <a:schemeClr val="accent6"/>
              </a:solidFill>
              <a:latin typeface="原稿用標準書体" panose="03000503000000000000" pitchFamily="66" charset="-128"/>
              <a:ea typeface="原稿用標準書体" panose="03000503000000000000" pitchFamily="66" charset="-128"/>
            </a:endParaRPr>
          </a:p>
        </p:txBody>
      </p:sp>
      <p:sp>
        <p:nvSpPr>
          <p:cNvPr id="132" name="四角形: 角を丸くする 131">
            <a:extLst>
              <a:ext uri="{FF2B5EF4-FFF2-40B4-BE49-F238E27FC236}">
                <a16:creationId xmlns:a16="http://schemas.microsoft.com/office/drawing/2014/main" id="{9FBE5261-60E6-C92B-B5DE-6C2AE9CFA40E}"/>
              </a:ext>
            </a:extLst>
          </p:cNvPr>
          <p:cNvSpPr/>
          <p:nvPr/>
        </p:nvSpPr>
        <p:spPr>
          <a:xfrm>
            <a:off x="5801749" y="2042989"/>
            <a:ext cx="533691" cy="533691"/>
          </a:xfrm>
          <a:prstGeom prst="roundRect">
            <a:avLst/>
          </a:prstGeom>
          <a:solidFill>
            <a:schemeClr val="accent6">
              <a:lumMod val="20000"/>
              <a:lumOff val="80000"/>
            </a:schemeClr>
          </a:solid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33" name="グラフィックス 132" descr="ユーザー 単色塗りつぶし">
            <a:extLst>
              <a:ext uri="{FF2B5EF4-FFF2-40B4-BE49-F238E27FC236}">
                <a16:creationId xmlns:a16="http://schemas.microsoft.com/office/drawing/2014/main" id="{F32FEA8D-0F4A-0B23-14BB-2998CFF3AC3B}"/>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5801236" y="2049618"/>
            <a:ext cx="533691" cy="533691"/>
          </a:xfrm>
          <a:prstGeom prst="rect">
            <a:avLst/>
          </a:prstGeom>
        </p:spPr>
      </p:pic>
      <p:grpSp>
        <p:nvGrpSpPr>
          <p:cNvPr id="134" name="グループ化 133">
            <a:extLst>
              <a:ext uri="{FF2B5EF4-FFF2-40B4-BE49-F238E27FC236}">
                <a16:creationId xmlns:a16="http://schemas.microsoft.com/office/drawing/2014/main" id="{878C1569-6F19-1120-097D-BB35E211C921}"/>
              </a:ext>
            </a:extLst>
          </p:cNvPr>
          <p:cNvGrpSpPr/>
          <p:nvPr/>
        </p:nvGrpSpPr>
        <p:grpSpPr>
          <a:xfrm>
            <a:off x="6466490" y="2041683"/>
            <a:ext cx="824705" cy="541625"/>
            <a:chOff x="1063284" y="1905266"/>
            <a:chExt cx="2372751" cy="1839424"/>
          </a:xfrm>
        </p:grpSpPr>
        <p:sp>
          <p:nvSpPr>
            <p:cNvPr id="152" name="四角形: 上の 2 つの角を丸める 151">
              <a:extLst>
                <a:ext uri="{FF2B5EF4-FFF2-40B4-BE49-F238E27FC236}">
                  <a16:creationId xmlns:a16="http://schemas.microsoft.com/office/drawing/2014/main" id="{B67ADB7A-5261-C502-1E7F-6A2F79A376F9}"/>
                </a:ext>
              </a:extLst>
            </p:cNvPr>
            <p:cNvSpPr/>
            <p:nvPr/>
          </p:nvSpPr>
          <p:spPr>
            <a:xfrm>
              <a:off x="1063284" y="1905266"/>
              <a:ext cx="2372751" cy="844262"/>
            </a:xfrm>
            <a:prstGeom prst="round2SameRect">
              <a:avLst/>
            </a:prstGeom>
            <a:solidFill>
              <a:schemeClr val="accent6">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3" name="四角形: 上の 2 つの角を丸める 152">
              <a:extLst>
                <a:ext uri="{FF2B5EF4-FFF2-40B4-BE49-F238E27FC236}">
                  <a16:creationId xmlns:a16="http://schemas.microsoft.com/office/drawing/2014/main" id="{D3B02C15-8CB9-28B4-62A1-D713AA7DEE77}"/>
                </a:ext>
              </a:extLst>
            </p:cNvPr>
            <p:cNvSpPr/>
            <p:nvPr/>
          </p:nvSpPr>
          <p:spPr>
            <a:xfrm flipV="1">
              <a:off x="1063284" y="2749528"/>
              <a:ext cx="2372751" cy="995162"/>
            </a:xfrm>
            <a:prstGeom prst="round2SameRect">
              <a:avLst>
                <a:gd name="adj1" fmla="val 12104"/>
                <a:gd name="adj2" fmla="val 0"/>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36" name="テキスト ボックス 135">
            <a:extLst>
              <a:ext uri="{FF2B5EF4-FFF2-40B4-BE49-F238E27FC236}">
                <a16:creationId xmlns:a16="http://schemas.microsoft.com/office/drawing/2014/main" id="{A5052AC5-B28E-4913-D37C-D2F01B3F3471}"/>
              </a:ext>
            </a:extLst>
          </p:cNvPr>
          <p:cNvSpPr txBox="1"/>
          <p:nvPr/>
        </p:nvSpPr>
        <p:spPr>
          <a:xfrm>
            <a:off x="6437809" y="2297787"/>
            <a:ext cx="716180" cy="261610"/>
          </a:xfrm>
          <a:prstGeom prst="rect">
            <a:avLst/>
          </a:prstGeom>
          <a:noFill/>
        </p:spPr>
        <p:txBody>
          <a:bodyPr wrap="square">
            <a:spAutoFit/>
          </a:bodyPr>
          <a:lstStyle/>
          <a:p>
            <a:r>
              <a:rPr lang="ja-JP" altLang="en-US" sz="1100">
                <a:solidFill>
                  <a:schemeClr val="accent6">
                    <a:lumMod val="75000"/>
                  </a:schemeClr>
                </a:solidFill>
                <a:latin typeface="原稿用標準書体" panose="03000503000000000000" pitchFamily="66" charset="-128"/>
                <a:ea typeface="原稿用標準書体" panose="03000503000000000000" pitchFamily="66" charset="-128"/>
              </a:rPr>
              <a:t>接客中</a:t>
            </a:r>
            <a:endParaRPr kumimoji="1" lang="ja-JP" altLang="en-US" sz="11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nvGrpSpPr>
          <p:cNvPr id="137" name="グループ化 136">
            <a:extLst>
              <a:ext uri="{FF2B5EF4-FFF2-40B4-BE49-F238E27FC236}">
                <a16:creationId xmlns:a16="http://schemas.microsoft.com/office/drawing/2014/main" id="{BD58354F-6ADB-6306-BC0E-68DDD4DA3180}"/>
              </a:ext>
            </a:extLst>
          </p:cNvPr>
          <p:cNvGrpSpPr/>
          <p:nvPr/>
        </p:nvGrpSpPr>
        <p:grpSpPr>
          <a:xfrm>
            <a:off x="7021438" y="2335873"/>
            <a:ext cx="206177" cy="206177"/>
            <a:chOff x="4178990" y="4732529"/>
            <a:chExt cx="914400" cy="914400"/>
          </a:xfrm>
        </p:grpSpPr>
        <p:sp>
          <p:nvSpPr>
            <p:cNvPr id="150" name="楕円 149">
              <a:extLst>
                <a:ext uri="{FF2B5EF4-FFF2-40B4-BE49-F238E27FC236}">
                  <a16:creationId xmlns:a16="http://schemas.microsoft.com/office/drawing/2014/main" id="{6D07A586-550E-9918-3ECE-EEFA8E1F090B}"/>
                </a:ext>
              </a:extLst>
            </p:cNvPr>
            <p:cNvSpPr/>
            <p:nvPr/>
          </p:nvSpPr>
          <p:spPr>
            <a:xfrm>
              <a:off x="4178990" y="4732529"/>
              <a:ext cx="914400" cy="914400"/>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1" name="部分円 150">
              <a:extLst>
                <a:ext uri="{FF2B5EF4-FFF2-40B4-BE49-F238E27FC236}">
                  <a16:creationId xmlns:a16="http://schemas.microsoft.com/office/drawing/2014/main" id="{97C36D0A-CF60-8D21-7912-5AB0B5F958E4}"/>
                </a:ext>
              </a:extLst>
            </p:cNvPr>
            <p:cNvSpPr/>
            <p:nvPr/>
          </p:nvSpPr>
          <p:spPr>
            <a:xfrm>
              <a:off x="4178990" y="4732529"/>
              <a:ext cx="914400" cy="914400"/>
            </a:xfrm>
            <a:prstGeom prst="pi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grpSp>
      <p:grpSp>
        <p:nvGrpSpPr>
          <p:cNvPr id="167" name="グループ化 166">
            <a:extLst>
              <a:ext uri="{FF2B5EF4-FFF2-40B4-BE49-F238E27FC236}">
                <a16:creationId xmlns:a16="http://schemas.microsoft.com/office/drawing/2014/main" id="{21092689-1DB2-0AE2-1A91-999B6187D4FB}"/>
              </a:ext>
            </a:extLst>
          </p:cNvPr>
          <p:cNvGrpSpPr/>
          <p:nvPr/>
        </p:nvGrpSpPr>
        <p:grpSpPr>
          <a:xfrm>
            <a:off x="8949808" y="2041683"/>
            <a:ext cx="824705" cy="541625"/>
            <a:chOff x="1063284" y="1905266"/>
            <a:chExt cx="2372751" cy="1839424"/>
          </a:xfrm>
        </p:grpSpPr>
        <p:sp>
          <p:nvSpPr>
            <p:cNvPr id="185" name="四角形: 上の 2 つの角を丸める 184">
              <a:extLst>
                <a:ext uri="{FF2B5EF4-FFF2-40B4-BE49-F238E27FC236}">
                  <a16:creationId xmlns:a16="http://schemas.microsoft.com/office/drawing/2014/main" id="{BE650ECB-97BC-F0DF-D656-7C504AD2F225}"/>
                </a:ext>
              </a:extLst>
            </p:cNvPr>
            <p:cNvSpPr/>
            <p:nvPr/>
          </p:nvSpPr>
          <p:spPr>
            <a:xfrm>
              <a:off x="1063284" y="1905266"/>
              <a:ext cx="2372751" cy="844262"/>
            </a:xfrm>
            <a:prstGeom prst="round2SameRect">
              <a:avLst/>
            </a:prstGeom>
            <a:solidFill>
              <a:schemeClr val="accent6">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6" name="四角形: 上の 2 つの角を丸める 185">
              <a:extLst>
                <a:ext uri="{FF2B5EF4-FFF2-40B4-BE49-F238E27FC236}">
                  <a16:creationId xmlns:a16="http://schemas.microsoft.com/office/drawing/2014/main" id="{F8F9D134-465B-37C2-0F08-C606488A0D8C}"/>
                </a:ext>
              </a:extLst>
            </p:cNvPr>
            <p:cNvSpPr/>
            <p:nvPr/>
          </p:nvSpPr>
          <p:spPr>
            <a:xfrm flipV="1">
              <a:off x="1063284" y="2749528"/>
              <a:ext cx="2372751" cy="995162"/>
            </a:xfrm>
            <a:prstGeom prst="round2SameRect">
              <a:avLst>
                <a:gd name="adj1" fmla="val 12104"/>
                <a:gd name="adj2" fmla="val 0"/>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69" name="テキスト ボックス 168">
            <a:extLst>
              <a:ext uri="{FF2B5EF4-FFF2-40B4-BE49-F238E27FC236}">
                <a16:creationId xmlns:a16="http://schemas.microsoft.com/office/drawing/2014/main" id="{8E11229E-57E3-C455-8D36-5C03D4B51DD8}"/>
              </a:ext>
            </a:extLst>
          </p:cNvPr>
          <p:cNvSpPr txBox="1"/>
          <p:nvPr/>
        </p:nvSpPr>
        <p:spPr>
          <a:xfrm>
            <a:off x="8921127" y="2297787"/>
            <a:ext cx="716180" cy="261610"/>
          </a:xfrm>
          <a:prstGeom prst="rect">
            <a:avLst/>
          </a:prstGeom>
          <a:noFill/>
        </p:spPr>
        <p:txBody>
          <a:bodyPr wrap="square">
            <a:spAutoFit/>
          </a:bodyPr>
          <a:lstStyle/>
          <a:p>
            <a:r>
              <a:rPr lang="ja-JP" altLang="en-US" sz="1100">
                <a:solidFill>
                  <a:schemeClr val="accent6">
                    <a:lumMod val="75000"/>
                  </a:schemeClr>
                </a:solidFill>
                <a:latin typeface="原稿用標準書体" panose="03000503000000000000" pitchFamily="66" charset="-128"/>
                <a:ea typeface="原稿用標準書体" panose="03000503000000000000" pitchFamily="66" charset="-128"/>
              </a:rPr>
              <a:t>清掃中</a:t>
            </a:r>
            <a:endParaRPr kumimoji="1" lang="ja-JP" altLang="en-US" sz="11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nvGrpSpPr>
          <p:cNvPr id="170" name="グループ化 169">
            <a:extLst>
              <a:ext uri="{FF2B5EF4-FFF2-40B4-BE49-F238E27FC236}">
                <a16:creationId xmlns:a16="http://schemas.microsoft.com/office/drawing/2014/main" id="{03DCC75B-50C3-FCE9-27CE-ADD3D58FE910}"/>
              </a:ext>
            </a:extLst>
          </p:cNvPr>
          <p:cNvGrpSpPr/>
          <p:nvPr/>
        </p:nvGrpSpPr>
        <p:grpSpPr>
          <a:xfrm>
            <a:off x="9504756" y="2335873"/>
            <a:ext cx="206177" cy="206177"/>
            <a:chOff x="4178990" y="4732529"/>
            <a:chExt cx="914400" cy="914400"/>
          </a:xfrm>
        </p:grpSpPr>
        <p:sp>
          <p:nvSpPr>
            <p:cNvPr id="183" name="楕円 182">
              <a:extLst>
                <a:ext uri="{FF2B5EF4-FFF2-40B4-BE49-F238E27FC236}">
                  <a16:creationId xmlns:a16="http://schemas.microsoft.com/office/drawing/2014/main" id="{982C28ED-B1EE-AFCE-A4E9-99479AC4B265}"/>
                </a:ext>
              </a:extLst>
            </p:cNvPr>
            <p:cNvSpPr/>
            <p:nvPr/>
          </p:nvSpPr>
          <p:spPr>
            <a:xfrm>
              <a:off x="4178990" y="4732529"/>
              <a:ext cx="914400" cy="914400"/>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4" name="部分円 183">
              <a:extLst>
                <a:ext uri="{FF2B5EF4-FFF2-40B4-BE49-F238E27FC236}">
                  <a16:creationId xmlns:a16="http://schemas.microsoft.com/office/drawing/2014/main" id="{6EBDE2E8-656E-EAC9-6B5C-8682905A0B45}"/>
                </a:ext>
              </a:extLst>
            </p:cNvPr>
            <p:cNvSpPr/>
            <p:nvPr/>
          </p:nvSpPr>
          <p:spPr>
            <a:xfrm>
              <a:off x="4178990" y="4732529"/>
              <a:ext cx="914400" cy="914400"/>
            </a:xfrm>
            <a:prstGeom prst="pie">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grpSp>
      <p:sp>
        <p:nvSpPr>
          <p:cNvPr id="217" name="テキスト ボックス 216">
            <a:extLst>
              <a:ext uri="{FF2B5EF4-FFF2-40B4-BE49-F238E27FC236}">
                <a16:creationId xmlns:a16="http://schemas.microsoft.com/office/drawing/2014/main" id="{37322FB1-114D-7902-2157-779F7AE3485E}"/>
              </a:ext>
            </a:extLst>
          </p:cNvPr>
          <p:cNvSpPr txBox="1"/>
          <p:nvPr/>
        </p:nvSpPr>
        <p:spPr>
          <a:xfrm>
            <a:off x="3658376" y="4334969"/>
            <a:ext cx="733012" cy="307777"/>
          </a:xfrm>
          <a:prstGeom prst="rect">
            <a:avLst/>
          </a:prstGeom>
          <a:noFill/>
        </p:spPr>
        <p:txBody>
          <a:bodyPr wrap="square">
            <a:spAutoFit/>
          </a:bodyPr>
          <a:lstStyle/>
          <a:p>
            <a:pPr algn="ctr"/>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休憩室</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nvGrpSpPr>
          <p:cNvPr id="219" name="グループ化 218">
            <a:extLst>
              <a:ext uri="{FF2B5EF4-FFF2-40B4-BE49-F238E27FC236}">
                <a16:creationId xmlns:a16="http://schemas.microsoft.com/office/drawing/2014/main" id="{ADE95B2B-A464-92DE-A311-0A209F541CB3}"/>
              </a:ext>
            </a:extLst>
          </p:cNvPr>
          <p:cNvGrpSpPr/>
          <p:nvPr/>
        </p:nvGrpSpPr>
        <p:grpSpPr>
          <a:xfrm>
            <a:off x="3757780" y="4708440"/>
            <a:ext cx="534204" cy="540320"/>
            <a:chOff x="7836685" y="2042989"/>
            <a:chExt cx="534204" cy="540320"/>
          </a:xfrm>
        </p:grpSpPr>
        <p:sp>
          <p:nvSpPr>
            <p:cNvPr id="220" name="四角形: 角を丸くする 219">
              <a:extLst>
                <a:ext uri="{FF2B5EF4-FFF2-40B4-BE49-F238E27FC236}">
                  <a16:creationId xmlns:a16="http://schemas.microsoft.com/office/drawing/2014/main" id="{A8C6DCCD-121A-C9CF-42FD-B8EC51A5BDB9}"/>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221" name="グラフィックス 220" descr="ユーザー 単色塗りつぶし">
              <a:extLst>
                <a:ext uri="{FF2B5EF4-FFF2-40B4-BE49-F238E27FC236}">
                  <a16:creationId xmlns:a16="http://schemas.microsoft.com/office/drawing/2014/main" id="{D8F1CB47-7184-28EE-85DB-5685A2DB1F49}"/>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grpSp>
        <p:nvGrpSpPr>
          <p:cNvPr id="226" name="グループ化 225">
            <a:extLst>
              <a:ext uri="{FF2B5EF4-FFF2-40B4-BE49-F238E27FC236}">
                <a16:creationId xmlns:a16="http://schemas.microsoft.com/office/drawing/2014/main" id="{A7C762BB-6CEE-F296-604E-5233CE14A379}"/>
              </a:ext>
            </a:extLst>
          </p:cNvPr>
          <p:cNvGrpSpPr/>
          <p:nvPr/>
        </p:nvGrpSpPr>
        <p:grpSpPr>
          <a:xfrm>
            <a:off x="3585827" y="4841695"/>
            <a:ext cx="273288" cy="273288"/>
            <a:chOff x="3137958" y="4703845"/>
            <a:chExt cx="273288" cy="273288"/>
          </a:xfrm>
        </p:grpSpPr>
        <p:sp>
          <p:nvSpPr>
            <p:cNvPr id="225" name="楕円 224">
              <a:extLst>
                <a:ext uri="{FF2B5EF4-FFF2-40B4-BE49-F238E27FC236}">
                  <a16:creationId xmlns:a16="http://schemas.microsoft.com/office/drawing/2014/main" id="{2566F955-0A57-EB60-15E7-97C171BCFE69}"/>
                </a:ext>
              </a:extLst>
            </p:cNvPr>
            <p:cNvSpPr/>
            <p:nvPr/>
          </p:nvSpPr>
          <p:spPr>
            <a:xfrm>
              <a:off x="3137958" y="4703845"/>
              <a:ext cx="273288" cy="273288"/>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223" name="グラフィックス 222" descr="感嘆符 単色塗りつぶし">
              <a:extLst>
                <a:ext uri="{FF2B5EF4-FFF2-40B4-BE49-F238E27FC236}">
                  <a16:creationId xmlns:a16="http://schemas.microsoft.com/office/drawing/2014/main" id="{14FC1B0B-F062-912E-90D6-5677B3167DD5}"/>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3160494" y="4728229"/>
              <a:ext cx="224046" cy="224046"/>
            </a:xfrm>
            <a:prstGeom prst="rect">
              <a:avLst/>
            </a:prstGeom>
          </p:spPr>
        </p:pic>
      </p:grpSp>
      <p:sp>
        <p:nvSpPr>
          <p:cNvPr id="228" name="テキスト ボックス 227">
            <a:extLst>
              <a:ext uri="{FF2B5EF4-FFF2-40B4-BE49-F238E27FC236}">
                <a16:creationId xmlns:a16="http://schemas.microsoft.com/office/drawing/2014/main" id="{1501A9C0-A369-0D27-3828-86E9C7E39CBB}"/>
              </a:ext>
            </a:extLst>
          </p:cNvPr>
          <p:cNvSpPr txBox="1"/>
          <p:nvPr/>
        </p:nvSpPr>
        <p:spPr>
          <a:xfrm>
            <a:off x="6177364" y="4334969"/>
            <a:ext cx="733012" cy="307777"/>
          </a:xfrm>
          <a:prstGeom prst="rect">
            <a:avLst/>
          </a:prstGeom>
          <a:noFill/>
        </p:spPr>
        <p:txBody>
          <a:bodyPr wrap="square">
            <a:spAutoFit/>
          </a:bodyPr>
          <a:lstStyle/>
          <a:p>
            <a:pPr algn="ctr"/>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事務室</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230" name="四角形: 角を丸くする 229">
            <a:extLst>
              <a:ext uri="{FF2B5EF4-FFF2-40B4-BE49-F238E27FC236}">
                <a16:creationId xmlns:a16="http://schemas.microsoft.com/office/drawing/2014/main" id="{4B8F8802-EB29-D8EC-38F7-06F06F3A9A06}"/>
              </a:ext>
            </a:extLst>
          </p:cNvPr>
          <p:cNvSpPr/>
          <p:nvPr/>
        </p:nvSpPr>
        <p:spPr>
          <a:xfrm>
            <a:off x="6277280" y="4713035"/>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238" name="グループ化 237">
            <a:extLst>
              <a:ext uri="{FF2B5EF4-FFF2-40B4-BE49-F238E27FC236}">
                <a16:creationId xmlns:a16="http://schemas.microsoft.com/office/drawing/2014/main" id="{3E5C2686-40B8-5FF1-570A-AC2E605DC130}"/>
              </a:ext>
            </a:extLst>
          </p:cNvPr>
          <p:cNvGrpSpPr/>
          <p:nvPr/>
        </p:nvGrpSpPr>
        <p:grpSpPr>
          <a:xfrm>
            <a:off x="6087475" y="4857960"/>
            <a:ext cx="273288" cy="273288"/>
            <a:chOff x="5460401" y="4876340"/>
            <a:chExt cx="273288" cy="273288"/>
          </a:xfrm>
        </p:grpSpPr>
        <p:sp>
          <p:nvSpPr>
            <p:cNvPr id="233" name="楕円 232">
              <a:extLst>
                <a:ext uri="{FF2B5EF4-FFF2-40B4-BE49-F238E27FC236}">
                  <a16:creationId xmlns:a16="http://schemas.microsoft.com/office/drawing/2014/main" id="{24FB909B-D228-D5C7-C5D7-109315CF0A86}"/>
                </a:ext>
              </a:extLst>
            </p:cNvPr>
            <p:cNvSpPr/>
            <p:nvPr/>
          </p:nvSpPr>
          <p:spPr>
            <a:xfrm>
              <a:off x="5460401" y="4876340"/>
              <a:ext cx="273288" cy="273288"/>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37" name="矢印: 上 236">
              <a:extLst>
                <a:ext uri="{FF2B5EF4-FFF2-40B4-BE49-F238E27FC236}">
                  <a16:creationId xmlns:a16="http://schemas.microsoft.com/office/drawing/2014/main" id="{252750D3-7079-72AD-50CB-05D46997E104}"/>
                </a:ext>
              </a:extLst>
            </p:cNvPr>
            <p:cNvSpPr/>
            <p:nvPr/>
          </p:nvSpPr>
          <p:spPr>
            <a:xfrm>
              <a:off x="5515438" y="4914382"/>
              <a:ext cx="163215" cy="197205"/>
            </a:xfrm>
            <a:prstGeom prst="upArrow">
              <a:avLst>
                <a:gd name="adj1" fmla="val 50000"/>
                <a:gd name="adj2" fmla="val 78583"/>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40" name="図 239">
            <a:extLst>
              <a:ext uri="{FF2B5EF4-FFF2-40B4-BE49-F238E27FC236}">
                <a16:creationId xmlns:a16="http://schemas.microsoft.com/office/drawing/2014/main" id="{6552BE01-A240-1453-0BE5-FCF842D0978C}"/>
              </a:ext>
            </a:extLst>
          </p:cNvPr>
          <p:cNvPicPr>
            <a:picLocks noChangeAspect="1"/>
          </p:cNvPicPr>
          <p:nvPr/>
        </p:nvPicPr>
        <p:blipFill>
          <a:blip r:embed="rId14">
            <a:duotone>
              <a:schemeClr val="accent6">
                <a:shade val="45000"/>
                <a:satMod val="135000"/>
              </a:schemeClr>
              <a:prstClr val="white"/>
            </a:duotone>
            <a:extLst>
              <a:ext uri="{28A0092B-C50C-407E-A947-70E740481C1C}">
                <a14:useLocalDpi xmlns:a14="http://schemas.microsoft.com/office/drawing/2010/main" val="0"/>
              </a:ext>
            </a:extLst>
          </a:blip>
          <a:stretch>
            <a:fillRect/>
          </a:stretch>
        </p:blipFill>
        <p:spPr>
          <a:xfrm>
            <a:off x="6269906" y="4656531"/>
            <a:ext cx="578584" cy="578584"/>
          </a:xfrm>
          <a:prstGeom prst="rect">
            <a:avLst/>
          </a:prstGeom>
        </p:spPr>
      </p:pic>
      <p:grpSp>
        <p:nvGrpSpPr>
          <p:cNvPr id="20" name="グループ化 19">
            <a:extLst>
              <a:ext uri="{FF2B5EF4-FFF2-40B4-BE49-F238E27FC236}">
                <a16:creationId xmlns:a16="http://schemas.microsoft.com/office/drawing/2014/main" id="{CDC493AB-FFEA-FA10-DC77-203CC19AA997}"/>
              </a:ext>
            </a:extLst>
          </p:cNvPr>
          <p:cNvGrpSpPr/>
          <p:nvPr/>
        </p:nvGrpSpPr>
        <p:grpSpPr>
          <a:xfrm>
            <a:off x="617274" y="432515"/>
            <a:ext cx="2130007" cy="638703"/>
            <a:chOff x="1157024" y="508715"/>
            <a:chExt cx="2130007" cy="638703"/>
          </a:xfrm>
        </p:grpSpPr>
        <p:sp>
          <p:nvSpPr>
            <p:cNvPr id="25" name="六角形 24">
              <a:extLst>
                <a:ext uri="{FF2B5EF4-FFF2-40B4-BE49-F238E27FC236}">
                  <a16:creationId xmlns:a16="http://schemas.microsoft.com/office/drawing/2014/main" id="{B5BE7A6E-73F4-473F-A63B-AEFE91F8CC2D}"/>
                </a:ext>
              </a:extLst>
            </p:cNvPr>
            <p:cNvSpPr/>
            <p:nvPr/>
          </p:nvSpPr>
          <p:spPr>
            <a:xfrm>
              <a:off x="1157024" y="508715"/>
              <a:ext cx="2130007" cy="638703"/>
            </a:xfrm>
            <a:prstGeom prst="hexagon">
              <a:avLst/>
            </a:prstGeom>
            <a:solidFill>
              <a:schemeClr val="bg1">
                <a:lumMod val="95000"/>
                <a:alpha val="70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27" name="テキスト ボックス 26">
              <a:extLst>
                <a:ext uri="{FF2B5EF4-FFF2-40B4-BE49-F238E27FC236}">
                  <a16:creationId xmlns:a16="http://schemas.microsoft.com/office/drawing/2014/main" id="{EDA8ECE7-89F7-A458-F625-518AE18281DA}"/>
                </a:ext>
              </a:extLst>
            </p:cNvPr>
            <p:cNvSpPr txBox="1"/>
            <p:nvPr/>
          </p:nvSpPr>
          <p:spPr>
            <a:xfrm>
              <a:off x="1873214" y="641390"/>
              <a:ext cx="697627" cy="400110"/>
            </a:xfrm>
            <a:prstGeom prst="rect">
              <a:avLst/>
            </a:prstGeom>
            <a:noFill/>
          </p:spPr>
          <p:txBody>
            <a:bodyPr wrap="none" rtlCol="0">
              <a:spAutoFit/>
            </a:bodyPr>
            <a:lstStyle/>
            <a:p>
              <a:pPr algn="ctr"/>
              <a:r>
                <a:rPr kumimoji="1"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12" name="四角形: 角を丸くする 11">
            <a:extLst>
              <a:ext uri="{FF2B5EF4-FFF2-40B4-BE49-F238E27FC236}">
                <a16:creationId xmlns:a16="http://schemas.microsoft.com/office/drawing/2014/main" id="{E24CA94F-B18A-1533-B118-B9F3F541E78B}"/>
              </a:ext>
            </a:extLst>
          </p:cNvPr>
          <p:cNvSpPr/>
          <p:nvPr/>
        </p:nvSpPr>
        <p:spPr>
          <a:xfrm>
            <a:off x="957524" y="1340441"/>
            <a:ext cx="872826" cy="4071314"/>
          </a:xfrm>
          <a:prstGeom prst="roundRect">
            <a:avLst>
              <a:gd name="adj" fmla="val 50000"/>
            </a:avLst>
          </a:prstGeom>
          <a:solidFill>
            <a:schemeClr val="accent2">
              <a:lumMod val="20000"/>
              <a:lumOff val="80000"/>
            </a:schemeClr>
          </a:solidFill>
          <a:ln>
            <a:solidFill>
              <a:schemeClr val="accent2"/>
            </a:solidFill>
          </a:ln>
          <a:effectLst>
            <a:glow rad="63500">
              <a:schemeClr val="accent2">
                <a:satMod val="175000"/>
                <a:alpha val="4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grpSp>
        <p:nvGrpSpPr>
          <p:cNvPr id="13" name="グループ化 12">
            <a:extLst>
              <a:ext uri="{FF2B5EF4-FFF2-40B4-BE49-F238E27FC236}">
                <a16:creationId xmlns:a16="http://schemas.microsoft.com/office/drawing/2014/main" id="{54AFE4FA-D0A6-8C1F-84CA-EE1A4CFB4B52}"/>
              </a:ext>
            </a:extLst>
          </p:cNvPr>
          <p:cNvGrpSpPr/>
          <p:nvPr/>
        </p:nvGrpSpPr>
        <p:grpSpPr>
          <a:xfrm>
            <a:off x="1177472" y="1526309"/>
            <a:ext cx="432931" cy="437887"/>
            <a:chOff x="7836685" y="2042989"/>
            <a:chExt cx="534204" cy="540320"/>
          </a:xfrm>
        </p:grpSpPr>
        <p:sp>
          <p:nvSpPr>
            <p:cNvPr id="14" name="四角形: 角を丸くする 13">
              <a:extLst>
                <a:ext uri="{FF2B5EF4-FFF2-40B4-BE49-F238E27FC236}">
                  <a16:creationId xmlns:a16="http://schemas.microsoft.com/office/drawing/2014/main" id="{E5EF5238-875F-6B6E-600A-25C1C287CD22}"/>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5" name="グラフィックス 14" descr="ユーザー 単色塗りつぶし">
              <a:extLst>
                <a:ext uri="{FF2B5EF4-FFF2-40B4-BE49-F238E27FC236}">
                  <a16:creationId xmlns:a16="http://schemas.microsoft.com/office/drawing/2014/main" id="{35F6A071-5EC2-0458-36D6-19BC770489D0}"/>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grpSp>
        <p:nvGrpSpPr>
          <p:cNvPr id="16" name="グループ化 15">
            <a:extLst>
              <a:ext uri="{FF2B5EF4-FFF2-40B4-BE49-F238E27FC236}">
                <a16:creationId xmlns:a16="http://schemas.microsoft.com/office/drawing/2014/main" id="{566909EC-9407-E9F9-CCD5-10D4F8B3BE39}"/>
              </a:ext>
            </a:extLst>
          </p:cNvPr>
          <p:cNvGrpSpPr/>
          <p:nvPr/>
        </p:nvGrpSpPr>
        <p:grpSpPr>
          <a:xfrm>
            <a:off x="1177472" y="2069924"/>
            <a:ext cx="432931" cy="437887"/>
            <a:chOff x="7836685" y="2042989"/>
            <a:chExt cx="534204" cy="540320"/>
          </a:xfrm>
        </p:grpSpPr>
        <p:sp>
          <p:nvSpPr>
            <p:cNvPr id="17" name="四角形: 角を丸くする 16">
              <a:extLst>
                <a:ext uri="{FF2B5EF4-FFF2-40B4-BE49-F238E27FC236}">
                  <a16:creationId xmlns:a16="http://schemas.microsoft.com/office/drawing/2014/main" id="{39A7A61D-56F9-D9D5-87AE-61821A23F664}"/>
                </a:ext>
              </a:extLst>
            </p:cNvPr>
            <p:cNvSpPr/>
            <p:nvPr/>
          </p:nvSpPr>
          <p:spPr>
            <a:xfrm>
              <a:off x="7837198" y="2042989"/>
              <a:ext cx="533691" cy="533691"/>
            </a:xfrm>
            <a:prstGeom prst="roundRect">
              <a:avLst/>
            </a:prstGeom>
            <a:noFill/>
            <a:ln w="25400">
              <a:solidFill>
                <a:srgbClr val="FF00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8" name="グラフィックス 17" descr="ユーザー 単色塗りつぶし">
              <a:extLst>
                <a:ext uri="{FF2B5EF4-FFF2-40B4-BE49-F238E27FC236}">
                  <a16:creationId xmlns:a16="http://schemas.microsoft.com/office/drawing/2014/main" id="{FEDF5045-E7E3-B877-163D-82310A423CBA}"/>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grpSp>
        <p:nvGrpSpPr>
          <p:cNvPr id="28" name="グループ化 27">
            <a:extLst>
              <a:ext uri="{FF2B5EF4-FFF2-40B4-BE49-F238E27FC236}">
                <a16:creationId xmlns:a16="http://schemas.microsoft.com/office/drawing/2014/main" id="{DFF5D282-6FF3-661F-9AAC-FC3CEF1FB168}"/>
              </a:ext>
            </a:extLst>
          </p:cNvPr>
          <p:cNvGrpSpPr/>
          <p:nvPr/>
        </p:nvGrpSpPr>
        <p:grpSpPr>
          <a:xfrm>
            <a:off x="1177472" y="2613539"/>
            <a:ext cx="432931" cy="437887"/>
            <a:chOff x="7836685" y="2042989"/>
            <a:chExt cx="534204" cy="540320"/>
          </a:xfrm>
        </p:grpSpPr>
        <p:sp>
          <p:nvSpPr>
            <p:cNvPr id="39" name="四角形: 角を丸くする 38">
              <a:extLst>
                <a:ext uri="{FF2B5EF4-FFF2-40B4-BE49-F238E27FC236}">
                  <a16:creationId xmlns:a16="http://schemas.microsoft.com/office/drawing/2014/main" id="{3FA7186E-A1D0-BC10-18CB-C881790B19D2}"/>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40" name="グラフィックス 39" descr="ユーザー 単色塗りつぶし">
              <a:extLst>
                <a:ext uri="{FF2B5EF4-FFF2-40B4-BE49-F238E27FC236}">
                  <a16:creationId xmlns:a16="http://schemas.microsoft.com/office/drawing/2014/main" id="{0BB9E696-1301-9E5F-FD88-5D04CC89CE17}"/>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grpSp>
        <p:nvGrpSpPr>
          <p:cNvPr id="44" name="グループ化 43">
            <a:extLst>
              <a:ext uri="{FF2B5EF4-FFF2-40B4-BE49-F238E27FC236}">
                <a16:creationId xmlns:a16="http://schemas.microsoft.com/office/drawing/2014/main" id="{B7591C25-6EDF-08A8-7270-FE6149EAC8D1}"/>
              </a:ext>
            </a:extLst>
          </p:cNvPr>
          <p:cNvGrpSpPr/>
          <p:nvPr/>
        </p:nvGrpSpPr>
        <p:grpSpPr>
          <a:xfrm>
            <a:off x="1177472" y="3157154"/>
            <a:ext cx="432931" cy="437887"/>
            <a:chOff x="7836685" y="2042989"/>
            <a:chExt cx="534204" cy="540320"/>
          </a:xfrm>
        </p:grpSpPr>
        <p:sp>
          <p:nvSpPr>
            <p:cNvPr id="45" name="四角形: 角を丸くする 44">
              <a:extLst>
                <a:ext uri="{FF2B5EF4-FFF2-40B4-BE49-F238E27FC236}">
                  <a16:creationId xmlns:a16="http://schemas.microsoft.com/office/drawing/2014/main" id="{90BB3E5E-7C3A-3335-1F7F-9F1A5AD3299F}"/>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46" name="グラフィックス 45" descr="ユーザー 単色塗りつぶし">
              <a:extLst>
                <a:ext uri="{FF2B5EF4-FFF2-40B4-BE49-F238E27FC236}">
                  <a16:creationId xmlns:a16="http://schemas.microsoft.com/office/drawing/2014/main" id="{9387D47B-D188-C711-DF2F-AA05EDD5B2E8}"/>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grpSp>
        <p:nvGrpSpPr>
          <p:cNvPr id="52" name="グループ化 51">
            <a:extLst>
              <a:ext uri="{FF2B5EF4-FFF2-40B4-BE49-F238E27FC236}">
                <a16:creationId xmlns:a16="http://schemas.microsoft.com/office/drawing/2014/main" id="{9A0E60B0-57FF-7858-7C99-F22E7396957A}"/>
              </a:ext>
            </a:extLst>
          </p:cNvPr>
          <p:cNvGrpSpPr/>
          <p:nvPr/>
        </p:nvGrpSpPr>
        <p:grpSpPr>
          <a:xfrm>
            <a:off x="1177472" y="3700769"/>
            <a:ext cx="432931" cy="437887"/>
            <a:chOff x="7836685" y="2042989"/>
            <a:chExt cx="534204" cy="540320"/>
          </a:xfrm>
        </p:grpSpPr>
        <p:sp>
          <p:nvSpPr>
            <p:cNvPr id="54" name="四角形: 角を丸くする 53">
              <a:extLst>
                <a:ext uri="{FF2B5EF4-FFF2-40B4-BE49-F238E27FC236}">
                  <a16:creationId xmlns:a16="http://schemas.microsoft.com/office/drawing/2014/main" id="{E803DF27-E644-643A-E021-F3A02838501D}"/>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55" name="グラフィックス 54" descr="ユーザー 単色塗りつぶし">
              <a:extLst>
                <a:ext uri="{FF2B5EF4-FFF2-40B4-BE49-F238E27FC236}">
                  <a16:creationId xmlns:a16="http://schemas.microsoft.com/office/drawing/2014/main" id="{57FA0CD6-969C-F3C2-F8C1-5A7DEDB64E9E}"/>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grpSp>
        <p:nvGrpSpPr>
          <p:cNvPr id="56" name="グループ化 55">
            <a:extLst>
              <a:ext uri="{FF2B5EF4-FFF2-40B4-BE49-F238E27FC236}">
                <a16:creationId xmlns:a16="http://schemas.microsoft.com/office/drawing/2014/main" id="{E5FD1620-F311-D6A7-E14B-F44E83EEF422}"/>
              </a:ext>
            </a:extLst>
          </p:cNvPr>
          <p:cNvGrpSpPr/>
          <p:nvPr/>
        </p:nvGrpSpPr>
        <p:grpSpPr>
          <a:xfrm>
            <a:off x="1177472" y="4244384"/>
            <a:ext cx="432931" cy="437887"/>
            <a:chOff x="7836685" y="2042989"/>
            <a:chExt cx="534204" cy="540320"/>
          </a:xfrm>
        </p:grpSpPr>
        <p:sp>
          <p:nvSpPr>
            <p:cNvPr id="57" name="四角形: 角を丸くする 56">
              <a:extLst>
                <a:ext uri="{FF2B5EF4-FFF2-40B4-BE49-F238E27FC236}">
                  <a16:creationId xmlns:a16="http://schemas.microsoft.com/office/drawing/2014/main" id="{AC37DE7A-6904-9FAF-0911-738434C07226}"/>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58" name="グラフィックス 57" descr="ユーザー 単色塗りつぶし">
              <a:extLst>
                <a:ext uri="{FF2B5EF4-FFF2-40B4-BE49-F238E27FC236}">
                  <a16:creationId xmlns:a16="http://schemas.microsoft.com/office/drawing/2014/main" id="{B9B0D98E-4217-CBAB-65D6-98EEC84FEEBF}"/>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grpSp>
        <p:nvGrpSpPr>
          <p:cNvPr id="60" name="グループ化 59">
            <a:extLst>
              <a:ext uri="{FF2B5EF4-FFF2-40B4-BE49-F238E27FC236}">
                <a16:creationId xmlns:a16="http://schemas.microsoft.com/office/drawing/2014/main" id="{FF956D38-E3F7-7C37-AA22-5E0E23A6C098}"/>
              </a:ext>
            </a:extLst>
          </p:cNvPr>
          <p:cNvGrpSpPr/>
          <p:nvPr/>
        </p:nvGrpSpPr>
        <p:grpSpPr>
          <a:xfrm>
            <a:off x="1177472" y="4788000"/>
            <a:ext cx="432931" cy="437887"/>
            <a:chOff x="7836685" y="2042989"/>
            <a:chExt cx="534204" cy="540320"/>
          </a:xfrm>
        </p:grpSpPr>
        <p:sp>
          <p:nvSpPr>
            <p:cNvPr id="61" name="四角形: 角を丸くする 60">
              <a:extLst>
                <a:ext uri="{FF2B5EF4-FFF2-40B4-BE49-F238E27FC236}">
                  <a16:creationId xmlns:a16="http://schemas.microsoft.com/office/drawing/2014/main" id="{3B779C90-7017-11C1-BE14-CA44DA48329B}"/>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62" name="グラフィックス 61" descr="ユーザー 単色塗りつぶし">
              <a:extLst>
                <a:ext uri="{FF2B5EF4-FFF2-40B4-BE49-F238E27FC236}">
                  <a16:creationId xmlns:a16="http://schemas.microsoft.com/office/drawing/2014/main" id="{D17FDA62-F575-DEFE-7F16-A7070C6916F0}"/>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grpSp>
        <p:nvGrpSpPr>
          <p:cNvPr id="66" name="グループ化 65">
            <a:extLst>
              <a:ext uri="{FF2B5EF4-FFF2-40B4-BE49-F238E27FC236}">
                <a16:creationId xmlns:a16="http://schemas.microsoft.com/office/drawing/2014/main" id="{FF13EA6B-B159-C775-080B-DD43E7B595C9}"/>
              </a:ext>
            </a:extLst>
          </p:cNvPr>
          <p:cNvGrpSpPr/>
          <p:nvPr/>
        </p:nvGrpSpPr>
        <p:grpSpPr>
          <a:xfrm>
            <a:off x="8280370" y="2055022"/>
            <a:ext cx="534204" cy="540320"/>
            <a:chOff x="7836685" y="2042989"/>
            <a:chExt cx="534204" cy="540320"/>
          </a:xfrm>
        </p:grpSpPr>
        <p:sp>
          <p:nvSpPr>
            <p:cNvPr id="67" name="四角形: 角を丸くする 66">
              <a:extLst>
                <a:ext uri="{FF2B5EF4-FFF2-40B4-BE49-F238E27FC236}">
                  <a16:creationId xmlns:a16="http://schemas.microsoft.com/office/drawing/2014/main" id="{E788CD16-51E1-6EBF-C9FD-E54983E54594}"/>
                </a:ext>
              </a:extLst>
            </p:cNvPr>
            <p:cNvSpPr/>
            <p:nvPr/>
          </p:nvSpPr>
          <p:spPr>
            <a:xfrm>
              <a:off x="7837198" y="2042989"/>
              <a:ext cx="533691" cy="533691"/>
            </a:xfrm>
            <a:prstGeom prst="roundRect">
              <a:avLst/>
            </a:prstGeom>
            <a:solidFill>
              <a:schemeClr val="accent6">
                <a:lumMod val="20000"/>
                <a:lumOff val="80000"/>
              </a:schemeClr>
            </a:solid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68" name="グラフィックス 67" descr="ユーザー 単色塗りつぶし">
              <a:extLst>
                <a:ext uri="{FF2B5EF4-FFF2-40B4-BE49-F238E27FC236}">
                  <a16:creationId xmlns:a16="http://schemas.microsoft.com/office/drawing/2014/main" id="{887F3FD7-7EA8-186A-D4D7-90A8852699AC}"/>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sp>
        <p:nvSpPr>
          <p:cNvPr id="78" name="テキスト ボックス 77">
            <a:extLst>
              <a:ext uri="{FF2B5EF4-FFF2-40B4-BE49-F238E27FC236}">
                <a16:creationId xmlns:a16="http://schemas.microsoft.com/office/drawing/2014/main" id="{299C1BE6-54CF-9789-C3D2-3F9737C0D0F0}"/>
              </a:ext>
            </a:extLst>
          </p:cNvPr>
          <p:cNvSpPr txBox="1"/>
          <p:nvPr/>
        </p:nvSpPr>
        <p:spPr>
          <a:xfrm>
            <a:off x="3875496" y="2025372"/>
            <a:ext cx="983294" cy="261610"/>
          </a:xfrm>
          <a:prstGeom prst="rect">
            <a:avLst/>
          </a:prstGeom>
          <a:noFill/>
        </p:spPr>
        <p:txBody>
          <a:bodyPr wrap="square">
            <a:spAutoFit/>
          </a:bodyPr>
          <a:lstStyle/>
          <a:p>
            <a:pPr algn="ctr"/>
            <a:r>
              <a:rPr lang="ja-JP" altLang="en-US" sz="1100">
                <a:solidFill>
                  <a:schemeClr val="bg1">
                    <a:lumMod val="95000"/>
                  </a:schemeClr>
                </a:solidFill>
                <a:latin typeface="原稿用標準書体" panose="03000503000000000000" pitchFamily="66" charset="-128"/>
                <a:ea typeface="原稿用標準書体" panose="03000503000000000000" pitchFamily="66" charset="-128"/>
              </a:rPr>
              <a:t>　　</a:t>
            </a:r>
            <a:r>
              <a:rPr lang="en-US" altLang="ja-JP" sz="1100">
                <a:solidFill>
                  <a:schemeClr val="bg1">
                    <a:lumMod val="95000"/>
                  </a:schemeClr>
                </a:solidFill>
                <a:latin typeface="原稿用標準書体" panose="03000503000000000000" pitchFamily="66" charset="-128"/>
                <a:ea typeface="原稿用標準書体" panose="03000503000000000000" pitchFamily="66" charset="-128"/>
              </a:rPr>
              <a:t>:00</a:t>
            </a:r>
            <a:r>
              <a:rPr lang="ja-JP" altLang="en-US" sz="1100">
                <a:solidFill>
                  <a:schemeClr val="bg1">
                    <a:lumMod val="95000"/>
                  </a:schemeClr>
                </a:solidFill>
                <a:latin typeface="原稿用標準書体" panose="03000503000000000000" pitchFamily="66" charset="-128"/>
                <a:ea typeface="原稿用標準書体" panose="03000503000000000000" pitchFamily="66" charset="-128"/>
              </a:rPr>
              <a:t>ｋ</a:t>
            </a:r>
          </a:p>
        </p:txBody>
      </p:sp>
      <p:sp>
        <p:nvSpPr>
          <p:cNvPr id="165" name="四角形: 角を丸くする 164">
            <a:extLst>
              <a:ext uri="{FF2B5EF4-FFF2-40B4-BE49-F238E27FC236}">
                <a16:creationId xmlns:a16="http://schemas.microsoft.com/office/drawing/2014/main" id="{49A5F622-FB2D-1FAB-3783-D3260E5DBA78}"/>
              </a:ext>
            </a:extLst>
          </p:cNvPr>
          <p:cNvSpPr/>
          <p:nvPr/>
        </p:nvSpPr>
        <p:spPr>
          <a:xfrm>
            <a:off x="3284237" y="2061663"/>
            <a:ext cx="533691" cy="533691"/>
          </a:xfrm>
          <a:prstGeom prst="roundRect">
            <a:avLst/>
          </a:prstGeom>
          <a:solidFill>
            <a:schemeClr val="bg1">
              <a:lumMod val="95000"/>
            </a:schemeClr>
          </a:solidFill>
          <a:ln w="25400">
            <a:solidFill>
              <a:srgbClr val="FF00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2" name="二等辺三角形 111">
            <a:extLst>
              <a:ext uri="{FF2B5EF4-FFF2-40B4-BE49-F238E27FC236}">
                <a16:creationId xmlns:a16="http://schemas.microsoft.com/office/drawing/2014/main" id="{33818A31-E3AC-9843-9FBE-DCA5AB38393C}"/>
              </a:ext>
            </a:extLst>
          </p:cNvPr>
          <p:cNvSpPr/>
          <p:nvPr/>
        </p:nvSpPr>
        <p:spPr>
          <a:xfrm rot="5400000">
            <a:off x="986908" y="2226946"/>
            <a:ext cx="314726" cy="156072"/>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44" name="図 143">
            <a:extLst>
              <a:ext uri="{FF2B5EF4-FFF2-40B4-BE49-F238E27FC236}">
                <a16:creationId xmlns:a16="http://schemas.microsoft.com/office/drawing/2014/main" id="{87DDA20F-0C8F-CFAF-5560-E72FA1948D1E}"/>
              </a:ext>
            </a:extLst>
          </p:cNvPr>
          <p:cNvPicPr>
            <a:picLocks noChangeAspect="1"/>
          </p:cNvPicPr>
          <p:nvPr/>
        </p:nvPicPr>
        <p:blipFill>
          <a:blip r:embed="rId15">
            <a:extLst>
              <a:ext uri="{28A0092B-C50C-407E-A947-70E740481C1C}">
                <a14:useLocalDpi xmlns:a14="http://schemas.microsoft.com/office/drawing/2010/main" val="0"/>
              </a:ext>
            </a:extLst>
          </a:blip>
          <a:stretch>
            <a:fillRect/>
          </a:stretch>
        </p:blipFill>
        <p:spPr>
          <a:xfrm>
            <a:off x="3901077" y="790611"/>
            <a:ext cx="144197" cy="143015"/>
          </a:xfrm>
          <a:prstGeom prst="rect">
            <a:avLst/>
          </a:prstGeom>
        </p:spPr>
      </p:pic>
      <p:sp>
        <p:nvSpPr>
          <p:cNvPr id="154" name="テキスト ボックス 153">
            <a:extLst>
              <a:ext uri="{FF2B5EF4-FFF2-40B4-BE49-F238E27FC236}">
                <a16:creationId xmlns:a16="http://schemas.microsoft.com/office/drawing/2014/main" id="{37DCE9B1-2BB6-47DA-332C-FDE9874A0E40}"/>
              </a:ext>
            </a:extLst>
          </p:cNvPr>
          <p:cNvSpPr txBox="1"/>
          <p:nvPr/>
        </p:nvSpPr>
        <p:spPr>
          <a:xfrm>
            <a:off x="3247404" y="2194024"/>
            <a:ext cx="627453" cy="276999"/>
          </a:xfrm>
          <a:prstGeom prst="rect">
            <a:avLst/>
          </a:prstGeom>
          <a:noFill/>
        </p:spPr>
        <p:txBody>
          <a:bodyPr wrap="square">
            <a:spAutoFit/>
          </a:bodyPr>
          <a:lstStyle/>
          <a:p>
            <a:pPr algn="ctr"/>
            <a:r>
              <a:rPr lang="ja-JP" altLang="en-US" sz="1200">
                <a:solidFill>
                  <a:srgbClr val="FF00FF"/>
                </a:solidFill>
                <a:latin typeface="原稿用標準書体" panose="03000503000000000000" pitchFamily="66" charset="-128"/>
                <a:ea typeface="原稿用標準書体" panose="03000503000000000000" pitchFamily="66" charset="-128"/>
              </a:rPr>
              <a:t>配置</a:t>
            </a:r>
            <a:endParaRPr kumimoji="1" lang="ja-JP" altLang="en-US" sz="1200">
              <a:solidFill>
                <a:srgbClr val="FF00FF"/>
              </a:solidFill>
              <a:latin typeface="原稿用標準書体" panose="03000503000000000000" pitchFamily="66" charset="-128"/>
              <a:ea typeface="原稿用標準書体" panose="03000503000000000000" pitchFamily="66" charset="-128"/>
            </a:endParaRPr>
          </a:p>
        </p:txBody>
      </p:sp>
      <p:sp>
        <p:nvSpPr>
          <p:cNvPr id="155" name="矢印: 下 154">
            <a:extLst>
              <a:ext uri="{FF2B5EF4-FFF2-40B4-BE49-F238E27FC236}">
                <a16:creationId xmlns:a16="http://schemas.microsoft.com/office/drawing/2014/main" id="{DC096781-3263-7682-ABEC-DF0843AC4318}"/>
              </a:ext>
            </a:extLst>
          </p:cNvPr>
          <p:cNvSpPr/>
          <p:nvPr/>
        </p:nvSpPr>
        <p:spPr>
          <a:xfrm rot="16200000">
            <a:off x="2963476" y="2125493"/>
            <a:ext cx="373231" cy="411013"/>
          </a:xfrm>
          <a:prstGeom prst="downArrow">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8" name="四角形: 角を丸くする 147">
            <a:extLst>
              <a:ext uri="{FF2B5EF4-FFF2-40B4-BE49-F238E27FC236}">
                <a16:creationId xmlns:a16="http://schemas.microsoft.com/office/drawing/2014/main" id="{9F15A6EB-5AB1-A450-105F-A4B8CA07305A}"/>
              </a:ext>
            </a:extLst>
          </p:cNvPr>
          <p:cNvSpPr/>
          <p:nvPr/>
        </p:nvSpPr>
        <p:spPr>
          <a:xfrm>
            <a:off x="2478149" y="1604230"/>
            <a:ext cx="581645" cy="1080843"/>
          </a:xfrm>
          <a:prstGeom prst="roundRect">
            <a:avLst/>
          </a:prstGeom>
          <a:solidFill>
            <a:schemeClr val="bg1">
              <a:lumMod val="95000"/>
            </a:schemeClr>
          </a:solidFill>
          <a:ln>
            <a:solidFill>
              <a:srgbClr val="FF00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56" name="グループ化 155">
            <a:extLst>
              <a:ext uri="{FF2B5EF4-FFF2-40B4-BE49-F238E27FC236}">
                <a16:creationId xmlns:a16="http://schemas.microsoft.com/office/drawing/2014/main" id="{E3152635-A38B-765A-EAF9-D085ED426725}"/>
              </a:ext>
            </a:extLst>
          </p:cNvPr>
          <p:cNvGrpSpPr/>
          <p:nvPr/>
        </p:nvGrpSpPr>
        <p:grpSpPr>
          <a:xfrm>
            <a:off x="2549664" y="1687834"/>
            <a:ext cx="432931" cy="437887"/>
            <a:chOff x="7836685" y="2042989"/>
            <a:chExt cx="534204" cy="540320"/>
          </a:xfrm>
        </p:grpSpPr>
        <p:sp>
          <p:nvSpPr>
            <p:cNvPr id="157" name="四角形: 角を丸くする 156">
              <a:extLst>
                <a:ext uri="{FF2B5EF4-FFF2-40B4-BE49-F238E27FC236}">
                  <a16:creationId xmlns:a16="http://schemas.microsoft.com/office/drawing/2014/main" id="{749252C9-E81F-2CC6-736D-2C4E7DAD9AC3}"/>
                </a:ext>
              </a:extLst>
            </p:cNvPr>
            <p:cNvSpPr/>
            <p:nvPr/>
          </p:nvSpPr>
          <p:spPr>
            <a:xfrm>
              <a:off x="7837198" y="2042989"/>
              <a:ext cx="533691" cy="533691"/>
            </a:xfrm>
            <a:prstGeom prst="roundRect">
              <a:avLst/>
            </a:prstGeom>
            <a:solidFill>
              <a:schemeClr val="accent2">
                <a:lumMod val="20000"/>
                <a:lumOff val="80000"/>
              </a:schemeClr>
            </a:solidFill>
            <a:ln w="25400">
              <a:solidFill>
                <a:srgbClr val="FF00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58" name="グラフィックス 157" descr="ユーザー 単色塗りつぶし">
              <a:extLst>
                <a:ext uri="{FF2B5EF4-FFF2-40B4-BE49-F238E27FC236}">
                  <a16:creationId xmlns:a16="http://schemas.microsoft.com/office/drawing/2014/main" id="{01E32077-0061-D99F-A8D7-0DA0B91DDFCB}"/>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pic>
        <p:nvPicPr>
          <p:cNvPr id="162" name="図 161">
            <a:extLst>
              <a:ext uri="{FF2B5EF4-FFF2-40B4-BE49-F238E27FC236}">
                <a16:creationId xmlns:a16="http://schemas.microsoft.com/office/drawing/2014/main" id="{C362275B-E610-433F-6C5A-7D0EFC1FBA4D}"/>
              </a:ext>
            </a:extLst>
          </p:cNvPr>
          <p:cNvPicPr>
            <a:picLocks noChangeAspect="1"/>
          </p:cNvPicPr>
          <p:nvPr/>
        </p:nvPicPr>
        <p:blipFill>
          <a:blip r:embed="rId15">
            <a:biLevel thresh="25000"/>
            <a:extLst>
              <a:ext uri="{28A0092B-C50C-407E-A947-70E740481C1C}">
                <a14:useLocalDpi xmlns:a14="http://schemas.microsoft.com/office/drawing/2010/main" val="0"/>
              </a:ext>
            </a:extLst>
          </a:blip>
          <a:stretch>
            <a:fillRect/>
          </a:stretch>
        </p:blipFill>
        <p:spPr>
          <a:xfrm>
            <a:off x="4084271" y="2074567"/>
            <a:ext cx="181874" cy="180383"/>
          </a:xfrm>
          <a:prstGeom prst="rect">
            <a:avLst/>
          </a:prstGeom>
        </p:spPr>
      </p:pic>
      <p:pic>
        <p:nvPicPr>
          <p:cNvPr id="171" name="図 170">
            <a:extLst>
              <a:ext uri="{FF2B5EF4-FFF2-40B4-BE49-F238E27FC236}">
                <a16:creationId xmlns:a16="http://schemas.microsoft.com/office/drawing/2014/main" id="{CD655E10-D3CA-6A80-EBFD-29BC2A9B4A7D}"/>
              </a:ext>
            </a:extLst>
          </p:cNvPr>
          <p:cNvPicPr>
            <a:picLocks noChangeAspect="1"/>
          </p:cNvPicPr>
          <p:nvPr/>
        </p:nvPicPr>
        <p:blipFill>
          <a:blip r:embed="rId16">
            <a:extLst>
              <a:ext uri="{28A0092B-C50C-407E-A947-70E740481C1C}">
                <a14:useLocalDpi xmlns:a14="http://schemas.microsoft.com/office/drawing/2010/main" val="0"/>
              </a:ext>
            </a:extLst>
          </a:blip>
          <a:stretch>
            <a:fillRect/>
          </a:stretch>
        </p:blipFill>
        <p:spPr>
          <a:xfrm>
            <a:off x="4101558" y="2327858"/>
            <a:ext cx="161612" cy="202955"/>
          </a:xfrm>
          <a:prstGeom prst="rect">
            <a:avLst/>
          </a:prstGeom>
        </p:spPr>
      </p:pic>
      <p:sp>
        <p:nvSpPr>
          <p:cNvPr id="175" name="テキスト ボックス 174">
            <a:extLst>
              <a:ext uri="{FF2B5EF4-FFF2-40B4-BE49-F238E27FC236}">
                <a16:creationId xmlns:a16="http://schemas.microsoft.com/office/drawing/2014/main" id="{04805F06-018D-E3C6-B06A-8C48FC95A17C}"/>
              </a:ext>
            </a:extLst>
          </p:cNvPr>
          <p:cNvSpPr txBox="1"/>
          <p:nvPr/>
        </p:nvSpPr>
        <p:spPr>
          <a:xfrm>
            <a:off x="2424661" y="2179183"/>
            <a:ext cx="693075" cy="246221"/>
          </a:xfrm>
          <a:prstGeom prst="rect">
            <a:avLst/>
          </a:prstGeom>
          <a:noFill/>
        </p:spPr>
        <p:txBody>
          <a:bodyPr wrap="square">
            <a:spAutoFit/>
          </a:bodyPr>
          <a:lstStyle/>
          <a:p>
            <a:pPr algn="ctr"/>
            <a:r>
              <a:rPr lang="ja-JP" altLang="en-US" sz="1000">
                <a:solidFill>
                  <a:schemeClr val="accent6"/>
                </a:solidFill>
                <a:latin typeface="原稿用標準書体" panose="03000503000000000000" pitchFamily="66" charset="-128"/>
                <a:ea typeface="原稿用標準書体" panose="03000503000000000000" pitchFamily="66" charset="-128"/>
              </a:rPr>
              <a:t>相性</a:t>
            </a:r>
            <a:r>
              <a:rPr lang="ja-JP" altLang="en-US" sz="1000">
                <a:solidFill>
                  <a:srgbClr val="FF00FF"/>
                </a:solidFill>
                <a:latin typeface="原稿用標準書体" panose="03000503000000000000" pitchFamily="66" charset="-128"/>
                <a:ea typeface="原稿用標準書体" panose="03000503000000000000" pitchFamily="66" charset="-128"/>
              </a:rPr>
              <a:t>○</a:t>
            </a:r>
            <a:endParaRPr kumimoji="1" lang="ja-JP" altLang="en-US" sz="1000">
              <a:solidFill>
                <a:srgbClr val="FF00FF"/>
              </a:solidFill>
              <a:latin typeface="原稿用標準書体" panose="03000503000000000000" pitchFamily="66" charset="-128"/>
              <a:ea typeface="原稿用標準書体" panose="03000503000000000000" pitchFamily="66" charset="-128"/>
            </a:endParaRPr>
          </a:p>
        </p:txBody>
      </p:sp>
      <p:sp>
        <p:nvSpPr>
          <p:cNvPr id="177" name="テキスト ボックス 176">
            <a:extLst>
              <a:ext uri="{FF2B5EF4-FFF2-40B4-BE49-F238E27FC236}">
                <a16:creationId xmlns:a16="http://schemas.microsoft.com/office/drawing/2014/main" id="{B465EF08-CF9B-D267-637F-EF2F9121404D}"/>
              </a:ext>
            </a:extLst>
          </p:cNvPr>
          <p:cNvSpPr txBox="1"/>
          <p:nvPr/>
        </p:nvSpPr>
        <p:spPr>
          <a:xfrm>
            <a:off x="2424661" y="2367999"/>
            <a:ext cx="693075" cy="246221"/>
          </a:xfrm>
          <a:prstGeom prst="rect">
            <a:avLst/>
          </a:prstGeom>
          <a:noFill/>
        </p:spPr>
        <p:txBody>
          <a:bodyPr wrap="square">
            <a:spAutoFit/>
          </a:bodyPr>
          <a:lstStyle/>
          <a:p>
            <a:pPr algn="ctr"/>
            <a:r>
              <a:rPr kumimoji="1" lang="ja-JP" altLang="en-US" sz="1000">
                <a:solidFill>
                  <a:schemeClr val="accent6"/>
                </a:solidFill>
                <a:latin typeface="原稿用標準書体" panose="03000503000000000000" pitchFamily="66" charset="-128"/>
                <a:ea typeface="原稿用標準書体" panose="03000503000000000000" pitchFamily="66" charset="-128"/>
              </a:rPr>
              <a:t>報酬</a:t>
            </a:r>
            <a:r>
              <a:rPr kumimoji="1" lang="en-US" altLang="ja-JP" sz="1000">
                <a:solidFill>
                  <a:srgbClr val="FF00FF"/>
                </a:solidFill>
                <a:latin typeface="原稿用標準書体" panose="03000503000000000000" pitchFamily="66" charset="-128"/>
                <a:ea typeface="原稿用標準書体" panose="03000503000000000000" pitchFamily="66" charset="-128"/>
              </a:rPr>
              <a:t>1.5</a:t>
            </a:r>
            <a:endParaRPr kumimoji="1" lang="ja-JP" altLang="en-US" sz="1000">
              <a:solidFill>
                <a:srgbClr val="FF00FF"/>
              </a:solidFill>
              <a:latin typeface="原稿用標準書体" panose="03000503000000000000" pitchFamily="66" charset="-128"/>
              <a:ea typeface="原稿用標準書体" panose="03000503000000000000" pitchFamily="66" charset="-128"/>
            </a:endParaRPr>
          </a:p>
        </p:txBody>
      </p:sp>
      <p:sp>
        <p:nvSpPr>
          <p:cNvPr id="215" name="テキスト ボックス 214">
            <a:extLst>
              <a:ext uri="{FF2B5EF4-FFF2-40B4-BE49-F238E27FC236}">
                <a16:creationId xmlns:a16="http://schemas.microsoft.com/office/drawing/2014/main" id="{EFE1D1BC-9423-A358-3696-06C6DD9DDA99}"/>
              </a:ext>
            </a:extLst>
          </p:cNvPr>
          <p:cNvSpPr txBox="1"/>
          <p:nvPr/>
        </p:nvSpPr>
        <p:spPr>
          <a:xfrm>
            <a:off x="6389042" y="2029762"/>
            <a:ext cx="983294" cy="261610"/>
          </a:xfrm>
          <a:prstGeom prst="rect">
            <a:avLst/>
          </a:prstGeom>
          <a:noFill/>
        </p:spPr>
        <p:txBody>
          <a:bodyPr wrap="square">
            <a:spAutoFit/>
          </a:bodyPr>
          <a:lstStyle/>
          <a:p>
            <a:pPr algn="ctr"/>
            <a:r>
              <a:rPr lang="ja-JP" altLang="en-US" sz="1100">
                <a:solidFill>
                  <a:schemeClr val="bg1">
                    <a:lumMod val="95000"/>
                  </a:schemeClr>
                </a:solidFill>
                <a:latin typeface="原稿用標準書体" panose="03000503000000000000" pitchFamily="66" charset="-128"/>
                <a:ea typeface="原稿用標準書体" panose="03000503000000000000" pitchFamily="66" charset="-128"/>
              </a:rPr>
              <a:t>報酬</a:t>
            </a:r>
            <a:r>
              <a:rPr lang="en-US" altLang="ja-JP" sz="1100">
                <a:solidFill>
                  <a:schemeClr val="bg1">
                    <a:lumMod val="95000"/>
                  </a:schemeClr>
                </a:solidFill>
                <a:latin typeface="原稿用標準書体" panose="03000503000000000000" pitchFamily="66" charset="-128"/>
                <a:ea typeface="原稿用標準書体" panose="03000503000000000000" pitchFamily="66" charset="-128"/>
              </a:rPr>
              <a:t>×1</a:t>
            </a:r>
            <a:endParaRPr lang="ja-JP" altLang="en-US" sz="110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222" name="テキスト ボックス 221">
            <a:extLst>
              <a:ext uri="{FF2B5EF4-FFF2-40B4-BE49-F238E27FC236}">
                <a16:creationId xmlns:a16="http://schemas.microsoft.com/office/drawing/2014/main" id="{E0F556DB-8765-EC1A-CDDD-ACED781C69EF}"/>
              </a:ext>
            </a:extLst>
          </p:cNvPr>
          <p:cNvSpPr txBox="1"/>
          <p:nvPr/>
        </p:nvSpPr>
        <p:spPr>
          <a:xfrm>
            <a:off x="8881110" y="2023191"/>
            <a:ext cx="983294" cy="261610"/>
          </a:xfrm>
          <a:prstGeom prst="rect">
            <a:avLst/>
          </a:prstGeom>
          <a:noFill/>
        </p:spPr>
        <p:txBody>
          <a:bodyPr wrap="square">
            <a:spAutoFit/>
          </a:bodyPr>
          <a:lstStyle/>
          <a:p>
            <a:pPr algn="ctr"/>
            <a:r>
              <a:rPr lang="ja-JP" altLang="en-US" sz="1100">
                <a:solidFill>
                  <a:schemeClr val="bg1">
                    <a:lumMod val="95000"/>
                  </a:schemeClr>
                </a:solidFill>
                <a:latin typeface="原稿用標準書体" panose="03000503000000000000" pitchFamily="66" charset="-128"/>
                <a:ea typeface="原稿用標準書体" panose="03000503000000000000" pitchFamily="66" charset="-128"/>
              </a:rPr>
              <a:t>報酬</a:t>
            </a:r>
            <a:r>
              <a:rPr lang="en-US" altLang="ja-JP" sz="1100">
                <a:solidFill>
                  <a:schemeClr val="bg1">
                    <a:lumMod val="95000"/>
                  </a:schemeClr>
                </a:solidFill>
                <a:latin typeface="原稿用標準書体" panose="03000503000000000000" pitchFamily="66" charset="-128"/>
                <a:ea typeface="原稿用標準書体" panose="03000503000000000000" pitchFamily="66" charset="-128"/>
              </a:rPr>
              <a:t>×2</a:t>
            </a:r>
            <a:endParaRPr lang="ja-JP" altLang="en-US" sz="110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224" name="グループ化 223">
            <a:extLst>
              <a:ext uri="{FF2B5EF4-FFF2-40B4-BE49-F238E27FC236}">
                <a16:creationId xmlns:a16="http://schemas.microsoft.com/office/drawing/2014/main" id="{3E6775F9-B061-D415-8609-E2B39079F2D4}"/>
              </a:ext>
            </a:extLst>
          </p:cNvPr>
          <p:cNvGrpSpPr/>
          <p:nvPr/>
        </p:nvGrpSpPr>
        <p:grpSpPr>
          <a:xfrm>
            <a:off x="3904535" y="3376234"/>
            <a:ext cx="824705" cy="541625"/>
            <a:chOff x="1063284" y="1905266"/>
            <a:chExt cx="2372751" cy="1839424"/>
          </a:xfrm>
        </p:grpSpPr>
        <p:sp>
          <p:nvSpPr>
            <p:cNvPr id="227" name="四角形: 上の 2 つの角を丸める 226">
              <a:extLst>
                <a:ext uri="{FF2B5EF4-FFF2-40B4-BE49-F238E27FC236}">
                  <a16:creationId xmlns:a16="http://schemas.microsoft.com/office/drawing/2014/main" id="{F3676B3D-4920-D7D7-9EA3-642A84C616CF}"/>
                </a:ext>
              </a:extLst>
            </p:cNvPr>
            <p:cNvSpPr/>
            <p:nvPr/>
          </p:nvSpPr>
          <p:spPr>
            <a:xfrm>
              <a:off x="1063284" y="1905266"/>
              <a:ext cx="2372751" cy="844262"/>
            </a:xfrm>
            <a:prstGeom prst="round2SameRect">
              <a:avLst/>
            </a:prstGeom>
            <a:solidFill>
              <a:schemeClr val="accent6">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9" name="四角形: 上の 2 つの角を丸める 228">
              <a:extLst>
                <a:ext uri="{FF2B5EF4-FFF2-40B4-BE49-F238E27FC236}">
                  <a16:creationId xmlns:a16="http://schemas.microsoft.com/office/drawing/2014/main" id="{278C3C31-0493-3833-8519-4ECB67D196CE}"/>
                </a:ext>
              </a:extLst>
            </p:cNvPr>
            <p:cNvSpPr/>
            <p:nvPr/>
          </p:nvSpPr>
          <p:spPr>
            <a:xfrm flipV="1">
              <a:off x="1063284" y="2749528"/>
              <a:ext cx="2372751" cy="995162"/>
            </a:xfrm>
            <a:prstGeom prst="round2SameRect">
              <a:avLst>
                <a:gd name="adj1" fmla="val 12104"/>
                <a:gd name="adj2" fmla="val 0"/>
              </a:avLst>
            </a:prstGeom>
            <a:solidFill>
              <a:schemeClr val="accent3">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231" name="テキスト ボックス 230">
            <a:extLst>
              <a:ext uri="{FF2B5EF4-FFF2-40B4-BE49-F238E27FC236}">
                <a16:creationId xmlns:a16="http://schemas.microsoft.com/office/drawing/2014/main" id="{8855040C-37AC-3D48-3DF3-631C235CD992}"/>
              </a:ext>
            </a:extLst>
          </p:cNvPr>
          <p:cNvSpPr txBox="1"/>
          <p:nvPr/>
        </p:nvSpPr>
        <p:spPr>
          <a:xfrm>
            <a:off x="3969164" y="3632338"/>
            <a:ext cx="716180" cy="261610"/>
          </a:xfrm>
          <a:prstGeom prst="rect">
            <a:avLst/>
          </a:prstGeom>
          <a:noFill/>
        </p:spPr>
        <p:txBody>
          <a:bodyPr wrap="square">
            <a:spAutoFit/>
          </a:bodyPr>
          <a:lstStyle/>
          <a:p>
            <a:r>
              <a:rPr lang="ja-JP" altLang="en-US" sz="1100">
                <a:solidFill>
                  <a:schemeClr val="accent6">
                    <a:lumMod val="75000"/>
                  </a:schemeClr>
                </a:solidFill>
                <a:latin typeface="原稿用標準書体" panose="03000503000000000000" pitchFamily="66" charset="-128"/>
                <a:ea typeface="原稿用標準書体" panose="03000503000000000000" pitchFamily="66" charset="-128"/>
              </a:rPr>
              <a:t>完了</a:t>
            </a:r>
            <a:endParaRPr kumimoji="1" lang="ja-JP" altLang="en-US" sz="11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234" name="楕円 233">
            <a:extLst>
              <a:ext uri="{FF2B5EF4-FFF2-40B4-BE49-F238E27FC236}">
                <a16:creationId xmlns:a16="http://schemas.microsoft.com/office/drawing/2014/main" id="{E9F152BF-96B6-7738-7D9F-DEB92EF4DADD}"/>
              </a:ext>
            </a:extLst>
          </p:cNvPr>
          <p:cNvSpPr/>
          <p:nvPr/>
        </p:nvSpPr>
        <p:spPr>
          <a:xfrm>
            <a:off x="4459483" y="3670424"/>
            <a:ext cx="206177" cy="206177"/>
          </a:xfrm>
          <a:prstGeom prst="ellipse">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236" name="グループ化 235">
            <a:extLst>
              <a:ext uri="{FF2B5EF4-FFF2-40B4-BE49-F238E27FC236}">
                <a16:creationId xmlns:a16="http://schemas.microsoft.com/office/drawing/2014/main" id="{5D4DBB9F-494E-371C-57BF-174A92480077}"/>
              </a:ext>
            </a:extLst>
          </p:cNvPr>
          <p:cNvGrpSpPr/>
          <p:nvPr/>
        </p:nvGrpSpPr>
        <p:grpSpPr>
          <a:xfrm>
            <a:off x="3235097" y="3389573"/>
            <a:ext cx="534204" cy="540320"/>
            <a:chOff x="7836685" y="2042989"/>
            <a:chExt cx="534204" cy="540320"/>
          </a:xfrm>
        </p:grpSpPr>
        <p:sp>
          <p:nvSpPr>
            <p:cNvPr id="239" name="四角形: 角を丸くする 238">
              <a:extLst>
                <a:ext uri="{FF2B5EF4-FFF2-40B4-BE49-F238E27FC236}">
                  <a16:creationId xmlns:a16="http://schemas.microsoft.com/office/drawing/2014/main" id="{C0334DEB-5B5F-60B1-CE2C-57628231E746}"/>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241" name="グラフィックス 240" descr="ユーザー 単色塗りつぶし">
              <a:extLst>
                <a:ext uri="{FF2B5EF4-FFF2-40B4-BE49-F238E27FC236}">
                  <a16:creationId xmlns:a16="http://schemas.microsoft.com/office/drawing/2014/main" id="{1FF6E8C9-AE25-BDA5-FFE1-AD2605C2050D}"/>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sp>
        <p:nvSpPr>
          <p:cNvPr id="242" name="テキスト ボックス 241">
            <a:extLst>
              <a:ext uri="{FF2B5EF4-FFF2-40B4-BE49-F238E27FC236}">
                <a16:creationId xmlns:a16="http://schemas.microsoft.com/office/drawing/2014/main" id="{02FE168F-F05B-C8EA-4C5A-0B373F872BB8}"/>
              </a:ext>
            </a:extLst>
          </p:cNvPr>
          <p:cNvSpPr txBox="1"/>
          <p:nvPr/>
        </p:nvSpPr>
        <p:spPr>
          <a:xfrm>
            <a:off x="3835837" y="3357742"/>
            <a:ext cx="983294" cy="261610"/>
          </a:xfrm>
          <a:prstGeom prst="rect">
            <a:avLst/>
          </a:prstGeom>
          <a:noFill/>
        </p:spPr>
        <p:txBody>
          <a:bodyPr wrap="square">
            <a:spAutoFit/>
          </a:bodyPr>
          <a:lstStyle/>
          <a:p>
            <a:pPr algn="ctr"/>
            <a:r>
              <a:rPr lang="ja-JP" altLang="en-US" sz="1100">
                <a:solidFill>
                  <a:schemeClr val="bg1">
                    <a:lumMod val="95000"/>
                  </a:schemeClr>
                </a:solidFill>
                <a:latin typeface="原稿用標準書体" panose="03000503000000000000" pitchFamily="66" charset="-128"/>
                <a:ea typeface="原稿用標準書体" panose="03000503000000000000" pitchFamily="66" charset="-128"/>
              </a:rPr>
              <a:t>報酬</a:t>
            </a:r>
            <a:r>
              <a:rPr lang="en-US" altLang="ja-JP" sz="1100">
                <a:solidFill>
                  <a:schemeClr val="bg1">
                    <a:lumMod val="95000"/>
                  </a:schemeClr>
                </a:solidFill>
                <a:latin typeface="原稿用標準書体" panose="03000503000000000000" pitchFamily="66" charset="-128"/>
                <a:ea typeface="原稿用標準書体" panose="03000503000000000000" pitchFamily="66" charset="-128"/>
              </a:rPr>
              <a:t>×2</a:t>
            </a:r>
            <a:endParaRPr lang="ja-JP" altLang="en-US" sz="110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252" name="グループ化 251">
            <a:extLst>
              <a:ext uri="{FF2B5EF4-FFF2-40B4-BE49-F238E27FC236}">
                <a16:creationId xmlns:a16="http://schemas.microsoft.com/office/drawing/2014/main" id="{10D5652E-72BA-60A3-BB9F-4FF0178F95EA}"/>
              </a:ext>
            </a:extLst>
          </p:cNvPr>
          <p:cNvGrpSpPr/>
          <p:nvPr/>
        </p:nvGrpSpPr>
        <p:grpSpPr>
          <a:xfrm>
            <a:off x="3224645" y="3401380"/>
            <a:ext cx="670951" cy="484314"/>
            <a:chOff x="3313545" y="3382330"/>
            <a:chExt cx="670951" cy="484314"/>
          </a:xfrm>
        </p:grpSpPr>
        <p:grpSp>
          <p:nvGrpSpPr>
            <p:cNvPr id="243" name="グループ化 242">
              <a:extLst>
                <a:ext uri="{FF2B5EF4-FFF2-40B4-BE49-F238E27FC236}">
                  <a16:creationId xmlns:a16="http://schemas.microsoft.com/office/drawing/2014/main" id="{7D7B1C10-337F-CC0F-BDAD-A2A7A6CD883D}"/>
                </a:ext>
              </a:extLst>
            </p:cNvPr>
            <p:cNvGrpSpPr/>
            <p:nvPr/>
          </p:nvGrpSpPr>
          <p:grpSpPr>
            <a:xfrm>
              <a:off x="3313545" y="3382330"/>
              <a:ext cx="670951" cy="484314"/>
              <a:chOff x="5312656" y="1998287"/>
              <a:chExt cx="670951" cy="484314"/>
            </a:xfrm>
          </p:grpSpPr>
          <p:sp>
            <p:nvSpPr>
              <p:cNvPr id="244" name="吹き出し: 角を丸めた四角形 243">
                <a:extLst>
                  <a:ext uri="{FF2B5EF4-FFF2-40B4-BE49-F238E27FC236}">
                    <a16:creationId xmlns:a16="http://schemas.microsoft.com/office/drawing/2014/main" id="{6100F795-915D-E0F7-1059-D4D8E4766FED}"/>
                  </a:ext>
                </a:extLst>
              </p:cNvPr>
              <p:cNvSpPr/>
              <p:nvPr/>
            </p:nvSpPr>
            <p:spPr>
              <a:xfrm>
                <a:off x="5312656" y="2220991"/>
                <a:ext cx="620865" cy="261610"/>
              </a:xfrm>
              <a:prstGeom prst="wedgeRoundRectCallout">
                <a:avLst>
                  <a:gd name="adj1" fmla="val 85535"/>
                  <a:gd name="adj2" fmla="val 16382"/>
                  <a:gd name="adj3" fmla="val 16667"/>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5" name="四角形: 上の 2 つの角を丸める 244">
                <a:extLst>
                  <a:ext uri="{FF2B5EF4-FFF2-40B4-BE49-F238E27FC236}">
                    <a16:creationId xmlns:a16="http://schemas.microsoft.com/office/drawing/2014/main" id="{989EF2DF-0D6D-EBDD-56EB-1F426D919FC0}"/>
                  </a:ext>
                </a:extLst>
              </p:cNvPr>
              <p:cNvSpPr/>
              <p:nvPr/>
            </p:nvSpPr>
            <p:spPr>
              <a:xfrm>
                <a:off x="5318467" y="2013988"/>
                <a:ext cx="609242" cy="224910"/>
              </a:xfrm>
              <a:prstGeom prst="round2SameRect">
                <a:avLst>
                  <a:gd name="adj1" fmla="val 12104"/>
                  <a:gd name="adj2" fmla="val 0"/>
                </a:avLst>
              </a:prstGeom>
              <a:solidFill>
                <a:srgbClr val="CC6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6" name="テキスト ボックス 245">
                <a:extLst>
                  <a:ext uri="{FF2B5EF4-FFF2-40B4-BE49-F238E27FC236}">
                    <a16:creationId xmlns:a16="http://schemas.microsoft.com/office/drawing/2014/main" id="{88780093-7A2F-EBE7-9DD0-F211CFADFB98}"/>
                  </a:ext>
                </a:extLst>
              </p:cNvPr>
              <p:cNvSpPr txBox="1"/>
              <p:nvPr/>
            </p:nvSpPr>
            <p:spPr>
              <a:xfrm>
                <a:off x="5424775" y="1998287"/>
                <a:ext cx="558832" cy="230832"/>
              </a:xfrm>
              <a:prstGeom prst="rect">
                <a:avLst/>
              </a:prstGeom>
              <a:noFill/>
            </p:spPr>
            <p:txBody>
              <a:bodyPr wrap="square">
                <a:spAutoFit/>
              </a:bodyPr>
              <a:lstStyle/>
              <a:p>
                <a:pPr algn="ctr"/>
                <a:r>
                  <a:rPr lang="ja-JP" altLang="en-US" sz="900">
                    <a:solidFill>
                      <a:schemeClr val="bg1">
                        <a:lumMod val="95000"/>
                      </a:schemeClr>
                    </a:solidFill>
                    <a:latin typeface="原稿用標準書体" panose="03000503000000000000" pitchFamily="66" charset="-128"/>
                    <a:ea typeface="原稿用標準書体" panose="03000503000000000000" pitchFamily="66" charset="-128"/>
                  </a:rPr>
                  <a:t>＋</a:t>
                </a:r>
                <a:r>
                  <a:rPr lang="en-US" altLang="ja-JP" sz="900">
                    <a:solidFill>
                      <a:schemeClr val="bg1">
                        <a:lumMod val="95000"/>
                      </a:schemeClr>
                    </a:solidFill>
                    <a:latin typeface="原稿用標準書体" panose="03000503000000000000" pitchFamily="66" charset="-128"/>
                    <a:ea typeface="原稿用標準書体" panose="03000503000000000000" pitchFamily="66" charset="-128"/>
                  </a:rPr>
                  <a:t>00k</a:t>
                </a:r>
                <a:endParaRPr kumimoji="1" lang="ja-JP" altLang="en-US" sz="900">
                  <a:solidFill>
                    <a:schemeClr val="bg1">
                      <a:lumMod val="95000"/>
                    </a:schemeClr>
                  </a:solidFill>
                  <a:latin typeface="原稿用標準書体" panose="03000503000000000000" pitchFamily="66" charset="-128"/>
                  <a:ea typeface="原稿用標準書体" panose="03000503000000000000" pitchFamily="66" charset="-128"/>
                </a:endParaRPr>
              </a:p>
            </p:txBody>
          </p:sp>
          <p:pic>
            <p:nvPicPr>
              <p:cNvPr id="247" name="図 246">
                <a:extLst>
                  <a:ext uri="{FF2B5EF4-FFF2-40B4-BE49-F238E27FC236}">
                    <a16:creationId xmlns:a16="http://schemas.microsoft.com/office/drawing/2014/main" id="{42BA58F7-6021-9B84-80D3-710DE59B85CC}"/>
                  </a:ext>
                </a:extLst>
              </p:cNvPr>
              <p:cNvPicPr>
                <a:picLocks noChangeAspect="1"/>
              </p:cNvPicPr>
              <p:nvPr/>
            </p:nvPicPr>
            <p:blipFill>
              <a:blip r:embed="rId15">
                <a:biLevel thresh="25000"/>
                <a:extLst>
                  <a:ext uri="{28A0092B-C50C-407E-A947-70E740481C1C}">
                    <a14:useLocalDpi xmlns:a14="http://schemas.microsoft.com/office/drawing/2010/main" val="0"/>
                  </a:ext>
                </a:extLst>
              </a:blip>
              <a:stretch>
                <a:fillRect/>
              </a:stretch>
            </p:blipFill>
            <p:spPr>
              <a:xfrm>
                <a:off x="5368729" y="2034874"/>
                <a:ext cx="191289" cy="189721"/>
              </a:xfrm>
              <a:prstGeom prst="rect">
                <a:avLst/>
              </a:prstGeom>
            </p:spPr>
          </p:pic>
        </p:grpSp>
        <p:pic>
          <p:nvPicPr>
            <p:cNvPr id="249" name="図 248">
              <a:extLst>
                <a:ext uri="{FF2B5EF4-FFF2-40B4-BE49-F238E27FC236}">
                  <a16:creationId xmlns:a16="http://schemas.microsoft.com/office/drawing/2014/main" id="{6263E96D-D493-07F5-E317-29FC5BA866A5}"/>
                </a:ext>
              </a:extLst>
            </p:cNvPr>
            <p:cNvPicPr>
              <a:picLocks noChangeAspect="1"/>
            </p:cNvPicPr>
            <p:nvPr/>
          </p:nvPicPr>
          <p:blipFill>
            <a:blip r:embed="rId16">
              <a:extLst>
                <a:ext uri="{28A0092B-C50C-407E-A947-70E740481C1C}">
                  <a14:useLocalDpi xmlns:a14="http://schemas.microsoft.com/office/drawing/2010/main" val="0"/>
                </a:ext>
              </a:extLst>
            </a:blip>
            <a:stretch>
              <a:fillRect/>
            </a:stretch>
          </p:blipFill>
          <p:spPr>
            <a:xfrm>
              <a:off x="3409752" y="3664074"/>
              <a:ext cx="134683" cy="169137"/>
            </a:xfrm>
            <a:prstGeom prst="rect">
              <a:avLst/>
            </a:prstGeom>
          </p:spPr>
        </p:pic>
        <p:sp>
          <p:nvSpPr>
            <p:cNvPr id="251" name="テキスト ボックス 250">
              <a:extLst>
                <a:ext uri="{FF2B5EF4-FFF2-40B4-BE49-F238E27FC236}">
                  <a16:creationId xmlns:a16="http://schemas.microsoft.com/office/drawing/2014/main" id="{2E67AFD9-3F2D-8DB7-94A7-3F1061FFF497}"/>
                </a:ext>
              </a:extLst>
            </p:cNvPr>
            <p:cNvSpPr txBox="1"/>
            <p:nvPr/>
          </p:nvSpPr>
          <p:spPr>
            <a:xfrm>
              <a:off x="3425664" y="3617280"/>
              <a:ext cx="558832" cy="230832"/>
            </a:xfrm>
            <a:prstGeom prst="rect">
              <a:avLst/>
            </a:prstGeom>
            <a:noFill/>
          </p:spPr>
          <p:txBody>
            <a:bodyPr wrap="square">
              <a:spAutoFit/>
            </a:bodyPr>
            <a:lstStyle/>
            <a:p>
              <a:pPr algn="ctr"/>
              <a:r>
                <a:rPr lang="ja-JP" altLang="en-US" sz="900">
                  <a:solidFill>
                    <a:schemeClr val="accent6"/>
                  </a:solidFill>
                  <a:latin typeface="原稿用標準書体" panose="03000503000000000000" pitchFamily="66" charset="-128"/>
                  <a:ea typeface="原稿用標準書体" panose="03000503000000000000" pitchFamily="66" charset="-128"/>
                </a:rPr>
                <a:t>＋</a:t>
              </a:r>
              <a:r>
                <a:rPr lang="en-US" altLang="ja-JP" sz="900">
                  <a:solidFill>
                    <a:schemeClr val="accent6"/>
                  </a:solidFill>
                  <a:latin typeface="原稿用標準書体" panose="03000503000000000000" pitchFamily="66" charset="-128"/>
                  <a:ea typeface="原稿用標準書体" panose="03000503000000000000" pitchFamily="66" charset="-128"/>
                </a:rPr>
                <a:t>00k</a:t>
              </a:r>
              <a:endParaRPr kumimoji="1" lang="ja-JP" altLang="en-US" sz="900">
                <a:solidFill>
                  <a:schemeClr val="accent6"/>
                </a:solidFill>
                <a:latin typeface="原稿用標準書体" panose="03000503000000000000" pitchFamily="66" charset="-128"/>
                <a:ea typeface="原稿用標準書体" panose="03000503000000000000" pitchFamily="66" charset="-128"/>
              </a:endParaRPr>
            </a:p>
          </p:txBody>
        </p:sp>
      </p:grpSp>
      <p:pic>
        <p:nvPicPr>
          <p:cNvPr id="254" name="グラフィックス 253" descr="チェック マーク 単色塗りつぶし">
            <a:extLst>
              <a:ext uri="{FF2B5EF4-FFF2-40B4-BE49-F238E27FC236}">
                <a16:creationId xmlns:a16="http://schemas.microsoft.com/office/drawing/2014/main" id="{2E797FAD-E52E-9CDA-1142-69DF8D2AF83A}"/>
              </a:ext>
            </a:extLst>
          </p:cNvPr>
          <p:cNvPicPr>
            <a:picLocks noChangeAspect="1"/>
          </p:cNvPicPr>
          <p:nvPr/>
        </p:nvPicPr>
        <p:blipFill>
          <a:blip>
            <a:extLst>
              <a:ext uri="{96DAC541-7B7A-43D3-8B79-37D633B846F1}">
                <asvg:svgBlip xmlns:asvg="http://schemas.microsoft.com/office/drawing/2016/SVG/main" r:embed="rId17"/>
              </a:ext>
            </a:extLst>
          </a:blip>
          <a:stretch>
            <a:fillRect/>
          </a:stretch>
        </p:blipFill>
        <p:spPr>
          <a:xfrm>
            <a:off x="4487713" y="3709884"/>
            <a:ext cx="145836" cy="145836"/>
          </a:xfrm>
          <a:prstGeom prst="rect">
            <a:avLst/>
          </a:prstGeom>
        </p:spPr>
      </p:pic>
      <p:sp>
        <p:nvSpPr>
          <p:cNvPr id="63" name="四角形: 上の 2 つの角を丸める 62">
            <a:extLst>
              <a:ext uri="{FF2B5EF4-FFF2-40B4-BE49-F238E27FC236}">
                <a16:creationId xmlns:a16="http://schemas.microsoft.com/office/drawing/2014/main" id="{340F1164-A5FE-4E46-A3A6-B1DB73725033}"/>
              </a:ext>
            </a:extLst>
          </p:cNvPr>
          <p:cNvSpPr/>
          <p:nvPr/>
        </p:nvSpPr>
        <p:spPr>
          <a:xfrm>
            <a:off x="3118457" y="1616094"/>
            <a:ext cx="1822662" cy="369346"/>
          </a:xfrm>
          <a:prstGeom prst="round2SameRect">
            <a:avLst>
              <a:gd name="adj1" fmla="val 49508"/>
              <a:gd name="adj2" fmla="val 0"/>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77" name="テキスト ボックス 76">
            <a:extLst>
              <a:ext uri="{FF2B5EF4-FFF2-40B4-BE49-F238E27FC236}">
                <a16:creationId xmlns:a16="http://schemas.microsoft.com/office/drawing/2014/main" id="{9C8B0D0C-7A4D-99C5-51DB-D7CA2A9BDE2C}"/>
              </a:ext>
            </a:extLst>
          </p:cNvPr>
          <p:cNvSpPr txBox="1"/>
          <p:nvPr/>
        </p:nvSpPr>
        <p:spPr>
          <a:xfrm>
            <a:off x="3013396" y="1623323"/>
            <a:ext cx="733012" cy="338554"/>
          </a:xfrm>
          <a:prstGeom prst="rect">
            <a:avLst/>
          </a:prstGeom>
          <a:noFill/>
        </p:spPr>
        <p:txBody>
          <a:bodyPr wrap="square">
            <a:spAutoFit/>
          </a:bodyPr>
          <a:lstStyle/>
          <a:p>
            <a:pPr algn="ctr"/>
            <a:r>
              <a:rPr lang="en-US" altLang="ja-JP" sz="1400">
                <a:solidFill>
                  <a:schemeClr val="accent6">
                    <a:lumMod val="75000"/>
                  </a:schemeClr>
                </a:solidFill>
                <a:latin typeface="原稿用標準書体" panose="03000503000000000000" pitchFamily="66" charset="-128"/>
                <a:ea typeface="原稿用標準書体" panose="03000503000000000000" pitchFamily="66" charset="-128"/>
              </a:rPr>
              <a:t>Lv</a:t>
            </a:r>
            <a:r>
              <a:rPr lang="en-US" altLang="ja-JP" sz="1600">
                <a:solidFill>
                  <a:schemeClr val="accent6">
                    <a:lumMod val="75000"/>
                  </a:schemeClr>
                </a:solidFill>
                <a:latin typeface="原稿用標準書体" panose="03000503000000000000" pitchFamily="66" charset="-128"/>
                <a:ea typeface="原稿用標準書体" panose="03000503000000000000" pitchFamily="66" charset="-128"/>
              </a:rPr>
              <a:t>0</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95" name="テキスト ボックス 94">
            <a:extLst>
              <a:ext uri="{FF2B5EF4-FFF2-40B4-BE49-F238E27FC236}">
                <a16:creationId xmlns:a16="http://schemas.microsoft.com/office/drawing/2014/main" id="{FE173C31-7146-17BF-75C5-C75735C5AF95}"/>
              </a:ext>
            </a:extLst>
          </p:cNvPr>
          <p:cNvSpPr txBox="1"/>
          <p:nvPr/>
        </p:nvSpPr>
        <p:spPr>
          <a:xfrm>
            <a:off x="4109582" y="1638712"/>
            <a:ext cx="733012" cy="307777"/>
          </a:xfrm>
          <a:prstGeom prst="rect">
            <a:avLst/>
          </a:prstGeom>
          <a:noFill/>
        </p:spPr>
        <p:txBody>
          <a:bodyPr wrap="square">
            <a:spAutoFit/>
          </a:bodyPr>
          <a:lstStyle/>
          <a:p>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部屋名</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65" name="四角形: 上の 2 つの角を丸める 64">
            <a:extLst>
              <a:ext uri="{FF2B5EF4-FFF2-40B4-BE49-F238E27FC236}">
                <a16:creationId xmlns:a16="http://schemas.microsoft.com/office/drawing/2014/main" id="{54FEB7BF-266D-70B4-A921-BA0FCEB50DBC}"/>
              </a:ext>
            </a:extLst>
          </p:cNvPr>
          <p:cNvSpPr/>
          <p:nvPr/>
        </p:nvSpPr>
        <p:spPr>
          <a:xfrm>
            <a:off x="5622983" y="1590860"/>
            <a:ext cx="1822662" cy="369346"/>
          </a:xfrm>
          <a:prstGeom prst="round2SameRect">
            <a:avLst>
              <a:gd name="adj1" fmla="val 49508"/>
              <a:gd name="adj2" fmla="val 0"/>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73" name="テキスト ボックス 72">
            <a:extLst>
              <a:ext uri="{FF2B5EF4-FFF2-40B4-BE49-F238E27FC236}">
                <a16:creationId xmlns:a16="http://schemas.microsoft.com/office/drawing/2014/main" id="{94F7A1A2-C5E2-7B0D-3390-2DA045502D45}"/>
              </a:ext>
            </a:extLst>
          </p:cNvPr>
          <p:cNvSpPr txBox="1"/>
          <p:nvPr/>
        </p:nvSpPr>
        <p:spPr>
          <a:xfrm>
            <a:off x="5517922" y="1598089"/>
            <a:ext cx="733012" cy="338554"/>
          </a:xfrm>
          <a:prstGeom prst="rect">
            <a:avLst/>
          </a:prstGeom>
          <a:noFill/>
        </p:spPr>
        <p:txBody>
          <a:bodyPr wrap="square">
            <a:spAutoFit/>
          </a:bodyPr>
          <a:lstStyle/>
          <a:p>
            <a:pPr algn="ctr"/>
            <a:r>
              <a:rPr lang="en-US" altLang="ja-JP" sz="1400">
                <a:solidFill>
                  <a:schemeClr val="accent6">
                    <a:lumMod val="75000"/>
                  </a:schemeClr>
                </a:solidFill>
                <a:latin typeface="原稿用標準書体" panose="03000503000000000000" pitchFamily="66" charset="-128"/>
                <a:ea typeface="原稿用標準書体" panose="03000503000000000000" pitchFamily="66" charset="-128"/>
              </a:rPr>
              <a:t>Lv</a:t>
            </a:r>
            <a:r>
              <a:rPr lang="en-US" altLang="ja-JP" sz="1600">
                <a:solidFill>
                  <a:schemeClr val="accent6">
                    <a:lumMod val="75000"/>
                  </a:schemeClr>
                </a:solidFill>
                <a:latin typeface="原稿用標準書体" panose="03000503000000000000" pitchFamily="66" charset="-128"/>
                <a:ea typeface="原稿用標準書体" panose="03000503000000000000" pitchFamily="66" charset="-128"/>
              </a:rPr>
              <a:t>0</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80" name="テキスト ボックス 79">
            <a:extLst>
              <a:ext uri="{FF2B5EF4-FFF2-40B4-BE49-F238E27FC236}">
                <a16:creationId xmlns:a16="http://schemas.microsoft.com/office/drawing/2014/main" id="{1C905C95-1AB4-D2ED-A875-C8BEF5E13909}"/>
              </a:ext>
            </a:extLst>
          </p:cNvPr>
          <p:cNvSpPr txBox="1"/>
          <p:nvPr/>
        </p:nvSpPr>
        <p:spPr>
          <a:xfrm>
            <a:off x="6614108" y="1613478"/>
            <a:ext cx="733012" cy="307777"/>
          </a:xfrm>
          <a:prstGeom prst="rect">
            <a:avLst/>
          </a:prstGeom>
          <a:noFill/>
        </p:spPr>
        <p:txBody>
          <a:bodyPr wrap="square">
            <a:spAutoFit/>
          </a:bodyPr>
          <a:lstStyle/>
          <a:p>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部屋名</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83" name="四角形: 上の 2 つの角を丸める 82">
            <a:extLst>
              <a:ext uri="{FF2B5EF4-FFF2-40B4-BE49-F238E27FC236}">
                <a16:creationId xmlns:a16="http://schemas.microsoft.com/office/drawing/2014/main" id="{09408EA9-753B-B4F7-9A4F-504E40619E75}"/>
              </a:ext>
            </a:extLst>
          </p:cNvPr>
          <p:cNvSpPr/>
          <p:nvPr/>
        </p:nvSpPr>
        <p:spPr>
          <a:xfrm>
            <a:off x="8158179" y="1594480"/>
            <a:ext cx="1822662" cy="369346"/>
          </a:xfrm>
          <a:prstGeom prst="round2SameRect">
            <a:avLst>
              <a:gd name="adj1" fmla="val 49508"/>
              <a:gd name="adj2" fmla="val 0"/>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86" name="テキスト ボックス 85">
            <a:extLst>
              <a:ext uri="{FF2B5EF4-FFF2-40B4-BE49-F238E27FC236}">
                <a16:creationId xmlns:a16="http://schemas.microsoft.com/office/drawing/2014/main" id="{70E57B27-5209-9F06-3AA7-81FE6528D3E7}"/>
              </a:ext>
            </a:extLst>
          </p:cNvPr>
          <p:cNvSpPr txBox="1"/>
          <p:nvPr/>
        </p:nvSpPr>
        <p:spPr>
          <a:xfrm>
            <a:off x="8053118" y="1601709"/>
            <a:ext cx="733012" cy="338554"/>
          </a:xfrm>
          <a:prstGeom prst="rect">
            <a:avLst/>
          </a:prstGeom>
          <a:noFill/>
        </p:spPr>
        <p:txBody>
          <a:bodyPr wrap="square">
            <a:spAutoFit/>
          </a:bodyPr>
          <a:lstStyle/>
          <a:p>
            <a:pPr algn="ctr"/>
            <a:r>
              <a:rPr lang="en-US" altLang="ja-JP" sz="1400">
                <a:solidFill>
                  <a:schemeClr val="accent6">
                    <a:lumMod val="75000"/>
                  </a:schemeClr>
                </a:solidFill>
                <a:latin typeface="原稿用標準書体" panose="03000503000000000000" pitchFamily="66" charset="-128"/>
                <a:ea typeface="原稿用標準書体" panose="03000503000000000000" pitchFamily="66" charset="-128"/>
              </a:rPr>
              <a:t>Lv</a:t>
            </a:r>
            <a:r>
              <a:rPr lang="en-US" altLang="ja-JP" sz="1600">
                <a:solidFill>
                  <a:schemeClr val="accent6">
                    <a:lumMod val="75000"/>
                  </a:schemeClr>
                </a:solidFill>
                <a:latin typeface="原稿用標準書体" panose="03000503000000000000" pitchFamily="66" charset="-128"/>
                <a:ea typeface="原稿用標準書体" panose="03000503000000000000" pitchFamily="66" charset="-128"/>
              </a:rPr>
              <a:t>0</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90" name="テキスト ボックス 89">
            <a:extLst>
              <a:ext uri="{FF2B5EF4-FFF2-40B4-BE49-F238E27FC236}">
                <a16:creationId xmlns:a16="http://schemas.microsoft.com/office/drawing/2014/main" id="{50A6F4E9-2D65-6CA6-6F6E-29B3A563542B}"/>
              </a:ext>
            </a:extLst>
          </p:cNvPr>
          <p:cNvSpPr txBox="1"/>
          <p:nvPr/>
        </p:nvSpPr>
        <p:spPr>
          <a:xfrm>
            <a:off x="9149304" y="1617098"/>
            <a:ext cx="733012" cy="307777"/>
          </a:xfrm>
          <a:prstGeom prst="rect">
            <a:avLst/>
          </a:prstGeom>
          <a:noFill/>
        </p:spPr>
        <p:txBody>
          <a:bodyPr wrap="square">
            <a:spAutoFit/>
          </a:bodyPr>
          <a:lstStyle/>
          <a:p>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部屋名</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94" name="四角形: 上の 2 つの角を丸める 93">
            <a:extLst>
              <a:ext uri="{FF2B5EF4-FFF2-40B4-BE49-F238E27FC236}">
                <a16:creationId xmlns:a16="http://schemas.microsoft.com/office/drawing/2014/main" id="{071C4EF4-0289-7A7B-356A-775C642D1457}"/>
              </a:ext>
            </a:extLst>
          </p:cNvPr>
          <p:cNvSpPr/>
          <p:nvPr/>
        </p:nvSpPr>
        <p:spPr>
          <a:xfrm>
            <a:off x="3113788" y="2967515"/>
            <a:ext cx="1822662" cy="369346"/>
          </a:xfrm>
          <a:prstGeom prst="round2SameRect">
            <a:avLst>
              <a:gd name="adj1" fmla="val 49508"/>
              <a:gd name="adj2" fmla="val 0"/>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97" name="テキスト ボックス 96">
            <a:extLst>
              <a:ext uri="{FF2B5EF4-FFF2-40B4-BE49-F238E27FC236}">
                <a16:creationId xmlns:a16="http://schemas.microsoft.com/office/drawing/2014/main" id="{DFBE978C-A502-140E-4582-58739CFE0CC0}"/>
              </a:ext>
            </a:extLst>
          </p:cNvPr>
          <p:cNvSpPr txBox="1"/>
          <p:nvPr/>
        </p:nvSpPr>
        <p:spPr>
          <a:xfrm>
            <a:off x="3008727" y="2974744"/>
            <a:ext cx="733012" cy="338554"/>
          </a:xfrm>
          <a:prstGeom prst="rect">
            <a:avLst/>
          </a:prstGeom>
          <a:noFill/>
        </p:spPr>
        <p:txBody>
          <a:bodyPr wrap="square">
            <a:spAutoFit/>
          </a:bodyPr>
          <a:lstStyle/>
          <a:p>
            <a:pPr algn="ctr"/>
            <a:r>
              <a:rPr lang="en-US" altLang="ja-JP" sz="1400">
                <a:solidFill>
                  <a:schemeClr val="accent6">
                    <a:lumMod val="75000"/>
                  </a:schemeClr>
                </a:solidFill>
                <a:latin typeface="原稿用標準書体" panose="03000503000000000000" pitchFamily="66" charset="-128"/>
                <a:ea typeface="原稿用標準書体" panose="03000503000000000000" pitchFamily="66" charset="-128"/>
              </a:rPr>
              <a:t>Lv</a:t>
            </a:r>
            <a:r>
              <a:rPr lang="en-US" altLang="ja-JP" sz="1600">
                <a:solidFill>
                  <a:schemeClr val="accent6">
                    <a:lumMod val="75000"/>
                  </a:schemeClr>
                </a:solidFill>
                <a:latin typeface="原稿用標準書体" panose="03000503000000000000" pitchFamily="66" charset="-128"/>
                <a:ea typeface="原稿用標準書体" panose="03000503000000000000" pitchFamily="66" charset="-128"/>
              </a:rPr>
              <a:t>0</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102" name="テキスト ボックス 101">
            <a:extLst>
              <a:ext uri="{FF2B5EF4-FFF2-40B4-BE49-F238E27FC236}">
                <a16:creationId xmlns:a16="http://schemas.microsoft.com/office/drawing/2014/main" id="{780A163B-27A0-6EF7-5F8E-8FC1CD5BCD9C}"/>
              </a:ext>
            </a:extLst>
          </p:cNvPr>
          <p:cNvSpPr txBox="1"/>
          <p:nvPr/>
        </p:nvSpPr>
        <p:spPr>
          <a:xfrm>
            <a:off x="4104913" y="2990133"/>
            <a:ext cx="733012" cy="307777"/>
          </a:xfrm>
          <a:prstGeom prst="rect">
            <a:avLst/>
          </a:prstGeom>
          <a:noFill/>
        </p:spPr>
        <p:txBody>
          <a:bodyPr wrap="square">
            <a:spAutoFit/>
          </a:bodyPr>
          <a:lstStyle/>
          <a:p>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部屋名</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Tree>
    <p:extLst>
      <p:ext uri="{BB962C8B-B14F-4D97-AF65-F5344CB8AC3E}">
        <p14:creationId xmlns:p14="http://schemas.microsoft.com/office/powerpoint/2010/main" val="3023265549"/>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bg>
      <p:bgPr>
        <a:blipFill dpi="0" rotWithShape="1">
          <a:blip r:embed="rId2">
            <a:extLst>
              <a:ext uri="{BEBA8EAE-BF5A-486C-A8C5-ECC9F3942E4B}">
                <a14:imgProps xmlns:a14="http://schemas.microsoft.com/office/drawing/2010/main">
                  <a14:imgLayer r:embed="rId3">
                    <a14:imgEffect>
                      <a14:sharpenSoften amount="-35000"/>
                    </a14:imgEffect>
                    <a14:imgEffect>
                      <a14:saturation sat="85000"/>
                    </a14:imgEffect>
                    <a14:imgEffect>
                      <a14:brightnessContrast bright="-20000" contrast="-15000"/>
                    </a14:imgEffect>
                  </a14:imgLayer>
                </a14:imgProps>
              </a:ext>
            </a:extLst>
          </a:blip>
          <a:srcRect/>
          <a:stretch>
            <a:fillRect/>
          </a:stretch>
        </a:blipFill>
        <a:effectLst/>
      </p:bgPr>
    </p:bg>
    <p:spTree>
      <p:nvGrpSpPr>
        <p:cNvPr id="1" name="">
          <a:extLst>
            <a:ext uri="{FF2B5EF4-FFF2-40B4-BE49-F238E27FC236}">
              <a16:creationId xmlns:a16="http://schemas.microsoft.com/office/drawing/2014/main" id="{6F9E9378-2E35-94C7-CB51-D50C8EB5690E}"/>
            </a:ext>
          </a:extLst>
        </p:cNvPr>
        <p:cNvGrpSpPr/>
        <p:nvPr/>
      </p:nvGrpSpPr>
      <p:grpSpPr>
        <a:xfrm>
          <a:off x="0" y="0"/>
          <a:ext cx="0" cy="0"/>
          <a:chOff x="0" y="0"/>
          <a:chExt cx="0" cy="0"/>
        </a:xfrm>
      </p:grpSpPr>
      <p:grpSp>
        <p:nvGrpSpPr>
          <p:cNvPr id="47" name="グループ化 46">
            <a:extLst>
              <a:ext uri="{FF2B5EF4-FFF2-40B4-BE49-F238E27FC236}">
                <a16:creationId xmlns:a16="http://schemas.microsoft.com/office/drawing/2014/main" id="{35F75807-0476-84EF-437C-A9DEE31EFEFB}"/>
              </a:ext>
            </a:extLst>
          </p:cNvPr>
          <p:cNvGrpSpPr>
            <a:grpSpLocks/>
          </p:cNvGrpSpPr>
          <p:nvPr/>
        </p:nvGrpSpPr>
        <p:grpSpPr>
          <a:xfrm>
            <a:off x="2038497" y="1230407"/>
            <a:ext cx="9010745" cy="5627593"/>
            <a:chOff x="1590628" y="1230407"/>
            <a:chExt cx="9010745" cy="5627593"/>
          </a:xfrm>
        </p:grpSpPr>
        <p:sp>
          <p:nvSpPr>
            <p:cNvPr id="19" name="正方形/長方形 18">
              <a:extLst>
                <a:ext uri="{FF2B5EF4-FFF2-40B4-BE49-F238E27FC236}">
                  <a16:creationId xmlns:a16="http://schemas.microsoft.com/office/drawing/2014/main" id="{8C6EE5C9-01CD-64CA-7EBA-94DB3620C19D}"/>
                </a:ext>
              </a:extLst>
            </p:cNvPr>
            <p:cNvSpPr>
              <a:spLocks/>
            </p:cNvSpPr>
            <p:nvPr/>
          </p:nvSpPr>
          <p:spPr>
            <a:xfrm>
              <a:off x="1590628" y="1541380"/>
              <a:ext cx="9010745" cy="5316620"/>
            </a:xfrm>
            <a:prstGeom prst="rect">
              <a:avLst/>
            </a:prstGeom>
            <a:solidFill>
              <a:srgbClr val="6600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1" name="フローチャート: 手作業 20">
              <a:extLst>
                <a:ext uri="{FF2B5EF4-FFF2-40B4-BE49-F238E27FC236}">
                  <a16:creationId xmlns:a16="http://schemas.microsoft.com/office/drawing/2014/main" id="{06F4C2F9-EC47-1702-19C8-0DB243E0BA5D}"/>
                </a:ext>
              </a:extLst>
            </p:cNvPr>
            <p:cNvSpPr>
              <a:spLocks/>
            </p:cNvSpPr>
            <p:nvPr/>
          </p:nvSpPr>
          <p:spPr>
            <a:xfrm flipV="1">
              <a:off x="1590628" y="1230407"/>
              <a:ext cx="9010745" cy="328009"/>
            </a:xfrm>
            <a:prstGeom prst="flowChartManualOperation">
              <a:avLst/>
            </a:prstGeom>
            <a:solidFill>
              <a:srgbClr val="6600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23" name="四角形: 角を丸くする 22">
            <a:extLst>
              <a:ext uri="{FF2B5EF4-FFF2-40B4-BE49-F238E27FC236}">
                <a16:creationId xmlns:a16="http://schemas.microsoft.com/office/drawing/2014/main" id="{BBDC747A-BA2A-90D6-1A0B-49D9FBB8C6DA}"/>
              </a:ext>
            </a:extLst>
          </p:cNvPr>
          <p:cNvSpPr/>
          <p:nvPr/>
        </p:nvSpPr>
        <p:spPr>
          <a:xfrm>
            <a:off x="7384126" y="517851"/>
            <a:ext cx="2473882" cy="499063"/>
          </a:xfrm>
          <a:prstGeom prst="roundRect">
            <a:avLst/>
          </a:prstGeom>
          <a:solidFill>
            <a:schemeClr val="accent2">
              <a:lumMod val="20000"/>
              <a:lumOff val="80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2" name="グループ化 1">
            <a:extLst>
              <a:ext uri="{FF2B5EF4-FFF2-40B4-BE49-F238E27FC236}">
                <a16:creationId xmlns:a16="http://schemas.microsoft.com/office/drawing/2014/main" id="{8CD2A9B7-6CAB-F699-0F5F-DD27BE7DEE87}"/>
              </a:ext>
            </a:extLst>
          </p:cNvPr>
          <p:cNvGrpSpPr/>
          <p:nvPr/>
        </p:nvGrpSpPr>
        <p:grpSpPr>
          <a:xfrm>
            <a:off x="431675" y="5645607"/>
            <a:ext cx="11328651" cy="925026"/>
            <a:chOff x="431675" y="5645607"/>
            <a:chExt cx="11328651" cy="925026"/>
          </a:xfrm>
        </p:grpSpPr>
        <p:sp>
          <p:nvSpPr>
            <p:cNvPr id="3" name="四角形: 角を丸くする 2">
              <a:extLst>
                <a:ext uri="{FF2B5EF4-FFF2-40B4-BE49-F238E27FC236}">
                  <a16:creationId xmlns:a16="http://schemas.microsoft.com/office/drawing/2014/main" id="{8D37F107-3079-3702-075F-B1F05F855C0D}"/>
                </a:ext>
              </a:extLst>
            </p:cNvPr>
            <p:cNvSpPr/>
            <p:nvPr/>
          </p:nvSpPr>
          <p:spPr>
            <a:xfrm>
              <a:off x="431675" y="5656233"/>
              <a:ext cx="11328651" cy="914400"/>
            </a:xfrm>
            <a:prstGeom prst="roundRect">
              <a:avLst>
                <a:gd name="adj" fmla="val 4803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4" name="四角形: 角を丸くする 3">
              <a:extLst>
                <a:ext uri="{FF2B5EF4-FFF2-40B4-BE49-F238E27FC236}">
                  <a16:creationId xmlns:a16="http://schemas.microsoft.com/office/drawing/2014/main" id="{1306CC38-0C1F-A093-E7DE-77F3310C451B}"/>
                </a:ext>
              </a:extLst>
            </p:cNvPr>
            <p:cNvSpPr/>
            <p:nvPr/>
          </p:nvSpPr>
          <p:spPr>
            <a:xfrm>
              <a:off x="4995442" y="5645607"/>
              <a:ext cx="1338828" cy="914400"/>
            </a:xfrm>
            <a:prstGeom prst="roundRect">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 name="テキスト ボックス 4">
              <a:extLst>
                <a:ext uri="{FF2B5EF4-FFF2-40B4-BE49-F238E27FC236}">
                  <a16:creationId xmlns:a16="http://schemas.microsoft.com/office/drawing/2014/main" id="{EE90A5E3-D597-B1DE-FA79-A5AB3D919A3B}"/>
                </a:ext>
              </a:extLst>
            </p:cNvPr>
            <p:cNvSpPr txBox="1"/>
            <p:nvPr/>
          </p:nvSpPr>
          <p:spPr>
            <a:xfrm>
              <a:off x="1165119"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 name="テキスト ボックス 5">
              <a:extLst>
                <a:ext uri="{FF2B5EF4-FFF2-40B4-BE49-F238E27FC236}">
                  <a16:creationId xmlns:a16="http://schemas.microsoft.com/office/drawing/2014/main" id="{DC17D675-B97C-29FA-4DB5-A94F1268C4ED}"/>
                </a:ext>
              </a:extLst>
            </p:cNvPr>
            <p:cNvSpPr txBox="1"/>
            <p:nvPr/>
          </p:nvSpPr>
          <p:spPr>
            <a:xfrm flipH="1">
              <a:off x="529243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7" name="テキスト ボックス 6">
              <a:extLst>
                <a:ext uri="{FF2B5EF4-FFF2-40B4-BE49-F238E27FC236}">
                  <a16:creationId xmlns:a16="http://schemas.microsoft.com/office/drawing/2014/main" id="{7EA6E9DE-DE5C-E61C-CF20-392E2EC53B5D}"/>
                </a:ext>
              </a:extLst>
            </p:cNvPr>
            <p:cNvSpPr txBox="1"/>
            <p:nvPr/>
          </p:nvSpPr>
          <p:spPr>
            <a:xfrm>
              <a:off x="284405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8" name="テキスト ボックス 7">
              <a:extLst>
                <a:ext uri="{FF2B5EF4-FFF2-40B4-BE49-F238E27FC236}">
                  <a16:creationId xmlns:a16="http://schemas.microsoft.com/office/drawing/2014/main" id="{722AAD29-955F-58E4-0579-BCBACAD88E83}"/>
                </a:ext>
              </a:extLst>
            </p:cNvPr>
            <p:cNvSpPr txBox="1"/>
            <p:nvPr/>
          </p:nvSpPr>
          <p:spPr>
            <a:xfrm>
              <a:off x="8393833"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9" name="テキスト ボックス 8">
              <a:extLst>
                <a:ext uri="{FF2B5EF4-FFF2-40B4-BE49-F238E27FC236}">
                  <a16:creationId xmlns:a16="http://schemas.microsoft.com/office/drawing/2014/main" id="{19E4911F-F494-7744-E168-24DBFB5DF21F}"/>
                </a:ext>
              </a:extLst>
            </p:cNvPr>
            <p:cNvSpPr txBox="1"/>
            <p:nvPr/>
          </p:nvSpPr>
          <p:spPr>
            <a:xfrm>
              <a:off x="6714895"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0" name="テキスト ボックス 9">
              <a:extLst>
                <a:ext uri="{FF2B5EF4-FFF2-40B4-BE49-F238E27FC236}">
                  <a16:creationId xmlns:a16="http://schemas.microsoft.com/office/drawing/2014/main" id="{07A6DE70-3359-125B-A034-79BDB266D2CF}"/>
                </a:ext>
              </a:extLst>
            </p:cNvPr>
            <p:cNvSpPr txBox="1"/>
            <p:nvPr/>
          </p:nvSpPr>
          <p:spPr>
            <a:xfrm flipH="1">
              <a:off x="9816293" y="5913378"/>
              <a:ext cx="1210588"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22" name="四角形: 角を丸くする 21">
            <a:extLst>
              <a:ext uri="{FF2B5EF4-FFF2-40B4-BE49-F238E27FC236}">
                <a16:creationId xmlns:a16="http://schemas.microsoft.com/office/drawing/2014/main" id="{3351AFAB-42B3-A1B1-AA28-8A5BCD86E0DD}"/>
              </a:ext>
            </a:extLst>
          </p:cNvPr>
          <p:cNvSpPr/>
          <p:nvPr/>
        </p:nvSpPr>
        <p:spPr>
          <a:xfrm>
            <a:off x="3113551" y="2953512"/>
            <a:ext cx="1822662" cy="1080843"/>
          </a:xfrm>
          <a:prstGeom prst="roundRect">
            <a:avLst/>
          </a:prstGeom>
          <a:blipFill>
            <a:blip r:embed="rId4">
              <a:extLst>
                <a:ext uri="{BEBA8EAE-BF5A-486C-A8C5-ECC9F3942E4B}">
                  <a14:imgProps xmlns:a14="http://schemas.microsoft.com/office/drawing/2010/main">
                    <a14:imgLayer r:embed="rId5">
                      <a14:imgEffect>
                        <a14:sharpenSoften amount="-50000"/>
                      </a14:imgEffect>
                      <a14:imgEffect>
                        <a14:brightnessContrast contrast="-20000"/>
                      </a14:imgEffect>
                    </a14:imgLayer>
                  </a14:imgProps>
                </a:ext>
              </a:extLst>
            </a:blip>
            <a:stretch>
              <a:fillRect/>
            </a:stretch>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 name="四角形: 角を丸くする 23">
            <a:extLst>
              <a:ext uri="{FF2B5EF4-FFF2-40B4-BE49-F238E27FC236}">
                <a16:creationId xmlns:a16="http://schemas.microsoft.com/office/drawing/2014/main" id="{3BA03511-AF3B-C883-89EB-CCBF0E7C5FAF}"/>
              </a:ext>
            </a:extLst>
          </p:cNvPr>
          <p:cNvSpPr/>
          <p:nvPr/>
        </p:nvSpPr>
        <p:spPr>
          <a:xfrm>
            <a:off x="5632539" y="2953512"/>
            <a:ext cx="1822662" cy="1080843"/>
          </a:xfrm>
          <a:prstGeom prst="roundRect">
            <a:avLst/>
          </a:prstGeom>
          <a:solidFill>
            <a:schemeClr val="tx1">
              <a:lumMod val="50000"/>
              <a:lumOff val="50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6" name="四角形: 角を丸くする 25">
            <a:extLst>
              <a:ext uri="{FF2B5EF4-FFF2-40B4-BE49-F238E27FC236}">
                <a16:creationId xmlns:a16="http://schemas.microsoft.com/office/drawing/2014/main" id="{EA80E545-1A00-1763-1CB8-AAD16390B0A6}"/>
              </a:ext>
            </a:extLst>
          </p:cNvPr>
          <p:cNvSpPr/>
          <p:nvPr/>
        </p:nvSpPr>
        <p:spPr>
          <a:xfrm>
            <a:off x="8151526" y="2953512"/>
            <a:ext cx="1822662" cy="1080843"/>
          </a:xfrm>
          <a:prstGeom prst="roundRect">
            <a:avLst/>
          </a:prstGeom>
          <a:solidFill>
            <a:schemeClr val="tx1">
              <a:lumMod val="50000"/>
              <a:lumOff val="50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9" name="四角形: 角を丸くする 28">
            <a:extLst>
              <a:ext uri="{FF2B5EF4-FFF2-40B4-BE49-F238E27FC236}">
                <a16:creationId xmlns:a16="http://schemas.microsoft.com/office/drawing/2014/main" id="{A924A1D6-E47E-B609-D985-5FBB16AF6CA0}"/>
              </a:ext>
            </a:extLst>
          </p:cNvPr>
          <p:cNvSpPr/>
          <p:nvPr/>
        </p:nvSpPr>
        <p:spPr>
          <a:xfrm>
            <a:off x="3113551" y="4302380"/>
            <a:ext cx="1822662" cy="1080843"/>
          </a:xfrm>
          <a:prstGeom prst="roundRect">
            <a:avLst/>
          </a:prstGeom>
          <a:solidFill>
            <a:schemeClr val="accent3">
              <a:lumMod val="20000"/>
              <a:lumOff val="80000"/>
              <a:alpha val="90000"/>
            </a:schemeClr>
          </a:solidFill>
          <a:ln>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0" name="四角形: 角を丸くする 29">
            <a:extLst>
              <a:ext uri="{FF2B5EF4-FFF2-40B4-BE49-F238E27FC236}">
                <a16:creationId xmlns:a16="http://schemas.microsoft.com/office/drawing/2014/main" id="{4BA3F36D-660D-23F9-0729-AB2F81ED59F8}"/>
              </a:ext>
            </a:extLst>
          </p:cNvPr>
          <p:cNvSpPr/>
          <p:nvPr/>
        </p:nvSpPr>
        <p:spPr>
          <a:xfrm>
            <a:off x="5632539" y="4302380"/>
            <a:ext cx="1822662" cy="1080843"/>
          </a:xfrm>
          <a:prstGeom prst="roundRect">
            <a:avLst/>
          </a:prstGeom>
          <a:solidFill>
            <a:schemeClr val="accent2">
              <a:lumMod val="20000"/>
              <a:lumOff val="80000"/>
              <a:alpha val="90000"/>
            </a:schemeClr>
          </a:solid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1" name="四角形: 角を丸くする 30">
            <a:extLst>
              <a:ext uri="{FF2B5EF4-FFF2-40B4-BE49-F238E27FC236}">
                <a16:creationId xmlns:a16="http://schemas.microsoft.com/office/drawing/2014/main" id="{C8EEB754-A55E-93E2-7407-ABAD9813047F}"/>
              </a:ext>
            </a:extLst>
          </p:cNvPr>
          <p:cNvSpPr/>
          <p:nvPr/>
        </p:nvSpPr>
        <p:spPr>
          <a:xfrm>
            <a:off x="8151526" y="4302380"/>
            <a:ext cx="1822662" cy="1080843"/>
          </a:xfrm>
          <a:prstGeom prst="roundRect">
            <a:avLst/>
          </a:prstGeom>
          <a:solidFill>
            <a:schemeClr val="tx1">
              <a:lumMod val="50000"/>
              <a:lumOff val="50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3" name="四角形: 角を丸くする 32">
            <a:extLst>
              <a:ext uri="{FF2B5EF4-FFF2-40B4-BE49-F238E27FC236}">
                <a16:creationId xmlns:a16="http://schemas.microsoft.com/office/drawing/2014/main" id="{7D07747C-45CE-855E-3C23-0587F7C3931E}"/>
              </a:ext>
            </a:extLst>
          </p:cNvPr>
          <p:cNvSpPr/>
          <p:nvPr/>
        </p:nvSpPr>
        <p:spPr>
          <a:xfrm>
            <a:off x="3113551" y="1604645"/>
            <a:ext cx="1822662" cy="1080843"/>
          </a:xfrm>
          <a:prstGeom prst="roundRect">
            <a:avLst/>
          </a:prstGeom>
          <a:blipFill>
            <a:blip r:embed="rId6">
              <a:extLst>
                <a:ext uri="{BEBA8EAE-BF5A-486C-A8C5-ECC9F3942E4B}">
                  <a14:imgProps xmlns:a14="http://schemas.microsoft.com/office/drawing/2010/main">
                    <a14:imgLayer r:embed="rId7">
                      <a14:imgEffect>
                        <a14:brightnessContrast bright="40000" contrast="-40000"/>
                      </a14:imgEffect>
                    </a14:imgLayer>
                  </a14:imgProps>
                </a:ext>
              </a:extLst>
            </a:blip>
            <a:stretch>
              <a:fillRect/>
            </a:stretch>
          </a:blipFill>
          <a:ln w="38100">
            <a:noFill/>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4" name="四角形: 角を丸くする 33">
            <a:extLst>
              <a:ext uri="{FF2B5EF4-FFF2-40B4-BE49-F238E27FC236}">
                <a16:creationId xmlns:a16="http://schemas.microsoft.com/office/drawing/2014/main" id="{541DE96C-541C-6CC5-2F3B-32DD00977D33}"/>
              </a:ext>
            </a:extLst>
          </p:cNvPr>
          <p:cNvSpPr/>
          <p:nvPr/>
        </p:nvSpPr>
        <p:spPr>
          <a:xfrm>
            <a:off x="5632539" y="1604645"/>
            <a:ext cx="1822662" cy="1080843"/>
          </a:xfrm>
          <a:prstGeom prst="roundRect">
            <a:avLst/>
          </a:prstGeom>
          <a:blipFill>
            <a:blip r:embed="rId8">
              <a:extLst>
                <a:ext uri="{BEBA8EAE-BF5A-486C-A8C5-ECC9F3942E4B}">
                  <a14:imgProps xmlns:a14="http://schemas.microsoft.com/office/drawing/2010/main">
                    <a14:imgLayer r:embed="rId9">
                      <a14:imgEffect>
                        <a14:sharpenSoften amount="-50000"/>
                      </a14:imgEffect>
                      <a14:imgEffect>
                        <a14:brightnessContrast contrast="-40000"/>
                      </a14:imgEffect>
                    </a14:imgLayer>
                  </a14:imgProps>
                </a:ext>
              </a:extLst>
            </a:blip>
            <a:stretch>
              <a:fillRect/>
            </a:stretch>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5" name="四角形: 角を丸くする 34">
            <a:extLst>
              <a:ext uri="{FF2B5EF4-FFF2-40B4-BE49-F238E27FC236}">
                <a16:creationId xmlns:a16="http://schemas.microsoft.com/office/drawing/2014/main" id="{4D60FA35-E6BF-BD68-F373-2FD0121F8396}"/>
              </a:ext>
            </a:extLst>
          </p:cNvPr>
          <p:cNvSpPr/>
          <p:nvPr/>
        </p:nvSpPr>
        <p:spPr>
          <a:xfrm>
            <a:off x="8151526" y="1604645"/>
            <a:ext cx="1822662" cy="1080843"/>
          </a:xfrm>
          <a:prstGeom prst="roundRect">
            <a:avLst/>
          </a:prstGeom>
          <a:blipFill>
            <a:blip r:embed="rId10">
              <a:extLst>
                <a:ext uri="{BEBA8EAE-BF5A-486C-A8C5-ECC9F3942E4B}">
                  <a14:imgProps xmlns:a14="http://schemas.microsoft.com/office/drawing/2010/main">
                    <a14:imgLayer r:embed="rId11">
                      <a14:imgEffect>
                        <a14:sharpenSoften amount="-50000"/>
                      </a14:imgEffect>
                      <a14:imgEffect>
                        <a14:brightnessContrast bright="-20000" contrast="-40000"/>
                      </a14:imgEffect>
                    </a14:imgLayer>
                  </a14:imgProps>
                </a:ext>
              </a:extLst>
            </a:blip>
            <a:stretch>
              <a:fillRect/>
            </a:stretch>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43" name="グループ化 42">
            <a:extLst>
              <a:ext uri="{FF2B5EF4-FFF2-40B4-BE49-F238E27FC236}">
                <a16:creationId xmlns:a16="http://schemas.microsoft.com/office/drawing/2014/main" id="{5B95BFA4-7A69-4736-D6B2-7CD1FC5867FE}"/>
              </a:ext>
            </a:extLst>
          </p:cNvPr>
          <p:cNvGrpSpPr/>
          <p:nvPr/>
        </p:nvGrpSpPr>
        <p:grpSpPr>
          <a:xfrm>
            <a:off x="9645916" y="507963"/>
            <a:ext cx="1754702" cy="518838"/>
            <a:chOff x="8272011" y="573275"/>
            <a:chExt cx="1754702" cy="518838"/>
          </a:xfrm>
          <a:effectLst>
            <a:glow rad="63500">
              <a:schemeClr val="accent2">
                <a:satMod val="175000"/>
                <a:alpha val="40000"/>
              </a:schemeClr>
            </a:glow>
          </a:effectLst>
        </p:grpSpPr>
        <p:sp>
          <p:nvSpPr>
            <p:cNvPr id="38" name="矢印: 五方向 37">
              <a:extLst>
                <a:ext uri="{FF2B5EF4-FFF2-40B4-BE49-F238E27FC236}">
                  <a16:creationId xmlns:a16="http://schemas.microsoft.com/office/drawing/2014/main" id="{83A90551-1EBA-5556-445B-55D0ECA457CD}"/>
                </a:ext>
              </a:extLst>
            </p:cNvPr>
            <p:cNvSpPr/>
            <p:nvPr/>
          </p:nvSpPr>
          <p:spPr>
            <a:xfrm flipH="1">
              <a:off x="8272011" y="573275"/>
              <a:ext cx="1754702" cy="518838"/>
            </a:xfrm>
            <a:prstGeom prst="homePlate">
              <a:avLst/>
            </a:prstGeom>
            <a:solidFill>
              <a:schemeClr val="accent2"/>
            </a:solidFill>
            <a:ln>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42" name="テキスト ボックス 41">
              <a:extLst>
                <a:ext uri="{FF2B5EF4-FFF2-40B4-BE49-F238E27FC236}">
                  <a16:creationId xmlns:a16="http://schemas.microsoft.com/office/drawing/2014/main" id="{28B9E314-57A7-7960-8593-46B6AB4E84D6}"/>
                </a:ext>
              </a:extLst>
            </p:cNvPr>
            <p:cNvSpPr txBox="1"/>
            <p:nvPr/>
          </p:nvSpPr>
          <p:spPr>
            <a:xfrm>
              <a:off x="8373671" y="648028"/>
              <a:ext cx="1653042" cy="369332"/>
            </a:xfrm>
            <a:prstGeom prst="rect">
              <a:avLst/>
            </a:prstGeom>
            <a:noFill/>
          </p:spPr>
          <p:txBody>
            <a:bodyPr wrap="square">
              <a:spAutoFit/>
            </a:bodyPr>
            <a:lstStyle/>
            <a:p>
              <a:pPr algn="ctr"/>
              <a:r>
                <a:rPr lang="ja-JP" altLang="en-US" sz="1800">
                  <a:solidFill>
                    <a:schemeClr val="accent6">
                      <a:lumMod val="75000"/>
                    </a:schemeClr>
                  </a:solidFill>
                  <a:latin typeface="原稿用標準書体" panose="03000503000000000000" pitchFamily="66" charset="-128"/>
                  <a:ea typeface="原稿用標準書体" panose="03000503000000000000" pitchFamily="66" charset="-128"/>
                </a:rPr>
                <a:t>一括受け取り</a:t>
              </a:r>
              <a:endParaRPr kumimoji="1" lang="ja-JP" altLang="en-US" sz="18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sp>
        <p:nvSpPr>
          <p:cNvPr id="32" name="テキスト ボックス 31">
            <a:extLst>
              <a:ext uri="{FF2B5EF4-FFF2-40B4-BE49-F238E27FC236}">
                <a16:creationId xmlns:a16="http://schemas.microsoft.com/office/drawing/2014/main" id="{D5E2210E-C328-1126-5438-F197FE4E4916}"/>
              </a:ext>
            </a:extLst>
          </p:cNvPr>
          <p:cNvSpPr txBox="1"/>
          <p:nvPr/>
        </p:nvSpPr>
        <p:spPr>
          <a:xfrm>
            <a:off x="7866392" y="608865"/>
            <a:ext cx="733012" cy="307777"/>
          </a:xfrm>
          <a:prstGeom prst="rect">
            <a:avLst/>
          </a:prstGeom>
          <a:noFill/>
        </p:spPr>
        <p:txBody>
          <a:bodyPr wrap="square">
            <a:spAutoFit/>
          </a:bodyPr>
          <a:lstStyle/>
          <a:p>
            <a:pPr algn="ctr"/>
            <a:r>
              <a:rPr lang="en-US" altLang="ja-JP" sz="1400">
                <a:solidFill>
                  <a:schemeClr val="accent6">
                    <a:lumMod val="75000"/>
                  </a:schemeClr>
                </a:solidFill>
                <a:latin typeface="原稿用標準書体" panose="03000503000000000000" pitchFamily="66" charset="-128"/>
                <a:ea typeface="原稿用標準書体" panose="03000503000000000000" pitchFamily="66" charset="-128"/>
              </a:rPr>
              <a:t>00</a:t>
            </a:r>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ｋ</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nvGrpSpPr>
          <p:cNvPr id="75" name="グループ化 74">
            <a:extLst>
              <a:ext uri="{FF2B5EF4-FFF2-40B4-BE49-F238E27FC236}">
                <a16:creationId xmlns:a16="http://schemas.microsoft.com/office/drawing/2014/main" id="{72D3E8D0-C5D6-3B02-D701-678CCDD7861D}"/>
              </a:ext>
            </a:extLst>
          </p:cNvPr>
          <p:cNvGrpSpPr/>
          <p:nvPr/>
        </p:nvGrpSpPr>
        <p:grpSpPr>
          <a:xfrm>
            <a:off x="7578010" y="620505"/>
            <a:ext cx="307777" cy="307777"/>
            <a:chOff x="7578010" y="689710"/>
            <a:chExt cx="307777" cy="307777"/>
          </a:xfrm>
        </p:grpSpPr>
        <p:sp>
          <p:nvSpPr>
            <p:cNvPr id="36" name="ハート 35">
              <a:extLst>
                <a:ext uri="{FF2B5EF4-FFF2-40B4-BE49-F238E27FC236}">
                  <a16:creationId xmlns:a16="http://schemas.microsoft.com/office/drawing/2014/main" id="{CF642589-FFA5-3AF5-726D-A25A29D10AB0}"/>
                </a:ext>
              </a:extLst>
            </p:cNvPr>
            <p:cNvSpPr/>
            <p:nvPr/>
          </p:nvSpPr>
          <p:spPr>
            <a:xfrm>
              <a:off x="7578010" y="689710"/>
              <a:ext cx="307777" cy="307777"/>
            </a:xfrm>
            <a:prstGeom prst="hear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48" name="グループ化 47">
              <a:extLst>
                <a:ext uri="{FF2B5EF4-FFF2-40B4-BE49-F238E27FC236}">
                  <a16:creationId xmlns:a16="http://schemas.microsoft.com/office/drawing/2014/main" id="{DDFD4CED-9450-4E5D-A253-EBF9E4BF2607}"/>
                </a:ext>
              </a:extLst>
            </p:cNvPr>
            <p:cNvGrpSpPr/>
            <p:nvPr/>
          </p:nvGrpSpPr>
          <p:grpSpPr>
            <a:xfrm>
              <a:off x="7703665" y="804545"/>
              <a:ext cx="105517" cy="121007"/>
              <a:chOff x="5667132" y="573275"/>
              <a:chExt cx="322931" cy="370337"/>
            </a:xfrm>
          </p:grpSpPr>
          <p:sp>
            <p:nvSpPr>
              <p:cNvPr id="37" name="楕円 36">
                <a:extLst>
                  <a:ext uri="{FF2B5EF4-FFF2-40B4-BE49-F238E27FC236}">
                    <a16:creationId xmlns:a16="http://schemas.microsoft.com/office/drawing/2014/main" id="{8B49558D-448A-571D-4EE6-A9FEAEEC026E}"/>
                  </a:ext>
                </a:extLst>
              </p:cNvPr>
              <p:cNvSpPr/>
              <p:nvPr/>
            </p:nvSpPr>
            <p:spPr>
              <a:xfrm>
                <a:off x="5667132" y="744490"/>
                <a:ext cx="199122" cy="199122"/>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41" name="コネクタ: 曲線 40">
                <a:extLst>
                  <a:ext uri="{FF2B5EF4-FFF2-40B4-BE49-F238E27FC236}">
                    <a16:creationId xmlns:a16="http://schemas.microsoft.com/office/drawing/2014/main" id="{C5F6B8A7-8B7B-97FA-B28A-99BE8910E0FC}"/>
                  </a:ext>
                </a:extLst>
              </p:cNvPr>
              <p:cNvCxnSpPr>
                <a:cxnSpLocks/>
                <a:stCxn id="37" idx="7"/>
              </p:cNvCxnSpPr>
              <p:nvPr/>
            </p:nvCxnSpPr>
            <p:spPr>
              <a:xfrm rot="5400000" flipH="1" flipV="1">
                <a:off x="5813390" y="596978"/>
                <a:ext cx="200376" cy="152970"/>
              </a:xfrm>
              <a:prstGeom prst="curvedConnector3">
                <a:avLst/>
              </a:prstGeom>
              <a:ln w="38100" cap="rnd">
                <a:solidFill>
                  <a:schemeClr val="accent6"/>
                </a:solidFill>
                <a:round/>
              </a:ln>
            </p:spPr>
            <p:style>
              <a:lnRef idx="2">
                <a:schemeClr val="accent1"/>
              </a:lnRef>
              <a:fillRef idx="0">
                <a:schemeClr val="accent1"/>
              </a:fillRef>
              <a:effectRef idx="1">
                <a:schemeClr val="accent1"/>
              </a:effectRef>
              <a:fontRef idx="minor">
                <a:schemeClr val="tx1"/>
              </a:fontRef>
            </p:style>
          </p:cxnSp>
        </p:grpSp>
        <p:grpSp>
          <p:nvGrpSpPr>
            <p:cNvPr id="49" name="グループ化 48">
              <a:extLst>
                <a:ext uri="{FF2B5EF4-FFF2-40B4-BE49-F238E27FC236}">
                  <a16:creationId xmlns:a16="http://schemas.microsoft.com/office/drawing/2014/main" id="{8FD00084-FDAA-D105-DE3B-9FBB3A0B6B4B}"/>
                </a:ext>
              </a:extLst>
            </p:cNvPr>
            <p:cNvGrpSpPr/>
            <p:nvPr/>
          </p:nvGrpSpPr>
          <p:grpSpPr>
            <a:xfrm flipH="1">
              <a:off x="7627235" y="770446"/>
              <a:ext cx="84042" cy="96379"/>
              <a:chOff x="5667132" y="573275"/>
              <a:chExt cx="322931" cy="370337"/>
            </a:xfrm>
          </p:grpSpPr>
          <p:sp>
            <p:nvSpPr>
              <p:cNvPr id="50" name="楕円 49">
                <a:extLst>
                  <a:ext uri="{FF2B5EF4-FFF2-40B4-BE49-F238E27FC236}">
                    <a16:creationId xmlns:a16="http://schemas.microsoft.com/office/drawing/2014/main" id="{B141567E-38C9-F178-3517-5A021F99B1AA}"/>
                  </a:ext>
                </a:extLst>
              </p:cNvPr>
              <p:cNvSpPr/>
              <p:nvPr/>
            </p:nvSpPr>
            <p:spPr>
              <a:xfrm>
                <a:off x="5667132" y="744490"/>
                <a:ext cx="199122" cy="199122"/>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51" name="コネクタ: 曲線 50">
                <a:extLst>
                  <a:ext uri="{FF2B5EF4-FFF2-40B4-BE49-F238E27FC236}">
                    <a16:creationId xmlns:a16="http://schemas.microsoft.com/office/drawing/2014/main" id="{4F2BE3FC-4887-BFEE-9EAD-5D801978959F}"/>
                  </a:ext>
                </a:extLst>
              </p:cNvPr>
              <p:cNvCxnSpPr>
                <a:cxnSpLocks/>
                <a:stCxn id="50" idx="7"/>
              </p:cNvCxnSpPr>
              <p:nvPr/>
            </p:nvCxnSpPr>
            <p:spPr>
              <a:xfrm rot="5400000" flipH="1" flipV="1">
                <a:off x="5813390" y="596978"/>
                <a:ext cx="200376" cy="152970"/>
              </a:xfrm>
              <a:prstGeom prst="curvedConnector3">
                <a:avLst/>
              </a:prstGeom>
              <a:ln w="25400" cap="rnd">
                <a:solidFill>
                  <a:schemeClr val="accent6"/>
                </a:solidFill>
                <a:round/>
              </a:ln>
            </p:spPr>
            <p:style>
              <a:lnRef idx="2">
                <a:schemeClr val="accent1"/>
              </a:lnRef>
              <a:fillRef idx="0">
                <a:schemeClr val="accent1"/>
              </a:fillRef>
              <a:effectRef idx="1">
                <a:schemeClr val="accent1"/>
              </a:effectRef>
              <a:fontRef idx="minor">
                <a:schemeClr val="tx1"/>
              </a:fontRef>
            </p:style>
          </p:cxnSp>
        </p:grpSp>
      </p:grpSp>
      <p:sp>
        <p:nvSpPr>
          <p:cNvPr id="74" name="テキスト ボックス 73">
            <a:extLst>
              <a:ext uri="{FF2B5EF4-FFF2-40B4-BE49-F238E27FC236}">
                <a16:creationId xmlns:a16="http://schemas.microsoft.com/office/drawing/2014/main" id="{BAFBCE15-8CB1-74AD-D69A-412C4AFB0B7A}"/>
              </a:ext>
            </a:extLst>
          </p:cNvPr>
          <p:cNvSpPr txBox="1"/>
          <p:nvPr/>
        </p:nvSpPr>
        <p:spPr>
          <a:xfrm>
            <a:off x="8881110" y="608865"/>
            <a:ext cx="733012" cy="307777"/>
          </a:xfrm>
          <a:prstGeom prst="rect">
            <a:avLst/>
          </a:prstGeom>
          <a:noFill/>
        </p:spPr>
        <p:txBody>
          <a:bodyPr wrap="square">
            <a:spAutoFit/>
          </a:bodyPr>
          <a:lstStyle/>
          <a:p>
            <a:pPr algn="ctr"/>
            <a:r>
              <a:rPr lang="en-US" altLang="ja-JP" sz="1400">
                <a:solidFill>
                  <a:schemeClr val="accent6">
                    <a:lumMod val="75000"/>
                  </a:schemeClr>
                </a:solidFill>
                <a:latin typeface="原稿用標準書体" panose="03000503000000000000" pitchFamily="66" charset="-128"/>
                <a:ea typeface="原稿用標準書体" panose="03000503000000000000" pitchFamily="66" charset="-128"/>
              </a:rPr>
              <a:t>00</a:t>
            </a:r>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ｋ</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85" name="テキスト ボックス 84">
            <a:extLst>
              <a:ext uri="{FF2B5EF4-FFF2-40B4-BE49-F238E27FC236}">
                <a16:creationId xmlns:a16="http://schemas.microsoft.com/office/drawing/2014/main" id="{AD5F3DBC-41CE-E61C-79FD-1B3560F2D184}"/>
              </a:ext>
            </a:extLst>
          </p:cNvPr>
          <p:cNvSpPr txBox="1"/>
          <p:nvPr/>
        </p:nvSpPr>
        <p:spPr>
          <a:xfrm>
            <a:off x="5930612" y="3293878"/>
            <a:ext cx="1226516" cy="400110"/>
          </a:xfrm>
          <a:prstGeom prst="rect">
            <a:avLst/>
          </a:prstGeom>
          <a:noFill/>
        </p:spPr>
        <p:txBody>
          <a:bodyPr wrap="square">
            <a:spAutoFit/>
          </a:bodyPr>
          <a:lstStyle/>
          <a:p>
            <a:pPr algn="ctr"/>
            <a:r>
              <a:rPr kumimoji="1" lang="ja-JP" altLang="en-US" sz="2000">
                <a:solidFill>
                  <a:schemeClr val="accent2">
                    <a:lumMod val="60000"/>
                    <a:lumOff val="40000"/>
                  </a:schemeClr>
                </a:solidFill>
                <a:latin typeface="原稿用標準書体" panose="03000503000000000000" pitchFamily="66" charset="-128"/>
                <a:ea typeface="原稿用標準書体" panose="03000503000000000000" pitchFamily="66" charset="-128"/>
              </a:rPr>
              <a:t>未開放</a:t>
            </a:r>
          </a:p>
        </p:txBody>
      </p:sp>
      <p:sp>
        <p:nvSpPr>
          <p:cNvPr id="87" name="テキスト ボックス 86">
            <a:extLst>
              <a:ext uri="{FF2B5EF4-FFF2-40B4-BE49-F238E27FC236}">
                <a16:creationId xmlns:a16="http://schemas.microsoft.com/office/drawing/2014/main" id="{9F94D57D-9A5F-DA0A-F6E3-516B6409BE76}"/>
              </a:ext>
            </a:extLst>
          </p:cNvPr>
          <p:cNvSpPr txBox="1"/>
          <p:nvPr/>
        </p:nvSpPr>
        <p:spPr>
          <a:xfrm>
            <a:off x="8449599" y="3293878"/>
            <a:ext cx="1226516" cy="400110"/>
          </a:xfrm>
          <a:prstGeom prst="rect">
            <a:avLst/>
          </a:prstGeom>
          <a:noFill/>
        </p:spPr>
        <p:txBody>
          <a:bodyPr wrap="square">
            <a:spAutoFit/>
          </a:bodyPr>
          <a:lstStyle/>
          <a:p>
            <a:pPr algn="ctr"/>
            <a:r>
              <a:rPr kumimoji="1" lang="ja-JP" altLang="en-US" sz="2000">
                <a:solidFill>
                  <a:schemeClr val="accent2">
                    <a:lumMod val="60000"/>
                    <a:lumOff val="40000"/>
                  </a:schemeClr>
                </a:solidFill>
                <a:latin typeface="原稿用標準書体" panose="03000503000000000000" pitchFamily="66" charset="-128"/>
                <a:ea typeface="原稿用標準書体" panose="03000503000000000000" pitchFamily="66" charset="-128"/>
              </a:rPr>
              <a:t>未開放</a:t>
            </a:r>
          </a:p>
        </p:txBody>
      </p:sp>
      <p:sp>
        <p:nvSpPr>
          <p:cNvPr id="89" name="テキスト ボックス 88">
            <a:extLst>
              <a:ext uri="{FF2B5EF4-FFF2-40B4-BE49-F238E27FC236}">
                <a16:creationId xmlns:a16="http://schemas.microsoft.com/office/drawing/2014/main" id="{BEE903E2-3A81-1788-46C1-181516FB65F9}"/>
              </a:ext>
            </a:extLst>
          </p:cNvPr>
          <p:cNvSpPr txBox="1"/>
          <p:nvPr/>
        </p:nvSpPr>
        <p:spPr>
          <a:xfrm>
            <a:off x="8449599" y="4642746"/>
            <a:ext cx="1226516" cy="400110"/>
          </a:xfrm>
          <a:prstGeom prst="rect">
            <a:avLst/>
          </a:prstGeom>
          <a:noFill/>
        </p:spPr>
        <p:txBody>
          <a:bodyPr wrap="square">
            <a:spAutoFit/>
          </a:bodyPr>
          <a:lstStyle/>
          <a:p>
            <a:pPr algn="ctr"/>
            <a:r>
              <a:rPr kumimoji="1" lang="ja-JP" altLang="en-US" sz="2000">
                <a:solidFill>
                  <a:schemeClr val="accent2">
                    <a:lumMod val="60000"/>
                    <a:lumOff val="40000"/>
                  </a:schemeClr>
                </a:solidFill>
                <a:latin typeface="原稿用標準書体" panose="03000503000000000000" pitchFamily="66" charset="-128"/>
                <a:ea typeface="原稿用標準書体" panose="03000503000000000000" pitchFamily="66" charset="-128"/>
              </a:rPr>
              <a:t>未開放</a:t>
            </a:r>
          </a:p>
        </p:txBody>
      </p:sp>
      <p:grpSp>
        <p:nvGrpSpPr>
          <p:cNvPr id="119" name="グループ化 118">
            <a:extLst>
              <a:ext uri="{FF2B5EF4-FFF2-40B4-BE49-F238E27FC236}">
                <a16:creationId xmlns:a16="http://schemas.microsoft.com/office/drawing/2014/main" id="{E5B4C7A3-3A26-86E1-7D21-E8BA10BF12EB}"/>
              </a:ext>
            </a:extLst>
          </p:cNvPr>
          <p:cNvGrpSpPr/>
          <p:nvPr/>
        </p:nvGrpSpPr>
        <p:grpSpPr>
          <a:xfrm>
            <a:off x="8604191" y="634628"/>
            <a:ext cx="211026" cy="279530"/>
            <a:chOff x="8604191" y="699940"/>
            <a:chExt cx="211026" cy="279530"/>
          </a:xfrm>
        </p:grpSpPr>
        <p:grpSp>
          <p:nvGrpSpPr>
            <p:cNvPr id="72" name="グループ化 71">
              <a:extLst>
                <a:ext uri="{FF2B5EF4-FFF2-40B4-BE49-F238E27FC236}">
                  <a16:creationId xmlns:a16="http://schemas.microsoft.com/office/drawing/2014/main" id="{F648FBAE-A165-36E4-D09E-F01F8E9717EA}"/>
                </a:ext>
              </a:extLst>
            </p:cNvPr>
            <p:cNvGrpSpPr/>
            <p:nvPr/>
          </p:nvGrpSpPr>
          <p:grpSpPr>
            <a:xfrm>
              <a:off x="8604191" y="699940"/>
              <a:ext cx="211026" cy="279530"/>
              <a:chOff x="8604191" y="672399"/>
              <a:chExt cx="211026" cy="279530"/>
            </a:xfrm>
          </p:grpSpPr>
          <p:cxnSp>
            <p:nvCxnSpPr>
              <p:cNvPr id="53" name="コネクタ: カギ線 52">
                <a:extLst>
                  <a:ext uri="{FF2B5EF4-FFF2-40B4-BE49-F238E27FC236}">
                    <a16:creationId xmlns:a16="http://schemas.microsoft.com/office/drawing/2014/main" id="{7A766BF1-CD84-1973-8C6E-8989092F3D82}"/>
                  </a:ext>
                </a:extLst>
              </p:cNvPr>
              <p:cNvCxnSpPr>
                <a:cxnSpLocks/>
              </p:cNvCxnSpPr>
              <p:nvPr/>
            </p:nvCxnSpPr>
            <p:spPr>
              <a:xfrm rot="16200000" flipH="1">
                <a:off x="8604191" y="740903"/>
                <a:ext cx="211026" cy="211026"/>
              </a:xfrm>
              <a:prstGeom prst="bentConnector3">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59" name="直線コネクタ 58">
                <a:extLst>
                  <a:ext uri="{FF2B5EF4-FFF2-40B4-BE49-F238E27FC236}">
                    <a16:creationId xmlns:a16="http://schemas.microsoft.com/office/drawing/2014/main" id="{556ED65A-D5BF-469F-7545-C6343FE6D406}"/>
                  </a:ext>
                </a:extLst>
              </p:cNvPr>
              <p:cNvCxnSpPr>
                <a:cxnSpLocks/>
              </p:cNvCxnSpPr>
              <p:nvPr/>
            </p:nvCxnSpPr>
            <p:spPr>
              <a:xfrm>
                <a:off x="8706065" y="725136"/>
                <a:ext cx="0" cy="22387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69" name="直線コネクタ 68">
                <a:extLst>
                  <a:ext uri="{FF2B5EF4-FFF2-40B4-BE49-F238E27FC236}">
                    <a16:creationId xmlns:a16="http://schemas.microsoft.com/office/drawing/2014/main" id="{6CD406A4-0097-2EB8-FF3D-100BC111BDB4}"/>
                  </a:ext>
                </a:extLst>
              </p:cNvPr>
              <p:cNvCxnSpPr>
                <a:cxnSpLocks/>
              </p:cNvCxnSpPr>
              <p:nvPr/>
            </p:nvCxnSpPr>
            <p:spPr>
              <a:xfrm>
                <a:off x="8653289" y="672403"/>
                <a:ext cx="43248" cy="59906"/>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71" name="直線コネクタ 70">
                <a:extLst>
                  <a:ext uri="{FF2B5EF4-FFF2-40B4-BE49-F238E27FC236}">
                    <a16:creationId xmlns:a16="http://schemas.microsoft.com/office/drawing/2014/main" id="{5EE7E17C-ADBE-BA87-6EA5-AB459906CD9C}"/>
                  </a:ext>
                </a:extLst>
              </p:cNvPr>
              <p:cNvCxnSpPr>
                <a:cxnSpLocks/>
              </p:cNvCxnSpPr>
              <p:nvPr/>
            </p:nvCxnSpPr>
            <p:spPr>
              <a:xfrm flipH="1">
                <a:off x="8712819" y="672399"/>
                <a:ext cx="43248" cy="59906"/>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grpSp>
        <p:cxnSp>
          <p:nvCxnSpPr>
            <p:cNvPr id="111" name="直線コネクタ 110">
              <a:extLst>
                <a:ext uri="{FF2B5EF4-FFF2-40B4-BE49-F238E27FC236}">
                  <a16:creationId xmlns:a16="http://schemas.microsoft.com/office/drawing/2014/main" id="{E227DA33-4650-4D83-BE0D-15DD603C2B45}"/>
                </a:ext>
              </a:extLst>
            </p:cNvPr>
            <p:cNvCxnSpPr>
              <a:cxnSpLocks/>
            </p:cNvCxnSpPr>
            <p:nvPr/>
          </p:nvCxnSpPr>
          <p:spPr>
            <a:xfrm flipH="1">
              <a:off x="8645440" y="819427"/>
              <a:ext cx="134580" cy="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113" name="直線コネクタ 112">
              <a:extLst>
                <a:ext uri="{FF2B5EF4-FFF2-40B4-BE49-F238E27FC236}">
                  <a16:creationId xmlns:a16="http://schemas.microsoft.com/office/drawing/2014/main" id="{01E5CFCE-EB2F-EE9F-1D2F-B1C99530C43C}"/>
                </a:ext>
              </a:extLst>
            </p:cNvPr>
            <p:cNvCxnSpPr>
              <a:cxnSpLocks/>
            </p:cNvCxnSpPr>
            <p:nvPr/>
          </p:nvCxnSpPr>
          <p:spPr>
            <a:xfrm flipH="1">
              <a:off x="8645440" y="925877"/>
              <a:ext cx="134580" cy="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grpSp>
      <p:grpSp>
        <p:nvGrpSpPr>
          <p:cNvPr id="99" name="グループ化 98">
            <a:extLst>
              <a:ext uri="{FF2B5EF4-FFF2-40B4-BE49-F238E27FC236}">
                <a16:creationId xmlns:a16="http://schemas.microsoft.com/office/drawing/2014/main" id="{DFFA71F4-5901-636D-9D41-3B5923F5ABFA}"/>
              </a:ext>
            </a:extLst>
          </p:cNvPr>
          <p:cNvGrpSpPr/>
          <p:nvPr/>
        </p:nvGrpSpPr>
        <p:grpSpPr>
          <a:xfrm>
            <a:off x="3942441" y="2041683"/>
            <a:ext cx="824705" cy="541625"/>
            <a:chOff x="1063284" y="1905266"/>
            <a:chExt cx="2372751" cy="1839424"/>
          </a:xfrm>
        </p:grpSpPr>
        <p:sp>
          <p:nvSpPr>
            <p:cNvPr id="100" name="四角形: 上の 2 つの角を丸める 99">
              <a:extLst>
                <a:ext uri="{FF2B5EF4-FFF2-40B4-BE49-F238E27FC236}">
                  <a16:creationId xmlns:a16="http://schemas.microsoft.com/office/drawing/2014/main" id="{7C8F96D6-1306-5DF9-8BE9-F3297E862DAC}"/>
                </a:ext>
              </a:extLst>
            </p:cNvPr>
            <p:cNvSpPr/>
            <p:nvPr/>
          </p:nvSpPr>
          <p:spPr>
            <a:xfrm>
              <a:off x="1063284" y="1905266"/>
              <a:ext cx="2372751" cy="844262"/>
            </a:xfrm>
            <a:prstGeom prst="round2SameRect">
              <a:avLst/>
            </a:prstGeom>
            <a:solidFill>
              <a:schemeClr val="accent6">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1" name="四角形: 上の 2 つの角を丸める 100">
              <a:extLst>
                <a:ext uri="{FF2B5EF4-FFF2-40B4-BE49-F238E27FC236}">
                  <a16:creationId xmlns:a16="http://schemas.microsoft.com/office/drawing/2014/main" id="{4BF0E2D7-1803-C7F4-B6CC-1C6F48AE6A66}"/>
                </a:ext>
              </a:extLst>
            </p:cNvPr>
            <p:cNvSpPr/>
            <p:nvPr/>
          </p:nvSpPr>
          <p:spPr>
            <a:xfrm flipV="1">
              <a:off x="1063284" y="2749528"/>
              <a:ext cx="2372751" cy="995162"/>
            </a:xfrm>
            <a:prstGeom prst="round2SameRect">
              <a:avLst>
                <a:gd name="adj1" fmla="val 12104"/>
                <a:gd name="adj2" fmla="val 0"/>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03" name="テキスト ボックス 102">
            <a:extLst>
              <a:ext uri="{FF2B5EF4-FFF2-40B4-BE49-F238E27FC236}">
                <a16:creationId xmlns:a16="http://schemas.microsoft.com/office/drawing/2014/main" id="{FA8C1B2E-F943-D336-B461-20B4BBB58F66}"/>
              </a:ext>
            </a:extLst>
          </p:cNvPr>
          <p:cNvSpPr txBox="1"/>
          <p:nvPr/>
        </p:nvSpPr>
        <p:spPr>
          <a:xfrm>
            <a:off x="3885873" y="2305352"/>
            <a:ext cx="951142" cy="261610"/>
          </a:xfrm>
          <a:prstGeom prst="rect">
            <a:avLst/>
          </a:prstGeom>
          <a:noFill/>
        </p:spPr>
        <p:txBody>
          <a:bodyPr wrap="square">
            <a:spAutoFit/>
          </a:bodyPr>
          <a:lstStyle/>
          <a:p>
            <a:pPr algn="ctr"/>
            <a:r>
              <a:rPr lang="ja-JP" altLang="en-US" sz="1100">
                <a:solidFill>
                  <a:schemeClr val="accent6"/>
                </a:solidFill>
                <a:latin typeface="原稿用標準書体" panose="03000503000000000000" pitchFamily="66" charset="-128"/>
                <a:ea typeface="原稿用標準書体" panose="03000503000000000000" pitchFamily="66" charset="-128"/>
              </a:rPr>
              <a:t>　　</a:t>
            </a:r>
            <a:r>
              <a:rPr lang="en-US" altLang="ja-JP" sz="1100">
                <a:solidFill>
                  <a:schemeClr val="accent6"/>
                </a:solidFill>
                <a:latin typeface="原稿用標準書体" panose="03000503000000000000" pitchFamily="66" charset="-128"/>
                <a:ea typeface="原稿用標準書体" panose="03000503000000000000" pitchFamily="66" charset="-128"/>
              </a:rPr>
              <a:t>:00</a:t>
            </a:r>
            <a:r>
              <a:rPr lang="ja-JP" altLang="en-US" sz="1100">
                <a:solidFill>
                  <a:schemeClr val="accent6"/>
                </a:solidFill>
                <a:latin typeface="原稿用標準書体" panose="03000503000000000000" pitchFamily="66" charset="-128"/>
                <a:ea typeface="原稿用標準書体" panose="03000503000000000000" pitchFamily="66" charset="-128"/>
              </a:rPr>
              <a:t>ｋ</a:t>
            </a:r>
            <a:endParaRPr kumimoji="1" lang="ja-JP" altLang="en-US" sz="1100">
              <a:solidFill>
                <a:schemeClr val="accent6"/>
              </a:solidFill>
              <a:latin typeface="原稿用標準書体" panose="03000503000000000000" pitchFamily="66" charset="-128"/>
              <a:ea typeface="原稿用標準書体" panose="03000503000000000000" pitchFamily="66" charset="-128"/>
            </a:endParaRPr>
          </a:p>
        </p:txBody>
      </p:sp>
      <p:grpSp>
        <p:nvGrpSpPr>
          <p:cNvPr id="70" name="グループ化 69">
            <a:extLst>
              <a:ext uri="{FF2B5EF4-FFF2-40B4-BE49-F238E27FC236}">
                <a16:creationId xmlns:a16="http://schemas.microsoft.com/office/drawing/2014/main" id="{A8C673B2-663A-AB8D-053C-269BB418DA9B}"/>
              </a:ext>
            </a:extLst>
          </p:cNvPr>
          <p:cNvGrpSpPr/>
          <p:nvPr/>
        </p:nvGrpSpPr>
        <p:grpSpPr>
          <a:xfrm>
            <a:off x="5769398" y="2064585"/>
            <a:ext cx="534204" cy="540320"/>
            <a:chOff x="5801236" y="2042989"/>
            <a:chExt cx="534204" cy="540320"/>
          </a:xfrm>
        </p:grpSpPr>
        <p:sp>
          <p:nvSpPr>
            <p:cNvPr id="132" name="四角形: 角を丸くする 131">
              <a:extLst>
                <a:ext uri="{FF2B5EF4-FFF2-40B4-BE49-F238E27FC236}">
                  <a16:creationId xmlns:a16="http://schemas.microsoft.com/office/drawing/2014/main" id="{B7E8F008-49CA-9619-0DAF-B19CBF013E1C}"/>
                </a:ext>
              </a:extLst>
            </p:cNvPr>
            <p:cNvSpPr/>
            <p:nvPr/>
          </p:nvSpPr>
          <p:spPr>
            <a:xfrm>
              <a:off x="5801749" y="2042989"/>
              <a:ext cx="533691" cy="533691"/>
            </a:xfrm>
            <a:prstGeom prst="roundRect">
              <a:avLst/>
            </a:prstGeom>
            <a:solidFill>
              <a:schemeClr val="accent6">
                <a:lumMod val="20000"/>
                <a:lumOff val="80000"/>
              </a:schemeClr>
            </a:solid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33" name="グラフィックス 132" descr="ユーザー 単色塗りつぶし">
              <a:extLst>
                <a:ext uri="{FF2B5EF4-FFF2-40B4-BE49-F238E27FC236}">
                  <a16:creationId xmlns:a16="http://schemas.microsoft.com/office/drawing/2014/main" id="{0E1B3550-BB7F-4058-EB00-6F639A470739}"/>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5801236" y="2049618"/>
              <a:ext cx="533691" cy="533691"/>
            </a:xfrm>
            <a:prstGeom prst="rect">
              <a:avLst/>
            </a:prstGeom>
          </p:spPr>
        </p:pic>
      </p:grpSp>
      <p:grpSp>
        <p:nvGrpSpPr>
          <p:cNvPr id="134" name="グループ化 133">
            <a:extLst>
              <a:ext uri="{FF2B5EF4-FFF2-40B4-BE49-F238E27FC236}">
                <a16:creationId xmlns:a16="http://schemas.microsoft.com/office/drawing/2014/main" id="{58260166-C866-6880-2508-A889A1C3C75B}"/>
              </a:ext>
            </a:extLst>
          </p:cNvPr>
          <p:cNvGrpSpPr/>
          <p:nvPr/>
        </p:nvGrpSpPr>
        <p:grpSpPr>
          <a:xfrm>
            <a:off x="6466490" y="2041683"/>
            <a:ext cx="824705" cy="541625"/>
            <a:chOff x="1063284" y="1905266"/>
            <a:chExt cx="2372751" cy="1839424"/>
          </a:xfrm>
        </p:grpSpPr>
        <p:sp>
          <p:nvSpPr>
            <p:cNvPr id="152" name="四角形: 上の 2 つの角を丸める 151">
              <a:extLst>
                <a:ext uri="{FF2B5EF4-FFF2-40B4-BE49-F238E27FC236}">
                  <a16:creationId xmlns:a16="http://schemas.microsoft.com/office/drawing/2014/main" id="{DE3D56AC-3890-C023-D784-07037C9D97CA}"/>
                </a:ext>
              </a:extLst>
            </p:cNvPr>
            <p:cNvSpPr/>
            <p:nvPr/>
          </p:nvSpPr>
          <p:spPr>
            <a:xfrm>
              <a:off x="1063284" y="1905266"/>
              <a:ext cx="2372751" cy="844262"/>
            </a:xfrm>
            <a:prstGeom prst="round2SameRect">
              <a:avLst/>
            </a:prstGeom>
            <a:solidFill>
              <a:schemeClr val="accent6">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3" name="四角形: 上の 2 つの角を丸める 152">
              <a:extLst>
                <a:ext uri="{FF2B5EF4-FFF2-40B4-BE49-F238E27FC236}">
                  <a16:creationId xmlns:a16="http://schemas.microsoft.com/office/drawing/2014/main" id="{65406C02-7FD3-2355-AFB3-23C5AB31599B}"/>
                </a:ext>
              </a:extLst>
            </p:cNvPr>
            <p:cNvSpPr/>
            <p:nvPr/>
          </p:nvSpPr>
          <p:spPr>
            <a:xfrm flipV="1">
              <a:off x="1063284" y="2749528"/>
              <a:ext cx="2372751" cy="995162"/>
            </a:xfrm>
            <a:prstGeom prst="round2SameRect">
              <a:avLst>
                <a:gd name="adj1" fmla="val 12104"/>
                <a:gd name="adj2" fmla="val 0"/>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36" name="テキスト ボックス 135">
            <a:extLst>
              <a:ext uri="{FF2B5EF4-FFF2-40B4-BE49-F238E27FC236}">
                <a16:creationId xmlns:a16="http://schemas.microsoft.com/office/drawing/2014/main" id="{2C89AAA5-14DE-1720-9825-5E5BEA7810BA}"/>
              </a:ext>
            </a:extLst>
          </p:cNvPr>
          <p:cNvSpPr txBox="1"/>
          <p:nvPr/>
        </p:nvSpPr>
        <p:spPr>
          <a:xfrm>
            <a:off x="6437809" y="2297787"/>
            <a:ext cx="716180" cy="261610"/>
          </a:xfrm>
          <a:prstGeom prst="rect">
            <a:avLst/>
          </a:prstGeom>
          <a:noFill/>
        </p:spPr>
        <p:txBody>
          <a:bodyPr wrap="square">
            <a:spAutoFit/>
          </a:bodyPr>
          <a:lstStyle/>
          <a:p>
            <a:r>
              <a:rPr lang="ja-JP" altLang="en-US" sz="1100">
                <a:solidFill>
                  <a:schemeClr val="accent6">
                    <a:lumMod val="75000"/>
                  </a:schemeClr>
                </a:solidFill>
                <a:latin typeface="原稿用標準書体" panose="03000503000000000000" pitchFamily="66" charset="-128"/>
                <a:ea typeface="原稿用標準書体" panose="03000503000000000000" pitchFamily="66" charset="-128"/>
              </a:rPr>
              <a:t>接客中</a:t>
            </a:r>
            <a:endParaRPr kumimoji="1" lang="ja-JP" altLang="en-US" sz="11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nvGrpSpPr>
          <p:cNvPr id="137" name="グループ化 136">
            <a:extLst>
              <a:ext uri="{FF2B5EF4-FFF2-40B4-BE49-F238E27FC236}">
                <a16:creationId xmlns:a16="http://schemas.microsoft.com/office/drawing/2014/main" id="{E640FFA9-0694-4B33-5479-303224A8E5DD}"/>
              </a:ext>
            </a:extLst>
          </p:cNvPr>
          <p:cNvGrpSpPr/>
          <p:nvPr/>
        </p:nvGrpSpPr>
        <p:grpSpPr>
          <a:xfrm>
            <a:off x="7021438" y="2335873"/>
            <a:ext cx="206177" cy="206177"/>
            <a:chOff x="4178990" y="4732529"/>
            <a:chExt cx="914400" cy="914400"/>
          </a:xfrm>
        </p:grpSpPr>
        <p:sp>
          <p:nvSpPr>
            <p:cNvPr id="150" name="楕円 149">
              <a:extLst>
                <a:ext uri="{FF2B5EF4-FFF2-40B4-BE49-F238E27FC236}">
                  <a16:creationId xmlns:a16="http://schemas.microsoft.com/office/drawing/2014/main" id="{582D0F7D-EA14-8FAA-BE67-34D845F5AA4D}"/>
                </a:ext>
              </a:extLst>
            </p:cNvPr>
            <p:cNvSpPr/>
            <p:nvPr/>
          </p:nvSpPr>
          <p:spPr>
            <a:xfrm>
              <a:off x="4178990" y="4732529"/>
              <a:ext cx="914400" cy="914400"/>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1" name="部分円 150">
              <a:extLst>
                <a:ext uri="{FF2B5EF4-FFF2-40B4-BE49-F238E27FC236}">
                  <a16:creationId xmlns:a16="http://schemas.microsoft.com/office/drawing/2014/main" id="{DF34F2AA-CD0B-6684-CFC6-2AEA69253EF8}"/>
                </a:ext>
              </a:extLst>
            </p:cNvPr>
            <p:cNvSpPr/>
            <p:nvPr/>
          </p:nvSpPr>
          <p:spPr>
            <a:xfrm>
              <a:off x="4178990" y="4732529"/>
              <a:ext cx="914400" cy="914400"/>
            </a:xfrm>
            <a:prstGeom prst="pi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grpSp>
      <p:grpSp>
        <p:nvGrpSpPr>
          <p:cNvPr id="167" name="グループ化 166">
            <a:extLst>
              <a:ext uri="{FF2B5EF4-FFF2-40B4-BE49-F238E27FC236}">
                <a16:creationId xmlns:a16="http://schemas.microsoft.com/office/drawing/2014/main" id="{1F9AAA93-2F5A-B5DF-FD55-083C15300E4C}"/>
              </a:ext>
            </a:extLst>
          </p:cNvPr>
          <p:cNvGrpSpPr/>
          <p:nvPr/>
        </p:nvGrpSpPr>
        <p:grpSpPr>
          <a:xfrm>
            <a:off x="8949808" y="2041683"/>
            <a:ext cx="824705" cy="541625"/>
            <a:chOff x="1063284" y="1905266"/>
            <a:chExt cx="2372751" cy="1839424"/>
          </a:xfrm>
        </p:grpSpPr>
        <p:sp>
          <p:nvSpPr>
            <p:cNvPr id="185" name="四角形: 上の 2 つの角を丸める 184">
              <a:extLst>
                <a:ext uri="{FF2B5EF4-FFF2-40B4-BE49-F238E27FC236}">
                  <a16:creationId xmlns:a16="http://schemas.microsoft.com/office/drawing/2014/main" id="{4DF6D73F-B3AE-5E98-728C-923815826E99}"/>
                </a:ext>
              </a:extLst>
            </p:cNvPr>
            <p:cNvSpPr/>
            <p:nvPr/>
          </p:nvSpPr>
          <p:spPr>
            <a:xfrm>
              <a:off x="1063284" y="1905266"/>
              <a:ext cx="2372751" cy="844262"/>
            </a:xfrm>
            <a:prstGeom prst="round2SameRect">
              <a:avLst/>
            </a:prstGeom>
            <a:solidFill>
              <a:schemeClr val="accent6">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6" name="四角形: 上の 2 つの角を丸める 185">
              <a:extLst>
                <a:ext uri="{FF2B5EF4-FFF2-40B4-BE49-F238E27FC236}">
                  <a16:creationId xmlns:a16="http://schemas.microsoft.com/office/drawing/2014/main" id="{58261C60-5F91-69BD-DF1B-A7FF28090D50}"/>
                </a:ext>
              </a:extLst>
            </p:cNvPr>
            <p:cNvSpPr/>
            <p:nvPr/>
          </p:nvSpPr>
          <p:spPr>
            <a:xfrm flipV="1">
              <a:off x="1063284" y="2749528"/>
              <a:ext cx="2372751" cy="995162"/>
            </a:xfrm>
            <a:prstGeom prst="round2SameRect">
              <a:avLst>
                <a:gd name="adj1" fmla="val 12104"/>
                <a:gd name="adj2" fmla="val 0"/>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69" name="テキスト ボックス 168">
            <a:extLst>
              <a:ext uri="{FF2B5EF4-FFF2-40B4-BE49-F238E27FC236}">
                <a16:creationId xmlns:a16="http://schemas.microsoft.com/office/drawing/2014/main" id="{82DA3235-7622-FA19-6DFE-B73A88205652}"/>
              </a:ext>
            </a:extLst>
          </p:cNvPr>
          <p:cNvSpPr txBox="1"/>
          <p:nvPr/>
        </p:nvSpPr>
        <p:spPr>
          <a:xfrm>
            <a:off x="8921127" y="2297787"/>
            <a:ext cx="716180" cy="261610"/>
          </a:xfrm>
          <a:prstGeom prst="rect">
            <a:avLst/>
          </a:prstGeom>
          <a:noFill/>
        </p:spPr>
        <p:txBody>
          <a:bodyPr wrap="square">
            <a:spAutoFit/>
          </a:bodyPr>
          <a:lstStyle/>
          <a:p>
            <a:r>
              <a:rPr lang="ja-JP" altLang="en-US" sz="1100">
                <a:solidFill>
                  <a:schemeClr val="accent6">
                    <a:lumMod val="75000"/>
                  </a:schemeClr>
                </a:solidFill>
                <a:latin typeface="原稿用標準書体" panose="03000503000000000000" pitchFamily="66" charset="-128"/>
                <a:ea typeface="原稿用標準書体" panose="03000503000000000000" pitchFamily="66" charset="-128"/>
              </a:rPr>
              <a:t>清掃中</a:t>
            </a:r>
            <a:endParaRPr kumimoji="1" lang="ja-JP" altLang="en-US" sz="11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nvGrpSpPr>
          <p:cNvPr id="170" name="グループ化 169">
            <a:extLst>
              <a:ext uri="{FF2B5EF4-FFF2-40B4-BE49-F238E27FC236}">
                <a16:creationId xmlns:a16="http://schemas.microsoft.com/office/drawing/2014/main" id="{DF93AF89-58EE-56D1-3F08-25B3997179C3}"/>
              </a:ext>
            </a:extLst>
          </p:cNvPr>
          <p:cNvGrpSpPr/>
          <p:nvPr/>
        </p:nvGrpSpPr>
        <p:grpSpPr>
          <a:xfrm>
            <a:off x="9504756" y="2335873"/>
            <a:ext cx="206177" cy="206177"/>
            <a:chOff x="4178990" y="4732529"/>
            <a:chExt cx="914400" cy="914400"/>
          </a:xfrm>
        </p:grpSpPr>
        <p:sp>
          <p:nvSpPr>
            <p:cNvPr id="183" name="楕円 182">
              <a:extLst>
                <a:ext uri="{FF2B5EF4-FFF2-40B4-BE49-F238E27FC236}">
                  <a16:creationId xmlns:a16="http://schemas.microsoft.com/office/drawing/2014/main" id="{F061648E-6EB3-E366-CEC2-1467360C2AF8}"/>
                </a:ext>
              </a:extLst>
            </p:cNvPr>
            <p:cNvSpPr/>
            <p:nvPr/>
          </p:nvSpPr>
          <p:spPr>
            <a:xfrm>
              <a:off x="4178990" y="4732529"/>
              <a:ext cx="914400" cy="914400"/>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4" name="部分円 183">
              <a:extLst>
                <a:ext uri="{FF2B5EF4-FFF2-40B4-BE49-F238E27FC236}">
                  <a16:creationId xmlns:a16="http://schemas.microsoft.com/office/drawing/2014/main" id="{79165278-DDB6-2F05-63A0-FF57B7BF3DF7}"/>
                </a:ext>
              </a:extLst>
            </p:cNvPr>
            <p:cNvSpPr/>
            <p:nvPr/>
          </p:nvSpPr>
          <p:spPr>
            <a:xfrm>
              <a:off x="4178990" y="4732529"/>
              <a:ext cx="914400" cy="914400"/>
            </a:xfrm>
            <a:prstGeom prst="pie">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grpSp>
      <p:sp>
        <p:nvSpPr>
          <p:cNvPr id="217" name="テキスト ボックス 216">
            <a:extLst>
              <a:ext uri="{FF2B5EF4-FFF2-40B4-BE49-F238E27FC236}">
                <a16:creationId xmlns:a16="http://schemas.microsoft.com/office/drawing/2014/main" id="{0308FEBB-BCA7-3A15-653B-A3E80BDCF532}"/>
              </a:ext>
            </a:extLst>
          </p:cNvPr>
          <p:cNvSpPr txBox="1"/>
          <p:nvPr/>
        </p:nvSpPr>
        <p:spPr>
          <a:xfrm>
            <a:off x="3658376" y="4334969"/>
            <a:ext cx="733012" cy="307777"/>
          </a:xfrm>
          <a:prstGeom prst="rect">
            <a:avLst/>
          </a:prstGeom>
          <a:noFill/>
        </p:spPr>
        <p:txBody>
          <a:bodyPr wrap="square">
            <a:spAutoFit/>
          </a:bodyPr>
          <a:lstStyle/>
          <a:p>
            <a:pPr algn="ctr"/>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休憩室</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nvGrpSpPr>
          <p:cNvPr id="219" name="グループ化 218">
            <a:extLst>
              <a:ext uri="{FF2B5EF4-FFF2-40B4-BE49-F238E27FC236}">
                <a16:creationId xmlns:a16="http://schemas.microsoft.com/office/drawing/2014/main" id="{4A22355F-0CFD-9F8F-0D1C-45AF9A3706BB}"/>
              </a:ext>
            </a:extLst>
          </p:cNvPr>
          <p:cNvGrpSpPr/>
          <p:nvPr/>
        </p:nvGrpSpPr>
        <p:grpSpPr>
          <a:xfrm>
            <a:off x="3757780" y="4708440"/>
            <a:ext cx="534204" cy="540320"/>
            <a:chOff x="7836685" y="2042989"/>
            <a:chExt cx="534204" cy="540320"/>
          </a:xfrm>
        </p:grpSpPr>
        <p:sp>
          <p:nvSpPr>
            <p:cNvPr id="220" name="四角形: 角を丸くする 219">
              <a:extLst>
                <a:ext uri="{FF2B5EF4-FFF2-40B4-BE49-F238E27FC236}">
                  <a16:creationId xmlns:a16="http://schemas.microsoft.com/office/drawing/2014/main" id="{3C7A7668-4E09-71BC-7BB4-EE95EE5CCD33}"/>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221" name="グラフィックス 220" descr="ユーザー 単色塗りつぶし">
              <a:extLst>
                <a:ext uri="{FF2B5EF4-FFF2-40B4-BE49-F238E27FC236}">
                  <a16:creationId xmlns:a16="http://schemas.microsoft.com/office/drawing/2014/main" id="{36954904-826C-F874-A0C7-6F11DDE1057E}"/>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grpSp>
        <p:nvGrpSpPr>
          <p:cNvPr id="226" name="グループ化 225">
            <a:extLst>
              <a:ext uri="{FF2B5EF4-FFF2-40B4-BE49-F238E27FC236}">
                <a16:creationId xmlns:a16="http://schemas.microsoft.com/office/drawing/2014/main" id="{093B781D-7D97-BA97-8078-3452AF29DB38}"/>
              </a:ext>
            </a:extLst>
          </p:cNvPr>
          <p:cNvGrpSpPr/>
          <p:nvPr/>
        </p:nvGrpSpPr>
        <p:grpSpPr>
          <a:xfrm>
            <a:off x="3585827" y="4841695"/>
            <a:ext cx="273288" cy="273288"/>
            <a:chOff x="3137958" y="4703845"/>
            <a:chExt cx="273288" cy="273288"/>
          </a:xfrm>
        </p:grpSpPr>
        <p:sp>
          <p:nvSpPr>
            <p:cNvPr id="225" name="楕円 224">
              <a:extLst>
                <a:ext uri="{FF2B5EF4-FFF2-40B4-BE49-F238E27FC236}">
                  <a16:creationId xmlns:a16="http://schemas.microsoft.com/office/drawing/2014/main" id="{E11706EA-500A-D479-9AB6-F1939C2FBF9B}"/>
                </a:ext>
              </a:extLst>
            </p:cNvPr>
            <p:cNvSpPr/>
            <p:nvPr/>
          </p:nvSpPr>
          <p:spPr>
            <a:xfrm>
              <a:off x="3137958" y="4703845"/>
              <a:ext cx="273288" cy="273288"/>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223" name="グラフィックス 222" descr="感嘆符 単色塗りつぶし">
              <a:extLst>
                <a:ext uri="{FF2B5EF4-FFF2-40B4-BE49-F238E27FC236}">
                  <a16:creationId xmlns:a16="http://schemas.microsoft.com/office/drawing/2014/main" id="{F05F9132-12E8-3D27-0916-7CE8B9516E39}"/>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3160494" y="4728229"/>
              <a:ext cx="224046" cy="224046"/>
            </a:xfrm>
            <a:prstGeom prst="rect">
              <a:avLst/>
            </a:prstGeom>
          </p:spPr>
        </p:pic>
      </p:grpSp>
      <p:sp>
        <p:nvSpPr>
          <p:cNvPr id="228" name="テキスト ボックス 227">
            <a:extLst>
              <a:ext uri="{FF2B5EF4-FFF2-40B4-BE49-F238E27FC236}">
                <a16:creationId xmlns:a16="http://schemas.microsoft.com/office/drawing/2014/main" id="{F4F5F751-409F-E11E-C174-42CDE75549FD}"/>
              </a:ext>
            </a:extLst>
          </p:cNvPr>
          <p:cNvSpPr txBox="1"/>
          <p:nvPr/>
        </p:nvSpPr>
        <p:spPr>
          <a:xfrm>
            <a:off x="6177364" y="4334969"/>
            <a:ext cx="733012" cy="307777"/>
          </a:xfrm>
          <a:prstGeom prst="rect">
            <a:avLst/>
          </a:prstGeom>
          <a:noFill/>
        </p:spPr>
        <p:txBody>
          <a:bodyPr wrap="square">
            <a:spAutoFit/>
          </a:bodyPr>
          <a:lstStyle/>
          <a:p>
            <a:pPr algn="ctr"/>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事務室</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230" name="四角形: 角を丸くする 229">
            <a:extLst>
              <a:ext uri="{FF2B5EF4-FFF2-40B4-BE49-F238E27FC236}">
                <a16:creationId xmlns:a16="http://schemas.microsoft.com/office/drawing/2014/main" id="{76AE3AFF-1F8C-7597-4A61-6DB6C3CB5FCA}"/>
              </a:ext>
            </a:extLst>
          </p:cNvPr>
          <p:cNvSpPr/>
          <p:nvPr/>
        </p:nvSpPr>
        <p:spPr>
          <a:xfrm>
            <a:off x="6277280" y="4713035"/>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238" name="グループ化 237">
            <a:extLst>
              <a:ext uri="{FF2B5EF4-FFF2-40B4-BE49-F238E27FC236}">
                <a16:creationId xmlns:a16="http://schemas.microsoft.com/office/drawing/2014/main" id="{7D438AA1-32A7-D39A-0C32-6172CD884F59}"/>
              </a:ext>
            </a:extLst>
          </p:cNvPr>
          <p:cNvGrpSpPr/>
          <p:nvPr/>
        </p:nvGrpSpPr>
        <p:grpSpPr>
          <a:xfrm>
            <a:off x="6087475" y="4857960"/>
            <a:ext cx="273288" cy="273288"/>
            <a:chOff x="5460401" y="4876340"/>
            <a:chExt cx="273288" cy="273288"/>
          </a:xfrm>
        </p:grpSpPr>
        <p:sp>
          <p:nvSpPr>
            <p:cNvPr id="233" name="楕円 232">
              <a:extLst>
                <a:ext uri="{FF2B5EF4-FFF2-40B4-BE49-F238E27FC236}">
                  <a16:creationId xmlns:a16="http://schemas.microsoft.com/office/drawing/2014/main" id="{E8D515BD-AC48-AC72-5D7F-93163396720F}"/>
                </a:ext>
              </a:extLst>
            </p:cNvPr>
            <p:cNvSpPr/>
            <p:nvPr/>
          </p:nvSpPr>
          <p:spPr>
            <a:xfrm>
              <a:off x="5460401" y="4876340"/>
              <a:ext cx="273288" cy="273288"/>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37" name="矢印: 上 236">
              <a:extLst>
                <a:ext uri="{FF2B5EF4-FFF2-40B4-BE49-F238E27FC236}">
                  <a16:creationId xmlns:a16="http://schemas.microsoft.com/office/drawing/2014/main" id="{0AE9CE42-F623-E932-376E-C002296D08F0}"/>
                </a:ext>
              </a:extLst>
            </p:cNvPr>
            <p:cNvSpPr/>
            <p:nvPr/>
          </p:nvSpPr>
          <p:spPr>
            <a:xfrm>
              <a:off x="5515438" y="4914382"/>
              <a:ext cx="163215" cy="197205"/>
            </a:xfrm>
            <a:prstGeom prst="upArrow">
              <a:avLst>
                <a:gd name="adj1" fmla="val 50000"/>
                <a:gd name="adj2" fmla="val 78583"/>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40" name="図 239">
            <a:extLst>
              <a:ext uri="{FF2B5EF4-FFF2-40B4-BE49-F238E27FC236}">
                <a16:creationId xmlns:a16="http://schemas.microsoft.com/office/drawing/2014/main" id="{546F556A-3D5E-093F-E2DE-499440BD09F9}"/>
              </a:ext>
            </a:extLst>
          </p:cNvPr>
          <p:cNvPicPr>
            <a:picLocks noChangeAspect="1"/>
          </p:cNvPicPr>
          <p:nvPr/>
        </p:nvPicPr>
        <p:blipFill>
          <a:blip r:embed="rId14">
            <a:duotone>
              <a:schemeClr val="accent6">
                <a:shade val="45000"/>
                <a:satMod val="135000"/>
              </a:schemeClr>
              <a:prstClr val="white"/>
            </a:duotone>
            <a:extLst>
              <a:ext uri="{28A0092B-C50C-407E-A947-70E740481C1C}">
                <a14:useLocalDpi xmlns:a14="http://schemas.microsoft.com/office/drawing/2010/main" val="0"/>
              </a:ext>
            </a:extLst>
          </a:blip>
          <a:stretch>
            <a:fillRect/>
          </a:stretch>
        </p:blipFill>
        <p:spPr>
          <a:xfrm>
            <a:off x="6269906" y="4656531"/>
            <a:ext cx="578584" cy="578584"/>
          </a:xfrm>
          <a:prstGeom prst="rect">
            <a:avLst/>
          </a:prstGeom>
        </p:spPr>
      </p:pic>
      <p:grpSp>
        <p:nvGrpSpPr>
          <p:cNvPr id="20" name="グループ化 19">
            <a:extLst>
              <a:ext uri="{FF2B5EF4-FFF2-40B4-BE49-F238E27FC236}">
                <a16:creationId xmlns:a16="http://schemas.microsoft.com/office/drawing/2014/main" id="{70577C8A-7C42-4BD5-AAA2-8D4449C36379}"/>
              </a:ext>
            </a:extLst>
          </p:cNvPr>
          <p:cNvGrpSpPr/>
          <p:nvPr/>
        </p:nvGrpSpPr>
        <p:grpSpPr>
          <a:xfrm>
            <a:off x="617274" y="432515"/>
            <a:ext cx="2130007" cy="638703"/>
            <a:chOff x="1157024" y="508715"/>
            <a:chExt cx="2130007" cy="638703"/>
          </a:xfrm>
        </p:grpSpPr>
        <p:sp>
          <p:nvSpPr>
            <p:cNvPr id="25" name="六角形 24">
              <a:extLst>
                <a:ext uri="{FF2B5EF4-FFF2-40B4-BE49-F238E27FC236}">
                  <a16:creationId xmlns:a16="http://schemas.microsoft.com/office/drawing/2014/main" id="{141A8ECA-DF9D-A960-C3FE-10F621E04B37}"/>
                </a:ext>
              </a:extLst>
            </p:cNvPr>
            <p:cNvSpPr/>
            <p:nvPr/>
          </p:nvSpPr>
          <p:spPr>
            <a:xfrm>
              <a:off x="1157024" y="508715"/>
              <a:ext cx="2130007" cy="638703"/>
            </a:xfrm>
            <a:prstGeom prst="hexagon">
              <a:avLst/>
            </a:prstGeom>
            <a:solidFill>
              <a:schemeClr val="bg1">
                <a:lumMod val="95000"/>
                <a:alpha val="70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27" name="テキスト ボックス 26">
              <a:extLst>
                <a:ext uri="{FF2B5EF4-FFF2-40B4-BE49-F238E27FC236}">
                  <a16:creationId xmlns:a16="http://schemas.microsoft.com/office/drawing/2014/main" id="{DFC52179-A030-4559-FCB7-CF8C8DF71A0E}"/>
                </a:ext>
              </a:extLst>
            </p:cNvPr>
            <p:cNvSpPr txBox="1"/>
            <p:nvPr/>
          </p:nvSpPr>
          <p:spPr>
            <a:xfrm>
              <a:off x="1873214" y="641390"/>
              <a:ext cx="697627" cy="400110"/>
            </a:xfrm>
            <a:prstGeom prst="rect">
              <a:avLst/>
            </a:prstGeom>
            <a:noFill/>
          </p:spPr>
          <p:txBody>
            <a:bodyPr wrap="none" rtlCol="0">
              <a:spAutoFit/>
            </a:bodyPr>
            <a:lstStyle/>
            <a:p>
              <a:pPr algn="ctr"/>
              <a:r>
                <a:rPr kumimoji="1"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12" name="四角形: 角を丸くする 11">
            <a:extLst>
              <a:ext uri="{FF2B5EF4-FFF2-40B4-BE49-F238E27FC236}">
                <a16:creationId xmlns:a16="http://schemas.microsoft.com/office/drawing/2014/main" id="{897ABF27-443C-CDF2-54AB-246DF0D46F3C}"/>
              </a:ext>
            </a:extLst>
          </p:cNvPr>
          <p:cNvSpPr/>
          <p:nvPr/>
        </p:nvSpPr>
        <p:spPr>
          <a:xfrm>
            <a:off x="957524" y="1340441"/>
            <a:ext cx="872826" cy="4071314"/>
          </a:xfrm>
          <a:prstGeom prst="roundRect">
            <a:avLst>
              <a:gd name="adj" fmla="val 50000"/>
            </a:avLst>
          </a:prstGeom>
          <a:solidFill>
            <a:schemeClr val="accent6">
              <a:lumMod val="20000"/>
              <a:lumOff val="80000"/>
            </a:schemeClr>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grpSp>
        <p:nvGrpSpPr>
          <p:cNvPr id="13" name="グループ化 12">
            <a:extLst>
              <a:ext uri="{FF2B5EF4-FFF2-40B4-BE49-F238E27FC236}">
                <a16:creationId xmlns:a16="http://schemas.microsoft.com/office/drawing/2014/main" id="{ABC01E49-4742-1AFE-DFD7-0D72E5F8E1C4}"/>
              </a:ext>
            </a:extLst>
          </p:cNvPr>
          <p:cNvGrpSpPr/>
          <p:nvPr/>
        </p:nvGrpSpPr>
        <p:grpSpPr>
          <a:xfrm>
            <a:off x="1177472" y="1526309"/>
            <a:ext cx="432931" cy="437887"/>
            <a:chOff x="7836685" y="2042989"/>
            <a:chExt cx="534204" cy="540320"/>
          </a:xfrm>
        </p:grpSpPr>
        <p:sp>
          <p:nvSpPr>
            <p:cNvPr id="14" name="四角形: 角を丸くする 13">
              <a:extLst>
                <a:ext uri="{FF2B5EF4-FFF2-40B4-BE49-F238E27FC236}">
                  <a16:creationId xmlns:a16="http://schemas.microsoft.com/office/drawing/2014/main" id="{BA23BC9B-27D9-CEBA-7152-EFBDD88BE6C6}"/>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5" name="グラフィックス 14" descr="ユーザー 単色塗りつぶし">
              <a:extLst>
                <a:ext uri="{FF2B5EF4-FFF2-40B4-BE49-F238E27FC236}">
                  <a16:creationId xmlns:a16="http://schemas.microsoft.com/office/drawing/2014/main" id="{EE01D284-32C4-4922-7C6D-80ED2F98B4A1}"/>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grpSp>
        <p:nvGrpSpPr>
          <p:cNvPr id="28" name="グループ化 27">
            <a:extLst>
              <a:ext uri="{FF2B5EF4-FFF2-40B4-BE49-F238E27FC236}">
                <a16:creationId xmlns:a16="http://schemas.microsoft.com/office/drawing/2014/main" id="{D06DE4BA-438D-7493-6348-3F30B110268F}"/>
              </a:ext>
            </a:extLst>
          </p:cNvPr>
          <p:cNvGrpSpPr/>
          <p:nvPr/>
        </p:nvGrpSpPr>
        <p:grpSpPr>
          <a:xfrm>
            <a:off x="1177472" y="2613539"/>
            <a:ext cx="432931" cy="437887"/>
            <a:chOff x="7836685" y="2042989"/>
            <a:chExt cx="534204" cy="540320"/>
          </a:xfrm>
        </p:grpSpPr>
        <p:sp>
          <p:nvSpPr>
            <p:cNvPr id="39" name="四角形: 角を丸くする 38">
              <a:extLst>
                <a:ext uri="{FF2B5EF4-FFF2-40B4-BE49-F238E27FC236}">
                  <a16:creationId xmlns:a16="http://schemas.microsoft.com/office/drawing/2014/main" id="{69964D43-2F05-1DAF-7354-D4D824781A5F}"/>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40" name="グラフィックス 39" descr="ユーザー 単色塗りつぶし">
              <a:extLst>
                <a:ext uri="{FF2B5EF4-FFF2-40B4-BE49-F238E27FC236}">
                  <a16:creationId xmlns:a16="http://schemas.microsoft.com/office/drawing/2014/main" id="{07BA1C5C-B251-5561-1A53-8921EBD8D8BC}"/>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grpSp>
        <p:nvGrpSpPr>
          <p:cNvPr id="44" name="グループ化 43">
            <a:extLst>
              <a:ext uri="{FF2B5EF4-FFF2-40B4-BE49-F238E27FC236}">
                <a16:creationId xmlns:a16="http://schemas.microsoft.com/office/drawing/2014/main" id="{9C16E9CF-35EA-9751-D484-B40E235561FF}"/>
              </a:ext>
            </a:extLst>
          </p:cNvPr>
          <p:cNvGrpSpPr/>
          <p:nvPr/>
        </p:nvGrpSpPr>
        <p:grpSpPr>
          <a:xfrm>
            <a:off x="1177472" y="3157154"/>
            <a:ext cx="432931" cy="437887"/>
            <a:chOff x="7836685" y="2042989"/>
            <a:chExt cx="534204" cy="540320"/>
          </a:xfrm>
        </p:grpSpPr>
        <p:sp>
          <p:nvSpPr>
            <p:cNvPr id="45" name="四角形: 角を丸くする 44">
              <a:extLst>
                <a:ext uri="{FF2B5EF4-FFF2-40B4-BE49-F238E27FC236}">
                  <a16:creationId xmlns:a16="http://schemas.microsoft.com/office/drawing/2014/main" id="{7D75739F-2F8C-764A-0D88-DFF7A9A79633}"/>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46" name="グラフィックス 45" descr="ユーザー 単色塗りつぶし">
              <a:extLst>
                <a:ext uri="{FF2B5EF4-FFF2-40B4-BE49-F238E27FC236}">
                  <a16:creationId xmlns:a16="http://schemas.microsoft.com/office/drawing/2014/main" id="{9AF362E0-CFC6-A8A3-10AE-41C610C9526C}"/>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grpSp>
        <p:nvGrpSpPr>
          <p:cNvPr id="52" name="グループ化 51">
            <a:extLst>
              <a:ext uri="{FF2B5EF4-FFF2-40B4-BE49-F238E27FC236}">
                <a16:creationId xmlns:a16="http://schemas.microsoft.com/office/drawing/2014/main" id="{606D42BA-2B04-72E5-3456-6495D83CFF3C}"/>
              </a:ext>
            </a:extLst>
          </p:cNvPr>
          <p:cNvGrpSpPr/>
          <p:nvPr/>
        </p:nvGrpSpPr>
        <p:grpSpPr>
          <a:xfrm>
            <a:off x="1177472" y="3700769"/>
            <a:ext cx="432931" cy="437887"/>
            <a:chOff x="7836685" y="2042989"/>
            <a:chExt cx="534204" cy="540320"/>
          </a:xfrm>
        </p:grpSpPr>
        <p:sp>
          <p:nvSpPr>
            <p:cNvPr id="54" name="四角形: 角を丸くする 53">
              <a:extLst>
                <a:ext uri="{FF2B5EF4-FFF2-40B4-BE49-F238E27FC236}">
                  <a16:creationId xmlns:a16="http://schemas.microsoft.com/office/drawing/2014/main" id="{3F3BA6F7-4603-7665-1A24-3C01599AAE50}"/>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55" name="グラフィックス 54" descr="ユーザー 単色塗りつぶし">
              <a:extLst>
                <a:ext uri="{FF2B5EF4-FFF2-40B4-BE49-F238E27FC236}">
                  <a16:creationId xmlns:a16="http://schemas.microsoft.com/office/drawing/2014/main" id="{2B1E21BD-BF4F-56DB-C3CC-387CD3356BEF}"/>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grpSp>
        <p:nvGrpSpPr>
          <p:cNvPr id="56" name="グループ化 55">
            <a:extLst>
              <a:ext uri="{FF2B5EF4-FFF2-40B4-BE49-F238E27FC236}">
                <a16:creationId xmlns:a16="http://schemas.microsoft.com/office/drawing/2014/main" id="{A8F5DB7F-6B83-62B7-853A-78FB1617870D}"/>
              </a:ext>
            </a:extLst>
          </p:cNvPr>
          <p:cNvGrpSpPr/>
          <p:nvPr/>
        </p:nvGrpSpPr>
        <p:grpSpPr>
          <a:xfrm>
            <a:off x="1177472" y="4244384"/>
            <a:ext cx="432931" cy="437887"/>
            <a:chOff x="7836685" y="2042989"/>
            <a:chExt cx="534204" cy="540320"/>
          </a:xfrm>
        </p:grpSpPr>
        <p:sp>
          <p:nvSpPr>
            <p:cNvPr id="57" name="四角形: 角を丸くする 56">
              <a:extLst>
                <a:ext uri="{FF2B5EF4-FFF2-40B4-BE49-F238E27FC236}">
                  <a16:creationId xmlns:a16="http://schemas.microsoft.com/office/drawing/2014/main" id="{5E9506A8-3F80-AEAE-1D7A-8E1FD3838F67}"/>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58" name="グラフィックス 57" descr="ユーザー 単色塗りつぶし">
              <a:extLst>
                <a:ext uri="{FF2B5EF4-FFF2-40B4-BE49-F238E27FC236}">
                  <a16:creationId xmlns:a16="http://schemas.microsoft.com/office/drawing/2014/main" id="{230018E5-3FB7-7B24-7C72-4F5217C2D6B2}"/>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grpSp>
        <p:nvGrpSpPr>
          <p:cNvPr id="60" name="グループ化 59">
            <a:extLst>
              <a:ext uri="{FF2B5EF4-FFF2-40B4-BE49-F238E27FC236}">
                <a16:creationId xmlns:a16="http://schemas.microsoft.com/office/drawing/2014/main" id="{7E7BB32D-CA33-1748-4112-2DEEDFCC3D97}"/>
              </a:ext>
            </a:extLst>
          </p:cNvPr>
          <p:cNvGrpSpPr/>
          <p:nvPr/>
        </p:nvGrpSpPr>
        <p:grpSpPr>
          <a:xfrm>
            <a:off x="1177472" y="4788000"/>
            <a:ext cx="432931" cy="437887"/>
            <a:chOff x="7836685" y="2042989"/>
            <a:chExt cx="534204" cy="540320"/>
          </a:xfrm>
        </p:grpSpPr>
        <p:sp>
          <p:nvSpPr>
            <p:cNvPr id="61" name="四角形: 角を丸くする 60">
              <a:extLst>
                <a:ext uri="{FF2B5EF4-FFF2-40B4-BE49-F238E27FC236}">
                  <a16:creationId xmlns:a16="http://schemas.microsoft.com/office/drawing/2014/main" id="{5E8C73AC-653D-28D4-5394-A9A569290205}"/>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62" name="グラフィックス 61" descr="ユーザー 単色塗りつぶし">
              <a:extLst>
                <a:ext uri="{FF2B5EF4-FFF2-40B4-BE49-F238E27FC236}">
                  <a16:creationId xmlns:a16="http://schemas.microsoft.com/office/drawing/2014/main" id="{49F9E94A-D35A-DF49-0937-9A418E998652}"/>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grpSp>
        <p:nvGrpSpPr>
          <p:cNvPr id="66" name="グループ化 65">
            <a:extLst>
              <a:ext uri="{FF2B5EF4-FFF2-40B4-BE49-F238E27FC236}">
                <a16:creationId xmlns:a16="http://schemas.microsoft.com/office/drawing/2014/main" id="{4F4BB893-2F49-E4E5-1517-08C68C8242FA}"/>
              </a:ext>
            </a:extLst>
          </p:cNvPr>
          <p:cNvGrpSpPr/>
          <p:nvPr/>
        </p:nvGrpSpPr>
        <p:grpSpPr>
          <a:xfrm>
            <a:off x="8280370" y="2064585"/>
            <a:ext cx="534204" cy="540320"/>
            <a:chOff x="7836685" y="2042989"/>
            <a:chExt cx="534204" cy="540320"/>
          </a:xfrm>
        </p:grpSpPr>
        <p:sp>
          <p:nvSpPr>
            <p:cNvPr id="67" name="四角形: 角を丸くする 66">
              <a:extLst>
                <a:ext uri="{FF2B5EF4-FFF2-40B4-BE49-F238E27FC236}">
                  <a16:creationId xmlns:a16="http://schemas.microsoft.com/office/drawing/2014/main" id="{D1B84FED-916A-CF0E-3B04-91CB07BD56D0}"/>
                </a:ext>
              </a:extLst>
            </p:cNvPr>
            <p:cNvSpPr/>
            <p:nvPr/>
          </p:nvSpPr>
          <p:spPr>
            <a:xfrm>
              <a:off x="7837198" y="2042989"/>
              <a:ext cx="533691" cy="533691"/>
            </a:xfrm>
            <a:prstGeom prst="roundRect">
              <a:avLst/>
            </a:prstGeom>
            <a:solidFill>
              <a:schemeClr val="accent6">
                <a:lumMod val="20000"/>
                <a:lumOff val="80000"/>
              </a:schemeClr>
            </a:solid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68" name="グラフィックス 67" descr="ユーザー 単色塗りつぶし">
              <a:extLst>
                <a:ext uri="{FF2B5EF4-FFF2-40B4-BE49-F238E27FC236}">
                  <a16:creationId xmlns:a16="http://schemas.microsoft.com/office/drawing/2014/main" id="{93D96A9C-EB00-7753-CBEA-7890A3FEA0B9}"/>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sp>
        <p:nvSpPr>
          <p:cNvPr id="78" name="テキスト ボックス 77">
            <a:extLst>
              <a:ext uri="{FF2B5EF4-FFF2-40B4-BE49-F238E27FC236}">
                <a16:creationId xmlns:a16="http://schemas.microsoft.com/office/drawing/2014/main" id="{AE6D7D72-845C-7821-57AF-7D0D499153B4}"/>
              </a:ext>
            </a:extLst>
          </p:cNvPr>
          <p:cNvSpPr txBox="1"/>
          <p:nvPr/>
        </p:nvSpPr>
        <p:spPr>
          <a:xfrm>
            <a:off x="3875496" y="2025372"/>
            <a:ext cx="983294" cy="261610"/>
          </a:xfrm>
          <a:prstGeom prst="rect">
            <a:avLst/>
          </a:prstGeom>
          <a:noFill/>
        </p:spPr>
        <p:txBody>
          <a:bodyPr wrap="square">
            <a:spAutoFit/>
          </a:bodyPr>
          <a:lstStyle/>
          <a:p>
            <a:pPr algn="ctr"/>
            <a:r>
              <a:rPr lang="ja-JP" altLang="en-US" sz="1100">
                <a:solidFill>
                  <a:schemeClr val="bg1">
                    <a:lumMod val="95000"/>
                  </a:schemeClr>
                </a:solidFill>
                <a:latin typeface="原稿用標準書体" panose="03000503000000000000" pitchFamily="66" charset="-128"/>
                <a:ea typeface="原稿用標準書体" panose="03000503000000000000" pitchFamily="66" charset="-128"/>
              </a:rPr>
              <a:t>　　</a:t>
            </a:r>
            <a:r>
              <a:rPr lang="en-US" altLang="ja-JP" sz="1100">
                <a:solidFill>
                  <a:schemeClr val="bg1">
                    <a:lumMod val="95000"/>
                  </a:schemeClr>
                </a:solidFill>
                <a:latin typeface="原稿用標準書体" panose="03000503000000000000" pitchFamily="66" charset="-128"/>
                <a:ea typeface="原稿用標準書体" panose="03000503000000000000" pitchFamily="66" charset="-128"/>
              </a:rPr>
              <a:t>:00</a:t>
            </a:r>
            <a:r>
              <a:rPr lang="ja-JP" altLang="en-US" sz="1100">
                <a:solidFill>
                  <a:schemeClr val="bg1">
                    <a:lumMod val="95000"/>
                  </a:schemeClr>
                </a:solidFill>
                <a:latin typeface="原稿用標準書体" panose="03000503000000000000" pitchFamily="66" charset="-128"/>
                <a:ea typeface="原稿用標準書体" panose="03000503000000000000" pitchFamily="66" charset="-128"/>
              </a:rPr>
              <a:t>ｋ</a:t>
            </a:r>
          </a:p>
        </p:txBody>
      </p:sp>
      <p:pic>
        <p:nvPicPr>
          <p:cNvPr id="144" name="図 143">
            <a:extLst>
              <a:ext uri="{FF2B5EF4-FFF2-40B4-BE49-F238E27FC236}">
                <a16:creationId xmlns:a16="http://schemas.microsoft.com/office/drawing/2014/main" id="{5991859D-7E46-12ED-B81C-35015A7BE829}"/>
              </a:ext>
            </a:extLst>
          </p:cNvPr>
          <p:cNvPicPr>
            <a:picLocks noChangeAspect="1"/>
          </p:cNvPicPr>
          <p:nvPr/>
        </p:nvPicPr>
        <p:blipFill>
          <a:blip r:embed="rId15">
            <a:extLst>
              <a:ext uri="{28A0092B-C50C-407E-A947-70E740481C1C}">
                <a14:useLocalDpi xmlns:a14="http://schemas.microsoft.com/office/drawing/2010/main" val="0"/>
              </a:ext>
            </a:extLst>
          </a:blip>
          <a:stretch>
            <a:fillRect/>
          </a:stretch>
        </p:blipFill>
        <p:spPr>
          <a:xfrm>
            <a:off x="3901077" y="790611"/>
            <a:ext cx="144197" cy="143015"/>
          </a:xfrm>
          <a:prstGeom prst="rect">
            <a:avLst/>
          </a:prstGeom>
        </p:spPr>
      </p:pic>
      <p:pic>
        <p:nvPicPr>
          <p:cNvPr id="162" name="図 161">
            <a:extLst>
              <a:ext uri="{FF2B5EF4-FFF2-40B4-BE49-F238E27FC236}">
                <a16:creationId xmlns:a16="http://schemas.microsoft.com/office/drawing/2014/main" id="{9027C0AA-24C0-8037-77CC-1E25A5D89171}"/>
              </a:ext>
            </a:extLst>
          </p:cNvPr>
          <p:cNvPicPr>
            <a:picLocks noChangeAspect="1"/>
          </p:cNvPicPr>
          <p:nvPr/>
        </p:nvPicPr>
        <p:blipFill>
          <a:blip r:embed="rId15">
            <a:biLevel thresh="25000"/>
            <a:extLst>
              <a:ext uri="{28A0092B-C50C-407E-A947-70E740481C1C}">
                <a14:useLocalDpi xmlns:a14="http://schemas.microsoft.com/office/drawing/2010/main" val="0"/>
              </a:ext>
            </a:extLst>
          </a:blip>
          <a:stretch>
            <a:fillRect/>
          </a:stretch>
        </p:blipFill>
        <p:spPr>
          <a:xfrm>
            <a:off x="4084271" y="2074567"/>
            <a:ext cx="181874" cy="180383"/>
          </a:xfrm>
          <a:prstGeom prst="rect">
            <a:avLst/>
          </a:prstGeom>
        </p:spPr>
      </p:pic>
      <p:pic>
        <p:nvPicPr>
          <p:cNvPr id="171" name="図 170">
            <a:extLst>
              <a:ext uri="{FF2B5EF4-FFF2-40B4-BE49-F238E27FC236}">
                <a16:creationId xmlns:a16="http://schemas.microsoft.com/office/drawing/2014/main" id="{8C1EE66D-5AA7-3EF3-7EFD-ED0AF03F2151}"/>
              </a:ext>
            </a:extLst>
          </p:cNvPr>
          <p:cNvPicPr>
            <a:picLocks noChangeAspect="1"/>
          </p:cNvPicPr>
          <p:nvPr/>
        </p:nvPicPr>
        <p:blipFill>
          <a:blip r:embed="rId16">
            <a:extLst>
              <a:ext uri="{28A0092B-C50C-407E-A947-70E740481C1C}">
                <a14:useLocalDpi xmlns:a14="http://schemas.microsoft.com/office/drawing/2010/main" val="0"/>
              </a:ext>
            </a:extLst>
          </a:blip>
          <a:stretch>
            <a:fillRect/>
          </a:stretch>
        </p:blipFill>
        <p:spPr>
          <a:xfrm>
            <a:off x="4101558" y="2327858"/>
            <a:ext cx="161612" cy="202955"/>
          </a:xfrm>
          <a:prstGeom prst="rect">
            <a:avLst/>
          </a:prstGeom>
        </p:spPr>
      </p:pic>
      <p:sp>
        <p:nvSpPr>
          <p:cNvPr id="215" name="テキスト ボックス 214">
            <a:extLst>
              <a:ext uri="{FF2B5EF4-FFF2-40B4-BE49-F238E27FC236}">
                <a16:creationId xmlns:a16="http://schemas.microsoft.com/office/drawing/2014/main" id="{72067F3F-C9BE-6B1B-B17B-3A4901770E43}"/>
              </a:ext>
            </a:extLst>
          </p:cNvPr>
          <p:cNvSpPr txBox="1"/>
          <p:nvPr/>
        </p:nvSpPr>
        <p:spPr>
          <a:xfrm>
            <a:off x="6389042" y="2029762"/>
            <a:ext cx="983294" cy="261610"/>
          </a:xfrm>
          <a:prstGeom prst="rect">
            <a:avLst/>
          </a:prstGeom>
          <a:noFill/>
        </p:spPr>
        <p:txBody>
          <a:bodyPr wrap="square">
            <a:spAutoFit/>
          </a:bodyPr>
          <a:lstStyle/>
          <a:p>
            <a:pPr algn="ctr"/>
            <a:r>
              <a:rPr lang="ja-JP" altLang="en-US" sz="1100">
                <a:solidFill>
                  <a:schemeClr val="bg1">
                    <a:lumMod val="95000"/>
                  </a:schemeClr>
                </a:solidFill>
                <a:latin typeface="原稿用標準書体" panose="03000503000000000000" pitchFamily="66" charset="-128"/>
                <a:ea typeface="原稿用標準書体" panose="03000503000000000000" pitchFamily="66" charset="-128"/>
              </a:rPr>
              <a:t>報酬</a:t>
            </a:r>
            <a:r>
              <a:rPr lang="en-US" altLang="ja-JP" sz="1100">
                <a:solidFill>
                  <a:schemeClr val="bg1">
                    <a:lumMod val="95000"/>
                  </a:schemeClr>
                </a:solidFill>
                <a:latin typeface="原稿用標準書体" panose="03000503000000000000" pitchFamily="66" charset="-128"/>
                <a:ea typeface="原稿用標準書体" panose="03000503000000000000" pitchFamily="66" charset="-128"/>
              </a:rPr>
              <a:t>×1</a:t>
            </a:r>
            <a:endParaRPr lang="ja-JP" altLang="en-US" sz="110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222" name="テキスト ボックス 221">
            <a:extLst>
              <a:ext uri="{FF2B5EF4-FFF2-40B4-BE49-F238E27FC236}">
                <a16:creationId xmlns:a16="http://schemas.microsoft.com/office/drawing/2014/main" id="{5D5B6AEA-7F7D-1178-63D1-BFF1B9524D68}"/>
              </a:ext>
            </a:extLst>
          </p:cNvPr>
          <p:cNvSpPr txBox="1"/>
          <p:nvPr/>
        </p:nvSpPr>
        <p:spPr>
          <a:xfrm>
            <a:off x="8881110" y="2023191"/>
            <a:ext cx="983294" cy="261610"/>
          </a:xfrm>
          <a:prstGeom prst="rect">
            <a:avLst/>
          </a:prstGeom>
          <a:noFill/>
        </p:spPr>
        <p:txBody>
          <a:bodyPr wrap="square">
            <a:spAutoFit/>
          </a:bodyPr>
          <a:lstStyle/>
          <a:p>
            <a:pPr algn="ctr"/>
            <a:r>
              <a:rPr lang="ja-JP" altLang="en-US" sz="1100">
                <a:solidFill>
                  <a:schemeClr val="bg1">
                    <a:lumMod val="95000"/>
                  </a:schemeClr>
                </a:solidFill>
                <a:latin typeface="原稿用標準書体" panose="03000503000000000000" pitchFamily="66" charset="-128"/>
                <a:ea typeface="原稿用標準書体" panose="03000503000000000000" pitchFamily="66" charset="-128"/>
              </a:rPr>
              <a:t>報酬</a:t>
            </a:r>
            <a:r>
              <a:rPr lang="en-US" altLang="ja-JP" sz="1100">
                <a:solidFill>
                  <a:schemeClr val="bg1">
                    <a:lumMod val="95000"/>
                  </a:schemeClr>
                </a:solidFill>
                <a:latin typeface="原稿用標準書体" panose="03000503000000000000" pitchFamily="66" charset="-128"/>
                <a:ea typeface="原稿用標準書体" panose="03000503000000000000" pitchFamily="66" charset="-128"/>
              </a:rPr>
              <a:t>×2</a:t>
            </a:r>
            <a:endParaRPr lang="ja-JP" altLang="en-US" sz="110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224" name="グループ化 223">
            <a:extLst>
              <a:ext uri="{FF2B5EF4-FFF2-40B4-BE49-F238E27FC236}">
                <a16:creationId xmlns:a16="http://schemas.microsoft.com/office/drawing/2014/main" id="{11AA3AD8-DE8F-B659-9881-6961C947CC31}"/>
              </a:ext>
            </a:extLst>
          </p:cNvPr>
          <p:cNvGrpSpPr/>
          <p:nvPr/>
        </p:nvGrpSpPr>
        <p:grpSpPr>
          <a:xfrm>
            <a:off x="3904535" y="3376234"/>
            <a:ext cx="824705" cy="541625"/>
            <a:chOff x="1063284" y="1905266"/>
            <a:chExt cx="2372751" cy="1839424"/>
          </a:xfrm>
        </p:grpSpPr>
        <p:sp>
          <p:nvSpPr>
            <p:cNvPr id="227" name="四角形: 上の 2 つの角を丸める 226">
              <a:extLst>
                <a:ext uri="{FF2B5EF4-FFF2-40B4-BE49-F238E27FC236}">
                  <a16:creationId xmlns:a16="http://schemas.microsoft.com/office/drawing/2014/main" id="{AE28825C-A27F-D25C-1E2F-8BF31E221ECF}"/>
                </a:ext>
              </a:extLst>
            </p:cNvPr>
            <p:cNvSpPr/>
            <p:nvPr/>
          </p:nvSpPr>
          <p:spPr>
            <a:xfrm>
              <a:off x="1063284" y="1905266"/>
              <a:ext cx="2372751" cy="844262"/>
            </a:xfrm>
            <a:prstGeom prst="round2SameRect">
              <a:avLst/>
            </a:prstGeom>
            <a:solidFill>
              <a:schemeClr val="accent6">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9" name="四角形: 上の 2 つの角を丸める 228">
              <a:extLst>
                <a:ext uri="{FF2B5EF4-FFF2-40B4-BE49-F238E27FC236}">
                  <a16:creationId xmlns:a16="http://schemas.microsoft.com/office/drawing/2014/main" id="{635593AF-045D-6440-DC47-07302F06FFCA}"/>
                </a:ext>
              </a:extLst>
            </p:cNvPr>
            <p:cNvSpPr/>
            <p:nvPr/>
          </p:nvSpPr>
          <p:spPr>
            <a:xfrm flipV="1">
              <a:off x="1063284" y="2749528"/>
              <a:ext cx="2372751" cy="995162"/>
            </a:xfrm>
            <a:prstGeom prst="round2SameRect">
              <a:avLst>
                <a:gd name="adj1" fmla="val 12104"/>
                <a:gd name="adj2" fmla="val 0"/>
              </a:avLst>
            </a:prstGeom>
            <a:solidFill>
              <a:schemeClr val="accent3">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231" name="テキスト ボックス 230">
            <a:extLst>
              <a:ext uri="{FF2B5EF4-FFF2-40B4-BE49-F238E27FC236}">
                <a16:creationId xmlns:a16="http://schemas.microsoft.com/office/drawing/2014/main" id="{59E0951C-FA80-A67C-5F3D-01CB5172C9C3}"/>
              </a:ext>
            </a:extLst>
          </p:cNvPr>
          <p:cNvSpPr txBox="1"/>
          <p:nvPr/>
        </p:nvSpPr>
        <p:spPr>
          <a:xfrm>
            <a:off x="3969164" y="3632338"/>
            <a:ext cx="716180" cy="261610"/>
          </a:xfrm>
          <a:prstGeom prst="rect">
            <a:avLst/>
          </a:prstGeom>
          <a:noFill/>
        </p:spPr>
        <p:txBody>
          <a:bodyPr wrap="square">
            <a:spAutoFit/>
          </a:bodyPr>
          <a:lstStyle/>
          <a:p>
            <a:r>
              <a:rPr lang="ja-JP" altLang="en-US" sz="1100">
                <a:solidFill>
                  <a:schemeClr val="accent6">
                    <a:lumMod val="75000"/>
                  </a:schemeClr>
                </a:solidFill>
                <a:latin typeface="原稿用標準書体" panose="03000503000000000000" pitchFamily="66" charset="-128"/>
                <a:ea typeface="原稿用標準書体" panose="03000503000000000000" pitchFamily="66" charset="-128"/>
              </a:rPr>
              <a:t>完了</a:t>
            </a:r>
            <a:endParaRPr kumimoji="1" lang="ja-JP" altLang="en-US" sz="11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234" name="楕円 233">
            <a:extLst>
              <a:ext uri="{FF2B5EF4-FFF2-40B4-BE49-F238E27FC236}">
                <a16:creationId xmlns:a16="http://schemas.microsoft.com/office/drawing/2014/main" id="{3D20E79F-6FB0-1468-3BDF-C8515C807FA5}"/>
              </a:ext>
            </a:extLst>
          </p:cNvPr>
          <p:cNvSpPr/>
          <p:nvPr/>
        </p:nvSpPr>
        <p:spPr>
          <a:xfrm>
            <a:off x="4459483" y="3670424"/>
            <a:ext cx="206177" cy="206177"/>
          </a:xfrm>
          <a:prstGeom prst="ellipse">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236" name="グループ化 235">
            <a:extLst>
              <a:ext uri="{FF2B5EF4-FFF2-40B4-BE49-F238E27FC236}">
                <a16:creationId xmlns:a16="http://schemas.microsoft.com/office/drawing/2014/main" id="{413F7FCE-8595-FF1C-A3EE-7BE8AA0EF088}"/>
              </a:ext>
            </a:extLst>
          </p:cNvPr>
          <p:cNvGrpSpPr/>
          <p:nvPr/>
        </p:nvGrpSpPr>
        <p:grpSpPr>
          <a:xfrm>
            <a:off x="3235097" y="3389573"/>
            <a:ext cx="534204" cy="540320"/>
            <a:chOff x="7836685" y="2042989"/>
            <a:chExt cx="534204" cy="540320"/>
          </a:xfrm>
        </p:grpSpPr>
        <p:sp>
          <p:nvSpPr>
            <p:cNvPr id="239" name="四角形: 角を丸くする 238">
              <a:extLst>
                <a:ext uri="{FF2B5EF4-FFF2-40B4-BE49-F238E27FC236}">
                  <a16:creationId xmlns:a16="http://schemas.microsoft.com/office/drawing/2014/main" id="{599DABB3-B4E6-3BAA-1F63-F4A21224703C}"/>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241" name="グラフィックス 240" descr="ユーザー 単色塗りつぶし">
              <a:extLst>
                <a:ext uri="{FF2B5EF4-FFF2-40B4-BE49-F238E27FC236}">
                  <a16:creationId xmlns:a16="http://schemas.microsoft.com/office/drawing/2014/main" id="{9A0BA49A-64E2-D7AB-ED1F-AB312F30535B}"/>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sp>
        <p:nvSpPr>
          <p:cNvPr id="242" name="テキスト ボックス 241">
            <a:extLst>
              <a:ext uri="{FF2B5EF4-FFF2-40B4-BE49-F238E27FC236}">
                <a16:creationId xmlns:a16="http://schemas.microsoft.com/office/drawing/2014/main" id="{8C9E759A-43CE-71CE-8041-51F033E257BD}"/>
              </a:ext>
            </a:extLst>
          </p:cNvPr>
          <p:cNvSpPr txBox="1"/>
          <p:nvPr/>
        </p:nvSpPr>
        <p:spPr>
          <a:xfrm>
            <a:off x="3835837" y="3357742"/>
            <a:ext cx="983294" cy="261610"/>
          </a:xfrm>
          <a:prstGeom prst="rect">
            <a:avLst/>
          </a:prstGeom>
          <a:noFill/>
        </p:spPr>
        <p:txBody>
          <a:bodyPr wrap="square">
            <a:spAutoFit/>
          </a:bodyPr>
          <a:lstStyle/>
          <a:p>
            <a:pPr algn="ctr"/>
            <a:r>
              <a:rPr lang="ja-JP" altLang="en-US" sz="1100">
                <a:solidFill>
                  <a:schemeClr val="bg1">
                    <a:lumMod val="95000"/>
                  </a:schemeClr>
                </a:solidFill>
                <a:latin typeface="原稿用標準書体" panose="03000503000000000000" pitchFamily="66" charset="-128"/>
                <a:ea typeface="原稿用標準書体" panose="03000503000000000000" pitchFamily="66" charset="-128"/>
              </a:rPr>
              <a:t>報酬</a:t>
            </a:r>
            <a:r>
              <a:rPr lang="en-US" altLang="ja-JP" sz="1100">
                <a:solidFill>
                  <a:schemeClr val="bg1">
                    <a:lumMod val="95000"/>
                  </a:schemeClr>
                </a:solidFill>
                <a:latin typeface="原稿用標準書体" panose="03000503000000000000" pitchFamily="66" charset="-128"/>
                <a:ea typeface="原稿用標準書体" panose="03000503000000000000" pitchFamily="66" charset="-128"/>
              </a:rPr>
              <a:t>×2</a:t>
            </a:r>
            <a:endParaRPr lang="ja-JP" altLang="en-US" sz="110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252" name="グループ化 251">
            <a:extLst>
              <a:ext uri="{FF2B5EF4-FFF2-40B4-BE49-F238E27FC236}">
                <a16:creationId xmlns:a16="http://schemas.microsoft.com/office/drawing/2014/main" id="{2DFF55C2-C3CD-D1E3-257D-882E8589F11A}"/>
              </a:ext>
            </a:extLst>
          </p:cNvPr>
          <p:cNvGrpSpPr/>
          <p:nvPr/>
        </p:nvGrpSpPr>
        <p:grpSpPr>
          <a:xfrm>
            <a:off x="3224645" y="3401380"/>
            <a:ext cx="670951" cy="484314"/>
            <a:chOff x="3313545" y="3382330"/>
            <a:chExt cx="670951" cy="484314"/>
          </a:xfrm>
        </p:grpSpPr>
        <p:grpSp>
          <p:nvGrpSpPr>
            <p:cNvPr id="243" name="グループ化 242">
              <a:extLst>
                <a:ext uri="{FF2B5EF4-FFF2-40B4-BE49-F238E27FC236}">
                  <a16:creationId xmlns:a16="http://schemas.microsoft.com/office/drawing/2014/main" id="{0C19D19E-5E9E-2E01-CFA5-ABC1F31AF4D2}"/>
                </a:ext>
              </a:extLst>
            </p:cNvPr>
            <p:cNvGrpSpPr/>
            <p:nvPr/>
          </p:nvGrpSpPr>
          <p:grpSpPr>
            <a:xfrm>
              <a:off x="3313545" y="3382330"/>
              <a:ext cx="670951" cy="484314"/>
              <a:chOff x="5312656" y="1998287"/>
              <a:chExt cx="670951" cy="484314"/>
            </a:xfrm>
          </p:grpSpPr>
          <p:sp>
            <p:nvSpPr>
              <p:cNvPr id="244" name="吹き出し: 角を丸めた四角形 243">
                <a:extLst>
                  <a:ext uri="{FF2B5EF4-FFF2-40B4-BE49-F238E27FC236}">
                    <a16:creationId xmlns:a16="http://schemas.microsoft.com/office/drawing/2014/main" id="{2443ED3F-06F2-6D20-C0A5-B7A042975A6B}"/>
                  </a:ext>
                </a:extLst>
              </p:cNvPr>
              <p:cNvSpPr/>
              <p:nvPr/>
            </p:nvSpPr>
            <p:spPr>
              <a:xfrm>
                <a:off x="5312656" y="2220991"/>
                <a:ext cx="620865" cy="261610"/>
              </a:xfrm>
              <a:prstGeom prst="wedgeRoundRectCallout">
                <a:avLst>
                  <a:gd name="adj1" fmla="val 85535"/>
                  <a:gd name="adj2" fmla="val 16382"/>
                  <a:gd name="adj3" fmla="val 16667"/>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5" name="四角形: 上の 2 つの角を丸める 244">
                <a:extLst>
                  <a:ext uri="{FF2B5EF4-FFF2-40B4-BE49-F238E27FC236}">
                    <a16:creationId xmlns:a16="http://schemas.microsoft.com/office/drawing/2014/main" id="{296E0B40-7248-624E-9573-BEBB25700D73}"/>
                  </a:ext>
                </a:extLst>
              </p:cNvPr>
              <p:cNvSpPr/>
              <p:nvPr/>
            </p:nvSpPr>
            <p:spPr>
              <a:xfrm>
                <a:off x="5318467" y="2013988"/>
                <a:ext cx="609242" cy="224910"/>
              </a:xfrm>
              <a:prstGeom prst="round2SameRect">
                <a:avLst>
                  <a:gd name="adj1" fmla="val 12104"/>
                  <a:gd name="adj2" fmla="val 0"/>
                </a:avLst>
              </a:prstGeom>
              <a:solidFill>
                <a:srgbClr val="CC6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6" name="テキスト ボックス 245">
                <a:extLst>
                  <a:ext uri="{FF2B5EF4-FFF2-40B4-BE49-F238E27FC236}">
                    <a16:creationId xmlns:a16="http://schemas.microsoft.com/office/drawing/2014/main" id="{98479A82-2EFA-93A5-BD54-EF941C2B8F4C}"/>
                  </a:ext>
                </a:extLst>
              </p:cNvPr>
              <p:cNvSpPr txBox="1"/>
              <p:nvPr/>
            </p:nvSpPr>
            <p:spPr>
              <a:xfrm>
                <a:off x="5424775" y="1998287"/>
                <a:ext cx="558832" cy="230832"/>
              </a:xfrm>
              <a:prstGeom prst="rect">
                <a:avLst/>
              </a:prstGeom>
              <a:noFill/>
            </p:spPr>
            <p:txBody>
              <a:bodyPr wrap="square">
                <a:spAutoFit/>
              </a:bodyPr>
              <a:lstStyle/>
              <a:p>
                <a:pPr algn="ctr"/>
                <a:r>
                  <a:rPr lang="ja-JP" altLang="en-US" sz="900">
                    <a:solidFill>
                      <a:schemeClr val="bg1">
                        <a:lumMod val="95000"/>
                      </a:schemeClr>
                    </a:solidFill>
                    <a:latin typeface="原稿用標準書体" panose="03000503000000000000" pitchFamily="66" charset="-128"/>
                    <a:ea typeface="原稿用標準書体" panose="03000503000000000000" pitchFamily="66" charset="-128"/>
                  </a:rPr>
                  <a:t>＋</a:t>
                </a:r>
                <a:r>
                  <a:rPr lang="en-US" altLang="ja-JP" sz="900">
                    <a:solidFill>
                      <a:schemeClr val="bg1">
                        <a:lumMod val="95000"/>
                      </a:schemeClr>
                    </a:solidFill>
                    <a:latin typeface="原稿用標準書体" panose="03000503000000000000" pitchFamily="66" charset="-128"/>
                    <a:ea typeface="原稿用標準書体" panose="03000503000000000000" pitchFamily="66" charset="-128"/>
                  </a:rPr>
                  <a:t>00k</a:t>
                </a:r>
                <a:endParaRPr kumimoji="1" lang="ja-JP" altLang="en-US" sz="900">
                  <a:solidFill>
                    <a:schemeClr val="bg1">
                      <a:lumMod val="95000"/>
                    </a:schemeClr>
                  </a:solidFill>
                  <a:latin typeface="原稿用標準書体" panose="03000503000000000000" pitchFamily="66" charset="-128"/>
                  <a:ea typeface="原稿用標準書体" panose="03000503000000000000" pitchFamily="66" charset="-128"/>
                </a:endParaRPr>
              </a:p>
            </p:txBody>
          </p:sp>
          <p:pic>
            <p:nvPicPr>
              <p:cNvPr id="247" name="図 246">
                <a:extLst>
                  <a:ext uri="{FF2B5EF4-FFF2-40B4-BE49-F238E27FC236}">
                    <a16:creationId xmlns:a16="http://schemas.microsoft.com/office/drawing/2014/main" id="{99B1E286-8C0A-6079-0773-6FD0D8C037FB}"/>
                  </a:ext>
                </a:extLst>
              </p:cNvPr>
              <p:cNvPicPr>
                <a:picLocks noChangeAspect="1"/>
              </p:cNvPicPr>
              <p:nvPr/>
            </p:nvPicPr>
            <p:blipFill>
              <a:blip r:embed="rId15">
                <a:biLevel thresh="25000"/>
                <a:extLst>
                  <a:ext uri="{28A0092B-C50C-407E-A947-70E740481C1C}">
                    <a14:useLocalDpi xmlns:a14="http://schemas.microsoft.com/office/drawing/2010/main" val="0"/>
                  </a:ext>
                </a:extLst>
              </a:blip>
              <a:stretch>
                <a:fillRect/>
              </a:stretch>
            </p:blipFill>
            <p:spPr>
              <a:xfrm>
                <a:off x="5368729" y="2034874"/>
                <a:ext cx="191289" cy="189721"/>
              </a:xfrm>
              <a:prstGeom prst="rect">
                <a:avLst/>
              </a:prstGeom>
            </p:spPr>
          </p:pic>
        </p:grpSp>
        <p:pic>
          <p:nvPicPr>
            <p:cNvPr id="249" name="図 248">
              <a:extLst>
                <a:ext uri="{FF2B5EF4-FFF2-40B4-BE49-F238E27FC236}">
                  <a16:creationId xmlns:a16="http://schemas.microsoft.com/office/drawing/2014/main" id="{4551AABB-7EEA-B11E-758D-3F6B3935C6E7}"/>
                </a:ext>
              </a:extLst>
            </p:cNvPr>
            <p:cNvPicPr>
              <a:picLocks noChangeAspect="1"/>
            </p:cNvPicPr>
            <p:nvPr/>
          </p:nvPicPr>
          <p:blipFill>
            <a:blip r:embed="rId16">
              <a:extLst>
                <a:ext uri="{28A0092B-C50C-407E-A947-70E740481C1C}">
                  <a14:useLocalDpi xmlns:a14="http://schemas.microsoft.com/office/drawing/2010/main" val="0"/>
                </a:ext>
              </a:extLst>
            </a:blip>
            <a:stretch>
              <a:fillRect/>
            </a:stretch>
          </p:blipFill>
          <p:spPr>
            <a:xfrm>
              <a:off x="3409752" y="3664074"/>
              <a:ext cx="134683" cy="169137"/>
            </a:xfrm>
            <a:prstGeom prst="rect">
              <a:avLst/>
            </a:prstGeom>
          </p:spPr>
        </p:pic>
        <p:sp>
          <p:nvSpPr>
            <p:cNvPr id="251" name="テキスト ボックス 250">
              <a:extLst>
                <a:ext uri="{FF2B5EF4-FFF2-40B4-BE49-F238E27FC236}">
                  <a16:creationId xmlns:a16="http://schemas.microsoft.com/office/drawing/2014/main" id="{FF1067DC-E7F0-26E6-100F-2829822C75F2}"/>
                </a:ext>
              </a:extLst>
            </p:cNvPr>
            <p:cNvSpPr txBox="1"/>
            <p:nvPr/>
          </p:nvSpPr>
          <p:spPr>
            <a:xfrm>
              <a:off x="3425664" y="3617280"/>
              <a:ext cx="558832" cy="230832"/>
            </a:xfrm>
            <a:prstGeom prst="rect">
              <a:avLst/>
            </a:prstGeom>
            <a:noFill/>
          </p:spPr>
          <p:txBody>
            <a:bodyPr wrap="square">
              <a:spAutoFit/>
            </a:bodyPr>
            <a:lstStyle/>
            <a:p>
              <a:pPr algn="ctr"/>
              <a:r>
                <a:rPr lang="ja-JP" altLang="en-US" sz="900">
                  <a:solidFill>
                    <a:schemeClr val="accent6"/>
                  </a:solidFill>
                  <a:latin typeface="原稿用標準書体" panose="03000503000000000000" pitchFamily="66" charset="-128"/>
                  <a:ea typeface="原稿用標準書体" panose="03000503000000000000" pitchFamily="66" charset="-128"/>
                </a:rPr>
                <a:t>＋</a:t>
              </a:r>
              <a:r>
                <a:rPr lang="en-US" altLang="ja-JP" sz="900">
                  <a:solidFill>
                    <a:schemeClr val="accent6"/>
                  </a:solidFill>
                  <a:latin typeface="原稿用標準書体" panose="03000503000000000000" pitchFamily="66" charset="-128"/>
                  <a:ea typeface="原稿用標準書体" panose="03000503000000000000" pitchFamily="66" charset="-128"/>
                </a:rPr>
                <a:t>00k</a:t>
              </a:r>
              <a:endParaRPr kumimoji="1" lang="ja-JP" altLang="en-US" sz="900">
                <a:solidFill>
                  <a:schemeClr val="accent6"/>
                </a:solidFill>
                <a:latin typeface="原稿用標準書体" panose="03000503000000000000" pitchFamily="66" charset="-128"/>
                <a:ea typeface="原稿用標準書体" panose="03000503000000000000" pitchFamily="66" charset="-128"/>
              </a:endParaRPr>
            </a:p>
          </p:txBody>
        </p:sp>
      </p:grpSp>
      <p:pic>
        <p:nvPicPr>
          <p:cNvPr id="254" name="グラフィックス 253" descr="チェック マーク 単色塗りつぶし">
            <a:extLst>
              <a:ext uri="{FF2B5EF4-FFF2-40B4-BE49-F238E27FC236}">
                <a16:creationId xmlns:a16="http://schemas.microsoft.com/office/drawing/2014/main" id="{F802850C-DD6D-6F19-09CD-8574D8A2052D}"/>
              </a:ext>
            </a:extLst>
          </p:cNvPr>
          <p:cNvPicPr>
            <a:picLocks noChangeAspect="1"/>
          </p:cNvPicPr>
          <p:nvPr/>
        </p:nvPicPr>
        <p:blipFill>
          <a:blip>
            <a:extLst>
              <a:ext uri="{96DAC541-7B7A-43D3-8B79-37D633B846F1}">
                <asvg:svgBlip xmlns:asvg="http://schemas.microsoft.com/office/drawing/2016/SVG/main" r:embed="rId17"/>
              </a:ext>
            </a:extLst>
          </a:blip>
          <a:stretch>
            <a:fillRect/>
          </a:stretch>
        </p:blipFill>
        <p:spPr>
          <a:xfrm>
            <a:off x="4487713" y="3709884"/>
            <a:ext cx="145836" cy="145836"/>
          </a:xfrm>
          <a:prstGeom prst="rect">
            <a:avLst/>
          </a:prstGeom>
        </p:spPr>
      </p:pic>
      <p:sp>
        <p:nvSpPr>
          <p:cNvPr id="63" name="四角形: 上の 2 つの角を丸める 62">
            <a:extLst>
              <a:ext uri="{FF2B5EF4-FFF2-40B4-BE49-F238E27FC236}">
                <a16:creationId xmlns:a16="http://schemas.microsoft.com/office/drawing/2014/main" id="{3BD61F9F-D3F7-AB78-C05B-08E946462595}"/>
              </a:ext>
            </a:extLst>
          </p:cNvPr>
          <p:cNvSpPr/>
          <p:nvPr/>
        </p:nvSpPr>
        <p:spPr>
          <a:xfrm>
            <a:off x="3118457" y="1616094"/>
            <a:ext cx="1822662" cy="369346"/>
          </a:xfrm>
          <a:prstGeom prst="round2SameRect">
            <a:avLst>
              <a:gd name="adj1" fmla="val 49508"/>
              <a:gd name="adj2" fmla="val 0"/>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77" name="テキスト ボックス 76">
            <a:extLst>
              <a:ext uri="{FF2B5EF4-FFF2-40B4-BE49-F238E27FC236}">
                <a16:creationId xmlns:a16="http://schemas.microsoft.com/office/drawing/2014/main" id="{CAF77E30-0625-4784-0F58-7D8670C875E5}"/>
              </a:ext>
            </a:extLst>
          </p:cNvPr>
          <p:cNvSpPr txBox="1"/>
          <p:nvPr/>
        </p:nvSpPr>
        <p:spPr>
          <a:xfrm>
            <a:off x="3013396" y="1623323"/>
            <a:ext cx="733012" cy="338554"/>
          </a:xfrm>
          <a:prstGeom prst="rect">
            <a:avLst/>
          </a:prstGeom>
          <a:noFill/>
        </p:spPr>
        <p:txBody>
          <a:bodyPr wrap="square">
            <a:spAutoFit/>
          </a:bodyPr>
          <a:lstStyle/>
          <a:p>
            <a:pPr algn="ctr"/>
            <a:r>
              <a:rPr lang="en-US" altLang="ja-JP" sz="1400">
                <a:solidFill>
                  <a:schemeClr val="accent6">
                    <a:lumMod val="75000"/>
                  </a:schemeClr>
                </a:solidFill>
                <a:latin typeface="原稿用標準書体" panose="03000503000000000000" pitchFamily="66" charset="-128"/>
                <a:ea typeface="原稿用標準書体" panose="03000503000000000000" pitchFamily="66" charset="-128"/>
              </a:rPr>
              <a:t>Lv</a:t>
            </a:r>
            <a:r>
              <a:rPr lang="en-US" altLang="ja-JP" sz="1600">
                <a:solidFill>
                  <a:schemeClr val="accent6">
                    <a:lumMod val="75000"/>
                  </a:schemeClr>
                </a:solidFill>
                <a:latin typeface="原稿用標準書体" panose="03000503000000000000" pitchFamily="66" charset="-128"/>
                <a:ea typeface="原稿用標準書体" panose="03000503000000000000" pitchFamily="66" charset="-128"/>
              </a:rPr>
              <a:t>0</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95" name="テキスト ボックス 94">
            <a:extLst>
              <a:ext uri="{FF2B5EF4-FFF2-40B4-BE49-F238E27FC236}">
                <a16:creationId xmlns:a16="http://schemas.microsoft.com/office/drawing/2014/main" id="{B81766ED-067C-9FA6-CB21-99477CFD8579}"/>
              </a:ext>
            </a:extLst>
          </p:cNvPr>
          <p:cNvSpPr txBox="1"/>
          <p:nvPr/>
        </p:nvSpPr>
        <p:spPr>
          <a:xfrm>
            <a:off x="4109582" y="1638712"/>
            <a:ext cx="733012" cy="307777"/>
          </a:xfrm>
          <a:prstGeom prst="rect">
            <a:avLst/>
          </a:prstGeom>
          <a:noFill/>
        </p:spPr>
        <p:txBody>
          <a:bodyPr wrap="square">
            <a:spAutoFit/>
          </a:bodyPr>
          <a:lstStyle/>
          <a:p>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部屋名</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65" name="四角形: 上の 2 つの角を丸める 64">
            <a:extLst>
              <a:ext uri="{FF2B5EF4-FFF2-40B4-BE49-F238E27FC236}">
                <a16:creationId xmlns:a16="http://schemas.microsoft.com/office/drawing/2014/main" id="{2815B2F7-063B-A3C8-7855-8F841AEBB4D7}"/>
              </a:ext>
            </a:extLst>
          </p:cNvPr>
          <p:cNvSpPr/>
          <p:nvPr/>
        </p:nvSpPr>
        <p:spPr>
          <a:xfrm>
            <a:off x="5622983" y="1590860"/>
            <a:ext cx="1822662" cy="369346"/>
          </a:xfrm>
          <a:prstGeom prst="round2SameRect">
            <a:avLst>
              <a:gd name="adj1" fmla="val 49508"/>
              <a:gd name="adj2" fmla="val 0"/>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73" name="テキスト ボックス 72">
            <a:extLst>
              <a:ext uri="{FF2B5EF4-FFF2-40B4-BE49-F238E27FC236}">
                <a16:creationId xmlns:a16="http://schemas.microsoft.com/office/drawing/2014/main" id="{FDCD3959-4A22-17C3-C5FF-54347044C5DC}"/>
              </a:ext>
            </a:extLst>
          </p:cNvPr>
          <p:cNvSpPr txBox="1"/>
          <p:nvPr/>
        </p:nvSpPr>
        <p:spPr>
          <a:xfrm>
            <a:off x="5517922" y="1598089"/>
            <a:ext cx="733012" cy="338554"/>
          </a:xfrm>
          <a:prstGeom prst="rect">
            <a:avLst/>
          </a:prstGeom>
          <a:noFill/>
        </p:spPr>
        <p:txBody>
          <a:bodyPr wrap="square">
            <a:spAutoFit/>
          </a:bodyPr>
          <a:lstStyle/>
          <a:p>
            <a:pPr algn="ctr"/>
            <a:r>
              <a:rPr lang="en-US" altLang="ja-JP" sz="1400">
                <a:solidFill>
                  <a:schemeClr val="accent6">
                    <a:lumMod val="75000"/>
                  </a:schemeClr>
                </a:solidFill>
                <a:latin typeface="原稿用標準書体" panose="03000503000000000000" pitchFamily="66" charset="-128"/>
                <a:ea typeface="原稿用標準書体" panose="03000503000000000000" pitchFamily="66" charset="-128"/>
              </a:rPr>
              <a:t>Lv</a:t>
            </a:r>
            <a:r>
              <a:rPr lang="en-US" altLang="ja-JP" sz="1600">
                <a:solidFill>
                  <a:schemeClr val="accent6">
                    <a:lumMod val="75000"/>
                  </a:schemeClr>
                </a:solidFill>
                <a:latin typeface="原稿用標準書体" panose="03000503000000000000" pitchFamily="66" charset="-128"/>
                <a:ea typeface="原稿用標準書体" panose="03000503000000000000" pitchFamily="66" charset="-128"/>
              </a:rPr>
              <a:t>0</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80" name="テキスト ボックス 79">
            <a:extLst>
              <a:ext uri="{FF2B5EF4-FFF2-40B4-BE49-F238E27FC236}">
                <a16:creationId xmlns:a16="http://schemas.microsoft.com/office/drawing/2014/main" id="{F39D04BE-F85C-1AF4-7BAF-3520004FD6E9}"/>
              </a:ext>
            </a:extLst>
          </p:cNvPr>
          <p:cNvSpPr txBox="1"/>
          <p:nvPr/>
        </p:nvSpPr>
        <p:spPr>
          <a:xfrm>
            <a:off x="6614108" y="1613478"/>
            <a:ext cx="733012" cy="307777"/>
          </a:xfrm>
          <a:prstGeom prst="rect">
            <a:avLst/>
          </a:prstGeom>
          <a:noFill/>
        </p:spPr>
        <p:txBody>
          <a:bodyPr wrap="square">
            <a:spAutoFit/>
          </a:bodyPr>
          <a:lstStyle/>
          <a:p>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部屋名</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83" name="四角形: 上の 2 つの角を丸める 82">
            <a:extLst>
              <a:ext uri="{FF2B5EF4-FFF2-40B4-BE49-F238E27FC236}">
                <a16:creationId xmlns:a16="http://schemas.microsoft.com/office/drawing/2014/main" id="{215081BB-C7EE-7AA5-30C2-B7B318F00155}"/>
              </a:ext>
            </a:extLst>
          </p:cNvPr>
          <p:cNvSpPr/>
          <p:nvPr/>
        </p:nvSpPr>
        <p:spPr>
          <a:xfrm>
            <a:off x="8158179" y="1594480"/>
            <a:ext cx="1822662" cy="369346"/>
          </a:xfrm>
          <a:prstGeom prst="round2SameRect">
            <a:avLst>
              <a:gd name="adj1" fmla="val 49508"/>
              <a:gd name="adj2" fmla="val 0"/>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86" name="テキスト ボックス 85">
            <a:extLst>
              <a:ext uri="{FF2B5EF4-FFF2-40B4-BE49-F238E27FC236}">
                <a16:creationId xmlns:a16="http://schemas.microsoft.com/office/drawing/2014/main" id="{FD8B7D86-0036-B991-2E9E-266D79483BCC}"/>
              </a:ext>
            </a:extLst>
          </p:cNvPr>
          <p:cNvSpPr txBox="1"/>
          <p:nvPr/>
        </p:nvSpPr>
        <p:spPr>
          <a:xfrm>
            <a:off x="8053118" y="1601709"/>
            <a:ext cx="733012" cy="338554"/>
          </a:xfrm>
          <a:prstGeom prst="rect">
            <a:avLst/>
          </a:prstGeom>
          <a:noFill/>
        </p:spPr>
        <p:txBody>
          <a:bodyPr wrap="square">
            <a:spAutoFit/>
          </a:bodyPr>
          <a:lstStyle/>
          <a:p>
            <a:pPr algn="ctr"/>
            <a:r>
              <a:rPr lang="en-US" altLang="ja-JP" sz="1400">
                <a:solidFill>
                  <a:schemeClr val="accent6">
                    <a:lumMod val="75000"/>
                  </a:schemeClr>
                </a:solidFill>
                <a:latin typeface="原稿用標準書体" panose="03000503000000000000" pitchFamily="66" charset="-128"/>
                <a:ea typeface="原稿用標準書体" panose="03000503000000000000" pitchFamily="66" charset="-128"/>
              </a:rPr>
              <a:t>Lv</a:t>
            </a:r>
            <a:r>
              <a:rPr lang="en-US" altLang="ja-JP" sz="1600">
                <a:solidFill>
                  <a:schemeClr val="accent6">
                    <a:lumMod val="75000"/>
                  </a:schemeClr>
                </a:solidFill>
                <a:latin typeface="原稿用標準書体" panose="03000503000000000000" pitchFamily="66" charset="-128"/>
                <a:ea typeface="原稿用標準書体" panose="03000503000000000000" pitchFamily="66" charset="-128"/>
              </a:rPr>
              <a:t>0</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90" name="テキスト ボックス 89">
            <a:extLst>
              <a:ext uri="{FF2B5EF4-FFF2-40B4-BE49-F238E27FC236}">
                <a16:creationId xmlns:a16="http://schemas.microsoft.com/office/drawing/2014/main" id="{A60741A3-5491-7275-5628-2A02CB03A435}"/>
              </a:ext>
            </a:extLst>
          </p:cNvPr>
          <p:cNvSpPr txBox="1"/>
          <p:nvPr/>
        </p:nvSpPr>
        <p:spPr>
          <a:xfrm>
            <a:off x="9149304" y="1617098"/>
            <a:ext cx="733012" cy="307777"/>
          </a:xfrm>
          <a:prstGeom prst="rect">
            <a:avLst/>
          </a:prstGeom>
          <a:noFill/>
        </p:spPr>
        <p:txBody>
          <a:bodyPr wrap="square">
            <a:spAutoFit/>
          </a:bodyPr>
          <a:lstStyle/>
          <a:p>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部屋名</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94" name="四角形: 上の 2 つの角を丸める 93">
            <a:extLst>
              <a:ext uri="{FF2B5EF4-FFF2-40B4-BE49-F238E27FC236}">
                <a16:creationId xmlns:a16="http://schemas.microsoft.com/office/drawing/2014/main" id="{9C2EDAEE-4159-3BC7-E37C-C669A02C700E}"/>
              </a:ext>
            </a:extLst>
          </p:cNvPr>
          <p:cNvSpPr/>
          <p:nvPr/>
        </p:nvSpPr>
        <p:spPr>
          <a:xfrm>
            <a:off x="3113788" y="2967515"/>
            <a:ext cx="1822662" cy="369346"/>
          </a:xfrm>
          <a:prstGeom prst="round2SameRect">
            <a:avLst>
              <a:gd name="adj1" fmla="val 49508"/>
              <a:gd name="adj2" fmla="val 0"/>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97" name="テキスト ボックス 96">
            <a:extLst>
              <a:ext uri="{FF2B5EF4-FFF2-40B4-BE49-F238E27FC236}">
                <a16:creationId xmlns:a16="http://schemas.microsoft.com/office/drawing/2014/main" id="{EC842950-EC9C-EEC5-33EF-AB1D61D3DFDC}"/>
              </a:ext>
            </a:extLst>
          </p:cNvPr>
          <p:cNvSpPr txBox="1"/>
          <p:nvPr/>
        </p:nvSpPr>
        <p:spPr>
          <a:xfrm>
            <a:off x="3008727" y="2974744"/>
            <a:ext cx="733012" cy="338554"/>
          </a:xfrm>
          <a:prstGeom prst="rect">
            <a:avLst/>
          </a:prstGeom>
          <a:noFill/>
        </p:spPr>
        <p:txBody>
          <a:bodyPr wrap="square">
            <a:spAutoFit/>
          </a:bodyPr>
          <a:lstStyle/>
          <a:p>
            <a:pPr algn="ctr"/>
            <a:r>
              <a:rPr lang="en-US" altLang="ja-JP" sz="1400">
                <a:solidFill>
                  <a:schemeClr val="accent6">
                    <a:lumMod val="75000"/>
                  </a:schemeClr>
                </a:solidFill>
                <a:latin typeface="原稿用標準書体" panose="03000503000000000000" pitchFamily="66" charset="-128"/>
                <a:ea typeface="原稿用標準書体" panose="03000503000000000000" pitchFamily="66" charset="-128"/>
              </a:rPr>
              <a:t>Lv</a:t>
            </a:r>
            <a:r>
              <a:rPr lang="en-US" altLang="ja-JP" sz="1600">
                <a:solidFill>
                  <a:schemeClr val="accent6">
                    <a:lumMod val="75000"/>
                  </a:schemeClr>
                </a:solidFill>
                <a:latin typeface="原稿用標準書体" panose="03000503000000000000" pitchFamily="66" charset="-128"/>
                <a:ea typeface="原稿用標準書体" panose="03000503000000000000" pitchFamily="66" charset="-128"/>
              </a:rPr>
              <a:t>0</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102" name="テキスト ボックス 101">
            <a:extLst>
              <a:ext uri="{FF2B5EF4-FFF2-40B4-BE49-F238E27FC236}">
                <a16:creationId xmlns:a16="http://schemas.microsoft.com/office/drawing/2014/main" id="{19960CF9-4346-FFDD-F7F3-77F7F7D971DE}"/>
              </a:ext>
            </a:extLst>
          </p:cNvPr>
          <p:cNvSpPr txBox="1"/>
          <p:nvPr/>
        </p:nvSpPr>
        <p:spPr>
          <a:xfrm>
            <a:off x="4104913" y="2990133"/>
            <a:ext cx="733012" cy="307777"/>
          </a:xfrm>
          <a:prstGeom prst="rect">
            <a:avLst/>
          </a:prstGeom>
          <a:noFill/>
        </p:spPr>
        <p:txBody>
          <a:bodyPr wrap="square">
            <a:spAutoFit/>
          </a:bodyPr>
          <a:lstStyle/>
          <a:p>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部屋名</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nvGrpSpPr>
          <p:cNvPr id="76" name="グループ化 75">
            <a:extLst>
              <a:ext uri="{FF2B5EF4-FFF2-40B4-BE49-F238E27FC236}">
                <a16:creationId xmlns:a16="http://schemas.microsoft.com/office/drawing/2014/main" id="{6B0C0A9C-1EED-FABC-8A16-21797303E4C2}"/>
              </a:ext>
            </a:extLst>
          </p:cNvPr>
          <p:cNvGrpSpPr/>
          <p:nvPr/>
        </p:nvGrpSpPr>
        <p:grpSpPr>
          <a:xfrm>
            <a:off x="3258427" y="2064585"/>
            <a:ext cx="534204" cy="540320"/>
            <a:chOff x="5801236" y="2042989"/>
            <a:chExt cx="534204" cy="540320"/>
          </a:xfrm>
        </p:grpSpPr>
        <p:sp>
          <p:nvSpPr>
            <p:cNvPr id="79" name="四角形: 角を丸くする 78">
              <a:extLst>
                <a:ext uri="{FF2B5EF4-FFF2-40B4-BE49-F238E27FC236}">
                  <a16:creationId xmlns:a16="http://schemas.microsoft.com/office/drawing/2014/main" id="{F9FD6B61-C480-8BCD-8304-9FF6AF66C430}"/>
                </a:ext>
              </a:extLst>
            </p:cNvPr>
            <p:cNvSpPr/>
            <p:nvPr/>
          </p:nvSpPr>
          <p:spPr>
            <a:xfrm>
              <a:off x="5801749" y="2042989"/>
              <a:ext cx="533691" cy="533691"/>
            </a:xfrm>
            <a:prstGeom prst="roundRect">
              <a:avLst/>
            </a:prstGeom>
            <a:solidFill>
              <a:schemeClr val="accent6">
                <a:lumMod val="20000"/>
                <a:lumOff val="80000"/>
              </a:schemeClr>
            </a:solid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81" name="グラフィックス 80" descr="ユーザー 単色塗りつぶし">
              <a:extLst>
                <a:ext uri="{FF2B5EF4-FFF2-40B4-BE49-F238E27FC236}">
                  <a16:creationId xmlns:a16="http://schemas.microsoft.com/office/drawing/2014/main" id="{9CC516AD-CA12-2843-A14D-C04FF2EE089D}"/>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5801236" y="2049618"/>
              <a:ext cx="533691" cy="533691"/>
            </a:xfrm>
            <a:prstGeom prst="rect">
              <a:avLst/>
            </a:prstGeom>
          </p:spPr>
        </p:pic>
      </p:grpSp>
      <p:grpSp>
        <p:nvGrpSpPr>
          <p:cNvPr id="82" name="グループ化 81">
            <a:extLst>
              <a:ext uri="{FF2B5EF4-FFF2-40B4-BE49-F238E27FC236}">
                <a16:creationId xmlns:a16="http://schemas.microsoft.com/office/drawing/2014/main" id="{48C236FC-947E-2D8B-89AE-D0369B329B02}"/>
              </a:ext>
            </a:extLst>
          </p:cNvPr>
          <p:cNvGrpSpPr/>
          <p:nvPr/>
        </p:nvGrpSpPr>
        <p:grpSpPr>
          <a:xfrm>
            <a:off x="1177471" y="2072428"/>
            <a:ext cx="432931" cy="437887"/>
            <a:chOff x="7836685" y="2042989"/>
            <a:chExt cx="534204" cy="540320"/>
          </a:xfrm>
        </p:grpSpPr>
        <p:sp>
          <p:nvSpPr>
            <p:cNvPr id="84" name="四角形: 角を丸くする 83">
              <a:extLst>
                <a:ext uri="{FF2B5EF4-FFF2-40B4-BE49-F238E27FC236}">
                  <a16:creationId xmlns:a16="http://schemas.microsoft.com/office/drawing/2014/main" id="{BBDE3803-EBC2-CA6F-F450-E80C6D0CCCC7}"/>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88" name="グラフィックス 87" descr="ユーザー 単色塗りつぶし">
              <a:extLst>
                <a:ext uri="{FF2B5EF4-FFF2-40B4-BE49-F238E27FC236}">
                  <a16:creationId xmlns:a16="http://schemas.microsoft.com/office/drawing/2014/main" id="{E36AFE15-FAAA-F81C-4812-2787B5C70298}"/>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spTree>
    <p:extLst>
      <p:ext uri="{BB962C8B-B14F-4D97-AF65-F5344CB8AC3E}">
        <p14:creationId xmlns:p14="http://schemas.microsoft.com/office/powerpoint/2010/main" val="2938635102"/>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bg>
      <p:bgPr>
        <a:blipFill dpi="0" rotWithShape="1">
          <a:blip r:embed="rId2">
            <a:extLst>
              <a:ext uri="{BEBA8EAE-BF5A-486C-A8C5-ECC9F3942E4B}">
                <a14:imgProps xmlns:a14="http://schemas.microsoft.com/office/drawing/2010/main">
                  <a14:imgLayer r:embed="rId3">
                    <a14:imgEffect>
                      <a14:sharpenSoften amount="-35000"/>
                    </a14:imgEffect>
                    <a14:imgEffect>
                      <a14:saturation sat="85000"/>
                    </a14:imgEffect>
                    <a14:imgEffect>
                      <a14:brightnessContrast bright="-20000" contrast="-15000"/>
                    </a14:imgEffect>
                  </a14:imgLayer>
                </a14:imgProps>
              </a:ext>
            </a:extLst>
          </a:blip>
          <a:srcRect/>
          <a:stretch>
            <a:fillRect/>
          </a:stretch>
        </a:blipFill>
        <a:effectLst/>
      </p:bgPr>
    </p:bg>
    <p:spTree>
      <p:nvGrpSpPr>
        <p:cNvPr id="1" name="">
          <a:extLst>
            <a:ext uri="{FF2B5EF4-FFF2-40B4-BE49-F238E27FC236}">
              <a16:creationId xmlns:a16="http://schemas.microsoft.com/office/drawing/2014/main" id="{87CE5A1E-0DD2-976A-A971-2B5084686133}"/>
            </a:ext>
          </a:extLst>
        </p:cNvPr>
        <p:cNvGrpSpPr/>
        <p:nvPr/>
      </p:nvGrpSpPr>
      <p:grpSpPr>
        <a:xfrm>
          <a:off x="0" y="0"/>
          <a:ext cx="0" cy="0"/>
          <a:chOff x="0" y="0"/>
          <a:chExt cx="0" cy="0"/>
        </a:xfrm>
      </p:grpSpPr>
      <p:grpSp>
        <p:nvGrpSpPr>
          <p:cNvPr id="47" name="グループ化 46">
            <a:extLst>
              <a:ext uri="{FF2B5EF4-FFF2-40B4-BE49-F238E27FC236}">
                <a16:creationId xmlns:a16="http://schemas.microsoft.com/office/drawing/2014/main" id="{9C27041D-38FF-5C59-81D8-105CEAA28B65}"/>
              </a:ext>
            </a:extLst>
          </p:cNvPr>
          <p:cNvGrpSpPr>
            <a:grpSpLocks noGrp="1" noUngrp="1" noRot="1" noMove="1" noResize="1"/>
          </p:cNvGrpSpPr>
          <p:nvPr/>
        </p:nvGrpSpPr>
        <p:grpSpPr>
          <a:xfrm>
            <a:off x="2038497" y="1230407"/>
            <a:ext cx="9010745" cy="5627593"/>
            <a:chOff x="1590628" y="1230407"/>
            <a:chExt cx="9010745" cy="5627593"/>
          </a:xfrm>
        </p:grpSpPr>
        <p:sp>
          <p:nvSpPr>
            <p:cNvPr id="19" name="正方形/長方形 18">
              <a:extLst>
                <a:ext uri="{FF2B5EF4-FFF2-40B4-BE49-F238E27FC236}">
                  <a16:creationId xmlns:a16="http://schemas.microsoft.com/office/drawing/2014/main" id="{F439FAC4-8651-D214-FD62-AB81DE0BB361}"/>
                </a:ext>
              </a:extLst>
            </p:cNvPr>
            <p:cNvSpPr>
              <a:spLocks noGrp="1" noRot="1" noMove="1" noResize="1" noEditPoints="1" noAdjustHandles="1" noChangeArrowheads="1" noChangeShapeType="1"/>
            </p:cNvSpPr>
            <p:nvPr/>
          </p:nvSpPr>
          <p:spPr>
            <a:xfrm>
              <a:off x="1590628" y="1541380"/>
              <a:ext cx="9010745" cy="5316620"/>
            </a:xfrm>
            <a:prstGeom prst="rect">
              <a:avLst/>
            </a:prstGeom>
            <a:solidFill>
              <a:srgbClr val="6600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1" name="フローチャート: 手作業 20">
              <a:extLst>
                <a:ext uri="{FF2B5EF4-FFF2-40B4-BE49-F238E27FC236}">
                  <a16:creationId xmlns:a16="http://schemas.microsoft.com/office/drawing/2014/main" id="{65851851-ED81-7248-28B0-3CBB580E7238}"/>
                </a:ext>
              </a:extLst>
            </p:cNvPr>
            <p:cNvSpPr>
              <a:spLocks noGrp="1" noRot="1" noMove="1" noResize="1" noEditPoints="1" noAdjustHandles="1" noChangeArrowheads="1" noChangeShapeType="1"/>
            </p:cNvSpPr>
            <p:nvPr/>
          </p:nvSpPr>
          <p:spPr>
            <a:xfrm flipV="1">
              <a:off x="1590628" y="1230407"/>
              <a:ext cx="9010745" cy="328009"/>
            </a:xfrm>
            <a:prstGeom prst="flowChartManualOperation">
              <a:avLst/>
            </a:prstGeom>
            <a:solidFill>
              <a:srgbClr val="6600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23" name="四角形: 角を丸くする 22">
            <a:extLst>
              <a:ext uri="{FF2B5EF4-FFF2-40B4-BE49-F238E27FC236}">
                <a16:creationId xmlns:a16="http://schemas.microsoft.com/office/drawing/2014/main" id="{44D136CE-930E-E4F6-B2E1-03FA77186559}"/>
              </a:ext>
            </a:extLst>
          </p:cNvPr>
          <p:cNvSpPr/>
          <p:nvPr/>
        </p:nvSpPr>
        <p:spPr>
          <a:xfrm>
            <a:off x="7384126" y="517851"/>
            <a:ext cx="2473882" cy="499063"/>
          </a:xfrm>
          <a:prstGeom prst="roundRect">
            <a:avLst/>
          </a:prstGeom>
          <a:solidFill>
            <a:schemeClr val="accent2">
              <a:lumMod val="20000"/>
              <a:lumOff val="80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2" name="グループ化 1">
            <a:extLst>
              <a:ext uri="{FF2B5EF4-FFF2-40B4-BE49-F238E27FC236}">
                <a16:creationId xmlns:a16="http://schemas.microsoft.com/office/drawing/2014/main" id="{38009DC1-64A5-44B8-C00A-BFA51522CD8A}"/>
              </a:ext>
            </a:extLst>
          </p:cNvPr>
          <p:cNvGrpSpPr/>
          <p:nvPr/>
        </p:nvGrpSpPr>
        <p:grpSpPr>
          <a:xfrm>
            <a:off x="431675" y="5645607"/>
            <a:ext cx="11328651" cy="925026"/>
            <a:chOff x="431675" y="5645607"/>
            <a:chExt cx="11328651" cy="925026"/>
          </a:xfrm>
        </p:grpSpPr>
        <p:sp>
          <p:nvSpPr>
            <p:cNvPr id="3" name="四角形: 角を丸くする 2">
              <a:extLst>
                <a:ext uri="{FF2B5EF4-FFF2-40B4-BE49-F238E27FC236}">
                  <a16:creationId xmlns:a16="http://schemas.microsoft.com/office/drawing/2014/main" id="{AF08F229-2B11-A8E2-D8A9-08762416B591}"/>
                </a:ext>
              </a:extLst>
            </p:cNvPr>
            <p:cNvSpPr/>
            <p:nvPr/>
          </p:nvSpPr>
          <p:spPr>
            <a:xfrm>
              <a:off x="431675" y="5656233"/>
              <a:ext cx="11328651" cy="914400"/>
            </a:xfrm>
            <a:prstGeom prst="roundRect">
              <a:avLst>
                <a:gd name="adj" fmla="val 4803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4" name="四角形: 角を丸くする 3">
              <a:extLst>
                <a:ext uri="{FF2B5EF4-FFF2-40B4-BE49-F238E27FC236}">
                  <a16:creationId xmlns:a16="http://schemas.microsoft.com/office/drawing/2014/main" id="{61E31DFD-AA06-138B-E2DA-38ECCFEA26BE}"/>
                </a:ext>
              </a:extLst>
            </p:cNvPr>
            <p:cNvSpPr/>
            <p:nvPr/>
          </p:nvSpPr>
          <p:spPr>
            <a:xfrm>
              <a:off x="4995442" y="5645607"/>
              <a:ext cx="1338828" cy="914400"/>
            </a:xfrm>
            <a:prstGeom prst="roundRect">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 name="テキスト ボックス 4">
              <a:extLst>
                <a:ext uri="{FF2B5EF4-FFF2-40B4-BE49-F238E27FC236}">
                  <a16:creationId xmlns:a16="http://schemas.microsoft.com/office/drawing/2014/main" id="{070673CC-B56A-3583-A10F-1B463060C2F0}"/>
                </a:ext>
              </a:extLst>
            </p:cNvPr>
            <p:cNvSpPr txBox="1"/>
            <p:nvPr/>
          </p:nvSpPr>
          <p:spPr>
            <a:xfrm>
              <a:off x="1165119"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 name="テキスト ボックス 5">
              <a:extLst>
                <a:ext uri="{FF2B5EF4-FFF2-40B4-BE49-F238E27FC236}">
                  <a16:creationId xmlns:a16="http://schemas.microsoft.com/office/drawing/2014/main" id="{3F2F5759-E417-1E5A-80A4-C2BAB98AEF9F}"/>
                </a:ext>
              </a:extLst>
            </p:cNvPr>
            <p:cNvSpPr txBox="1"/>
            <p:nvPr/>
          </p:nvSpPr>
          <p:spPr>
            <a:xfrm flipH="1">
              <a:off x="529243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7" name="テキスト ボックス 6">
              <a:extLst>
                <a:ext uri="{FF2B5EF4-FFF2-40B4-BE49-F238E27FC236}">
                  <a16:creationId xmlns:a16="http://schemas.microsoft.com/office/drawing/2014/main" id="{59BE0EA2-A3CA-FECA-A5B8-F3970A0283A3}"/>
                </a:ext>
              </a:extLst>
            </p:cNvPr>
            <p:cNvSpPr txBox="1"/>
            <p:nvPr/>
          </p:nvSpPr>
          <p:spPr>
            <a:xfrm>
              <a:off x="284405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8" name="テキスト ボックス 7">
              <a:extLst>
                <a:ext uri="{FF2B5EF4-FFF2-40B4-BE49-F238E27FC236}">
                  <a16:creationId xmlns:a16="http://schemas.microsoft.com/office/drawing/2014/main" id="{337714CA-51BF-847D-8A6B-81805E3B35EA}"/>
                </a:ext>
              </a:extLst>
            </p:cNvPr>
            <p:cNvSpPr txBox="1"/>
            <p:nvPr/>
          </p:nvSpPr>
          <p:spPr>
            <a:xfrm>
              <a:off x="8393833"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9" name="テキスト ボックス 8">
              <a:extLst>
                <a:ext uri="{FF2B5EF4-FFF2-40B4-BE49-F238E27FC236}">
                  <a16:creationId xmlns:a16="http://schemas.microsoft.com/office/drawing/2014/main" id="{10481919-1E31-8275-B787-93E9E3FBB3D3}"/>
                </a:ext>
              </a:extLst>
            </p:cNvPr>
            <p:cNvSpPr txBox="1"/>
            <p:nvPr/>
          </p:nvSpPr>
          <p:spPr>
            <a:xfrm>
              <a:off x="6714895"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0" name="テキスト ボックス 9">
              <a:extLst>
                <a:ext uri="{FF2B5EF4-FFF2-40B4-BE49-F238E27FC236}">
                  <a16:creationId xmlns:a16="http://schemas.microsoft.com/office/drawing/2014/main" id="{30D05310-6D6A-D290-F51D-82C8AC5AEB45}"/>
                </a:ext>
              </a:extLst>
            </p:cNvPr>
            <p:cNvSpPr txBox="1"/>
            <p:nvPr/>
          </p:nvSpPr>
          <p:spPr>
            <a:xfrm flipH="1">
              <a:off x="9816293" y="5913378"/>
              <a:ext cx="1210588"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22" name="四角形: 角を丸くする 21">
            <a:extLst>
              <a:ext uri="{FF2B5EF4-FFF2-40B4-BE49-F238E27FC236}">
                <a16:creationId xmlns:a16="http://schemas.microsoft.com/office/drawing/2014/main" id="{D436B361-23EE-38AC-0E66-2C3A164B77A4}"/>
              </a:ext>
            </a:extLst>
          </p:cNvPr>
          <p:cNvSpPr/>
          <p:nvPr/>
        </p:nvSpPr>
        <p:spPr>
          <a:xfrm>
            <a:off x="3113551" y="2953512"/>
            <a:ext cx="1822662" cy="1080843"/>
          </a:xfrm>
          <a:prstGeom prst="roundRect">
            <a:avLst/>
          </a:prstGeom>
          <a:blipFill>
            <a:blip r:embed="rId4">
              <a:extLst>
                <a:ext uri="{BEBA8EAE-BF5A-486C-A8C5-ECC9F3942E4B}">
                  <a14:imgProps xmlns:a14="http://schemas.microsoft.com/office/drawing/2010/main">
                    <a14:imgLayer r:embed="rId5">
                      <a14:imgEffect>
                        <a14:sharpenSoften amount="-50000"/>
                      </a14:imgEffect>
                      <a14:imgEffect>
                        <a14:brightnessContrast contrast="-20000"/>
                      </a14:imgEffect>
                    </a14:imgLayer>
                  </a14:imgProps>
                </a:ext>
              </a:extLst>
            </a:blip>
            <a:stretch>
              <a:fillRect/>
            </a:stretch>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 name="四角形: 角を丸くする 23">
            <a:extLst>
              <a:ext uri="{FF2B5EF4-FFF2-40B4-BE49-F238E27FC236}">
                <a16:creationId xmlns:a16="http://schemas.microsoft.com/office/drawing/2014/main" id="{B3BDBE1C-F62D-06FA-CC8B-53B74450225E}"/>
              </a:ext>
            </a:extLst>
          </p:cNvPr>
          <p:cNvSpPr/>
          <p:nvPr/>
        </p:nvSpPr>
        <p:spPr>
          <a:xfrm>
            <a:off x="5632539" y="2953512"/>
            <a:ext cx="1822662" cy="1080843"/>
          </a:xfrm>
          <a:prstGeom prst="roundRect">
            <a:avLst/>
          </a:prstGeom>
          <a:solidFill>
            <a:schemeClr val="tx1">
              <a:lumMod val="50000"/>
              <a:lumOff val="50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6" name="四角形: 角を丸くする 25">
            <a:extLst>
              <a:ext uri="{FF2B5EF4-FFF2-40B4-BE49-F238E27FC236}">
                <a16:creationId xmlns:a16="http://schemas.microsoft.com/office/drawing/2014/main" id="{1C36AB2E-D849-C210-AE86-708B103D96F2}"/>
              </a:ext>
            </a:extLst>
          </p:cNvPr>
          <p:cNvSpPr/>
          <p:nvPr/>
        </p:nvSpPr>
        <p:spPr>
          <a:xfrm>
            <a:off x="8151526" y="2953512"/>
            <a:ext cx="1822662" cy="1080843"/>
          </a:xfrm>
          <a:prstGeom prst="roundRect">
            <a:avLst/>
          </a:prstGeom>
          <a:solidFill>
            <a:schemeClr val="tx1">
              <a:lumMod val="50000"/>
              <a:lumOff val="50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9" name="四角形: 角を丸くする 28">
            <a:extLst>
              <a:ext uri="{FF2B5EF4-FFF2-40B4-BE49-F238E27FC236}">
                <a16:creationId xmlns:a16="http://schemas.microsoft.com/office/drawing/2014/main" id="{2FCEF155-E245-1A69-D3AA-4CAAF98803FF}"/>
              </a:ext>
            </a:extLst>
          </p:cNvPr>
          <p:cNvSpPr/>
          <p:nvPr/>
        </p:nvSpPr>
        <p:spPr>
          <a:xfrm>
            <a:off x="3113551" y="4302380"/>
            <a:ext cx="1822662" cy="1080843"/>
          </a:xfrm>
          <a:prstGeom prst="roundRect">
            <a:avLst/>
          </a:prstGeom>
          <a:solidFill>
            <a:schemeClr val="accent3">
              <a:lumMod val="20000"/>
              <a:lumOff val="80000"/>
              <a:alpha val="90000"/>
            </a:schemeClr>
          </a:solidFill>
          <a:ln>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0" name="四角形: 角を丸くする 29">
            <a:extLst>
              <a:ext uri="{FF2B5EF4-FFF2-40B4-BE49-F238E27FC236}">
                <a16:creationId xmlns:a16="http://schemas.microsoft.com/office/drawing/2014/main" id="{4CAA9A50-6F4A-CA76-F242-F3013C61A617}"/>
              </a:ext>
            </a:extLst>
          </p:cNvPr>
          <p:cNvSpPr/>
          <p:nvPr/>
        </p:nvSpPr>
        <p:spPr>
          <a:xfrm>
            <a:off x="5632539" y="4302380"/>
            <a:ext cx="1822662" cy="1080843"/>
          </a:xfrm>
          <a:prstGeom prst="roundRect">
            <a:avLst/>
          </a:prstGeom>
          <a:solidFill>
            <a:schemeClr val="accent2">
              <a:lumMod val="20000"/>
              <a:lumOff val="80000"/>
              <a:alpha val="90000"/>
            </a:schemeClr>
          </a:solid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1" name="四角形: 角を丸くする 30">
            <a:extLst>
              <a:ext uri="{FF2B5EF4-FFF2-40B4-BE49-F238E27FC236}">
                <a16:creationId xmlns:a16="http://schemas.microsoft.com/office/drawing/2014/main" id="{E0ADAD1A-29EB-47E7-36B7-E40A80C1AB6D}"/>
              </a:ext>
            </a:extLst>
          </p:cNvPr>
          <p:cNvSpPr/>
          <p:nvPr/>
        </p:nvSpPr>
        <p:spPr>
          <a:xfrm>
            <a:off x="8151526" y="4302380"/>
            <a:ext cx="1822662" cy="1080843"/>
          </a:xfrm>
          <a:prstGeom prst="roundRect">
            <a:avLst/>
          </a:prstGeom>
          <a:solidFill>
            <a:schemeClr val="tx1">
              <a:lumMod val="50000"/>
              <a:lumOff val="50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3" name="四角形: 角を丸くする 32">
            <a:extLst>
              <a:ext uri="{FF2B5EF4-FFF2-40B4-BE49-F238E27FC236}">
                <a16:creationId xmlns:a16="http://schemas.microsoft.com/office/drawing/2014/main" id="{49A741E8-7FC5-CBF3-2D15-9120E9185A32}"/>
              </a:ext>
            </a:extLst>
          </p:cNvPr>
          <p:cNvSpPr/>
          <p:nvPr/>
        </p:nvSpPr>
        <p:spPr>
          <a:xfrm>
            <a:off x="3113551" y="1604645"/>
            <a:ext cx="1822662" cy="1080843"/>
          </a:xfrm>
          <a:prstGeom prst="roundRect">
            <a:avLst/>
          </a:prstGeom>
          <a:blipFill>
            <a:blip r:embed="rId6">
              <a:extLst>
                <a:ext uri="{BEBA8EAE-BF5A-486C-A8C5-ECC9F3942E4B}">
                  <a14:imgProps xmlns:a14="http://schemas.microsoft.com/office/drawing/2010/main">
                    <a14:imgLayer r:embed="rId7">
                      <a14:imgEffect>
                        <a14:brightnessContrast bright="40000" contrast="-40000"/>
                      </a14:imgEffect>
                    </a14:imgLayer>
                  </a14:imgProps>
                </a:ext>
              </a:extLst>
            </a:blip>
            <a:stretch>
              <a:fillRect/>
            </a:stretch>
          </a:blipFill>
          <a:ln w="38100">
            <a:noFill/>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4" name="四角形: 角を丸くする 33">
            <a:extLst>
              <a:ext uri="{FF2B5EF4-FFF2-40B4-BE49-F238E27FC236}">
                <a16:creationId xmlns:a16="http://schemas.microsoft.com/office/drawing/2014/main" id="{334C0219-8734-F5FA-CAC2-F643EAD41EC9}"/>
              </a:ext>
            </a:extLst>
          </p:cNvPr>
          <p:cNvSpPr/>
          <p:nvPr/>
        </p:nvSpPr>
        <p:spPr>
          <a:xfrm>
            <a:off x="5632539" y="1604645"/>
            <a:ext cx="1822662" cy="1080843"/>
          </a:xfrm>
          <a:prstGeom prst="roundRect">
            <a:avLst/>
          </a:prstGeom>
          <a:blipFill>
            <a:blip r:embed="rId8">
              <a:extLst>
                <a:ext uri="{BEBA8EAE-BF5A-486C-A8C5-ECC9F3942E4B}">
                  <a14:imgProps xmlns:a14="http://schemas.microsoft.com/office/drawing/2010/main">
                    <a14:imgLayer r:embed="rId9">
                      <a14:imgEffect>
                        <a14:sharpenSoften amount="-50000"/>
                      </a14:imgEffect>
                      <a14:imgEffect>
                        <a14:brightnessContrast contrast="-40000"/>
                      </a14:imgEffect>
                    </a14:imgLayer>
                  </a14:imgProps>
                </a:ext>
              </a:extLst>
            </a:blip>
            <a:stretch>
              <a:fillRect/>
            </a:stretch>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5" name="四角形: 角を丸くする 34">
            <a:extLst>
              <a:ext uri="{FF2B5EF4-FFF2-40B4-BE49-F238E27FC236}">
                <a16:creationId xmlns:a16="http://schemas.microsoft.com/office/drawing/2014/main" id="{1B146F3E-C6A0-BC28-7E38-C0D647311705}"/>
              </a:ext>
            </a:extLst>
          </p:cNvPr>
          <p:cNvSpPr/>
          <p:nvPr/>
        </p:nvSpPr>
        <p:spPr>
          <a:xfrm>
            <a:off x="8151526" y="1604645"/>
            <a:ext cx="1822662" cy="1080843"/>
          </a:xfrm>
          <a:prstGeom prst="roundRect">
            <a:avLst/>
          </a:prstGeom>
          <a:blipFill>
            <a:blip r:embed="rId10">
              <a:extLst>
                <a:ext uri="{BEBA8EAE-BF5A-486C-A8C5-ECC9F3942E4B}">
                  <a14:imgProps xmlns:a14="http://schemas.microsoft.com/office/drawing/2010/main">
                    <a14:imgLayer r:embed="rId11">
                      <a14:imgEffect>
                        <a14:sharpenSoften amount="-50000"/>
                      </a14:imgEffect>
                      <a14:imgEffect>
                        <a14:brightnessContrast bright="-20000" contrast="-40000"/>
                      </a14:imgEffect>
                    </a14:imgLayer>
                  </a14:imgProps>
                </a:ext>
              </a:extLst>
            </a:blip>
            <a:stretch>
              <a:fillRect/>
            </a:stretch>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43" name="グループ化 42">
            <a:extLst>
              <a:ext uri="{FF2B5EF4-FFF2-40B4-BE49-F238E27FC236}">
                <a16:creationId xmlns:a16="http://schemas.microsoft.com/office/drawing/2014/main" id="{D429A6C3-CF4C-91F6-500A-4FC54E009344}"/>
              </a:ext>
            </a:extLst>
          </p:cNvPr>
          <p:cNvGrpSpPr/>
          <p:nvPr/>
        </p:nvGrpSpPr>
        <p:grpSpPr>
          <a:xfrm>
            <a:off x="9645916" y="507963"/>
            <a:ext cx="1754702" cy="518838"/>
            <a:chOff x="8272011" y="573275"/>
            <a:chExt cx="1754702" cy="518838"/>
          </a:xfrm>
          <a:effectLst>
            <a:glow rad="63500">
              <a:schemeClr val="accent2">
                <a:satMod val="175000"/>
                <a:alpha val="40000"/>
              </a:schemeClr>
            </a:glow>
          </a:effectLst>
        </p:grpSpPr>
        <p:sp>
          <p:nvSpPr>
            <p:cNvPr id="38" name="矢印: 五方向 37">
              <a:extLst>
                <a:ext uri="{FF2B5EF4-FFF2-40B4-BE49-F238E27FC236}">
                  <a16:creationId xmlns:a16="http://schemas.microsoft.com/office/drawing/2014/main" id="{70950663-8450-825D-63E1-1A98123DE0C5}"/>
                </a:ext>
              </a:extLst>
            </p:cNvPr>
            <p:cNvSpPr/>
            <p:nvPr/>
          </p:nvSpPr>
          <p:spPr>
            <a:xfrm flipH="1">
              <a:off x="8272011" y="573275"/>
              <a:ext cx="1754702" cy="518838"/>
            </a:xfrm>
            <a:prstGeom prst="homePlate">
              <a:avLst/>
            </a:prstGeom>
            <a:solidFill>
              <a:schemeClr val="accent2"/>
            </a:solidFill>
            <a:ln>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42" name="テキスト ボックス 41">
              <a:extLst>
                <a:ext uri="{FF2B5EF4-FFF2-40B4-BE49-F238E27FC236}">
                  <a16:creationId xmlns:a16="http://schemas.microsoft.com/office/drawing/2014/main" id="{271E146A-8643-68C6-2440-46DAC6143DEB}"/>
                </a:ext>
              </a:extLst>
            </p:cNvPr>
            <p:cNvSpPr txBox="1"/>
            <p:nvPr/>
          </p:nvSpPr>
          <p:spPr>
            <a:xfrm>
              <a:off x="8373671" y="648028"/>
              <a:ext cx="1653042" cy="369332"/>
            </a:xfrm>
            <a:prstGeom prst="rect">
              <a:avLst/>
            </a:prstGeom>
            <a:noFill/>
          </p:spPr>
          <p:txBody>
            <a:bodyPr wrap="square">
              <a:spAutoFit/>
            </a:bodyPr>
            <a:lstStyle/>
            <a:p>
              <a:pPr algn="ctr"/>
              <a:r>
                <a:rPr lang="ja-JP" altLang="en-US" sz="1800">
                  <a:solidFill>
                    <a:schemeClr val="accent6">
                      <a:lumMod val="75000"/>
                    </a:schemeClr>
                  </a:solidFill>
                  <a:latin typeface="原稿用標準書体" panose="03000503000000000000" pitchFamily="66" charset="-128"/>
                  <a:ea typeface="原稿用標準書体" panose="03000503000000000000" pitchFamily="66" charset="-128"/>
                </a:rPr>
                <a:t>一括受け取り</a:t>
              </a:r>
              <a:endParaRPr kumimoji="1" lang="ja-JP" altLang="en-US" sz="18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sp>
        <p:nvSpPr>
          <p:cNvPr id="32" name="テキスト ボックス 31">
            <a:extLst>
              <a:ext uri="{FF2B5EF4-FFF2-40B4-BE49-F238E27FC236}">
                <a16:creationId xmlns:a16="http://schemas.microsoft.com/office/drawing/2014/main" id="{65238333-F86A-0B69-2D41-2AC601C89577}"/>
              </a:ext>
            </a:extLst>
          </p:cNvPr>
          <p:cNvSpPr txBox="1"/>
          <p:nvPr/>
        </p:nvSpPr>
        <p:spPr>
          <a:xfrm>
            <a:off x="7866392" y="608865"/>
            <a:ext cx="733012" cy="307777"/>
          </a:xfrm>
          <a:prstGeom prst="rect">
            <a:avLst/>
          </a:prstGeom>
          <a:noFill/>
        </p:spPr>
        <p:txBody>
          <a:bodyPr wrap="square">
            <a:spAutoFit/>
          </a:bodyPr>
          <a:lstStyle/>
          <a:p>
            <a:pPr algn="ctr"/>
            <a:r>
              <a:rPr lang="en-US" altLang="ja-JP" sz="1400">
                <a:solidFill>
                  <a:schemeClr val="accent6">
                    <a:lumMod val="75000"/>
                  </a:schemeClr>
                </a:solidFill>
                <a:latin typeface="原稿用標準書体" panose="03000503000000000000" pitchFamily="66" charset="-128"/>
                <a:ea typeface="原稿用標準書体" panose="03000503000000000000" pitchFamily="66" charset="-128"/>
              </a:rPr>
              <a:t>00</a:t>
            </a:r>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ｋ</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nvGrpSpPr>
          <p:cNvPr id="75" name="グループ化 74">
            <a:extLst>
              <a:ext uri="{FF2B5EF4-FFF2-40B4-BE49-F238E27FC236}">
                <a16:creationId xmlns:a16="http://schemas.microsoft.com/office/drawing/2014/main" id="{7478797E-FBED-5662-65A6-33A4AE5DB543}"/>
              </a:ext>
            </a:extLst>
          </p:cNvPr>
          <p:cNvGrpSpPr/>
          <p:nvPr/>
        </p:nvGrpSpPr>
        <p:grpSpPr>
          <a:xfrm>
            <a:off x="7578010" y="620505"/>
            <a:ext cx="307777" cy="307777"/>
            <a:chOff x="7578010" y="689710"/>
            <a:chExt cx="307777" cy="307777"/>
          </a:xfrm>
        </p:grpSpPr>
        <p:sp>
          <p:nvSpPr>
            <p:cNvPr id="36" name="ハート 35">
              <a:extLst>
                <a:ext uri="{FF2B5EF4-FFF2-40B4-BE49-F238E27FC236}">
                  <a16:creationId xmlns:a16="http://schemas.microsoft.com/office/drawing/2014/main" id="{35BF8DCD-41BA-4801-DFE4-6F865196B0C7}"/>
                </a:ext>
              </a:extLst>
            </p:cNvPr>
            <p:cNvSpPr/>
            <p:nvPr/>
          </p:nvSpPr>
          <p:spPr>
            <a:xfrm>
              <a:off x="7578010" y="689710"/>
              <a:ext cx="307777" cy="307777"/>
            </a:xfrm>
            <a:prstGeom prst="hear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48" name="グループ化 47">
              <a:extLst>
                <a:ext uri="{FF2B5EF4-FFF2-40B4-BE49-F238E27FC236}">
                  <a16:creationId xmlns:a16="http://schemas.microsoft.com/office/drawing/2014/main" id="{A3AA75BD-1437-471C-03BF-8F5AC3B4EBEA}"/>
                </a:ext>
              </a:extLst>
            </p:cNvPr>
            <p:cNvGrpSpPr/>
            <p:nvPr/>
          </p:nvGrpSpPr>
          <p:grpSpPr>
            <a:xfrm>
              <a:off x="7703665" y="804545"/>
              <a:ext cx="105517" cy="121007"/>
              <a:chOff x="5667132" y="573275"/>
              <a:chExt cx="322931" cy="370337"/>
            </a:xfrm>
          </p:grpSpPr>
          <p:sp>
            <p:nvSpPr>
              <p:cNvPr id="37" name="楕円 36">
                <a:extLst>
                  <a:ext uri="{FF2B5EF4-FFF2-40B4-BE49-F238E27FC236}">
                    <a16:creationId xmlns:a16="http://schemas.microsoft.com/office/drawing/2014/main" id="{4ACDE655-5D68-5944-0BED-F7FC5B2E1ACD}"/>
                  </a:ext>
                </a:extLst>
              </p:cNvPr>
              <p:cNvSpPr/>
              <p:nvPr/>
            </p:nvSpPr>
            <p:spPr>
              <a:xfrm>
                <a:off x="5667132" y="744490"/>
                <a:ext cx="199122" cy="199122"/>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41" name="コネクタ: 曲線 40">
                <a:extLst>
                  <a:ext uri="{FF2B5EF4-FFF2-40B4-BE49-F238E27FC236}">
                    <a16:creationId xmlns:a16="http://schemas.microsoft.com/office/drawing/2014/main" id="{565148AA-645C-77CD-10C8-7A370BCE0003}"/>
                  </a:ext>
                </a:extLst>
              </p:cNvPr>
              <p:cNvCxnSpPr>
                <a:cxnSpLocks/>
                <a:stCxn id="37" idx="7"/>
              </p:cNvCxnSpPr>
              <p:nvPr/>
            </p:nvCxnSpPr>
            <p:spPr>
              <a:xfrm rot="5400000" flipH="1" flipV="1">
                <a:off x="5813390" y="596978"/>
                <a:ext cx="200376" cy="152970"/>
              </a:xfrm>
              <a:prstGeom prst="curvedConnector3">
                <a:avLst/>
              </a:prstGeom>
              <a:ln w="38100" cap="rnd">
                <a:solidFill>
                  <a:schemeClr val="accent6"/>
                </a:solidFill>
                <a:round/>
              </a:ln>
            </p:spPr>
            <p:style>
              <a:lnRef idx="2">
                <a:schemeClr val="accent1"/>
              </a:lnRef>
              <a:fillRef idx="0">
                <a:schemeClr val="accent1"/>
              </a:fillRef>
              <a:effectRef idx="1">
                <a:schemeClr val="accent1"/>
              </a:effectRef>
              <a:fontRef idx="minor">
                <a:schemeClr val="tx1"/>
              </a:fontRef>
            </p:style>
          </p:cxnSp>
        </p:grpSp>
        <p:grpSp>
          <p:nvGrpSpPr>
            <p:cNvPr id="49" name="グループ化 48">
              <a:extLst>
                <a:ext uri="{FF2B5EF4-FFF2-40B4-BE49-F238E27FC236}">
                  <a16:creationId xmlns:a16="http://schemas.microsoft.com/office/drawing/2014/main" id="{AF1F7FF2-9FBF-CDCA-CB1F-939AB3824C0E}"/>
                </a:ext>
              </a:extLst>
            </p:cNvPr>
            <p:cNvGrpSpPr/>
            <p:nvPr/>
          </p:nvGrpSpPr>
          <p:grpSpPr>
            <a:xfrm flipH="1">
              <a:off x="7627235" y="770446"/>
              <a:ext cx="84042" cy="96379"/>
              <a:chOff x="5667132" y="573275"/>
              <a:chExt cx="322931" cy="370337"/>
            </a:xfrm>
          </p:grpSpPr>
          <p:sp>
            <p:nvSpPr>
              <p:cNvPr id="50" name="楕円 49">
                <a:extLst>
                  <a:ext uri="{FF2B5EF4-FFF2-40B4-BE49-F238E27FC236}">
                    <a16:creationId xmlns:a16="http://schemas.microsoft.com/office/drawing/2014/main" id="{1E2D2B60-2CCE-8784-EE21-0D87BA991F18}"/>
                  </a:ext>
                </a:extLst>
              </p:cNvPr>
              <p:cNvSpPr/>
              <p:nvPr/>
            </p:nvSpPr>
            <p:spPr>
              <a:xfrm>
                <a:off x="5667132" y="744490"/>
                <a:ext cx="199122" cy="199122"/>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51" name="コネクタ: 曲線 50">
                <a:extLst>
                  <a:ext uri="{FF2B5EF4-FFF2-40B4-BE49-F238E27FC236}">
                    <a16:creationId xmlns:a16="http://schemas.microsoft.com/office/drawing/2014/main" id="{6538B4BD-4EC7-8559-53FF-465284510B64}"/>
                  </a:ext>
                </a:extLst>
              </p:cNvPr>
              <p:cNvCxnSpPr>
                <a:cxnSpLocks/>
                <a:stCxn id="50" idx="7"/>
              </p:cNvCxnSpPr>
              <p:nvPr/>
            </p:nvCxnSpPr>
            <p:spPr>
              <a:xfrm rot="5400000" flipH="1" flipV="1">
                <a:off x="5813390" y="596978"/>
                <a:ext cx="200376" cy="152970"/>
              </a:xfrm>
              <a:prstGeom prst="curvedConnector3">
                <a:avLst/>
              </a:prstGeom>
              <a:ln w="25400" cap="rnd">
                <a:solidFill>
                  <a:schemeClr val="accent6"/>
                </a:solidFill>
                <a:round/>
              </a:ln>
            </p:spPr>
            <p:style>
              <a:lnRef idx="2">
                <a:schemeClr val="accent1"/>
              </a:lnRef>
              <a:fillRef idx="0">
                <a:schemeClr val="accent1"/>
              </a:fillRef>
              <a:effectRef idx="1">
                <a:schemeClr val="accent1"/>
              </a:effectRef>
              <a:fontRef idx="minor">
                <a:schemeClr val="tx1"/>
              </a:fontRef>
            </p:style>
          </p:cxnSp>
        </p:grpSp>
      </p:grpSp>
      <p:sp>
        <p:nvSpPr>
          <p:cNvPr id="74" name="テキスト ボックス 73">
            <a:extLst>
              <a:ext uri="{FF2B5EF4-FFF2-40B4-BE49-F238E27FC236}">
                <a16:creationId xmlns:a16="http://schemas.microsoft.com/office/drawing/2014/main" id="{9058A771-4A27-6A1C-06AD-64CDF11D39DC}"/>
              </a:ext>
            </a:extLst>
          </p:cNvPr>
          <p:cNvSpPr txBox="1"/>
          <p:nvPr/>
        </p:nvSpPr>
        <p:spPr>
          <a:xfrm>
            <a:off x="8881110" y="608865"/>
            <a:ext cx="733012" cy="307777"/>
          </a:xfrm>
          <a:prstGeom prst="rect">
            <a:avLst/>
          </a:prstGeom>
          <a:noFill/>
        </p:spPr>
        <p:txBody>
          <a:bodyPr wrap="square">
            <a:spAutoFit/>
          </a:bodyPr>
          <a:lstStyle/>
          <a:p>
            <a:pPr algn="ctr"/>
            <a:r>
              <a:rPr lang="en-US" altLang="ja-JP" sz="1400">
                <a:solidFill>
                  <a:schemeClr val="accent6">
                    <a:lumMod val="75000"/>
                  </a:schemeClr>
                </a:solidFill>
                <a:latin typeface="原稿用標準書体" panose="03000503000000000000" pitchFamily="66" charset="-128"/>
                <a:ea typeface="原稿用標準書体" panose="03000503000000000000" pitchFamily="66" charset="-128"/>
              </a:rPr>
              <a:t>00</a:t>
            </a:r>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ｋ</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85" name="テキスト ボックス 84">
            <a:extLst>
              <a:ext uri="{FF2B5EF4-FFF2-40B4-BE49-F238E27FC236}">
                <a16:creationId xmlns:a16="http://schemas.microsoft.com/office/drawing/2014/main" id="{61121916-2E16-3906-9E04-B720376107A9}"/>
              </a:ext>
            </a:extLst>
          </p:cNvPr>
          <p:cNvSpPr txBox="1"/>
          <p:nvPr/>
        </p:nvSpPr>
        <p:spPr>
          <a:xfrm>
            <a:off x="5930612" y="3293878"/>
            <a:ext cx="1226516" cy="400110"/>
          </a:xfrm>
          <a:prstGeom prst="rect">
            <a:avLst/>
          </a:prstGeom>
          <a:noFill/>
        </p:spPr>
        <p:txBody>
          <a:bodyPr wrap="square">
            <a:spAutoFit/>
          </a:bodyPr>
          <a:lstStyle/>
          <a:p>
            <a:pPr algn="ctr"/>
            <a:r>
              <a:rPr kumimoji="1" lang="ja-JP" altLang="en-US" sz="2000">
                <a:solidFill>
                  <a:schemeClr val="accent2">
                    <a:lumMod val="60000"/>
                    <a:lumOff val="40000"/>
                  </a:schemeClr>
                </a:solidFill>
                <a:latin typeface="原稿用標準書体" panose="03000503000000000000" pitchFamily="66" charset="-128"/>
                <a:ea typeface="原稿用標準書体" panose="03000503000000000000" pitchFamily="66" charset="-128"/>
              </a:rPr>
              <a:t>未開放</a:t>
            </a:r>
          </a:p>
        </p:txBody>
      </p:sp>
      <p:sp>
        <p:nvSpPr>
          <p:cNvPr id="87" name="テキスト ボックス 86">
            <a:extLst>
              <a:ext uri="{FF2B5EF4-FFF2-40B4-BE49-F238E27FC236}">
                <a16:creationId xmlns:a16="http://schemas.microsoft.com/office/drawing/2014/main" id="{55407623-08B1-B339-1BDB-03B5C7FDBD01}"/>
              </a:ext>
            </a:extLst>
          </p:cNvPr>
          <p:cNvSpPr txBox="1"/>
          <p:nvPr/>
        </p:nvSpPr>
        <p:spPr>
          <a:xfrm>
            <a:off x="8449599" y="3293878"/>
            <a:ext cx="1226516" cy="400110"/>
          </a:xfrm>
          <a:prstGeom prst="rect">
            <a:avLst/>
          </a:prstGeom>
          <a:noFill/>
        </p:spPr>
        <p:txBody>
          <a:bodyPr wrap="square">
            <a:spAutoFit/>
          </a:bodyPr>
          <a:lstStyle/>
          <a:p>
            <a:pPr algn="ctr"/>
            <a:r>
              <a:rPr kumimoji="1" lang="ja-JP" altLang="en-US" sz="2000">
                <a:solidFill>
                  <a:schemeClr val="accent2">
                    <a:lumMod val="60000"/>
                    <a:lumOff val="40000"/>
                  </a:schemeClr>
                </a:solidFill>
                <a:latin typeface="原稿用標準書体" panose="03000503000000000000" pitchFamily="66" charset="-128"/>
                <a:ea typeface="原稿用標準書体" panose="03000503000000000000" pitchFamily="66" charset="-128"/>
              </a:rPr>
              <a:t>未開放</a:t>
            </a:r>
          </a:p>
        </p:txBody>
      </p:sp>
      <p:sp>
        <p:nvSpPr>
          <p:cNvPr id="89" name="テキスト ボックス 88">
            <a:extLst>
              <a:ext uri="{FF2B5EF4-FFF2-40B4-BE49-F238E27FC236}">
                <a16:creationId xmlns:a16="http://schemas.microsoft.com/office/drawing/2014/main" id="{5ECBE7BE-47E2-FCA5-7B10-6157206C54B4}"/>
              </a:ext>
            </a:extLst>
          </p:cNvPr>
          <p:cNvSpPr txBox="1"/>
          <p:nvPr/>
        </p:nvSpPr>
        <p:spPr>
          <a:xfrm>
            <a:off x="8449599" y="4642746"/>
            <a:ext cx="1226516" cy="400110"/>
          </a:xfrm>
          <a:prstGeom prst="rect">
            <a:avLst/>
          </a:prstGeom>
          <a:noFill/>
        </p:spPr>
        <p:txBody>
          <a:bodyPr wrap="square">
            <a:spAutoFit/>
          </a:bodyPr>
          <a:lstStyle/>
          <a:p>
            <a:pPr algn="ctr"/>
            <a:r>
              <a:rPr kumimoji="1" lang="ja-JP" altLang="en-US" sz="2000">
                <a:solidFill>
                  <a:schemeClr val="accent2">
                    <a:lumMod val="60000"/>
                    <a:lumOff val="40000"/>
                  </a:schemeClr>
                </a:solidFill>
                <a:latin typeface="原稿用標準書体" panose="03000503000000000000" pitchFamily="66" charset="-128"/>
                <a:ea typeface="原稿用標準書体" panose="03000503000000000000" pitchFamily="66" charset="-128"/>
              </a:rPr>
              <a:t>未開放</a:t>
            </a:r>
          </a:p>
        </p:txBody>
      </p:sp>
      <p:grpSp>
        <p:nvGrpSpPr>
          <p:cNvPr id="119" name="グループ化 118">
            <a:extLst>
              <a:ext uri="{FF2B5EF4-FFF2-40B4-BE49-F238E27FC236}">
                <a16:creationId xmlns:a16="http://schemas.microsoft.com/office/drawing/2014/main" id="{CC7E5853-1796-56E6-26BA-5099CF7EFD91}"/>
              </a:ext>
            </a:extLst>
          </p:cNvPr>
          <p:cNvGrpSpPr/>
          <p:nvPr/>
        </p:nvGrpSpPr>
        <p:grpSpPr>
          <a:xfrm>
            <a:off x="8604191" y="634628"/>
            <a:ext cx="211026" cy="279530"/>
            <a:chOff x="8604191" y="699940"/>
            <a:chExt cx="211026" cy="279530"/>
          </a:xfrm>
        </p:grpSpPr>
        <p:grpSp>
          <p:nvGrpSpPr>
            <p:cNvPr id="72" name="グループ化 71">
              <a:extLst>
                <a:ext uri="{FF2B5EF4-FFF2-40B4-BE49-F238E27FC236}">
                  <a16:creationId xmlns:a16="http://schemas.microsoft.com/office/drawing/2014/main" id="{C43A7BF8-075D-F46D-5ECC-18154B447800}"/>
                </a:ext>
              </a:extLst>
            </p:cNvPr>
            <p:cNvGrpSpPr/>
            <p:nvPr/>
          </p:nvGrpSpPr>
          <p:grpSpPr>
            <a:xfrm>
              <a:off x="8604191" y="699940"/>
              <a:ext cx="211026" cy="279530"/>
              <a:chOff x="8604191" y="672399"/>
              <a:chExt cx="211026" cy="279530"/>
            </a:xfrm>
          </p:grpSpPr>
          <p:cxnSp>
            <p:nvCxnSpPr>
              <p:cNvPr id="53" name="コネクタ: カギ線 52">
                <a:extLst>
                  <a:ext uri="{FF2B5EF4-FFF2-40B4-BE49-F238E27FC236}">
                    <a16:creationId xmlns:a16="http://schemas.microsoft.com/office/drawing/2014/main" id="{55655401-B9BB-023F-3DF3-34DBA00E6144}"/>
                  </a:ext>
                </a:extLst>
              </p:cNvPr>
              <p:cNvCxnSpPr>
                <a:cxnSpLocks/>
              </p:cNvCxnSpPr>
              <p:nvPr/>
            </p:nvCxnSpPr>
            <p:spPr>
              <a:xfrm rot="16200000" flipH="1">
                <a:off x="8604191" y="740903"/>
                <a:ext cx="211026" cy="211026"/>
              </a:xfrm>
              <a:prstGeom prst="bentConnector3">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59" name="直線コネクタ 58">
                <a:extLst>
                  <a:ext uri="{FF2B5EF4-FFF2-40B4-BE49-F238E27FC236}">
                    <a16:creationId xmlns:a16="http://schemas.microsoft.com/office/drawing/2014/main" id="{2B1C158D-620E-44A5-954E-7ADE2D7F7993}"/>
                  </a:ext>
                </a:extLst>
              </p:cNvPr>
              <p:cNvCxnSpPr>
                <a:cxnSpLocks/>
              </p:cNvCxnSpPr>
              <p:nvPr/>
            </p:nvCxnSpPr>
            <p:spPr>
              <a:xfrm>
                <a:off x="8706065" y="725136"/>
                <a:ext cx="0" cy="22387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69" name="直線コネクタ 68">
                <a:extLst>
                  <a:ext uri="{FF2B5EF4-FFF2-40B4-BE49-F238E27FC236}">
                    <a16:creationId xmlns:a16="http://schemas.microsoft.com/office/drawing/2014/main" id="{C9E0725F-2DC5-FA66-B60D-D2D4C0085E53}"/>
                  </a:ext>
                </a:extLst>
              </p:cNvPr>
              <p:cNvCxnSpPr>
                <a:cxnSpLocks/>
              </p:cNvCxnSpPr>
              <p:nvPr/>
            </p:nvCxnSpPr>
            <p:spPr>
              <a:xfrm>
                <a:off x="8653289" y="672403"/>
                <a:ext cx="43248" cy="59906"/>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71" name="直線コネクタ 70">
                <a:extLst>
                  <a:ext uri="{FF2B5EF4-FFF2-40B4-BE49-F238E27FC236}">
                    <a16:creationId xmlns:a16="http://schemas.microsoft.com/office/drawing/2014/main" id="{58C61C1D-5879-91DF-BA44-433FA7D7D7DD}"/>
                  </a:ext>
                </a:extLst>
              </p:cNvPr>
              <p:cNvCxnSpPr>
                <a:cxnSpLocks/>
              </p:cNvCxnSpPr>
              <p:nvPr/>
            </p:nvCxnSpPr>
            <p:spPr>
              <a:xfrm flipH="1">
                <a:off x="8712819" y="672399"/>
                <a:ext cx="43248" cy="59906"/>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grpSp>
        <p:cxnSp>
          <p:nvCxnSpPr>
            <p:cNvPr id="111" name="直線コネクタ 110">
              <a:extLst>
                <a:ext uri="{FF2B5EF4-FFF2-40B4-BE49-F238E27FC236}">
                  <a16:creationId xmlns:a16="http://schemas.microsoft.com/office/drawing/2014/main" id="{064F4BBA-6E8C-AD9B-DD47-3B358CB024B3}"/>
                </a:ext>
              </a:extLst>
            </p:cNvPr>
            <p:cNvCxnSpPr>
              <a:cxnSpLocks/>
            </p:cNvCxnSpPr>
            <p:nvPr/>
          </p:nvCxnSpPr>
          <p:spPr>
            <a:xfrm flipH="1">
              <a:off x="8645440" y="819427"/>
              <a:ext cx="134580" cy="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113" name="直線コネクタ 112">
              <a:extLst>
                <a:ext uri="{FF2B5EF4-FFF2-40B4-BE49-F238E27FC236}">
                  <a16:creationId xmlns:a16="http://schemas.microsoft.com/office/drawing/2014/main" id="{1DA37D22-6353-4414-D5BE-035F61F971E8}"/>
                </a:ext>
              </a:extLst>
            </p:cNvPr>
            <p:cNvCxnSpPr>
              <a:cxnSpLocks/>
            </p:cNvCxnSpPr>
            <p:nvPr/>
          </p:nvCxnSpPr>
          <p:spPr>
            <a:xfrm flipH="1">
              <a:off x="8645440" y="925877"/>
              <a:ext cx="134580" cy="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grpSp>
      <p:grpSp>
        <p:nvGrpSpPr>
          <p:cNvPr id="99" name="グループ化 98">
            <a:extLst>
              <a:ext uri="{FF2B5EF4-FFF2-40B4-BE49-F238E27FC236}">
                <a16:creationId xmlns:a16="http://schemas.microsoft.com/office/drawing/2014/main" id="{85B75FC9-035E-24E2-CD05-2C6AFF6E6C5F}"/>
              </a:ext>
            </a:extLst>
          </p:cNvPr>
          <p:cNvGrpSpPr/>
          <p:nvPr/>
        </p:nvGrpSpPr>
        <p:grpSpPr>
          <a:xfrm>
            <a:off x="3942441" y="2041683"/>
            <a:ext cx="824705" cy="541625"/>
            <a:chOff x="1063284" y="1905266"/>
            <a:chExt cx="2372751" cy="1839424"/>
          </a:xfrm>
        </p:grpSpPr>
        <p:sp>
          <p:nvSpPr>
            <p:cNvPr id="100" name="四角形: 上の 2 つの角を丸める 99">
              <a:extLst>
                <a:ext uri="{FF2B5EF4-FFF2-40B4-BE49-F238E27FC236}">
                  <a16:creationId xmlns:a16="http://schemas.microsoft.com/office/drawing/2014/main" id="{0DEDC460-F45C-C54A-4483-81FC32FD1317}"/>
                </a:ext>
              </a:extLst>
            </p:cNvPr>
            <p:cNvSpPr/>
            <p:nvPr/>
          </p:nvSpPr>
          <p:spPr>
            <a:xfrm>
              <a:off x="1063284" y="1905266"/>
              <a:ext cx="2372751" cy="844262"/>
            </a:xfrm>
            <a:prstGeom prst="round2SameRect">
              <a:avLst/>
            </a:prstGeom>
            <a:solidFill>
              <a:schemeClr val="accent6">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1" name="四角形: 上の 2 つの角を丸める 100">
              <a:extLst>
                <a:ext uri="{FF2B5EF4-FFF2-40B4-BE49-F238E27FC236}">
                  <a16:creationId xmlns:a16="http://schemas.microsoft.com/office/drawing/2014/main" id="{B77705C4-B07C-FBFE-152A-74C362067B5D}"/>
                </a:ext>
              </a:extLst>
            </p:cNvPr>
            <p:cNvSpPr/>
            <p:nvPr/>
          </p:nvSpPr>
          <p:spPr>
            <a:xfrm flipV="1">
              <a:off x="1063284" y="2749528"/>
              <a:ext cx="2372751" cy="995162"/>
            </a:xfrm>
            <a:prstGeom prst="round2SameRect">
              <a:avLst>
                <a:gd name="adj1" fmla="val 12104"/>
                <a:gd name="adj2" fmla="val 0"/>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03" name="テキスト ボックス 102">
            <a:extLst>
              <a:ext uri="{FF2B5EF4-FFF2-40B4-BE49-F238E27FC236}">
                <a16:creationId xmlns:a16="http://schemas.microsoft.com/office/drawing/2014/main" id="{D535FADB-2F75-D468-4543-B768BBFFF284}"/>
              </a:ext>
            </a:extLst>
          </p:cNvPr>
          <p:cNvSpPr txBox="1"/>
          <p:nvPr/>
        </p:nvSpPr>
        <p:spPr>
          <a:xfrm>
            <a:off x="3885873" y="2305352"/>
            <a:ext cx="951142" cy="261610"/>
          </a:xfrm>
          <a:prstGeom prst="rect">
            <a:avLst/>
          </a:prstGeom>
          <a:noFill/>
        </p:spPr>
        <p:txBody>
          <a:bodyPr wrap="square">
            <a:spAutoFit/>
          </a:bodyPr>
          <a:lstStyle/>
          <a:p>
            <a:pPr algn="ctr"/>
            <a:r>
              <a:rPr lang="ja-JP" altLang="en-US" sz="1100">
                <a:solidFill>
                  <a:schemeClr val="accent6"/>
                </a:solidFill>
                <a:latin typeface="原稿用標準書体" panose="03000503000000000000" pitchFamily="66" charset="-128"/>
                <a:ea typeface="原稿用標準書体" panose="03000503000000000000" pitchFamily="66" charset="-128"/>
              </a:rPr>
              <a:t>　　</a:t>
            </a:r>
            <a:r>
              <a:rPr lang="en-US" altLang="ja-JP" sz="1100">
                <a:solidFill>
                  <a:schemeClr val="accent6"/>
                </a:solidFill>
                <a:latin typeface="原稿用標準書体" panose="03000503000000000000" pitchFamily="66" charset="-128"/>
                <a:ea typeface="原稿用標準書体" panose="03000503000000000000" pitchFamily="66" charset="-128"/>
              </a:rPr>
              <a:t>:00</a:t>
            </a:r>
            <a:r>
              <a:rPr lang="ja-JP" altLang="en-US" sz="1100">
                <a:solidFill>
                  <a:schemeClr val="accent6"/>
                </a:solidFill>
                <a:latin typeface="原稿用標準書体" panose="03000503000000000000" pitchFamily="66" charset="-128"/>
                <a:ea typeface="原稿用標準書体" panose="03000503000000000000" pitchFamily="66" charset="-128"/>
              </a:rPr>
              <a:t>ｋ</a:t>
            </a:r>
            <a:endParaRPr kumimoji="1" lang="ja-JP" altLang="en-US" sz="1100">
              <a:solidFill>
                <a:schemeClr val="accent6"/>
              </a:solidFill>
              <a:latin typeface="原稿用標準書体" panose="03000503000000000000" pitchFamily="66" charset="-128"/>
              <a:ea typeface="原稿用標準書体" panose="03000503000000000000" pitchFamily="66" charset="-128"/>
            </a:endParaRPr>
          </a:p>
        </p:txBody>
      </p:sp>
      <p:sp>
        <p:nvSpPr>
          <p:cNvPr id="132" name="四角形: 角を丸くする 131">
            <a:extLst>
              <a:ext uri="{FF2B5EF4-FFF2-40B4-BE49-F238E27FC236}">
                <a16:creationId xmlns:a16="http://schemas.microsoft.com/office/drawing/2014/main" id="{BF023556-0426-E999-8A1C-F8B55E83DCE2}"/>
              </a:ext>
            </a:extLst>
          </p:cNvPr>
          <p:cNvSpPr/>
          <p:nvPr/>
        </p:nvSpPr>
        <p:spPr>
          <a:xfrm>
            <a:off x="5801749" y="2042989"/>
            <a:ext cx="533691" cy="533691"/>
          </a:xfrm>
          <a:prstGeom prst="roundRect">
            <a:avLst/>
          </a:prstGeom>
          <a:solidFill>
            <a:schemeClr val="accent6">
              <a:lumMod val="20000"/>
              <a:lumOff val="80000"/>
            </a:schemeClr>
          </a:solid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33" name="グラフィックス 132" descr="ユーザー 単色塗りつぶし">
            <a:extLst>
              <a:ext uri="{FF2B5EF4-FFF2-40B4-BE49-F238E27FC236}">
                <a16:creationId xmlns:a16="http://schemas.microsoft.com/office/drawing/2014/main" id="{F9B63349-A335-347B-2554-1F9D0DA40F2C}"/>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5801236" y="2049618"/>
            <a:ext cx="533691" cy="533691"/>
          </a:xfrm>
          <a:prstGeom prst="rect">
            <a:avLst/>
          </a:prstGeom>
        </p:spPr>
      </p:pic>
      <p:grpSp>
        <p:nvGrpSpPr>
          <p:cNvPr id="134" name="グループ化 133">
            <a:extLst>
              <a:ext uri="{FF2B5EF4-FFF2-40B4-BE49-F238E27FC236}">
                <a16:creationId xmlns:a16="http://schemas.microsoft.com/office/drawing/2014/main" id="{978ABAC5-CDE7-111D-005E-4F5FC2F08CAB}"/>
              </a:ext>
            </a:extLst>
          </p:cNvPr>
          <p:cNvGrpSpPr/>
          <p:nvPr/>
        </p:nvGrpSpPr>
        <p:grpSpPr>
          <a:xfrm>
            <a:off x="6466490" y="2041683"/>
            <a:ext cx="824705" cy="541625"/>
            <a:chOff x="1063284" y="1905266"/>
            <a:chExt cx="2372751" cy="1839424"/>
          </a:xfrm>
        </p:grpSpPr>
        <p:sp>
          <p:nvSpPr>
            <p:cNvPr id="152" name="四角形: 上の 2 つの角を丸める 151">
              <a:extLst>
                <a:ext uri="{FF2B5EF4-FFF2-40B4-BE49-F238E27FC236}">
                  <a16:creationId xmlns:a16="http://schemas.microsoft.com/office/drawing/2014/main" id="{CEE677BD-0391-AABE-6772-0F66BA7A8A30}"/>
                </a:ext>
              </a:extLst>
            </p:cNvPr>
            <p:cNvSpPr/>
            <p:nvPr/>
          </p:nvSpPr>
          <p:spPr>
            <a:xfrm>
              <a:off x="1063284" y="1905266"/>
              <a:ext cx="2372751" cy="844262"/>
            </a:xfrm>
            <a:prstGeom prst="round2SameRect">
              <a:avLst/>
            </a:prstGeom>
            <a:solidFill>
              <a:schemeClr val="accent6">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3" name="四角形: 上の 2 つの角を丸める 152">
              <a:extLst>
                <a:ext uri="{FF2B5EF4-FFF2-40B4-BE49-F238E27FC236}">
                  <a16:creationId xmlns:a16="http://schemas.microsoft.com/office/drawing/2014/main" id="{A84A35E2-FA06-6696-A83F-8787A02E9C92}"/>
                </a:ext>
              </a:extLst>
            </p:cNvPr>
            <p:cNvSpPr/>
            <p:nvPr/>
          </p:nvSpPr>
          <p:spPr>
            <a:xfrm flipV="1">
              <a:off x="1063284" y="2749528"/>
              <a:ext cx="2372751" cy="995162"/>
            </a:xfrm>
            <a:prstGeom prst="round2SameRect">
              <a:avLst>
                <a:gd name="adj1" fmla="val 12104"/>
                <a:gd name="adj2" fmla="val 0"/>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36" name="テキスト ボックス 135">
            <a:extLst>
              <a:ext uri="{FF2B5EF4-FFF2-40B4-BE49-F238E27FC236}">
                <a16:creationId xmlns:a16="http://schemas.microsoft.com/office/drawing/2014/main" id="{B32FF6FA-9692-4618-E707-355FD14FC5B9}"/>
              </a:ext>
            </a:extLst>
          </p:cNvPr>
          <p:cNvSpPr txBox="1"/>
          <p:nvPr/>
        </p:nvSpPr>
        <p:spPr>
          <a:xfrm>
            <a:off x="6437809" y="2297787"/>
            <a:ext cx="716180" cy="261610"/>
          </a:xfrm>
          <a:prstGeom prst="rect">
            <a:avLst/>
          </a:prstGeom>
          <a:noFill/>
        </p:spPr>
        <p:txBody>
          <a:bodyPr wrap="square">
            <a:spAutoFit/>
          </a:bodyPr>
          <a:lstStyle/>
          <a:p>
            <a:r>
              <a:rPr lang="ja-JP" altLang="en-US" sz="1100">
                <a:solidFill>
                  <a:schemeClr val="accent6">
                    <a:lumMod val="75000"/>
                  </a:schemeClr>
                </a:solidFill>
                <a:latin typeface="原稿用標準書体" panose="03000503000000000000" pitchFamily="66" charset="-128"/>
                <a:ea typeface="原稿用標準書体" panose="03000503000000000000" pitchFamily="66" charset="-128"/>
              </a:rPr>
              <a:t>接客中</a:t>
            </a:r>
            <a:endParaRPr kumimoji="1" lang="ja-JP" altLang="en-US" sz="11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nvGrpSpPr>
          <p:cNvPr id="137" name="グループ化 136">
            <a:extLst>
              <a:ext uri="{FF2B5EF4-FFF2-40B4-BE49-F238E27FC236}">
                <a16:creationId xmlns:a16="http://schemas.microsoft.com/office/drawing/2014/main" id="{BC993CB6-047C-416C-128A-AA9DA76029F5}"/>
              </a:ext>
            </a:extLst>
          </p:cNvPr>
          <p:cNvGrpSpPr/>
          <p:nvPr/>
        </p:nvGrpSpPr>
        <p:grpSpPr>
          <a:xfrm>
            <a:off x="7021438" y="2335873"/>
            <a:ext cx="206177" cy="206177"/>
            <a:chOff x="4178990" y="4732529"/>
            <a:chExt cx="914400" cy="914400"/>
          </a:xfrm>
        </p:grpSpPr>
        <p:sp>
          <p:nvSpPr>
            <p:cNvPr id="150" name="楕円 149">
              <a:extLst>
                <a:ext uri="{FF2B5EF4-FFF2-40B4-BE49-F238E27FC236}">
                  <a16:creationId xmlns:a16="http://schemas.microsoft.com/office/drawing/2014/main" id="{91698BDB-00ED-B4E8-92DC-1E56CA34AB27}"/>
                </a:ext>
              </a:extLst>
            </p:cNvPr>
            <p:cNvSpPr/>
            <p:nvPr/>
          </p:nvSpPr>
          <p:spPr>
            <a:xfrm>
              <a:off x="4178990" y="4732529"/>
              <a:ext cx="914400" cy="914400"/>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1" name="部分円 150">
              <a:extLst>
                <a:ext uri="{FF2B5EF4-FFF2-40B4-BE49-F238E27FC236}">
                  <a16:creationId xmlns:a16="http://schemas.microsoft.com/office/drawing/2014/main" id="{7E706D27-E7A0-9EC0-8311-64830E9EF4C5}"/>
                </a:ext>
              </a:extLst>
            </p:cNvPr>
            <p:cNvSpPr/>
            <p:nvPr/>
          </p:nvSpPr>
          <p:spPr>
            <a:xfrm>
              <a:off x="4178990" y="4732529"/>
              <a:ext cx="914400" cy="914400"/>
            </a:xfrm>
            <a:prstGeom prst="pi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grpSp>
      <p:grpSp>
        <p:nvGrpSpPr>
          <p:cNvPr id="167" name="グループ化 166">
            <a:extLst>
              <a:ext uri="{FF2B5EF4-FFF2-40B4-BE49-F238E27FC236}">
                <a16:creationId xmlns:a16="http://schemas.microsoft.com/office/drawing/2014/main" id="{DE1D5054-05D0-50C1-4F04-A2A87CC765AA}"/>
              </a:ext>
            </a:extLst>
          </p:cNvPr>
          <p:cNvGrpSpPr/>
          <p:nvPr/>
        </p:nvGrpSpPr>
        <p:grpSpPr>
          <a:xfrm>
            <a:off x="8949808" y="2041683"/>
            <a:ext cx="824705" cy="541625"/>
            <a:chOff x="1063284" y="1905266"/>
            <a:chExt cx="2372751" cy="1839424"/>
          </a:xfrm>
        </p:grpSpPr>
        <p:sp>
          <p:nvSpPr>
            <p:cNvPr id="185" name="四角形: 上の 2 つの角を丸める 184">
              <a:extLst>
                <a:ext uri="{FF2B5EF4-FFF2-40B4-BE49-F238E27FC236}">
                  <a16:creationId xmlns:a16="http://schemas.microsoft.com/office/drawing/2014/main" id="{D9E3F9D6-D998-2A31-8062-61532A9B361B}"/>
                </a:ext>
              </a:extLst>
            </p:cNvPr>
            <p:cNvSpPr/>
            <p:nvPr/>
          </p:nvSpPr>
          <p:spPr>
            <a:xfrm>
              <a:off x="1063284" y="1905266"/>
              <a:ext cx="2372751" cy="844262"/>
            </a:xfrm>
            <a:prstGeom prst="round2SameRect">
              <a:avLst/>
            </a:prstGeom>
            <a:solidFill>
              <a:schemeClr val="accent6">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6" name="四角形: 上の 2 つの角を丸める 185">
              <a:extLst>
                <a:ext uri="{FF2B5EF4-FFF2-40B4-BE49-F238E27FC236}">
                  <a16:creationId xmlns:a16="http://schemas.microsoft.com/office/drawing/2014/main" id="{43921AEA-88C4-91E7-5C29-5E7DA9094DD5}"/>
                </a:ext>
              </a:extLst>
            </p:cNvPr>
            <p:cNvSpPr/>
            <p:nvPr/>
          </p:nvSpPr>
          <p:spPr>
            <a:xfrm flipV="1">
              <a:off x="1063284" y="2749528"/>
              <a:ext cx="2372751" cy="995162"/>
            </a:xfrm>
            <a:prstGeom prst="round2SameRect">
              <a:avLst>
                <a:gd name="adj1" fmla="val 12104"/>
                <a:gd name="adj2" fmla="val 0"/>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69" name="テキスト ボックス 168">
            <a:extLst>
              <a:ext uri="{FF2B5EF4-FFF2-40B4-BE49-F238E27FC236}">
                <a16:creationId xmlns:a16="http://schemas.microsoft.com/office/drawing/2014/main" id="{99E68B3D-E19D-BB22-39AB-070D919A8A98}"/>
              </a:ext>
            </a:extLst>
          </p:cNvPr>
          <p:cNvSpPr txBox="1"/>
          <p:nvPr/>
        </p:nvSpPr>
        <p:spPr>
          <a:xfrm>
            <a:off x="8921127" y="2297787"/>
            <a:ext cx="716180" cy="261610"/>
          </a:xfrm>
          <a:prstGeom prst="rect">
            <a:avLst/>
          </a:prstGeom>
          <a:noFill/>
        </p:spPr>
        <p:txBody>
          <a:bodyPr wrap="square">
            <a:spAutoFit/>
          </a:bodyPr>
          <a:lstStyle/>
          <a:p>
            <a:r>
              <a:rPr lang="ja-JP" altLang="en-US" sz="1100">
                <a:solidFill>
                  <a:schemeClr val="accent6">
                    <a:lumMod val="75000"/>
                  </a:schemeClr>
                </a:solidFill>
                <a:latin typeface="原稿用標準書体" panose="03000503000000000000" pitchFamily="66" charset="-128"/>
                <a:ea typeface="原稿用標準書体" panose="03000503000000000000" pitchFamily="66" charset="-128"/>
              </a:rPr>
              <a:t>清掃中</a:t>
            </a:r>
            <a:endParaRPr kumimoji="1" lang="ja-JP" altLang="en-US" sz="11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nvGrpSpPr>
          <p:cNvPr id="170" name="グループ化 169">
            <a:extLst>
              <a:ext uri="{FF2B5EF4-FFF2-40B4-BE49-F238E27FC236}">
                <a16:creationId xmlns:a16="http://schemas.microsoft.com/office/drawing/2014/main" id="{FEDAD393-F21E-6C17-A28A-46E84D14B619}"/>
              </a:ext>
            </a:extLst>
          </p:cNvPr>
          <p:cNvGrpSpPr/>
          <p:nvPr/>
        </p:nvGrpSpPr>
        <p:grpSpPr>
          <a:xfrm>
            <a:off x="9504756" y="2335873"/>
            <a:ext cx="206177" cy="206177"/>
            <a:chOff x="4178990" y="4732529"/>
            <a:chExt cx="914400" cy="914400"/>
          </a:xfrm>
        </p:grpSpPr>
        <p:sp>
          <p:nvSpPr>
            <p:cNvPr id="183" name="楕円 182">
              <a:extLst>
                <a:ext uri="{FF2B5EF4-FFF2-40B4-BE49-F238E27FC236}">
                  <a16:creationId xmlns:a16="http://schemas.microsoft.com/office/drawing/2014/main" id="{78F7BD30-A0EA-1A78-0D52-8EA9DFE9B123}"/>
                </a:ext>
              </a:extLst>
            </p:cNvPr>
            <p:cNvSpPr/>
            <p:nvPr/>
          </p:nvSpPr>
          <p:spPr>
            <a:xfrm>
              <a:off x="4178990" y="4732529"/>
              <a:ext cx="914400" cy="914400"/>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4" name="部分円 183">
              <a:extLst>
                <a:ext uri="{FF2B5EF4-FFF2-40B4-BE49-F238E27FC236}">
                  <a16:creationId xmlns:a16="http://schemas.microsoft.com/office/drawing/2014/main" id="{78983967-8343-7B42-6760-708F3D189033}"/>
                </a:ext>
              </a:extLst>
            </p:cNvPr>
            <p:cNvSpPr/>
            <p:nvPr/>
          </p:nvSpPr>
          <p:spPr>
            <a:xfrm>
              <a:off x="4178990" y="4732529"/>
              <a:ext cx="914400" cy="914400"/>
            </a:xfrm>
            <a:prstGeom prst="pie">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grpSp>
      <p:sp>
        <p:nvSpPr>
          <p:cNvPr id="217" name="テキスト ボックス 216">
            <a:extLst>
              <a:ext uri="{FF2B5EF4-FFF2-40B4-BE49-F238E27FC236}">
                <a16:creationId xmlns:a16="http://schemas.microsoft.com/office/drawing/2014/main" id="{FC80D0CC-DA17-D75F-D83A-91856C3F0982}"/>
              </a:ext>
            </a:extLst>
          </p:cNvPr>
          <p:cNvSpPr txBox="1"/>
          <p:nvPr/>
        </p:nvSpPr>
        <p:spPr>
          <a:xfrm>
            <a:off x="3658376" y="4334969"/>
            <a:ext cx="733012" cy="307777"/>
          </a:xfrm>
          <a:prstGeom prst="rect">
            <a:avLst/>
          </a:prstGeom>
          <a:noFill/>
        </p:spPr>
        <p:txBody>
          <a:bodyPr wrap="square">
            <a:spAutoFit/>
          </a:bodyPr>
          <a:lstStyle/>
          <a:p>
            <a:pPr algn="ctr"/>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休憩室</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nvGrpSpPr>
          <p:cNvPr id="219" name="グループ化 218">
            <a:extLst>
              <a:ext uri="{FF2B5EF4-FFF2-40B4-BE49-F238E27FC236}">
                <a16:creationId xmlns:a16="http://schemas.microsoft.com/office/drawing/2014/main" id="{693B23BB-BD8E-F03D-11E5-3E94A57C8EE3}"/>
              </a:ext>
            </a:extLst>
          </p:cNvPr>
          <p:cNvGrpSpPr/>
          <p:nvPr/>
        </p:nvGrpSpPr>
        <p:grpSpPr>
          <a:xfrm>
            <a:off x="3757780" y="4708440"/>
            <a:ext cx="534204" cy="540320"/>
            <a:chOff x="7836685" y="2042989"/>
            <a:chExt cx="534204" cy="540320"/>
          </a:xfrm>
        </p:grpSpPr>
        <p:sp>
          <p:nvSpPr>
            <p:cNvPr id="220" name="四角形: 角を丸くする 219">
              <a:extLst>
                <a:ext uri="{FF2B5EF4-FFF2-40B4-BE49-F238E27FC236}">
                  <a16:creationId xmlns:a16="http://schemas.microsoft.com/office/drawing/2014/main" id="{5A71E389-555E-10E6-41CE-E96082A2C96D}"/>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221" name="グラフィックス 220" descr="ユーザー 単色塗りつぶし">
              <a:extLst>
                <a:ext uri="{FF2B5EF4-FFF2-40B4-BE49-F238E27FC236}">
                  <a16:creationId xmlns:a16="http://schemas.microsoft.com/office/drawing/2014/main" id="{90E00A11-F0B9-BBA1-C8F9-AFD99628C02C}"/>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grpSp>
        <p:nvGrpSpPr>
          <p:cNvPr id="226" name="グループ化 225">
            <a:extLst>
              <a:ext uri="{FF2B5EF4-FFF2-40B4-BE49-F238E27FC236}">
                <a16:creationId xmlns:a16="http://schemas.microsoft.com/office/drawing/2014/main" id="{06CEF0A7-7BC9-BC66-DCD4-C109479AC152}"/>
              </a:ext>
            </a:extLst>
          </p:cNvPr>
          <p:cNvGrpSpPr/>
          <p:nvPr/>
        </p:nvGrpSpPr>
        <p:grpSpPr>
          <a:xfrm>
            <a:off x="3585827" y="4841695"/>
            <a:ext cx="273288" cy="273288"/>
            <a:chOff x="3137958" y="4703845"/>
            <a:chExt cx="273288" cy="273288"/>
          </a:xfrm>
        </p:grpSpPr>
        <p:sp>
          <p:nvSpPr>
            <p:cNvPr id="225" name="楕円 224">
              <a:extLst>
                <a:ext uri="{FF2B5EF4-FFF2-40B4-BE49-F238E27FC236}">
                  <a16:creationId xmlns:a16="http://schemas.microsoft.com/office/drawing/2014/main" id="{D8489AF4-CF9D-8206-7E95-1D3DEF7BBBCF}"/>
                </a:ext>
              </a:extLst>
            </p:cNvPr>
            <p:cNvSpPr/>
            <p:nvPr/>
          </p:nvSpPr>
          <p:spPr>
            <a:xfrm>
              <a:off x="3137958" y="4703845"/>
              <a:ext cx="273288" cy="273288"/>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223" name="グラフィックス 222" descr="感嘆符 単色塗りつぶし">
              <a:extLst>
                <a:ext uri="{FF2B5EF4-FFF2-40B4-BE49-F238E27FC236}">
                  <a16:creationId xmlns:a16="http://schemas.microsoft.com/office/drawing/2014/main" id="{05D34F53-EC0D-5D43-6E55-EA950506D47D}"/>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3160494" y="4728229"/>
              <a:ext cx="224046" cy="224046"/>
            </a:xfrm>
            <a:prstGeom prst="rect">
              <a:avLst/>
            </a:prstGeom>
          </p:spPr>
        </p:pic>
      </p:grpSp>
      <p:sp>
        <p:nvSpPr>
          <p:cNvPr id="228" name="テキスト ボックス 227">
            <a:extLst>
              <a:ext uri="{FF2B5EF4-FFF2-40B4-BE49-F238E27FC236}">
                <a16:creationId xmlns:a16="http://schemas.microsoft.com/office/drawing/2014/main" id="{85AAEA96-068C-8FA0-978D-37B2FC9F9362}"/>
              </a:ext>
            </a:extLst>
          </p:cNvPr>
          <p:cNvSpPr txBox="1"/>
          <p:nvPr/>
        </p:nvSpPr>
        <p:spPr>
          <a:xfrm>
            <a:off x="6177364" y="4334969"/>
            <a:ext cx="733012" cy="307777"/>
          </a:xfrm>
          <a:prstGeom prst="rect">
            <a:avLst/>
          </a:prstGeom>
          <a:noFill/>
        </p:spPr>
        <p:txBody>
          <a:bodyPr wrap="square">
            <a:spAutoFit/>
          </a:bodyPr>
          <a:lstStyle/>
          <a:p>
            <a:pPr algn="ctr"/>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事務室</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230" name="四角形: 角を丸くする 229">
            <a:extLst>
              <a:ext uri="{FF2B5EF4-FFF2-40B4-BE49-F238E27FC236}">
                <a16:creationId xmlns:a16="http://schemas.microsoft.com/office/drawing/2014/main" id="{386FF32F-6770-CE63-8255-B8BDAE4F3F3F}"/>
              </a:ext>
            </a:extLst>
          </p:cNvPr>
          <p:cNvSpPr/>
          <p:nvPr/>
        </p:nvSpPr>
        <p:spPr>
          <a:xfrm>
            <a:off x="6277280" y="4713035"/>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238" name="グループ化 237">
            <a:extLst>
              <a:ext uri="{FF2B5EF4-FFF2-40B4-BE49-F238E27FC236}">
                <a16:creationId xmlns:a16="http://schemas.microsoft.com/office/drawing/2014/main" id="{C6567673-D68D-1CD6-A7F4-D89B14B5D1EA}"/>
              </a:ext>
            </a:extLst>
          </p:cNvPr>
          <p:cNvGrpSpPr/>
          <p:nvPr/>
        </p:nvGrpSpPr>
        <p:grpSpPr>
          <a:xfrm>
            <a:off x="6087475" y="4857960"/>
            <a:ext cx="273288" cy="273288"/>
            <a:chOff x="5460401" y="4876340"/>
            <a:chExt cx="273288" cy="273288"/>
          </a:xfrm>
        </p:grpSpPr>
        <p:sp>
          <p:nvSpPr>
            <p:cNvPr id="233" name="楕円 232">
              <a:extLst>
                <a:ext uri="{FF2B5EF4-FFF2-40B4-BE49-F238E27FC236}">
                  <a16:creationId xmlns:a16="http://schemas.microsoft.com/office/drawing/2014/main" id="{AB6450C1-60B1-D908-B5F3-A2828C0D2BF2}"/>
                </a:ext>
              </a:extLst>
            </p:cNvPr>
            <p:cNvSpPr/>
            <p:nvPr/>
          </p:nvSpPr>
          <p:spPr>
            <a:xfrm>
              <a:off x="5460401" y="4876340"/>
              <a:ext cx="273288" cy="273288"/>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37" name="矢印: 上 236">
              <a:extLst>
                <a:ext uri="{FF2B5EF4-FFF2-40B4-BE49-F238E27FC236}">
                  <a16:creationId xmlns:a16="http://schemas.microsoft.com/office/drawing/2014/main" id="{9E0D778C-D0E4-7EFC-B227-CA572C99D3D1}"/>
                </a:ext>
              </a:extLst>
            </p:cNvPr>
            <p:cNvSpPr/>
            <p:nvPr/>
          </p:nvSpPr>
          <p:spPr>
            <a:xfrm>
              <a:off x="5515438" y="4914382"/>
              <a:ext cx="163215" cy="197205"/>
            </a:xfrm>
            <a:prstGeom prst="upArrow">
              <a:avLst>
                <a:gd name="adj1" fmla="val 50000"/>
                <a:gd name="adj2" fmla="val 78583"/>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40" name="図 239">
            <a:extLst>
              <a:ext uri="{FF2B5EF4-FFF2-40B4-BE49-F238E27FC236}">
                <a16:creationId xmlns:a16="http://schemas.microsoft.com/office/drawing/2014/main" id="{FE064CD2-F3C7-D6C5-07CF-F00678CF61E4}"/>
              </a:ext>
            </a:extLst>
          </p:cNvPr>
          <p:cNvPicPr>
            <a:picLocks noChangeAspect="1"/>
          </p:cNvPicPr>
          <p:nvPr/>
        </p:nvPicPr>
        <p:blipFill>
          <a:blip r:embed="rId14">
            <a:duotone>
              <a:schemeClr val="accent6">
                <a:shade val="45000"/>
                <a:satMod val="135000"/>
              </a:schemeClr>
              <a:prstClr val="white"/>
            </a:duotone>
            <a:extLst>
              <a:ext uri="{28A0092B-C50C-407E-A947-70E740481C1C}">
                <a14:useLocalDpi xmlns:a14="http://schemas.microsoft.com/office/drawing/2010/main" val="0"/>
              </a:ext>
            </a:extLst>
          </a:blip>
          <a:stretch>
            <a:fillRect/>
          </a:stretch>
        </p:blipFill>
        <p:spPr>
          <a:xfrm>
            <a:off x="6269906" y="4656531"/>
            <a:ext cx="578584" cy="578584"/>
          </a:xfrm>
          <a:prstGeom prst="rect">
            <a:avLst/>
          </a:prstGeom>
        </p:spPr>
      </p:pic>
      <p:grpSp>
        <p:nvGrpSpPr>
          <p:cNvPr id="20" name="グループ化 19">
            <a:extLst>
              <a:ext uri="{FF2B5EF4-FFF2-40B4-BE49-F238E27FC236}">
                <a16:creationId xmlns:a16="http://schemas.microsoft.com/office/drawing/2014/main" id="{01A89705-38B7-AAF1-ED29-54F10534E5D4}"/>
              </a:ext>
            </a:extLst>
          </p:cNvPr>
          <p:cNvGrpSpPr/>
          <p:nvPr/>
        </p:nvGrpSpPr>
        <p:grpSpPr>
          <a:xfrm>
            <a:off x="617274" y="432515"/>
            <a:ext cx="2130007" cy="638703"/>
            <a:chOff x="1157024" y="508715"/>
            <a:chExt cx="2130007" cy="638703"/>
          </a:xfrm>
        </p:grpSpPr>
        <p:sp>
          <p:nvSpPr>
            <p:cNvPr id="25" name="六角形 24">
              <a:extLst>
                <a:ext uri="{FF2B5EF4-FFF2-40B4-BE49-F238E27FC236}">
                  <a16:creationId xmlns:a16="http://schemas.microsoft.com/office/drawing/2014/main" id="{A8032E30-6C60-6AF4-72E2-98F4214A0163}"/>
                </a:ext>
              </a:extLst>
            </p:cNvPr>
            <p:cNvSpPr/>
            <p:nvPr/>
          </p:nvSpPr>
          <p:spPr>
            <a:xfrm>
              <a:off x="1157024" y="508715"/>
              <a:ext cx="2130007" cy="638703"/>
            </a:xfrm>
            <a:prstGeom prst="hexagon">
              <a:avLst/>
            </a:prstGeom>
            <a:solidFill>
              <a:schemeClr val="bg1">
                <a:lumMod val="95000"/>
                <a:alpha val="70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27" name="テキスト ボックス 26">
              <a:extLst>
                <a:ext uri="{FF2B5EF4-FFF2-40B4-BE49-F238E27FC236}">
                  <a16:creationId xmlns:a16="http://schemas.microsoft.com/office/drawing/2014/main" id="{A0E40937-544D-73BA-DE3F-B3F1964FD5EB}"/>
                </a:ext>
              </a:extLst>
            </p:cNvPr>
            <p:cNvSpPr txBox="1"/>
            <p:nvPr/>
          </p:nvSpPr>
          <p:spPr>
            <a:xfrm>
              <a:off x="1873214" y="641390"/>
              <a:ext cx="697627" cy="400110"/>
            </a:xfrm>
            <a:prstGeom prst="rect">
              <a:avLst/>
            </a:prstGeom>
            <a:noFill/>
          </p:spPr>
          <p:txBody>
            <a:bodyPr wrap="none" rtlCol="0">
              <a:spAutoFit/>
            </a:bodyPr>
            <a:lstStyle/>
            <a:p>
              <a:pPr algn="ctr"/>
              <a:r>
                <a:rPr kumimoji="1"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12" name="四角形: 角を丸くする 11">
            <a:extLst>
              <a:ext uri="{FF2B5EF4-FFF2-40B4-BE49-F238E27FC236}">
                <a16:creationId xmlns:a16="http://schemas.microsoft.com/office/drawing/2014/main" id="{B22DB73C-BEE7-7DB1-8B57-D15AFAF175A3}"/>
              </a:ext>
            </a:extLst>
          </p:cNvPr>
          <p:cNvSpPr/>
          <p:nvPr/>
        </p:nvSpPr>
        <p:spPr>
          <a:xfrm>
            <a:off x="957524" y="1340441"/>
            <a:ext cx="872826" cy="4071314"/>
          </a:xfrm>
          <a:prstGeom prst="roundRect">
            <a:avLst>
              <a:gd name="adj" fmla="val 50000"/>
            </a:avLst>
          </a:prstGeom>
          <a:solidFill>
            <a:schemeClr val="accent2">
              <a:lumMod val="20000"/>
              <a:lumOff val="80000"/>
            </a:schemeClr>
          </a:solid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grpSp>
        <p:nvGrpSpPr>
          <p:cNvPr id="13" name="グループ化 12">
            <a:extLst>
              <a:ext uri="{FF2B5EF4-FFF2-40B4-BE49-F238E27FC236}">
                <a16:creationId xmlns:a16="http://schemas.microsoft.com/office/drawing/2014/main" id="{8A5DCC88-5675-DF08-4CE5-FBD233E12045}"/>
              </a:ext>
            </a:extLst>
          </p:cNvPr>
          <p:cNvGrpSpPr/>
          <p:nvPr/>
        </p:nvGrpSpPr>
        <p:grpSpPr>
          <a:xfrm>
            <a:off x="1177472" y="1526309"/>
            <a:ext cx="432931" cy="437887"/>
            <a:chOff x="7836685" y="2042989"/>
            <a:chExt cx="534204" cy="540320"/>
          </a:xfrm>
        </p:grpSpPr>
        <p:sp>
          <p:nvSpPr>
            <p:cNvPr id="14" name="四角形: 角を丸くする 13">
              <a:extLst>
                <a:ext uri="{FF2B5EF4-FFF2-40B4-BE49-F238E27FC236}">
                  <a16:creationId xmlns:a16="http://schemas.microsoft.com/office/drawing/2014/main" id="{0EEAEC01-FB0C-DD9B-E6EA-130A7F4CA737}"/>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5" name="グラフィックス 14" descr="ユーザー 単色塗りつぶし">
              <a:extLst>
                <a:ext uri="{FF2B5EF4-FFF2-40B4-BE49-F238E27FC236}">
                  <a16:creationId xmlns:a16="http://schemas.microsoft.com/office/drawing/2014/main" id="{39E9071C-D695-90CC-A6D8-07F5ED760A72}"/>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grpSp>
        <p:nvGrpSpPr>
          <p:cNvPr id="16" name="グループ化 15">
            <a:extLst>
              <a:ext uri="{FF2B5EF4-FFF2-40B4-BE49-F238E27FC236}">
                <a16:creationId xmlns:a16="http://schemas.microsoft.com/office/drawing/2014/main" id="{C18AF506-B927-40B6-9000-2173FD72ED54}"/>
              </a:ext>
            </a:extLst>
          </p:cNvPr>
          <p:cNvGrpSpPr/>
          <p:nvPr/>
        </p:nvGrpSpPr>
        <p:grpSpPr>
          <a:xfrm>
            <a:off x="1177472" y="2069924"/>
            <a:ext cx="432931" cy="437887"/>
            <a:chOff x="7836685" y="2042989"/>
            <a:chExt cx="534204" cy="540320"/>
          </a:xfrm>
        </p:grpSpPr>
        <p:sp>
          <p:nvSpPr>
            <p:cNvPr id="17" name="四角形: 角を丸くする 16">
              <a:extLst>
                <a:ext uri="{FF2B5EF4-FFF2-40B4-BE49-F238E27FC236}">
                  <a16:creationId xmlns:a16="http://schemas.microsoft.com/office/drawing/2014/main" id="{DC07A724-7D2E-2DD8-13CA-3258666943A2}"/>
                </a:ext>
              </a:extLst>
            </p:cNvPr>
            <p:cNvSpPr/>
            <p:nvPr/>
          </p:nvSpPr>
          <p:spPr>
            <a:xfrm>
              <a:off x="7837198" y="2042989"/>
              <a:ext cx="533691" cy="533691"/>
            </a:xfrm>
            <a:prstGeom prst="roundRect">
              <a:avLst/>
            </a:prstGeom>
            <a:noFill/>
            <a:ln w="25400">
              <a:solidFill>
                <a:srgbClr val="FF00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8" name="グラフィックス 17" descr="ユーザー 単色塗りつぶし">
              <a:extLst>
                <a:ext uri="{FF2B5EF4-FFF2-40B4-BE49-F238E27FC236}">
                  <a16:creationId xmlns:a16="http://schemas.microsoft.com/office/drawing/2014/main" id="{EDEFAC6B-C188-3D77-6A22-332D06BCC5FA}"/>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grpSp>
        <p:nvGrpSpPr>
          <p:cNvPr id="28" name="グループ化 27">
            <a:extLst>
              <a:ext uri="{FF2B5EF4-FFF2-40B4-BE49-F238E27FC236}">
                <a16:creationId xmlns:a16="http://schemas.microsoft.com/office/drawing/2014/main" id="{B9E30D3C-5152-5CE0-0170-22D12749877F}"/>
              </a:ext>
            </a:extLst>
          </p:cNvPr>
          <p:cNvGrpSpPr/>
          <p:nvPr/>
        </p:nvGrpSpPr>
        <p:grpSpPr>
          <a:xfrm>
            <a:off x="1177472" y="2613539"/>
            <a:ext cx="432931" cy="437887"/>
            <a:chOff x="7836685" y="2042989"/>
            <a:chExt cx="534204" cy="540320"/>
          </a:xfrm>
        </p:grpSpPr>
        <p:sp>
          <p:nvSpPr>
            <p:cNvPr id="39" name="四角形: 角を丸くする 38">
              <a:extLst>
                <a:ext uri="{FF2B5EF4-FFF2-40B4-BE49-F238E27FC236}">
                  <a16:creationId xmlns:a16="http://schemas.microsoft.com/office/drawing/2014/main" id="{90873BED-C0B4-FAE7-361B-934F6194DABC}"/>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40" name="グラフィックス 39" descr="ユーザー 単色塗りつぶし">
              <a:extLst>
                <a:ext uri="{FF2B5EF4-FFF2-40B4-BE49-F238E27FC236}">
                  <a16:creationId xmlns:a16="http://schemas.microsoft.com/office/drawing/2014/main" id="{411B32FD-BEA1-8884-88A6-9A8CFC7DDB9C}"/>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grpSp>
        <p:nvGrpSpPr>
          <p:cNvPr id="44" name="グループ化 43">
            <a:extLst>
              <a:ext uri="{FF2B5EF4-FFF2-40B4-BE49-F238E27FC236}">
                <a16:creationId xmlns:a16="http://schemas.microsoft.com/office/drawing/2014/main" id="{43CE6E03-3BD3-C973-D319-FA7C131E4BC3}"/>
              </a:ext>
            </a:extLst>
          </p:cNvPr>
          <p:cNvGrpSpPr/>
          <p:nvPr/>
        </p:nvGrpSpPr>
        <p:grpSpPr>
          <a:xfrm>
            <a:off x="1177472" y="3157154"/>
            <a:ext cx="432931" cy="437887"/>
            <a:chOff x="7836685" y="2042989"/>
            <a:chExt cx="534204" cy="540320"/>
          </a:xfrm>
        </p:grpSpPr>
        <p:sp>
          <p:nvSpPr>
            <p:cNvPr id="45" name="四角形: 角を丸くする 44">
              <a:extLst>
                <a:ext uri="{FF2B5EF4-FFF2-40B4-BE49-F238E27FC236}">
                  <a16:creationId xmlns:a16="http://schemas.microsoft.com/office/drawing/2014/main" id="{E083921B-E21C-7DDD-9A03-A89F4D924123}"/>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46" name="グラフィックス 45" descr="ユーザー 単色塗りつぶし">
              <a:extLst>
                <a:ext uri="{FF2B5EF4-FFF2-40B4-BE49-F238E27FC236}">
                  <a16:creationId xmlns:a16="http://schemas.microsoft.com/office/drawing/2014/main" id="{95E156E6-48E9-80EA-E8D9-B95D857936C5}"/>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grpSp>
        <p:nvGrpSpPr>
          <p:cNvPr id="52" name="グループ化 51">
            <a:extLst>
              <a:ext uri="{FF2B5EF4-FFF2-40B4-BE49-F238E27FC236}">
                <a16:creationId xmlns:a16="http://schemas.microsoft.com/office/drawing/2014/main" id="{8EA8AC17-D49F-3515-7509-354CDC757771}"/>
              </a:ext>
            </a:extLst>
          </p:cNvPr>
          <p:cNvGrpSpPr/>
          <p:nvPr/>
        </p:nvGrpSpPr>
        <p:grpSpPr>
          <a:xfrm>
            <a:off x="1177472" y="3700769"/>
            <a:ext cx="432931" cy="437887"/>
            <a:chOff x="7836685" y="2042989"/>
            <a:chExt cx="534204" cy="540320"/>
          </a:xfrm>
        </p:grpSpPr>
        <p:sp>
          <p:nvSpPr>
            <p:cNvPr id="54" name="四角形: 角を丸くする 53">
              <a:extLst>
                <a:ext uri="{FF2B5EF4-FFF2-40B4-BE49-F238E27FC236}">
                  <a16:creationId xmlns:a16="http://schemas.microsoft.com/office/drawing/2014/main" id="{ED06F071-85D7-D7AC-D861-F73CB9375EC0}"/>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55" name="グラフィックス 54" descr="ユーザー 単色塗りつぶし">
              <a:extLst>
                <a:ext uri="{FF2B5EF4-FFF2-40B4-BE49-F238E27FC236}">
                  <a16:creationId xmlns:a16="http://schemas.microsoft.com/office/drawing/2014/main" id="{630C1E75-8FDB-CAF9-519C-F26CC1EA5CF4}"/>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grpSp>
        <p:nvGrpSpPr>
          <p:cNvPr id="56" name="グループ化 55">
            <a:extLst>
              <a:ext uri="{FF2B5EF4-FFF2-40B4-BE49-F238E27FC236}">
                <a16:creationId xmlns:a16="http://schemas.microsoft.com/office/drawing/2014/main" id="{2D1653F0-D3B0-12EA-1AC6-5BA1AC458D26}"/>
              </a:ext>
            </a:extLst>
          </p:cNvPr>
          <p:cNvGrpSpPr/>
          <p:nvPr/>
        </p:nvGrpSpPr>
        <p:grpSpPr>
          <a:xfrm>
            <a:off x="1177472" y="4244384"/>
            <a:ext cx="432931" cy="437887"/>
            <a:chOff x="7836685" y="2042989"/>
            <a:chExt cx="534204" cy="540320"/>
          </a:xfrm>
        </p:grpSpPr>
        <p:sp>
          <p:nvSpPr>
            <p:cNvPr id="57" name="四角形: 角を丸くする 56">
              <a:extLst>
                <a:ext uri="{FF2B5EF4-FFF2-40B4-BE49-F238E27FC236}">
                  <a16:creationId xmlns:a16="http://schemas.microsoft.com/office/drawing/2014/main" id="{B1A99C5F-C250-AFBB-4E9F-CD9AA86DF7C0}"/>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58" name="グラフィックス 57" descr="ユーザー 単色塗りつぶし">
              <a:extLst>
                <a:ext uri="{FF2B5EF4-FFF2-40B4-BE49-F238E27FC236}">
                  <a16:creationId xmlns:a16="http://schemas.microsoft.com/office/drawing/2014/main" id="{461B4C50-EB03-BEE8-FB32-0CC4A8ACBF6D}"/>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grpSp>
        <p:nvGrpSpPr>
          <p:cNvPr id="60" name="グループ化 59">
            <a:extLst>
              <a:ext uri="{FF2B5EF4-FFF2-40B4-BE49-F238E27FC236}">
                <a16:creationId xmlns:a16="http://schemas.microsoft.com/office/drawing/2014/main" id="{DCE48491-6AA0-A381-BCD6-403FCE968FBA}"/>
              </a:ext>
            </a:extLst>
          </p:cNvPr>
          <p:cNvGrpSpPr/>
          <p:nvPr/>
        </p:nvGrpSpPr>
        <p:grpSpPr>
          <a:xfrm>
            <a:off x="1177472" y="4788000"/>
            <a:ext cx="432931" cy="437887"/>
            <a:chOff x="7836685" y="2042989"/>
            <a:chExt cx="534204" cy="540320"/>
          </a:xfrm>
        </p:grpSpPr>
        <p:sp>
          <p:nvSpPr>
            <p:cNvPr id="61" name="四角形: 角を丸くする 60">
              <a:extLst>
                <a:ext uri="{FF2B5EF4-FFF2-40B4-BE49-F238E27FC236}">
                  <a16:creationId xmlns:a16="http://schemas.microsoft.com/office/drawing/2014/main" id="{2A163A9D-368E-4342-D68C-76D3A3535DCF}"/>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62" name="グラフィックス 61" descr="ユーザー 単色塗りつぶし">
              <a:extLst>
                <a:ext uri="{FF2B5EF4-FFF2-40B4-BE49-F238E27FC236}">
                  <a16:creationId xmlns:a16="http://schemas.microsoft.com/office/drawing/2014/main" id="{B0E300B2-4B90-D729-6431-D7E0F2C8B73F}"/>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grpSp>
        <p:nvGrpSpPr>
          <p:cNvPr id="66" name="グループ化 65">
            <a:extLst>
              <a:ext uri="{FF2B5EF4-FFF2-40B4-BE49-F238E27FC236}">
                <a16:creationId xmlns:a16="http://schemas.microsoft.com/office/drawing/2014/main" id="{7BAB3DD6-B1D0-9DC4-3876-96444C1F2833}"/>
              </a:ext>
            </a:extLst>
          </p:cNvPr>
          <p:cNvGrpSpPr/>
          <p:nvPr/>
        </p:nvGrpSpPr>
        <p:grpSpPr>
          <a:xfrm>
            <a:off x="8280370" y="2055022"/>
            <a:ext cx="534204" cy="540320"/>
            <a:chOff x="7836685" y="2042989"/>
            <a:chExt cx="534204" cy="540320"/>
          </a:xfrm>
        </p:grpSpPr>
        <p:sp>
          <p:nvSpPr>
            <p:cNvPr id="67" name="四角形: 角を丸くする 66">
              <a:extLst>
                <a:ext uri="{FF2B5EF4-FFF2-40B4-BE49-F238E27FC236}">
                  <a16:creationId xmlns:a16="http://schemas.microsoft.com/office/drawing/2014/main" id="{5B20869F-94AC-5603-15E5-7ED7BBEE35C2}"/>
                </a:ext>
              </a:extLst>
            </p:cNvPr>
            <p:cNvSpPr/>
            <p:nvPr/>
          </p:nvSpPr>
          <p:spPr>
            <a:xfrm>
              <a:off x="7837198" y="2042989"/>
              <a:ext cx="533691" cy="533691"/>
            </a:xfrm>
            <a:prstGeom prst="roundRect">
              <a:avLst/>
            </a:prstGeom>
            <a:solidFill>
              <a:schemeClr val="accent6">
                <a:lumMod val="20000"/>
                <a:lumOff val="80000"/>
              </a:schemeClr>
            </a:solid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68" name="グラフィックス 67" descr="ユーザー 単色塗りつぶし">
              <a:extLst>
                <a:ext uri="{FF2B5EF4-FFF2-40B4-BE49-F238E27FC236}">
                  <a16:creationId xmlns:a16="http://schemas.microsoft.com/office/drawing/2014/main" id="{49D2EC97-C77C-F47E-43DA-A46B078F4B6C}"/>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sp>
        <p:nvSpPr>
          <p:cNvPr id="78" name="テキスト ボックス 77">
            <a:extLst>
              <a:ext uri="{FF2B5EF4-FFF2-40B4-BE49-F238E27FC236}">
                <a16:creationId xmlns:a16="http://schemas.microsoft.com/office/drawing/2014/main" id="{AC31689B-4176-DB1D-75C1-4CF40F845B32}"/>
              </a:ext>
            </a:extLst>
          </p:cNvPr>
          <p:cNvSpPr txBox="1"/>
          <p:nvPr/>
        </p:nvSpPr>
        <p:spPr>
          <a:xfrm>
            <a:off x="3875496" y="2025372"/>
            <a:ext cx="983294" cy="261610"/>
          </a:xfrm>
          <a:prstGeom prst="rect">
            <a:avLst/>
          </a:prstGeom>
          <a:noFill/>
        </p:spPr>
        <p:txBody>
          <a:bodyPr wrap="square">
            <a:spAutoFit/>
          </a:bodyPr>
          <a:lstStyle/>
          <a:p>
            <a:pPr algn="ctr"/>
            <a:r>
              <a:rPr lang="ja-JP" altLang="en-US" sz="1100">
                <a:solidFill>
                  <a:schemeClr val="bg1">
                    <a:lumMod val="95000"/>
                  </a:schemeClr>
                </a:solidFill>
                <a:latin typeface="原稿用標準書体" panose="03000503000000000000" pitchFamily="66" charset="-128"/>
                <a:ea typeface="原稿用標準書体" panose="03000503000000000000" pitchFamily="66" charset="-128"/>
              </a:rPr>
              <a:t>　　</a:t>
            </a:r>
            <a:r>
              <a:rPr lang="en-US" altLang="ja-JP" sz="1100">
                <a:solidFill>
                  <a:schemeClr val="bg1">
                    <a:lumMod val="95000"/>
                  </a:schemeClr>
                </a:solidFill>
                <a:latin typeface="原稿用標準書体" panose="03000503000000000000" pitchFamily="66" charset="-128"/>
                <a:ea typeface="原稿用標準書体" panose="03000503000000000000" pitchFamily="66" charset="-128"/>
              </a:rPr>
              <a:t>:00</a:t>
            </a:r>
            <a:r>
              <a:rPr lang="ja-JP" altLang="en-US" sz="1100">
                <a:solidFill>
                  <a:schemeClr val="bg1">
                    <a:lumMod val="95000"/>
                  </a:schemeClr>
                </a:solidFill>
                <a:latin typeface="原稿用標準書体" panose="03000503000000000000" pitchFamily="66" charset="-128"/>
                <a:ea typeface="原稿用標準書体" panose="03000503000000000000" pitchFamily="66" charset="-128"/>
              </a:rPr>
              <a:t>ｋ</a:t>
            </a:r>
          </a:p>
        </p:txBody>
      </p:sp>
      <p:sp>
        <p:nvSpPr>
          <p:cNvPr id="165" name="四角形: 角を丸くする 164">
            <a:extLst>
              <a:ext uri="{FF2B5EF4-FFF2-40B4-BE49-F238E27FC236}">
                <a16:creationId xmlns:a16="http://schemas.microsoft.com/office/drawing/2014/main" id="{AD22376D-DBB3-98AF-EE63-23F21E14B0CB}"/>
              </a:ext>
            </a:extLst>
          </p:cNvPr>
          <p:cNvSpPr/>
          <p:nvPr/>
        </p:nvSpPr>
        <p:spPr>
          <a:xfrm>
            <a:off x="3284237" y="2061663"/>
            <a:ext cx="533691" cy="533691"/>
          </a:xfrm>
          <a:prstGeom prst="roundRect">
            <a:avLst/>
          </a:prstGeom>
          <a:solidFill>
            <a:schemeClr val="bg1">
              <a:lumMod val="95000"/>
            </a:schemeClr>
          </a:solidFill>
          <a:ln w="25400">
            <a:solidFill>
              <a:srgbClr val="FF00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2" name="二等辺三角形 111">
            <a:extLst>
              <a:ext uri="{FF2B5EF4-FFF2-40B4-BE49-F238E27FC236}">
                <a16:creationId xmlns:a16="http://schemas.microsoft.com/office/drawing/2014/main" id="{B1BE909F-2031-DEBF-B5D3-77872E918CDF}"/>
              </a:ext>
            </a:extLst>
          </p:cNvPr>
          <p:cNvSpPr/>
          <p:nvPr/>
        </p:nvSpPr>
        <p:spPr>
          <a:xfrm rot="5400000">
            <a:off x="986908" y="2226946"/>
            <a:ext cx="314726" cy="156072"/>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44" name="図 143">
            <a:extLst>
              <a:ext uri="{FF2B5EF4-FFF2-40B4-BE49-F238E27FC236}">
                <a16:creationId xmlns:a16="http://schemas.microsoft.com/office/drawing/2014/main" id="{C1880C1E-1661-5A30-47E0-59BEAE8423F9}"/>
              </a:ext>
            </a:extLst>
          </p:cNvPr>
          <p:cNvPicPr>
            <a:picLocks noChangeAspect="1"/>
          </p:cNvPicPr>
          <p:nvPr/>
        </p:nvPicPr>
        <p:blipFill>
          <a:blip r:embed="rId15">
            <a:extLst>
              <a:ext uri="{28A0092B-C50C-407E-A947-70E740481C1C}">
                <a14:useLocalDpi xmlns:a14="http://schemas.microsoft.com/office/drawing/2010/main" val="0"/>
              </a:ext>
            </a:extLst>
          </a:blip>
          <a:stretch>
            <a:fillRect/>
          </a:stretch>
        </p:blipFill>
        <p:spPr>
          <a:xfrm>
            <a:off x="3901077" y="790611"/>
            <a:ext cx="144197" cy="143015"/>
          </a:xfrm>
          <a:prstGeom prst="rect">
            <a:avLst/>
          </a:prstGeom>
        </p:spPr>
      </p:pic>
      <p:sp>
        <p:nvSpPr>
          <p:cNvPr id="154" name="テキスト ボックス 153">
            <a:extLst>
              <a:ext uri="{FF2B5EF4-FFF2-40B4-BE49-F238E27FC236}">
                <a16:creationId xmlns:a16="http://schemas.microsoft.com/office/drawing/2014/main" id="{8FF8D320-0F2E-8E18-A2D8-BD8DA3D3536B}"/>
              </a:ext>
            </a:extLst>
          </p:cNvPr>
          <p:cNvSpPr txBox="1"/>
          <p:nvPr/>
        </p:nvSpPr>
        <p:spPr>
          <a:xfrm>
            <a:off x="3247404" y="2194024"/>
            <a:ext cx="627453" cy="276999"/>
          </a:xfrm>
          <a:prstGeom prst="rect">
            <a:avLst/>
          </a:prstGeom>
          <a:noFill/>
        </p:spPr>
        <p:txBody>
          <a:bodyPr wrap="square">
            <a:spAutoFit/>
          </a:bodyPr>
          <a:lstStyle/>
          <a:p>
            <a:pPr algn="ctr"/>
            <a:r>
              <a:rPr lang="ja-JP" altLang="en-US" sz="1200">
                <a:solidFill>
                  <a:srgbClr val="FF00FF"/>
                </a:solidFill>
                <a:latin typeface="原稿用標準書体" panose="03000503000000000000" pitchFamily="66" charset="-128"/>
                <a:ea typeface="原稿用標準書体" panose="03000503000000000000" pitchFamily="66" charset="-128"/>
              </a:rPr>
              <a:t>配置</a:t>
            </a:r>
            <a:endParaRPr kumimoji="1" lang="ja-JP" altLang="en-US" sz="1200">
              <a:solidFill>
                <a:srgbClr val="FF00FF"/>
              </a:solidFill>
              <a:latin typeface="原稿用標準書体" panose="03000503000000000000" pitchFamily="66" charset="-128"/>
              <a:ea typeface="原稿用標準書体" panose="03000503000000000000" pitchFamily="66" charset="-128"/>
            </a:endParaRPr>
          </a:p>
        </p:txBody>
      </p:sp>
      <p:sp>
        <p:nvSpPr>
          <p:cNvPr id="155" name="矢印: 下 154">
            <a:extLst>
              <a:ext uri="{FF2B5EF4-FFF2-40B4-BE49-F238E27FC236}">
                <a16:creationId xmlns:a16="http://schemas.microsoft.com/office/drawing/2014/main" id="{A1B99932-B731-4F12-9E83-7C3C3F55DE82}"/>
              </a:ext>
            </a:extLst>
          </p:cNvPr>
          <p:cNvSpPr/>
          <p:nvPr/>
        </p:nvSpPr>
        <p:spPr>
          <a:xfrm rot="16200000">
            <a:off x="2963476" y="2125493"/>
            <a:ext cx="373231" cy="411013"/>
          </a:xfrm>
          <a:prstGeom prst="downArrow">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8" name="四角形: 角を丸くする 147">
            <a:extLst>
              <a:ext uri="{FF2B5EF4-FFF2-40B4-BE49-F238E27FC236}">
                <a16:creationId xmlns:a16="http://schemas.microsoft.com/office/drawing/2014/main" id="{F9916416-7476-8F0C-B8A9-E109D10C4E3A}"/>
              </a:ext>
            </a:extLst>
          </p:cNvPr>
          <p:cNvSpPr/>
          <p:nvPr/>
        </p:nvSpPr>
        <p:spPr>
          <a:xfrm>
            <a:off x="2478149" y="1604230"/>
            <a:ext cx="581645" cy="1080843"/>
          </a:xfrm>
          <a:prstGeom prst="roundRect">
            <a:avLst/>
          </a:prstGeom>
          <a:solidFill>
            <a:schemeClr val="bg1">
              <a:lumMod val="95000"/>
            </a:schemeClr>
          </a:solidFill>
          <a:ln>
            <a:solidFill>
              <a:srgbClr val="FF00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56" name="グループ化 155">
            <a:extLst>
              <a:ext uri="{FF2B5EF4-FFF2-40B4-BE49-F238E27FC236}">
                <a16:creationId xmlns:a16="http://schemas.microsoft.com/office/drawing/2014/main" id="{75AB8D13-2115-5748-10ED-3977EC153704}"/>
              </a:ext>
            </a:extLst>
          </p:cNvPr>
          <p:cNvGrpSpPr/>
          <p:nvPr/>
        </p:nvGrpSpPr>
        <p:grpSpPr>
          <a:xfrm>
            <a:off x="2549664" y="1687834"/>
            <a:ext cx="432931" cy="437887"/>
            <a:chOff x="7836685" y="2042989"/>
            <a:chExt cx="534204" cy="540320"/>
          </a:xfrm>
        </p:grpSpPr>
        <p:sp>
          <p:nvSpPr>
            <p:cNvPr id="157" name="四角形: 角を丸くする 156">
              <a:extLst>
                <a:ext uri="{FF2B5EF4-FFF2-40B4-BE49-F238E27FC236}">
                  <a16:creationId xmlns:a16="http://schemas.microsoft.com/office/drawing/2014/main" id="{E476BF4A-1B83-990E-89DC-8AE5733F2EDD}"/>
                </a:ext>
              </a:extLst>
            </p:cNvPr>
            <p:cNvSpPr/>
            <p:nvPr/>
          </p:nvSpPr>
          <p:spPr>
            <a:xfrm>
              <a:off x="7837198" y="2042989"/>
              <a:ext cx="533691" cy="533691"/>
            </a:xfrm>
            <a:prstGeom prst="roundRect">
              <a:avLst/>
            </a:prstGeom>
            <a:solidFill>
              <a:schemeClr val="accent2">
                <a:lumMod val="20000"/>
                <a:lumOff val="80000"/>
              </a:schemeClr>
            </a:solidFill>
            <a:ln w="25400">
              <a:solidFill>
                <a:srgbClr val="FF00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58" name="グラフィックス 157" descr="ユーザー 単色塗りつぶし">
              <a:extLst>
                <a:ext uri="{FF2B5EF4-FFF2-40B4-BE49-F238E27FC236}">
                  <a16:creationId xmlns:a16="http://schemas.microsoft.com/office/drawing/2014/main" id="{BDB8CE03-5D0F-05B5-A109-53CB6EFE04CA}"/>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pic>
        <p:nvPicPr>
          <p:cNvPr id="162" name="図 161">
            <a:extLst>
              <a:ext uri="{FF2B5EF4-FFF2-40B4-BE49-F238E27FC236}">
                <a16:creationId xmlns:a16="http://schemas.microsoft.com/office/drawing/2014/main" id="{8DDF7637-5DDF-766A-BB98-916DCAF1E9C6}"/>
              </a:ext>
            </a:extLst>
          </p:cNvPr>
          <p:cNvPicPr>
            <a:picLocks noChangeAspect="1"/>
          </p:cNvPicPr>
          <p:nvPr/>
        </p:nvPicPr>
        <p:blipFill>
          <a:blip r:embed="rId15">
            <a:biLevel thresh="25000"/>
            <a:extLst>
              <a:ext uri="{28A0092B-C50C-407E-A947-70E740481C1C}">
                <a14:useLocalDpi xmlns:a14="http://schemas.microsoft.com/office/drawing/2010/main" val="0"/>
              </a:ext>
            </a:extLst>
          </a:blip>
          <a:stretch>
            <a:fillRect/>
          </a:stretch>
        </p:blipFill>
        <p:spPr>
          <a:xfrm>
            <a:off x="4084271" y="2074567"/>
            <a:ext cx="181874" cy="180383"/>
          </a:xfrm>
          <a:prstGeom prst="rect">
            <a:avLst/>
          </a:prstGeom>
        </p:spPr>
      </p:pic>
      <p:pic>
        <p:nvPicPr>
          <p:cNvPr id="171" name="図 170">
            <a:extLst>
              <a:ext uri="{FF2B5EF4-FFF2-40B4-BE49-F238E27FC236}">
                <a16:creationId xmlns:a16="http://schemas.microsoft.com/office/drawing/2014/main" id="{AC1C1EE3-FF71-BE51-5543-A16562AB9A61}"/>
              </a:ext>
            </a:extLst>
          </p:cNvPr>
          <p:cNvPicPr>
            <a:picLocks noChangeAspect="1"/>
          </p:cNvPicPr>
          <p:nvPr/>
        </p:nvPicPr>
        <p:blipFill>
          <a:blip r:embed="rId16">
            <a:extLst>
              <a:ext uri="{28A0092B-C50C-407E-A947-70E740481C1C}">
                <a14:useLocalDpi xmlns:a14="http://schemas.microsoft.com/office/drawing/2010/main" val="0"/>
              </a:ext>
            </a:extLst>
          </a:blip>
          <a:stretch>
            <a:fillRect/>
          </a:stretch>
        </p:blipFill>
        <p:spPr>
          <a:xfrm>
            <a:off x="4101558" y="2327858"/>
            <a:ext cx="161612" cy="202955"/>
          </a:xfrm>
          <a:prstGeom prst="rect">
            <a:avLst/>
          </a:prstGeom>
        </p:spPr>
      </p:pic>
      <p:sp>
        <p:nvSpPr>
          <p:cNvPr id="175" name="テキスト ボックス 174">
            <a:extLst>
              <a:ext uri="{FF2B5EF4-FFF2-40B4-BE49-F238E27FC236}">
                <a16:creationId xmlns:a16="http://schemas.microsoft.com/office/drawing/2014/main" id="{FB65F1CB-F731-B8CB-734A-32853886CB58}"/>
              </a:ext>
            </a:extLst>
          </p:cNvPr>
          <p:cNvSpPr txBox="1"/>
          <p:nvPr/>
        </p:nvSpPr>
        <p:spPr>
          <a:xfrm>
            <a:off x="2424661" y="2179183"/>
            <a:ext cx="693075" cy="246221"/>
          </a:xfrm>
          <a:prstGeom prst="rect">
            <a:avLst/>
          </a:prstGeom>
          <a:noFill/>
        </p:spPr>
        <p:txBody>
          <a:bodyPr wrap="square">
            <a:spAutoFit/>
          </a:bodyPr>
          <a:lstStyle/>
          <a:p>
            <a:pPr algn="ctr"/>
            <a:r>
              <a:rPr lang="ja-JP" altLang="en-US" sz="1000">
                <a:solidFill>
                  <a:schemeClr val="accent6"/>
                </a:solidFill>
                <a:latin typeface="原稿用標準書体" panose="03000503000000000000" pitchFamily="66" charset="-128"/>
                <a:ea typeface="原稿用標準書体" panose="03000503000000000000" pitchFamily="66" charset="-128"/>
              </a:rPr>
              <a:t>相性</a:t>
            </a:r>
            <a:r>
              <a:rPr lang="ja-JP" altLang="en-US" sz="1000">
                <a:solidFill>
                  <a:srgbClr val="FF00FF"/>
                </a:solidFill>
                <a:latin typeface="原稿用標準書体" panose="03000503000000000000" pitchFamily="66" charset="-128"/>
                <a:ea typeface="原稿用標準書体" panose="03000503000000000000" pitchFamily="66" charset="-128"/>
              </a:rPr>
              <a:t>○</a:t>
            </a:r>
            <a:endParaRPr kumimoji="1" lang="ja-JP" altLang="en-US" sz="1000">
              <a:solidFill>
                <a:srgbClr val="FF00FF"/>
              </a:solidFill>
              <a:latin typeface="原稿用標準書体" panose="03000503000000000000" pitchFamily="66" charset="-128"/>
              <a:ea typeface="原稿用標準書体" panose="03000503000000000000" pitchFamily="66" charset="-128"/>
            </a:endParaRPr>
          </a:p>
        </p:txBody>
      </p:sp>
      <p:sp>
        <p:nvSpPr>
          <p:cNvPr id="177" name="テキスト ボックス 176">
            <a:extLst>
              <a:ext uri="{FF2B5EF4-FFF2-40B4-BE49-F238E27FC236}">
                <a16:creationId xmlns:a16="http://schemas.microsoft.com/office/drawing/2014/main" id="{173BA715-7AAF-CED9-C2CA-078F9D89F4A4}"/>
              </a:ext>
            </a:extLst>
          </p:cNvPr>
          <p:cNvSpPr txBox="1"/>
          <p:nvPr/>
        </p:nvSpPr>
        <p:spPr>
          <a:xfrm>
            <a:off x="2424661" y="2367999"/>
            <a:ext cx="693075" cy="246221"/>
          </a:xfrm>
          <a:prstGeom prst="rect">
            <a:avLst/>
          </a:prstGeom>
          <a:noFill/>
        </p:spPr>
        <p:txBody>
          <a:bodyPr wrap="square">
            <a:spAutoFit/>
          </a:bodyPr>
          <a:lstStyle/>
          <a:p>
            <a:pPr algn="ctr"/>
            <a:r>
              <a:rPr kumimoji="1" lang="ja-JP" altLang="en-US" sz="1000">
                <a:solidFill>
                  <a:schemeClr val="accent6"/>
                </a:solidFill>
                <a:latin typeface="原稿用標準書体" panose="03000503000000000000" pitchFamily="66" charset="-128"/>
                <a:ea typeface="原稿用標準書体" panose="03000503000000000000" pitchFamily="66" charset="-128"/>
              </a:rPr>
              <a:t>報酬</a:t>
            </a:r>
            <a:r>
              <a:rPr kumimoji="1" lang="en-US" altLang="ja-JP" sz="1000">
                <a:solidFill>
                  <a:srgbClr val="FF00FF"/>
                </a:solidFill>
                <a:latin typeface="原稿用標準書体" panose="03000503000000000000" pitchFamily="66" charset="-128"/>
                <a:ea typeface="原稿用標準書体" panose="03000503000000000000" pitchFamily="66" charset="-128"/>
              </a:rPr>
              <a:t>1.5</a:t>
            </a:r>
            <a:endParaRPr kumimoji="1" lang="ja-JP" altLang="en-US" sz="1000">
              <a:solidFill>
                <a:srgbClr val="FF00FF"/>
              </a:solidFill>
              <a:latin typeface="原稿用標準書体" panose="03000503000000000000" pitchFamily="66" charset="-128"/>
              <a:ea typeface="原稿用標準書体" panose="03000503000000000000" pitchFamily="66" charset="-128"/>
            </a:endParaRPr>
          </a:p>
        </p:txBody>
      </p:sp>
      <p:sp>
        <p:nvSpPr>
          <p:cNvPr id="215" name="テキスト ボックス 214">
            <a:extLst>
              <a:ext uri="{FF2B5EF4-FFF2-40B4-BE49-F238E27FC236}">
                <a16:creationId xmlns:a16="http://schemas.microsoft.com/office/drawing/2014/main" id="{3BD7FE21-526B-0F45-4BDA-99B6F9F6BA54}"/>
              </a:ext>
            </a:extLst>
          </p:cNvPr>
          <p:cNvSpPr txBox="1"/>
          <p:nvPr/>
        </p:nvSpPr>
        <p:spPr>
          <a:xfrm>
            <a:off x="6389042" y="2029762"/>
            <a:ext cx="983294" cy="261610"/>
          </a:xfrm>
          <a:prstGeom prst="rect">
            <a:avLst/>
          </a:prstGeom>
          <a:noFill/>
        </p:spPr>
        <p:txBody>
          <a:bodyPr wrap="square">
            <a:spAutoFit/>
          </a:bodyPr>
          <a:lstStyle/>
          <a:p>
            <a:pPr algn="ctr"/>
            <a:r>
              <a:rPr lang="ja-JP" altLang="en-US" sz="1100">
                <a:solidFill>
                  <a:schemeClr val="bg1">
                    <a:lumMod val="95000"/>
                  </a:schemeClr>
                </a:solidFill>
                <a:latin typeface="原稿用標準書体" panose="03000503000000000000" pitchFamily="66" charset="-128"/>
                <a:ea typeface="原稿用標準書体" panose="03000503000000000000" pitchFamily="66" charset="-128"/>
              </a:rPr>
              <a:t>報酬</a:t>
            </a:r>
            <a:r>
              <a:rPr lang="en-US" altLang="ja-JP" sz="1100">
                <a:solidFill>
                  <a:schemeClr val="bg1">
                    <a:lumMod val="95000"/>
                  </a:schemeClr>
                </a:solidFill>
                <a:latin typeface="原稿用標準書体" panose="03000503000000000000" pitchFamily="66" charset="-128"/>
                <a:ea typeface="原稿用標準書体" panose="03000503000000000000" pitchFamily="66" charset="-128"/>
              </a:rPr>
              <a:t>×1</a:t>
            </a:r>
            <a:endParaRPr lang="ja-JP" altLang="en-US" sz="110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222" name="テキスト ボックス 221">
            <a:extLst>
              <a:ext uri="{FF2B5EF4-FFF2-40B4-BE49-F238E27FC236}">
                <a16:creationId xmlns:a16="http://schemas.microsoft.com/office/drawing/2014/main" id="{BB2766B9-D409-79A6-402F-F48A4A722847}"/>
              </a:ext>
            </a:extLst>
          </p:cNvPr>
          <p:cNvSpPr txBox="1"/>
          <p:nvPr/>
        </p:nvSpPr>
        <p:spPr>
          <a:xfrm>
            <a:off x="8881110" y="2023191"/>
            <a:ext cx="983294" cy="261610"/>
          </a:xfrm>
          <a:prstGeom prst="rect">
            <a:avLst/>
          </a:prstGeom>
          <a:noFill/>
        </p:spPr>
        <p:txBody>
          <a:bodyPr wrap="square">
            <a:spAutoFit/>
          </a:bodyPr>
          <a:lstStyle/>
          <a:p>
            <a:pPr algn="ctr"/>
            <a:r>
              <a:rPr lang="ja-JP" altLang="en-US" sz="1100">
                <a:solidFill>
                  <a:schemeClr val="bg1">
                    <a:lumMod val="95000"/>
                  </a:schemeClr>
                </a:solidFill>
                <a:latin typeface="原稿用標準書体" panose="03000503000000000000" pitchFamily="66" charset="-128"/>
                <a:ea typeface="原稿用標準書体" panose="03000503000000000000" pitchFamily="66" charset="-128"/>
              </a:rPr>
              <a:t>報酬</a:t>
            </a:r>
            <a:r>
              <a:rPr lang="en-US" altLang="ja-JP" sz="1100">
                <a:solidFill>
                  <a:schemeClr val="bg1">
                    <a:lumMod val="95000"/>
                  </a:schemeClr>
                </a:solidFill>
                <a:latin typeface="原稿用標準書体" panose="03000503000000000000" pitchFamily="66" charset="-128"/>
                <a:ea typeface="原稿用標準書体" panose="03000503000000000000" pitchFamily="66" charset="-128"/>
              </a:rPr>
              <a:t>×2</a:t>
            </a:r>
            <a:endParaRPr lang="ja-JP" altLang="en-US" sz="110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224" name="グループ化 223">
            <a:extLst>
              <a:ext uri="{FF2B5EF4-FFF2-40B4-BE49-F238E27FC236}">
                <a16:creationId xmlns:a16="http://schemas.microsoft.com/office/drawing/2014/main" id="{C76AB09C-A4F5-14E3-000C-8CF0A0DC1D35}"/>
              </a:ext>
            </a:extLst>
          </p:cNvPr>
          <p:cNvGrpSpPr/>
          <p:nvPr/>
        </p:nvGrpSpPr>
        <p:grpSpPr>
          <a:xfrm>
            <a:off x="3904535" y="3376234"/>
            <a:ext cx="824705" cy="541625"/>
            <a:chOff x="1063284" y="1905266"/>
            <a:chExt cx="2372751" cy="1839424"/>
          </a:xfrm>
        </p:grpSpPr>
        <p:sp>
          <p:nvSpPr>
            <p:cNvPr id="227" name="四角形: 上の 2 つの角を丸める 226">
              <a:extLst>
                <a:ext uri="{FF2B5EF4-FFF2-40B4-BE49-F238E27FC236}">
                  <a16:creationId xmlns:a16="http://schemas.microsoft.com/office/drawing/2014/main" id="{509782EB-0291-6939-E076-BF47A70E8565}"/>
                </a:ext>
              </a:extLst>
            </p:cNvPr>
            <p:cNvSpPr/>
            <p:nvPr/>
          </p:nvSpPr>
          <p:spPr>
            <a:xfrm>
              <a:off x="1063284" y="1905266"/>
              <a:ext cx="2372751" cy="844262"/>
            </a:xfrm>
            <a:prstGeom prst="round2SameRect">
              <a:avLst/>
            </a:prstGeom>
            <a:solidFill>
              <a:schemeClr val="accent6">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9" name="四角形: 上の 2 つの角を丸める 228">
              <a:extLst>
                <a:ext uri="{FF2B5EF4-FFF2-40B4-BE49-F238E27FC236}">
                  <a16:creationId xmlns:a16="http://schemas.microsoft.com/office/drawing/2014/main" id="{4876B996-2DC0-8373-32DD-89CD3A70AFFD}"/>
                </a:ext>
              </a:extLst>
            </p:cNvPr>
            <p:cNvSpPr/>
            <p:nvPr/>
          </p:nvSpPr>
          <p:spPr>
            <a:xfrm flipV="1">
              <a:off x="1063284" y="2749528"/>
              <a:ext cx="2372751" cy="995162"/>
            </a:xfrm>
            <a:prstGeom prst="round2SameRect">
              <a:avLst>
                <a:gd name="adj1" fmla="val 12104"/>
                <a:gd name="adj2" fmla="val 0"/>
              </a:avLst>
            </a:prstGeom>
            <a:solidFill>
              <a:schemeClr val="accent3">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231" name="テキスト ボックス 230">
            <a:extLst>
              <a:ext uri="{FF2B5EF4-FFF2-40B4-BE49-F238E27FC236}">
                <a16:creationId xmlns:a16="http://schemas.microsoft.com/office/drawing/2014/main" id="{216D0FE8-6267-C6FF-A8D9-95C7EB55302A}"/>
              </a:ext>
            </a:extLst>
          </p:cNvPr>
          <p:cNvSpPr txBox="1"/>
          <p:nvPr/>
        </p:nvSpPr>
        <p:spPr>
          <a:xfrm>
            <a:off x="3969164" y="3632338"/>
            <a:ext cx="716180" cy="261610"/>
          </a:xfrm>
          <a:prstGeom prst="rect">
            <a:avLst/>
          </a:prstGeom>
          <a:noFill/>
        </p:spPr>
        <p:txBody>
          <a:bodyPr wrap="square">
            <a:spAutoFit/>
          </a:bodyPr>
          <a:lstStyle/>
          <a:p>
            <a:r>
              <a:rPr lang="ja-JP" altLang="en-US" sz="1100">
                <a:solidFill>
                  <a:schemeClr val="accent6">
                    <a:lumMod val="75000"/>
                  </a:schemeClr>
                </a:solidFill>
                <a:latin typeface="原稿用標準書体" panose="03000503000000000000" pitchFamily="66" charset="-128"/>
                <a:ea typeface="原稿用標準書体" panose="03000503000000000000" pitchFamily="66" charset="-128"/>
              </a:rPr>
              <a:t>完了</a:t>
            </a:r>
            <a:endParaRPr kumimoji="1" lang="ja-JP" altLang="en-US" sz="11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234" name="楕円 233">
            <a:extLst>
              <a:ext uri="{FF2B5EF4-FFF2-40B4-BE49-F238E27FC236}">
                <a16:creationId xmlns:a16="http://schemas.microsoft.com/office/drawing/2014/main" id="{B1D13C4F-A520-5A77-2C00-2D1DC7C6C3FD}"/>
              </a:ext>
            </a:extLst>
          </p:cNvPr>
          <p:cNvSpPr/>
          <p:nvPr/>
        </p:nvSpPr>
        <p:spPr>
          <a:xfrm>
            <a:off x="4459483" y="3670424"/>
            <a:ext cx="206177" cy="206177"/>
          </a:xfrm>
          <a:prstGeom prst="ellipse">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236" name="グループ化 235">
            <a:extLst>
              <a:ext uri="{FF2B5EF4-FFF2-40B4-BE49-F238E27FC236}">
                <a16:creationId xmlns:a16="http://schemas.microsoft.com/office/drawing/2014/main" id="{92118134-DB84-AA7B-CA19-C6BD460192A2}"/>
              </a:ext>
            </a:extLst>
          </p:cNvPr>
          <p:cNvGrpSpPr/>
          <p:nvPr/>
        </p:nvGrpSpPr>
        <p:grpSpPr>
          <a:xfrm>
            <a:off x="3235097" y="3389573"/>
            <a:ext cx="534204" cy="540320"/>
            <a:chOff x="7836685" y="2042989"/>
            <a:chExt cx="534204" cy="540320"/>
          </a:xfrm>
        </p:grpSpPr>
        <p:sp>
          <p:nvSpPr>
            <p:cNvPr id="239" name="四角形: 角を丸くする 238">
              <a:extLst>
                <a:ext uri="{FF2B5EF4-FFF2-40B4-BE49-F238E27FC236}">
                  <a16:creationId xmlns:a16="http://schemas.microsoft.com/office/drawing/2014/main" id="{01F2B41F-FE0B-36AA-AC4B-1DC43D1901D8}"/>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241" name="グラフィックス 240" descr="ユーザー 単色塗りつぶし">
              <a:extLst>
                <a:ext uri="{FF2B5EF4-FFF2-40B4-BE49-F238E27FC236}">
                  <a16:creationId xmlns:a16="http://schemas.microsoft.com/office/drawing/2014/main" id="{FAC929EF-9AA2-E6CB-1BD4-0D397E450A56}"/>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sp>
        <p:nvSpPr>
          <p:cNvPr id="242" name="テキスト ボックス 241">
            <a:extLst>
              <a:ext uri="{FF2B5EF4-FFF2-40B4-BE49-F238E27FC236}">
                <a16:creationId xmlns:a16="http://schemas.microsoft.com/office/drawing/2014/main" id="{4E198837-FE1C-694D-5E5E-A0E182B0DCC8}"/>
              </a:ext>
            </a:extLst>
          </p:cNvPr>
          <p:cNvSpPr txBox="1"/>
          <p:nvPr/>
        </p:nvSpPr>
        <p:spPr>
          <a:xfrm>
            <a:off x="3835837" y="3357742"/>
            <a:ext cx="983294" cy="261610"/>
          </a:xfrm>
          <a:prstGeom prst="rect">
            <a:avLst/>
          </a:prstGeom>
          <a:noFill/>
        </p:spPr>
        <p:txBody>
          <a:bodyPr wrap="square">
            <a:spAutoFit/>
          </a:bodyPr>
          <a:lstStyle/>
          <a:p>
            <a:pPr algn="ctr"/>
            <a:r>
              <a:rPr lang="ja-JP" altLang="en-US" sz="1100">
                <a:solidFill>
                  <a:schemeClr val="bg1">
                    <a:lumMod val="95000"/>
                  </a:schemeClr>
                </a:solidFill>
                <a:latin typeface="原稿用標準書体" panose="03000503000000000000" pitchFamily="66" charset="-128"/>
                <a:ea typeface="原稿用標準書体" panose="03000503000000000000" pitchFamily="66" charset="-128"/>
              </a:rPr>
              <a:t>報酬</a:t>
            </a:r>
            <a:r>
              <a:rPr lang="en-US" altLang="ja-JP" sz="1100">
                <a:solidFill>
                  <a:schemeClr val="bg1">
                    <a:lumMod val="95000"/>
                  </a:schemeClr>
                </a:solidFill>
                <a:latin typeface="原稿用標準書体" panose="03000503000000000000" pitchFamily="66" charset="-128"/>
                <a:ea typeface="原稿用標準書体" panose="03000503000000000000" pitchFamily="66" charset="-128"/>
              </a:rPr>
              <a:t>×2</a:t>
            </a:r>
            <a:endParaRPr lang="ja-JP" altLang="en-US" sz="110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252" name="グループ化 251">
            <a:extLst>
              <a:ext uri="{FF2B5EF4-FFF2-40B4-BE49-F238E27FC236}">
                <a16:creationId xmlns:a16="http://schemas.microsoft.com/office/drawing/2014/main" id="{EBAE9A3C-D2E3-6405-6A80-B88F855468BA}"/>
              </a:ext>
            </a:extLst>
          </p:cNvPr>
          <p:cNvGrpSpPr/>
          <p:nvPr/>
        </p:nvGrpSpPr>
        <p:grpSpPr>
          <a:xfrm>
            <a:off x="3224645" y="3401380"/>
            <a:ext cx="670951" cy="484314"/>
            <a:chOff x="3313545" y="3382330"/>
            <a:chExt cx="670951" cy="484314"/>
          </a:xfrm>
        </p:grpSpPr>
        <p:grpSp>
          <p:nvGrpSpPr>
            <p:cNvPr id="243" name="グループ化 242">
              <a:extLst>
                <a:ext uri="{FF2B5EF4-FFF2-40B4-BE49-F238E27FC236}">
                  <a16:creationId xmlns:a16="http://schemas.microsoft.com/office/drawing/2014/main" id="{F6E5A3FD-D4CA-6748-E38F-2F2284FD4581}"/>
                </a:ext>
              </a:extLst>
            </p:cNvPr>
            <p:cNvGrpSpPr/>
            <p:nvPr/>
          </p:nvGrpSpPr>
          <p:grpSpPr>
            <a:xfrm>
              <a:off x="3313545" y="3382330"/>
              <a:ext cx="670951" cy="484314"/>
              <a:chOff x="5312656" y="1998287"/>
              <a:chExt cx="670951" cy="484314"/>
            </a:xfrm>
          </p:grpSpPr>
          <p:sp>
            <p:nvSpPr>
              <p:cNvPr id="244" name="吹き出し: 角を丸めた四角形 243">
                <a:extLst>
                  <a:ext uri="{FF2B5EF4-FFF2-40B4-BE49-F238E27FC236}">
                    <a16:creationId xmlns:a16="http://schemas.microsoft.com/office/drawing/2014/main" id="{6C36758F-84A7-61AC-C5A8-AFF7AEBE89FD}"/>
                  </a:ext>
                </a:extLst>
              </p:cNvPr>
              <p:cNvSpPr/>
              <p:nvPr/>
            </p:nvSpPr>
            <p:spPr>
              <a:xfrm>
                <a:off x="5312656" y="2220991"/>
                <a:ext cx="620865" cy="261610"/>
              </a:xfrm>
              <a:prstGeom prst="wedgeRoundRectCallout">
                <a:avLst>
                  <a:gd name="adj1" fmla="val 85535"/>
                  <a:gd name="adj2" fmla="val 16382"/>
                  <a:gd name="adj3" fmla="val 16667"/>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5" name="四角形: 上の 2 つの角を丸める 244">
                <a:extLst>
                  <a:ext uri="{FF2B5EF4-FFF2-40B4-BE49-F238E27FC236}">
                    <a16:creationId xmlns:a16="http://schemas.microsoft.com/office/drawing/2014/main" id="{2236A628-937D-7E40-8B15-32348A3BDC9A}"/>
                  </a:ext>
                </a:extLst>
              </p:cNvPr>
              <p:cNvSpPr/>
              <p:nvPr/>
            </p:nvSpPr>
            <p:spPr>
              <a:xfrm>
                <a:off x="5318467" y="2013988"/>
                <a:ext cx="609242" cy="224910"/>
              </a:xfrm>
              <a:prstGeom prst="round2SameRect">
                <a:avLst>
                  <a:gd name="adj1" fmla="val 12104"/>
                  <a:gd name="adj2" fmla="val 0"/>
                </a:avLst>
              </a:prstGeom>
              <a:solidFill>
                <a:srgbClr val="CC6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6" name="テキスト ボックス 245">
                <a:extLst>
                  <a:ext uri="{FF2B5EF4-FFF2-40B4-BE49-F238E27FC236}">
                    <a16:creationId xmlns:a16="http://schemas.microsoft.com/office/drawing/2014/main" id="{25A24536-14BC-6EAD-88F9-4C1B9F41A422}"/>
                  </a:ext>
                </a:extLst>
              </p:cNvPr>
              <p:cNvSpPr txBox="1"/>
              <p:nvPr/>
            </p:nvSpPr>
            <p:spPr>
              <a:xfrm>
                <a:off x="5424775" y="1998287"/>
                <a:ext cx="558832" cy="230832"/>
              </a:xfrm>
              <a:prstGeom prst="rect">
                <a:avLst/>
              </a:prstGeom>
              <a:noFill/>
            </p:spPr>
            <p:txBody>
              <a:bodyPr wrap="square">
                <a:spAutoFit/>
              </a:bodyPr>
              <a:lstStyle/>
              <a:p>
                <a:pPr algn="ctr"/>
                <a:r>
                  <a:rPr lang="ja-JP" altLang="en-US" sz="900">
                    <a:solidFill>
                      <a:schemeClr val="bg1">
                        <a:lumMod val="95000"/>
                      </a:schemeClr>
                    </a:solidFill>
                    <a:latin typeface="原稿用標準書体" panose="03000503000000000000" pitchFamily="66" charset="-128"/>
                    <a:ea typeface="原稿用標準書体" panose="03000503000000000000" pitchFamily="66" charset="-128"/>
                  </a:rPr>
                  <a:t>＋</a:t>
                </a:r>
                <a:r>
                  <a:rPr lang="en-US" altLang="ja-JP" sz="900">
                    <a:solidFill>
                      <a:schemeClr val="bg1">
                        <a:lumMod val="95000"/>
                      </a:schemeClr>
                    </a:solidFill>
                    <a:latin typeface="原稿用標準書体" panose="03000503000000000000" pitchFamily="66" charset="-128"/>
                    <a:ea typeface="原稿用標準書体" panose="03000503000000000000" pitchFamily="66" charset="-128"/>
                  </a:rPr>
                  <a:t>00k</a:t>
                </a:r>
                <a:endParaRPr kumimoji="1" lang="ja-JP" altLang="en-US" sz="900">
                  <a:solidFill>
                    <a:schemeClr val="bg1">
                      <a:lumMod val="95000"/>
                    </a:schemeClr>
                  </a:solidFill>
                  <a:latin typeface="原稿用標準書体" panose="03000503000000000000" pitchFamily="66" charset="-128"/>
                  <a:ea typeface="原稿用標準書体" panose="03000503000000000000" pitchFamily="66" charset="-128"/>
                </a:endParaRPr>
              </a:p>
            </p:txBody>
          </p:sp>
          <p:pic>
            <p:nvPicPr>
              <p:cNvPr id="247" name="図 246">
                <a:extLst>
                  <a:ext uri="{FF2B5EF4-FFF2-40B4-BE49-F238E27FC236}">
                    <a16:creationId xmlns:a16="http://schemas.microsoft.com/office/drawing/2014/main" id="{436B3FA7-A413-D747-B408-84A8E139CF49}"/>
                  </a:ext>
                </a:extLst>
              </p:cNvPr>
              <p:cNvPicPr>
                <a:picLocks noChangeAspect="1"/>
              </p:cNvPicPr>
              <p:nvPr/>
            </p:nvPicPr>
            <p:blipFill>
              <a:blip r:embed="rId15">
                <a:biLevel thresh="25000"/>
                <a:extLst>
                  <a:ext uri="{28A0092B-C50C-407E-A947-70E740481C1C}">
                    <a14:useLocalDpi xmlns:a14="http://schemas.microsoft.com/office/drawing/2010/main" val="0"/>
                  </a:ext>
                </a:extLst>
              </a:blip>
              <a:stretch>
                <a:fillRect/>
              </a:stretch>
            </p:blipFill>
            <p:spPr>
              <a:xfrm>
                <a:off x="5368729" y="2034874"/>
                <a:ext cx="191289" cy="189721"/>
              </a:xfrm>
              <a:prstGeom prst="rect">
                <a:avLst/>
              </a:prstGeom>
            </p:spPr>
          </p:pic>
        </p:grpSp>
        <p:pic>
          <p:nvPicPr>
            <p:cNvPr id="249" name="図 248">
              <a:extLst>
                <a:ext uri="{FF2B5EF4-FFF2-40B4-BE49-F238E27FC236}">
                  <a16:creationId xmlns:a16="http://schemas.microsoft.com/office/drawing/2014/main" id="{59AF7495-C337-BFC2-B629-03162FF3C60F}"/>
                </a:ext>
              </a:extLst>
            </p:cNvPr>
            <p:cNvPicPr>
              <a:picLocks noChangeAspect="1"/>
            </p:cNvPicPr>
            <p:nvPr/>
          </p:nvPicPr>
          <p:blipFill>
            <a:blip r:embed="rId16">
              <a:extLst>
                <a:ext uri="{28A0092B-C50C-407E-A947-70E740481C1C}">
                  <a14:useLocalDpi xmlns:a14="http://schemas.microsoft.com/office/drawing/2010/main" val="0"/>
                </a:ext>
              </a:extLst>
            </a:blip>
            <a:stretch>
              <a:fillRect/>
            </a:stretch>
          </p:blipFill>
          <p:spPr>
            <a:xfrm>
              <a:off x="3409752" y="3664074"/>
              <a:ext cx="134683" cy="169137"/>
            </a:xfrm>
            <a:prstGeom prst="rect">
              <a:avLst/>
            </a:prstGeom>
          </p:spPr>
        </p:pic>
        <p:sp>
          <p:nvSpPr>
            <p:cNvPr id="251" name="テキスト ボックス 250">
              <a:extLst>
                <a:ext uri="{FF2B5EF4-FFF2-40B4-BE49-F238E27FC236}">
                  <a16:creationId xmlns:a16="http://schemas.microsoft.com/office/drawing/2014/main" id="{52497CBC-33BF-8603-7E8E-727BF1922EE8}"/>
                </a:ext>
              </a:extLst>
            </p:cNvPr>
            <p:cNvSpPr txBox="1"/>
            <p:nvPr/>
          </p:nvSpPr>
          <p:spPr>
            <a:xfrm>
              <a:off x="3425664" y="3617280"/>
              <a:ext cx="558832" cy="230832"/>
            </a:xfrm>
            <a:prstGeom prst="rect">
              <a:avLst/>
            </a:prstGeom>
            <a:noFill/>
          </p:spPr>
          <p:txBody>
            <a:bodyPr wrap="square">
              <a:spAutoFit/>
            </a:bodyPr>
            <a:lstStyle/>
            <a:p>
              <a:pPr algn="ctr"/>
              <a:r>
                <a:rPr lang="ja-JP" altLang="en-US" sz="900">
                  <a:solidFill>
                    <a:schemeClr val="accent6"/>
                  </a:solidFill>
                  <a:latin typeface="原稿用標準書体" panose="03000503000000000000" pitchFamily="66" charset="-128"/>
                  <a:ea typeface="原稿用標準書体" panose="03000503000000000000" pitchFamily="66" charset="-128"/>
                </a:rPr>
                <a:t>＋</a:t>
              </a:r>
              <a:r>
                <a:rPr lang="en-US" altLang="ja-JP" sz="900">
                  <a:solidFill>
                    <a:schemeClr val="accent6"/>
                  </a:solidFill>
                  <a:latin typeface="原稿用標準書体" panose="03000503000000000000" pitchFamily="66" charset="-128"/>
                  <a:ea typeface="原稿用標準書体" panose="03000503000000000000" pitchFamily="66" charset="-128"/>
                </a:rPr>
                <a:t>00k</a:t>
              </a:r>
              <a:endParaRPr kumimoji="1" lang="ja-JP" altLang="en-US" sz="900">
                <a:solidFill>
                  <a:schemeClr val="accent6"/>
                </a:solidFill>
                <a:latin typeface="原稿用標準書体" panose="03000503000000000000" pitchFamily="66" charset="-128"/>
                <a:ea typeface="原稿用標準書体" panose="03000503000000000000" pitchFamily="66" charset="-128"/>
              </a:endParaRPr>
            </a:p>
          </p:txBody>
        </p:sp>
      </p:grpSp>
      <p:pic>
        <p:nvPicPr>
          <p:cNvPr id="254" name="グラフィックス 253" descr="チェック マーク 単色塗りつぶし">
            <a:extLst>
              <a:ext uri="{FF2B5EF4-FFF2-40B4-BE49-F238E27FC236}">
                <a16:creationId xmlns:a16="http://schemas.microsoft.com/office/drawing/2014/main" id="{E74250B4-7AAD-2B7C-5218-DA6C181E032E}"/>
              </a:ext>
            </a:extLst>
          </p:cNvPr>
          <p:cNvPicPr>
            <a:picLocks noChangeAspect="1"/>
          </p:cNvPicPr>
          <p:nvPr/>
        </p:nvPicPr>
        <p:blipFill>
          <a:blip>
            <a:extLst>
              <a:ext uri="{96DAC541-7B7A-43D3-8B79-37D633B846F1}">
                <asvg:svgBlip xmlns:asvg="http://schemas.microsoft.com/office/drawing/2016/SVG/main" r:embed="rId17"/>
              </a:ext>
            </a:extLst>
          </a:blip>
          <a:stretch>
            <a:fillRect/>
          </a:stretch>
        </p:blipFill>
        <p:spPr>
          <a:xfrm>
            <a:off x="4487713" y="3709884"/>
            <a:ext cx="145836" cy="145836"/>
          </a:xfrm>
          <a:prstGeom prst="rect">
            <a:avLst/>
          </a:prstGeom>
        </p:spPr>
      </p:pic>
      <p:sp>
        <p:nvSpPr>
          <p:cNvPr id="63" name="四角形: 上の 2 つの角を丸める 62">
            <a:extLst>
              <a:ext uri="{FF2B5EF4-FFF2-40B4-BE49-F238E27FC236}">
                <a16:creationId xmlns:a16="http://schemas.microsoft.com/office/drawing/2014/main" id="{05E95822-290A-EB22-AF89-BC988CE7E94B}"/>
              </a:ext>
            </a:extLst>
          </p:cNvPr>
          <p:cNvSpPr/>
          <p:nvPr/>
        </p:nvSpPr>
        <p:spPr>
          <a:xfrm>
            <a:off x="3118457" y="1616094"/>
            <a:ext cx="1822662" cy="369346"/>
          </a:xfrm>
          <a:prstGeom prst="round2SameRect">
            <a:avLst>
              <a:gd name="adj1" fmla="val 49508"/>
              <a:gd name="adj2" fmla="val 0"/>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77" name="テキスト ボックス 76">
            <a:extLst>
              <a:ext uri="{FF2B5EF4-FFF2-40B4-BE49-F238E27FC236}">
                <a16:creationId xmlns:a16="http://schemas.microsoft.com/office/drawing/2014/main" id="{A0837C8E-254E-452A-2DD3-5E97A052FCBD}"/>
              </a:ext>
            </a:extLst>
          </p:cNvPr>
          <p:cNvSpPr txBox="1"/>
          <p:nvPr/>
        </p:nvSpPr>
        <p:spPr>
          <a:xfrm>
            <a:off x="3013396" y="1623323"/>
            <a:ext cx="733012" cy="338554"/>
          </a:xfrm>
          <a:prstGeom prst="rect">
            <a:avLst/>
          </a:prstGeom>
          <a:noFill/>
        </p:spPr>
        <p:txBody>
          <a:bodyPr wrap="square">
            <a:spAutoFit/>
          </a:bodyPr>
          <a:lstStyle/>
          <a:p>
            <a:pPr algn="ctr"/>
            <a:r>
              <a:rPr lang="en-US" altLang="ja-JP" sz="1400">
                <a:solidFill>
                  <a:schemeClr val="accent6">
                    <a:lumMod val="75000"/>
                  </a:schemeClr>
                </a:solidFill>
                <a:latin typeface="原稿用標準書体" panose="03000503000000000000" pitchFamily="66" charset="-128"/>
                <a:ea typeface="原稿用標準書体" panose="03000503000000000000" pitchFamily="66" charset="-128"/>
              </a:rPr>
              <a:t>Lv</a:t>
            </a:r>
            <a:r>
              <a:rPr lang="en-US" altLang="ja-JP" sz="1600">
                <a:solidFill>
                  <a:schemeClr val="accent6">
                    <a:lumMod val="75000"/>
                  </a:schemeClr>
                </a:solidFill>
                <a:latin typeface="原稿用標準書体" panose="03000503000000000000" pitchFamily="66" charset="-128"/>
                <a:ea typeface="原稿用標準書体" panose="03000503000000000000" pitchFamily="66" charset="-128"/>
              </a:rPr>
              <a:t>0</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95" name="テキスト ボックス 94">
            <a:extLst>
              <a:ext uri="{FF2B5EF4-FFF2-40B4-BE49-F238E27FC236}">
                <a16:creationId xmlns:a16="http://schemas.microsoft.com/office/drawing/2014/main" id="{4DCDF11D-8A64-1C87-E683-7B3B60C91049}"/>
              </a:ext>
            </a:extLst>
          </p:cNvPr>
          <p:cNvSpPr txBox="1"/>
          <p:nvPr/>
        </p:nvSpPr>
        <p:spPr>
          <a:xfrm>
            <a:off x="4109582" y="1638712"/>
            <a:ext cx="733012" cy="307777"/>
          </a:xfrm>
          <a:prstGeom prst="rect">
            <a:avLst/>
          </a:prstGeom>
          <a:noFill/>
        </p:spPr>
        <p:txBody>
          <a:bodyPr wrap="square">
            <a:spAutoFit/>
          </a:bodyPr>
          <a:lstStyle/>
          <a:p>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部屋名</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65" name="四角形: 上の 2 つの角を丸める 64">
            <a:extLst>
              <a:ext uri="{FF2B5EF4-FFF2-40B4-BE49-F238E27FC236}">
                <a16:creationId xmlns:a16="http://schemas.microsoft.com/office/drawing/2014/main" id="{485868A1-CF69-A5FE-A572-8D4EF77871AE}"/>
              </a:ext>
            </a:extLst>
          </p:cNvPr>
          <p:cNvSpPr/>
          <p:nvPr/>
        </p:nvSpPr>
        <p:spPr>
          <a:xfrm>
            <a:off x="5622983" y="1590860"/>
            <a:ext cx="1822662" cy="369346"/>
          </a:xfrm>
          <a:prstGeom prst="round2SameRect">
            <a:avLst>
              <a:gd name="adj1" fmla="val 49508"/>
              <a:gd name="adj2" fmla="val 0"/>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73" name="テキスト ボックス 72">
            <a:extLst>
              <a:ext uri="{FF2B5EF4-FFF2-40B4-BE49-F238E27FC236}">
                <a16:creationId xmlns:a16="http://schemas.microsoft.com/office/drawing/2014/main" id="{3518D15F-2225-1B2C-1090-334F0E606588}"/>
              </a:ext>
            </a:extLst>
          </p:cNvPr>
          <p:cNvSpPr txBox="1"/>
          <p:nvPr/>
        </p:nvSpPr>
        <p:spPr>
          <a:xfrm>
            <a:off x="5517922" y="1598089"/>
            <a:ext cx="733012" cy="338554"/>
          </a:xfrm>
          <a:prstGeom prst="rect">
            <a:avLst/>
          </a:prstGeom>
          <a:noFill/>
        </p:spPr>
        <p:txBody>
          <a:bodyPr wrap="square">
            <a:spAutoFit/>
          </a:bodyPr>
          <a:lstStyle/>
          <a:p>
            <a:pPr algn="ctr"/>
            <a:r>
              <a:rPr lang="en-US" altLang="ja-JP" sz="1400">
                <a:solidFill>
                  <a:schemeClr val="accent6">
                    <a:lumMod val="75000"/>
                  </a:schemeClr>
                </a:solidFill>
                <a:latin typeface="原稿用標準書体" panose="03000503000000000000" pitchFamily="66" charset="-128"/>
                <a:ea typeface="原稿用標準書体" panose="03000503000000000000" pitchFamily="66" charset="-128"/>
              </a:rPr>
              <a:t>Lv</a:t>
            </a:r>
            <a:r>
              <a:rPr lang="en-US" altLang="ja-JP" sz="1600">
                <a:solidFill>
                  <a:schemeClr val="accent6">
                    <a:lumMod val="75000"/>
                  </a:schemeClr>
                </a:solidFill>
                <a:latin typeface="原稿用標準書体" panose="03000503000000000000" pitchFamily="66" charset="-128"/>
                <a:ea typeface="原稿用標準書体" panose="03000503000000000000" pitchFamily="66" charset="-128"/>
              </a:rPr>
              <a:t>0</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80" name="テキスト ボックス 79">
            <a:extLst>
              <a:ext uri="{FF2B5EF4-FFF2-40B4-BE49-F238E27FC236}">
                <a16:creationId xmlns:a16="http://schemas.microsoft.com/office/drawing/2014/main" id="{37DAE4AE-9357-4F61-9682-258A448A3AB3}"/>
              </a:ext>
            </a:extLst>
          </p:cNvPr>
          <p:cNvSpPr txBox="1"/>
          <p:nvPr/>
        </p:nvSpPr>
        <p:spPr>
          <a:xfrm>
            <a:off x="6614108" y="1613478"/>
            <a:ext cx="733012" cy="307777"/>
          </a:xfrm>
          <a:prstGeom prst="rect">
            <a:avLst/>
          </a:prstGeom>
          <a:noFill/>
        </p:spPr>
        <p:txBody>
          <a:bodyPr wrap="square">
            <a:spAutoFit/>
          </a:bodyPr>
          <a:lstStyle/>
          <a:p>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部屋名</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83" name="四角形: 上の 2 つの角を丸める 82">
            <a:extLst>
              <a:ext uri="{FF2B5EF4-FFF2-40B4-BE49-F238E27FC236}">
                <a16:creationId xmlns:a16="http://schemas.microsoft.com/office/drawing/2014/main" id="{5331F1A5-1E5A-A7E3-13D9-0AAA7C630A57}"/>
              </a:ext>
            </a:extLst>
          </p:cNvPr>
          <p:cNvSpPr/>
          <p:nvPr/>
        </p:nvSpPr>
        <p:spPr>
          <a:xfrm>
            <a:off x="8158179" y="1594480"/>
            <a:ext cx="1822662" cy="369346"/>
          </a:xfrm>
          <a:prstGeom prst="round2SameRect">
            <a:avLst>
              <a:gd name="adj1" fmla="val 49508"/>
              <a:gd name="adj2" fmla="val 0"/>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86" name="テキスト ボックス 85">
            <a:extLst>
              <a:ext uri="{FF2B5EF4-FFF2-40B4-BE49-F238E27FC236}">
                <a16:creationId xmlns:a16="http://schemas.microsoft.com/office/drawing/2014/main" id="{B8F81106-31EA-8CAF-E600-64E0F9D9C98A}"/>
              </a:ext>
            </a:extLst>
          </p:cNvPr>
          <p:cNvSpPr txBox="1"/>
          <p:nvPr/>
        </p:nvSpPr>
        <p:spPr>
          <a:xfrm>
            <a:off x="8053118" y="1601709"/>
            <a:ext cx="733012" cy="338554"/>
          </a:xfrm>
          <a:prstGeom prst="rect">
            <a:avLst/>
          </a:prstGeom>
          <a:noFill/>
        </p:spPr>
        <p:txBody>
          <a:bodyPr wrap="square">
            <a:spAutoFit/>
          </a:bodyPr>
          <a:lstStyle/>
          <a:p>
            <a:pPr algn="ctr"/>
            <a:r>
              <a:rPr lang="en-US" altLang="ja-JP" sz="1400">
                <a:solidFill>
                  <a:schemeClr val="accent6">
                    <a:lumMod val="75000"/>
                  </a:schemeClr>
                </a:solidFill>
                <a:latin typeface="原稿用標準書体" panose="03000503000000000000" pitchFamily="66" charset="-128"/>
                <a:ea typeface="原稿用標準書体" panose="03000503000000000000" pitchFamily="66" charset="-128"/>
              </a:rPr>
              <a:t>Lv</a:t>
            </a:r>
            <a:r>
              <a:rPr lang="en-US" altLang="ja-JP" sz="1600">
                <a:solidFill>
                  <a:schemeClr val="accent6">
                    <a:lumMod val="75000"/>
                  </a:schemeClr>
                </a:solidFill>
                <a:latin typeface="原稿用標準書体" panose="03000503000000000000" pitchFamily="66" charset="-128"/>
                <a:ea typeface="原稿用標準書体" panose="03000503000000000000" pitchFamily="66" charset="-128"/>
              </a:rPr>
              <a:t>0</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90" name="テキスト ボックス 89">
            <a:extLst>
              <a:ext uri="{FF2B5EF4-FFF2-40B4-BE49-F238E27FC236}">
                <a16:creationId xmlns:a16="http://schemas.microsoft.com/office/drawing/2014/main" id="{54403663-12A8-CBB2-B206-DAB54F55B6DF}"/>
              </a:ext>
            </a:extLst>
          </p:cNvPr>
          <p:cNvSpPr txBox="1"/>
          <p:nvPr/>
        </p:nvSpPr>
        <p:spPr>
          <a:xfrm>
            <a:off x="9149304" y="1617098"/>
            <a:ext cx="733012" cy="307777"/>
          </a:xfrm>
          <a:prstGeom prst="rect">
            <a:avLst/>
          </a:prstGeom>
          <a:noFill/>
        </p:spPr>
        <p:txBody>
          <a:bodyPr wrap="square">
            <a:spAutoFit/>
          </a:bodyPr>
          <a:lstStyle/>
          <a:p>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部屋名</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94" name="四角形: 上の 2 つの角を丸める 93">
            <a:extLst>
              <a:ext uri="{FF2B5EF4-FFF2-40B4-BE49-F238E27FC236}">
                <a16:creationId xmlns:a16="http://schemas.microsoft.com/office/drawing/2014/main" id="{2497989D-B747-2D87-B11D-19BC23BD0BA4}"/>
              </a:ext>
            </a:extLst>
          </p:cNvPr>
          <p:cNvSpPr/>
          <p:nvPr/>
        </p:nvSpPr>
        <p:spPr>
          <a:xfrm>
            <a:off x="3113788" y="2967515"/>
            <a:ext cx="1822662" cy="369346"/>
          </a:xfrm>
          <a:prstGeom prst="round2SameRect">
            <a:avLst>
              <a:gd name="adj1" fmla="val 49508"/>
              <a:gd name="adj2" fmla="val 0"/>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97" name="テキスト ボックス 96">
            <a:extLst>
              <a:ext uri="{FF2B5EF4-FFF2-40B4-BE49-F238E27FC236}">
                <a16:creationId xmlns:a16="http://schemas.microsoft.com/office/drawing/2014/main" id="{AFC4C5DD-5478-0135-8791-C200FFDCEEA2}"/>
              </a:ext>
            </a:extLst>
          </p:cNvPr>
          <p:cNvSpPr txBox="1"/>
          <p:nvPr/>
        </p:nvSpPr>
        <p:spPr>
          <a:xfrm>
            <a:off x="3008727" y="2974744"/>
            <a:ext cx="733012" cy="338554"/>
          </a:xfrm>
          <a:prstGeom prst="rect">
            <a:avLst/>
          </a:prstGeom>
          <a:noFill/>
        </p:spPr>
        <p:txBody>
          <a:bodyPr wrap="square">
            <a:spAutoFit/>
          </a:bodyPr>
          <a:lstStyle/>
          <a:p>
            <a:pPr algn="ctr"/>
            <a:r>
              <a:rPr lang="en-US" altLang="ja-JP" sz="1400">
                <a:solidFill>
                  <a:schemeClr val="accent6">
                    <a:lumMod val="75000"/>
                  </a:schemeClr>
                </a:solidFill>
                <a:latin typeface="原稿用標準書体" panose="03000503000000000000" pitchFamily="66" charset="-128"/>
                <a:ea typeface="原稿用標準書体" panose="03000503000000000000" pitchFamily="66" charset="-128"/>
              </a:rPr>
              <a:t>Lv</a:t>
            </a:r>
            <a:r>
              <a:rPr lang="en-US" altLang="ja-JP" sz="1600">
                <a:solidFill>
                  <a:schemeClr val="accent6">
                    <a:lumMod val="75000"/>
                  </a:schemeClr>
                </a:solidFill>
                <a:latin typeface="原稿用標準書体" panose="03000503000000000000" pitchFamily="66" charset="-128"/>
                <a:ea typeface="原稿用標準書体" panose="03000503000000000000" pitchFamily="66" charset="-128"/>
              </a:rPr>
              <a:t>0</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102" name="テキスト ボックス 101">
            <a:extLst>
              <a:ext uri="{FF2B5EF4-FFF2-40B4-BE49-F238E27FC236}">
                <a16:creationId xmlns:a16="http://schemas.microsoft.com/office/drawing/2014/main" id="{C17DB05F-AD3B-7436-7E17-5C7F4DF40BC7}"/>
              </a:ext>
            </a:extLst>
          </p:cNvPr>
          <p:cNvSpPr txBox="1"/>
          <p:nvPr/>
        </p:nvSpPr>
        <p:spPr>
          <a:xfrm>
            <a:off x="4104913" y="2990133"/>
            <a:ext cx="733012" cy="307777"/>
          </a:xfrm>
          <a:prstGeom prst="rect">
            <a:avLst/>
          </a:prstGeom>
          <a:noFill/>
        </p:spPr>
        <p:txBody>
          <a:bodyPr wrap="square">
            <a:spAutoFit/>
          </a:bodyPr>
          <a:lstStyle/>
          <a:p>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部屋名</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64" name="正方形/長方形 63">
            <a:extLst>
              <a:ext uri="{FF2B5EF4-FFF2-40B4-BE49-F238E27FC236}">
                <a16:creationId xmlns:a16="http://schemas.microsoft.com/office/drawing/2014/main" id="{CB11158C-3B11-9A75-CB6B-5E7A8B6A11D6}"/>
              </a:ext>
            </a:extLst>
          </p:cNvPr>
          <p:cNvSpPr>
            <a:spLocks/>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0" name="四角形: 角を丸くする 69">
            <a:extLst>
              <a:ext uri="{FF2B5EF4-FFF2-40B4-BE49-F238E27FC236}">
                <a16:creationId xmlns:a16="http://schemas.microsoft.com/office/drawing/2014/main" id="{F1C46E87-16DE-6AC7-266D-6DD784391885}"/>
              </a:ext>
            </a:extLst>
          </p:cNvPr>
          <p:cNvSpPr/>
          <p:nvPr/>
        </p:nvSpPr>
        <p:spPr>
          <a:xfrm>
            <a:off x="3154916" y="1541088"/>
            <a:ext cx="5872517" cy="3640397"/>
          </a:xfrm>
          <a:prstGeom prst="roundRect">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6" name="四角形: 角を丸くする 75">
            <a:extLst>
              <a:ext uri="{FF2B5EF4-FFF2-40B4-BE49-F238E27FC236}">
                <a16:creationId xmlns:a16="http://schemas.microsoft.com/office/drawing/2014/main" id="{B8C2ECC1-EC8B-76B7-F37C-04B3AF0C486A}"/>
              </a:ext>
            </a:extLst>
          </p:cNvPr>
          <p:cNvSpPr/>
          <p:nvPr/>
        </p:nvSpPr>
        <p:spPr>
          <a:xfrm>
            <a:off x="5026886" y="4236816"/>
            <a:ext cx="2138224" cy="767022"/>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a:latin typeface="和音 Joyo R" panose="00000500000000000000" pitchFamily="50" charset="-128"/>
                <a:ea typeface="和音 Joyo R" panose="00000500000000000000" pitchFamily="50" charset="-128"/>
              </a:rPr>
              <a:t>閉じる</a:t>
            </a:r>
            <a:endParaRPr kumimoji="1" lang="ja-JP" altLang="en-US" sz="2400" dirty="0">
              <a:latin typeface="和音 Joyo R" panose="00000500000000000000" pitchFamily="50" charset="-128"/>
              <a:ea typeface="和音 Joyo R" panose="00000500000000000000" pitchFamily="50" charset="-128"/>
            </a:endParaRPr>
          </a:p>
        </p:txBody>
      </p:sp>
      <p:sp>
        <p:nvSpPr>
          <p:cNvPr id="81" name="テキスト ボックス 80">
            <a:extLst>
              <a:ext uri="{FF2B5EF4-FFF2-40B4-BE49-F238E27FC236}">
                <a16:creationId xmlns:a16="http://schemas.microsoft.com/office/drawing/2014/main" id="{2503B353-5511-BB4D-7D93-801702B40844}"/>
              </a:ext>
            </a:extLst>
          </p:cNvPr>
          <p:cNvSpPr txBox="1"/>
          <p:nvPr/>
        </p:nvSpPr>
        <p:spPr>
          <a:xfrm>
            <a:off x="5695889" y="1660843"/>
            <a:ext cx="800219" cy="461665"/>
          </a:xfrm>
          <a:prstGeom prst="rect">
            <a:avLst/>
          </a:prstGeom>
          <a:noFill/>
        </p:spPr>
        <p:txBody>
          <a:bodyPr wrap="none" rtlCol="0">
            <a:spAutoFit/>
          </a:bodyPr>
          <a:lstStyle/>
          <a:p>
            <a:pPr algn="ctr"/>
            <a:r>
              <a:rPr kumimoji="1" lang="ja-JP" altLang="en-US"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獲得</a:t>
            </a:r>
            <a:endParaRPr kumimoji="1" lang="ja-JP" altLang="en-US" sz="24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82" name="正方形/長方形 81">
            <a:extLst>
              <a:ext uri="{FF2B5EF4-FFF2-40B4-BE49-F238E27FC236}">
                <a16:creationId xmlns:a16="http://schemas.microsoft.com/office/drawing/2014/main" id="{DC36D628-9305-C596-9516-783A6FB67A5C}"/>
              </a:ext>
            </a:extLst>
          </p:cNvPr>
          <p:cNvSpPr/>
          <p:nvPr/>
        </p:nvSpPr>
        <p:spPr>
          <a:xfrm>
            <a:off x="3154916" y="2360267"/>
            <a:ext cx="5872517" cy="678011"/>
          </a:xfrm>
          <a:prstGeom prst="rect">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6" name="正方形/長方形 95">
            <a:extLst>
              <a:ext uri="{FF2B5EF4-FFF2-40B4-BE49-F238E27FC236}">
                <a16:creationId xmlns:a16="http://schemas.microsoft.com/office/drawing/2014/main" id="{14D39039-D1AD-7B15-0C5C-5F364F598303}"/>
              </a:ext>
            </a:extLst>
          </p:cNvPr>
          <p:cNvSpPr/>
          <p:nvPr/>
        </p:nvSpPr>
        <p:spPr>
          <a:xfrm>
            <a:off x="3154916" y="3333500"/>
            <a:ext cx="5872517" cy="678011"/>
          </a:xfrm>
          <a:prstGeom prst="rect">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8" name="二等辺三角形 97">
            <a:extLst>
              <a:ext uri="{FF2B5EF4-FFF2-40B4-BE49-F238E27FC236}">
                <a16:creationId xmlns:a16="http://schemas.microsoft.com/office/drawing/2014/main" id="{AB83A514-C028-EFE9-0183-9418F78FB1FE}"/>
              </a:ext>
            </a:extLst>
          </p:cNvPr>
          <p:cNvSpPr/>
          <p:nvPr/>
        </p:nvSpPr>
        <p:spPr>
          <a:xfrm rot="5400000">
            <a:off x="5849025" y="2490523"/>
            <a:ext cx="484299" cy="417499"/>
          </a:xfrm>
          <a:prstGeom prst="triangl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15" name="グループ化 114">
            <a:extLst>
              <a:ext uri="{FF2B5EF4-FFF2-40B4-BE49-F238E27FC236}">
                <a16:creationId xmlns:a16="http://schemas.microsoft.com/office/drawing/2014/main" id="{2A309B25-B872-7994-154F-23B6DC961446}"/>
              </a:ext>
            </a:extLst>
          </p:cNvPr>
          <p:cNvGrpSpPr/>
          <p:nvPr/>
        </p:nvGrpSpPr>
        <p:grpSpPr>
          <a:xfrm>
            <a:off x="6437296" y="2478312"/>
            <a:ext cx="2273449" cy="438046"/>
            <a:chOff x="6437296" y="2480249"/>
            <a:chExt cx="2273449" cy="438046"/>
          </a:xfrm>
        </p:grpSpPr>
        <p:grpSp>
          <p:nvGrpSpPr>
            <p:cNvPr id="84" name="グループ化 83">
              <a:extLst>
                <a:ext uri="{FF2B5EF4-FFF2-40B4-BE49-F238E27FC236}">
                  <a16:creationId xmlns:a16="http://schemas.microsoft.com/office/drawing/2014/main" id="{A26D2B2B-DDC0-E1FB-CC6C-A4ADDFFFEC24}"/>
                </a:ext>
              </a:extLst>
            </p:cNvPr>
            <p:cNvGrpSpPr/>
            <p:nvPr/>
          </p:nvGrpSpPr>
          <p:grpSpPr>
            <a:xfrm>
              <a:off x="6437296" y="2480249"/>
              <a:ext cx="2273449" cy="438046"/>
              <a:chOff x="4890326" y="3796691"/>
              <a:chExt cx="2273449" cy="438046"/>
            </a:xfrm>
          </p:grpSpPr>
          <p:sp>
            <p:nvSpPr>
              <p:cNvPr id="88" name="四角形: 角を丸くする 87">
                <a:extLst>
                  <a:ext uri="{FF2B5EF4-FFF2-40B4-BE49-F238E27FC236}">
                    <a16:creationId xmlns:a16="http://schemas.microsoft.com/office/drawing/2014/main" id="{5E9FAE55-B23B-74DA-03FF-BE34283FD0DD}"/>
                  </a:ext>
                </a:extLst>
              </p:cNvPr>
              <p:cNvSpPr/>
              <p:nvPr/>
            </p:nvSpPr>
            <p:spPr>
              <a:xfrm>
                <a:off x="4890326" y="3796691"/>
                <a:ext cx="1047209" cy="438046"/>
              </a:xfrm>
              <a:prstGeom prst="roundRect">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1" name="テキスト ボックス 90">
                <a:extLst>
                  <a:ext uri="{FF2B5EF4-FFF2-40B4-BE49-F238E27FC236}">
                    <a16:creationId xmlns:a16="http://schemas.microsoft.com/office/drawing/2014/main" id="{A61B0855-184A-6433-6D89-096462FF3B93}"/>
                  </a:ext>
                </a:extLst>
              </p:cNvPr>
              <p:cNvSpPr txBox="1"/>
              <p:nvPr/>
            </p:nvSpPr>
            <p:spPr>
              <a:xfrm>
                <a:off x="5068663" y="3877215"/>
                <a:ext cx="1039469"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所持数</a:t>
                </a:r>
              </a:p>
            </p:txBody>
          </p:sp>
          <p:sp>
            <p:nvSpPr>
              <p:cNvPr id="92" name="テキスト ボックス 91">
                <a:extLst>
                  <a:ext uri="{FF2B5EF4-FFF2-40B4-BE49-F238E27FC236}">
                    <a16:creationId xmlns:a16="http://schemas.microsoft.com/office/drawing/2014/main" id="{4DE5E4C0-A5C3-06A7-AA28-8C5B2AD3AB57}"/>
                  </a:ext>
                </a:extLst>
              </p:cNvPr>
              <p:cNvSpPr txBox="1"/>
              <p:nvPr/>
            </p:nvSpPr>
            <p:spPr>
              <a:xfrm>
                <a:off x="6001316" y="3846437"/>
                <a:ext cx="1162459" cy="338554"/>
              </a:xfrm>
              <a:prstGeom prst="rect">
                <a:avLst/>
              </a:prstGeom>
              <a:noFill/>
            </p:spPr>
            <p:txBody>
              <a:bodyPr wrap="square" rtlCol="0">
                <a:spAutoFit/>
              </a:bodyPr>
              <a:lstStyle/>
              <a:p>
                <a:pPr algn="ctr"/>
                <a:r>
                  <a:rPr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000000000</a:t>
                </a:r>
                <a:endPar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04" name="グループ化 103">
              <a:extLst>
                <a:ext uri="{FF2B5EF4-FFF2-40B4-BE49-F238E27FC236}">
                  <a16:creationId xmlns:a16="http://schemas.microsoft.com/office/drawing/2014/main" id="{11CB2F0A-5C3F-76A8-71B7-FC6B34DA62F0}"/>
                </a:ext>
              </a:extLst>
            </p:cNvPr>
            <p:cNvGrpSpPr/>
            <p:nvPr/>
          </p:nvGrpSpPr>
          <p:grpSpPr>
            <a:xfrm>
              <a:off x="6520894" y="2554520"/>
              <a:ext cx="307777" cy="307777"/>
              <a:chOff x="7578010" y="689710"/>
              <a:chExt cx="307777" cy="307777"/>
            </a:xfrm>
          </p:grpSpPr>
          <p:sp>
            <p:nvSpPr>
              <p:cNvPr id="105" name="ハート 104">
                <a:extLst>
                  <a:ext uri="{FF2B5EF4-FFF2-40B4-BE49-F238E27FC236}">
                    <a16:creationId xmlns:a16="http://schemas.microsoft.com/office/drawing/2014/main" id="{E458228B-B29E-9425-9C04-5DC3FDCDDDDB}"/>
                  </a:ext>
                </a:extLst>
              </p:cNvPr>
              <p:cNvSpPr/>
              <p:nvPr/>
            </p:nvSpPr>
            <p:spPr>
              <a:xfrm>
                <a:off x="7578010" y="689710"/>
                <a:ext cx="307777" cy="307777"/>
              </a:xfrm>
              <a:prstGeom prst="hear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06" name="グループ化 105">
                <a:extLst>
                  <a:ext uri="{FF2B5EF4-FFF2-40B4-BE49-F238E27FC236}">
                    <a16:creationId xmlns:a16="http://schemas.microsoft.com/office/drawing/2014/main" id="{0F7CCD31-2CEA-5701-00E5-D592D6F9255B}"/>
                  </a:ext>
                </a:extLst>
              </p:cNvPr>
              <p:cNvGrpSpPr/>
              <p:nvPr/>
            </p:nvGrpSpPr>
            <p:grpSpPr>
              <a:xfrm>
                <a:off x="7703665" y="804545"/>
                <a:ext cx="105517" cy="121007"/>
                <a:chOff x="5667132" y="573275"/>
                <a:chExt cx="322931" cy="370337"/>
              </a:xfrm>
            </p:grpSpPr>
            <p:sp>
              <p:nvSpPr>
                <p:cNvPr id="110" name="楕円 109">
                  <a:extLst>
                    <a:ext uri="{FF2B5EF4-FFF2-40B4-BE49-F238E27FC236}">
                      <a16:creationId xmlns:a16="http://schemas.microsoft.com/office/drawing/2014/main" id="{52FCA6B9-3F6B-6649-06F5-313AE4731DF5}"/>
                    </a:ext>
                  </a:extLst>
                </p:cNvPr>
                <p:cNvSpPr/>
                <p:nvPr/>
              </p:nvSpPr>
              <p:spPr>
                <a:xfrm>
                  <a:off x="5667132" y="744490"/>
                  <a:ext cx="199122" cy="199122"/>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114" name="コネクタ: 曲線 113">
                  <a:extLst>
                    <a:ext uri="{FF2B5EF4-FFF2-40B4-BE49-F238E27FC236}">
                      <a16:creationId xmlns:a16="http://schemas.microsoft.com/office/drawing/2014/main" id="{2076EA68-630D-CAED-530D-52701AA07038}"/>
                    </a:ext>
                  </a:extLst>
                </p:cNvPr>
                <p:cNvCxnSpPr>
                  <a:cxnSpLocks/>
                  <a:stCxn id="110" idx="7"/>
                </p:cNvCxnSpPr>
                <p:nvPr/>
              </p:nvCxnSpPr>
              <p:spPr>
                <a:xfrm rot="5400000" flipH="1" flipV="1">
                  <a:off x="5813390" y="596978"/>
                  <a:ext cx="200376" cy="152970"/>
                </a:xfrm>
                <a:prstGeom prst="curvedConnector3">
                  <a:avLst/>
                </a:prstGeom>
                <a:ln w="38100" cap="rnd">
                  <a:solidFill>
                    <a:schemeClr val="accent6"/>
                  </a:solidFill>
                  <a:round/>
                </a:ln>
              </p:spPr>
              <p:style>
                <a:lnRef idx="2">
                  <a:schemeClr val="accent1"/>
                </a:lnRef>
                <a:fillRef idx="0">
                  <a:schemeClr val="accent1"/>
                </a:fillRef>
                <a:effectRef idx="1">
                  <a:schemeClr val="accent1"/>
                </a:effectRef>
                <a:fontRef idx="minor">
                  <a:schemeClr val="tx1"/>
                </a:fontRef>
              </p:style>
            </p:cxnSp>
          </p:grpSp>
          <p:grpSp>
            <p:nvGrpSpPr>
              <p:cNvPr id="107" name="グループ化 106">
                <a:extLst>
                  <a:ext uri="{FF2B5EF4-FFF2-40B4-BE49-F238E27FC236}">
                    <a16:creationId xmlns:a16="http://schemas.microsoft.com/office/drawing/2014/main" id="{7DCDA019-68EF-5879-B288-99F645B587E5}"/>
                  </a:ext>
                </a:extLst>
              </p:cNvPr>
              <p:cNvGrpSpPr/>
              <p:nvPr/>
            </p:nvGrpSpPr>
            <p:grpSpPr>
              <a:xfrm flipH="1">
                <a:off x="7627235" y="770446"/>
                <a:ext cx="84042" cy="96379"/>
                <a:chOff x="5667132" y="573275"/>
                <a:chExt cx="322931" cy="370337"/>
              </a:xfrm>
            </p:grpSpPr>
            <p:sp>
              <p:nvSpPr>
                <p:cNvPr id="108" name="楕円 107">
                  <a:extLst>
                    <a:ext uri="{FF2B5EF4-FFF2-40B4-BE49-F238E27FC236}">
                      <a16:creationId xmlns:a16="http://schemas.microsoft.com/office/drawing/2014/main" id="{28473554-4011-E8AD-22F0-25CC8A3D1506}"/>
                    </a:ext>
                  </a:extLst>
                </p:cNvPr>
                <p:cNvSpPr/>
                <p:nvPr/>
              </p:nvSpPr>
              <p:spPr>
                <a:xfrm>
                  <a:off x="5667132" y="744490"/>
                  <a:ext cx="199122" cy="199122"/>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109" name="コネクタ: 曲線 108">
                  <a:extLst>
                    <a:ext uri="{FF2B5EF4-FFF2-40B4-BE49-F238E27FC236}">
                      <a16:creationId xmlns:a16="http://schemas.microsoft.com/office/drawing/2014/main" id="{DBA09C31-7A22-D5C2-76EC-F0AF32AF1B9E}"/>
                    </a:ext>
                  </a:extLst>
                </p:cNvPr>
                <p:cNvCxnSpPr>
                  <a:cxnSpLocks/>
                  <a:stCxn id="108" idx="7"/>
                </p:cNvCxnSpPr>
                <p:nvPr/>
              </p:nvCxnSpPr>
              <p:spPr>
                <a:xfrm rot="5400000" flipH="1" flipV="1">
                  <a:off x="5813390" y="596978"/>
                  <a:ext cx="200376" cy="152970"/>
                </a:xfrm>
                <a:prstGeom prst="curvedConnector3">
                  <a:avLst/>
                </a:prstGeom>
                <a:ln w="25400" cap="rnd">
                  <a:solidFill>
                    <a:schemeClr val="accent6"/>
                  </a:solidFill>
                  <a:round/>
                </a:ln>
              </p:spPr>
              <p:style>
                <a:lnRef idx="2">
                  <a:schemeClr val="accent1"/>
                </a:lnRef>
                <a:fillRef idx="0">
                  <a:schemeClr val="accent1"/>
                </a:fillRef>
                <a:effectRef idx="1">
                  <a:schemeClr val="accent1"/>
                </a:effectRef>
                <a:fontRef idx="minor">
                  <a:schemeClr val="tx1"/>
                </a:fontRef>
              </p:style>
            </p:cxnSp>
          </p:grpSp>
        </p:grpSp>
      </p:grpSp>
      <p:sp>
        <p:nvSpPr>
          <p:cNvPr id="131" name="二等辺三角形 130">
            <a:extLst>
              <a:ext uri="{FF2B5EF4-FFF2-40B4-BE49-F238E27FC236}">
                <a16:creationId xmlns:a16="http://schemas.microsoft.com/office/drawing/2014/main" id="{9B47C602-D2B1-48F2-61EB-F955F10DAF28}"/>
              </a:ext>
            </a:extLst>
          </p:cNvPr>
          <p:cNvSpPr/>
          <p:nvPr/>
        </p:nvSpPr>
        <p:spPr>
          <a:xfrm rot="5400000">
            <a:off x="5849025" y="3463756"/>
            <a:ext cx="484299" cy="417499"/>
          </a:xfrm>
          <a:prstGeom prst="triangl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46" name="グループ化 145">
            <a:extLst>
              <a:ext uri="{FF2B5EF4-FFF2-40B4-BE49-F238E27FC236}">
                <a16:creationId xmlns:a16="http://schemas.microsoft.com/office/drawing/2014/main" id="{4FB985D5-364E-E419-B86D-715578A6360F}"/>
              </a:ext>
            </a:extLst>
          </p:cNvPr>
          <p:cNvGrpSpPr/>
          <p:nvPr/>
        </p:nvGrpSpPr>
        <p:grpSpPr>
          <a:xfrm>
            <a:off x="6437296" y="3455617"/>
            <a:ext cx="2273449" cy="438046"/>
            <a:chOff x="6437296" y="3453482"/>
            <a:chExt cx="2273449" cy="438046"/>
          </a:xfrm>
        </p:grpSpPr>
        <p:grpSp>
          <p:nvGrpSpPr>
            <p:cNvPr id="117" name="グループ化 116">
              <a:extLst>
                <a:ext uri="{FF2B5EF4-FFF2-40B4-BE49-F238E27FC236}">
                  <a16:creationId xmlns:a16="http://schemas.microsoft.com/office/drawing/2014/main" id="{2BBDD9F2-AE75-3A68-6FB5-52DF67754DAA}"/>
                </a:ext>
              </a:extLst>
            </p:cNvPr>
            <p:cNvGrpSpPr/>
            <p:nvPr/>
          </p:nvGrpSpPr>
          <p:grpSpPr>
            <a:xfrm>
              <a:off x="6437296" y="3453482"/>
              <a:ext cx="2273449" cy="438046"/>
              <a:chOff x="4890326" y="3796691"/>
              <a:chExt cx="2273449" cy="438046"/>
            </a:xfrm>
          </p:grpSpPr>
          <p:sp>
            <p:nvSpPr>
              <p:cNvPr id="127" name="四角形: 角を丸くする 126">
                <a:extLst>
                  <a:ext uri="{FF2B5EF4-FFF2-40B4-BE49-F238E27FC236}">
                    <a16:creationId xmlns:a16="http://schemas.microsoft.com/office/drawing/2014/main" id="{EA9ECD85-594F-9B2A-E0F4-A0997814B6D2}"/>
                  </a:ext>
                </a:extLst>
              </p:cNvPr>
              <p:cNvSpPr/>
              <p:nvPr/>
            </p:nvSpPr>
            <p:spPr>
              <a:xfrm>
                <a:off x="4890326" y="3796691"/>
                <a:ext cx="1047209" cy="438046"/>
              </a:xfrm>
              <a:prstGeom prst="roundRect">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8" name="テキスト ボックス 127">
                <a:extLst>
                  <a:ext uri="{FF2B5EF4-FFF2-40B4-BE49-F238E27FC236}">
                    <a16:creationId xmlns:a16="http://schemas.microsoft.com/office/drawing/2014/main" id="{1F9FE138-E441-25B3-B595-30C5385EFD04}"/>
                  </a:ext>
                </a:extLst>
              </p:cNvPr>
              <p:cNvSpPr txBox="1"/>
              <p:nvPr/>
            </p:nvSpPr>
            <p:spPr>
              <a:xfrm>
                <a:off x="5068663" y="3877215"/>
                <a:ext cx="1039469"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所持数</a:t>
                </a:r>
              </a:p>
            </p:txBody>
          </p:sp>
          <p:sp>
            <p:nvSpPr>
              <p:cNvPr id="129" name="テキスト ボックス 128">
                <a:extLst>
                  <a:ext uri="{FF2B5EF4-FFF2-40B4-BE49-F238E27FC236}">
                    <a16:creationId xmlns:a16="http://schemas.microsoft.com/office/drawing/2014/main" id="{60DAD710-0B3F-0140-CC8F-C995270FDA70}"/>
                  </a:ext>
                </a:extLst>
              </p:cNvPr>
              <p:cNvSpPr txBox="1"/>
              <p:nvPr/>
            </p:nvSpPr>
            <p:spPr>
              <a:xfrm>
                <a:off x="6001316" y="3846437"/>
                <a:ext cx="1162459" cy="338554"/>
              </a:xfrm>
              <a:prstGeom prst="rect">
                <a:avLst/>
              </a:prstGeom>
              <a:noFill/>
            </p:spPr>
            <p:txBody>
              <a:bodyPr wrap="square" rtlCol="0">
                <a:spAutoFit/>
              </a:bodyPr>
              <a:lstStyle/>
              <a:p>
                <a:pPr algn="ctr"/>
                <a:r>
                  <a:rPr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000000000</a:t>
                </a:r>
                <a:endPar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35" name="グループ化 134">
              <a:extLst>
                <a:ext uri="{FF2B5EF4-FFF2-40B4-BE49-F238E27FC236}">
                  <a16:creationId xmlns:a16="http://schemas.microsoft.com/office/drawing/2014/main" id="{73C2684B-F75E-C152-B5D4-BF80F2BAA998}"/>
                </a:ext>
              </a:extLst>
            </p:cNvPr>
            <p:cNvGrpSpPr/>
            <p:nvPr/>
          </p:nvGrpSpPr>
          <p:grpSpPr>
            <a:xfrm>
              <a:off x="6543645" y="3540774"/>
              <a:ext cx="211026" cy="279530"/>
              <a:chOff x="8604191" y="699940"/>
              <a:chExt cx="211026" cy="279530"/>
            </a:xfrm>
          </p:grpSpPr>
          <p:grpSp>
            <p:nvGrpSpPr>
              <p:cNvPr id="138" name="グループ化 137">
                <a:extLst>
                  <a:ext uri="{FF2B5EF4-FFF2-40B4-BE49-F238E27FC236}">
                    <a16:creationId xmlns:a16="http://schemas.microsoft.com/office/drawing/2014/main" id="{22165984-7CB1-F896-B2E1-6D79260B625D}"/>
                  </a:ext>
                </a:extLst>
              </p:cNvPr>
              <p:cNvGrpSpPr/>
              <p:nvPr/>
            </p:nvGrpSpPr>
            <p:grpSpPr>
              <a:xfrm>
                <a:off x="8604191" y="699940"/>
                <a:ext cx="211026" cy="279530"/>
                <a:chOff x="8604191" y="672399"/>
                <a:chExt cx="211026" cy="279530"/>
              </a:xfrm>
            </p:grpSpPr>
            <p:cxnSp>
              <p:nvCxnSpPr>
                <p:cNvPr id="141" name="コネクタ: カギ線 140">
                  <a:extLst>
                    <a:ext uri="{FF2B5EF4-FFF2-40B4-BE49-F238E27FC236}">
                      <a16:creationId xmlns:a16="http://schemas.microsoft.com/office/drawing/2014/main" id="{C02F4562-BFA9-45C3-39B1-21C59075B48E}"/>
                    </a:ext>
                  </a:extLst>
                </p:cNvPr>
                <p:cNvCxnSpPr>
                  <a:cxnSpLocks/>
                </p:cNvCxnSpPr>
                <p:nvPr/>
              </p:nvCxnSpPr>
              <p:spPr>
                <a:xfrm rot="16200000" flipH="1">
                  <a:off x="8604191" y="740903"/>
                  <a:ext cx="211026" cy="211026"/>
                </a:xfrm>
                <a:prstGeom prst="bentConnector3">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142" name="直線コネクタ 141">
                  <a:extLst>
                    <a:ext uri="{FF2B5EF4-FFF2-40B4-BE49-F238E27FC236}">
                      <a16:creationId xmlns:a16="http://schemas.microsoft.com/office/drawing/2014/main" id="{742289EF-06B4-791E-B2BC-055CA33070D1}"/>
                    </a:ext>
                  </a:extLst>
                </p:cNvPr>
                <p:cNvCxnSpPr>
                  <a:cxnSpLocks/>
                </p:cNvCxnSpPr>
                <p:nvPr/>
              </p:nvCxnSpPr>
              <p:spPr>
                <a:xfrm>
                  <a:off x="8706065" y="725136"/>
                  <a:ext cx="0" cy="22387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143" name="直線コネクタ 142">
                  <a:extLst>
                    <a:ext uri="{FF2B5EF4-FFF2-40B4-BE49-F238E27FC236}">
                      <a16:creationId xmlns:a16="http://schemas.microsoft.com/office/drawing/2014/main" id="{2F5C2E56-05EE-B2EA-B9E6-DCBAECE38E03}"/>
                    </a:ext>
                  </a:extLst>
                </p:cNvPr>
                <p:cNvCxnSpPr>
                  <a:cxnSpLocks/>
                </p:cNvCxnSpPr>
                <p:nvPr/>
              </p:nvCxnSpPr>
              <p:spPr>
                <a:xfrm>
                  <a:off x="8653289" y="672403"/>
                  <a:ext cx="43248" cy="59906"/>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145" name="直線コネクタ 144">
                  <a:extLst>
                    <a:ext uri="{FF2B5EF4-FFF2-40B4-BE49-F238E27FC236}">
                      <a16:creationId xmlns:a16="http://schemas.microsoft.com/office/drawing/2014/main" id="{E61EF375-A179-B297-12D0-3260035A0E65}"/>
                    </a:ext>
                  </a:extLst>
                </p:cNvPr>
                <p:cNvCxnSpPr>
                  <a:cxnSpLocks/>
                </p:cNvCxnSpPr>
                <p:nvPr/>
              </p:nvCxnSpPr>
              <p:spPr>
                <a:xfrm flipH="1">
                  <a:off x="8712819" y="672399"/>
                  <a:ext cx="43248" cy="59906"/>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grpSp>
          <p:cxnSp>
            <p:nvCxnSpPr>
              <p:cNvPr id="139" name="直線コネクタ 138">
                <a:extLst>
                  <a:ext uri="{FF2B5EF4-FFF2-40B4-BE49-F238E27FC236}">
                    <a16:creationId xmlns:a16="http://schemas.microsoft.com/office/drawing/2014/main" id="{CA7A71FB-595F-590F-416B-38472A702D33}"/>
                  </a:ext>
                </a:extLst>
              </p:cNvPr>
              <p:cNvCxnSpPr>
                <a:cxnSpLocks/>
              </p:cNvCxnSpPr>
              <p:nvPr/>
            </p:nvCxnSpPr>
            <p:spPr>
              <a:xfrm flipH="1">
                <a:off x="8645440" y="819427"/>
                <a:ext cx="134580" cy="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140" name="直線コネクタ 139">
                <a:extLst>
                  <a:ext uri="{FF2B5EF4-FFF2-40B4-BE49-F238E27FC236}">
                    <a16:creationId xmlns:a16="http://schemas.microsoft.com/office/drawing/2014/main" id="{4630F227-664E-5272-7443-DF83E618E786}"/>
                  </a:ext>
                </a:extLst>
              </p:cNvPr>
              <p:cNvCxnSpPr>
                <a:cxnSpLocks/>
              </p:cNvCxnSpPr>
              <p:nvPr/>
            </p:nvCxnSpPr>
            <p:spPr>
              <a:xfrm flipH="1">
                <a:off x="8645440" y="925877"/>
                <a:ext cx="134580" cy="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grpSp>
      </p:grpSp>
      <p:grpSp>
        <p:nvGrpSpPr>
          <p:cNvPr id="147" name="グループ化 146">
            <a:extLst>
              <a:ext uri="{FF2B5EF4-FFF2-40B4-BE49-F238E27FC236}">
                <a16:creationId xmlns:a16="http://schemas.microsoft.com/office/drawing/2014/main" id="{4D6CE75C-2668-32F4-1F9C-54E63EE32BC7}"/>
              </a:ext>
            </a:extLst>
          </p:cNvPr>
          <p:cNvGrpSpPr/>
          <p:nvPr/>
        </p:nvGrpSpPr>
        <p:grpSpPr>
          <a:xfrm>
            <a:off x="3499218" y="2478312"/>
            <a:ext cx="2273449" cy="438046"/>
            <a:chOff x="6437296" y="2480249"/>
            <a:chExt cx="2273449" cy="438046"/>
          </a:xfrm>
        </p:grpSpPr>
        <p:grpSp>
          <p:nvGrpSpPr>
            <p:cNvPr id="149" name="グループ化 148">
              <a:extLst>
                <a:ext uri="{FF2B5EF4-FFF2-40B4-BE49-F238E27FC236}">
                  <a16:creationId xmlns:a16="http://schemas.microsoft.com/office/drawing/2014/main" id="{B0A80E40-5D70-68BC-720F-8D184D68DD53}"/>
                </a:ext>
              </a:extLst>
            </p:cNvPr>
            <p:cNvGrpSpPr/>
            <p:nvPr/>
          </p:nvGrpSpPr>
          <p:grpSpPr>
            <a:xfrm>
              <a:off x="6437296" y="2480249"/>
              <a:ext cx="2273449" cy="438046"/>
              <a:chOff x="4890326" y="3796691"/>
              <a:chExt cx="2273449" cy="438046"/>
            </a:xfrm>
          </p:grpSpPr>
          <p:sp>
            <p:nvSpPr>
              <p:cNvPr id="173" name="四角形: 角を丸くする 172">
                <a:extLst>
                  <a:ext uri="{FF2B5EF4-FFF2-40B4-BE49-F238E27FC236}">
                    <a16:creationId xmlns:a16="http://schemas.microsoft.com/office/drawing/2014/main" id="{22F9A96A-7AFE-49D6-24ED-EAD8D4879DD5}"/>
                  </a:ext>
                </a:extLst>
              </p:cNvPr>
              <p:cNvSpPr/>
              <p:nvPr/>
            </p:nvSpPr>
            <p:spPr>
              <a:xfrm>
                <a:off x="4890326" y="3796691"/>
                <a:ext cx="1047209" cy="438046"/>
              </a:xfrm>
              <a:prstGeom prst="round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4" name="テキスト ボックス 173">
                <a:extLst>
                  <a:ext uri="{FF2B5EF4-FFF2-40B4-BE49-F238E27FC236}">
                    <a16:creationId xmlns:a16="http://schemas.microsoft.com/office/drawing/2014/main" id="{22313DF9-3BD9-2282-B2E0-46C6DEBB54DC}"/>
                  </a:ext>
                </a:extLst>
              </p:cNvPr>
              <p:cNvSpPr txBox="1"/>
              <p:nvPr/>
            </p:nvSpPr>
            <p:spPr>
              <a:xfrm>
                <a:off x="5068663" y="3877215"/>
                <a:ext cx="1039469"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獲得数</a:t>
                </a:r>
              </a:p>
            </p:txBody>
          </p:sp>
          <p:sp>
            <p:nvSpPr>
              <p:cNvPr id="176" name="テキスト ボックス 175">
                <a:extLst>
                  <a:ext uri="{FF2B5EF4-FFF2-40B4-BE49-F238E27FC236}">
                    <a16:creationId xmlns:a16="http://schemas.microsoft.com/office/drawing/2014/main" id="{B7905237-2411-A802-8E92-0807CB01F2AA}"/>
                  </a:ext>
                </a:extLst>
              </p:cNvPr>
              <p:cNvSpPr txBox="1"/>
              <p:nvPr/>
            </p:nvSpPr>
            <p:spPr>
              <a:xfrm>
                <a:off x="6001316" y="3846437"/>
                <a:ext cx="1162459" cy="338554"/>
              </a:xfrm>
              <a:prstGeom prst="rect">
                <a:avLst/>
              </a:prstGeom>
              <a:noFill/>
            </p:spPr>
            <p:txBody>
              <a:bodyPr wrap="square" rtlCol="0">
                <a:spAutoFit/>
              </a:bodyPr>
              <a:lstStyle/>
              <a:p>
                <a:pPr algn="ctr"/>
                <a:r>
                  <a:rPr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000000000</a:t>
                </a:r>
                <a:endPar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59" name="グループ化 158">
              <a:extLst>
                <a:ext uri="{FF2B5EF4-FFF2-40B4-BE49-F238E27FC236}">
                  <a16:creationId xmlns:a16="http://schemas.microsoft.com/office/drawing/2014/main" id="{1A35260B-2922-F85C-05A8-E8F3A72AA5B8}"/>
                </a:ext>
              </a:extLst>
            </p:cNvPr>
            <p:cNvGrpSpPr/>
            <p:nvPr/>
          </p:nvGrpSpPr>
          <p:grpSpPr>
            <a:xfrm>
              <a:off x="6520894" y="2554520"/>
              <a:ext cx="307777" cy="307777"/>
              <a:chOff x="7578010" y="689710"/>
              <a:chExt cx="307777" cy="307777"/>
            </a:xfrm>
          </p:grpSpPr>
          <p:sp>
            <p:nvSpPr>
              <p:cNvPr id="160" name="ハート 159">
                <a:extLst>
                  <a:ext uri="{FF2B5EF4-FFF2-40B4-BE49-F238E27FC236}">
                    <a16:creationId xmlns:a16="http://schemas.microsoft.com/office/drawing/2014/main" id="{81B26329-3AB3-6D2D-F30B-2C03866A5E50}"/>
                  </a:ext>
                </a:extLst>
              </p:cNvPr>
              <p:cNvSpPr/>
              <p:nvPr/>
            </p:nvSpPr>
            <p:spPr>
              <a:xfrm>
                <a:off x="7578010" y="689710"/>
                <a:ext cx="307777" cy="307777"/>
              </a:xfrm>
              <a:prstGeom prst="hear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61" name="グループ化 160">
                <a:extLst>
                  <a:ext uri="{FF2B5EF4-FFF2-40B4-BE49-F238E27FC236}">
                    <a16:creationId xmlns:a16="http://schemas.microsoft.com/office/drawing/2014/main" id="{5F56C6C5-68EF-3C26-0A5F-17226FA7D30A}"/>
                  </a:ext>
                </a:extLst>
              </p:cNvPr>
              <p:cNvGrpSpPr/>
              <p:nvPr/>
            </p:nvGrpSpPr>
            <p:grpSpPr>
              <a:xfrm>
                <a:off x="7703665" y="804545"/>
                <a:ext cx="105517" cy="121007"/>
                <a:chOff x="5667132" y="573275"/>
                <a:chExt cx="322931" cy="370337"/>
              </a:xfrm>
            </p:grpSpPr>
            <p:sp>
              <p:nvSpPr>
                <p:cNvPr id="168" name="楕円 167">
                  <a:extLst>
                    <a:ext uri="{FF2B5EF4-FFF2-40B4-BE49-F238E27FC236}">
                      <a16:creationId xmlns:a16="http://schemas.microsoft.com/office/drawing/2014/main" id="{950464F6-0221-F308-E564-81E233AC6643}"/>
                    </a:ext>
                  </a:extLst>
                </p:cNvPr>
                <p:cNvSpPr/>
                <p:nvPr/>
              </p:nvSpPr>
              <p:spPr>
                <a:xfrm>
                  <a:off x="5667132" y="744490"/>
                  <a:ext cx="199122" cy="199122"/>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172" name="コネクタ: 曲線 171">
                  <a:extLst>
                    <a:ext uri="{FF2B5EF4-FFF2-40B4-BE49-F238E27FC236}">
                      <a16:creationId xmlns:a16="http://schemas.microsoft.com/office/drawing/2014/main" id="{4AA7B3A4-772F-D549-011E-CCE97AF08B3A}"/>
                    </a:ext>
                  </a:extLst>
                </p:cNvPr>
                <p:cNvCxnSpPr>
                  <a:cxnSpLocks/>
                  <a:stCxn id="168" idx="7"/>
                </p:cNvCxnSpPr>
                <p:nvPr/>
              </p:nvCxnSpPr>
              <p:spPr>
                <a:xfrm rot="5400000" flipH="1" flipV="1">
                  <a:off x="5813390" y="596978"/>
                  <a:ext cx="200376" cy="152970"/>
                </a:xfrm>
                <a:prstGeom prst="curvedConnector3">
                  <a:avLst/>
                </a:prstGeom>
                <a:ln w="38100" cap="rnd">
                  <a:solidFill>
                    <a:schemeClr val="accent6"/>
                  </a:solidFill>
                  <a:round/>
                </a:ln>
              </p:spPr>
              <p:style>
                <a:lnRef idx="2">
                  <a:schemeClr val="accent1"/>
                </a:lnRef>
                <a:fillRef idx="0">
                  <a:schemeClr val="accent1"/>
                </a:fillRef>
                <a:effectRef idx="1">
                  <a:schemeClr val="accent1"/>
                </a:effectRef>
                <a:fontRef idx="minor">
                  <a:schemeClr val="tx1"/>
                </a:fontRef>
              </p:style>
            </p:cxnSp>
          </p:grpSp>
          <p:grpSp>
            <p:nvGrpSpPr>
              <p:cNvPr id="163" name="グループ化 162">
                <a:extLst>
                  <a:ext uri="{FF2B5EF4-FFF2-40B4-BE49-F238E27FC236}">
                    <a16:creationId xmlns:a16="http://schemas.microsoft.com/office/drawing/2014/main" id="{06AA7134-4140-2982-6817-628F9B917331}"/>
                  </a:ext>
                </a:extLst>
              </p:cNvPr>
              <p:cNvGrpSpPr/>
              <p:nvPr/>
            </p:nvGrpSpPr>
            <p:grpSpPr>
              <a:xfrm flipH="1">
                <a:off x="7627235" y="770446"/>
                <a:ext cx="84042" cy="96379"/>
                <a:chOff x="5667132" y="573275"/>
                <a:chExt cx="322931" cy="370337"/>
              </a:xfrm>
            </p:grpSpPr>
            <p:sp>
              <p:nvSpPr>
                <p:cNvPr id="164" name="楕円 163">
                  <a:extLst>
                    <a:ext uri="{FF2B5EF4-FFF2-40B4-BE49-F238E27FC236}">
                      <a16:creationId xmlns:a16="http://schemas.microsoft.com/office/drawing/2014/main" id="{5EB4C4B3-BF61-BF24-1F0F-1CB498B0FF41}"/>
                    </a:ext>
                  </a:extLst>
                </p:cNvPr>
                <p:cNvSpPr/>
                <p:nvPr/>
              </p:nvSpPr>
              <p:spPr>
                <a:xfrm>
                  <a:off x="5667132" y="744490"/>
                  <a:ext cx="199122" cy="199122"/>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166" name="コネクタ: 曲線 165">
                  <a:extLst>
                    <a:ext uri="{FF2B5EF4-FFF2-40B4-BE49-F238E27FC236}">
                      <a16:creationId xmlns:a16="http://schemas.microsoft.com/office/drawing/2014/main" id="{0EA11D76-B313-D970-5BC8-3D284B93E3AF}"/>
                    </a:ext>
                  </a:extLst>
                </p:cNvPr>
                <p:cNvCxnSpPr>
                  <a:cxnSpLocks/>
                  <a:stCxn id="164" idx="7"/>
                </p:cNvCxnSpPr>
                <p:nvPr/>
              </p:nvCxnSpPr>
              <p:spPr>
                <a:xfrm rot="5400000" flipH="1" flipV="1">
                  <a:off x="5813390" y="596978"/>
                  <a:ext cx="200376" cy="152970"/>
                </a:xfrm>
                <a:prstGeom prst="curvedConnector3">
                  <a:avLst/>
                </a:prstGeom>
                <a:ln w="25400" cap="rnd">
                  <a:solidFill>
                    <a:schemeClr val="accent6"/>
                  </a:solidFill>
                  <a:round/>
                </a:ln>
              </p:spPr>
              <p:style>
                <a:lnRef idx="2">
                  <a:schemeClr val="accent1"/>
                </a:lnRef>
                <a:fillRef idx="0">
                  <a:schemeClr val="accent1"/>
                </a:fillRef>
                <a:effectRef idx="1">
                  <a:schemeClr val="accent1"/>
                </a:effectRef>
                <a:fontRef idx="minor">
                  <a:schemeClr val="tx1"/>
                </a:fontRef>
              </p:style>
            </p:cxnSp>
          </p:grpSp>
        </p:grpSp>
      </p:grpSp>
      <p:grpSp>
        <p:nvGrpSpPr>
          <p:cNvPr id="178" name="グループ化 177">
            <a:extLst>
              <a:ext uri="{FF2B5EF4-FFF2-40B4-BE49-F238E27FC236}">
                <a16:creationId xmlns:a16="http://schemas.microsoft.com/office/drawing/2014/main" id="{0E56D8FD-3665-BD0C-A94F-5D47780F353B}"/>
              </a:ext>
            </a:extLst>
          </p:cNvPr>
          <p:cNvGrpSpPr/>
          <p:nvPr/>
        </p:nvGrpSpPr>
        <p:grpSpPr>
          <a:xfrm>
            <a:off x="3499218" y="3455617"/>
            <a:ext cx="2273449" cy="438046"/>
            <a:chOff x="6437296" y="3453482"/>
            <a:chExt cx="2273449" cy="438046"/>
          </a:xfrm>
        </p:grpSpPr>
        <p:grpSp>
          <p:nvGrpSpPr>
            <p:cNvPr id="179" name="グループ化 178">
              <a:extLst>
                <a:ext uri="{FF2B5EF4-FFF2-40B4-BE49-F238E27FC236}">
                  <a16:creationId xmlns:a16="http://schemas.microsoft.com/office/drawing/2014/main" id="{7EB402D7-2CE4-8DDE-7CF9-B9F33A5F1CAF}"/>
                </a:ext>
              </a:extLst>
            </p:cNvPr>
            <p:cNvGrpSpPr/>
            <p:nvPr/>
          </p:nvGrpSpPr>
          <p:grpSpPr>
            <a:xfrm>
              <a:off x="6437296" y="3453482"/>
              <a:ext cx="2273449" cy="438046"/>
              <a:chOff x="4890326" y="3796691"/>
              <a:chExt cx="2273449" cy="438046"/>
            </a:xfrm>
          </p:grpSpPr>
          <p:sp>
            <p:nvSpPr>
              <p:cNvPr id="192" name="四角形: 角を丸くする 191">
                <a:extLst>
                  <a:ext uri="{FF2B5EF4-FFF2-40B4-BE49-F238E27FC236}">
                    <a16:creationId xmlns:a16="http://schemas.microsoft.com/office/drawing/2014/main" id="{9CB67BAD-2CE2-63CB-0162-4E65C104286A}"/>
                  </a:ext>
                </a:extLst>
              </p:cNvPr>
              <p:cNvSpPr/>
              <p:nvPr/>
            </p:nvSpPr>
            <p:spPr>
              <a:xfrm>
                <a:off x="4890326" y="3796691"/>
                <a:ext cx="1047209" cy="438046"/>
              </a:xfrm>
              <a:prstGeom prst="round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3" name="テキスト ボックス 192">
                <a:extLst>
                  <a:ext uri="{FF2B5EF4-FFF2-40B4-BE49-F238E27FC236}">
                    <a16:creationId xmlns:a16="http://schemas.microsoft.com/office/drawing/2014/main" id="{34295CD1-A57C-4254-8704-D9E6A2FBAB6B}"/>
                  </a:ext>
                </a:extLst>
              </p:cNvPr>
              <p:cNvSpPr txBox="1"/>
              <p:nvPr/>
            </p:nvSpPr>
            <p:spPr>
              <a:xfrm>
                <a:off x="5068663" y="3877215"/>
                <a:ext cx="1039469"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獲得数</a:t>
                </a:r>
              </a:p>
            </p:txBody>
          </p:sp>
          <p:sp>
            <p:nvSpPr>
              <p:cNvPr id="194" name="テキスト ボックス 193">
                <a:extLst>
                  <a:ext uri="{FF2B5EF4-FFF2-40B4-BE49-F238E27FC236}">
                    <a16:creationId xmlns:a16="http://schemas.microsoft.com/office/drawing/2014/main" id="{8646FDB4-3906-C29F-CC53-666BF62DBEF4}"/>
                  </a:ext>
                </a:extLst>
              </p:cNvPr>
              <p:cNvSpPr txBox="1"/>
              <p:nvPr/>
            </p:nvSpPr>
            <p:spPr>
              <a:xfrm>
                <a:off x="6001316" y="3846437"/>
                <a:ext cx="1162459" cy="338554"/>
              </a:xfrm>
              <a:prstGeom prst="rect">
                <a:avLst/>
              </a:prstGeom>
              <a:noFill/>
            </p:spPr>
            <p:txBody>
              <a:bodyPr wrap="square" rtlCol="0">
                <a:spAutoFit/>
              </a:bodyPr>
              <a:lstStyle/>
              <a:p>
                <a:pPr algn="ctr"/>
                <a:r>
                  <a:rPr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000000000</a:t>
                </a:r>
                <a:endPar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80" name="グループ化 179">
              <a:extLst>
                <a:ext uri="{FF2B5EF4-FFF2-40B4-BE49-F238E27FC236}">
                  <a16:creationId xmlns:a16="http://schemas.microsoft.com/office/drawing/2014/main" id="{B2B7F5CA-C907-7905-15F5-69DB9A1AF4FE}"/>
                </a:ext>
              </a:extLst>
            </p:cNvPr>
            <p:cNvGrpSpPr/>
            <p:nvPr/>
          </p:nvGrpSpPr>
          <p:grpSpPr>
            <a:xfrm>
              <a:off x="6543645" y="3540774"/>
              <a:ext cx="211026" cy="279530"/>
              <a:chOff x="8604191" y="699940"/>
              <a:chExt cx="211026" cy="279530"/>
            </a:xfrm>
          </p:grpSpPr>
          <p:grpSp>
            <p:nvGrpSpPr>
              <p:cNvPr id="181" name="グループ化 180">
                <a:extLst>
                  <a:ext uri="{FF2B5EF4-FFF2-40B4-BE49-F238E27FC236}">
                    <a16:creationId xmlns:a16="http://schemas.microsoft.com/office/drawing/2014/main" id="{9618C9A5-564C-26E5-E3FA-D8444553428F}"/>
                  </a:ext>
                </a:extLst>
              </p:cNvPr>
              <p:cNvGrpSpPr/>
              <p:nvPr/>
            </p:nvGrpSpPr>
            <p:grpSpPr>
              <a:xfrm>
                <a:off x="8604191" y="699940"/>
                <a:ext cx="211026" cy="279530"/>
                <a:chOff x="8604191" y="672399"/>
                <a:chExt cx="211026" cy="279530"/>
              </a:xfrm>
            </p:grpSpPr>
            <p:cxnSp>
              <p:nvCxnSpPr>
                <p:cNvPr id="188" name="コネクタ: カギ線 187">
                  <a:extLst>
                    <a:ext uri="{FF2B5EF4-FFF2-40B4-BE49-F238E27FC236}">
                      <a16:creationId xmlns:a16="http://schemas.microsoft.com/office/drawing/2014/main" id="{AB09B006-1DDA-73C2-3D0B-AFC7D3A5288E}"/>
                    </a:ext>
                  </a:extLst>
                </p:cNvPr>
                <p:cNvCxnSpPr>
                  <a:cxnSpLocks/>
                </p:cNvCxnSpPr>
                <p:nvPr/>
              </p:nvCxnSpPr>
              <p:spPr>
                <a:xfrm rot="16200000" flipH="1">
                  <a:off x="8604191" y="740903"/>
                  <a:ext cx="211026" cy="211026"/>
                </a:xfrm>
                <a:prstGeom prst="bentConnector3">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189" name="直線コネクタ 188">
                  <a:extLst>
                    <a:ext uri="{FF2B5EF4-FFF2-40B4-BE49-F238E27FC236}">
                      <a16:creationId xmlns:a16="http://schemas.microsoft.com/office/drawing/2014/main" id="{F9CD1115-F787-F0D9-A56A-54EE6247F303}"/>
                    </a:ext>
                  </a:extLst>
                </p:cNvPr>
                <p:cNvCxnSpPr>
                  <a:cxnSpLocks/>
                </p:cNvCxnSpPr>
                <p:nvPr/>
              </p:nvCxnSpPr>
              <p:spPr>
                <a:xfrm>
                  <a:off x="8706065" y="725136"/>
                  <a:ext cx="0" cy="22387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190" name="直線コネクタ 189">
                  <a:extLst>
                    <a:ext uri="{FF2B5EF4-FFF2-40B4-BE49-F238E27FC236}">
                      <a16:creationId xmlns:a16="http://schemas.microsoft.com/office/drawing/2014/main" id="{281598DF-8D40-A524-EE30-B08C05E82197}"/>
                    </a:ext>
                  </a:extLst>
                </p:cNvPr>
                <p:cNvCxnSpPr>
                  <a:cxnSpLocks/>
                </p:cNvCxnSpPr>
                <p:nvPr/>
              </p:nvCxnSpPr>
              <p:spPr>
                <a:xfrm>
                  <a:off x="8653289" y="672403"/>
                  <a:ext cx="43248" cy="59906"/>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191" name="直線コネクタ 190">
                  <a:extLst>
                    <a:ext uri="{FF2B5EF4-FFF2-40B4-BE49-F238E27FC236}">
                      <a16:creationId xmlns:a16="http://schemas.microsoft.com/office/drawing/2014/main" id="{DE43D3F1-FF80-E048-C780-BB1DBB76736F}"/>
                    </a:ext>
                  </a:extLst>
                </p:cNvPr>
                <p:cNvCxnSpPr>
                  <a:cxnSpLocks/>
                </p:cNvCxnSpPr>
                <p:nvPr/>
              </p:nvCxnSpPr>
              <p:spPr>
                <a:xfrm flipH="1">
                  <a:off x="8712819" y="672399"/>
                  <a:ext cx="43248" cy="59906"/>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grpSp>
          <p:cxnSp>
            <p:nvCxnSpPr>
              <p:cNvPr id="182" name="直線コネクタ 181">
                <a:extLst>
                  <a:ext uri="{FF2B5EF4-FFF2-40B4-BE49-F238E27FC236}">
                    <a16:creationId xmlns:a16="http://schemas.microsoft.com/office/drawing/2014/main" id="{11930310-808F-63F6-8B74-A3C5E52AC01E}"/>
                  </a:ext>
                </a:extLst>
              </p:cNvPr>
              <p:cNvCxnSpPr>
                <a:cxnSpLocks/>
              </p:cNvCxnSpPr>
              <p:nvPr/>
            </p:nvCxnSpPr>
            <p:spPr>
              <a:xfrm flipH="1">
                <a:off x="8645440" y="819427"/>
                <a:ext cx="134580" cy="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187" name="直線コネクタ 186">
                <a:extLst>
                  <a:ext uri="{FF2B5EF4-FFF2-40B4-BE49-F238E27FC236}">
                    <a16:creationId xmlns:a16="http://schemas.microsoft.com/office/drawing/2014/main" id="{5572D6E0-C872-990A-FC78-15BCBB933796}"/>
                  </a:ext>
                </a:extLst>
              </p:cNvPr>
              <p:cNvCxnSpPr>
                <a:cxnSpLocks/>
              </p:cNvCxnSpPr>
              <p:nvPr/>
            </p:nvCxnSpPr>
            <p:spPr>
              <a:xfrm flipH="1">
                <a:off x="8645440" y="925877"/>
                <a:ext cx="134580" cy="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grpSp>
      </p:grpSp>
    </p:spTree>
    <p:extLst>
      <p:ext uri="{BB962C8B-B14F-4D97-AF65-F5344CB8AC3E}">
        <p14:creationId xmlns:p14="http://schemas.microsoft.com/office/powerpoint/2010/main" val="2572978314"/>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bg>
      <p:bgPr>
        <a:blipFill dpi="0" rotWithShape="1">
          <a:blip r:embed="rId2">
            <a:extLst>
              <a:ext uri="{BEBA8EAE-BF5A-486C-A8C5-ECC9F3942E4B}">
                <a14:imgProps xmlns:a14="http://schemas.microsoft.com/office/drawing/2010/main">
                  <a14:imgLayer r:embed="rId3">
                    <a14:imgEffect>
                      <a14:sharpenSoften amount="-35000"/>
                    </a14:imgEffect>
                    <a14:imgEffect>
                      <a14:saturation sat="85000"/>
                    </a14:imgEffect>
                    <a14:imgEffect>
                      <a14:brightnessContrast bright="-20000" contrast="-15000"/>
                    </a14:imgEffect>
                  </a14:imgLayer>
                </a14:imgProps>
              </a:ext>
            </a:extLst>
          </a:blip>
          <a:srcRect/>
          <a:stretch>
            <a:fillRect/>
          </a:stretch>
        </a:blipFill>
        <a:effectLst/>
      </p:bgPr>
    </p:bg>
    <p:spTree>
      <p:nvGrpSpPr>
        <p:cNvPr id="1" name="">
          <a:extLst>
            <a:ext uri="{FF2B5EF4-FFF2-40B4-BE49-F238E27FC236}">
              <a16:creationId xmlns:a16="http://schemas.microsoft.com/office/drawing/2014/main" id="{1761DC82-A1B5-4FA5-9EFD-BA9BCB8D3223}"/>
            </a:ext>
          </a:extLst>
        </p:cNvPr>
        <p:cNvGrpSpPr/>
        <p:nvPr/>
      </p:nvGrpSpPr>
      <p:grpSpPr>
        <a:xfrm>
          <a:off x="0" y="0"/>
          <a:ext cx="0" cy="0"/>
          <a:chOff x="0" y="0"/>
          <a:chExt cx="0" cy="0"/>
        </a:xfrm>
      </p:grpSpPr>
      <p:grpSp>
        <p:nvGrpSpPr>
          <p:cNvPr id="47" name="グループ化 46">
            <a:extLst>
              <a:ext uri="{FF2B5EF4-FFF2-40B4-BE49-F238E27FC236}">
                <a16:creationId xmlns:a16="http://schemas.microsoft.com/office/drawing/2014/main" id="{242AB790-C5C2-86AA-4AAD-7B91D1DD8ED6}"/>
              </a:ext>
            </a:extLst>
          </p:cNvPr>
          <p:cNvGrpSpPr>
            <a:grpSpLocks noGrp="1" noUngrp="1" noRot="1" noMove="1" noResize="1"/>
          </p:cNvGrpSpPr>
          <p:nvPr/>
        </p:nvGrpSpPr>
        <p:grpSpPr>
          <a:xfrm>
            <a:off x="2038497" y="1230407"/>
            <a:ext cx="9010745" cy="5627593"/>
            <a:chOff x="1590628" y="1230407"/>
            <a:chExt cx="9010745" cy="5627593"/>
          </a:xfrm>
        </p:grpSpPr>
        <p:sp>
          <p:nvSpPr>
            <p:cNvPr id="19" name="正方形/長方形 18">
              <a:extLst>
                <a:ext uri="{FF2B5EF4-FFF2-40B4-BE49-F238E27FC236}">
                  <a16:creationId xmlns:a16="http://schemas.microsoft.com/office/drawing/2014/main" id="{267865B5-C2F7-434E-DC52-7A6213859326}"/>
                </a:ext>
              </a:extLst>
            </p:cNvPr>
            <p:cNvSpPr>
              <a:spLocks noGrp="1" noRot="1" noMove="1" noResize="1" noEditPoints="1" noAdjustHandles="1" noChangeArrowheads="1" noChangeShapeType="1"/>
            </p:cNvSpPr>
            <p:nvPr/>
          </p:nvSpPr>
          <p:spPr>
            <a:xfrm>
              <a:off x="1590628" y="1541380"/>
              <a:ext cx="9010745" cy="5316620"/>
            </a:xfrm>
            <a:prstGeom prst="rect">
              <a:avLst/>
            </a:prstGeom>
            <a:solidFill>
              <a:srgbClr val="6600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1" name="フローチャート: 手作業 20">
              <a:extLst>
                <a:ext uri="{FF2B5EF4-FFF2-40B4-BE49-F238E27FC236}">
                  <a16:creationId xmlns:a16="http://schemas.microsoft.com/office/drawing/2014/main" id="{D69D7D2B-1C15-E198-2F43-085C12DCB309}"/>
                </a:ext>
              </a:extLst>
            </p:cNvPr>
            <p:cNvSpPr>
              <a:spLocks noGrp="1" noRot="1" noMove="1" noResize="1" noEditPoints="1" noAdjustHandles="1" noChangeArrowheads="1" noChangeShapeType="1"/>
            </p:cNvSpPr>
            <p:nvPr/>
          </p:nvSpPr>
          <p:spPr>
            <a:xfrm flipV="1">
              <a:off x="1590628" y="1230407"/>
              <a:ext cx="9010745" cy="328009"/>
            </a:xfrm>
            <a:prstGeom prst="flowChartManualOperation">
              <a:avLst/>
            </a:prstGeom>
            <a:solidFill>
              <a:srgbClr val="6600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23" name="四角形: 角を丸くする 22">
            <a:extLst>
              <a:ext uri="{FF2B5EF4-FFF2-40B4-BE49-F238E27FC236}">
                <a16:creationId xmlns:a16="http://schemas.microsoft.com/office/drawing/2014/main" id="{5E9AC284-1E93-9D6A-0CBA-2DBC6309E669}"/>
              </a:ext>
            </a:extLst>
          </p:cNvPr>
          <p:cNvSpPr/>
          <p:nvPr/>
        </p:nvSpPr>
        <p:spPr>
          <a:xfrm>
            <a:off x="7384126" y="517851"/>
            <a:ext cx="2473882" cy="499063"/>
          </a:xfrm>
          <a:prstGeom prst="roundRect">
            <a:avLst/>
          </a:prstGeom>
          <a:solidFill>
            <a:schemeClr val="accent2">
              <a:lumMod val="20000"/>
              <a:lumOff val="80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2" name="グループ化 1">
            <a:extLst>
              <a:ext uri="{FF2B5EF4-FFF2-40B4-BE49-F238E27FC236}">
                <a16:creationId xmlns:a16="http://schemas.microsoft.com/office/drawing/2014/main" id="{0A03D7F7-21C2-DC50-1D27-58A71C950314}"/>
              </a:ext>
            </a:extLst>
          </p:cNvPr>
          <p:cNvGrpSpPr/>
          <p:nvPr/>
        </p:nvGrpSpPr>
        <p:grpSpPr>
          <a:xfrm>
            <a:off x="431675" y="5645607"/>
            <a:ext cx="11328651" cy="925026"/>
            <a:chOff x="431675" y="5645607"/>
            <a:chExt cx="11328651" cy="925026"/>
          </a:xfrm>
        </p:grpSpPr>
        <p:sp>
          <p:nvSpPr>
            <p:cNvPr id="3" name="四角形: 角を丸くする 2">
              <a:extLst>
                <a:ext uri="{FF2B5EF4-FFF2-40B4-BE49-F238E27FC236}">
                  <a16:creationId xmlns:a16="http://schemas.microsoft.com/office/drawing/2014/main" id="{79541FEF-F871-4D4C-8224-703FAD76190E}"/>
                </a:ext>
              </a:extLst>
            </p:cNvPr>
            <p:cNvSpPr/>
            <p:nvPr/>
          </p:nvSpPr>
          <p:spPr>
            <a:xfrm>
              <a:off x="431675" y="5656233"/>
              <a:ext cx="11328651" cy="914400"/>
            </a:xfrm>
            <a:prstGeom prst="roundRect">
              <a:avLst>
                <a:gd name="adj" fmla="val 4803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4" name="四角形: 角を丸くする 3">
              <a:extLst>
                <a:ext uri="{FF2B5EF4-FFF2-40B4-BE49-F238E27FC236}">
                  <a16:creationId xmlns:a16="http://schemas.microsoft.com/office/drawing/2014/main" id="{BC27451E-CF46-EDA7-634F-5571B976AD4E}"/>
                </a:ext>
              </a:extLst>
            </p:cNvPr>
            <p:cNvSpPr/>
            <p:nvPr/>
          </p:nvSpPr>
          <p:spPr>
            <a:xfrm>
              <a:off x="4995442" y="5645607"/>
              <a:ext cx="1338828" cy="914400"/>
            </a:xfrm>
            <a:prstGeom prst="roundRect">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 name="テキスト ボックス 4">
              <a:extLst>
                <a:ext uri="{FF2B5EF4-FFF2-40B4-BE49-F238E27FC236}">
                  <a16:creationId xmlns:a16="http://schemas.microsoft.com/office/drawing/2014/main" id="{B617187A-131B-2FCB-2088-280B851FDAAF}"/>
                </a:ext>
              </a:extLst>
            </p:cNvPr>
            <p:cNvSpPr txBox="1"/>
            <p:nvPr/>
          </p:nvSpPr>
          <p:spPr>
            <a:xfrm>
              <a:off x="1165119"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 name="テキスト ボックス 5">
              <a:extLst>
                <a:ext uri="{FF2B5EF4-FFF2-40B4-BE49-F238E27FC236}">
                  <a16:creationId xmlns:a16="http://schemas.microsoft.com/office/drawing/2014/main" id="{3C74DB2D-82AB-B27E-2B56-78082EB2F142}"/>
                </a:ext>
              </a:extLst>
            </p:cNvPr>
            <p:cNvSpPr txBox="1"/>
            <p:nvPr/>
          </p:nvSpPr>
          <p:spPr>
            <a:xfrm flipH="1">
              <a:off x="529243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7" name="テキスト ボックス 6">
              <a:extLst>
                <a:ext uri="{FF2B5EF4-FFF2-40B4-BE49-F238E27FC236}">
                  <a16:creationId xmlns:a16="http://schemas.microsoft.com/office/drawing/2014/main" id="{5DF52047-7106-37C7-3668-B72ECED55AAB}"/>
                </a:ext>
              </a:extLst>
            </p:cNvPr>
            <p:cNvSpPr txBox="1"/>
            <p:nvPr/>
          </p:nvSpPr>
          <p:spPr>
            <a:xfrm>
              <a:off x="284405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8" name="テキスト ボックス 7">
              <a:extLst>
                <a:ext uri="{FF2B5EF4-FFF2-40B4-BE49-F238E27FC236}">
                  <a16:creationId xmlns:a16="http://schemas.microsoft.com/office/drawing/2014/main" id="{D7BA31DA-B46C-6D99-A58C-1953A1874C99}"/>
                </a:ext>
              </a:extLst>
            </p:cNvPr>
            <p:cNvSpPr txBox="1"/>
            <p:nvPr/>
          </p:nvSpPr>
          <p:spPr>
            <a:xfrm>
              <a:off x="8393833"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9" name="テキスト ボックス 8">
              <a:extLst>
                <a:ext uri="{FF2B5EF4-FFF2-40B4-BE49-F238E27FC236}">
                  <a16:creationId xmlns:a16="http://schemas.microsoft.com/office/drawing/2014/main" id="{14BB577E-ABC0-70B2-C51C-B579D8D9E41E}"/>
                </a:ext>
              </a:extLst>
            </p:cNvPr>
            <p:cNvSpPr txBox="1"/>
            <p:nvPr/>
          </p:nvSpPr>
          <p:spPr>
            <a:xfrm>
              <a:off x="6714895"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0" name="テキスト ボックス 9">
              <a:extLst>
                <a:ext uri="{FF2B5EF4-FFF2-40B4-BE49-F238E27FC236}">
                  <a16:creationId xmlns:a16="http://schemas.microsoft.com/office/drawing/2014/main" id="{A603BB37-D456-1CF9-ABAD-DD6012D29810}"/>
                </a:ext>
              </a:extLst>
            </p:cNvPr>
            <p:cNvSpPr txBox="1"/>
            <p:nvPr/>
          </p:nvSpPr>
          <p:spPr>
            <a:xfrm flipH="1">
              <a:off x="9816293" y="5913378"/>
              <a:ext cx="1210588"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22" name="四角形: 角を丸くする 21">
            <a:extLst>
              <a:ext uri="{FF2B5EF4-FFF2-40B4-BE49-F238E27FC236}">
                <a16:creationId xmlns:a16="http://schemas.microsoft.com/office/drawing/2014/main" id="{60E16112-BDF0-1101-750C-D7A274B571EA}"/>
              </a:ext>
            </a:extLst>
          </p:cNvPr>
          <p:cNvSpPr/>
          <p:nvPr/>
        </p:nvSpPr>
        <p:spPr>
          <a:xfrm>
            <a:off x="3113551" y="2953512"/>
            <a:ext cx="1822662" cy="1080843"/>
          </a:xfrm>
          <a:prstGeom prst="roundRect">
            <a:avLst/>
          </a:prstGeom>
          <a:blipFill>
            <a:blip r:embed="rId4">
              <a:extLst>
                <a:ext uri="{BEBA8EAE-BF5A-486C-A8C5-ECC9F3942E4B}">
                  <a14:imgProps xmlns:a14="http://schemas.microsoft.com/office/drawing/2010/main">
                    <a14:imgLayer r:embed="rId5">
                      <a14:imgEffect>
                        <a14:sharpenSoften amount="-50000"/>
                      </a14:imgEffect>
                      <a14:imgEffect>
                        <a14:brightnessContrast contrast="-20000"/>
                      </a14:imgEffect>
                    </a14:imgLayer>
                  </a14:imgProps>
                </a:ext>
              </a:extLst>
            </a:blip>
            <a:stretch>
              <a:fillRect/>
            </a:stretch>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 name="四角形: 角を丸くする 23">
            <a:extLst>
              <a:ext uri="{FF2B5EF4-FFF2-40B4-BE49-F238E27FC236}">
                <a16:creationId xmlns:a16="http://schemas.microsoft.com/office/drawing/2014/main" id="{0755B192-4EB5-C057-C87B-D5D91A2F271B}"/>
              </a:ext>
            </a:extLst>
          </p:cNvPr>
          <p:cNvSpPr/>
          <p:nvPr/>
        </p:nvSpPr>
        <p:spPr>
          <a:xfrm>
            <a:off x="5632539" y="2953512"/>
            <a:ext cx="1822662" cy="1080843"/>
          </a:xfrm>
          <a:prstGeom prst="roundRect">
            <a:avLst/>
          </a:prstGeom>
          <a:solidFill>
            <a:schemeClr val="tx1">
              <a:lumMod val="50000"/>
              <a:lumOff val="50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6" name="四角形: 角を丸くする 25">
            <a:extLst>
              <a:ext uri="{FF2B5EF4-FFF2-40B4-BE49-F238E27FC236}">
                <a16:creationId xmlns:a16="http://schemas.microsoft.com/office/drawing/2014/main" id="{0FC6DF29-8000-518B-4550-66483C94BD73}"/>
              </a:ext>
            </a:extLst>
          </p:cNvPr>
          <p:cNvSpPr/>
          <p:nvPr/>
        </p:nvSpPr>
        <p:spPr>
          <a:xfrm>
            <a:off x="8151526" y="2953512"/>
            <a:ext cx="1822662" cy="1080843"/>
          </a:xfrm>
          <a:prstGeom prst="roundRect">
            <a:avLst/>
          </a:prstGeom>
          <a:solidFill>
            <a:schemeClr val="tx1">
              <a:lumMod val="50000"/>
              <a:lumOff val="50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9" name="四角形: 角を丸くする 28">
            <a:extLst>
              <a:ext uri="{FF2B5EF4-FFF2-40B4-BE49-F238E27FC236}">
                <a16:creationId xmlns:a16="http://schemas.microsoft.com/office/drawing/2014/main" id="{275ADF14-0D71-166B-AF35-D8040322E90B}"/>
              </a:ext>
            </a:extLst>
          </p:cNvPr>
          <p:cNvSpPr/>
          <p:nvPr/>
        </p:nvSpPr>
        <p:spPr>
          <a:xfrm>
            <a:off x="3113551" y="4302380"/>
            <a:ext cx="1822662" cy="1080843"/>
          </a:xfrm>
          <a:prstGeom prst="roundRect">
            <a:avLst/>
          </a:prstGeom>
          <a:solidFill>
            <a:schemeClr val="accent3">
              <a:lumMod val="20000"/>
              <a:lumOff val="80000"/>
              <a:alpha val="90000"/>
            </a:schemeClr>
          </a:solidFill>
          <a:ln>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0" name="四角形: 角を丸くする 29">
            <a:extLst>
              <a:ext uri="{FF2B5EF4-FFF2-40B4-BE49-F238E27FC236}">
                <a16:creationId xmlns:a16="http://schemas.microsoft.com/office/drawing/2014/main" id="{A305DCF7-0CBC-6F46-F05F-AE1EC70B85FD}"/>
              </a:ext>
            </a:extLst>
          </p:cNvPr>
          <p:cNvSpPr/>
          <p:nvPr/>
        </p:nvSpPr>
        <p:spPr>
          <a:xfrm>
            <a:off x="5632539" y="4302380"/>
            <a:ext cx="1822662" cy="1080843"/>
          </a:xfrm>
          <a:prstGeom prst="roundRect">
            <a:avLst/>
          </a:prstGeom>
          <a:solidFill>
            <a:schemeClr val="accent2">
              <a:lumMod val="20000"/>
              <a:lumOff val="80000"/>
              <a:alpha val="90000"/>
            </a:schemeClr>
          </a:solid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1" name="四角形: 角を丸くする 30">
            <a:extLst>
              <a:ext uri="{FF2B5EF4-FFF2-40B4-BE49-F238E27FC236}">
                <a16:creationId xmlns:a16="http://schemas.microsoft.com/office/drawing/2014/main" id="{AF026F24-D34E-CC2F-0851-978FCA5276BF}"/>
              </a:ext>
            </a:extLst>
          </p:cNvPr>
          <p:cNvSpPr/>
          <p:nvPr/>
        </p:nvSpPr>
        <p:spPr>
          <a:xfrm>
            <a:off x="8151526" y="4302380"/>
            <a:ext cx="1822662" cy="1080843"/>
          </a:xfrm>
          <a:prstGeom prst="roundRect">
            <a:avLst/>
          </a:prstGeom>
          <a:solidFill>
            <a:schemeClr val="tx1">
              <a:lumMod val="50000"/>
              <a:lumOff val="50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3" name="四角形: 角を丸くする 32">
            <a:extLst>
              <a:ext uri="{FF2B5EF4-FFF2-40B4-BE49-F238E27FC236}">
                <a16:creationId xmlns:a16="http://schemas.microsoft.com/office/drawing/2014/main" id="{F3E40048-6662-7A68-33AB-AB6D1413E7FA}"/>
              </a:ext>
            </a:extLst>
          </p:cNvPr>
          <p:cNvSpPr/>
          <p:nvPr/>
        </p:nvSpPr>
        <p:spPr>
          <a:xfrm>
            <a:off x="3113551" y="1604645"/>
            <a:ext cx="1822662" cy="1080843"/>
          </a:xfrm>
          <a:prstGeom prst="roundRect">
            <a:avLst/>
          </a:prstGeom>
          <a:blipFill>
            <a:blip r:embed="rId6">
              <a:extLst>
                <a:ext uri="{BEBA8EAE-BF5A-486C-A8C5-ECC9F3942E4B}">
                  <a14:imgProps xmlns:a14="http://schemas.microsoft.com/office/drawing/2010/main">
                    <a14:imgLayer r:embed="rId7">
                      <a14:imgEffect>
                        <a14:brightnessContrast bright="40000" contrast="-40000"/>
                      </a14:imgEffect>
                    </a14:imgLayer>
                  </a14:imgProps>
                </a:ext>
              </a:extLst>
            </a:blip>
            <a:stretch>
              <a:fillRect/>
            </a:stretch>
          </a:blipFill>
          <a:ln w="38100">
            <a:noFill/>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4" name="四角形: 角を丸くする 33">
            <a:extLst>
              <a:ext uri="{FF2B5EF4-FFF2-40B4-BE49-F238E27FC236}">
                <a16:creationId xmlns:a16="http://schemas.microsoft.com/office/drawing/2014/main" id="{6B0A6C1D-46EA-4A2F-7A31-27231B305BBE}"/>
              </a:ext>
            </a:extLst>
          </p:cNvPr>
          <p:cNvSpPr/>
          <p:nvPr/>
        </p:nvSpPr>
        <p:spPr>
          <a:xfrm>
            <a:off x="5632539" y="1604645"/>
            <a:ext cx="1822662" cy="1080843"/>
          </a:xfrm>
          <a:prstGeom prst="roundRect">
            <a:avLst/>
          </a:prstGeom>
          <a:blipFill>
            <a:blip r:embed="rId8">
              <a:extLst>
                <a:ext uri="{BEBA8EAE-BF5A-486C-A8C5-ECC9F3942E4B}">
                  <a14:imgProps xmlns:a14="http://schemas.microsoft.com/office/drawing/2010/main">
                    <a14:imgLayer r:embed="rId9">
                      <a14:imgEffect>
                        <a14:sharpenSoften amount="-50000"/>
                      </a14:imgEffect>
                      <a14:imgEffect>
                        <a14:brightnessContrast contrast="-40000"/>
                      </a14:imgEffect>
                    </a14:imgLayer>
                  </a14:imgProps>
                </a:ext>
              </a:extLst>
            </a:blip>
            <a:stretch>
              <a:fillRect/>
            </a:stretch>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5" name="四角形: 角を丸くする 34">
            <a:extLst>
              <a:ext uri="{FF2B5EF4-FFF2-40B4-BE49-F238E27FC236}">
                <a16:creationId xmlns:a16="http://schemas.microsoft.com/office/drawing/2014/main" id="{D679B774-1DF2-C359-493F-A65ACBD23901}"/>
              </a:ext>
            </a:extLst>
          </p:cNvPr>
          <p:cNvSpPr/>
          <p:nvPr/>
        </p:nvSpPr>
        <p:spPr>
          <a:xfrm>
            <a:off x="8151526" y="1604645"/>
            <a:ext cx="1822662" cy="1080843"/>
          </a:xfrm>
          <a:prstGeom prst="roundRect">
            <a:avLst/>
          </a:prstGeom>
          <a:blipFill>
            <a:blip r:embed="rId10">
              <a:extLst>
                <a:ext uri="{BEBA8EAE-BF5A-486C-A8C5-ECC9F3942E4B}">
                  <a14:imgProps xmlns:a14="http://schemas.microsoft.com/office/drawing/2010/main">
                    <a14:imgLayer r:embed="rId11">
                      <a14:imgEffect>
                        <a14:sharpenSoften amount="-50000"/>
                      </a14:imgEffect>
                      <a14:imgEffect>
                        <a14:brightnessContrast bright="-20000" contrast="-40000"/>
                      </a14:imgEffect>
                    </a14:imgLayer>
                  </a14:imgProps>
                </a:ext>
              </a:extLst>
            </a:blip>
            <a:stretch>
              <a:fillRect/>
            </a:stretch>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43" name="グループ化 42">
            <a:extLst>
              <a:ext uri="{FF2B5EF4-FFF2-40B4-BE49-F238E27FC236}">
                <a16:creationId xmlns:a16="http://schemas.microsoft.com/office/drawing/2014/main" id="{34D10261-A661-B2A1-4937-83B887843035}"/>
              </a:ext>
            </a:extLst>
          </p:cNvPr>
          <p:cNvGrpSpPr/>
          <p:nvPr/>
        </p:nvGrpSpPr>
        <p:grpSpPr>
          <a:xfrm>
            <a:off x="9645916" y="507963"/>
            <a:ext cx="1754702" cy="518838"/>
            <a:chOff x="8272011" y="573275"/>
            <a:chExt cx="1754702" cy="518838"/>
          </a:xfrm>
          <a:effectLst>
            <a:glow rad="63500">
              <a:schemeClr val="accent2">
                <a:satMod val="175000"/>
                <a:alpha val="40000"/>
              </a:schemeClr>
            </a:glow>
          </a:effectLst>
        </p:grpSpPr>
        <p:sp>
          <p:nvSpPr>
            <p:cNvPr id="38" name="矢印: 五方向 37">
              <a:extLst>
                <a:ext uri="{FF2B5EF4-FFF2-40B4-BE49-F238E27FC236}">
                  <a16:creationId xmlns:a16="http://schemas.microsoft.com/office/drawing/2014/main" id="{1AEA0785-DF5E-4CDE-97EC-5D4DA540F149}"/>
                </a:ext>
              </a:extLst>
            </p:cNvPr>
            <p:cNvSpPr/>
            <p:nvPr/>
          </p:nvSpPr>
          <p:spPr>
            <a:xfrm flipH="1">
              <a:off x="8272011" y="573275"/>
              <a:ext cx="1754702" cy="518838"/>
            </a:xfrm>
            <a:prstGeom prst="homePlate">
              <a:avLst/>
            </a:prstGeom>
            <a:solidFill>
              <a:schemeClr val="accent2"/>
            </a:solidFill>
            <a:ln>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42" name="テキスト ボックス 41">
              <a:extLst>
                <a:ext uri="{FF2B5EF4-FFF2-40B4-BE49-F238E27FC236}">
                  <a16:creationId xmlns:a16="http://schemas.microsoft.com/office/drawing/2014/main" id="{E1B2C987-52BD-1373-C06F-6279B7A5469E}"/>
                </a:ext>
              </a:extLst>
            </p:cNvPr>
            <p:cNvSpPr txBox="1"/>
            <p:nvPr/>
          </p:nvSpPr>
          <p:spPr>
            <a:xfrm>
              <a:off x="8373671" y="648028"/>
              <a:ext cx="1653042" cy="369332"/>
            </a:xfrm>
            <a:prstGeom prst="rect">
              <a:avLst/>
            </a:prstGeom>
            <a:noFill/>
          </p:spPr>
          <p:txBody>
            <a:bodyPr wrap="square">
              <a:spAutoFit/>
            </a:bodyPr>
            <a:lstStyle/>
            <a:p>
              <a:pPr algn="ctr"/>
              <a:r>
                <a:rPr lang="ja-JP" altLang="en-US" sz="1800">
                  <a:solidFill>
                    <a:schemeClr val="accent6">
                      <a:lumMod val="75000"/>
                    </a:schemeClr>
                  </a:solidFill>
                  <a:latin typeface="原稿用標準書体" panose="03000503000000000000" pitchFamily="66" charset="-128"/>
                  <a:ea typeface="原稿用標準書体" panose="03000503000000000000" pitchFamily="66" charset="-128"/>
                </a:rPr>
                <a:t>一括受け取り</a:t>
              </a:r>
              <a:endParaRPr kumimoji="1" lang="ja-JP" altLang="en-US" sz="18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sp>
        <p:nvSpPr>
          <p:cNvPr id="32" name="テキスト ボックス 31">
            <a:extLst>
              <a:ext uri="{FF2B5EF4-FFF2-40B4-BE49-F238E27FC236}">
                <a16:creationId xmlns:a16="http://schemas.microsoft.com/office/drawing/2014/main" id="{F833B63C-04C1-8C8B-CBDF-86C7E2E9FECC}"/>
              </a:ext>
            </a:extLst>
          </p:cNvPr>
          <p:cNvSpPr txBox="1"/>
          <p:nvPr/>
        </p:nvSpPr>
        <p:spPr>
          <a:xfrm>
            <a:off x="7866392" y="608865"/>
            <a:ext cx="733012" cy="307777"/>
          </a:xfrm>
          <a:prstGeom prst="rect">
            <a:avLst/>
          </a:prstGeom>
          <a:noFill/>
        </p:spPr>
        <p:txBody>
          <a:bodyPr wrap="square">
            <a:spAutoFit/>
          </a:bodyPr>
          <a:lstStyle/>
          <a:p>
            <a:pPr algn="ctr"/>
            <a:r>
              <a:rPr lang="en-US" altLang="ja-JP" sz="1400">
                <a:solidFill>
                  <a:schemeClr val="accent6">
                    <a:lumMod val="75000"/>
                  </a:schemeClr>
                </a:solidFill>
                <a:latin typeface="原稿用標準書体" panose="03000503000000000000" pitchFamily="66" charset="-128"/>
                <a:ea typeface="原稿用標準書体" panose="03000503000000000000" pitchFamily="66" charset="-128"/>
              </a:rPr>
              <a:t>00</a:t>
            </a:r>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ｋ</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nvGrpSpPr>
          <p:cNvPr id="75" name="グループ化 74">
            <a:extLst>
              <a:ext uri="{FF2B5EF4-FFF2-40B4-BE49-F238E27FC236}">
                <a16:creationId xmlns:a16="http://schemas.microsoft.com/office/drawing/2014/main" id="{1A1474DA-47B5-07D6-4F04-820BAC362BDF}"/>
              </a:ext>
            </a:extLst>
          </p:cNvPr>
          <p:cNvGrpSpPr/>
          <p:nvPr/>
        </p:nvGrpSpPr>
        <p:grpSpPr>
          <a:xfrm>
            <a:off x="7578010" y="620505"/>
            <a:ext cx="307777" cy="307777"/>
            <a:chOff x="7578010" y="689710"/>
            <a:chExt cx="307777" cy="307777"/>
          </a:xfrm>
        </p:grpSpPr>
        <p:sp>
          <p:nvSpPr>
            <p:cNvPr id="36" name="ハート 35">
              <a:extLst>
                <a:ext uri="{FF2B5EF4-FFF2-40B4-BE49-F238E27FC236}">
                  <a16:creationId xmlns:a16="http://schemas.microsoft.com/office/drawing/2014/main" id="{979DE39E-4BB3-B8AD-7230-0D9EF9502BB1}"/>
                </a:ext>
              </a:extLst>
            </p:cNvPr>
            <p:cNvSpPr/>
            <p:nvPr/>
          </p:nvSpPr>
          <p:spPr>
            <a:xfrm>
              <a:off x="7578010" y="689710"/>
              <a:ext cx="307777" cy="307777"/>
            </a:xfrm>
            <a:prstGeom prst="hear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48" name="グループ化 47">
              <a:extLst>
                <a:ext uri="{FF2B5EF4-FFF2-40B4-BE49-F238E27FC236}">
                  <a16:creationId xmlns:a16="http://schemas.microsoft.com/office/drawing/2014/main" id="{1B24FD3E-B8E2-6BAE-09F3-6566DCC1E20D}"/>
                </a:ext>
              </a:extLst>
            </p:cNvPr>
            <p:cNvGrpSpPr/>
            <p:nvPr/>
          </p:nvGrpSpPr>
          <p:grpSpPr>
            <a:xfrm>
              <a:off x="7703665" y="804545"/>
              <a:ext cx="105517" cy="121007"/>
              <a:chOff x="5667132" y="573275"/>
              <a:chExt cx="322931" cy="370337"/>
            </a:xfrm>
          </p:grpSpPr>
          <p:sp>
            <p:nvSpPr>
              <p:cNvPr id="37" name="楕円 36">
                <a:extLst>
                  <a:ext uri="{FF2B5EF4-FFF2-40B4-BE49-F238E27FC236}">
                    <a16:creationId xmlns:a16="http://schemas.microsoft.com/office/drawing/2014/main" id="{65FAEB14-8C23-542A-006D-EFD5D3914407}"/>
                  </a:ext>
                </a:extLst>
              </p:cNvPr>
              <p:cNvSpPr/>
              <p:nvPr/>
            </p:nvSpPr>
            <p:spPr>
              <a:xfrm>
                <a:off x="5667132" y="744490"/>
                <a:ext cx="199122" cy="199122"/>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41" name="コネクタ: 曲線 40">
                <a:extLst>
                  <a:ext uri="{FF2B5EF4-FFF2-40B4-BE49-F238E27FC236}">
                    <a16:creationId xmlns:a16="http://schemas.microsoft.com/office/drawing/2014/main" id="{72E3DCA9-E841-050F-94D3-2C446C54FD02}"/>
                  </a:ext>
                </a:extLst>
              </p:cNvPr>
              <p:cNvCxnSpPr>
                <a:cxnSpLocks/>
                <a:stCxn id="37" idx="7"/>
              </p:cNvCxnSpPr>
              <p:nvPr/>
            </p:nvCxnSpPr>
            <p:spPr>
              <a:xfrm rot="5400000" flipH="1" flipV="1">
                <a:off x="5813390" y="596978"/>
                <a:ext cx="200376" cy="152970"/>
              </a:xfrm>
              <a:prstGeom prst="curvedConnector3">
                <a:avLst/>
              </a:prstGeom>
              <a:ln w="38100" cap="rnd">
                <a:solidFill>
                  <a:schemeClr val="accent6"/>
                </a:solidFill>
                <a:round/>
              </a:ln>
            </p:spPr>
            <p:style>
              <a:lnRef idx="2">
                <a:schemeClr val="accent1"/>
              </a:lnRef>
              <a:fillRef idx="0">
                <a:schemeClr val="accent1"/>
              </a:fillRef>
              <a:effectRef idx="1">
                <a:schemeClr val="accent1"/>
              </a:effectRef>
              <a:fontRef idx="minor">
                <a:schemeClr val="tx1"/>
              </a:fontRef>
            </p:style>
          </p:cxnSp>
        </p:grpSp>
        <p:grpSp>
          <p:nvGrpSpPr>
            <p:cNvPr id="49" name="グループ化 48">
              <a:extLst>
                <a:ext uri="{FF2B5EF4-FFF2-40B4-BE49-F238E27FC236}">
                  <a16:creationId xmlns:a16="http://schemas.microsoft.com/office/drawing/2014/main" id="{DC48E9E0-0D73-0EF0-1F92-CA67C7F9A3DB}"/>
                </a:ext>
              </a:extLst>
            </p:cNvPr>
            <p:cNvGrpSpPr/>
            <p:nvPr/>
          </p:nvGrpSpPr>
          <p:grpSpPr>
            <a:xfrm flipH="1">
              <a:off x="7627235" y="770446"/>
              <a:ext cx="84042" cy="96379"/>
              <a:chOff x="5667132" y="573275"/>
              <a:chExt cx="322931" cy="370337"/>
            </a:xfrm>
          </p:grpSpPr>
          <p:sp>
            <p:nvSpPr>
              <p:cNvPr id="50" name="楕円 49">
                <a:extLst>
                  <a:ext uri="{FF2B5EF4-FFF2-40B4-BE49-F238E27FC236}">
                    <a16:creationId xmlns:a16="http://schemas.microsoft.com/office/drawing/2014/main" id="{C27FEFDD-4378-BB55-F83A-6C2E338DBCC1}"/>
                  </a:ext>
                </a:extLst>
              </p:cNvPr>
              <p:cNvSpPr/>
              <p:nvPr/>
            </p:nvSpPr>
            <p:spPr>
              <a:xfrm>
                <a:off x="5667132" y="744490"/>
                <a:ext cx="199122" cy="199122"/>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51" name="コネクタ: 曲線 50">
                <a:extLst>
                  <a:ext uri="{FF2B5EF4-FFF2-40B4-BE49-F238E27FC236}">
                    <a16:creationId xmlns:a16="http://schemas.microsoft.com/office/drawing/2014/main" id="{8329F4DD-2C55-161C-3595-7DDF532C805E}"/>
                  </a:ext>
                </a:extLst>
              </p:cNvPr>
              <p:cNvCxnSpPr>
                <a:cxnSpLocks/>
                <a:stCxn id="50" idx="7"/>
              </p:cNvCxnSpPr>
              <p:nvPr/>
            </p:nvCxnSpPr>
            <p:spPr>
              <a:xfrm rot="5400000" flipH="1" flipV="1">
                <a:off x="5813390" y="596978"/>
                <a:ext cx="200376" cy="152970"/>
              </a:xfrm>
              <a:prstGeom prst="curvedConnector3">
                <a:avLst/>
              </a:prstGeom>
              <a:ln w="25400" cap="rnd">
                <a:solidFill>
                  <a:schemeClr val="accent6"/>
                </a:solidFill>
                <a:round/>
              </a:ln>
            </p:spPr>
            <p:style>
              <a:lnRef idx="2">
                <a:schemeClr val="accent1"/>
              </a:lnRef>
              <a:fillRef idx="0">
                <a:schemeClr val="accent1"/>
              </a:fillRef>
              <a:effectRef idx="1">
                <a:schemeClr val="accent1"/>
              </a:effectRef>
              <a:fontRef idx="minor">
                <a:schemeClr val="tx1"/>
              </a:fontRef>
            </p:style>
          </p:cxnSp>
        </p:grpSp>
      </p:grpSp>
      <p:sp>
        <p:nvSpPr>
          <p:cNvPr id="74" name="テキスト ボックス 73">
            <a:extLst>
              <a:ext uri="{FF2B5EF4-FFF2-40B4-BE49-F238E27FC236}">
                <a16:creationId xmlns:a16="http://schemas.microsoft.com/office/drawing/2014/main" id="{2E32469E-1239-E66E-D392-6310669DBFA6}"/>
              </a:ext>
            </a:extLst>
          </p:cNvPr>
          <p:cNvSpPr txBox="1"/>
          <p:nvPr/>
        </p:nvSpPr>
        <p:spPr>
          <a:xfrm>
            <a:off x="8881110" y="608865"/>
            <a:ext cx="733012" cy="307777"/>
          </a:xfrm>
          <a:prstGeom prst="rect">
            <a:avLst/>
          </a:prstGeom>
          <a:noFill/>
        </p:spPr>
        <p:txBody>
          <a:bodyPr wrap="square">
            <a:spAutoFit/>
          </a:bodyPr>
          <a:lstStyle/>
          <a:p>
            <a:pPr algn="ctr"/>
            <a:r>
              <a:rPr lang="en-US" altLang="ja-JP" sz="1400">
                <a:solidFill>
                  <a:schemeClr val="accent6">
                    <a:lumMod val="75000"/>
                  </a:schemeClr>
                </a:solidFill>
                <a:latin typeface="原稿用標準書体" panose="03000503000000000000" pitchFamily="66" charset="-128"/>
                <a:ea typeface="原稿用標準書体" panose="03000503000000000000" pitchFamily="66" charset="-128"/>
              </a:rPr>
              <a:t>00</a:t>
            </a:r>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ｋ</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85" name="テキスト ボックス 84">
            <a:extLst>
              <a:ext uri="{FF2B5EF4-FFF2-40B4-BE49-F238E27FC236}">
                <a16:creationId xmlns:a16="http://schemas.microsoft.com/office/drawing/2014/main" id="{726593F8-207A-C1EC-AAF5-9929E9FE5103}"/>
              </a:ext>
            </a:extLst>
          </p:cNvPr>
          <p:cNvSpPr txBox="1"/>
          <p:nvPr/>
        </p:nvSpPr>
        <p:spPr>
          <a:xfrm>
            <a:off x="5930612" y="3293878"/>
            <a:ext cx="1226516" cy="400110"/>
          </a:xfrm>
          <a:prstGeom prst="rect">
            <a:avLst/>
          </a:prstGeom>
          <a:noFill/>
        </p:spPr>
        <p:txBody>
          <a:bodyPr wrap="square">
            <a:spAutoFit/>
          </a:bodyPr>
          <a:lstStyle/>
          <a:p>
            <a:pPr algn="ctr"/>
            <a:r>
              <a:rPr kumimoji="1" lang="ja-JP" altLang="en-US" sz="2000">
                <a:solidFill>
                  <a:schemeClr val="accent2">
                    <a:lumMod val="60000"/>
                    <a:lumOff val="40000"/>
                  </a:schemeClr>
                </a:solidFill>
                <a:latin typeface="原稿用標準書体" panose="03000503000000000000" pitchFamily="66" charset="-128"/>
                <a:ea typeface="原稿用標準書体" panose="03000503000000000000" pitchFamily="66" charset="-128"/>
              </a:rPr>
              <a:t>未開放</a:t>
            </a:r>
          </a:p>
        </p:txBody>
      </p:sp>
      <p:sp>
        <p:nvSpPr>
          <p:cNvPr id="87" name="テキスト ボックス 86">
            <a:extLst>
              <a:ext uri="{FF2B5EF4-FFF2-40B4-BE49-F238E27FC236}">
                <a16:creationId xmlns:a16="http://schemas.microsoft.com/office/drawing/2014/main" id="{F932F1E7-4724-A680-7E31-D406FBB37946}"/>
              </a:ext>
            </a:extLst>
          </p:cNvPr>
          <p:cNvSpPr txBox="1"/>
          <p:nvPr/>
        </p:nvSpPr>
        <p:spPr>
          <a:xfrm>
            <a:off x="8449599" y="3293878"/>
            <a:ext cx="1226516" cy="400110"/>
          </a:xfrm>
          <a:prstGeom prst="rect">
            <a:avLst/>
          </a:prstGeom>
          <a:noFill/>
        </p:spPr>
        <p:txBody>
          <a:bodyPr wrap="square">
            <a:spAutoFit/>
          </a:bodyPr>
          <a:lstStyle/>
          <a:p>
            <a:pPr algn="ctr"/>
            <a:r>
              <a:rPr kumimoji="1" lang="ja-JP" altLang="en-US" sz="2000">
                <a:solidFill>
                  <a:schemeClr val="accent2">
                    <a:lumMod val="60000"/>
                    <a:lumOff val="40000"/>
                  </a:schemeClr>
                </a:solidFill>
                <a:latin typeface="原稿用標準書体" panose="03000503000000000000" pitchFamily="66" charset="-128"/>
                <a:ea typeface="原稿用標準書体" panose="03000503000000000000" pitchFamily="66" charset="-128"/>
              </a:rPr>
              <a:t>未開放</a:t>
            </a:r>
          </a:p>
        </p:txBody>
      </p:sp>
      <p:sp>
        <p:nvSpPr>
          <p:cNvPr id="89" name="テキスト ボックス 88">
            <a:extLst>
              <a:ext uri="{FF2B5EF4-FFF2-40B4-BE49-F238E27FC236}">
                <a16:creationId xmlns:a16="http://schemas.microsoft.com/office/drawing/2014/main" id="{37EBD467-7874-9904-8FAB-86E574BD7DC4}"/>
              </a:ext>
            </a:extLst>
          </p:cNvPr>
          <p:cNvSpPr txBox="1"/>
          <p:nvPr/>
        </p:nvSpPr>
        <p:spPr>
          <a:xfrm>
            <a:off x="8449599" y="4642746"/>
            <a:ext cx="1226516" cy="400110"/>
          </a:xfrm>
          <a:prstGeom prst="rect">
            <a:avLst/>
          </a:prstGeom>
          <a:noFill/>
        </p:spPr>
        <p:txBody>
          <a:bodyPr wrap="square">
            <a:spAutoFit/>
          </a:bodyPr>
          <a:lstStyle/>
          <a:p>
            <a:pPr algn="ctr"/>
            <a:r>
              <a:rPr kumimoji="1" lang="ja-JP" altLang="en-US" sz="2000">
                <a:solidFill>
                  <a:schemeClr val="accent2">
                    <a:lumMod val="60000"/>
                    <a:lumOff val="40000"/>
                  </a:schemeClr>
                </a:solidFill>
                <a:latin typeface="原稿用標準書体" panose="03000503000000000000" pitchFamily="66" charset="-128"/>
                <a:ea typeface="原稿用標準書体" panose="03000503000000000000" pitchFamily="66" charset="-128"/>
              </a:rPr>
              <a:t>未開放</a:t>
            </a:r>
          </a:p>
        </p:txBody>
      </p:sp>
      <p:grpSp>
        <p:nvGrpSpPr>
          <p:cNvPr id="119" name="グループ化 118">
            <a:extLst>
              <a:ext uri="{FF2B5EF4-FFF2-40B4-BE49-F238E27FC236}">
                <a16:creationId xmlns:a16="http://schemas.microsoft.com/office/drawing/2014/main" id="{FEA6611F-7E68-1C43-A631-8DC196A5650B}"/>
              </a:ext>
            </a:extLst>
          </p:cNvPr>
          <p:cNvGrpSpPr/>
          <p:nvPr/>
        </p:nvGrpSpPr>
        <p:grpSpPr>
          <a:xfrm>
            <a:off x="8604191" y="634628"/>
            <a:ext cx="211026" cy="279530"/>
            <a:chOff x="8604191" y="699940"/>
            <a:chExt cx="211026" cy="279530"/>
          </a:xfrm>
        </p:grpSpPr>
        <p:grpSp>
          <p:nvGrpSpPr>
            <p:cNvPr id="72" name="グループ化 71">
              <a:extLst>
                <a:ext uri="{FF2B5EF4-FFF2-40B4-BE49-F238E27FC236}">
                  <a16:creationId xmlns:a16="http://schemas.microsoft.com/office/drawing/2014/main" id="{1797D642-5D0E-3321-9A20-7340F5135C76}"/>
                </a:ext>
              </a:extLst>
            </p:cNvPr>
            <p:cNvGrpSpPr/>
            <p:nvPr/>
          </p:nvGrpSpPr>
          <p:grpSpPr>
            <a:xfrm>
              <a:off x="8604191" y="699940"/>
              <a:ext cx="211026" cy="279530"/>
              <a:chOff x="8604191" y="672399"/>
              <a:chExt cx="211026" cy="279530"/>
            </a:xfrm>
          </p:grpSpPr>
          <p:cxnSp>
            <p:nvCxnSpPr>
              <p:cNvPr id="53" name="コネクタ: カギ線 52">
                <a:extLst>
                  <a:ext uri="{FF2B5EF4-FFF2-40B4-BE49-F238E27FC236}">
                    <a16:creationId xmlns:a16="http://schemas.microsoft.com/office/drawing/2014/main" id="{144B6690-60A0-E14C-3878-2F0F08B71A71}"/>
                  </a:ext>
                </a:extLst>
              </p:cNvPr>
              <p:cNvCxnSpPr>
                <a:cxnSpLocks/>
              </p:cNvCxnSpPr>
              <p:nvPr/>
            </p:nvCxnSpPr>
            <p:spPr>
              <a:xfrm rot="16200000" flipH="1">
                <a:off x="8604191" y="740903"/>
                <a:ext cx="211026" cy="211026"/>
              </a:xfrm>
              <a:prstGeom prst="bentConnector3">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59" name="直線コネクタ 58">
                <a:extLst>
                  <a:ext uri="{FF2B5EF4-FFF2-40B4-BE49-F238E27FC236}">
                    <a16:creationId xmlns:a16="http://schemas.microsoft.com/office/drawing/2014/main" id="{074E0BFD-B19C-7843-4131-9877A2BDB36F}"/>
                  </a:ext>
                </a:extLst>
              </p:cNvPr>
              <p:cNvCxnSpPr>
                <a:cxnSpLocks/>
              </p:cNvCxnSpPr>
              <p:nvPr/>
            </p:nvCxnSpPr>
            <p:spPr>
              <a:xfrm>
                <a:off x="8706065" y="725136"/>
                <a:ext cx="0" cy="22387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69" name="直線コネクタ 68">
                <a:extLst>
                  <a:ext uri="{FF2B5EF4-FFF2-40B4-BE49-F238E27FC236}">
                    <a16:creationId xmlns:a16="http://schemas.microsoft.com/office/drawing/2014/main" id="{86D60721-3FE4-A49E-4CD8-BDEFC9D6B051}"/>
                  </a:ext>
                </a:extLst>
              </p:cNvPr>
              <p:cNvCxnSpPr>
                <a:cxnSpLocks/>
              </p:cNvCxnSpPr>
              <p:nvPr/>
            </p:nvCxnSpPr>
            <p:spPr>
              <a:xfrm>
                <a:off x="8653289" y="672403"/>
                <a:ext cx="43248" cy="59906"/>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71" name="直線コネクタ 70">
                <a:extLst>
                  <a:ext uri="{FF2B5EF4-FFF2-40B4-BE49-F238E27FC236}">
                    <a16:creationId xmlns:a16="http://schemas.microsoft.com/office/drawing/2014/main" id="{A2030940-70A7-80CC-52BC-78D44FB50BD7}"/>
                  </a:ext>
                </a:extLst>
              </p:cNvPr>
              <p:cNvCxnSpPr>
                <a:cxnSpLocks/>
              </p:cNvCxnSpPr>
              <p:nvPr/>
            </p:nvCxnSpPr>
            <p:spPr>
              <a:xfrm flipH="1">
                <a:off x="8712819" y="672399"/>
                <a:ext cx="43248" cy="59906"/>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grpSp>
        <p:cxnSp>
          <p:nvCxnSpPr>
            <p:cNvPr id="111" name="直線コネクタ 110">
              <a:extLst>
                <a:ext uri="{FF2B5EF4-FFF2-40B4-BE49-F238E27FC236}">
                  <a16:creationId xmlns:a16="http://schemas.microsoft.com/office/drawing/2014/main" id="{D438DF6A-67CB-B595-C526-A0DADB93F6C0}"/>
                </a:ext>
              </a:extLst>
            </p:cNvPr>
            <p:cNvCxnSpPr>
              <a:cxnSpLocks/>
            </p:cNvCxnSpPr>
            <p:nvPr/>
          </p:nvCxnSpPr>
          <p:spPr>
            <a:xfrm flipH="1">
              <a:off x="8645440" y="819427"/>
              <a:ext cx="134580" cy="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113" name="直線コネクタ 112">
              <a:extLst>
                <a:ext uri="{FF2B5EF4-FFF2-40B4-BE49-F238E27FC236}">
                  <a16:creationId xmlns:a16="http://schemas.microsoft.com/office/drawing/2014/main" id="{AA05DD78-42E8-BB49-30E1-48390F6F14E3}"/>
                </a:ext>
              </a:extLst>
            </p:cNvPr>
            <p:cNvCxnSpPr>
              <a:cxnSpLocks/>
            </p:cNvCxnSpPr>
            <p:nvPr/>
          </p:nvCxnSpPr>
          <p:spPr>
            <a:xfrm flipH="1">
              <a:off x="8645440" y="925877"/>
              <a:ext cx="134580" cy="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grpSp>
      <p:grpSp>
        <p:nvGrpSpPr>
          <p:cNvPr id="99" name="グループ化 98">
            <a:extLst>
              <a:ext uri="{FF2B5EF4-FFF2-40B4-BE49-F238E27FC236}">
                <a16:creationId xmlns:a16="http://schemas.microsoft.com/office/drawing/2014/main" id="{7B100F41-E35B-5529-D020-2EFDB6D79893}"/>
              </a:ext>
            </a:extLst>
          </p:cNvPr>
          <p:cNvGrpSpPr/>
          <p:nvPr/>
        </p:nvGrpSpPr>
        <p:grpSpPr>
          <a:xfrm>
            <a:off x="3942441" y="2041683"/>
            <a:ext cx="824705" cy="541625"/>
            <a:chOff x="1063284" y="1905266"/>
            <a:chExt cx="2372751" cy="1839424"/>
          </a:xfrm>
        </p:grpSpPr>
        <p:sp>
          <p:nvSpPr>
            <p:cNvPr id="100" name="四角形: 上の 2 つの角を丸める 99">
              <a:extLst>
                <a:ext uri="{FF2B5EF4-FFF2-40B4-BE49-F238E27FC236}">
                  <a16:creationId xmlns:a16="http://schemas.microsoft.com/office/drawing/2014/main" id="{75C2172E-C07A-337A-45AE-155BAA5B0722}"/>
                </a:ext>
              </a:extLst>
            </p:cNvPr>
            <p:cNvSpPr/>
            <p:nvPr/>
          </p:nvSpPr>
          <p:spPr>
            <a:xfrm>
              <a:off x="1063284" y="1905266"/>
              <a:ext cx="2372751" cy="844262"/>
            </a:xfrm>
            <a:prstGeom prst="round2SameRect">
              <a:avLst/>
            </a:prstGeom>
            <a:solidFill>
              <a:schemeClr val="accent6">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1" name="四角形: 上の 2 つの角を丸める 100">
              <a:extLst>
                <a:ext uri="{FF2B5EF4-FFF2-40B4-BE49-F238E27FC236}">
                  <a16:creationId xmlns:a16="http://schemas.microsoft.com/office/drawing/2014/main" id="{FC11AD8F-2E97-E636-9C6C-FF3A910CE785}"/>
                </a:ext>
              </a:extLst>
            </p:cNvPr>
            <p:cNvSpPr/>
            <p:nvPr/>
          </p:nvSpPr>
          <p:spPr>
            <a:xfrm flipV="1">
              <a:off x="1063284" y="2749528"/>
              <a:ext cx="2372751" cy="995162"/>
            </a:xfrm>
            <a:prstGeom prst="round2SameRect">
              <a:avLst>
                <a:gd name="adj1" fmla="val 12104"/>
                <a:gd name="adj2" fmla="val 0"/>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03" name="テキスト ボックス 102">
            <a:extLst>
              <a:ext uri="{FF2B5EF4-FFF2-40B4-BE49-F238E27FC236}">
                <a16:creationId xmlns:a16="http://schemas.microsoft.com/office/drawing/2014/main" id="{A631C9F2-1A41-AD51-6096-A2DE0F1B89CA}"/>
              </a:ext>
            </a:extLst>
          </p:cNvPr>
          <p:cNvSpPr txBox="1"/>
          <p:nvPr/>
        </p:nvSpPr>
        <p:spPr>
          <a:xfrm>
            <a:off x="3885873" y="2305352"/>
            <a:ext cx="951142" cy="261610"/>
          </a:xfrm>
          <a:prstGeom prst="rect">
            <a:avLst/>
          </a:prstGeom>
          <a:noFill/>
        </p:spPr>
        <p:txBody>
          <a:bodyPr wrap="square">
            <a:spAutoFit/>
          </a:bodyPr>
          <a:lstStyle/>
          <a:p>
            <a:pPr algn="ctr"/>
            <a:r>
              <a:rPr lang="ja-JP" altLang="en-US" sz="1100">
                <a:solidFill>
                  <a:schemeClr val="accent6"/>
                </a:solidFill>
                <a:latin typeface="原稿用標準書体" panose="03000503000000000000" pitchFamily="66" charset="-128"/>
                <a:ea typeface="原稿用標準書体" panose="03000503000000000000" pitchFamily="66" charset="-128"/>
              </a:rPr>
              <a:t>　　</a:t>
            </a:r>
            <a:r>
              <a:rPr lang="en-US" altLang="ja-JP" sz="1100">
                <a:solidFill>
                  <a:schemeClr val="accent6"/>
                </a:solidFill>
                <a:latin typeface="原稿用標準書体" panose="03000503000000000000" pitchFamily="66" charset="-128"/>
                <a:ea typeface="原稿用標準書体" panose="03000503000000000000" pitchFamily="66" charset="-128"/>
              </a:rPr>
              <a:t>:00</a:t>
            </a:r>
            <a:r>
              <a:rPr lang="ja-JP" altLang="en-US" sz="1100">
                <a:solidFill>
                  <a:schemeClr val="accent6"/>
                </a:solidFill>
                <a:latin typeface="原稿用標準書体" panose="03000503000000000000" pitchFamily="66" charset="-128"/>
                <a:ea typeface="原稿用標準書体" panose="03000503000000000000" pitchFamily="66" charset="-128"/>
              </a:rPr>
              <a:t>ｋ</a:t>
            </a:r>
            <a:endParaRPr kumimoji="1" lang="ja-JP" altLang="en-US" sz="1100">
              <a:solidFill>
                <a:schemeClr val="accent6"/>
              </a:solidFill>
              <a:latin typeface="原稿用標準書体" panose="03000503000000000000" pitchFamily="66" charset="-128"/>
              <a:ea typeface="原稿用標準書体" panose="03000503000000000000" pitchFamily="66" charset="-128"/>
            </a:endParaRPr>
          </a:p>
        </p:txBody>
      </p:sp>
      <p:sp>
        <p:nvSpPr>
          <p:cNvPr id="132" name="四角形: 角を丸くする 131">
            <a:extLst>
              <a:ext uri="{FF2B5EF4-FFF2-40B4-BE49-F238E27FC236}">
                <a16:creationId xmlns:a16="http://schemas.microsoft.com/office/drawing/2014/main" id="{74BB0CD2-184F-E7C5-E7A9-072FB0541695}"/>
              </a:ext>
            </a:extLst>
          </p:cNvPr>
          <p:cNvSpPr/>
          <p:nvPr/>
        </p:nvSpPr>
        <p:spPr>
          <a:xfrm>
            <a:off x="5801749" y="2042989"/>
            <a:ext cx="533691" cy="533691"/>
          </a:xfrm>
          <a:prstGeom prst="roundRect">
            <a:avLst/>
          </a:prstGeom>
          <a:solidFill>
            <a:schemeClr val="accent6">
              <a:lumMod val="20000"/>
              <a:lumOff val="80000"/>
            </a:schemeClr>
          </a:solid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33" name="グラフィックス 132" descr="ユーザー 単色塗りつぶし">
            <a:extLst>
              <a:ext uri="{FF2B5EF4-FFF2-40B4-BE49-F238E27FC236}">
                <a16:creationId xmlns:a16="http://schemas.microsoft.com/office/drawing/2014/main" id="{9F7AD303-8AE3-71BA-B33C-1926828272D9}"/>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5801236" y="2049618"/>
            <a:ext cx="533691" cy="533691"/>
          </a:xfrm>
          <a:prstGeom prst="rect">
            <a:avLst/>
          </a:prstGeom>
        </p:spPr>
      </p:pic>
      <p:grpSp>
        <p:nvGrpSpPr>
          <p:cNvPr id="134" name="グループ化 133">
            <a:extLst>
              <a:ext uri="{FF2B5EF4-FFF2-40B4-BE49-F238E27FC236}">
                <a16:creationId xmlns:a16="http://schemas.microsoft.com/office/drawing/2014/main" id="{B941808A-C7A3-E8B1-1B24-14D9568AF072}"/>
              </a:ext>
            </a:extLst>
          </p:cNvPr>
          <p:cNvGrpSpPr/>
          <p:nvPr/>
        </p:nvGrpSpPr>
        <p:grpSpPr>
          <a:xfrm>
            <a:off x="6466490" y="2041683"/>
            <a:ext cx="824705" cy="541625"/>
            <a:chOff x="1063284" y="1905266"/>
            <a:chExt cx="2372751" cy="1839424"/>
          </a:xfrm>
        </p:grpSpPr>
        <p:sp>
          <p:nvSpPr>
            <p:cNvPr id="152" name="四角形: 上の 2 つの角を丸める 151">
              <a:extLst>
                <a:ext uri="{FF2B5EF4-FFF2-40B4-BE49-F238E27FC236}">
                  <a16:creationId xmlns:a16="http://schemas.microsoft.com/office/drawing/2014/main" id="{78C3805A-2806-3C63-B2D4-7B754A6C577D}"/>
                </a:ext>
              </a:extLst>
            </p:cNvPr>
            <p:cNvSpPr/>
            <p:nvPr/>
          </p:nvSpPr>
          <p:spPr>
            <a:xfrm>
              <a:off x="1063284" y="1905266"/>
              <a:ext cx="2372751" cy="844262"/>
            </a:xfrm>
            <a:prstGeom prst="round2SameRect">
              <a:avLst/>
            </a:prstGeom>
            <a:solidFill>
              <a:schemeClr val="accent6">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3" name="四角形: 上の 2 つの角を丸める 152">
              <a:extLst>
                <a:ext uri="{FF2B5EF4-FFF2-40B4-BE49-F238E27FC236}">
                  <a16:creationId xmlns:a16="http://schemas.microsoft.com/office/drawing/2014/main" id="{40834118-4C3F-D01E-33E1-EE1B1777E387}"/>
                </a:ext>
              </a:extLst>
            </p:cNvPr>
            <p:cNvSpPr/>
            <p:nvPr/>
          </p:nvSpPr>
          <p:spPr>
            <a:xfrm flipV="1">
              <a:off x="1063284" y="2749528"/>
              <a:ext cx="2372751" cy="995162"/>
            </a:xfrm>
            <a:prstGeom prst="round2SameRect">
              <a:avLst>
                <a:gd name="adj1" fmla="val 12104"/>
                <a:gd name="adj2" fmla="val 0"/>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36" name="テキスト ボックス 135">
            <a:extLst>
              <a:ext uri="{FF2B5EF4-FFF2-40B4-BE49-F238E27FC236}">
                <a16:creationId xmlns:a16="http://schemas.microsoft.com/office/drawing/2014/main" id="{29012A5E-B5DB-A6D8-BFAF-571D802287E2}"/>
              </a:ext>
            </a:extLst>
          </p:cNvPr>
          <p:cNvSpPr txBox="1"/>
          <p:nvPr/>
        </p:nvSpPr>
        <p:spPr>
          <a:xfrm>
            <a:off x="6437809" y="2297787"/>
            <a:ext cx="716180" cy="261610"/>
          </a:xfrm>
          <a:prstGeom prst="rect">
            <a:avLst/>
          </a:prstGeom>
          <a:noFill/>
        </p:spPr>
        <p:txBody>
          <a:bodyPr wrap="square">
            <a:spAutoFit/>
          </a:bodyPr>
          <a:lstStyle/>
          <a:p>
            <a:r>
              <a:rPr lang="ja-JP" altLang="en-US" sz="1100">
                <a:solidFill>
                  <a:schemeClr val="accent6">
                    <a:lumMod val="75000"/>
                  </a:schemeClr>
                </a:solidFill>
                <a:latin typeface="原稿用標準書体" panose="03000503000000000000" pitchFamily="66" charset="-128"/>
                <a:ea typeface="原稿用標準書体" panose="03000503000000000000" pitchFamily="66" charset="-128"/>
              </a:rPr>
              <a:t>接客中</a:t>
            </a:r>
            <a:endParaRPr kumimoji="1" lang="ja-JP" altLang="en-US" sz="11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nvGrpSpPr>
          <p:cNvPr id="137" name="グループ化 136">
            <a:extLst>
              <a:ext uri="{FF2B5EF4-FFF2-40B4-BE49-F238E27FC236}">
                <a16:creationId xmlns:a16="http://schemas.microsoft.com/office/drawing/2014/main" id="{67FDFCE4-BBA3-6CF1-BB32-E248ADED8E42}"/>
              </a:ext>
            </a:extLst>
          </p:cNvPr>
          <p:cNvGrpSpPr/>
          <p:nvPr/>
        </p:nvGrpSpPr>
        <p:grpSpPr>
          <a:xfrm>
            <a:off x="7021438" y="2335873"/>
            <a:ext cx="206177" cy="206177"/>
            <a:chOff x="4178990" y="4732529"/>
            <a:chExt cx="914400" cy="914400"/>
          </a:xfrm>
        </p:grpSpPr>
        <p:sp>
          <p:nvSpPr>
            <p:cNvPr id="150" name="楕円 149">
              <a:extLst>
                <a:ext uri="{FF2B5EF4-FFF2-40B4-BE49-F238E27FC236}">
                  <a16:creationId xmlns:a16="http://schemas.microsoft.com/office/drawing/2014/main" id="{6A6FB088-6FF4-C4F1-5EB1-E4197839801B}"/>
                </a:ext>
              </a:extLst>
            </p:cNvPr>
            <p:cNvSpPr/>
            <p:nvPr/>
          </p:nvSpPr>
          <p:spPr>
            <a:xfrm>
              <a:off x="4178990" y="4732529"/>
              <a:ext cx="914400" cy="914400"/>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1" name="部分円 150">
              <a:extLst>
                <a:ext uri="{FF2B5EF4-FFF2-40B4-BE49-F238E27FC236}">
                  <a16:creationId xmlns:a16="http://schemas.microsoft.com/office/drawing/2014/main" id="{92C36C68-3080-3B72-0BC9-86E842FBF297}"/>
                </a:ext>
              </a:extLst>
            </p:cNvPr>
            <p:cNvSpPr/>
            <p:nvPr/>
          </p:nvSpPr>
          <p:spPr>
            <a:xfrm>
              <a:off x="4178990" y="4732529"/>
              <a:ext cx="914400" cy="914400"/>
            </a:xfrm>
            <a:prstGeom prst="pi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grpSp>
      <p:grpSp>
        <p:nvGrpSpPr>
          <p:cNvPr id="167" name="グループ化 166">
            <a:extLst>
              <a:ext uri="{FF2B5EF4-FFF2-40B4-BE49-F238E27FC236}">
                <a16:creationId xmlns:a16="http://schemas.microsoft.com/office/drawing/2014/main" id="{FDD4B64E-C3CE-E521-142D-D55C399EF188}"/>
              </a:ext>
            </a:extLst>
          </p:cNvPr>
          <p:cNvGrpSpPr/>
          <p:nvPr/>
        </p:nvGrpSpPr>
        <p:grpSpPr>
          <a:xfrm>
            <a:off x="8949808" y="2041683"/>
            <a:ext cx="824705" cy="541625"/>
            <a:chOff x="1063284" y="1905266"/>
            <a:chExt cx="2372751" cy="1839424"/>
          </a:xfrm>
        </p:grpSpPr>
        <p:sp>
          <p:nvSpPr>
            <p:cNvPr id="185" name="四角形: 上の 2 つの角を丸める 184">
              <a:extLst>
                <a:ext uri="{FF2B5EF4-FFF2-40B4-BE49-F238E27FC236}">
                  <a16:creationId xmlns:a16="http://schemas.microsoft.com/office/drawing/2014/main" id="{4B4BAB06-9D06-8F14-362E-98D826CA8655}"/>
                </a:ext>
              </a:extLst>
            </p:cNvPr>
            <p:cNvSpPr/>
            <p:nvPr/>
          </p:nvSpPr>
          <p:spPr>
            <a:xfrm>
              <a:off x="1063284" y="1905266"/>
              <a:ext cx="2372751" cy="844262"/>
            </a:xfrm>
            <a:prstGeom prst="round2SameRect">
              <a:avLst/>
            </a:prstGeom>
            <a:solidFill>
              <a:schemeClr val="accent6">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6" name="四角形: 上の 2 つの角を丸める 185">
              <a:extLst>
                <a:ext uri="{FF2B5EF4-FFF2-40B4-BE49-F238E27FC236}">
                  <a16:creationId xmlns:a16="http://schemas.microsoft.com/office/drawing/2014/main" id="{4963BC59-29B7-9504-2833-0F77D8A612F2}"/>
                </a:ext>
              </a:extLst>
            </p:cNvPr>
            <p:cNvSpPr/>
            <p:nvPr/>
          </p:nvSpPr>
          <p:spPr>
            <a:xfrm flipV="1">
              <a:off x="1063284" y="2749528"/>
              <a:ext cx="2372751" cy="995162"/>
            </a:xfrm>
            <a:prstGeom prst="round2SameRect">
              <a:avLst>
                <a:gd name="adj1" fmla="val 12104"/>
                <a:gd name="adj2" fmla="val 0"/>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69" name="テキスト ボックス 168">
            <a:extLst>
              <a:ext uri="{FF2B5EF4-FFF2-40B4-BE49-F238E27FC236}">
                <a16:creationId xmlns:a16="http://schemas.microsoft.com/office/drawing/2014/main" id="{D487BC7A-7C36-46CC-7746-F34F2174C433}"/>
              </a:ext>
            </a:extLst>
          </p:cNvPr>
          <p:cNvSpPr txBox="1"/>
          <p:nvPr/>
        </p:nvSpPr>
        <p:spPr>
          <a:xfrm>
            <a:off x="8921127" y="2297787"/>
            <a:ext cx="716180" cy="261610"/>
          </a:xfrm>
          <a:prstGeom prst="rect">
            <a:avLst/>
          </a:prstGeom>
          <a:noFill/>
        </p:spPr>
        <p:txBody>
          <a:bodyPr wrap="square">
            <a:spAutoFit/>
          </a:bodyPr>
          <a:lstStyle/>
          <a:p>
            <a:r>
              <a:rPr lang="ja-JP" altLang="en-US" sz="1100">
                <a:solidFill>
                  <a:schemeClr val="accent6">
                    <a:lumMod val="75000"/>
                  </a:schemeClr>
                </a:solidFill>
                <a:latin typeface="原稿用標準書体" panose="03000503000000000000" pitchFamily="66" charset="-128"/>
                <a:ea typeface="原稿用標準書体" panose="03000503000000000000" pitchFamily="66" charset="-128"/>
              </a:rPr>
              <a:t>清掃中</a:t>
            </a:r>
            <a:endParaRPr kumimoji="1" lang="ja-JP" altLang="en-US" sz="11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nvGrpSpPr>
          <p:cNvPr id="170" name="グループ化 169">
            <a:extLst>
              <a:ext uri="{FF2B5EF4-FFF2-40B4-BE49-F238E27FC236}">
                <a16:creationId xmlns:a16="http://schemas.microsoft.com/office/drawing/2014/main" id="{E48542D7-B6AA-3DE4-F603-B229CB12D8FF}"/>
              </a:ext>
            </a:extLst>
          </p:cNvPr>
          <p:cNvGrpSpPr/>
          <p:nvPr/>
        </p:nvGrpSpPr>
        <p:grpSpPr>
          <a:xfrm>
            <a:off x="9504756" y="2335873"/>
            <a:ext cx="206177" cy="206177"/>
            <a:chOff x="4178990" y="4732529"/>
            <a:chExt cx="914400" cy="914400"/>
          </a:xfrm>
        </p:grpSpPr>
        <p:sp>
          <p:nvSpPr>
            <p:cNvPr id="183" name="楕円 182">
              <a:extLst>
                <a:ext uri="{FF2B5EF4-FFF2-40B4-BE49-F238E27FC236}">
                  <a16:creationId xmlns:a16="http://schemas.microsoft.com/office/drawing/2014/main" id="{66C0E472-958E-8041-8A1E-5AA8DE33CCA0}"/>
                </a:ext>
              </a:extLst>
            </p:cNvPr>
            <p:cNvSpPr/>
            <p:nvPr/>
          </p:nvSpPr>
          <p:spPr>
            <a:xfrm>
              <a:off x="4178990" y="4732529"/>
              <a:ext cx="914400" cy="914400"/>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4" name="部分円 183">
              <a:extLst>
                <a:ext uri="{FF2B5EF4-FFF2-40B4-BE49-F238E27FC236}">
                  <a16:creationId xmlns:a16="http://schemas.microsoft.com/office/drawing/2014/main" id="{F66BDD3B-312F-6210-D5A7-1086C3B21364}"/>
                </a:ext>
              </a:extLst>
            </p:cNvPr>
            <p:cNvSpPr/>
            <p:nvPr/>
          </p:nvSpPr>
          <p:spPr>
            <a:xfrm>
              <a:off x="4178990" y="4732529"/>
              <a:ext cx="914400" cy="914400"/>
            </a:xfrm>
            <a:prstGeom prst="pie">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grpSp>
      <p:sp>
        <p:nvSpPr>
          <p:cNvPr id="217" name="テキスト ボックス 216">
            <a:extLst>
              <a:ext uri="{FF2B5EF4-FFF2-40B4-BE49-F238E27FC236}">
                <a16:creationId xmlns:a16="http://schemas.microsoft.com/office/drawing/2014/main" id="{B1B3713B-D56F-A793-EB3A-BC8166C3C39F}"/>
              </a:ext>
            </a:extLst>
          </p:cNvPr>
          <p:cNvSpPr txBox="1"/>
          <p:nvPr/>
        </p:nvSpPr>
        <p:spPr>
          <a:xfrm>
            <a:off x="3658376" y="4334969"/>
            <a:ext cx="733012" cy="307777"/>
          </a:xfrm>
          <a:prstGeom prst="rect">
            <a:avLst/>
          </a:prstGeom>
          <a:noFill/>
        </p:spPr>
        <p:txBody>
          <a:bodyPr wrap="square">
            <a:spAutoFit/>
          </a:bodyPr>
          <a:lstStyle/>
          <a:p>
            <a:pPr algn="ctr"/>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休憩室</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nvGrpSpPr>
          <p:cNvPr id="219" name="グループ化 218">
            <a:extLst>
              <a:ext uri="{FF2B5EF4-FFF2-40B4-BE49-F238E27FC236}">
                <a16:creationId xmlns:a16="http://schemas.microsoft.com/office/drawing/2014/main" id="{C801A5A4-A8B7-D592-FC90-59E469DBE753}"/>
              </a:ext>
            </a:extLst>
          </p:cNvPr>
          <p:cNvGrpSpPr/>
          <p:nvPr/>
        </p:nvGrpSpPr>
        <p:grpSpPr>
          <a:xfrm>
            <a:off x="3757780" y="4708440"/>
            <a:ext cx="534204" cy="540320"/>
            <a:chOff x="7836685" y="2042989"/>
            <a:chExt cx="534204" cy="540320"/>
          </a:xfrm>
        </p:grpSpPr>
        <p:sp>
          <p:nvSpPr>
            <p:cNvPr id="220" name="四角形: 角を丸くする 219">
              <a:extLst>
                <a:ext uri="{FF2B5EF4-FFF2-40B4-BE49-F238E27FC236}">
                  <a16:creationId xmlns:a16="http://schemas.microsoft.com/office/drawing/2014/main" id="{FDD0B1DC-51E8-8A78-C210-49FD4FC54C88}"/>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221" name="グラフィックス 220" descr="ユーザー 単色塗りつぶし">
              <a:extLst>
                <a:ext uri="{FF2B5EF4-FFF2-40B4-BE49-F238E27FC236}">
                  <a16:creationId xmlns:a16="http://schemas.microsoft.com/office/drawing/2014/main" id="{F4F6A100-CE0A-3038-4567-861526824811}"/>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grpSp>
        <p:nvGrpSpPr>
          <p:cNvPr id="226" name="グループ化 225">
            <a:extLst>
              <a:ext uri="{FF2B5EF4-FFF2-40B4-BE49-F238E27FC236}">
                <a16:creationId xmlns:a16="http://schemas.microsoft.com/office/drawing/2014/main" id="{D0704895-0E8E-0F24-D52B-B03B66AA5E41}"/>
              </a:ext>
            </a:extLst>
          </p:cNvPr>
          <p:cNvGrpSpPr/>
          <p:nvPr/>
        </p:nvGrpSpPr>
        <p:grpSpPr>
          <a:xfrm>
            <a:off x="3585827" y="4841695"/>
            <a:ext cx="273288" cy="273288"/>
            <a:chOff x="3137958" y="4703845"/>
            <a:chExt cx="273288" cy="273288"/>
          </a:xfrm>
        </p:grpSpPr>
        <p:sp>
          <p:nvSpPr>
            <p:cNvPr id="225" name="楕円 224">
              <a:extLst>
                <a:ext uri="{FF2B5EF4-FFF2-40B4-BE49-F238E27FC236}">
                  <a16:creationId xmlns:a16="http://schemas.microsoft.com/office/drawing/2014/main" id="{709424F4-D543-3F5B-D744-60D2A847598B}"/>
                </a:ext>
              </a:extLst>
            </p:cNvPr>
            <p:cNvSpPr/>
            <p:nvPr/>
          </p:nvSpPr>
          <p:spPr>
            <a:xfrm>
              <a:off x="3137958" y="4703845"/>
              <a:ext cx="273288" cy="273288"/>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223" name="グラフィックス 222" descr="感嘆符 単色塗りつぶし">
              <a:extLst>
                <a:ext uri="{FF2B5EF4-FFF2-40B4-BE49-F238E27FC236}">
                  <a16:creationId xmlns:a16="http://schemas.microsoft.com/office/drawing/2014/main" id="{719E5357-54BD-981D-BF00-BB959AD00ECB}"/>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3160494" y="4728229"/>
              <a:ext cx="224046" cy="224046"/>
            </a:xfrm>
            <a:prstGeom prst="rect">
              <a:avLst/>
            </a:prstGeom>
          </p:spPr>
        </p:pic>
      </p:grpSp>
      <p:sp>
        <p:nvSpPr>
          <p:cNvPr id="228" name="テキスト ボックス 227">
            <a:extLst>
              <a:ext uri="{FF2B5EF4-FFF2-40B4-BE49-F238E27FC236}">
                <a16:creationId xmlns:a16="http://schemas.microsoft.com/office/drawing/2014/main" id="{C25DAC0B-7B10-D7E0-48AC-13E7DAD19FB4}"/>
              </a:ext>
            </a:extLst>
          </p:cNvPr>
          <p:cNvSpPr txBox="1"/>
          <p:nvPr/>
        </p:nvSpPr>
        <p:spPr>
          <a:xfrm>
            <a:off x="6177364" y="4334969"/>
            <a:ext cx="733012" cy="307777"/>
          </a:xfrm>
          <a:prstGeom prst="rect">
            <a:avLst/>
          </a:prstGeom>
          <a:noFill/>
        </p:spPr>
        <p:txBody>
          <a:bodyPr wrap="square">
            <a:spAutoFit/>
          </a:bodyPr>
          <a:lstStyle/>
          <a:p>
            <a:pPr algn="ctr"/>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事務室</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230" name="四角形: 角を丸くする 229">
            <a:extLst>
              <a:ext uri="{FF2B5EF4-FFF2-40B4-BE49-F238E27FC236}">
                <a16:creationId xmlns:a16="http://schemas.microsoft.com/office/drawing/2014/main" id="{FA8A1906-49F2-B804-E3D4-B37F2B9D13E9}"/>
              </a:ext>
            </a:extLst>
          </p:cNvPr>
          <p:cNvSpPr/>
          <p:nvPr/>
        </p:nvSpPr>
        <p:spPr>
          <a:xfrm>
            <a:off x="6277280" y="4713035"/>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238" name="グループ化 237">
            <a:extLst>
              <a:ext uri="{FF2B5EF4-FFF2-40B4-BE49-F238E27FC236}">
                <a16:creationId xmlns:a16="http://schemas.microsoft.com/office/drawing/2014/main" id="{A4DBF34A-6B49-21F5-287D-7E7B061C33A0}"/>
              </a:ext>
            </a:extLst>
          </p:cNvPr>
          <p:cNvGrpSpPr/>
          <p:nvPr/>
        </p:nvGrpSpPr>
        <p:grpSpPr>
          <a:xfrm>
            <a:off x="6087475" y="4857960"/>
            <a:ext cx="273288" cy="273288"/>
            <a:chOff x="5460401" y="4876340"/>
            <a:chExt cx="273288" cy="273288"/>
          </a:xfrm>
        </p:grpSpPr>
        <p:sp>
          <p:nvSpPr>
            <p:cNvPr id="233" name="楕円 232">
              <a:extLst>
                <a:ext uri="{FF2B5EF4-FFF2-40B4-BE49-F238E27FC236}">
                  <a16:creationId xmlns:a16="http://schemas.microsoft.com/office/drawing/2014/main" id="{7F218C76-6965-D502-A9FA-A90F196C7809}"/>
                </a:ext>
              </a:extLst>
            </p:cNvPr>
            <p:cNvSpPr/>
            <p:nvPr/>
          </p:nvSpPr>
          <p:spPr>
            <a:xfrm>
              <a:off x="5460401" y="4876340"/>
              <a:ext cx="273288" cy="273288"/>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37" name="矢印: 上 236">
              <a:extLst>
                <a:ext uri="{FF2B5EF4-FFF2-40B4-BE49-F238E27FC236}">
                  <a16:creationId xmlns:a16="http://schemas.microsoft.com/office/drawing/2014/main" id="{F9A51410-9314-7E60-C972-34321D8F740C}"/>
                </a:ext>
              </a:extLst>
            </p:cNvPr>
            <p:cNvSpPr/>
            <p:nvPr/>
          </p:nvSpPr>
          <p:spPr>
            <a:xfrm>
              <a:off x="5515438" y="4914382"/>
              <a:ext cx="163215" cy="197205"/>
            </a:xfrm>
            <a:prstGeom prst="upArrow">
              <a:avLst>
                <a:gd name="adj1" fmla="val 50000"/>
                <a:gd name="adj2" fmla="val 78583"/>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40" name="図 239">
            <a:extLst>
              <a:ext uri="{FF2B5EF4-FFF2-40B4-BE49-F238E27FC236}">
                <a16:creationId xmlns:a16="http://schemas.microsoft.com/office/drawing/2014/main" id="{1DA40CA5-7F5A-3E66-ABAC-443545851538}"/>
              </a:ext>
            </a:extLst>
          </p:cNvPr>
          <p:cNvPicPr>
            <a:picLocks noChangeAspect="1"/>
          </p:cNvPicPr>
          <p:nvPr/>
        </p:nvPicPr>
        <p:blipFill>
          <a:blip r:embed="rId14">
            <a:duotone>
              <a:schemeClr val="accent6">
                <a:shade val="45000"/>
                <a:satMod val="135000"/>
              </a:schemeClr>
              <a:prstClr val="white"/>
            </a:duotone>
            <a:extLst>
              <a:ext uri="{28A0092B-C50C-407E-A947-70E740481C1C}">
                <a14:useLocalDpi xmlns:a14="http://schemas.microsoft.com/office/drawing/2010/main" val="0"/>
              </a:ext>
            </a:extLst>
          </a:blip>
          <a:stretch>
            <a:fillRect/>
          </a:stretch>
        </p:blipFill>
        <p:spPr>
          <a:xfrm>
            <a:off x="6269906" y="4656531"/>
            <a:ext cx="578584" cy="578584"/>
          </a:xfrm>
          <a:prstGeom prst="rect">
            <a:avLst/>
          </a:prstGeom>
        </p:spPr>
      </p:pic>
      <p:grpSp>
        <p:nvGrpSpPr>
          <p:cNvPr id="20" name="グループ化 19">
            <a:extLst>
              <a:ext uri="{FF2B5EF4-FFF2-40B4-BE49-F238E27FC236}">
                <a16:creationId xmlns:a16="http://schemas.microsoft.com/office/drawing/2014/main" id="{047B280A-B14B-7C0B-BC6B-297C6DB25A16}"/>
              </a:ext>
            </a:extLst>
          </p:cNvPr>
          <p:cNvGrpSpPr/>
          <p:nvPr/>
        </p:nvGrpSpPr>
        <p:grpSpPr>
          <a:xfrm>
            <a:off x="617274" y="432515"/>
            <a:ext cx="2130007" cy="638703"/>
            <a:chOff x="1157024" y="508715"/>
            <a:chExt cx="2130007" cy="638703"/>
          </a:xfrm>
        </p:grpSpPr>
        <p:sp>
          <p:nvSpPr>
            <p:cNvPr id="25" name="六角形 24">
              <a:extLst>
                <a:ext uri="{FF2B5EF4-FFF2-40B4-BE49-F238E27FC236}">
                  <a16:creationId xmlns:a16="http://schemas.microsoft.com/office/drawing/2014/main" id="{3137E4BC-93A6-CD4D-A8CD-D22394272443}"/>
                </a:ext>
              </a:extLst>
            </p:cNvPr>
            <p:cNvSpPr/>
            <p:nvPr/>
          </p:nvSpPr>
          <p:spPr>
            <a:xfrm>
              <a:off x="1157024" y="508715"/>
              <a:ext cx="2130007" cy="638703"/>
            </a:xfrm>
            <a:prstGeom prst="hexagon">
              <a:avLst/>
            </a:prstGeom>
            <a:solidFill>
              <a:schemeClr val="bg1">
                <a:lumMod val="95000"/>
                <a:alpha val="70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27" name="テキスト ボックス 26">
              <a:extLst>
                <a:ext uri="{FF2B5EF4-FFF2-40B4-BE49-F238E27FC236}">
                  <a16:creationId xmlns:a16="http://schemas.microsoft.com/office/drawing/2014/main" id="{B6F31A5C-0123-F51E-C283-23BEBF1942C1}"/>
                </a:ext>
              </a:extLst>
            </p:cNvPr>
            <p:cNvSpPr txBox="1"/>
            <p:nvPr/>
          </p:nvSpPr>
          <p:spPr>
            <a:xfrm>
              <a:off x="1873214" y="641390"/>
              <a:ext cx="697627" cy="400110"/>
            </a:xfrm>
            <a:prstGeom prst="rect">
              <a:avLst/>
            </a:prstGeom>
            <a:noFill/>
          </p:spPr>
          <p:txBody>
            <a:bodyPr wrap="none" rtlCol="0">
              <a:spAutoFit/>
            </a:bodyPr>
            <a:lstStyle/>
            <a:p>
              <a:pPr algn="ctr"/>
              <a:r>
                <a:rPr kumimoji="1"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12" name="四角形: 角を丸くする 11">
            <a:extLst>
              <a:ext uri="{FF2B5EF4-FFF2-40B4-BE49-F238E27FC236}">
                <a16:creationId xmlns:a16="http://schemas.microsoft.com/office/drawing/2014/main" id="{01BEFCEA-14CC-C0DF-A9DE-85A29CAAADE1}"/>
              </a:ext>
            </a:extLst>
          </p:cNvPr>
          <p:cNvSpPr/>
          <p:nvPr/>
        </p:nvSpPr>
        <p:spPr>
          <a:xfrm>
            <a:off x="957524" y="1340441"/>
            <a:ext cx="872826" cy="4071314"/>
          </a:xfrm>
          <a:prstGeom prst="roundRect">
            <a:avLst>
              <a:gd name="adj" fmla="val 50000"/>
            </a:avLst>
          </a:prstGeom>
          <a:solidFill>
            <a:schemeClr val="accent2">
              <a:lumMod val="20000"/>
              <a:lumOff val="80000"/>
            </a:schemeClr>
          </a:solid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grpSp>
        <p:nvGrpSpPr>
          <p:cNvPr id="13" name="グループ化 12">
            <a:extLst>
              <a:ext uri="{FF2B5EF4-FFF2-40B4-BE49-F238E27FC236}">
                <a16:creationId xmlns:a16="http://schemas.microsoft.com/office/drawing/2014/main" id="{1E02D6DC-738C-867C-DBA2-086111C2DAD3}"/>
              </a:ext>
            </a:extLst>
          </p:cNvPr>
          <p:cNvGrpSpPr/>
          <p:nvPr/>
        </p:nvGrpSpPr>
        <p:grpSpPr>
          <a:xfrm>
            <a:off x="1177472" y="1526309"/>
            <a:ext cx="432931" cy="437887"/>
            <a:chOff x="7836685" y="2042989"/>
            <a:chExt cx="534204" cy="540320"/>
          </a:xfrm>
        </p:grpSpPr>
        <p:sp>
          <p:nvSpPr>
            <p:cNvPr id="14" name="四角形: 角を丸くする 13">
              <a:extLst>
                <a:ext uri="{FF2B5EF4-FFF2-40B4-BE49-F238E27FC236}">
                  <a16:creationId xmlns:a16="http://schemas.microsoft.com/office/drawing/2014/main" id="{8F8065E4-2133-F7A1-E673-160A8B9FEB1B}"/>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5" name="グラフィックス 14" descr="ユーザー 単色塗りつぶし">
              <a:extLst>
                <a:ext uri="{FF2B5EF4-FFF2-40B4-BE49-F238E27FC236}">
                  <a16:creationId xmlns:a16="http://schemas.microsoft.com/office/drawing/2014/main" id="{8A7367C7-739F-7FD4-A751-A34312568E59}"/>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grpSp>
        <p:nvGrpSpPr>
          <p:cNvPr id="16" name="グループ化 15">
            <a:extLst>
              <a:ext uri="{FF2B5EF4-FFF2-40B4-BE49-F238E27FC236}">
                <a16:creationId xmlns:a16="http://schemas.microsoft.com/office/drawing/2014/main" id="{F0AE3094-6763-CF88-BD1E-8C0B66B519F7}"/>
              </a:ext>
            </a:extLst>
          </p:cNvPr>
          <p:cNvGrpSpPr/>
          <p:nvPr/>
        </p:nvGrpSpPr>
        <p:grpSpPr>
          <a:xfrm>
            <a:off x="1177472" y="2069924"/>
            <a:ext cx="432931" cy="437887"/>
            <a:chOff x="7836685" y="2042989"/>
            <a:chExt cx="534204" cy="540320"/>
          </a:xfrm>
        </p:grpSpPr>
        <p:sp>
          <p:nvSpPr>
            <p:cNvPr id="17" name="四角形: 角を丸くする 16">
              <a:extLst>
                <a:ext uri="{FF2B5EF4-FFF2-40B4-BE49-F238E27FC236}">
                  <a16:creationId xmlns:a16="http://schemas.microsoft.com/office/drawing/2014/main" id="{3430066C-A1BB-D237-7031-64D99A18DDD8}"/>
                </a:ext>
              </a:extLst>
            </p:cNvPr>
            <p:cNvSpPr/>
            <p:nvPr/>
          </p:nvSpPr>
          <p:spPr>
            <a:xfrm>
              <a:off x="7837198" y="2042989"/>
              <a:ext cx="533691" cy="533691"/>
            </a:xfrm>
            <a:prstGeom prst="roundRect">
              <a:avLst/>
            </a:prstGeom>
            <a:noFill/>
            <a:ln w="25400">
              <a:solidFill>
                <a:srgbClr val="FF00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8" name="グラフィックス 17" descr="ユーザー 単色塗りつぶし">
              <a:extLst>
                <a:ext uri="{FF2B5EF4-FFF2-40B4-BE49-F238E27FC236}">
                  <a16:creationId xmlns:a16="http://schemas.microsoft.com/office/drawing/2014/main" id="{1ADEC4CF-B758-2E71-DCBB-AF686F54E272}"/>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grpSp>
        <p:nvGrpSpPr>
          <p:cNvPr id="28" name="グループ化 27">
            <a:extLst>
              <a:ext uri="{FF2B5EF4-FFF2-40B4-BE49-F238E27FC236}">
                <a16:creationId xmlns:a16="http://schemas.microsoft.com/office/drawing/2014/main" id="{35E908BD-A1DE-FF26-1623-60A18276D6E9}"/>
              </a:ext>
            </a:extLst>
          </p:cNvPr>
          <p:cNvGrpSpPr/>
          <p:nvPr/>
        </p:nvGrpSpPr>
        <p:grpSpPr>
          <a:xfrm>
            <a:off x="1177472" y="2613539"/>
            <a:ext cx="432931" cy="437887"/>
            <a:chOff x="7836685" y="2042989"/>
            <a:chExt cx="534204" cy="540320"/>
          </a:xfrm>
        </p:grpSpPr>
        <p:sp>
          <p:nvSpPr>
            <p:cNvPr id="39" name="四角形: 角を丸くする 38">
              <a:extLst>
                <a:ext uri="{FF2B5EF4-FFF2-40B4-BE49-F238E27FC236}">
                  <a16:creationId xmlns:a16="http://schemas.microsoft.com/office/drawing/2014/main" id="{25ECD557-E14A-FA91-F69D-B84EBEDF28BD}"/>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40" name="グラフィックス 39" descr="ユーザー 単色塗りつぶし">
              <a:extLst>
                <a:ext uri="{FF2B5EF4-FFF2-40B4-BE49-F238E27FC236}">
                  <a16:creationId xmlns:a16="http://schemas.microsoft.com/office/drawing/2014/main" id="{1D78172D-FF13-7DBC-2D5F-038DAFE5BC13}"/>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grpSp>
        <p:nvGrpSpPr>
          <p:cNvPr id="44" name="グループ化 43">
            <a:extLst>
              <a:ext uri="{FF2B5EF4-FFF2-40B4-BE49-F238E27FC236}">
                <a16:creationId xmlns:a16="http://schemas.microsoft.com/office/drawing/2014/main" id="{BB70A37D-8026-00DA-8B80-2DB99078D286}"/>
              </a:ext>
            </a:extLst>
          </p:cNvPr>
          <p:cNvGrpSpPr/>
          <p:nvPr/>
        </p:nvGrpSpPr>
        <p:grpSpPr>
          <a:xfrm>
            <a:off x="1177472" y="3157154"/>
            <a:ext cx="432931" cy="437887"/>
            <a:chOff x="7836685" y="2042989"/>
            <a:chExt cx="534204" cy="540320"/>
          </a:xfrm>
        </p:grpSpPr>
        <p:sp>
          <p:nvSpPr>
            <p:cNvPr id="45" name="四角形: 角を丸くする 44">
              <a:extLst>
                <a:ext uri="{FF2B5EF4-FFF2-40B4-BE49-F238E27FC236}">
                  <a16:creationId xmlns:a16="http://schemas.microsoft.com/office/drawing/2014/main" id="{6D1FAB8E-31F8-6339-9280-9A0E5EBD4579}"/>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46" name="グラフィックス 45" descr="ユーザー 単色塗りつぶし">
              <a:extLst>
                <a:ext uri="{FF2B5EF4-FFF2-40B4-BE49-F238E27FC236}">
                  <a16:creationId xmlns:a16="http://schemas.microsoft.com/office/drawing/2014/main" id="{8FCE3FEE-6222-0377-6B19-D10AEA4EA098}"/>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grpSp>
        <p:nvGrpSpPr>
          <p:cNvPr id="52" name="グループ化 51">
            <a:extLst>
              <a:ext uri="{FF2B5EF4-FFF2-40B4-BE49-F238E27FC236}">
                <a16:creationId xmlns:a16="http://schemas.microsoft.com/office/drawing/2014/main" id="{71E2F5E5-34E1-52D3-5BFD-C1199470DA3F}"/>
              </a:ext>
            </a:extLst>
          </p:cNvPr>
          <p:cNvGrpSpPr/>
          <p:nvPr/>
        </p:nvGrpSpPr>
        <p:grpSpPr>
          <a:xfrm>
            <a:off x="1177472" y="3700769"/>
            <a:ext cx="432931" cy="437887"/>
            <a:chOff x="7836685" y="2042989"/>
            <a:chExt cx="534204" cy="540320"/>
          </a:xfrm>
        </p:grpSpPr>
        <p:sp>
          <p:nvSpPr>
            <p:cNvPr id="54" name="四角形: 角を丸くする 53">
              <a:extLst>
                <a:ext uri="{FF2B5EF4-FFF2-40B4-BE49-F238E27FC236}">
                  <a16:creationId xmlns:a16="http://schemas.microsoft.com/office/drawing/2014/main" id="{AFDB8173-67F8-36D2-DD3D-3DB27BCF7DC5}"/>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55" name="グラフィックス 54" descr="ユーザー 単色塗りつぶし">
              <a:extLst>
                <a:ext uri="{FF2B5EF4-FFF2-40B4-BE49-F238E27FC236}">
                  <a16:creationId xmlns:a16="http://schemas.microsoft.com/office/drawing/2014/main" id="{83D803BB-A0CF-60A2-C306-1E02F809A78D}"/>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grpSp>
        <p:nvGrpSpPr>
          <p:cNvPr id="56" name="グループ化 55">
            <a:extLst>
              <a:ext uri="{FF2B5EF4-FFF2-40B4-BE49-F238E27FC236}">
                <a16:creationId xmlns:a16="http://schemas.microsoft.com/office/drawing/2014/main" id="{042121B4-45A3-8340-1594-00DB7DF0D228}"/>
              </a:ext>
            </a:extLst>
          </p:cNvPr>
          <p:cNvGrpSpPr/>
          <p:nvPr/>
        </p:nvGrpSpPr>
        <p:grpSpPr>
          <a:xfrm>
            <a:off x="1177472" y="4244384"/>
            <a:ext cx="432931" cy="437887"/>
            <a:chOff x="7836685" y="2042989"/>
            <a:chExt cx="534204" cy="540320"/>
          </a:xfrm>
        </p:grpSpPr>
        <p:sp>
          <p:nvSpPr>
            <p:cNvPr id="57" name="四角形: 角を丸くする 56">
              <a:extLst>
                <a:ext uri="{FF2B5EF4-FFF2-40B4-BE49-F238E27FC236}">
                  <a16:creationId xmlns:a16="http://schemas.microsoft.com/office/drawing/2014/main" id="{0674C603-45B9-39C1-A707-32847B526EEF}"/>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58" name="グラフィックス 57" descr="ユーザー 単色塗りつぶし">
              <a:extLst>
                <a:ext uri="{FF2B5EF4-FFF2-40B4-BE49-F238E27FC236}">
                  <a16:creationId xmlns:a16="http://schemas.microsoft.com/office/drawing/2014/main" id="{DD2E4CD1-A2B1-78CD-D711-3E82C965C91F}"/>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grpSp>
        <p:nvGrpSpPr>
          <p:cNvPr id="60" name="グループ化 59">
            <a:extLst>
              <a:ext uri="{FF2B5EF4-FFF2-40B4-BE49-F238E27FC236}">
                <a16:creationId xmlns:a16="http://schemas.microsoft.com/office/drawing/2014/main" id="{DDDBE12F-DBDE-4564-E919-AE039795007A}"/>
              </a:ext>
            </a:extLst>
          </p:cNvPr>
          <p:cNvGrpSpPr/>
          <p:nvPr/>
        </p:nvGrpSpPr>
        <p:grpSpPr>
          <a:xfrm>
            <a:off x="1177472" y="4788000"/>
            <a:ext cx="432931" cy="437887"/>
            <a:chOff x="7836685" y="2042989"/>
            <a:chExt cx="534204" cy="540320"/>
          </a:xfrm>
        </p:grpSpPr>
        <p:sp>
          <p:nvSpPr>
            <p:cNvPr id="61" name="四角形: 角を丸くする 60">
              <a:extLst>
                <a:ext uri="{FF2B5EF4-FFF2-40B4-BE49-F238E27FC236}">
                  <a16:creationId xmlns:a16="http://schemas.microsoft.com/office/drawing/2014/main" id="{36E33058-153A-C9AB-CDC2-CA387494C773}"/>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62" name="グラフィックス 61" descr="ユーザー 単色塗りつぶし">
              <a:extLst>
                <a:ext uri="{FF2B5EF4-FFF2-40B4-BE49-F238E27FC236}">
                  <a16:creationId xmlns:a16="http://schemas.microsoft.com/office/drawing/2014/main" id="{5A9051EC-E602-752A-5A67-34041E0835DE}"/>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grpSp>
        <p:nvGrpSpPr>
          <p:cNvPr id="66" name="グループ化 65">
            <a:extLst>
              <a:ext uri="{FF2B5EF4-FFF2-40B4-BE49-F238E27FC236}">
                <a16:creationId xmlns:a16="http://schemas.microsoft.com/office/drawing/2014/main" id="{9841FBC4-8B2E-00A9-C9FA-31868961429A}"/>
              </a:ext>
            </a:extLst>
          </p:cNvPr>
          <p:cNvGrpSpPr/>
          <p:nvPr/>
        </p:nvGrpSpPr>
        <p:grpSpPr>
          <a:xfrm>
            <a:off x="8280370" y="2055022"/>
            <a:ext cx="534204" cy="540320"/>
            <a:chOff x="7836685" y="2042989"/>
            <a:chExt cx="534204" cy="540320"/>
          </a:xfrm>
        </p:grpSpPr>
        <p:sp>
          <p:nvSpPr>
            <p:cNvPr id="67" name="四角形: 角を丸くする 66">
              <a:extLst>
                <a:ext uri="{FF2B5EF4-FFF2-40B4-BE49-F238E27FC236}">
                  <a16:creationId xmlns:a16="http://schemas.microsoft.com/office/drawing/2014/main" id="{7A7D8D97-E499-054E-4CC1-EC5E352EC265}"/>
                </a:ext>
              </a:extLst>
            </p:cNvPr>
            <p:cNvSpPr/>
            <p:nvPr/>
          </p:nvSpPr>
          <p:spPr>
            <a:xfrm>
              <a:off x="7837198" y="2042989"/>
              <a:ext cx="533691" cy="533691"/>
            </a:xfrm>
            <a:prstGeom prst="roundRect">
              <a:avLst/>
            </a:prstGeom>
            <a:solidFill>
              <a:schemeClr val="accent6">
                <a:lumMod val="20000"/>
                <a:lumOff val="80000"/>
              </a:schemeClr>
            </a:solid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68" name="グラフィックス 67" descr="ユーザー 単色塗りつぶし">
              <a:extLst>
                <a:ext uri="{FF2B5EF4-FFF2-40B4-BE49-F238E27FC236}">
                  <a16:creationId xmlns:a16="http://schemas.microsoft.com/office/drawing/2014/main" id="{D9004182-D62B-EC93-B132-B1D10E1F159A}"/>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sp>
        <p:nvSpPr>
          <p:cNvPr id="78" name="テキスト ボックス 77">
            <a:extLst>
              <a:ext uri="{FF2B5EF4-FFF2-40B4-BE49-F238E27FC236}">
                <a16:creationId xmlns:a16="http://schemas.microsoft.com/office/drawing/2014/main" id="{ED01209B-D468-E7D1-9A53-8600F1E44F9E}"/>
              </a:ext>
            </a:extLst>
          </p:cNvPr>
          <p:cNvSpPr txBox="1"/>
          <p:nvPr/>
        </p:nvSpPr>
        <p:spPr>
          <a:xfrm>
            <a:off x="3875496" y="2025372"/>
            <a:ext cx="983294" cy="261610"/>
          </a:xfrm>
          <a:prstGeom prst="rect">
            <a:avLst/>
          </a:prstGeom>
          <a:noFill/>
        </p:spPr>
        <p:txBody>
          <a:bodyPr wrap="square">
            <a:spAutoFit/>
          </a:bodyPr>
          <a:lstStyle/>
          <a:p>
            <a:pPr algn="ctr"/>
            <a:r>
              <a:rPr lang="ja-JP" altLang="en-US" sz="1100">
                <a:solidFill>
                  <a:schemeClr val="bg1">
                    <a:lumMod val="95000"/>
                  </a:schemeClr>
                </a:solidFill>
                <a:latin typeface="原稿用標準書体" panose="03000503000000000000" pitchFamily="66" charset="-128"/>
                <a:ea typeface="原稿用標準書体" panose="03000503000000000000" pitchFamily="66" charset="-128"/>
              </a:rPr>
              <a:t>　　</a:t>
            </a:r>
            <a:r>
              <a:rPr lang="en-US" altLang="ja-JP" sz="1100">
                <a:solidFill>
                  <a:schemeClr val="bg1">
                    <a:lumMod val="95000"/>
                  </a:schemeClr>
                </a:solidFill>
                <a:latin typeface="原稿用標準書体" panose="03000503000000000000" pitchFamily="66" charset="-128"/>
                <a:ea typeface="原稿用標準書体" panose="03000503000000000000" pitchFamily="66" charset="-128"/>
              </a:rPr>
              <a:t>:00</a:t>
            </a:r>
            <a:r>
              <a:rPr lang="ja-JP" altLang="en-US" sz="1100">
                <a:solidFill>
                  <a:schemeClr val="bg1">
                    <a:lumMod val="95000"/>
                  </a:schemeClr>
                </a:solidFill>
                <a:latin typeface="原稿用標準書体" panose="03000503000000000000" pitchFamily="66" charset="-128"/>
                <a:ea typeface="原稿用標準書体" panose="03000503000000000000" pitchFamily="66" charset="-128"/>
              </a:rPr>
              <a:t>ｋ</a:t>
            </a:r>
          </a:p>
        </p:txBody>
      </p:sp>
      <p:sp>
        <p:nvSpPr>
          <p:cNvPr id="165" name="四角形: 角を丸くする 164">
            <a:extLst>
              <a:ext uri="{FF2B5EF4-FFF2-40B4-BE49-F238E27FC236}">
                <a16:creationId xmlns:a16="http://schemas.microsoft.com/office/drawing/2014/main" id="{7E8E8DE1-7F05-621C-33C5-ED167ADB608C}"/>
              </a:ext>
            </a:extLst>
          </p:cNvPr>
          <p:cNvSpPr/>
          <p:nvPr/>
        </p:nvSpPr>
        <p:spPr>
          <a:xfrm>
            <a:off x="3284237" y="2061663"/>
            <a:ext cx="533691" cy="533691"/>
          </a:xfrm>
          <a:prstGeom prst="roundRect">
            <a:avLst/>
          </a:prstGeom>
          <a:solidFill>
            <a:schemeClr val="bg1">
              <a:lumMod val="95000"/>
            </a:schemeClr>
          </a:solidFill>
          <a:ln w="25400">
            <a:solidFill>
              <a:srgbClr val="FF00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2" name="二等辺三角形 111">
            <a:extLst>
              <a:ext uri="{FF2B5EF4-FFF2-40B4-BE49-F238E27FC236}">
                <a16:creationId xmlns:a16="http://schemas.microsoft.com/office/drawing/2014/main" id="{6774AAB0-305F-4CAD-F87F-9299DF8CDCC0}"/>
              </a:ext>
            </a:extLst>
          </p:cNvPr>
          <p:cNvSpPr/>
          <p:nvPr/>
        </p:nvSpPr>
        <p:spPr>
          <a:xfrm rot="5400000">
            <a:off x="986908" y="2226946"/>
            <a:ext cx="314726" cy="156072"/>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44" name="図 143">
            <a:extLst>
              <a:ext uri="{FF2B5EF4-FFF2-40B4-BE49-F238E27FC236}">
                <a16:creationId xmlns:a16="http://schemas.microsoft.com/office/drawing/2014/main" id="{EEB3D626-FF13-1687-16E0-8607984F796C}"/>
              </a:ext>
            </a:extLst>
          </p:cNvPr>
          <p:cNvPicPr>
            <a:picLocks noChangeAspect="1"/>
          </p:cNvPicPr>
          <p:nvPr/>
        </p:nvPicPr>
        <p:blipFill>
          <a:blip r:embed="rId15">
            <a:extLst>
              <a:ext uri="{28A0092B-C50C-407E-A947-70E740481C1C}">
                <a14:useLocalDpi xmlns:a14="http://schemas.microsoft.com/office/drawing/2010/main" val="0"/>
              </a:ext>
            </a:extLst>
          </a:blip>
          <a:stretch>
            <a:fillRect/>
          </a:stretch>
        </p:blipFill>
        <p:spPr>
          <a:xfrm>
            <a:off x="3901077" y="790611"/>
            <a:ext cx="144197" cy="143015"/>
          </a:xfrm>
          <a:prstGeom prst="rect">
            <a:avLst/>
          </a:prstGeom>
        </p:spPr>
      </p:pic>
      <p:sp>
        <p:nvSpPr>
          <p:cNvPr id="154" name="テキスト ボックス 153">
            <a:extLst>
              <a:ext uri="{FF2B5EF4-FFF2-40B4-BE49-F238E27FC236}">
                <a16:creationId xmlns:a16="http://schemas.microsoft.com/office/drawing/2014/main" id="{F8842A82-6B12-C676-7CD4-63F97AFB8746}"/>
              </a:ext>
            </a:extLst>
          </p:cNvPr>
          <p:cNvSpPr txBox="1"/>
          <p:nvPr/>
        </p:nvSpPr>
        <p:spPr>
          <a:xfrm>
            <a:off x="3247404" y="2194024"/>
            <a:ext cx="627453" cy="276999"/>
          </a:xfrm>
          <a:prstGeom prst="rect">
            <a:avLst/>
          </a:prstGeom>
          <a:noFill/>
        </p:spPr>
        <p:txBody>
          <a:bodyPr wrap="square">
            <a:spAutoFit/>
          </a:bodyPr>
          <a:lstStyle/>
          <a:p>
            <a:pPr algn="ctr"/>
            <a:r>
              <a:rPr lang="ja-JP" altLang="en-US" sz="1200">
                <a:solidFill>
                  <a:srgbClr val="FF00FF"/>
                </a:solidFill>
                <a:latin typeface="原稿用標準書体" panose="03000503000000000000" pitchFamily="66" charset="-128"/>
                <a:ea typeface="原稿用標準書体" panose="03000503000000000000" pitchFamily="66" charset="-128"/>
              </a:rPr>
              <a:t>配置</a:t>
            </a:r>
            <a:endParaRPr kumimoji="1" lang="ja-JP" altLang="en-US" sz="1200">
              <a:solidFill>
                <a:srgbClr val="FF00FF"/>
              </a:solidFill>
              <a:latin typeface="原稿用標準書体" panose="03000503000000000000" pitchFamily="66" charset="-128"/>
              <a:ea typeface="原稿用標準書体" panose="03000503000000000000" pitchFamily="66" charset="-128"/>
            </a:endParaRPr>
          </a:p>
        </p:txBody>
      </p:sp>
      <p:sp>
        <p:nvSpPr>
          <p:cNvPr id="155" name="矢印: 下 154">
            <a:extLst>
              <a:ext uri="{FF2B5EF4-FFF2-40B4-BE49-F238E27FC236}">
                <a16:creationId xmlns:a16="http://schemas.microsoft.com/office/drawing/2014/main" id="{10BC59A4-9AF5-30F3-A3E4-77854157F0A0}"/>
              </a:ext>
            </a:extLst>
          </p:cNvPr>
          <p:cNvSpPr/>
          <p:nvPr/>
        </p:nvSpPr>
        <p:spPr>
          <a:xfrm rot="16200000">
            <a:off x="2963476" y="2125493"/>
            <a:ext cx="373231" cy="411013"/>
          </a:xfrm>
          <a:prstGeom prst="downArrow">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8" name="四角形: 角を丸くする 147">
            <a:extLst>
              <a:ext uri="{FF2B5EF4-FFF2-40B4-BE49-F238E27FC236}">
                <a16:creationId xmlns:a16="http://schemas.microsoft.com/office/drawing/2014/main" id="{352C2A7F-7282-4863-F215-F55F55FD3B6E}"/>
              </a:ext>
            </a:extLst>
          </p:cNvPr>
          <p:cNvSpPr/>
          <p:nvPr/>
        </p:nvSpPr>
        <p:spPr>
          <a:xfrm>
            <a:off x="2478149" y="1604230"/>
            <a:ext cx="581645" cy="1080843"/>
          </a:xfrm>
          <a:prstGeom prst="roundRect">
            <a:avLst/>
          </a:prstGeom>
          <a:solidFill>
            <a:schemeClr val="bg1">
              <a:lumMod val="95000"/>
            </a:schemeClr>
          </a:solidFill>
          <a:ln>
            <a:solidFill>
              <a:srgbClr val="FF00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56" name="グループ化 155">
            <a:extLst>
              <a:ext uri="{FF2B5EF4-FFF2-40B4-BE49-F238E27FC236}">
                <a16:creationId xmlns:a16="http://schemas.microsoft.com/office/drawing/2014/main" id="{188700DA-37D6-8651-6EB4-7E0F01423302}"/>
              </a:ext>
            </a:extLst>
          </p:cNvPr>
          <p:cNvGrpSpPr/>
          <p:nvPr/>
        </p:nvGrpSpPr>
        <p:grpSpPr>
          <a:xfrm>
            <a:off x="2549664" y="1687834"/>
            <a:ext cx="432931" cy="437887"/>
            <a:chOff x="7836685" y="2042989"/>
            <a:chExt cx="534204" cy="540320"/>
          </a:xfrm>
        </p:grpSpPr>
        <p:sp>
          <p:nvSpPr>
            <p:cNvPr id="157" name="四角形: 角を丸くする 156">
              <a:extLst>
                <a:ext uri="{FF2B5EF4-FFF2-40B4-BE49-F238E27FC236}">
                  <a16:creationId xmlns:a16="http://schemas.microsoft.com/office/drawing/2014/main" id="{4BFA6A4B-84E6-5AD1-9DAF-923D77B67153}"/>
                </a:ext>
              </a:extLst>
            </p:cNvPr>
            <p:cNvSpPr/>
            <p:nvPr/>
          </p:nvSpPr>
          <p:spPr>
            <a:xfrm>
              <a:off x="7837198" y="2042989"/>
              <a:ext cx="533691" cy="533691"/>
            </a:xfrm>
            <a:prstGeom prst="roundRect">
              <a:avLst/>
            </a:prstGeom>
            <a:solidFill>
              <a:schemeClr val="accent2">
                <a:lumMod val="20000"/>
                <a:lumOff val="80000"/>
              </a:schemeClr>
            </a:solidFill>
            <a:ln w="25400">
              <a:solidFill>
                <a:srgbClr val="FF00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58" name="グラフィックス 157" descr="ユーザー 単色塗りつぶし">
              <a:extLst>
                <a:ext uri="{FF2B5EF4-FFF2-40B4-BE49-F238E27FC236}">
                  <a16:creationId xmlns:a16="http://schemas.microsoft.com/office/drawing/2014/main" id="{7370D709-19A7-D665-07EB-72C691FDF943}"/>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pic>
        <p:nvPicPr>
          <p:cNvPr id="162" name="図 161">
            <a:extLst>
              <a:ext uri="{FF2B5EF4-FFF2-40B4-BE49-F238E27FC236}">
                <a16:creationId xmlns:a16="http://schemas.microsoft.com/office/drawing/2014/main" id="{A57637F3-E77E-B3A0-9A5A-10B5B5DBB64E}"/>
              </a:ext>
            </a:extLst>
          </p:cNvPr>
          <p:cNvPicPr>
            <a:picLocks noChangeAspect="1"/>
          </p:cNvPicPr>
          <p:nvPr/>
        </p:nvPicPr>
        <p:blipFill>
          <a:blip r:embed="rId15">
            <a:biLevel thresh="25000"/>
            <a:extLst>
              <a:ext uri="{28A0092B-C50C-407E-A947-70E740481C1C}">
                <a14:useLocalDpi xmlns:a14="http://schemas.microsoft.com/office/drawing/2010/main" val="0"/>
              </a:ext>
            </a:extLst>
          </a:blip>
          <a:stretch>
            <a:fillRect/>
          </a:stretch>
        </p:blipFill>
        <p:spPr>
          <a:xfrm>
            <a:off x="4084271" y="2074567"/>
            <a:ext cx="181874" cy="180383"/>
          </a:xfrm>
          <a:prstGeom prst="rect">
            <a:avLst/>
          </a:prstGeom>
        </p:spPr>
      </p:pic>
      <p:pic>
        <p:nvPicPr>
          <p:cNvPr id="171" name="図 170">
            <a:extLst>
              <a:ext uri="{FF2B5EF4-FFF2-40B4-BE49-F238E27FC236}">
                <a16:creationId xmlns:a16="http://schemas.microsoft.com/office/drawing/2014/main" id="{0F5D2C25-9B7A-D552-6FA6-B212245DCC67}"/>
              </a:ext>
            </a:extLst>
          </p:cNvPr>
          <p:cNvPicPr>
            <a:picLocks noChangeAspect="1"/>
          </p:cNvPicPr>
          <p:nvPr/>
        </p:nvPicPr>
        <p:blipFill>
          <a:blip r:embed="rId16">
            <a:extLst>
              <a:ext uri="{28A0092B-C50C-407E-A947-70E740481C1C}">
                <a14:useLocalDpi xmlns:a14="http://schemas.microsoft.com/office/drawing/2010/main" val="0"/>
              </a:ext>
            </a:extLst>
          </a:blip>
          <a:stretch>
            <a:fillRect/>
          </a:stretch>
        </p:blipFill>
        <p:spPr>
          <a:xfrm>
            <a:off x="4101558" y="2327858"/>
            <a:ext cx="161612" cy="202955"/>
          </a:xfrm>
          <a:prstGeom prst="rect">
            <a:avLst/>
          </a:prstGeom>
        </p:spPr>
      </p:pic>
      <p:sp>
        <p:nvSpPr>
          <p:cNvPr id="175" name="テキスト ボックス 174">
            <a:extLst>
              <a:ext uri="{FF2B5EF4-FFF2-40B4-BE49-F238E27FC236}">
                <a16:creationId xmlns:a16="http://schemas.microsoft.com/office/drawing/2014/main" id="{F389D89C-5A80-A462-87ED-A51235B09599}"/>
              </a:ext>
            </a:extLst>
          </p:cNvPr>
          <p:cNvSpPr txBox="1"/>
          <p:nvPr/>
        </p:nvSpPr>
        <p:spPr>
          <a:xfrm>
            <a:off x="2424661" y="2179183"/>
            <a:ext cx="693075" cy="246221"/>
          </a:xfrm>
          <a:prstGeom prst="rect">
            <a:avLst/>
          </a:prstGeom>
          <a:noFill/>
        </p:spPr>
        <p:txBody>
          <a:bodyPr wrap="square">
            <a:spAutoFit/>
          </a:bodyPr>
          <a:lstStyle/>
          <a:p>
            <a:pPr algn="ctr"/>
            <a:r>
              <a:rPr lang="ja-JP" altLang="en-US" sz="1000">
                <a:solidFill>
                  <a:schemeClr val="accent6"/>
                </a:solidFill>
                <a:latin typeface="原稿用標準書体" panose="03000503000000000000" pitchFamily="66" charset="-128"/>
                <a:ea typeface="原稿用標準書体" panose="03000503000000000000" pitchFamily="66" charset="-128"/>
              </a:rPr>
              <a:t>相性</a:t>
            </a:r>
            <a:r>
              <a:rPr lang="ja-JP" altLang="en-US" sz="1000">
                <a:solidFill>
                  <a:srgbClr val="FF00FF"/>
                </a:solidFill>
                <a:latin typeface="原稿用標準書体" panose="03000503000000000000" pitchFamily="66" charset="-128"/>
                <a:ea typeface="原稿用標準書体" panose="03000503000000000000" pitchFamily="66" charset="-128"/>
              </a:rPr>
              <a:t>○</a:t>
            </a:r>
            <a:endParaRPr kumimoji="1" lang="ja-JP" altLang="en-US" sz="1000">
              <a:solidFill>
                <a:srgbClr val="FF00FF"/>
              </a:solidFill>
              <a:latin typeface="原稿用標準書体" panose="03000503000000000000" pitchFamily="66" charset="-128"/>
              <a:ea typeface="原稿用標準書体" panose="03000503000000000000" pitchFamily="66" charset="-128"/>
            </a:endParaRPr>
          </a:p>
        </p:txBody>
      </p:sp>
      <p:sp>
        <p:nvSpPr>
          <p:cNvPr id="177" name="テキスト ボックス 176">
            <a:extLst>
              <a:ext uri="{FF2B5EF4-FFF2-40B4-BE49-F238E27FC236}">
                <a16:creationId xmlns:a16="http://schemas.microsoft.com/office/drawing/2014/main" id="{28D272F5-4977-0642-A438-73ADE0D28DF7}"/>
              </a:ext>
            </a:extLst>
          </p:cNvPr>
          <p:cNvSpPr txBox="1"/>
          <p:nvPr/>
        </p:nvSpPr>
        <p:spPr>
          <a:xfrm>
            <a:off x="2424661" y="2367999"/>
            <a:ext cx="693075" cy="246221"/>
          </a:xfrm>
          <a:prstGeom prst="rect">
            <a:avLst/>
          </a:prstGeom>
          <a:noFill/>
        </p:spPr>
        <p:txBody>
          <a:bodyPr wrap="square">
            <a:spAutoFit/>
          </a:bodyPr>
          <a:lstStyle/>
          <a:p>
            <a:pPr algn="ctr"/>
            <a:r>
              <a:rPr kumimoji="1" lang="ja-JP" altLang="en-US" sz="1000">
                <a:solidFill>
                  <a:schemeClr val="accent6"/>
                </a:solidFill>
                <a:latin typeface="原稿用標準書体" panose="03000503000000000000" pitchFamily="66" charset="-128"/>
                <a:ea typeface="原稿用標準書体" panose="03000503000000000000" pitchFamily="66" charset="-128"/>
              </a:rPr>
              <a:t>報酬</a:t>
            </a:r>
            <a:r>
              <a:rPr kumimoji="1" lang="en-US" altLang="ja-JP" sz="1000">
                <a:solidFill>
                  <a:srgbClr val="FF00FF"/>
                </a:solidFill>
                <a:latin typeface="原稿用標準書体" panose="03000503000000000000" pitchFamily="66" charset="-128"/>
                <a:ea typeface="原稿用標準書体" panose="03000503000000000000" pitchFamily="66" charset="-128"/>
              </a:rPr>
              <a:t>1.5</a:t>
            </a:r>
            <a:endParaRPr kumimoji="1" lang="ja-JP" altLang="en-US" sz="1000">
              <a:solidFill>
                <a:srgbClr val="FF00FF"/>
              </a:solidFill>
              <a:latin typeface="原稿用標準書体" panose="03000503000000000000" pitchFamily="66" charset="-128"/>
              <a:ea typeface="原稿用標準書体" panose="03000503000000000000" pitchFamily="66" charset="-128"/>
            </a:endParaRPr>
          </a:p>
        </p:txBody>
      </p:sp>
      <p:sp>
        <p:nvSpPr>
          <p:cNvPr id="215" name="テキスト ボックス 214">
            <a:extLst>
              <a:ext uri="{FF2B5EF4-FFF2-40B4-BE49-F238E27FC236}">
                <a16:creationId xmlns:a16="http://schemas.microsoft.com/office/drawing/2014/main" id="{4435FD7E-7D82-E7C6-C8BF-81DEC383DC6A}"/>
              </a:ext>
            </a:extLst>
          </p:cNvPr>
          <p:cNvSpPr txBox="1"/>
          <p:nvPr/>
        </p:nvSpPr>
        <p:spPr>
          <a:xfrm>
            <a:off x="6389042" y="2029762"/>
            <a:ext cx="983294" cy="261610"/>
          </a:xfrm>
          <a:prstGeom prst="rect">
            <a:avLst/>
          </a:prstGeom>
          <a:noFill/>
        </p:spPr>
        <p:txBody>
          <a:bodyPr wrap="square">
            <a:spAutoFit/>
          </a:bodyPr>
          <a:lstStyle/>
          <a:p>
            <a:pPr algn="ctr"/>
            <a:r>
              <a:rPr lang="ja-JP" altLang="en-US" sz="1100">
                <a:solidFill>
                  <a:schemeClr val="bg1">
                    <a:lumMod val="95000"/>
                  </a:schemeClr>
                </a:solidFill>
                <a:latin typeface="原稿用標準書体" panose="03000503000000000000" pitchFamily="66" charset="-128"/>
                <a:ea typeface="原稿用標準書体" panose="03000503000000000000" pitchFamily="66" charset="-128"/>
              </a:rPr>
              <a:t>報酬</a:t>
            </a:r>
            <a:r>
              <a:rPr lang="en-US" altLang="ja-JP" sz="1100">
                <a:solidFill>
                  <a:schemeClr val="bg1">
                    <a:lumMod val="95000"/>
                  </a:schemeClr>
                </a:solidFill>
                <a:latin typeface="原稿用標準書体" panose="03000503000000000000" pitchFamily="66" charset="-128"/>
                <a:ea typeface="原稿用標準書体" panose="03000503000000000000" pitchFamily="66" charset="-128"/>
              </a:rPr>
              <a:t>×1</a:t>
            </a:r>
            <a:endParaRPr lang="ja-JP" altLang="en-US" sz="110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222" name="テキスト ボックス 221">
            <a:extLst>
              <a:ext uri="{FF2B5EF4-FFF2-40B4-BE49-F238E27FC236}">
                <a16:creationId xmlns:a16="http://schemas.microsoft.com/office/drawing/2014/main" id="{E57A01B7-595F-36DC-E6C8-83114FA9EB44}"/>
              </a:ext>
            </a:extLst>
          </p:cNvPr>
          <p:cNvSpPr txBox="1"/>
          <p:nvPr/>
        </p:nvSpPr>
        <p:spPr>
          <a:xfrm>
            <a:off x="8881110" y="2023191"/>
            <a:ext cx="983294" cy="261610"/>
          </a:xfrm>
          <a:prstGeom prst="rect">
            <a:avLst/>
          </a:prstGeom>
          <a:noFill/>
        </p:spPr>
        <p:txBody>
          <a:bodyPr wrap="square">
            <a:spAutoFit/>
          </a:bodyPr>
          <a:lstStyle/>
          <a:p>
            <a:pPr algn="ctr"/>
            <a:r>
              <a:rPr lang="ja-JP" altLang="en-US" sz="1100">
                <a:solidFill>
                  <a:schemeClr val="bg1">
                    <a:lumMod val="95000"/>
                  </a:schemeClr>
                </a:solidFill>
                <a:latin typeface="原稿用標準書体" panose="03000503000000000000" pitchFamily="66" charset="-128"/>
                <a:ea typeface="原稿用標準書体" panose="03000503000000000000" pitchFamily="66" charset="-128"/>
              </a:rPr>
              <a:t>報酬</a:t>
            </a:r>
            <a:r>
              <a:rPr lang="en-US" altLang="ja-JP" sz="1100">
                <a:solidFill>
                  <a:schemeClr val="bg1">
                    <a:lumMod val="95000"/>
                  </a:schemeClr>
                </a:solidFill>
                <a:latin typeface="原稿用標準書体" panose="03000503000000000000" pitchFamily="66" charset="-128"/>
                <a:ea typeface="原稿用標準書体" panose="03000503000000000000" pitchFamily="66" charset="-128"/>
              </a:rPr>
              <a:t>×2</a:t>
            </a:r>
            <a:endParaRPr lang="ja-JP" altLang="en-US" sz="110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224" name="グループ化 223">
            <a:extLst>
              <a:ext uri="{FF2B5EF4-FFF2-40B4-BE49-F238E27FC236}">
                <a16:creationId xmlns:a16="http://schemas.microsoft.com/office/drawing/2014/main" id="{DBF384BC-6B24-602C-EDED-0D73BEBEB884}"/>
              </a:ext>
            </a:extLst>
          </p:cNvPr>
          <p:cNvGrpSpPr/>
          <p:nvPr/>
        </p:nvGrpSpPr>
        <p:grpSpPr>
          <a:xfrm>
            <a:off x="3904535" y="3376234"/>
            <a:ext cx="824705" cy="541625"/>
            <a:chOff x="1063284" y="1905266"/>
            <a:chExt cx="2372751" cy="1839424"/>
          </a:xfrm>
        </p:grpSpPr>
        <p:sp>
          <p:nvSpPr>
            <p:cNvPr id="227" name="四角形: 上の 2 つの角を丸める 226">
              <a:extLst>
                <a:ext uri="{FF2B5EF4-FFF2-40B4-BE49-F238E27FC236}">
                  <a16:creationId xmlns:a16="http://schemas.microsoft.com/office/drawing/2014/main" id="{140A70AA-0E60-B4D5-9507-88A1658AA6DF}"/>
                </a:ext>
              </a:extLst>
            </p:cNvPr>
            <p:cNvSpPr/>
            <p:nvPr/>
          </p:nvSpPr>
          <p:spPr>
            <a:xfrm>
              <a:off x="1063284" y="1905266"/>
              <a:ext cx="2372751" cy="844262"/>
            </a:xfrm>
            <a:prstGeom prst="round2SameRect">
              <a:avLst/>
            </a:prstGeom>
            <a:solidFill>
              <a:schemeClr val="accent6">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9" name="四角形: 上の 2 つの角を丸める 228">
              <a:extLst>
                <a:ext uri="{FF2B5EF4-FFF2-40B4-BE49-F238E27FC236}">
                  <a16:creationId xmlns:a16="http://schemas.microsoft.com/office/drawing/2014/main" id="{842724F1-EA29-40BB-095D-A319A246A0D1}"/>
                </a:ext>
              </a:extLst>
            </p:cNvPr>
            <p:cNvSpPr/>
            <p:nvPr/>
          </p:nvSpPr>
          <p:spPr>
            <a:xfrm flipV="1">
              <a:off x="1063284" y="2749528"/>
              <a:ext cx="2372751" cy="995162"/>
            </a:xfrm>
            <a:prstGeom prst="round2SameRect">
              <a:avLst>
                <a:gd name="adj1" fmla="val 12104"/>
                <a:gd name="adj2" fmla="val 0"/>
              </a:avLst>
            </a:prstGeom>
            <a:solidFill>
              <a:schemeClr val="accent3">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231" name="テキスト ボックス 230">
            <a:extLst>
              <a:ext uri="{FF2B5EF4-FFF2-40B4-BE49-F238E27FC236}">
                <a16:creationId xmlns:a16="http://schemas.microsoft.com/office/drawing/2014/main" id="{86C8F589-DEDF-C1CE-6BE8-721AECB3B4FE}"/>
              </a:ext>
            </a:extLst>
          </p:cNvPr>
          <p:cNvSpPr txBox="1"/>
          <p:nvPr/>
        </p:nvSpPr>
        <p:spPr>
          <a:xfrm>
            <a:off x="3969164" y="3632338"/>
            <a:ext cx="716180" cy="261610"/>
          </a:xfrm>
          <a:prstGeom prst="rect">
            <a:avLst/>
          </a:prstGeom>
          <a:noFill/>
        </p:spPr>
        <p:txBody>
          <a:bodyPr wrap="square">
            <a:spAutoFit/>
          </a:bodyPr>
          <a:lstStyle/>
          <a:p>
            <a:r>
              <a:rPr lang="ja-JP" altLang="en-US" sz="1100">
                <a:solidFill>
                  <a:schemeClr val="accent6">
                    <a:lumMod val="75000"/>
                  </a:schemeClr>
                </a:solidFill>
                <a:latin typeface="原稿用標準書体" panose="03000503000000000000" pitchFamily="66" charset="-128"/>
                <a:ea typeface="原稿用標準書体" panose="03000503000000000000" pitchFamily="66" charset="-128"/>
              </a:rPr>
              <a:t>完了</a:t>
            </a:r>
            <a:endParaRPr kumimoji="1" lang="ja-JP" altLang="en-US" sz="11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234" name="楕円 233">
            <a:extLst>
              <a:ext uri="{FF2B5EF4-FFF2-40B4-BE49-F238E27FC236}">
                <a16:creationId xmlns:a16="http://schemas.microsoft.com/office/drawing/2014/main" id="{1DB713C9-F074-4BF7-873C-E508C5B0E4ED}"/>
              </a:ext>
            </a:extLst>
          </p:cNvPr>
          <p:cNvSpPr/>
          <p:nvPr/>
        </p:nvSpPr>
        <p:spPr>
          <a:xfrm>
            <a:off x="4459483" y="3670424"/>
            <a:ext cx="206177" cy="206177"/>
          </a:xfrm>
          <a:prstGeom prst="ellipse">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236" name="グループ化 235">
            <a:extLst>
              <a:ext uri="{FF2B5EF4-FFF2-40B4-BE49-F238E27FC236}">
                <a16:creationId xmlns:a16="http://schemas.microsoft.com/office/drawing/2014/main" id="{C3AB32D0-3E45-2913-5727-3CCFC9FD45B5}"/>
              </a:ext>
            </a:extLst>
          </p:cNvPr>
          <p:cNvGrpSpPr/>
          <p:nvPr/>
        </p:nvGrpSpPr>
        <p:grpSpPr>
          <a:xfrm>
            <a:off x="3235097" y="3389573"/>
            <a:ext cx="534204" cy="540320"/>
            <a:chOff x="7836685" y="2042989"/>
            <a:chExt cx="534204" cy="540320"/>
          </a:xfrm>
        </p:grpSpPr>
        <p:sp>
          <p:nvSpPr>
            <p:cNvPr id="239" name="四角形: 角を丸くする 238">
              <a:extLst>
                <a:ext uri="{FF2B5EF4-FFF2-40B4-BE49-F238E27FC236}">
                  <a16:creationId xmlns:a16="http://schemas.microsoft.com/office/drawing/2014/main" id="{599001C6-C6C6-7AA4-B4D4-EB47499FCF8B}"/>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241" name="グラフィックス 240" descr="ユーザー 単色塗りつぶし">
              <a:extLst>
                <a:ext uri="{FF2B5EF4-FFF2-40B4-BE49-F238E27FC236}">
                  <a16:creationId xmlns:a16="http://schemas.microsoft.com/office/drawing/2014/main" id="{E9496C26-6136-86A4-2154-837C48FB6491}"/>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sp>
        <p:nvSpPr>
          <p:cNvPr id="242" name="テキスト ボックス 241">
            <a:extLst>
              <a:ext uri="{FF2B5EF4-FFF2-40B4-BE49-F238E27FC236}">
                <a16:creationId xmlns:a16="http://schemas.microsoft.com/office/drawing/2014/main" id="{48C63388-5D35-B96F-4C20-AD0BD079895C}"/>
              </a:ext>
            </a:extLst>
          </p:cNvPr>
          <p:cNvSpPr txBox="1"/>
          <p:nvPr/>
        </p:nvSpPr>
        <p:spPr>
          <a:xfrm>
            <a:off x="3835837" y="3357742"/>
            <a:ext cx="983294" cy="261610"/>
          </a:xfrm>
          <a:prstGeom prst="rect">
            <a:avLst/>
          </a:prstGeom>
          <a:noFill/>
        </p:spPr>
        <p:txBody>
          <a:bodyPr wrap="square">
            <a:spAutoFit/>
          </a:bodyPr>
          <a:lstStyle/>
          <a:p>
            <a:pPr algn="ctr"/>
            <a:r>
              <a:rPr lang="ja-JP" altLang="en-US" sz="1100">
                <a:solidFill>
                  <a:schemeClr val="bg1">
                    <a:lumMod val="95000"/>
                  </a:schemeClr>
                </a:solidFill>
                <a:latin typeface="原稿用標準書体" panose="03000503000000000000" pitchFamily="66" charset="-128"/>
                <a:ea typeface="原稿用標準書体" panose="03000503000000000000" pitchFamily="66" charset="-128"/>
              </a:rPr>
              <a:t>報酬</a:t>
            </a:r>
            <a:r>
              <a:rPr lang="en-US" altLang="ja-JP" sz="1100">
                <a:solidFill>
                  <a:schemeClr val="bg1">
                    <a:lumMod val="95000"/>
                  </a:schemeClr>
                </a:solidFill>
                <a:latin typeface="原稿用標準書体" panose="03000503000000000000" pitchFamily="66" charset="-128"/>
                <a:ea typeface="原稿用標準書体" panose="03000503000000000000" pitchFamily="66" charset="-128"/>
              </a:rPr>
              <a:t>×2</a:t>
            </a:r>
            <a:endParaRPr lang="ja-JP" altLang="en-US" sz="110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252" name="グループ化 251">
            <a:extLst>
              <a:ext uri="{FF2B5EF4-FFF2-40B4-BE49-F238E27FC236}">
                <a16:creationId xmlns:a16="http://schemas.microsoft.com/office/drawing/2014/main" id="{3C54F745-78C2-07FC-B1BA-9182D29EA744}"/>
              </a:ext>
            </a:extLst>
          </p:cNvPr>
          <p:cNvGrpSpPr/>
          <p:nvPr/>
        </p:nvGrpSpPr>
        <p:grpSpPr>
          <a:xfrm>
            <a:off x="3224645" y="3401380"/>
            <a:ext cx="670951" cy="484314"/>
            <a:chOff x="3313545" y="3382330"/>
            <a:chExt cx="670951" cy="484314"/>
          </a:xfrm>
        </p:grpSpPr>
        <p:grpSp>
          <p:nvGrpSpPr>
            <p:cNvPr id="243" name="グループ化 242">
              <a:extLst>
                <a:ext uri="{FF2B5EF4-FFF2-40B4-BE49-F238E27FC236}">
                  <a16:creationId xmlns:a16="http://schemas.microsoft.com/office/drawing/2014/main" id="{D6157852-2C31-D859-9DCF-F595F0613B5E}"/>
                </a:ext>
              </a:extLst>
            </p:cNvPr>
            <p:cNvGrpSpPr/>
            <p:nvPr/>
          </p:nvGrpSpPr>
          <p:grpSpPr>
            <a:xfrm>
              <a:off x="3313545" y="3382330"/>
              <a:ext cx="670951" cy="484314"/>
              <a:chOff x="5312656" y="1998287"/>
              <a:chExt cx="670951" cy="484314"/>
            </a:xfrm>
          </p:grpSpPr>
          <p:sp>
            <p:nvSpPr>
              <p:cNvPr id="244" name="吹き出し: 角を丸めた四角形 243">
                <a:extLst>
                  <a:ext uri="{FF2B5EF4-FFF2-40B4-BE49-F238E27FC236}">
                    <a16:creationId xmlns:a16="http://schemas.microsoft.com/office/drawing/2014/main" id="{682FED7B-5963-0983-68C5-103A73FAD0CD}"/>
                  </a:ext>
                </a:extLst>
              </p:cNvPr>
              <p:cNvSpPr/>
              <p:nvPr/>
            </p:nvSpPr>
            <p:spPr>
              <a:xfrm>
                <a:off x="5312656" y="2220991"/>
                <a:ext cx="620865" cy="261610"/>
              </a:xfrm>
              <a:prstGeom prst="wedgeRoundRectCallout">
                <a:avLst>
                  <a:gd name="adj1" fmla="val 85535"/>
                  <a:gd name="adj2" fmla="val 16382"/>
                  <a:gd name="adj3" fmla="val 16667"/>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5" name="四角形: 上の 2 つの角を丸める 244">
                <a:extLst>
                  <a:ext uri="{FF2B5EF4-FFF2-40B4-BE49-F238E27FC236}">
                    <a16:creationId xmlns:a16="http://schemas.microsoft.com/office/drawing/2014/main" id="{E8381552-3FC6-0A44-6BB7-A5AE11B8C0A3}"/>
                  </a:ext>
                </a:extLst>
              </p:cNvPr>
              <p:cNvSpPr/>
              <p:nvPr/>
            </p:nvSpPr>
            <p:spPr>
              <a:xfrm>
                <a:off x="5318467" y="2013988"/>
                <a:ext cx="609242" cy="224910"/>
              </a:xfrm>
              <a:prstGeom prst="round2SameRect">
                <a:avLst>
                  <a:gd name="adj1" fmla="val 12104"/>
                  <a:gd name="adj2" fmla="val 0"/>
                </a:avLst>
              </a:prstGeom>
              <a:solidFill>
                <a:srgbClr val="CC6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6" name="テキスト ボックス 245">
                <a:extLst>
                  <a:ext uri="{FF2B5EF4-FFF2-40B4-BE49-F238E27FC236}">
                    <a16:creationId xmlns:a16="http://schemas.microsoft.com/office/drawing/2014/main" id="{9F240E49-A2E3-BBC1-7D2C-D643A10AADBB}"/>
                  </a:ext>
                </a:extLst>
              </p:cNvPr>
              <p:cNvSpPr txBox="1"/>
              <p:nvPr/>
            </p:nvSpPr>
            <p:spPr>
              <a:xfrm>
                <a:off x="5424775" y="1998287"/>
                <a:ext cx="558832" cy="230832"/>
              </a:xfrm>
              <a:prstGeom prst="rect">
                <a:avLst/>
              </a:prstGeom>
              <a:noFill/>
            </p:spPr>
            <p:txBody>
              <a:bodyPr wrap="square">
                <a:spAutoFit/>
              </a:bodyPr>
              <a:lstStyle/>
              <a:p>
                <a:pPr algn="ctr"/>
                <a:r>
                  <a:rPr lang="ja-JP" altLang="en-US" sz="900">
                    <a:solidFill>
                      <a:schemeClr val="bg1">
                        <a:lumMod val="95000"/>
                      </a:schemeClr>
                    </a:solidFill>
                    <a:latin typeface="原稿用標準書体" panose="03000503000000000000" pitchFamily="66" charset="-128"/>
                    <a:ea typeface="原稿用標準書体" panose="03000503000000000000" pitchFamily="66" charset="-128"/>
                  </a:rPr>
                  <a:t>＋</a:t>
                </a:r>
                <a:r>
                  <a:rPr lang="en-US" altLang="ja-JP" sz="900">
                    <a:solidFill>
                      <a:schemeClr val="bg1">
                        <a:lumMod val="95000"/>
                      </a:schemeClr>
                    </a:solidFill>
                    <a:latin typeface="原稿用標準書体" panose="03000503000000000000" pitchFamily="66" charset="-128"/>
                    <a:ea typeface="原稿用標準書体" panose="03000503000000000000" pitchFamily="66" charset="-128"/>
                  </a:rPr>
                  <a:t>00k</a:t>
                </a:r>
                <a:endParaRPr kumimoji="1" lang="ja-JP" altLang="en-US" sz="900">
                  <a:solidFill>
                    <a:schemeClr val="bg1">
                      <a:lumMod val="95000"/>
                    </a:schemeClr>
                  </a:solidFill>
                  <a:latin typeface="原稿用標準書体" panose="03000503000000000000" pitchFamily="66" charset="-128"/>
                  <a:ea typeface="原稿用標準書体" panose="03000503000000000000" pitchFamily="66" charset="-128"/>
                </a:endParaRPr>
              </a:p>
            </p:txBody>
          </p:sp>
          <p:pic>
            <p:nvPicPr>
              <p:cNvPr id="247" name="図 246">
                <a:extLst>
                  <a:ext uri="{FF2B5EF4-FFF2-40B4-BE49-F238E27FC236}">
                    <a16:creationId xmlns:a16="http://schemas.microsoft.com/office/drawing/2014/main" id="{E5504BBD-CB70-C915-B1FF-D2756A3D5801}"/>
                  </a:ext>
                </a:extLst>
              </p:cNvPr>
              <p:cNvPicPr>
                <a:picLocks noChangeAspect="1"/>
              </p:cNvPicPr>
              <p:nvPr/>
            </p:nvPicPr>
            <p:blipFill>
              <a:blip r:embed="rId15">
                <a:biLevel thresh="25000"/>
                <a:extLst>
                  <a:ext uri="{28A0092B-C50C-407E-A947-70E740481C1C}">
                    <a14:useLocalDpi xmlns:a14="http://schemas.microsoft.com/office/drawing/2010/main" val="0"/>
                  </a:ext>
                </a:extLst>
              </a:blip>
              <a:stretch>
                <a:fillRect/>
              </a:stretch>
            </p:blipFill>
            <p:spPr>
              <a:xfrm>
                <a:off x="5368729" y="2034874"/>
                <a:ext cx="191289" cy="189721"/>
              </a:xfrm>
              <a:prstGeom prst="rect">
                <a:avLst/>
              </a:prstGeom>
            </p:spPr>
          </p:pic>
        </p:grpSp>
        <p:pic>
          <p:nvPicPr>
            <p:cNvPr id="249" name="図 248">
              <a:extLst>
                <a:ext uri="{FF2B5EF4-FFF2-40B4-BE49-F238E27FC236}">
                  <a16:creationId xmlns:a16="http://schemas.microsoft.com/office/drawing/2014/main" id="{841C6708-7FA7-FEDD-62BE-7031CE589466}"/>
                </a:ext>
              </a:extLst>
            </p:cNvPr>
            <p:cNvPicPr>
              <a:picLocks noChangeAspect="1"/>
            </p:cNvPicPr>
            <p:nvPr/>
          </p:nvPicPr>
          <p:blipFill>
            <a:blip r:embed="rId16">
              <a:extLst>
                <a:ext uri="{28A0092B-C50C-407E-A947-70E740481C1C}">
                  <a14:useLocalDpi xmlns:a14="http://schemas.microsoft.com/office/drawing/2010/main" val="0"/>
                </a:ext>
              </a:extLst>
            </a:blip>
            <a:stretch>
              <a:fillRect/>
            </a:stretch>
          </p:blipFill>
          <p:spPr>
            <a:xfrm>
              <a:off x="3409752" y="3664074"/>
              <a:ext cx="134683" cy="169137"/>
            </a:xfrm>
            <a:prstGeom prst="rect">
              <a:avLst/>
            </a:prstGeom>
          </p:spPr>
        </p:pic>
        <p:sp>
          <p:nvSpPr>
            <p:cNvPr id="251" name="テキスト ボックス 250">
              <a:extLst>
                <a:ext uri="{FF2B5EF4-FFF2-40B4-BE49-F238E27FC236}">
                  <a16:creationId xmlns:a16="http://schemas.microsoft.com/office/drawing/2014/main" id="{77FEDB5F-946D-B000-BB3D-8DF3E5BABF56}"/>
                </a:ext>
              </a:extLst>
            </p:cNvPr>
            <p:cNvSpPr txBox="1"/>
            <p:nvPr/>
          </p:nvSpPr>
          <p:spPr>
            <a:xfrm>
              <a:off x="3425664" y="3617280"/>
              <a:ext cx="558832" cy="230832"/>
            </a:xfrm>
            <a:prstGeom prst="rect">
              <a:avLst/>
            </a:prstGeom>
            <a:noFill/>
          </p:spPr>
          <p:txBody>
            <a:bodyPr wrap="square">
              <a:spAutoFit/>
            </a:bodyPr>
            <a:lstStyle/>
            <a:p>
              <a:pPr algn="ctr"/>
              <a:r>
                <a:rPr lang="ja-JP" altLang="en-US" sz="900">
                  <a:solidFill>
                    <a:schemeClr val="accent6"/>
                  </a:solidFill>
                  <a:latin typeface="原稿用標準書体" panose="03000503000000000000" pitchFamily="66" charset="-128"/>
                  <a:ea typeface="原稿用標準書体" panose="03000503000000000000" pitchFamily="66" charset="-128"/>
                </a:rPr>
                <a:t>＋</a:t>
              </a:r>
              <a:r>
                <a:rPr lang="en-US" altLang="ja-JP" sz="900">
                  <a:solidFill>
                    <a:schemeClr val="accent6"/>
                  </a:solidFill>
                  <a:latin typeface="原稿用標準書体" panose="03000503000000000000" pitchFamily="66" charset="-128"/>
                  <a:ea typeface="原稿用標準書体" panose="03000503000000000000" pitchFamily="66" charset="-128"/>
                </a:rPr>
                <a:t>00k</a:t>
              </a:r>
              <a:endParaRPr kumimoji="1" lang="ja-JP" altLang="en-US" sz="900">
                <a:solidFill>
                  <a:schemeClr val="accent6"/>
                </a:solidFill>
                <a:latin typeface="原稿用標準書体" panose="03000503000000000000" pitchFamily="66" charset="-128"/>
                <a:ea typeface="原稿用標準書体" panose="03000503000000000000" pitchFamily="66" charset="-128"/>
              </a:endParaRPr>
            </a:p>
          </p:txBody>
        </p:sp>
      </p:grpSp>
      <p:pic>
        <p:nvPicPr>
          <p:cNvPr id="254" name="グラフィックス 253" descr="チェック マーク 単色塗りつぶし">
            <a:extLst>
              <a:ext uri="{FF2B5EF4-FFF2-40B4-BE49-F238E27FC236}">
                <a16:creationId xmlns:a16="http://schemas.microsoft.com/office/drawing/2014/main" id="{515BD112-FAC8-1C26-2D9F-E3A17616E626}"/>
              </a:ext>
            </a:extLst>
          </p:cNvPr>
          <p:cNvPicPr>
            <a:picLocks noChangeAspect="1"/>
          </p:cNvPicPr>
          <p:nvPr/>
        </p:nvPicPr>
        <p:blipFill>
          <a:blip>
            <a:extLst>
              <a:ext uri="{96DAC541-7B7A-43D3-8B79-37D633B846F1}">
                <asvg:svgBlip xmlns:asvg="http://schemas.microsoft.com/office/drawing/2016/SVG/main" r:embed="rId17"/>
              </a:ext>
            </a:extLst>
          </a:blip>
          <a:stretch>
            <a:fillRect/>
          </a:stretch>
        </p:blipFill>
        <p:spPr>
          <a:xfrm>
            <a:off x="4487713" y="3709884"/>
            <a:ext cx="145836" cy="145836"/>
          </a:xfrm>
          <a:prstGeom prst="rect">
            <a:avLst/>
          </a:prstGeom>
        </p:spPr>
      </p:pic>
      <p:sp>
        <p:nvSpPr>
          <p:cNvPr id="63" name="四角形: 上の 2 つの角を丸める 62">
            <a:extLst>
              <a:ext uri="{FF2B5EF4-FFF2-40B4-BE49-F238E27FC236}">
                <a16:creationId xmlns:a16="http://schemas.microsoft.com/office/drawing/2014/main" id="{7B1584DC-E52E-943D-CC6A-C5F7483393D9}"/>
              </a:ext>
            </a:extLst>
          </p:cNvPr>
          <p:cNvSpPr/>
          <p:nvPr/>
        </p:nvSpPr>
        <p:spPr>
          <a:xfrm>
            <a:off x="3118457" y="1616094"/>
            <a:ext cx="1822662" cy="369346"/>
          </a:xfrm>
          <a:prstGeom prst="round2SameRect">
            <a:avLst>
              <a:gd name="adj1" fmla="val 49508"/>
              <a:gd name="adj2" fmla="val 0"/>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77" name="テキスト ボックス 76">
            <a:extLst>
              <a:ext uri="{FF2B5EF4-FFF2-40B4-BE49-F238E27FC236}">
                <a16:creationId xmlns:a16="http://schemas.microsoft.com/office/drawing/2014/main" id="{27606B28-2399-E819-6C31-B88CE960CCFA}"/>
              </a:ext>
            </a:extLst>
          </p:cNvPr>
          <p:cNvSpPr txBox="1"/>
          <p:nvPr/>
        </p:nvSpPr>
        <p:spPr>
          <a:xfrm>
            <a:off x="3013396" y="1623323"/>
            <a:ext cx="733012" cy="338554"/>
          </a:xfrm>
          <a:prstGeom prst="rect">
            <a:avLst/>
          </a:prstGeom>
          <a:noFill/>
        </p:spPr>
        <p:txBody>
          <a:bodyPr wrap="square">
            <a:spAutoFit/>
          </a:bodyPr>
          <a:lstStyle/>
          <a:p>
            <a:pPr algn="ctr"/>
            <a:r>
              <a:rPr lang="en-US" altLang="ja-JP" sz="1400">
                <a:solidFill>
                  <a:schemeClr val="accent6">
                    <a:lumMod val="75000"/>
                  </a:schemeClr>
                </a:solidFill>
                <a:latin typeface="原稿用標準書体" panose="03000503000000000000" pitchFamily="66" charset="-128"/>
                <a:ea typeface="原稿用標準書体" panose="03000503000000000000" pitchFamily="66" charset="-128"/>
              </a:rPr>
              <a:t>Lv</a:t>
            </a:r>
            <a:r>
              <a:rPr lang="en-US" altLang="ja-JP" sz="1600">
                <a:solidFill>
                  <a:schemeClr val="accent6">
                    <a:lumMod val="75000"/>
                  </a:schemeClr>
                </a:solidFill>
                <a:latin typeface="原稿用標準書体" panose="03000503000000000000" pitchFamily="66" charset="-128"/>
                <a:ea typeface="原稿用標準書体" panose="03000503000000000000" pitchFamily="66" charset="-128"/>
              </a:rPr>
              <a:t>0</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95" name="テキスト ボックス 94">
            <a:extLst>
              <a:ext uri="{FF2B5EF4-FFF2-40B4-BE49-F238E27FC236}">
                <a16:creationId xmlns:a16="http://schemas.microsoft.com/office/drawing/2014/main" id="{C2B8CBC4-5207-B72F-1B5D-28F0DAEFD2B6}"/>
              </a:ext>
            </a:extLst>
          </p:cNvPr>
          <p:cNvSpPr txBox="1"/>
          <p:nvPr/>
        </p:nvSpPr>
        <p:spPr>
          <a:xfrm>
            <a:off x="4109582" y="1638712"/>
            <a:ext cx="733012" cy="307777"/>
          </a:xfrm>
          <a:prstGeom prst="rect">
            <a:avLst/>
          </a:prstGeom>
          <a:noFill/>
        </p:spPr>
        <p:txBody>
          <a:bodyPr wrap="square">
            <a:spAutoFit/>
          </a:bodyPr>
          <a:lstStyle/>
          <a:p>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部屋名</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65" name="四角形: 上の 2 つの角を丸める 64">
            <a:extLst>
              <a:ext uri="{FF2B5EF4-FFF2-40B4-BE49-F238E27FC236}">
                <a16:creationId xmlns:a16="http://schemas.microsoft.com/office/drawing/2014/main" id="{B1555305-6BFF-25DF-0702-1D30F179827B}"/>
              </a:ext>
            </a:extLst>
          </p:cNvPr>
          <p:cNvSpPr/>
          <p:nvPr/>
        </p:nvSpPr>
        <p:spPr>
          <a:xfrm>
            <a:off x="5622983" y="1590860"/>
            <a:ext cx="1822662" cy="369346"/>
          </a:xfrm>
          <a:prstGeom prst="round2SameRect">
            <a:avLst>
              <a:gd name="adj1" fmla="val 49508"/>
              <a:gd name="adj2" fmla="val 0"/>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73" name="テキスト ボックス 72">
            <a:extLst>
              <a:ext uri="{FF2B5EF4-FFF2-40B4-BE49-F238E27FC236}">
                <a16:creationId xmlns:a16="http://schemas.microsoft.com/office/drawing/2014/main" id="{865B91C0-B218-C6F2-66CA-1FDE0017BA9A}"/>
              </a:ext>
            </a:extLst>
          </p:cNvPr>
          <p:cNvSpPr txBox="1"/>
          <p:nvPr/>
        </p:nvSpPr>
        <p:spPr>
          <a:xfrm>
            <a:off x="5517922" y="1598089"/>
            <a:ext cx="733012" cy="338554"/>
          </a:xfrm>
          <a:prstGeom prst="rect">
            <a:avLst/>
          </a:prstGeom>
          <a:noFill/>
        </p:spPr>
        <p:txBody>
          <a:bodyPr wrap="square">
            <a:spAutoFit/>
          </a:bodyPr>
          <a:lstStyle/>
          <a:p>
            <a:pPr algn="ctr"/>
            <a:r>
              <a:rPr lang="en-US" altLang="ja-JP" sz="1400">
                <a:solidFill>
                  <a:schemeClr val="accent6">
                    <a:lumMod val="75000"/>
                  </a:schemeClr>
                </a:solidFill>
                <a:latin typeface="原稿用標準書体" panose="03000503000000000000" pitchFamily="66" charset="-128"/>
                <a:ea typeface="原稿用標準書体" panose="03000503000000000000" pitchFamily="66" charset="-128"/>
              </a:rPr>
              <a:t>Lv</a:t>
            </a:r>
            <a:r>
              <a:rPr lang="en-US" altLang="ja-JP" sz="1600">
                <a:solidFill>
                  <a:schemeClr val="accent6">
                    <a:lumMod val="75000"/>
                  </a:schemeClr>
                </a:solidFill>
                <a:latin typeface="原稿用標準書体" panose="03000503000000000000" pitchFamily="66" charset="-128"/>
                <a:ea typeface="原稿用標準書体" panose="03000503000000000000" pitchFamily="66" charset="-128"/>
              </a:rPr>
              <a:t>0</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80" name="テキスト ボックス 79">
            <a:extLst>
              <a:ext uri="{FF2B5EF4-FFF2-40B4-BE49-F238E27FC236}">
                <a16:creationId xmlns:a16="http://schemas.microsoft.com/office/drawing/2014/main" id="{68D38662-0A0D-3CBF-315D-631A0F18D618}"/>
              </a:ext>
            </a:extLst>
          </p:cNvPr>
          <p:cNvSpPr txBox="1"/>
          <p:nvPr/>
        </p:nvSpPr>
        <p:spPr>
          <a:xfrm>
            <a:off x="6614108" y="1613478"/>
            <a:ext cx="733012" cy="307777"/>
          </a:xfrm>
          <a:prstGeom prst="rect">
            <a:avLst/>
          </a:prstGeom>
          <a:noFill/>
        </p:spPr>
        <p:txBody>
          <a:bodyPr wrap="square">
            <a:spAutoFit/>
          </a:bodyPr>
          <a:lstStyle/>
          <a:p>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部屋名</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83" name="四角形: 上の 2 つの角を丸める 82">
            <a:extLst>
              <a:ext uri="{FF2B5EF4-FFF2-40B4-BE49-F238E27FC236}">
                <a16:creationId xmlns:a16="http://schemas.microsoft.com/office/drawing/2014/main" id="{D4EC2B0C-D8B7-AA1E-1F69-F54F3429791B}"/>
              </a:ext>
            </a:extLst>
          </p:cNvPr>
          <p:cNvSpPr/>
          <p:nvPr/>
        </p:nvSpPr>
        <p:spPr>
          <a:xfrm>
            <a:off x="8158179" y="1594480"/>
            <a:ext cx="1822662" cy="369346"/>
          </a:xfrm>
          <a:prstGeom prst="round2SameRect">
            <a:avLst>
              <a:gd name="adj1" fmla="val 49508"/>
              <a:gd name="adj2" fmla="val 0"/>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86" name="テキスト ボックス 85">
            <a:extLst>
              <a:ext uri="{FF2B5EF4-FFF2-40B4-BE49-F238E27FC236}">
                <a16:creationId xmlns:a16="http://schemas.microsoft.com/office/drawing/2014/main" id="{5677780B-5A31-A8B7-E27C-A7D9BEE88AE3}"/>
              </a:ext>
            </a:extLst>
          </p:cNvPr>
          <p:cNvSpPr txBox="1"/>
          <p:nvPr/>
        </p:nvSpPr>
        <p:spPr>
          <a:xfrm>
            <a:off x="8053118" y="1601709"/>
            <a:ext cx="733012" cy="338554"/>
          </a:xfrm>
          <a:prstGeom prst="rect">
            <a:avLst/>
          </a:prstGeom>
          <a:noFill/>
        </p:spPr>
        <p:txBody>
          <a:bodyPr wrap="square">
            <a:spAutoFit/>
          </a:bodyPr>
          <a:lstStyle/>
          <a:p>
            <a:pPr algn="ctr"/>
            <a:r>
              <a:rPr lang="en-US" altLang="ja-JP" sz="1400">
                <a:solidFill>
                  <a:schemeClr val="accent6">
                    <a:lumMod val="75000"/>
                  </a:schemeClr>
                </a:solidFill>
                <a:latin typeface="原稿用標準書体" panose="03000503000000000000" pitchFamily="66" charset="-128"/>
                <a:ea typeface="原稿用標準書体" panose="03000503000000000000" pitchFamily="66" charset="-128"/>
              </a:rPr>
              <a:t>Lv</a:t>
            </a:r>
            <a:r>
              <a:rPr lang="en-US" altLang="ja-JP" sz="1600">
                <a:solidFill>
                  <a:schemeClr val="accent6">
                    <a:lumMod val="75000"/>
                  </a:schemeClr>
                </a:solidFill>
                <a:latin typeface="原稿用標準書体" panose="03000503000000000000" pitchFamily="66" charset="-128"/>
                <a:ea typeface="原稿用標準書体" panose="03000503000000000000" pitchFamily="66" charset="-128"/>
              </a:rPr>
              <a:t>0</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90" name="テキスト ボックス 89">
            <a:extLst>
              <a:ext uri="{FF2B5EF4-FFF2-40B4-BE49-F238E27FC236}">
                <a16:creationId xmlns:a16="http://schemas.microsoft.com/office/drawing/2014/main" id="{D97A48B9-F993-C176-200F-9E189D9F119D}"/>
              </a:ext>
            </a:extLst>
          </p:cNvPr>
          <p:cNvSpPr txBox="1"/>
          <p:nvPr/>
        </p:nvSpPr>
        <p:spPr>
          <a:xfrm>
            <a:off x="9149304" y="1617098"/>
            <a:ext cx="733012" cy="307777"/>
          </a:xfrm>
          <a:prstGeom prst="rect">
            <a:avLst/>
          </a:prstGeom>
          <a:noFill/>
        </p:spPr>
        <p:txBody>
          <a:bodyPr wrap="square">
            <a:spAutoFit/>
          </a:bodyPr>
          <a:lstStyle/>
          <a:p>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部屋名</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94" name="四角形: 上の 2 つの角を丸める 93">
            <a:extLst>
              <a:ext uri="{FF2B5EF4-FFF2-40B4-BE49-F238E27FC236}">
                <a16:creationId xmlns:a16="http://schemas.microsoft.com/office/drawing/2014/main" id="{DE3E4D16-CF0B-460E-9EF0-0B37FB7D64C3}"/>
              </a:ext>
            </a:extLst>
          </p:cNvPr>
          <p:cNvSpPr/>
          <p:nvPr/>
        </p:nvSpPr>
        <p:spPr>
          <a:xfrm>
            <a:off x="3113788" y="2967515"/>
            <a:ext cx="1822662" cy="369346"/>
          </a:xfrm>
          <a:prstGeom prst="round2SameRect">
            <a:avLst>
              <a:gd name="adj1" fmla="val 49508"/>
              <a:gd name="adj2" fmla="val 0"/>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97" name="テキスト ボックス 96">
            <a:extLst>
              <a:ext uri="{FF2B5EF4-FFF2-40B4-BE49-F238E27FC236}">
                <a16:creationId xmlns:a16="http://schemas.microsoft.com/office/drawing/2014/main" id="{E21B712B-D113-85CA-8F24-E967750342C4}"/>
              </a:ext>
            </a:extLst>
          </p:cNvPr>
          <p:cNvSpPr txBox="1"/>
          <p:nvPr/>
        </p:nvSpPr>
        <p:spPr>
          <a:xfrm>
            <a:off x="3008727" y="2974744"/>
            <a:ext cx="733012" cy="338554"/>
          </a:xfrm>
          <a:prstGeom prst="rect">
            <a:avLst/>
          </a:prstGeom>
          <a:noFill/>
        </p:spPr>
        <p:txBody>
          <a:bodyPr wrap="square">
            <a:spAutoFit/>
          </a:bodyPr>
          <a:lstStyle/>
          <a:p>
            <a:pPr algn="ctr"/>
            <a:r>
              <a:rPr lang="en-US" altLang="ja-JP" sz="1400">
                <a:solidFill>
                  <a:schemeClr val="accent6">
                    <a:lumMod val="75000"/>
                  </a:schemeClr>
                </a:solidFill>
                <a:latin typeface="原稿用標準書体" panose="03000503000000000000" pitchFamily="66" charset="-128"/>
                <a:ea typeface="原稿用標準書体" panose="03000503000000000000" pitchFamily="66" charset="-128"/>
              </a:rPr>
              <a:t>Lv</a:t>
            </a:r>
            <a:r>
              <a:rPr lang="en-US" altLang="ja-JP" sz="1600">
                <a:solidFill>
                  <a:schemeClr val="accent6">
                    <a:lumMod val="75000"/>
                  </a:schemeClr>
                </a:solidFill>
                <a:latin typeface="原稿用標準書体" panose="03000503000000000000" pitchFamily="66" charset="-128"/>
                <a:ea typeface="原稿用標準書体" panose="03000503000000000000" pitchFamily="66" charset="-128"/>
              </a:rPr>
              <a:t>0</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102" name="テキスト ボックス 101">
            <a:extLst>
              <a:ext uri="{FF2B5EF4-FFF2-40B4-BE49-F238E27FC236}">
                <a16:creationId xmlns:a16="http://schemas.microsoft.com/office/drawing/2014/main" id="{0225A871-7171-B7E8-1647-39A982376C3B}"/>
              </a:ext>
            </a:extLst>
          </p:cNvPr>
          <p:cNvSpPr txBox="1"/>
          <p:nvPr/>
        </p:nvSpPr>
        <p:spPr>
          <a:xfrm>
            <a:off x="4104913" y="2990133"/>
            <a:ext cx="733012" cy="307777"/>
          </a:xfrm>
          <a:prstGeom prst="rect">
            <a:avLst/>
          </a:prstGeom>
          <a:noFill/>
        </p:spPr>
        <p:txBody>
          <a:bodyPr wrap="square">
            <a:spAutoFit/>
          </a:bodyPr>
          <a:lstStyle/>
          <a:p>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部屋名</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nvGrpSpPr>
          <p:cNvPr id="64" name="グループ化 63">
            <a:extLst>
              <a:ext uri="{FF2B5EF4-FFF2-40B4-BE49-F238E27FC236}">
                <a16:creationId xmlns:a16="http://schemas.microsoft.com/office/drawing/2014/main" id="{E3CC2235-4409-966A-E035-1C9B7D948034}"/>
              </a:ext>
            </a:extLst>
          </p:cNvPr>
          <p:cNvGrpSpPr/>
          <p:nvPr/>
        </p:nvGrpSpPr>
        <p:grpSpPr>
          <a:xfrm>
            <a:off x="0" y="-1"/>
            <a:ext cx="12192000" cy="6858001"/>
            <a:chOff x="0" y="-1"/>
            <a:chExt cx="12192000" cy="6858001"/>
          </a:xfrm>
        </p:grpSpPr>
        <p:grpSp>
          <p:nvGrpSpPr>
            <p:cNvPr id="11" name="グループ化 10">
              <a:extLst>
                <a:ext uri="{FF2B5EF4-FFF2-40B4-BE49-F238E27FC236}">
                  <a16:creationId xmlns:a16="http://schemas.microsoft.com/office/drawing/2014/main" id="{A4FF78A8-1EED-23CC-B9D6-D95EAA61E257}"/>
                </a:ext>
              </a:extLst>
            </p:cNvPr>
            <p:cNvGrpSpPr/>
            <p:nvPr/>
          </p:nvGrpSpPr>
          <p:grpSpPr>
            <a:xfrm>
              <a:off x="0" y="-1"/>
              <a:ext cx="12192000" cy="6858001"/>
              <a:chOff x="0" y="-1"/>
              <a:chExt cx="12192000" cy="6858001"/>
            </a:xfrm>
          </p:grpSpPr>
          <p:sp>
            <p:nvSpPr>
              <p:cNvPr id="79" name="正方形/長方形 78">
                <a:extLst>
                  <a:ext uri="{FF2B5EF4-FFF2-40B4-BE49-F238E27FC236}">
                    <a16:creationId xmlns:a16="http://schemas.microsoft.com/office/drawing/2014/main" id="{2C8300C2-A56C-6448-2516-5843409964EF}"/>
                  </a:ext>
                </a:extLst>
              </p:cNvPr>
              <p:cNvSpPr>
                <a:spLocks/>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93" name="グループ化 92">
                <a:extLst>
                  <a:ext uri="{FF2B5EF4-FFF2-40B4-BE49-F238E27FC236}">
                    <a16:creationId xmlns:a16="http://schemas.microsoft.com/office/drawing/2014/main" id="{5F018252-3531-37F7-480B-EDBC6166F287}"/>
                  </a:ext>
                </a:extLst>
              </p:cNvPr>
              <p:cNvGrpSpPr/>
              <p:nvPr/>
            </p:nvGrpSpPr>
            <p:grpSpPr>
              <a:xfrm>
                <a:off x="2616038" y="1823170"/>
                <a:ext cx="6959925" cy="3211661"/>
                <a:chOff x="2616038" y="1823170"/>
                <a:chExt cx="6959925" cy="3211661"/>
              </a:xfrm>
            </p:grpSpPr>
            <p:sp>
              <p:nvSpPr>
                <p:cNvPr id="116" name="四角形: 角を丸くする 115">
                  <a:extLst>
                    <a:ext uri="{FF2B5EF4-FFF2-40B4-BE49-F238E27FC236}">
                      <a16:creationId xmlns:a16="http://schemas.microsoft.com/office/drawing/2014/main" id="{9579E0C1-46A8-2221-DCBE-101CF1FED3AC}"/>
                    </a:ext>
                  </a:extLst>
                </p:cNvPr>
                <p:cNvSpPr/>
                <p:nvPr/>
              </p:nvSpPr>
              <p:spPr>
                <a:xfrm>
                  <a:off x="2616038" y="1823170"/>
                  <a:ext cx="6959925" cy="3211661"/>
                </a:xfrm>
                <a:prstGeom prst="roundRect">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8" name="テキスト ボックス 117">
                  <a:extLst>
                    <a:ext uri="{FF2B5EF4-FFF2-40B4-BE49-F238E27FC236}">
                      <a16:creationId xmlns:a16="http://schemas.microsoft.com/office/drawing/2014/main" id="{739D29C0-C14B-9F58-90BD-908CECB672D7}"/>
                    </a:ext>
                  </a:extLst>
                </p:cNvPr>
                <p:cNvSpPr txBox="1"/>
                <p:nvPr/>
              </p:nvSpPr>
              <p:spPr>
                <a:xfrm>
                  <a:off x="4106524" y="2384084"/>
                  <a:ext cx="3978974" cy="584775"/>
                </a:xfrm>
                <a:prstGeom prst="rect">
                  <a:avLst/>
                </a:prstGeom>
                <a:noFill/>
              </p:spPr>
              <p:txBody>
                <a:bodyPr wrap="none" rtlCol="0">
                  <a:spAutoFit/>
                </a:bodyPr>
                <a:lstStyle/>
                <a:p>
                  <a:pPr algn="ctr"/>
                  <a:r>
                    <a:rPr lang="ja-JP" altLang="en-US" sz="3200" b="1">
                      <a:solidFill>
                        <a:schemeClr val="tx1">
                          <a:lumMod val="85000"/>
                          <a:lumOff val="15000"/>
                        </a:schemeClr>
                      </a:solidFill>
                      <a:latin typeface="和音 Joyo R" panose="00000500000000000000" pitchFamily="50" charset="-128"/>
                      <a:ea typeface="和音 Joyo R" panose="00000500000000000000" pitchFamily="50" charset="-128"/>
                    </a:rPr>
                    <a:t>休憩室は無人です。</a:t>
                  </a:r>
                  <a:endParaRPr kumimoji="1" lang="ja-JP" altLang="en-US" sz="4000" b="1"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sp>
              <p:nvSpPr>
                <p:cNvPr id="122" name="テキスト ボックス 121">
                  <a:extLst>
                    <a:ext uri="{FF2B5EF4-FFF2-40B4-BE49-F238E27FC236}">
                      <a16:creationId xmlns:a16="http://schemas.microsoft.com/office/drawing/2014/main" id="{886695F0-492B-1C6A-2970-2FA40A7E2AF8}"/>
                    </a:ext>
                  </a:extLst>
                </p:cNvPr>
                <p:cNvSpPr txBox="1"/>
                <p:nvPr/>
              </p:nvSpPr>
              <p:spPr>
                <a:xfrm>
                  <a:off x="3156739" y="3233458"/>
                  <a:ext cx="5878533" cy="369332"/>
                </a:xfrm>
                <a:prstGeom prst="rect">
                  <a:avLst/>
                </a:prstGeom>
                <a:noFill/>
              </p:spPr>
              <p:txBody>
                <a:bodyPr wrap="none" rtlCol="0">
                  <a:spAutoFit/>
                </a:bodyPr>
                <a:lstStyle/>
                <a:p>
                  <a:pPr algn="ctr"/>
                  <a:r>
                    <a:rPr kumimoji="1" lang="en-US" altLang="ja-JP" b="1">
                      <a:solidFill>
                        <a:srgbClr val="C00000"/>
                      </a:solidFill>
                      <a:latin typeface="和音 Joyo R" panose="00000500000000000000" pitchFamily="50" charset="-128"/>
                      <a:ea typeface="和音 Joyo R" panose="00000500000000000000" pitchFamily="50" charset="-128"/>
                    </a:rPr>
                    <a:t>※</a:t>
                  </a:r>
                  <a:r>
                    <a:rPr kumimoji="1" lang="ja-JP" altLang="en-US" b="1">
                      <a:solidFill>
                        <a:srgbClr val="C00000"/>
                      </a:solidFill>
                      <a:latin typeface="和音 Joyo R" panose="00000500000000000000" pitchFamily="50" charset="-128"/>
                      <a:ea typeface="和音 Joyo R" panose="00000500000000000000" pitchFamily="50" charset="-128"/>
                    </a:rPr>
                    <a:t>ゲームの進行状況によってイベントが発生します。</a:t>
                  </a:r>
                  <a:endParaRPr kumimoji="1" lang="ja-JP" altLang="en-US" sz="2400" b="1" dirty="0">
                    <a:solidFill>
                      <a:srgbClr val="C00000"/>
                    </a:solidFill>
                    <a:latin typeface="和音 Joyo R" panose="00000500000000000000" pitchFamily="50" charset="-128"/>
                    <a:ea typeface="和音 Joyo R" panose="00000500000000000000" pitchFamily="50" charset="-128"/>
                  </a:endParaRPr>
                </a:p>
              </p:txBody>
            </p:sp>
          </p:grpSp>
        </p:grpSp>
        <p:sp>
          <p:nvSpPr>
            <p:cNvPr id="124" name="四角形: 角を丸くする 123">
              <a:extLst>
                <a:ext uri="{FF2B5EF4-FFF2-40B4-BE49-F238E27FC236}">
                  <a16:creationId xmlns:a16="http://schemas.microsoft.com/office/drawing/2014/main" id="{D4A3D8D2-059F-C926-BD48-EDD38BF8E954}"/>
                </a:ext>
              </a:extLst>
            </p:cNvPr>
            <p:cNvSpPr/>
            <p:nvPr/>
          </p:nvSpPr>
          <p:spPr>
            <a:xfrm>
              <a:off x="5026888" y="3962013"/>
              <a:ext cx="2138224" cy="767022"/>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a:latin typeface="和音 Joyo R" panose="00000500000000000000" pitchFamily="50" charset="-128"/>
                  <a:ea typeface="和音 Joyo R" panose="00000500000000000000" pitchFamily="50" charset="-128"/>
                </a:rPr>
                <a:t>閉じる</a:t>
              </a:r>
              <a:endParaRPr kumimoji="1" lang="ja-JP" altLang="en-US" sz="2400" dirty="0">
                <a:latin typeface="和音 Joyo R" panose="00000500000000000000" pitchFamily="50" charset="-128"/>
                <a:ea typeface="和音 Joyo R" panose="00000500000000000000" pitchFamily="50" charset="-128"/>
              </a:endParaRPr>
            </a:p>
          </p:txBody>
        </p:sp>
      </p:grpSp>
    </p:spTree>
    <p:extLst>
      <p:ext uri="{BB962C8B-B14F-4D97-AF65-F5344CB8AC3E}">
        <p14:creationId xmlns:p14="http://schemas.microsoft.com/office/powerpoint/2010/main" val="2163622247"/>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bg>
      <p:bgPr>
        <a:blipFill dpi="0" rotWithShape="1">
          <a:blip r:embed="rId2">
            <a:extLst>
              <a:ext uri="{BEBA8EAE-BF5A-486C-A8C5-ECC9F3942E4B}">
                <a14:imgProps xmlns:a14="http://schemas.microsoft.com/office/drawing/2010/main">
                  <a14:imgLayer r:embed="rId3">
                    <a14:imgEffect>
                      <a14:sharpenSoften amount="-35000"/>
                    </a14:imgEffect>
                    <a14:imgEffect>
                      <a14:saturation sat="85000"/>
                    </a14:imgEffect>
                    <a14:imgEffect>
                      <a14:brightnessContrast bright="-20000" contrast="-15000"/>
                    </a14:imgEffect>
                  </a14:imgLayer>
                </a14:imgProps>
              </a:ext>
            </a:extLst>
          </a:blip>
          <a:srcRect/>
          <a:stretch>
            <a:fillRect/>
          </a:stretch>
        </a:blipFill>
        <a:effectLst/>
      </p:bgPr>
    </p:bg>
    <p:spTree>
      <p:nvGrpSpPr>
        <p:cNvPr id="1" name="">
          <a:extLst>
            <a:ext uri="{FF2B5EF4-FFF2-40B4-BE49-F238E27FC236}">
              <a16:creationId xmlns:a16="http://schemas.microsoft.com/office/drawing/2014/main" id="{495BB517-5EEF-B74C-2CC1-D1A71D144D42}"/>
            </a:ext>
          </a:extLst>
        </p:cNvPr>
        <p:cNvGrpSpPr/>
        <p:nvPr/>
      </p:nvGrpSpPr>
      <p:grpSpPr>
        <a:xfrm>
          <a:off x="0" y="0"/>
          <a:ext cx="0" cy="0"/>
          <a:chOff x="0" y="0"/>
          <a:chExt cx="0" cy="0"/>
        </a:xfrm>
      </p:grpSpPr>
      <p:grpSp>
        <p:nvGrpSpPr>
          <p:cNvPr id="2" name="グループ化 1">
            <a:extLst>
              <a:ext uri="{FF2B5EF4-FFF2-40B4-BE49-F238E27FC236}">
                <a16:creationId xmlns:a16="http://schemas.microsoft.com/office/drawing/2014/main" id="{9FAD7364-83E4-DDF4-C2D4-71D8C8CA81FF}"/>
              </a:ext>
            </a:extLst>
          </p:cNvPr>
          <p:cNvGrpSpPr/>
          <p:nvPr/>
        </p:nvGrpSpPr>
        <p:grpSpPr>
          <a:xfrm>
            <a:off x="163586" y="134635"/>
            <a:ext cx="3123445" cy="1396119"/>
            <a:chOff x="163586" y="134635"/>
            <a:chExt cx="3123445" cy="1396119"/>
          </a:xfrm>
        </p:grpSpPr>
        <p:sp>
          <p:nvSpPr>
            <p:cNvPr id="3" name="四角形: 角を丸くする 2">
              <a:extLst>
                <a:ext uri="{FF2B5EF4-FFF2-40B4-BE49-F238E27FC236}">
                  <a16:creationId xmlns:a16="http://schemas.microsoft.com/office/drawing/2014/main" id="{F12CDA08-1020-5301-A04C-004A216664E2}"/>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4" name="テキスト ボックス 3">
              <a:extLst>
                <a:ext uri="{FF2B5EF4-FFF2-40B4-BE49-F238E27FC236}">
                  <a16:creationId xmlns:a16="http://schemas.microsoft.com/office/drawing/2014/main" id="{8B53A76D-99DD-5D1B-52D4-6B52A3DAA773}"/>
                </a:ext>
              </a:extLst>
            </p:cNvPr>
            <p:cNvSpPr txBox="1"/>
            <p:nvPr/>
          </p:nvSpPr>
          <p:spPr>
            <a:xfrm>
              <a:off x="1752835" y="641390"/>
              <a:ext cx="121058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強化選択</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5" name="グループ化 4">
              <a:extLst>
                <a:ext uri="{FF2B5EF4-FFF2-40B4-BE49-F238E27FC236}">
                  <a16:creationId xmlns:a16="http://schemas.microsoft.com/office/drawing/2014/main" id="{5607B1E0-14DF-DF01-B198-9B5D565B9D63}"/>
                </a:ext>
              </a:extLst>
            </p:cNvPr>
            <p:cNvGrpSpPr/>
            <p:nvPr/>
          </p:nvGrpSpPr>
          <p:grpSpPr>
            <a:xfrm>
              <a:off x="163586" y="134635"/>
              <a:ext cx="1975684" cy="1396119"/>
              <a:chOff x="163586" y="134635"/>
              <a:chExt cx="1975684" cy="1396119"/>
            </a:xfrm>
          </p:grpSpPr>
          <p:grpSp>
            <p:nvGrpSpPr>
              <p:cNvPr id="6" name="グループ化 5">
                <a:extLst>
                  <a:ext uri="{FF2B5EF4-FFF2-40B4-BE49-F238E27FC236}">
                    <a16:creationId xmlns:a16="http://schemas.microsoft.com/office/drawing/2014/main" id="{F5DBA6A2-308C-D4C9-B063-3A5F01D3A0B9}"/>
                  </a:ext>
                </a:extLst>
              </p:cNvPr>
              <p:cNvGrpSpPr/>
              <p:nvPr/>
            </p:nvGrpSpPr>
            <p:grpSpPr>
              <a:xfrm>
                <a:off x="163586" y="134635"/>
                <a:ext cx="1975684" cy="1396119"/>
                <a:chOff x="163586" y="134635"/>
                <a:chExt cx="1975684" cy="1396119"/>
              </a:xfrm>
            </p:grpSpPr>
            <p:pic>
              <p:nvPicPr>
                <p:cNvPr id="8" name="図 7">
                  <a:extLst>
                    <a:ext uri="{FF2B5EF4-FFF2-40B4-BE49-F238E27FC236}">
                      <a16:creationId xmlns:a16="http://schemas.microsoft.com/office/drawing/2014/main" id="{CFE820A5-8A00-0F46-EFC1-1EF5DC3CEDA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9" name="楕円 8">
                  <a:extLst>
                    <a:ext uri="{FF2B5EF4-FFF2-40B4-BE49-F238E27FC236}">
                      <a16:creationId xmlns:a16="http://schemas.microsoft.com/office/drawing/2014/main" id="{ED3DCB25-7B4B-CF4E-A31C-D7BF811C4422}"/>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7" name="図 6">
                <a:extLst>
                  <a:ext uri="{FF2B5EF4-FFF2-40B4-BE49-F238E27FC236}">
                    <a16:creationId xmlns:a16="http://schemas.microsoft.com/office/drawing/2014/main" id="{27388565-0B3D-95F9-F2CB-F458F2E90704}"/>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grpSp>
        <p:nvGrpSpPr>
          <p:cNvPr id="18" name="グループ化 17">
            <a:extLst>
              <a:ext uri="{FF2B5EF4-FFF2-40B4-BE49-F238E27FC236}">
                <a16:creationId xmlns:a16="http://schemas.microsoft.com/office/drawing/2014/main" id="{70980287-5FFB-1DE5-946C-E96E4A020139}"/>
              </a:ext>
            </a:extLst>
          </p:cNvPr>
          <p:cNvGrpSpPr/>
          <p:nvPr/>
        </p:nvGrpSpPr>
        <p:grpSpPr>
          <a:xfrm>
            <a:off x="1274361" y="1885248"/>
            <a:ext cx="9643278" cy="4033710"/>
            <a:chOff x="1877400" y="1593579"/>
            <a:chExt cx="8771103" cy="3668886"/>
          </a:xfrm>
        </p:grpSpPr>
        <p:sp>
          <p:nvSpPr>
            <p:cNvPr id="14" name="四角形: 角を丸くする 13">
              <a:extLst>
                <a:ext uri="{FF2B5EF4-FFF2-40B4-BE49-F238E27FC236}">
                  <a16:creationId xmlns:a16="http://schemas.microsoft.com/office/drawing/2014/main" id="{5FE9C7C3-66F7-9CF7-3020-631FC270C649}"/>
                </a:ext>
              </a:extLst>
            </p:cNvPr>
            <p:cNvSpPr/>
            <p:nvPr/>
          </p:nvSpPr>
          <p:spPr>
            <a:xfrm>
              <a:off x="1877400" y="1593579"/>
              <a:ext cx="3939838" cy="3668886"/>
            </a:xfrm>
            <a:prstGeom prst="roundRect">
              <a:avLst>
                <a:gd name="adj" fmla="val 14643"/>
              </a:avLst>
            </a:prstGeom>
            <a:solidFill>
              <a:schemeClr val="accent2"/>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4000">
                  <a:solidFill>
                    <a:schemeClr val="accent6"/>
                  </a:solidFill>
                  <a:latin typeface="原稿用標準書体" panose="03000503000000000000" pitchFamily="66" charset="-128"/>
                  <a:ea typeface="原稿用標準書体" panose="03000503000000000000" pitchFamily="66" charset="-128"/>
                </a:rPr>
                <a:t>部屋</a:t>
              </a:r>
              <a:endParaRPr kumimoji="1" lang="ja-JP" altLang="en-US" sz="4000" dirty="0">
                <a:solidFill>
                  <a:schemeClr val="accent6"/>
                </a:solidFill>
                <a:latin typeface="原稿用標準書体" panose="03000503000000000000" pitchFamily="66" charset="-128"/>
                <a:ea typeface="原稿用標準書体" panose="03000503000000000000" pitchFamily="66" charset="-128"/>
              </a:endParaRPr>
            </a:p>
          </p:txBody>
        </p:sp>
        <p:cxnSp>
          <p:nvCxnSpPr>
            <p:cNvPr id="15" name="直線コネクタ 14">
              <a:extLst>
                <a:ext uri="{FF2B5EF4-FFF2-40B4-BE49-F238E27FC236}">
                  <a16:creationId xmlns:a16="http://schemas.microsoft.com/office/drawing/2014/main" id="{B36D020E-4B2E-60EB-95CE-496C391900AC}"/>
                </a:ext>
              </a:extLst>
            </p:cNvPr>
            <p:cNvCxnSpPr>
              <a:cxnSpLocks/>
            </p:cNvCxnSpPr>
            <p:nvPr/>
          </p:nvCxnSpPr>
          <p:spPr>
            <a:xfrm>
              <a:off x="6262951" y="1685433"/>
              <a:ext cx="0" cy="3530297"/>
            </a:xfrm>
            <a:prstGeom prst="line">
              <a:avLst/>
            </a:prstGeom>
            <a:ln>
              <a:gradFill>
                <a:gsLst>
                  <a:gs pos="0">
                    <a:schemeClr val="accent2"/>
                  </a:gs>
                  <a:gs pos="78000">
                    <a:schemeClr val="accent6"/>
                  </a:gs>
                </a:gsLst>
                <a:lin ang="5400000" scaled="1"/>
              </a:gradFill>
            </a:ln>
          </p:spPr>
          <p:style>
            <a:lnRef idx="2">
              <a:schemeClr val="accent1"/>
            </a:lnRef>
            <a:fillRef idx="0">
              <a:schemeClr val="accent1"/>
            </a:fillRef>
            <a:effectRef idx="1">
              <a:schemeClr val="accent1"/>
            </a:effectRef>
            <a:fontRef idx="minor">
              <a:schemeClr val="tx1"/>
            </a:fontRef>
          </p:style>
        </p:cxnSp>
        <p:sp>
          <p:nvSpPr>
            <p:cNvPr id="16" name="四角形: 角を丸くする 15">
              <a:extLst>
                <a:ext uri="{FF2B5EF4-FFF2-40B4-BE49-F238E27FC236}">
                  <a16:creationId xmlns:a16="http://schemas.microsoft.com/office/drawing/2014/main" id="{7E19ED05-74D1-C585-8778-22F682EEC151}"/>
                </a:ext>
              </a:extLst>
            </p:cNvPr>
            <p:cNvSpPr/>
            <p:nvPr/>
          </p:nvSpPr>
          <p:spPr>
            <a:xfrm>
              <a:off x="6708665" y="1593579"/>
              <a:ext cx="3939838" cy="3668886"/>
            </a:xfrm>
            <a:prstGeom prst="roundRect">
              <a:avLst>
                <a:gd name="adj" fmla="val 14643"/>
              </a:avLst>
            </a:prstGeom>
            <a:solidFill>
              <a:schemeClr val="accent6"/>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4000">
                  <a:solidFill>
                    <a:schemeClr val="accent2"/>
                  </a:solidFill>
                  <a:latin typeface="原稿用標準書体" panose="03000503000000000000" pitchFamily="66" charset="-128"/>
                  <a:ea typeface="原稿用標準書体" panose="03000503000000000000" pitchFamily="66" charset="-128"/>
                </a:rPr>
                <a:t>娼館</a:t>
              </a:r>
              <a:endParaRPr kumimoji="1" lang="ja-JP" altLang="en-US" sz="4000" dirty="0">
                <a:solidFill>
                  <a:schemeClr val="accent2"/>
                </a:solidFill>
                <a:latin typeface="原稿用標準書体" panose="03000503000000000000" pitchFamily="66" charset="-128"/>
                <a:ea typeface="原稿用標準書体" panose="03000503000000000000" pitchFamily="66" charset="-128"/>
              </a:endParaRPr>
            </a:p>
          </p:txBody>
        </p:sp>
      </p:grpSp>
    </p:spTree>
    <p:extLst>
      <p:ext uri="{BB962C8B-B14F-4D97-AF65-F5344CB8AC3E}">
        <p14:creationId xmlns:p14="http://schemas.microsoft.com/office/powerpoint/2010/main" val="3149612053"/>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bg>
      <p:bgPr>
        <a:blipFill dpi="0" rotWithShape="1">
          <a:blip r:embed="rId2">
            <a:extLst>
              <a:ext uri="{BEBA8EAE-BF5A-486C-A8C5-ECC9F3942E4B}">
                <a14:imgProps xmlns:a14="http://schemas.microsoft.com/office/drawing/2010/main">
                  <a14:imgLayer r:embed="rId3">
                    <a14:imgEffect>
                      <a14:sharpenSoften amount="-35000"/>
                    </a14:imgEffect>
                    <a14:imgEffect>
                      <a14:saturation sat="85000"/>
                    </a14:imgEffect>
                    <a14:imgEffect>
                      <a14:brightnessContrast bright="-20000" contrast="-15000"/>
                    </a14:imgEffect>
                  </a14:imgLayer>
                </a14:imgProps>
              </a:ext>
            </a:extLst>
          </a:blip>
          <a:srcRect/>
          <a:stretch>
            <a:fillRect/>
          </a:stretch>
        </a:blipFill>
        <a:effectLst/>
      </p:bgPr>
    </p:bg>
    <p:spTree>
      <p:nvGrpSpPr>
        <p:cNvPr id="1" name="">
          <a:extLst>
            <a:ext uri="{FF2B5EF4-FFF2-40B4-BE49-F238E27FC236}">
              <a16:creationId xmlns:a16="http://schemas.microsoft.com/office/drawing/2014/main" id="{42F3FE8D-E25D-4385-A9ED-B1DA919E2F8F}"/>
            </a:ext>
          </a:extLst>
        </p:cNvPr>
        <p:cNvGrpSpPr/>
        <p:nvPr/>
      </p:nvGrpSpPr>
      <p:grpSpPr>
        <a:xfrm>
          <a:off x="0" y="0"/>
          <a:ext cx="0" cy="0"/>
          <a:chOff x="0" y="0"/>
          <a:chExt cx="0" cy="0"/>
        </a:xfrm>
      </p:grpSpPr>
      <p:grpSp>
        <p:nvGrpSpPr>
          <p:cNvPr id="2" name="グループ化 1">
            <a:extLst>
              <a:ext uri="{FF2B5EF4-FFF2-40B4-BE49-F238E27FC236}">
                <a16:creationId xmlns:a16="http://schemas.microsoft.com/office/drawing/2014/main" id="{6E56A949-1D2F-0721-5873-272C7D4E60B6}"/>
              </a:ext>
            </a:extLst>
          </p:cNvPr>
          <p:cNvGrpSpPr/>
          <p:nvPr/>
        </p:nvGrpSpPr>
        <p:grpSpPr>
          <a:xfrm>
            <a:off x="163586" y="134635"/>
            <a:ext cx="3123445" cy="1396119"/>
            <a:chOff x="163586" y="134635"/>
            <a:chExt cx="3123445" cy="1396119"/>
          </a:xfrm>
        </p:grpSpPr>
        <p:sp>
          <p:nvSpPr>
            <p:cNvPr id="3" name="四角形: 角を丸くする 2">
              <a:extLst>
                <a:ext uri="{FF2B5EF4-FFF2-40B4-BE49-F238E27FC236}">
                  <a16:creationId xmlns:a16="http://schemas.microsoft.com/office/drawing/2014/main" id="{C39F01E5-E321-369C-A4C2-BCD97CDF6543}"/>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4" name="テキスト ボックス 3">
              <a:extLst>
                <a:ext uri="{FF2B5EF4-FFF2-40B4-BE49-F238E27FC236}">
                  <a16:creationId xmlns:a16="http://schemas.microsoft.com/office/drawing/2014/main" id="{689D590A-FFA7-C65C-E136-A2AFB9B4720C}"/>
                </a:ext>
              </a:extLst>
            </p:cNvPr>
            <p:cNvSpPr txBox="1"/>
            <p:nvPr/>
          </p:nvSpPr>
          <p:spPr>
            <a:xfrm>
              <a:off x="1752835" y="641390"/>
              <a:ext cx="121058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娼館強化</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5" name="グループ化 4">
              <a:extLst>
                <a:ext uri="{FF2B5EF4-FFF2-40B4-BE49-F238E27FC236}">
                  <a16:creationId xmlns:a16="http://schemas.microsoft.com/office/drawing/2014/main" id="{BD310B6C-2DA9-3F77-7D79-2F728CC13DC2}"/>
                </a:ext>
              </a:extLst>
            </p:cNvPr>
            <p:cNvGrpSpPr/>
            <p:nvPr/>
          </p:nvGrpSpPr>
          <p:grpSpPr>
            <a:xfrm>
              <a:off x="163586" y="134635"/>
              <a:ext cx="1975684" cy="1396119"/>
              <a:chOff x="163586" y="134635"/>
              <a:chExt cx="1975684" cy="1396119"/>
            </a:xfrm>
          </p:grpSpPr>
          <p:grpSp>
            <p:nvGrpSpPr>
              <p:cNvPr id="6" name="グループ化 5">
                <a:extLst>
                  <a:ext uri="{FF2B5EF4-FFF2-40B4-BE49-F238E27FC236}">
                    <a16:creationId xmlns:a16="http://schemas.microsoft.com/office/drawing/2014/main" id="{71045456-DD32-75DA-ED07-9170956BED6F}"/>
                  </a:ext>
                </a:extLst>
              </p:cNvPr>
              <p:cNvGrpSpPr/>
              <p:nvPr/>
            </p:nvGrpSpPr>
            <p:grpSpPr>
              <a:xfrm>
                <a:off x="163586" y="134635"/>
                <a:ext cx="1975684" cy="1396119"/>
                <a:chOff x="163586" y="134635"/>
                <a:chExt cx="1975684" cy="1396119"/>
              </a:xfrm>
            </p:grpSpPr>
            <p:pic>
              <p:nvPicPr>
                <p:cNvPr id="8" name="図 7">
                  <a:extLst>
                    <a:ext uri="{FF2B5EF4-FFF2-40B4-BE49-F238E27FC236}">
                      <a16:creationId xmlns:a16="http://schemas.microsoft.com/office/drawing/2014/main" id="{CC3544F5-9E7F-729F-A451-00A34110C920}"/>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9" name="楕円 8">
                  <a:extLst>
                    <a:ext uri="{FF2B5EF4-FFF2-40B4-BE49-F238E27FC236}">
                      <a16:creationId xmlns:a16="http://schemas.microsoft.com/office/drawing/2014/main" id="{9F333E69-E57F-A16D-9FF4-FEA23141B4DA}"/>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7" name="図 6">
                <a:extLst>
                  <a:ext uri="{FF2B5EF4-FFF2-40B4-BE49-F238E27FC236}">
                    <a16:creationId xmlns:a16="http://schemas.microsoft.com/office/drawing/2014/main" id="{59ED0E42-D61D-E431-D8B5-AFFAC388A8DA}"/>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grpSp>
        <p:nvGrpSpPr>
          <p:cNvPr id="10" name="グループ化 9">
            <a:extLst>
              <a:ext uri="{FF2B5EF4-FFF2-40B4-BE49-F238E27FC236}">
                <a16:creationId xmlns:a16="http://schemas.microsoft.com/office/drawing/2014/main" id="{6C815EED-4323-E5FC-59FB-CF4308A968D0}"/>
              </a:ext>
            </a:extLst>
          </p:cNvPr>
          <p:cNvGrpSpPr>
            <a:grpSpLocks/>
          </p:cNvGrpSpPr>
          <p:nvPr/>
        </p:nvGrpSpPr>
        <p:grpSpPr>
          <a:xfrm>
            <a:off x="1590628" y="1230407"/>
            <a:ext cx="9010745" cy="5627593"/>
            <a:chOff x="1590628" y="1230407"/>
            <a:chExt cx="9010745" cy="5627593"/>
          </a:xfrm>
        </p:grpSpPr>
        <p:sp>
          <p:nvSpPr>
            <p:cNvPr id="11" name="正方形/長方形 10">
              <a:extLst>
                <a:ext uri="{FF2B5EF4-FFF2-40B4-BE49-F238E27FC236}">
                  <a16:creationId xmlns:a16="http://schemas.microsoft.com/office/drawing/2014/main" id="{C7F0610D-A2BD-E69F-A0F7-046BC36D9D70}"/>
                </a:ext>
              </a:extLst>
            </p:cNvPr>
            <p:cNvSpPr>
              <a:spLocks/>
            </p:cNvSpPr>
            <p:nvPr/>
          </p:nvSpPr>
          <p:spPr>
            <a:xfrm>
              <a:off x="1590628" y="1541380"/>
              <a:ext cx="9010745" cy="5316620"/>
            </a:xfrm>
            <a:prstGeom prst="rect">
              <a:avLst/>
            </a:prstGeom>
            <a:solidFill>
              <a:srgbClr val="6600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フローチャート: 手作業 11">
              <a:extLst>
                <a:ext uri="{FF2B5EF4-FFF2-40B4-BE49-F238E27FC236}">
                  <a16:creationId xmlns:a16="http://schemas.microsoft.com/office/drawing/2014/main" id="{11F0BB86-E69F-830F-BBA4-B4F2459F9684}"/>
                </a:ext>
              </a:extLst>
            </p:cNvPr>
            <p:cNvSpPr>
              <a:spLocks/>
            </p:cNvSpPr>
            <p:nvPr/>
          </p:nvSpPr>
          <p:spPr>
            <a:xfrm flipV="1">
              <a:off x="1590628" y="1230407"/>
              <a:ext cx="9010745" cy="328009"/>
            </a:xfrm>
            <a:prstGeom prst="flowChartManualOperation">
              <a:avLst/>
            </a:prstGeom>
            <a:solidFill>
              <a:srgbClr val="6600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67" name="四角形: 角を丸くする 66">
            <a:extLst>
              <a:ext uri="{FF2B5EF4-FFF2-40B4-BE49-F238E27FC236}">
                <a16:creationId xmlns:a16="http://schemas.microsoft.com/office/drawing/2014/main" id="{8D96A6F3-616D-3399-BE0E-53F190911B40}"/>
              </a:ext>
            </a:extLst>
          </p:cNvPr>
          <p:cNvSpPr/>
          <p:nvPr/>
        </p:nvSpPr>
        <p:spPr>
          <a:xfrm>
            <a:off x="4742724" y="4619848"/>
            <a:ext cx="1778680" cy="820773"/>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82" name="グループ化 81">
            <a:extLst>
              <a:ext uri="{FF2B5EF4-FFF2-40B4-BE49-F238E27FC236}">
                <a16:creationId xmlns:a16="http://schemas.microsoft.com/office/drawing/2014/main" id="{EC2856F1-953E-65A7-AE59-CA97DC7A07ED}"/>
              </a:ext>
            </a:extLst>
          </p:cNvPr>
          <p:cNvGrpSpPr/>
          <p:nvPr/>
        </p:nvGrpSpPr>
        <p:grpSpPr>
          <a:xfrm>
            <a:off x="9679617" y="1869389"/>
            <a:ext cx="236362" cy="3092852"/>
            <a:chOff x="11044871" y="4022147"/>
            <a:chExt cx="236362" cy="2031812"/>
          </a:xfrm>
        </p:grpSpPr>
        <p:sp>
          <p:nvSpPr>
            <p:cNvPr id="84" name="四角形: 角を丸くする 83">
              <a:extLst>
                <a:ext uri="{FF2B5EF4-FFF2-40B4-BE49-F238E27FC236}">
                  <a16:creationId xmlns:a16="http://schemas.microsoft.com/office/drawing/2014/main" id="{9F03558B-8E56-447C-5CC3-FE2C534071F2}"/>
                </a:ext>
              </a:extLst>
            </p:cNvPr>
            <p:cNvSpPr/>
            <p:nvPr/>
          </p:nvSpPr>
          <p:spPr>
            <a:xfrm>
              <a:off x="11044871" y="4022147"/>
              <a:ext cx="236362" cy="2031812"/>
            </a:xfrm>
            <a:prstGeom prst="roundRect">
              <a:avLst/>
            </a:prstGeom>
            <a:no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5" name="四角形: 角を丸くする 84">
              <a:extLst>
                <a:ext uri="{FF2B5EF4-FFF2-40B4-BE49-F238E27FC236}">
                  <a16:creationId xmlns:a16="http://schemas.microsoft.com/office/drawing/2014/main" id="{B551915D-A0D2-4010-97A3-95D1619B49DE}"/>
                </a:ext>
              </a:extLst>
            </p:cNvPr>
            <p:cNvSpPr/>
            <p:nvPr/>
          </p:nvSpPr>
          <p:spPr>
            <a:xfrm>
              <a:off x="11066205" y="4094529"/>
              <a:ext cx="193695" cy="571313"/>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87" name="四角形: 角を丸くする 86">
            <a:extLst>
              <a:ext uri="{FF2B5EF4-FFF2-40B4-BE49-F238E27FC236}">
                <a16:creationId xmlns:a16="http://schemas.microsoft.com/office/drawing/2014/main" id="{175429B5-D879-9F63-7C5E-50DFC0EE1937}"/>
              </a:ext>
            </a:extLst>
          </p:cNvPr>
          <p:cNvSpPr/>
          <p:nvPr/>
        </p:nvSpPr>
        <p:spPr>
          <a:xfrm>
            <a:off x="2204587" y="3159628"/>
            <a:ext cx="1778680" cy="820773"/>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8" name="四角形: 角を丸くする 87">
            <a:extLst>
              <a:ext uri="{FF2B5EF4-FFF2-40B4-BE49-F238E27FC236}">
                <a16:creationId xmlns:a16="http://schemas.microsoft.com/office/drawing/2014/main" id="{201BB6AB-A494-57D7-A882-1F11474DF0C8}"/>
              </a:ext>
            </a:extLst>
          </p:cNvPr>
          <p:cNvSpPr/>
          <p:nvPr/>
        </p:nvSpPr>
        <p:spPr>
          <a:xfrm>
            <a:off x="4742724" y="3159627"/>
            <a:ext cx="1778680" cy="820773"/>
          </a:xfrm>
          <a:prstGeom prst="roundRect">
            <a:avLst/>
          </a:prstGeom>
          <a:solidFill>
            <a:srgbClr val="FFA4F3"/>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9" name="四角形: 角を丸くする 88">
            <a:extLst>
              <a:ext uri="{FF2B5EF4-FFF2-40B4-BE49-F238E27FC236}">
                <a16:creationId xmlns:a16="http://schemas.microsoft.com/office/drawing/2014/main" id="{2ADE4525-08CB-1575-DB01-41B67BF7ED8C}"/>
              </a:ext>
            </a:extLst>
          </p:cNvPr>
          <p:cNvSpPr/>
          <p:nvPr/>
        </p:nvSpPr>
        <p:spPr>
          <a:xfrm>
            <a:off x="7280860" y="3159627"/>
            <a:ext cx="1778680" cy="820773"/>
          </a:xfrm>
          <a:prstGeom prst="roundRect">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1" name="四角形: 角を丸くする 90">
            <a:extLst>
              <a:ext uri="{FF2B5EF4-FFF2-40B4-BE49-F238E27FC236}">
                <a16:creationId xmlns:a16="http://schemas.microsoft.com/office/drawing/2014/main" id="{CAF8CE1F-3166-7E1A-FD61-5BDE758D4C82}"/>
              </a:ext>
            </a:extLst>
          </p:cNvPr>
          <p:cNvSpPr/>
          <p:nvPr/>
        </p:nvSpPr>
        <p:spPr>
          <a:xfrm>
            <a:off x="4742724" y="1699407"/>
            <a:ext cx="1778680" cy="820773"/>
          </a:xfrm>
          <a:prstGeom prst="roundRect">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7" name="テキスト ボックス 106">
            <a:extLst>
              <a:ext uri="{FF2B5EF4-FFF2-40B4-BE49-F238E27FC236}">
                <a16:creationId xmlns:a16="http://schemas.microsoft.com/office/drawing/2014/main" id="{F3A6F55A-7A67-971C-F1E5-5FC22C75909F}"/>
              </a:ext>
            </a:extLst>
          </p:cNvPr>
          <p:cNvSpPr txBox="1"/>
          <p:nvPr/>
        </p:nvSpPr>
        <p:spPr>
          <a:xfrm>
            <a:off x="4560936" y="1955905"/>
            <a:ext cx="2148373" cy="307777"/>
          </a:xfrm>
          <a:prstGeom prst="rect">
            <a:avLst/>
          </a:prstGeom>
          <a:noFill/>
        </p:spPr>
        <p:txBody>
          <a:bodyPr wrap="square">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部屋アンロック</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Ⅰ</a:t>
            </a:r>
            <a:endPar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09" name="テキスト ボックス 108">
            <a:extLst>
              <a:ext uri="{FF2B5EF4-FFF2-40B4-BE49-F238E27FC236}">
                <a16:creationId xmlns:a16="http://schemas.microsoft.com/office/drawing/2014/main" id="{BF0B8978-A5C9-73A1-A6D5-34B4A47FCEF4}"/>
              </a:ext>
            </a:extLst>
          </p:cNvPr>
          <p:cNvSpPr txBox="1"/>
          <p:nvPr/>
        </p:nvSpPr>
        <p:spPr>
          <a:xfrm>
            <a:off x="5033201" y="3429000"/>
            <a:ext cx="1197727" cy="307777"/>
          </a:xfrm>
          <a:prstGeom prst="rect">
            <a:avLst/>
          </a:prstGeom>
          <a:noFill/>
        </p:spPr>
        <p:txBody>
          <a:bodyPr wrap="square">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清掃短縮</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Ⅰ</a:t>
            </a:r>
            <a:endPar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11" name="テキスト ボックス 110">
            <a:extLst>
              <a:ext uri="{FF2B5EF4-FFF2-40B4-BE49-F238E27FC236}">
                <a16:creationId xmlns:a16="http://schemas.microsoft.com/office/drawing/2014/main" id="{15727C73-7A56-F0D2-83E2-5D2C66A049D1}"/>
              </a:ext>
            </a:extLst>
          </p:cNvPr>
          <p:cNvSpPr txBox="1"/>
          <p:nvPr/>
        </p:nvSpPr>
        <p:spPr>
          <a:xfrm>
            <a:off x="7534119" y="3429000"/>
            <a:ext cx="1272162" cy="307777"/>
          </a:xfrm>
          <a:prstGeom prst="rect">
            <a:avLst/>
          </a:prstGeom>
          <a:noFill/>
        </p:spPr>
        <p:txBody>
          <a:bodyPr wrap="square">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　　増量</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Ⅰ</a:t>
            </a:r>
            <a:endPar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cxnSp>
        <p:nvCxnSpPr>
          <p:cNvPr id="113" name="コネクタ: カギ線 112">
            <a:extLst>
              <a:ext uri="{FF2B5EF4-FFF2-40B4-BE49-F238E27FC236}">
                <a16:creationId xmlns:a16="http://schemas.microsoft.com/office/drawing/2014/main" id="{6D9E36E4-A8A9-A4E5-E379-F5AB1D3022B7}"/>
              </a:ext>
            </a:extLst>
          </p:cNvPr>
          <p:cNvCxnSpPr>
            <a:cxnSpLocks/>
            <a:stCxn id="91" idx="2"/>
            <a:endCxn id="87" idx="0"/>
          </p:cNvCxnSpPr>
          <p:nvPr/>
        </p:nvCxnSpPr>
        <p:spPr>
          <a:xfrm rot="5400000">
            <a:off x="4043272" y="1570836"/>
            <a:ext cx="639448" cy="2538137"/>
          </a:xfrm>
          <a:prstGeom prst="bentConnector3">
            <a:avLst>
              <a:gd name="adj1" fmla="val 50000"/>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cxnSp>
        <p:nvCxnSpPr>
          <p:cNvPr id="116" name="コネクタ: カギ線 115">
            <a:extLst>
              <a:ext uri="{FF2B5EF4-FFF2-40B4-BE49-F238E27FC236}">
                <a16:creationId xmlns:a16="http://schemas.microsoft.com/office/drawing/2014/main" id="{A28C8DB5-539D-96F1-0AA3-519929D8F109}"/>
              </a:ext>
            </a:extLst>
          </p:cNvPr>
          <p:cNvCxnSpPr>
            <a:cxnSpLocks/>
            <a:stCxn id="91" idx="2"/>
            <a:endCxn id="89" idx="0"/>
          </p:cNvCxnSpPr>
          <p:nvPr/>
        </p:nvCxnSpPr>
        <p:spPr>
          <a:xfrm rot="16200000" flipH="1">
            <a:off x="6581409" y="1570835"/>
            <a:ext cx="639447" cy="2538136"/>
          </a:xfrm>
          <a:prstGeom prst="bentConnector3">
            <a:avLst>
              <a:gd name="adj1" fmla="val 50000"/>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cxnSp>
        <p:nvCxnSpPr>
          <p:cNvPr id="121" name="直線コネクタ 120">
            <a:extLst>
              <a:ext uri="{FF2B5EF4-FFF2-40B4-BE49-F238E27FC236}">
                <a16:creationId xmlns:a16="http://schemas.microsoft.com/office/drawing/2014/main" id="{91A711E2-D9D6-82EB-39D6-9D9C33922AFC}"/>
              </a:ext>
            </a:extLst>
          </p:cNvPr>
          <p:cNvCxnSpPr>
            <a:cxnSpLocks/>
            <a:stCxn id="91" idx="2"/>
            <a:endCxn id="88" idx="0"/>
          </p:cNvCxnSpPr>
          <p:nvPr/>
        </p:nvCxnSpPr>
        <p:spPr>
          <a:xfrm>
            <a:off x="5632064" y="2520180"/>
            <a:ext cx="0" cy="639447"/>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cxnSp>
        <p:nvCxnSpPr>
          <p:cNvPr id="124" name="直線コネクタ 123">
            <a:extLst>
              <a:ext uri="{FF2B5EF4-FFF2-40B4-BE49-F238E27FC236}">
                <a16:creationId xmlns:a16="http://schemas.microsoft.com/office/drawing/2014/main" id="{5238EE9A-E5AF-2779-C17F-4E580C0F1987}"/>
              </a:ext>
            </a:extLst>
          </p:cNvPr>
          <p:cNvCxnSpPr>
            <a:cxnSpLocks/>
            <a:stCxn id="88" idx="2"/>
            <a:endCxn id="67" idx="0"/>
          </p:cNvCxnSpPr>
          <p:nvPr/>
        </p:nvCxnSpPr>
        <p:spPr>
          <a:xfrm>
            <a:off x="5632064" y="3980400"/>
            <a:ext cx="0" cy="639448"/>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128" name="テキスト ボックス 127">
            <a:extLst>
              <a:ext uri="{FF2B5EF4-FFF2-40B4-BE49-F238E27FC236}">
                <a16:creationId xmlns:a16="http://schemas.microsoft.com/office/drawing/2014/main" id="{E5F30219-95D6-9B4C-D347-3896C7257220}"/>
              </a:ext>
            </a:extLst>
          </p:cNvPr>
          <p:cNvSpPr txBox="1"/>
          <p:nvPr/>
        </p:nvSpPr>
        <p:spPr>
          <a:xfrm>
            <a:off x="2495063" y="3429000"/>
            <a:ext cx="1197727" cy="307777"/>
          </a:xfrm>
          <a:prstGeom prst="rect">
            <a:avLst/>
          </a:prstGeom>
          <a:noFill/>
        </p:spPr>
        <p:txBody>
          <a:bodyPr wrap="square">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　増量</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Ⅰ</a:t>
            </a:r>
            <a:endPar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pic>
        <p:nvPicPr>
          <p:cNvPr id="130" name="図 129">
            <a:extLst>
              <a:ext uri="{FF2B5EF4-FFF2-40B4-BE49-F238E27FC236}">
                <a16:creationId xmlns:a16="http://schemas.microsoft.com/office/drawing/2014/main" id="{48E68EDE-C39E-E2A5-C2C1-94F6B39A13BD}"/>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2599798" y="3410337"/>
            <a:ext cx="238300" cy="299261"/>
          </a:xfrm>
          <a:prstGeom prst="rect">
            <a:avLst/>
          </a:prstGeom>
        </p:spPr>
      </p:pic>
      <p:pic>
        <p:nvPicPr>
          <p:cNvPr id="132" name="図 131">
            <a:extLst>
              <a:ext uri="{FF2B5EF4-FFF2-40B4-BE49-F238E27FC236}">
                <a16:creationId xmlns:a16="http://schemas.microsoft.com/office/drawing/2014/main" id="{B901E44D-7B0B-E09E-31E2-C2ECF647FE80}"/>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7713220" y="3418588"/>
            <a:ext cx="310321" cy="307777"/>
          </a:xfrm>
          <a:prstGeom prst="rect">
            <a:avLst/>
          </a:prstGeom>
        </p:spPr>
      </p:pic>
      <p:cxnSp>
        <p:nvCxnSpPr>
          <p:cNvPr id="133" name="コネクタ: カギ線 132">
            <a:extLst>
              <a:ext uri="{FF2B5EF4-FFF2-40B4-BE49-F238E27FC236}">
                <a16:creationId xmlns:a16="http://schemas.microsoft.com/office/drawing/2014/main" id="{0BA9E343-DAD8-FABF-E3CF-7FE6208DC7AF}"/>
              </a:ext>
            </a:extLst>
          </p:cNvPr>
          <p:cNvCxnSpPr>
            <a:cxnSpLocks/>
            <a:stCxn id="87" idx="2"/>
            <a:endCxn id="67" idx="0"/>
          </p:cNvCxnSpPr>
          <p:nvPr/>
        </p:nvCxnSpPr>
        <p:spPr>
          <a:xfrm rot="16200000" flipH="1">
            <a:off x="4043272" y="3031055"/>
            <a:ext cx="639447" cy="2538137"/>
          </a:xfrm>
          <a:prstGeom prst="bentConnector3">
            <a:avLst>
              <a:gd name="adj1" fmla="val 50000"/>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cxnSp>
        <p:nvCxnSpPr>
          <p:cNvPr id="136" name="コネクタ: カギ線 135">
            <a:extLst>
              <a:ext uri="{FF2B5EF4-FFF2-40B4-BE49-F238E27FC236}">
                <a16:creationId xmlns:a16="http://schemas.microsoft.com/office/drawing/2014/main" id="{2C826FA0-F410-099A-56ED-F5ADD7360FF7}"/>
              </a:ext>
            </a:extLst>
          </p:cNvPr>
          <p:cNvCxnSpPr>
            <a:cxnSpLocks/>
            <a:stCxn id="89" idx="2"/>
            <a:endCxn id="67" idx="0"/>
          </p:cNvCxnSpPr>
          <p:nvPr/>
        </p:nvCxnSpPr>
        <p:spPr>
          <a:xfrm rot="5400000">
            <a:off x="6581408" y="3031056"/>
            <a:ext cx="639448" cy="2538136"/>
          </a:xfrm>
          <a:prstGeom prst="bentConnector3">
            <a:avLst>
              <a:gd name="adj1" fmla="val 50000"/>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140" name="テキスト ボックス 139">
            <a:extLst>
              <a:ext uri="{FF2B5EF4-FFF2-40B4-BE49-F238E27FC236}">
                <a16:creationId xmlns:a16="http://schemas.microsoft.com/office/drawing/2014/main" id="{95A79D3D-33B5-92A4-1330-756446548C33}"/>
              </a:ext>
            </a:extLst>
          </p:cNvPr>
          <p:cNvSpPr txBox="1"/>
          <p:nvPr/>
        </p:nvSpPr>
        <p:spPr>
          <a:xfrm>
            <a:off x="4564043" y="4877485"/>
            <a:ext cx="2148373" cy="307777"/>
          </a:xfrm>
          <a:prstGeom prst="rect">
            <a:avLst/>
          </a:prstGeom>
          <a:noFill/>
        </p:spPr>
        <p:txBody>
          <a:bodyPr wrap="square">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部屋アンロック</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Ⅱ</a:t>
            </a:r>
            <a:endPar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nvGrpSpPr>
          <p:cNvPr id="145" name="グループ化 144">
            <a:extLst>
              <a:ext uri="{FF2B5EF4-FFF2-40B4-BE49-F238E27FC236}">
                <a16:creationId xmlns:a16="http://schemas.microsoft.com/office/drawing/2014/main" id="{F987A55D-8E96-BDD1-AA7F-A71C052FC86C}"/>
              </a:ext>
            </a:extLst>
          </p:cNvPr>
          <p:cNvGrpSpPr/>
          <p:nvPr/>
        </p:nvGrpSpPr>
        <p:grpSpPr>
          <a:xfrm>
            <a:off x="5445863" y="4113923"/>
            <a:ext cx="372400" cy="372400"/>
            <a:chOff x="7453941" y="1785130"/>
            <a:chExt cx="1107447" cy="1107447"/>
          </a:xfrm>
        </p:grpSpPr>
        <p:sp>
          <p:nvSpPr>
            <p:cNvPr id="143" name="楕円 142">
              <a:extLst>
                <a:ext uri="{FF2B5EF4-FFF2-40B4-BE49-F238E27FC236}">
                  <a16:creationId xmlns:a16="http://schemas.microsoft.com/office/drawing/2014/main" id="{F71FA9D6-0738-C096-E12A-F984798A77A3}"/>
                </a:ext>
              </a:extLst>
            </p:cNvPr>
            <p:cNvSpPr/>
            <p:nvPr/>
          </p:nvSpPr>
          <p:spPr>
            <a:xfrm>
              <a:off x="7553309" y="1915040"/>
              <a:ext cx="914400" cy="914400"/>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42" name="図 141">
              <a:extLst>
                <a:ext uri="{FF2B5EF4-FFF2-40B4-BE49-F238E27FC236}">
                  <a16:creationId xmlns:a16="http://schemas.microsoft.com/office/drawing/2014/main" id="{4CBE6890-93A1-D269-34B6-5C796CC67072}"/>
                </a:ext>
              </a:extLst>
            </p:cNvPr>
            <p:cNvPicPr>
              <a:picLocks noChangeAspect="1"/>
            </p:cNvPicPr>
            <p:nvPr/>
          </p:nvPicPr>
          <p:blipFill>
            <a:blip r:embed="rId8">
              <a:duotone>
                <a:schemeClr val="accent1">
                  <a:shade val="45000"/>
                  <a:satMod val="135000"/>
                </a:schemeClr>
                <a:prstClr val="white"/>
              </a:duotone>
              <a:extLst>
                <a:ext uri="{28A0092B-C50C-407E-A947-70E740481C1C}">
                  <a14:useLocalDpi xmlns:a14="http://schemas.microsoft.com/office/drawing/2010/main" val="0"/>
                </a:ext>
              </a:extLst>
            </a:blip>
            <a:stretch>
              <a:fillRect/>
            </a:stretch>
          </p:blipFill>
          <p:spPr>
            <a:xfrm>
              <a:off x="7453941" y="1785130"/>
              <a:ext cx="1107447" cy="1107447"/>
            </a:xfrm>
            <a:prstGeom prst="rect">
              <a:avLst/>
            </a:prstGeom>
          </p:spPr>
        </p:pic>
      </p:grpSp>
      <p:sp>
        <p:nvSpPr>
          <p:cNvPr id="147" name="四角形: 角を丸くする 146">
            <a:extLst>
              <a:ext uri="{FF2B5EF4-FFF2-40B4-BE49-F238E27FC236}">
                <a16:creationId xmlns:a16="http://schemas.microsoft.com/office/drawing/2014/main" id="{D1A6E7D2-7DCE-52E3-DA22-5D784F7F1F45}"/>
              </a:ext>
            </a:extLst>
          </p:cNvPr>
          <p:cNvSpPr/>
          <p:nvPr/>
        </p:nvSpPr>
        <p:spPr>
          <a:xfrm>
            <a:off x="4742724" y="4615634"/>
            <a:ext cx="1778680" cy="820773"/>
          </a:xfrm>
          <a:prstGeom prst="roundRect">
            <a:avLst/>
          </a:prstGeom>
          <a:solidFill>
            <a:schemeClr val="tx1">
              <a:lumMod val="85000"/>
              <a:lumOff val="15000"/>
              <a:alpha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1" name="正方形/長方形 80">
            <a:extLst>
              <a:ext uri="{FF2B5EF4-FFF2-40B4-BE49-F238E27FC236}">
                <a16:creationId xmlns:a16="http://schemas.microsoft.com/office/drawing/2014/main" id="{D53E5554-82D8-BFB3-73C5-C9CCCB7FEF5D}"/>
              </a:ext>
            </a:extLst>
          </p:cNvPr>
          <p:cNvSpPr>
            <a:spLocks/>
          </p:cNvSpPr>
          <p:nvPr/>
        </p:nvSpPr>
        <p:spPr>
          <a:xfrm>
            <a:off x="1590627" y="5150498"/>
            <a:ext cx="9010745" cy="1696876"/>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 name="テキスト ボックス 13">
            <a:extLst>
              <a:ext uri="{FF2B5EF4-FFF2-40B4-BE49-F238E27FC236}">
                <a16:creationId xmlns:a16="http://schemas.microsoft.com/office/drawing/2014/main" id="{C5EB47D5-28C7-43CE-36F1-05013B7604CF}"/>
              </a:ext>
            </a:extLst>
          </p:cNvPr>
          <p:cNvSpPr txBox="1"/>
          <p:nvPr/>
        </p:nvSpPr>
        <p:spPr>
          <a:xfrm>
            <a:off x="3834149" y="5785485"/>
            <a:ext cx="4523700" cy="461665"/>
          </a:xfrm>
          <a:prstGeom prst="rect">
            <a:avLst/>
          </a:prstGeom>
          <a:noFill/>
        </p:spPr>
        <p:txBody>
          <a:bodyPr wrap="square">
            <a:spAutoFit/>
          </a:bodyPr>
          <a:lstStyle/>
          <a:p>
            <a:pPr algn="ctr"/>
            <a:r>
              <a:rPr lang="ja-JP" altLang="en-US" sz="2400">
                <a:solidFill>
                  <a:schemeClr val="bg1">
                    <a:lumMod val="95000"/>
                  </a:schemeClr>
                </a:solidFill>
                <a:latin typeface="原稿用標準書体" panose="03000503000000000000" pitchFamily="66" charset="-128"/>
                <a:ea typeface="原稿用標準書体" panose="03000503000000000000" pitchFamily="66" charset="-128"/>
              </a:rPr>
              <a:t>強化項目を選択してください</a:t>
            </a:r>
            <a:endParaRPr kumimoji="1" lang="ja-JP" altLang="en-US" sz="2400">
              <a:solidFill>
                <a:schemeClr val="bg1">
                  <a:lumMod val="95000"/>
                </a:schemeClr>
              </a:solidFill>
              <a:latin typeface="原稿用標準書体" panose="03000503000000000000" pitchFamily="66" charset="-128"/>
              <a:ea typeface="原稿用標準書体" panose="03000503000000000000" pitchFamily="66" charset="-128"/>
            </a:endParaRPr>
          </a:p>
        </p:txBody>
      </p:sp>
    </p:spTree>
    <p:extLst>
      <p:ext uri="{BB962C8B-B14F-4D97-AF65-F5344CB8AC3E}">
        <p14:creationId xmlns:p14="http://schemas.microsoft.com/office/powerpoint/2010/main" val="1814072797"/>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bg>
      <p:bgPr>
        <a:blipFill dpi="0" rotWithShape="1">
          <a:blip r:embed="rId2">
            <a:extLst>
              <a:ext uri="{BEBA8EAE-BF5A-486C-A8C5-ECC9F3942E4B}">
                <a14:imgProps xmlns:a14="http://schemas.microsoft.com/office/drawing/2010/main">
                  <a14:imgLayer r:embed="rId3">
                    <a14:imgEffect>
                      <a14:sharpenSoften amount="-35000"/>
                    </a14:imgEffect>
                    <a14:imgEffect>
                      <a14:saturation sat="85000"/>
                    </a14:imgEffect>
                    <a14:imgEffect>
                      <a14:brightnessContrast bright="-20000" contrast="-15000"/>
                    </a14:imgEffect>
                  </a14:imgLayer>
                </a14:imgProps>
              </a:ext>
            </a:extLst>
          </a:blip>
          <a:srcRect/>
          <a:stretch>
            <a:fillRect/>
          </a:stretch>
        </a:blipFill>
        <a:effectLst/>
      </p:bgPr>
    </p:bg>
    <p:spTree>
      <p:nvGrpSpPr>
        <p:cNvPr id="1" name="">
          <a:extLst>
            <a:ext uri="{FF2B5EF4-FFF2-40B4-BE49-F238E27FC236}">
              <a16:creationId xmlns:a16="http://schemas.microsoft.com/office/drawing/2014/main" id="{D86F8E46-79AC-2881-3A9A-17F45D466159}"/>
            </a:ext>
          </a:extLst>
        </p:cNvPr>
        <p:cNvGrpSpPr/>
        <p:nvPr/>
      </p:nvGrpSpPr>
      <p:grpSpPr>
        <a:xfrm>
          <a:off x="0" y="0"/>
          <a:ext cx="0" cy="0"/>
          <a:chOff x="0" y="0"/>
          <a:chExt cx="0" cy="0"/>
        </a:xfrm>
      </p:grpSpPr>
      <p:grpSp>
        <p:nvGrpSpPr>
          <p:cNvPr id="2" name="グループ化 1">
            <a:extLst>
              <a:ext uri="{FF2B5EF4-FFF2-40B4-BE49-F238E27FC236}">
                <a16:creationId xmlns:a16="http://schemas.microsoft.com/office/drawing/2014/main" id="{55082730-012F-C5D3-492B-3E69CFE83E2A}"/>
              </a:ext>
            </a:extLst>
          </p:cNvPr>
          <p:cNvGrpSpPr/>
          <p:nvPr/>
        </p:nvGrpSpPr>
        <p:grpSpPr>
          <a:xfrm>
            <a:off x="163586" y="134635"/>
            <a:ext cx="3123445" cy="1396119"/>
            <a:chOff x="163586" y="134635"/>
            <a:chExt cx="3123445" cy="1396119"/>
          </a:xfrm>
        </p:grpSpPr>
        <p:sp>
          <p:nvSpPr>
            <p:cNvPr id="3" name="四角形: 角を丸くする 2">
              <a:extLst>
                <a:ext uri="{FF2B5EF4-FFF2-40B4-BE49-F238E27FC236}">
                  <a16:creationId xmlns:a16="http://schemas.microsoft.com/office/drawing/2014/main" id="{AF8DF078-7D36-7423-5D7B-342F2BD02673}"/>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4" name="テキスト ボックス 3">
              <a:extLst>
                <a:ext uri="{FF2B5EF4-FFF2-40B4-BE49-F238E27FC236}">
                  <a16:creationId xmlns:a16="http://schemas.microsoft.com/office/drawing/2014/main" id="{77FF5ACE-6717-323A-ABDB-D0ECAA13A6BE}"/>
                </a:ext>
              </a:extLst>
            </p:cNvPr>
            <p:cNvSpPr txBox="1"/>
            <p:nvPr/>
          </p:nvSpPr>
          <p:spPr>
            <a:xfrm>
              <a:off x="1752835" y="641390"/>
              <a:ext cx="121058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娼館強化</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5" name="グループ化 4">
              <a:extLst>
                <a:ext uri="{FF2B5EF4-FFF2-40B4-BE49-F238E27FC236}">
                  <a16:creationId xmlns:a16="http://schemas.microsoft.com/office/drawing/2014/main" id="{94C2F77B-9BDE-4B1A-4DC1-B4B924245CD1}"/>
                </a:ext>
              </a:extLst>
            </p:cNvPr>
            <p:cNvGrpSpPr/>
            <p:nvPr/>
          </p:nvGrpSpPr>
          <p:grpSpPr>
            <a:xfrm>
              <a:off x="163586" y="134635"/>
              <a:ext cx="1975684" cy="1396119"/>
              <a:chOff x="163586" y="134635"/>
              <a:chExt cx="1975684" cy="1396119"/>
            </a:xfrm>
          </p:grpSpPr>
          <p:grpSp>
            <p:nvGrpSpPr>
              <p:cNvPr id="6" name="グループ化 5">
                <a:extLst>
                  <a:ext uri="{FF2B5EF4-FFF2-40B4-BE49-F238E27FC236}">
                    <a16:creationId xmlns:a16="http://schemas.microsoft.com/office/drawing/2014/main" id="{42CA54F0-A5C9-96ED-7A96-117AF1552C89}"/>
                  </a:ext>
                </a:extLst>
              </p:cNvPr>
              <p:cNvGrpSpPr/>
              <p:nvPr/>
            </p:nvGrpSpPr>
            <p:grpSpPr>
              <a:xfrm>
                <a:off x="163586" y="134635"/>
                <a:ext cx="1975684" cy="1396119"/>
                <a:chOff x="163586" y="134635"/>
                <a:chExt cx="1975684" cy="1396119"/>
              </a:xfrm>
            </p:grpSpPr>
            <p:pic>
              <p:nvPicPr>
                <p:cNvPr id="8" name="図 7">
                  <a:extLst>
                    <a:ext uri="{FF2B5EF4-FFF2-40B4-BE49-F238E27FC236}">
                      <a16:creationId xmlns:a16="http://schemas.microsoft.com/office/drawing/2014/main" id="{2F9B01C7-1E32-A882-52FF-6A3D042AAFB4}"/>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9" name="楕円 8">
                  <a:extLst>
                    <a:ext uri="{FF2B5EF4-FFF2-40B4-BE49-F238E27FC236}">
                      <a16:creationId xmlns:a16="http://schemas.microsoft.com/office/drawing/2014/main" id="{C2899109-5033-DBC4-C124-99FFB2FC5FA2}"/>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7" name="図 6">
                <a:extLst>
                  <a:ext uri="{FF2B5EF4-FFF2-40B4-BE49-F238E27FC236}">
                    <a16:creationId xmlns:a16="http://schemas.microsoft.com/office/drawing/2014/main" id="{C89075A1-E6E7-041F-B882-DC057B946188}"/>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grpSp>
        <p:nvGrpSpPr>
          <p:cNvPr id="10" name="グループ化 9">
            <a:extLst>
              <a:ext uri="{FF2B5EF4-FFF2-40B4-BE49-F238E27FC236}">
                <a16:creationId xmlns:a16="http://schemas.microsoft.com/office/drawing/2014/main" id="{2E162C77-2C74-DB0E-7AD9-532C0E453526}"/>
              </a:ext>
            </a:extLst>
          </p:cNvPr>
          <p:cNvGrpSpPr>
            <a:grpSpLocks/>
          </p:cNvGrpSpPr>
          <p:nvPr/>
        </p:nvGrpSpPr>
        <p:grpSpPr>
          <a:xfrm>
            <a:off x="1590628" y="1230407"/>
            <a:ext cx="9010745" cy="5627593"/>
            <a:chOff x="1590628" y="1230407"/>
            <a:chExt cx="9010745" cy="5627593"/>
          </a:xfrm>
        </p:grpSpPr>
        <p:sp>
          <p:nvSpPr>
            <p:cNvPr id="11" name="正方形/長方形 10">
              <a:extLst>
                <a:ext uri="{FF2B5EF4-FFF2-40B4-BE49-F238E27FC236}">
                  <a16:creationId xmlns:a16="http://schemas.microsoft.com/office/drawing/2014/main" id="{795A471B-0353-45CE-DDB5-937321A666CB}"/>
                </a:ext>
              </a:extLst>
            </p:cNvPr>
            <p:cNvSpPr>
              <a:spLocks/>
            </p:cNvSpPr>
            <p:nvPr/>
          </p:nvSpPr>
          <p:spPr>
            <a:xfrm>
              <a:off x="1590628" y="1541380"/>
              <a:ext cx="9010745" cy="5316620"/>
            </a:xfrm>
            <a:prstGeom prst="rect">
              <a:avLst/>
            </a:prstGeom>
            <a:solidFill>
              <a:srgbClr val="6600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フローチャート: 手作業 11">
              <a:extLst>
                <a:ext uri="{FF2B5EF4-FFF2-40B4-BE49-F238E27FC236}">
                  <a16:creationId xmlns:a16="http://schemas.microsoft.com/office/drawing/2014/main" id="{71A769BB-300F-A4C8-F540-1127CDCE01BB}"/>
                </a:ext>
              </a:extLst>
            </p:cNvPr>
            <p:cNvSpPr>
              <a:spLocks/>
            </p:cNvSpPr>
            <p:nvPr/>
          </p:nvSpPr>
          <p:spPr>
            <a:xfrm flipV="1">
              <a:off x="1590628" y="1230407"/>
              <a:ext cx="9010745" cy="328009"/>
            </a:xfrm>
            <a:prstGeom prst="flowChartManualOperation">
              <a:avLst/>
            </a:prstGeom>
            <a:solidFill>
              <a:srgbClr val="6600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67" name="四角形: 角を丸くする 66">
            <a:extLst>
              <a:ext uri="{FF2B5EF4-FFF2-40B4-BE49-F238E27FC236}">
                <a16:creationId xmlns:a16="http://schemas.microsoft.com/office/drawing/2014/main" id="{F928A1D0-A2C2-8199-D13C-9E5A6E57AA7F}"/>
              </a:ext>
            </a:extLst>
          </p:cNvPr>
          <p:cNvSpPr/>
          <p:nvPr/>
        </p:nvSpPr>
        <p:spPr>
          <a:xfrm>
            <a:off x="4742724" y="4619848"/>
            <a:ext cx="1778680" cy="820773"/>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82" name="グループ化 81">
            <a:extLst>
              <a:ext uri="{FF2B5EF4-FFF2-40B4-BE49-F238E27FC236}">
                <a16:creationId xmlns:a16="http://schemas.microsoft.com/office/drawing/2014/main" id="{716BED65-F2D2-BE36-E344-E6B1C07A000E}"/>
              </a:ext>
            </a:extLst>
          </p:cNvPr>
          <p:cNvGrpSpPr/>
          <p:nvPr/>
        </p:nvGrpSpPr>
        <p:grpSpPr>
          <a:xfrm>
            <a:off x="9679617" y="1869389"/>
            <a:ext cx="236362" cy="3092852"/>
            <a:chOff x="11044871" y="4022147"/>
            <a:chExt cx="236362" cy="2031812"/>
          </a:xfrm>
        </p:grpSpPr>
        <p:sp>
          <p:nvSpPr>
            <p:cNvPr id="84" name="四角形: 角を丸くする 83">
              <a:extLst>
                <a:ext uri="{FF2B5EF4-FFF2-40B4-BE49-F238E27FC236}">
                  <a16:creationId xmlns:a16="http://schemas.microsoft.com/office/drawing/2014/main" id="{85F13BFC-0544-EE6A-C8D6-03613ADCD437}"/>
                </a:ext>
              </a:extLst>
            </p:cNvPr>
            <p:cNvSpPr/>
            <p:nvPr/>
          </p:nvSpPr>
          <p:spPr>
            <a:xfrm>
              <a:off x="11044871" y="4022147"/>
              <a:ext cx="236362" cy="2031812"/>
            </a:xfrm>
            <a:prstGeom prst="roundRect">
              <a:avLst/>
            </a:prstGeom>
            <a:no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5" name="四角形: 角を丸くする 84">
              <a:extLst>
                <a:ext uri="{FF2B5EF4-FFF2-40B4-BE49-F238E27FC236}">
                  <a16:creationId xmlns:a16="http://schemas.microsoft.com/office/drawing/2014/main" id="{BB882DAD-6921-1BE4-0C3F-9BED03FC773B}"/>
                </a:ext>
              </a:extLst>
            </p:cNvPr>
            <p:cNvSpPr/>
            <p:nvPr/>
          </p:nvSpPr>
          <p:spPr>
            <a:xfrm>
              <a:off x="11066205" y="4094529"/>
              <a:ext cx="193695" cy="571313"/>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87" name="四角形: 角を丸くする 86">
            <a:extLst>
              <a:ext uri="{FF2B5EF4-FFF2-40B4-BE49-F238E27FC236}">
                <a16:creationId xmlns:a16="http://schemas.microsoft.com/office/drawing/2014/main" id="{2D51AF98-5ABF-E29E-596E-CEA47601B7A0}"/>
              </a:ext>
            </a:extLst>
          </p:cNvPr>
          <p:cNvSpPr/>
          <p:nvPr/>
        </p:nvSpPr>
        <p:spPr>
          <a:xfrm>
            <a:off x="2204587" y="3159628"/>
            <a:ext cx="1778680" cy="820773"/>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8" name="四角形: 角を丸くする 87">
            <a:extLst>
              <a:ext uri="{FF2B5EF4-FFF2-40B4-BE49-F238E27FC236}">
                <a16:creationId xmlns:a16="http://schemas.microsoft.com/office/drawing/2014/main" id="{C474E71D-1003-F6D8-9D78-2AC88B6D7424}"/>
              </a:ext>
            </a:extLst>
          </p:cNvPr>
          <p:cNvSpPr/>
          <p:nvPr/>
        </p:nvSpPr>
        <p:spPr>
          <a:xfrm>
            <a:off x="4742724" y="3159627"/>
            <a:ext cx="1778680" cy="820773"/>
          </a:xfrm>
          <a:prstGeom prst="roundRect">
            <a:avLst/>
          </a:prstGeom>
          <a:solidFill>
            <a:srgbClr val="FFA4F3"/>
          </a:solidFill>
          <a:ln w="38100">
            <a:solidFill>
              <a:srgbClr val="FF00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9" name="四角形: 角を丸くする 88">
            <a:extLst>
              <a:ext uri="{FF2B5EF4-FFF2-40B4-BE49-F238E27FC236}">
                <a16:creationId xmlns:a16="http://schemas.microsoft.com/office/drawing/2014/main" id="{73906033-1858-2CA5-7385-4974031104A4}"/>
              </a:ext>
            </a:extLst>
          </p:cNvPr>
          <p:cNvSpPr/>
          <p:nvPr/>
        </p:nvSpPr>
        <p:spPr>
          <a:xfrm>
            <a:off x="7280860" y="3159627"/>
            <a:ext cx="1778680" cy="820773"/>
          </a:xfrm>
          <a:prstGeom prst="roundRect">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1" name="四角形: 角を丸くする 90">
            <a:extLst>
              <a:ext uri="{FF2B5EF4-FFF2-40B4-BE49-F238E27FC236}">
                <a16:creationId xmlns:a16="http://schemas.microsoft.com/office/drawing/2014/main" id="{7D684544-603E-959C-8A2C-9D73968F5E30}"/>
              </a:ext>
            </a:extLst>
          </p:cNvPr>
          <p:cNvSpPr/>
          <p:nvPr/>
        </p:nvSpPr>
        <p:spPr>
          <a:xfrm>
            <a:off x="4742724" y="1699407"/>
            <a:ext cx="1778680" cy="820773"/>
          </a:xfrm>
          <a:prstGeom prst="roundRect">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7" name="テキスト ボックス 106">
            <a:extLst>
              <a:ext uri="{FF2B5EF4-FFF2-40B4-BE49-F238E27FC236}">
                <a16:creationId xmlns:a16="http://schemas.microsoft.com/office/drawing/2014/main" id="{8B32220A-A9F9-332F-9873-BB86F1E3D2D1}"/>
              </a:ext>
            </a:extLst>
          </p:cNvPr>
          <p:cNvSpPr txBox="1"/>
          <p:nvPr/>
        </p:nvSpPr>
        <p:spPr>
          <a:xfrm>
            <a:off x="4560936" y="1955905"/>
            <a:ext cx="2148373" cy="307777"/>
          </a:xfrm>
          <a:prstGeom prst="rect">
            <a:avLst/>
          </a:prstGeom>
          <a:noFill/>
        </p:spPr>
        <p:txBody>
          <a:bodyPr wrap="square">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部屋アンロック</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Ⅰ</a:t>
            </a:r>
            <a:endPar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09" name="テキスト ボックス 108">
            <a:extLst>
              <a:ext uri="{FF2B5EF4-FFF2-40B4-BE49-F238E27FC236}">
                <a16:creationId xmlns:a16="http://schemas.microsoft.com/office/drawing/2014/main" id="{B203DCD3-74D8-3020-1368-0E190D4E56DC}"/>
              </a:ext>
            </a:extLst>
          </p:cNvPr>
          <p:cNvSpPr txBox="1"/>
          <p:nvPr/>
        </p:nvSpPr>
        <p:spPr>
          <a:xfrm>
            <a:off x="5033201" y="3429000"/>
            <a:ext cx="1197727" cy="307777"/>
          </a:xfrm>
          <a:prstGeom prst="rect">
            <a:avLst/>
          </a:prstGeom>
          <a:noFill/>
        </p:spPr>
        <p:txBody>
          <a:bodyPr wrap="square">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清掃短縮</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Ⅰ</a:t>
            </a:r>
            <a:endPar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11" name="テキスト ボックス 110">
            <a:extLst>
              <a:ext uri="{FF2B5EF4-FFF2-40B4-BE49-F238E27FC236}">
                <a16:creationId xmlns:a16="http://schemas.microsoft.com/office/drawing/2014/main" id="{806C2E15-F844-8BA7-8859-B35C4C0926F4}"/>
              </a:ext>
            </a:extLst>
          </p:cNvPr>
          <p:cNvSpPr txBox="1"/>
          <p:nvPr/>
        </p:nvSpPr>
        <p:spPr>
          <a:xfrm>
            <a:off x="7534119" y="3429000"/>
            <a:ext cx="1272162" cy="307777"/>
          </a:xfrm>
          <a:prstGeom prst="rect">
            <a:avLst/>
          </a:prstGeom>
          <a:noFill/>
        </p:spPr>
        <p:txBody>
          <a:bodyPr wrap="square">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　　増量</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Ⅰ</a:t>
            </a:r>
            <a:endPar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cxnSp>
        <p:nvCxnSpPr>
          <p:cNvPr id="113" name="コネクタ: カギ線 112">
            <a:extLst>
              <a:ext uri="{FF2B5EF4-FFF2-40B4-BE49-F238E27FC236}">
                <a16:creationId xmlns:a16="http://schemas.microsoft.com/office/drawing/2014/main" id="{3933BD24-6C4E-BA67-11AA-859AAE351968}"/>
              </a:ext>
            </a:extLst>
          </p:cNvPr>
          <p:cNvCxnSpPr>
            <a:cxnSpLocks/>
            <a:stCxn id="91" idx="2"/>
            <a:endCxn id="87" idx="0"/>
          </p:cNvCxnSpPr>
          <p:nvPr/>
        </p:nvCxnSpPr>
        <p:spPr>
          <a:xfrm rot="5400000">
            <a:off x="4043272" y="1570836"/>
            <a:ext cx="639448" cy="2538137"/>
          </a:xfrm>
          <a:prstGeom prst="bentConnector3">
            <a:avLst>
              <a:gd name="adj1" fmla="val 50000"/>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cxnSp>
        <p:nvCxnSpPr>
          <p:cNvPr id="116" name="コネクタ: カギ線 115">
            <a:extLst>
              <a:ext uri="{FF2B5EF4-FFF2-40B4-BE49-F238E27FC236}">
                <a16:creationId xmlns:a16="http://schemas.microsoft.com/office/drawing/2014/main" id="{52A6A84E-F92F-8DC2-60F8-6D4F923C39C4}"/>
              </a:ext>
            </a:extLst>
          </p:cNvPr>
          <p:cNvCxnSpPr>
            <a:cxnSpLocks/>
            <a:stCxn id="91" idx="2"/>
            <a:endCxn id="89" idx="0"/>
          </p:cNvCxnSpPr>
          <p:nvPr/>
        </p:nvCxnSpPr>
        <p:spPr>
          <a:xfrm rot="16200000" flipH="1">
            <a:off x="6581409" y="1570835"/>
            <a:ext cx="639447" cy="2538136"/>
          </a:xfrm>
          <a:prstGeom prst="bentConnector3">
            <a:avLst>
              <a:gd name="adj1" fmla="val 50000"/>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cxnSp>
        <p:nvCxnSpPr>
          <p:cNvPr id="121" name="直線コネクタ 120">
            <a:extLst>
              <a:ext uri="{FF2B5EF4-FFF2-40B4-BE49-F238E27FC236}">
                <a16:creationId xmlns:a16="http://schemas.microsoft.com/office/drawing/2014/main" id="{E3BDC91F-6FCA-B327-A158-8BD5831D72ED}"/>
              </a:ext>
            </a:extLst>
          </p:cNvPr>
          <p:cNvCxnSpPr>
            <a:cxnSpLocks/>
            <a:stCxn id="91" idx="2"/>
            <a:endCxn id="88" idx="0"/>
          </p:cNvCxnSpPr>
          <p:nvPr/>
        </p:nvCxnSpPr>
        <p:spPr>
          <a:xfrm>
            <a:off x="5632064" y="2520180"/>
            <a:ext cx="0" cy="639447"/>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cxnSp>
        <p:nvCxnSpPr>
          <p:cNvPr id="124" name="直線コネクタ 123">
            <a:extLst>
              <a:ext uri="{FF2B5EF4-FFF2-40B4-BE49-F238E27FC236}">
                <a16:creationId xmlns:a16="http://schemas.microsoft.com/office/drawing/2014/main" id="{16675E24-BF95-3E26-73E0-E2FBA75EC0D0}"/>
              </a:ext>
            </a:extLst>
          </p:cNvPr>
          <p:cNvCxnSpPr>
            <a:cxnSpLocks/>
            <a:stCxn id="88" idx="2"/>
            <a:endCxn id="67" idx="0"/>
          </p:cNvCxnSpPr>
          <p:nvPr/>
        </p:nvCxnSpPr>
        <p:spPr>
          <a:xfrm>
            <a:off x="5632064" y="3980400"/>
            <a:ext cx="0" cy="639448"/>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128" name="テキスト ボックス 127">
            <a:extLst>
              <a:ext uri="{FF2B5EF4-FFF2-40B4-BE49-F238E27FC236}">
                <a16:creationId xmlns:a16="http://schemas.microsoft.com/office/drawing/2014/main" id="{B9BAC944-6A33-970C-F874-87350357D6B7}"/>
              </a:ext>
            </a:extLst>
          </p:cNvPr>
          <p:cNvSpPr txBox="1"/>
          <p:nvPr/>
        </p:nvSpPr>
        <p:spPr>
          <a:xfrm>
            <a:off x="2495063" y="3429000"/>
            <a:ext cx="1197727" cy="307777"/>
          </a:xfrm>
          <a:prstGeom prst="rect">
            <a:avLst/>
          </a:prstGeom>
          <a:noFill/>
        </p:spPr>
        <p:txBody>
          <a:bodyPr wrap="square">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　増量</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Ⅰ</a:t>
            </a:r>
            <a:endPar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pic>
        <p:nvPicPr>
          <p:cNvPr id="130" name="図 129">
            <a:extLst>
              <a:ext uri="{FF2B5EF4-FFF2-40B4-BE49-F238E27FC236}">
                <a16:creationId xmlns:a16="http://schemas.microsoft.com/office/drawing/2014/main" id="{F4B61303-F926-0195-A57E-DC685C55B621}"/>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2599798" y="3410337"/>
            <a:ext cx="238300" cy="299261"/>
          </a:xfrm>
          <a:prstGeom prst="rect">
            <a:avLst/>
          </a:prstGeom>
        </p:spPr>
      </p:pic>
      <p:pic>
        <p:nvPicPr>
          <p:cNvPr id="132" name="図 131">
            <a:extLst>
              <a:ext uri="{FF2B5EF4-FFF2-40B4-BE49-F238E27FC236}">
                <a16:creationId xmlns:a16="http://schemas.microsoft.com/office/drawing/2014/main" id="{871B8CF8-D42F-08E0-0BB4-CC9012985E31}"/>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7713220" y="3418588"/>
            <a:ext cx="310321" cy="307777"/>
          </a:xfrm>
          <a:prstGeom prst="rect">
            <a:avLst/>
          </a:prstGeom>
        </p:spPr>
      </p:pic>
      <p:cxnSp>
        <p:nvCxnSpPr>
          <p:cNvPr id="133" name="コネクタ: カギ線 132">
            <a:extLst>
              <a:ext uri="{FF2B5EF4-FFF2-40B4-BE49-F238E27FC236}">
                <a16:creationId xmlns:a16="http://schemas.microsoft.com/office/drawing/2014/main" id="{51C177ED-0BF9-C815-EA81-1C7AF105874E}"/>
              </a:ext>
            </a:extLst>
          </p:cNvPr>
          <p:cNvCxnSpPr>
            <a:cxnSpLocks/>
            <a:stCxn id="87" idx="2"/>
            <a:endCxn id="67" idx="0"/>
          </p:cNvCxnSpPr>
          <p:nvPr/>
        </p:nvCxnSpPr>
        <p:spPr>
          <a:xfrm rot="16200000" flipH="1">
            <a:off x="4043272" y="3031055"/>
            <a:ext cx="639447" cy="2538137"/>
          </a:xfrm>
          <a:prstGeom prst="bentConnector3">
            <a:avLst>
              <a:gd name="adj1" fmla="val 50000"/>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cxnSp>
        <p:nvCxnSpPr>
          <p:cNvPr id="136" name="コネクタ: カギ線 135">
            <a:extLst>
              <a:ext uri="{FF2B5EF4-FFF2-40B4-BE49-F238E27FC236}">
                <a16:creationId xmlns:a16="http://schemas.microsoft.com/office/drawing/2014/main" id="{F5E9C25E-7FBA-1E91-8CDD-BD3F3AA4BE67}"/>
              </a:ext>
            </a:extLst>
          </p:cNvPr>
          <p:cNvCxnSpPr>
            <a:cxnSpLocks/>
            <a:stCxn id="89" idx="2"/>
            <a:endCxn id="67" idx="0"/>
          </p:cNvCxnSpPr>
          <p:nvPr/>
        </p:nvCxnSpPr>
        <p:spPr>
          <a:xfrm rot="5400000">
            <a:off x="6581408" y="3031056"/>
            <a:ext cx="639448" cy="2538136"/>
          </a:xfrm>
          <a:prstGeom prst="bentConnector3">
            <a:avLst>
              <a:gd name="adj1" fmla="val 50000"/>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140" name="テキスト ボックス 139">
            <a:extLst>
              <a:ext uri="{FF2B5EF4-FFF2-40B4-BE49-F238E27FC236}">
                <a16:creationId xmlns:a16="http://schemas.microsoft.com/office/drawing/2014/main" id="{97CAF09E-DD07-385D-7C4E-7A9540A54248}"/>
              </a:ext>
            </a:extLst>
          </p:cNvPr>
          <p:cNvSpPr txBox="1"/>
          <p:nvPr/>
        </p:nvSpPr>
        <p:spPr>
          <a:xfrm>
            <a:off x="4564043" y="4877485"/>
            <a:ext cx="2148373" cy="307777"/>
          </a:xfrm>
          <a:prstGeom prst="rect">
            <a:avLst/>
          </a:prstGeom>
          <a:noFill/>
        </p:spPr>
        <p:txBody>
          <a:bodyPr wrap="square">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部屋アンロック</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Ⅱ</a:t>
            </a:r>
            <a:endPar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nvGrpSpPr>
          <p:cNvPr id="145" name="グループ化 144">
            <a:extLst>
              <a:ext uri="{FF2B5EF4-FFF2-40B4-BE49-F238E27FC236}">
                <a16:creationId xmlns:a16="http://schemas.microsoft.com/office/drawing/2014/main" id="{03454EEF-87CE-76AA-3EA3-C33BC10E11D9}"/>
              </a:ext>
            </a:extLst>
          </p:cNvPr>
          <p:cNvGrpSpPr/>
          <p:nvPr/>
        </p:nvGrpSpPr>
        <p:grpSpPr>
          <a:xfrm>
            <a:off x="5445863" y="4113923"/>
            <a:ext cx="372400" cy="372400"/>
            <a:chOff x="7453941" y="1785130"/>
            <a:chExt cx="1107447" cy="1107447"/>
          </a:xfrm>
        </p:grpSpPr>
        <p:sp>
          <p:nvSpPr>
            <p:cNvPr id="143" name="楕円 142">
              <a:extLst>
                <a:ext uri="{FF2B5EF4-FFF2-40B4-BE49-F238E27FC236}">
                  <a16:creationId xmlns:a16="http://schemas.microsoft.com/office/drawing/2014/main" id="{67CF2091-192E-B71B-4561-18EF7A0CE339}"/>
                </a:ext>
              </a:extLst>
            </p:cNvPr>
            <p:cNvSpPr/>
            <p:nvPr/>
          </p:nvSpPr>
          <p:spPr>
            <a:xfrm>
              <a:off x="7553309" y="1915040"/>
              <a:ext cx="914400" cy="914400"/>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42" name="図 141">
              <a:extLst>
                <a:ext uri="{FF2B5EF4-FFF2-40B4-BE49-F238E27FC236}">
                  <a16:creationId xmlns:a16="http://schemas.microsoft.com/office/drawing/2014/main" id="{8D4618F3-74FB-13FC-48A1-F4F663644E40}"/>
                </a:ext>
              </a:extLst>
            </p:cNvPr>
            <p:cNvPicPr>
              <a:picLocks noChangeAspect="1"/>
            </p:cNvPicPr>
            <p:nvPr/>
          </p:nvPicPr>
          <p:blipFill>
            <a:blip r:embed="rId8">
              <a:duotone>
                <a:schemeClr val="accent1">
                  <a:shade val="45000"/>
                  <a:satMod val="135000"/>
                </a:schemeClr>
                <a:prstClr val="white"/>
              </a:duotone>
              <a:extLst>
                <a:ext uri="{28A0092B-C50C-407E-A947-70E740481C1C}">
                  <a14:useLocalDpi xmlns:a14="http://schemas.microsoft.com/office/drawing/2010/main" val="0"/>
                </a:ext>
              </a:extLst>
            </a:blip>
            <a:stretch>
              <a:fillRect/>
            </a:stretch>
          </p:blipFill>
          <p:spPr>
            <a:xfrm>
              <a:off x="7453941" y="1785130"/>
              <a:ext cx="1107447" cy="1107447"/>
            </a:xfrm>
            <a:prstGeom prst="rect">
              <a:avLst/>
            </a:prstGeom>
          </p:spPr>
        </p:pic>
      </p:grpSp>
      <p:sp>
        <p:nvSpPr>
          <p:cNvPr id="147" name="四角形: 角を丸くする 146">
            <a:extLst>
              <a:ext uri="{FF2B5EF4-FFF2-40B4-BE49-F238E27FC236}">
                <a16:creationId xmlns:a16="http://schemas.microsoft.com/office/drawing/2014/main" id="{F87C4E72-E077-5AD8-E4E1-9A35F298CB67}"/>
              </a:ext>
            </a:extLst>
          </p:cNvPr>
          <p:cNvSpPr/>
          <p:nvPr/>
        </p:nvSpPr>
        <p:spPr>
          <a:xfrm>
            <a:off x="4742724" y="4615634"/>
            <a:ext cx="1778680" cy="820773"/>
          </a:xfrm>
          <a:prstGeom prst="roundRect">
            <a:avLst/>
          </a:prstGeom>
          <a:solidFill>
            <a:schemeClr val="tx1">
              <a:lumMod val="85000"/>
              <a:lumOff val="15000"/>
              <a:alpha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1" name="正方形/長方形 80">
            <a:extLst>
              <a:ext uri="{FF2B5EF4-FFF2-40B4-BE49-F238E27FC236}">
                <a16:creationId xmlns:a16="http://schemas.microsoft.com/office/drawing/2014/main" id="{C80771D4-90CD-51BF-761C-743209FB9A9D}"/>
              </a:ext>
            </a:extLst>
          </p:cNvPr>
          <p:cNvSpPr>
            <a:spLocks/>
          </p:cNvSpPr>
          <p:nvPr/>
        </p:nvSpPr>
        <p:spPr>
          <a:xfrm>
            <a:off x="1590627" y="5150498"/>
            <a:ext cx="9010745" cy="1696876"/>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8" name="二等辺三角形 147">
            <a:extLst>
              <a:ext uri="{FF2B5EF4-FFF2-40B4-BE49-F238E27FC236}">
                <a16:creationId xmlns:a16="http://schemas.microsoft.com/office/drawing/2014/main" id="{0B604D2C-06DF-D4CC-91D9-B6EC1F034F73}"/>
              </a:ext>
            </a:extLst>
          </p:cNvPr>
          <p:cNvSpPr/>
          <p:nvPr/>
        </p:nvSpPr>
        <p:spPr>
          <a:xfrm rot="5400000">
            <a:off x="4485771" y="3383813"/>
            <a:ext cx="431983" cy="372399"/>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2" name="四角形: 角を丸くする 151">
            <a:extLst>
              <a:ext uri="{FF2B5EF4-FFF2-40B4-BE49-F238E27FC236}">
                <a16:creationId xmlns:a16="http://schemas.microsoft.com/office/drawing/2014/main" id="{BF933742-380D-4AEF-00EF-0C7EBCA386B5}"/>
              </a:ext>
            </a:extLst>
          </p:cNvPr>
          <p:cNvSpPr/>
          <p:nvPr/>
        </p:nvSpPr>
        <p:spPr>
          <a:xfrm>
            <a:off x="5121860" y="6093742"/>
            <a:ext cx="1948277" cy="496239"/>
          </a:xfrm>
          <a:prstGeom prst="roundRect">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rPr>
              <a:t>強化済み</a:t>
            </a:r>
          </a:p>
        </p:txBody>
      </p:sp>
      <p:grpSp>
        <p:nvGrpSpPr>
          <p:cNvPr id="170" name="グループ化 169">
            <a:extLst>
              <a:ext uri="{FF2B5EF4-FFF2-40B4-BE49-F238E27FC236}">
                <a16:creationId xmlns:a16="http://schemas.microsoft.com/office/drawing/2014/main" id="{0C213DB7-0BC4-43B1-80C4-54FA62CB4045}"/>
              </a:ext>
            </a:extLst>
          </p:cNvPr>
          <p:cNvGrpSpPr/>
          <p:nvPr/>
        </p:nvGrpSpPr>
        <p:grpSpPr>
          <a:xfrm>
            <a:off x="4566850" y="5486432"/>
            <a:ext cx="3061102" cy="369332"/>
            <a:chOff x="2757161" y="5446919"/>
            <a:chExt cx="3061102" cy="369332"/>
          </a:xfrm>
        </p:grpSpPr>
        <p:sp>
          <p:nvSpPr>
            <p:cNvPr id="171" name="テキスト ボックス 170">
              <a:extLst>
                <a:ext uri="{FF2B5EF4-FFF2-40B4-BE49-F238E27FC236}">
                  <a16:creationId xmlns:a16="http://schemas.microsoft.com/office/drawing/2014/main" id="{8405F8FC-7779-F3AD-D1A8-33590DF55959}"/>
                </a:ext>
              </a:extLst>
            </p:cNvPr>
            <p:cNvSpPr txBox="1"/>
            <p:nvPr/>
          </p:nvSpPr>
          <p:spPr>
            <a:xfrm>
              <a:off x="2757161" y="5446919"/>
              <a:ext cx="3061102" cy="369332"/>
            </a:xfrm>
            <a:prstGeom prst="rect">
              <a:avLst/>
            </a:prstGeom>
            <a:noFill/>
          </p:spPr>
          <p:txBody>
            <a:bodyPr wrap="square">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rPr>
                <a:t>基礎　　報酬　</a:t>
              </a:r>
              <a:r>
                <a:rPr lang="ja-JP" altLang="en-US">
                  <a:solidFill>
                    <a:srgbClr val="FF00FF"/>
                  </a:solidFill>
                  <a:latin typeface="原稿用標準書体" panose="03000503000000000000" pitchFamily="66" charset="-128"/>
                  <a:ea typeface="原稿用標準書体" panose="03000503000000000000" pitchFamily="66" charset="-128"/>
                </a:rPr>
                <a:t>＋</a:t>
              </a:r>
              <a:r>
                <a:rPr lang="en-US" altLang="ja-JP">
                  <a:solidFill>
                    <a:srgbClr val="FF00FF"/>
                  </a:solidFill>
                  <a:latin typeface="原稿用標準書体" panose="03000503000000000000" pitchFamily="66" charset="-128"/>
                  <a:ea typeface="原稿用標準書体" panose="03000503000000000000" pitchFamily="66" charset="-128"/>
                </a:rPr>
                <a:t>0000000</a:t>
              </a:r>
              <a:endParaRPr kumimoji="1" lang="ja-JP" altLang="en-US" sz="1800">
                <a:solidFill>
                  <a:srgbClr val="FF00FF"/>
                </a:solidFill>
                <a:latin typeface="原稿用標準書体" panose="03000503000000000000" pitchFamily="66" charset="-128"/>
                <a:ea typeface="原稿用標準書体" panose="03000503000000000000" pitchFamily="66" charset="-128"/>
              </a:endParaRPr>
            </a:p>
          </p:txBody>
        </p:sp>
        <p:pic>
          <p:nvPicPr>
            <p:cNvPr id="172" name="図 171">
              <a:extLst>
                <a:ext uri="{FF2B5EF4-FFF2-40B4-BE49-F238E27FC236}">
                  <a16:creationId xmlns:a16="http://schemas.microsoft.com/office/drawing/2014/main" id="{69AE596B-EF84-165D-37D5-C16E69F24F72}"/>
                </a:ext>
              </a:extLst>
            </p:cNvPr>
            <p:cNvPicPr>
              <a:picLocks noChangeAspect="1"/>
            </p:cNvPicPr>
            <p:nvPr/>
          </p:nvPicPr>
          <p:blipFill>
            <a:blip r:embed="rId6">
              <a:biLevel thresh="25000"/>
              <a:extLst>
                <a:ext uri="{28A0092B-C50C-407E-A947-70E740481C1C}">
                  <a14:useLocalDpi xmlns:a14="http://schemas.microsoft.com/office/drawing/2010/main" val="0"/>
                </a:ext>
              </a:extLst>
            </a:blip>
            <a:stretch>
              <a:fillRect/>
            </a:stretch>
          </p:blipFill>
          <p:spPr>
            <a:xfrm>
              <a:off x="3536483" y="5481955"/>
              <a:ext cx="238300" cy="299261"/>
            </a:xfrm>
            <a:prstGeom prst="rect">
              <a:avLst/>
            </a:prstGeom>
          </p:spPr>
        </p:pic>
      </p:grpSp>
    </p:spTree>
    <p:extLst>
      <p:ext uri="{BB962C8B-B14F-4D97-AF65-F5344CB8AC3E}">
        <p14:creationId xmlns:p14="http://schemas.microsoft.com/office/powerpoint/2010/main" val="2018021647"/>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bg>
      <p:bgPr>
        <a:blipFill dpi="0" rotWithShape="1">
          <a:blip r:embed="rId2">
            <a:extLst>
              <a:ext uri="{BEBA8EAE-BF5A-486C-A8C5-ECC9F3942E4B}">
                <a14:imgProps xmlns:a14="http://schemas.microsoft.com/office/drawing/2010/main">
                  <a14:imgLayer r:embed="rId3">
                    <a14:imgEffect>
                      <a14:sharpenSoften amount="-35000"/>
                    </a14:imgEffect>
                    <a14:imgEffect>
                      <a14:saturation sat="85000"/>
                    </a14:imgEffect>
                    <a14:imgEffect>
                      <a14:brightnessContrast bright="-20000" contrast="-15000"/>
                    </a14:imgEffect>
                  </a14:imgLayer>
                </a14:imgProps>
              </a:ext>
            </a:extLst>
          </a:blip>
          <a:srcRect/>
          <a:stretch>
            <a:fillRect/>
          </a:stretch>
        </a:blipFill>
        <a:effectLst/>
      </p:bgPr>
    </p:bg>
    <p:spTree>
      <p:nvGrpSpPr>
        <p:cNvPr id="1" name="">
          <a:extLst>
            <a:ext uri="{FF2B5EF4-FFF2-40B4-BE49-F238E27FC236}">
              <a16:creationId xmlns:a16="http://schemas.microsoft.com/office/drawing/2014/main" id="{6C0195CF-0A45-1A03-63CD-C0B198000B84}"/>
            </a:ext>
          </a:extLst>
        </p:cNvPr>
        <p:cNvGrpSpPr/>
        <p:nvPr/>
      </p:nvGrpSpPr>
      <p:grpSpPr>
        <a:xfrm>
          <a:off x="0" y="0"/>
          <a:ext cx="0" cy="0"/>
          <a:chOff x="0" y="0"/>
          <a:chExt cx="0" cy="0"/>
        </a:xfrm>
      </p:grpSpPr>
      <p:grpSp>
        <p:nvGrpSpPr>
          <p:cNvPr id="2" name="グループ化 1">
            <a:extLst>
              <a:ext uri="{FF2B5EF4-FFF2-40B4-BE49-F238E27FC236}">
                <a16:creationId xmlns:a16="http://schemas.microsoft.com/office/drawing/2014/main" id="{02F63C23-F09F-A0FE-C5A9-C25E0872FA02}"/>
              </a:ext>
            </a:extLst>
          </p:cNvPr>
          <p:cNvGrpSpPr/>
          <p:nvPr/>
        </p:nvGrpSpPr>
        <p:grpSpPr>
          <a:xfrm>
            <a:off x="163586" y="134635"/>
            <a:ext cx="3123445" cy="1396119"/>
            <a:chOff x="163586" y="134635"/>
            <a:chExt cx="3123445" cy="1396119"/>
          </a:xfrm>
        </p:grpSpPr>
        <p:sp>
          <p:nvSpPr>
            <p:cNvPr id="3" name="四角形: 角を丸くする 2">
              <a:extLst>
                <a:ext uri="{FF2B5EF4-FFF2-40B4-BE49-F238E27FC236}">
                  <a16:creationId xmlns:a16="http://schemas.microsoft.com/office/drawing/2014/main" id="{C065B3F4-31CE-BB15-C305-936BBA497C36}"/>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4" name="テキスト ボックス 3">
              <a:extLst>
                <a:ext uri="{FF2B5EF4-FFF2-40B4-BE49-F238E27FC236}">
                  <a16:creationId xmlns:a16="http://schemas.microsoft.com/office/drawing/2014/main" id="{B9D12A3C-89A4-13B1-AC5F-E63ADA222149}"/>
                </a:ext>
              </a:extLst>
            </p:cNvPr>
            <p:cNvSpPr txBox="1"/>
            <p:nvPr/>
          </p:nvSpPr>
          <p:spPr>
            <a:xfrm>
              <a:off x="1752835" y="641390"/>
              <a:ext cx="121058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娼館強化</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5" name="グループ化 4">
              <a:extLst>
                <a:ext uri="{FF2B5EF4-FFF2-40B4-BE49-F238E27FC236}">
                  <a16:creationId xmlns:a16="http://schemas.microsoft.com/office/drawing/2014/main" id="{C47FDB85-5631-FF73-8F01-DA6FB01EB05F}"/>
                </a:ext>
              </a:extLst>
            </p:cNvPr>
            <p:cNvGrpSpPr/>
            <p:nvPr/>
          </p:nvGrpSpPr>
          <p:grpSpPr>
            <a:xfrm>
              <a:off x="163586" y="134635"/>
              <a:ext cx="1975684" cy="1396119"/>
              <a:chOff x="163586" y="134635"/>
              <a:chExt cx="1975684" cy="1396119"/>
            </a:xfrm>
          </p:grpSpPr>
          <p:grpSp>
            <p:nvGrpSpPr>
              <p:cNvPr id="6" name="グループ化 5">
                <a:extLst>
                  <a:ext uri="{FF2B5EF4-FFF2-40B4-BE49-F238E27FC236}">
                    <a16:creationId xmlns:a16="http://schemas.microsoft.com/office/drawing/2014/main" id="{23DCE366-D56F-35CB-82CF-AF6C69436C47}"/>
                  </a:ext>
                </a:extLst>
              </p:cNvPr>
              <p:cNvGrpSpPr/>
              <p:nvPr/>
            </p:nvGrpSpPr>
            <p:grpSpPr>
              <a:xfrm>
                <a:off x="163586" y="134635"/>
                <a:ext cx="1975684" cy="1396119"/>
                <a:chOff x="163586" y="134635"/>
                <a:chExt cx="1975684" cy="1396119"/>
              </a:xfrm>
            </p:grpSpPr>
            <p:pic>
              <p:nvPicPr>
                <p:cNvPr id="8" name="図 7">
                  <a:extLst>
                    <a:ext uri="{FF2B5EF4-FFF2-40B4-BE49-F238E27FC236}">
                      <a16:creationId xmlns:a16="http://schemas.microsoft.com/office/drawing/2014/main" id="{7213BAAD-E7CD-373C-85AC-55F211D33A27}"/>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9" name="楕円 8">
                  <a:extLst>
                    <a:ext uri="{FF2B5EF4-FFF2-40B4-BE49-F238E27FC236}">
                      <a16:creationId xmlns:a16="http://schemas.microsoft.com/office/drawing/2014/main" id="{7FFE9CC6-AC3D-B01A-483E-988F536FBB39}"/>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7" name="図 6">
                <a:extLst>
                  <a:ext uri="{FF2B5EF4-FFF2-40B4-BE49-F238E27FC236}">
                    <a16:creationId xmlns:a16="http://schemas.microsoft.com/office/drawing/2014/main" id="{35426993-43FC-6A5A-DD2E-D2DFFE94396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grpSp>
        <p:nvGrpSpPr>
          <p:cNvPr id="10" name="グループ化 9">
            <a:extLst>
              <a:ext uri="{FF2B5EF4-FFF2-40B4-BE49-F238E27FC236}">
                <a16:creationId xmlns:a16="http://schemas.microsoft.com/office/drawing/2014/main" id="{06946E16-B3BF-C2C8-CF00-001FFBB53C25}"/>
              </a:ext>
            </a:extLst>
          </p:cNvPr>
          <p:cNvGrpSpPr>
            <a:grpSpLocks/>
          </p:cNvGrpSpPr>
          <p:nvPr/>
        </p:nvGrpSpPr>
        <p:grpSpPr>
          <a:xfrm>
            <a:off x="1590628" y="1230407"/>
            <a:ext cx="9010745" cy="5627593"/>
            <a:chOff x="1590628" y="1230407"/>
            <a:chExt cx="9010745" cy="5627593"/>
          </a:xfrm>
        </p:grpSpPr>
        <p:sp>
          <p:nvSpPr>
            <p:cNvPr id="11" name="正方形/長方形 10">
              <a:extLst>
                <a:ext uri="{FF2B5EF4-FFF2-40B4-BE49-F238E27FC236}">
                  <a16:creationId xmlns:a16="http://schemas.microsoft.com/office/drawing/2014/main" id="{EC62BE47-BECB-CF0C-2022-F575C610102E}"/>
                </a:ext>
              </a:extLst>
            </p:cNvPr>
            <p:cNvSpPr>
              <a:spLocks/>
            </p:cNvSpPr>
            <p:nvPr/>
          </p:nvSpPr>
          <p:spPr>
            <a:xfrm>
              <a:off x="1590628" y="1541380"/>
              <a:ext cx="9010745" cy="5316620"/>
            </a:xfrm>
            <a:prstGeom prst="rect">
              <a:avLst/>
            </a:prstGeom>
            <a:solidFill>
              <a:srgbClr val="6600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フローチャート: 手作業 11">
              <a:extLst>
                <a:ext uri="{FF2B5EF4-FFF2-40B4-BE49-F238E27FC236}">
                  <a16:creationId xmlns:a16="http://schemas.microsoft.com/office/drawing/2014/main" id="{5DCB37B4-7FA3-E41B-9D75-8DC98946A806}"/>
                </a:ext>
              </a:extLst>
            </p:cNvPr>
            <p:cNvSpPr>
              <a:spLocks/>
            </p:cNvSpPr>
            <p:nvPr/>
          </p:nvSpPr>
          <p:spPr>
            <a:xfrm flipV="1">
              <a:off x="1590628" y="1230407"/>
              <a:ext cx="9010745" cy="328009"/>
            </a:xfrm>
            <a:prstGeom prst="flowChartManualOperation">
              <a:avLst/>
            </a:prstGeom>
            <a:solidFill>
              <a:srgbClr val="6600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67" name="四角形: 角を丸くする 66">
            <a:extLst>
              <a:ext uri="{FF2B5EF4-FFF2-40B4-BE49-F238E27FC236}">
                <a16:creationId xmlns:a16="http://schemas.microsoft.com/office/drawing/2014/main" id="{76633A51-35A1-A891-B142-23D6DD7937D7}"/>
              </a:ext>
            </a:extLst>
          </p:cNvPr>
          <p:cNvSpPr/>
          <p:nvPr/>
        </p:nvSpPr>
        <p:spPr>
          <a:xfrm>
            <a:off x="4742724" y="4619848"/>
            <a:ext cx="1778680" cy="820773"/>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82" name="グループ化 81">
            <a:extLst>
              <a:ext uri="{FF2B5EF4-FFF2-40B4-BE49-F238E27FC236}">
                <a16:creationId xmlns:a16="http://schemas.microsoft.com/office/drawing/2014/main" id="{2AD3BD62-93BB-C91F-48A1-A736C676EB45}"/>
              </a:ext>
            </a:extLst>
          </p:cNvPr>
          <p:cNvGrpSpPr/>
          <p:nvPr/>
        </p:nvGrpSpPr>
        <p:grpSpPr>
          <a:xfrm>
            <a:off x="9679617" y="1869388"/>
            <a:ext cx="236362" cy="3447231"/>
            <a:chOff x="11044871" y="4022147"/>
            <a:chExt cx="236362" cy="2031812"/>
          </a:xfrm>
        </p:grpSpPr>
        <p:sp>
          <p:nvSpPr>
            <p:cNvPr id="84" name="四角形: 角を丸くする 83">
              <a:extLst>
                <a:ext uri="{FF2B5EF4-FFF2-40B4-BE49-F238E27FC236}">
                  <a16:creationId xmlns:a16="http://schemas.microsoft.com/office/drawing/2014/main" id="{7D6A3271-EC07-468F-1420-377CB8A21D78}"/>
                </a:ext>
              </a:extLst>
            </p:cNvPr>
            <p:cNvSpPr/>
            <p:nvPr/>
          </p:nvSpPr>
          <p:spPr>
            <a:xfrm>
              <a:off x="11044871" y="4022147"/>
              <a:ext cx="236362" cy="2031812"/>
            </a:xfrm>
            <a:prstGeom prst="roundRect">
              <a:avLst/>
            </a:prstGeom>
            <a:no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5" name="四角形: 角を丸くする 84">
              <a:extLst>
                <a:ext uri="{FF2B5EF4-FFF2-40B4-BE49-F238E27FC236}">
                  <a16:creationId xmlns:a16="http://schemas.microsoft.com/office/drawing/2014/main" id="{C93F8769-0173-B16B-CFF9-C5DC6E64DBBD}"/>
                </a:ext>
              </a:extLst>
            </p:cNvPr>
            <p:cNvSpPr/>
            <p:nvPr/>
          </p:nvSpPr>
          <p:spPr>
            <a:xfrm>
              <a:off x="11066205" y="4094529"/>
              <a:ext cx="193695" cy="571313"/>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87" name="四角形: 角を丸くする 86">
            <a:extLst>
              <a:ext uri="{FF2B5EF4-FFF2-40B4-BE49-F238E27FC236}">
                <a16:creationId xmlns:a16="http://schemas.microsoft.com/office/drawing/2014/main" id="{BF3E18F2-0835-37CC-0CA8-EA1BDDA3E01B}"/>
              </a:ext>
            </a:extLst>
          </p:cNvPr>
          <p:cNvSpPr/>
          <p:nvPr/>
        </p:nvSpPr>
        <p:spPr>
          <a:xfrm>
            <a:off x="2204587" y="3159628"/>
            <a:ext cx="1778680" cy="820773"/>
          </a:xfrm>
          <a:prstGeom prst="roundRect">
            <a:avLst/>
          </a:prstGeom>
          <a:solidFill>
            <a:schemeClr val="bg1">
              <a:lumMod val="75000"/>
            </a:schemeClr>
          </a:solidFill>
          <a:ln w="38100">
            <a:solidFill>
              <a:srgbClr val="FF00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8" name="四角形: 角を丸くする 87">
            <a:extLst>
              <a:ext uri="{FF2B5EF4-FFF2-40B4-BE49-F238E27FC236}">
                <a16:creationId xmlns:a16="http://schemas.microsoft.com/office/drawing/2014/main" id="{5CB0583D-218E-0AF0-FD21-5678D8201161}"/>
              </a:ext>
            </a:extLst>
          </p:cNvPr>
          <p:cNvSpPr/>
          <p:nvPr/>
        </p:nvSpPr>
        <p:spPr>
          <a:xfrm>
            <a:off x="4742724" y="3159627"/>
            <a:ext cx="1778680" cy="820773"/>
          </a:xfrm>
          <a:prstGeom prst="roundRect">
            <a:avLst/>
          </a:prstGeom>
          <a:solidFill>
            <a:srgbClr val="FFA4F3"/>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9" name="四角形: 角を丸くする 88">
            <a:extLst>
              <a:ext uri="{FF2B5EF4-FFF2-40B4-BE49-F238E27FC236}">
                <a16:creationId xmlns:a16="http://schemas.microsoft.com/office/drawing/2014/main" id="{B0FCAABA-F605-A09C-7E95-675D00F693C8}"/>
              </a:ext>
            </a:extLst>
          </p:cNvPr>
          <p:cNvSpPr/>
          <p:nvPr/>
        </p:nvSpPr>
        <p:spPr>
          <a:xfrm>
            <a:off x="7280860" y="3159627"/>
            <a:ext cx="1778680" cy="820773"/>
          </a:xfrm>
          <a:prstGeom prst="roundRect">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1" name="四角形: 角を丸くする 90">
            <a:extLst>
              <a:ext uri="{FF2B5EF4-FFF2-40B4-BE49-F238E27FC236}">
                <a16:creationId xmlns:a16="http://schemas.microsoft.com/office/drawing/2014/main" id="{70AF406B-49FD-7251-6638-F98BCC7B74DD}"/>
              </a:ext>
            </a:extLst>
          </p:cNvPr>
          <p:cNvSpPr/>
          <p:nvPr/>
        </p:nvSpPr>
        <p:spPr>
          <a:xfrm>
            <a:off x="4742724" y="1699407"/>
            <a:ext cx="1778680" cy="820773"/>
          </a:xfrm>
          <a:prstGeom prst="roundRect">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7" name="テキスト ボックス 106">
            <a:extLst>
              <a:ext uri="{FF2B5EF4-FFF2-40B4-BE49-F238E27FC236}">
                <a16:creationId xmlns:a16="http://schemas.microsoft.com/office/drawing/2014/main" id="{77910080-8DBD-E2BA-28B0-68FFD8624F25}"/>
              </a:ext>
            </a:extLst>
          </p:cNvPr>
          <p:cNvSpPr txBox="1"/>
          <p:nvPr/>
        </p:nvSpPr>
        <p:spPr>
          <a:xfrm>
            <a:off x="4560936" y="1955905"/>
            <a:ext cx="2148373" cy="307777"/>
          </a:xfrm>
          <a:prstGeom prst="rect">
            <a:avLst/>
          </a:prstGeom>
          <a:noFill/>
        </p:spPr>
        <p:txBody>
          <a:bodyPr wrap="square">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部屋アンロック</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Ⅰ</a:t>
            </a:r>
            <a:endPar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09" name="テキスト ボックス 108">
            <a:extLst>
              <a:ext uri="{FF2B5EF4-FFF2-40B4-BE49-F238E27FC236}">
                <a16:creationId xmlns:a16="http://schemas.microsoft.com/office/drawing/2014/main" id="{F0847144-4C93-1837-FBC7-DECBC846C6DF}"/>
              </a:ext>
            </a:extLst>
          </p:cNvPr>
          <p:cNvSpPr txBox="1"/>
          <p:nvPr/>
        </p:nvSpPr>
        <p:spPr>
          <a:xfrm>
            <a:off x="5033201" y="3429000"/>
            <a:ext cx="1197727" cy="307777"/>
          </a:xfrm>
          <a:prstGeom prst="rect">
            <a:avLst/>
          </a:prstGeom>
          <a:noFill/>
        </p:spPr>
        <p:txBody>
          <a:bodyPr wrap="square">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清掃短縮</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Ⅰ</a:t>
            </a:r>
            <a:endPar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11" name="テキスト ボックス 110">
            <a:extLst>
              <a:ext uri="{FF2B5EF4-FFF2-40B4-BE49-F238E27FC236}">
                <a16:creationId xmlns:a16="http://schemas.microsoft.com/office/drawing/2014/main" id="{407973D0-44E4-905E-10FB-EB977A9A541D}"/>
              </a:ext>
            </a:extLst>
          </p:cNvPr>
          <p:cNvSpPr txBox="1"/>
          <p:nvPr/>
        </p:nvSpPr>
        <p:spPr>
          <a:xfrm>
            <a:off x="7534119" y="3429000"/>
            <a:ext cx="1272162" cy="307777"/>
          </a:xfrm>
          <a:prstGeom prst="rect">
            <a:avLst/>
          </a:prstGeom>
          <a:noFill/>
        </p:spPr>
        <p:txBody>
          <a:bodyPr wrap="square">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　　増量</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Ⅰ</a:t>
            </a:r>
            <a:endPar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cxnSp>
        <p:nvCxnSpPr>
          <p:cNvPr id="113" name="コネクタ: カギ線 112">
            <a:extLst>
              <a:ext uri="{FF2B5EF4-FFF2-40B4-BE49-F238E27FC236}">
                <a16:creationId xmlns:a16="http://schemas.microsoft.com/office/drawing/2014/main" id="{0411D24F-1C8C-2952-5FDD-FCEB9C007DC8}"/>
              </a:ext>
            </a:extLst>
          </p:cNvPr>
          <p:cNvCxnSpPr>
            <a:cxnSpLocks/>
            <a:stCxn id="91" idx="2"/>
            <a:endCxn id="87" idx="0"/>
          </p:cNvCxnSpPr>
          <p:nvPr/>
        </p:nvCxnSpPr>
        <p:spPr>
          <a:xfrm rot="5400000">
            <a:off x="4043272" y="1570836"/>
            <a:ext cx="639448" cy="2538137"/>
          </a:xfrm>
          <a:prstGeom prst="bentConnector3">
            <a:avLst>
              <a:gd name="adj1" fmla="val 50000"/>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cxnSp>
        <p:nvCxnSpPr>
          <p:cNvPr id="116" name="コネクタ: カギ線 115">
            <a:extLst>
              <a:ext uri="{FF2B5EF4-FFF2-40B4-BE49-F238E27FC236}">
                <a16:creationId xmlns:a16="http://schemas.microsoft.com/office/drawing/2014/main" id="{B762FD73-EA3C-82EE-F6E6-72B02580C79C}"/>
              </a:ext>
            </a:extLst>
          </p:cNvPr>
          <p:cNvCxnSpPr>
            <a:cxnSpLocks/>
            <a:stCxn id="91" idx="2"/>
            <a:endCxn id="89" idx="0"/>
          </p:cNvCxnSpPr>
          <p:nvPr/>
        </p:nvCxnSpPr>
        <p:spPr>
          <a:xfrm rot="16200000" flipH="1">
            <a:off x="6581409" y="1570835"/>
            <a:ext cx="639447" cy="2538136"/>
          </a:xfrm>
          <a:prstGeom prst="bentConnector3">
            <a:avLst>
              <a:gd name="adj1" fmla="val 50000"/>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cxnSp>
        <p:nvCxnSpPr>
          <p:cNvPr id="121" name="直線コネクタ 120">
            <a:extLst>
              <a:ext uri="{FF2B5EF4-FFF2-40B4-BE49-F238E27FC236}">
                <a16:creationId xmlns:a16="http://schemas.microsoft.com/office/drawing/2014/main" id="{41831E4B-DBCD-92D9-AE6B-A1A40CBD2A46}"/>
              </a:ext>
            </a:extLst>
          </p:cNvPr>
          <p:cNvCxnSpPr>
            <a:cxnSpLocks/>
            <a:stCxn id="91" idx="2"/>
            <a:endCxn id="88" idx="0"/>
          </p:cNvCxnSpPr>
          <p:nvPr/>
        </p:nvCxnSpPr>
        <p:spPr>
          <a:xfrm>
            <a:off x="5632064" y="2520180"/>
            <a:ext cx="0" cy="639447"/>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cxnSp>
        <p:nvCxnSpPr>
          <p:cNvPr id="124" name="直線コネクタ 123">
            <a:extLst>
              <a:ext uri="{FF2B5EF4-FFF2-40B4-BE49-F238E27FC236}">
                <a16:creationId xmlns:a16="http://schemas.microsoft.com/office/drawing/2014/main" id="{1C956207-B113-F52B-54F8-466F78F13B10}"/>
              </a:ext>
            </a:extLst>
          </p:cNvPr>
          <p:cNvCxnSpPr>
            <a:cxnSpLocks/>
            <a:stCxn id="88" idx="2"/>
            <a:endCxn id="67" idx="0"/>
          </p:cNvCxnSpPr>
          <p:nvPr/>
        </p:nvCxnSpPr>
        <p:spPr>
          <a:xfrm>
            <a:off x="5632064" y="3980400"/>
            <a:ext cx="0" cy="639448"/>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128" name="テキスト ボックス 127">
            <a:extLst>
              <a:ext uri="{FF2B5EF4-FFF2-40B4-BE49-F238E27FC236}">
                <a16:creationId xmlns:a16="http://schemas.microsoft.com/office/drawing/2014/main" id="{77DAD292-AE20-AF03-9ACA-87E225774DD5}"/>
              </a:ext>
            </a:extLst>
          </p:cNvPr>
          <p:cNvSpPr txBox="1"/>
          <p:nvPr/>
        </p:nvSpPr>
        <p:spPr>
          <a:xfrm>
            <a:off x="2495063" y="3429000"/>
            <a:ext cx="1197727" cy="307777"/>
          </a:xfrm>
          <a:prstGeom prst="rect">
            <a:avLst/>
          </a:prstGeom>
          <a:noFill/>
        </p:spPr>
        <p:txBody>
          <a:bodyPr wrap="square">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　増量</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Ⅰ</a:t>
            </a:r>
            <a:endPar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pic>
        <p:nvPicPr>
          <p:cNvPr id="130" name="図 129">
            <a:extLst>
              <a:ext uri="{FF2B5EF4-FFF2-40B4-BE49-F238E27FC236}">
                <a16:creationId xmlns:a16="http://schemas.microsoft.com/office/drawing/2014/main" id="{0FFA7F78-71F6-ECD3-35FE-DCE16CCE4AF9}"/>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2599798" y="3410337"/>
            <a:ext cx="238300" cy="299261"/>
          </a:xfrm>
          <a:prstGeom prst="rect">
            <a:avLst/>
          </a:prstGeom>
        </p:spPr>
      </p:pic>
      <p:pic>
        <p:nvPicPr>
          <p:cNvPr id="132" name="図 131">
            <a:extLst>
              <a:ext uri="{FF2B5EF4-FFF2-40B4-BE49-F238E27FC236}">
                <a16:creationId xmlns:a16="http://schemas.microsoft.com/office/drawing/2014/main" id="{D878137D-8AB4-202E-1A29-9340A8DD054A}"/>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7713220" y="3418588"/>
            <a:ext cx="310321" cy="307777"/>
          </a:xfrm>
          <a:prstGeom prst="rect">
            <a:avLst/>
          </a:prstGeom>
        </p:spPr>
      </p:pic>
      <p:cxnSp>
        <p:nvCxnSpPr>
          <p:cNvPr id="133" name="コネクタ: カギ線 132">
            <a:extLst>
              <a:ext uri="{FF2B5EF4-FFF2-40B4-BE49-F238E27FC236}">
                <a16:creationId xmlns:a16="http://schemas.microsoft.com/office/drawing/2014/main" id="{7807528B-D842-410A-4BCC-D3A89FC58F56}"/>
              </a:ext>
            </a:extLst>
          </p:cNvPr>
          <p:cNvCxnSpPr>
            <a:cxnSpLocks/>
            <a:stCxn id="87" idx="2"/>
            <a:endCxn id="67" idx="0"/>
          </p:cNvCxnSpPr>
          <p:nvPr/>
        </p:nvCxnSpPr>
        <p:spPr>
          <a:xfrm rot="16200000" flipH="1">
            <a:off x="4043272" y="3031055"/>
            <a:ext cx="639447" cy="2538137"/>
          </a:xfrm>
          <a:prstGeom prst="bentConnector3">
            <a:avLst>
              <a:gd name="adj1" fmla="val 50000"/>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cxnSp>
        <p:nvCxnSpPr>
          <p:cNvPr id="136" name="コネクタ: カギ線 135">
            <a:extLst>
              <a:ext uri="{FF2B5EF4-FFF2-40B4-BE49-F238E27FC236}">
                <a16:creationId xmlns:a16="http://schemas.microsoft.com/office/drawing/2014/main" id="{796613C2-1AF0-9673-C61C-4B961065E49F}"/>
              </a:ext>
            </a:extLst>
          </p:cNvPr>
          <p:cNvCxnSpPr>
            <a:cxnSpLocks/>
            <a:stCxn id="89" idx="2"/>
            <a:endCxn id="67" idx="0"/>
          </p:cNvCxnSpPr>
          <p:nvPr/>
        </p:nvCxnSpPr>
        <p:spPr>
          <a:xfrm rot="5400000">
            <a:off x="6581408" y="3031056"/>
            <a:ext cx="639448" cy="2538136"/>
          </a:xfrm>
          <a:prstGeom prst="bentConnector3">
            <a:avLst>
              <a:gd name="adj1" fmla="val 50000"/>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140" name="テキスト ボックス 139">
            <a:extLst>
              <a:ext uri="{FF2B5EF4-FFF2-40B4-BE49-F238E27FC236}">
                <a16:creationId xmlns:a16="http://schemas.microsoft.com/office/drawing/2014/main" id="{EB7286FA-7936-08F9-ED5A-C58D7DE4690B}"/>
              </a:ext>
            </a:extLst>
          </p:cNvPr>
          <p:cNvSpPr txBox="1"/>
          <p:nvPr/>
        </p:nvSpPr>
        <p:spPr>
          <a:xfrm>
            <a:off x="4564043" y="4877485"/>
            <a:ext cx="2148373" cy="307777"/>
          </a:xfrm>
          <a:prstGeom prst="rect">
            <a:avLst/>
          </a:prstGeom>
          <a:noFill/>
        </p:spPr>
        <p:txBody>
          <a:bodyPr wrap="square">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部屋アンロック</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Ⅱ</a:t>
            </a:r>
            <a:endPar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nvGrpSpPr>
          <p:cNvPr id="145" name="グループ化 144">
            <a:extLst>
              <a:ext uri="{FF2B5EF4-FFF2-40B4-BE49-F238E27FC236}">
                <a16:creationId xmlns:a16="http://schemas.microsoft.com/office/drawing/2014/main" id="{EB687020-4BA8-A8B1-0368-DB324C74FB60}"/>
              </a:ext>
            </a:extLst>
          </p:cNvPr>
          <p:cNvGrpSpPr/>
          <p:nvPr/>
        </p:nvGrpSpPr>
        <p:grpSpPr>
          <a:xfrm>
            <a:off x="5445863" y="4113923"/>
            <a:ext cx="372400" cy="372400"/>
            <a:chOff x="7453941" y="1785130"/>
            <a:chExt cx="1107447" cy="1107447"/>
          </a:xfrm>
        </p:grpSpPr>
        <p:sp>
          <p:nvSpPr>
            <p:cNvPr id="143" name="楕円 142">
              <a:extLst>
                <a:ext uri="{FF2B5EF4-FFF2-40B4-BE49-F238E27FC236}">
                  <a16:creationId xmlns:a16="http://schemas.microsoft.com/office/drawing/2014/main" id="{AF22796B-251A-AA39-1122-FCBBCB64441F}"/>
                </a:ext>
              </a:extLst>
            </p:cNvPr>
            <p:cNvSpPr/>
            <p:nvPr/>
          </p:nvSpPr>
          <p:spPr>
            <a:xfrm>
              <a:off x="7553309" y="1915040"/>
              <a:ext cx="914400" cy="914400"/>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42" name="図 141">
              <a:extLst>
                <a:ext uri="{FF2B5EF4-FFF2-40B4-BE49-F238E27FC236}">
                  <a16:creationId xmlns:a16="http://schemas.microsoft.com/office/drawing/2014/main" id="{69872A3D-9EDD-6CC0-F54A-6263CDD6C638}"/>
                </a:ext>
              </a:extLst>
            </p:cNvPr>
            <p:cNvPicPr>
              <a:picLocks noChangeAspect="1"/>
            </p:cNvPicPr>
            <p:nvPr/>
          </p:nvPicPr>
          <p:blipFill>
            <a:blip r:embed="rId8">
              <a:duotone>
                <a:schemeClr val="accent1">
                  <a:shade val="45000"/>
                  <a:satMod val="135000"/>
                </a:schemeClr>
                <a:prstClr val="white"/>
              </a:duotone>
              <a:extLst>
                <a:ext uri="{28A0092B-C50C-407E-A947-70E740481C1C}">
                  <a14:useLocalDpi xmlns:a14="http://schemas.microsoft.com/office/drawing/2010/main" val="0"/>
                </a:ext>
              </a:extLst>
            </a:blip>
            <a:stretch>
              <a:fillRect/>
            </a:stretch>
          </p:blipFill>
          <p:spPr>
            <a:xfrm>
              <a:off x="7453941" y="1785130"/>
              <a:ext cx="1107447" cy="1107447"/>
            </a:xfrm>
            <a:prstGeom prst="rect">
              <a:avLst/>
            </a:prstGeom>
          </p:spPr>
        </p:pic>
      </p:grpSp>
      <p:sp>
        <p:nvSpPr>
          <p:cNvPr id="147" name="四角形: 角を丸くする 146">
            <a:extLst>
              <a:ext uri="{FF2B5EF4-FFF2-40B4-BE49-F238E27FC236}">
                <a16:creationId xmlns:a16="http://schemas.microsoft.com/office/drawing/2014/main" id="{033527A7-47FC-DB8E-F1A2-71E8D0775EB8}"/>
              </a:ext>
            </a:extLst>
          </p:cNvPr>
          <p:cNvSpPr/>
          <p:nvPr/>
        </p:nvSpPr>
        <p:spPr>
          <a:xfrm>
            <a:off x="4741501" y="4615634"/>
            <a:ext cx="1778680" cy="820773"/>
          </a:xfrm>
          <a:prstGeom prst="roundRect">
            <a:avLst/>
          </a:prstGeom>
          <a:solidFill>
            <a:schemeClr val="tx1">
              <a:lumMod val="85000"/>
              <a:lumOff val="15000"/>
              <a:alpha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48" name="二等辺三角形 147">
            <a:extLst>
              <a:ext uri="{FF2B5EF4-FFF2-40B4-BE49-F238E27FC236}">
                <a16:creationId xmlns:a16="http://schemas.microsoft.com/office/drawing/2014/main" id="{D44AF866-18CC-16E2-D3A0-73BFC837D05B}"/>
              </a:ext>
            </a:extLst>
          </p:cNvPr>
          <p:cNvSpPr/>
          <p:nvPr/>
        </p:nvSpPr>
        <p:spPr>
          <a:xfrm rot="5400000">
            <a:off x="1994492" y="3383813"/>
            <a:ext cx="431983" cy="372399"/>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41" name="グループ化 40">
            <a:extLst>
              <a:ext uri="{FF2B5EF4-FFF2-40B4-BE49-F238E27FC236}">
                <a16:creationId xmlns:a16="http://schemas.microsoft.com/office/drawing/2014/main" id="{DCAE9CC8-6F8F-0D21-0CE8-209587183674}"/>
              </a:ext>
            </a:extLst>
          </p:cNvPr>
          <p:cNvGrpSpPr/>
          <p:nvPr/>
        </p:nvGrpSpPr>
        <p:grpSpPr>
          <a:xfrm>
            <a:off x="2203365" y="5441964"/>
            <a:ext cx="6854953" cy="1460222"/>
            <a:chOff x="2356987" y="2672579"/>
            <a:chExt cx="6854953" cy="1460222"/>
          </a:xfrm>
        </p:grpSpPr>
        <p:sp>
          <p:nvSpPr>
            <p:cNvPr id="29" name="四角形: 角を丸くする 28">
              <a:extLst>
                <a:ext uri="{FF2B5EF4-FFF2-40B4-BE49-F238E27FC236}">
                  <a16:creationId xmlns:a16="http://schemas.microsoft.com/office/drawing/2014/main" id="{194D08BA-0B89-3BFD-F7EF-BBD7AFB82110}"/>
                </a:ext>
              </a:extLst>
            </p:cNvPr>
            <p:cNvSpPr/>
            <p:nvPr/>
          </p:nvSpPr>
          <p:spPr>
            <a:xfrm>
              <a:off x="2356987" y="3312028"/>
              <a:ext cx="1778680" cy="820773"/>
            </a:xfrm>
            <a:prstGeom prst="roundRect">
              <a:avLst/>
            </a:prstGeom>
            <a:solidFill>
              <a:schemeClr val="bg1">
                <a:lumMod val="75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0" name="四角形: 角を丸くする 29">
              <a:extLst>
                <a:ext uri="{FF2B5EF4-FFF2-40B4-BE49-F238E27FC236}">
                  <a16:creationId xmlns:a16="http://schemas.microsoft.com/office/drawing/2014/main" id="{1D39A4F0-6D17-E82C-7E01-E509A3C01321}"/>
                </a:ext>
              </a:extLst>
            </p:cNvPr>
            <p:cNvSpPr/>
            <p:nvPr/>
          </p:nvSpPr>
          <p:spPr>
            <a:xfrm>
              <a:off x="4895124" y="3312027"/>
              <a:ext cx="1778680" cy="820773"/>
            </a:xfrm>
            <a:prstGeom prst="roundRect">
              <a:avLst/>
            </a:prstGeom>
            <a:solidFill>
              <a:schemeClr val="bg1">
                <a:lumMod val="75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1" name="四角形: 角を丸くする 30">
              <a:extLst>
                <a:ext uri="{FF2B5EF4-FFF2-40B4-BE49-F238E27FC236}">
                  <a16:creationId xmlns:a16="http://schemas.microsoft.com/office/drawing/2014/main" id="{36B05A8E-DF18-8142-8043-E1781DCC0881}"/>
                </a:ext>
              </a:extLst>
            </p:cNvPr>
            <p:cNvSpPr/>
            <p:nvPr/>
          </p:nvSpPr>
          <p:spPr>
            <a:xfrm>
              <a:off x="7433260" y="3312027"/>
              <a:ext cx="1778680" cy="820773"/>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2" name="テキスト ボックス 31">
              <a:extLst>
                <a:ext uri="{FF2B5EF4-FFF2-40B4-BE49-F238E27FC236}">
                  <a16:creationId xmlns:a16="http://schemas.microsoft.com/office/drawing/2014/main" id="{1AF7DB62-44FD-FF94-ECCF-E7E2C902922F}"/>
                </a:ext>
              </a:extLst>
            </p:cNvPr>
            <p:cNvSpPr txBox="1"/>
            <p:nvPr/>
          </p:nvSpPr>
          <p:spPr>
            <a:xfrm>
              <a:off x="5185601" y="3581400"/>
              <a:ext cx="1197727" cy="307777"/>
            </a:xfrm>
            <a:prstGeom prst="rect">
              <a:avLst/>
            </a:prstGeom>
            <a:noFill/>
          </p:spPr>
          <p:txBody>
            <a:bodyPr wrap="square">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清掃短縮</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Ⅰ</a:t>
              </a:r>
              <a:endPar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33" name="テキスト ボックス 32">
              <a:extLst>
                <a:ext uri="{FF2B5EF4-FFF2-40B4-BE49-F238E27FC236}">
                  <a16:creationId xmlns:a16="http://schemas.microsoft.com/office/drawing/2014/main" id="{54317501-C37E-5032-DE33-9F5823B3C38F}"/>
                </a:ext>
              </a:extLst>
            </p:cNvPr>
            <p:cNvSpPr txBox="1"/>
            <p:nvPr/>
          </p:nvSpPr>
          <p:spPr>
            <a:xfrm>
              <a:off x="7686519" y="3581400"/>
              <a:ext cx="1272162" cy="307777"/>
            </a:xfrm>
            <a:prstGeom prst="rect">
              <a:avLst/>
            </a:prstGeom>
            <a:noFill/>
          </p:spPr>
          <p:txBody>
            <a:bodyPr wrap="square">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　　増量</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Ⅰ</a:t>
              </a:r>
              <a:endPar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cxnSp>
          <p:nvCxnSpPr>
            <p:cNvPr id="34" name="コネクタ: カギ線 33">
              <a:extLst>
                <a:ext uri="{FF2B5EF4-FFF2-40B4-BE49-F238E27FC236}">
                  <a16:creationId xmlns:a16="http://schemas.microsoft.com/office/drawing/2014/main" id="{AA70F28F-269D-C425-7322-B3AAF0C1A10A}"/>
                </a:ext>
              </a:extLst>
            </p:cNvPr>
            <p:cNvCxnSpPr>
              <a:cxnSpLocks/>
              <a:endCxn id="29" idx="0"/>
            </p:cNvCxnSpPr>
            <p:nvPr/>
          </p:nvCxnSpPr>
          <p:spPr>
            <a:xfrm rot="5400000">
              <a:off x="4195672" y="1723236"/>
              <a:ext cx="639448" cy="2538137"/>
            </a:xfrm>
            <a:prstGeom prst="bentConnector3">
              <a:avLst>
                <a:gd name="adj1" fmla="val 50000"/>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cxnSp>
          <p:nvCxnSpPr>
            <p:cNvPr id="35" name="コネクタ: カギ線 34">
              <a:extLst>
                <a:ext uri="{FF2B5EF4-FFF2-40B4-BE49-F238E27FC236}">
                  <a16:creationId xmlns:a16="http://schemas.microsoft.com/office/drawing/2014/main" id="{F01377B9-81C6-B594-67B9-892F7BE36072}"/>
                </a:ext>
              </a:extLst>
            </p:cNvPr>
            <p:cNvCxnSpPr>
              <a:cxnSpLocks/>
              <a:endCxn id="31" idx="0"/>
            </p:cNvCxnSpPr>
            <p:nvPr/>
          </p:nvCxnSpPr>
          <p:spPr>
            <a:xfrm rot="16200000" flipH="1">
              <a:off x="6733809" y="1723235"/>
              <a:ext cx="639447" cy="2538136"/>
            </a:xfrm>
            <a:prstGeom prst="bentConnector3">
              <a:avLst>
                <a:gd name="adj1" fmla="val 50000"/>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cxnSp>
          <p:nvCxnSpPr>
            <p:cNvPr id="36" name="直線コネクタ 35">
              <a:extLst>
                <a:ext uri="{FF2B5EF4-FFF2-40B4-BE49-F238E27FC236}">
                  <a16:creationId xmlns:a16="http://schemas.microsoft.com/office/drawing/2014/main" id="{DFC91350-30DE-37DB-2757-B7EBA6805CB3}"/>
                </a:ext>
              </a:extLst>
            </p:cNvPr>
            <p:cNvCxnSpPr>
              <a:cxnSpLocks/>
              <a:endCxn id="30" idx="0"/>
            </p:cNvCxnSpPr>
            <p:nvPr/>
          </p:nvCxnSpPr>
          <p:spPr>
            <a:xfrm>
              <a:off x="5784464" y="2672580"/>
              <a:ext cx="0" cy="639447"/>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37" name="テキスト ボックス 36">
              <a:extLst>
                <a:ext uri="{FF2B5EF4-FFF2-40B4-BE49-F238E27FC236}">
                  <a16:creationId xmlns:a16="http://schemas.microsoft.com/office/drawing/2014/main" id="{C58715AC-503C-5EE5-C5CB-766DD706FE06}"/>
                </a:ext>
              </a:extLst>
            </p:cNvPr>
            <p:cNvSpPr txBox="1"/>
            <p:nvPr/>
          </p:nvSpPr>
          <p:spPr>
            <a:xfrm>
              <a:off x="2647463" y="3581400"/>
              <a:ext cx="1197727" cy="307777"/>
            </a:xfrm>
            <a:prstGeom prst="rect">
              <a:avLst/>
            </a:prstGeom>
            <a:noFill/>
          </p:spPr>
          <p:txBody>
            <a:bodyPr wrap="square">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　増量</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Ⅰ</a:t>
              </a:r>
              <a:endPar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pic>
          <p:nvPicPr>
            <p:cNvPr id="38" name="図 37">
              <a:extLst>
                <a:ext uri="{FF2B5EF4-FFF2-40B4-BE49-F238E27FC236}">
                  <a16:creationId xmlns:a16="http://schemas.microsoft.com/office/drawing/2014/main" id="{7C0DE646-468F-E0CD-6283-56414C45BEA8}"/>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2752198" y="3562737"/>
              <a:ext cx="238300" cy="299261"/>
            </a:xfrm>
            <a:prstGeom prst="rect">
              <a:avLst/>
            </a:prstGeom>
          </p:spPr>
        </p:pic>
        <p:pic>
          <p:nvPicPr>
            <p:cNvPr id="39" name="図 38">
              <a:extLst>
                <a:ext uri="{FF2B5EF4-FFF2-40B4-BE49-F238E27FC236}">
                  <a16:creationId xmlns:a16="http://schemas.microsoft.com/office/drawing/2014/main" id="{899D8871-DE83-405F-8B62-3EB64AB52516}"/>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7865620" y="3570988"/>
              <a:ext cx="310321" cy="307777"/>
            </a:xfrm>
            <a:prstGeom prst="rect">
              <a:avLst/>
            </a:prstGeom>
          </p:spPr>
        </p:pic>
      </p:grpSp>
      <p:sp>
        <p:nvSpPr>
          <p:cNvPr id="43" name="四角形: 角を丸くする 42">
            <a:extLst>
              <a:ext uri="{FF2B5EF4-FFF2-40B4-BE49-F238E27FC236}">
                <a16:creationId xmlns:a16="http://schemas.microsoft.com/office/drawing/2014/main" id="{1A18FEAF-5A78-DEC5-A85E-73F7684EDF7B}"/>
              </a:ext>
            </a:extLst>
          </p:cNvPr>
          <p:cNvSpPr/>
          <p:nvPr/>
        </p:nvSpPr>
        <p:spPr>
          <a:xfrm>
            <a:off x="2196678" y="6094167"/>
            <a:ext cx="1778680" cy="820773"/>
          </a:xfrm>
          <a:prstGeom prst="roundRect">
            <a:avLst/>
          </a:prstGeom>
          <a:solidFill>
            <a:schemeClr val="tx1">
              <a:lumMod val="85000"/>
              <a:lumOff val="15000"/>
              <a:alpha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5" name="四角形: 角を丸くする 44">
            <a:extLst>
              <a:ext uri="{FF2B5EF4-FFF2-40B4-BE49-F238E27FC236}">
                <a16:creationId xmlns:a16="http://schemas.microsoft.com/office/drawing/2014/main" id="{5F7DD35E-CBB5-8411-2FA7-7A9EAAD5912C}"/>
              </a:ext>
            </a:extLst>
          </p:cNvPr>
          <p:cNvSpPr/>
          <p:nvPr/>
        </p:nvSpPr>
        <p:spPr>
          <a:xfrm>
            <a:off x="4744616" y="6086667"/>
            <a:ext cx="1778680" cy="820773"/>
          </a:xfrm>
          <a:prstGeom prst="roundRect">
            <a:avLst/>
          </a:prstGeom>
          <a:solidFill>
            <a:schemeClr val="tx1">
              <a:lumMod val="85000"/>
              <a:lumOff val="15000"/>
              <a:alpha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7" name="四角形: 角を丸くする 46">
            <a:extLst>
              <a:ext uri="{FF2B5EF4-FFF2-40B4-BE49-F238E27FC236}">
                <a16:creationId xmlns:a16="http://schemas.microsoft.com/office/drawing/2014/main" id="{9EA604A0-ACB2-73AB-DDD7-8D4F20CADADC}"/>
              </a:ext>
            </a:extLst>
          </p:cNvPr>
          <p:cNvSpPr/>
          <p:nvPr/>
        </p:nvSpPr>
        <p:spPr>
          <a:xfrm>
            <a:off x="7285867" y="6094166"/>
            <a:ext cx="1778680" cy="820773"/>
          </a:xfrm>
          <a:prstGeom prst="roundRect">
            <a:avLst/>
          </a:prstGeom>
          <a:solidFill>
            <a:schemeClr val="tx1">
              <a:lumMod val="85000"/>
              <a:lumOff val="15000"/>
              <a:alpha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9" name="正方形/長方形 48">
            <a:extLst>
              <a:ext uri="{FF2B5EF4-FFF2-40B4-BE49-F238E27FC236}">
                <a16:creationId xmlns:a16="http://schemas.microsoft.com/office/drawing/2014/main" id="{91E9FBC6-136B-C498-B139-CDEAF5E5A20C}"/>
              </a:ext>
            </a:extLst>
          </p:cNvPr>
          <p:cNvSpPr>
            <a:spLocks/>
          </p:cNvSpPr>
          <p:nvPr/>
        </p:nvSpPr>
        <p:spPr>
          <a:xfrm>
            <a:off x="1590627" y="5150498"/>
            <a:ext cx="9010745" cy="1696876"/>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3" name="グループ化 12">
            <a:extLst>
              <a:ext uri="{FF2B5EF4-FFF2-40B4-BE49-F238E27FC236}">
                <a16:creationId xmlns:a16="http://schemas.microsoft.com/office/drawing/2014/main" id="{ECA70D95-A8B3-79C3-9B79-FA8B7AF133D3}"/>
              </a:ext>
            </a:extLst>
          </p:cNvPr>
          <p:cNvGrpSpPr/>
          <p:nvPr/>
        </p:nvGrpSpPr>
        <p:grpSpPr>
          <a:xfrm>
            <a:off x="3724994" y="6018074"/>
            <a:ext cx="4718814" cy="496239"/>
            <a:chOff x="3724996" y="3704434"/>
            <a:chExt cx="4718814" cy="496239"/>
          </a:xfrm>
        </p:grpSpPr>
        <p:sp>
          <p:nvSpPr>
            <p:cNvPr id="15" name="四角形: 角を丸くする 14">
              <a:extLst>
                <a:ext uri="{FF2B5EF4-FFF2-40B4-BE49-F238E27FC236}">
                  <a16:creationId xmlns:a16="http://schemas.microsoft.com/office/drawing/2014/main" id="{380DE40C-DD26-0318-5191-178D8E4876BF}"/>
                </a:ext>
              </a:extLst>
            </p:cNvPr>
            <p:cNvSpPr/>
            <p:nvPr/>
          </p:nvSpPr>
          <p:spPr>
            <a:xfrm>
              <a:off x="6495533" y="3704434"/>
              <a:ext cx="1948277" cy="496239"/>
            </a:xfrm>
            <a:prstGeom prst="roundRect">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rPr>
                <a:t>強化</a:t>
              </a:r>
            </a:p>
          </p:txBody>
        </p:sp>
        <p:grpSp>
          <p:nvGrpSpPr>
            <p:cNvPr id="16" name="グループ化 15">
              <a:extLst>
                <a:ext uri="{FF2B5EF4-FFF2-40B4-BE49-F238E27FC236}">
                  <a16:creationId xmlns:a16="http://schemas.microsoft.com/office/drawing/2014/main" id="{EF5658EE-CBA0-E1ED-ABD2-C4D4DCA98CFE}"/>
                </a:ext>
              </a:extLst>
            </p:cNvPr>
            <p:cNvGrpSpPr/>
            <p:nvPr/>
          </p:nvGrpSpPr>
          <p:grpSpPr>
            <a:xfrm>
              <a:off x="3724996" y="3738168"/>
              <a:ext cx="2289837" cy="438046"/>
              <a:chOff x="6420908" y="3453482"/>
              <a:chExt cx="2289837" cy="438046"/>
            </a:xfrm>
          </p:grpSpPr>
          <p:grpSp>
            <p:nvGrpSpPr>
              <p:cNvPr id="17" name="グループ化 16">
                <a:extLst>
                  <a:ext uri="{FF2B5EF4-FFF2-40B4-BE49-F238E27FC236}">
                    <a16:creationId xmlns:a16="http://schemas.microsoft.com/office/drawing/2014/main" id="{76415A38-F98C-A199-CBCE-639FDC520ADA}"/>
                  </a:ext>
                </a:extLst>
              </p:cNvPr>
              <p:cNvGrpSpPr/>
              <p:nvPr/>
            </p:nvGrpSpPr>
            <p:grpSpPr>
              <a:xfrm>
                <a:off x="6420908" y="3453482"/>
                <a:ext cx="2289837" cy="438046"/>
                <a:chOff x="4873938" y="3796691"/>
                <a:chExt cx="2289837" cy="438046"/>
              </a:xfrm>
            </p:grpSpPr>
            <p:sp>
              <p:nvSpPr>
                <p:cNvPr id="26" name="四角形: 角を丸くする 25">
                  <a:extLst>
                    <a:ext uri="{FF2B5EF4-FFF2-40B4-BE49-F238E27FC236}">
                      <a16:creationId xmlns:a16="http://schemas.microsoft.com/office/drawing/2014/main" id="{F7FDAD0B-9D9F-FD2E-91B9-6B764AC43154}"/>
                    </a:ext>
                  </a:extLst>
                </p:cNvPr>
                <p:cNvSpPr/>
                <p:nvPr/>
              </p:nvSpPr>
              <p:spPr>
                <a:xfrm>
                  <a:off x="4873938" y="3796691"/>
                  <a:ext cx="2289837" cy="438046"/>
                </a:xfrm>
                <a:prstGeom prst="round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7" name="テキスト ボックス 26">
                  <a:extLst>
                    <a:ext uri="{FF2B5EF4-FFF2-40B4-BE49-F238E27FC236}">
                      <a16:creationId xmlns:a16="http://schemas.microsoft.com/office/drawing/2014/main" id="{6C2D64B7-688A-F9CC-7AE2-3F66ADEE00F3}"/>
                    </a:ext>
                  </a:extLst>
                </p:cNvPr>
                <p:cNvSpPr txBox="1"/>
                <p:nvPr/>
              </p:nvSpPr>
              <p:spPr>
                <a:xfrm>
                  <a:off x="5068663" y="3877215"/>
                  <a:ext cx="1039469"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消費数</a:t>
                  </a:r>
                </a:p>
              </p:txBody>
            </p:sp>
            <p:sp>
              <p:nvSpPr>
                <p:cNvPr id="28" name="テキスト ボックス 27">
                  <a:extLst>
                    <a:ext uri="{FF2B5EF4-FFF2-40B4-BE49-F238E27FC236}">
                      <a16:creationId xmlns:a16="http://schemas.microsoft.com/office/drawing/2014/main" id="{8FB58BB9-F5EB-3586-F667-0627E8545453}"/>
                    </a:ext>
                  </a:extLst>
                </p:cNvPr>
                <p:cNvSpPr txBox="1"/>
                <p:nvPr/>
              </p:nvSpPr>
              <p:spPr>
                <a:xfrm>
                  <a:off x="6001316" y="3846437"/>
                  <a:ext cx="1162459" cy="338554"/>
                </a:xfrm>
                <a:prstGeom prst="rect">
                  <a:avLst/>
                </a:prstGeom>
                <a:noFill/>
              </p:spPr>
              <p:txBody>
                <a:bodyPr wrap="square" rtlCol="0">
                  <a:spAutoFit/>
                </a:bodyPr>
                <a:lstStyle/>
                <a:p>
                  <a:pPr algn="ctr"/>
                  <a:r>
                    <a:rPr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000000000</a:t>
                  </a:r>
                  <a:endPar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8" name="グループ化 17">
                <a:extLst>
                  <a:ext uri="{FF2B5EF4-FFF2-40B4-BE49-F238E27FC236}">
                    <a16:creationId xmlns:a16="http://schemas.microsoft.com/office/drawing/2014/main" id="{C7C9399E-77D4-AF9D-DC8A-01CBDAC02438}"/>
                  </a:ext>
                </a:extLst>
              </p:cNvPr>
              <p:cNvGrpSpPr/>
              <p:nvPr/>
            </p:nvGrpSpPr>
            <p:grpSpPr>
              <a:xfrm>
                <a:off x="6543645" y="3540774"/>
                <a:ext cx="211026" cy="279530"/>
                <a:chOff x="8604191" y="699940"/>
                <a:chExt cx="211026" cy="279530"/>
              </a:xfrm>
            </p:grpSpPr>
            <p:grpSp>
              <p:nvGrpSpPr>
                <p:cNvPr id="19" name="グループ化 18">
                  <a:extLst>
                    <a:ext uri="{FF2B5EF4-FFF2-40B4-BE49-F238E27FC236}">
                      <a16:creationId xmlns:a16="http://schemas.microsoft.com/office/drawing/2014/main" id="{48E5F820-8E8F-171A-960F-A2F27568C61E}"/>
                    </a:ext>
                  </a:extLst>
                </p:cNvPr>
                <p:cNvGrpSpPr/>
                <p:nvPr/>
              </p:nvGrpSpPr>
              <p:grpSpPr>
                <a:xfrm>
                  <a:off x="8604191" y="699940"/>
                  <a:ext cx="211026" cy="279530"/>
                  <a:chOff x="8604191" y="672399"/>
                  <a:chExt cx="211026" cy="279530"/>
                </a:xfrm>
              </p:grpSpPr>
              <p:cxnSp>
                <p:nvCxnSpPr>
                  <p:cNvPr id="22" name="コネクタ: カギ線 21">
                    <a:extLst>
                      <a:ext uri="{FF2B5EF4-FFF2-40B4-BE49-F238E27FC236}">
                        <a16:creationId xmlns:a16="http://schemas.microsoft.com/office/drawing/2014/main" id="{17249796-87DD-49CF-4E4F-C63D1646D5E5}"/>
                      </a:ext>
                    </a:extLst>
                  </p:cNvPr>
                  <p:cNvCxnSpPr>
                    <a:cxnSpLocks/>
                  </p:cNvCxnSpPr>
                  <p:nvPr/>
                </p:nvCxnSpPr>
                <p:spPr>
                  <a:xfrm rot="16200000" flipH="1">
                    <a:off x="8604191" y="740903"/>
                    <a:ext cx="211026" cy="211026"/>
                  </a:xfrm>
                  <a:prstGeom prst="bentConnector3">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23" name="直線コネクタ 22">
                    <a:extLst>
                      <a:ext uri="{FF2B5EF4-FFF2-40B4-BE49-F238E27FC236}">
                        <a16:creationId xmlns:a16="http://schemas.microsoft.com/office/drawing/2014/main" id="{2AD2B048-B9EB-E6E9-E35C-97D88A2D66DD}"/>
                      </a:ext>
                    </a:extLst>
                  </p:cNvPr>
                  <p:cNvCxnSpPr>
                    <a:cxnSpLocks/>
                  </p:cNvCxnSpPr>
                  <p:nvPr/>
                </p:nvCxnSpPr>
                <p:spPr>
                  <a:xfrm>
                    <a:off x="8706065" y="725136"/>
                    <a:ext cx="0" cy="22387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24" name="直線コネクタ 23">
                    <a:extLst>
                      <a:ext uri="{FF2B5EF4-FFF2-40B4-BE49-F238E27FC236}">
                        <a16:creationId xmlns:a16="http://schemas.microsoft.com/office/drawing/2014/main" id="{CA3C1615-E327-8EAC-0051-74DF556A9BD3}"/>
                      </a:ext>
                    </a:extLst>
                  </p:cNvPr>
                  <p:cNvCxnSpPr>
                    <a:cxnSpLocks/>
                  </p:cNvCxnSpPr>
                  <p:nvPr/>
                </p:nvCxnSpPr>
                <p:spPr>
                  <a:xfrm>
                    <a:off x="8653289" y="672403"/>
                    <a:ext cx="43248" cy="59906"/>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25" name="直線コネクタ 24">
                    <a:extLst>
                      <a:ext uri="{FF2B5EF4-FFF2-40B4-BE49-F238E27FC236}">
                        <a16:creationId xmlns:a16="http://schemas.microsoft.com/office/drawing/2014/main" id="{3FF7CD0B-5387-0F54-3AA3-04B797CAE4D9}"/>
                      </a:ext>
                    </a:extLst>
                  </p:cNvPr>
                  <p:cNvCxnSpPr>
                    <a:cxnSpLocks/>
                  </p:cNvCxnSpPr>
                  <p:nvPr/>
                </p:nvCxnSpPr>
                <p:spPr>
                  <a:xfrm flipH="1">
                    <a:off x="8712819" y="672399"/>
                    <a:ext cx="43248" cy="59906"/>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grpSp>
            <p:cxnSp>
              <p:nvCxnSpPr>
                <p:cNvPr id="20" name="直線コネクタ 19">
                  <a:extLst>
                    <a:ext uri="{FF2B5EF4-FFF2-40B4-BE49-F238E27FC236}">
                      <a16:creationId xmlns:a16="http://schemas.microsoft.com/office/drawing/2014/main" id="{8B55792A-635B-C5A3-EBC3-B6CAA7280F5A}"/>
                    </a:ext>
                  </a:extLst>
                </p:cNvPr>
                <p:cNvCxnSpPr>
                  <a:cxnSpLocks/>
                </p:cNvCxnSpPr>
                <p:nvPr/>
              </p:nvCxnSpPr>
              <p:spPr>
                <a:xfrm flipH="1">
                  <a:off x="8645440" y="819427"/>
                  <a:ext cx="134580" cy="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21" name="直線コネクタ 20">
                  <a:extLst>
                    <a:ext uri="{FF2B5EF4-FFF2-40B4-BE49-F238E27FC236}">
                      <a16:creationId xmlns:a16="http://schemas.microsoft.com/office/drawing/2014/main" id="{38AAAE89-9B0A-35E4-04F3-DA6DA81EDE57}"/>
                    </a:ext>
                  </a:extLst>
                </p:cNvPr>
                <p:cNvCxnSpPr>
                  <a:cxnSpLocks/>
                </p:cNvCxnSpPr>
                <p:nvPr/>
              </p:nvCxnSpPr>
              <p:spPr>
                <a:xfrm flipH="1">
                  <a:off x="8645440" y="925877"/>
                  <a:ext cx="134580" cy="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grpSp>
        </p:grpSp>
      </p:grpSp>
      <p:grpSp>
        <p:nvGrpSpPr>
          <p:cNvPr id="56" name="グループ化 55">
            <a:extLst>
              <a:ext uri="{FF2B5EF4-FFF2-40B4-BE49-F238E27FC236}">
                <a16:creationId xmlns:a16="http://schemas.microsoft.com/office/drawing/2014/main" id="{7B0FA08C-7C16-BD46-8AE3-6D6C1B152BD1}"/>
              </a:ext>
            </a:extLst>
          </p:cNvPr>
          <p:cNvGrpSpPr/>
          <p:nvPr/>
        </p:nvGrpSpPr>
        <p:grpSpPr>
          <a:xfrm>
            <a:off x="2757161" y="5446919"/>
            <a:ext cx="3061102" cy="369332"/>
            <a:chOff x="2757161" y="5446919"/>
            <a:chExt cx="3061102" cy="369332"/>
          </a:xfrm>
        </p:grpSpPr>
        <p:sp>
          <p:nvSpPr>
            <p:cNvPr id="51" name="テキスト ボックス 50">
              <a:extLst>
                <a:ext uri="{FF2B5EF4-FFF2-40B4-BE49-F238E27FC236}">
                  <a16:creationId xmlns:a16="http://schemas.microsoft.com/office/drawing/2014/main" id="{E0D0FB82-0B15-3A70-13DC-B25D122BB51B}"/>
                </a:ext>
              </a:extLst>
            </p:cNvPr>
            <p:cNvSpPr txBox="1"/>
            <p:nvPr/>
          </p:nvSpPr>
          <p:spPr>
            <a:xfrm>
              <a:off x="2757161" y="5446919"/>
              <a:ext cx="3061102" cy="369332"/>
            </a:xfrm>
            <a:prstGeom prst="rect">
              <a:avLst/>
            </a:prstGeom>
            <a:noFill/>
          </p:spPr>
          <p:txBody>
            <a:bodyPr wrap="square">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rPr>
                <a:t>基礎　　報酬　</a:t>
              </a:r>
              <a:r>
                <a:rPr lang="en-US" altLang="ja-JP">
                  <a:solidFill>
                    <a:schemeClr val="bg1">
                      <a:lumMod val="95000"/>
                    </a:schemeClr>
                  </a:solidFill>
                  <a:latin typeface="原稿用標準書体" panose="03000503000000000000" pitchFamily="66" charset="-128"/>
                  <a:ea typeface="原稿用標準書体" panose="03000503000000000000" pitchFamily="66" charset="-128"/>
                </a:rPr>
                <a:t>0000000</a:t>
              </a:r>
              <a:endParaRPr kumimoji="1" lang="ja-JP" altLang="en-US" sz="1800">
                <a:solidFill>
                  <a:schemeClr val="bg1">
                    <a:lumMod val="95000"/>
                  </a:schemeClr>
                </a:solidFill>
                <a:latin typeface="原稿用標準書体" panose="03000503000000000000" pitchFamily="66" charset="-128"/>
                <a:ea typeface="原稿用標準書体" panose="03000503000000000000" pitchFamily="66" charset="-128"/>
              </a:endParaRPr>
            </a:p>
          </p:txBody>
        </p:sp>
        <p:pic>
          <p:nvPicPr>
            <p:cNvPr id="53" name="図 52">
              <a:extLst>
                <a:ext uri="{FF2B5EF4-FFF2-40B4-BE49-F238E27FC236}">
                  <a16:creationId xmlns:a16="http://schemas.microsoft.com/office/drawing/2014/main" id="{C09A46C8-D47D-A8D1-0C98-9D5B20AAEC24}"/>
                </a:ext>
              </a:extLst>
            </p:cNvPr>
            <p:cNvPicPr>
              <a:picLocks noChangeAspect="1"/>
            </p:cNvPicPr>
            <p:nvPr/>
          </p:nvPicPr>
          <p:blipFill>
            <a:blip r:embed="rId6">
              <a:biLevel thresh="25000"/>
              <a:extLst>
                <a:ext uri="{28A0092B-C50C-407E-A947-70E740481C1C}">
                  <a14:useLocalDpi xmlns:a14="http://schemas.microsoft.com/office/drawing/2010/main" val="0"/>
                </a:ext>
              </a:extLst>
            </a:blip>
            <a:stretch>
              <a:fillRect/>
            </a:stretch>
          </p:blipFill>
          <p:spPr>
            <a:xfrm>
              <a:off x="3667112" y="5481955"/>
              <a:ext cx="238300" cy="299261"/>
            </a:xfrm>
            <a:prstGeom prst="rect">
              <a:avLst/>
            </a:prstGeom>
          </p:spPr>
        </p:pic>
      </p:grpSp>
      <p:sp>
        <p:nvSpPr>
          <p:cNvPr id="55" name="二等辺三角形 54">
            <a:extLst>
              <a:ext uri="{FF2B5EF4-FFF2-40B4-BE49-F238E27FC236}">
                <a16:creationId xmlns:a16="http://schemas.microsoft.com/office/drawing/2014/main" id="{F4CFC6A5-C4CF-3B8A-E72B-38EB63CDC0B2}"/>
              </a:ext>
            </a:extLst>
          </p:cNvPr>
          <p:cNvSpPr/>
          <p:nvPr/>
        </p:nvSpPr>
        <p:spPr>
          <a:xfrm rot="5400000">
            <a:off x="5881104" y="5440234"/>
            <a:ext cx="431983" cy="372399"/>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57" name="グループ化 56">
            <a:extLst>
              <a:ext uri="{FF2B5EF4-FFF2-40B4-BE49-F238E27FC236}">
                <a16:creationId xmlns:a16="http://schemas.microsoft.com/office/drawing/2014/main" id="{DDD0CF73-A38A-69C7-EB83-EF24FB13B409}"/>
              </a:ext>
            </a:extLst>
          </p:cNvPr>
          <p:cNvGrpSpPr/>
          <p:nvPr/>
        </p:nvGrpSpPr>
        <p:grpSpPr>
          <a:xfrm>
            <a:off x="6229706" y="5451247"/>
            <a:ext cx="3061102" cy="369332"/>
            <a:chOff x="2757161" y="5446919"/>
            <a:chExt cx="3061102" cy="369332"/>
          </a:xfrm>
        </p:grpSpPr>
        <p:sp>
          <p:nvSpPr>
            <p:cNvPr id="58" name="テキスト ボックス 57">
              <a:extLst>
                <a:ext uri="{FF2B5EF4-FFF2-40B4-BE49-F238E27FC236}">
                  <a16:creationId xmlns:a16="http://schemas.microsoft.com/office/drawing/2014/main" id="{DCBBE197-C2CD-B2CE-F60A-0E10D1ED26F1}"/>
                </a:ext>
              </a:extLst>
            </p:cNvPr>
            <p:cNvSpPr txBox="1"/>
            <p:nvPr/>
          </p:nvSpPr>
          <p:spPr>
            <a:xfrm>
              <a:off x="2757161" y="5446919"/>
              <a:ext cx="3061102" cy="369332"/>
            </a:xfrm>
            <a:prstGeom prst="rect">
              <a:avLst/>
            </a:prstGeom>
            <a:noFill/>
          </p:spPr>
          <p:txBody>
            <a:bodyPr wrap="square">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rPr>
                <a:t>基礎　　報酬　</a:t>
              </a:r>
              <a:r>
                <a:rPr lang="en-US" altLang="ja-JP">
                  <a:solidFill>
                    <a:srgbClr val="FF00FF"/>
                  </a:solidFill>
                  <a:latin typeface="原稿用標準書体" panose="03000503000000000000" pitchFamily="66" charset="-128"/>
                  <a:ea typeface="原稿用標準書体" panose="03000503000000000000" pitchFamily="66" charset="-128"/>
                </a:rPr>
                <a:t>0000000</a:t>
              </a:r>
              <a:endParaRPr kumimoji="1" lang="ja-JP" altLang="en-US" sz="1800">
                <a:solidFill>
                  <a:srgbClr val="FF00FF"/>
                </a:solidFill>
                <a:latin typeface="原稿用標準書体" panose="03000503000000000000" pitchFamily="66" charset="-128"/>
                <a:ea typeface="原稿用標準書体" panose="03000503000000000000" pitchFamily="66" charset="-128"/>
              </a:endParaRPr>
            </a:p>
          </p:txBody>
        </p:sp>
        <p:pic>
          <p:nvPicPr>
            <p:cNvPr id="59" name="図 58">
              <a:extLst>
                <a:ext uri="{FF2B5EF4-FFF2-40B4-BE49-F238E27FC236}">
                  <a16:creationId xmlns:a16="http://schemas.microsoft.com/office/drawing/2014/main" id="{DABF0CAA-ABB6-DD97-1BFB-B35A74D14BE4}"/>
                </a:ext>
              </a:extLst>
            </p:cNvPr>
            <p:cNvPicPr>
              <a:picLocks noChangeAspect="1"/>
            </p:cNvPicPr>
            <p:nvPr/>
          </p:nvPicPr>
          <p:blipFill>
            <a:blip r:embed="rId6">
              <a:biLevel thresh="25000"/>
              <a:extLst>
                <a:ext uri="{28A0092B-C50C-407E-A947-70E740481C1C}">
                  <a14:useLocalDpi xmlns:a14="http://schemas.microsoft.com/office/drawing/2010/main" val="0"/>
                </a:ext>
              </a:extLst>
            </a:blip>
            <a:stretch>
              <a:fillRect/>
            </a:stretch>
          </p:blipFill>
          <p:spPr>
            <a:xfrm>
              <a:off x="3667112" y="5481955"/>
              <a:ext cx="238300" cy="299261"/>
            </a:xfrm>
            <a:prstGeom prst="rect">
              <a:avLst/>
            </a:prstGeom>
          </p:spPr>
        </p:pic>
      </p:grpSp>
    </p:spTree>
    <p:extLst>
      <p:ext uri="{BB962C8B-B14F-4D97-AF65-F5344CB8AC3E}">
        <p14:creationId xmlns:p14="http://schemas.microsoft.com/office/powerpoint/2010/main" val="2731805949"/>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bg>
      <p:bgPr>
        <a:blipFill dpi="0" rotWithShape="1">
          <a:blip r:embed="rId2">
            <a:extLst>
              <a:ext uri="{BEBA8EAE-BF5A-486C-A8C5-ECC9F3942E4B}">
                <a14:imgProps xmlns:a14="http://schemas.microsoft.com/office/drawing/2010/main">
                  <a14:imgLayer r:embed="rId3">
                    <a14:imgEffect>
                      <a14:sharpenSoften amount="-35000"/>
                    </a14:imgEffect>
                    <a14:imgEffect>
                      <a14:saturation sat="85000"/>
                    </a14:imgEffect>
                    <a14:imgEffect>
                      <a14:brightnessContrast bright="-20000" contrast="-15000"/>
                    </a14:imgEffect>
                  </a14:imgLayer>
                </a14:imgProps>
              </a:ext>
            </a:extLst>
          </a:blip>
          <a:srcRect/>
          <a:stretch>
            <a:fillRect/>
          </a:stretch>
        </a:blipFill>
        <a:effectLst/>
      </p:bgPr>
    </p:bg>
    <p:spTree>
      <p:nvGrpSpPr>
        <p:cNvPr id="1" name="">
          <a:extLst>
            <a:ext uri="{FF2B5EF4-FFF2-40B4-BE49-F238E27FC236}">
              <a16:creationId xmlns:a16="http://schemas.microsoft.com/office/drawing/2014/main" id="{F85B80E2-AD64-43D1-D0A2-C4BC41E99A9F}"/>
            </a:ext>
          </a:extLst>
        </p:cNvPr>
        <p:cNvGrpSpPr/>
        <p:nvPr/>
      </p:nvGrpSpPr>
      <p:grpSpPr>
        <a:xfrm>
          <a:off x="0" y="0"/>
          <a:ext cx="0" cy="0"/>
          <a:chOff x="0" y="0"/>
          <a:chExt cx="0" cy="0"/>
        </a:xfrm>
      </p:grpSpPr>
      <p:grpSp>
        <p:nvGrpSpPr>
          <p:cNvPr id="2" name="グループ化 1">
            <a:extLst>
              <a:ext uri="{FF2B5EF4-FFF2-40B4-BE49-F238E27FC236}">
                <a16:creationId xmlns:a16="http://schemas.microsoft.com/office/drawing/2014/main" id="{B33A8E05-FFC2-24BE-3A27-86F0A73E62FC}"/>
              </a:ext>
            </a:extLst>
          </p:cNvPr>
          <p:cNvGrpSpPr/>
          <p:nvPr/>
        </p:nvGrpSpPr>
        <p:grpSpPr>
          <a:xfrm>
            <a:off x="163586" y="134635"/>
            <a:ext cx="3123445" cy="1396119"/>
            <a:chOff x="163586" y="134635"/>
            <a:chExt cx="3123445" cy="1396119"/>
          </a:xfrm>
        </p:grpSpPr>
        <p:sp>
          <p:nvSpPr>
            <p:cNvPr id="3" name="四角形: 角を丸くする 2">
              <a:extLst>
                <a:ext uri="{FF2B5EF4-FFF2-40B4-BE49-F238E27FC236}">
                  <a16:creationId xmlns:a16="http://schemas.microsoft.com/office/drawing/2014/main" id="{D0119A08-B839-53EC-487A-5F259F73ECCD}"/>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4" name="テキスト ボックス 3">
              <a:extLst>
                <a:ext uri="{FF2B5EF4-FFF2-40B4-BE49-F238E27FC236}">
                  <a16:creationId xmlns:a16="http://schemas.microsoft.com/office/drawing/2014/main" id="{E09D629A-AE46-44E0-AE98-7B58D7BCFE96}"/>
                </a:ext>
              </a:extLst>
            </p:cNvPr>
            <p:cNvSpPr txBox="1"/>
            <p:nvPr/>
          </p:nvSpPr>
          <p:spPr>
            <a:xfrm>
              <a:off x="1752835" y="641390"/>
              <a:ext cx="121058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娼館強化</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5" name="グループ化 4">
              <a:extLst>
                <a:ext uri="{FF2B5EF4-FFF2-40B4-BE49-F238E27FC236}">
                  <a16:creationId xmlns:a16="http://schemas.microsoft.com/office/drawing/2014/main" id="{1B4FBE6C-0D3F-1032-8F6D-A10AACA46BAB}"/>
                </a:ext>
              </a:extLst>
            </p:cNvPr>
            <p:cNvGrpSpPr/>
            <p:nvPr/>
          </p:nvGrpSpPr>
          <p:grpSpPr>
            <a:xfrm>
              <a:off x="163586" y="134635"/>
              <a:ext cx="1975684" cy="1396119"/>
              <a:chOff x="163586" y="134635"/>
              <a:chExt cx="1975684" cy="1396119"/>
            </a:xfrm>
          </p:grpSpPr>
          <p:grpSp>
            <p:nvGrpSpPr>
              <p:cNvPr id="6" name="グループ化 5">
                <a:extLst>
                  <a:ext uri="{FF2B5EF4-FFF2-40B4-BE49-F238E27FC236}">
                    <a16:creationId xmlns:a16="http://schemas.microsoft.com/office/drawing/2014/main" id="{C255EF33-D7C3-DC7E-6B2A-8B0507F7E2EC}"/>
                  </a:ext>
                </a:extLst>
              </p:cNvPr>
              <p:cNvGrpSpPr/>
              <p:nvPr/>
            </p:nvGrpSpPr>
            <p:grpSpPr>
              <a:xfrm>
                <a:off x="163586" y="134635"/>
                <a:ext cx="1975684" cy="1396119"/>
                <a:chOff x="163586" y="134635"/>
                <a:chExt cx="1975684" cy="1396119"/>
              </a:xfrm>
            </p:grpSpPr>
            <p:pic>
              <p:nvPicPr>
                <p:cNvPr id="8" name="図 7">
                  <a:extLst>
                    <a:ext uri="{FF2B5EF4-FFF2-40B4-BE49-F238E27FC236}">
                      <a16:creationId xmlns:a16="http://schemas.microsoft.com/office/drawing/2014/main" id="{BE6266F1-5110-54A0-EA6C-FD5BDE620475}"/>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9" name="楕円 8">
                  <a:extLst>
                    <a:ext uri="{FF2B5EF4-FFF2-40B4-BE49-F238E27FC236}">
                      <a16:creationId xmlns:a16="http://schemas.microsoft.com/office/drawing/2014/main" id="{A386B52B-AF67-9319-B921-C416A528C2E5}"/>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7" name="図 6">
                <a:extLst>
                  <a:ext uri="{FF2B5EF4-FFF2-40B4-BE49-F238E27FC236}">
                    <a16:creationId xmlns:a16="http://schemas.microsoft.com/office/drawing/2014/main" id="{F849AC9D-A5D7-8B11-C696-14643C6EE22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grpSp>
        <p:nvGrpSpPr>
          <p:cNvPr id="10" name="グループ化 9">
            <a:extLst>
              <a:ext uri="{FF2B5EF4-FFF2-40B4-BE49-F238E27FC236}">
                <a16:creationId xmlns:a16="http://schemas.microsoft.com/office/drawing/2014/main" id="{0D644D65-D62D-B85C-6FC8-C7079C4C4F61}"/>
              </a:ext>
            </a:extLst>
          </p:cNvPr>
          <p:cNvGrpSpPr>
            <a:grpSpLocks/>
          </p:cNvGrpSpPr>
          <p:nvPr/>
        </p:nvGrpSpPr>
        <p:grpSpPr>
          <a:xfrm>
            <a:off x="1590628" y="1230407"/>
            <a:ext cx="9010745" cy="5627593"/>
            <a:chOff x="1590628" y="1230407"/>
            <a:chExt cx="9010745" cy="5627593"/>
          </a:xfrm>
        </p:grpSpPr>
        <p:sp>
          <p:nvSpPr>
            <p:cNvPr id="11" name="正方形/長方形 10">
              <a:extLst>
                <a:ext uri="{FF2B5EF4-FFF2-40B4-BE49-F238E27FC236}">
                  <a16:creationId xmlns:a16="http://schemas.microsoft.com/office/drawing/2014/main" id="{F51B8D2C-3EE1-17ED-BA4B-34ED0FE8C74B}"/>
                </a:ext>
              </a:extLst>
            </p:cNvPr>
            <p:cNvSpPr>
              <a:spLocks/>
            </p:cNvSpPr>
            <p:nvPr/>
          </p:nvSpPr>
          <p:spPr>
            <a:xfrm>
              <a:off x="1590628" y="1541380"/>
              <a:ext cx="9010745" cy="5316620"/>
            </a:xfrm>
            <a:prstGeom prst="rect">
              <a:avLst/>
            </a:prstGeom>
            <a:solidFill>
              <a:srgbClr val="6600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フローチャート: 手作業 11">
              <a:extLst>
                <a:ext uri="{FF2B5EF4-FFF2-40B4-BE49-F238E27FC236}">
                  <a16:creationId xmlns:a16="http://schemas.microsoft.com/office/drawing/2014/main" id="{6EDDD944-CB0B-B087-F45F-67572392F091}"/>
                </a:ext>
              </a:extLst>
            </p:cNvPr>
            <p:cNvSpPr>
              <a:spLocks/>
            </p:cNvSpPr>
            <p:nvPr/>
          </p:nvSpPr>
          <p:spPr>
            <a:xfrm flipV="1">
              <a:off x="1590628" y="1230407"/>
              <a:ext cx="9010745" cy="328009"/>
            </a:xfrm>
            <a:prstGeom prst="flowChartManualOperation">
              <a:avLst/>
            </a:prstGeom>
            <a:solidFill>
              <a:srgbClr val="6600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67" name="四角形: 角を丸くする 66">
            <a:extLst>
              <a:ext uri="{FF2B5EF4-FFF2-40B4-BE49-F238E27FC236}">
                <a16:creationId xmlns:a16="http://schemas.microsoft.com/office/drawing/2014/main" id="{C7830676-FD47-2925-1DB5-170DB9D3ADCA}"/>
              </a:ext>
            </a:extLst>
          </p:cNvPr>
          <p:cNvSpPr/>
          <p:nvPr/>
        </p:nvSpPr>
        <p:spPr>
          <a:xfrm>
            <a:off x="4742724" y="4619848"/>
            <a:ext cx="1778680" cy="820773"/>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82" name="グループ化 81">
            <a:extLst>
              <a:ext uri="{FF2B5EF4-FFF2-40B4-BE49-F238E27FC236}">
                <a16:creationId xmlns:a16="http://schemas.microsoft.com/office/drawing/2014/main" id="{9B13A6B3-C3B9-D04E-5D58-0E3F02ECD389}"/>
              </a:ext>
            </a:extLst>
          </p:cNvPr>
          <p:cNvGrpSpPr/>
          <p:nvPr/>
        </p:nvGrpSpPr>
        <p:grpSpPr>
          <a:xfrm>
            <a:off x="9679617" y="1869388"/>
            <a:ext cx="236362" cy="3447231"/>
            <a:chOff x="11044871" y="4022147"/>
            <a:chExt cx="236362" cy="2031812"/>
          </a:xfrm>
        </p:grpSpPr>
        <p:sp>
          <p:nvSpPr>
            <p:cNvPr id="84" name="四角形: 角を丸くする 83">
              <a:extLst>
                <a:ext uri="{FF2B5EF4-FFF2-40B4-BE49-F238E27FC236}">
                  <a16:creationId xmlns:a16="http://schemas.microsoft.com/office/drawing/2014/main" id="{F39B37B1-5A5D-0DF7-B62F-7E2443C4BDD1}"/>
                </a:ext>
              </a:extLst>
            </p:cNvPr>
            <p:cNvSpPr/>
            <p:nvPr/>
          </p:nvSpPr>
          <p:spPr>
            <a:xfrm>
              <a:off x="11044871" y="4022147"/>
              <a:ext cx="236362" cy="2031812"/>
            </a:xfrm>
            <a:prstGeom prst="roundRect">
              <a:avLst/>
            </a:prstGeom>
            <a:no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5" name="四角形: 角を丸くする 84">
              <a:extLst>
                <a:ext uri="{FF2B5EF4-FFF2-40B4-BE49-F238E27FC236}">
                  <a16:creationId xmlns:a16="http://schemas.microsoft.com/office/drawing/2014/main" id="{C6DBBE55-8772-9814-94E4-DAED91855606}"/>
                </a:ext>
              </a:extLst>
            </p:cNvPr>
            <p:cNvSpPr/>
            <p:nvPr/>
          </p:nvSpPr>
          <p:spPr>
            <a:xfrm>
              <a:off x="11066205" y="4094529"/>
              <a:ext cx="193695" cy="571313"/>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87" name="四角形: 角を丸くする 86">
            <a:extLst>
              <a:ext uri="{FF2B5EF4-FFF2-40B4-BE49-F238E27FC236}">
                <a16:creationId xmlns:a16="http://schemas.microsoft.com/office/drawing/2014/main" id="{B826C5DC-310D-D194-1F21-F0537341143A}"/>
              </a:ext>
            </a:extLst>
          </p:cNvPr>
          <p:cNvSpPr/>
          <p:nvPr/>
        </p:nvSpPr>
        <p:spPr>
          <a:xfrm>
            <a:off x="2204587" y="3159628"/>
            <a:ext cx="1778680" cy="820773"/>
          </a:xfrm>
          <a:prstGeom prst="roundRect">
            <a:avLst/>
          </a:prstGeom>
          <a:solidFill>
            <a:schemeClr val="bg1">
              <a:lumMod val="75000"/>
            </a:schemeClr>
          </a:solidFill>
          <a:ln w="38100">
            <a:solidFill>
              <a:srgbClr val="FF00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8" name="四角形: 角を丸くする 87">
            <a:extLst>
              <a:ext uri="{FF2B5EF4-FFF2-40B4-BE49-F238E27FC236}">
                <a16:creationId xmlns:a16="http://schemas.microsoft.com/office/drawing/2014/main" id="{148DE3E0-522E-0A71-F3BA-E074D949456F}"/>
              </a:ext>
            </a:extLst>
          </p:cNvPr>
          <p:cNvSpPr/>
          <p:nvPr/>
        </p:nvSpPr>
        <p:spPr>
          <a:xfrm>
            <a:off x="4742724" y="3159627"/>
            <a:ext cx="1778680" cy="820773"/>
          </a:xfrm>
          <a:prstGeom prst="roundRect">
            <a:avLst/>
          </a:prstGeom>
          <a:solidFill>
            <a:srgbClr val="FFA4F3"/>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9" name="四角形: 角を丸くする 88">
            <a:extLst>
              <a:ext uri="{FF2B5EF4-FFF2-40B4-BE49-F238E27FC236}">
                <a16:creationId xmlns:a16="http://schemas.microsoft.com/office/drawing/2014/main" id="{29AF0938-A975-0CAA-B03A-94F93E49F389}"/>
              </a:ext>
            </a:extLst>
          </p:cNvPr>
          <p:cNvSpPr/>
          <p:nvPr/>
        </p:nvSpPr>
        <p:spPr>
          <a:xfrm>
            <a:off x="7280860" y="3159627"/>
            <a:ext cx="1778680" cy="820773"/>
          </a:xfrm>
          <a:prstGeom prst="roundRect">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1" name="四角形: 角を丸くする 90">
            <a:extLst>
              <a:ext uri="{FF2B5EF4-FFF2-40B4-BE49-F238E27FC236}">
                <a16:creationId xmlns:a16="http://schemas.microsoft.com/office/drawing/2014/main" id="{9792D17A-4E83-4F15-921F-ED1E78C5743F}"/>
              </a:ext>
            </a:extLst>
          </p:cNvPr>
          <p:cNvSpPr/>
          <p:nvPr/>
        </p:nvSpPr>
        <p:spPr>
          <a:xfrm>
            <a:off x="4742724" y="1699407"/>
            <a:ext cx="1778680" cy="820773"/>
          </a:xfrm>
          <a:prstGeom prst="roundRect">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7" name="テキスト ボックス 106">
            <a:extLst>
              <a:ext uri="{FF2B5EF4-FFF2-40B4-BE49-F238E27FC236}">
                <a16:creationId xmlns:a16="http://schemas.microsoft.com/office/drawing/2014/main" id="{86825826-A86C-EA93-2444-BEE93E2BE15B}"/>
              </a:ext>
            </a:extLst>
          </p:cNvPr>
          <p:cNvSpPr txBox="1"/>
          <p:nvPr/>
        </p:nvSpPr>
        <p:spPr>
          <a:xfrm>
            <a:off x="4560936" y="1955905"/>
            <a:ext cx="2148373" cy="307777"/>
          </a:xfrm>
          <a:prstGeom prst="rect">
            <a:avLst/>
          </a:prstGeom>
          <a:noFill/>
        </p:spPr>
        <p:txBody>
          <a:bodyPr wrap="square">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部屋アンロック</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Ⅰ</a:t>
            </a:r>
            <a:endPar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09" name="テキスト ボックス 108">
            <a:extLst>
              <a:ext uri="{FF2B5EF4-FFF2-40B4-BE49-F238E27FC236}">
                <a16:creationId xmlns:a16="http://schemas.microsoft.com/office/drawing/2014/main" id="{A3CAE42E-E47A-5490-583D-C3A6DD68E99A}"/>
              </a:ext>
            </a:extLst>
          </p:cNvPr>
          <p:cNvSpPr txBox="1"/>
          <p:nvPr/>
        </p:nvSpPr>
        <p:spPr>
          <a:xfrm>
            <a:off x="5033201" y="3429000"/>
            <a:ext cx="1197727" cy="307777"/>
          </a:xfrm>
          <a:prstGeom prst="rect">
            <a:avLst/>
          </a:prstGeom>
          <a:noFill/>
        </p:spPr>
        <p:txBody>
          <a:bodyPr wrap="square">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清掃短縮</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Ⅰ</a:t>
            </a:r>
            <a:endPar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11" name="テキスト ボックス 110">
            <a:extLst>
              <a:ext uri="{FF2B5EF4-FFF2-40B4-BE49-F238E27FC236}">
                <a16:creationId xmlns:a16="http://schemas.microsoft.com/office/drawing/2014/main" id="{419E9F71-1976-F582-F37D-45A1F16A0D34}"/>
              </a:ext>
            </a:extLst>
          </p:cNvPr>
          <p:cNvSpPr txBox="1"/>
          <p:nvPr/>
        </p:nvSpPr>
        <p:spPr>
          <a:xfrm>
            <a:off x="7534119" y="3429000"/>
            <a:ext cx="1272162" cy="307777"/>
          </a:xfrm>
          <a:prstGeom prst="rect">
            <a:avLst/>
          </a:prstGeom>
          <a:noFill/>
        </p:spPr>
        <p:txBody>
          <a:bodyPr wrap="square">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　　増量</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Ⅰ</a:t>
            </a:r>
            <a:endPar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cxnSp>
        <p:nvCxnSpPr>
          <p:cNvPr id="113" name="コネクタ: カギ線 112">
            <a:extLst>
              <a:ext uri="{FF2B5EF4-FFF2-40B4-BE49-F238E27FC236}">
                <a16:creationId xmlns:a16="http://schemas.microsoft.com/office/drawing/2014/main" id="{083FDB2C-A8C0-6AE1-210D-2FED1A4FE3D2}"/>
              </a:ext>
            </a:extLst>
          </p:cNvPr>
          <p:cNvCxnSpPr>
            <a:cxnSpLocks/>
            <a:stCxn id="91" idx="2"/>
            <a:endCxn id="87" idx="0"/>
          </p:cNvCxnSpPr>
          <p:nvPr/>
        </p:nvCxnSpPr>
        <p:spPr>
          <a:xfrm rot="5400000">
            <a:off x="4043272" y="1570836"/>
            <a:ext cx="639448" cy="2538137"/>
          </a:xfrm>
          <a:prstGeom prst="bentConnector3">
            <a:avLst>
              <a:gd name="adj1" fmla="val 50000"/>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cxnSp>
        <p:nvCxnSpPr>
          <p:cNvPr id="116" name="コネクタ: カギ線 115">
            <a:extLst>
              <a:ext uri="{FF2B5EF4-FFF2-40B4-BE49-F238E27FC236}">
                <a16:creationId xmlns:a16="http://schemas.microsoft.com/office/drawing/2014/main" id="{E47933BF-7E84-3251-C2D3-325B4283FD98}"/>
              </a:ext>
            </a:extLst>
          </p:cNvPr>
          <p:cNvCxnSpPr>
            <a:cxnSpLocks/>
            <a:stCxn id="91" idx="2"/>
            <a:endCxn id="89" idx="0"/>
          </p:cNvCxnSpPr>
          <p:nvPr/>
        </p:nvCxnSpPr>
        <p:spPr>
          <a:xfrm rot="16200000" flipH="1">
            <a:off x="6581409" y="1570835"/>
            <a:ext cx="639447" cy="2538136"/>
          </a:xfrm>
          <a:prstGeom prst="bentConnector3">
            <a:avLst>
              <a:gd name="adj1" fmla="val 50000"/>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cxnSp>
        <p:nvCxnSpPr>
          <p:cNvPr id="121" name="直線コネクタ 120">
            <a:extLst>
              <a:ext uri="{FF2B5EF4-FFF2-40B4-BE49-F238E27FC236}">
                <a16:creationId xmlns:a16="http://schemas.microsoft.com/office/drawing/2014/main" id="{0CC3A0FB-6EC9-D3D8-590C-09FABC55A42D}"/>
              </a:ext>
            </a:extLst>
          </p:cNvPr>
          <p:cNvCxnSpPr>
            <a:cxnSpLocks/>
            <a:stCxn id="91" idx="2"/>
            <a:endCxn id="88" idx="0"/>
          </p:cNvCxnSpPr>
          <p:nvPr/>
        </p:nvCxnSpPr>
        <p:spPr>
          <a:xfrm>
            <a:off x="5632064" y="2520180"/>
            <a:ext cx="0" cy="639447"/>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cxnSp>
        <p:nvCxnSpPr>
          <p:cNvPr id="124" name="直線コネクタ 123">
            <a:extLst>
              <a:ext uri="{FF2B5EF4-FFF2-40B4-BE49-F238E27FC236}">
                <a16:creationId xmlns:a16="http://schemas.microsoft.com/office/drawing/2014/main" id="{3BC4F37E-AA1D-68AF-434F-C308A07BE402}"/>
              </a:ext>
            </a:extLst>
          </p:cNvPr>
          <p:cNvCxnSpPr>
            <a:cxnSpLocks/>
            <a:stCxn id="88" idx="2"/>
            <a:endCxn id="67" idx="0"/>
          </p:cNvCxnSpPr>
          <p:nvPr/>
        </p:nvCxnSpPr>
        <p:spPr>
          <a:xfrm>
            <a:off x="5632064" y="3980400"/>
            <a:ext cx="0" cy="639448"/>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128" name="テキスト ボックス 127">
            <a:extLst>
              <a:ext uri="{FF2B5EF4-FFF2-40B4-BE49-F238E27FC236}">
                <a16:creationId xmlns:a16="http://schemas.microsoft.com/office/drawing/2014/main" id="{13B5A651-7BA9-0CFB-1368-6C5CA1F36F8A}"/>
              </a:ext>
            </a:extLst>
          </p:cNvPr>
          <p:cNvSpPr txBox="1"/>
          <p:nvPr/>
        </p:nvSpPr>
        <p:spPr>
          <a:xfrm>
            <a:off x="2495063" y="3429000"/>
            <a:ext cx="1197727" cy="307777"/>
          </a:xfrm>
          <a:prstGeom prst="rect">
            <a:avLst/>
          </a:prstGeom>
          <a:noFill/>
        </p:spPr>
        <p:txBody>
          <a:bodyPr wrap="square">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　増量</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Ⅰ</a:t>
            </a:r>
            <a:endPar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pic>
        <p:nvPicPr>
          <p:cNvPr id="130" name="図 129">
            <a:extLst>
              <a:ext uri="{FF2B5EF4-FFF2-40B4-BE49-F238E27FC236}">
                <a16:creationId xmlns:a16="http://schemas.microsoft.com/office/drawing/2014/main" id="{B33054BE-F873-106B-6789-3E80F8129A8B}"/>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2599798" y="3410337"/>
            <a:ext cx="238300" cy="299261"/>
          </a:xfrm>
          <a:prstGeom prst="rect">
            <a:avLst/>
          </a:prstGeom>
        </p:spPr>
      </p:pic>
      <p:pic>
        <p:nvPicPr>
          <p:cNvPr id="132" name="図 131">
            <a:extLst>
              <a:ext uri="{FF2B5EF4-FFF2-40B4-BE49-F238E27FC236}">
                <a16:creationId xmlns:a16="http://schemas.microsoft.com/office/drawing/2014/main" id="{56FEE066-2CD2-268D-02C5-4AA6AAA31389}"/>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7713220" y="3418588"/>
            <a:ext cx="310321" cy="307777"/>
          </a:xfrm>
          <a:prstGeom prst="rect">
            <a:avLst/>
          </a:prstGeom>
        </p:spPr>
      </p:pic>
      <p:cxnSp>
        <p:nvCxnSpPr>
          <p:cNvPr id="133" name="コネクタ: カギ線 132">
            <a:extLst>
              <a:ext uri="{FF2B5EF4-FFF2-40B4-BE49-F238E27FC236}">
                <a16:creationId xmlns:a16="http://schemas.microsoft.com/office/drawing/2014/main" id="{875B69DC-744C-C679-C704-043901F2371E}"/>
              </a:ext>
            </a:extLst>
          </p:cNvPr>
          <p:cNvCxnSpPr>
            <a:cxnSpLocks/>
            <a:stCxn id="87" idx="2"/>
            <a:endCxn id="67" idx="0"/>
          </p:cNvCxnSpPr>
          <p:nvPr/>
        </p:nvCxnSpPr>
        <p:spPr>
          <a:xfrm rot="16200000" flipH="1">
            <a:off x="4043272" y="3031055"/>
            <a:ext cx="639447" cy="2538137"/>
          </a:xfrm>
          <a:prstGeom prst="bentConnector3">
            <a:avLst>
              <a:gd name="adj1" fmla="val 50000"/>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cxnSp>
        <p:nvCxnSpPr>
          <p:cNvPr id="136" name="コネクタ: カギ線 135">
            <a:extLst>
              <a:ext uri="{FF2B5EF4-FFF2-40B4-BE49-F238E27FC236}">
                <a16:creationId xmlns:a16="http://schemas.microsoft.com/office/drawing/2014/main" id="{12D745EB-1428-4A41-5F7E-FD2BFB9EF52F}"/>
              </a:ext>
            </a:extLst>
          </p:cNvPr>
          <p:cNvCxnSpPr>
            <a:cxnSpLocks/>
            <a:stCxn id="89" idx="2"/>
            <a:endCxn id="67" idx="0"/>
          </p:cNvCxnSpPr>
          <p:nvPr/>
        </p:nvCxnSpPr>
        <p:spPr>
          <a:xfrm rot="5400000">
            <a:off x="6581408" y="3031056"/>
            <a:ext cx="639448" cy="2538136"/>
          </a:xfrm>
          <a:prstGeom prst="bentConnector3">
            <a:avLst>
              <a:gd name="adj1" fmla="val 50000"/>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140" name="テキスト ボックス 139">
            <a:extLst>
              <a:ext uri="{FF2B5EF4-FFF2-40B4-BE49-F238E27FC236}">
                <a16:creationId xmlns:a16="http://schemas.microsoft.com/office/drawing/2014/main" id="{5CC322A6-F74D-FBFB-35F7-9DA1D46B4FBC}"/>
              </a:ext>
            </a:extLst>
          </p:cNvPr>
          <p:cNvSpPr txBox="1"/>
          <p:nvPr/>
        </p:nvSpPr>
        <p:spPr>
          <a:xfrm>
            <a:off x="4564043" y="4877485"/>
            <a:ext cx="2148373" cy="307777"/>
          </a:xfrm>
          <a:prstGeom prst="rect">
            <a:avLst/>
          </a:prstGeom>
          <a:noFill/>
        </p:spPr>
        <p:txBody>
          <a:bodyPr wrap="square">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部屋アンロック</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Ⅱ</a:t>
            </a:r>
            <a:endPar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nvGrpSpPr>
          <p:cNvPr id="145" name="グループ化 144">
            <a:extLst>
              <a:ext uri="{FF2B5EF4-FFF2-40B4-BE49-F238E27FC236}">
                <a16:creationId xmlns:a16="http://schemas.microsoft.com/office/drawing/2014/main" id="{F7801647-60DF-6B94-27B1-5B6C7322D1BF}"/>
              </a:ext>
            </a:extLst>
          </p:cNvPr>
          <p:cNvGrpSpPr/>
          <p:nvPr/>
        </p:nvGrpSpPr>
        <p:grpSpPr>
          <a:xfrm>
            <a:off x="5445863" y="4113923"/>
            <a:ext cx="372400" cy="372400"/>
            <a:chOff x="7453941" y="1785130"/>
            <a:chExt cx="1107447" cy="1107447"/>
          </a:xfrm>
        </p:grpSpPr>
        <p:sp>
          <p:nvSpPr>
            <p:cNvPr id="143" name="楕円 142">
              <a:extLst>
                <a:ext uri="{FF2B5EF4-FFF2-40B4-BE49-F238E27FC236}">
                  <a16:creationId xmlns:a16="http://schemas.microsoft.com/office/drawing/2014/main" id="{61451BD4-E0BA-73FB-6FB3-D9A6BADD1835}"/>
                </a:ext>
              </a:extLst>
            </p:cNvPr>
            <p:cNvSpPr/>
            <p:nvPr/>
          </p:nvSpPr>
          <p:spPr>
            <a:xfrm>
              <a:off x="7553309" y="1915040"/>
              <a:ext cx="914400" cy="914400"/>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42" name="図 141">
              <a:extLst>
                <a:ext uri="{FF2B5EF4-FFF2-40B4-BE49-F238E27FC236}">
                  <a16:creationId xmlns:a16="http://schemas.microsoft.com/office/drawing/2014/main" id="{ABF25D03-F76C-8652-218F-968B9002BD05}"/>
                </a:ext>
              </a:extLst>
            </p:cNvPr>
            <p:cNvPicPr>
              <a:picLocks noChangeAspect="1"/>
            </p:cNvPicPr>
            <p:nvPr/>
          </p:nvPicPr>
          <p:blipFill>
            <a:blip r:embed="rId8">
              <a:duotone>
                <a:schemeClr val="accent1">
                  <a:shade val="45000"/>
                  <a:satMod val="135000"/>
                </a:schemeClr>
                <a:prstClr val="white"/>
              </a:duotone>
              <a:extLst>
                <a:ext uri="{28A0092B-C50C-407E-A947-70E740481C1C}">
                  <a14:useLocalDpi xmlns:a14="http://schemas.microsoft.com/office/drawing/2010/main" val="0"/>
                </a:ext>
              </a:extLst>
            </a:blip>
            <a:stretch>
              <a:fillRect/>
            </a:stretch>
          </p:blipFill>
          <p:spPr>
            <a:xfrm>
              <a:off x="7453941" y="1785130"/>
              <a:ext cx="1107447" cy="1107447"/>
            </a:xfrm>
            <a:prstGeom prst="rect">
              <a:avLst/>
            </a:prstGeom>
          </p:spPr>
        </p:pic>
      </p:grpSp>
      <p:sp>
        <p:nvSpPr>
          <p:cNvPr id="147" name="四角形: 角を丸くする 146">
            <a:extLst>
              <a:ext uri="{FF2B5EF4-FFF2-40B4-BE49-F238E27FC236}">
                <a16:creationId xmlns:a16="http://schemas.microsoft.com/office/drawing/2014/main" id="{EF4F3D48-C1E0-90ED-8ACA-9CEABDA0D307}"/>
              </a:ext>
            </a:extLst>
          </p:cNvPr>
          <p:cNvSpPr/>
          <p:nvPr/>
        </p:nvSpPr>
        <p:spPr>
          <a:xfrm>
            <a:off x="4741501" y="4615634"/>
            <a:ext cx="1778680" cy="820773"/>
          </a:xfrm>
          <a:prstGeom prst="roundRect">
            <a:avLst/>
          </a:prstGeom>
          <a:solidFill>
            <a:schemeClr val="tx1">
              <a:lumMod val="85000"/>
              <a:lumOff val="15000"/>
              <a:alpha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48" name="二等辺三角形 147">
            <a:extLst>
              <a:ext uri="{FF2B5EF4-FFF2-40B4-BE49-F238E27FC236}">
                <a16:creationId xmlns:a16="http://schemas.microsoft.com/office/drawing/2014/main" id="{289A6427-8C84-B09D-400B-DEF7DDA3425F}"/>
              </a:ext>
            </a:extLst>
          </p:cNvPr>
          <p:cNvSpPr/>
          <p:nvPr/>
        </p:nvSpPr>
        <p:spPr>
          <a:xfrm rot="5400000">
            <a:off x="1994492" y="3383813"/>
            <a:ext cx="431983" cy="372399"/>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41" name="グループ化 40">
            <a:extLst>
              <a:ext uri="{FF2B5EF4-FFF2-40B4-BE49-F238E27FC236}">
                <a16:creationId xmlns:a16="http://schemas.microsoft.com/office/drawing/2014/main" id="{D783AF41-EF3F-733F-B468-A8B4FBCAB76B}"/>
              </a:ext>
            </a:extLst>
          </p:cNvPr>
          <p:cNvGrpSpPr/>
          <p:nvPr/>
        </p:nvGrpSpPr>
        <p:grpSpPr>
          <a:xfrm>
            <a:off x="2203365" y="5441964"/>
            <a:ext cx="6854953" cy="1460222"/>
            <a:chOff x="2356987" y="2672579"/>
            <a:chExt cx="6854953" cy="1460222"/>
          </a:xfrm>
        </p:grpSpPr>
        <p:sp>
          <p:nvSpPr>
            <p:cNvPr id="29" name="四角形: 角を丸くする 28">
              <a:extLst>
                <a:ext uri="{FF2B5EF4-FFF2-40B4-BE49-F238E27FC236}">
                  <a16:creationId xmlns:a16="http://schemas.microsoft.com/office/drawing/2014/main" id="{33061F8D-0050-B794-CEDF-0E3A1CAD7CFC}"/>
                </a:ext>
              </a:extLst>
            </p:cNvPr>
            <p:cNvSpPr/>
            <p:nvPr/>
          </p:nvSpPr>
          <p:spPr>
            <a:xfrm>
              <a:off x="2356987" y="3312028"/>
              <a:ext cx="1778680" cy="820773"/>
            </a:xfrm>
            <a:prstGeom prst="roundRect">
              <a:avLst/>
            </a:prstGeom>
            <a:solidFill>
              <a:schemeClr val="bg1">
                <a:lumMod val="75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0" name="四角形: 角を丸くする 29">
              <a:extLst>
                <a:ext uri="{FF2B5EF4-FFF2-40B4-BE49-F238E27FC236}">
                  <a16:creationId xmlns:a16="http://schemas.microsoft.com/office/drawing/2014/main" id="{A6074D01-A4F5-4818-105E-741559C264EB}"/>
                </a:ext>
              </a:extLst>
            </p:cNvPr>
            <p:cNvSpPr/>
            <p:nvPr/>
          </p:nvSpPr>
          <p:spPr>
            <a:xfrm>
              <a:off x="4895124" y="3312027"/>
              <a:ext cx="1778680" cy="820773"/>
            </a:xfrm>
            <a:prstGeom prst="roundRect">
              <a:avLst/>
            </a:prstGeom>
            <a:solidFill>
              <a:schemeClr val="bg1">
                <a:lumMod val="75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1" name="四角形: 角を丸くする 30">
              <a:extLst>
                <a:ext uri="{FF2B5EF4-FFF2-40B4-BE49-F238E27FC236}">
                  <a16:creationId xmlns:a16="http://schemas.microsoft.com/office/drawing/2014/main" id="{132B2A5D-1F25-858A-91B4-CC9405DA53B6}"/>
                </a:ext>
              </a:extLst>
            </p:cNvPr>
            <p:cNvSpPr/>
            <p:nvPr/>
          </p:nvSpPr>
          <p:spPr>
            <a:xfrm>
              <a:off x="7433260" y="3312027"/>
              <a:ext cx="1778680" cy="820773"/>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2" name="テキスト ボックス 31">
              <a:extLst>
                <a:ext uri="{FF2B5EF4-FFF2-40B4-BE49-F238E27FC236}">
                  <a16:creationId xmlns:a16="http://schemas.microsoft.com/office/drawing/2014/main" id="{1725FE58-EB66-B8DD-FDB8-5E54283353A5}"/>
                </a:ext>
              </a:extLst>
            </p:cNvPr>
            <p:cNvSpPr txBox="1"/>
            <p:nvPr/>
          </p:nvSpPr>
          <p:spPr>
            <a:xfrm>
              <a:off x="5185601" y="3581400"/>
              <a:ext cx="1197727" cy="307777"/>
            </a:xfrm>
            <a:prstGeom prst="rect">
              <a:avLst/>
            </a:prstGeom>
            <a:noFill/>
          </p:spPr>
          <p:txBody>
            <a:bodyPr wrap="square">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清掃短縮</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Ⅰ</a:t>
              </a:r>
              <a:endPar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33" name="テキスト ボックス 32">
              <a:extLst>
                <a:ext uri="{FF2B5EF4-FFF2-40B4-BE49-F238E27FC236}">
                  <a16:creationId xmlns:a16="http://schemas.microsoft.com/office/drawing/2014/main" id="{742CD875-CBE5-D6F9-C5B7-0F5FB0F917EC}"/>
                </a:ext>
              </a:extLst>
            </p:cNvPr>
            <p:cNvSpPr txBox="1"/>
            <p:nvPr/>
          </p:nvSpPr>
          <p:spPr>
            <a:xfrm>
              <a:off x="7686519" y="3581400"/>
              <a:ext cx="1272162" cy="307777"/>
            </a:xfrm>
            <a:prstGeom prst="rect">
              <a:avLst/>
            </a:prstGeom>
            <a:noFill/>
          </p:spPr>
          <p:txBody>
            <a:bodyPr wrap="square">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　　増量</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Ⅰ</a:t>
              </a:r>
              <a:endPar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cxnSp>
          <p:nvCxnSpPr>
            <p:cNvPr id="34" name="コネクタ: カギ線 33">
              <a:extLst>
                <a:ext uri="{FF2B5EF4-FFF2-40B4-BE49-F238E27FC236}">
                  <a16:creationId xmlns:a16="http://schemas.microsoft.com/office/drawing/2014/main" id="{AD8D05D2-526C-72E0-FC38-21FE6082C928}"/>
                </a:ext>
              </a:extLst>
            </p:cNvPr>
            <p:cNvCxnSpPr>
              <a:cxnSpLocks/>
              <a:endCxn id="29" idx="0"/>
            </p:cNvCxnSpPr>
            <p:nvPr/>
          </p:nvCxnSpPr>
          <p:spPr>
            <a:xfrm rot="5400000">
              <a:off x="4195672" y="1723236"/>
              <a:ext cx="639448" cy="2538137"/>
            </a:xfrm>
            <a:prstGeom prst="bentConnector3">
              <a:avLst>
                <a:gd name="adj1" fmla="val 50000"/>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cxnSp>
          <p:nvCxnSpPr>
            <p:cNvPr id="35" name="コネクタ: カギ線 34">
              <a:extLst>
                <a:ext uri="{FF2B5EF4-FFF2-40B4-BE49-F238E27FC236}">
                  <a16:creationId xmlns:a16="http://schemas.microsoft.com/office/drawing/2014/main" id="{C605CFD2-ADEC-B3A7-9323-E96E5F711830}"/>
                </a:ext>
              </a:extLst>
            </p:cNvPr>
            <p:cNvCxnSpPr>
              <a:cxnSpLocks/>
              <a:endCxn id="31" idx="0"/>
            </p:cNvCxnSpPr>
            <p:nvPr/>
          </p:nvCxnSpPr>
          <p:spPr>
            <a:xfrm rot="16200000" flipH="1">
              <a:off x="6733809" y="1723235"/>
              <a:ext cx="639447" cy="2538136"/>
            </a:xfrm>
            <a:prstGeom prst="bentConnector3">
              <a:avLst>
                <a:gd name="adj1" fmla="val 50000"/>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cxnSp>
          <p:nvCxnSpPr>
            <p:cNvPr id="36" name="直線コネクタ 35">
              <a:extLst>
                <a:ext uri="{FF2B5EF4-FFF2-40B4-BE49-F238E27FC236}">
                  <a16:creationId xmlns:a16="http://schemas.microsoft.com/office/drawing/2014/main" id="{255EEDF4-43CC-7D68-DA60-82B9E6671222}"/>
                </a:ext>
              </a:extLst>
            </p:cNvPr>
            <p:cNvCxnSpPr>
              <a:cxnSpLocks/>
              <a:endCxn id="30" idx="0"/>
            </p:cNvCxnSpPr>
            <p:nvPr/>
          </p:nvCxnSpPr>
          <p:spPr>
            <a:xfrm>
              <a:off x="5784464" y="2672580"/>
              <a:ext cx="0" cy="639447"/>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37" name="テキスト ボックス 36">
              <a:extLst>
                <a:ext uri="{FF2B5EF4-FFF2-40B4-BE49-F238E27FC236}">
                  <a16:creationId xmlns:a16="http://schemas.microsoft.com/office/drawing/2014/main" id="{B0ED9F6E-34A4-66B5-A151-B00AE919F5A5}"/>
                </a:ext>
              </a:extLst>
            </p:cNvPr>
            <p:cNvSpPr txBox="1"/>
            <p:nvPr/>
          </p:nvSpPr>
          <p:spPr>
            <a:xfrm>
              <a:off x="2647463" y="3581400"/>
              <a:ext cx="1197727" cy="307777"/>
            </a:xfrm>
            <a:prstGeom prst="rect">
              <a:avLst/>
            </a:prstGeom>
            <a:noFill/>
          </p:spPr>
          <p:txBody>
            <a:bodyPr wrap="square">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　増量</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Ⅰ</a:t>
              </a:r>
              <a:endPar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pic>
          <p:nvPicPr>
            <p:cNvPr id="38" name="図 37">
              <a:extLst>
                <a:ext uri="{FF2B5EF4-FFF2-40B4-BE49-F238E27FC236}">
                  <a16:creationId xmlns:a16="http://schemas.microsoft.com/office/drawing/2014/main" id="{3EFA1143-DFC3-C072-9DAB-60A7196E9360}"/>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2752198" y="3562737"/>
              <a:ext cx="238300" cy="299261"/>
            </a:xfrm>
            <a:prstGeom prst="rect">
              <a:avLst/>
            </a:prstGeom>
          </p:spPr>
        </p:pic>
        <p:pic>
          <p:nvPicPr>
            <p:cNvPr id="39" name="図 38">
              <a:extLst>
                <a:ext uri="{FF2B5EF4-FFF2-40B4-BE49-F238E27FC236}">
                  <a16:creationId xmlns:a16="http://schemas.microsoft.com/office/drawing/2014/main" id="{FE974C8F-EA10-A394-CED8-D258A6CCD10B}"/>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7865620" y="3570988"/>
              <a:ext cx="310321" cy="307777"/>
            </a:xfrm>
            <a:prstGeom prst="rect">
              <a:avLst/>
            </a:prstGeom>
          </p:spPr>
        </p:pic>
      </p:grpSp>
      <p:sp>
        <p:nvSpPr>
          <p:cNvPr id="43" name="四角形: 角を丸くする 42">
            <a:extLst>
              <a:ext uri="{FF2B5EF4-FFF2-40B4-BE49-F238E27FC236}">
                <a16:creationId xmlns:a16="http://schemas.microsoft.com/office/drawing/2014/main" id="{26766D49-DF7E-EF32-79F1-F470AD7CEDBC}"/>
              </a:ext>
            </a:extLst>
          </p:cNvPr>
          <p:cNvSpPr/>
          <p:nvPr/>
        </p:nvSpPr>
        <p:spPr>
          <a:xfrm>
            <a:off x="2196678" y="6094167"/>
            <a:ext cx="1778680" cy="820773"/>
          </a:xfrm>
          <a:prstGeom prst="roundRect">
            <a:avLst/>
          </a:prstGeom>
          <a:solidFill>
            <a:schemeClr val="tx1">
              <a:lumMod val="85000"/>
              <a:lumOff val="15000"/>
              <a:alpha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5" name="四角形: 角を丸くする 44">
            <a:extLst>
              <a:ext uri="{FF2B5EF4-FFF2-40B4-BE49-F238E27FC236}">
                <a16:creationId xmlns:a16="http://schemas.microsoft.com/office/drawing/2014/main" id="{428A6167-0F9B-BE53-3916-5C72CBEAF580}"/>
              </a:ext>
            </a:extLst>
          </p:cNvPr>
          <p:cNvSpPr/>
          <p:nvPr/>
        </p:nvSpPr>
        <p:spPr>
          <a:xfrm>
            <a:off x="4744616" y="6086667"/>
            <a:ext cx="1778680" cy="820773"/>
          </a:xfrm>
          <a:prstGeom prst="roundRect">
            <a:avLst/>
          </a:prstGeom>
          <a:solidFill>
            <a:schemeClr val="tx1">
              <a:lumMod val="85000"/>
              <a:lumOff val="15000"/>
              <a:alpha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7" name="四角形: 角を丸くする 46">
            <a:extLst>
              <a:ext uri="{FF2B5EF4-FFF2-40B4-BE49-F238E27FC236}">
                <a16:creationId xmlns:a16="http://schemas.microsoft.com/office/drawing/2014/main" id="{800DF7AF-540E-6A6E-9395-258A97A9E60C}"/>
              </a:ext>
            </a:extLst>
          </p:cNvPr>
          <p:cNvSpPr/>
          <p:nvPr/>
        </p:nvSpPr>
        <p:spPr>
          <a:xfrm>
            <a:off x="7285867" y="6094166"/>
            <a:ext cx="1778680" cy="820773"/>
          </a:xfrm>
          <a:prstGeom prst="roundRect">
            <a:avLst/>
          </a:prstGeom>
          <a:solidFill>
            <a:schemeClr val="tx1">
              <a:lumMod val="85000"/>
              <a:lumOff val="15000"/>
              <a:alpha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9" name="正方形/長方形 48">
            <a:extLst>
              <a:ext uri="{FF2B5EF4-FFF2-40B4-BE49-F238E27FC236}">
                <a16:creationId xmlns:a16="http://schemas.microsoft.com/office/drawing/2014/main" id="{C4B71839-94F7-90C8-EEE5-CE056795B44C}"/>
              </a:ext>
            </a:extLst>
          </p:cNvPr>
          <p:cNvSpPr>
            <a:spLocks/>
          </p:cNvSpPr>
          <p:nvPr/>
        </p:nvSpPr>
        <p:spPr>
          <a:xfrm>
            <a:off x="1590627" y="5150498"/>
            <a:ext cx="9010745" cy="1696876"/>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3" name="グループ化 12">
            <a:extLst>
              <a:ext uri="{FF2B5EF4-FFF2-40B4-BE49-F238E27FC236}">
                <a16:creationId xmlns:a16="http://schemas.microsoft.com/office/drawing/2014/main" id="{C349B7DF-6510-7206-927F-634DD8DA9982}"/>
              </a:ext>
            </a:extLst>
          </p:cNvPr>
          <p:cNvGrpSpPr/>
          <p:nvPr/>
        </p:nvGrpSpPr>
        <p:grpSpPr>
          <a:xfrm>
            <a:off x="3724994" y="6018074"/>
            <a:ext cx="4718814" cy="496239"/>
            <a:chOff x="3724996" y="3704434"/>
            <a:chExt cx="4718814" cy="496239"/>
          </a:xfrm>
        </p:grpSpPr>
        <p:sp>
          <p:nvSpPr>
            <p:cNvPr id="15" name="四角形: 角を丸くする 14">
              <a:extLst>
                <a:ext uri="{FF2B5EF4-FFF2-40B4-BE49-F238E27FC236}">
                  <a16:creationId xmlns:a16="http://schemas.microsoft.com/office/drawing/2014/main" id="{C0D5FE43-F5D7-93BD-6916-E6D0EA84444D}"/>
                </a:ext>
              </a:extLst>
            </p:cNvPr>
            <p:cNvSpPr/>
            <p:nvPr/>
          </p:nvSpPr>
          <p:spPr>
            <a:xfrm>
              <a:off x="6495533" y="3704434"/>
              <a:ext cx="1948277" cy="496239"/>
            </a:xfrm>
            <a:prstGeom prst="roundRect">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rPr>
                <a:t>強化</a:t>
              </a:r>
            </a:p>
          </p:txBody>
        </p:sp>
        <p:grpSp>
          <p:nvGrpSpPr>
            <p:cNvPr id="16" name="グループ化 15">
              <a:extLst>
                <a:ext uri="{FF2B5EF4-FFF2-40B4-BE49-F238E27FC236}">
                  <a16:creationId xmlns:a16="http://schemas.microsoft.com/office/drawing/2014/main" id="{6B7730DA-4CAF-A9C2-8554-2E29DC1C1754}"/>
                </a:ext>
              </a:extLst>
            </p:cNvPr>
            <p:cNvGrpSpPr/>
            <p:nvPr/>
          </p:nvGrpSpPr>
          <p:grpSpPr>
            <a:xfrm>
              <a:off x="3724996" y="3738168"/>
              <a:ext cx="2289837" cy="438046"/>
              <a:chOff x="6420908" y="3453482"/>
              <a:chExt cx="2289837" cy="438046"/>
            </a:xfrm>
          </p:grpSpPr>
          <p:grpSp>
            <p:nvGrpSpPr>
              <p:cNvPr id="17" name="グループ化 16">
                <a:extLst>
                  <a:ext uri="{FF2B5EF4-FFF2-40B4-BE49-F238E27FC236}">
                    <a16:creationId xmlns:a16="http://schemas.microsoft.com/office/drawing/2014/main" id="{F0D5B0D3-F1D1-50B4-017D-0F7AF8C437E1}"/>
                  </a:ext>
                </a:extLst>
              </p:cNvPr>
              <p:cNvGrpSpPr/>
              <p:nvPr/>
            </p:nvGrpSpPr>
            <p:grpSpPr>
              <a:xfrm>
                <a:off x="6420908" y="3453482"/>
                <a:ext cx="2289837" cy="438046"/>
                <a:chOff x="4873938" y="3796691"/>
                <a:chExt cx="2289837" cy="438046"/>
              </a:xfrm>
            </p:grpSpPr>
            <p:sp>
              <p:nvSpPr>
                <p:cNvPr id="26" name="四角形: 角を丸くする 25">
                  <a:extLst>
                    <a:ext uri="{FF2B5EF4-FFF2-40B4-BE49-F238E27FC236}">
                      <a16:creationId xmlns:a16="http://schemas.microsoft.com/office/drawing/2014/main" id="{08A8B016-D934-B944-EE37-3AE3612732A4}"/>
                    </a:ext>
                  </a:extLst>
                </p:cNvPr>
                <p:cNvSpPr/>
                <p:nvPr/>
              </p:nvSpPr>
              <p:spPr>
                <a:xfrm>
                  <a:off x="4873938" y="3796691"/>
                  <a:ext cx="2289837" cy="438046"/>
                </a:xfrm>
                <a:prstGeom prst="round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7" name="テキスト ボックス 26">
                  <a:extLst>
                    <a:ext uri="{FF2B5EF4-FFF2-40B4-BE49-F238E27FC236}">
                      <a16:creationId xmlns:a16="http://schemas.microsoft.com/office/drawing/2014/main" id="{D63FACCE-A6B4-4BF5-A9BB-1AFCFC8E390D}"/>
                    </a:ext>
                  </a:extLst>
                </p:cNvPr>
                <p:cNvSpPr txBox="1"/>
                <p:nvPr/>
              </p:nvSpPr>
              <p:spPr>
                <a:xfrm>
                  <a:off x="5068663" y="3877215"/>
                  <a:ext cx="1039469"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消費数</a:t>
                  </a:r>
                </a:p>
              </p:txBody>
            </p:sp>
            <p:sp>
              <p:nvSpPr>
                <p:cNvPr id="28" name="テキスト ボックス 27">
                  <a:extLst>
                    <a:ext uri="{FF2B5EF4-FFF2-40B4-BE49-F238E27FC236}">
                      <a16:creationId xmlns:a16="http://schemas.microsoft.com/office/drawing/2014/main" id="{CD23A8A9-1201-D660-D629-4D417A1ED978}"/>
                    </a:ext>
                  </a:extLst>
                </p:cNvPr>
                <p:cNvSpPr txBox="1"/>
                <p:nvPr/>
              </p:nvSpPr>
              <p:spPr>
                <a:xfrm>
                  <a:off x="6001316" y="3846437"/>
                  <a:ext cx="1162459" cy="338554"/>
                </a:xfrm>
                <a:prstGeom prst="rect">
                  <a:avLst/>
                </a:prstGeom>
                <a:noFill/>
              </p:spPr>
              <p:txBody>
                <a:bodyPr wrap="square" rtlCol="0">
                  <a:spAutoFit/>
                </a:bodyPr>
                <a:lstStyle/>
                <a:p>
                  <a:pPr algn="ctr"/>
                  <a:r>
                    <a:rPr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000000000</a:t>
                  </a:r>
                  <a:endPar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8" name="グループ化 17">
                <a:extLst>
                  <a:ext uri="{FF2B5EF4-FFF2-40B4-BE49-F238E27FC236}">
                    <a16:creationId xmlns:a16="http://schemas.microsoft.com/office/drawing/2014/main" id="{FE5AE630-D719-EB04-830C-C562F520E21D}"/>
                  </a:ext>
                </a:extLst>
              </p:cNvPr>
              <p:cNvGrpSpPr/>
              <p:nvPr/>
            </p:nvGrpSpPr>
            <p:grpSpPr>
              <a:xfrm>
                <a:off x="6543645" y="3540774"/>
                <a:ext cx="211026" cy="279530"/>
                <a:chOff x="8604191" y="699940"/>
                <a:chExt cx="211026" cy="279530"/>
              </a:xfrm>
            </p:grpSpPr>
            <p:grpSp>
              <p:nvGrpSpPr>
                <p:cNvPr id="19" name="グループ化 18">
                  <a:extLst>
                    <a:ext uri="{FF2B5EF4-FFF2-40B4-BE49-F238E27FC236}">
                      <a16:creationId xmlns:a16="http://schemas.microsoft.com/office/drawing/2014/main" id="{CA5B0EE6-5EAD-A4A3-FB9B-5E3A9C133C60}"/>
                    </a:ext>
                  </a:extLst>
                </p:cNvPr>
                <p:cNvGrpSpPr/>
                <p:nvPr/>
              </p:nvGrpSpPr>
              <p:grpSpPr>
                <a:xfrm>
                  <a:off x="8604191" y="699940"/>
                  <a:ext cx="211026" cy="279530"/>
                  <a:chOff x="8604191" y="672399"/>
                  <a:chExt cx="211026" cy="279530"/>
                </a:xfrm>
              </p:grpSpPr>
              <p:cxnSp>
                <p:nvCxnSpPr>
                  <p:cNvPr id="22" name="コネクタ: カギ線 21">
                    <a:extLst>
                      <a:ext uri="{FF2B5EF4-FFF2-40B4-BE49-F238E27FC236}">
                        <a16:creationId xmlns:a16="http://schemas.microsoft.com/office/drawing/2014/main" id="{B3DE1597-EE46-7A1E-28FF-770988637E61}"/>
                      </a:ext>
                    </a:extLst>
                  </p:cNvPr>
                  <p:cNvCxnSpPr>
                    <a:cxnSpLocks/>
                  </p:cNvCxnSpPr>
                  <p:nvPr/>
                </p:nvCxnSpPr>
                <p:spPr>
                  <a:xfrm rot="16200000" flipH="1">
                    <a:off x="8604191" y="740903"/>
                    <a:ext cx="211026" cy="211026"/>
                  </a:xfrm>
                  <a:prstGeom prst="bentConnector3">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23" name="直線コネクタ 22">
                    <a:extLst>
                      <a:ext uri="{FF2B5EF4-FFF2-40B4-BE49-F238E27FC236}">
                        <a16:creationId xmlns:a16="http://schemas.microsoft.com/office/drawing/2014/main" id="{F18F9D1B-62AD-3416-63F5-88A63C34E6FC}"/>
                      </a:ext>
                    </a:extLst>
                  </p:cNvPr>
                  <p:cNvCxnSpPr>
                    <a:cxnSpLocks/>
                  </p:cNvCxnSpPr>
                  <p:nvPr/>
                </p:nvCxnSpPr>
                <p:spPr>
                  <a:xfrm>
                    <a:off x="8706065" y="725136"/>
                    <a:ext cx="0" cy="22387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24" name="直線コネクタ 23">
                    <a:extLst>
                      <a:ext uri="{FF2B5EF4-FFF2-40B4-BE49-F238E27FC236}">
                        <a16:creationId xmlns:a16="http://schemas.microsoft.com/office/drawing/2014/main" id="{3C188D1C-FDBD-625C-2C8D-C8496F3410ED}"/>
                      </a:ext>
                    </a:extLst>
                  </p:cNvPr>
                  <p:cNvCxnSpPr>
                    <a:cxnSpLocks/>
                  </p:cNvCxnSpPr>
                  <p:nvPr/>
                </p:nvCxnSpPr>
                <p:spPr>
                  <a:xfrm>
                    <a:off x="8653289" y="672403"/>
                    <a:ext cx="43248" cy="59906"/>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25" name="直線コネクタ 24">
                    <a:extLst>
                      <a:ext uri="{FF2B5EF4-FFF2-40B4-BE49-F238E27FC236}">
                        <a16:creationId xmlns:a16="http://schemas.microsoft.com/office/drawing/2014/main" id="{A52309A1-C768-3106-A4C5-EE82FE68D2CD}"/>
                      </a:ext>
                    </a:extLst>
                  </p:cNvPr>
                  <p:cNvCxnSpPr>
                    <a:cxnSpLocks/>
                  </p:cNvCxnSpPr>
                  <p:nvPr/>
                </p:nvCxnSpPr>
                <p:spPr>
                  <a:xfrm flipH="1">
                    <a:off x="8712819" y="672399"/>
                    <a:ext cx="43248" cy="59906"/>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grpSp>
            <p:cxnSp>
              <p:nvCxnSpPr>
                <p:cNvPr id="20" name="直線コネクタ 19">
                  <a:extLst>
                    <a:ext uri="{FF2B5EF4-FFF2-40B4-BE49-F238E27FC236}">
                      <a16:creationId xmlns:a16="http://schemas.microsoft.com/office/drawing/2014/main" id="{AE20FBF0-A5F6-EDB5-B949-28E79711B5C9}"/>
                    </a:ext>
                  </a:extLst>
                </p:cNvPr>
                <p:cNvCxnSpPr>
                  <a:cxnSpLocks/>
                </p:cNvCxnSpPr>
                <p:nvPr/>
              </p:nvCxnSpPr>
              <p:spPr>
                <a:xfrm flipH="1">
                  <a:off x="8645440" y="819427"/>
                  <a:ext cx="134580" cy="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21" name="直線コネクタ 20">
                  <a:extLst>
                    <a:ext uri="{FF2B5EF4-FFF2-40B4-BE49-F238E27FC236}">
                      <a16:creationId xmlns:a16="http://schemas.microsoft.com/office/drawing/2014/main" id="{409185D4-AB96-7AE2-F8B8-E20F49EA6028}"/>
                    </a:ext>
                  </a:extLst>
                </p:cNvPr>
                <p:cNvCxnSpPr>
                  <a:cxnSpLocks/>
                </p:cNvCxnSpPr>
                <p:nvPr/>
              </p:nvCxnSpPr>
              <p:spPr>
                <a:xfrm flipH="1">
                  <a:off x="8645440" y="925877"/>
                  <a:ext cx="134580" cy="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grpSp>
        </p:grpSp>
      </p:grpSp>
      <p:grpSp>
        <p:nvGrpSpPr>
          <p:cNvPr id="56" name="グループ化 55">
            <a:extLst>
              <a:ext uri="{FF2B5EF4-FFF2-40B4-BE49-F238E27FC236}">
                <a16:creationId xmlns:a16="http://schemas.microsoft.com/office/drawing/2014/main" id="{ADCDB1EC-5919-6277-887C-7B3BE3C7A5AB}"/>
              </a:ext>
            </a:extLst>
          </p:cNvPr>
          <p:cNvGrpSpPr/>
          <p:nvPr/>
        </p:nvGrpSpPr>
        <p:grpSpPr>
          <a:xfrm>
            <a:off x="2757161" y="5446919"/>
            <a:ext cx="3061102" cy="369332"/>
            <a:chOff x="2757161" y="5446919"/>
            <a:chExt cx="3061102" cy="369332"/>
          </a:xfrm>
        </p:grpSpPr>
        <p:sp>
          <p:nvSpPr>
            <p:cNvPr id="51" name="テキスト ボックス 50">
              <a:extLst>
                <a:ext uri="{FF2B5EF4-FFF2-40B4-BE49-F238E27FC236}">
                  <a16:creationId xmlns:a16="http://schemas.microsoft.com/office/drawing/2014/main" id="{401040EC-7F73-9297-96FB-75DDB4862562}"/>
                </a:ext>
              </a:extLst>
            </p:cNvPr>
            <p:cNvSpPr txBox="1"/>
            <p:nvPr/>
          </p:nvSpPr>
          <p:spPr>
            <a:xfrm>
              <a:off x="2757161" y="5446919"/>
              <a:ext cx="3061102" cy="369332"/>
            </a:xfrm>
            <a:prstGeom prst="rect">
              <a:avLst/>
            </a:prstGeom>
            <a:noFill/>
          </p:spPr>
          <p:txBody>
            <a:bodyPr wrap="square">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rPr>
                <a:t>基礎　　報酬　</a:t>
              </a:r>
              <a:r>
                <a:rPr lang="en-US" altLang="ja-JP">
                  <a:solidFill>
                    <a:schemeClr val="bg1">
                      <a:lumMod val="95000"/>
                    </a:schemeClr>
                  </a:solidFill>
                  <a:latin typeface="原稿用標準書体" panose="03000503000000000000" pitchFamily="66" charset="-128"/>
                  <a:ea typeface="原稿用標準書体" panose="03000503000000000000" pitchFamily="66" charset="-128"/>
                </a:rPr>
                <a:t>0000000</a:t>
              </a:r>
              <a:endParaRPr kumimoji="1" lang="ja-JP" altLang="en-US" sz="1800">
                <a:solidFill>
                  <a:schemeClr val="bg1">
                    <a:lumMod val="95000"/>
                  </a:schemeClr>
                </a:solidFill>
                <a:latin typeface="原稿用標準書体" panose="03000503000000000000" pitchFamily="66" charset="-128"/>
                <a:ea typeface="原稿用標準書体" panose="03000503000000000000" pitchFamily="66" charset="-128"/>
              </a:endParaRPr>
            </a:p>
          </p:txBody>
        </p:sp>
        <p:pic>
          <p:nvPicPr>
            <p:cNvPr id="53" name="図 52">
              <a:extLst>
                <a:ext uri="{FF2B5EF4-FFF2-40B4-BE49-F238E27FC236}">
                  <a16:creationId xmlns:a16="http://schemas.microsoft.com/office/drawing/2014/main" id="{78194E3E-1937-744B-71CA-27E7DABD577B}"/>
                </a:ext>
              </a:extLst>
            </p:cNvPr>
            <p:cNvPicPr>
              <a:picLocks noChangeAspect="1"/>
            </p:cNvPicPr>
            <p:nvPr/>
          </p:nvPicPr>
          <p:blipFill>
            <a:blip r:embed="rId6">
              <a:biLevel thresh="25000"/>
              <a:extLst>
                <a:ext uri="{28A0092B-C50C-407E-A947-70E740481C1C}">
                  <a14:useLocalDpi xmlns:a14="http://schemas.microsoft.com/office/drawing/2010/main" val="0"/>
                </a:ext>
              </a:extLst>
            </a:blip>
            <a:stretch>
              <a:fillRect/>
            </a:stretch>
          </p:blipFill>
          <p:spPr>
            <a:xfrm>
              <a:off x="3667112" y="5481955"/>
              <a:ext cx="238300" cy="299261"/>
            </a:xfrm>
            <a:prstGeom prst="rect">
              <a:avLst/>
            </a:prstGeom>
          </p:spPr>
        </p:pic>
      </p:grpSp>
      <p:sp>
        <p:nvSpPr>
          <p:cNvPr id="55" name="二等辺三角形 54">
            <a:extLst>
              <a:ext uri="{FF2B5EF4-FFF2-40B4-BE49-F238E27FC236}">
                <a16:creationId xmlns:a16="http://schemas.microsoft.com/office/drawing/2014/main" id="{89EED428-0CDB-49D4-7C94-45E8B453B660}"/>
              </a:ext>
            </a:extLst>
          </p:cNvPr>
          <p:cNvSpPr/>
          <p:nvPr/>
        </p:nvSpPr>
        <p:spPr>
          <a:xfrm rot="5400000">
            <a:off x="5881104" y="5440234"/>
            <a:ext cx="431983" cy="372399"/>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57" name="グループ化 56">
            <a:extLst>
              <a:ext uri="{FF2B5EF4-FFF2-40B4-BE49-F238E27FC236}">
                <a16:creationId xmlns:a16="http://schemas.microsoft.com/office/drawing/2014/main" id="{64A59D1A-2D4A-274F-88FD-C612278DB5C5}"/>
              </a:ext>
            </a:extLst>
          </p:cNvPr>
          <p:cNvGrpSpPr/>
          <p:nvPr/>
        </p:nvGrpSpPr>
        <p:grpSpPr>
          <a:xfrm>
            <a:off x="6229706" y="5451247"/>
            <a:ext cx="3061102" cy="369332"/>
            <a:chOff x="2757161" y="5446919"/>
            <a:chExt cx="3061102" cy="369332"/>
          </a:xfrm>
        </p:grpSpPr>
        <p:sp>
          <p:nvSpPr>
            <p:cNvPr id="58" name="テキスト ボックス 57">
              <a:extLst>
                <a:ext uri="{FF2B5EF4-FFF2-40B4-BE49-F238E27FC236}">
                  <a16:creationId xmlns:a16="http://schemas.microsoft.com/office/drawing/2014/main" id="{F1943E3B-6E42-3512-1772-3EBECA5AF981}"/>
                </a:ext>
              </a:extLst>
            </p:cNvPr>
            <p:cNvSpPr txBox="1"/>
            <p:nvPr/>
          </p:nvSpPr>
          <p:spPr>
            <a:xfrm>
              <a:off x="2757161" y="5446919"/>
              <a:ext cx="3061102" cy="369332"/>
            </a:xfrm>
            <a:prstGeom prst="rect">
              <a:avLst/>
            </a:prstGeom>
            <a:noFill/>
          </p:spPr>
          <p:txBody>
            <a:bodyPr wrap="square">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rPr>
                <a:t>基礎　　報酬　</a:t>
              </a:r>
              <a:r>
                <a:rPr lang="en-US" altLang="ja-JP">
                  <a:solidFill>
                    <a:srgbClr val="FF00FF"/>
                  </a:solidFill>
                  <a:latin typeface="原稿用標準書体" panose="03000503000000000000" pitchFamily="66" charset="-128"/>
                  <a:ea typeface="原稿用標準書体" panose="03000503000000000000" pitchFamily="66" charset="-128"/>
                </a:rPr>
                <a:t>0000000</a:t>
              </a:r>
              <a:endParaRPr kumimoji="1" lang="ja-JP" altLang="en-US" sz="1800">
                <a:solidFill>
                  <a:srgbClr val="FF00FF"/>
                </a:solidFill>
                <a:latin typeface="原稿用標準書体" panose="03000503000000000000" pitchFamily="66" charset="-128"/>
                <a:ea typeface="原稿用標準書体" panose="03000503000000000000" pitchFamily="66" charset="-128"/>
              </a:endParaRPr>
            </a:p>
          </p:txBody>
        </p:sp>
        <p:pic>
          <p:nvPicPr>
            <p:cNvPr id="59" name="図 58">
              <a:extLst>
                <a:ext uri="{FF2B5EF4-FFF2-40B4-BE49-F238E27FC236}">
                  <a16:creationId xmlns:a16="http://schemas.microsoft.com/office/drawing/2014/main" id="{68892D57-8EE5-9206-C694-E4DB22280A5C}"/>
                </a:ext>
              </a:extLst>
            </p:cNvPr>
            <p:cNvPicPr>
              <a:picLocks noChangeAspect="1"/>
            </p:cNvPicPr>
            <p:nvPr/>
          </p:nvPicPr>
          <p:blipFill>
            <a:blip r:embed="rId6">
              <a:biLevel thresh="25000"/>
              <a:extLst>
                <a:ext uri="{28A0092B-C50C-407E-A947-70E740481C1C}">
                  <a14:useLocalDpi xmlns:a14="http://schemas.microsoft.com/office/drawing/2010/main" val="0"/>
                </a:ext>
              </a:extLst>
            </a:blip>
            <a:stretch>
              <a:fillRect/>
            </a:stretch>
          </p:blipFill>
          <p:spPr>
            <a:xfrm>
              <a:off x="3667112" y="5481955"/>
              <a:ext cx="238300" cy="299261"/>
            </a:xfrm>
            <a:prstGeom prst="rect">
              <a:avLst/>
            </a:prstGeom>
          </p:spPr>
        </p:pic>
      </p:grpSp>
      <p:grpSp>
        <p:nvGrpSpPr>
          <p:cNvPr id="14" name="グループ化 13">
            <a:extLst>
              <a:ext uri="{FF2B5EF4-FFF2-40B4-BE49-F238E27FC236}">
                <a16:creationId xmlns:a16="http://schemas.microsoft.com/office/drawing/2014/main" id="{48042200-925E-F7ED-1251-2FDD257C9010}"/>
              </a:ext>
            </a:extLst>
          </p:cNvPr>
          <p:cNvGrpSpPr/>
          <p:nvPr/>
        </p:nvGrpSpPr>
        <p:grpSpPr>
          <a:xfrm>
            <a:off x="0" y="-1"/>
            <a:ext cx="12192000" cy="6858001"/>
            <a:chOff x="0" y="-1"/>
            <a:chExt cx="12192000" cy="6858001"/>
          </a:xfrm>
        </p:grpSpPr>
        <p:grpSp>
          <p:nvGrpSpPr>
            <p:cNvPr id="40" name="グループ化 39">
              <a:extLst>
                <a:ext uri="{FF2B5EF4-FFF2-40B4-BE49-F238E27FC236}">
                  <a16:creationId xmlns:a16="http://schemas.microsoft.com/office/drawing/2014/main" id="{BCE0F9BB-95D0-39B6-C07B-9FC6070F76C9}"/>
                </a:ext>
              </a:extLst>
            </p:cNvPr>
            <p:cNvGrpSpPr/>
            <p:nvPr/>
          </p:nvGrpSpPr>
          <p:grpSpPr>
            <a:xfrm>
              <a:off x="0" y="-1"/>
              <a:ext cx="12192000" cy="6858001"/>
              <a:chOff x="0" y="-1"/>
              <a:chExt cx="12192000" cy="6858001"/>
            </a:xfrm>
          </p:grpSpPr>
          <p:sp>
            <p:nvSpPr>
              <p:cNvPr id="44" name="正方形/長方形 43">
                <a:extLst>
                  <a:ext uri="{FF2B5EF4-FFF2-40B4-BE49-F238E27FC236}">
                    <a16:creationId xmlns:a16="http://schemas.microsoft.com/office/drawing/2014/main" id="{9FC95010-0DFF-2D6D-F27A-3B8B786535AC}"/>
                  </a:ext>
                </a:extLst>
              </p:cNvPr>
              <p:cNvSpPr>
                <a:spLocks/>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46" name="グループ化 45">
                <a:extLst>
                  <a:ext uri="{FF2B5EF4-FFF2-40B4-BE49-F238E27FC236}">
                    <a16:creationId xmlns:a16="http://schemas.microsoft.com/office/drawing/2014/main" id="{27E9B504-A290-7017-11F9-904B105EB378}"/>
                  </a:ext>
                </a:extLst>
              </p:cNvPr>
              <p:cNvGrpSpPr/>
              <p:nvPr/>
            </p:nvGrpSpPr>
            <p:grpSpPr>
              <a:xfrm>
                <a:off x="2616038" y="1823170"/>
                <a:ext cx="6959925" cy="3211661"/>
                <a:chOff x="2616038" y="1823170"/>
                <a:chExt cx="6959925" cy="3211661"/>
              </a:xfrm>
            </p:grpSpPr>
            <p:sp>
              <p:nvSpPr>
                <p:cNvPr id="48" name="四角形: 角を丸くする 47">
                  <a:extLst>
                    <a:ext uri="{FF2B5EF4-FFF2-40B4-BE49-F238E27FC236}">
                      <a16:creationId xmlns:a16="http://schemas.microsoft.com/office/drawing/2014/main" id="{B103F4E9-BE72-FF1D-7149-71232E824512}"/>
                    </a:ext>
                  </a:extLst>
                </p:cNvPr>
                <p:cNvSpPr/>
                <p:nvPr/>
              </p:nvSpPr>
              <p:spPr>
                <a:xfrm>
                  <a:off x="2616038" y="1823170"/>
                  <a:ext cx="6959925" cy="3211661"/>
                </a:xfrm>
                <a:prstGeom prst="roundRect">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0" name="テキスト ボックス 49">
                  <a:extLst>
                    <a:ext uri="{FF2B5EF4-FFF2-40B4-BE49-F238E27FC236}">
                      <a16:creationId xmlns:a16="http://schemas.microsoft.com/office/drawing/2014/main" id="{53B6E039-B63D-55C5-7373-EB073E284AD0}"/>
                    </a:ext>
                  </a:extLst>
                </p:cNvPr>
                <p:cNvSpPr txBox="1"/>
                <p:nvPr/>
              </p:nvSpPr>
              <p:spPr>
                <a:xfrm>
                  <a:off x="4317322" y="2384084"/>
                  <a:ext cx="3557384" cy="584775"/>
                </a:xfrm>
                <a:prstGeom prst="rect">
                  <a:avLst/>
                </a:prstGeom>
                <a:noFill/>
              </p:spPr>
              <p:txBody>
                <a:bodyPr wrap="none" rtlCol="0">
                  <a:spAutoFit/>
                </a:bodyPr>
                <a:lstStyle/>
                <a:p>
                  <a:pPr algn="ctr"/>
                  <a:r>
                    <a:rPr lang="ja-JP" altLang="en-US" sz="3200">
                      <a:solidFill>
                        <a:schemeClr val="tx1">
                          <a:lumMod val="85000"/>
                          <a:lumOff val="15000"/>
                        </a:schemeClr>
                      </a:solidFill>
                      <a:latin typeface="原稿用標準書体" panose="03000503000000000000" pitchFamily="66" charset="-128"/>
                      <a:ea typeface="原稿用標準書体" panose="03000503000000000000" pitchFamily="66" charset="-128"/>
                    </a:rPr>
                    <a:t>通貨が足りません</a:t>
                  </a:r>
                  <a:endParaRPr kumimoji="1" lang="ja-JP" altLang="en-US" sz="40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52" name="テキスト ボックス 51">
                  <a:extLst>
                    <a:ext uri="{FF2B5EF4-FFF2-40B4-BE49-F238E27FC236}">
                      <a16:creationId xmlns:a16="http://schemas.microsoft.com/office/drawing/2014/main" id="{8BC75F8A-5C05-8AB8-C49B-B996EE66A700}"/>
                    </a:ext>
                  </a:extLst>
                </p:cNvPr>
                <p:cNvSpPr txBox="1"/>
                <p:nvPr/>
              </p:nvSpPr>
              <p:spPr>
                <a:xfrm>
                  <a:off x="4157012" y="3233458"/>
                  <a:ext cx="3877986" cy="369332"/>
                </a:xfrm>
                <a:prstGeom prst="rect">
                  <a:avLst/>
                </a:prstGeom>
                <a:noFill/>
              </p:spPr>
              <p:txBody>
                <a:bodyPr wrap="none" rtlCol="0">
                  <a:spAutoFit/>
                </a:bodyPr>
                <a:lstStyle/>
                <a:p>
                  <a:pPr algn="ctr"/>
                  <a:r>
                    <a:rPr kumimoji="1" lang="en-US" altLang="ja-JP">
                      <a:solidFill>
                        <a:srgbClr val="C00000"/>
                      </a:solidFill>
                      <a:latin typeface="原稿用標準書体" panose="03000503000000000000" pitchFamily="66" charset="-128"/>
                      <a:ea typeface="原稿用標準書体" panose="03000503000000000000" pitchFamily="66" charset="-128"/>
                    </a:rPr>
                    <a:t>※</a:t>
                  </a:r>
                  <a:r>
                    <a:rPr kumimoji="1" lang="ja-JP" altLang="en-US">
                      <a:solidFill>
                        <a:srgbClr val="C00000"/>
                      </a:solidFill>
                      <a:latin typeface="原稿用標準書体" panose="03000503000000000000" pitchFamily="66" charset="-128"/>
                      <a:ea typeface="原稿用標準書体" panose="03000503000000000000" pitchFamily="66" charset="-128"/>
                    </a:rPr>
                    <a:t>娼館を運営して通貨を貯めよう！</a:t>
                  </a:r>
                  <a:endParaRPr kumimoji="1" lang="ja-JP" altLang="en-US" sz="2400" dirty="0">
                    <a:solidFill>
                      <a:srgbClr val="C00000"/>
                    </a:solidFill>
                    <a:latin typeface="原稿用標準書体" panose="03000503000000000000" pitchFamily="66" charset="-128"/>
                    <a:ea typeface="原稿用標準書体" panose="03000503000000000000" pitchFamily="66" charset="-128"/>
                  </a:endParaRPr>
                </a:p>
              </p:txBody>
            </p:sp>
          </p:grpSp>
        </p:grpSp>
        <p:sp>
          <p:nvSpPr>
            <p:cNvPr id="42" name="四角形: 角を丸くする 41">
              <a:extLst>
                <a:ext uri="{FF2B5EF4-FFF2-40B4-BE49-F238E27FC236}">
                  <a16:creationId xmlns:a16="http://schemas.microsoft.com/office/drawing/2014/main" id="{09BD129F-975A-4E93-9926-3A4A43C95370}"/>
                </a:ext>
              </a:extLst>
            </p:cNvPr>
            <p:cNvSpPr/>
            <p:nvPr/>
          </p:nvSpPr>
          <p:spPr>
            <a:xfrm>
              <a:off x="5026888" y="3962013"/>
              <a:ext cx="2138224" cy="767022"/>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a:latin typeface="原稿用標準書体" panose="03000503000000000000" pitchFamily="66" charset="-128"/>
                  <a:ea typeface="原稿用標準書体" panose="03000503000000000000" pitchFamily="66" charset="-128"/>
                </a:rPr>
                <a:t>閉じる</a:t>
              </a:r>
              <a:endParaRPr kumimoji="1" lang="ja-JP" altLang="en-US" sz="2400" dirty="0">
                <a:latin typeface="原稿用標準書体" panose="03000503000000000000" pitchFamily="66" charset="-128"/>
                <a:ea typeface="原稿用標準書体" panose="03000503000000000000" pitchFamily="66" charset="-128"/>
              </a:endParaRPr>
            </a:p>
          </p:txBody>
        </p:sp>
      </p:grpSp>
    </p:spTree>
    <p:extLst>
      <p:ext uri="{BB962C8B-B14F-4D97-AF65-F5344CB8AC3E}">
        <p14:creationId xmlns:p14="http://schemas.microsoft.com/office/powerpoint/2010/main" val="1880526188"/>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bg>
      <p:bgPr>
        <a:blipFill dpi="0" rotWithShape="1">
          <a:blip r:embed="rId2">
            <a:extLst>
              <a:ext uri="{BEBA8EAE-BF5A-486C-A8C5-ECC9F3942E4B}">
                <a14:imgProps xmlns:a14="http://schemas.microsoft.com/office/drawing/2010/main">
                  <a14:imgLayer r:embed="rId3">
                    <a14:imgEffect>
                      <a14:sharpenSoften amount="-35000"/>
                    </a14:imgEffect>
                    <a14:imgEffect>
                      <a14:saturation sat="85000"/>
                    </a14:imgEffect>
                    <a14:imgEffect>
                      <a14:brightnessContrast bright="-20000" contrast="-15000"/>
                    </a14:imgEffect>
                  </a14:imgLayer>
                </a14:imgProps>
              </a:ext>
            </a:extLst>
          </a:blip>
          <a:srcRect/>
          <a:stretch>
            <a:fillRect/>
          </a:stretch>
        </a:blipFill>
        <a:effectLst/>
      </p:bgPr>
    </p:bg>
    <p:spTree>
      <p:nvGrpSpPr>
        <p:cNvPr id="1" name="">
          <a:extLst>
            <a:ext uri="{FF2B5EF4-FFF2-40B4-BE49-F238E27FC236}">
              <a16:creationId xmlns:a16="http://schemas.microsoft.com/office/drawing/2014/main" id="{4E4EE743-B6C4-E9C9-4722-D0110A9617E7}"/>
            </a:ext>
          </a:extLst>
        </p:cNvPr>
        <p:cNvGrpSpPr/>
        <p:nvPr/>
      </p:nvGrpSpPr>
      <p:grpSpPr>
        <a:xfrm>
          <a:off x="0" y="0"/>
          <a:ext cx="0" cy="0"/>
          <a:chOff x="0" y="0"/>
          <a:chExt cx="0" cy="0"/>
        </a:xfrm>
      </p:grpSpPr>
      <p:grpSp>
        <p:nvGrpSpPr>
          <p:cNvPr id="2" name="グループ化 1">
            <a:extLst>
              <a:ext uri="{FF2B5EF4-FFF2-40B4-BE49-F238E27FC236}">
                <a16:creationId xmlns:a16="http://schemas.microsoft.com/office/drawing/2014/main" id="{77FBE2D4-D661-6B59-C7D4-D60395F3A0BD}"/>
              </a:ext>
            </a:extLst>
          </p:cNvPr>
          <p:cNvGrpSpPr/>
          <p:nvPr/>
        </p:nvGrpSpPr>
        <p:grpSpPr>
          <a:xfrm>
            <a:off x="163586" y="134635"/>
            <a:ext cx="3123445" cy="1396119"/>
            <a:chOff x="163586" y="134635"/>
            <a:chExt cx="3123445" cy="1396119"/>
          </a:xfrm>
        </p:grpSpPr>
        <p:sp>
          <p:nvSpPr>
            <p:cNvPr id="3" name="四角形: 角を丸くする 2">
              <a:extLst>
                <a:ext uri="{FF2B5EF4-FFF2-40B4-BE49-F238E27FC236}">
                  <a16:creationId xmlns:a16="http://schemas.microsoft.com/office/drawing/2014/main" id="{6A1B7FC8-052C-4F6A-8F5A-20177AF71E9E}"/>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4" name="テキスト ボックス 3">
              <a:extLst>
                <a:ext uri="{FF2B5EF4-FFF2-40B4-BE49-F238E27FC236}">
                  <a16:creationId xmlns:a16="http://schemas.microsoft.com/office/drawing/2014/main" id="{C51EB329-0BAA-A4D3-E1C4-E90DDBB96C21}"/>
                </a:ext>
              </a:extLst>
            </p:cNvPr>
            <p:cNvSpPr txBox="1"/>
            <p:nvPr/>
          </p:nvSpPr>
          <p:spPr>
            <a:xfrm>
              <a:off x="1752835" y="641390"/>
              <a:ext cx="121058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娼館強化</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5" name="グループ化 4">
              <a:extLst>
                <a:ext uri="{FF2B5EF4-FFF2-40B4-BE49-F238E27FC236}">
                  <a16:creationId xmlns:a16="http://schemas.microsoft.com/office/drawing/2014/main" id="{B6AE1221-7C4E-AA49-5380-8E36D7DE1D7D}"/>
                </a:ext>
              </a:extLst>
            </p:cNvPr>
            <p:cNvGrpSpPr/>
            <p:nvPr/>
          </p:nvGrpSpPr>
          <p:grpSpPr>
            <a:xfrm>
              <a:off x="163586" y="134635"/>
              <a:ext cx="1975684" cy="1396119"/>
              <a:chOff x="163586" y="134635"/>
              <a:chExt cx="1975684" cy="1396119"/>
            </a:xfrm>
          </p:grpSpPr>
          <p:grpSp>
            <p:nvGrpSpPr>
              <p:cNvPr id="6" name="グループ化 5">
                <a:extLst>
                  <a:ext uri="{FF2B5EF4-FFF2-40B4-BE49-F238E27FC236}">
                    <a16:creationId xmlns:a16="http://schemas.microsoft.com/office/drawing/2014/main" id="{906B4593-1D8C-E748-D640-5AE14F7D9AA6}"/>
                  </a:ext>
                </a:extLst>
              </p:cNvPr>
              <p:cNvGrpSpPr/>
              <p:nvPr/>
            </p:nvGrpSpPr>
            <p:grpSpPr>
              <a:xfrm>
                <a:off x="163586" y="134635"/>
                <a:ext cx="1975684" cy="1396119"/>
                <a:chOff x="163586" y="134635"/>
                <a:chExt cx="1975684" cy="1396119"/>
              </a:xfrm>
            </p:grpSpPr>
            <p:pic>
              <p:nvPicPr>
                <p:cNvPr id="8" name="図 7">
                  <a:extLst>
                    <a:ext uri="{FF2B5EF4-FFF2-40B4-BE49-F238E27FC236}">
                      <a16:creationId xmlns:a16="http://schemas.microsoft.com/office/drawing/2014/main" id="{D9508759-3B12-AF5C-EBD5-D0861BBFA8A0}"/>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9" name="楕円 8">
                  <a:extLst>
                    <a:ext uri="{FF2B5EF4-FFF2-40B4-BE49-F238E27FC236}">
                      <a16:creationId xmlns:a16="http://schemas.microsoft.com/office/drawing/2014/main" id="{11A12582-0C2B-5FBA-8CA0-F6ABDD7ED1B8}"/>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7" name="図 6">
                <a:extLst>
                  <a:ext uri="{FF2B5EF4-FFF2-40B4-BE49-F238E27FC236}">
                    <a16:creationId xmlns:a16="http://schemas.microsoft.com/office/drawing/2014/main" id="{B2BA9AAE-6EF2-E0A1-9B13-176120A95559}"/>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grpSp>
        <p:nvGrpSpPr>
          <p:cNvPr id="10" name="グループ化 9">
            <a:extLst>
              <a:ext uri="{FF2B5EF4-FFF2-40B4-BE49-F238E27FC236}">
                <a16:creationId xmlns:a16="http://schemas.microsoft.com/office/drawing/2014/main" id="{5549DE05-7FBF-FB06-08A1-A0346F70DCCB}"/>
              </a:ext>
            </a:extLst>
          </p:cNvPr>
          <p:cNvGrpSpPr>
            <a:grpSpLocks/>
          </p:cNvGrpSpPr>
          <p:nvPr/>
        </p:nvGrpSpPr>
        <p:grpSpPr>
          <a:xfrm>
            <a:off x="1590628" y="1230407"/>
            <a:ext cx="9010745" cy="5627593"/>
            <a:chOff x="1590628" y="1230407"/>
            <a:chExt cx="9010745" cy="5627593"/>
          </a:xfrm>
        </p:grpSpPr>
        <p:sp>
          <p:nvSpPr>
            <p:cNvPr id="11" name="正方形/長方形 10">
              <a:extLst>
                <a:ext uri="{FF2B5EF4-FFF2-40B4-BE49-F238E27FC236}">
                  <a16:creationId xmlns:a16="http://schemas.microsoft.com/office/drawing/2014/main" id="{77DBAF3E-87B7-2188-9209-CE3C5520DF25}"/>
                </a:ext>
              </a:extLst>
            </p:cNvPr>
            <p:cNvSpPr>
              <a:spLocks/>
            </p:cNvSpPr>
            <p:nvPr/>
          </p:nvSpPr>
          <p:spPr>
            <a:xfrm>
              <a:off x="1590628" y="1541380"/>
              <a:ext cx="9010745" cy="5316620"/>
            </a:xfrm>
            <a:prstGeom prst="rect">
              <a:avLst/>
            </a:prstGeom>
            <a:solidFill>
              <a:srgbClr val="6600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フローチャート: 手作業 11">
              <a:extLst>
                <a:ext uri="{FF2B5EF4-FFF2-40B4-BE49-F238E27FC236}">
                  <a16:creationId xmlns:a16="http://schemas.microsoft.com/office/drawing/2014/main" id="{5CCF5EEC-BB1D-975E-E497-481CB606E2BC}"/>
                </a:ext>
              </a:extLst>
            </p:cNvPr>
            <p:cNvSpPr>
              <a:spLocks/>
            </p:cNvSpPr>
            <p:nvPr/>
          </p:nvSpPr>
          <p:spPr>
            <a:xfrm flipV="1">
              <a:off x="1590628" y="1230407"/>
              <a:ext cx="9010745" cy="328009"/>
            </a:xfrm>
            <a:prstGeom prst="flowChartManualOperation">
              <a:avLst/>
            </a:prstGeom>
            <a:solidFill>
              <a:srgbClr val="6600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67" name="四角形: 角を丸くする 66">
            <a:extLst>
              <a:ext uri="{FF2B5EF4-FFF2-40B4-BE49-F238E27FC236}">
                <a16:creationId xmlns:a16="http://schemas.microsoft.com/office/drawing/2014/main" id="{1F131751-E660-F029-A84F-D7249EA9D94E}"/>
              </a:ext>
            </a:extLst>
          </p:cNvPr>
          <p:cNvSpPr/>
          <p:nvPr/>
        </p:nvSpPr>
        <p:spPr>
          <a:xfrm>
            <a:off x="4742724" y="4619848"/>
            <a:ext cx="1778680" cy="820773"/>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82" name="グループ化 81">
            <a:extLst>
              <a:ext uri="{FF2B5EF4-FFF2-40B4-BE49-F238E27FC236}">
                <a16:creationId xmlns:a16="http://schemas.microsoft.com/office/drawing/2014/main" id="{BC25EC28-75B9-2A5C-CBA2-0C0F06CA07AE}"/>
              </a:ext>
            </a:extLst>
          </p:cNvPr>
          <p:cNvGrpSpPr/>
          <p:nvPr/>
        </p:nvGrpSpPr>
        <p:grpSpPr>
          <a:xfrm>
            <a:off x="9679617" y="1869388"/>
            <a:ext cx="236362" cy="3447231"/>
            <a:chOff x="11044871" y="4022147"/>
            <a:chExt cx="236362" cy="2031812"/>
          </a:xfrm>
        </p:grpSpPr>
        <p:sp>
          <p:nvSpPr>
            <p:cNvPr id="84" name="四角形: 角を丸くする 83">
              <a:extLst>
                <a:ext uri="{FF2B5EF4-FFF2-40B4-BE49-F238E27FC236}">
                  <a16:creationId xmlns:a16="http://schemas.microsoft.com/office/drawing/2014/main" id="{B7BBFF14-8879-229B-B4B1-E84032D69542}"/>
                </a:ext>
              </a:extLst>
            </p:cNvPr>
            <p:cNvSpPr/>
            <p:nvPr/>
          </p:nvSpPr>
          <p:spPr>
            <a:xfrm>
              <a:off x="11044871" y="4022147"/>
              <a:ext cx="236362" cy="2031812"/>
            </a:xfrm>
            <a:prstGeom prst="roundRect">
              <a:avLst/>
            </a:prstGeom>
            <a:no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5" name="四角形: 角を丸くする 84">
              <a:extLst>
                <a:ext uri="{FF2B5EF4-FFF2-40B4-BE49-F238E27FC236}">
                  <a16:creationId xmlns:a16="http://schemas.microsoft.com/office/drawing/2014/main" id="{E6641B3E-7478-58E1-4CF9-9D73755D6417}"/>
                </a:ext>
              </a:extLst>
            </p:cNvPr>
            <p:cNvSpPr/>
            <p:nvPr/>
          </p:nvSpPr>
          <p:spPr>
            <a:xfrm>
              <a:off x="11066205" y="4094529"/>
              <a:ext cx="193695" cy="571313"/>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87" name="四角形: 角を丸くする 86">
            <a:extLst>
              <a:ext uri="{FF2B5EF4-FFF2-40B4-BE49-F238E27FC236}">
                <a16:creationId xmlns:a16="http://schemas.microsoft.com/office/drawing/2014/main" id="{CB5D0F3F-816F-7A96-8616-A8E985221E6E}"/>
              </a:ext>
            </a:extLst>
          </p:cNvPr>
          <p:cNvSpPr/>
          <p:nvPr/>
        </p:nvSpPr>
        <p:spPr>
          <a:xfrm>
            <a:off x="2204587" y="3159628"/>
            <a:ext cx="1778680" cy="820773"/>
          </a:xfrm>
          <a:prstGeom prst="roundRect">
            <a:avLst/>
          </a:prstGeom>
          <a:solidFill>
            <a:schemeClr val="bg1">
              <a:lumMod val="75000"/>
            </a:schemeClr>
          </a:solidFill>
          <a:ln w="38100">
            <a:solidFill>
              <a:srgbClr val="FF00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8" name="四角形: 角を丸くする 87">
            <a:extLst>
              <a:ext uri="{FF2B5EF4-FFF2-40B4-BE49-F238E27FC236}">
                <a16:creationId xmlns:a16="http://schemas.microsoft.com/office/drawing/2014/main" id="{9F160C63-B07B-2F5D-1FD1-EBB0AE6EC49E}"/>
              </a:ext>
            </a:extLst>
          </p:cNvPr>
          <p:cNvSpPr/>
          <p:nvPr/>
        </p:nvSpPr>
        <p:spPr>
          <a:xfrm>
            <a:off x="4742724" y="3159627"/>
            <a:ext cx="1778680" cy="820773"/>
          </a:xfrm>
          <a:prstGeom prst="roundRect">
            <a:avLst/>
          </a:prstGeom>
          <a:solidFill>
            <a:srgbClr val="FFA4F3"/>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9" name="四角形: 角を丸くする 88">
            <a:extLst>
              <a:ext uri="{FF2B5EF4-FFF2-40B4-BE49-F238E27FC236}">
                <a16:creationId xmlns:a16="http://schemas.microsoft.com/office/drawing/2014/main" id="{92BC15D7-81DA-6C29-FB11-4CEAC6589356}"/>
              </a:ext>
            </a:extLst>
          </p:cNvPr>
          <p:cNvSpPr/>
          <p:nvPr/>
        </p:nvSpPr>
        <p:spPr>
          <a:xfrm>
            <a:off x="7280860" y="3159627"/>
            <a:ext cx="1778680" cy="820773"/>
          </a:xfrm>
          <a:prstGeom prst="roundRect">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1" name="四角形: 角を丸くする 90">
            <a:extLst>
              <a:ext uri="{FF2B5EF4-FFF2-40B4-BE49-F238E27FC236}">
                <a16:creationId xmlns:a16="http://schemas.microsoft.com/office/drawing/2014/main" id="{FC9A0E26-B2B1-4F3B-C141-88B993053570}"/>
              </a:ext>
            </a:extLst>
          </p:cNvPr>
          <p:cNvSpPr/>
          <p:nvPr/>
        </p:nvSpPr>
        <p:spPr>
          <a:xfrm>
            <a:off x="4742724" y="1699407"/>
            <a:ext cx="1778680" cy="820773"/>
          </a:xfrm>
          <a:prstGeom prst="roundRect">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7" name="テキスト ボックス 106">
            <a:extLst>
              <a:ext uri="{FF2B5EF4-FFF2-40B4-BE49-F238E27FC236}">
                <a16:creationId xmlns:a16="http://schemas.microsoft.com/office/drawing/2014/main" id="{F2D7D3A1-CA87-ACD6-B365-7AF428F5807D}"/>
              </a:ext>
            </a:extLst>
          </p:cNvPr>
          <p:cNvSpPr txBox="1"/>
          <p:nvPr/>
        </p:nvSpPr>
        <p:spPr>
          <a:xfrm>
            <a:off x="4560936" y="1955905"/>
            <a:ext cx="2148373" cy="307777"/>
          </a:xfrm>
          <a:prstGeom prst="rect">
            <a:avLst/>
          </a:prstGeom>
          <a:noFill/>
        </p:spPr>
        <p:txBody>
          <a:bodyPr wrap="square">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部屋アンロック</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Ⅰ</a:t>
            </a:r>
            <a:endPar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09" name="テキスト ボックス 108">
            <a:extLst>
              <a:ext uri="{FF2B5EF4-FFF2-40B4-BE49-F238E27FC236}">
                <a16:creationId xmlns:a16="http://schemas.microsoft.com/office/drawing/2014/main" id="{F9C8C6EE-7B0B-3E91-57D2-01568CAAEC81}"/>
              </a:ext>
            </a:extLst>
          </p:cNvPr>
          <p:cNvSpPr txBox="1"/>
          <p:nvPr/>
        </p:nvSpPr>
        <p:spPr>
          <a:xfrm>
            <a:off x="5033201" y="3429000"/>
            <a:ext cx="1197727" cy="307777"/>
          </a:xfrm>
          <a:prstGeom prst="rect">
            <a:avLst/>
          </a:prstGeom>
          <a:noFill/>
        </p:spPr>
        <p:txBody>
          <a:bodyPr wrap="square">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清掃短縮</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Ⅰ</a:t>
            </a:r>
            <a:endPar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11" name="テキスト ボックス 110">
            <a:extLst>
              <a:ext uri="{FF2B5EF4-FFF2-40B4-BE49-F238E27FC236}">
                <a16:creationId xmlns:a16="http://schemas.microsoft.com/office/drawing/2014/main" id="{6660B8B1-C018-56B5-3594-2D8A7E8F8C89}"/>
              </a:ext>
            </a:extLst>
          </p:cNvPr>
          <p:cNvSpPr txBox="1"/>
          <p:nvPr/>
        </p:nvSpPr>
        <p:spPr>
          <a:xfrm>
            <a:off x="7534119" y="3429000"/>
            <a:ext cx="1272162" cy="307777"/>
          </a:xfrm>
          <a:prstGeom prst="rect">
            <a:avLst/>
          </a:prstGeom>
          <a:noFill/>
        </p:spPr>
        <p:txBody>
          <a:bodyPr wrap="square">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　　増量</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Ⅰ</a:t>
            </a:r>
            <a:endPar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cxnSp>
        <p:nvCxnSpPr>
          <p:cNvPr id="113" name="コネクタ: カギ線 112">
            <a:extLst>
              <a:ext uri="{FF2B5EF4-FFF2-40B4-BE49-F238E27FC236}">
                <a16:creationId xmlns:a16="http://schemas.microsoft.com/office/drawing/2014/main" id="{192E2651-9C32-EA84-9722-26914E0EF1B4}"/>
              </a:ext>
            </a:extLst>
          </p:cNvPr>
          <p:cNvCxnSpPr>
            <a:cxnSpLocks/>
            <a:stCxn id="91" idx="2"/>
            <a:endCxn id="87" idx="0"/>
          </p:cNvCxnSpPr>
          <p:nvPr/>
        </p:nvCxnSpPr>
        <p:spPr>
          <a:xfrm rot="5400000">
            <a:off x="4043272" y="1570836"/>
            <a:ext cx="639448" cy="2538137"/>
          </a:xfrm>
          <a:prstGeom prst="bentConnector3">
            <a:avLst>
              <a:gd name="adj1" fmla="val 50000"/>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cxnSp>
        <p:nvCxnSpPr>
          <p:cNvPr id="116" name="コネクタ: カギ線 115">
            <a:extLst>
              <a:ext uri="{FF2B5EF4-FFF2-40B4-BE49-F238E27FC236}">
                <a16:creationId xmlns:a16="http://schemas.microsoft.com/office/drawing/2014/main" id="{CABE1706-3F86-8DDF-D1C3-E8765A1505F4}"/>
              </a:ext>
            </a:extLst>
          </p:cNvPr>
          <p:cNvCxnSpPr>
            <a:cxnSpLocks/>
            <a:stCxn id="91" idx="2"/>
            <a:endCxn id="89" idx="0"/>
          </p:cNvCxnSpPr>
          <p:nvPr/>
        </p:nvCxnSpPr>
        <p:spPr>
          <a:xfrm rot="16200000" flipH="1">
            <a:off x="6581409" y="1570835"/>
            <a:ext cx="639447" cy="2538136"/>
          </a:xfrm>
          <a:prstGeom prst="bentConnector3">
            <a:avLst>
              <a:gd name="adj1" fmla="val 50000"/>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cxnSp>
        <p:nvCxnSpPr>
          <p:cNvPr id="121" name="直線コネクタ 120">
            <a:extLst>
              <a:ext uri="{FF2B5EF4-FFF2-40B4-BE49-F238E27FC236}">
                <a16:creationId xmlns:a16="http://schemas.microsoft.com/office/drawing/2014/main" id="{4ECACF41-992B-57D8-0B31-18412E2951F0}"/>
              </a:ext>
            </a:extLst>
          </p:cNvPr>
          <p:cNvCxnSpPr>
            <a:cxnSpLocks/>
            <a:stCxn id="91" idx="2"/>
            <a:endCxn id="88" idx="0"/>
          </p:cNvCxnSpPr>
          <p:nvPr/>
        </p:nvCxnSpPr>
        <p:spPr>
          <a:xfrm>
            <a:off x="5632064" y="2520180"/>
            <a:ext cx="0" cy="639447"/>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cxnSp>
        <p:nvCxnSpPr>
          <p:cNvPr id="124" name="直線コネクタ 123">
            <a:extLst>
              <a:ext uri="{FF2B5EF4-FFF2-40B4-BE49-F238E27FC236}">
                <a16:creationId xmlns:a16="http://schemas.microsoft.com/office/drawing/2014/main" id="{ADC375D7-D8AB-6980-DF56-9C88C117ADCE}"/>
              </a:ext>
            </a:extLst>
          </p:cNvPr>
          <p:cNvCxnSpPr>
            <a:cxnSpLocks/>
            <a:stCxn id="88" idx="2"/>
            <a:endCxn id="67" idx="0"/>
          </p:cNvCxnSpPr>
          <p:nvPr/>
        </p:nvCxnSpPr>
        <p:spPr>
          <a:xfrm>
            <a:off x="5632064" y="3980400"/>
            <a:ext cx="0" cy="639448"/>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128" name="テキスト ボックス 127">
            <a:extLst>
              <a:ext uri="{FF2B5EF4-FFF2-40B4-BE49-F238E27FC236}">
                <a16:creationId xmlns:a16="http://schemas.microsoft.com/office/drawing/2014/main" id="{FCAD05F6-8234-B1ED-2587-39732D14DAFF}"/>
              </a:ext>
            </a:extLst>
          </p:cNvPr>
          <p:cNvSpPr txBox="1"/>
          <p:nvPr/>
        </p:nvSpPr>
        <p:spPr>
          <a:xfrm>
            <a:off x="2495063" y="3429000"/>
            <a:ext cx="1197727" cy="307777"/>
          </a:xfrm>
          <a:prstGeom prst="rect">
            <a:avLst/>
          </a:prstGeom>
          <a:noFill/>
        </p:spPr>
        <p:txBody>
          <a:bodyPr wrap="square">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　増量</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Ⅰ</a:t>
            </a:r>
            <a:endPar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pic>
        <p:nvPicPr>
          <p:cNvPr id="130" name="図 129">
            <a:extLst>
              <a:ext uri="{FF2B5EF4-FFF2-40B4-BE49-F238E27FC236}">
                <a16:creationId xmlns:a16="http://schemas.microsoft.com/office/drawing/2014/main" id="{8F7E5875-2A2A-A8C2-FCBD-B2E2583E5D76}"/>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2599798" y="3410337"/>
            <a:ext cx="238300" cy="299261"/>
          </a:xfrm>
          <a:prstGeom prst="rect">
            <a:avLst/>
          </a:prstGeom>
        </p:spPr>
      </p:pic>
      <p:pic>
        <p:nvPicPr>
          <p:cNvPr id="132" name="図 131">
            <a:extLst>
              <a:ext uri="{FF2B5EF4-FFF2-40B4-BE49-F238E27FC236}">
                <a16:creationId xmlns:a16="http://schemas.microsoft.com/office/drawing/2014/main" id="{C5FF1FA8-C7FA-A3E8-838A-68402E408E38}"/>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7713220" y="3418588"/>
            <a:ext cx="310321" cy="307777"/>
          </a:xfrm>
          <a:prstGeom prst="rect">
            <a:avLst/>
          </a:prstGeom>
        </p:spPr>
      </p:pic>
      <p:cxnSp>
        <p:nvCxnSpPr>
          <p:cNvPr id="133" name="コネクタ: カギ線 132">
            <a:extLst>
              <a:ext uri="{FF2B5EF4-FFF2-40B4-BE49-F238E27FC236}">
                <a16:creationId xmlns:a16="http://schemas.microsoft.com/office/drawing/2014/main" id="{8417EC04-4DE9-9F68-97A1-321241E41CBD}"/>
              </a:ext>
            </a:extLst>
          </p:cNvPr>
          <p:cNvCxnSpPr>
            <a:cxnSpLocks/>
            <a:stCxn id="87" idx="2"/>
            <a:endCxn id="67" idx="0"/>
          </p:cNvCxnSpPr>
          <p:nvPr/>
        </p:nvCxnSpPr>
        <p:spPr>
          <a:xfrm rot="16200000" flipH="1">
            <a:off x="4043272" y="3031055"/>
            <a:ext cx="639447" cy="2538137"/>
          </a:xfrm>
          <a:prstGeom prst="bentConnector3">
            <a:avLst>
              <a:gd name="adj1" fmla="val 50000"/>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cxnSp>
        <p:nvCxnSpPr>
          <p:cNvPr id="136" name="コネクタ: カギ線 135">
            <a:extLst>
              <a:ext uri="{FF2B5EF4-FFF2-40B4-BE49-F238E27FC236}">
                <a16:creationId xmlns:a16="http://schemas.microsoft.com/office/drawing/2014/main" id="{8166EEEA-51B9-48F1-09A2-8448D436CA7B}"/>
              </a:ext>
            </a:extLst>
          </p:cNvPr>
          <p:cNvCxnSpPr>
            <a:cxnSpLocks/>
            <a:stCxn id="89" idx="2"/>
            <a:endCxn id="67" idx="0"/>
          </p:cNvCxnSpPr>
          <p:nvPr/>
        </p:nvCxnSpPr>
        <p:spPr>
          <a:xfrm rot="5400000">
            <a:off x="6581408" y="3031056"/>
            <a:ext cx="639448" cy="2538136"/>
          </a:xfrm>
          <a:prstGeom prst="bentConnector3">
            <a:avLst>
              <a:gd name="adj1" fmla="val 50000"/>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140" name="テキスト ボックス 139">
            <a:extLst>
              <a:ext uri="{FF2B5EF4-FFF2-40B4-BE49-F238E27FC236}">
                <a16:creationId xmlns:a16="http://schemas.microsoft.com/office/drawing/2014/main" id="{2D765E67-10C7-6159-8AC9-A7DB30BA8301}"/>
              </a:ext>
            </a:extLst>
          </p:cNvPr>
          <p:cNvSpPr txBox="1"/>
          <p:nvPr/>
        </p:nvSpPr>
        <p:spPr>
          <a:xfrm>
            <a:off x="4564043" y="4877485"/>
            <a:ext cx="2148373" cy="307777"/>
          </a:xfrm>
          <a:prstGeom prst="rect">
            <a:avLst/>
          </a:prstGeom>
          <a:noFill/>
        </p:spPr>
        <p:txBody>
          <a:bodyPr wrap="square">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部屋アンロック</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Ⅱ</a:t>
            </a:r>
            <a:endPar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nvGrpSpPr>
          <p:cNvPr id="145" name="グループ化 144">
            <a:extLst>
              <a:ext uri="{FF2B5EF4-FFF2-40B4-BE49-F238E27FC236}">
                <a16:creationId xmlns:a16="http://schemas.microsoft.com/office/drawing/2014/main" id="{87555FBB-2973-54C8-CEE3-572660365538}"/>
              </a:ext>
            </a:extLst>
          </p:cNvPr>
          <p:cNvGrpSpPr/>
          <p:nvPr/>
        </p:nvGrpSpPr>
        <p:grpSpPr>
          <a:xfrm>
            <a:off x="5445863" y="4113923"/>
            <a:ext cx="372400" cy="372400"/>
            <a:chOff x="7453941" y="1785130"/>
            <a:chExt cx="1107447" cy="1107447"/>
          </a:xfrm>
        </p:grpSpPr>
        <p:sp>
          <p:nvSpPr>
            <p:cNvPr id="143" name="楕円 142">
              <a:extLst>
                <a:ext uri="{FF2B5EF4-FFF2-40B4-BE49-F238E27FC236}">
                  <a16:creationId xmlns:a16="http://schemas.microsoft.com/office/drawing/2014/main" id="{998EC810-8DD8-AD07-9F16-9D308AAF13CE}"/>
                </a:ext>
              </a:extLst>
            </p:cNvPr>
            <p:cNvSpPr/>
            <p:nvPr/>
          </p:nvSpPr>
          <p:spPr>
            <a:xfrm>
              <a:off x="7553309" y="1915040"/>
              <a:ext cx="914400" cy="914400"/>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42" name="図 141">
              <a:extLst>
                <a:ext uri="{FF2B5EF4-FFF2-40B4-BE49-F238E27FC236}">
                  <a16:creationId xmlns:a16="http://schemas.microsoft.com/office/drawing/2014/main" id="{BA3C3544-2853-AA97-BB81-053799603771}"/>
                </a:ext>
              </a:extLst>
            </p:cNvPr>
            <p:cNvPicPr>
              <a:picLocks noChangeAspect="1"/>
            </p:cNvPicPr>
            <p:nvPr/>
          </p:nvPicPr>
          <p:blipFill>
            <a:blip r:embed="rId8">
              <a:duotone>
                <a:schemeClr val="accent1">
                  <a:shade val="45000"/>
                  <a:satMod val="135000"/>
                </a:schemeClr>
                <a:prstClr val="white"/>
              </a:duotone>
              <a:extLst>
                <a:ext uri="{28A0092B-C50C-407E-A947-70E740481C1C}">
                  <a14:useLocalDpi xmlns:a14="http://schemas.microsoft.com/office/drawing/2010/main" val="0"/>
                </a:ext>
              </a:extLst>
            </a:blip>
            <a:stretch>
              <a:fillRect/>
            </a:stretch>
          </p:blipFill>
          <p:spPr>
            <a:xfrm>
              <a:off x="7453941" y="1785130"/>
              <a:ext cx="1107447" cy="1107447"/>
            </a:xfrm>
            <a:prstGeom prst="rect">
              <a:avLst/>
            </a:prstGeom>
          </p:spPr>
        </p:pic>
      </p:grpSp>
      <p:sp>
        <p:nvSpPr>
          <p:cNvPr id="147" name="四角形: 角を丸くする 146">
            <a:extLst>
              <a:ext uri="{FF2B5EF4-FFF2-40B4-BE49-F238E27FC236}">
                <a16:creationId xmlns:a16="http://schemas.microsoft.com/office/drawing/2014/main" id="{75A56840-C9E0-28BB-2453-9724F86EE828}"/>
              </a:ext>
            </a:extLst>
          </p:cNvPr>
          <p:cNvSpPr/>
          <p:nvPr/>
        </p:nvSpPr>
        <p:spPr>
          <a:xfrm>
            <a:off x="4741501" y="4615634"/>
            <a:ext cx="1778680" cy="820773"/>
          </a:xfrm>
          <a:prstGeom prst="roundRect">
            <a:avLst/>
          </a:prstGeom>
          <a:solidFill>
            <a:schemeClr val="tx1">
              <a:lumMod val="85000"/>
              <a:lumOff val="15000"/>
              <a:alpha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48" name="二等辺三角形 147">
            <a:extLst>
              <a:ext uri="{FF2B5EF4-FFF2-40B4-BE49-F238E27FC236}">
                <a16:creationId xmlns:a16="http://schemas.microsoft.com/office/drawing/2014/main" id="{97599291-F103-4117-0612-7A059A80E63E}"/>
              </a:ext>
            </a:extLst>
          </p:cNvPr>
          <p:cNvSpPr/>
          <p:nvPr/>
        </p:nvSpPr>
        <p:spPr>
          <a:xfrm rot="5400000">
            <a:off x="1994492" y="3383813"/>
            <a:ext cx="431983" cy="372399"/>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41" name="グループ化 40">
            <a:extLst>
              <a:ext uri="{FF2B5EF4-FFF2-40B4-BE49-F238E27FC236}">
                <a16:creationId xmlns:a16="http://schemas.microsoft.com/office/drawing/2014/main" id="{F0181538-D038-D1AB-8C2B-5BD81BEFC669}"/>
              </a:ext>
            </a:extLst>
          </p:cNvPr>
          <p:cNvGrpSpPr/>
          <p:nvPr/>
        </p:nvGrpSpPr>
        <p:grpSpPr>
          <a:xfrm>
            <a:off x="2203365" y="5441964"/>
            <a:ext cx="6854953" cy="1460222"/>
            <a:chOff x="2356987" y="2672579"/>
            <a:chExt cx="6854953" cy="1460222"/>
          </a:xfrm>
        </p:grpSpPr>
        <p:sp>
          <p:nvSpPr>
            <p:cNvPr id="29" name="四角形: 角を丸くする 28">
              <a:extLst>
                <a:ext uri="{FF2B5EF4-FFF2-40B4-BE49-F238E27FC236}">
                  <a16:creationId xmlns:a16="http://schemas.microsoft.com/office/drawing/2014/main" id="{47902FE6-8601-61CD-7689-B0FAEC5AF74B}"/>
                </a:ext>
              </a:extLst>
            </p:cNvPr>
            <p:cNvSpPr/>
            <p:nvPr/>
          </p:nvSpPr>
          <p:spPr>
            <a:xfrm>
              <a:off x="2356987" y="3312028"/>
              <a:ext cx="1778680" cy="820773"/>
            </a:xfrm>
            <a:prstGeom prst="roundRect">
              <a:avLst/>
            </a:prstGeom>
            <a:solidFill>
              <a:schemeClr val="bg1">
                <a:lumMod val="75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0" name="四角形: 角を丸くする 29">
              <a:extLst>
                <a:ext uri="{FF2B5EF4-FFF2-40B4-BE49-F238E27FC236}">
                  <a16:creationId xmlns:a16="http://schemas.microsoft.com/office/drawing/2014/main" id="{0B1FD2DA-5398-8E2F-5DE7-94928C344FB1}"/>
                </a:ext>
              </a:extLst>
            </p:cNvPr>
            <p:cNvSpPr/>
            <p:nvPr/>
          </p:nvSpPr>
          <p:spPr>
            <a:xfrm>
              <a:off x="4895124" y="3312027"/>
              <a:ext cx="1778680" cy="820773"/>
            </a:xfrm>
            <a:prstGeom prst="roundRect">
              <a:avLst/>
            </a:prstGeom>
            <a:solidFill>
              <a:schemeClr val="bg1">
                <a:lumMod val="75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1" name="四角形: 角を丸くする 30">
              <a:extLst>
                <a:ext uri="{FF2B5EF4-FFF2-40B4-BE49-F238E27FC236}">
                  <a16:creationId xmlns:a16="http://schemas.microsoft.com/office/drawing/2014/main" id="{21155B2A-2882-48AE-568B-1FB0C1C2B48A}"/>
                </a:ext>
              </a:extLst>
            </p:cNvPr>
            <p:cNvSpPr/>
            <p:nvPr/>
          </p:nvSpPr>
          <p:spPr>
            <a:xfrm>
              <a:off x="7433260" y="3312027"/>
              <a:ext cx="1778680" cy="820773"/>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2" name="テキスト ボックス 31">
              <a:extLst>
                <a:ext uri="{FF2B5EF4-FFF2-40B4-BE49-F238E27FC236}">
                  <a16:creationId xmlns:a16="http://schemas.microsoft.com/office/drawing/2014/main" id="{D6E1B4CE-E186-D6DD-381D-4ACB68D3D294}"/>
                </a:ext>
              </a:extLst>
            </p:cNvPr>
            <p:cNvSpPr txBox="1"/>
            <p:nvPr/>
          </p:nvSpPr>
          <p:spPr>
            <a:xfrm>
              <a:off x="5185601" y="3581400"/>
              <a:ext cx="1197727" cy="307777"/>
            </a:xfrm>
            <a:prstGeom prst="rect">
              <a:avLst/>
            </a:prstGeom>
            <a:noFill/>
          </p:spPr>
          <p:txBody>
            <a:bodyPr wrap="square">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清掃短縮</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Ⅰ</a:t>
              </a:r>
              <a:endPar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33" name="テキスト ボックス 32">
              <a:extLst>
                <a:ext uri="{FF2B5EF4-FFF2-40B4-BE49-F238E27FC236}">
                  <a16:creationId xmlns:a16="http://schemas.microsoft.com/office/drawing/2014/main" id="{7F502764-744D-6A53-7B5C-E3B30FAADD46}"/>
                </a:ext>
              </a:extLst>
            </p:cNvPr>
            <p:cNvSpPr txBox="1"/>
            <p:nvPr/>
          </p:nvSpPr>
          <p:spPr>
            <a:xfrm>
              <a:off x="7686519" y="3581400"/>
              <a:ext cx="1272162" cy="307777"/>
            </a:xfrm>
            <a:prstGeom prst="rect">
              <a:avLst/>
            </a:prstGeom>
            <a:noFill/>
          </p:spPr>
          <p:txBody>
            <a:bodyPr wrap="square">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　　増量</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Ⅰ</a:t>
              </a:r>
              <a:endPar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cxnSp>
          <p:nvCxnSpPr>
            <p:cNvPr id="34" name="コネクタ: カギ線 33">
              <a:extLst>
                <a:ext uri="{FF2B5EF4-FFF2-40B4-BE49-F238E27FC236}">
                  <a16:creationId xmlns:a16="http://schemas.microsoft.com/office/drawing/2014/main" id="{0AB3FFED-ACA7-B934-BDE4-741B95876C0F}"/>
                </a:ext>
              </a:extLst>
            </p:cNvPr>
            <p:cNvCxnSpPr>
              <a:cxnSpLocks/>
              <a:endCxn id="29" idx="0"/>
            </p:cNvCxnSpPr>
            <p:nvPr/>
          </p:nvCxnSpPr>
          <p:spPr>
            <a:xfrm rot="5400000">
              <a:off x="4195672" y="1723236"/>
              <a:ext cx="639448" cy="2538137"/>
            </a:xfrm>
            <a:prstGeom prst="bentConnector3">
              <a:avLst>
                <a:gd name="adj1" fmla="val 50000"/>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cxnSp>
          <p:nvCxnSpPr>
            <p:cNvPr id="35" name="コネクタ: カギ線 34">
              <a:extLst>
                <a:ext uri="{FF2B5EF4-FFF2-40B4-BE49-F238E27FC236}">
                  <a16:creationId xmlns:a16="http://schemas.microsoft.com/office/drawing/2014/main" id="{2DF1323E-44FA-9C4F-05FA-81F4FF481685}"/>
                </a:ext>
              </a:extLst>
            </p:cNvPr>
            <p:cNvCxnSpPr>
              <a:cxnSpLocks/>
              <a:endCxn id="31" idx="0"/>
            </p:cNvCxnSpPr>
            <p:nvPr/>
          </p:nvCxnSpPr>
          <p:spPr>
            <a:xfrm rot="16200000" flipH="1">
              <a:off x="6733809" y="1723235"/>
              <a:ext cx="639447" cy="2538136"/>
            </a:xfrm>
            <a:prstGeom prst="bentConnector3">
              <a:avLst>
                <a:gd name="adj1" fmla="val 50000"/>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cxnSp>
          <p:nvCxnSpPr>
            <p:cNvPr id="36" name="直線コネクタ 35">
              <a:extLst>
                <a:ext uri="{FF2B5EF4-FFF2-40B4-BE49-F238E27FC236}">
                  <a16:creationId xmlns:a16="http://schemas.microsoft.com/office/drawing/2014/main" id="{0C3F2D5A-9385-41A4-D113-C19FB5D0A5C9}"/>
                </a:ext>
              </a:extLst>
            </p:cNvPr>
            <p:cNvCxnSpPr>
              <a:cxnSpLocks/>
              <a:endCxn id="30" idx="0"/>
            </p:cNvCxnSpPr>
            <p:nvPr/>
          </p:nvCxnSpPr>
          <p:spPr>
            <a:xfrm>
              <a:off x="5784464" y="2672580"/>
              <a:ext cx="0" cy="639447"/>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37" name="テキスト ボックス 36">
              <a:extLst>
                <a:ext uri="{FF2B5EF4-FFF2-40B4-BE49-F238E27FC236}">
                  <a16:creationId xmlns:a16="http://schemas.microsoft.com/office/drawing/2014/main" id="{54816BE3-CA44-31A1-8D37-C89AEFD2DEB8}"/>
                </a:ext>
              </a:extLst>
            </p:cNvPr>
            <p:cNvSpPr txBox="1"/>
            <p:nvPr/>
          </p:nvSpPr>
          <p:spPr>
            <a:xfrm>
              <a:off x="2647463" y="3581400"/>
              <a:ext cx="1197727" cy="307777"/>
            </a:xfrm>
            <a:prstGeom prst="rect">
              <a:avLst/>
            </a:prstGeom>
            <a:noFill/>
          </p:spPr>
          <p:txBody>
            <a:bodyPr wrap="square">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　増量</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Ⅰ</a:t>
              </a:r>
              <a:endPar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pic>
          <p:nvPicPr>
            <p:cNvPr id="38" name="図 37">
              <a:extLst>
                <a:ext uri="{FF2B5EF4-FFF2-40B4-BE49-F238E27FC236}">
                  <a16:creationId xmlns:a16="http://schemas.microsoft.com/office/drawing/2014/main" id="{DED2D907-E391-D417-DE41-8622C1E5F66B}"/>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2752198" y="3562737"/>
              <a:ext cx="238300" cy="299261"/>
            </a:xfrm>
            <a:prstGeom prst="rect">
              <a:avLst/>
            </a:prstGeom>
          </p:spPr>
        </p:pic>
        <p:pic>
          <p:nvPicPr>
            <p:cNvPr id="39" name="図 38">
              <a:extLst>
                <a:ext uri="{FF2B5EF4-FFF2-40B4-BE49-F238E27FC236}">
                  <a16:creationId xmlns:a16="http://schemas.microsoft.com/office/drawing/2014/main" id="{3B2748D9-DCA8-0F82-CDB4-0E6F76BC9333}"/>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7865620" y="3570988"/>
              <a:ext cx="310321" cy="307777"/>
            </a:xfrm>
            <a:prstGeom prst="rect">
              <a:avLst/>
            </a:prstGeom>
          </p:spPr>
        </p:pic>
      </p:grpSp>
      <p:sp>
        <p:nvSpPr>
          <p:cNvPr id="43" name="四角形: 角を丸くする 42">
            <a:extLst>
              <a:ext uri="{FF2B5EF4-FFF2-40B4-BE49-F238E27FC236}">
                <a16:creationId xmlns:a16="http://schemas.microsoft.com/office/drawing/2014/main" id="{0CB664B4-3E52-9A0B-4743-D0BDA03FC3D5}"/>
              </a:ext>
            </a:extLst>
          </p:cNvPr>
          <p:cNvSpPr/>
          <p:nvPr/>
        </p:nvSpPr>
        <p:spPr>
          <a:xfrm>
            <a:off x="2196678" y="6094167"/>
            <a:ext cx="1778680" cy="820773"/>
          </a:xfrm>
          <a:prstGeom prst="roundRect">
            <a:avLst/>
          </a:prstGeom>
          <a:solidFill>
            <a:schemeClr val="tx1">
              <a:lumMod val="85000"/>
              <a:lumOff val="15000"/>
              <a:alpha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5" name="四角形: 角を丸くする 44">
            <a:extLst>
              <a:ext uri="{FF2B5EF4-FFF2-40B4-BE49-F238E27FC236}">
                <a16:creationId xmlns:a16="http://schemas.microsoft.com/office/drawing/2014/main" id="{0CAA10AE-DCE4-F2F8-624D-8FD6457D6F7D}"/>
              </a:ext>
            </a:extLst>
          </p:cNvPr>
          <p:cNvSpPr/>
          <p:nvPr/>
        </p:nvSpPr>
        <p:spPr>
          <a:xfrm>
            <a:off x="4744616" y="6086667"/>
            <a:ext cx="1778680" cy="820773"/>
          </a:xfrm>
          <a:prstGeom prst="roundRect">
            <a:avLst/>
          </a:prstGeom>
          <a:solidFill>
            <a:schemeClr val="tx1">
              <a:lumMod val="85000"/>
              <a:lumOff val="15000"/>
              <a:alpha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7" name="四角形: 角を丸くする 46">
            <a:extLst>
              <a:ext uri="{FF2B5EF4-FFF2-40B4-BE49-F238E27FC236}">
                <a16:creationId xmlns:a16="http://schemas.microsoft.com/office/drawing/2014/main" id="{23BCF550-B34B-F155-2900-402329E122B7}"/>
              </a:ext>
            </a:extLst>
          </p:cNvPr>
          <p:cNvSpPr/>
          <p:nvPr/>
        </p:nvSpPr>
        <p:spPr>
          <a:xfrm>
            <a:off x="7285867" y="6094166"/>
            <a:ext cx="1778680" cy="820773"/>
          </a:xfrm>
          <a:prstGeom prst="roundRect">
            <a:avLst/>
          </a:prstGeom>
          <a:solidFill>
            <a:schemeClr val="tx1">
              <a:lumMod val="85000"/>
              <a:lumOff val="15000"/>
              <a:alpha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9" name="正方形/長方形 48">
            <a:extLst>
              <a:ext uri="{FF2B5EF4-FFF2-40B4-BE49-F238E27FC236}">
                <a16:creationId xmlns:a16="http://schemas.microsoft.com/office/drawing/2014/main" id="{70703DA6-AD3F-C1B1-BC01-31FEDA9190F6}"/>
              </a:ext>
            </a:extLst>
          </p:cNvPr>
          <p:cNvSpPr>
            <a:spLocks/>
          </p:cNvSpPr>
          <p:nvPr/>
        </p:nvSpPr>
        <p:spPr>
          <a:xfrm>
            <a:off x="1590627" y="5150498"/>
            <a:ext cx="9010745" cy="1696876"/>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3" name="グループ化 12">
            <a:extLst>
              <a:ext uri="{FF2B5EF4-FFF2-40B4-BE49-F238E27FC236}">
                <a16:creationId xmlns:a16="http://schemas.microsoft.com/office/drawing/2014/main" id="{E27336EE-8604-FF89-4492-5CA37AFB4FF0}"/>
              </a:ext>
            </a:extLst>
          </p:cNvPr>
          <p:cNvGrpSpPr/>
          <p:nvPr/>
        </p:nvGrpSpPr>
        <p:grpSpPr>
          <a:xfrm>
            <a:off x="3724994" y="6018074"/>
            <a:ext cx="4718814" cy="496239"/>
            <a:chOff x="3724996" y="3704434"/>
            <a:chExt cx="4718814" cy="496239"/>
          </a:xfrm>
        </p:grpSpPr>
        <p:sp>
          <p:nvSpPr>
            <p:cNvPr id="15" name="四角形: 角を丸くする 14">
              <a:extLst>
                <a:ext uri="{FF2B5EF4-FFF2-40B4-BE49-F238E27FC236}">
                  <a16:creationId xmlns:a16="http://schemas.microsoft.com/office/drawing/2014/main" id="{1C236278-94D0-5BF0-C7AD-7BEAF26FC8BE}"/>
                </a:ext>
              </a:extLst>
            </p:cNvPr>
            <p:cNvSpPr/>
            <p:nvPr/>
          </p:nvSpPr>
          <p:spPr>
            <a:xfrm>
              <a:off x="6495533" y="3704434"/>
              <a:ext cx="1948277" cy="496239"/>
            </a:xfrm>
            <a:prstGeom prst="roundRect">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rPr>
                <a:t>強化</a:t>
              </a:r>
            </a:p>
          </p:txBody>
        </p:sp>
        <p:grpSp>
          <p:nvGrpSpPr>
            <p:cNvPr id="16" name="グループ化 15">
              <a:extLst>
                <a:ext uri="{FF2B5EF4-FFF2-40B4-BE49-F238E27FC236}">
                  <a16:creationId xmlns:a16="http://schemas.microsoft.com/office/drawing/2014/main" id="{54412363-7DF2-B537-DBD0-9F4EB937B9D8}"/>
                </a:ext>
              </a:extLst>
            </p:cNvPr>
            <p:cNvGrpSpPr/>
            <p:nvPr/>
          </p:nvGrpSpPr>
          <p:grpSpPr>
            <a:xfrm>
              <a:off x="3724996" y="3738168"/>
              <a:ext cx="2289837" cy="438046"/>
              <a:chOff x="6420908" y="3453482"/>
              <a:chExt cx="2289837" cy="438046"/>
            </a:xfrm>
          </p:grpSpPr>
          <p:grpSp>
            <p:nvGrpSpPr>
              <p:cNvPr id="17" name="グループ化 16">
                <a:extLst>
                  <a:ext uri="{FF2B5EF4-FFF2-40B4-BE49-F238E27FC236}">
                    <a16:creationId xmlns:a16="http://schemas.microsoft.com/office/drawing/2014/main" id="{ED711BFE-9BC9-BBD3-B220-8D72CEF6D8DF}"/>
                  </a:ext>
                </a:extLst>
              </p:cNvPr>
              <p:cNvGrpSpPr/>
              <p:nvPr/>
            </p:nvGrpSpPr>
            <p:grpSpPr>
              <a:xfrm>
                <a:off x="6420908" y="3453482"/>
                <a:ext cx="2289837" cy="438046"/>
                <a:chOff x="4873938" y="3796691"/>
                <a:chExt cx="2289837" cy="438046"/>
              </a:xfrm>
            </p:grpSpPr>
            <p:sp>
              <p:nvSpPr>
                <p:cNvPr id="26" name="四角形: 角を丸くする 25">
                  <a:extLst>
                    <a:ext uri="{FF2B5EF4-FFF2-40B4-BE49-F238E27FC236}">
                      <a16:creationId xmlns:a16="http://schemas.microsoft.com/office/drawing/2014/main" id="{4889F2A7-FCDA-A94E-4008-8F1257712078}"/>
                    </a:ext>
                  </a:extLst>
                </p:cNvPr>
                <p:cNvSpPr/>
                <p:nvPr/>
              </p:nvSpPr>
              <p:spPr>
                <a:xfrm>
                  <a:off x="4873938" y="3796691"/>
                  <a:ext cx="2289837" cy="438046"/>
                </a:xfrm>
                <a:prstGeom prst="round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7" name="テキスト ボックス 26">
                  <a:extLst>
                    <a:ext uri="{FF2B5EF4-FFF2-40B4-BE49-F238E27FC236}">
                      <a16:creationId xmlns:a16="http://schemas.microsoft.com/office/drawing/2014/main" id="{C22C6AE9-EF40-2FBE-61F5-9F4D692EB06F}"/>
                    </a:ext>
                  </a:extLst>
                </p:cNvPr>
                <p:cNvSpPr txBox="1"/>
                <p:nvPr/>
              </p:nvSpPr>
              <p:spPr>
                <a:xfrm>
                  <a:off x="5068663" y="3877215"/>
                  <a:ext cx="1039469"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消費数</a:t>
                  </a:r>
                </a:p>
              </p:txBody>
            </p:sp>
            <p:sp>
              <p:nvSpPr>
                <p:cNvPr id="28" name="テキスト ボックス 27">
                  <a:extLst>
                    <a:ext uri="{FF2B5EF4-FFF2-40B4-BE49-F238E27FC236}">
                      <a16:creationId xmlns:a16="http://schemas.microsoft.com/office/drawing/2014/main" id="{1E857634-CD43-FDD3-91FB-7A509947A692}"/>
                    </a:ext>
                  </a:extLst>
                </p:cNvPr>
                <p:cNvSpPr txBox="1"/>
                <p:nvPr/>
              </p:nvSpPr>
              <p:spPr>
                <a:xfrm>
                  <a:off x="6001316" y="3846437"/>
                  <a:ext cx="1162459" cy="338554"/>
                </a:xfrm>
                <a:prstGeom prst="rect">
                  <a:avLst/>
                </a:prstGeom>
                <a:noFill/>
              </p:spPr>
              <p:txBody>
                <a:bodyPr wrap="square" rtlCol="0">
                  <a:spAutoFit/>
                </a:bodyPr>
                <a:lstStyle/>
                <a:p>
                  <a:pPr algn="ctr"/>
                  <a:r>
                    <a:rPr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000000000</a:t>
                  </a:r>
                  <a:endPar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8" name="グループ化 17">
                <a:extLst>
                  <a:ext uri="{FF2B5EF4-FFF2-40B4-BE49-F238E27FC236}">
                    <a16:creationId xmlns:a16="http://schemas.microsoft.com/office/drawing/2014/main" id="{E28AC3CA-56F5-F63A-A4D6-4F084DA1801C}"/>
                  </a:ext>
                </a:extLst>
              </p:cNvPr>
              <p:cNvGrpSpPr/>
              <p:nvPr/>
            </p:nvGrpSpPr>
            <p:grpSpPr>
              <a:xfrm>
                <a:off x="6543645" y="3540774"/>
                <a:ext cx="211026" cy="279530"/>
                <a:chOff x="8604191" y="699940"/>
                <a:chExt cx="211026" cy="279530"/>
              </a:xfrm>
            </p:grpSpPr>
            <p:grpSp>
              <p:nvGrpSpPr>
                <p:cNvPr id="19" name="グループ化 18">
                  <a:extLst>
                    <a:ext uri="{FF2B5EF4-FFF2-40B4-BE49-F238E27FC236}">
                      <a16:creationId xmlns:a16="http://schemas.microsoft.com/office/drawing/2014/main" id="{C45C4F0F-1961-7EEB-BA79-2A1E2181643F}"/>
                    </a:ext>
                  </a:extLst>
                </p:cNvPr>
                <p:cNvGrpSpPr/>
                <p:nvPr/>
              </p:nvGrpSpPr>
              <p:grpSpPr>
                <a:xfrm>
                  <a:off x="8604191" y="699940"/>
                  <a:ext cx="211026" cy="279530"/>
                  <a:chOff x="8604191" y="672399"/>
                  <a:chExt cx="211026" cy="279530"/>
                </a:xfrm>
              </p:grpSpPr>
              <p:cxnSp>
                <p:nvCxnSpPr>
                  <p:cNvPr id="22" name="コネクタ: カギ線 21">
                    <a:extLst>
                      <a:ext uri="{FF2B5EF4-FFF2-40B4-BE49-F238E27FC236}">
                        <a16:creationId xmlns:a16="http://schemas.microsoft.com/office/drawing/2014/main" id="{B3EBA533-E33F-8677-E4FF-E3792551B50A}"/>
                      </a:ext>
                    </a:extLst>
                  </p:cNvPr>
                  <p:cNvCxnSpPr>
                    <a:cxnSpLocks/>
                  </p:cNvCxnSpPr>
                  <p:nvPr/>
                </p:nvCxnSpPr>
                <p:spPr>
                  <a:xfrm rot="16200000" flipH="1">
                    <a:off x="8604191" y="740903"/>
                    <a:ext cx="211026" cy="211026"/>
                  </a:xfrm>
                  <a:prstGeom prst="bentConnector3">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23" name="直線コネクタ 22">
                    <a:extLst>
                      <a:ext uri="{FF2B5EF4-FFF2-40B4-BE49-F238E27FC236}">
                        <a16:creationId xmlns:a16="http://schemas.microsoft.com/office/drawing/2014/main" id="{67DF436F-4AA4-4209-E2B0-C49C63E3E34C}"/>
                      </a:ext>
                    </a:extLst>
                  </p:cNvPr>
                  <p:cNvCxnSpPr>
                    <a:cxnSpLocks/>
                  </p:cNvCxnSpPr>
                  <p:nvPr/>
                </p:nvCxnSpPr>
                <p:spPr>
                  <a:xfrm>
                    <a:off x="8706065" y="725136"/>
                    <a:ext cx="0" cy="22387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24" name="直線コネクタ 23">
                    <a:extLst>
                      <a:ext uri="{FF2B5EF4-FFF2-40B4-BE49-F238E27FC236}">
                        <a16:creationId xmlns:a16="http://schemas.microsoft.com/office/drawing/2014/main" id="{EC4814BE-1047-BFBD-60C1-26E612D1B3B4}"/>
                      </a:ext>
                    </a:extLst>
                  </p:cNvPr>
                  <p:cNvCxnSpPr>
                    <a:cxnSpLocks/>
                  </p:cNvCxnSpPr>
                  <p:nvPr/>
                </p:nvCxnSpPr>
                <p:spPr>
                  <a:xfrm>
                    <a:off x="8653289" y="672403"/>
                    <a:ext cx="43248" cy="59906"/>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25" name="直線コネクタ 24">
                    <a:extLst>
                      <a:ext uri="{FF2B5EF4-FFF2-40B4-BE49-F238E27FC236}">
                        <a16:creationId xmlns:a16="http://schemas.microsoft.com/office/drawing/2014/main" id="{F2CDC316-B506-FADB-6440-3305F5D5D417}"/>
                      </a:ext>
                    </a:extLst>
                  </p:cNvPr>
                  <p:cNvCxnSpPr>
                    <a:cxnSpLocks/>
                  </p:cNvCxnSpPr>
                  <p:nvPr/>
                </p:nvCxnSpPr>
                <p:spPr>
                  <a:xfrm flipH="1">
                    <a:off x="8712819" y="672399"/>
                    <a:ext cx="43248" cy="59906"/>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grpSp>
            <p:cxnSp>
              <p:nvCxnSpPr>
                <p:cNvPr id="20" name="直線コネクタ 19">
                  <a:extLst>
                    <a:ext uri="{FF2B5EF4-FFF2-40B4-BE49-F238E27FC236}">
                      <a16:creationId xmlns:a16="http://schemas.microsoft.com/office/drawing/2014/main" id="{A8B73965-DA23-7809-A9D1-A0E2274B5EEE}"/>
                    </a:ext>
                  </a:extLst>
                </p:cNvPr>
                <p:cNvCxnSpPr>
                  <a:cxnSpLocks/>
                </p:cNvCxnSpPr>
                <p:nvPr/>
              </p:nvCxnSpPr>
              <p:spPr>
                <a:xfrm flipH="1">
                  <a:off x="8645440" y="819427"/>
                  <a:ext cx="134580" cy="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21" name="直線コネクタ 20">
                  <a:extLst>
                    <a:ext uri="{FF2B5EF4-FFF2-40B4-BE49-F238E27FC236}">
                      <a16:creationId xmlns:a16="http://schemas.microsoft.com/office/drawing/2014/main" id="{FEDFE995-B057-4285-E6B7-57A2DF5C79DF}"/>
                    </a:ext>
                  </a:extLst>
                </p:cNvPr>
                <p:cNvCxnSpPr>
                  <a:cxnSpLocks/>
                </p:cNvCxnSpPr>
                <p:nvPr/>
              </p:nvCxnSpPr>
              <p:spPr>
                <a:xfrm flipH="1">
                  <a:off x="8645440" y="925877"/>
                  <a:ext cx="134580" cy="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grpSp>
        </p:grpSp>
      </p:grpSp>
      <p:grpSp>
        <p:nvGrpSpPr>
          <p:cNvPr id="56" name="グループ化 55">
            <a:extLst>
              <a:ext uri="{FF2B5EF4-FFF2-40B4-BE49-F238E27FC236}">
                <a16:creationId xmlns:a16="http://schemas.microsoft.com/office/drawing/2014/main" id="{9F3B3C28-553F-EFF3-FE4C-7808CC27E390}"/>
              </a:ext>
            </a:extLst>
          </p:cNvPr>
          <p:cNvGrpSpPr/>
          <p:nvPr/>
        </p:nvGrpSpPr>
        <p:grpSpPr>
          <a:xfrm>
            <a:off x="2757161" y="5446919"/>
            <a:ext cx="3061102" cy="369332"/>
            <a:chOff x="2757161" y="5446919"/>
            <a:chExt cx="3061102" cy="369332"/>
          </a:xfrm>
        </p:grpSpPr>
        <p:sp>
          <p:nvSpPr>
            <p:cNvPr id="51" name="テキスト ボックス 50">
              <a:extLst>
                <a:ext uri="{FF2B5EF4-FFF2-40B4-BE49-F238E27FC236}">
                  <a16:creationId xmlns:a16="http://schemas.microsoft.com/office/drawing/2014/main" id="{B3D145E0-39B6-D5BC-8267-0B3FFDE0509E}"/>
                </a:ext>
              </a:extLst>
            </p:cNvPr>
            <p:cNvSpPr txBox="1"/>
            <p:nvPr/>
          </p:nvSpPr>
          <p:spPr>
            <a:xfrm>
              <a:off x="2757161" y="5446919"/>
              <a:ext cx="3061102" cy="369332"/>
            </a:xfrm>
            <a:prstGeom prst="rect">
              <a:avLst/>
            </a:prstGeom>
            <a:noFill/>
          </p:spPr>
          <p:txBody>
            <a:bodyPr wrap="square">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rPr>
                <a:t>基礎　　報酬　</a:t>
              </a:r>
              <a:r>
                <a:rPr lang="en-US" altLang="ja-JP">
                  <a:solidFill>
                    <a:schemeClr val="bg1">
                      <a:lumMod val="95000"/>
                    </a:schemeClr>
                  </a:solidFill>
                  <a:latin typeface="原稿用標準書体" panose="03000503000000000000" pitchFamily="66" charset="-128"/>
                  <a:ea typeface="原稿用標準書体" panose="03000503000000000000" pitchFamily="66" charset="-128"/>
                </a:rPr>
                <a:t>0000000</a:t>
              </a:r>
              <a:endParaRPr kumimoji="1" lang="ja-JP" altLang="en-US" sz="1800">
                <a:solidFill>
                  <a:schemeClr val="bg1">
                    <a:lumMod val="95000"/>
                  </a:schemeClr>
                </a:solidFill>
                <a:latin typeface="原稿用標準書体" panose="03000503000000000000" pitchFamily="66" charset="-128"/>
                <a:ea typeface="原稿用標準書体" panose="03000503000000000000" pitchFamily="66" charset="-128"/>
              </a:endParaRPr>
            </a:p>
          </p:txBody>
        </p:sp>
        <p:pic>
          <p:nvPicPr>
            <p:cNvPr id="53" name="図 52">
              <a:extLst>
                <a:ext uri="{FF2B5EF4-FFF2-40B4-BE49-F238E27FC236}">
                  <a16:creationId xmlns:a16="http://schemas.microsoft.com/office/drawing/2014/main" id="{234B613F-0242-9BB3-04EE-EC35D2E21AAC}"/>
                </a:ext>
              </a:extLst>
            </p:cNvPr>
            <p:cNvPicPr>
              <a:picLocks noChangeAspect="1"/>
            </p:cNvPicPr>
            <p:nvPr/>
          </p:nvPicPr>
          <p:blipFill>
            <a:blip r:embed="rId6">
              <a:biLevel thresh="25000"/>
              <a:extLst>
                <a:ext uri="{28A0092B-C50C-407E-A947-70E740481C1C}">
                  <a14:useLocalDpi xmlns:a14="http://schemas.microsoft.com/office/drawing/2010/main" val="0"/>
                </a:ext>
              </a:extLst>
            </a:blip>
            <a:stretch>
              <a:fillRect/>
            </a:stretch>
          </p:blipFill>
          <p:spPr>
            <a:xfrm>
              <a:off x="3667112" y="5481955"/>
              <a:ext cx="238300" cy="299261"/>
            </a:xfrm>
            <a:prstGeom prst="rect">
              <a:avLst/>
            </a:prstGeom>
          </p:spPr>
        </p:pic>
      </p:grpSp>
      <p:sp>
        <p:nvSpPr>
          <p:cNvPr id="55" name="二等辺三角形 54">
            <a:extLst>
              <a:ext uri="{FF2B5EF4-FFF2-40B4-BE49-F238E27FC236}">
                <a16:creationId xmlns:a16="http://schemas.microsoft.com/office/drawing/2014/main" id="{DEAD1CD8-7452-876E-7761-636A97FB1CCB}"/>
              </a:ext>
            </a:extLst>
          </p:cNvPr>
          <p:cNvSpPr/>
          <p:nvPr/>
        </p:nvSpPr>
        <p:spPr>
          <a:xfrm rot="5400000">
            <a:off x="5881104" y="5440234"/>
            <a:ext cx="431983" cy="372399"/>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57" name="グループ化 56">
            <a:extLst>
              <a:ext uri="{FF2B5EF4-FFF2-40B4-BE49-F238E27FC236}">
                <a16:creationId xmlns:a16="http://schemas.microsoft.com/office/drawing/2014/main" id="{6BB55073-46D3-D78F-1AAC-30604701FE62}"/>
              </a:ext>
            </a:extLst>
          </p:cNvPr>
          <p:cNvGrpSpPr/>
          <p:nvPr/>
        </p:nvGrpSpPr>
        <p:grpSpPr>
          <a:xfrm>
            <a:off x="6229706" y="5451247"/>
            <a:ext cx="3061102" cy="369332"/>
            <a:chOff x="2757161" y="5446919"/>
            <a:chExt cx="3061102" cy="369332"/>
          </a:xfrm>
        </p:grpSpPr>
        <p:sp>
          <p:nvSpPr>
            <p:cNvPr id="58" name="テキスト ボックス 57">
              <a:extLst>
                <a:ext uri="{FF2B5EF4-FFF2-40B4-BE49-F238E27FC236}">
                  <a16:creationId xmlns:a16="http://schemas.microsoft.com/office/drawing/2014/main" id="{0EEA348A-D0B9-8484-DD87-FF5C8A751B0F}"/>
                </a:ext>
              </a:extLst>
            </p:cNvPr>
            <p:cNvSpPr txBox="1"/>
            <p:nvPr/>
          </p:nvSpPr>
          <p:spPr>
            <a:xfrm>
              <a:off x="2757161" y="5446919"/>
              <a:ext cx="3061102" cy="369332"/>
            </a:xfrm>
            <a:prstGeom prst="rect">
              <a:avLst/>
            </a:prstGeom>
            <a:noFill/>
          </p:spPr>
          <p:txBody>
            <a:bodyPr wrap="square">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rPr>
                <a:t>基礎　　報酬　</a:t>
              </a:r>
              <a:r>
                <a:rPr lang="en-US" altLang="ja-JP">
                  <a:solidFill>
                    <a:srgbClr val="FF00FF"/>
                  </a:solidFill>
                  <a:latin typeface="原稿用標準書体" panose="03000503000000000000" pitchFamily="66" charset="-128"/>
                  <a:ea typeface="原稿用標準書体" panose="03000503000000000000" pitchFamily="66" charset="-128"/>
                </a:rPr>
                <a:t>0000000</a:t>
              </a:r>
              <a:endParaRPr kumimoji="1" lang="ja-JP" altLang="en-US" sz="1800">
                <a:solidFill>
                  <a:srgbClr val="FF00FF"/>
                </a:solidFill>
                <a:latin typeface="原稿用標準書体" panose="03000503000000000000" pitchFamily="66" charset="-128"/>
                <a:ea typeface="原稿用標準書体" panose="03000503000000000000" pitchFamily="66" charset="-128"/>
              </a:endParaRPr>
            </a:p>
          </p:txBody>
        </p:sp>
        <p:pic>
          <p:nvPicPr>
            <p:cNvPr id="59" name="図 58">
              <a:extLst>
                <a:ext uri="{FF2B5EF4-FFF2-40B4-BE49-F238E27FC236}">
                  <a16:creationId xmlns:a16="http://schemas.microsoft.com/office/drawing/2014/main" id="{F60E10D6-6B3E-E545-A24E-23538B61F0FE}"/>
                </a:ext>
              </a:extLst>
            </p:cNvPr>
            <p:cNvPicPr>
              <a:picLocks noChangeAspect="1"/>
            </p:cNvPicPr>
            <p:nvPr/>
          </p:nvPicPr>
          <p:blipFill>
            <a:blip r:embed="rId6">
              <a:biLevel thresh="25000"/>
              <a:extLst>
                <a:ext uri="{28A0092B-C50C-407E-A947-70E740481C1C}">
                  <a14:useLocalDpi xmlns:a14="http://schemas.microsoft.com/office/drawing/2010/main" val="0"/>
                </a:ext>
              </a:extLst>
            </a:blip>
            <a:stretch>
              <a:fillRect/>
            </a:stretch>
          </p:blipFill>
          <p:spPr>
            <a:xfrm>
              <a:off x="3667112" y="5481955"/>
              <a:ext cx="238300" cy="299261"/>
            </a:xfrm>
            <a:prstGeom prst="rect">
              <a:avLst/>
            </a:prstGeom>
          </p:spPr>
        </p:pic>
      </p:grpSp>
      <p:sp>
        <p:nvSpPr>
          <p:cNvPr id="64" name="テキスト ボックス 63">
            <a:extLst>
              <a:ext uri="{FF2B5EF4-FFF2-40B4-BE49-F238E27FC236}">
                <a16:creationId xmlns:a16="http://schemas.microsoft.com/office/drawing/2014/main" id="{7FAC0CCD-4F93-4AB3-79C9-7C42D0A426C6}"/>
              </a:ext>
            </a:extLst>
          </p:cNvPr>
          <p:cNvSpPr txBox="1"/>
          <p:nvPr/>
        </p:nvSpPr>
        <p:spPr>
          <a:xfrm>
            <a:off x="5178104" y="1782146"/>
            <a:ext cx="1826142" cy="584775"/>
          </a:xfrm>
          <a:prstGeom prst="rect">
            <a:avLst/>
          </a:prstGeom>
          <a:noFill/>
        </p:spPr>
        <p:txBody>
          <a:bodyPr wrap="none" rtlCol="0">
            <a:spAutoFit/>
          </a:bodyPr>
          <a:lstStyle/>
          <a:p>
            <a:pPr algn="ctr"/>
            <a:r>
              <a:rPr kumimoji="1" lang="ja-JP" altLang="en-US" sz="3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強化成功</a:t>
            </a:r>
            <a:endParaRPr kumimoji="1" lang="ja-JP" altLang="en-US" sz="32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14" name="グループ化 13">
            <a:extLst>
              <a:ext uri="{FF2B5EF4-FFF2-40B4-BE49-F238E27FC236}">
                <a16:creationId xmlns:a16="http://schemas.microsoft.com/office/drawing/2014/main" id="{83E9B2B6-8BBB-3D4E-1745-4A9795079B44}"/>
              </a:ext>
            </a:extLst>
          </p:cNvPr>
          <p:cNvGrpSpPr/>
          <p:nvPr/>
        </p:nvGrpSpPr>
        <p:grpSpPr>
          <a:xfrm>
            <a:off x="0" y="-1"/>
            <a:ext cx="12192000" cy="6858001"/>
            <a:chOff x="0" y="-1"/>
            <a:chExt cx="12192000" cy="6858001"/>
          </a:xfrm>
        </p:grpSpPr>
        <p:grpSp>
          <p:nvGrpSpPr>
            <p:cNvPr id="68" name="グループ化 67">
              <a:extLst>
                <a:ext uri="{FF2B5EF4-FFF2-40B4-BE49-F238E27FC236}">
                  <a16:creationId xmlns:a16="http://schemas.microsoft.com/office/drawing/2014/main" id="{E8E5DDE2-CF40-425F-8290-F13968905E4B}"/>
                </a:ext>
              </a:extLst>
            </p:cNvPr>
            <p:cNvGrpSpPr/>
            <p:nvPr/>
          </p:nvGrpSpPr>
          <p:grpSpPr>
            <a:xfrm>
              <a:off x="0" y="-1"/>
              <a:ext cx="12192000" cy="6858001"/>
              <a:chOff x="0" y="-1"/>
              <a:chExt cx="12192000" cy="6858001"/>
            </a:xfrm>
          </p:grpSpPr>
          <p:grpSp>
            <p:nvGrpSpPr>
              <p:cNvPr id="69" name="グループ化 68">
                <a:extLst>
                  <a:ext uri="{FF2B5EF4-FFF2-40B4-BE49-F238E27FC236}">
                    <a16:creationId xmlns:a16="http://schemas.microsoft.com/office/drawing/2014/main" id="{225FF4E5-3175-0BA6-5CAA-852B7124DFAD}"/>
                  </a:ext>
                </a:extLst>
              </p:cNvPr>
              <p:cNvGrpSpPr/>
              <p:nvPr/>
            </p:nvGrpSpPr>
            <p:grpSpPr>
              <a:xfrm>
                <a:off x="0" y="-1"/>
                <a:ext cx="12192000" cy="6858001"/>
                <a:chOff x="0" y="-1"/>
                <a:chExt cx="12192000" cy="6858001"/>
              </a:xfrm>
            </p:grpSpPr>
            <p:sp>
              <p:nvSpPr>
                <p:cNvPr id="71" name="正方形/長方形 70">
                  <a:extLst>
                    <a:ext uri="{FF2B5EF4-FFF2-40B4-BE49-F238E27FC236}">
                      <a16:creationId xmlns:a16="http://schemas.microsoft.com/office/drawing/2014/main" id="{F026B46C-0FF3-F9AD-2F84-5977236003CB}"/>
                    </a:ext>
                  </a:extLst>
                </p:cNvPr>
                <p:cNvSpPr>
                  <a:spLocks/>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72" name="グループ化 71">
                  <a:extLst>
                    <a:ext uri="{FF2B5EF4-FFF2-40B4-BE49-F238E27FC236}">
                      <a16:creationId xmlns:a16="http://schemas.microsoft.com/office/drawing/2014/main" id="{0C1C52E7-177E-C764-A79F-77535ECE99FD}"/>
                    </a:ext>
                  </a:extLst>
                </p:cNvPr>
                <p:cNvGrpSpPr/>
                <p:nvPr/>
              </p:nvGrpSpPr>
              <p:grpSpPr>
                <a:xfrm>
                  <a:off x="2616038" y="1823170"/>
                  <a:ext cx="6959925" cy="3211661"/>
                  <a:chOff x="2616038" y="1823170"/>
                  <a:chExt cx="6959925" cy="3211661"/>
                </a:xfrm>
              </p:grpSpPr>
              <p:sp>
                <p:nvSpPr>
                  <p:cNvPr id="73" name="四角形: 角を丸くする 72">
                    <a:extLst>
                      <a:ext uri="{FF2B5EF4-FFF2-40B4-BE49-F238E27FC236}">
                        <a16:creationId xmlns:a16="http://schemas.microsoft.com/office/drawing/2014/main" id="{1D6EDE04-13FC-3490-E2CF-D3575CEB7B03}"/>
                      </a:ext>
                    </a:extLst>
                  </p:cNvPr>
                  <p:cNvSpPr/>
                  <p:nvPr/>
                </p:nvSpPr>
                <p:spPr>
                  <a:xfrm>
                    <a:off x="2616038" y="1823170"/>
                    <a:ext cx="6959925" cy="3211661"/>
                  </a:xfrm>
                  <a:prstGeom prst="roundRect">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4" name="テキスト ボックス 73">
                    <a:extLst>
                      <a:ext uri="{FF2B5EF4-FFF2-40B4-BE49-F238E27FC236}">
                        <a16:creationId xmlns:a16="http://schemas.microsoft.com/office/drawing/2014/main" id="{0E0ABCA4-E759-849F-0FB8-97F97A12E02C}"/>
                      </a:ext>
                    </a:extLst>
                  </p:cNvPr>
                  <p:cNvSpPr txBox="1"/>
                  <p:nvPr/>
                </p:nvSpPr>
                <p:spPr>
                  <a:xfrm>
                    <a:off x="5182944" y="2197468"/>
                    <a:ext cx="1826141" cy="584775"/>
                  </a:xfrm>
                  <a:prstGeom prst="rect">
                    <a:avLst/>
                  </a:prstGeom>
                  <a:noFill/>
                </p:spPr>
                <p:txBody>
                  <a:bodyPr wrap="none" rtlCol="0">
                    <a:spAutoFit/>
                  </a:bodyPr>
                  <a:lstStyle/>
                  <a:p>
                    <a:pPr algn="ctr"/>
                    <a:r>
                      <a:rPr lang="ja-JP" altLang="en-US" sz="3200">
                        <a:solidFill>
                          <a:schemeClr val="tx1">
                            <a:lumMod val="85000"/>
                            <a:lumOff val="15000"/>
                          </a:schemeClr>
                        </a:solidFill>
                        <a:latin typeface="原稿用標準書体" panose="03000503000000000000" pitchFamily="66" charset="-128"/>
                        <a:ea typeface="原稿用標準書体" panose="03000503000000000000" pitchFamily="66" charset="-128"/>
                      </a:rPr>
                      <a:t>強化成功</a:t>
                    </a:r>
                    <a:endParaRPr kumimoji="1" lang="ja-JP" altLang="en-US" sz="40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sp>
            <p:nvSpPr>
              <p:cNvPr id="70" name="四角形: 角を丸くする 69">
                <a:extLst>
                  <a:ext uri="{FF2B5EF4-FFF2-40B4-BE49-F238E27FC236}">
                    <a16:creationId xmlns:a16="http://schemas.microsoft.com/office/drawing/2014/main" id="{CD685713-21C5-3732-7800-C136AA73072F}"/>
                  </a:ext>
                </a:extLst>
              </p:cNvPr>
              <p:cNvSpPr/>
              <p:nvPr/>
            </p:nvSpPr>
            <p:spPr>
              <a:xfrm>
                <a:off x="5026888" y="3962013"/>
                <a:ext cx="2138224" cy="767022"/>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a:latin typeface="原稿用標準書体" panose="03000503000000000000" pitchFamily="66" charset="-128"/>
                    <a:ea typeface="原稿用標準書体" panose="03000503000000000000" pitchFamily="66" charset="-128"/>
                  </a:rPr>
                  <a:t>閉じる</a:t>
                </a:r>
                <a:endParaRPr kumimoji="1" lang="ja-JP" altLang="en-US" sz="2400" dirty="0">
                  <a:latin typeface="原稿用標準書体" panose="03000503000000000000" pitchFamily="66" charset="-128"/>
                  <a:ea typeface="原稿用標準書体" panose="03000503000000000000" pitchFamily="66" charset="-128"/>
                </a:endParaRPr>
              </a:p>
            </p:txBody>
          </p:sp>
        </p:grpSp>
        <p:sp>
          <p:nvSpPr>
            <p:cNvPr id="90" name="正方形/長方形 89">
              <a:extLst>
                <a:ext uri="{FF2B5EF4-FFF2-40B4-BE49-F238E27FC236}">
                  <a16:creationId xmlns:a16="http://schemas.microsoft.com/office/drawing/2014/main" id="{BD9CD723-9DE6-48A1-0C92-95875FCD18A9}"/>
                </a:ext>
              </a:extLst>
            </p:cNvPr>
            <p:cNvSpPr/>
            <p:nvPr/>
          </p:nvSpPr>
          <p:spPr>
            <a:xfrm>
              <a:off x="2606705" y="2988139"/>
              <a:ext cx="6976165" cy="734622"/>
            </a:xfrm>
            <a:prstGeom prst="rect">
              <a:avLst/>
            </a:prstGeom>
            <a:solidFill>
              <a:schemeClr val="accent6">
                <a:alpha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86" name="グループ化 85">
              <a:extLst>
                <a:ext uri="{FF2B5EF4-FFF2-40B4-BE49-F238E27FC236}">
                  <a16:creationId xmlns:a16="http://schemas.microsoft.com/office/drawing/2014/main" id="{23668ECC-3456-427A-B9EF-E85914064CA8}"/>
                </a:ext>
              </a:extLst>
            </p:cNvPr>
            <p:cNvGrpSpPr/>
            <p:nvPr/>
          </p:nvGrpSpPr>
          <p:grpSpPr>
            <a:xfrm>
              <a:off x="2844244" y="3136881"/>
              <a:ext cx="6533647" cy="431983"/>
              <a:chOff x="2844244" y="3136881"/>
              <a:chExt cx="6533647" cy="431983"/>
            </a:xfrm>
          </p:grpSpPr>
          <p:grpSp>
            <p:nvGrpSpPr>
              <p:cNvPr id="76" name="グループ化 75">
                <a:extLst>
                  <a:ext uri="{FF2B5EF4-FFF2-40B4-BE49-F238E27FC236}">
                    <a16:creationId xmlns:a16="http://schemas.microsoft.com/office/drawing/2014/main" id="{1F2C27B6-2F79-E13A-25C0-5C1D75A856DA}"/>
                  </a:ext>
                </a:extLst>
              </p:cNvPr>
              <p:cNvGrpSpPr/>
              <p:nvPr/>
            </p:nvGrpSpPr>
            <p:grpSpPr>
              <a:xfrm>
                <a:off x="2844244" y="3173358"/>
                <a:ext cx="3061102" cy="369332"/>
                <a:chOff x="2757161" y="5446919"/>
                <a:chExt cx="3061102" cy="369332"/>
              </a:xfrm>
            </p:grpSpPr>
            <p:sp>
              <p:nvSpPr>
                <p:cNvPr id="77" name="テキスト ボックス 76">
                  <a:extLst>
                    <a:ext uri="{FF2B5EF4-FFF2-40B4-BE49-F238E27FC236}">
                      <a16:creationId xmlns:a16="http://schemas.microsoft.com/office/drawing/2014/main" id="{7EE5BD00-B57F-FC52-3E50-B8042E662BC4}"/>
                    </a:ext>
                  </a:extLst>
                </p:cNvPr>
                <p:cNvSpPr txBox="1"/>
                <p:nvPr/>
              </p:nvSpPr>
              <p:spPr>
                <a:xfrm>
                  <a:off x="2757161" y="5446919"/>
                  <a:ext cx="3061102" cy="369332"/>
                </a:xfrm>
                <a:prstGeom prst="rect">
                  <a:avLst/>
                </a:prstGeom>
                <a:noFill/>
              </p:spPr>
              <p:txBody>
                <a:bodyPr wrap="square">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rPr>
                    <a:t>基礎　　報酬　</a:t>
                  </a:r>
                  <a:r>
                    <a:rPr lang="en-US" altLang="ja-JP">
                      <a:solidFill>
                        <a:schemeClr val="bg1">
                          <a:lumMod val="95000"/>
                        </a:schemeClr>
                      </a:solidFill>
                      <a:latin typeface="原稿用標準書体" panose="03000503000000000000" pitchFamily="66" charset="-128"/>
                      <a:ea typeface="原稿用標準書体" panose="03000503000000000000" pitchFamily="66" charset="-128"/>
                    </a:rPr>
                    <a:t>0000000</a:t>
                  </a:r>
                  <a:endParaRPr kumimoji="1" lang="ja-JP" altLang="en-US" sz="1800">
                    <a:solidFill>
                      <a:schemeClr val="bg1">
                        <a:lumMod val="95000"/>
                      </a:schemeClr>
                    </a:solidFill>
                    <a:latin typeface="原稿用標準書体" panose="03000503000000000000" pitchFamily="66" charset="-128"/>
                    <a:ea typeface="原稿用標準書体" panose="03000503000000000000" pitchFamily="66" charset="-128"/>
                  </a:endParaRPr>
                </a:p>
              </p:txBody>
            </p:sp>
            <p:pic>
              <p:nvPicPr>
                <p:cNvPr id="78" name="図 77">
                  <a:extLst>
                    <a:ext uri="{FF2B5EF4-FFF2-40B4-BE49-F238E27FC236}">
                      <a16:creationId xmlns:a16="http://schemas.microsoft.com/office/drawing/2014/main" id="{6AACD04B-7BEF-FB1F-7787-97CB86F4666A}"/>
                    </a:ext>
                  </a:extLst>
                </p:cNvPr>
                <p:cNvPicPr>
                  <a:picLocks noChangeAspect="1"/>
                </p:cNvPicPr>
                <p:nvPr/>
              </p:nvPicPr>
              <p:blipFill>
                <a:blip r:embed="rId6">
                  <a:biLevel thresh="25000"/>
                  <a:extLst>
                    <a:ext uri="{28A0092B-C50C-407E-A947-70E740481C1C}">
                      <a14:useLocalDpi xmlns:a14="http://schemas.microsoft.com/office/drawing/2010/main" val="0"/>
                    </a:ext>
                  </a:extLst>
                </a:blip>
                <a:stretch>
                  <a:fillRect/>
                </a:stretch>
              </p:blipFill>
              <p:spPr>
                <a:xfrm>
                  <a:off x="3667112" y="5481955"/>
                  <a:ext cx="238300" cy="299261"/>
                </a:xfrm>
                <a:prstGeom prst="rect">
                  <a:avLst/>
                </a:prstGeom>
              </p:spPr>
            </p:pic>
          </p:grpSp>
          <p:sp>
            <p:nvSpPr>
              <p:cNvPr id="79" name="二等辺三角形 78">
                <a:extLst>
                  <a:ext uri="{FF2B5EF4-FFF2-40B4-BE49-F238E27FC236}">
                    <a16:creationId xmlns:a16="http://schemas.microsoft.com/office/drawing/2014/main" id="{5B609931-65F4-79CB-DCFE-9CA3B4FBFBF0}"/>
                  </a:ext>
                </a:extLst>
              </p:cNvPr>
              <p:cNvSpPr/>
              <p:nvPr/>
            </p:nvSpPr>
            <p:spPr>
              <a:xfrm rot="5400000">
                <a:off x="5968187" y="3166673"/>
                <a:ext cx="431983" cy="372399"/>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80" name="グループ化 79">
                <a:extLst>
                  <a:ext uri="{FF2B5EF4-FFF2-40B4-BE49-F238E27FC236}">
                    <a16:creationId xmlns:a16="http://schemas.microsoft.com/office/drawing/2014/main" id="{4EA736DB-2BCC-CBD2-E2B7-D762095A8B00}"/>
                  </a:ext>
                </a:extLst>
              </p:cNvPr>
              <p:cNvGrpSpPr/>
              <p:nvPr/>
            </p:nvGrpSpPr>
            <p:grpSpPr>
              <a:xfrm>
                <a:off x="6316789" y="3177686"/>
                <a:ext cx="3061102" cy="369332"/>
                <a:chOff x="2757161" y="5446919"/>
                <a:chExt cx="3061102" cy="369332"/>
              </a:xfrm>
            </p:grpSpPr>
            <p:sp>
              <p:nvSpPr>
                <p:cNvPr id="81" name="テキスト ボックス 80">
                  <a:extLst>
                    <a:ext uri="{FF2B5EF4-FFF2-40B4-BE49-F238E27FC236}">
                      <a16:creationId xmlns:a16="http://schemas.microsoft.com/office/drawing/2014/main" id="{3F90C60A-B558-C628-EC3B-F37F34E66D10}"/>
                    </a:ext>
                  </a:extLst>
                </p:cNvPr>
                <p:cNvSpPr txBox="1"/>
                <p:nvPr/>
              </p:nvSpPr>
              <p:spPr>
                <a:xfrm>
                  <a:off x="2757161" y="5446919"/>
                  <a:ext cx="3061102" cy="369332"/>
                </a:xfrm>
                <a:prstGeom prst="rect">
                  <a:avLst/>
                </a:prstGeom>
                <a:noFill/>
              </p:spPr>
              <p:txBody>
                <a:bodyPr wrap="square">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rPr>
                    <a:t>基礎　　報酬　</a:t>
                  </a:r>
                  <a:r>
                    <a:rPr lang="en-US" altLang="ja-JP">
                      <a:solidFill>
                        <a:srgbClr val="FF00FF"/>
                      </a:solidFill>
                      <a:latin typeface="原稿用標準書体" panose="03000503000000000000" pitchFamily="66" charset="-128"/>
                      <a:ea typeface="原稿用標準書体" panose="03000503000000000000" pitchFamily="66" charset="-128"/>
                    </a:rPr>
                    <a:t>0000000</a:t>
                  </a:r>
                  <a:endParaRPr kumimoji="1" lang="ja-JP" altLang="en-US" sz="1800">
                    <a:solidFill>
                      <a:srgbClr val="FF00FF"/>
                    </a:solidFill>
                    <a:latin typeface="原稿用標準書体" panose="03000503000000000000" pitchFamily="66" charset="-128"/>
                    <a:ea typeface="原稿用標準書体" panose="03000503000000000000" pitchFamily="66" charset="-128"/>
                  </a:endParaRPr>
                </a:p>
              </p:txBody>
            </p:sp>
            <p:pic>
              <p:nvPicPr>
                <p:cNvPr id="83" name="図 82">
                  <a:extLst>
                    <a:ext uri="{FF2B5EF4-FFF2-40B4-BE49-F238E27FC236}">
                      <a16:creationId xmlns:a16="http://schemas.microsoft.com/office/drawing/2014/main" id="{935C38DA-9877-8832-7CE1-1BA846B13420}"/>
                    </a:ext>
                  </a:extLst>
                </p:cNvPr>
                <p:cNvPicPr>
                  <a:picLocks noChangeAspect="1"/>
                </p:cNvPicPr>
                <p:nvPr/>
              </p:nvPicPr>
              <p:blipFill>
                <a:blip r:embed="rId6">
                  <a:biLevel thresh="25000"/>
                  <a:extLst>
                    <a:ext uri="{28A0092B-C50C-407E-A947-70E740481C1C}">
                      <a14:useLocalDpi xmlns:a14="http://schemas.microsoft.com/office/drawing/2010/main" val="0"/>
                    </a:ext>
                  </a:extLst>
                </a:blip>
                <a:stretch>
                  <a:fillRect/>
                </a:stretch>
              </p:blipFill>
              <p:spPr>
                <a:xfrm>
                  <a:off x="3667112" y="5481955"/>
                  <a:ext cx="238300" cy="299261"/>
                </a:xfrm>
                <a:prstGeom prst="rect">
                  <a:avLst/>
                </a:prstGeom>
              </p:spPr>
            </p:pic>
          </p:grpSp>
        </p:grpSp>
      </p:grpSp>
    </p:spTree>
    <p:extLst>
      <p:ext uri="{BB962C8B-B14F-4D97-AF65-F5344CB8AC3E}">
        <p14:creationId xmlns:p14="http://schemas.microsoft.com/office/powerpoint/2010/main" val="94045128"/>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bg>
      <p:bgPr>
        <a:blipFill dpi="0" rotWithShape="1">
          <a:blip r:embed="rId2">
            <a:extLst>
              <a:ext uri="{BEBA8EAE-BF5A-486C-A8C5-ECC9F3942E4B}">
                <a14:imgProps xmlns:a14="http://schemas.microsoft.com/office/drawing/2010/main">
                  <a14:imgLayer r:embed="rId3">
                    <a14:imgEffect>
                      <a14:sharpenSoften amount="-35000"/>
                    </a14:imgEffect>
                    <a14:imgEffect>
                      <a14:saturation sat="85000"/>
                    </a14:imgEffect>
                    <a14:imgEffect>
                      <a14:brightnessContrast bright="-20000" contrast="-15000"/>
                    </a14:imgEffect>
                  </a14:imgLayer>
                </a14:imgProps>
              </a:ext>
            </a:extLst>
          </a:blip>
          <a:srcRect/>
          <a:stretch>
            <a:fillRect/>
          </a:stretch>
        </a:blipFill>
        <a:effectLst/>
      </p:bgPr>
    </p:bg>
    <p:spTree>
      <p:nvGrpSpPr>
        <p:cNvPr id="1" name="">
          <a:extLst>
            <a:ext uri="{FF2B5EF4-FFF2-40B4-BE49-F238E27FC236}">
              <a16:creationId xmlns:a16="http://schemas.microsoft.com/office/drawing/2014/main" id="{C1BB59A0-C918-2492-9DC2-EF3014F62AE0}"/>
            </a:ext>
          </a:extLst>
        </p:cNvPr>
        <p:cNvGrpSpPr/>
        <p:nvPr/>
      </p:nvGrpSpPr>
      <p:grpSpPr>
        <a:xfrm>
          <a:off x="0" y="0"/>
          <a:ext cx="0" cy="0"/>
          <a:chOff x="0" y="0"/>
          <a:chExt cx="0" cy="0"/>
        </a:xfrm>
      </p:grpSpPr>
      <p:grpSp>
        <p:nvGrpSpPr>
          <p:cNvPr id="2" name="グループ化 1">
            <a:extLst>
              <a:ext uri="{FF2B5EF4-FFF2-40B4-BE49-F238E27FC236}">
                <a16:creationId xmlns:a16="http://schemas.microsoft.com/office/drawing/2014/main" id="{E7E210EE-59CD-8FBB-432F-FBDFE2901075}"/>
              </a:ext>
            </a:extLst>
          </p:cNvPr>
          <p:cNvGrpSpPr/>
          <p:nvPr/>
        </p:nvGrpSpPr>
        <p:grpSpPr>
          <a:xfrm>
            <a:off x="163586" y="134635"/>
            <a:ext cx="3123445" cy="1396119"/>
            <a:chOff x="163586" y="134635"/>
            <a:chExt cx="3123445" cy="1396119"/>
          </a:xfrm>
        </p:grpSpPr>
        <p:sp>
          <p:nvSpPr>
            <p:cNvPr id="3" name="四角形: 角を丸くする 2">
              <a:extLst>
                <a:ext uri="{FF2B5EF4-FFF2-40B4-BE49-F238E27FC236}">
                  <a16:creationId xmlns:a16="http://schemas.microsoft.com/office/drawing/2014/main" id="{0D3D0047-F2CE-5B28-04F9-C0894E679D26}"/>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4" name="テキスト ボックス 3">
              <a:extLst>
                <a:ext uri="{FF2B5EF4-FFF2-40B4-BE49-F238E27FC236}">
                  <a16:creationId xmlns:a16="http://schemas.microsoft.com/office/drawing/2014/main" id="{969D4968-6EFC-C348-0199-B4F96D13E1D2}"/>
                </a:ext>
              </a:extLst>
            </p:cNvPr>
            <p:cNvSpPr txBox="1"/>
            <p:nvPr/>
          </p:nvSpPr>
          <p:spPr>
            <a:xfrm>
              <a:off x="1752835" y="641390"/>
              <a:ext cx="121058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娼館強化</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5" name="グループ化 4">
              <a:extLst>
                <a:ext uri="{FF2B5EF4-FFF2-40B4-BE49-F238E27FC236}">
                  <a16:creationId xmlns:a16="http://schemas.microsoft.com/office/drawing/2014/main" id="{DED3133C-FB97-FAA5-E4AD-923F7E06388C}"/>
                </a:ext>
              </a:extLst>
            </p:cNvPr>
            <p:cNvGrpSpPr/>
            <p:nvPr/>
          </p:nvGrpSpPr>
          <p:grpSpPr>
            <a:xfrm>
              <a:off x="163586" y="134635"/>
              <a:ext cx="1975684" cy="1396119"/>
              <a:chOff x="163586" y="134635"/>
              <a:chExt cx="1975684" cy="1396119"/>
            </a:xfrm>
          </p:grpSpPr>
          <p:grpSp>
            <p:nvGrpSpPr>
              <p:cNvPr id="6" name="グループ化 5">
                <a:extLst>
                  <a:ext uri="{FF2B5EF4-FFF2-40B4-BE49-F238E27FC236}">
                    <a16:creationId xmlns:a16="http://schemas.microsoft.com/office/drawing/2014/main" id="{338FE29B-FD0B-498E-C2B7-301572F05D1D}"/>
                  </a:ext>
                </a:extLst>
              </p:cNvPr>
              <p:cNvGrpSpPr/>
              <p:nvPr/>
            </p:nvGrpSpPr>
            <p:grpSpPr>
              <a:xfrm>
                <a:off x="163586" y="134635"/>
                <a:ext cx="1975684" cy="1396119"/>
                <a:chOff x="163586" y="134635"/>
                <a:chExt cx="1975684" cy="1396119"/>
              </a:xfrm>
            </p:grpSpPr>
            <p:pic>
              <p:nvPicPr>
                <p:cNvPr id="8" name="図 7">
                  <a:extLst>
                    <a:ext uri="{FF2B5EF4-FFF2-40B4-BE49-F238E27FC236}">
                      <a16:creationId xmlns:a16="http://schemas.microsoft.com/office/drawing/2014/main" id="{F172388C-2046-3A4B-F1CB-FA99F72F1056}"/>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9" name="楕円 8">
                  <a:extLst>
                    <a:ext uri="{FF2B5EF4-FFF2-40B4-BE49-F238E27FC236}">
                      <a16:creationId xmlns:a16="http://schemas.microsoft.com/office/drawing/2014/main" id="{964CB1BF-3D84-38D8-24B8-E644B351E66A}"/>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7" name="図 6">
                <a:extLst>
                  <a:ext uri="{FF2B5EF4-FFF2-40B4-BE49-F238E27FC236}">
                    <a16:creationId xmlns:a16="http://schemas.microsoft.com/office/drawing/2014/main" id="{697D0DE1-0B18-DEAF-1C40-E4BF69D89E87}"/>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grpSp>
        <p:nvGrpSpPr>
          <p:cNvPr id="10" name="グループ化 9">
            <a:extLst>
              <a:ext uri="{FF2B5EF4-FFF2-40B4-BE49-F238E27FC236}">
                <a16:creationId xmlns:a16="http://schemas.microsoft.com/office/drawing/2014/main" id="{C0C70353-5899-02CF-EF64-E326DCD79769}"/>
              </a:ext>
            </a:extLst>
          </p:cNvPr>
          <p:cNvGrpSpPr>
            <a:grpSpLocks/>
          </p:cNvGrpSpPr>
          <p:nvPr/>
        </p:nvGrpSpPr>
        <p:grpSpPr>
          <a:xfrm>
            <a:off x="1590628" y="1230407"/>
            <a:ext cx="9010745" cy="5627593"/>
            <a:chOff x="1590628" y="1230407"/>
            <a:chExt cx="9010745" cy="5627593"/>
          </a:xfrm>
        </p:grpSpPr>
        <p:sp>
          <p:nvSpPr>
            <p:cNvPr id="11" name="正方形/長方形 10">
              <a:extLst>
                <a:ext uri="{FF2B5EF4-FFF2-40B4-BE49-F238E27FC236}">
                  <a16:creationId xmlns:a16="http://schemas.microsoft.com/office/drawing/2014/main" id="{2D838F35-7F05-FC51-CE2D-F840926D7AB5}"/>
                </a:ext>
              </a:extLst>
            </p:cNvPr>
            <p:cNvSpPr>
              <a:spLocks/>
            </p:cNvSpPr>
            <p:nvPr/>
          </p:nvSpPr>
          <p:spPr>
            <a:xfrm>
              <a:off x="1590628" y="1541380"/>
              <a:ext cx="9010745" cy="5316620"/>
            </a:xfrm>
            <a:prstGeom prst="rect">
              <a:avLst/>
            </a:prstGeom>
            <a:solidFill>
              <a:srgbClr val="6600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フローチャート: 手作業 11">
              <a:extLst>
                <a:ext uri="{FF2B5EF4-FFF2-40B4-BE49-F238E27FC236}">
                  <a16:creationId xmlns:a16="http://schemas.microsoft.com/office/drawing/2014/main" id="{1973D254-4A98-FC76-EEDE-7B0C99A91104}"/>
                </a:ext>
              </a:extLst>
            </p:cNvPr>
            <p:cNvSpPr>
              <a:spLocks/>
            </p:cNvSpPr>
            <p:nvPr/>
          </p:nvSpPr>
          <p:spPr>
            <a:xfrm flipV="1">
              <a:off x="1590628" y="1230407"/>
              <a:ext cx="9010745" cy="328009"/>
            </a:xfrm>
            <a:prstGeom prst="flowChartManualOperation">
              <a:avLst/>
            </a:prstGeom>
            <a:solidFill>
              <a:srgbClr val="6600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67" name="四角形: 角を丸くする 66">
            <a:extLst>
              <a:ext uri="{FF2B5EF4-FFF2-40B4-BE49-F238E27FC236}">
                <a16:creationId xmlns:a16="http://schemas.microsoft.com/office/drawing/2014/main" id="{2B7C7B43-8EA2-F7FB-BC49-3C9DE383A38B}"/>
              </a:ext>
            </a:extLst>
          </p:cNvPr>
          <p:cNvSpPr/>
          <p:nvPr/>
        </p:nvSpPr>
        <p:spPr>
          <a:xfrm>
            <a:off x="4742724" y="4619848"/>
            <a:ext cx="1778680" cy="820773"/>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82" name="グループ化 81">
            <a:extLst>
              <a:ext uri="{FF2B5EF4-FFF2-40B4-BE49-F238E27FC236}">
                <a16:creationId xmlns:a16="http://schemas.microsoft.com/office/drawing/2014/main" id="{57D416B0-4E22-3830-8535-C7BF8FB33359}"/>
              </a:ext>
            </a:extLst>
          </p:cNvPr>
          <p:cNvGrpSpPr/>
          <p:nvPr/>
        </p:nvGrpSpPr>
        <p:grpSpPr>
          <a:xfrm>
            <a:off x="9679617" y="1869388"/>
            <a:ext cx="236362" cy="3447231"/>
            <a:chOff x="11044871" y="4022147"/>
            <a:chExt cx="236362" cy="2031812"/>
          </a:xfrm>
        </p:grpSpPr>
        <p:sp>
          <p:nvSpPr>
            <p:cNvPr id="84" name="四角形: 角を丸くする 83">
              <a:extLst>
                <a:ext uri="{FF2B5EF4-FFF2-40B4-BE49-F238E27FC236}">
                  <a16:creationId xmlns:a16="http://schemas.microsoft.com/office/drawing/2014/main" id="{67D1339B-E6F9-C1EF-79A0-3055D125B465}"/>
                </a:ext>
              </a:extLst>
            </p:cNvPr>
            <p:cNvSpPr/>
            <p:nvPr/>
          </p:nvSpPr>
          <p:spPr>
            <a:xfrm>
              <a:off x="11044871" y="4022147"/>
              <a:ext cx="236362" cy="2031812"/>
            </a:xfrm>
            <a:prstGeom prst="roundRect">
              <a:avLst/>
            </a:prstGeom>
            <a:no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5" name="四角形: 角を丸くする 84">
              <a:extLst>
                <a:ext uri="{FF2B5EF4-FFF2-40B4-BE49-F238E27FC236}">
                  <a16:creationId xmlns:a16="http://schemas.microsoft.com/office/drawing/2014/main" id="{2AFF4BD8-7DAB-F775-1D7D-FD31580A1A0C}"/>
                </a:ext>
              </a:extLst>
            </p:cNvPr>
            <p:cNvSpPr/>
            <p:nvPr/>
          </p:nvSpPr>
          <p:spPr>
            <a:xfrm>
              <a:off x="11066205" y="4094529"/>
              <a:ext cx="193695" cy="571313"/>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87" name="四角形: 角を丸くする 86">
            <a:extLst>
              <a:ext uri="{FF2B5EF4-FFF2-40B4-BE49-F238E27FC236}">
                <a16:creationId xmlns:a16="http://schemas.microsoft.com/office/drawing/2014/main" id="{20A72B65-50BA-C473-4610-200CDBC4086C}"/>
              </a:ext>
            </a:extLst>
          </p:cNvPr>
          <p:cNvSpPr/>
          <p:nvPr/>
        </p:nvSpPr>
        <p:spPr>
          <a:xfrm>
            <a:off x="2204587" y="3159628"/>
            <a:ext cx="1778680" cy="820773"/>
          </a:xfrm>
          <a:prstGeom prst="roundRect">
            <a:avLst/>
          </a:prstGeom>
          <a:solidFill>
            <a:schemeClr val="bg1">
              <a:lumMod val="75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8" name="四角形: 角を丸くする 87">
            <a:extLst>
              <a:ext uri="{FF2B5EF4-FFF2-40B4-BE49-F238E27FC236}">
                <a16:creationId xmlns:a16="http://schemas.microsoft.com/office/drawing/2014/main" id="{4BFE15BD-B93D-CEA0-B96E-F512B54B6C0E}"/>
              </a:ext>
            </a:extLst>
          </p:cNvPr>
          <p:cNvSpPr/>
          <p:nvPr/>
        </p:nvSpPr>
        <p:spPr>
          <a:xfrm>
            <a:off x="4742724" y="3159627"/>
            <a:ext cx="1778680" cy="820773"/>
          </a:xfrm>
          <a:prstGeom prst="roundRect">
            <a:avLst/>
          </a:prstGeom>
          <a:solidFill>
            <a:srgbClr val="FFA4F3"/>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9" name="四角形: 角を丸くする 88">
            <a:extLst>
              <a:ext uri="{FF2B5EF4-FFF2-40B4-BE49-F238E27FC236}">
                <a16:creationId xmlns:a16="http://schemas.microsoft.com/office/drawing/2014/main" id="{D819D015-1BB7-D70E-2A08-F15697C9A48D}"/>
              </a:ext>
            </a:extLst>
          </p:cNvPr>
          <p:cNvSpPr/>
          <p:nvPr/>
        </p:nvSpPr>
        <p:spPr>
          <a:xfrm>
            <a:off x="7280860" y="3159627"/>
            <a:ext cx="1778680" cy="820773"/>
          </a:xfrm>
          <a:prstGeom prst="roundRect">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1" name="四角形: 角を丸くする 90">
            <a:extLst>
              <a:ext uri="{FF2B5EF4-FFF2-40B4-BE49-F238E27FC236}">
                <a16:creationId xmlns:a16="http://schemas.microsoft.com/office/drawing/2014/main" id="{CA502E31-2098-908D-BF11-515C320C6141}"/>
              </a:ext>
            </a:extLst>
          </p:cNvPr>
          <p:cNvSpPr/>
          <p:nvPr/>
        </p:nvSpPr>
        <p:spPr>
          <a:xfrm>
            <a:off x="4742724" y="1699407"/>
            <a:ext cx="1778680" cy="820773"/>
          </a:xfrm>
          <a:prstGeom prst="roundRect">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7" name="テキスト ボックス 106">
            <a:extLst>
              <a:ext uri="{FF2B5EF4-FFF2-40B4-BE49-F238E27FC236}">
                <a16:creationId xmlns:a16="http://schemas.microsoft.com/office/drawing/2014/main" id="{8A5B956C-E9E5-13C7-EC99-DFBCCA4F1009}"/>
              </a:ext>
            </a:extLst>
          </p:cNvPr>
          <p:cNvSpPr txBox="1"/>
          <p:nvPr/>
        </p:nvSpPr>
        <p:spPr>
          <a:xfrm>
            <a:off x="4560936" y="1955905"/>
            <a:ext cx="2148373" cy="307777"/>
          </a:xfrm>
          <a:prstGeom prst="rect">
            <a:avLst/>
          </a:prstGeom>
          <a:noFill/>
        </p:spPr>
        <p:txBody>
          <a:bodyPr wrap="square">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部屋アンロック</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Ⅰ</a:t>
            </a:r>
            <a:endPar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09" name="テキスト ボックス 108">
            <a:extLst>
              <a:ext uri="{FF2B5EF4-FFF2-40B4-BE49-F238E27FC236}">
                <a16:creationId xmlns:a16="http://schemas.microsoft.com/office/drawing/2014/main" id="{B189247C-168A-D031-3834-F21B2BE54F49}"/>
              </a:ext>
            </a:extLst>
          </p:cNvPr>
          <p:cNvSpPr txBox="1"/>
          <p:nvPr/>
        </p:nvSpPr>
        <p:spPr>
          <a:xfrm>
            <a:off x="5033201" y="3429000"/>
            <a:ext cx="1197727" cy="307777"/>
          </a:xfrm>
          <a:prstGeom prst="rect">
            <a:avLst/>
          </a:prstGeom>
          <a:noFill/>
        </p:spPr>
        <p:txBody>
          <a:bodyPr wrap="square">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清掃短縮</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Ⅰ</a:t>
            </a:r>
            <a:endPar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11" name="テキスト ボックス 110">
            <a:extLst>
              <a:ext uri="{FF2B5EF4-FFF2-40B4-BE49-F238E27FC236}">
                <a16:creationId xmlns:a16="http://schemas.microsoft.com/office/drawing/2014/main" id="{1721AAA5-2FB3-1301-498C-F39A39CD5BA4}"/>
              </a:ext>
            </a:extLst>
          </p:cNvPr>
          <p:cNvSpPr txBox="1"/>
          <p:nvPr/>
        </p:nvSpPr>
        <p:spPr>
          <a:xfrm>
            <a:off x="7534119" y="3429000"/>
            <a:ext cx="1272162" cy="307777"/>
          </a:xfrm>
          <a:prstGeom prst="rect">
            <a:avLst/>
          </a:prstGeom>
          <a:noFill/>
        </p:spPr>
        <p:txBody>
          <a:bodyPr wrap="square">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　　増量</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Ⅰ</a:t>
            </a:r>
            <a:endPar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cxnSp>
        <p:nvCxnSpPr>
          <p:cNvPr id="113" name="コネクタ: カギ線 112">
            <a:extLst>
              <a:ext uri="{FF2B5EF4-FFF2-40B4-BE49-F238E27FC236}">
                <a16:creationId xmlns:a16="http://schemas.microsoft.com/office/drawing/2014/main" id="{C2F19B79-5259-3DF4-4C08-BF0A7FD375F8}"/>
              </a:ext>
            </a:extLst>
          </p:cNvPr>
          <p:cNvCxnSpPr>
            <a:cxnSpLocks/>
            <a:stCxn id="91" idx="2"/>
            <a:endCxn id="87" idx="0"/>
          </p:cNvCxnSpPr>
          <p:nvPr/>
        </p:nvCxnSpPr>
        <p:spPr>
          <a:xfrm rot="5400000">
            <a:off x="4043272" y="1570836"/>
            <a:ext cx="639448" cy="2538137"/>
          </a:xfrm>
          <a:prstGeom prst="bentConnector3">
            <a:avLst>
              <a:gd name="adj1" fmla="val 50000"/>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cxnSp>
        <p:nvCxnSpPr>
          <p:cNvPr id="116" name="コネクタ: カギ線 115">
            <a:extLst>
              <a:ext uri="{FF2B5EF4-FFF2-40B4-BE49-F238E27FC236}">
                <a16:creationId xmlns:a16="http://schemas.microsoft.com/office/drawing/2014/main" id="{B13FBA9E-54C5-F425-5D78-7FAC1C8ADB80}"/>
              </a:ext>
            </a:extLst>
          </p:cNvPr>
          <p:cNvCxnSpPr>
            <a:cxnSpLocks/>
            <a:stCxn id="91" idx="2"/>
            <a:endCxn id="89" idx="0"/>
          </p:cNvCxnSpPr>
          <p:nvPr/>
        </p:nvCxnSpPr>
        <p:spPr>
          <a:xfrm rot="16200000" flipH="1">
            <a:off x="6581409" y="1570835"/>
            <a:ext cx="639447" cy="2538136"/>
          </a:xfrm>
          <a:prstGeom prst="bentConnector3">
            <a:avLst>
              <a:gd name="adj1" fmla="val 50000"/>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cxnSp>
        <p:nvCxnSpPr>
          <p:cNvPr id="121" name="直線コネクタ 120">
            <a:extLst>
              <a:ext uri="{FF2B5EF4-FFF2-40B4-BE49-F238E27FC236}">
                <a16:creationId xmlns:a16="http://schemas.microsoft.com/office/drawing/2014/main" id="{0ADC223B-DEB3-7417-7472-328EE2165340}"/>
              </a:ext>
            </a:extLst>
          </p:cNvPr>
          <p:cNvCxnSpPr>
            <a:cxnSpLocks/>
            <a:stCxn id="91" idx="2"/>
            <a:endCxn id="88" idx="0"/>
          </p:cNvCxnSpPr>
          <p:nvPr/>
        </p:nvCxnSpPr>
        <p:spPr>
          <a:xfrm>
            <a:off x="5632064" y="2520180"/>
            <a:ext cx="0" cy="639447"/>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cxnSp>
        <p:nvCxnSpPr>
          <p:cNvPr id="124" name="直線コネクタ 123">
            <a:extLst>
              <a:ext uri="{FF2B5EF4-FFF2-40B4-BE49-F238E27FC236}">
                <a16:creationId xmlns:a16="http://schemas.microsoft.com/office/drawing/2014/main" id="{0707CDD5-F190-154B-0926-5EC7C2DF8324}"/>
              </a:ext>
            </a:extLst>
          </p:cNvPr>
          <p:cNvCxnSpPr>
            <a:cxnSpLocks/>
            <a:stCxn id="88" idx="2"/>
            <a:endCxn id="67" idx="0"/>
          </p:cNvCxnSpPr>
          <p:nvPr/>
        </p:nvCxnSpPr>
        <p:spPr>
          <a:xfrm>
            <a:off x="5632064" y="3980400"/>
            <a:ext cx="0" cy="639448"/>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128" name="テキスト ボックス 127">
            <a:extLst>
              <a:ext uri="{FF2B5EF4-FFF2-40B4-BE49-F238E27FC236}">
                <a16:creationId xmlns:a16="http://schemas.microsoft.com/office/drawing/2014/main" id="{EC711539-F5B9-9002-44BC-6E239A7A753B}"/>
              </a:ext>
            </a:extLst>
          </p:cNvPr>
          <p:cNvSpPr txBox="1"/>
          <p:nvPr/>
        </p:nvSpPr>
        <p:spPr>
          <a:xfrm>
            <a:off x="2495063" y="3429000"/>
            <a:ext cx="1197727" cy="307777"/>
          </a:xfrm>
          <a:prstGeom prst="rect">
            <a:avLst/>
          </a:prstGeom>
          <a:noFill/>
        </p:spPr>
        <p:txBody>
          <a:bodyPr wrap="square">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　増量</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Ⅰ</a:t>
            </a:r>
            <a:endPar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pic>
        <p:nvPicPr>
          <p:cNvPr id="130" name="図 129">
            <a:extLst>
              <a:ext uri="{FF2B5EF4-FFF2-40B4-BE49-F238E27FC236}">
                <a16:creationId xmlns:a16="http://schemas.microsoft.com/office/drawing/2014/main" id="{79072DD2-F15D-2264-EA2B-488C63ACEAFC}"/>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2599798" y="3410337"/>
            <a:ext cx="238300" cy="299261"/>
          </a:xfrm>
          <a:prstGeom prst="rect">
            <a:avLst/>
          </a:prstGeom>
        </p:spPr>
      </p:pic>
      <p:pic>
        <p:nvPicPr>
          <p:cNvPr id="132" name="図 131">
            <a:extLst>
              <a:ext uri="{FF2B5EF4-FFF2-40B4-BE49-F238E27FC236}">
                <a16:creationId xmlns:a16="http://schemas.microsoft.com/office/drawing/2014/main" id="{9FB989E5-98FF-8AB2-5CA0-7BC3B43AD94C}"/>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7713220" y="3418588"/>
            <a:ext cx="310321" cy="307777"/>
          </a:xfrm>
          <a:prstGeom prst="rect">
            <a:avLst/>
          </a:prstGeom>
        </p:spPr>
      </p:pic>
      <p:cxnSp>
        <p:nvCxnSpPr>
          <p:cNvPr id="133" name="コネクタ: カギ線 132">
            <a:extLst>
              <a:ext uri="{FF2B5EF4-FFF2-40B4-BE49-F238E27FC236}">
                <a16:creationId xmlns:a16="http://schemas.microsoft.com/office/drawing/2014/main" id="{581AC0ED-09FB-D0BB-446E-1E86D8BB2FC8}"/>
              </a:ext>
            </a:extLst>
          </p:cNvPr>
          <p:cNvCxnSpPr>
            <a:cxnSpLocks/>
            <a:stCxn id="87" idx="2"/>
            <a:endCxn id="67" idx="0"/>
          </p:cNvCxnSpPr>
          <p:nvPr/>
        </p:nvCxnSpPr>
        <p:spPr>
          <a:xfrm rot="16200000" flipH="1">
            <a:off x="4043272" y="3031055"/>
            <a:ext cx="639447" cy="2538137"/>
          </a:xfrm>
          <a:prstGeom prst="bentConnector3">
            <a:avLst>
              <a:gd name="adj1" fmla="val 50000"/>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cxnSp>
        <p:nvCxnSpPr>
          <p:cNvPr id="136" name="コネクタ: カギ線 135">
            <a:extLst>
              <a:ext uri="{FF2B5EF4-FFF2-40B4-BE49-F238E27FC236}">
                <a16:creationId xmlns:a16="http://schemas.microsoft.com/office/drawing/2014/main" id="{C439F146-58A2-82E1-93F6-D193324AEA8B}"/>
              </a:ext>
            </a:extLst>
          </p:cNvPr>
          <p:cNvCxnSpPr>
            <a:cxnSpLocks/>
            <a:stCxn id="89" idx="2"/>
            <a:endCxn id="67" idx="0"/>
          </p:cNvCxnSpPr>
          <p:nvPr/>
        </p:nvCxnSpPr>
        <p:spPr>
          <a:xfrm rot="5400000">
            <a:off x="6581408" y="3031056"/>
            <a:ext cx="639448" cy="2538136"/>
          </a:xfrm>
          <a:prstGeom prst="bentConnector3">
            <a:avLst>
              <a:gd name="adj1" fmla="val 50000"/>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140" name="テキスト ボックス 139">
            <a:extLst>
              <a:ext uri="{FF2B5EF4-FFF2-40B4-BE49-F238E27FC236}">
                <a16:creationId xmlns:a16="http://schemas.microsoft.com/office/drawing/2014/main" id="{C51A78FF-1627-79E1-0A6F-D833947C43D4}"/>
              </a:ext>
            </a:extLst>
          </p:cNvPr>
          <p:cNvSpPr txBox="1"/>
          <p:nvPr/>
        </p:nvSpPr>
        <p:spPr>
          <a:xfrm>
            <a:off x="4564043" y="4877485"/>
            <a:ext cx="2148373" cy="307777"/>
          </a:xfrm>
          <a:prstGeom prst="rect">
            <a:avLst/>
          </a:prstGeom>
          <a:noFill/>
        </p:spPr>
        <p:txBody>
          <a:bodyPr wrap="square">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部屋アンロック</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Ⅱ</a:t>
            </a:r>
            <a:endPar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nvGrpSpPr>
          <p:cNvPr id="145" name="グループ化 144">
            <a:extLst>
              <a:ext uri="{FF2B5EF4-FFF2-40B4-BE49-F238E27FC236}">
                <a16:creationId xmlns:a16="http://schemas.microsoft.com/office/drawing/2014/main" id="{8BA419BC-234D-5C03-C319-1A70131D0252}"/>
              </a:ext>
            </a:extLst>
          </p:cNvPr>
          <p:cNvGrpSpPr/>
          <p:nvPr/>
        </p:nvGrpSpPr>
        <p:grpSpPr>
          <a:xfrm>
            <a:off x="5445863" y="4113923"/>
            <a:ext cx="372400" cy="372400"/>
            <a:chOff x="7453941" y="1785130"/>
            <a:chExt cx="1107447" cy="1107447"/>
          </a:xfrm>
        </p:grpSpPr>
        <p:sp>
          <p:nvSpPr>
            <p:cNvPr id="143" name="楕円 142">
              <a:extLst>
                <a:ext uri="{FF2B5EF4-FFF2-40B4-BE49-F238E27FC236}">
                  <a16:creationId xmlns:a16="http://schemas.microsoft.com/office/drawing/2014/main" id="{763F2955-15B4-3398-2977-9486DF11439A}"/>
                </a:ext>
              </a:extLst>
            </p:cNvPr>
            <p:cNvSpPr/>
            <p:nvPr/>
          </p:nvSpPr>
          <p:spPr>
            <a:xfrm>
              <a:off x="7553309" y="1915040"/>
              <a:ext cx="914400" cy="914400"/>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42" name="図 141">
              <a:extLst>
                <a:ext uri="{FF2B5EF4-FFF2-40B4-BE49-F238E27FC236}">
                  <a16:creationId xmlns:a16="http://schemas.microsoft.com/office/drawing/2014/main" id="{76E4684D-A052-ECE0-5AB5-7B2B8BD930BC}"/>
                </a:ext>
              </a:extLst>
            </p:cNvPr>
            <p:cNvPicPr>
              <a:picLocks noChangeAspect="1"/>
            </p:cNvPicPr>
            <p:nvPr/>
          </p:nvPicPr>
          <p:blipFill>
            <a:blip r:embed="rId8">
              <a:duotone>
                <a:schemeClr val="accent1">
                  <a:shade val="45000"/>
                  <a:satMod val="135000"/>
                </a:schemeClr>
                <a:prstClr val="white"/>
              </a:duotone>
              <a:extLst>
                <a:ext uri="{28A0092B-C50C-407E-A947-70E740481C1C}">
                  <a14:useLocalDpi xmlns:a14="http://schemas.microsoft.com/office/drawing/2010/main" val="0"/>
                </a:ext>
              </a:extLst>
            </a:blip>
            <a:stretch>
              <a:fillRect/>
            </a:stretch>
          </p:blipFill>
          <p:spPr>
            <a:xfrm>
              <a:off x="7453941" y="1785130"/>
              <a:ext cx="1107447" cy="1107447"/>
            </a:xfrm>
            <a:prstGeom prst="rect">
              <a:avLst/>
            </a:prstGeom>
          </p:spPr>
        </p:pic>
      </p:grpSp>
      <p:sp>
        <p:nvSpPr>
          <p:cNvPr id="147" name="四角形: 角を丸くする 146">
            <a:extLst>
              <a:ext uri="{FF2B5EF4-FFF2-40B4-BE49-F238E27FC236}">
                <a16:creationId xmlns:a16="http://schemas.microsoft.com/office/drawing/2014/main" id="{4F30E5E9-4888-9576-0F9F-7190C493406F}"/>
              </a:ext>
            </a:extLst>
          </p:cNvPr>
          <p:cNvSpPr/>
          <p:nvPr/>
        </p:nvSpPr>
        <p:spPr>
          <a:xfrm>
            <a:off x="4741501" y="4615634"/>
            <a:ext cx="1778680" cy="820773"/>
          </a:xfrm>
          <a:prstGeom prst="roundRect">
            <a:avLst/>
          </a:prstGeom>
          <a:solidFill>
            <a:schemeClr val="tx1">
              <a:lumMod val="85000"/>
              <a:lumOff val="15000"/>
              <a:alpha val="40000"/>
            </a:schemeClr>
          </a:solidFill>
          <a:ln w="38100">
            <a:solidFill>
              <a:srgbClr val="FF00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48" name="二等辺三角形 147">
            <a:extLst>
              <a:ext uri="{FF2B5EF4-FFF2-40B4-BE49-F238E27FC236}">
                <a16:creationId xmlns:a16="http://schemas.microsoft.com/office/drawing/2014/main" id="{30406A0A-9A27-DDEC-D851-E40878BF4B08}"/>
              </a:ext>
            </a:extLst>
          </p:cNvPr>
          <p:cNvSpPr/>
          <p:nvPr/>
        </p:nvSpPr>
        <p:spPr>
          <a:xfrm rot="5400000">
            <a:off x="4434588" y="4839820"/>
            <a:ext cx="431983" cy="372399"/>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41" name="グループ化 40">
            <a:extLst>
              <a:ext uri="{FF2B5EF4-FFF2-40B4-BE49-F238E27FC236}">
                <a16:creationId xmlns:a16="http://schemas.microsoft.com/office/drawing/2014/main" id="{572180DC-B1D4-D05E-D8D2-B904FADA38C5}"/>
              </a:ext>
            </a:extLst>
          </p:cNvPr>
          <p:cNvGrpSpPr/>
          <p:nvPr/>
        </p:nvGrpSpPr>
        <p:grpSpPr>
          <a:xfrm>
            <a:off x="2203365" y="5441964"/>
            <a:ext cx="6854953" cy="1460222"/>
            <a:chOff x="2356987" y="2672579"/>
            <a:chExt cx="6854953" cy="1460222"/>
          </a:xfrm>
        </p:grpSpPr>
        <p:sp>
          <p:nvSpPr>
            <p:cNvPr id="29" name="四角形: 角を丸くする 28">
              <a:extLst>
                <a:ext uri="{FF2B5EF4-FFF2-40B4-BE49-F238E27FC236}">
                  <a16:creationId xmlns:a16="http://schemas.microsoft.com/office/drawing/2014/main" id="{44C1FF30-4ADC-2229-3706-B6F21A5DE2F1}"/>
                </a:ext>
              </a:extLst>
            </p:cNvPr>
            <p:cNvSpPr/>
            <p:nvPr/>
          </p:nvSpPr>
          <p:spPr>
            <a:xfrm>
              <a:off x="2356987" y="3312028"/>
              <a:ext cx="1778680" cy="820773"/>
            </a:xfrm>
            <a:prstGeom prst="roundRect">
              <a:avLst/>
            </a:prstGeom>
            <a:solidFill>
              <a:schemeClr val="bg1">
                <a:lumMod val="75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0" name="四角形: 角を丸くする 29">
              <a:extLst>
                <a:ext uri="{FF2B5EF4-FFF2-40B4-BE49-F238E27FC236}">
                  <a16:creationId xmlns:a16="http://schemas.microsoft.com/office/drawing/2014/main" id="{6C40EEE2-46EA-CA49-C316-02B5DF333A7C}"/>
                </a:ext>
              </a:extLst>
            </p:cNvPr>
            <p:cNvSpPr/>
            <p:nvPr/>
          </p:nvSpPr>
          <p:spPr>
            <a:xfrm>
              <a:off x="4895124" y="3312027"/>
              <a:ext cx="1778680" cy="820773"/>
            </a:xfrm>
            <a:prstGeom prst="roundRect">
              <a:avLst/>
            </a:prstGeom>
            <a:solidFill>
              <a:schemeClr val="bg1">
                <a:lumMod val="75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1" name="四角形: 角を丸くする 30">
              <a:extLst>
                <a:ext uri="{FF2B5EF4-FFF2-40B4-BE49-F238E27FC236}">
                  <a16:creationId xmlns:a16="http://schemas.microsoft.com/office/drawing/2014/main" id="{63C4CCFC-254B-6FA5-36F6-0F791C0C34F3}"/>
                </a:ext>
              </a:extLst>
            </p:cNvPr>
            <p:cNvSpPr/>
            <p:nvPr/>
          </p:nvSpPr>
          <p:spPr>
            <a:xfrm>
              <a:off x="7433260" y="3312027"/>
              <a:ext cx="1778680" cy="820773"/>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2" name="テキスト ボックス 31">
              <a:extLst>
                <a:ext uri="{FF2B5EF4-FFF2-40B4-BE49-F238E27FC236}">
                  <a16:creationId xmlns:a16="http://schemas.microsoft.com/office/drawing/2014/main" id="{A43622E6-01D3-8A08-874C-D0F9C08ACE05}"/>
                </a:ext>
              </a:extLst>
            </p:cNvPr>
            <p:cNvSpPr txBox="1"/>
            <p:nvPr/>
          </p:nvSpPr>
          <p:spPr>
            <a:xfrm>
              <a:off x="5185601" y="3581400"/>
              <a:ext cx="1197727" cy="307777"/>
            </a:xfrm>
            <a:prstGeom prst="rect">
              <a:avLst/>
            </a:prstGeom>
            <a:noFill/>
          </p:spPr>
          <p:txBody>
            <a:bodyPr wrap="square">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清掃短縮</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Ⅰ</a:t>
              </a:r>
              <a:endPar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33" name="テキスト ボックス 32">
              <a:extLst>
                <a:ext uri="{FF2B5EF4-FFF2-40B4-BE49-F238E27FC236}">
                  <a16:creationId xmlns:a16="http://schemas.microsoft.com/office/drawing/2014/main" id="{485B237F-80AD-57C5-5D91-E355B71D8CF8}"/>
                </a:ext>
              </a:extLst>
            </p:cNvPr>
            <p:cNvSpPr txBox="1"/>
            <p:nvPr/>
          </p:nvSpPr>
          <p:spPr>
            <a:xfrm>
              <a:off x="7686519" y="3581400"/>
              <a:ext cx="1272162" cy="307777"/>
            </a:xfrm>
            <a:prstGeom prst="rect">
              <a:avLst/>
            </a:prstGeom>
            <a:noFill/>
          </p:spPr>
          <p:txBody>
            <a:bodyPr wrap="square">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　　増量</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Ⅰ</a:t>
              </a:r>
              <a:endPar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cxnSp>
          <p:nvCxnSpPr>
            <p:cNvPr id="34" name="コネクタ: カギ線 33">
              <a:extLst>
                <a:ext uri="{FF2B5EF4-FFF2-40B4-BE49-F238E27FC236}">
                  <a16:creationId xmlns:a16="http://schemas.microsoft.com/office/drawing/2014/main" id="{5B04C8DD-E88A-2AFC-6316-D5848174793E}"/>
                </a:ext>
              </a:extLst>
            </p:cNvPr>
            <p:cNvCxnSpPr>
              <a:cxnSpLocks/>
              <a:endCxn id="29" idx="0"/>
            </p:cNvCxnSpPr>
            <p:nvPr/>
          </p:nvCxnSpPr>
          <p:spPr>
            <a:xfrm rot="5400000">
              <a:off x="4195672" y="1723236"/>
              <a:ext cx="639448" cy="2538137"/>
            </a:xfrm>
            <a:prstGeom prst="bentConnector3">
              <a:avLst>
                <a:gd name="adj1" fmla="val 50000"/>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cxnSp>
          <p:nvCxnSpPr>
            <p:cNvPr id="35" name="コネクタ: カギ線 34">
              <a:extLst>
                <a:ext uri="{FF2B5EF4-FFF2-40B4-BE49-F238E27FC236}">
                  <a16:creationId xmlns:a16="http://schemas.microsoft.com/office/drawing/2014/main" id="{BDF7FF54-11D1-47DB-2DDE-2706EFE3DE2B}"/>
                </a:ext>
              </a:extLst>
            </p:cNvPr>
            <p:cNvCxnSpPr>
              <a:cxnSpLocks/>
              <a:endCxn id="31" idx="0"/>
            </p:cNvCxnSpPr>
            <p:nvPr/>
          </p:nvCxnSpPr>
          <p:spPr>
            <a:xfrm rot="16200000" flipH="1">
              <a:off x="6733809" y="1723235"/>
              <a:ext cx="639447" cy="2538136"/>
            </a:xfrm>
            <a:prstGeom prst="bentConnector3">
              <a:avLst>
                <a:gd name="adj1" fmla="val 50000"/>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cxnSp>
          <p:nvCxnSpPr>
            <p:cNvPr id="36" name="直線コネクタ 35">
              <a:extLst>
                <a:ext uri="{FF2B5EF4-FFF2-40B4-BE49-F238E27FC236}">
                  <a16:creationId xmlns:a16="http://schemas.microsoft.com/office/drawing/2014/main" id="{FBA2F5F4-2ACA-0237-51FF-FB4E54965FA9}"/>
                </a:ext>
              </a:extLst>
            </p:cNvPr>
            <p:cNvCxnSpPr>
              <a:cxnSpLocks/>
              <a:endCxn id="30" idx="0"/>
            </p:cNvCxnSpPr>
            <p:nvPr/>
          </p:nvCxnSpPr>
          <p:spPr>
            <a:xfrm>
              <a:off x="5784464" y="2672580"/>
              <a:ext cx="0" cy="639447"/>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37" name="テキスト ボックス 36">
              <a:extLst>
                <a:ext uri="{FF2B5EF4-FFF2-40B4-BE49-F238E27FC236}">
                  <a16:creationId xmlns:a16="http://schemas.microsoft.com/office/drawing/2014/main" id="{338E1851-3D96-3ADC-DB1B-9F9100EE4574}"/>
                </a:ext>
              </a:extLst>
            </p:cNvPr>
            <p:cNvSpPr txBox="1"/>
            <p:nvPr/>
          </p:nvSpPr>
          <p:spPr>
            <a:xfrm>
              <a:off x="2647463" y="3581400"/>
              <a:ext cx="1197727" cy="307777"/>
            </a:xfrm>
            <a:prstGeom prst="rect">
              <a:avLst/>
            </a:prstGeom>
            <a:noFill/>
          </p:spPr>
          <p:txBody>
            <a:bodyPr wrap="square">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　増量</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Ⅰ</a:t>
              </a:r>
              <a:endPar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pic>
          <p:nvPicPr>
            <p:cNvPr id="38" name="図 37">
              <a:extLst>
                <a:ext uri="{FF2B5EF4-FFF2-40B4-BE49-F238E27FC236}">
                  <a16:creationId xmlns:a16="http://schemas.microsoft.com/office/drawing/2014/main" id="{430D6E52-5071-FCCD-913D-DBEF96D0977C}"/>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2752198" y="3562737"/>
              <a:ext cx="238300" cy="299261"/>
            </a:xfrm>
            <a:prstGeom prst="rect">
              <a:avLst/>
            </a:prstGeom>
          </p:spPr>
        </p:pic>
        <p:pic>
          <p:nvPicPr>
            <p:cNvPr id="39" name="図 38">
              <a:extLst>
                <a:ext uri="{FF2B5EF4-FFF2-40B4-BE49-F238E27FC236}">
                  <a16:creationId xmlns:a16="http://schemas.microsoft.com/office/drawing/2014/main" id="{D2E4824D-74FA-6B87-7500-2451D5C64022}"/>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7865620" y="3570988"/>
              <a:ext cx="310321" cy="307777"/>
            </a:xfrm>
            <a:prstGeom prst="rect">
              <a:avLst/>
            </a:prstGeom>
          </p:spPr>
        </p:pic>
      </p:grpSp>
      <p:sp>
        <p:nvSpPr>
          <p:cNvPr id="43" name="四角形: 角を丸くする 42">
            <a:extLst>
              <a:ext uri="{FF2B5EF4-FFF2-40B4-BE49-F238E27FC236}">
                <a16:creationId xmlns:a16="http://schemas.microsoft.com/office/drawing/2014/main" id="{586C3EDC-7A7D-A5A7-D450-62572B3052B7}"/>
              </a:ext>
            </a:extLst>
          </p:cNvPr>
          <p:cNvSpPr/>
          <p:nvPr/>
        </p:nvSpPr>
        <p:spPr>
          <a:xfrm>
            <a:off x="2196678" y="6094167"/>
            <a:ext cx="1778680" cy="820773"/>
          </a:xfrm>
          <a:prstGeom prst="roundRect">
            <a:avLst/>
          </a:prstGeom>
          <a:solidFill>
            <a:schemeClr val="tx1">
              <a:lumMod val="85000"/>
              <a:lumOff val="15000"/>
              <a:alpha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5" name="四角形: 角を丸くする 44">
            <a:extLst>
              <a:ext uri="{FF2B5EF4-FFF2-40B4-BE49-F238E27FC236}">
                <a16:creationId xmlns:a16="http://schemas.microsoft.com/office/drawing/2014/main" id="{A4AC87CA-4838-B239-1A2C-935E77DD888F}"/>
              </a:ext>
            </a:extLst>
          </p:cNvPr>
          <p:cNvSpPr/>
          <p:nvPr/>
        </p:nvSpPr>
        <p:spPr>
          <a:xfrm>
            <a:off x="4744616" y="6086667"/>
            <a:ext cx="1778680" cy="820773"/>
          </a:xfrm>
          <a:prstGeom prst="roundRect">
            <a:avLst/>
          </a:prstGeom>
          <a:solidFill>
            <a:schemeClr val="tx1">
              <a:lumMod val="85000"/>
              <a:lumOff val="15000"/>
              <a:alpha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7" name="四角形: 角を丸くする 46">
            <a:extLst>
              <a:ext uri="{FF2B5EF4-FFF2-40B4-BE49-F238E27FC236}">
                <a16:creationId xmlns:a16="http://schemas.microsoft.com/office/drawing/2014/main" id="{25876CBA-A4F7-94C2-B84D-6639CEDBEFE0}"/>
              </a:ext>
            </a:extLst>
          </p:cNvPr>
          <p:cNvSpPr/>
          <p:nvPr/>
        </p:nvSpPr>
        <p:spPr>
          <a:xfrm>
            <a:off x="7285867" y="6094166"/>
            <a:ext cx="1778680" cy="820773"/>
          </a:xfrm>
          <a:prstGeom prst="roundRect">
            <a:avLst/>
          </a:prstGeom>
          <a:solidFill>
            <a:schemeClr val="tx1">
              <a:lumMod val="85000"/>
              <a:lumOff val="15000"/>
              <a:alpha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9" name="正方形/長方形 48">
            <a:extLst>
              <a:ext uri="{FF2B5EF4-FFF2-40B4-BE49-F238E27FC236}">
                <a16:creationId xmlns:a16="http://schemas.microsoft.com/office/drawing/2014/main" id="{A04E1E3F-AE7C-1DFD-1A89-AADC764688E9}"/>
              </a:ext>
            </a:extLst>
          </p:cNvPr>
          <p:cNvSpPr>
            <a:spLocks/>
          </p:cNvSpPr>
          <p:nvPr/>
        </p:nvSpPr>
        <p:spPr>
          <a:xfrm>
            <a:off x="1590627" y="5150498"/>
            <a:ext cx="9010745" cy="1696876"/>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3" name="グループ化 12">
            <a:extLst>
              <a:ext uri="{FF2B5EF4-FFF2-40B4-BE49-F238E27FC236}">
                <a16:creationId xmlns:a16="http://schemas.microsoft.com/office/drawing/2014/main" id="{77491707-BF68-291D-BBD3-D0E72A8710CD}"/>
              </a:ext>
            </a:extLst>
          </p:cNvPr>
          <p:cNvGrpSpPr/>
          <p:nvPr/>
        </p:nvGrpSpPr>
        <p:grpSpPr>
          <a:xfrm>
            <a:off x="3724994" y="6018074"/>
            <a:ext cx="4718814" cy="496239"/>
            <a:chOff x="3724996" y="3704434"/>
            <a:chExt cx="4718814" cy="496239"/>
          </a:xfrm>
        </p:grpSpPr>
        <p:sp>
          <p:nvSpPr>
            <p:cNvPr id="15" name="四角形: 角を丸くする 14">
              <a:extLst>
                <a:ext uri="{FF2B5EF4-FFF2-40B4-BE49-F238E27FC236}">
                  <a16:creationId xmlns:a16="http://schemas.microsoft.com/office/drawing/2014/main" id="{A1686EBE-44AE-47F3-D824-F336B9A2A112}"/>
                </a:ext>
              </a:extLst>
            </p:cNvPr>
            <p:cNvSpPr/>
            <p:nvPr/>
          </p:nvSpPr>
          <p:spPr>
            <a:xfrm>
              <a:off x="6495533" y="3704434"/>
              <a:ext cx="1948277" cy="496239"/>
            </a:xfrm>
            <a:prstGeom prst="roundRect">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rPr>
                <a:t>未開放</a:t>
              </a:r>
            </a:p>
          </p:txBody>
        </p:sp>
        <p:grpSp>
          <p:nvGrpSpPr>
            <p:cNvPr id="16" name="グループ化 15">
              <a:extLst>
                <a:ext uri="{FF2B5EF4-FFF2-40B4-BE49-F238E27FC236}">
                  <a16:creationId xmlns:a16="http://schemas.microsoft.com/office/drawing/2014/main" id="{6008A130-EDB2-3F9C-3704-8BF001B4CD12}"/>
                </a:ext>
              </a:extLst>
            </p:cNvPr>
            <p:cNvGrpSpPr/>
            <p:nvPr/>
          </p:nvGrpSpPr>
          <p:grpSpPr>
            <a:xfrm>
              <a:off x="3724996" y="3738168"/>
              <a:ext cx="2289837" cy="438046"/>
              <a:chOff x="6420908" y="3453482"/>
              <a:chExt cx="2289837" cy="438046"/>
            </a:xfrm>
          </p:grpSpPr>
          <p:grpSp>
            <p:nvGrpSpPr>
              <p:cNvPr id="17" name="グループ化 16">
                <a:extLst>
                  <a:ext uri="{FF2B5EF4-FFF2-40B4-BE49-F238E27FC236}">
                    <a16:creationId xmlns:a16="http://schemas.microsoft.com/office/drawing/2014/main" id="{6C5FD9CB-4BA9-FCEB-E4CE-E22AFCED1880}"/>
                  </a:ext>
                </a:extLst>
              </p:cNvPr>
              <p:cNvGrpSpPr/>
              <p:nvPr/>
            </p:nvGrpSpPr>
            <p:grpSpPr>
              <a:xfrm>
                <a:off x="6420908" y="3453482"/>
                <a:ext cx="2289837" cy="438046"/>
                <a:chOff x="4873938" y="3796691"/>
                <a:chExt cx="2289837" cy="438046"/>
              </a:xfrm>
            </p:grpSpPr>
            <p:sp>
              <p:nvSpPr>
                <p:cNvPr id="26" name="四角形: 角を丸くする 25">
                  <a:extLst>
                    <a:ext uri="{FF2B5EF4-FFF2-40B4-BE49-F238E27FC236}">
                      <a16:creationId xmlns:a16="http://schemas.microsoft.com/office/drawing/2014/main" id="{941C1A24-66F6-5F1D-E6B5-5CB6A461CE61}"/>
                    </a:ext>
                  </a:extLst>
                </p:cNvPr>
                <p:cNvSpPr/>
                <p:nvPr/>
              </p:nvSpPr>
              <p:spPr>
                <a:xfrm>
                  <a:off x="4873938" y="3796691"/>
                  <a:ext cx="2289837" cy="438046"/>
                </a:xfrm>
                <a:prstGeom prst="round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7" name="テキスト ボックス 26">
                  <a:extLst>
                    <a:ext uri="{FF2B5EF4-FFF2-40B4-BE49-F238E27FC236}">
                      <a16:creationId xmlns:a16="http://schemas.microsoft.com/office/drawing/2014/main" id="{D930CB41-00BA-947F-5C46-D9051E95807F}"/>
                    </a:ext>
                  </a:extLst>
                </p:cNvPr>
                <p:cNvSpPr txBox="1"/>
                <p:nvPr/>
              </p:nvSpPr>
              <p:spPr>
                <a:xfrm>
                  <a:off x="5068663" y="3877215"/>
                  <a:ext cx="1039469"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消費数</a:t>
                  </a:r>
                </a:p>
              </p:txBody>
            </p:sp>
            <p:sp>
              <p:nvSpPr>
                <p:cNvPr id="28" name="テキスト ボックス 27">
                  <a:extLst>
                    <a:ext uri="{FF2B5EF4-FFF2-40B4-BE49-F238E27FC236}">
                      <a16:creationId xmlns:a16="http://schemas.microsoft.com/office/drawing/2014/main" id="{3B68861E-4429-40D1-0865-DD2A2EE33B73}"/>
                    </a:ext>
                  </a:extLst>
                </p:cNvPr>
                <p:cNvSpPr txBox="1"/>
                <p:nvPr/>
              </p:nvSpPr>
              <p:spPr>
                <a:xfrm>
                  <a:off x="6001316" y="3846437"/>
                  <a:ext cx="1162459" cy="338554"/>
                </a:xfrm>
                <a:prstGeom prst="rect">
                  <a:avLst/>
                </a:prstGeom>
                <a:noFill/>
              </p:spPr>
              <p:txBody>
                <a:bodyPr wrap="square" rtlCol="0">
                  <a:spAutoFit/>
                </a:bodyPr>
                <a:lstStyle/>
                <a:p>
                  <a:pPr algn="ctr"/>
                  <a:r>
                    <a:rPr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000000000</a:t>
                  </a:r>
                  <a:endPar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8" name="グループ化 17">
                <a:extLst>
                  <a:ext uri="{FF2B5EF4-FFF2-40B4-BE49-F238E27FC236}">
                    <a16:creationId xmlns:a16="http://schemas.microsoft.com/office/drawing/2014/main" id="{A7C8186F-C217-4E6B-9391-786DA7D9A276}"/>
                  </a:ext>
                </a:extLst>
              </p:cNvPr>
              <p:cNvGrpSpPr/>
              <p:nvPr/>
            </p:nvGrpSpPr>
            <p:grpSpPr>
              <a:xfrm>
                <a:off x="6543645" y="3540774"/>
                <a:ext cx="211026" cy="279530"/>
                <a:chOff x="8604191" y="699940"/>
                <a:chExt cx="211026" cy="279530"/>
              </a:xfrm>
            </p:grpSpPr>
            <p:grpSp>
              <p:nvGrpSpPr>
                <p:cNvPr id="19" name="グループ化 18">
                  <a:extLst>
                    <a:ext uri="{FF2B5EF4-FFF2-40B4-BE49-F238E27FC236}">
                      <a16:creationId xmlns:a16="http://schemas.microsoft.com/office/drawing/2014/main" id="{A71A1192-4A56-F755-E2E4-05640108370D}"/>
                    </a:ext>
                  </a:extLst>
                </p:cNvPr>
                <p:cNvGrpSpPr/>
                <p:nvPr/>
              </p:nvGrpSpPr>
              <p:grpSpPr>
                <a:xfrm>
                  <a:off x="8604191" y="699940"/>
                  <a:ext cx="211026" cy="279530"/>
                  <a:chOff x="8604191" y="672399"/>
                  <a:chExt cx="211026" cy="279530"/>
                </a:xfrm>
              </p:grpSpPr>
              <p:cxnSp>
                <p:nvCxnSpPr>
                  <p:cNvPr id="22" name="コネクタ: カギ線 21">
                    <a:extLst>
                      <a:ext uri="{FF2B5EF4-FFF2-40B4-BE49-F238E27FC236}">
                        <a16:creationId xmlns:a16="http://schemas.microsoft.com/office/drawing/2014/main" id="{6DA40846-C7CA-6015-BBE5-FB9D292A4325}"/>
                      </a:ext>
                    </a:extLst>
                  </p:cNvPr>
                  <p:cNvCxnSpPr>
                    <a:cxnSpLocks/>
                  </p:cNvCxnSpPr>
                  <p:nvPr/>
                </p:nvCxnSpPr>
                <p:spPr>
                  <a:xfrm rot="16200000" flipH="1">
                    <a:off x="8604191" y="740903"/>
                    <a:ext cx="211026" cy="211026"/>
                  </a:xfrm>
                  <a:prstGeom prst="bentConnector3">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23" name="直線コネクタ 22">
                    <a:extLst>
                      <a:ext uri="{FF2B5EF4-FFF2-40B4-BE49-F238E27FC236}">
                        <a16:creationId xmlns:a16="http://schemas.microsoft.com/office/drawing/2014/main" id="{23787FEB-C6E6-BE0A-5B2D-A9FE5DBE7DC5}"/>
                      </a:ext>
                    </a:extLst>
                  </p:cNvPr>
                  <p:cNvCxnSpPr>
                    <a:cxnSpLocks/>
                  </p:cNvCxnSpPr>
                  <p:nvPr/>
                </p:nvCxnSpPr>
                <p:spPr>
                  <a:xfrm>
                    <a:off x="8706065" y="725136"/>
                    <a:ext cx="0" cy="22387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24" name="直線コネクタ 23">
                    <a:extLst>
                      <a:ext uri="{FF2B5EF4-FFF2-40B4-BE49-F238E27FC236}">
                        <a16:creationId xmlns:a16="http://schemas.microsoft.com/office/drawing/2014/main" id="{8DE96386-04FD-3E20-9672-3678FCD963E8}"/>
                      </a:ext>
                    </a:extLst>
                  </p:cNvPr>
                  <p:cNvCxnSpPr>
                    <a:cxnSpLocks/>
                  </p:cNvCxnSpPr>
                  <p:nvPr/>
                </p:nvCxnSpPr>
                <p:spPr>
                  <a:xfrm>
                    <a:off x="8653289" y="672403"/>
                    <a:ext cx="43248" cy="59906"/>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25" name="直線コネクタ 24">
                    <a:extLst>
                      <a:ext uri="{FF2B5EF4-FFF2-40B4-BE49-F238E27FC236}">
                        <a16:creationId xmlns:a16="http://schemas.microsoft.com/office/drawing/2014/main" id="{E7661622-BC85-81C7-DC07-363FA5DB63AB}"/>
                      </a:ext>
                    </a:extLst>
                  </p:cNvPr>
                  <p:cNvCxnSpPr>
                    <a:cxnSpLocks/>
                  </p:cNvCxnSpPr>
                  <p:nvPr/>
                </p:nvCxnSpPr>
                <p:spPr>
                  <a:xfrm flipH="1">
                    <a:off x="8712819" y="672399"/>
                    <a:ext cx="43248" cy="59906"/>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grpSp>
            <p:cxnSp>
              <p:nvCxnSpPr>
                <p:cNvPr id="20" name="直線コネクタ 19">
                  <a:extLst>
                    <a:ext uri="{FF2B5EF4-FFF2-40B4-BE49-F238E27FC236}">
                      <a16:creationId xmlns:a16="http://schemas.microsoft.com/office/drawing/2014/main" id="{0209BF0E-C670-AB8E-7D0C-AC91812C35C6}"/>
                    </a:ext>
                  </a:extLst>
                </p:cNvPr>
                <p:cNvCxnSpPr>
                  <a:cxnSpLocks/>
                </p:cNvCxnSpPr>
                <p:nvPr/>
              </p:nvCxnSpPr>
              <p:spPr>
                <a:xfrm flipH="1">
                  <a:off x="8645440" y="819427"/>
                  <a:ext cx="134580" cy="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21" name="直線コネクタ 20">
                  <a:extLst>
                    <a:ext uri="{FF2B5EF4-FFF2-40B4-BE49-F238E27FC236}">
                      <a16:creationId xmlns:a16="http://schemas.microsoft.com/office/drawing/2014/main" id="{B8A0EBA9-A3C5-7F3F-AFA1-939A549DCB1D}"/>
                    </a:ext>
                  </a:extLst>
                </p:cNvPr>
                <p:cNvCxnSpPr>
                  <a:cxnSpLocks/>
                </p:cNvCxnSpPr>
                <p:nvPr/>
              </p:nvCxnSpPr>
              <p:spPr>
                <a:xfrm flipH="1">
                  <a:off x="8645440" y="925877"/>
                  <a:ext cx="134580" cy="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grpSp>
        </p:grpSp>
      </p:grpSp>
      <p:grpSp>
        <p:nvGrpSpPr>
          <p:cNvPr id="56" name="グループ化 55">
            <a:extLst>
              <a:ext uri="{FF2B5EF4-FFF2-40B4-BE49-F238E27FC236}">
                <a16:creationId xmlns:a16="http://schemas.microsoft.com/office/drawing/2014/main" id="{5F08F1FD-1422-2834-DCAE-26AB11FE9A8C}"/>
              </a:ext>
            </a:extLst>
          </p:cNvPr>
          <p:cNvGrpSpPr/>
          <p:nvPr/>
        </p:nvGrpSpPr>
        <p:grpSpPr>
          <a:xfrm>
            <a:off x="2757161" y="5446919"/>
            <a:ext cx="3061102" cy="369332"/>
            <a:chOff x="2757161" y="5446919"/>
            <a:chExt cx="3061102" cy="369332"/>
          </a:xfrm>
        </p:grpSpPr>
        <p:sp>
          <p:nvSpPr>
            <p:cNvPr id="51" name="テキスト ボックス 50">
              <a:extLst>
                <a:ext uri="{FF2B5EF4-FFF2-40B4-BE49-F238E27FC236}">
                  <a16:creationId xmlns:a16="http://schemas.microsoft.com/office/drawing/2014/main" id="{3F4F1C00-D568-1155-7194-2E5F804B1207}"/>
                </a:ext>
              </a:extLst>
            </p:cNvPr>
            <p:cNvSpPr txBox="1"/>
            <p:nvPr/>
          </p:nvSpPr>
          <p:spPr>
            <a:xfrm>
              <a:off x="2757161" y="5446919"/>
              <a:ext cx="3061102" cy="369332"/>
            </a:xfrm>
            <a:prstGeom prst="rect">
              <a:avLst/>
            </a:prstGeom>
            <a:noFill/>
          </p:spPr>
          <p:txBody>
            <a:bodyPr wrap="square">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rPr>
                <a:t>基礎　　報酬　</a:t>
              </a:r>
              <a:r>
                <a:rPr lang="en-US" altLang="ja-JP">
                  <a:solidFill>
                    <a:schemeClr val="bg1">
                      <a:lumMod val="95000"/>
                    </a:schemeClr>
                  </a:solidFill>
                  <a:latin typeface="原稿用標準書体" panose="03000503000000000000" pitchFamily="66" charset="-128"/>
                  <a:ea typeface="原稿用標準書体" panose="03000503000000000000" pitchFamily="66" charset="-128"/>
                </a:rPr>
                <a:t>0000000</a:t>
              </a:r>
              <a:endParaRPr kumimoji="1" lang="ja-JP" altLang="en-US" sz="1800">
                <a:solidFill>
                  <a:schemeClr val="bg1">
                    <a:lumMod val="95000"/>
                  </a:schemeClr>
                </a:solidFill>
                <a:latin typeface="原稿用標準書体" panose="03000503000000000000" pitchFamily="66" charset="-128"/>
                <a:ea typeface="原稿用標準書体" panose="03000503000000000000" pitchFamily="66" charset="-128"/>
              </a:endParaRPr>
            </a:p>
          </p:txBody>
        </p:sp>
        <p:pic>
          <p:nvPicPr>
            <p:cNvPr id="53" name="図 52">
              <a:extLst>
                <a:ext uri="{FF2B5EF4-FFF2-40B4-BE49-F238E27FC236}">
                  <a16:creationId xmlns:a16="http://schemas.microsoft.com/office/drawing/2014/main" id="{7BA5D1F4-0B25-E111-8616-2E530E77086E}"/>
                </a:ext>
              </a:extLst>
            </p:cNvPr>
            <p:cNvPicPr>
              <a:picLocks noChangeAspect="1"/>
            </p:cNvPicPr>
            <p:nvPr/>
          </p:nvPicPr>
          <p:blipFill>
            <a:blip r:embed="rId6">
              <a:biLevel thresh="25000"/>
              <a:extLst>
                <a:ext uri="{28A0092B-C50C-407E-A947-70E740481C1C}">
                  <a14:useLocalDpi xmlns:a14="http://schemas.microsoft.com/office/drawing/2010/main" val="0"/>
                </a:ext>
              </a:extLst>
            </a:blip>
            <a:stretch>
              <a:fillRect/>
            </a:stretch>
          </p:blipFill>
          <p:spPr>
            <a:xfrm>
              <a:off x="3667112" y="5481955"/>
              <a:ext cx="238300" cy="299261"/>
            </a:xfrm>
            <a:prstGeom prst="rect">
              <a:avLst/>
            </a:prstGeom>
          </p:spPr>
        </p:pic>
      </p:grpSp>
      <p:sp>
        <p:nvSpPr>
          <p:cNvPr id="55" name="二等辺三角形 54">
            <a:extLst>
              <a:ext uri="{FF2B5EF4-FFF2-40B4-BE49-F238E27FC236}">
                <a16:creationId xmlns:a16="http://schemas.microsoft.com/office/drawing/2014/main" id="{09C55251-462E-4D45-5016-8C092C7C51FB}"/>
              </a:ext>
            </a:extLst>
          </p:cNvPr>
          <p:cNvSpPr/>
          <p:nvPr/>
        </p:nvSpPr>
        <p:spPr>
          <a:xfrm rot="5400000">
            <a:off x="5881104" y="5440234"/>
            <a:ext cx="431983" cy="372399"/>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57" name="グループ化 56">
            <a:extLst>
              <a:ext uri="{FF2B5EF4-FFF2-40B4-BE49-F238E27FC236}">
                <a16:creationId xmlns:a16="http://schemas.microsoft.com/office/drawing/2014/main" id="{F0576EEC-FA78-958D-0F68-88E32EA629F6}"/>
              </a:ext>
            </a:extLst>
          </p:cNvPr>
          <p:cNvGrpSpPr/>
          <p:nvPr/>
        </p:nvGrpSpPr>
        <p:grpSpPr>
          <a:xfrm>
            <a:off x="6229706" y="5451247"/>
            <a:ext cx="3061102" cy="369332"/>
            <a:chOff x="2757161" y="5446919"/>
            <a:chExt cx="3061102" cy="369332"/>
          </a:xfrm>
        </p:grpSpPr>
        <p:sp>
          <p:nvSpPr>
            <p:cNvPr id="58" name="テキスト ボックス 57">
              <a:extLst>
                <a:ext uri="{FF2B5EF4-FFF2-40B4-BE49-F238E27FC236}">
                  <a16:creationId xmlns:a16="http://schemas.microsoft.com/office/drawing/2014/main" id="{A58DDCD0-32E0-CCE8-47DD-C0A2859F94B7}"/>
                </a:ext>
              </a:extLst>
            </p:cNvPr>
            <p:cNvSpPr txBox="1"/>
            <p:nvPr/>
          </p:nvSpPr>
          <p:spPr>
            <a:xfrm>
              <a:off x="2757161" y="5446919"/>
              <a:ext cx="3061102" cy="369332"/>
            </a:xfrm>
            <a:prstGeom prst="rect">
              <a:avLst/>
            </a:prstGeom>
            <a:noFill/>
          </p:spPr>
          <p:txBody>
            <a:bodyPr wrap="square">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rPr>
                <a:t>基礎　　報酬　</a:t>
              </a:r>
              <a:r>
                <a:rPr lang="en-US" altLang="ja-JP">
                  <a:solidFill>
                    <a:srgbClr val="FF00FF"/>
                  </a:solidFill>
                  <a:latin typeface="原稿用標準書体" panose="03000503000000000000" pitchFamily="66" charset="-128"/>
                  <a:ea typeface="原稿用標準書体" panose="03000503000000000000" pitchFamily="66" charset="-128"/>
                </a:rPr>
                <a:t>0000000</a:t>
              </a:r>
              <a:endParaRPr kumimoji="1" lang="ja-JP" altLang="en-US" sz="1800">
                <a:solidFill>
                  <a:srgbClr val="FF00FF"/>
                </a:solidFill>
                <a:latin typeface="原稿用標準書体" panose="03000503000000000000" pitchFamily="66" charset="-128"/>
                <a:ea typeface="原稿用標準書体" panose="03000503000000000000" pitchFamily="66" charset="-128"/>
              </a:endParaRPr>
            </a:p>
          </p:txBody>
        </p:sp>
        <p:pic>
          <p:nvPicPr>
            <p:cNvPr id="59" name="図 58">
              <a:extLst>
                <a:ext uri="{FF2B5EF4-FFF2-40B4-BE49-F238E27FC236}">
                  <a16:creationId xmlns:a16="http://schemas.microsoft.com/office/drawing/2014/main" id="{945116E3-2C6E-9940-1B9C-39F8DFC50F05}"/>
                </a:ext>
              </a:extLst>
            </p:cNvPr>
            <p:cNvPicPr>
              <a:picLocks noChangeAspect="1"/>
            </p:cNvPicPr>
            <p:nvPr/>
          </p:nvPicPr>
          <p:blipFill>
            <a:blip r:embed="rId6">
              <a:biLevel thresh="25000"/>
              <a:extLst>
                <a:ext uri="{28A0092B-C50C-407E-A947-70E740481C1C}">
                  <a14:useLocalDpi xmlns:a14="http://schemas.microsoft.com/office/drawing/2010/main" val="0"/>
                </a:ext>
              </a:extLst>
            </a:blip>
            <a:stretch>
              <a:fillRect/>
            </a:stretch>
          </p:blipFill>
          <p:spPr>
            <a:xfrm>
              <a:off x="3667112" y="5481955"/>
              <a:ext cx="238300" cy="299261"/>
            </a:xfrm>
            <a:prstGeom prst="rect">
              <a:avLst/>
            </a:prstGeom>
          </p:spPr>
        </p:pic>
      </p:grpSp>
    </p:spTree>
    <p:extLst>
      <p:ext uri="{BB962C8B-B14F-4D97-AF65-F5344CB8AC3E}">
        <p14:creationId xmlns:p14="http://schemas.microsoft.com/office/powerpoint/2010/main" val="1677748105"/>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bg>
      <p:bgPr>
        <a:blipFill dpi="0" rotWithShape="1">
          <a:blip r:embed="rId2">
            <a:extLst>
              <a:ext uri="{BEBA8EAE-BF5A-486C-A8C5-ECC9F3942E4B}">
                <a14:imgProps xmlns:a14="http://schemas.microsoft.com/office/drawing/2010/main">
                  <a14:imgLayer r:embed="rId3">
                    <a14:imgEffect>
                      <a14:sharpenSoften amount="-35000"/>
                    </a14:imgEffect>
                    <a14:imgEffect>
                      <a14:saturation sat="85000"/>
                    </a14:imgEffect>
                    <a14:imgEffect>
                      <a14:brightnessContrast bright="-20000" contrast="-15000"/>
                    </a14:imgEffect>
                  </a14:imgLayer>
                </a14:imgProps>
              </a:ext>
            </a:extLst>
          </a:blip>
          <a:srcRect/>
          <a:stretch>
            <a:fillRect/>
          </a:stretch>
        </a:blipFill>
        <a:effectLst/>
      </p:bgPr>
    </p:bg>
    <p:spTree>
      <p:nvGrpSpPr>
        <p:cNvPr id="1" name="">
          <a:extLst>
            <a:ext uri="{FF2B5EF4-FFF2-40B4-BE49-F238E27FC236}">
              <a16:creationId xmlns:a16="http://schemas.microsoft.com/office/drawing/2014/main" id="{441A7E5C-7DC9-0DC3-A305-CB39FB7A0D6A}"/>
            </a:ext>
          </a:extLst>
        </p:cNvPr>
        <p:cNvGrpSpPr/>
        <p:nvPr/>
      </p:nvGrpSpPr>
      <p:grpSpPr>
        <a:xfrm>
          <a:off x="0" y="0"/>
          <a:ext cx="0" cy="0"/>
          <a:chOff x="0" y="0"/>
          <a:chExt cx="0" cy="0"/>
        </a:xfrm>
      </p:grpSpPr>
      <p:grpSp>
        <p:nvGrpSpPr>
          <p:cNvPr id="10" name="グループ化 9">
            <a:extLst>
              <a:ext uri="{FF2B5EF4-FFF2-40B4-BE49-F238E27FC236}">
                <a16:creationId xmlns:a16="http://schemas.microsoft.com/office/drawing/2014/main" id="{7BE9A17F-B9E4-40EA-8861-B189B5B7522E}"/>
              </a:ext>
            </a:extLst>
          </p:cNvPr>
          <p:cNvGrpSpPr>
            <a:grpSpLocks/>
          </p:cNvGrpSpPr>
          <p:nvPr/>
        </p:nvGrpSpPr>
        <p:grpSpPr>
          <a:xfrm>
            <a:off x="1590628" y="1230407"/>
            <a:ext cx="9010745" cy="5627593"/>
            <a:chOff x="1590628" y="1230407"/>
            <a:chExt cx="9010745" cy="5627593"/>
          </a:xfrm>
        </p:grpSpPr>
        <p:sp>
          <p:nvSpPr>
            <p:cNvPr id="11" name="正方形/長方形 10">
              <a:extLst>
                <a:ext uri="{FF2B5EF4-FFF2-40B4-BE49-F238E27FC236}">
                  <a16:creationId xmlns:a16="http://schemas.microsoft.com/office/drawing/2014/main" id="{9D03E2AE-E600-BF18-C0FD-9C9540142086}"/>
                </a:ext>
              </a:extLst>
            </p:cNvPr>
            <p:cNvSpPr>
              <a:spLocks/>
            </p:cNvSpPr>
            <p:nvPr/>
          </p:nvSpPr>
          <p:spPr>
            <a:xfrm>
              <a:off x="1590628" y="1541380"/>
              <a:ext cx="9010745" cy="5316620"/>
            </a:xfrm>
            <a:prstGeom prst="rect">
              <a:avLst/>
            </a:prstGeom>
            <a:solidFill>
              <a:srgbClr val="6600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フローチャート: 手作業 11">
              <a:extLst>
                <a:ext uri="{FF2B5EF4-FFF2-40B4-BE49-F238E27FC236}">
                  <a16:creationId xmlns:a16="http://schemas.microsoft.com/office/drawing/2014/main" id="{B3F2D937-E9EC-70D6-E673-A682EDC1604B}"/>
                </a:ext>
              </a:extLst>
            </p:cNvPr>
            <p:cNvSpPr>
              <a:spLocks/>
            </p:cNvSpPr>
            <p:nvPr/>
          </p:nvSpPr>
          <p:spPr>
            <a:xfrm flipV="1">
              <a:off x="1590628" y="1230407"/>
              <a:ext cx="9010745" cy="328009"/>
            </a:xfrm>
            <a:prstGeom prst="flowChartManualOperation">
              <a:avLst/>
            </a:prstGeom>
            <a:solidFill>
              <a:srgbClr val="6600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64" name="グループ化 63">
            <a:extLst>
              <a:ext uri="{FF2B5EF4-FFF2-40B4-BE49-F238E27FC236}">
                <a16:creationId xmlns:a16="http://schemas.microsoft.com/office/drawing/2014/main" id="{33032E9C-8362-F051-3232-6FBD041E0CE3}"/>
              </a:ext>
            </a:extLst>
          </p:cNvPr>
          <p:cNvGrpSpPr/>
          <p:nvPr/>
        </p:nvGrpSpPr>
        <p:grpSpPr>
          <a:xfrm>
            <a:off x="163586" y="134635"/>
            <a:ext cx="3123445" cy="1396119"/>
            <a:chOff x="163586" y="134635"/>
            <a:chExt cx="3123445" cy="1396119"/>
          </a:xfrm>
        </p:grpSpPr>
        <p:sp>
          <p:nvSpPr>
            <p:cNvPr id="65" name="四角形: 角を丸くする 64">
              <a:extLst>
                <a:ext uri="{FF2B5EF4-FFF2-40B4-BE49-F238E27FC236}">
                  <a16:creationId xmlns:a16="http://schemas.microsoft.com/office/drawing/2014/main" id="{EBC92034-402D-E3BC-5690-F635173BB8C6}"/>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66" name="テキスト ボックス 65">
              <a:extLst>
                <a:ext uri="{FF2B5EF4-FFF2-40B4-BE49-F238E27FC236}">
                  <a16:creationId xmlns:a16="http://schemas.microsoft.com/office/drawing/2014/main" id="{BDED4176-E3EE-3DFA-4F5B-68AE27532DA1}"/>
                </a:ext>
              </a:extLst>
            </p:cNvPr>
            <p:cNvSpPr txBox="1"/>
            <p:nvPr/>
          </p:nvSpPr>
          <p:spPr>
            <a:xfrm>
              <a:off x="1752835" y="641390"/>
              <a:ext cx="121058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部屋強化</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67" name="グループ化 66">
              <a:extLst>
                <a:ext uri="{FF2B5EF4-FFF2-40B4-BE49-F238E27FC236}">
                  <a16:creationId xmlns:a16="http://schemas.microsoft.com/office/drawing/2014/main" id="{E51736CD-A1BD-E1EC-D778-94615310B6BE}"/>
                </a:ext>
              </a:extLst>
            </p:cNvPr>
            <p:cNvGrpSpPr/>
            <p:nvPr/>
          </p:nvGrpSpPr>
          <p:grpSpPr>
            <a:xfrm>
              <a:off x="163586" y="134635"/>
              <a:ext cx="1975684" cy="1396119"/>
              <a:chOff x="163586" y="134635"/>
              <a:chExt cx="1975684" cy="1396119"/>
            </a:xfrm>
          </p:grpSpPr>
          <p:grpSp>
            <p:nvGrpSpPr>
              <p:cNvPr id="68" name="グループ化 67">
                <a:extLst>
                  <a:ext uri="{FF2B5EF4-FFF2-40B4-BE49-F238E27FC236}">
                    <a16:creationId xmlns:a16="http://schemas.microsoft.com/office/drawing/2014/main" id="{452805CA-2BF9-6B38-48C3-8B8B556E0E2B}"/>
                  </a:ext>
                </a:extLst>
              </p:cNvPr>
              <p:cNvGrpSpPr/>
              <p:nvPr/>
            </p:nvGrpSpPr>
            <p:grpSpPr>
              <a:xfrm>
                <a:off x="163586" y="134635"/>
                <a:ext cx="1975684" cy="1396119"/>
                <a:chOff x="163586" y="134635"/>
                <a:chExt cx="1975684" cy="1396119"/>
              </a:xfrm>
            </p:grpSpPr>
            <p:pic>
              <p:nvPicPr>
                <p:cNvPr id="72" name="図 71">
                  <a:extLst>
                    <a:ext uri="{FF2B5EF4-FFF2-40B4-BE49-F238E27FC236}">
                      <a16:creationId xmlns:a16="http://schemas.microsoft.com/office/drawing/2014/main" id="{D322C84C-7ACE-F5DA-7DBF-2F349D7AAFA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80" name="楕円 79">
                  <a:extLst>
                    <a:ext uri="{FF2B5EF4-FFF2-40B4-BE49-F238E27FC236}">
                      <a16:creationId xmlns:a16="http://schemas.microsoft.com/office/drawing/2014/main" id="{543460B5-F12F-DB9D-BE8F-6EE179E21F46}"/>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71" name="図 70">
                <a:extLst>
                  <a:ext uri="{FF2B5EF4-FFF2-40B4-BE49-F238E27FC236}">
                    <a16:creationId xmlns:a16="http://schemas.microsoft.com/office/drawing/2014/main" id="{D7657BA0-E4A5-5ABE-16FF-00B72281B4C9}"/>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grpSp>
        <p:nvGrpSpPr>
          <p:cNvPr id="27" name="グループ化 26">
            <a:extLst>
              <a:ext uri="{FF2B5EF4-FFF2-40B4-BE49-F238E27FC236}">
                <a16:creationId xmlns:a16="http://schemas.microsoft.com/office/drawing/2014/main" id="{40245814-CFAE-CD6E-4EB8-37BD0327A9E8}"/>
              </a:ext>
            </a:extLst>
          </p:cNvPr>
          <p:cNvGrpSpPr/>
          <p:nvPr/>
        </p:nvGrpSpPr>
        <p:grpSpPr>
          <a:xfrm>
            <a:off x="2185230" y="3398680"/>
            <a:ext cx="7821541" cy="1567643"/>
            <a:chOff x="2222027" y="3398680"/>
            <a:chExt cx="7821541" cy="1567643"/>
          </a:xfrm>
          <a:solidFill>
            <a:schemeClr val="bg1">
              <a:lumMod val="85000"/>
            </a:schemeClr>
          </a:solidFill>
        </p:grpSpPr>
        <p:sp>
          <p:nvSpPr>
            <p:cNvPr id="90" name="二等辺三角形 89">
              <a:extLst>
                <a:ext uri="{FF2B5EF4-FFF2-40B4-BE49-F238E27FC236}">
                  <a16:creationId xmlns:a16="http://schemas.microsoft.com/office/drawing/2014/main" id="{3926FA8D-940F-148F-246F-041C3B3B8823}"/>
                </a:ext>
              </a:extLst>
            </p:cNvPr>
            <p:cNvSpPr/>
            <p:nvPr/>
          </p:nvSpPr>
          <p:spPr>
            <a:xfrm rot="5400000">
              <a:off x="8821511" y="3744266"/>
              <a:ext cx="1567643" cy="876471"/>
            </a:xfrm>
            <a:prstGeom prst="triangle">
              <a:avLst/>
            </a:prstGeom>
            <a:grp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6" name="二等辺三角形 25">
              <a:extLst>
                <a:ext uri="{FF2B5EF4-FFF2-40B4-BE49-F238E27FC236}">
                  <a16:creationId xmlns:a16="http://schemas.microsoft.com/office/drawing/2014/main" id="{261C6C39-236C-49E3-4579-F34ED3F7C1B3}"/>
                </a:ext>
              </a:extLst>
            </p:cNvPr>
            <p:cNvSpPr/>
            <p:nvPr/>
          </p:nvSpPr>
          <p:spPr>
            <a:xfrm rot="16200000" flipH="1">
              <a:off x="1876441" y="3744266"/>
              <a:ext cx="1567643" cy="876471"/>
            </a:xfrm>
            <a:prstGeom prst="triangle">
              <a:avLst/>
            </a:prstGeom>
            <a:grp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73" name="矢印: 下 72">
            <a:extLst>
              <a:ext uri="{FF2B5EF4-FFF2-40B4-BE49-F238E27FC236}">
                <a16:creationId xmlns:a16="http://schemas.microsoft.com/office/drawing/2014/main" id="{66DEAA84-6C7A-3F4F-A878-9A24DE2CE80E}"/>
              </a:ext>
            </a:extLst>
          </p:cNvPr>
          <p:cNvSpPr/>
          <p:nvPr/>
        </p:nvSpPr>
        <p:spPr>
          <a:xfrm>
            <a:off x="7426957" y="3348032"/>
            <a:ext cx="484632" cy="1408759"/>
          </a:xfrm>
          <a:prstGeom prst="downArrow">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5" name="四角形: 角を丸くする 74">
            <a:extLst>
              <a:ext uri="{FF2B5EF4-FFF2-40B4-BE49-F238E27FC236}">
                <a16:creationId xmlns:a16="http://schemas.microsoft.com/office/drawing/2014/main" id="{817735FB-DBF6-0B1E-3E08-FCC4E07E0E90}"/>
              </a:ext>
            </a:extLst>
          </p:cNvPr>
          <p:cNvSpPr/>
          <p:nvPr/>
        </p:nvSpPr>
        <p:spPr>
          <a:xfrm>
            <a:off x="6871200" y="1600007"/>
            <a:ext cx="1591665" cy="1741602"/>
          </a:xfrm>
          <a:prstGeom prst="roundRect">
            <a:avLst/>
          </a:prstGeom>
          <a:solidFill>
            <a:schemeClr val="accent2">
              <a:lumMod val="40000"/>
              <a:lumOff val="60000"/>
            </a:schemeClr>
          </a:solidFill>
          <a:ln w="38100">
            <a:noFill/>
            <a:prstDash val="solid"/>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9" name="四角形: 上の 2 つの角を丸める 78">
            <a:extLst>
              <a:ext uri="{FF2B5EF4-FFF2-40B4-BE49-F238E27FC236}">
                <a16:creationId xmlns:a16="http://schemas.microsoft.com/office/drawing/2014/main" id="{A15B4D2E-0123-D453-1D99-8F5C74109C1D}"/>
              </a:ext>
            </a:extLst>
          </p:cNvPr>
          <p:cNvSpPr/>
          <p:nvPr/>
        </p:nvSpPr>
        <p:spPr>
          <a:xfrm>
            <a:off x="6862455" y="1593584"/>
            <a:ext cx="1602885" cy="595141"/>
          </a:xfrm>
          <a:prstGeom prst="round2SameRect">
            <a:avLst>
              <a:gd name="adj1" fmla="val 49508"/>
              <a:gd name="adj2" fmla="val 0"/>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83" name="テキスト ボックス 82">
            <a:extLst>
              <a:ext uri="{FF2B5EF4-FFF2-40B4-BE49-F238E27FC236}">
                <a16:creationId xmlns:a16="http://schemas.microsoft.com/office/drawing/2014/main" id="{4814B220-1C03-0B7B-0A2B-CB9278EB2DF4}"/>
              </a:ext>
            </a:extLst>
          </p:cNvPr>
          <p:cNvSpPr txBox="1"/>
          <p:nvPr/>
        </p:nvSpPr>
        <p:spPr>
          <a:xfrm>
            <a:off x="6713486" y="1691220"/>
            <a:ext cx="1900822" cy="400110"/>
          </a:xfrm>
          <a:prstGeom prst="rect">
            <a:avLst/>
          </a:prstGeom>
          <a:noFill/>
        </p:spPr>
        <p:txBody>
          <a:bodyPr wrap="square">
            <a:spAutoFit/>
          </a:bodyPr>
          <a:lstStyle/>
          <a:p>
            <a:pPr algn="ctr"/>
            <a:r>
              <a:rPr kumimoji="1" lang="ja-JP" altLang="en-US" sz="2000">
                <a:solidFill>
                  <a:schemeClr val="accent6">
                    <a:lumMod val="75000"/>
                  </a:schemeClr>
                </a:solidFill>
                <a:latin typeface="原稿用標準書体" panose="03000503000000000000" pitchFamily="66" charset="-128"/>
                <a:ea typeface="原稿用標準書体" panose="03000503000000000000" pitchFamily="66" charset="-128"/>
              </a:rPr>
              <a:t>適正キャラ</a:t>
            </a:r>
          </a:p>
        </p:txBody>
      </p:sp>
      <p:grpSp>
        <p:nvGrpSpPr>
          <p:cNvPr id="120" name="グループ化 119">
            <a:extLst>
              <a:ext uri="{FF2B5EF4-FFF2-40B4-BE49-F238E27FC236}">
                <a16:creationId xmlns:a16="http://schemas.microsoft.com/office/drawing/2014/main" id="{C3536560-60D8-CE11-D0B8-8F572D33EB13}"/>
              </a:ext>
            </a:extLst>
          </p:cNvPr>
          <p:cNvGrpSpPr/>
          <p:nvPr/>
        </p:nvGrpSpPr>
        <p:grpSpPr>
          <a:xfrm>
            <a:off x="7172538" y="2318633"/>
            <a:ext cx="976395" cy="380486"/>
            <a:chOff x="7253205" y="2318632"/>
            <a:chExt cx="1123697" cy="437887"/>
          </a:xfrm>
        </p:grpSpPr>
        <p:grpSp>
          <p:nvGrpSpPr>
            <p:cNvPr id="89" name="グループ化 88">
              <a:extLst>
                <a:ext uri="{FF2B5EF4-FFF2-40B4-BE49-F238E27FC236}">
                  <a16:creationId xmlns:a16="http://schemas.microsoft.com/office/drawing/2014/main" id="{F7E26413-B093-E186-70A9-588CFB73E9F5}"/>
                </a:ext>
              </a:extLst>
            </p:cNvPr>
            <p:cNvGrpSpPr/>
            <p:nvPr/>
          </p:nvGrpSpPr>
          <p:grpSpPr>
            <a:xfrm>
              <a:off x="7253205" y="2318632"/>
              <a:ext cx="432931" cy="437887"/>
              <a:chOff x="7836685" y="2042989"/>
              <a:chExt cx="534204" cy="540320"/>
            </a:xfrm>
          </p:grpSpPr>
          <p:sp>
            <p:nvSpPr>
              <p:cNvPr id="92" name="四角形: 角を丸くする 91">
                <a:extLst>
                  <a:ext uri="{FF2B5EF4-FFF2-40B4-BE49-F238E27FC236}">
                    <a16:creationId xmlns:a16="http://schemas.microsoft.com/office/drawing/2014/main" id="{E89E6A5B-12F6-4679-2D7E-524B6CCFC362}"/>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05" name="グラフィックス 104" descr="ユーザー 単色塗りつぶし">
                <a:extLst>
                  <a:ext uri="{FF2B5EF4-FFF2-40B4-BE49-F238E27FC236}">
                    <a16:creationId xmlns:a16="http://schemas.microsoft.com/office/drawing/2014/main" id="{CAD10A51-8FF4-3C84-E00F-289AE01AC1B5}"/>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836685" y="2049618"/>
                <a:ext cx="533691" cy="533691"/>
              </a:xfrm>
              <a:prstGeom prst="rect">
                <a:avLst/>
              </a:prstGeom>
            </p:spPr>
          </p:pic>
        </p:grpSp>
        <p:grpSp>
          <p:nvGrpSpPr>
            <p:cNvPr id="106" name="グループ化 105">
              <a:extLst>
                <a:ext uri="{FF2B5EF4-FFF2-40B4-BE49-F238E27FC236}">
                  <a16:creationId xmlns:a16="http://schemas.microsoft.com/office/drawing/2014/main" id="{4FDB2E3E-56A4-F507-DA79-E15747C59AC4}"/>
                </a:ext>
              </a:extLst>
            </p:cNvPr>
            <p:cNvGrpSpPr/>
            <p:nvPr/>
          </p:nvGrpSpPr>
          <p:grpSpPr>
            <a:xfrm>
              <a:off x="7943971" y="2318632"/>
              <a:ext cx="432931" cy="437887"/>
              <a:chOff x="7836685" y="2042989"/>
              <a:chExt cx="534204" cy="540320"/>
            </a:xfrm>
          </p:grpSpPr>
          <p:sp>
            <p:nvSpPr>
              <p:cNvPr id="108" name="四角形: 角を丸くする 107">
                <a:extLst>
                  <a:ext uri="{FF2B5EF4-FFF2-40B4-BE49-F238E27FC236}">
                    <a16:creationId xmlns:a16="http://schemas.microsoft.com/office/drawing/2014/main" id="{4A0904D4-FAEE-056D-29D3-8786DB327B25}"/>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09" name="グラフィックス 108" descr="ユーザー 単色塗りつぶし">
                <a:extLst>
                  <a:ext uri="{FF2B5EF4-FFF2-40B4-BE49-F238E27FC236}">
                    <a16:creationId xmlns:a16="http://schemas.microsoft.com/office/drawing/2014/main" id="{2E2AB20C-5873-66A1-0FF4-0EBF51FA77AC}"/>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836685" y="2049618"/>
                <a:ext cx="533691" cy="533691"/>
              </a:xfrm>
              <a:prstGeom prst="rect">
                <a:avLst/>
              </a:prstGeom>
            </p:spPr>
          </p:pic>
        </p:grpSp>
      </p:grpSp>
      <p:grpSp>
        <p:nvGrpSpPr>
          <p:cNvPr id="2" name="グループ化 1">
            <a:extLst>
              <a:ext uri="{FF2B5EF4-FFF2-40B4-BE49-F238E27FC236}">
                <a16:creationId xmlns:a16="http://schemas.microsoft.com/office/drawing/2014/main" id="{01A1EADD-EB9D-DB4E-834E-8BFC06A22793}"/>
              </a:ext>
            </a:extLst>
          </p:cNvPr>
          <p:cNvGrpSpPr/>
          <p:nvPr/>
        </p:nvGrpSpPr>
        <p:grpSpPr>
          <a:xfrm>
            <a:off x="3681191" y="1595805"/>
            <a:ext cx="2944827" cy="1741602"/>
            <a:chOff x="2665682" y="1604645"/>
            <a:chExt cx="1827568" cy="1080843"/>
          </a:xfrm>
        </p:grpSpPr>
        <p:sp>
          <p:nvSpPr>
            <p:cNvPr id="19" name="四角形: 角を丸くする 18">
              <a:extLst>
                <a:ext uri="{FF2B5EF4-FFF2-40B4-BE49-F238E27FC236}">
                  <a16:creationId xmlns:a16="http://schemas.microsoft.com/office/drawing/2014/main" id="{AFA5BB1A-694E-F014-6977-F07F47BD3CE7}"/>
                </a:ext>
              </a:extLst>
            </p:cNvPr>
            <p:cNvSpPr/>
            <p:nvPr/>
          </p:nvSpPr>
          <p:spPr>
            <a:xfrm>
              <a:off x="2665682" y="1604645"/>
              <a:ext cx="1822662" cy="1080843"/>
            </a:xfrm>
            <a:prstGeom prst="roundRect">
              <a:avLst/>
            </a:prstGeom>
            <a:blipFill>
              <a:blip r:embed="rId7">
                <a:extLst>
                  <a:ext uri="{BEBA8EAE-BF5A-486C-A8C5-ECC9F3942E4B}">
                    <a14:imgProps xmlns:a14="http://schemas.microsoft.com/office/drawing/2010/main">
                      <a14:imgLayer r:embed="rId8">
                        <a14:imgEffect>
                          <a14:brightnessContrast bright="40000" contrast="-40000"/>
                        </a14:imgEffect>
                      </a14:imgLayer>
                    </a14:imgProps>
                  </a:ext>
                </a:extLst>
              </a:blip>
              <a:stretch>
                <a:fillRect/>
              </a:stretch>
            </a:blipFill>
            <a:ln w="38100">
              <a:noFill/>
              <a:prstDash val="solid"/>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3" name="四角形: 上の 2 つの角を丸める 92">
              <a:extLst>
                <a:ext uri="{FF2B5EF4-FFF2-40B4-BE49-F238E27FC236}">
                  <a16:creationId xmlns:a16="http://schemas.microsoft.com/office/drawing/2014/main" id="{CFB6099C-C524-E87B-9184-9730BC4E6580}"/>
                </a:ext>
              </a:extLst>
            </p:cNvPr>
            <p:cNvSpPr/>
            <p:nvPr/>
          </p:nvSpPr>
          <p:spPr>
            <a:xfrm>
              <a:off x="2670588" y="1616094"/>
              <a:ext cx="1822662" cy="369346"/>
            </a:xfrm>
            <a:prstGeom prst="round2SameRect">
              <a:avLst>
                <a:gd name="adj1" fmla="val 49508"/>
                <a:gd name="adj2" fmla="val 0"/>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94" name="テキスト ボックス 93">
              <a:extLst>
                <a:ext uri="{FF2B5EF4-FFF2-40B4-BE49-F238E27FC236}">
                  <a16:creationId xmlns:a16="http://schemas.microsoft.com/office/drawing/2014/main" id="{4A8196A1-01C2-3E6F-F449-67065E9B6B0E}"/>
                </a:ext>
              </a:extLst>
            </p:cNvPr>
            <p:cNvSpPr txBox="1"/>
            <p:nvPr/>
          </p:nvSpPr>
          <p:spPr>
            <a:xfrm>
              <a:off x="2742021" y="1670333"/>
              <a:ext cx="410266" cy="258443"/>
            </a:xfrm>
            <a:prstGeom prst="rect">
              <a:avLst/>
            </a:prstGeom>
            <a:noFill/>
          </p:spPr>
          <p:txBody>
            <a:bodyPr wrap="square">
              <a:spAutoFit/>
            </a:bodyPr>
            <a:lstStyle/>
            <a:p>
              <a:pPr algn="ctr"/>
              <a:r>
                <a:rPr lang="en-US" altLang="ja-JP" sz="2000">
                  <a:solidFill>
                    <a:schemeClr val="accent6">
                      <a:lumMod val="75000"/>
                    </a:schemeClr>
                  </a:solidFill>
                  <a:latin typeface="原稿用標準書体" panose="03000503000000000000" pitchFamily="66" charset="-128"/>
                  <a:ea typeface="原稿用標準書体" panose="03000503000000000000" pitchFamily="66" charset="-128"/>
                </a:rPr>
                <a:t>Lv</a:t>
              </a:r>
              <a:r>
                <a:rPr lang="en-US" altLang="ja-JP" sz="2400">
                  <a:solidFill>
                    <a:schemeClr val="accent6">
                      <a:lumMod val="75000"/>
                    </a:schemeClr>
                  </a:solidFill>
                  <a:latin typeface="原稿用標準書体" panose="03000503000000000000" pitchFamily="66" charset="-128"/>
                  <a:ea typeface="原稿用標準書体" panose="03000503000000000000" pitchFamily="66" charset="-128"/>
                </a:rPr>
                <a:t>0</a:t>
              </a:r>
              <a:endParaRPr kumimoji="1" lang="ja-JP" altLang="en-US" sz="20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95" name="テキスト ボックス 94">
              <a:extLst>
                <a:ext uri="{FF2B5EF4-FFF2-40B4-BE49-F238E27FC236}">
                  <a16:creationId xmlns:a16="http://schemas.microsoft.com/office/drawing/2014/main" id="{8BA70EDE-2F9B-80AF-BF7A-1E254E6D74D6}"/>
                </a:ext>
              </a:extLst>
            </p:cNvPr>
            <p:cNvSpPr txBox="1"/>
            <p:nvPr/>
          </p:nvSpPr>
          <p:spPr>
            <a:xfrm>
              <a:off x="3661713" y="1685722"/>
              <a:ext cx="733012" cy="223984"/>
            </a:xfrm>
            <a:prstGeom prst="rect">
              <a:avLst/>
            </a:prstGeom>
            <a:noFill/>
          </p:spPr>
          <p:txBody>
            <a:bodyPr wrap="square">
              <a:spAutoFit/>
            </a:bodyPr>
            <a:lstStyle/>
            <a:p>
              <a:r>
                <a:rPr lang="ja-JP" altLang="en-US" sz="2000">
                  <a:solidFill>
                    <a:schemeClr val="accent6">
                      <a:lumMod val="75000"/>
                    </a:schemeClr>
                  </a:solidFill>
                  <a:latin typeface="原稿用標準書体" panose="03000503000000000000" pitchFamily="66" charset="-128"/>
                  <a:ea typeface="原稿用標準書体" panose="03000503000000000000" pitchFamily="66" charset="-128"/>
                </a:rPr>
                <a:t>部屋名</a:t>
              </a:r>
              <a:endParaRPr kumimoji="1" lang="ja-JP" altLang="en-US" sz="20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sp>
        <p:nvSpPr>
          <p:cNvPr id="35" name="矢印: 下 34">
            <a:extLst>
              <a:ext uri="{FF2B5EF4-FFF2-40B4-BE49-F238E27FC236}">
                <a16:creationId xmlns:a16="http://schemas.microsoft.com/office/drawing/2014/main" id="{37317F1B-BA66-5DCE-C31D-D933BFF9F461}"/>
              </a:ext>
            </a:extLst>
          </p:cNvPr>
          <p:cNvSpPr/>
          <p:nvPr/>
        </p:nvSpPr>
        <p:spPr>
          <a:xfrm>
            <a:off x="4923146" y="3348032"/>
            <a:ext cx="484632" cy="1408759"/>
          </a:xfrm>
          <a:prstGeom prst="downArrow">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57" name="グループ化 156">
            <a:extLst>
              <a:ext uri="{FF2B5EF4-FFF2-40B4-BE49-F238E27FC236}">
                <a16:creationId xmlns:a16="http://schemas.microsoft.com/office/drawing/2014/main" id="{41C1F2FC-F9DC-D04B-DBFE-5E736DC6914F}"/>
              </a:ext>
            </a:extLst>
          </p:cNvPr>
          <p:cNvGrpSpPr/>
          <p:nvPr/>
        </p:nvGrpSpPr>
        <p:grpSpPr>
          <a:xfrm>
            <a:off x="4128330" y="2407984"/>
            <a:ext cx="2057865" cy="744359"/>
            <a:chOff x="4286951" y="2407984"/>
            <a:chExt cx="2057865" cy="744359"/>
          </a:xfrm>
        </p:grpSpPr>
        <p:grpSp>
          <p:nvGrpSpPr>
            <p:cNvPr id="140" name="グループ化 139">
              <a:extLst>
                <a:ext uri="{FF2B5EF4-FFF2-40B4-BE49-F238E27FC236}">
                  <a16:creationId xmlns:a16="http://schemas.microsoft.com/office/drawing/2014/main" id="{3F489698-CCA7-D9A0-E1EF-8F290E76865A}"/>
                </a:ext>
              </a:extLst>
            </p:cNvPr>
            <p:cNvGrpSpPr/>
            <p:nvPr/>
          </p:nvGrpSpPr>
          <p:grpSpPr>
            <a:xfrm flipV="1">
              <a:off x="4286951" y="2407984"/>
              <a:ext cx="2057865" cy="744359"/>
              <a:chOff x="1063284" y="2005017"/>
              <a:chExt cx="2372751" cy="1697124"/>
            </a:xfrm>
          </p:grpSpPr>
          <p:sp>
            <p:nvSpPr>
              <p:cNvPr id="141" name="四角形: 上の 2 つの角を丸める 140">
                <a:extLst>
                  <a:ext uri="{FF2B5EF4-FFF2-40B4-BE49-F238E27FC236}">
                    <a16:creationId xmlns:a16="http://schemas.microsoft.com/office/drawing/2014/main" id="{6C9C1957-97A7-5D10-F8E7-E5FBEBD15861}"/>
                  </a:ext>
                </a:extLst>
              </p:cNvPr>
              <p:cNvSpPr/>
              <p:nvPr/>
            </p:nvSpPr>
            <p:spPr>
              <a:xfrm>
                <a:off x="1063284" y="2005017"/>
                <a:ext cx="2372751" cy="844263"/>
              </a:xfrm>
              <a:prstGeom prst="round2SameRect">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p>
            </p:txBody>
          </p:sp>
          <p:sp>
            <p:nvSpPr>
              <p:cNvPr id="142" name="四角形: 上の 2 つの角を丸める 141">
                <a:extLst>
                  <a:ext uri="{FF2B5EF4-FFF2-40B4-BE49-F238E27FC236}">
                    <a16:creationId xmlns:a16="http://schemas.microsoft.com/office/drawing/2014/main" id="{B1578B10-6036-D393-D80A-7DAF48A745E3}"/>
                  </a:ext>
                </a:extLst>
              </p:cNvPr>
              <p:cNvSpPr/>
              <p:nvPr/>
            </p:nvSpPr>
            <p:spPr>
              <a:xfrm flipV="1">
                <a:off x="1063284" y="2857878"/>
                <a:ext cx="2372751" cy="844263"/>
              </a:xfrm>
              <a:prstGeom prst="round2SameRect">
                <a:avLst>
                  <a:gd name="adj1" fmla="val 12104"/>
                  <a:gd name="adj2" fmla="val 0"/>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p>
            </p:txBody>
          </p:sp>
        </p:grpSp>
        <p:sp>
          <p:nvSpPr>
            <p:cNvPr id="145" name="テキスト ボックス 144">
              <a:extLst>
                <a:ext uri="{FF2B5EF4-FFF2-40B4-BE49-F238E27FC236}">
                  <a16:creationId xmlns:a16="http://schemas.microsoft.com/office/drawing/2014/main" id="{F777BB1E-9B03-DDC5-936D-44138A628512}"/>
                </a:ext>
              </a:extLst>
            </p:cNvPr>
            <p:cNvSpPr txBox="1"/>
            <p:nvPr/>
          </p:nvSpPr>
          <p:spPr>
            <a:xfrm>
              <a:off x="5119090" y="2796111"/>
              <a:ext cx="1140543" cy="338554"/>
            </a:xfrm>
            <a:prstGeom prst="rect">
              <a:avLst/>
            </a:prstGeom>
            <a:noFill/>
          </p:spPr>
          <p:txBody>
            <a:bodyPr wrap="square">
              <a:spAutoFit/>
            </a:bodyPr>
            <a:lstStyle/>
            <a:p>
              <a:r>
                <a:rPr lang="en-US" altLang="ja-JP" sz="1600">
                  <a:solidFill>
                    <a:schemeClr val="accent6"/>
                  </a:solidFill>
                  <a:latin typeface="原稿用標準書体" panose="03000503000000000000" pitchFamily="66" charset="-128"/>
                  <a:ea typeface="原稿用標準書体" panose="03000503000000000000" pitchFamily="66" charset="-128"/>
                </a:rPr>
                <a:t>:00000000</a:t>
              </a:r>
              <a:endParaRPr kumimoji="1" lang="ja-JP" altLang="en-US" sz="1600">
                <a:solidFill>
                  <a:schemeClr val="accent6"/>
                </a:solidFill>
                <a:latin typeface="原稿用標準書体" panose="03000503000000000000" pitchFamily="66" charset="-128"/>
                <a:ea typeface="原稿用標準書体" panose="03000503000000000000" pitchFamily="66" charset="-128"/>
              </a:endParaRPr>
            </a:p>
          </p:txBody>
        </p:sp>
        <p:sp>
          <p:nvSpPr>
            <p:cNvPr id="146" name="テキスト ボックス 145">
              <a:extLst>
                <a:ext uri="{FF2B5EF4-FFF2-40B4-BE49-F238E27FC236}">
                  <a16:creationId xmlns:a16="http://schemas.microsoft.com/office/drawing/2014/main" id="{9154E16F-2FF3-70C3-E618-6A8813E77B36}"/>
                </a:ext>
              </a:extLst>
            </p:cNvPr>
            <p:cNvSpPr txBox="1"/>
            <p:nvPr/>
          </p:nvSpPr>
          <p:spPr>
            <a:xfrm>
              <a:off x="5119092" y="2422821"/>
              <a:ext cx="1140541" cy="338554"/>
            </a:xfrm>
            <a:prstGeom prst="rect">
              <a:avLst/>
            </a:prstGeom>
            <a:noFill/>
          </p:spPr>
          <p:txBody>
            <a:bodyPr wrap="square">
              <a:spAutoFit/>
            </a:bodyPr>
            <a:lstStyle/>
            <a:p>
              <a:r>
                <a:rPr lang="en-US" altLang="ja-JP" sz="1600">
                  <a:solidFill>
                    <a:schemeClr val="bg1">
                      <a:lumMod val="95000"/>
                    </a:schemeClr>
                  </a:solidFill>
                  <a:latin typeface="原稿用標準書体" panose="03000503000000000000" pitchFamily="66" charset="-128"/>
                  <a:ea typeface="原稿用標準書体" panose="03000503000000000000" pitchFamily="66" charset="-128"/>
                </a:rPr>
                <a:t>:00000000</a:t>
              </a:r>
              <a:endParaRPr lang="ja-JP" altLang="en-US" sz="1600">
                <a:solidFill>
                  <a:schemeClr val="bg1">
                    <a:lumMod val="95000"/>
                  </a:schemeClr>
                </a:solidFill>
                <a:latin typeface="原稿用標準書体" panose="03000503000000000000" pitchFamily="66" charset="-128"/>
                <a:ea typeface="原稿用標準書体" panose="03000503000000000000" pitchFamily="66" charset="-128"/>
              </a:endParaRPr>
            </a:p>
          </p:txBody>
        </p:sp>
        <p:pic>
          <p:nvPicPr>
            <p:cNvPr id="148" name="図 147">
              <a:extLst>
                <a:ext uri="{FF2B5EF4-FFF2-40B4-BE49-F238E27FC236}">
                  <a16:creationId xmlns:a16="http://schemas.microsoft.com/office/drawing/2014/main" id="{8938E9A9-3428-E655-BDAC-F80119AA7CD8}"/>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4419329" y="2838916"/>
              <a:ext cx="211173" cy="265195"/>
            </a:xfrm>
            <a:prstGeom prst="rect">
              <a:avLst/>
            </a:prstGeom>
          </p:spPr>
        </p:pic>
        <p:pic>
          <p:nvPicPr>
            <p:cNvPr id="152" name="図 151">
              <a:extLst>
                <a:ext uri="{FF2B5EF4-FFF2-40B4-BE49-F238E27FC236}">
                  <a16:creationId xmlns:a16="http://schemas.microsoft.com/office/drawing/2014/main" id="{F795AC0C-B0A3-18C3-17BB-83CE060354F7}"/>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4387840" y="2473712"/>
              <a:ext cx="255488" cy="253394"/>
            </a:xfrm>
            <a:prstGeom prst="rect">
              <a:avLst/>
            </a:prstGeom>
          </p:spPr>
        </p:pic>
        <p:sp>
          <p:nvSpPr>
            <p:cNvPr id="154" name="テキスト ボックス 153">
              <a:extLst>
                <a:ext uri="{FF2B5EF4-FFF2-40B4-BE49-F238E27FC236}">
                  <a16:creationId xmlns:a16="http://schemas.microsoft.com/office/drawing/2014/main" id="{02F2FB52-8236-59C6-B7EF-06B70256BF47}"/>
                </a:ext>
              </a:extLst>
            </p:cNvPr>
            <p:cNvSpPr txBox="1"/>
            <p:nvPr/>
          </p:nvSpPr>
          <p:spPr>
            <a:xfrm>
              <a:off x="4551841" y="2821594"/>
              <a:ext cx="759657"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獲得数</a:t>
              </a:r>
            </a:p>
          </p:txBody>
        </p:sp>
        <p:sp>
          <p:nvSpPr>
            <p:cNvPr id="156" name="テキスト ボックス 155">
              <a:extLst>
                <a:ext uri="{FF2B5EF4-FFF2-40B4-BE49-F238E27FC236}">
                  <a16:creationId xmlns:a16="http://schemas.microsoft.com/office/drawing/2014/main" id="{11DDBAD5-51FC-196C-41C1-91093A18603D}"/>
                </a:ext>
              </a:extLst>
            </p:cNvPr>
            <p:cNvSpPr txBox="1"/>
            <p:nvPr/>
          </p:nvSpPr>
          <p:spPr>
            <a:xfrm>
              <a:off x="4551841" y="2451813"/>
              <a:ext cx="759657"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獲得数</a:t>
              </a:r>
            </a:p>
          </p:txBody>
        </p:sp>
      </p:grpSp>
      <p:grpSp>
        <p:nvGrpSpPr>
          <p:cNvPr id="180" name="グループ化 179">
            <a:extLst>
              <a:ext uri="{FF2B5EF4-FFF2-40B4-BE49-F238E27FC236}">
                <a16:creationId xmlns:a16="http://schemas.microsoft.com/office/drawing/2014/main" id="{73AF7DA5-0E2D-214D-54CB-24F2A1A385A2}"/>
              </a:ext>
            </a:extLst>
          </p:cNvPr>
          <p:cNvGrpSpPr/>
          <p:nvPr/>
        </p:nvGrpSpPr>
        <p:grpSpPr>
          <a:xfrm>
            <a:off x="3689096" y="4756792"/>
            <a:ext cx="4928760" cy="1759289"/>
            <a:chOff x="3689096" y="4756792"/>
            <a:chExt cx="4928760" cy="1759289"/>
          </a:xfrm>
        </p:grpSpPr>
        <p:sp>
          <p:nvSpPr>
            <p:cNvPr id="77" name="四角形: 角を丸くする 76">
              <a:extLst>
                <a:ext uri="{FF2B5EF4-FFF2-40B4-BE49-F238E27FC236}">
                  <a16:creationId xmlns:a16="http://schemas.microsoft.com/office/drawing/2014/main" id="{BF40A628-5AFB-4F22-CD21-D541069CA080}"/>
                </a:ext>
              </a:extLst>
            </p:cNvPr>
            <p:cNvSpPr/>
            <p:nvPr/>
          </p:nvSpPr>
          <p:spPr>
            <a:xfrm>
              <a:off x="6871200" y="4774479"/>
              <a:ext cx="1591665" cy="1741602"/>
            </a:xfrm>
            <a:prstGeom prst="roundRect">
              <a:avLst/>
            </a:prstGeom>
            <a:solidFill>
              <a:schemeClr val="accent2">
                <a:lumMod val="60000"/>
                <a:lumOff val="40000"/>
              </a:schemeClr>
            </a:solidFill>
            <a:ln w="38100">
              <a:noFill/>
              <a:prstDash val="solid"/>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6" name="四角形: 上の 2 つの角を丸める 85">
              <a:extLst>
                <a:ext uri="{FF2B5EF4-FFF2-40B4-BE49-F238E27FC236}">
                  <a16:creationId xmlns:a16="http://schemas.microsoft.com/office/drawing/2014/main" id="{88C1CB13-BF01-B692-D9B0-30AEAAD74978}"/>
                </a:ext>
              </a:extLst>
            </p:cNvPr>
            <p:cNvSpPr/>
            <p:nvPr/>
          </p:nvSpPr>
          <p:spPr>
            <a:xfrm>
              <a:off x="6866003" y="4775453"/>
              <a:ext cx="1602885" cy="595141"/>
            </a:xfrm>
            <a:prstGeom prst="round2SameRect">
              <a:avLst>
                <a:gd name="adj1" fmla="val 49508"/>
                <a:gd name="adj2" fmla="val 0"/>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88" name="テキスト ボックス 87">
              <a:extLst>
                <a:ext uri="{FF2B5EF4-FFF2-40B4-BE49-F238E27FC236}">
                  <a16:creationId xmlns:a16="http://schemas.microsoft.com/office/drawing/2014/main" id="{514DB169-F185-58F2-B621-ECA71733D063}"/>
                </a:ext>
              </a:extLst>
            </p:cNvPr>
            <p:cNvSpPr txBox="1"/>
            <p:nvPr/>
          </p:nvSpPr>
          <p:spPr>
            <a:xfrm>
              <a:off x="6717034" y="4873089"/>
              <a:ext cx="1900822" cy="400110"/>
            </a:xfrm>
            <a:prstGeom prst="rect">
              <a:avLst/>
            </a:prstGeom>
            <a:noFill/>
          </p:spPr>
          <p:txBody>
            <a:bodyPr wrap="square">
              <a:spAutoFit/>
            </a:bodyPr>
            <a:lstStyle/>
            <a:p>
              <a:pPr algn="ctr"/>
              <a:r>
                <a:rPr kumimoji="1" lang="ja-JP" altLang="en-US" sz="2000">
                  <a:solidFill>
                    <a:schemeClr val="accent6">
                      <a:lumMod val="75000"/>
                    </a:schemeClr>
                  </a:solidFill>
                  <a:latin typeface="原稿用標準書体" panose="03000503000000000000" pitchFamily="66" charset="-128"/>
                  <a:ea typeface="原稿用標準書体" panose="03000503000000000000" pitchFamily="66" charset="-128"/>
                </a:rPr>
                <a:t>適正キャラ</a:t>
              </a:r>
            </a:p>
          </p:txBody>
        </p:sp>
        <p:grpSp>
          <p:nvGrpSpPr>
            <p:cNvPr id="129" name="グループ化 128">
              <a:extLst>
                <a:ext uri="{FF2B5EF4-FFF2-40B4-BE49-F238E27FC236}">
                  <a16:creationId xmlns:a16="http://schemas.microsoft.com/office/drawing/2014/main" id="{2FA143A3-A270-DF81-81CD-543DECD22544}"/>
                </a:ext>
              </a:extLst>
            </p:cNvPr>
            <p:cNvGrpSpPr/>
            <p:nvPr/>
          </p:nvGrpSpPr>
          <p:grpSpPr>
            <a:xfrm>
              <a:off x="7172177" y="5504597"/>
              <a:ext cx="976395" cy="876727"/>
              <a:chOff x="7331159" y="2318633"/>
              <a:chExt cx="976395" cy="876727"/>
            </a:xfrm>
          </p:grpSpPr>
          <p:grpSp>
            <p:nvGrpSpPr>
              <p:cNvPr id="130" name="グループ化 129">
                <a:extLst>
                  <a:ext uri="{FF2B5EF4-FFF2-40B4-BE49-F238E27FC236}">
                    <a16:creationId xmlns:a16="http://schemas.microsoft.com/office/drawing/2014/main" id="{5B82BABA-1E28-F38E-3588-A81D389E0184}"/>
                  </a:ext>
                </a:extLst>
              </p:cNvPr>
              <p:cNvGrpSpPr/>
              <p:nvPr/>
            </p:nvGrpSpPr>
            <p:grpSpPr>
              <a:xfrm>
                <a:off x="7331159" y="2318633"/>
                <a:ext cx="976395" cy="380486"/>
                <a:chOff x="7253205" y="2318632"/>
                <a:chExt cx="1123697" cy="437887"/>
              </a:xfrm>
            </p:grpSpPr>
            <p:grpSp>
              <p:nvGrpSpPr>
                <p:cNvPr id="134" name="グループ化 133">
                  <a:extLst>
                    <a:ext uri="{FF2B5EF4-FFF2-40B4-BE49-F238E27FC236}">
                      <a16:creationId xmlns:a16="http://schemas.microsoft.com/office/drawing/2014/main" id="{B12BE05B-4B8F-7E4C-45F0-38753F15984F}"/>
                    </a:ext>
                  </a:extLst>
                </p:cNvPr>
                <p:cNvGrpSpPr/>
                <p:nvPr/>
              </p:nvGrpSpPr>
              <p:grpSpPr>
                <a:xfrm>
                  <a:off x="7253205" y="2318632"/>
                  <a:ext cx="432931" cy="437887"/>
                  <a:chOff x="7836685" y="2042989"/>
                  <a:chExt cx="534204" cy="540320"/>
                </a:xfrm>
              </p:grpSpPr>
              <p:sp>
                <p:nvSpPr>
                  <p:cNvPr id="138" name="四角形: 角を丸くする 137">
                    <a:extLst>
                      <a:ext uri="{FF2B5EF4-FFF2-40B4-BE49-F238E27FC236}">
                        <a16:creationId xmlns:a16="http://schemas.microsoft.com/office/drawing/2014/main" id="{19DA6017-18CD-E820-9B24-A985507207EA}"/>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39" name="グラフィックス 138" descr="ユーザー 単色塗りつぶし">
                    <a:extLst>
                      <a:ext uri="{FF2B5EF4-FFF2-40B4-BE49-F238E27FC236}">
                        <a16:creationId xmlns:a16="http://schemas.microsoft.com/office/drawing/2014/main" id="{7CACF3DE-0468-B631-503B-3EAB9792D276}"/>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836685" y="2049618"/>
                    <a:ext cx="533691" cy="533691"/>
                  </a:xfrm>
                  <a:prstGeom prst="rect">
                    <a:avLst/>
                  </a:prstGeom>
                </p:spPr>
              </p:pic>
            </p:grpSp>
            <p:grpSp>
              <p:nvGrpSpPr>
                <p:cNvPr id="135" name="グループ化 134">
                  <a:extLst>
                    <a:ext uri="{FF2B5EF4-FFF2-40B4-BE49-F238E27FC236}">
                      <a16:creationId xmlns:a16="http://schemas.microsoft.com/office/drawing/2014/main" id="{8C55534F-E88C-EA41-9B9D-D1EDD63D3DD1}"/>
                    </a:ext>
                  </a:extLst>
                </p:cNvPr>
                <p:cNvGrpSpPr/>
                <p:nvPr/>
              </p:nvGrpSpPr>
              <p:grpSpPr>
                <a:xfrm>
                  <a:off x="7943971" y="2318632"/>
                  <a:ext cx="432931" cy="437887"/>
                  <a:chOff x="7836685" y="2042989"/>
                  <a:chExt cx="534204" cy="540320"/>
                </a:xfrm>
              </p:grpSpPr>
              <p:sp>
                <p:nvSpPr>
                  <p:cNvPr id="136" name="四角形: 角を丸くする 135">
                    <a:extLst>
                      <a:ext uri="{FF2B5EF4-FFF2-40B4-BE49-F238E27FC236}">
                        <a16:creationId xmlns:a16="http://schemas.microsoft.com/office/drawing/2014/main" id="{F79BAFDB-04B3-B3FD-F44D-AA603E9D55B9}"/>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37" name="グラフィックス 136" descr="ユーザー 単色塗りつぶし">
                    <a:extLst>
                      <a:ext uri="{FF2B5EF4-FFF2-40B4-BE49-F238E27FC236}">
                        <a16:creationId xmlns:a16="http://schemas.microsoft.com/office/drawing/2014/main" id="{6E02FEA8-A23D-7E2B-8A7E-BCF7A31B0241}"/>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836685" y="2049618"/>
                    <a:ext cx="533691" cy="533691"/>
                  </a:xfrm>
                  <a:prstGeom prst="rect">
                    <a:avLst/>
                  </a:prstGeom>
                </p:spPr>
              </p:pic>
            </p:grpSp>
          </p:grpSp>
          <p:grpSp>
            <p:nvGrpSpPr>
              <p:cNvPr id="131" name="グループ化 130">
                <a:extLst>
                  <a:ext uri="{FF2B5EF4-FFF2-40B4-BE49-F238E27FC236}">
                    <a16:creationId xmlns:a16="http://schemas.microsoft.com/office/drawing/2014/main" id="{627B5B24-6359-BEE2-7987-009F0843D1D4}"/>
                  </a:ext>
                </a:extLst>
              </p:cNvPr>
              <p:cNvGrpSpPr/>
              <p:nvPr/>
            </p:nvGrpSpPr>
            <p:grpSpPr>
              <a:xfrm>
                <a:off x="7331159" y="2814874"/>
                <a:ext cx="376179" cy="380486"/>
                <a:chOff x="7836685" y="2042989"/>
                <a:chExt cx="534204" cy="540320"/>
              </a:xfrm>
            </p:grpSpPr>
            <p:sp>
              <p:nvSpPr>
                <p:cNvPr id="132" name="四角形: 角を丸くする 131">
                  <a:extLst>
                    <a:ext uri="{FF2B5EF4-FFF2-40B4-BE49-F238E27FC236}">
                      <a16:creationId xmlns:a16="http://schemas.microsoft.com/office/drawing/2014/main" id="{D6245F0A-10B0-6F07-8981-5034FBC7C7B2}"/>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33" name="グラフィックス 132" descr="ユーザー 単色塗りつぶし">
                  <a:extLst>
                    <a:ext uri="{FF2B5EF4-FFF2-40B4-BE49-F238E27FC236}">
                      <a16:creationId xmlns:a16="http://schemas.microsoft.com/office/drawing/2014/main" id="{88EBC03F-104C-3F50-D93B-5B8C124D7066}"/>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836685" y="2049618"/>
                  <a:ext cx="533691" cy="533691"/>
                </a:xfrm>
                <a:prstGeom prst="rect">
                  <a:avLst/>
                </a:prstGeom>
              </p:spPr>
            </p:pic>
          </p:grpSp>
        </p:grpSp>
        <p:grpSp>
          <p:nvGrpSpPr>
            <p:cNvPr id="28" name="グループ化 27">
              <a:extLst>
                <a:ext uri="{FF2B5EF4-FFF2-40B4-BE49-F238E27FC236}">
                  <a16:creationId xmlns:a16="http://schemas.microsoft.com/office/drawing/2014/main" id="{C338BC38-D658-472F-224D-A49114CAD188}"/>
                </a:ext>
              </a:extLst>
            </p:cNvPr>
            <p:cNvGrpSpPr/>
            <p:nvPr/>
          </p:nvGrpSpPr>
          <p:grpSpPr>
            <a:xfrm>
              <a:off x="3689096" y="4756792"/>
              <a:ext cx="2944827" cy="1741602"/>
              <a:chOff x="2665682" y="1604645"/>
              <a:chExt cx="1827568" cy="1080843"/>
            </a:xfrm>
          </p:grpSpPr>
          <p:sp>
            <p:nvSpPr>
              <p:cNvPr id="29" name="四角形: 角を丸くする 28">
                <a:extLst>
                  <a:ext uri="{FF2B5EF4-FFF2-40B4-BE49-F238E27FC236}">
                    <a16:creationId xmlns:a16="http://schemas.microsoft.com/office/drawing/2014/main" id="{284627A9-8534-B8E8-CA21-F632384D8A68}"/>
                  </a:ext>
                </a:extLst>
              </p:cNvPr>
              <p:cNvSpPr/>
              <p:nvPr/>
            </p:nvSpPr>
            <p:spPr>
              <a:xfrm>
                <a:off x="2665682" y="1604645"/>
                <a:ext cx="1822662" cy="1080843"/>
              </a:xfrm>
              <a:prstGeom prst="roundRect">
                <a:avLst/>
              </a:prstGeom>
              <a:blipFill>
                <a:blip r:embed="rId7">
                  <a:extLst>
                    <a:ext uri="{BEBA8EAE-BF5A-486C-A8C5-ECC9F3942E4B}">
                      <a14:imgProps xmlns:a14="http://schemas.microsoft.com/office/drawing/2010/main">
                        <a14:imgLayer r:embed="rId8">
                          <a14:imgEffect>
                            <a14:brightnessContrast bright="40000" contrast="-40000"/>
                          </a14:imgEffect>
                        </a14:imgLayer>
                      </a14:imgProps>
                    </a:ext>
                  </a:extLst>
                </a:blip>
                <a:stretch>
                  <a:fillRect/>
                </a:stretch>
              </a:blipFill>
              <a:ln w="38100">
                <a:noFill/>
                <a:prstDash val="solid"/>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0" name="四角形: 上の 2 つの角を丸める 29">
                <a:extLst>
                  <a:ext uri="{FF2B5EF4-FFF2-40B4-BE49-F238E27FC236}">
                    <a16:creationId xmlns:a16="http://schemas.microsoft.com/office/drawing/2014/main" id="{82E45108-4D00-3029-0B13-205B685C765B}"/>
                  </a:ext>
                </a:extLst>
              </p:cNvPr>
              <p:cNvSpPr/>
              <p:nvPr/>
            </p:nvSpPr>
            <p:spPr>
              <a:xfrm>
                <a:off x="2670588" y="1616094"/>
                <a:ext cx="1822662" cy="369346"/>
              </a:xfrm>
              <a:prstGeom prst="round2SameRect">
                <a:avLst>
                  <a:gd name="adj1" fmla="val 49508"/>
                  <a:gd name="adj2" fmla="val 0"/>
                </a:avLst>
              </a:prstGeom>
              <a:solidFill>
                <a:schemeClr val="accent2">
                  <a:lumMod val="40000"/>
                  <a:lumOff val="6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31" name="テキスト ボックス 30">
                <a:extLst>
                  <a:ext uri="{FF2B5EF4-FFF2-40B4-BE49-F238E27FC236}">
                    <a16:creationId xmlns:a16="http://schemas.microsoft.com/office/drawing/2014/main" id="{D6DEC741-5956-4955-10DF-18164091549E}"/>
                  </a:ext>
                </a:extLst>
              </p:cNvPr>
              <p:cNvSpPr txBox="1"/>
              <p:nvPr/>
            </p:nvSpPr>
            <p:spPr>
              <a:xfrm>
                <a:off x="2742021" y="1670333"/>
                <a:ext cx="410266" cy="286511"/>
              </a:xfrm>
              <a:prstGeom prst="rect">
                <a:avLst/>
              </a:prstGeom>
              <a:noFill/>
            </p:spPr>
            <p:txBody>
              <a:bodyPr wrap="square">
                <a:spAutoFit/>
              </a:bodyPr>
              <a:lstStyle/>
              <a:p>
                <a:pPr algn="ctr"/>
                <a:r>
                  <a:rPr lang="en-US" altLang="ja-JP" sz="2000">
                    <a:solidFill>
                      <a:schemeClr val="accent6">
                        <a:lumMod val="75000"/>
                      </a:schemeClr>
                    </a:solidFill>
                    <a:latin typeface="原稿用標準書体" panose="03000503000000000000" pitchFamily="66" charset="-128"/>
                    <a:ea typeface="原稿用標準書体" panose="03000503000000000000" pitchFamily="66" charset="-128"/>
                  </a:rPr>
                  <a:t>Lv</a:t>
                </a:r>
                <a:r>
                  <a:rPr lang="en-US" altLang="ja-JP" sz="2400">
                    <a:solidFill>
                      <a:schemeClr val="accent6">
                        <a:lumMod val="75000"/>
                      </a:schemeClr>
                    </a:solidFill>
                    <a:latin typeface="原稿用標準書体" panose="03000503000000000000" pitchFamily="66" charset="-128"/>
                    <a:ea typeface="原稿用標準書体" panose="03000503000000000000" pitchFamily="66" charset="-128"/>
                  </a:rPr>
                  <a:t>1</a:t>
                </a:r>
                <a:endParaRPr kumimoji="1" lang="ja-JP" altLang="en-US" sz="20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32" name="テキスト ボックス 31">
                <a:extLst>
                  <a:ext uri="{FF2B5EF4-FFF2-40B4-BE49-F238E27FC236}">
                    <a16:creationId xmlns:a16="http://schemas.microsoft.com/office/drawing/2014/main" id="{7CFE10C0-875C-22D5-33F1-8E749188631A}"/>
                  </a:ext>
                </a:extLst>
              </p:cNvPr>
              <p:cNvSpPr txBox="1"/>
              <p:nvPr/>
            </p:nvSpPr>
            <p:spPr>
              <a:xfrm>
                <a:off x="3661713" y="1685722"/>
                <a:ext cx="733012" cy="223984"/>
              </a:xfrm>
              <a:prstGeom prst="rect">
                <a:avLst/>
              </a:prstGeom>
              <a:noFill/>
            </p:spPr>
            <p:txBody>
              <a:bodyPr wrap="square">
                <a:spAutoFit/>
              </a:bodyPr>
              <a:lstStyle/>
              <a:p>
                <a:r>
                  <a:rPr lang="ja-JP" altLang="en-US" sz="2000">
                    <a:solidFill>
                      <a:schemeClr val="accent6">
                        <a:lumMod val="75000"/>
                      </a:schemeClr>
                    </a:solidFill>
                    <a:latin typeface="原稿用標準書体" panose="03000503000000000000" pitchFamily="66" charset="-128"/>
                    <a:ea typeface="原稿用標準書体" panose="03000503000000000000" pitchFamily="66" charset="-128"/>
                  </a:rPr>
                  <a:t>部屋名</a:t>
                </a:r>
                <a:endParaRPr kumimoji="1" lang="ja-JP" altLang="en-US" sz="20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grpSp>
          <p:nvGrpSpPr>
            <p:cNvPr id="158" name="グループ化 157">
              <a:extLst>
                <a:ext uri="{FF2B5EF4-FFF2-40B4-BE49-F238E27FC236}">
                  <a16:creationId xmlns:a16="http://schemas.microsoft.com/office/drawing/2014/main" id="{8BA6B6C1-3185-F6E5-7159-E31EB6FF55B2}"/>
                </a:ext>
              </a:extLst>
            </p:cNvPr>
            <p:cNvGrpSpPr/>
            <p:nvPr/>
          </p:nvGrpSpPr>
          <p:grpSpPr>
            <a:xfrm>
              <a:off x="4128330" y="5573297"/>
              <a:ext cx="2057865" cy="744359"/>
              <a:chOff x="4286951" y="2407984"/>
              <a:chExt cx="2057865" cy="744359"/>
            </a:xfrm>
          </p:grpSpPr>
          <p:grpSp>
            <p:nvGrpSpPr>
              <p:cNvPr id="159" name="グループ化 158">
                <a:extLst>
                  <a:ext uri="{FF2B5EF4-FFF2-40B4-BE49-F238E27FC236}">
                    <a16:creationId xmlns:a16="http://schemas.microsoft.com/office/drawing/2014/main" id="{51A58F7B-9F79-4F1A-9345-85651B934B63}"/>
                  </a:ext>
                </a:extLst>
              </p:cNvPr>
              <p:cNvGrpSpPr/>
              <p:nvPr/>
            </p:nvGrpSpPr>
            <p:grpSpPr>
              <a:xfrm flipV="1">
                <a:off x="4286951" y="2407984"/>
                <a:ext cx="2057865" cy="744359"/>
                <a:chOff x="1063284" y="2005017"/>
                <a:chExt cx="2372751" cy="1697124"/>
              </a:xfrm>
            </p:grpSpPr>
            <p:sp>
              <p:nvSpPr>
                <p:cNvPr id="166" name="四角形: 上の 2 つの角を丸める 165">
                  <a:extLst>
                    <a:ext uri="{FF2B5EF4-FFF2-40B4-BE49-F238E27FC236}">
                      <a16:creationId xmlns:a16="http://schemas.microsoft.com/office/drawing/2014/main" id="{B7CB0768-4BEE-18F8-33DC-EF9ED36F9A3B}"/>
                    </a:ext>
                  </a:extLst>
                </p:cNvPr>
                <p:cNvSpPr/>
                <p:nvPr/>
              </p:nvSpPr>
              <p:spPr>
                <a:xfrm>
                  <a:off x="1063284" y="2005017"/>
                  <a:ext cx="2372751" cy="844263"/>
                </a:xfrm>
                <a:prstGeom prst="round2SameRect">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p>
              </p:txBody>
            </p:sp>
            <p:sp>
              <p:nvSpPr>
                <p:cNvPr id="167" name="四角形: 上の 2 つの角を丸める 166">
                  <a:extLst>
                    <a:ext uri="{FF2B5EF4-FFF2-40B4-BE49-F238E27FC236}">
                      <a16:creationId xmlns:a16="http://schemas.microsoft.com/office/drawing/2014/main" id="{9A575028-127F-8506-1AFB-C299700FE96F}"/>
                    </a:ext>
                  </a:extLst>
                </p:cNvPr>
                <p:cNvSpPr/>
                <p:nvPr/>
              </p:nvSpPr>
              <p:spPr>
                <a:xfrm flipV="1">
                  <a:off x="1063284" y="2857878"/>
                  <a:ext cx="2372751" cy="844263"/>
                </a:xfrm>
                <a:prstGeom prst="round2SameRect">
                  <a:avLst>
                    <a:gd name="adj1" fmla="val 12104"/>
                    <a:gd name="adj2" fmla="val 0"/>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p>
              </p:txBody>
            </p:sp>
          </p:grpSp>
          <p:sp>
            <p:nvSpPr>
              <p:cNvPr id="160" name="テキスト ボックス 159">
                <a:extLst>
                  <a:ext uri="{FF2B5EF4-FFF2-40B4-BE49-F238E27FC236}">
                    <a16:creationId xmlns:a16="http://schemas.microsoft.com/office/drawing/2014/main" id="{2DD0CE51-6E32-F829-3B4B-CF9CDFF35BEA}"/>
                  </a:ext>
                </a:extLst>
              </p:cNvPr>
              <p:cNvSpPr txBox="1"/>
              <p:nvPr/>
            </p:nvSpPr>
            <p:spPr>
              <a:xfrm>
                <a:off x="5119090" y="2796111"/>
                <a:ext cx="1140543" cy="338554"/>
              </a:xfrm>
              <a:prstGeom prst="rect">
                <a:avLst/>
              </a:prstGeom>
              <a:noFill/>
            </p:spPr>
            <p:txBody>
              <a:bodyPr wrap="square">
                <a:spAutoFit/>
              </a:bodyPr>
              <a:lstStyle/>
              <a:p>
                <a:r>
                  <a:rPr lang="en-US" altLang="ja-JP" sz="1600">
                    <a:solidFill>
                      <a:schemeClr val="accent6"/>
                    </a:solidFill>
                    <a:latin typeface="原稿用標準書体" panose="03000503000000000000" pitchFamily="66" charset="-128"/>
                    <a:ea typeface="原稿用標準書体" panose="03000503000000000000" pitchFamily="66" charset="-128"/>
                  </a:rPr>
                  <a:t>:00000000</a:t>
                </a:r>
                <a:endParaRPr kumimoji="1" lang="ja-JP" altLang="en-US" sz="1600">
                  <a:solidFill>
                    <a:schemeClr val="accent6"/>
                  </a:solidFill>
                  <a:latin typeface="原稿用標準書体" panose="03000503000000000000" pitchFamily="66" charset="-128"/>
                  <a:ea typeface="原稿用標準書体" panose="03000503000000000000" pitchFamily="66" charset="-128"/>
                </a:endParaRPr>
              </a:p>
            </p:txBody>
          </p:sp>
          <p:sp>
            <p:nvSpPr>
              <p:cNvPr id="161" name="テキスト ボックス 160">
                <a:extLst>
                  <a:ext uri="{FF2B5EF4-FFF2-40B4-BE49-F238E27FC236}">
                    <a16:creationId xmlns:a16="http://schemas.microsoft.com/office/drawing/2014/main" id="{7A01A977-D8D7-F75A-9BFF-A2E2DE494FCA}"/>
                  </a:ext>
                </a:extLst>
              </p:cNvPr>
              <p:cNvSpPr txBox="1"/>
              <p:nvPr/>
            </p:nvSpPr>
            <p:spPr>
              <a:xfrm>
                <a:off x="5119092" y="2422821"/>
                <a:ext cx="1140541" cy="338554"/>
              </a:xfrm>
              <a:prstGeom prst="rect">
                <a:avLst/>
              </a:prstGeom>
              <a:noFill/>
            </p:spPr>
            <p:txBody>
              <a:bodyPr wrap="square">
                <a:spAutoFit/>
              </a:bodyPr>
              <a:lstStyle/>
              <a:p>
                <a:r>
                  <a:rPr lang="en-US" altLang="ja-JP" sz="1600">
                    <a:solidFill>
                      <a:schemeClr val="bg1">
                        <a:lumMod val="95000"/>
                      </a:schemeClr>
                    </a:solidFill>
                    <a:latin typeface="原稿用標準書体" panose="03000503000000000000" pitchFamily="66" charset="-128"/>
                    <a:ea typeface="原稿用標準書体" panose="03000503000000000000" pitchFamily="66" charset="-128"/>
                  </a:rPr>
                  <a:t>:00000000</a:t>
                </a:r>
                <a:endParaRPr lang="ja-JP" altLang="en-US" sz="1600">
                  <a:solidFill>
                    <a:schemeClr val="bg1">
                      <a:lumMod val="95000"/>
                    </a:schemeClr>
                  </a:solidFill>
                  <a:latin typeface="原稿用標準書体" panose="03000503000000000000" pitchFamily="66" charset="-128"/>
                  <a:ea typeface="原稿用標準書体" panose="03000503000000000000" pitchFamily="66" charset="-128"/>
                </a:endParaRPr>
              </a:p>
            </p:txBody>
          </p:sp>
          <p:pic>
            <p:nvPicPr>
              <p:cNvPr id="162" name="図 161">
                <a:extLst>
                  <a:ext uri="{FF2B5EF4-FFF2-40B4-BE49-F238E27FC236}">
                    <a16:creationId xmlns:a16="http://schemas.microsoft.com/office/drawing/2014/main" id="{5D7C4AA2-3FF9-E301-F4EB-08F6D96B868F}"/>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4419329" y="2838916"/>
                <a:ext cx="211173" cy="265195"/>
              </a:xfrm>
              <a:prstGeom prst="rect">
                <a:avLst/>
              </a:prstGeom>
            </p:spPr>
          </p:pic>
          <p:pic>
            <p:nvPicPr>
              <p:cNvPr id="163" name="図 162">
                <a:extLst>
                  <a:ext uri="{FF2B5EF4-FFF2-40B4-BE49-F238E27FC236}">
                    <a16:creationId xmlns:a16="http://schemas.microsoft.com/office/drawing/2014/main" id="{AFC3EE5C-B373-FF31-3D8F-FE071C44268D}"/>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4387840" y="2473712"/>
                <a:ext cx="255488" cy="253394"/>
              </a:xfrm>
              <a:prstGeom prst="rect">
                <a:avLst/>
              </a:prstGeom>
            </p:spPr>
          </p:pic>
          <p:sp>
            <p:nvSpPr>
              <p:cNvPr id="164" name="テキスト ボックス 163">
                <a:extLst>
                  <a:ext uri="{FF2B5EF4-FFF2-40B4-BE49-F238E27FC236}">
                    <a16:creationId xmlns:a16="http://schemas.microsoft.com/office/drawing/2014/main" id="{F5769743-4CA9-B655-70E6-107BC2A57700}"/>
                  </a:ext>
                </a:extLst>
              </p:cNvPr>
              <p:cNvSpPr txBox="1"/>
              <p:nvPr/>
            </p:nvSpPr>
            <p:spPr>
              <a:xfrm>
                <a:off x="4551841" y="2821594"/>
                <a:ext cx="759657"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獲得数</a:t>
                </a:r>
              </a:p>
            </p:txBody>
          </p:sp>
          <p:sp>
            <p:nvSpPr>
              <p:cNvPr id="165" name="テキスト ボックス 164">
                <a:extLst>
                  <a:ext uri="{FF2B5EF4-FFF2-40B4-BE49-F238E27FC236}">
                    <a16:creationId xmlns:a16="http://schemas.microsoft.com/office/drawing/2014/main" id="{2550CACE-3FCA-AC00-5D35-FC28B3BED803}"/>
                  </a:ext>
                </a:extLst>
              </p:cNvPr>
              <p:cNvSpPr txBox="1"/>
              <p:nvPr/>
            </p:nvSpPr>
            <p:spPr>
              <a:xfrm>
                <a:off x="4551841" y="2451813"/>
                <a:ext cx="759657"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獲得数</a:t>
                </a:r>
              </a:p>
            </p:txBody>
          </p:sp>
        </p:grpSp>
      </p:grpSp>
      <p:grpSp>
        <p:nvGrpSpPr>
          <p:cNvPr id="170" name="グループ化 169">
            <a:extLst>
              <a:ext uri="{FF2B5EF4-FFF2-40B4-BE49-F238E27FC236}">
                <a16:creationId xmlns:a16="http://schemas.microsoft.com/office/drawing/2014/main" id="{B459B386-A698-8339-6600-E93EED8DBC6F}"/>
              </a:ext>
            </a:extLst>
          </p:cNvPr>
          <p:cNvGrpSpPr/>
          <p:nvPr/>
        </p:nvGrpSpPr>
        <p:grpSpPr>
          <a:xfrm>
            <a:off x="3368124" y="3480836"/>
            <a:ext cx="5455753" cy="914400"/>
            <a:chOff x="3368124" y="3480836"/>
            <a:chExt cx="5455753" cy="914400"/>
          </a:xfrm>
        </p:grpSpPr>
        <p:sp>
          <p:nvSpPr>
            <p:cNvPr id="36" name="四角形: 角を丸くする 35">
              <a:extLst>
                <a:ext uri="{FF2B5EF4-FFF2-40B4-BE49-F238E27FC236}">
                  <a16:creationId xmlns:a16="http://schemas.microsoft.com/office/drawing/2014/main" id="{2BB38DAB-6EE9-DC99-99DB-2DB286789BC8}"/>
                </a:ext>
              </a:extLst>
            </p:cNvPr>
            <p:cNvSpPr/>
            <p:nvPr/>
          </p:nvSpPr>
          <p:spPr>
            <a:xfrm>
              <a:off x="3368124" y="3480836"/>
              <a:ext cx="5455753" cy="914400"/>
            </a:xfrm>
            <a:prstGeom prst="round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9" name="四角形: 角を丸くする 68">
              <a:extLst>
                <a:ext uri="{FF2B5EF4-FFF2-40B4-BE49-F238E27FC236}">
                  <a16:creationId xmlns:a16="http://schemas.microsoft.com/office/drawing/2014/main" id="{1C989C23-A049-AA6C-D300-27E0EB546976}"/>
                </a:ext>
              </a:extLst>
            </p:cNvPr>
            <p:cNvSpPr/>
            <p:nvPr/>
          </p:nvSpPr>
          <p:spPr>
            <a:xfrm>
              <a:off x="6495533" y="3704434"/>
              <a:ext cx="1948277" cy="496239"/>
            </a:xfrm>
            <a:prstGeom prst="roundRect">
              <a:avLst/>
            </a:prstGeom>
            <a:solidFill>
              <a:schemeClr val="accent6"/>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強化</a:t>
              </a:r>
            </a:p>
          </p:txBody>
        </p:sp>
        <p:grpSp>
          <p:nvGrpSpPr>
            <p:cNvPr id="37" name="グループ化 36">
              <a:extLst>
                <a:ext uri="{FF2B5EF4-FFF2-40B4-BE49-F238E27FC236}">
                  <a16:creationId xmlns:a16="http://schemas.microsoft.com/office/drawing/2014/main" id="{886DA839-00F9-7F81-35F7-A6B17B96FBCE}"/>
                </a:ext>
              </a:extLst>
            </p:cNvPr>
            <p:cNvGrpSpPr/>
            <p:nvPr/>
          </p:nvGrpSpPr>
          <p:grpSpPr>
            <a:xfrm>
              <a:off x="3741384" y="3738168"/>
              <a:ext cx="2273449" cy="438046"/>
              <a:chOff x="6437296" y="3453482"/>
              <a:chExt cx="2273449" cy="438046"/>
            </a:xfrm>
          </p:grpSpPr>
          <p:grpSp>
            <p:nvGrpSpPr>
              <p:cNvPr id="38" name="グループ化 37">
                <a:extLst>
                  <a:ext uri="{FF2B5EF4-FFF2-40B4-BE49-F238E27FC236}">
                    <a16:creationId xmlns:a16="http://schemas.microsoft.com/office/drawing/2014/main" id="{7BF50BD5-116F-DFE6-A2D8-AB1968D0525E}"/>
                  </a:ext>
                </a:extLst>
              </p:cNvPr>
              <p:cNvGrpSpPr/>
              <p:nvPr/>
            </p:nvGrpSpPr>
            <p:grpSpPr>
              <a:xfrm>
                <a:off x="6437296" y="3453482"/>
                <a:ext cx="2273449" cy="438046"/>
                <a:chOff x="4890326" y="3796691"/>
                <a:chExt cx="2273449" cy="438046"/>
              </a:xfrm>
            </p:grpSpPr>
            <p:sp>
              <p:nvSpPr>
                <p:cNvPr id="51" name="四角形: 角を丸くする 50">
                  <a:extLst>
                    <a:ext uri="{FF2B5EF4-FFF2-40B4-BE49-F238E27FC236}">
                      <a16:creationId xmlns:a16="http://schemas.microsoft.com/office/drawing/2014/main" id="{2956C7DE-6B24-A342-A222-8B5C18245F49}"/>
                    </a:ext>
                  </a:extLst>
                </p:cNvPr>
                <p:cNvSpPr/>
                <p:nvPr/>
              </p:nvSpPr>
              <p:spPr>
                <a:xfrm>
                  <a:off x="4890326" y="3796691"/>
                  <a:ext cx="2273449" cy="438046"/>
                </a:xfrm>
                <a:prstGeom prst="round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8" name="テキスト ボックス 57">
                  <a:extLst>
                    <a:ext uri="{FF2B5EF4-FFF2-40B4-BE49-F238E27FC236}">
                      <a16:creationId xmlns:a16="http://schemas.microsoft.com/office/drawing/2014/main" id="{57562F2E-FCBC-1BA7-8DBC-72BC758D0D21}"/>
                    </a:ext>
                  </a:extLst>
                </p:cNvPr>
                <p:cNvSpPr txBox="1"/>
                <p:nvPr/>
              </p:nvSpPr>
              <p:spPr>
                <a:xfrm>
                  <a:off x="5068663" y="3877215"/>
                  <a:ext cx="1039469"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消費数</a:t>
                  </a:r>
                </a:p>
              </p:txBody>
            </p:sp>
            <p:sp>
              <p:nvSpPr>
                <p:cNvPr id="59" name="テキスト ボックス 58">
                  <a:extLst>
                    <a:ext uri="{FF2B5EF4-FFF2-40B4-BE49-F238E27FC236}">
                      <a16:creationId xmlns:a16="http://schemas.microsoft.com/office/drawing/2014/main" id="{E4442E12-E9B9-32D3-5656-D4442EC88DDF}"/>
                    </a:ext>
                  </a:extLst>
                </p:cNvPr>
                <p:cNvSpPr txBox="1"/>
                <p:nvPr/>
              </p:nvSpPr>
              <p:spPr>
                <a:xfrm>
                  <a:off x="6001316" y="3846437"/>
                  <a:ext cx="1162459" cy="338554"/>
                </a:xfrm>
                <a:prstGeom prst="rect">
                  <a:avLst/>
                </a:prstGeom>
                <a:noFill/>
              </p:spPr>
              <p:txBody>
                <a:bodyPr wrap="square" rtlCol="0">
                  <a:spAutoFit/>
                </a:bodyPr>
                <a:lstStyle/>
                <a:p>
                  <a:pPr algn="ctr"/>
                  <a:r>
                    <a:rPr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000000000</a:t>
                  </a:r>
                  <a:endPar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39" name="グループ化 38">
                <a:extLst>
                  <a:ext uri="{FF2B5EF4-FFF2-40B4-BE49-F238E27FC236}">
                    <a16:creationId xmlns:a16="http://schemas.microsoft.com/office/drawing/2014/main" id="{0739DDBD-517C-D2C0-462C-B345D1AA6C8E}"/>
                  </a:ext>
                </a:extLst>
              </p:cNvPr>
              <p:cNvGrpSpPr/>
              <p:nvPr/>
            </p:nvGrpSpPr>
            <p:grpSpPr>
              <a:xfrm>
                <a:off x="6543645" y="3540774"/>
                <a:ext cx="211026" cy="279530"/>
                <a:chOff x="8604191" y="699940"/>
                <a:chExt cx="211026" cy="279530"/>
              </a:xfrm>
            </p:grpSpPr>
            <p:grpSp>
              <p:nvGrpSpPr>
                <p:cNvPr id="40" name="グループ化 39">
                  <a:extLst>
                    <a:ext uri="{FF2B5EF4-FFF2-40B4-BE49-F238E27FC236}">
                      <a16:creationId xmlns:a16="http://schemas.microsoft.com/office/drawing/2014/main" id="{58E44E4A-3157-97CB-F7C9-8BA3FE556604}"/>
                    </a:ext>
                  </a:extLst>
                </p:cNvPr>
                <p:cNvGrpSpPr/>
                <p:nvPr/>
              </p:nvGrpSpPr>
              <p:grpSpPr>
                <a:xfrm>
                  <a:off x="8604191" y="699940"/>
                  <a:ext cx="211026" cy="279530"/>
                  <a:chOff x="8604191" y="672399"/>
                  <a:chExt cx="211026" cy="279530"/>
                </a:xfrm>
              </p:grpSpPr>
              <p:cxnSp>
                <p:nvCxnSpPr>
                  <p:cNvPr id="43" name="コネクタ: カギ線 42">
                    <a:extLst>
                      <a:ext uri="{FF2B5EF4-FFF2-40B4-BE49-F238E27FC236}">
                        <a16:creationId xmlns:a16="http://schemas.microsoft.com/office/drawing/2014/main" id="{F023DEB8-B2C0-ED2D-7F87-BAA943F2CA7F}"/>
                      </a:ext>
                    </a:extLst>
                  </p:cNvPr>
                  <p:cNvCxnSpPr>
                    <a:cxnSpLocks/>
                  </p:cNvCxnSpPr>
                  <p:nvPr/>
                </p:nvCxnSpPr>
                <p:spPr>
                  <a:xfrm rot="16200000" flipH="1">
                    <a:off x="8604191" y="740903"/>
                    <a:ext cx="211026" cy="211026"/>
                  </a:xfrm>
                  <a:prstGeom prst="bentConnector3">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44" name="直線コネクタ 43">
                    <a:extLst>
                      <a:ext uri="{FF2B5EF4-FFF2-40B4-BE49-F238E27FC236}">
                        <a16:creationId xmlns:a16="http://schemas.microsoft.com/office/drawing/2014/main" id="{212C47AA-94A4-0235-407F-6F3F228DAF9C}"/>
                      </a:ext>
                    </a:extLst>
                  </p:cNvPr>
                  <p:cNvCxnSpPr>
                    <a:cxnSpLocks/>
                  </p:cNvCxnSpPr>
                  <p:nvPr/>
                </p:nvCxnSpPr>
                <p:spPr>
                  <a:xfrm>
                    <a:off x="8706065" y="725136"/>
                    <a:ext cx="0" cy="22387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49" name="直線コネクタ 48">
                    <a:extLst>
                      <a:ext uri="{FF2B5EF4-FFF2-40B4-BE49-F238E27FC236}">
                        <a16:creationId xmlns:a16="http://schemas.microsoft.com/office/drawing/2014/main" id="{0E94E031-535C-CF81-A201-AE1F77F6887A}"/>
                      </a:ext>
                    </a:extLst>
                  </p:cNvPr>
                  <p:cNvCxnSpPr>
                    <a:cxnSpLocks/>
                  </p:cNvCxnSpPr>
                  <p:nvPr/>
                </p:nvCxnSpPr>
                <p:spPr>
                  <a:xfrm>
                    <a:off x="8653289" y="672403"/>
                    <a:ext cx="43248" cy="59906"/>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50" name="直線コネクタ 49">
                    <a:extLst>
                      <a:ext uri="{FF2B5EF4-FFF2-40B4-BE49-F238E27FC236}">
                        <a16:creationId xmlns:a16="http://schemas.microsoft.com/office/drawing/2014/main" id="{4E0CA290-3446-804D-D4AB-6D9CED1A89B8}"/>
                      </a:ext>
                    </a:extLst>
                  </p:cNvPr>
                  <p:cNvCxnSpPr>
                    <a:cxnSpLocks/>
                  </p:cNvCxnSpPr>
                  <p:nvPr/>
                </p:nvCxnSpPr>
                <p:spPr>
                  <a:xfrm flipH="1">
                    <a:off x="8712819" y="672399"/>
                    <a:ext cx="43248" cy="59906"/>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grpSp>
            <p:cxnSp>
              <p:nvCxnSpPr>
                <p:cNvPr id="41" name="直線コネクタ 40">
                  <a:extLst>
                    <a:ext uri="{FF2B5EF4-FFF2-40B4-BE49-F238E27FC236}">
                      <a16:creationId xmlns:a16="http://schemas.microsoft.com/office/drawing/2014/main" id="{A6744A0A-5144-E422-94E4-B70B3458EB4E}"/>
                    </a:ext>
                  </a:extLst>
                </p:cNvPr>
                <p:cNvCxnSpPr>
                  <a:cxnSpLocks/>
                </p:cNvCxnSpPr>
                <p:nvPr/>
              </p:nvCxnSpPr>
              <p:spPr>
                <a:xfrm flipH="1">
                  <a:off x="8645440" y="819427"/>
                  <a:ext cx="134580" cy="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42" name="直線コネクタ 41">
                  <a:extLst>
                    <a:ext uri="{FF2B5EF4-FFF2-40B4-BE49-F238E27FC236}">
                      <a16:creationId xmlns:a16="http://schemas.microsoft.com/office/drawing/2014/main" id="{30BEFA70-37BD-5E35-76CB-FF15A7B2592B}"/>
                    </a:ext>
                  </a:extLst>
                </p:cNvPr>
                <p:cNvCxnSpPr>
                  <a:cxnSpLocks/>
                </p:cNvCxnSpPr>
                <p:nvPr/>
              </p:nvCxnSpPr>
              <p:spPr>
                <a:xfrm flipH="1">
                  <a:off x="8645440" y="925877"/>
                  <a:ext cx="134580" cy="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grpSp>
        </p:grpSp>
      </p:grpSp>
    </p:spTree>
    <p:extLst>
      <p:ext uri="{BB962C8B-B14F-4D97-AF65-F5344CB8AC3E}">
        <p14:creationId xmlns:p14="http://schemas.microsoft.com/office/powerpoint/2010/main" val="4171209026"/>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bg>
      <p:bgPr>
        <a:blipFill dpi="0" rotWithShape="1">
          <a:blip r:embed="rId2">
            <a:extLst>
              <a:ext uri="{BEBA8EAE-BF5A-486C-A8C5-ECC9F3942E4B}">
                <a14:imgProps xmlns:a14="http://schemas.microsoft.com/office/drawing/2010/main">
                  <a14:imgLayer r:embed="rId3">
                    <a14:imgEffect>
                      <a14:sharpenSoften amount="-35000"/>
                    </a14:imgEffect>
                    <a14:imgEffect>
                      <a14:saturation sat="85000"/>
                    </a14:imgEffect>
                    <a14:imgEffect>
                      <a14:brightnessContrast bright="-20000" contrast="-15000"/>
                    </a14:imgEffect>
                  </a14:imgLayer>
                </a14:imgProps>
              </a:ext>
            </a:extLst>
          </a:blip>
          <a:srcRect/>
          <a:stretch>
            <a:fillRect/>
          </a:stretch>
        </a:blipFill>
        <a:effectLst/>
      </p:bgPr>
    </p:bg>
    <p:spTree>
      <p:nvGrpSpPr>
        <p:cNvPr id="1" name="">
          <a:extLst>
            <a:ext uri="{FF2B5EF4-FFF2-40B4-BE49-F238E27FC236}">
              <a16:creationId xmlns:a16="http://schemas.microsoft.com/office/drawing/2014/main" id="{84B1F9F0-FFB2-F56A-6443-FC32DF1E7175}"/>
            </a:ext>
          </a:extLst>
        </p:cNvPr>
        <p:cNvGrpSpPr/>
        <p:nvPr/>
      </p:nvGrpSpPr>
      <p:grpSpPr>
        <a:xfrm>
          <a:off x="0" y="0"/>
          <a:ext cx="0" cy="0"/>
          <a:chOff x="0" y="0"/>
          <a:chExt cx="0" cy="0"/>
        </a:xfrm>
      </p:grpSpPr>
      <p:grpSp>
        <p:nvGrpSpPr>
          <p:cNvPr id="10" name="グループ化 9">
            <a:extLst>
              <a:ext uri="{FF2B5EF4-FFF2-40B4-BE49-F238E27FC236}">
                <a16:creationId xmlns:a16="http://schemas.microsoft.com/office/drawing/2014/main" id="{4C5A30EF-1C6E-09A1-36E4-75EC509E87FA}"/>
              </a:ext>
            </a:extLst>
          </p:cNvPr>
          <p:cNvGrpSpPr>
            <a:grpSpLocks/>
          </p:cNvGrpSpPr>
          <p:nvPr/>
        </p:nvGrpSpPr>
        <p:grpSpPr>
          <a:xfrm>
            <a:off x="1590628" y="1230407"/>
            <a:ext cx="9010745" cy="5627593"/>
            <a:chOff x="1590628" y="1230407"/>
            <a:chExt cx="9010745" cy="5627593"/>
          </a:xfrm>
        </p:grpSpPr>
        <p:sp>
          <p:nvSpPr>
            <p:cNvPr id="11" name="正方形/長方形 10">
              <a:extLst>
                <a:ext uri="{FF2B5EF4-FFF2-40B4-BE49-F238E27FC236}">
                  <a16:creationId xmlns:a16="http://schemas.microsoft.com/office/drawing/2014/main" id="{8D0942EC-671D-B3BF-3C65-36BBA3186789}"/>
                </a:ext>
              </a:extLst>
            </p:cNvPr>
            <p:cNvSpPr>
              <a:spLocks/>
            </p:cNvSpPr>
            <p:nvPr/>
          </p:nvSpPr>
          <p:spPr>
            <a:xfrm>
              <a:off x="1590628" y="1541380"/>
              <a:ext cx="9010745" cy="5316620"/>
            </a:xfrm>
            <a:prstGeom prst="rect">
              <a:avLst/>
            </a:prstGeom>
            <a:solidFill>
              <a:srgbClr val="6600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フローチャート: 手作業 11">
              <a:extLst>
                <a:ext uri="{FF2B5EF4-FFF2-40B4-BE49-F238E27FC236}">
                  <a16:creationId xmlns:a16="http://schemas.microsoft.com/office/drawing/2014/main" id="{FFE1FE67-B312-139E-AB2C-A5CCFC0B72B1}"/>
                </a:ext>
              </a:extLst>
            </p:cNvPr>
            <p:cNvSpPr>
              <a:spLocks/>
            </p:cNvSpPr>
            <p:nvPr/>
          </p:nvSpPr>
          <p:spPr>
            <a:xfrm flipV="1">
              <a:off x="1590628" y="1230407"/>
              <a:ext cx="9010745" cy="328009"/>
            </a:xfrm>
            <a:prstGeom prst="flowChartManualOperation">
              <a:avLst/>
            </a:prstGeom>
            <a:solidFill>
              <a:srgbClr val="6600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64" name="グループ化 63">
            <a:extLst>
              <a:ext uri="{FF2B5EF4-FFF2-40B4-BE49-F238E27FC236}">
                <a16:creationId xmlns:a16="http://schemas.microsoft.com/office/drawing/2014/main" id="{696C40C6-FB41-B126-4948-2C1AE0E9B0B0}"/>
              </a:ext>
            </a:extLst>
          </p:cNvPr>
          <p:cNvGrpSpPr/>
          <p:nvPr/>
        </p:nvGrpSpPr>
        <p:grpSpPr>
          <a:xfrm>
            <a:off x="163586" y="134635"/>
            <a:ext cx="3123445" cy="1396119"/>
            <a:chOff x="163586" y="134635"/>
            <a:chExt cx="3123445" cy="1396119"/>
          </a:xfrm>
        </p:grpSpPr>
        <p:sp>
          <p:nvSpPr>
            <p:cNvPr id="65" name="四角形: 角を丸くする 64">
              <a:extLst>
                <a:ext uri="{FF2B5EF4-FFF2-40B4-BE49-F238E27FC236}">
                  <a16:creationId xmlns:a16="http://schemas.microsoft.com/office/drawing/2014/main" id="{9CADC27B-9007-9DFC-4DD2-5BC19203E249}"/>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66" name="テキスト ボックス 65">
              <a:extLst>
                <a:ext uri="{FF2B5EF4-FFF2-40B4-BE49-F238E27FC236}">
                  <a16:creationId xmlns:a16="http://schemas.microsoft.com/office/drawing/2014/main" id="{C86E63BA-0F52-D6CC-D1B4-DE4CFEFDF268}"/>
                </a:ext>
              </a:extLst>
            </p:cNvPr>
            <p:cNvSpPr txBox="1"/>
            <p:nvPr/>
          </p:nvSpPr>
          <p:spPr>
            <a:xfrm>
              <a:off x="1752835" y="641390"/>
              <a:ext cx="121058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部屋強化</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67" name="グループ化 66">
              <a:extLst>
                <a:ext uri="{FF2B5EF4-FFF2-40B4-BE49-F238E27FC236}">
                  <a16:creationId xmlns:a16="http://schemas.microsoft.com/office/drawing/2014/main" id="{A698BC65-582C-0909-C317-7222DA3DD86F}"/>
                </a:ext>
              </a:extLst>
            </p:cNvPr>
            <p:cNvGrpSpPr/>
            <p:nvPr/>
          </p:nvGrpSpPr>
          <p:grpSpPr>
            <a:xfrm>
              <a:off x="163586" y="134635"/>
              <a:ext cx="1975684" cy="1396119"/>
              <a:chOff x="163586" y="134635"/>
              <a:chExt cx="1975684" cy="1396119"/>
            </a:xfrm>
          </p:grpSpPr>
          <p:grpSp>
            <p:nvGrpSpPr>
              <p:cNvPr id="68" name="グループ化 67">
                <a:extLst>
                  <a:ext uri="{FF2B5EF4-FFF2-40B4-BE49-F238E27FC236}">
                    <a16:creationId xmlns:a16="http://schemas.microsoft.com/office/drawing/2014/main" id="{B4B91E8A-954D-79A3-B4D2-9600C280115D}"/>
                  </a:ext>
                </a:extLst>
              </p:cNvPr>
              <p:cNvGrpSpPr/>
              <p:nvPr/>
            </p:nvGrpSpPr>
            <p:grpSpPr>
              <a:xfrm>
                <a:off x="163586" y="134635"/>
                <a:ext cx="1975684" cy="1396119"/>
                <a:chOff x="163586" y="134635"/>
                <a:chExt cx="1975684" cy="1396119"/>
              </a:xfrm>
            </p:grpSpPr>
            <p:pic>
              <p:nvPicPr>
                <p:cNvPr id="72" name="図 71">
                  <a:extLst>
                    <a:ext uri="{FF2B5EF4-FFF2-40B4-BE49-F238E27FC236}">
                      <a16:creationId xmlns:a16="http://schemas.microsoft.com/office/drawing/2014/main" id="{4C9A33AC-D43E-BC87-2C26-1A5245A1BC3F}"/>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80" name="楕円 79">
                  <a:extLst>
                    <a:ext uri="{FF2B5EF4-FFF2-40B4-BE49-F238E27FC236}">
                      <a16:creationId xmlns:a16="http://schemas.microsoft.com/office/drawing/2014/main" id="{7C1C5B19-6160-41A3-342E-9748815974D4}"/>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71" name="図 70">
                <a:extLst>
                  <a:ext uri="{FF2B5EF4-FFF2-40B4-BE49-F238E27FC236}">
                    <a16:creationId xmlns:a16="http://schemas.microsoft.com/office/drawing/2014/main" id="{9350BD28-0D0C-B377-25A3-176ECFBF002A}"/>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grpSp>
        <p:nvGrpSpPr>
          <p:cNvPr id="27" name="グループ化 26">
            <a:extLst>
              <a:ext uri="{FF2B5EF4-FFF2-40B4-BE49-F238E27FC236}">
                <a16:creationId xmlns:a16="http://schemas.microsoft.com/office/drawing/2014/main" id="{31A37E0B-70B9-B955-D052-042E74C4FEB8}"/>
              </a:ext>
            </a:extLst>
          </p:cNvPr>
          <p:cNvGrpSpPr/>
          <p:nvPr/>
        </p:nvGrpSpPr>
        <p:grpSpPr>
          <a:xfrm>
            <a:off x="2185230" y="3398680"/>
            <a:ext cx="7821541" cy="1567643"/>
            <a:chOff x="2222027" y="3398680"/>
            <a:chExt cx="7821541" cy="1567643"/>
          </a:xfrm>
          <a:solidFill>
            <a:schemeClr val="bg1">
              <a:lumMod val="85000"/>
            </a:schemeClr>
          </a:solidFill>
        </p:grpSpPr>
        <p:sp>
          <p:nvSpPr>
            <p:cNvPr id="90" name="二等辺三角形 89">
              <a:extLst>
                <a:ext uri="{FF2B5EF4-FFF2-40B4-BE49-F238E27FC236}">
                  <a16:creationId xmlns:a16="http://schemas.microsoft.com/office/drawing/2014/main" id="{7958E004-60E2-A65B-742E-1BD582AF9F59}"/>
                </a:ext>
              </a:extLst>
            </p:cNvPr>
            <p:cNvSpPr/>
            <p:nvPr/>
          </p:nvSpPr>
          <p:spPr>
            <a:xfrm rot="5400000">
              <a:off x="8821511" y="3744266"/>
              <a:ext cx="1567643" cy="876471"/>
            </a:xfrm>
            <a:prstGeom prst="triangle">
              <a:avLst/>
            </a:prstGeom>
            <a:grp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6" name="二等辺三角形 25">
              <a:extLst>
                <a:ext uri="{FF2B5EF4-FFF2-40B4-BE49-F238E27FC236}">
                  <a16:creationId xmlns:a16="http://schemas.microsoft.com/office/drawing/2014/main" id="{03A1B72B-001A-4F44-3FC0-6791B017764B}"/>
                </a:ext>
              </a:extLst>
            </p:cNvPr>
            <p:cNvSpPr/>
            <p:nvPr/>
          </p:nvSpPr>
          <p:spPr>
            <a:xfrm rot="16200000" flipH="1">
              <a:off x="1876441" y="3744266"/>
              <a:ext cx="1567643" cy="876471"/>
            </a:xfrm>
            <a:prstGeom prst="triangle">
              <a:avLst/>
            </a:prstGeom>
            <a:grp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168" name="グループ化 167">
            <a:extLst>
              <a:ext uri="{FF2B5EF4-FFF2-40B4-BE49-F238E27FC236}">
                <a16:creationId xmlns:a16="http://schemas.microsoft.com/office/drawing/2014/main" id="{D8CCFD98-16AA-E7BE-B2C7-80E27EEB0ED4}"/>
              </a:ext>
            </a:extLst>
          </p:cNvPr>
          <p:cNvGrpSpPr/>
          <p:nvPr/>
        </p:nvGrpSpPr>
        <p:grpSpPr>
          <a:xfrm>
            <a:off x="6713486" y="1593584"/>
            <a:ext cx="1904370" cy="4922497"/>
            <a:chOff x="6872107" y="1593584"/>
            <a:chExt cx="1904370" cy="4922497"/>
          </a:xfrm>
        </p:grpSpPr>
        <p:sp>
          <p:nvSpPr>
            <p:cNvPr id="73" name="矢印: 下 72">
              <a:extLst>
                <a:ext uri="{FF2B5EF4-FFF2-40B4-BE49-F238E27FC236}">
                  <a16:creationId xmlns:a16="http://schemas.microsoft.com/office/drawing/2014/main" id="{EF8D5671-A681-E8A6-FB3C-894C95EEC0EF}"/>
                </a:ext>
              </a:extLst>
            </p:cNvPr>
            <p:cNvSpPr/>
            <p:nvPr/>
          </p:nvSpPr>
          <p:spPr>
            <a:xfrm>
              <a:off x="7585578" y="3348032"/>
              <a:ext cx="484632" cy="1408759"/>
            </a:xfrm>
            <a:prstGeom prst="downArrow">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5" name="四角形: 角を丸くする 74">
              <a:extLst>
                <a:ext uri="{FF2B5EF4-FFF2-40B4-BE49-F238E27FC236}">
                  <a16:creationId xmlns:a16="http://schemas.microsoft.com/office/drawing/2014/main" id="{0A2ABF13-09FE-A8E8-8E9B-03F1500CABB8}"/>
                </a:ext>
              </a:extLst>
            </p:cNvPr>
            <p:cNvSpPr/>
            <p:nvPr/>
          </p:nvSpPr>
          <p:spPr>
            <a:xfrm>
              <a:off x="7029821" y="1600007"/>
              <a:ext cx="1591665" cy="1741602"/>
            </a:xfrm>
            <a:prstGeom prst="roundRect">
              <a:avLst/>
            </a:prstGeom>
            <a:solidFill>
              <a:schemeClr val="accent2">
                <a:lumMod val="40000"/>
                <a:lumOff val="60000"/>
              </a:schemeClr>
            </a:solidFill>
            <a:ln w="38100">
              <a:noFill/>
              <a:prstDash val="solid"/>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7" name="四角形: 角を丸くする 76">
              <a:extLst>
                <a:ext uri="{FF2B5EF4-FFF2-40B4-BE49-F238E27FC236}">
                  <a16:creationId xmlns:a16="http://schemas.microsoft.com/office/drawing/2014/main" id="{DB681C2F-8CF0-7989-3739-8A1741925FFE}"/>
                </a:ext>
              </a:extLst>
            </p:cNvPr>
            <p:cNvSpPr/>
            <p:nvPr/>
          </p:nvSpPr>
          <p:spPr>
            <a:xfrm>
              <a:off x="7029821" y="4774479"/>
              <a:ext cx="1591665" cy="1741602"/>
            </a:xfrm>
            <a:prstGeom prst="roundRect">
              <a:avLst/>
            </a:prstGeom>
            <a:solidFill>
              <a:schemeClr val="accent2">
                <a:lumMod val="60000"/>
                <a:lumOff val="40000"/>
              </a:schemeClr>
            </a:solidFill>
            <a:ln w="38100">
              <a:noFill/>
              <a:prstDash val="solid"/>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9" name="四角形: 上の 2 つの角を丸める 78">
              <a:extLst>
                <a:ext uri="{FF2B5EF4-FFF2-40B4-BE49-F238E27FC236}">
                  <a16:creationId xmlns:a16="http://schemas.microsoft.com/office/drawing/2014/main" id="{2359869E-88D8-C747-F955-FB66EFBB163E}"/>
                </a:ext>
              </a:extLst>
            </p:cNvPr>
            <p:cNvSpPr/>
            <p:nvPr/>
          </p:nvSpPr>
          <p:spPr>
            <a:xfrm>
              <a:off x="7021076" y="1593584"/>
              <a:ext cx="1602885" cy="595141"/>
            </a:xfrm>
            <a:prstGeom prst="round2SameRect">
              <a:avLst>
                <a:gd name="adj1" fmla="val 49508"/>
                <a:gd name="adj2" fmla="val 0"/>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83" name="テキスト ボックス 82">
              <a:extLst>
                <a:ext uri="{FF2B5EF4-FFF2-40B4-BE49-F238E27FC236}">
                  <a16:creationId xmlns:a16="http://schemas.microsoft.com/office/drawing/2014/main" id="{6A0B45B0-73E4-E8F9-BDCE-C47B3B3B2957}"/>
                </a:ext>
              </a:extLst>
            </p:cNvPr>
            <p:cNvSpPr txBox="1"/>
            <p:nvPr/>
          </p:nvSpPr>
          <p:spPr>
            <a:xfrm>
              <a:off x="6872107" y="1691220"/>
              <a:ext cx="1900822" cy="400110"/>
            </a:xfrm>
            <a:prstGeom prst="rect">
              <a:avLst/>
            </a:prstGeom>
            <a:noFill/>
          </p:spPr>
          <p:txBody>
            <a:bodyPr wrap="square">
              <a:spAutoFit/>
            </a:bodyPr>
            <a:lstStyle/>
            <a:p>
              <a:pPr algn="ctr"/>
              <a:r>
                <a:rPr kumimoji="1" lang="ja-JP" altLang="en-US" sz="2000">
                  <a:solidFill>
                    <a:schemeClr val="accent6">
                      <a:lumMod val="75000"/>
                    </a:schemeClr>
                  </a:solidFill>
                  <a:latin typeface="原稿用標準書体" panose="03000503000000000000" pitchFamily="66" charset="-128"/>
                  <a:ea typeface="原稿用標準書体" panose="03000503000000000000" pitchFamily="66" charset="-128"/>
                </a:rPr>
                <a:t>適正キャラ</a:t>
              </a:r>
            </a:p>
          </p:txBody>
        </p:sp>
        <p:sp>
          <p:nvSpPr>
            <p:cNvPr id="86" name="四角形: 上の 2 つの角を丸める 85">
              <a:extLst>
                <a:ext uri="{FF2B5EF4-FFF2-40B4-BE49-F238E27FC236}">
                  <a16:creationId xmlns:a16="http://schemas.microsoft.com/office/drawing/2014/main" id="{D2295A9F-FE02-E1E3-E57B-D1060E27D549}"/>
                </a:ext>
              </a:extLst>
            </p:cNvPr>
            <p:cNvSpPr/>
            <p:nvPr/>
          </p:nvSpPr>
          <p:spPr>
            <a:xfrm>
              <a:off x="7024624" y="4775453"/>
              <a:ext cx="1602885" cy="595141"/>
            </a:xfrm>
            <a:prstGeom prst="round2SameRect">
              <a:avLst>
                <a:gd name="adj1" fmla="val 49508"/>
                <a:gd name="adj2" fmla="val 0"/>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88" name="テキスト ボックス 87">
              <a:extLst>
                <a:ext uri="{FF2B5EF4-FFF2-40B4-BE49-F238E27FC236}">
                  <a16:creationId xmlns:a16="http://schemas.microsoft.com/office/drawing/2014/main" id="{71D6F2F5-C167-BBDF-A5E9-EA39FDEAD823}"/>
                </a:ext>
              </a:extLst>
            </p:cNvPr>
            <p:cNvSpPr txBox="1"/>
            <p:nvPr/>
          </p:nvSpPr>
          <p:spPr>
            <a:xfrm>
              <a:off x="6875655" y="4873089"/>
              <a:ext cx="1900822" cy="400110"/>
            </a:xfrm>
            <a:prstGeom prst="rect">
              <a:avLst/>
            </a:prstGeom>
            <a:noFill/>
          </p:spPr>
          <p:txBody>
            <a:bodyPr wrap="square">
              <a:spAutoFit/>
            </a:bodyPr>
            <a:lstStyle/>
            <a:p>
              <a:pPr algn="ctr"/>
              <a:r>
                <a:rPr kumimoji="1" lang="ja-JP" altLang="en-US" sz="2000">
                  <a:solidFill>
                    <a:schemeClr val="accent6">
                      <a:lumMod val="75000"/>
                    </a:schemeClr>
                  </a:solidFill>
                  <a:latin typeface="原稿用標準書体" panose="03000503000000000000" pitchFamily="66" charset="-128"/>
                  <a:ea typeface="原稿用標準書体" panose="03000503000000000000" pitchFamily="66" charset="-128"/>
                </a:rPr>
                <a:t>適正キャラ</a:t>
              </a:r>
            </a:p>
          </p:txBody>
        </p:sp>
        <p:grpSp>
          <p:nvGrpSpPr>
            <p:cNvPr id="120" name="グループ化 119">
              <a:extLst>
                <a:ext uri="{FF2B5EF4-FFF2-40B4-BE49-F238E27FC236}">
                  <a16:creationId xmlns:a16="http://schemas.microsoft.com/office/drawing/2014/main" id="{D0C4F652-5B31-6947-CD06-69BF61F33E64}"/>
                </a:ext>
              </a:extLst>
            </p:cNvPr>
            <p:cNvGrpSpPr/>
            <p:nvPr/>
          </p:nvGrpSpPr>
          <p:grpSpPr>
            <a:xfrm>
              <a:off x="7331159" y="2318633"/>
              <a:ext cx="976395" cy="380486"/>
              <a:chOff x="7253205" y="2318632"/>
              <a:chExt cx="1123697" cy="437887"/>
            </a:xfrm>
          </p:grpSpPr>
          <p:grpSp>
            <p:nvGrpSpPr>
              <p:cNvPr id="89" name="グループ化 88">
                <a:extLst>
                  <a:ext uri="{FF2B5EF4-FFF2-40B4-BE49-F238E27FC236}">
                    <a16:creationId xmlns:a16="http://schemas.microsoft.com/office/drawing/2014/main" id="{C2BDA1D6-CBFB-B90A-20B2-38ADDFDBCBA5}"/>
                  </a:ext>
                </a:extLst>
              </p:cNvPr>
              <p:cNvGrpSpPr/>
              <p:nvPr/>
            </p:nvGrpSpPr>
            <p:grpSpPr>
              <a:xfrm>
                <a:off x="7253205" y="2318632"/>
                <a:ext cx="432931" cy="437887"/>
                <a:chOff x="7836685" y="2042989"/>
                <a:chExt cx="534204" cy="540320"/>
              </a:xfrm>
            </p:grpSpPr>
            <p:sp>
              <p:nvSpPr>
                <p:cNvPr id="92" name="四角形: 角を丸くする 91">
                  <a:extLst>
                    <a:ext uri="{FF2B5EF4-FFF2-40B4-BE49-F238E27FC236}">
                      <a16:creationId xmlns:a16="http://schemas.microsoft.com/office/drawing/2014/main" id="{AA1DAAF8-0F7F-D223-4673-6A509208B751}"/>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05" name="グラフィックス 104" descr="ユーザー 単色塗りつぶし">
                  <a:extLst>
                    <a:ext uri="{FF2B5EF4-FFF2-40B4-BE49-F238E27FC236}">
                      <a16:creationId xmlns:a16="http://schemas.microsoft.com/office/drawing/2014/main" id="{A97E1D81-C93B-8F49-091A-0A1A5F8B60D0}"/>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836685" y="2049618"/>
                  <a:ext cx="533691" cy="533691"/>
                </a:xfrm>
                <a:prstGeom prst="rect">
                  <a:avLst/>
                </a:prstGeom>
              </p:spPr>
            </p:pic>
          </p:grpSp>
          <p:grpSp>
            <p:nvGrpSpPr>
              <p:cNvPr id="106" name="グループ化 105">
                <a:extLst>
                  <a:ext uri="{FF2B5EF4-FFF2-40B4-BE49-F238E27FC236}">
                    <a16:creationId xmlns:a16="http://schemas.microsoft.com/office/drawing/2014/main" id="{EA61B6E6-64FC-CDD1-A39A-6A1AEEBF9D87}"/>
                  </a:ext>
                </a:extLst>
              </p:cNvPr>
              <p:cNvGrpSpPr/>
              <p:nvPr/>
            </p:nvGrpSpPr>
            <p:grpSpPr>
              <a:xfrm>
                <a:off x="7943971" y="2318632"/>
                <a:ext cx="432931" cy="437887"/>
                <a:chOff x="7836685" y="2042989"/>
                <a:chExt cx="534204" cy="540320"/>
              </a:xfrm>
            </p:grpSpPr>
            <p:sp>
              <p:nvSpPr>
                <p:cNvPr id="108" name="四角形: 角を丸くする 107">
                  <a:extLst>
                    <a:ext uri="{FF2B5EF4-FFF2-40B4-BE49-F238E27FC236}">
                      <a16:creationId xmlns:a16="http://schemas.microsoft.com/office/drawing/2014/main" id="{E81A2425-9695-8E8F-0781-ABE88DB1B3FA}"/>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09" name="グラフィックス 108" descr="ユーザー 単色塗りつぶし">
                  <a:extLst>
                    <a:ext uri="{FF2B5EF4-FFF2-40B4-BE49-F238E27FC236}">
                      <a16:creationId xmlns:a16="http://schemas.microsoft.com/office/drawing/2014/main" id="{8FB0C7BA-CEE1-71A3-B5F3-4A2EFC72982F}"/>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836685" y="2049618"/>
                  <a:ext cx="533691" cy="533691"/>
                </a:xfrm>
                <a:prstGeom prst="rect">
                  <a:avLst/>
                </a:prstGeom>
              </p:spPr>
            </p:pic>
          </p:grpSp>
        </p:grpSp>
        <p:grpSp>
          <p:nvGrpSpPr>
            <p:cNvPr id="129" name="グループ化 128">
              <a:extLst>
                <a:ext uri="{FF2B5EF4-FFF2-40B4-BE49-F238E27FC236}">
                  <a16:creationId xmlns:a16="http://schemas.microsoft.com/office/drawing/2014/main" id="{12C7FDE3-EBB6-9A49-863D-A0B2701CDCFE}"/>
                </a:ext>
              </a:extLst>
            </p:cNvPr>
            <p:cNvGrpSpPr/>
            <p:nvPr/>
          </p:nvGrpSpPr>
          <p:grpSpPr>
            <a:xfrm>
              <a:off x="7330798" y="5504597"/>
              <a:ext cx="976395" cy="876727"/>
              <a:chOff x="7331159" y="2318633"/>
              <a:chExt cx="976395" cy="876727"/>
            </a:xfrm>
          </p:grpSpPr>
          <p:grpSp>
            <p:nvGrpSpPr>
              <p:cNvPr id="130" name="グループ化 129">
                <a:extLst>
                  <a:ext uri="{FF2B5EF4-FFF2-40B4-BE49-F238E27FC236}">
                    <a16:creationId xmlns:a16="http://schemas.microsoft.com/office/drawing/2014/main" id="{1F260EA0-B7B3-F1E7-3808-AC5CCCB4D735}"/>
                  </a:ext>
                </a:extLst>
              </p:cNvPr>
              <p:cNvGrpSpPr/>
              <p:nvPr/>
            </p:nvGrpSpPr>
            <p:grpSpPr>
              <a:xfrm>
                <a:off x="7331159" y="2318633"/>
                <a:ext cx="976395" cy="380486"/>
                <a:chOff x="7253205" y="2318632"/>
                <a:chExt cx="1123697" cy="437887"/>
              </a:xfrm>
            </p:grpSpPr>
            <p:grpSp>
              <p:nvGrpSpPr>
                <p:cNvPr id="134" name="グループ化 133">
                  <a:extLst>
                    <a:ext uri="{FF2B5EF4-FFF2-40B4-BE49-F238E27FC236}">
                      <a16:creationId xmlns:a16="http://schemas.microsoft.com/office/drawing/2014/main" id="{B790B90B-59A8-5D46-BC29-A5B8359E23C7}"/>
                    </a:ext>
                  </a:extLst>
                </p:cNvPr>
                <p:cNvGrpSpPr/>
                <p:nvPr/>
              </p:nvGrpSpPr>
              <p:grpSpPr>
                <a:xfrm>
                  <a:off x="7253205" y="2318632"/>
                  <a:ext cx="432931" cy="437887"/>
                  <a:chOff x="7836685" y="2042989"/>
                  <a:chExt cx="534204" cy="540320"/>
                </a:xfrm>
              </p:grpSpPr>
              <p:sp>
                <p:nvSpPr>
                  <p:cNvPr id="138" name="四角形: 角を丸くする 137">
                    <a:extLst>
                      <a:ext uri="{FF2B5EF4-FFF2-40B4-BE49-F238E27FC236}">
                        <a16:creationId xmlns:a16="http://schemas.microsoft.com/office/drawing/2014/main" id="{C899A252-66FF-C915-A2E4-2E8BD14C47AF}"/>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39" name="グラフィックス 138" descr="ユーザー 単色塗りつぶし">
                    <a:extLst>
                      <a:ext uri="{FF2B5EF4-FFF2-40B4-BE49-F238E27FC236}">
                        <a16:creationId xmlns:a16="http://schemas.microsoft.com/office/drawing/2014/main" id="{CD1B3270-5320-617E-A082-E4A5B5E81B55}"/>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836685" y="2049618"/>
                    <a:ext cx="533691" cy="533691"/>
                  </a:xfrm>
                  <a:prstGeom prst="rect">
                    <a:avLst/>
                  </a:prstGeom>
                </p:spPr>
              </p:pic>
            </p:grpSp>
            <p:grpSp>
              <p:nvGrpSpPr>
                <p:cNvPr id="135" name="グループ化 134">
                  <a:extLst>
                    <a:ext uri="{FF2B5EF4-FFF2-40B4-BE49-F238E27FC236}">
                      <a16:creationId xmlns:a16="http://schemas.microsoft.com/office/drawing/2014/main" id="{49D5AA0E-D010-01A3-C3C2-439B6B550F1E}"/>
                    </a:ext>
                  </a:extLst>
                </p:cNvPr>
                <p:cNvGrpSpPr/>
                <p:nvPr/>
              </p:nvGrpSpPr>
              <p:grpSpPr>
                <a:xfrm>
                  <a:off x="7943971" y="2318632"/>
                  <a:ext cx="432931" cy="437887"/>
                  <a:chOff x="7836685" y="2042989"/>
                  <a:chExt cx="534204" cy="540320"/>
                </a:xfrm>
              </p:grpSpPr>
              <p:sp>
                <p:nvSpPr>
                  <p:cNvPr id="136" name="四角形: 角を丸くする 135">
                    <a:extLst>
                      <a:ext uri="{FF2B5EF4-FFF2-40B4-BE49-F238E27FC236}">
                        <a16:creationId xmlns:a16="http://schemas.microsoft.com/office/drawing/2014/main" id="{475012FF-E10A-87FD-63D0-5433549F2A5B}"/>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37" name="グラフィックス 136" descr="ユーザー 単色塗りつぶし">
                    <a:extLst>
                      <a:ext uri="{FF2B5EF4-FFF2-40B4-BE49-F238E27FC236}">
                        <a16:creationId xmlns:a16="http://schemas.microsoft.com/office/drawing/2014/main" id="{CB312B5C-DCD4-DC77-3D73-DA027DE70B5F}"/>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836685" y="2049618"/>
                    <a:ext cx="533691" cy="533691"/>
                  </a:xfrm>
                  <a:prstGeom prst="rect">
                    <a:avLst/>
                  </a:prstGeom>
                </p:spPr>
              </p:pic>
            </p:grpSp>
          </p:grpSp>
          <p:grpSp>
            <p:nvGrpSpPr>
              <p:cNvPr id="131" name="グループ化 130">
                <a:extLst>
                  <a:ext uri="{FF2B5EF4-FFF2-40B4-BE49-F238E27FC236}">
                    <a16:creationId xmlns:a16="http://schemas.microsoft.com/office/drawing/2014/main" id="{AB2CCF26-B850-A1E1-1FCB-B8F74928379D}"/>
                  </a:ext>
                </a:extLst>
              </p:cNvPr>
              <p:cNvGrpSpPr/>
              <p:nvPr/>
            </p:nvGrpSpPr>
            <p:grpSpPr>
              <a:xfrm>
                <a:off x="7331159" y="2814874"/>
                <a:ext cx="376179" cy="380486"/>
                <a:chOff x="7836685" y="2042989"/>
                <a:chExt cx="534204" cy="540320"/>
              </a:xfrm>
            </p:grpSpPr>
            <p:sp>
              <p:nvSpPr>
                <p:cNvPr id="132" name="四角形: 角を丸くする 131">
                  <a:extLst>
                    <a:ext uri="{FF2B5EF4-FFF2-40B4-BE49-F238E27FC236}">
                      <a16:creationId xmlns:a16="http://schemas.microsoft.com/office/drawing/2014/main" id="{57695E5A-2096-1E32-2E75-375F128FFE94}"/>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33" name="グラフィックス 132" descr="ユーザー 単色塗りつぶし">
                  <a:extLst>
                    <a:ext uri="{FF2B5EF4-FFF2-40B4-BE49-F238E27FC236}">
                      <a16:creationId xmlns:a16="http://schemas.microsoft.com/office/drawing/2014/main" id="{158C429E-01F2-32FB-785C-F3AE22853EC7}"/>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836685" y="2049618"/>
                  <a:ext cx="533691" cy="533691"/>
                </a:xfrm>
                <a:prstGeom prst="rect">
                  <a:avLst/>
                </a:prstGeom>
              </p:spPr>
            </p:pic>
          </p:grpSp>
        </p:grpSp>
      </p:grpSp>
      <p:grpSp>
        <p:nvGrpSpPr>
          <p:cNvPr id="169" name="グループ化 168">
            <a:extLst>
              <a:ext uri="{FF2B5EF4-FFF2-40B4-BE49-F238E27FC236}">
                <a16:creationId xmlns:a16="http://schemas.microsoft.com/office/drawing/2014/main" id="{8AFFD614-9D40-F62C-50A1-DEB87CB3923A}"/>
              </a:ext>
            </a:extLst>
          </p:cNvPr>
          <p:cNvGrpSpPr/>
          <p:nvPr/>
        </p:nvGrpSpPr>
        <p:grpSpPr>
          <a:xfrm>
            <a:off x="3681191" y="1595805"/>
            <a:ext cx="2952732" cy="4902589"/>
            <a:chOff x="3839812" y="1595805"/>
            <a:chExt cx="2952732" cy="4902589"/>
          </a:xfrm>
        </p:grpSpPr>
        <p:grpSp>
          <p:nvGrpSpPr>
            <p:cNvPr id="2" name="グループ化 1">
              <a:extLst>
                <a:ext uri="{FF2B5EF4-FFF2-40B4-BE49-F238E27FC236}">
                  <a16:creationId xmlns:a16="http://schemas.microsoft.com/office/drawing/2014/main" id="{2524127C-4326-FB7E-EE51-2B992ED56526}"/>
                </a:ext>
              </a:extLst>
            </p:cNvPr>
            <p:cNvGrpSpPr/>
            <p:nvPr/>
          </p:nvGrpSpPr>
          <p:grpSpPr>
            <a:xfrm>
              <a:off x="3839812" y="1595805"/>
              <a:ext cx="2944827" cy="1741602"/>
              <a:chOff x="2665682" y="1604645"/>
              <a:chExt cx="1827568" cy="1080843"/>
            </a:xfrm>
          </p:grpSpPr>
          <p:sp>
            <p:nvSpPr>
              <p:cNvPr id="19" name="四角形: 角を丸くする 18">
                <a:extLst>
                  <a:ext uri="{FF2B5EF4-FFF2-40B4-BE49-F238E27FC236}">
                    <a16:creationId xmlns:a16="http://schemas.microsoft.com/office/drawing/2014/main" id="{A40137A1-4F14-7E76-BAA0-24CA83AC60E7}"/>
                  </a:ext>
                </a:extLst>
              </p:cNvPr>
              <p:cNvSpPr/>
              <p:nvPr/>
            </p:nvSpPr>
            <p:spPr>
              <a:xfrm>
                <a:off x="2665682" y="1604645"/>
                <a:ext cx="1822662" cy="1080843"/>
              </a:xfrm>
              <a:prstGeom prst="roundRect">
                <a:avLst/>
              </a:prstGeom>
              <a:blipFill>
                <a:blip r:embed="rId7">
                  <a:extLst>
                    <a:ext uri="{BEBA8EAE-BF5A-486C-A8C5-ECC9F3942E4B}">
                      <a14:imgProps xmlns:a14="http://schemas.microsoft.com/office/drawing/2010/main">
                        <a14:imgLayer r:embed="rId8">
                          <a14:imgEffect>
                            <a14:brightnessContrast bright="40000" contrast="-40000"/>
                          </a14:imgEffect>
                        </a14:imgLayer>
                      </a14:imgProps>
                    </a:ext>
                  </a:extLst>
                </a:blip>
                <a:stretch>
                  <a:fillRect/>
                </a:stretch>
              </a:blipFill>
              <a:ln w="38100">
                <a:noFill/>
                <a:prstDash val="solid"/>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3" name="四角形: 上の 2 つの角を丸める 92">
                <a:extLst>
                  <a:ext uri="{FF2B5EF4-FFF2-40B4-BE49-F238E27FC236}">
                    <a16:creationId xmlns:a16="http://schemas.microsoft.com/office/drawing/2014/main" id="{A6A3EFBA-C8DE-1CD1-C608-BD29EBB7FB4F}"/>
                  </a:ext>
                </a:extLst>
              </p:cNvPr>
              <p:cNvSpPr/>
              <p:nvPr/>
            </p:nvSpPr>
            <p:spPr>
              <a:xfrm>
                <a:off x="2670588" y="1616094"/>
                <a:ext cx="1822662" cy="369346"/>
              </a:xfrm>
              <a:prstGeom prst="round2SameRect">
                <a:avLst>
                  <a:gd name="adj1" fmla="val 49508"/>
                  <a:gd name="adj2" fmla="val 0"/>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94" name="テキスト ボックス 93">
                <a:extLst>
                  <a:ext uri="{FF2B5EF4-FFF2-40B4-BE49-F238E27FC236}">
                    <a16:creationId xmlns:a16="http://schemas.microsoft.com/office/drawing/2014/main" id="{240BE858-9B71-F621-2B91-141BF3675ADF}"/>
                  </a:ext>
                </a:extLst>
              </p:cNvPr>
              <p:cNvSpPr txBox="1"/>
              <p:nvPr/>
            </p:nvSpPr>
            <p:spPr>
              <a:xfrm>
                <a:off x="2742021" y="1670333"/>
                <a:ext cx="410266" cy="258443"/>
              </a:xfrm>
              <a:prstGeom prst="rect">
                <a:avLst/>
              </a:prstGeom>
              <a:noFill/>
            </p:spPr>
            <p:txBody>
              <a:bodyPr wrap="square">
                <a:spAutoFit/>
              </a:bodyPr>
              <a:lstStyle/>
              <a:p>
                <a:pPr algn="ctr"/>
                <a:r>
                  <a:rPr lang="en-US" altLang="ja-JP" sz="2000">
                    <a:solidFill>
                      <a:schemeClr val="accent6">
                        <a:lumMod val="75000"/>
                      </a:schemeClr>
                    </a:solidFill>
                    <a:latin typeface="原稿用標準書体" panose="03000503000000000000" pitchFamily="66" charset="-128"/>
                    <a:ea typeface="原稿用標準書体" panose="03000503000000000000" pitchFamily="66" charset="-128"/>
                  </a:rPr>
                  <a:t>Lv</a:t>
                </a:r>
                <a:r>
                  <a:rPr lang="en-US" altLang="ja-JP" sz="2400">
                    <a:solidFill>
                      <a:schemeClr val="accent6">
                        <a:lumMod val="75000"/>
                      </a:schemeClr>
                    </a:solidFill>
                    <a:latin typeface="原稿用標準書体" panose="03000503000000000000" pitchFamily="66" charset="-128"/>
                    <a:ea typeface="原稿用標準書体" panose="03000503000000000000" pitchFamily="66" charset="-128"/>
                  </a:rPr>
                  <a:t>0</a:t>
                </a:r>
                <a:endParaRPr kumimoji="1" lang="ja-JP" altLang="en-US" sz="20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95" name="テキスト ボックス 94">
                <a:extLst>
                  <a:ext uri="{FF2B5EF4-FFF2-40B4-BE49-F238E27FC236}">
                    <a16:creationId xmlns:a16="http://schemas.microsoft.com/office/drawing/2014/main" id="{FEED71AE-9660-AB74-6B97-233559A14D85}"/>
                  </a:ext>
                </a:extLst>
              </p:cNvPr>
              <p:cNvSpPr txBox="1"/>
              <p:nvPr/>
            </p:nvSpPr>
            <p:spPr>
              <a:xfrm>
                <a:off x="3661713" y="1685722"/>
                <a:ext cx="733012" cy="223984"/>
              </a:xfrm>
              <a:prstGeom prst="rect">
                <a:avLst/>
              </a:prstGeom>
              <a:noFill/>
            </p:spPr>
            <p:txBody>
              <a:bodyPr wrap="square">
                <a:spAutoFit/>
              </a:bodyPr>
              <a:lstStyle/>
              <a:p>
                <a:r>
                  <a:rPr lang="ja-JP" altLang="en-US" sz="2000">
                    <a:solidFill>
                      <a:schemeClr val="accent6">
                        <a:lumMod val="75000"/>
                      </a:schemeClr>
                    </a:solidFill>
                    <a:latin typeface="原稿用標準書体" panose="03000503000000000000" pitchFamily="66" charset="-128"/>
                    <a:ea typeface="原稿用標準書体" panose="03000503000000000000" pitchFamily="66" charset="-128"/>
                  </a:rPr>
                  <a:t>部屋名</a:t>
                </a:r>
                <a:endParaRPr kumimoji="1" lang="ja-JP" altLang="en-US" sz="20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grpSp>
          <p:nvGrpSpPr>
            <p:cNvPr id="28" name="グループ化 27">
              <a:extLst>
                <a:ext uri="{FF2B5EF4-FFF2-40B4-BE49-F238E27FC236}">
                  <a16:creationId xmlns:a16="http://schemas.microsoft.com/office/drawing/2014/main" id="{C6E2D154-F0DB-1BC3-80A5-66C4AEE5FB7C}"/>
                </a:ext>
              </a:extLst>
            </p:cNvPr>
            <p:cNvGrpSpPr/>
            <p:nvPr/>
          </p:nvGrpSpPr>
          <p:grpSpPr>
            <a:xfrm>
              <a:off x="3847717" y="4756792"/>
              <a:ext cx="2944827" cy="1741602"/>
              <a:chOff x="2665682" y="1604645"/>
              <a:chExt cx="1827568" cy="1080843"/>
            </a:xfrm>
          </p:grpSpPr>
          <p:sp>
            <p:nvSpPr>
              <p:cNvPr id="29" name="四角形: 角を丸くする 28">
                <a:extLst>
                  <a:ext uri="{FF2B5EF4-FFF2-40B4-BE49-F238E27FC236}">
                    <a16:creationId xmlns:a16="http://schemas.microsoft.com/office/drawing/2014/main" id="{46B9CC43-FC45-C11D-2054-F47978A8DF86}"/>
                  </a:ext>
                </a:extLst>
              </p:cNvPr>
              <p:cNvSpPr/>
              <p:nvPr/>
            </p:nvSpPr>
            <p:spPr>
              <a:xfrm>
                <a:off x="2665682" y="1604645"/>
                <a:ext cx="1822662" cy="1080843"/>
              </a:xfrm>
              <a:prstGeom prst="roundRect">
                <a:avLst/>
              </a:prstGeom>
              <a:blipFill>
                <a:blip r:embed="rId7">
                  <a:extLst>
                    <a:ext uri="{BEBA8EAE-BF5A-486C-A8C5-ECC9F3942E4B}">
                      <a14:imgProps xmlns:a14="http://schemas.microsoft.com/office/drawing/2010/main">
                        <a14:imgLayer r:embed="rId8">
                          <a14:imgEffect>
                            <a14:brightnessContrast bright="40000" contrast="-40000"/>
                          </a14:imgEffect>
                        </a14:imgLayer>
                      </a14:imgProps>
                    </a:ext>
                  </a:extLst>
                </a:blip>
                <a:stretch>
                  <a:fillRect/>
                </a:stretch>
              </a:blipFill>
              <a:ln w="38100">
                <a:noFill/>
                <a:prstDash val="solid"/>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0" name="四角形: 上の 2 つの角を丸める 29">
                <a:extLst>
                  <a:ext uri="{FF2B5EF4-FFF2-40B4-BE49-F238E27FC236}">
                    <a16:creationId xmlns:a16="http://schemas.microsoft.com/office/drawing/2014/main" id="{40648E2C-277C-94CB-C13F-8A6361ACB53F}"/>
                  </a:ext>
                </a:extLst>
              </p:cNvPr>
              <p:cNvSpPr/>
              <p:nvPr/>
            </p:nvSpPr>
            <p:spPr>
              <a:xfrm>
                <a:off x="2670588" y="1616094"/>
                <a:ext cx="1822662" cy="369346"/>
              </a:xfrm>
              <a:prstGeom prst="round2SameRect">
                <a:avLst>
                  <a:gd name="adj1" fmla="val 49508"/>
                  <a:gd name="adj2" fmla="val 0"/>
                </a:avLst>
              </a:prstGeom>
              <a:solidFill>
                <a:schemeClr val="accent2">
                  <a:lumMod val="40000"/>
                  <a:lumOff val="6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31" name="テキスト ボックス 30">
                <a:extLst>
                  <a:ext uri="{FF2B5EF4-FFF2-40B4-BE49-F238E27FC236}">
                    <a16:creationId xmlns:a16="http://schemas.microsoft.com/office/drawing/2014/main" id="{7EA38466-2934-90C3-2418-4E983CAE5673}"/>
                  </a:ext>
                </a:extLst>
              </p:cNvPr>
              <p:cNvSpPr txBox="1"/>
              <p:nvPr/>
            </p:nvSpPr>
            <p:spPr>
              <a:xfrm>
                <a:off x="2742021" y="1670333"/>
                <a:ext cx="410266" cy="286511"/>
              </a:xfrm>
              <a:prstGeom prst="rect">
                <a:avLst/>
              </a:prstGeom>
              <a:noFill/>
            </p:spPr>
            <p:txBody>
              <a:bodyPr wrap="square">
                <a:spAutoFit/>
              </a:bodyPr>
              <a:lstStyle/>
              <a:p>
                <a:pPr algn="ctr"/>
                <a:r>
                  <a:rPr lang="en-US" altLang="ja-JP" sz="2000">
                    <a:solidFill>
                      <a:schemeClr val="accent6">
                        <a:lumMod val="75000"/>
                      </a:schemeClr>
                    </a:solidFill>
                    <a:latin typeface="原稿用標準書体" panose="03000503000000000000" pitchFamily="66" charset="-128"/>
                    <a:ea typeface="原稿用標準書体" panose="03000503000000000000" pitchFamily="66" charset="-128"/>
                  </a:rPr>
                  <a:t>Lv</a:t>
                </a:r>
                <a:r>
                  <a:rPr lang="en-US" altLang="ja-JP" sz="2400">
                    <a:solidFill>
                      <a:schemeClr val="accent6">
                        <a:lumMod val="75000"/>
                      </a:schemeClr>
                    </a:solidFill>
                    <a:latin typeface="原稿用標準書体" panose="03000503000000000000" pitchFamily="66" charset="-128"/>
                    <a:ea typeface="原稿用標準書体" panose="03000503000000000000" pitchFamily="66" charset="-128"/>
                  </a:rPr>
                  <a:t>1</a:t>
                </a:r>
                <a:endParaRPr kumimoji="1" lang="ja-JP" altLang="en-US" sz="20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32" name="テキスト ボックス 31">
                <a:extLst>
                  <a:ext uri="{FF2B5EF4-FFF2-40B4-BE49-F238E27FC236}">
                    <a16:creationId xmlns:a16="http://schemas.microsoft.com/office/drawing/2014/main" id="{14DE256B-33FF-8DD7-193F-17B8B31830C5}"/>
                  </a:ext>
                </a:extLst>
              </p:cNvPr>
              <p:cNvSpPr txBox="1"/>
              <p:nvPr/>
            </p:nvSpPr>
            <p:spPr>
              <a:xfrm>
                <a:off x="3661713" y="1685722"/>
                <a:ext cx="733012" cy="223984"/>
              </a:xfrm>
              <a:prstGeom prst="rect">
                <a:avLst/>
              </a:prstGeom>
              <a:noFill/>
            </p:spPr>
            <p:txBody>
              <a:bodyPr wrap="square">
                <a:spAutoFit/>
              </a:bodyPr>
              <a:lstStyle/>
              <a:p>
                <a:r>
                  <a:rPr lang="ja-JP" altLang="en-US" sz="2000">
                    <a:solidFill>
                      <a:schemeClr val="accent6">
                        <a:lumMod val="75000"/>
                      </a:schemeClr>
                    </a:solidFill>
                    <a:latin typeface="原稿用標準書体" panose="03000503000000000000" pitchFamily="66" charset="-128"/>
                    <a:ea typeface="原稿用標準書体" panose="03000503000000000000" pitchFamily="66" charset="-128"/>
                  </a:rPr>
                  <a:t>部屋名</a:t>
                </a:r>
                <a:endParaRPr kumimoji="1" lang="ja-JP" altLang="en-US" sz="20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sp>
          <p:nvSpPr>
            <p:cNvPr id="35" name="矢印: 下 34">
              <a:extLst>
                <a:ext uri="{FF2B5EF4-FFF2-40B4-BE49-F238E27FC236}">
                  <a16:creationId xmlns:a16="http://schemas.microsoft.com/office/drawing/2014/main" id="{2577AA24-3DEA-9FC9-C924-B5AF67B5DFB3}"/>
                </a:ext>
              </a:extLst>
            </p:cNvPr>
            <p:cNvSpPr/>
            <p:nvPr/>
          </p:nvSpPr>
          <p:spPr>
            <a:xfrm>
              <a:off x="5081767" y="3348032"/>
              <a:ext cx="484632" cy="1408759"/>
            </a:xfrm>
            <a:prstGeom prst="downArrow">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57" name="グループ化 156">
              <a:extLst>
                <a:ext uri="{FF2B5EF4-FFF2-40B4-BE49-F238E27FC236}">
                  <a16:creationId xmlns:a16="http://schemas.microsoft.com/office/drawing/2014/main" id="{858FD81A-8C1B-5494-76C7-2C7632A77345}"/>
                </a:ext>
              </a:extLst>
            </p:cNvPr>
            <p:cNvGrpSpPr/>
            <p:nvPr/>
          </p:nvGrpSpPr>
          <p:grpSpPr>
            <a:xfrm>
              <a:off x="4286951" y="2407984"/>
              <a:ext cx="2057865" cy="744359"/>
              <a:chOff x="4286951" y="2407984"/>
              <a:chExt cx="2057865" cy="744359"/>
            </a:xfrm>
          </p:grpSpPr>
          <p:grpSp>
            <p:nvGrpSpPr>
              <p:cNvPr id="140" name="グループ化 139">
                <a:extLst>
                  <a:ext uri="{FF2B5EF4-FFF2-40B4-BE49-F238E27FC236}">
                    <a16:creationId xmlns:a16="http://schemas.microsoft.com/office/drawing/2014/main" id="{60902E16-0484-CC5D-8E76-1E60A261DFC5}"/>
                  </a:ext>
                </a:extLst>
              </p:cNvPr>
              <p:cNvGrpSpPr/>
              <p:nvPr/>
            </p:nvGrpSpPr>
            <p:grpSpPr>
              <a:xfrm flipV="1">
                <a:off x="4286951" y="2407984"/>
                <a:ext cx="2057865" cy="744359"/>
                <a:chOff x="1063284" y="2005017"/>
                <a:chExt cx="2372751" cy="1697124"/>
              </a:xfrm>
            </p:grpSpPr>
            <p:sp>
              <p:nvSpPr>
                <p:cNvPr id="141" name="四角形: 上の 2 つの角を丸める 140">
                  <a:extLst>
                    <a:ext uri="{FF2B5EF4-FFF2-40B4-BE49-F238E27FC236}">
                      <a16:creationId xmlns:a16="http://schemas.microsoft.com/office/drawing/2014/main" id="{58A68B86-5AAE-6297-C3E6-0BC18B20265F}"/>
                    </a:ext>
                  </a:extLst>
                </p:cNvPr>
                <p:cNvSpPr/>
                <p:nvPr/>
              </p:nvSpPr>
              <p:spPr>
                <a:xfrm>
                  <a:off x="1063284" y="2005017"/>
                  <a:ext cx="2372751" cy="844263"/>
                </a:xfrm>
                <a:prstGeom prst="round2SameRect">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p>
              </p:txBody>
            </p:sp>
            <p:sp>
              <p:nvSpPr>
                <p:cNvPr id="142" name="四角形: 上の 2 つの角を丸める 141">
                  <a:extLst>
                    <a:ext uri="{FF2B5EF4-FFF2-40B4-BE49-F238E27FC236}">
                      <a16:creationId xmlns:a16="http://schemas.microsoft.com/office/drawing/2014/main" id="{76F792C0-D6D5-6FF9-1F33-A4D2ACDA77FB}"/>
                    </a:ext>
                  </a:extLst>
                </p:cNvPr>
                <p:cNvSpPr/>
                <p:nvPr/>
              </p:nvSpPr>
              <p:spPr>
                <a:xfrm flipV="1">
                  <a:off x="1063284" y="2857878"/>
                  <a:ext cx="2372751" cy="844263"/>
                </a:xfrm>
                <a:prstGeom prst="round2SameRect">
                  <a:avLst>
                    <a:gd name="adj1" fmla="val 12104"/>
                    <a:gd name="adj2" fmla="val 0"/>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p>
              </p:txBody>
            </p:sp>
          </p:grpSp>
          <p:sp>
            <p:nvSpPr>
              <p:cNvPr id="145" name="テキスト ボックス 144">
                <a:extLst>
                  <a:ext uri="{FF2B5EF4-FFF2-40B4-BE49-F238E27FC236}">
                    <a16:creationId xmlns:a16="http://schemas.microsoft.com/office/drawing/2014/main" id="{18E71298-6584-FDD3-EAB7-791C6BB09538}"/>
                  </a:ext>
                </a:extLst>
              </p:cNvPr>
              <p:cNvSpPr txBox="1"/>
              <p:nvPr/>
            </p:nvSpPr>
            <p:spPr>
              <a:xfrm>
                <a:off x="5119090" y="2796111"/>
                <a:ext cx="1140543" cy="338554"/>
              </a:xfrm>
              <a:prstGeom prst="rect">
                <a:avLst/>
              </a:prstGeom>
              <a:noFill/>
            </p:spPr>
            <p:txBody>
              <a:bodyPr wrap="square">
                <a:spAutoFit/>
              </a:bodyPr>
              <a:lstStyle/>
              <a:p>
                <a:r>
                  <a:rPr lang="en-US" altLang="ja-JP" sz="1600">
                    <a:solidFill>
                      <a:schemeClr val="accent6"/>
                    </a:solidFill>
                    <a:latin typeface="原稿用標準書体" panose="03000503000000000000" pitchFamily="66" charset="-128"/>
                    <a:ea typeface="原稿用標準書体" panose="03000503000000000000" pitchFamily="66" charset="-128"/>
                  </a:rPr>
                  <a:t>:00000000</a:t>
                </a:r>
                <a:endParaRPr kumimoji="1" lang="ja-JP" altLang="en-US" sz="1600">
                  <a:solidFill>
                    <a:schemeClr val="accent6"/>
                  </a:solidFill>
                  <a:latin typeface="原稿用標準書体" panose="03000503000000000000" pitchFamily="66" charset="-128"/>
                  <a:ea typeface="原稿用標準書体" panose="03000503000000000000" pitchFamily="66" charset="-128"/>
                </a:endParaRPr>
              </a:p>
            </p:txBody>
          </p:sp>
          <p:sp>
            <p:nvSpPr>
              <p:cNvPr id="146" name="テキスト ボックス 145">
                <a:extLst>
                  <a:ext uri="{FF2B5EF4-FFF2-40B4-BE49-F238E27FC236}">
                    <a16:creationId xmlns:a16="http://schemas.microsoft.com/office/drawing/2014/main" id="{C0BCFAEF-0D44-44AE-613D-FB80E911515B}"/>
                  </a:ext>
                </a:extLst>
              </p:cNvPr>
              <p:cNvSpPr txBox="1"/>
              <p:nvPr/>
            </p:nvSpPr>
            <p:spPr>
              <a:xfrm>
                <a:off x="5119092" y="2422821"/>
                <a:ext cx="1140541" cy="338554"/>
              </a:xfrm>
              <a:prstGeom prst="rect">
                <a:avLst/>
              </a:prstGeom>
              <a:noFill/>
            </p:spPr>
            <p:txBody>
              <a:bodyPr wrap="square">
                <a:spAutoFit/>
              </a:bodyPr>
              <a:lstStyle/>
              <a:p>
                <a:r>
                  <a:rPr lang="en-US" altLang="ja-JP" sz="1600">
                    <a:solidFill>
                      <a:schemeClr val="bg1">
                        <a:lumMod val="95000"/>
                      </a:schemeClr>
                    </a:solidFill>
                    <a:latin typeface="原稿用標準書体" panose="03000503000000000000" pitchFamily="66" charset="-128"/>
                    <a:ea typeface="原稿用標準書体" panose="03000503000000000000" pitchFamily="66" charset="-128"/>
                  </a:rPr>
                  <a:t>:00000000</a:t>
                </a:r>
                <a:endParaRPr lang="ja-JP" altLang="en-US" sz="1600">
                  <a:solidFill>
                    <a:schemeClr val="bg1">
                      <a:lumMod val="95000"/>
                    </a:schemeClr>
                  </a:solidFill>
                  <a:latin typeface="原稿用標準書体" panose="03000503000000000000" pitchFamily="66" charset="-128"/>
                  <a:ea typeface="原稿用標準書体" panose="03000503000000000000" pitchFamily="66" charset="-128"/>
                </a:endParaRPr>
              </a:p>
            </p:txBody>
          </p:sp>
          <p:pic>
            <p:nvPicPr>
              <p:cNvPr id="148" name="図 147">
                <a:extLst>
                  <a:ext uri="{FF2B5EF4-FFF2-40B4-BE49-F238E27FC236}">
                    <a16:creationId xmlns:a16="http://schemas.microsoft.com/office/drawing/2014/main" id="{8CCE2053-9EFA-1F3A-9C23-EE6946367C37}"/>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4419329" y="2838916"/>
                <a:ext cx="211173" cy="265195"/>
              </a:xfrm>
              <a:prstGeom prst="rect">
                <a:avLst/>
              </a:prstGeom>
            </p:spPr>
          </p:pic>
          <p:pic>
            <p:nvPicPr>
              <p:cNvPr id="152" name="図 151">
                <a:extLst>
                  <a:ext uri="{FF2B5EF4-FFF2-40B4-BE49-F238E27FC236}">
                    <a16:creationId xmlns:a16="http://schemas.microsoft.com/office/drawing/2014/main" id="{17218C2D-8A3A-B9D2-32DA-A7A11F73D930}"/>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4387840" y="2473712"/>
                <a:ext cx="255488" cy="253394"/>
              </a:xfrm>
              <a:prstGeom prst="rect">
                <a:avLst/>
              </a:prstGeom>
            </p:spPr>
          </p:pic>
          <p:sp>
            <p:nvSpPr>
              <p:cNvPr id="154" name="テキスト ボックス 153">
                <a:extLst>
                  <a:ext uri="{FF2B5EF4-FFF2-40B4-BE49-F238E27FC236}">
                    <a16:creationId xmlns:a16="http://schemas.microsoft.com/office/drawing/2014/main" id="{7CA0B5CB-C364-E975-3681-C5124E9F2796}"/>
                  </a:ext>
                </a:extLst>
              </p:cNvPr>
              <p:cNvSpPr txBox="1"/>
              <p:nvPr/>
            </p:nvSpPr>
            <p:spPr>
              <a:xfrm>
                <a:off x="4551841" y="2821594"/>
                <a:ext cx="759657"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獲得数</a:t>
                </a:r>
              </a:p>
            </p:txBody>
          </p:sp>
          <p:sp>
            <p:nvSpPr>
              <p:cNvPr id="156" name="テキスト ボックス 155">
                <a:extLst>
                  <a:ext uri="{FF2B5EF4-FFF2-40B4-BE49-F238E27FC236}">
                    <a16:creationId xmlns:a16="http://schemas.microsoft.com/office/drawing/2014/main" id="{1E8AC3A2-471D-0998-1BA2-7AF6F839620D}"/>
                  </a:ext>
                </a:extLst>
              </p:cNvPr>
              <p:cNvSpPr txBox="1"/>
              <p:nvPr/>
            </p:nvSpPr>
            <p:spPr>
              <a:xfrm>
                <a:off x="4551841" y="2451813"/>
                <a:ext cx="759657"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獲得数</a:t>
                </a:r>
              </a:p>
            </p:txBody>
          </p:sp>
        </p:grpSp>
        <p:grpSp>
          <p:nvGrpSpPr>
            <p:cNvPr id="158" name="グループ化 157">
              <a:extLst>
                <a:ext uri="{FF2B5EF4-FFF2-40B4-BE49-F238E27FC236}">
                  <a16:creationId xmlns:a16="http://schemas.microsoft.com/office/drawing/2014/main" id="{64251AB3-76D7-C37A-E3C4-9D047FF8180D}"/>
                </a:ext>
              </a:extLst>
            </p:cNvPr>
            <p:cNvGrpSpPr/>
            <p:nvPr/>
          </p:nvGrpSpPr>
          <p:grpSpPr>
            <a:xfrm>
              <a:off x="4286951" y="5573297"/>
              <a:ext cx="2057865" cy="744359"/>
              <a:chOff x="4286951" y="2407984"/>
              <a:chExt cx="2057865" cy="744359"/>
            </a:xfrm>
          </p:grpSpPr>
          <p:grpSp>
            <p:nvGrpSpPr>
              <p:cNvPr id="159" name="グループ化 158">
                <a:extLst>
                  <a:ext uri="{FF2B5EF4-FFF2-40B4-BE49-F238E27FC236}">
                    <a16:creationId xmlns:a16="http://schemas.microsoft.com/office/drawing/2014/main" id="{3F9E103D-9225-F602-E8AD-D0A9D7CD821D}"/>
                  </a:ext>
                </a:extLst>
              </p:cNvPr>
              <p:cNvGrpSpPr/>
              <p:nvPr/>
            </p:nvGrpSpPr>
            <p:grpSpPr>
              <a:xfrm flipV="1">
                <a:off x="4286951" y="2407984"/>
                <a:ext cx="2057865" cy="744359"/>
                <a:chOff x="1063284" y="2005017"/>
                <a:chExt cx="2372751" cy="1697124"/>
              </a:xfrm>
            </p:grpSpPr>
            <p:sp>
              <p:nvSpPr>
                <p:cNvPr id="166" name="四角形: 上の 2 つの角を丸める 165">
                  <a:extLst>
                    <a:ext uri="{FF2B5EF4-FFF2-40B4-BE49-F238E27FC236}">
                      <a16:creationId xmlns:a16="http://schemas.microsoft.com/office/drawing/2014/main" id="{0638D154-EB03-56AE-1429-B55393F50D70}"/>
                    </a:ext>
                  </a:extLst>
                </p:cNvPr>
                <p:cNvSpPr/>
                <p:nvPr/>
              </p:nvSpPr>
              <p:spPr>
                <a:xfrm>
                  <a:off x="1063284" y="2005017"/>
                  <a:ext cx="2372751" cy="844263"/>
                </a:xfrm>
                <a:prstGeom prst="round2SameRect">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p>
              </p:txBody>
            </p:sp>
            <p:sp>
              <p:nvSpPr>
                <p:cNvPr id="167" name="四角形: 上の 2 つの角を丸める 166">
                  <a:extLst>
                    <a:ext uri="{FF2B5EF4-FFF2-40B4-BE49-F238E27FC236}">
                      <a16:creationId xmlns:a16="http://schemas.microsoft.com/office/drawing/2014/main" id="{A1B6F9F7-B078-EAAE-B558-6A16EC79A361}"/>
                    </a:ext>
                  </a:extLst>
                </p:cNvPr>
                <p:cNvSpPr/>
                <p:nvPr/>
              </p:nvSpPr>
              <p:spPr>
                <a:xfrm flipV="1">
                  <a:off x="1063284" y="2857878"/>
                  <a:ext cx="2372751" cy="844263"/>
                </a:xfrm>
                <a:prstGeom prst="round2SameRect">
                  <a:avLst>
                    <a:gd name="adj1" fmla="val 12104"/>
                    <a:gd name="adj2" fmla="val 0"/>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p>
              </p:txBody>
            </p:sp>
          </p:grpSp>
          <p:sp>
            <p:nvSpPr>
              <p:cNvPr id="160" name="テキスト ボックス 159">
                <a:extLst>
                  <a:ext uri="{FF2B5EF4-FFF2-40B4-BE49-F238E27FC236}">
                    <a16:creationId xmlns:a16="http://schemas.microsoft.com/office/drawing/2014/main" id="{9DD3005C-15DF-262B-37D5-7844E73E2733}"/>
                  </a:ext>
                </a:extLst>
              </p:cNvPr>
              <p:cNvSpPr txBox="1"/>
              <p:nvPr/>
            </p:nvSpPr>
            <p:spPr>
              <a:xfrm>
                <a:off x="5119090" y="2796111"/>
                <a:ext cx="1140543" cy="338554"/>
              </a:xfrm>
              <a:prstGeom prst="rect">
                <a:avLst/>
              </a:prstGeom>
              <a:noFill/>
            </p:spPr>
            <p:txBody>
              <a:bodyPr wrap="square">
                <a:spAutoFit/>
              </a:bodyPr>
              <a:lstStyle/>
              <a:p>
                <a:r>
                  <a:rPr lang="en-US" altLang="ja-JP" sz="1600">
                    <a:solidFill>
                      <a:schemeClr val="accent6"/>
                    </a:solidFill>
                    <a:latin typeface="原稿用標準書体" panose="03000503000000000000" pitchFamily="66" charset="-128"/>
                    <a:ea typeface="原稿用標準書体" panose="03000503000000000000" pitchFamily="66" charset="-128"/>
                  </a:rPr>
                  <a:t>:00000000</a:t>
                </a:r>
                <a:endParaRPr kumimoji="1" lang="ja-JP" altLang="en-US" sz="1600">
                  <a:solidFill>
                    <a:schemeClr val="accent6"/>
                  </a:solidFill>
                  <a:latin typeface="原稿用標準書体" panose="03000503000000000000" pitchFamily="66" charset="-128"/>
                  <a:ea typeface="原稿用標準書体" panose="03000503000000000000" pitchFamily="66" charset="-128"/>
                </a:endParaRPr>
              </a:p>
            </p:txBody>
          </p:sp>
          <p:sp>
            <p:nvSpPr>
              <p:cNvPr id="161" name="テキスト ボックス 160">
                <a:extLst>
                  <a:ext uri="{FF2B5EF4-FFF2-40B4-BE49-F238E27FC236}">
                    <a16:creationId xmlns:a16="http://schemas.microsoft.com/office/drawing/2014/main" id="{2B69D56F-F655-005E-1452-85F1A114CD40}"/>
                  </a:ext>
                </a:extLst>
              </p:cNvPr>
              <p:cNvSpPr txBox="1"/>
              <p:nvPr/>
            </p:nvSpPr>
            <p:spPr>
              <a:xfrm>
                <a:off x="5119092" y="2422821"/>
                <a:ext cx="1140541" cy="338554"/>
              </a:xfrm>
              <a:prstGeom prst="rect">
                <a:avLst/>
              </a:prstGeom>
              <a:noFill/>
            </p:spPr>
            <p:txBody>
              <a:bodyPr wrap="square">
                <a:spAutoFit/>
              </a:bodyPr>
              <a:lstStyle/>
              <a:p>
                <a:r>
                  <a:rPr lang="en-US" altLang="ja-JP" sz="1600">
                    <a:solidFill>
                      <a:schemeClr val="bg1">
                        <a:lumMod val="95000"/>
                      </a:schemeClr>
                    </a:solidFill>
                    <a:latin typeface="原稿用標準書体" panose="03000503000000000000" pitchFamily="66" charset="-128"/>
                    <a:ea typeface="原稿用標準書体" panose="03000503000000000000" pitchFamily="66" charset="-128"/>
                  </a:rPr>
                  <a:t>:00000000</a:t>
                </a:r>
                <a:endParaRPr lang="ja-JP" altLang="en-US" sz="1600">
                  <a:solidFill>
                    <a:schemeClr val="bg1">
                      <a:lumMod val="95000"/>
                    </a:schemeClr>
                  </a:solidFill>
                  <a:latin typeface="原稿用標準書体" panose="03000503000000000000" pitchFamily="66" charset="-128"/>
                  <a:ea typeface="原稿用標準書体" panose="03000503000000000000" pitchFamily="66" charset="-128"/>
                </a:endParaRPr>
              </a:p>
            </p:txBody>
          </p:sp>
          <p:pic>
            <p:nvPicPr>
              <p:cNvPr id="162" name="図 161">
                <a:extLst>
                  <a:ext uri="{FF2B5EF4-FFF2-40B4-BE49-F238E27FC236}">
                    <a16:creationId xmlns:a16="http://schemas.microsoft.com/office/drawing/2014/main" id="{1C6A2E19-0432-9301-A875-2CD42938E71F}"/>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4419329" y="2838916"/>
                <a:ext cx="211173" cy="265195"/>
              </a:xfrm>
              <a:prstGeom prst="rect">
                <a:avLst/>
              </a:prstGeom>
            </p:spPr>
          </p:pic>
          <p:pic>
            <p:nvPicPr>
              <p:cNvPr id="163" name="図 162">
                <a:extLst>
                  <a:ext uri="{FF2B5EF4-FFF2-40B4-BE49-F238E27FC236}">
                    <a16:creationId xmlns:a16="http://schemas.microsoft.com/office/drawing/2014/main" id="{64FC0126-417D-7914-9253-CFDDC55BD6FC}"/>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4387840" y="2473712"/>
                <a:ext cx="255488" cy="253394"/>
              </a:xfrm>
              <a:prstGeom prst="rect">
                <a:avLst/>
              </a:prstGeom>
            </p:spPr>
          </p:pic>
          <p:sp>
            <p:nvSpPr>
              <p:cNvPr id="164" name="テキスト ボックス 163">
                <a:extLst>
                  <a:ext uri="{FF2B5EF4-FFF2-40B4-BE49-F238E27FC236}">
                    <a16:creationId xmlns:a16="http://schemas.microsoft.com/office/drawing/2014/main" id="{2376D731-157B-32E3-A728-F7E393FA73DE}"/>
                  </a:ext>
                </a:extLst>
              </p:cNvPr>
              <p:cNvSpPr txBox="1"/>
              <p:nvPr/>
            </p:nvSpPr>
            <p:spPr>
              <a:xfrm>
                <a:off x="4551841" y="2821594"/>
                <a:ext cx="759657"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獲得数</a:t>
                </a:r>
              </a:p>
            </p:txBody>
          </p:sp>
          <p:sp>
            <p:nvSpPr>
              <p:cNvPr id="165" name="テキスト ボックス 164">
                <a:extLst>
                  <a:ext uri="{FF2B5EF4-FFF2-40B4-BE49-F238E27FC236}">
                    <a16:creationId xmlns:a16="http://schemas.microsoft.com/office/drawing/2014/main" id="{0514CC67-6C26-8B11-8A15-BA92F084B98C}"/>
                  </a:ext>
                </a:extLst>
              </p:cNvPr>
              <p:cNvSpPr txBox="1"/>
              <p:nvPr/>
            </p:nvSpPr>
            <p:spPr>
              <a:xfrm>
                <a:off x="4551841" y="2451813"/>
                <a:ext cx="759657"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獲得数</a:t>
                </a:r>
              </a:p>
            </p:txBody>
          </p:sp>
        </p:grpSp>
      </p:grpSp>
      <p:grpSp>
        <p:nvGrpSpPr>
          <p:cNvPr id="170" name="グループ化 169">
            <a:extLst>
              <a:ext uri="{FF2B5EF4-FFF2-40B4-BE49-F238E27FC236}">
                <a16:creationId xmlns:a16="http://schemas.microsoft.com/office/drawing/2014/main" id="{6D95D336-9DE9-F7E4-DE90-6B15C7A2CF0F}"/>
              </a:ext>
            </a:extLst>
          </p:cNvPr>
          <p:cNvGrpSpPr/>
          <p:nvPr/>
        </p:nvGrpSpPr>
        <p:grpSpPr>
          <a:xfrm>
            <a:off x="3368124" y="3480836"/>
            <a:ext cx="5455753" cy="914400"/>
            <a:chOff x="3368124" y="3480836"/>
            <a:chExt cx="5455753" cy="914400"/>
          </a:xfrm>
        </p:grpSpPr>
        <p:sp>
          <p:nvSpPr>
            <p:cNvPr id="36" name="四角形: 角を丸くする 35">
              <a:extLst>
                <a:ext uri="{FF2B5EF4-FFF2-40B4-BE49-F238E27FC236}">
                  <a16:creationId xmlns:a16="http://schemas.microsoft.com/office/drawing/2014/main" id="{887FD3DF-2A59-CDE1-C6E9-518B82DE50BA}"/>
                </a:ext>
              </a:extLst>
            </p:cNvPr>
            <p:cNvSpPr/>
            <p:nvPr/>
          </p:nvSpPr>
          <p:spPr>
            <a:xfrm>
              <a:off x="3368124" y="3480836"/>
              <a:ext cx="5455753" cy="914400"/>
            </a:xfrm>
            <a:prstGeom prst="round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9" name="四角形: 角を丸くする 68">
              <a:extLst>
                <a:ext uri="{FF2B5EF4-FFF2-40B4-BE49-F238E27FC236}">
                  <a16:creationId xmlns:a16="http://schemas.microsoft.com/office/drawing/2014/main" id="{FBA8A220-F443-5469-8279-7E520852828A}"/>
                </a:ext>
              </a:extLst>
            </p:cNvPr>
            <p:cNvSpPr/>
            <p:nvPr/>
          </p:nvSpPr>
          <p:spPr>
            <a:xfrm>
              <a:off x="6495533" y="3704434"/>
              <a:ext cx="1948277" cy="496239"/>
            </a:xfrm>
            <a:prstGeom prst="roundRect">
              <a:avLst/>
            </a:prstGeom>
            <a:solidFill>
              <a:schemeClr val="accent6"/>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強化</a:t>
              </a:r>
            </a:p>
          </p:txBody>
        </p:sp>
        <p:grpSp>
          <p:nvGrpSpPr>
            <p:cNvPr id="37" name="グループ化 36">
              <a:extLst>
                <a:ext uri="{FF2B5EF4-FFF2-40B4-BE49-F238E27FC236}">
                  <a16:creationId xmlns:a16="http://schemas.microsoft.com/office/drawing/2014/main" id="{DCE65A45-829B-5F87-55CF-4F6968F4C862}"/>
                </a:ext>
              </a:extLst>
            </p:cNvPr>
            <p:cNvGrpSpPr/>
            <p:nvPr/>
          </p:nvGrpSpPr>
          <p:grpSpPr>
            <a:xfrm>
              <a:off x="3741384" y="3738168"/>
              <a:ext cx="2273449" cy="438046"/>
              <a:chOff x="6437296" y="3453482"/>
              <a:chExt cx="2273449" cy="438046"/>
            </a:xfrm>
          </p:grpSpPr>
          <p:grpSp>
            <p:nvGrpSpPr>
              <p:cNvPr id="38" name="グループ化 37">
                <a:extLst>
                  <a:ext uri="{FF2B5EF4-FFF2-40B4-BE49-F238E27FC236}">
                    <a16:creationId xmlns:a16="http://schemas.microsoft.com/office/drawing/2014/main" id="{422D5FB0-45E4-3073-3E17-BFE3A127F73B}"/>
                  </a:ext>
                </a:extLst>
              </p:cNvPr>
              <p:cNvGrpSpPr/>
              <p:nvPr/>
            </p:nvGrpSpPr>
            <p:grpSpPr>
              <a:xfrm>
                <a:off x="6437296" y="3453482"/>
                <a:ext cx="2273449" cy="438046"/>
                <a:chOff x="4890326" y="3796691"/>
                <a:chExt cx="2273449" cy="438046"/>
              </a:xfrm>
            </p:grpSpPr>
            <p:sp>
              <p:nvSpPr>
                <p:cNvPr id="51" name="四角形: 角を丸くする 50">
                  <a:extLst>
                    <a:ext uri="{FF2B5EF4-FFF2-40B4-BE49-F238E27FC236}">
                      <a16:creationId xmlns:a16="http://schemas.microsoft.com/office/drawing/2014/main" id="{FE6F2E8E-2C69-A6DC-2A0E-A695B10F5E3C}"/>
                    </a:ext>
                  </a:extLst>
                </p:cNvPr>
                <p:cNvSpPr/>
                <p:nvPr/>
              </p:nvSpPr>
              <p:spPr>
                <a:xfrm>
                  <a:off x="4890326" y="3796691"/>
                  <a:ext cx="1047209" cy="438046"/>
                </a:xfrm>
                <a:prstGeom prst="round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8" name="テキスト ボックス 57">
                  <a:extLst>
                    <a:ext uri="{FF2B5EF4-FFF2-40B4-BE49-F238E27FC236}">
                      <a16:creationId xmlns:a16="http://schemas.microsoft.com/office/drawing/2014/main" id="{A55C361D-A7E3-ED84-5C8F-75641FEF2504}"/>
                    </a:ext>
                  </a:extLst>
                </p:cNvPr>
                <p:cNvSpPr txBox="1"/>
                <p:nvPr/>
              </p:nvSpPr>
              <p:spPr>
                <a:xfrm>
                  <a:off x="5068663" y="3877215"/>
                  <a:ext cx="1039469"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消費数</a:t>
                  </a:r>
                </a:p>
              </p:txBody>
            </p:sp>
            <p:sp>
              <p:nvSpPr>
                <p:cNvPr id="59" name="テキスト ボックス 58">
                  <a:extLst>
                    <a:ext uri="{FF2B5EF4-FFF2-40B4-BE49-F238E27FC236}">
                      <a16:creationId xmlns:a16="http://schemas.microsoft.com/office/drawing/2014/main" id="{F840DB0D-2043-2310-2DF5-4F1F8DA3FB95}"/>
                    </a:ext>
                  </a:extLst>
                </p:cNvPr>
                <p:cNvSpPr txBox="1"/>
                <p:nvPr/>
              </p:nvSpPr>
              <p:spPr>
                <a:xfrm>
                  <a:off x="6001316" y="3846437"/>
                  <a:ext cx="1162459" cy="338554"/>
                </a:xfrm>
                <a:prstGeom prst="rect">
                  <a:avLst/>
                </a:prstGeom>
                <a:noFill/>
              </p:spPr>
              <p:txBody>
                <a:bodyPr wrap="square" rtlCol="0">
                  <a:spAutoFit/>
                </a:bodyPr>
                <a:lstStyle/>
                <a:p>
                  <a:pPr algn="ctr"/>
                  <a:r>
                    <a:rPr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000000000</a:t>
                  </a:r>
                  <a:endPar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39" name="グループ化 38">
                <a:extLst>
                  <a:ext uri="{FF2B5EF4-FFF2-40B4-BE49-F238E27FC236}">
                    <a16:creationId xmlns:a16="http://schemas.microsoft.com/office/drawing/2014/main" id="{3993AD30-79FA-6FAE-2204-3D970F290281}"/>
                  </a:ext>
                </a:extLst>
              </p:cNvPr>
              <p:cNvGrpSpPr/>
              <p:nvPr/>
            </p:nvGrpSpPr>
            <p:grpSpPr>
              <a:xfrm>
                <a:off x="6543645" y="3540774"/>
                <a:ext cx="211026" cy="279530"/>
                <a:chOff x="8604191" y="699940"/>
                <a:chExt cx="211026" cy="279530"/>
              </a:xfrm>
            </p:grpSpPr>
            <p:grpSp>
              <p:nvGrpSpPr>
                <p:cNvPr id="40" name="グループ化 39">
                  <a:extLst>
                    <a:ext uri="{FF2B5EF4-FFF2-40B4-BE49-F238E27FC236}">
                      <a16:creationId xmlns:a16="http://schemas.microsoft.com/office/drawing/2014/main" id="{9F8E4347-38FE-9DCD-CE69-2A0F20A52D2F}"/>
                    </a:ext>
                  </a:extLst>
                </p:cNvPr>
                <p:cNvGrpSpPr/>
                <p:nvPr/>
              </p:nvGrpSpPr>
              <p:grpSpPr>
                <a:xfrm>
                  <a:off x="8604191" y="699940"/>
                  <a:ext cx="211026" cy="279530"/>
                  <a:chOff x="8604191" y="672399"/>
                  <a:chExt cx="211026" cy="279530"/>
                </a:xfrm>
              </p:grpSpPr>
              <p:cxnSp>
                <p:nvCxnSpPr>
                  <p:cNvPr id="43" name="コネクタ: カギ線 42">
                    <a:extLst>
                      <a:ext uri="{FF2B5EF4-FFF2-40B4-BE49-F238E27FC236}">
                        <a16:creationId xmlns:a16="http://schemas.microsoft.com/office/drawing/2014/main" id="{24FFC727-DC1D-6615-D628-BF29B3BE41F5}"/>
                      </a:ext>
                    </a:extLst>
                  </p:cNvPr>
                  <p:cNvCxnSpPr>
                    <a:cxnSpLocks/>
                  </p:cNvCxnSpPr>
                  <p:nvPr/>
                </p:nvCxnSpPr>
                <p:spPr>
                  <a:xfrm rot="16200000" flipH="1">
                    <a:off x="8604191" y="740903"/>
                    <a:ext cx="211026" cy="211026"/>
                  </a:xfrm>
                  <a:prstGeom prst="bentConnector3">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44" name="直線コネクタ 43">
                    <a:extLst>
                      <a:ext uri="{FF2B5EF4-FFF2-40B4-BE49-F238E27FC236}">
                        <a16:creationId xmlns:a16="http://schemas.microsoft.com/office/drawing/2014/main" id="{F6A1A269-817B-9172-B94D-95082003130B}"/>
                      </a:ext>
                    </a:extLst>
                  </p:cNvPr>
                  <p:cNvCxnSpPr>
                    <a:cxnSpLocks/>
                  </p:cNvCxnSpPr>
                  <p:nvPr/>
                </p:nvCxnSpPr>
                <p:spPr>
                  <a:xfrm>
                    <a:off x="8706065" y="725136"/>
                    <a:ext cx="0" cy="22387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49" name="直線コネクタ 48">
                    <a:extLst>
                      <a:ext uri="{FF2B5EF4-FFF2-40B4-BE49-F238E27FC236}">
                        <a16:creationId xmlns:a16="http://schemas.microsoft.com/office/drawing/2014/main" id="{D7AEFC60-C603-E4E5-6EC0-D42A2E8D1652}"/>
                      </a:ext>
                    </a:extLst>
                  </p:cNvPr>
                  <p:cNvCxnSpPr>
                    <a:cxnSpLocks/>
                  </p:cNvCxnSpPr>
                  <p:nvPr/>
                </p:nvCxnSpPr>
                <p:spPr>
                  <a:xfrm>
                    <a:off x="8653289" y="672403"/>
                    <a:ext cx="43248" cy="59906"/>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50" name="直線コネクタ 49">
                    <a:extLst>
                      <a:ext uri="{FF2B5EF4-FFF2-40B4-BE49-F238E27FC236}">
                        <a16:creationId xmlns:a16="http://schemas.microsoft.com/office/drawing/2014/main" id="{2E3BEE2E-22C4-5089-49C3-619389B6C148}"/>
                      </a:ext>
                    </a:extLst>
                  </p:cNvPr>
                  <p:cNvCxnSpPr>
                    <a:cxnSpLocks/>
                  </p:cNvCxnSpPr>
                  <p:nvPr/>
                </p:nvCxnSpPr>
                <p:spPr>
                  <a:xfrm flipH="1">
                    <a:off x="8712819" y="672399"/>
                    <a:ext cx="43248" cy="59906"/>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grpSp>
            <p:cxnSp>
              <p:nvCxnSpPr>
                <p:cNvPr id="41" name="直線コネクタ 40">
                  <a:extLst>
                    <a:ext uri="{FF2B5EF4-FFF2-40B4-BE49-F238E27FC236}">
                      <a16:creationId xmlns:a16="http://schemas.microsoft.com/office/drawing/2014/main" id="{FDFD341E-F76B-2882-C6F0-A1C5BC120295}"/>
                    </a:ext>
                  </a:extLst>
                </p:cNvPr>
                <p:cNvCxnSpPr>
                  <a:cxnSpLocks/>
                </p:cNvCxnSpPr>
                <p:nvPr/>
              </p:nvCxnSpPr>
              <p:spPr>
                <a:xfrm flipH="1">
                  <a:off x="8645440" y="819427"/>
                  <a:ext cx="134580" cy="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42" name="直線コネクタ 41">
                  <a:extLst>
                    <a:ext uri="{FF2B5EF4-FFF2-40B4-BE49-F238E27FC236}">
                      <a16:creationId xmlns:a16="http://schemas.microsoft.com/office/drawing/2014/main" id="{62852E38-6251-5560-ADD9-274EEC9B9516}"/>
                    </a:ext>
                  </a:extLst>
                </p:cNvPr>
                <p:cNvCxnSpPr>
                  <a:cxnSpLocks/>
                </p:cNvCxnSpPr>
                <p:nvPr/>
              </p:nvCxnSpPr>
              <p:spPr>
                <a:xfrm flipH="1">
                  <a:off x="8645440" y="925877"/>
                  <a:ext cx="134580" cy="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grpSp>
        </p:grpSp>
      </p:grpSp>
      <p:sp>
        <p:nvSpPr>
          <p:cNvPr id="4" name="正方形/長方形 3">
            <a:extLst>
              <a:ext uri="{FF2B5EF4-FFF2-40B4-BE49-F238E27FC236}">
                <a16:creationId xmlns:a16="http://schemas.microsoft.com/office/drawing/2014/main" id="{CCA9E96B-2EC5-4747-7A6D-C180CB77E569}"/>
              </a:ext>
            </a:extLst>
          </p:cNvPr>
          <p:cNvSpPr>
            <a:spLocks/>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四角形: 角を丸くする 5">
            <a:extLst>
              <a:ext uri="{FF2B5EF4-FFF2-40B4-BE49-F238E27FC236}">
                <a16:creationId xmlns:a16="http://schemas.microsoft.com/office/drawing/2014/main" id="{CDA278C7-20FC-E8E1-FC6E-D13D7EEC3915}"/>
              </a:ext>
            </a:extLst>
          </p:cNvPr>
          <p:cNvSpPr/>
          <p:nvPr/>
        </p:nvSpPr>
        <p:spPr>
          <a:xfrm>
            <a:off x="3154916" y="1541088"/>
            <a:ext cx="5872517" cy="4414818"/>
          </a:xfrm>
          <a:prstGeom prst="roundRect">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テキスト ボックス 7">
            <a:extLst>
              <a:ext uri="{FF2B5EF4-FFF2-40B4-BE49-F238E27FC236}">
                <a16:creationId xmlns:a16="http://schemas.microsoft.com/office/drawing/2014/main" id="{3BD1EA82-323A-8C45-E1A4-D43B88D95DE9}"/>
              </a:ext>
            </a:extLst>
          </p:cNvPr>
          <p:cNvSpPr txBox="1"/>
          <p:nvPr/>
        </p:nvSpPr>
        <p:spPr>
          <a:xfrm>
            <a:off x="5178104" y="1782146"/>
            <a:ext cx="1826142" cy="584775"/>
          </a:xfrm>
          <a:prstGeom prst="rect">
            <a:avLst/>
          </a:prstGeom>
          <a:noFill/>
        </p:spPr>
        <p:txBody>
          <a:bodyPr wrap="none" rtlCol="0">
            <a:spAutoFit/>
          </a:bodyPr>
          <a:lstStyle/>
          <a:p>
            <a:pPr algn="ctr"/>
            <a:r>
              <a:rPr kumimoji="1" lang="ja-JP" altLang="en-US" sz="3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強化成功</a:t>
            </a:r>
            <a:endParaRPr kumimoji="1" lang="ja-JP" altLang="en-US" sz="32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3" name="四角形: 角を丸くする 12">
            <a:extLst>
              <a:ext uri="{FF2B5EF4-FFF2-40B4-BE49-F238E27FC236}">
                <a16:creationId xmlns:a16="http://schemas.microsoft.com/office/drawing/2014/main" id="{F7890A48-4138-7AEB-7AA9-0F28C14BEC31}"/>
              </a:ext>
            </a:extLst>
          </p:cNvPr>
          <p:cNvSpPr/>
          <p:nvPr/>
        </p:nvSpPr>
        <p:spPr>
          <a:xfrm>
            <a:off x="5030403" y="5012353"/>
            <a:ext cx="2138224" cy="767022"/>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a:latin typeface="和音 Joyo R" panose="00000500000000000000" pitchFamily="50" charset="-128"/>
                <a:ea typeface="和音 Joyo R" panose="00000500000000000000" pitchFamily="50" charset="-128"/>
              </a:rPr>
              <a:t>閉じる</a:t>
            </a:r>
            <a:endParaRPr kumimoji="1" lang="ja-JP" altLang="en-US" sz="2400" dirty="0">
              <a:latin typeface="和音 Joyo R" panose="00000500000000000000" pitchFamily="50" charset="-128"/>
              <a:ea typeface="和音 Joyo R" panose="00000500000000000000" pitchFamily="50" charset="-128"/>
            </a:endParaRPr>
          </a:p>
        </p:txBody>
      </p:sp>
      <p:pic>
        <p:nvPicPr>
          <p:cNvPr id="15" name="図 14">
            <a:extLst>
              <a:ext uri="{FF2B5EF4-FFF2-40B4-BE49-F238E27FC236}">
                <a16:creationId xmlns:a16="http://schemas.microsoft.com/office/drawing/2014/main" id="{5EB6A4D1-4E35-0C09-BC9D-7864166350F9}"/>
              </a:ext>
            </a:extLst>
          </p:cNvPr>
          <p:cNvPicPr>
            <a:picLocks noChangeAspect="1"/>
          </p:cNvPicPr>
          <p:nvPr/>
        </p:nvPicPr>
        <p:blipFill>
          <a:blip r:embed="rId11">
            <a:extLst>
              <a:ext uri="{28A0092B-C50C-407E-A947-70E740481C1C}">
                <a14:useLocalDpi xmlns:a14="http://schemas.microsoft.com/office/drawing/2010/main" val="0"/>
              </a:ext>
            </a:extLst>
          </a:blip>
          <a:stretch>
            <a:fillRect/>
          </a:stretch>
        </p:blipFill>
        <p:spPr>
          <a:xfrm>
            <a:off x="3626426" y="2800763"/>
            <a:ext cx="4929495" cy="1759544"/>
          </a:xfrm>
          <a:prstGeom prst="rect">
            <a:avLst/>
          </a:prstGeom>
          <a:effectLst>
            <a:glow rad="101600">
              <a:schemeClr val="accent2">
                <a:alpha val="65000"/>
              </a:schemeClr>
            </a:glow>
          </a:effectLst>
        </p:spPr>
      </p:pic>
    </p:spTree>
    <p:extLst>
      <p:ext uri="{BB962C8B-B14F-4D97-AF65-F5344CB8AC3E}">
        <p14:creationId xmlns:p14="http://schemas.microsoft.com/office/powerpoint/2010/main" val="4043281942"/>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bg>
      <p:bgPr>
        <a:blipFill dpi="0" rotWithShape="1">
          <a:blip r:embed="rId2">
            <a:extLst>
              <a:ext uri="{BEBA8EAE-BF5A-486C-A8C5-ECC9F3942E4B}">
                <a14:imgProps xmlns:a14="http://schemas.microsoft.com/office/drawing/2010/main">
                  <a14:imgLayer r:embed="rId3">
                    <a14:imgEffect>
                      <a14:sharpenSoften amount="-35000"/>
                    </a14:imgEffect>
                    <a14:imgEffect>
                      <a14:saturation sat="85000"/>
                    </a14:imgEffect>
                    <a14:imgEffect>
                      <a14:brightnessContrast bright="-20000" contrast="-15000"/>
                    </a14:imgEffect>
                  </a14:imgLayer>
                </a14:imgProps>
              </a:ext>
            </a:extLst>
          </a:blip>
          <a:srcRect/>
          <a:stretch>
            <a:fillRect/>
          </a:stretch>
        </a:blipFill>
        <a:effectLst/>
      </p:bgPr>
    </p:bg>
    <p:spTree>
      <p:nvGrpSpPr>
        <p:cNvPr id="1" name="">
          <a:extLst>
            <a:ext uri="{FF2B5EF4-FFF2-40B4-BE49-F238E27FC236}">
              <a16:creationId xmlns:a16="http://schemas.microsoft.com/office/drawing/2014/main" id="{8F802CF9-76A0-A399-9EB4-F716AFE3F72F}"/>
            </a:ext>
          </a:extLst>
        </p:cNvPr>
        <p:cNvGrpSpPr/>
        <p:nvPr/>
      </p:nvGrpSpPr>
      <p:grpSpPr>
        <a:xfrm>
          <a:off x="0" y="0"/>
          <a:ext cx="0" cy="0"/>
          <a:chOff x="0" y="0"/>
          <a:chExt cx="0" cy="0"/>
        </a:xfrm>
      </p:grpSpPr>
      <p:grpSp>
        <p:nvGrpSpPr>
          <p:cNvPr id="10" name="グループ化 9">
            <a:extLst>
              <a:ext uri="{FF2B5EF4-FFF2-40B4-BE49-F238E27FC236}">
                <a16:creationId xmlns:a16="http://schemas.microsoft.com/office/drawing/2014/main" id="{1F15BCC3-5C5D-DD96-0132-15CA8FD7D084}"/>
              </a:ext>
            </a:extLst>
          </p:cNvPr>
          <p:cNvGrpSpPr>
            <a:grpSpLocks/>
          </p:cNvGrpSpPr>
          <p:nvPr/>
        </p:nvGrpSpPr>
        <p:grpSpPr>
          <a:xfrm>
            <a:off x="1590628" y="1230407"/>
            <a:ext cx="9010745" cy="5627593"/>
            <a:chOff x="1590628" y="1230407"/>
            <a:chExt cx="9010745" cy="5627593"/>
          </a:xfrm>
        </p:grpSpPr>
        <p:sp>
          <p:nvSpPr>
            <p:cNvPr id="11" name="正方形/長方形 10">
              <a:extLst>
                <a:ext uri="{FF2B5EF4-FFF2-40B4-BE49-F238E27FC236}">
                  <a16:creationId xmlns:a16="http://schemas.microsoft.com/office/drawing/2014/main" id="{7F7F31CF-5156-651A-6658-44AC76719082}"/>
                </a:ext>
              </a:extLst>
            </p:cNvPr>
            <p:cNvSpPr>
              <a:spLocks/>
            </p:cNvSpPr>
            <p:nvPr/>
          </p:nvSpPr>
          <p:spPr>
            <a:xfrm>
              <a:off x="1590628" y="1541380"/>
              <a:ext cx="9010745" cy="5316620"/>
            </a:xfrm>
            <a:prstGeom prst="rect">
              <a:avLst/>
            </a:prstGeom>
            <a:solidFill>
              <a:srgbClr val="6600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2" name="フローチャート: 手作業 11">
              <a:extLst>
                <a:ext uri="{FF2B5EF4-FFF2-40B4-BE49-F238E27FC236}">
                  <a16:creationId xmlns:a16="http://schemas.microsoft.com/office/drawing/2014/main" id="{9E54C33A-398F-4457-B18D-B6A856DEC2F9}"/>
                </a:ext>
              </a:extLst>
            </p:cNvPr>
            <p:cNvSpPr>
              <a:spLocks/>
            </p:cNvSpPr>
            <p:nvPr/>
          </p:nvSpPr>
          <p:spPr>
            <a:xfrm flipV="1">
              <a:off x="1590628" y="1230407"/>
              <a:ext cx="9010745" cy="328009"/>
            </a:xfrm>
            <a:prstGeom prst="flowChartManualOperation">
              <a:avLst/>
            </a:prstGeom>
            <a:solidFill>
              <a:srgbClr val="6600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64" name="グループ化 63">
            <a:extLst>
              <a:ext uri="{FF2B5EF4-FFF2-40B4-BE49-F238E27FC236}">
                <a16:creationId xmlns:a16="http://schemas.microsoft.com/office/drawing/2014/main" id="{5A6C515D-A0B6-73ED-0097-DC001E2C2C41}"/>
              </a:ext>
            </a:extLst>
          </p:cNvPr>
          <p:cNvGrpSpPr/>
          <p:nvPr/>
        </p:nvGrpSpPr>
        <p:grpSpPr>
          <a:xfrm>
            <a:off x="163586" y="134635"/>
            <a:ext cx="3123445" cy="1396119"/>
            <a:chOff x="163586" y="134635"/>
            <a:chExt cx="3123445" cy="1396119"/>
          </a:xfrm>
        </p:grpSpPr>
        <p:sp>
          <p:nvSpPr>
            <p:cNvPr id="65" name="四角形: 角を丸くする 64">
              <a:extLst>
                <a:ext uri="{FF2B5EF4-FFF2-40B4-BE49-F238E27FC236}">
                  <a16:creationId xmlns:a16="http://schemas.microsoft.com/office/drawing/2014/main" id="{1C460284-D3A7-6CB8-5A25-7202CF03C907}"/>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66" name="テキスト ボックス 65">
              <a:extLst>
                <a:ext uri="{FF2B5EF4-FFF2-40B4-BE49-F238E27FC236}">
                  <a16:creationId xmlns:a16="http://schemas.microsoft.com/office/drawing/2014/main" id="{BCE37C39-82FA-7FC3-5A64-60DA8A721BC3}"/>
                </a:ext>
              </a:extLst>
            </p:cNvPr>
            <p:cNvSpPr txBox="1"/>
            <p:nvPr/>
          </p:nvSpPr>
          <p:spPr>
            <a:xfrm>
              <a:off x="1752835" y="641390"/>
              <a:ext cx="121058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部屋強化</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67" name="グループ化 66">
              <a:extLst>
                <a:ext uri="{FF2B5EF4-FFF2-40B4-BE49-F238E27FC236}">
                  <a16:creationId xmlns:a16="http://schemas.microsoft.com/office/drawing/2014/main" id="{BB0F5553-94BF-9D5E-37C5-56D4B98FB4BE}"/>
                </a:ext>
              </a:extLst>
            </p:cNvPr>
            <p:cNvGrpSpPr/>
            <p:nvPr/>
          </p:nvGrpSpPr>
          <p:grpSpPr>
            <a:xfrm>
              <a:off x="163586" y="134635"/>
              <a:ext cx="1975684" cy="1396119"/>
              <a:chOff x="163586" y="134635"/>
              <a:chExt cx="1975684" cy="1396119"/>
            </a:xfrm>
          </p:grpSpPr>
          <p:grpSp>
            <p:nvGrpSpPr>
              <p:cNvPr id="68" name="グループ化 67">
                <a:extLst>
                  <a:ext uri="{FF2B5EF4-FFF2-40B4-BE49-F238E27FC236}">
                    <a16:creationId xmlns:a16="http://schemas.microsoft.com/office/drawing/2014/main" id="{ACE7FBC6-C2BE-B1A8-2C3D-7C2700D688B6}"/>
                  </a:ext>
                </a:extLst>
              </p:cNvPr>
              <p:cNvGrpSpPr/>
              <p:nvPr/>
            </p:nvGrpSpPr>
            <p:grpSpPr>
              <a:xfrm>
                <a:off x="163586" y="134635"/>
                <a:ext cx="1975684" cy="1396119"/>
                <a:chOff x="163586" y="134635"/>
                <a:chExt cx="1975684" cy="1396119"/>
              </a:xfrm>
            </p:grpSpPr>
            <p:pic>
              <p:nvPicPr>
                <p:cNvPr id="72" name="図 71">
                  <a:extLst>
                    <a:ext uri="{FF2B5EF4-FFF2-40B4-BE49-F238E27FC236}">
                      <a16:creationId xmlns:a16="http://schemas.microsoft.com/office/drawing/2014/main" id="{3B8CCCEA-266A-13EF-608F-C700D433FF52}"/>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80" name="楕円 79">
                  <a:extLst>
                    <a:ext uri="{FF2B5EF4-FFF2-40B4-BE49-F238E27FC236}">
                      <a16:creationId xmlns:a16="http://schemas.microsoft.com/office/drawing/2014/main" id="{417FDDD6-E088-618A-F9B5-683639FF9A0D}"/>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pic>
            <p:nvPicPr>
              <p:cNvPr id="71" name="図 70">
                <a:extLst>
                  <a:ext uri="{FF2B5EF4-FFF2-40B4-BE49-F238E27FC236}">
                    <a16:creationId xmlns:a16="http://schemas.microsoft.com/office/drawing/2014/main" id="{49D52747-99C5-CA76-8F01-64BC4EA02EC2}"/>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grpSp>
        <p:nvGrpSpPr>
          <p:cNvPr id="27" name="グループ化 26">
            <a:extLst>
              <a:ext uri="{FF2B5EF4-FFF2-40B4-BE49-F238E27FC236}">
                <a16:creationId xmlns:a16="http://schemas.microsoft.com/office/drawing/2014/main" id="{CBEF8468-8BC2-DA44-4343-641DA4A09FE9}"/>
              </a:ext>
            </a:extLst>
          </p:cNvPr>
          <p:cNvGrpSpPr/>
          <p:nvPr/>
        </p:nvGrpSpPr>
        <p:grpSpPr>
          <a:xfrm>
            <a:off x="2185230" y="3398680"/>
            <a:ext cx="7821541" cy="1567643"/>
            <a:chOff x="2222027" y="3398680"/>
            <a:chExt cx="7821541" cy="1567643"/>
          </a:xfrm>
          <a:solidFill>
            <a:schemeClr val="bg1">
              <a:lumMod val="85000"/>
            </a:schemeClr>
          </a:solidFill>
        </p:grpSpPr>
        <p:sp>
          <p:nvSpPr>
            <p:cNvPr id="90" name="二等辺三角形 89">
              <a:extLst>
                <a:ext uri="{FF2B5EF4-FFF2-40B4-BE49-F238E27FC236}">
                  <a16:creationId xmlns:a16="http://schemas.microsoft.com/office/drawing/2014/main" id="{0A6E6E9F-3404-F7A7-B126-C37DD83BC67A}"/>
                </a:ext>
              </a:extLst>
            </p:cNvPr>
            <p:cNvSpPr/>
            <p:nvPr/>
          </p:nvSpPr>
          <p:spPr>
            <a:xfrm rot="5400000">
              <a:off x="8821511" y="3744266"/>
              <a:ext cx="1567643" cy="876471"/>
            </a:xfrm>
            <a:prstGeom prst="triangle">
              <a:avLst/>
            </a:prstGeom>
            <a:grp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6" name="二等辺三角形 25">
              <a:extLst>
                <a:ext uri="{FF2B5EF4-FFF2-40B4-BE49-F238E27FC236}">
                  <a16:creationId xmlns:a16="http://schemas.microsoft.com/office/drawing/2014/main" id="{4F954E96-39F2-5021-CA24-B8F7CCF8C892}"/>
                </a:ext>
              </a:extLst>
            </p:cNvPr>
            <p:cNvSpPr/>
            <p:nvPr/>
          </p:nvSpPr>
          <p:spPr>
            <a:xfrm rot="16200000" flipH="1">
              <a:off x="1876441" y="3744266"/>
              <a:ext cx="1567643" cy="876471"/>
            </a:xfrm>
            <a:prstGeom prst="triangle">
              <a:avLst/>
            </a:prstGeom>
            <a:grp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168" name="グループ化 167">
            <a:extLst>
              <a:ext uri="{FF2B5EF4-FFF2-40B4-BE49-F238E27FC236}">
                <a16:creationId xmlns:a16="http://schemas.microsoft.com/office/drawing/2014/main" id="{E24CDD31-852F-7352-8C06-7C557F547FD9}"/>
              </a:ext>
            </a:extLst>
          </p:cNvPr>
          <p:cNvGrpSpPr/>
          <p:nvPr/>
        </p:nvGrpSpPr>
        <p:grpSpPr>
          <a:xfrm>
            <a:off x="6713486" y="1593584"/>
            <a:ext cx="1904370" cy="4922497"/>
            <a:chOff x="6872107" y="1593584"/>
            <a:chExt cx="1904370" cy="4922497"/>
          </a:xfrm>
        </p:grpSpPr>
        <p:sp>
          <p:nvSpPr>
            <p:cNvPr id="73" name="矢印: 下 72">
              <a:extLst>
                <a:ext uri="{FF2B5EF4-FFF2-40B4-BE49-F238E27FC236}">
                  <a16:creationId xmlns:a16="http://schemas.microsoft.com/office/drawing/2014/main" id="{91E73E3A-E945-4A2F-216B-EF1881DF9E75}"/>
                </a:ext>
              </a:extLst>
            </p:cNvPr>
            <p:cNvSpPr/>
            <p:nvPr/>
          </p:nvSpPr>
          <p:spPr>
            <a:xfrm>
              <a:off x="7585578" y="3348032"/>
              <a:ext cx="484632" cy="1408759"/>
            </a:xfrm>
            <a:prstGeom prst="downArrow">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5" name="四角形: 角を丸くする 74">
              <a:extLst>
                <a:ext uri="{FF2B5EF4-FFF2-40B4-BE49-F238E27FC236}">
                  <a16:creationId xmlns:a16="http://schemas.microsoft.com/office/drawing/2014/main" id="{52A00FFA-E885-B5DE-0FD0-02300D515341}"/>
                </a:ext>
              </a:extLst>
            </p:cNvPr>
            <p:cNvSpPr/>
            <p:nvPr/>
          </p:nvSpPr>
          <p:spPr>
            <a:xfrm>
              <a:off x="7029821" y="1600007"/>
              <a:ext cx="1591665" cy="1741602"/>
            </a:xfrm>
            <a:prstGeom prst="roundRect">
              <a:avLst/>
            </a:prstGeom>
            <a:solidFill>
              <a:schemeClr val="accent2">
                <a:lumMod val="40000"/>
                <a:lumOff val="60000"/>
              </a:schemeClr>
            </a:solidFill>
            <a:ln w="38100">
              <a:noFill/>
              <a:prstDash val="solid"/>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7" name="四角形: 角を丸くする 76">
              <a:extLst>
                <a:ext uri="{FF2B5EF4-FFF2-40B4-BE49-F238E27FC236}">
                  <a16:creationId xmlns:a16="http://schemas.microsoft.com/office/drawing/2014/main" id="{1C8A9146-6558-9C98-A9F5-40BC9A3BFE0B}"/>
                </a:ext>
              </a:extLst>
            </p:cNvPr>
            <p:cNvSpPr/>
            <p:nvPr/>
          </p:nvSpPr>
          <p:spPr>
            <a:xfrm>
              <a:off x="7029821" y="4774479"/>
              <a:ext cx="1591665" cy="1741602"/>
            </a:xfrm>
            <a:prstGeom prst="roundRect">
              <a:avLst/>
            </a:prstGeom>
            <a:solidFill>
              <a:schemeClr val="accent2">
                <a:lumMod val="60000"/>
                <a:lumOff val="40000"/>
              </a:schemeClr>
            </a:solidFill>
            <a:ln w="38100">
              <a:noFill/>
              <a:prstDash val="solid"/>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9" name="四角形: 上の 2 つの角を丸める 78">
              <a:extLst>
                <a:ext uri="{FF2B5EF4-FFF2-40B4-BE49-F238E27FC236}">
                  <a16:creationId xmlns:a16="http://schemas.microsoft.com/office/drawing/2014/main" id="{EF7CD637-D07E-C7FE-B513-B3ED02341C22}"/>
                </a:ext>
              </a:extLst>
            </p:cNvPr>
            <p:cNvSpPr/>
            <p:nvPr/>
          </p:nvSpPr>
          <p:spPr>
            <a:xfrm>
              <a:off x="7021076" y="1593584"/>
              <a:ext cx="1602885" cy="595141"/>
            </a:xfrm>
            <a:prstGeom prst="round2SameRect">
              <a:avLst>
                <a:gd name="adj1" fmla="val 49508"/>
                <a:gd name="adj2" fmla="val 0"/>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83" name="テキスト ボックス 82">
              <a:extLst>
                <a:ext uri="{FF2B5EF4-FFF2-40B4-BE49-F238E27FC236}">
                  <a16:creationId xmlns:a16="http://schemas.microsoft.com/office/drawing/2014/main" id="{E405FAD2-13BB-7C2B-8B9D-E1AB4684BDF6}"/>
                </a:ext>
              </a:extLst>
            </p:cNvPr>
            <p:cNvSpPr txBox="1"/>
            <p:nvPr/>
          </p:nvSpPr>
          <p:spPr>
            <a:xfrm>
              <a:off x="6872107" y="1691220"/>
              <a:ext cx="1900822" cy="400110"/>
            </a:xfrm>
            <a:prstGeom prst="rect">
              <a:avLst/>
            </a:prstGeom>
            <a:noFill/>
          </p:spPr>
          <p:txBody>
            <a:bodyPr wrap="square">
              <a:spAutoFit/>
            </a:bodyPr>
            <a:lstStyle/>
            <a:p>
              <a:pPr algn="ctr"/>
              <a:r>
                <a:rPr kumimoji="1" lang="ja-JP" altLang="en-US" sz="2000">
                  <a:solidFill>
                    <a:schemeClr val="accent6">
                      <a:lumMod val="75000"/>
                    </a:schemeClr>
                  </a:solidFill>
                  <a:latin typeface="原稿用標準書体" panose="03000503000000000000" pitchFamily="66" charset="-128"/>
                  <a:ea typeface="原稿用標準書体" panose="03000503000000000000" pitchFamily="66" charset="-128"/>
                </a:rPr>
                <a:t>適正キャラ</a:t>
              </a:r>
            </a:p>
          </p:txBody>
        </p:sp>
        <p:sp>
          <p:nvSpPr>
            <p:cNvPr id="86" name="四角形: 上の 2 つの角を丸める 85">
              <a:extLst>
                <a:ext uri="{FF2B5EF4-FFF2-40B4-BE49-F238E27FC236}">
                  <a16:creationId xmlns:a16="http://schemas.microsoft.com/office/drawing/2014/main" id="{7A662553-02B9-1E74-E96C-7004D98ACD27}"/>
                </a:ext>
              </a:extLst>
            </p:cNvPr>
            <p:cNvSpPr/>
            <p:nvPr/>
          </p:nvSpPr>
          <p:spPr>
            <a:xfrm>
              <a:off x="7024624" y="4775453"/>
              <a:ext cx="1602885" cy="595141"/>
            </a:xfrm>
            <a:prstGeom prst="round2SameRect">
              <a:avLst>
                <a:gd name="adj1" fmla="val 49508"/>
                <a:gd name="adj2" fmla="val 0"/>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88" name="テキスト ボックス 87">
              <a:extLst>
                <a:ext uri="{FF2B5EF4-FFF2-40B4-BE49-F238E27FC236}">
                  <a16:creationId xmlns:a16="http://schemas.microsoft.com/office/drawing/2014/main" id="{97079B3C-A17D-688C-5221-22ED33D37CDE}"/>
                </a:ext>
              </a:extLst>
            </p:cNvPr>
            <p:cNvSpPr txBox="1"/>
            <p:nvPr/>
          </p:nvSpPr>
          <p:spPr>
            <a:xfrm>
              <a:off x="6875655" y="4873089"/>
              <a:ext cx="1900822" cy="400110"/>
            </a:xfrm>
            <a:prstGeom prst="rect">
              <a:avLst/>
            </a:prstGeom>
            <a:noFill/>
          </p:spPr>
          <p:txBody>
            <a:bodyPr wrap="square">
              <a:spAutoFit/>
            </a:bodyPr>
            <a:lstStyle/>
            <a:p>
              <a:pPr algn="ctr"/>
              <a:r>
                <a:rPr kumimoji="1" lang="ja-JP" altLang="en-US" sz="2000">
                  <a:solidFill>
                    <a:schemeClr val="accent6">
                      <a:lumMod val="75000"/>
                    </a:schemeClr>
                  </a:solidFill>
                  <a:latin typeface="原稿用標準書体" panose="03000503000000000000" pitchFamily="66" charset="-128"/>
                  <a:ea typeface="原稿用標準書体" panose="03000503000000000000" pitchFamily="66" charset="-128"/>
                </a:rPr>
                <a:t>適正キャラ</a:t>
              </a:r>
            </a:p>
          </p:txBody>
        </p:sp>
        <p:grpSp>
          <p:nvGrpSpPr>
            <p:cNvPr id="120" name="グループ化 119">
              <a:extLst>
                <a:ext uri="{FF2B5EF4-FFF2-40B4-BE49-F238E27FC236}">
                  <a16:creationId xmlns:a16="http://schemas.microsoft.com/office/drawing/2014/main" id="{9E5B00CB-CAB2-7A55-6C8E-01BC5ED40957}"/>
                </a:ext>
              </a:extLst>
            </p:cNvPr>
            <p:cNvGrpSpPr/>
            <p:nvPr/>
          </p:nvGrpSpPr>
          <p:grpSpPr>
            <a:xfrm>
              <a:off x="7331159" y="2318633"/>
              <a:ext cx="976395" cy="380486"/>
              <a:chOff x="7253205" y="2318632"/>
              <a:chExt cx="1123697" cy="437887"/>
            </a:xfrm>
          </p:grpSpPr>
          <p:grpSp>
            <p:nvGrpSpPr>
              <p:cNvPr id="89" name="グループ化 88">
                <a:extLst>
                  <a:ext uri="{FF2B5EF4-FFF2-40B4-BE49-F238E27FC236}">
                    <a16:creationId xmlns:a16="http://schemas.microsoft.com/office/drawing/2014/main" id="{13888FC9-9D44-F336-5C38-2302CAB42378}"/>
                  </a:ext>
                </a:extLst>
              </p:cNvPr>
              <p:cNvGrpSpPr/>
              <p:nvPr/>
            </p:nvGrpSpPr>
            <p:grpSpPr>
              <a:xfrm>
                <a:off x="7253205" y="2318632"/>
                <a:ext cx="432931" cy="437887"/>
                <a:chOff x="7836685" y="2042989"/>
                <a:chExt cx="534204" cy="540320"/>
              </a:xfrm>
            </p:grpSpPr>
            <p:sp>
              <p:nvSpPr>
                <p:cNvPr id="92" name="四角形: 角を丸くする 91">
                  <a:extLst>
                    <a:ext uri="{FF2B5EF4-FFF2-40B4-BE49-F238E27FC236}">
                      <a16:creationId xmlns:a16="http://schemas.microsoft.com/office/drawing/2014/main" id="{4852D526-60A6-B5E7-F642-6487EC7837BD}"/>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105" name="グラフィックス 104" descr="ユーザー 単色塗りつぶし">
                  <a:extLst>
                    <a:ext uri="{FF2B5EF4-FFF2-40B4-BE49-F238E27FC236}">
                      <a16:creationId xmlns:a16="http://schemas.microsoft.com/office/drawing/2014/main" id="{4E56CA08-AAAF-CEB1-82F0-2D1E57A96FC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836685" y="2049618"/>
                  <a:ext cx="533691" cy="533691"/>
                </a:xfrm>
                <a:prstGeom prst="rect">
                  <a:avLst/>
                </a:prstGeom>
              </p:spPr>
            </p:pic>
          </p:grpSp>
          <p:grpSp>
            <p:nvGrpSpPr>
              <p:cNvPr id="106" name="グループ化 105">
                <a:extLst>
                  <a:ext uri="{FF2B5EF4-FFF2-40B4-BE49-F238E27FC236}">
                    <a16:creationId xmlns:a16="http://schemas.microsoft.com/office/drawing/2014/main" id="{0498F28D-6312-E7FB-98DC-9D5243A4AA99}"/>
                  </a:ext>
                </a:extLst>
              </p:cNvPr>
              <p:cNvGrpSpPr/>
              <p:nvPr/>
            </p:nvGrpSpPr>
            <p:grpSpPr>
              <a:xfrm>
                <a:off x="7943971" y="2318632"/>
                <a:ext cx="432931" cy="437887"/>
                <a:chOff x="7836685" y="2042989"/>
                <a:chExt cx="534204" cy="540320"/>
              </a:xfrm>
            </p:grpSpPr>
            <p:sp>
              <p:nvSpPr>
                <p:cNvPr id="108" name="四角形: 角を丸くする 107">
                  <a:extLst>
                    <a:ext uri="{FF2B5EF4-FFF2-40B4-BE49-F238E27FC236}">
                      <a16:creationId xmlns:a16="http://schemas.microsoft.com/office/drawing/2014/main" id="{7099E9B7-BAB2-41A6-AC5B-0C9B053CF1CC}"/>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109" name="グラフィックス 108" descr="ユーザー 単色塗りつぶし">
                  <a:extLst>
                    <a:ext uri="{FF2B5EF4-FFF2-40B4-BE49-F238E27FC236}">
                      <a16:creationId xmlns:a16="http://schemas.microsoft.com/office/drawing/2014/main" id="{F05ED589-FB92-5964-04F6-96B001B6D1B5}"/>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836685" y="2049618"/>
                  <a:ext cx="533691" cy="533691"/>
                </a:xfrm>
                <a:prstGeom prst="rect">
                  <a:avLst/>
                </a:prstGeom>
              </p:spPr>
            </p:pic>
          </p:grpSp>
        </p:grpSp>
        <p:grpSp>
          <p:nvGrpSpPr>
            <p:cNvPr id="129" name="グループ化 128">
              <a:extLst>
                <a:ext uri="{FF2B5EF4-FFF2-40B4-BE49-F238E27FC236}">
                  <a16:creationId xmlns:a16="http://schemas.microsoft.com/office/drawing/2014/main" id="{059D9A22-2476-8FC9-AA7B-1E7F9B02CA92}"/>
                </a:ext>
              </a:extLst>
            </p:cNvPr>
            <p:cNvGrpSpPr/>
            <p:nvPr/>
          </p:nvGrpSpPr>
          <p:grpSpPr>
            <a:xfrm>
              <a:off x="7330798" y="5504597"/>
              <a:ext cx="976395" cy="876727"/>
              <a:chOff x="7331159" y="2318633"/>
              <a:chExt cx="976395" cy="876727"/>
            </a:xfrm>
          </p:grpSpPr>
          <p:grpSp>
            <p:nvGrpSpPr>
              <p:cNvPr id="130" name="グループ化 129">
                <a:extLst>
                  <a:ext uri="{FF2B5EF4-FFF2-40B4-BE49-F238E27FC236}">
                    <a16:creationId xmlns:a16="http://schemas.microsoft.com/office/drawing/2014/main" id="{865F5FDB-0CAE-C643-BC32-6544A77E02C6}"/>
                  </a:ext>
                </a:extLst>
              </p:cNvPr>
              <p:cNvGrpSpPr/>
              <p:nvPr/>
            </p:nvGrpSpPr>
            <p:grpSpPr>
              <a:xfrm>
                <a:off x="7331159" y="2318633"/>
                <a:ext cx="976395" cy="380486"/>
                <a:chOff x="7253205" y="2318632"/>
                <a:chExt cx="1123697" cy="437887"/>
              </a:xfrm>
            </p:grpSpPr>
            <p:grpSp>
              <p:nvGrpSpPr>
                <p:cNvPr id="134" name="グループ化 133">
                  <a:extLst>
                    <a:ext uri="{FF2B5EF4-FFF2-40B4-BE49-F238E27FC236}">
                      <a16:creationId xmlns:a16="http://schemas.microsoft.com/office/drawing/2014/main" id="{903A386E-6054-0EDA-8DC0-17CC41B03396}"/>
                    </a:ext>
                  </a:extLst>
                </p:cNvPr>
                <p:cNvGrpSpPr/>
                <p:nvPr/>
              </p:nvGrpSpPr>
              <p:grpSpPr>
                <a:xfrm>
                  <a:off x="7253205" y="2318632"/>
                  <a:ext cx="432931" cy="437887"/>
                  <a:chOff x="7836685" y="2042989"/>
                  <a:chExt cx="534204" cy="540320"/>
                </a:xfrm>
              </p:grpSpPr>
              <p:sp>
                <p:nvSpPr>
                  <p:cNvPr id="138" name="四角形: 角を丸くする 137">
                    <a:extLst>
                      <a:ext uri="{FF2B5EF4-FFF2-40B4-BE49-F238E27FC236}">
                        <a16:creationId xmlns:a16="http://schemas.microsoft.com/office/drawing/2014/main" id="{FC4F7230-1A9A-A5D5-F453-79FC4DA36B01}"/>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139" name="グラフィックス 138" descr="ユーザー 単色塗りつぶし">
                    <a:extLst>
                      <a:ext uri="{FF2B5EF4-FFF2-40B4-BE49-F238E27FC236}">
                        <a16:creationId xmlns:a16="http://schemas.microsoft.com/office/drawing/2014/main" id="{7335A04E-1337-AE8D-0630-DB2294C99577}"/>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836685" y="2049618"/>
                    <a:ext cx="533691" cy="533691"/>
                  </a:xfrm>
                  <a:prstGeom prst="rect">
                    <a:avLst/>
                  </a:prstGeom>
                </p:spPr>
              </p:pic>
            </p:grpSp>
            <p:grpSp>
              <p:nvGrpSpPr>
                <p:cNvPr id="135" name="グループ化 134">
                  <a:extLst>
                    <a:ext uri="{FF2B5EF4-FFF2-40B4-BE49-F238E27FC236}">
                      <a16:creationId xmlns:a16="http://schemas.microsoft.com/office/drawing/2014/main" id="{553D9732-CB71-11AA-4C4D-5C63A69D862E}"/>
                    </a:ext>
                  </a:extLst>
                </p:cNvPr>
                <p:cNvGrpSpPr/>
                <p:nvPr/>
              </p:nvGrpSpPr>
              <p:grpSpPr>
                <a:xfrm>
                  <a:off x="7943971" y="2318632"/>
                  <a:ext cx="432931" cy="437887"/>
                  <a:chOff x="7836685" y="2042989"/>
                  <a:chExt cx="534204" cy="540320"/>
                </a:xfrm>
              </p:grpSpPr>
              <p:sp>
                <p:nvSpPr>
                  <p:cNvPr id="136" name="四角形: 角を丸くする 135">
                    <a:extLst>
                      <a:ext uri="{FF2B5EF4-FFF2-40B4-BE49-F238E27FC236}">
                        <a16:creationId xmlns:a16="http://schemas.microsoft.com/office/drawing/2014/main" id="{99226B42-41EA-8DF9-7773-1D7D7D04FB72}"/>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137" name="グラフィックス 136" descr="ユーザー 単色塗りつぶし">
                    <a:extLst>
                      <a:ext uri="{FF2B5EF4-FFF2-40B4-BE49-F238E27FC236}">
                        <a16:creationId xmlns:a16="http://schemas.microsoft.com/office/drawing/2014/main" id="{CAADBDB5-2F6B-3586-41E9-9D2266E52D30}"/>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836685" y="2049618"/>
                    <a:ext cx="533691" cy="533691"/>
                  </a:xfrm>
                  <a:prstGeom prst="rect">
                    <a:avLst/>
                  </a:prstGeom>
                </p:spPr>
              </p:pic>
            </p:grpSp>
          </p:grpSp>
          <p:grpSp>
            <p:nvGrpSpPr>
              <p:cNvPr id="131" name="グループ化 130">
                <a:extLst>
                  <a:ext uri="{FF2B5EF4-FFF2-40B4-BE49-F238E27FC236}">
                    <a16:creationId xmlns:a16="http://schemas.microsoft.com/office/drawing/2014/main" id="{A079B741-EA69-E3C0-9621-3354CBDBCBF1}"/>
                  </a:ext>
                </a:extLst>
              </p:cNvPr>
              <p:cNvGrpSpPr/>
              <p:nvPr/>
            </p:nvGrpSpPr>
            <p:grpSpPr>
              <a:xfrm>
                <a:off x="7331159" y="2814874"/>
                <a:ext cx="376179" cy="380486"/>
                <a:chOff x="7836685" y="2042989"/>
                <a:chExt cx="534204" cy="540320"/>
              </a:xfrm>
            </p:grpSpPr>
            <p:sp>
              <p:nvSpPr>
                <p:cNvPr id="132" name="四角形: 角を丸くする 131">
                  <a:extLst>
                    <a:ext uri="{FF2B5EF4-FFF2-40B4-BE49-F238E27FC236}">
                      <a16:creationId xmlns:a16="http://schemas.microsoft.com/office/drawing/2014/main" id="{53E69674-16EE-25F3-81AB-DEF65C0367BA}"/>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133" name="グラフィックス 132" descr="ユーザー 単色塗りつぶし">
                  <a:extLst>
                    <a:ext uri="{FF2B5EF4-FFF2-40B4-BE49-F238E27FC236}">
                      <a16:creationId xmlns:a16="http://schemas.microsoft.com/office/drawing/2014/main" id="{8E1ED217-A580-360F-7D36-FFF539541B51}"/>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836685" y="2049618"/>
                  <a:ext cx="533691" cy="533691"/>
                </a:xfrm>
                <a:prstGeom prst="rect">
                  <a:avLst/>
                </a:prstGeom>
              </p:spPr>
            </p:pic>
          </p:grpSp>
        </p:grpSp>
      </p:grpSp>
      <p:grpSp>
        <p:nvGrpSpPr>
          <p:cNvPr id="169" name="グループ化 168">
            <a:extLst>
              <a:ext uri="{FF2B5EF4-FFF2-40B4-BE49-F238E27FC236}">
                <a16:creationId xmlns:a16="http://schemas.microsoft.com/office/drawing/2014/main" id="{F66355AC-D648-9F19-FB21-F4856D4B224F}"/>
              </a:ext>
            </a:extLst>
          </p:cNvPr>
          <p:cNvGrpSpPr/>
          <p:nvPr/>
        </p:nvGrpSpPr>
        <p:grpSpPr>
          <a:xfrm>
            <a:off x="3681191" y="1595805"/>
            <a:ext cx="2952732" cy="4902589"/>
            <a:chOff x="3839812" y="1595805"/>
            <a:chExt cx="2952732" cy="4902589"/>
          </a:xfrm>
        </p:grpSpPr>
        <p:grpSp>
          <p:nvGrpSpPr>
            <p:cNvPr id="2" name="グループ化 1">
              <a:extLst>
                <a:ext uri="{FF2B5EF4-FFF2-40B4-BE49-F238E27FC236}">
                  <a16:creationId xmlns:a16="http://schemas.microsoft.com/office/drawing/2014/main" id="{16A39227-DB3F-8AAE-D784-AD3BDE24E626}"/>
                </a:ext>
              </a:extLst>
            </p:cNvPr>
            <p:cNvGrpSpPr/>
            <p:nvPr/>
          </p:nvGrpSpPr>
          <p:grpSpPr>
            <a:xfrm>
              <a:off x="3839812" y="1595805"/>
              <a:ext cx="2944827" cy="1741602"/>
              <a:chOff x="2665682" y="1604645"/>
              <a:chExt cx="1827568" cy="1080843"/>
            </a:xfrm>
          </p:grpSpPr>
          <p:sp>
            <p:nvSpPr>
              <p:cNvPr id="19" name="四角形: 角を丸くする 18">
                <a:extLst>
                  <a:ext uri="{FF2B5EF4-FFF2-40B4-BE49-F238E27FC236}">
                    <a16:creationId xmlns:a16="http://schemas.microsoft.com/office/drawing/2014/main" id="{C4725EF4-E847-1598-97D1-70DDAE6A7BE3}"/>
                  </a:ext>
                </a:extLst>
              </p:cNvPr>
              <p:cNvSpPr/>
              <p:nvPr/>
            </p:nvSpPr>
            <p:spPr>
              <a:xfrm>
                <a:off x="2665682" y="1604645"/>
                <a:ext cx="1822662" cy="1080843"/>
              </a:xfrm>
              <a:prstGeom prst="roundRect">
                <a:avLst/>
              </a:prstGeom>
              <a:blipFill>
                <a:blip r:embed="rId7">
                  <a:extLst>
                    <a:ext uri="{BEBA8EAE-BF5A-486C-A8C5-ECC9F3942E4B}">
                      <a14:imgProps xmlns:a14="http://schemas.microsoft.com/office/drawing/2010/main">
                        <a14:imgLayer r:embed="rId8">
                          <a14:imgEffect>
                            <a14:brightnessContrast bright="40000" contrast="-40000"/>
                          </a14:imgEffect>
                        </a14:imgLayer>
                      </a14:imgProps>
                    </a:ext>
                  </a:extLst>
                </a:blip>
                <a:stretch>
                  <a:fillRect/>
                </a:stretch>
              </a:blipFill>
              <a:ln w="38100">
                <a:noFill/>
                <a:prstDash val="solid"/>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3" name="四角形: 上の 2 つの角を丸める 92">
                <a:extLst>
                  <a:ext uri="{FF2B5EF4-FFF2-40B4-BE49-F238E27FC236}">
                    <a16:creationId xmlns:a16="http://schemas.microsoft.com/office/drawing/2014/main" id="{721155D6-E6C3-4BE3-2508-57700912217A}"/>
                  </a:ext>
                </a:extLst>
              </p:cNvPr>
              <p:cNvSpPr/>
              <p:nvPr/>
            </p:nvSpPr>
            <p:spPr>
              <a:xfrm>
                <a:off x="2670588" y="1616094"/>
                <a:ext cx="1822662" cy="369346"/>
              </a:xfrm>
              <a:prstGeom prst="round2SameRect">
                <a:avLst>
                  <a:gd name="adj1" fmla="val 49508"/>
                  <a:gd name="adj2" fmla="val 0"/>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94" name="テキスト ボックス 93">
                <a:extLst>
                  <a:ext uri="{FF2B5EF4-FFF2-40B4-BE49-F238E27FC236}">
                    <a16:creationId xmlns:a16="http://schemas.microsoft.com/office/drawing/2014/main" id="{2595A658-D781-C1EE-35A7-8EADF1E5419A}"/>
                  </a:ext>
                </a:extLst>
              </p:cNvPr>
              <p:cNvSpPr txBox="1"/>
              <p:nvPr/>
            </p:nvSpPr>
            <p:spPr>
              <a:xfrm>
                <a:off x="2742021" y="1670333"/>
                <a:ext cx="410266" cy="286511"/>
              </a:xfrm>
              <a:prstGeom prst="rect">
                <a:avLst/>
              </a:prstGeom>
              <a:noFill/>
            </p:spPr>
            <p:txBody>
              <a:bodyPr wrap="square">
                <a:spAutoFit/>
              </a:bodyPr>
              <a:lstStyle/>
              <a:p>
                <a:pPr algn="ctr"/>
                <a:r>
                  <a:rPr lang="en-US" altLang="ja-JP" sz="2000">
                    <a:solidFill>
                      <a:schemeClr val="accent6">
                        <a:lumMod val="75000"/>
                      </a:schemeClr>
                    </a:solidFill>
                    <a:latin typeface="原稿用標準書体" panose="03000503000000000000" pitchFamily="66" charset="-128"/>
                    <a:ea typeface="原稿用標準書体" panose="03000503000000000000" pitchFamily="66" charset="-128"/>
                  </a:rPr>
                  <a:t>Lv</a:t>
                </a:r>
                <a:r>
                  <a:rPr lang="en-US" altLang="ja-JP" sz="2400">
                    <a:solidFill>
                      <a:schemeClr val="accent6">
                        <a:lumMod val="75000"/>
                      </a:schemeClr>
                    </a:solidFill>
                    <a:latin typeface="原稿用標準書体" panose="03000503000000000000" pitchFamily="66" charset="-128"/>
                    <a:ea typeface="原稿用標準書体" panose="03000503000000000000" pitchFamily="66" charset="-128"/>
                  </a:rPr>
                  <a:t>0</a:t>
                </a:r>
                <a:endParaRPr kumimoji="1" lang="ja-JP" altLang="en-US" sz="20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95" name="テキスト ボックス 94">
                <a:extLst>
                  <a:ext uri="{FF2B5EF4-FFF2-40B4-BE49-F238E27FC236}">
                    <a16:creationId xmlns:a16="http://schemas.microsoft.com/office/drawing/2014/main" id="{C10DD5D4-B59E-5432-6EAA-D75265CBBBBF}"/>
                  </a:ext>
                </a:extLst>
              </p:cNvPr>
              <p:cNvSpPr txBox="1"/>
              <p:nvPr/>
            </p:nvSpPr>
            <p:spPr>
              <a:xfrm>
                <a:off x="3661713" y="1685722"/>
                <a:ext cx="733012" cy="248309"/>
              </a:xfrm>
              <a:prstGeom prst="rect">
                <a:avLst/>
              </a:prstGeom>
              <a:noFill/>
            </p:spPr>
            <p:txBody>
              <a:bodyPr wrap="square">
                <a:spAutoFit/>
              </a:bodyPr>
              <a:lstStyle/>
              <a:p>
                <a:r>
                  <a:rPr lang="ja-JP" altLang="en-US" sz="2000">
                    <a:solidFill>
                      <a:schemeClr val="accent6">
                        <a:lumMod val="75000"/>
                      </a:schemeClr>
                    </a:solidFill>
                    <a:latin typeface="原稿用標準書体" panose="03000503000000000000" pitchFamily="66" charset="-128"/>
                    <a:ea typeface="原稿用標準書体" panose="03000503000000000000" pitchFamily="66" charset="-128"/>
                  </a:rPr>
                  <a:t>部屋名</a:t>
                </a:r>
                <a:endParaRPr kumimoji="1" lang="ja-JP" altLang="en-US" sz="20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grpSp>
          <p:nvGrpSpPr>
            <p:cNvPr id="28" name="グループ化 27">
              <a:extLst>
                <a:ext uri="{FF2B5EF4-FFF2-40B4-BE49-F238E27FC236}">
                  <a16:creationId xmlns:a16="http://schemas.microsoft.com/office/drawing/2014/main" id="{5A4F21B3-567A-C6B7-1799-3B832C2378FF}"/>
                </a:ext>
              </a:extLst>
            </p:cNvPr>
            <p:cNvGrpSpPr/>
            <p:nvPr/>
          </p:nvGrpSpPr>
          <p:grpSpPr>
            <a:xfrm>
              <a:off x="3847717" y="4756792"/>
              <a:ext cx="2944827" cy="1741602"/>
              <a:chOff x="2665682" y="1604645"/>
              <a:chExt cx="1827568" cy="1080843"/>
            </a:xfrm>
          </p:grpSpPr>
          <p:sp>
            <p:nvSpPr>
              <p:cNvPr id="29" name="四角形: 角を丸くする 28">
                <a:extLst>
                  <a:ext uri="{FF2B5EF4-FFF2-40B4-BE49-F238E27FC236}">
                    <a16:creationId xmlns:a16="http://schemas.microsoft.com/office/drawing/2014/main" id="{1FDDCA10-E8AD-5D6A-C1A1-4BD7615B07DA}"/>
                  </a:ext>
                </a:extLst>
              </p:cNvPr>
              <p:cNvSpPr/>
              <p:nvPr/>
            </p:nvSpPr>
            <p:spPr>
              <a:xfrm>
                <a:off x="2665682" y="1604645"/>
                <a:ext cx="1822662" cy="1080843"/>
              </a:xfrm>
              <a:prstGeom prst="roundRect">
                <a:avLst/>
              </a:prstGeom>
              <a:blipFill>
                <a:blip r:embed="rId7">
                  <a:extLst>
                    <a:ext uri="{BEBA8EAE-BF5A-486C-A8C5-ECC9F3942E4B}">
                      <a14:imgProps xmlns:a14="http://schemas.microsoft.com/office/drawing/2010/main">
                        <a14:imgLayer r:embed="rId8">
                          <a14:imgEffect>
                            <a14:brightnessContrast bright="40000" contrast="-40000"/>
                          </a14:imgEffect>
                        </a14:imgLayer>
                      </a14:imgProps>
                    </a:ext>
                  </a:extLst>
                </a:blip>
                <a:stretch>
                  <a:fillRect/>
                </a:stretch>
              </a:blipFill>
              <a:ln w="38100">
                <a:noFill/>
                <a:prstDash val="solid"/>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0" name="四角形: 上の 2 つの角を丸める 29">
                <a:extLst>
                  <a:ext uri="{FF2B5EF4-FFF2-40B4-BE49-F238E27FC236}">
                    <a16:creationId xmlns:a16="http://schemas.microsoft.com/office/drawing/2014/main" id="{0E59E25E-2D9B-C428-D01A-1F3A1BCAEFB1}"/>
                  </a:ext>
                </a:extLst>
              </p:cNvPr>
              <p:cNvSpPr/>
              <p:nvPr/>
            </p:nvSpPr>
            <p:spPr>
              <a:xfrm>
                <a:off x="2670588" y="1616094"/>
                <a:ext cx="1822662" cy="369346"/>
              </a:xfrm>
              <a:prstGeom prst="round2SameRect">
                <a:avLst>
                  <a:gd name="adj1" fmla="val 49508"/>
                  <a:gd name="adj2" fmla="val 0"/>
                </a:avLst>
              </a:prstGeom>
              <a:solidFill>
                <a:schemeClr val="accent2">
                  <a:lumMod val="40000"/>
                  <a:lumOff val="6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31" name="テキスト ボックス 30">
                <a:extLst>
                  <a:ext uri="{FF2B5EF4-FFF2-40B4-BE49-F238E27FC236}">
                    <a16:creationId xmlns:a16="http://schemas.microsoft.com/office/drawing/2014/main" id="{99045BEB-A3FF-429B-F5E4-3211F13AB3C9}"/>
                  </a:ext>
                </a:extLst>
              </p:cNvPr>
              <p:cNvSpPr txBox="1"/>
              <p:nvPr/>
            </p:nvSpPr>
            <p:spPr>
              <a:xfrm>
                <a:off x="2742021" y="1670333"/>
                <a:ext cx="410266" cy="286511"/>
              </a:xfrm>
              <a:prstGeom prst="rect">
                <a:avLst/>
              </a:prstGeom>
              <a:noFill/>
            </p:spPr>
            <p:txBody>
              <a:bodyPr wrap="square">
                <a:spAutoFit/>
              </a:bodyPr>
              <a:lstStyle/>
              <a:p>
                <a:pPr algn="ctr"/>
                <a:r>
                  <a:rPr lang="en-US" altLang="ja-JP" sz="2000">
                    <a:solidFill>
                      <a:schemeClr val="accent6">
                        <a:lumMod val="75000"/>
                      </a:schemeClr>
                    </a:solidFill>
                    <a:latin typeface="原稿用標準書体" panose="03000503000000000000" pitchFamily="66" charset="-128"/>
                    <a:ea typeface="原稿用標準書体" panose="03000503000000000000" pitchFamily="66" charset="-128"/>
                  </a:rPr>
                  <a:t>Lv</a:t>
                </a:r>
                <a:r>
                  <a:rPr lang="en-US" altLang="ja-JP" sz="2400">
                    <a:solidFill>
                      <a:schemeClr val="accent6">
                        <a:lumMod val="75000"/>
                      </a:schemeClr>
                    </a:solidFill>
                    <a:latin typeface="原稿用標準書体" panose="03000503000000000000" pitchFamily="66" charset="-128"/>
                    <a:ea typeface="原稿用標準書体" panose="03000503000000000000" pitchFamily="66" charset="-128"/>
                  </a:rPr>
                  <a:t>1</a:t>
                </a:r>
                <a:endParaRPr kumimoji="1" lang="ja-JP" altLang="en-US" sz="20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32" name="テキスト ボックス 31">
                <a:extLst>
                  <a:ext uri="{FF2B5EF4-FFF2-40B4-BE49-F238E27FC236}">
                    <a16:creationId xmlns:a16="http://schemas.microsoft.com/office/drawing/2014/main" id="{EF992C51-140C-EF25-0E13-C7EB7920791F}"/>
                  </a:ext>
                </a:extLst>
              </p:cNvPr>
              <p:cNvSpPr txBox="1"/>
              <p:nvPr/>
            </p:nvSpPr>
            <p:spPr>
              <a:xfrm>
                <a:off x="3661713" y="1685722"/>
                <a:ext cx="733012" cy="248309"/>
              </a:xfrm>
              <a:prstGeom prst="rect">
                <a:avLst/>
              </a:prstGeom>
              <a:noFill/>
            </p:spPr>
            <p:txBody>
              <a:bodyPr wrap="square">
                <a:spAutoFit/>
              </a:bodyPr>
              <a:lstStyle/>
              <a:p>
                <a:r>
                  <a:rPr lang="ja-JP" altLang="en-US" sz="2000">
                    <a:solidFill>
                      <a:schemeClr val="accent6">
                        <a:lumMod val="75000"/>
                      </a:schemeClr>
                    </a:solidFill>
                    <a:latin typeface="原稿用標準書体" panose="03000503000000000000" pitchFamily="66" charset="-128"/>
                    <a:ea typeface="原稿用標準書体" panose="03000503000000000000" pitchFamily="66" charset="-128"/>
                  </a:rPr>
                  <a:t>部屋名</a:t>
                </a:r>
                <a:endParaRPr kumimoji="1" lang="ja-JP" altLang="en-US" sz="20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sp>
          <p:nvSpPr>
            <p:cNvPr id="35" name="矢印: 下 34">
              <a:extLst>
                <a:ext uri="{FF2B5EF4-FFF2-40B4-BE49-F238E27FC236}">
                  <a16:creationId xmlns:a16="http://schemas.microsoft.com/office/drawing/2014/main" id="{4E435EF2-7F8E-35A6-4928-5020D112D184}"/>
                </a:ext>
              </a:extLst>
            </p:cNvPr>
            <p:cNvSpPr/>
            <p:nvPr/>
          </p:nvSpPr>
          <p:spPr>
            <a:xfrm>
              <a:off x="5081767" y="3348032"/>
              <a:ext cx="484632" cy="1408759"/>
            </a:xfrm>
            <a:prstGeom prst="downArrow">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157" name="グループ化 156">
              <a:extLst>
                <a:ext uri="{FF2B5EF4-FFF2-40B4-BE49-F238E27FC236}">
                  <a16:creationId xmlns:a16="http://schemas.microsoft.com/office/drawing/2014/main" id="{88ED4A1E-2CFE-FEE5-291F-17EED2223EC9}"/>
                </a:ext>
              </a:extLst>
            </p:cNvPr>
            <p:cNvGrpSpPr/>
            <p:nvPr/>
          </p:nvGrpSpPr>
          <p:grpSpPr>
            <a:xfrm>
              <a:off x="4286951" y="2407984"/>
              <a:ext cx="2057865" cy="744359"/>
              <a:chOff x="4286951" y="2407984"/>
              <a:chExt cx="2057865" cy="744359"/>
            </a:xfrm>
          </p:grpSpPr>
          <p:grpSp>
            <p:nvGrpSpPr>
              <p:cNvPr id="140" name="グループ化 139">
                <a:extLst>
                  <a:ext uri="{FF2B5EF4-FFF2-40B4-BE49-F238E27FC236}">
                    <a16:creationId xmlns:a16="http://schemas.microsoft.com/office/drawing/2014/main" id="{314D5D32-907A-0609-CAD2-49B2CE0C589E}"/>
                  </a:ext>
                </a:extLst>
              </p:cNvPr>
              <p:cNvGrpSpPr/>
              <p:nvPr/>
            </p:nvGrpSpPr>
            <p:grpSpPr>
              <a:xfrm flipV="1">
                <a:off x="4286951" y="2407984"/>
                <a:ext cx="2057865" cy="744359"/>
                <a:chOff x="1063284" y="2005017"/>
                <a:chExt cx="2372751" cy="1697124"/>
              </a:xfrm>
            </p:grpSpPr>
            <p:sp>
              <p:nvSpPr>
                <p:cNvPr id="141" name="四角形: 上の 2 つの角を丸める 140">
                  <a:extLst>
                    <a:ext uri="{FF2B5EF4-FFF2-40B4-BE49-F238E27FC236}">
                      <a16:creationId xmlns:a16="http://schemas.microsoft.com/office/drawing/2014/main" id="{9E4E93FE-AFBA-C89F-F0A5-D61B2A908506}"/>
                    </a:ext>
                  </a:extLst>
                </p:cNvPr>
                <p:cNvSpPr/>
                <p:nvPr/>
              </p:nvSpPr>
              <p:spPr>
                <a:xfrm>
                  <a:off x="1063284" y="2005017"/>
                  <a:ext cx="2372751" cy="844263"/>
                </a:xfrm>
                <a:prstGeom prst="round2SameRect">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latin typeface="原稿用標準書体" panose="03000503000000000000" pitchFamily="66" charset="-128"/>
                    <a:ea typeface="原稿用標準書体" panose="03000503000000000000" pitchFamily="66" charset="-128"/>
                  </a:endParaRPr>
                </a:p>
              </p:txBody>
            </p:sp>
            <p:sp>
              <p:nvSpPr>
                <p:cNvPr id="142" name="四角形: 上の 2 つの角を丸める 141">
                  <a:extLst>
                    <a:ext uri="{FF2B5EF4-FFF2-40B4-BE49-F238E27FC236}">
                      <a16:creationId xmlns:a16="http://schemas.microsoft.com/office/drawing/2014/main" id="{4FD809E3-B482-D64A-B328-A5047DFED7C9}"/>
                    </a:ext>
                  </a:extLst>
                </p:cNvPr>
                <p:cNvSpPr/>
                <p:nvPr/>
              </p:nvSpPr>
              <p:spPr>
                <a:xfrm flipV="1">
                  <a:off x="1063284" y="2857878"/>
                  <a:ext cx="2372751" cy="844263"/>
                </a:xfrm>
                <a:prstGeom prst="round2SameRect">
                  <a:avLst>
                    <a:gd name="adj1" fmla="val 12104"/>
                    <a:gd name="adj2" fmla="val 0"/>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latin typeface="原稿用標準書体" panose="03000503000000000000" pitchFamily="66" charset="-128"/>
                    <a:ea typeface="原稿用標準書体" panose="03000503000000000000" pitchFamily="66" charset="-128"/>
                  </a:endParaRPr>
                </a:p>
              </p:txBody>
            </p:sp>
          </p:grpSp>
          <p:sp>
            <p:nvSpPr>
              <p:cNvPr id="145" name="テキスト ボックス 144">
                <a:extLst>
                  <a:ext uri="{FF2B5EF4-FFF2-40B4-BE49-F238E27FC236}">
                    <a16:creationId xmlns:a16="http://schemas.microsoft.com/office/drawing/2014/main" id="{75D53ADA-9929-8222-57FA-78199F06B33B}"/>
                  </a:ext>
                </a:extLst>
              </p:cNvPr>
              <p:cNvSpPr txBox="1"/>
              <p:nvPr/>
            </p:nvSpPr>
            <p:spPr>
              <a:xfrm>
                <a:off x="5119090" y="2796111"/>
                <a:ext cx="1140543" cy="338554"/>
              </a:xfrm>
              <a:prstGeom prst="rect">
                <a:avLst/>
              </a:prstGeom>
              <a:noFill/>
            </p:spPr>
            <p:txBody>
              <a:bodyPr wrap="square">
                <a:spAutoFit/>
              </a:bodyPr>
              <a:lstStyle/>
              <a:p>
                <a:r>
                  <a:rPr lang="en-US" altLang="ja-JP" sz="1600">
                    <a:solidFill>
                      <a:schemeClr val="accent6"/>
                    </a:solidFill>
                    <a:latin typeface="原稿用標準書体" panose="03000503000000000000" pitchFamily="66" charset="-128"/>
                    <a:ea typeface="原稿用標準書体" panose="03000503000000000000" pitchFamily="66" charset="-128"/>
                  </a:rPr>
                  <a:t>:00000000</a:t>
                </a:r>
                <a:endParaRPr kumimoji="1" lang="ja-JP" altLang="en-US" sz="1600">
                  <a:solidFill>
                    <a:schemeClr val="accent6"/>
                  </a:solidFill>
                  <a:latin typeface="原稿用標準書体" panose="03000503000000000000" pitchFamily="66" charset="-128"/>
                  <a:ea typeface="原稿用標準書体" panose="03000503000000000000" pitchFamily="66" charset="-128"/>
                </a:endParaRPr>
              </a:p>
            </p:txBody>
          </p:sp>
          <p:sp>
            <p:nvSpPr>
              <p:cNvPr id="146" name="テキスト ボックス 145">
                <a:extLst>
                  <a:ext uri="{FF2B5EF4-FFF2-40B4-BE49-F238E27FC236}">
                    <a16:creationId xmlns:a16="http://schemas.microsoft.com/office/drawing/2014/main" id="{929BFD1C-5BEF-6CB3-1CFF-1B8BF5694B05}"/>
                  </a:ext>
                </a:extLst>
              </p:cNvPr>
              <p:cNvSpPr txBox="1"/>
              <p:nvPr/>
            </p:nvSpPr>
            <p:spPr>
              <a:xfrm>
                <a:off x="5119092" y="2422821"/>
                <a:ext cx="1140541" cy="338554"/>
              </a:xfrm>
              <a:prstGeom prst="rect">
                <a:avLst/>
              </a:prstGeom>
              <a:noFill/>
            </p:spPr>
            <p:txBody>
              <a:bodyPr wrap="square">
                <a:spAutoFit/>
              </a:bodyPr>
              <a:lstStyle/>
              <a:p>
                <a:r>
                  <a:rPr lang="en-US" altLang="ja-JP" sz="1600">
                    <a:solidFill>
                      <a:schemeClr val="bg1">
                        <a:lumMod val="95000"/>
                      </a:schemeClr>
                    </a:solidFill>
                    <a:latin typeface="原稿用標準書体" panose="03000503000000000000" pitchFamily="66" charset="-128"/>
                    <a:ea typeface="原稿用標準書体" panose="03000503000000000000" pitchFamily="66" charset="-128"/>
                  </a:rPr>
                  <a:t>:00000000</a:t>
                </a:r>
                <a:endParaRPr lang="ja-JP" altLang="en-US" sz="1600">
                  <a:solidFill>
                    <a:schemeClr val="bg1">
                      <a:lumMod val="95000"/>
                    </a:schemeClr>
                  </a:solidFill>
                  <a:latin typeface="原稿用標準書体" panose="03000503000000000000" pitchFamily="66" charset="-128"/>
                  <a:ea typeface="原稿用標準書体" panose="03000503000000000000" pitchFamily="66" charset="-128"/>
                </a:endParaRPr>
              </a:p>
            </p:txBody>
          </p:sp>
          <p:pic>
            <p:nvPicPr>
              <p:cNvPr id="148" name="図 147">
                <a:extLst>
                  <a:ext uri="{FF2B5EF4-FFF2-40B4-BE49-F238E27FC236}">
                    <a16:creationId xmlns:a16="http://schemas.microsoft.com/office/drawing/2014/main" id="{A9B26180-F0F2-F414-2AB5-231EB6443C74}"/>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4419329" y="2838916"/>
                <a:ext cx="211173" cy="265195"/>
              </a:xfrm>
              <a:prstGeom prst="rect">
                <a:avLst/>
              </a:prstGeom>
            </p:spPr>
          </p:pic>
          <p:pic>
            <p:nvPicPr>
              <p:cNvPr id="152" name="図 151">
                <a:extLst>
                  <a:ext uri="{FF2B5EF4-FFF2-40B4-BE49-F238E27FC236}">
                    <a16:creationId xmlns:a16="http://schemas.microsoft.com/office/drawing/2014/main" id="{43F1C7C3-4A29-2200-E113-D734A1750104}"/>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4387840" y="2473712"/>
                <a:ext cx="255488" cy="253394"/>
              </a:xfrm>
              <a:prstGeom prst="rect">
                <a:avLst/>
              </a:prstGeom>
            </p:spPr>
          </p:pic>
          <p:sp>
            <p:nvSpPr>
              <p:cNvPr id="154" name="テキスト ボックス 153">
                <a:extLst>
                  <a:ext uri="{FF2B5EF4-FFF2-40B4-BE49-F238E27FC236}">
                    <a16:creationId xmlns:a16="http://schemas.microsoft.com/office/drawing/2014/main" id="{6ECDA14F-7839-DEAC-358D-A1A9724DF63E}"/>
                  </a:ext>
                </a:extLst>
              </p:cNvPr>
              <p:cNvSpPr txBox="1"/>
              <p:nvPr/>
            </p:nvSpPr>
            <p:spPr>
              <a:xfrm>
                <a:off x="4551841" y="2821594"/>
                <a:ext cx="759657"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獲得数</a:t>
                </a:r>
              </a:p>
            </p:txBody>
          </p:sp>
          <p:sp>
            <p:nvSpPr>
              <p:cNvPr id="156" name="テキスト ボックス 155">
                <a:extLst>
                  <a:ext uri="{FF2B5EF4-FFF2-40B4-BE49-F238E27FC236}">
                    <a16:creationId xmlns:a16="http://schemas.microsoft.com/office/drawing/2014/main" id="{46549ECB-A919-2635-B3CE-04F56FE01366}"/>
                  </a:ext>
                </a:extLst>
              </p:cNvPr>
              <p:cNvSpPr txBox="1"/>
              <p:nvPr/>
            </p:nvSpPr>
            <p:spPr>
              <a:xfrm>
                <a:off x="4551841" y="2451813"/>
                <a:ext cx="759657"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獲得数</a:t>
                </a:r>
              </a:p>
            </p:txBody>
          </p:sp>
        </p:grpSp>
        <p:grpSp>
          <p:nvGrpSpPr>
            <p:cNvPr id="158" name="グループ化 157">
              <a:extLst>
                <a:ext uri="{FF2B5EF4-FFF2-40B4-BE49-F238E27FC236}">
                  <a16:creationId xmlns:a16="http://schemas.microsoft.com/office/drawing/2014/main" id="{0CBCBDB1-BAC3-4D52-9106-B6B5330052FF}"/>
                </a:ext>
              </a:extLst>
            </p:cNvPr>
            <p:cNvGrpSpPr/>
            <p:nvPr/>
          </p:nvGrpSpPr>
          <p:grpSpPr>
            <a:xfrm>
              <a:off x="4286951" y="5573297"/>
              <a:ext cx="2057865" cy="744359"/>
              <a:chOff x="4286951" y="2407984"/>
              <a:chExt cx="2057865" cy="744359"/>
            </a:xfrm>
          </p:grpSpPr>
          <p:grpSp>
            <p:nvGrpSpPr>
              <p:cNvPr id="159" name="グループ化 158">
                <a:extLst>
                  <a:ext uri="{FF2B5EF4-FFF2-40B4-BE49-F238E27FC236}">
                    <a16:creationId xmlns:a16="http://schemas.microsoft.com/office/drawing/2014/main" id="{6273047A-DEA1-76DD-CA2B-2A89B6BCDF25}"/>
                  </a:ext>
                </a:extLst>
              </p:cNvPr>
              <p:cNvGrpSpPr/>
              <p:nvPr/>
            </p:nvGrpSpPr>
            <p:grpSpPr>
              <a:xfrm flipV="1">
                <a:off x="4286951" y="2407984"/>
                <a:ext cx="2057865" cy="744359"/>
                <a:chOff x="1063284" y="2005017"/>
                <a:chExt cx="2372751" cy="1697124"/>
              </a:xfrm>
            </p:grpSpPr>
            <p:sp>
              <p:nvSpPr>
                <p:cNvPr id="166" name="四角形: 上の 2 つの角を丸める 165">
                  <a:extLst>
                    <a:ext uri="{FF2B5EF4-FFF2-40B4-BE49-F238E27FC236}">
                      <a16:creationId xmlns:a16="http://schemas.microsoft.com/office/drawing/2014/main" id="{FD1AD508-8DA9-306E-55D7-E8D82387940B}"/>
                    </a:ext>
                  </a:extLst>
                </p:cNvPr>
                <p:cNvSpPr/>
                <p:nvPr/>
              </p:nvSpPr>
              <p:spPr>
                <a:xfrm>
                  <a:off x="1063284" y="2005017"/>
                  <a:ext cx="2372751" cy="844263"/>
                </a:xfrm>
                <a:prstGeom prst="round2SameRect">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latin typeface="原稿用標準書体" panose="03000503000000000000" pitchFamily="66" charset="-128"/>
                    <a:ea typeface="原稿用標準書体" panose="03000503000000000000" pitchFamily="66" charset="-128"/>
                  </a:endParaRPr>
                </a:p>
              </p:txBody>
            </p:sp>
            <p:sp>
              <p:nvSpPr>
                <p:cNvPr id="167" name="四角形: 上の 2 つの角を丸める 166">
                  <a:extLst>
                    <a:ext uri="{FF2B5EF4-FFF2-40B4-BE49-F238E27FC236}">
                      <a16:creationId xmlns:a16="http://schemas.microsoft.com/office/drawing/2014/main" id="{664A8441-B360-C92E-4A70-26B17C179B0C}"/>
                    </a:ext>
                  </a:extLst>
                </p:cNvPr>
                <p:cNvSpPr/>
                <p:nvPr/>
              </p:nvSpPr>
              <p:spPr>
                <a:xfrm flipV="1">
                  <a:off x="1063284" y="2857878"/>
                  <a:ext cx="2372751" cy="844263"/>
                </a:xfrm>
                <a:prstGeom prst="round2SameRect">
                  <a:avLst>
                    <a:gd name="adj1" fmla="val 12104"/>
                    <a:gd name="adj2" fmla="val 0"/>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latin typeface="原稿用標準書体" panose="03000503000000000000" pitchFamily="66" charset="-128"/>
                    <a:ea typeface="原稿用標準書体" panose="03000503000000000000" pitchFamily="66" charset="-128"/>
                  </a:endParaRPr>
                </a:p>
              </p:txBody>
            </p:sp>
          </p:grpSp>
          <p:sp>
            <p:nvSpPr>
              <p:cNvPr id="160" name="テキスト ボックス 159">
                <a:extLst>
                  <a:ext uri="{FF2B5EF4-FFF2-40B4-BE49-F238E27FC236}">
                    <a16:creationId xmlns:a16="http://schemas.microsoft.com/office/drawing/2014/main" id="{EA0CD054-05EB-3020-47C1-737C36F7E793}"/>
                  </a:ext>
                </a:extLst>
              </p:cNvPr>
              <p:cNvSpPr txBox="1"/>
              <p:nvPr/>
            </p:nvSpPr>
            <p:spPr>
              <a:xfrm>
                <a:off x="5119090" y="2796111"/>
                <a:ext cx="1140543" cy="338554"/>
              </a:xfrm>
              <a:prstGeom prst="rect">
                <a:avLst/>
              </a:prstGeom>
              <a:noFill/>
            </p:spPr>
            <p:txBody>
              <a:bodyPr wrap="square">
                <a:spAutoFit/>
              </a:bodyPr>
              <a:lstStyle/>
              <a:p>
                <a:r>
                  <a:rPr lang="en-US" altLang="ja-JP" sz="1600">
                    <a:solidFill>
                      <a:schemeClr val="accent6"/>
                    </a:solidFill>
                    <a:latin typeface="原稿用標準書体" panose="03000503000000000000" pitchFamily="66" charset="-128"/>
                    <a:ea typeface="原稿用標準書体" panose="03000503000000000000" pitchFamily="66" charset="-128"/>
                  </a:rPr>
                  <a:t>:00000000</a:t>
                </a:r>
                <a:endParaRPr kumimoji="1" lang="ja-JP" altLang="en-US" sz="1600">
                  <a:solidFill>
                    <a:schemeClr val="accent6"/>
                  </a:solidFill>
                  <a:latin typeface="原稿用標準書体" panose="03000503000000000000" pitchFamily="66" charset="-128"/>
                  <a:ea typeface="原稿用標準書体" panose="03000503000000000000" pitchFamily="66" charset="-128"/>
                </a:endParaRPr>
              </a:p>
            </p:txBody>
          </p:sp>
          <p:sp>
            <p:nvSpPr>
              <p:cNvPr id="161" name="テキスト ボックス 160">
                <a:extLst>
                  <a:ext uri="{FF2B5EF4-FFF2-40B4-BE49-F238E27FC236}">
                    <a16:creationId xmlns:a16="http://schemas.microsoft.com/office/drawing/2014/main" id="{0E28FF67-CDB6-649D-BB92-F23D9BC0BDE7}"/>
                  </a:ext>
                </a:extLst>
              </p:cNvPr>
              <p:cNvSpPr txBox="1"/>
              <p:nvPr/>
            </p:nvSpPr>
            <p:spPr>
              <a:xfrm>
                <a:off x="5119092" y="2422821"/>
                <a:ext cx="1140541" cy="338554"/>
              </a:xfrm>
              <a:prstGeom prst="rect">
                <a:avLst/>
              </a:prstGeom>
              <a:noFill/>
            </p:spPr>
            <p:txBody>
              <a:bodyPr wrap="square">
                <a:spAutoFit/>
              </a:bodyPr>
              <a:lstStyle/>
              <a:p>
                <a:r>
                  <a:rPr lang="en-US" altLang="ja-JP" sz="1600">
                    <a:solidFill>
                      <a:schemeClr val="bg1">
                        <a:lumMod val="95000"/>
                      </a:schemeClr>
                    </a:solidFill>
                    <a:latin typeface="原稿用標準書体" panose="03000503000000000000" pitchFamily="66" charset="-128"/>
                    <a:ea typeface="原稿用標準書体" panose="03000503000000000000" pitchFamily="66" charset="-128"/>
                  </a:rPr>
                  <a:t>:00000000</a:t>
                </a:r>
                <a:endParaRPr lang="ja-JP" altLang="en-US" sz="1600">
                  <a:solidFill>
                    <a:schemeClr val="bg1">
                      <a:lumMod val="95000"/>
                    </a:schemeClr>
                  </a:solidFill>
                  <a:latin typeface="原稿用標準書体" panose="03000503000000000000" pitchFamily="66" charset="-128"/>
                  <a:ea typeface="原稿用標準書体" panose="03000503000000000000" pitchFamily="66" charset="-128"/>
                </a:endParaRPr>
              </a:p>
            </p:txBody>
          </p:sp>
          <p:pic>
            <p:nvPicPr>
              <p:cNvPr id="162" name="図 161">
                <a:extLst>
                  <a:ext uri="{FF2B5EF4-FFF2-40B4-BE49-F238E27FC236}">
                    <a16:creationId xmlns:a16="http://schemas.microsoft.com/office/drawing/2014/main" id="{E01216A8-ABA3-009B-54CB-676F7F04057C}"/>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4419329" y="2838916"/>
                <a:ext cx="211173" cy="265195"/>
              </a:xfrm>
              <a:prstGeom prst="rect">
                <a:avLst/>
              </a:prstGeom>
            </p:spPr>
          </p:pic>
          <p:pic>
            <p:nvPicPr>
              <p:cNvPr id="163" name="図 162">
                <a:extLst>
                  <a:ext uri="{FF2B5EF4-FFF2-40B4-BE49-F238E27FC236}">
                    <a16:creationId xmlns:a16="http://schemas.microsoft.com/office/drawing/2014/main" id="{956618DA-CB35-EE1E-3000-AE46ED0162DD}"/>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4387840" y="2473712"/>
                <a:ext cx="255488" cy="253394"/>
              </a:xfrm>
              <a:prstGeom prst="rect">
                <a:avLst/>
              </a:prstGeom>
            </p:spPr>
          </p:pic>
          <p:sp>
            <p:nvSpPr>
              <p:cNvPr id="164" name="テキスト ボックス 163">
                <a:extLst>
                  <a:ext uri="{FF2B5EF4-FFF2-40B4-BE49-F238E27FC236}">
                    <a16:creationId xmlns:a16="http://schemas.microsoft.com/office/drawing/2014/main" id="{FB75CBF6-B0C7-42F9-F206-4FC6B368BAD6}"/>
                  </a:ext>
                </a:extLst>
              </p:cNvPr>
              <p:cNvSpPr txBox="1"/>
              <p:nvPr/>
            </p:nvSpPr>
            <p:spPr>
              <a:xfrm>
                <a:off x="4551841" y="2821594"/>
                <a:ext cx="759657"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獲得数</a:t>
                </a:r>
              </a:p>
            </p:txBody>
          </p:sp>
          <p:sp>
            <p:nvSpPr>
              <p:cNvPr id="165" name="テキスト ボックス 164">
                <a:extLst>
                  <a:ext uri="{FF2B5EF4-FFF2-40B4-BE49-F238E27FC236}">
                    <a16:creationId xmlns:a16="http://schemas.microsoft.com/office/drawing/2014/main" id="{0468DBDE-1906-C3C2-A1B0-2641B615536D}"/>
                  </a:ext>
                </a:extLst>
              </p:cNvPr>
              <p:cNvSpPr txBox="1"/>
              <p:nvPr/>
            </p:nvSpPr>
            <p:spPr>
              <a:xfrm>
                <a:off x="4551841" y="2451813"/>
                <a:ext cx="759657"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獲得数</a:t>
                </a:r>
              </a:p>
            </p:txBody>
          </p:sp>
        </p:grpSp>
      </p:grpSp>
      <p:grpSp>
        <p:nvGrpSpPr>
          <p:cNvPr id="170" name="グループ化 169">
            <a:extLst>
              <a:ext uri="{FF2B5EF4-FFF2-40B4-BE49-F238E27FC236}">
                <a16:creationId xmlns:a16="http://schemas.microsoft.com/office/drawing/2014/main" id="{B5FCF947-8C3B-8706-0928-13B875563B4E}"/>
              </a:ext>
            </a:extLst>
          </p:cNvPr>
          <p:cNvGrpSpPr/>
          <p:nvPr/>
        </p:nvGrpSpPr>
        <p:grpSpPr>
          <a:xfrm>
            <a:off x="3368124" y="3480836"/>
            <a:ext cx="5455753" cy="914400"/>
            <a:chOff x="3368124" y="3480836"/>
            <a:chExt cx="5455753" cy="914400"/>
          </a:xfrm>
        </p:grpSpPr>
        <p:sp>
          <p:nvSpPr>
            <p:cNvPr id="36" name="四角形: 角を丸くする 35">
              <a:extLst>
                <a:ext uri="{FF2B5EF4-FFF2-40B4-BE49-F238E27FC236}">
                  <a16:creationId xmlns:a16="http://schemas.microsoft.com/office/drawing/2014/main" id="{AA2F4199-0109-0CE2-BE05-589671056094}"/>
                </a:ext>
              </a:extLst>
            </p:cNvPr>
            <p:cNvSpPr/>
            <p:nvPr/>
          </p:nvSpPr>
          <p:spPr>
            <a:xfrm>
              <a:off x="3368124" y="3480836"/>
              <a:ext cx="5455753" cy="914400"/>
            </a:xfrm>
            <a:prstGeom prst="round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69" name="四角形: 角を丸くする 68">
              <a:extLst>
                <a:ext uri="{FF2B5EF4-FFF2-40B4-BE49-F238E27FC236}">
                  <a16:creationId xmlns:a16="http://schemas.microsoft.com/office/drawing/2014/main" id="{511D932C-0089-15D1-455E-6EC3252883D6}"/>
                </a:ext>
              </a:extLst>
            </p:cNvPr>
            <p:cNvSpPr/>
            <p:nvPr/>
          </p:nvSpPr>
          <p:spPr>
            <a:xfrm>
              <a:off x="6495533" y="3704434"/>
              <a:ext cx="1948277" cy="496239"/>
            </a:xfrm>
            <a:prstGeom prst="roundRect">
              <a:avLst/>
            </a:prstGeom>
            <a:solidFill>
              <a:schemeClr val="accent6"/>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強化</a:t>
              </a:r>
            </a:p>
          </p:txBody>
        </p:sp>
        <p:grpSp>
          <p:nvGrpSpPr>
            <p:cNvPr id="37" name="グループ化 36">
              <a:extLst>
                <a:ext uri="{FF2B5EF4-FFF2-40B4-BE49-F238E27FC236}">
                  <a16:creationId xmlns:a16="http://schemas.microsoft.com/office/drawing/2014/main" id="{3BA0C552-086D-72AB-075D-9B754C6BFF38}"/>
                </a:ext>
              </a:extLst>
            </p:cNvPr>
            <p:cNvGrpSpPr/>
            <p:nvPr/>
          </p:nvGrpSpPr>
          <p:grpSpPr>
            <a:xfrm>
              <a:off x="3741384" y="3738168"/>
              <a:ext cx="2273449" cy="438046"/>
              <a:chOff x="6437296" y="3453482"/>
              <a:chExt cx="2273449" cy="438046"/>
            </a:xfrm>
          </p:grpSpPr>
          <p:grpSp>
            <p:nvGrpSpPr>
              <p:cNvPr id="38" name="グループ化 37">
                <a:extLst>
                  <a:ext uri="{FF2B5EF4-FFF2-40B4-BE49-F238E27FC236}">
                    <a16:creationId xmlns:a16="http://schemas.microsoft.com/office/drawing/2014/main" id="{B2E8BE86-C959-D69D-7384-EBC270785983}"/>
                  </a:ext>
                </a:extLst>
              </p:cNvPr>
              <p:cNvGrpSpPr/>
              <p:nvPr/>
            </p:nvGrpSpPr>
            <p:grpSpPr>
              <a:xfrm>
                <a:off x="6437296" y="3453482"/>
                <a:ext cx="2273449" cy="438046"/>
                <a:chOff x="4890326" y="3796691"/>
                <a:chExt cx="2273449" cy="438046"/>
              </a:xfrm>
            </p:grpSpPr>
            <p:sp>
              <p:nvSpPr>
                <p:cNvPr id="51" name="四角形: 角を丸くする 50">
                  <a:extLst>
                    <a:ext uri="{FF2B5EF4-FFF2-40B4-BE49-F238E27FC236}">
                      <a16:creationId xmlns:a16="http://schemas.microsoft.com/office/drawing/2014/main" id="{6FDC3868-50FD-3F25-2503-FBA754DB1763}"/>
                    </a:ext>
                  </a:extLst>
                </p:cNvPr>
                <p:cNvSpPr/>
                <p:nvPr/>
              </p:nvSpPr>
              <p:spPr>
                <a:xfrm>
                  <a:off x="4890326" y="3796691"/>
                  <a:ext cx="1047209" cy="438046"/>
                </a:xfrm>
                <a:prstGeom prst="round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8" name="テキスト ボックス 57">
                  <a:extLst>
                    <a:ext uri="{FF2B5EF4-FFF2-40B4-BE49-F238E27FC236}">
                      <a16:creationId xmlns:a16="http://schemas.microsoft.com/office/drawing/2014/main" id="{FDB2C213-5A50-6591-DA72-F49C36494D86}"/>
                    </a:ext>
                  </a:extLst>
                </p:cNvPr>
                <p:cNvSpPr txBox="1"/>
                <p:nvPr/>
              </p:nvSpPr>
              <p:spPr>
                <a:xfrm>
                  <a:off x="5068663" y="3877215"/>
                  <a:ext cx="1039469"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消費数</a:t>
                  </a:r>
                </a:p>
              </p:txBody>
            </p:sp>
            <p:sp>
              <p:nvSpPr>
                <p:cNvPr id="59" name="テキスト ボックス 58">
                  <a:extLst>
                    <a:ext uri="{FF2B5EF4-FFF2-40B4-BE49-F238E27FC236}">
                      <a16:creationId xmlns:a16="http://schemas.microsoft.com/office/drawing/2014/main" id="{8219DC31-C62E-F3B0-EC34-FE3F6F825459}"/>
                    </a:ext>
                  </a:extLst>
                </p:cNvPr>
                <p:cNvSpPr txBox="1"/>
                <p:nvPr/>
              </p:nvSpPr>
              <p:spPr>
                <a:xfrm>
                  <a:off x="6001316" y="3846437"/>
                  <a:ext cx="1162459" cy="338554"/>
                </a:xfrm>
                <a:prstGeom prst="rect">
                  <a:avLst/>
                </a:prstGeom>
                <a:noFill/>
              </p:spPr>
              <p:txBody>
                <a:bodyPr wrap="square" rtlCol="0">
                  <a:spAutoFit/>
                </a:bodyPr>
                <a:lstStyle/>
                <a:p>
                  <a:pPr algn="ctr"/>
                  <a:r>
                    <a:rPr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000000000</a:t>
                  </a:r>
                  <a:endPar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39" name="グループ化 38">
                <a:extLst>
                  <a:ext uri="{FF2B5EF4-FFF2-40B4-BE49-F238E27FC236}">
                    <a16:creationId xmlns:a16="http://schemas.microsoft.com/office/drawing/2014/main" id="{88F8F37E-8B95-3368-37BF-25B5965A1D31}"/>
                  </a:ext>
                </a:extLst>
              </p:cNvPr>
              <p:cNvGrpSpPr/>
              <p:nvPr/>
            </p:nvGrpSpPr>
            <p:grpSpPr>
              <a:xfrm>
                <a:off x="6543645" y="3540774"/>
                <a:ext cx="211026" cy="279530"/>
                <a:chOff x="8604191" y="699940"/>
                <a:chExt cx="211026" cy="279530"/>
              </a:xfrm>
            </p:grpSpPr>
            <p:grpSp>
              <p:nvGrpSpPr>
                <p:cNvPr id="40" name="グループ化 39">
                  <a:extLst>
                    <a:ext uri="{FF2B5EF4-FFF2-40B4-BE49-F238E27FC236}">
                      <a16:creationId xmlns:a16="http://schemas.microsoft.com/office/drawing/2014/main" id="{ED4CC97B-EACA-2340-C9CF-BEDE944A7DC7}"/>
                    </a:ext>
                  </a:extLst>
                </p:cNvPr>
                <p:cNvGrpSpPr/>
                <p:nvPr/>
              </p:nvGrpSpPr>
              <p:grpSpPr>
                <a:xfrm>
                  <a:off x="8604191" y="699940"/>
                  <a:ext cx="211026" cy="279530"/>
                  <a:chOff x="8604191" y="672399"/>
                  <a:chExt cx="211026" cy="279530"/>
                </a:xfrm>
              </p:grpSpPr>
              <p:cxnSp>
                <p:nvCxnSpPr>
                  <p:cNvPr id="43" name="コネクタ: カギ線 42">
                    <a:extLst>
                      <a:ext uri="{FF2B5EF4-FFF2-40B4-BE49-F238E27FC236}">
                        <a16:creationId xmlns:a16="http://schemas.microsoft.com/office/drawing/2014/main" id="{AC8AE848-F10E-CDA7-43DD-C4161E1DC274}"/>
                      </a:ext>
                    </a:extLst>
                  </p:cNvPr>
                  <p:cNvCxnSpPr>
                    <a:cxnSpLocks/>
                  </p:cNvCxnSpPr>
                  <p:nvPr/>
                </p:nvCxnSpPr>
                <p:spPr>
                  <a:xfrm rot="16200000" flipH="1">
                    <a:off x="8604191" y="740903"/>
                    <a:ext cx="211026" cy="211026"/>
                  </a:xfrm>
                  <a:prstGeom prst="bentConnector3">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44" name="直線コネクタ 43">
                    <a:extLst>
                      <a:ext uri="{FF2B5EF4-FFF2-40B4-BE49-F238E27FC236}">
                        <a16:creationId xmlns:a16="http://schemas.microsoft.com/office/drawing/2014/main" id="{9CD87278-F0D1-313C-D22C-AC39688C909B}"/>
                      </a:ext>
                    </a:extLst>
                  </p:cNvPr>
                  <p:cNvCxnSpPr>
                    <a:cxnSpLocks/>
                  </p:cNvCxnSpPr>
                  <p:nvPr/>
                </p:nvCxnSpPr>
                <p:spPr>
                  <a:xfrm>
                    <a:off x="8706065" y="725136"/>
                    <a:ext cx="0" cy="22387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49" name="直線コネクタ 48">
                    <a:extLst>
                      <a:ext uri="{FF2B5EF4-FFF2-40B4-BE49-F238E27FC236}">
                        <a16:creationId xmlns:a16="http://schemas.microsoft.com/office/drawing/2014/main" id="{0390DCEB-AB48-3820-86D9-F76DDBFCAC2B}"/>
                      </a:ext>
                    </a:extLst>
                  </p:cNvPr>
                  <p:cNvCxnSpPr>
                    <a:cxnSpLocks/>
                  </p:cNvCxnSpPr>
                  <p:nvPr/>
                </p:nvCxnSpPr>
                <p:spPr>
                  <a:xfrm>
                    <a:off x="8653289" y="672403"/>
                    <a:ext cx="43248" cy="59906"/>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50" name="直線コネクタ 49">
                    <a:extLst>
                      <a:ext uri="{FF2B5EF4-FFF2-40B4-BE49-F238E27FC236}">
                        <a16:creationId xmlns:a16="http://schemas.microsoft.com/office/drawing/2014/main" id="{3EFE8645-2D8B-9039-EE8F-BD07514A5865}"/>
                      </a:ext>
                    </a:extLst>
                  </p:cNvPr>
                  <p:cNvCxnSpPr>
                    <a:cxnSpLocks/>
                  </p:cNvCxnSpPr>
                  <p:nvPr/>
                </p:nvCxnSpPr>
                <p:spPr>
                  <a:xfrm flipH="1">
                    <a:off x="8712819" y="672399"/>
                    <a:ext cx="43248" cy="59906"/>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grpSp>
            <p:cxnSp>
              <p:nvCxnSpPr>
                <p:cNvPr id="41" name="直線コネクタ 40">
                  <a:extLst>
                    <a:ext uri="{FF2B5EF4-FFF2-40B4-BE49-F238E27FC236}">
                      <a16:creationId xmlns:a16="http://schemas.microsoft.com/office/drawing/2014/main" id="{E8FF26DE-878D-8C8C-9813-C62A00AF3BA8}"/>
                    </a:ext>
                  </a:extLst>
                </p:cNvPr>
                <p:cNvCxnSpPr>
                  <a:cxnSpLocks/>
                </p:cNvCxnSpPr>
                <p:nvPr/>
              </p:nvCxnSpPr>
              <p:spPr>
                <a:xfrm flipH="1">
                  <a:off x="8645440" y="819427"/>
                  <a:ext cx="134580" cy="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42" name="直線コネクタ 41">
                  <a:extLst>
                    <a:ext uri="{FF2B5EF4-FFF2-40B4-BE49-F238E27FC236}">
                      <a16:creationId xmlns:a16="http://schemas.microsoft.com/office/drawing/2014/main" id="{1FDCDB61-0F3D-E992-4725-FE68539F961A}"/>
                    </a:ext>
                  </a:extLst>
                </p:cNvPr>
                <p:cNvCxnSpPr>
                  <a:cxnSpLocks/>
                </p:cNvCxnSpPr>
                <p:nvPr/>
              </p:nvCxnSpPr>
              <p:spPr>
                <a:xfrm flipH="1">
                  <a:off x="8645440" y="925877"/>
                  <a:ext cx="134580" cy="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grpSp>
        </p:grpSp>
      </p:grpSp>
      <p:grpSp>
        <p:nvGrpSpPr>
          <p:cNvPr id="3" name="グループ化 2">
            <a:extLst>
              <a:ext uri="{FF2B5EF4-FFF2-40B4-BE49-F238E27FC236}">
                <a16:creationId xmlns:a16="http://schemas.microsoft.com/office/drawing/2014/main" id="{34F9C801-9986-DC92-ABD5-81ECAA1CD1EB}"/>
              </a:ext>
            </a:extLst>
          </p:cNvPr>
          <p:cNvGrpSpPr/>
          <p:nvPr/>
        </p:nvGrpSpPr>
        <p:grpSpPr>
          <a:xfrm>
            <a:off x="0" y="-1"/>
            <a:ext cx="12192000" cy="6858001"/>
            <a:chOff x="0" y="-1"/>
            <a:chExt cx="12192000" cy="6858001"/>
          </a:xfrm>
        </p:grpSpPr>
        <p:grpSp>
          <p:nvGrpSpPr>
            <p:cNvPr id="4" name="グループ化 3">
              <a:extLst>
                <a:ext uri="{FF2B5EF4-FFF2-40B4-BE49-F238E27FC236}">
                  <a16:creationId xmlns:a16="http://schemas.microsoft.com/office/drawing/2014/main" id="{882F21EE-ED9A-BA86-64AA-7433D082EDC5}"/>
                </a:ext>
              </a:extLst>
            </p:cNvPr>
            <p:cNvGrpSpPr/>
            <p:nvPr/>
          </p:nvGrpSpPr>
          <p:grpSpPr>
            <a:xfrm>
              <a:off x="0" y="-1"/>
              <a:ext cx="12192000" cy="6858001"/>
              <a:chOff x="0" y="-1"/>
              <a:chExt cx="12192000" cy="6858001"/>
            </a:xfrm>
          </p:grpSpPr>
          <p:sp>
            <p:nvSpPr>
              <p:cNvPr id="6" name="正方形/長方形 5">
                <a:extLst>
                  <a:ext uri="{FF2B5EF4-FFF2-40B4-BE49-F238E27FC236}">
                    <a16:creationId xmlns:a16="http://schemas.microsoft.com/office/drawing/2014/main" id="{8FD59F71-BCCE-EB89-A599-0614B747D454}"/>
                  </a:ext>
                </a:extLst>
              </p:cNvPr>
              <p:cNvSpPr>
                <a:spLocks/>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7" name="グループ化 6">
                <a:extLst>
                  <a:ext uri="{FF2B5EF4-FFF2-40B4-BE49-F238E27FC236}">
                    <a16:creationId xmlns:a16="http://schemas.microsoft.com/office/drawing/2014/main" id="{47C92E46-C2AF-38A3-809B-A6BBDE8F14E0}"/>
                  </a:ext>
                </a:extLst>
              </p:cNvPr>
              <p:cNvGrpSpPr/>
              <p:nvPr/>
            </p:nvGrpSpPr>
            <p:grpSpPr>
              <a:xfrm>
                <a:off x="2616038" y="1823170"/>
                <a:ext cx="6959925" cy="3211661"/>
                <a:chOff x="2616038" y="1823170"/>
                <a:chExt cx="6959925" cy="3211661"/>
              </a:xfrm>
            </p:grpSpPr>
            <p:sp>
              <p:nvSpPr>
                <p:cNvPr id="8" name="四角形: 角を丸くする 7">
                  <a:extLst>
                    <a:ext uri="{FF2B5EF4-FFF2-40B4-BE49-F238E27FC236}">
                      <a16:creationId xmlns:a16="http://schemas.microsoft.com/office/drawing/2014/main" id="{4FC4116B-3EE4-F835-3A69-A5614E685328}"/>
                    </a:ext>
                  </a:extLst>
                </p:cNvPr>
                <p:cNvSpPr/>
                <p:nvPr/>
              </p:nvSpPr>
              <p:spPr>
                <a:xfrm>
                  <a:off x="2616038" y="1823170"/>
                  <a:ext cx="6959925" cy="3211661"/>
                </a:xfrm>
                <a:prstGeom prst="roundRect">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 name="テキスト ボックス 8">
                  <a:extLst>
                    <a:ext uri="{FF2B5EF4-FFF2-40B4-BE49-F238E27FC236}">
                      <a16:creationId xmlns:a16="http://schemas.microsoft.com/office/drawing/2014/main" id="{A052A911-2E20-B2C2-1A57-028A03D60F2D}"/>
                    </a:ext>
                  </a:extLst>
                </p:cNvPr>
                <p:cNvSpPr txBox="1"/>
                <p:nvPr/>
              </p:nvSpPr>
              <p:spPr>
                <a:xfrm>
                  <a:off x="4317322" y="2384084"/>
                  <a:ext cx="3557384" cy="584775"/>
                </a:xfrm>
                <a:prstGeom prst="rect">
                  <a:avLst/>
                </a:prstGeom>
                <a:noFill/>
              </p:spPr>
              <p:txBody>
                <a:bodyPr wrap="none" rtlCol="0">
                  <a:spAutoFit/>
                </a:bodyPr>
                <a:lstStyle/>
                <a:p>
                  <a:pPr algn="ctr"/>
                  <a:r>
                    <a:rPr lang="ja-JP" altLang="en-US" sz="3200">
                      <a:solidFill>
                        <a:schemeClr val="tx1">
                          <a:lumMod val="85000"/>
                          <a:lumOff val="15000"/>
                        </a:schemeClr>
                      </a:solidFill>
                      <a:latin typeface="原稿用標準書体" panose="03000503000000000000" pitchFamily="66" charset="-128"/>
                      <a:ea typeface="原稿用標準書体" panose="03000503000000000000" pitchFamily="66" charset="-128"/>
                    </a:rPr>
                    <a:t>通貨が足りません</a:t>
                  </a:r>
                  <a:endParaRPr kumimoji="1" lang="ja-JP" altLang="en-US" sz="40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3" name="テキスト ボックス 12">
                  <a:extLst>
                    <a:ext uri="{FF2B5EF4-FFF2-40B4-BE49-F238E27FC236}">
                      <a16:creationId xmlns:a16="http://schemas.microsoft.com/office/drawing/2014/main" id="{17B4E5E9-1FA2-7171-798C-F880A2CC7280}"/>
                    </a:ext>
                  </a:extLst>
                </p:cNvPr>
                <p:cNvSpPr txBox="1"/>
                <p:nvPr/>
              </p:nvSpPr>
              <p:spPr>
                <a:xfrm>
                  <a:off x="4157012" y="3233458"/>
                  <a:ext cx="3877986" cy="369332"/>
                </a:xfrm>
                <a:prstGeom prst="rect">
                  <a:avLst/>
                </a:prstGeom>
                <a:noFill/>
              </p:spPr>
              <p:txBody>
                <a:bodyPr wrap="none" rtlCol="0">
                  <a:spAutoFit/>
                </a:bodyPr>
                <a:lstStyle/>
                <a:p>
                  <a:pPr algn="ctr"/>
                  <a:r>
                    <a:rPr kumimoji="1" lang="en-US" altLang="ja-JP">
                      <a:solidFill>
                        <a:srgbClr val="C00000"/>
                      </a:solidFill>
                      <a:latin typeface="原稿用標準書体" panose="03000503000000000000" pitchFamily="66" charset="-128"/>
                      <a:ea typeface="原稿用標準書体" panose="03000503000000000000" pitchFamily="66" charset="-128"/>
                    </a:rPr>
                    <a:t>※</a:t>
                  </a:r>
                  <a:r>
                    <a:rPr kumimoji="1" lang="ja-JP" altLang="en-US">
                      <a:solidFill>
                        <a:srgbClr val="C00000"/>
                      </a:solidFill>
                      <a:latin typeface="原稿用標準書体" panose="03000503000000000000" pitchFamily="66" charset="-128"/>
                      <a:ea typeface="原稿用標準書体" panose="03000503000000000000" pitchFamily="66" charset="-128"/>
                    </a:rPr>
                    <a:t>娼館を運営して通貨を貯めよう！</a:t>
                  </a:r>
                  <a:endParaRPr kumimoji="1" lang="ja-JP" altLang="en-US" sz="2400" dirty="0">
                    <a:solidFill>
                      <a:srgbClr val="C00000"/>
                    </a:solidFill>
                    <a:latin typeface="原稿用標準書体" panose="03000503000000000000" pitchFamily="66" charset="-128"/>
                    <a:ea typeface="原稿用標準書体" panose="03000503000000000000" pitchFamily="66" charset="-128"/>
                  </a:endParaRPr>
                </a:p>
              </p:txBody>
            </p:sp>
          </p:grpSp>
        </p:grpSp>
        <p:sp>
          <p:nvSpPr>
            <p:cNvPr id="5" name="四角形: 角を丸くする 4">
              <a:extLst>
                <a:ext uri="{FF2B5EF4-FFF2-40B4-BE49-F238E27FC236}">
                  <a16:creationId xmlns:a16="http://schemas.microsoft.com/office/drawing/2014/main" id="{EE568E64-3012-21C0-D6A8-A3BEA22A2A75}"/>
                </a:ext>
              </a:extLst>
            </p:cNvPr>
            <p:cNvSpPr/>
            <p:nvPr/>
          </p:nvSpPr>
          <p:spPr>
            <a:xfrm>
              <a:off x="5026888" y="3962013"/>
              <a:ext cx="2138224" cy="767022"/>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a:latin typeface="原稿用標準書体" panose="03000503000000000000" pitchFamily="66" charset="-128"/>
                  <a:ea typeface="原稿用標準書体" panose="03000503000000000000" pitchFamily="66" charset="-128"/>
                </a:rPr>
                <a:t>閉じる</a:t>
              </a:r>
              <a:endParaRPr kumimoji="1" lang="ja-JP" altLang="en-US" sz="2400" dirty="0">
                <a:latin typeface="原稿用標準書体" panose="03000503000000000000" pitchFamily="66" charset="-128"/>
                <a:ea typeface="原稿用標準書体" panose="03000503000000000000" pitchFamily="66" charset="-128"/>
              </a:endParaRPr>
            </a:p>
          </p:txBody>
        </p:sp>
      </p:grpSp>
    </p:spTree>
    <p:extLst>
      <p:ext uri="{BB962C8B-B14F-4D97-AF65-F5344CB8AC3E}">
        <p14:creationId xmlns:p14="http://schemas.microsoft.com/office/powerpoint/2010/main" val="488119983"/>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bg>
      <p:bgPr>
        <a:blipFill dpi="0" rotWithShape="1">
          <a:blip r:embed="rId2">
            <a:extLst>
              <a:ext uri="{BEBA8EAE-BF5A-486C-A8C5-ECC9F3942E4B}">
                <a14:imgProps xmlns:a14="http://schemas.microsoft.com/office/drawing/2010/main">
                  <a14:imgLayer r:embed="rId3">
                    <a14:imgEffect>
                      <a14:sharpenSoften amount="-35000"/>
                    </a14:imgEffect>
                    <a14:imgEffect>
                      <a14:saturation sat="85000"/>
                    </a14:imgEffect>
                    <a14:imgEffect>
                      <a14:brightnessContrast bright="-20000" contrast="-15000"/>
                    </a14:imgEffect>
                  </a14:imgLayer>
                </a14:imgProps>
              </a:ext>
            </a:extLst>
          </a:blip>
          <a:srcRect/>
          <a:stretch>
            <a:fillRect/>
          </a:stretch>
        </a:blipFill>
        <a:effectLst/>
      </p:bgPr>
    </p:bg>
    <p:spTree>
      <p:nvGrpSpPr>
        <p:cNvPr id="1" name="">
          <a:extLst>
            <a:ext uri="{FF2B5EF4-FFF2-40B4-BE49-F238E27FC236}">
              <a16:creationId xmlns:a16="http://schemas.microsoft.com/office/drawing/2014/main" id="{EBCE3DB7-F4F7-E83A-7599-A8EF2C597783}"/>
            </a:ext>
          </a:extLst>
        </p:cNvPr>
        <p:cNvGrpSpPr/>
        <p:nvPr/>
      </p:nvGrpSpPr>
      <p:grpSpPr>
        <a:xfrm>
          <a:off x="0" y="0"/>
          <a:ext cx="0" cy="0"/>
          <a:chOff x="0" y="0"/>
          <a:chExt cx="0" cy="0"/>
        </a:xfrm>
      </p:grpSpPr>
      <p:grpSp>
        <p:nvGrpSpPr>
          <p:cNvPr id="10" name="グループ化 9">
            <a:extLst>
              <a:ext uri="{FF2B5EF4-FFF2-40B4-BE49-F238E27FC236}">
                <a16:creationId xmlns:a16="http://schemas.microsoft.com/office/drawing/2014/main" id="{4BCAAF2C-01F7-2D9F-1687-6839FF384A78}"/>
              </a:ext>
            </a:extLst>
          </p:cNvPr>
          <p:cNvGrpSpPr>
            <a:grpSpLocks/>
          </p:cNvGrpSpPr>
          <p:nvPr/>
        </p:nvGrpSpPr>
        <p:grpSpPr>
          <a:xfrm>
            <a:off x="1590628" y="1230407"/>
            <a:ext cx="9010745" cy="5627593"/>
            <a:chOff x="1590628" y="1230407"/>
            <a:chExt cx="9010745" cy="5627593"/>
          </a:xfrm>
        </p:grpSpPr>
        <p:sp>
          <p:nvSpPr>
            <p:cNvPr id="11" name="正方形/長方形 10">
              <a:extLst>
                <a:ext uri="{FF2B5EF4-FFF2-40B4-BE49-F238E27FC236}">
                  <a16:creationId xmlns:a16="http://schemas.microsoft.com/office/drawing/2014/main" id="{C83B0482-F4B4-0A1D-DA88-DF38A7F02AEC}"/>
                </a:ext>
              </a:extLst>
            </p:cNvPr>
            <p:cNvSpPr>
              <a:spLocks/>
            </p:cNvSpPr>
            <p:nvPr/>
          </p:nvSpPr>
          <p:spPr>
            <a:xfrm>
              <a:off x="1590628" y="1541380"/>
              <a:ext cx="9010745" cy="5316620"/>
            </a:xfrm>
            <a:prstGeom prst="rect">
              <a:avLst/>
            </a:prstGeom>
            <a:solidFill>
              <a:srgbClr val="6600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フローチャート: 手作業 11">
              <a:extLst>
                <a:ext uri="{FF2B5EF4-FFF2-40B4-BE49-F238E27FC236}">
                  <a16:creationId xmlns:a16="http://schemas.microsoft.com/office/drawing/2014/main" id="{5F930D1A-120A-0F3A-BDAC-169E31904EA4}"/>
                </a:ext>
              </a:extLst>
            </p:cNvPr>
            <p:cNvSpPr>
              <a:spLocks/>
            </p:cNvSpPr>
            <p:nvPr/>
          </p:nvSpPr>
          <p:spPr>
            <a:xfrm flipV="1">
              <a:off x="1590628" y="1230407"/>
              <a:ext cx="9010745" cy="328009"/>
            </a:xfrm>
            <a:prstGeom prst="flowChartManualOperation">
              <a:avLst/>
            </a:prstGeom>
            <a:solidFill>
              <a:srgbClr val="6600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64" name="グループ化 63">
            <a:extLst>
              <a:ext uri="{FF2B5EF4-FFF2-40B4-BE49-F238E27FC236}">
                <a16:creationId xmlns:a16="http://schemas.microsoft.com/office/drawing/2014/main" id="{D96B6F06-2764-9E87-6266-27BDCAE72DF4}"/>
              </a:ext>
            </a:extLst>
          </p:cNvPr>
          <p:cNvGrpSpPr/>
          <p:nvPr/>
        </p:nvGrpSpPr>
        <p:grpSpPr>
          <a:xfrm>
            <a:off x="163586" y="134635"/>
            <a:ext cx="3123445" cy="1396119"/>
            <a:chOff x="163586" y="134635"/>
            <a:chExt cx="3123445" cy="1396119"/>
          </a:xfrm>
        </p:grpSpPr>
        <p:sp>
          <p:nvSpPr>
            <p:cNvPr id="65" name="四角形: 角を丸くする 64">
              <a:extLst>
                <a:ext uri="{FF2B5EF4-FFF2-40B4-BE49-F238E27FC236}">
                  <a16:creationId xmlns:a16="http://schemas.microsoft.com/office/drawing/2014/main" id="{8BCF2EAE-7622-461F-23CB-699D339E836C}"/>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66" name="テキスト ボックス 65">
              <a:extLst>
                <a:ext uri="{FF2B5EF4-FFF2-40B4-BE49-F238E27FC236}">
                  <a16:creationId xmlns:a16="http://schemas.microsoft.com/office/drawing/2014/main" id="{E13E91C6-0CE4-73AE-BEEA-3543057848AD}"/>
                </a:ext>
              </a:extLst>
            </p:cNvPr>
            <p:cNvSpPr txBox="1"/>
            <p:nvPr/>
          </p:nvSpPr>
          <p:spPr>
            <a:xfrm>
              <a:off x="1752835" y="641390"/>
              <a:ext cx="121058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部屋強化</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67" name="グループ化 66">
              <a:extLst>
                <a:ext uri="{FF2B5EF4-FFF2-40B4-BE49-F238E27FC236}">
                  <a16:creationId xmlns:a16="http://schemas.microsoft.com/office/drawing/2014/main" id="{50978EBB-895B-12AD-BC78-3B3207042B7F}"/>
                </a:ext>
              </a:extLst>
            </p:cNvPr>
            <p:cNvGrpSpPr/>
            <p:nvPr/>
          </p:nvGrpSpPr>
          <p:grpSpPr>
            <a:xfrm>
              <a:off x="163586" y="134635"/>
              <a:ext cx="1975684" cy="1396119"/>
              <a:chOff x="163586" y="134635"/>
              <a:chExt cx="1975684" cy="1396119"/>
            </a:xfrm>
          </p:grpSpPr>
          <p:grpSp>
            <p:nvGrpSpPr>
              <p:cNvPr id="68" name="グループ化 67">
                <a:extLst>
                  <a:ext uri="{FF2B5EF4-FFF2-40B4-BE49-F238E27FC236}">
                    <a16:creationId xmlns:a16="http://schemas.microsoft.com/office/drawing/2014/main" id="{11B92B4A-457B-47B4-0B97-6998A7B7449B}"/>
                  </a:ext>
                </a:extLst>
              </p:cNvPr>
              <p:cNvGrpSpPr/>
              <p:nvPr/>
            </p:nvGrpSpPr>
            <p:grpSpPr>
              <a:xfrm>
                <a:off x="163586" y="134635"/>
                <a:ext cx="1975684" cy="1396119"/>
                <a:chOff x="163586" y="134635"/>
                <a:chExt cx="1975684" cy="1396119"/>
              </a:xfrm>
            </p:grpSpPr>
            <p:pic>
              <p:nvPicPr>
                <p:cNvPr id="72" name="図 71">
                  <a:extLst>
                    <a:ext uri="{FF2B5EF4-FFF2-40B4-BE49-F238E27FC236}">
                      <a16:creationId xmlns:a16="http://schemas.microsoft.com/office/drawing/2014/main" id="{6D28F5B5-4EB9-B229-E562-597B9064B9D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80" name="楕円 79">
                  <a:extLst>
                    <a:ext uri="{FF2B5EF4-FFF2-40B4-BE49-F238E27FC236}">
                      <a16:creationId xmlns:a16="http://schemas.microsoft.com/office/drawing/2014/main" id="{3A1A9942-C2B5-13AE-8C8F-31482DC73D0C}"/>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71" name="図 70">
                <a:extLst>
                  <a:ext uri="{FF2B5EF4-FFF2-40B4-BE49-F238E27FC236}">
                    <a16:creationId xmlns:a16="http://schemas.microsoft.com/office/drawing/2014/main" id="{A0F8374C-399C-72DB-D1CC-63F05F95621D}"/>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grpSp>
        <p:nvGrpSpPr>
          <p:cNvPr id="27" name="グループ化 26">
            <a:extLst>
              <a:ext uri="{FF2B5EF4-FFF2-40B4-BE49-F238E27FC236}">
                <a16:creationId xmlns:a16="http://schemas.microsoft.com/office/drawing/2014/main" id="{28105DFE-A076-BA4C-BA33-E6F82AF69EC6}"/>
              </a:ext>
            </a:extLst>
          </p:cNvPr>
          <p:cNvGrpSpPr/>
          <p:nvPr/>
        </p:nvGrpSpPr>
        <p:grpSpPr>
          <a:xfrm>
            <a:off x="2185230" y="3398680"/>
            <a:ext cx="7821541" cy="1567643"/>
            <a:chOff x="2222027" y="3398680"/>
            <a:chExt cx="7821541" cy="1567643"/>
          </a:xfrm>
          <a:solidFill>
            <a:schemeClr val="bg1">
              <a:lumMod val="85000"/>
            </a:schemeClr>
          </a:solidFill>
        </p:grpSpPr>
        <p:sp>
          <p:nvSpPr>
            <p:cNvPr id="90" name="二等辺三角形 89">
              <a:extLst>
                <a:ext uri="{FF2B5EF4-FFF2-40B4-BE49-F238E27FC236}">
                  <a16:creationId xmlns:a16="http://schemas.microsoft.com/office/drawing/2014/main" id="{58BBDB03-899B-28CB-7C7E-CAECC6C574E4}"/>
                </a:ext>
              </a:extLst>
            </p:cNvPr>
            <p:cNvSpPr/>
            <p:nvPr/>
          </p:nvSpPr>
          <p:spPr>
            <a:xfrm rot="5400000">
              <a:off x="8821511" y="3744266"/>
              <a:ext cx="1567643" cy="876471"/>
            </a:xfrm>
            <a:prstGeom prst="triangle">
              <a:avLst/>
            </a:prstGeom>
            <a:grp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6" name="二等辺三角形 25">
              <a:extLst>
                <a:ext uri="{FF2B5EF4-FFF2-40B4-BE49-F238E27FC236}">
                  <a16:creationId xmlns:a16="http://schemas.microsoft.com/office/drawing/2014/main" id="{5E72C15F-B308-697B-E921-FD671006195F}"/>
                </a:ext>
              </a:extLst>
            </p:cNvPr>
            <p:cNvSpPr/>
            <p:nvPr/>
          </p:nvSpPr>
          <p:spPr>
            <a:xfrm rot="16200000" flipH="1">
              <a:off x="1876441" y="3744266"/>
              <a:ext cx="1567643" cy="876471"/>
            </a:xfrm>
            <a:prstGeom prst="triangle">
              <a:avLst/>
            </a:prstGeom>
            <a:grp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73" name="矢印: 下 72">
            <a:extLst>
              <a:ext uri="{FF2B5EF4-FFF2-40B4-BE49-F238E27FC236}">
                <a16:creationId xmlns:a16="http://schemas.microsoft.com/office/drawing/2014/main" id="{EA052747-6F8E-08E9-B889-4067AEFF749E}"/>
              </a:ext>
            </a:extLst>
          </p:cNvPr>
          <p:cNvSpPr/>
          <p:nvPr/>
        </p:nvSpPr>
        <p:spPr>
          <a:xfrm>
            <a:off x="7426957" y="3348032"/>
            <a:ext cx="484632" cy="1408759"/>
          </a:xfrm>
          <a:prstGeom prst="downArrow">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5" name="四角形: 角を丸くする 74">
            <a:extLst>
              <a:ext uri="{FF2B5EF4-FFF2-40B4-BE49-F238E27FC236}">
                <a16:creationId xmlns:a16="http://schemas.microsoft.com/office/drawing/2014/main" id="{1DF18C43-3613-02DC-68DA-8D348212D076}"/>
              </a:ext>
            </a:extLst>
          </p:cNvPr>
          <p:cNvSpPr/>
          <p:nvPr/>
        </p:nvSpPr>
        <p:spPr>
          <a:xfrm>
            <a:off x="6871200" y="1600007"/>
            <a:ext cx="1591665" cy="1741602"/>
          </a:xfrm>
          <a:prstGeom prst="roundRect">
            <a:avLst/>
          </a:prstGeom>
          <a:solidFill>
            <a:schemeClr val="accent2">
              <a:lumMod val="40000"/>
              <a:lumOff val="60000"/>
            </a:schemeClr>
          </a:solidFill>
          <a:ln w="38100">
            <a:noFill/>
            <a:prstDash val="solid"/>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9" name="四角形: 上の 2 つの角を丸める 78">
            <a:extLst>
              <a:ext uri="{FF2B5EF4-FFF2-40B4-BE49-F238E27FC236}">
                <a16:creationId xmlns:a16="http://schemas.microsoft.com/office/drawing/2014/main" id="{B0CA9931-E2EE-48EA-FFA9-A311BA6203D0}"/>
              </a:ext>
            </a:extLst>
          </p:cNvPr>
          <p:cNvSpPr/>
          <p:nvPr/>
        </p:nvSpPr>
        <p:spPr>
          <a:xfrm>
            <a:off x="6862455" y="1593584"/>
            <a:ext cx="1602885" cy="595141"/>
          </a:xfrm>
          <a:prstGeom prst="round2SameRect">
            <a:avLst>
              <a:gd name="adj1" fmla="val 49508"/>
              <a:gd name="adj2" fmla="val 0"/>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83" name="テキスト ボックス 82">
            <a:extLst>
              <a:ext uri="{FF2B5EF4-FFF2-40B4-BE49-F238E27FC236}">
                <a16:creationId xmlns:a16="http://schemas.microsoft.com/office/drawing/2014/main" id="{D1FE982E-AA51-07B0-6385-DCEB3EE5459A}"/>
              </a:ext>
            </a:extLst>
          </p:cNvPr>
          <p:cNvSpPr txBox="1"/>
          <p:nvPr/>
        </p:nvSpPr>
        <p:spPr>
          <a:xfrm>
            <a:off x="6713486" y="1691220"/>
            <a:ext cx="1900822" cy="400110"/>
          </a:xfrm>
          <a:prstGeom prst="rect">
            <a:avLst/>
          </a:prstGeom>
          <a:noFill/>
        </p:spPr>
        <p:txBody>
          <a:bodyPr wrap="square">
            <a:spAutoFit/>
          </a:bodyPr>
          <a:lstStyle/>
          <a:p>
            <a:pPr algn="ctr"/>
            <a:r>
              <a:rPr kumimoji="1" lang="ja-JP" altLang="en-US" sz="2000">
                <a:solidFill>
                  <a:schemeClr val="accent6">
                    <a:lumMod val="75000"/>
                  </a:schemeClr>
                </a:solidFill>
                <a:latin typeface="原稿用標準書体" panose="03000503000000000000" pitchFamily="66" charset="-128"/>
                <a:ea typeface="原稿用標準書体" panose="03000503000000000000" pitchFamily="66" charset="-128"/>
              </a:rPr>
              <a:t>適正キャラ</a:t>
            </a:r>
          </a:p>
        </p:txBody>
      </p:sp>
      <p:grpSp>
        <p:nvGrpSpPr>
          <p:cNvPr id="2" name="グループ化 1">
            <a:extLst>
              <a:ext uri="{FF2B5EF4-FFF2-40B4-BE49-F238E27FC236}">
                <a16:creationId xmlns:a16="http://schemas.microsoft.com/office/drawing/2014/main" id="{9C1BFE24-8CC6-C381-7ABB-66826D27ACAF}"/>
              </a:ext>
            </a:extLst>
          </p:cNvPr>
          <p:cNvGrpSpPr/>
          <p:nvPr/>
        </p:nvGrpSpPr>
        <p:grpSpPr>
          <a:xfrm>
            <a:off x="3681191" y="1595805"/>
            <a:ext cx="2944827" cy="1741602"/>
            <a:chOff x="2665682" y="1604645"/>
            <a:chExt cx="1827568" cy="1080843"/>
          </a:xfrm>
        </p:grpSpPr>
        <p:sp>
          <p:nvSpPr>
            <p:cNvPr id="19" name="四角形: 角を丸くする 18">
              <a:extLst>
                <a:ext uri="{FF2B5EF4-FFF2-40B4-BE49-F238E27FC236}">
                  <a16:creationId xmlns:a16="http://schemas.microsoft.com/office/drawing/2014/main" id="{6220B692-ACCB-7202-804E-2951D00226C9}"/>
                </a:ext>
              </a:extLst>
            </p:cNvPr>
            <p:cNvSpPr/>
            <p:nvPr/>
          </p:nvSpPr>
          <p:spPr>
            <a:xfrm>
              <a:off x="2665682" y="1604645"/>
              <a:ext cx="1822662" cy="1080843"/>
            </a:xfrm>
            <a:prstGeom prst="roundRect">
              <a:avLst/>
            </a:prstGeom>
            <a:solidFill>
              <a:schemeClr val="tx1">
                <a:lumMod val="50000"/>
                <a:lumOff val="50000"/>
              </a:schemeClr>
            </a:solidFill>
            <a:ln w="38100">
              <a:noFill/>
              <a:prstDash val="solid"/>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3" name="四角形: 上の 2 つの角を丸める 92">
              <a:extLst>
                <a:ext uri="{FF2B5EF4-FFF2-40B4-BE49-F238E27FC236}">
                  <a16:creationId xmlns:a16="http://schemas.microsoft.com/office/drawing/2014/main" id="{ADD61084-80CD-1B15-FC52-5C28055B2957}"/>
                </a:ext>
              </a:extLst>
            </p:cNvPr>
            <p:cNvSpPr/>
            <p:nvPr/>
          </p:nvSpPr>
          <p:spPr>
            <a:xfrm>
              <a:off x="2670588" y="1616094"/>
              <a:ext cx="1822662" cy="369346"/>
            </a:xfrm>
            <a:prstGeom prst="round2SameRect">
              <a:avLst>
                <a:gd name="adj1" fmla="val 49508"/>
                <a:gd name="adj2" fmla="val 0"/>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94" name="テキスト ボックス 93">
              <a:extLst>
                <a:ext uri="{FF2B5EF4-FFF2-40B4-BE49-F238E27FC236}">
                  <a16:creationId xmlns:a16="http://schemas.microsoft.com/office/drawing/2014/main" id="{41DC38AA-C2B2-4637-4C18-5225A8023FC6}"/>
                </a:ext>
              </a:extLst>
            </p:cNvPr>
            <p:cNvSpPr txBox="1"/>
            <p:nvPr/>
          </p:nvSpPr>
          <p:spPr>
            <a:xfrm>
              <a:off x="2742021" y="1670333"/>
              <a:ext cx="410266" cy="258443"/>
            </a:xfrm>
            <a:prstGeom prst="rect">
              <a:avLst/>
            </a:prstGeom>
            <a:noFill/>
          </p:spPr>
          <p:txBody>
            <a:bodyPr wrap="square">
              <a:spAutoFit/>
            </a:bodyPr>
            <a:lstStyle/>
            <a:p>
              <a:pPr algn="ctr"/>
              <a:r>
                <a:rPr lang="en-US" altLang="ja-JP" sz="2000">
                  <a:solidFill>
                    <a:schemeClr val="accent6">
                      <a:lumMod val="75000"/>
                    </a:schemeClr>
                  </a:solidFill>
                  <a:latin typeface="原稿用標準書体" panose="03000503000000000000" pitchFamily="66" charset="-128"/>
                  <a:ea typeface="原稿用標準書体" panose="03000503000000000000" pitchFamily="66" charset="-128"/>
                </a:rPr>
                <a:t>Lv</a:t>
              </a:r>
              <a:r>
                <a:rPr lang="en-US" altLang="ja-JP" sz="2400">
                  <a:solidFill>
                    <a:schemeClr val="accent6">
                      <a:lumMod val="75000"/>
                    </a:schemeClr>
                  </a:solidFill>
                  <a:latin typeface="原稿用標準書体" panose="03000503000000000000" pitchFamily="66" charset="-128"/>
                  <a:ea typeface="原稿用標準書体" panose="03000503000000000000" pitchFamily="66" charset="-128"/>
                </a:rPr>
                <a:t>0</a:t>
              </a:r>
              <a:endParaRPr kumimoji="1" lang="ja-JP" altLang="en-US" sz="20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95" name="テキスト ボックス 94">
              <a:extLst>
                <a:ext uri="{FF2B5EF4-FFF2-40B4-BE49-F238E27FC236}">
                  <a16:creationId xmlns:a16="http://schemas.microsoft.com/office/drawing/2014/main" id="{274FB936-978D-FA10-3AF9-3A8971E26D6C}"/>
                </a:ext>
              </a:extLst>
            </p:cNvPr>
            <p:cNvSpPr txBox="1"/>
            <p:nvPr/>
          </p:nvSpPr>
          <p:spPr>
            <a:xfrm>
              <a:off x="3661713" y="1685722"/>
              <a:ext cx="733012" cy="223984"/>
            </a:xfrm>
            <a:prstGeom prst="rect">
              <a:avLst/>
            </a:prstGeom>
            <a:noFill/>
          </p:spPr>
          <p:txBody>
            <a:bodyPr wrap="square">
              <a:spAutoFit/>
            </a:bodyPr>
            <a:lstStyle/>
            <a:p>
              <a:r>
                <a:rPr lang="ja-JP" altLang="en-US" sz="2000">
                  <a:solidFill>
                    <a:schemeClr val="accent6">
                      <a:lumMod val="75000"/>
                    </a:schemeClr>
                  </a:solidFill>
                  <a:latin typeface="原稿用標準書体" panose="03000503000000000000" pitchFamily="66" charset="-128"/>
                  <a:ea typeface="原稿用標準書体" panose="03000503000000000000" pitchFamily="66" charset="-128"/>
                </a:rPr>
                <a:t>部屋名</a:t>
              </a:r>
              <a:endParaRPr kumimoji="1" lang="ja-JP" altLang="en-US" sz="20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sp>
        <p:nvSpPr>
          <p:cNvPr id="35" name="矢印: 下 34">
            <a:extLst>
              <a:ext uri="{FF2B5EF4-FFF2-40B4-BE49-F238E27FC236}">
                <a16:creationId xmlns:a16="http://schemas.microsoft.com/office/drawing/2014/main" id="{8A7D7060-E943-4560-A2F1-87F6ACE1865F}"/>
              </a:ext>
            </a:extLst>
          </p:cNvPr>
          <p:cNvSpPr/>
          <p:nvPr/>
        </p:nvSpPr>
        <p:spPr>
          <a:xfrm>
            <a:off x="4923146" y="3348032"/>
            <a:ext cx="484632" cy="1408759"/>
          </a:xfrm>
          <a:prstGeom prst="downArrow">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80" name="グループ化 179">
            <a:extLst>
              <a:ext uri="{FF2B5EF4-FFF2-40B4-BE49-F238E27FC236}">
                <a16:creationId xmlns:a16="http://schemas.microsoft.com/office/drawing/2014/main" id="{AA92243B-1E4B-7AAD-677D-87264D1131AB}"/>
              </a:ext>
            </a:extLst>
          </p:cNvPr>
          <p:cNvGrpSpPr/>
          <p:nvPr/>
        </p:nvGrpSpPr>
        <p:grpSpPr>
          <a:xfrm>
            <a:off x="3689096" y="4756792"/>
            <a:ext cx="4928760" cy="1759289"/>
            <a:chOff x="3689096" y="4756792"/>
            <a:chExt cx="4928760" cy="1759289"/>
          </a:xfrm>
        </p:grpSpPr>
        <p:sp>
          <p:nvSpPr>
            <p:cNvPr id="77" name="四角形: 角を丸くする 76">
              <a:extLst>
                <a:ext uri="{FF2B5EF4-FFF2-40B4-BE49-F238E27FC236}">
                  <a16:creationId xmlns:a16="http://schemas.microsoft.com/office/drawing/2014/main" id="{B84E8595-58DC-93D6-A528-5258C73904C2}"/>
                </a:ext>
              </a:extLst>
            </p:cNvPr>
            <p:cNvSpPr/>
            <p:nvPr/>
          </p:nvSpPr>
          <p:spPr>
            <a:xfrm>
              <a:off x="6871200" y="4774479"/>
              <a:ext cx="1591665" cy="1741602"/>
            </a:xfrm>
            <a:prstGeom prst="roundRect">
              <a:avLst/>
            </a:prstGeom>
            <a:solidFill>
              <a:schemeClr val="accent2">
                <a:lumMod val="60000"/>
                <a:lumOff val="40000"/>
              </a:schemeClr>
            </a:solidFill>
            <a:ln w="38100">
              <a:noFill/>
              <a:prstDash val="solid"/>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6" name="四角形: 上の 2 つの角を丸める 85">
              <a:extLst>
                <a:ext uri="{FF2B5EF4-FFF2-40B4-BE49-F238E27FC236}">
                  <a16:creationId xmlns:a16="http://schemas.microsoft.com/office/drawing/2014/main" id="{C78F73BE-F66E-B7CE-D4E5-6087749A0347}"/>
                </a:ext>
              </a:extLst>
            </p:cNvPr>
            <p:cNvSpPr/>
            <p:nvPr/>
          </p:nvSpPr>
          <p:spPr>
            <a:xfrm>
              <a:off x="6866003" y="4775453"/>
              <a:ext cx="1602885" cy="595141"/>
            </a:xfrm>
            <a:prstGeom prst="round2SameRect">
              <a:avLst>
                <a:gd name="adj1" fmla="val 49508"/>
                <a:gd name="adj2" fmla="val 0"/>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88" name="テキスト ボックス 87">
              <a:extLst>
                <a:ext uri="{FF2B5EF4-FFF2-40B4-BE49-F238E27FC236}">
                  <a16:creationId xmlns:a16="http://schemas.microsoft.com/office/drawing/2014/main" id="{43089273-2EE6-5BC3-8E28-8526DAB54751}"/>
                </a:ext>
              </a:extLst>
            </p:cNvPr>
            <p:cNvSpPr txBox="1"/>
            <p:nvPr/>
          </p:nvSpPr>
          <p:spPr>
            <a:xfrm>
              <a:off x="6717034" y="4873089"/>
              <a:ext cx="1900822" cy="400110"/>
            </a:xfrm>
            <a:prstGeom prst="rect">
              <a:avLst/>
            </a:prstGeom>
            <a:noFill/>
          </p:spPr>
          <p:txBody>
            <a:bodyPr wrap="square">
              <a:spAutoFit/>
            </a:bodyPr>
            <a:lstStyle/>
            <a:p>
              <a:pPr algn="ctr"/>
              <a:r>
                <a:rPr kumimoji="1" lang="ja-JP" altLang="en-US" sz="2000">
                  <a:solidFill>
                    <a:schemeClr val="accent6">
                      <a:lumMod val="75000"/>
                    </a:schemeClr>
                  </a:solidFill>
                  <a:latin typeface="原稿用標準書体" panose="03000503000000000000" pitchFamily="66" charset="-128"/>
                  <a:ea typeface="原稿用標準書体" panose="03000503000000000000" pitchFamily="66" charset="-128"/>
                </a:rPr>
                <a:t>適正キャラ</a:t>
              </a:r>
            </a:p>
          </p:txBody>
        </p:sp>
        <p:grpSp>
          <p:nvGrpSpPr>
            <p:cNvPr id="134" name="グループ化 133">
              <a:extLst>
                <a:ext uri="{FF2B5EF4-FFF2-40B4-BE49-F238E27FC236}">
                  <a16:creationId xmlns:a16="http://schemas.microsoft.com/office/drawing/2014/main" id="{BE501760-0B9A-6D34-EBC7-DE9758599AD4}"/>
                </a:ext>
              </a:extLst>
            </p:cNvPr>
            <p:cNvGrpSpPr/>
            <p:nvPr/>
          </p:nvGrpSpPr>
          <p:grpSpPr>
            <a:xfrm>
              <a:off x="7172177" y="5504597"/>
              <a:ext cx="376179" cy="380486"/>
              <a:chOff x="7836685" y="2042989"/>
              <a:chExt cx="534204" cy="540320"/>
            </a:xfrm>
          </p:grpSpPr>
          <p:sp>
            <p:nvSpPr>
              <p:cNvPr id="138" name="四角形: 角を丸くする 137">
                <a:extLst>
                  <a:ext uri="{FF2B5EF4-FFF2-40B4-BE49-F238E27FC236}">
                    <a16:creationId xmlns:a16="http://schemas.microsoft.com/office/drawing/2014/main" id="{EE81EB22-6103-404F-52D4-4EC3A6EC7169}"/>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39" name="グラフィックス 138" descr="ユーザー 単色塗りつぶし">
                <a:extLst>
                  <a:ext uri="{FF2B5EF4-FFF2-40B4-BE49-F238E27FC236}">
                    <a16:creationId xmlns:a16="http://schemas.microsoft.com/office/drawing/2014/main" id="{D53187CE-2EDF-47AB-1BE7-B8234A94BFF5}"/>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836685" y="2049618"/>
                <a:ext cx="533691" cy="533691"/>
              </a:xfrm>
              <a:prstGeom prst="rect">
                <a:avLst/>
              </a:prstGeom>
            </p:spPr>
          </p:pic>
        </p:grpSp>
        <p:grpSp>
          <p:nvGrpSpPr>
            <p:cNvPr id="28" name="グループ化 27">
              <a:extLst>
                <a:ext uri="{FF2B5EF4-FFF2-40B4-BE49-F238E27FC236}">
                  <a16:creationId xmlns:a16="http://schemas.microsoft.com/office/drawing/2014/main" id="{5229B1F8-C051-EB32-EC5D-0361AD1C3A5C}"/>
                </a:ext>
              </a:extLst>
            </p:cNvPr>
            <p:cNvGrpSpPr/>
            <p:nvPr/>
          </p:nvGrpSpPr>
          <p:grpSpPr>
            <a:xfrm>
              <a:off x="3689096" y="4756792"/>
              <a:ext cx="2944827" cy="1741602"/>
              <a:chOff x="2665682" y="1604645"/>
              <a:chExt cx="1827568" cy="1080843"/>
            </a:xfrm>
          </p:grpSpPr>
          <p:sp>
            <p:nvSpPr>
              <p:cNvPr id="29" name="四角形: 角を丸くする 28">
                <a:extLst>
                  <a:ext uri="{FF2B5EF4-FFF2-40B4-BE49-F238E27FC236}">
                    <a16:creationId xmlns:a16="http://schemas.microsoft.com/office/drawing/2014/main" id="{6748F3D8-2F58-FFA8-B469-93CCD6A86016}"/>
                  </a:ext>
                </a:extLst>
              </p:cNvPr>
              <p:cNvSpPr/>
              <p:nvPr/>
            </p:nvSpPr>
            <p:spPr>
              <a:xfrm>
                <a:off x="2665682" y="1604645"/>
                <a:ext cx="1822662" cy="1080843"/>
              </a:xfrm>
              <a:prstGeom prst="roundRect">
                <a:avLst/>
              </a:prstGeom>
              <a:blipFill>
                <a:blip r:embed="rId7">
                  <a:extLst>
                    <a:ext uri="{BEBA8EAE-BF5A-486C-A8C5-ECC9F3942E4B}">
                      <a14:imgProps xmlns:a14="http://schemas.microsoft.com/office/drawing/2010/main">
                        <a14:imgLayer r:embed="rId8">
                          <a14:imgEffect>
                            <a14:sharpenSoften amount="-50000"/>
                          </a14:imgEffect>
                          <a14:imgEffect>
                            <a14:brightnessContrast bright="20000" contrast="-40000"/>
                          </a14:imgEffect>
                        </a14:imgLayer>
                      </a14:imgProps>
                    </a:ext>
                  </a:extLst>
                </a:blip>
                <a:stretch>
                  <a:fillRect/>
                </a:stretch>
              </a:blipFill>
              <a:ln w="38100">
                <a:noFill/>
                <a:prstDash val="solid"/>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0" name="四角形: 上の 2 つの角を丸める 29">
                <a:extLst>
                  <a:ext uri="{FF2B5EF4-FFF2-40B4-BE49-F238E27FC236}">
                    <a16:creationId xmlns:a16="http://schemas.microsoft.com/office/drawing/2014/main" id="{D849A0C1-881C-02C9-2B86-7114E5A9CD09}"/>
                  </a:ext>
                </a:extLst>
              </p:cNvPr>
              <p:cNvSpPr/>
              <p:nvPr/>
            </p:nvSpPr>
            <p:spPr>
              <a:xfrm>
                <a:off x="2670588" y="1616094"/>
                <a:ext cx="1822662" cy="369346"/>
              </a:xfrm>
              <a:prstGeom prst="round2SameRect">
                <a:avLst>
                  <a:gd name="adj1" fmla="val 49508"/>
                  <a:gd name="adj2" fmla="val 0"/>
                </a:avLst>
              </a:prstGeom>
              <a:solidFill>
                <a:schemeClr val="accent2">
                  <a:lumMod val="40000"/>
                  <a:lumOff val="6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31" name="テキスト ボックス 30">
                <a:extLst>
                  <a:ext uri="{FF2B5EF4-FFF2-40B4-BE49-F238E27FC236}">
                    <a16:creationId xmlns:a16="http://schemas.microsoft.com/office/drawing/2014/main" id="{A86B3385-2B5D-23E8-BA1F-52B71BCF5052}"/>
                  </a:ext>
                </a:extLst>
              </p:cNvPr>
              <p:cNvSpPr txBox="1"/>
              <p:nvPr/>
            </p:nvSpPr>
            <p:spPr>
              <a:xfrm>
                <a:off x="2742021" y="1670333"/>
                <a:ext cx="410266" cy="286511"/>
              </a:xfrm>
              <a:prstGeom prst="rect">
                <a:avLst/>
              </a:prstGeom>
              <a:noFill/>
            </p:spPr>
            <p:txBody>
              <a:bodyPr wrap="square">
                <a:spAutoFit/>
              </a:bodyPr>
              <a:lstStyle/>
              <a:p>
                <a:pPr algn="ctr"/>
                <a:r>
                  <a:rPr lang="en-US" altLang="ja-JP" sz="2000">
                    <a:solidFill>
                      <a:schemeClr val="accent6">
                        <a:lumMod val="75000"/>
                      </a:schemeClr>
                    </a:solidFill>
                    <a:latin typeface="原稿用標準書体" panose="03000503000000000000" pitchFamily="66" charset="-128"/>
                    <a:ea typeface="原稿用標準書体" panose="03000503000000000000" pitchFamily="66" charset="-128"/>
                  </a:rPr>
                  <a:t>Lv</a:t>
                </a:r>
                <a:r>
                  <a:rPr lang="en-US" altLang="ja-JP" sz="2400">
                    <a:solidFill>
                      <a:schemeClr val="accent6">
                        <a:lumMod val="75000"/>
                      </a:schemeClr>
                    </a:solidFill>
                    <a:latin typeface="原稿用標準書体" panose="03000503000000000000" pitchFamily="66" charset="-128"/>
                    <a:ea typeface="原稿用標準書体" panose="03000503000000000000" pitchFamily="66" charset="-128"/>
                  </a:rPr>
                  <a:t>0</a:t>
                </a:r>
                <a:endParaRPr kumimoji="1" lang="ja-JP" altLang="en-US" sz="20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32" name="テキスト ボックス 31">
                <a:extLst>
                  <a:ext uri="{FF2B5EF4-FFF2-40B4-BE49-F238E27FC236}">
                    <a16:creationId xmlns:a16="http://schemas.microsoft.com/office/drawing/2014/main" id="{9D4BB404-D418-970A-DADE-EA32FDF97A66}"/>
                  </a:ext>
                </a:extLst>
              </p:cNvPr>
              <p:cNvSpPr txBox="1"/>
              <p:nvPr/>
            </p:nvSpPr>
            <p:spPr>
              <a:xfrm>
                <a:off x="3661713" y="1685722"/>
                <a:ext cx="733012" cy="223984"/>
              </a:xfrm>
              <a:prstGeom prst="rect">
                <a:avLst/>
              </a:prstGeom>
              <a:noFill/>
            </p:spPr>
            <p:txBody>
              <a:bodyPr wrap="square">
                <a:spAutoFit/>
              </a:bodyPr>
              <a:lstStyle/>
              <a:p>
                <a:r>
                  <a:rPr lang="ja-JP" altLang="en-US" sz="2000">
                    <a:solidFill>
                      <a:schemeClr val="accent6">
                        <a:lumMod val="75000"/>
                      </a:schemeClr>
                    </a:solidFill>
                    <a:latin typeface="原稿用標準書体" panose="03000503000000000000" pitchFamily="66" charset="-128"/>
                    <a:ea typeface="原稿用標準書体" panose="03000503000000000000" pitchFamily="66" charset="-128"/>
                  </a:rPr>
                  <a:t>部屋名</a:t>
                </a:r>
                <a:endParaRPr kumimoji="1" lang="ja-JP" altLang="en-US" sz="20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grpSp>
          <p:nvGrpSpPr>
            <p:cNvPr id="158" name="グループ化 157">
              <a:extLst>
                <a:ext uri="{FF2B5EF4-FFF2-40B4-BE49-F238E27FC236}">
                  <a16:creationId xmlns:a16="http://schemas.microsoft.com/office/drawing/2014/main" id="{839CAC01-7D99-48E8-3784-8EC14A4635FF}"/>
                </a:ext>
              </a:extLst>
            </p:cNvPr>
            <p:cNvGrpSpPr/>
            <p:nvPr/>
          </p:nvGrpSpPr>
          <p:grpSpPr>
            <a:xfrm>
              <a:off x="4128330" y="5573297"/>
              <a:ext cx="2057865" cy="744359"/>
              <a:chOff x="4286951" y="2407984"/>
              <a:chExt cx="2057865" cy="744359"/>
            </a:xfrm>
          </p:grpSpPr>
          <p:grpSp>
            <p:nvGrpSpPr>
              <p:cNvPr id="159" name="グループ化 158">
                <a:extLst>
                  <a:ext uri="{FF2B5EF4-FFF2-40B4-BE49-F238E27FC236}">
                    <a16:creationId xmlns:a16="http://schemas.microsoft.com/office/drawing/2014/main" id="{183A10E3-2731-E8B9-0228-3235780368FB}"/>
                  </a:ext>
                </a:extLst>
              </p:cNvPr>
              <p:cNvGrpSpPr/>
              <p:nvPr/>
            </p:nvGrpSpPr>
            <p:grpSpPr>
              <a:xfrm flipV="1">
                <a:off x="4286951" y="2407984"/>
                <a:ext cx="2057865" cy="744359"/>
                <a:chOff x="1063284" y="2005017"/>
                <a:chExt cx="2372751" cy="1697124"/>
              </a:xfrm>
            </p:grpSpPr>
            <p:sp>
              <p:nvSpPr>
                <p:cNvPr id="166" name="四角形: 上の 2 つの角を丸める 165">
                  <a:extLst>
                    <a:ext uri="{FF2B5EF4-FFF2-40B4-BE49-F238E27FC236}">
                      <a16:creationId xmlns:a16="http://schemas.microsoft.com/office/drawing/2014/main" id="{D01CC011-F946-9D88-F2C9-EC323F3298AD}"/>
                    </a:ext>
                  </a:extLst>
                </p:cNvPr>
                <p:cNvSpPr/>
                <p:nvPr/>
              </p:nvSpPr>
              <p:spPr>
                <a:xfrm>
                  <a:off x="1063284" y="2005017"/>
                  <a:ext cx="2372751" cy="844263"/>
                </a:xfrm>
                <a:prstGeom prst="round2SameRect">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p>
              </p:txBody>
            </p:sp>
            <p:sp>
              <p:nvSpPr>
                <p:cNvPr id="167" name="四角形: 上の 2 つの角を丸める 166">
                  <a:extLst>
                    <a:ext uri="{FF2B5EF4-FFF2-40B4-BE49-F238E27FC236}">
                      <a16:creationId xmlns:a16="http://schemas.microsoft.com/office/drawing/2014/main" id="{3AB0524A-BEDD-A6FC-AD3B-667952DE15CC}"/>
                    </a:ext>
                  </a:extLst>
                </p:cNvPr>
                <p:cNvSpPr/>
                <p:nvPr/>
              </p:nvSpPr>
              <p:spPr>
                <a:xfrm flipV="1">
                  <a:off x="1063284" y="2857878"/>
                  <a:ext cx="2372751" cy="844263"/>
                </a:xfrm>
                <a:prstGeom prst="round2SameRect">
                  <a:avLst>
                    <a:gd name="adj1" fmla="val 12104"/>
                    <a:gd name="adj2" fmla="val 0"/>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p>
              </p:txBody>
            </p:sp>
          </p:grpSp>
          <p:sp>
            <p:nvSpPr>
              <p:cNvPr id="160" name="テキスト ボックス 159">
                <a:extLst>
                  <a:ext uri="{FF2B5EF4-FFF2-40B4-BE49-F238E27FC236}">
                    <a16:creationId xmlns:a16="http://schemas.microsoft.com/office/drawing/2014/main" id="{FE1067B6-4C94-C228-C7A4-8BE3ECF45838}"/>
                  </a:ext>
                </a:extLst>
              </p:cNvPr>
              <p:cNvSpPr txBox="1"/>
              <p:nvPr/>
            </p:nvSpPr>
            <p:spPr>
              <a:xfrm>
                <a:off x="5119090" y="2796111"/>
                <a:ext cx="1140543" cy="338554"/>
              </a:xfrm>
              <a:prstGeom prst="rect">
                <a:avLst/>
              </a:prstGeom>
              <a:noFill/>
            </p:spPr>
            <p:txBody>
              <a:bodyPr wrap="square">
                <a:spAutoFit/>
              </a:bodyPr>
              <a:lstStyle/>
              <a:p>
                <a:r>
                  <a:rPr lang="en-US" altLang="ja-JP" sz="1600">
                    <a:solidFill>
                      <a:schemeClr val="accent6"/>
                    </a:solidFill>
                    <a:latin typeface="原稿用標準書体" panose="03000503000000000000" pitchFamily="66" charset="-128"/>
                    <a:ea typeface="原稿用標準書体" panose="03000503000000000000" pitchFamily="66" charset="-128"/>
                  </a:rPr>
                  <a:t>:00000000</a:t>
                </a:r>
                <a:endParaRPr kumimoji="1" lang="ja-JP" altLang="en-US" sz="1600">
                  <a:solidFill>
                    <a:schemeClr val="accent6"/>
                  </a:solidFill>
                  <a:latin typeface="原稿用標準書体" panose="03000503000000000000" pitchFamily="66" charset="-128"/>
                  <a:ea typeface="原稿用標準書体" panose="03000503000000000000" pitchFamily="66" charset="-128"/>
                </a:endParaRPr>
              </a:p>
            </p:txBody>
          </p:sp>
          <p:sp>
            <p:nvSpPr>
              <p:cNvPr id="161" name="テキスト ボックス 160">
                <a:extLst>
                  <a:ext uri="{FF2B5EF4-FFF2-40B4-BE49-F238E27FC236}">
                    <a16:creationId xmlns:a16="http://schemas.microsoft.com/office/drawing/2014/main" id="{5EDF0F58-2315-5485-2F70-CD8A95F96632}"/>
                  </a:ext>
                </a:extLst>
              </p:cNvPr>
              <p:cNvSpPr txBox="1"/>
              <p:nvPr/>
            </p:nvSpPr>
            <p:spPr>
              <a:xfrm>
                <a:off x="5119092" y="2422821"/>
                <a:ext cx="1140541" cy="338554"/>
              </a:xfrm>
              <a:prstGeom prst="rect">
                <a:avLst/>
              </a:prstGeom>
              <a:noFill/>
            </p:spPr>
            <p:txBody>
              <a:bodyPr wrap="square">
                <a:spAutoFit/>
              </a:bodyPr>
              <a:lstStyle/>
              <a:p>
                <a:r>
                  <a:rPr lang="en-US" altLang="ja-JP" sz="1600">
                    <a:solidFill>
                      <a:schemeClr val="bg1">
                        <a:lumMod val="95000"/>
                      </a:schemeClr>
                    </a:solidFill>
                    <a:latin typeface="原稿用標準書体" panose="03000503000000000000" pitchFamily="66" charset="-128"/>
                    <a:ea typeface="原稿用標準書体" panose="03000503000000000000" pitchFamily="66" charset="-128"/>
                  </a:rPr>
                  <a:t>:00000000</a:t>
                </a:r>
                <a:endParaRPr lang="ja-JP" altLang="en-US" sz="1600">
                  <a:solidFill>
                    <a:schemeClr val="bg1">
                      <a:lumMod val="95000"/>
                    </a:schemeClr>
                  </a:solidFill>
                  <a:latin typeface="原稿用標準書体" panose="03000503000000000000" pitchFamily="66" charset="-128"/>
                  <a:ea typeface="原稿用標準書体" panose="03000503000000000000" pitchFamily="66" charset="-128"/>
                </a:endParaRPr>
              </a:p>
            </p:txBody>
          </p:sp>
          <p:pic>
            <p:nvPicPr>
              <p:cNvPr id="162" name="図 161">
                <a:extLst>
                  <a:ext uri="{FF2B5EF4-FFF2-40B4-BE49-F238E27FC236}">
                    <a16:creationId xmlns:a16="http://schemas.microsoft.com/office/drawing/2014/main" id="{D3D19977-EB0C-B65A-AB40-507F5C304F55}"/>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4419329" y="2838916"/>
                <a:ext cx="211173" cy="265195"/>
              </a:xfrm>
              <a:prstGeom prst="rect">
                <a:avLst/>
              </a:prstGeom>
            </p:spPr>
          </p:pic>
          <p:pic>
            <p:nvPicPr>
              <p:cNvPr id="163" name="図 162">
                <a:extLst>
                  <a:ext uri="{FF2B5EF4-FFF2-40B4-BE49-F238E27FC236}">
                    <a16:creationId xmlns:a16="http://schemas.microsoft.com/office/drawing/2014/main" id="{9B0F85A0-54B3-9002-5146-5823220988B7}"/>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4387840" y="2473712"/>
                <a:ext cx="255488" cy="253394"/>
              </a:xfrm>
              <a:prstGeom prst="rect">
                <a:avLst/>
              </a:prstGeom>
            </p:spPr>
          </p:pic>
          <p:sp>
            <p:nvSpPr>
              <p:cNvPr id="164" name="テキスト ボックス 163">
                <a:extLst>
                  <a:ext uri="{FF2B5EF4-FFF2-40B4-BE49-F238E27FC236}">
                    <a16:creationId xmlns:a16="http://schemas.microsoft.com/office/drawing/2014/main" id="{89B32B3F-AF67-662E-5CDC-565B0A4CF6D2}"/>
                  </a:ext>
                </a:extLst>
              </p:cNvPr>
              <p:cNvSpPr txBox="1"/>
              <p:nvPr/>
            </p:nvSpPr>
            <p:spPr>
              <a:xfrm>
                <a:off x="4551841" y="2821594"/>
                <a:ext cx="759657"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獲得数</a:t>
                </a:r>
              </a:p>
            </p:txBody>
          </p:sp>
          <p:sp>
            <p:nvSpPr>
              <p:cNvPr id="165" name="テキスト ボックス 164">
                <a:extLst>
                  <a:ext uri="{FF2B5EF4-FFF2-40B4-BE49-F238E27FC236}">
                    <a16:creationId xmlns:a16="http://schemas.microsoft.com/office/drawing/2014/main" id="{B1B9C62B-87AE-7826-AB58-FF3FE153818D}"/>
                  </a:ext>
                </a:extLst>
              </p:cNvPr>
              <p:cNvSpPr txBox="1"/>
              <p:nvPr/>
            </p:nvSpPr>
            <p:spPr>
              <a:xfrm>
                <a:off x="4551841" y="2451813"/>
                <a:ext cx="759657"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獲得数</a:t>
                </a:r>
              </a:p>
            </p:txBody>
          </p:sp>
        </p:grpSp>
      </p:grpSp>
      <p:grpSp>
        <p:nvGrpSpPr>
          <p:cNvPr id="170" name="グループ化 169">
            <a:extLst>
              <a:ext uri="{FF2B5EF4-FFF2-40B4-BE49-F238E27FC236}">
                <a16:creationId xmlns:a16="http://schemas.microsoft.com/office/drawing/2014/main" id="{DAEA8EB8-A988-B570-4822-548611509AB2}"/>
              </a:ext>
            </a:extLst>
          </p:cNvPr>
          <p:cNvGrpSpPr/>
          <p:nvPr/>
        </p:nvGrpSpPr>
        <p:grpSpPr>
          <a:xfrm>
            <a:off x="3368124" y="3480836"/>
            <a:ext cx="5455753" cy="914400"/>
            <a:chOff x="3368124" y="3480836"/>
            <a:chExt cx="5455753" cy="914400"/>
          </a:xfrm>
        </p:grpSpPr>
        <p:sp>
          <p:nvSpPr>
            <p:cNvPr id="36" name="四角形: 角を丸くする 35">
              <a:extLst>
                <a:ext uri="{FF2B5EF4-FFF2-40B4-BE49-F238E27FC236}">
                  <a16:creationId xmlns:a16="http://schemas.microsoft.com/office/drawing/2014/main" id="{8D9CE3F4-3C43-344B-B74E-7E7C27F311D0}"/>
                </a:ext>
              </a:extLst>
            </p:cNvPr>
            <p:cNvSpPr/>
            <p:nvPr/>
          </p:nvSpPr>
          <p:spPr>
            <a:xfrm>
              <a:off x="3368124" y="3480836"/>
              <a:ext cx="5455753" cy="914400"/>
            </a:xfrm>
            <a:prstGeom prst="round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9" name="四角形: 角を丸くする 68">
              <a:extLst>
                <a:ext uri="{FF2B5EF4-FFF2-40B4-BE49-F238E27FC236}">
                  <a16:creationId xmlns:a16="http://schemas.microsoft.com/office/drawing/2014/main" id="{2D6D90E9-B012-A195-9B47-8585E959CA9E}"/>
                </a:ext>
              </a:extLst>
            </p:cNvPr>
            <p:cNvSpPr/>
            <p:nvPr/>
          </p:nvSpPr>
          <p:spPr>
            <a:xfrm>
              <a:off x="6495533" y="3704434"/>
              <a:ext cx="1948277" cy="496239"/>
            </a:xfrm>
            <a:prstGeom prst="roundRect">
              <a:avLst/>
            </a:prstGeom>
            <a:solidFill>
              <a:schemeClr val="accent6"/>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開放</a:t>
              </a:r>
            </a:p>
          </p:txBody>
        </p:sp>
        <p:grpSp>
          <p:nvGrpSpPr>
            <p:cNvPr id="37" name="グループ化 36">
              <a:extLst>
                <a:ext uri="{FF2B5EF4-FFF2-40B4-BE49-F238E27FC236}">
                  <a16:creationId xmlns:a16="http://schemas.microsoft.com/office/drawing/2014/main" id="{15E830C9-453D-5346-A0CF-35E4466B2916}"/>
                </a:ext>
              </a:extLst>
            </p:cNvPr>
            <p:cNvGrpSpPr/>
            <p:nvPr/>
          </p:nvGrpSpPr>
          <p:grpSpPr>
            <a:xfrm>
              <a:off x="3741384" y="3738168"/>
              <a:ext cx="2273449" cy="438046"/>
              <a:chOff x="6437296" y="3453482"/>
              <a:chExt cx="2273449" cy="438046"/>
            </a:xfrm>
          </p:grpSpPr>
          <p:grpSp>
            <p:nvGrpSpPr>
              <p:cNvPr id="38" name="グループ化 37">
                <a:extLst>
                  <a:ext uri="{FF2B5EF4-FFF2-40B4-BE49-F238E27FC236}">
                    <a16:creationId xmlns:a16="http://schemas.microsoft.com/office/drawing/2014/main" id="{5F0C60D7-BC84-1887-674E-205F14FBEDC3}"/>
                  </a:ext>
                </a:extLst>
              </p:cNvPr>
              <p:cNvGrpSpPr/>
              <p:nvPr/>
            </p:nvGrpSpPr>
            <p:grpSpPr>
              <a:xfrm>
                <a:off x="6437296" y="3453482"/>
                <a:ext cx="2273449" cy="438046"/>
                <a:chOff x="4890326" y="3796691"/>
                <a:chExt cx="2273449" cy="438046"/>
              </a:xfrm>
            </p:grpSpPr>
            <p:sp>
              <p:nvSpPr>
                <p:cNvPr id="51" name="四角形: 角を丸くする 50">
                  <a:extLst>
                    <a:ext uri="{FF2B5EF4-FFF2-40B4-BE49-F238E27FC236}">
                      <a16:creationId xmlns:a16="http://schemas.microsoft.com/office/drawing/2014/main" id="{280B42D7-A4DD-8343-E3AE-80186AD5792F}"/>
                    </a:ext>
                  </a:extLst>
                </p:cNvPr>
                <p:cNvSpPr/>
                <p:nvPr/>
              </p:nvSpPr>
              <p:spPr>
                <a:xfrm>
                  <a:off x="4890326" y="3796691"/>
                  <a:ext cx="1047209" cy="438046"/>
                </a:xfrm>
                <a:prstGeom prst="round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8" name="テキスト ボックス 57">
                  <a:extLst>
                    <a:ext uri="{FF2B5EF4-FFF2-40B4-BE49-F238E27FC236}">
                      <a16:creationId xmlns:a16="http://schemas.microsoft.com/office/drawing/2014/main" id="{9EAF16D7-7AB3-5F1B-8E70-51DE9316B763}"/>
                    </a:ext>
                  </a:extLst>
                </p:cNvPr>
                <p:cNvSpPr txBox="1"/>
                <p:nvPr/>
              </p:nvSpPr>
              <p:spPr>
                <a:xfrm>
                  <a:off x="5068663" y="3877215"/>
                  <a:ext cx="1039469"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消費数</a:t>
                  </a:r>
                </a:p>
              </p:txBody>
            </p:sp>
            <p:sp>
              <p:nvSpPr>
                <p:cNvPr id="59" name="テキスト ボックス 58">
                  <a:extLst>
                    <a:ext uri="{FF2B5EF4-FFF2-40B4-BE49-F238E27FC236}">
                      <a16:creationId xmlns:a16="http://schemas.microsoft.com/office/drawing/2014/main" id="{D8E66EA3-FD62-78E1-E5BC-E52759368FDB}"/>
                    </a:ext>
                  </a:extLst>
                </p:cNvPr>
                <p:cNvSpPr txBox="1"/>
                <p:nvPr/>
              </p:nvSpPr>
              <p:spPr>
                <a:xfrm>
                  <a:off x="6001316" y="3846437"/>
                  <a:ext cx="1162459" cy="338554"/>
                </a:xfrm>
                <a:prstGeom prst="rect">
                  <a:avLst/>
                </a:prstGeom>
                <a:noFill/>
              </p:spPr>
              <p:txBody>
                <a:bodyPr wrap="square" rtlCol="0">
                  <a:spAutoFit/>
                </a:bodyPr>
                <a:lstStyle/>
                <a:p>
                  <a:pPr algn="ctr"/>
                  <a:r>
                    <a:rPr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000000000</a:t>
                  </a:r>
                  <a:endPar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39" name="グループ化 38">
                <a:extLst>
                  <a:ext uri="{FF2B5EF4-FFF2-40B4-BE49-F238E27FC236}">
                    <a16:creationId xmlns:a16="http://schemas.microsoft.com/office/drawing/2014/main" id="{7495D1F6-7566-684F-8673-3CA15B56C060}"/>
                  </a:ext>
                </a:extLst>
              </p:cNvPr>
              <p:cNvGrpSpPr/>
              <p:nvPr/>
            </p:nvGrpSpPr>
            <p:grpSpPr>
              <a:xfrm>
                <a:off x="6543645" y="3540774"/>
                <a:ext cx="211026" cy="279530"/>
                <a:chOff x="8604191" y="699940"/>
                <a:chExt cx="211026" cy="279530"/>
              </a:xfrm>
            </p:grpSpPr>
            <p:grpSp>
              <p:nvGrpSpPr>
                <p:cNvPr id="40" name="グループ化 39">
                  <a:extLst>
                    <a:ext uri="{FF2B5EF4-FFF2-40B4-BE49-F238E27FC236}">
                      <a16:creationId xmlns:a16="http://schemas.microsoft.com/office/drawing/2014/main" id="{CE9A4D90-DDA8-475F-AFEA-AEB1462F3366}"/>
                    </a:ext>
                  </a:extLst>
                </p:cNvPr>
                <p:cNvGrpSpPr/>
                <p:nvPr/>
              </p:nvGrpSpPr>
              <p:grpSpPr>
                <a:xfrm>
                  <a:off x="8604191" y="699940"/>
                  <a:ext cx="211026" cy="279530"/>
                  <a:chOff x="8604191" y="672399"/>
                  <a:chExt cx="211026" cy="279530"/>
                </a:xfrm>
              </p:grpSpPr>
              <p:cxnSp>
                <p:nvCxnSpPr>
                  <p:cNvPr id="43" name="コネクタ: カギ線 42">
                    <a:extLst>
                      <a:ext uri="{FF2B5EF4-FFF2-40B4-BE49-F238E27FC236}">
                        <a16:creationId xmlns:a16="http://schemas.microsoft.com/office/drawing/2014/main" id="{36F92998-438E-3847-85A7-47CE41CDDC2D}"/>
                      </a:ext>
                    </a:extLst>
                  </p:cNvPr>
                  <p:cNvCxnSpPr>
                    <a:cxnSpLocks/>
                  </p:cNvCxnSpPr>
                  <p:nvPr/>
                </p:nvCxnSpPr>
                <p:spPr>
                  <a:xfrm rot="16200000" flipH="1">
                    <a:off x="8604191" y="740903"/>
                    <a:ext cx="211026" cy="211026"/>
                  </a:xfrm>
                  <a:prstGeom prst="bentConnector3">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44" name="直線コネクタ 43">
                    <a:extLst>
                      <a:ext uri="{FF2B5EF4-FFF2-40B4-BE49-F238E27FC236}">
                        <a16:creationId xmlns:a16="http://schemas.microsoft.com/office/drawing/2014/main" id="{5C623721-05DF-98CC-524A-20E7D73CFA4A}"/>
                      </a:ext>
                    </a:extLst>
                  </p:cNvPr>
                  <p:cNvCxnSpPr>
                    <a:cxnSpLocks/>
                  </p:cNvCxnSpPr>
                  <p:nvPr/>
                </p:nvCxnSpPr>
                <p:spPr>
                  <a:xfrm>
                    <a:off x="8706065" y="725136"/>
                    <a:ext cx="0" cy="22387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49" name="直線コネクタ 48">
                    <a:extLst>
                      <a:ext uri="{FF2B5EF4-FFF2-40B4-BE49-F238E27FC236}">
                        <a16:creationId xmlns:a16="http://schemas.microsoft.com/office/drawing/2014/main" id="{2FA5D0FB-F97F-D6F7-86F1-91387EDDC894}"/>
                      </a:ext>
                    </a:extLst>
                  </p:cNvPr>
                  <p:cNvCxnSpPr>
                    <a:cxnSpLocks/>
                  </p:cNvCxnSpPr>
                  <p:nvPr/>
                </p:nvCxnSpPr>
                <p:spPr>
                  <a:xfrm>
                    <a:off x="8653289" y="672403"/>
                    <a:ext cx="43248" cy="59906"/>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50" name="直線コネクタ 49">
                    <a:extLst>
                      <a:ext uri="{FF2B5EF4-FFF2-40B4-BE49-F238E27FC236}">
                        <a16:creationId xmlns:a16="http://schemas.microsoft.com/office/drawing/2014/main" id="{8A5DC405-E2C9-DDDC-86AA-EEAF95C1A777}"/>
                      </a:ext>
                    </a:extLst>
                  </p:cNvPr>
                  <p:cNvCxnSpPr>
                    <a:cxnSpLocks/>
                  </p:cNvCxnSpPr>
                  <p:nvPr/>
                </p:nvCxnSpPr>
                <p:spPr>
                  <a:xfrm flipH="1">
                    <a:off x="8712819" y="672399"/>
                    <a:ext cx="43248" cy="59906"/>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grpSp>
            <p:cxnSp>
              <p:nvCxnSpPr>
                <p:cNvPr id="41" name="直線コネクタ 40">
                  <a:extLst>
                    <a:ext uri="{FF2B5EF4-FFF2-40B4-BE49-F238E27FC236}">
                      <a16:creationId xmlns:a16="http://schemas.microsoft.com/office/drawing/2014/main" id="{26F40289-9F0A-ACEF-DA0A-CD1022DC2176}"/>
                    </a:ext>
                  </a:extLst>
                </p:cNvPr>
                <p:cNvCxnSpPr>
                  <a:cxnSpLocks/>
                </p:cNvCxnSpPr>
                <p:nvPr/>
              </p:nvCxnSpPr>
              <p:spPr>
                <a:xfrm flipH="1">
                  <a:off x="8645440" y="819427"/>
                  <a:ext cx="134580" cy="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42" name="直線コネクタ 41">
                  <a:extLst>
                    <a:ext uri="{FF2B5EF4-FFF2-40B4-BE49-F238E27FC236}">
                      <a16:creationId xmlns:a16="http://schemas.microsoft.com/office/drawing/2014/main" id="{0A2F39C8-6863-FC75-8759-598A290755AB}"/>
                    </a:ext>
                  </a:extLst>
                </p:cNvPr>
                <p:cNvCxnSpPr>
                  <a:cxnSpLocks/>
                </p:cNvCxnSpPr>
                <p:nvPr/>
              </p:nvCxnSpPr>
              <p:spPr>
                <a:xfrm flipH="1">
                  <a:off x="8645440" y="925877"/>
                  <a:ext cx="134580" cy="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grpSp>
        </p:grpSp>
      </p:grpSp>
      <p:sp>
        <p:nvSpPr>
          <p:cNvPr id="4" name="四角形: 角を丸くする 3">
            <a:extLst>
              <a:ext uri="{FF2B5EF4-FFF2-40B4-BE49-F238E27FC236}">
                <a16:creationId xmlns:a16="http://schemas.microsoft.com/office/drawing/2014/main" id="{F9B087D2-4307-7BDB-3A90-815465395736}"/>
              </a:ext>
            </a:extLst>
          </p:cNvPr>
          <p:cNvSpPr/>
          <p:nvPr/>
        </p:nvSpPr>
        <p:spPr>
          <a:xfrm>
            <a:off x="4120719" y="2393635"/>
            <a:ext cx="2057865" cy="754831"/>
          </a:xfrm>
          <a:prstGeom prst="roundRect">
            <a:avLst/>
          </a:prstGeom>
          <a:solidFill>
            <a:schemeClr val="tx1">
              <a:lumMod val="50000"/>
              <a:lumOff val="50000"/>
            </a:schemeClr>
          </a:solidFill>
          <a:ln w="38100">
            <a:noFill/>
            <a:prstDash val="solid"/>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未開放</a:t>
            </a:r>
          </a:p>
        </p:txBody>
      </p:sp>
    </p:spTree>
    <p:extLst>
      <p:ext uri="{BB962C8B-B14F-4D97-AF65-F5344CB8AC3E}">
        <p14:creationId xmlns:p14="http://schemas.microsoft.com/office/powerpoint/2010/main" val="2340834787"/>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bg>
      <p:bgPr>
        <a:blipFill dpi="0" rotWithShape="1">
          <a:blip r:embed="rId2">
            <a:extLst>
              <a:ext uri="{BEBA8EAE-BF5A-486C-A8C5-ECC9F3942E4B}">
                <a14:imgProps xmlns:a14="http://schemas.microsoft.com/office/drawing/2010/main">
                  <a14:imgLayer r:embed="rId3">
                    <a14:imgEffect>
                      <a14:sharpenSoften amount="-35000"/>
                    </a14:imgEffect>
                    <a14:imgEffect>
                      <a14:saturation sat="85000"/>
                    </a14:imgEffect>
                    <a14:imgEffect>
                      <a14:brightnessContrast bright="-20000" contrast="-15000"/>
                    </a14:imgEffect>
                  </a14:imgLayer>
                </a14:imgProps>
              </a:ext>
            </a:extLst>
          </a:blip>
          <a:srcRect/>
          <a:stretch>
            <a:fillRect/>
          </a:stretch>
        </a:blipFill>
        <a:effectLst/>
      </p:bgPr>
    </p:bg>
    <p:spTree>
      <p:nvGrpSpPr>
        <p:cNvPr id="1" name="">
          <a:extLst>
            <a:ext uri="{FF2B5EF4-FFF2-40B4-BE49-F238E27FC236}">
              <a16:creationId xmlns:a16="http://schemas.microsoft.com/office/drawing/2014/main" id="{050AEA7F-916F-41EB-C5E4-D209F12EB018}"/>
            </a:ext>
          </a:extLst>
        </p:cNvPr>
        <p:cNvGrpSpPr/>
        <p:nvPr/>
      </p:nvGrpSpPr>
      <p:grpSpPr>
        <a:xfrm>
          <a:off x="0" y="0"/>
          <a:ext cx="0" cy="0"/>
          <a:chOff x="0" y="0"/>
          <a:chExt cx="0" cy="0"/>
        </a:xfrm>
      </p:grpSpPr>
      <p:grpSp>
        <p:nvGrpSpPr>
          <p:cNvPr id="10" name="グループ化 9">
            <a:extLst>
              <a:ext uri="{FF2B5EF4-FFF2-40B4-BE49-F238E27FC236}">
                <a16:creationId xmlns:a16="http://schemas.microsoft.com/office/drawing/2014/main" id="{89D25A29-756F-4F40-1EB9-3D4D644ECFEB}"/>
              </a:ext>
            </a:extLst>
          </p:cNvPr>
          <p:cNvGrpSpPr>
            <a:grpSpLocks/>
          </p:cNvGrpSpPr>
          <p:nvPr/>
        </p:nvGrpSpPr>
        <p:grpSpPr>
          <a:xfrm>
            <a:off x="1590628" y="1230407"/>
            <a:ext cx="9010745" cy="5627593"/>
            <a:chOff x="1590628" y="1230407"/>
            <a:chExt cx="9010745" cy="5627593"/>
          </a:xfrm>
        </p:grpSpPr>
        <p:sp>
          <p:nvSpPr>
            <p:cNvPr id="11" name="正方形/長方形 10">
              <a:extLst>
                <a:ext uri="{FF2B5EF4-FFF2-40B4-BE49-F238E27FC236}">
                  <a16:creationId xmlns:a16="http://schemas.microsoft.com/office/drawing/2014/main" id="{CF6A10AA-3B8F-F4E4-B70C-B27BAFC9C342}"/>
                </a:ext>
              </a:extLst>
            </p:cNvPr>
            <p:cNvSpPr>
              <a:spLocks/>
            </p:cNvSpPr>
            <p:nvPr/>
          </p:nvSpPr>
          <p:spPr>
            <a:xfrm>
              <a:off x="1590628" y="1541380"/>
              <a:ext cx="9010745" cy="5316620"/>
            </a:xfrm>
            <a:prstGeom prst="rect">
              <a:avLst/>
            </a:prstGeom>
            <a:solidFill>
              <a:srgbClr val="6600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フローチャート: 手作業 11">
              <a:extLst>
                <a:ext uri="{FF2B5EF4-FFF2-40B4-BE49-F238E27FC236}">
                  <a16:creationId xmlns:a16="http://schemas.microsoft.com/office/drawing/2014/main" id="{6B266D96-295D-3A6B-1990-D7758496FD74}"/>
                </a:ext>
              </a:extLst>
            </p:cNvPr>
            <p:cNvSpPr>
              <a:spLocks/>
            </p:cNvSpPr>
            <p:nvPr/>
          </p:nvSpPr>
          <p:spPr>
            <a:xfrm flipV="1">
              <a:off x="1590628" y="1230407"/>
              <a:ext cx="9010745" cy="328009"/>
            </a:xfrm>
            <a:prstGeom prst="flowChartManualOperation">
              <a:avLst/>
            </a:prstGeom>
            <a:solidFill>
              <a:srgbClr val="6600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64" name="グループ化 63">
            <a:extLst>
              <a:ext uri="{FF2B5EF4-FFF2-40B4-BE49-F238E27FC236}">
                <a16:creationId xmlns:a16="http://schemas.microsoft.com/office/drawing/2014/main" id="{21FDC465-4A00-47C0-777A-E5C73440B8AA}"/>
              </a:ext>
            </a:extLst>
          </p:cNvPr>
          <p:cNvGrpSpPr/>
          <p:nvPr/>
        </p:nvGrpSpPr>
        <p:grpSpPr>
          <a:xfrm>
            <a:off x="163586" y="134635"/>
            <a:ext cx="3123445" cy="1396119"/>
            <a:chOff x="163586" y="134635"/>
            <a:chExt cx="3123445" cy="1396119"/>
          </a:xfrm>
        </p:grpSpPr>
        <p:sp>
          <p:nvSpPr>
            <p:cNvPr id="65" name="四角形: 角を丸くする 64">
              <a:extLst>
                <a:ext uri="{FF2B5EF4-FFF2-40B4-BE49-F238E27FC236}">
                  <a16:creationId xmlns:a16="http://schemas.microsoft.com/office/drawing/2014/main" id="{6D945AE6-DADA-3605-342E-8831D9B84609}"/>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66" name="テキスト ボックス 65">
              <a:extLst>
                <a:ext uri="{FF2B5EF4-FFF2-40B4-BE49-F238E27FC236}">
                  <a16:creationId xmlns:a16="http://schemas.microsoft.com/office/drawing/2014/main" id="{A68D55E2-51C4-2D2A-5783-F472CA77C1E2}"/>
                </a:ext>
              </a:extLst>
            </p:cNvPr>
            <p:cNvSpPr txBox="1"/>
            <p:nvPr/>
          </p:nvSpPr>
          <p:spPr>
            <a:xfrm>
              <a:off x="1752835" y="641390"/>
              <a:ext cx="121058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部屋強化</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67" name="グループ化 66">
              <a:extLst>
                <a:ext uri="{FF2B5EF4-FFF2-40B4-BE49-F238E27FC236}">
                  <a16:creationId xmlns:a16="http://schemas.microsoft.com/office/drawing/2014/main" id="{23814A88-CEA5-388A-2767-ED8FDBB80C1C}"/>
                </a:ext>
              </a:extLst>
            </p:cNvPr>
            <p:cNvGrpSpPr/>
            <p:nvPr/>
          </p:nvGrpSpPr>
          <p:grpSpPr>
            <a:xfrm>
              <a:off x="163586" y="134635"/>
              <a:ext cx="1975684" cy="1396119"/>
              <a:chOff x="163586" y="134635"/>
              <a:chExt cx="1975684" cy="1396119"/>
            </a:xfrm>
          </p:grpSpPr>
          <p:grpSp>
            <p:nvGrpSpPr>
              <p:cNvPr id="68" name="グループ化 67">
                <a:extLst>
                  <a:ext uri="{FF2B5EF4-FFF2-40B4-BE49-F238E27FC236}">
                    <a16:creationId xmlns:a16="http://schemas.microsoft.com/office/drawing/2014/main" id="{A823852D-1EA6-5334-F1BD-C34B0D6A1A75}"/>
                  </a:ext>
                </a:extLst>
              </p:cNvPr>
              <p:cNvGrpSpPr/>
              <p:nvPr/>
            </p:nvGrpSpPr>
            <p:grpSpPr>
              <a:xfrm>
                <a:off x="163586" y="134635"/>
                <a:ext cx="1975684" cy="1396119"/>
                <a:chOff x="163586" y="134635"/>
                <a:chExt cx="1975684" cy="1396119"/>
              </a:xfrm>
            </p:grpSpPr>
            <p:pic>
              <p:nvPicPr>
                <p:cNvPr id="72" name="図 71">
                  <a:extLst>
                    <a:ext uri="{FF2B5EF4-FFF2-40B4-BE49-F238E27FC236}">
                      <a16:creationId xmlns:a16="http://schemas.microsoft.com/office/drawing/2014/main" id="{DCE67F6C-979A-D598-00F6-C1EA3AB9B23D}"/>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80" name="楕円 79">
                  <a:extLst>
                    <a:ext uri="{FF2B5EF4-FFF2-40B4-BE49-F238E27FC236}">
                      <a16:creationId xmlns:a16="http://schemas.microsoft.com/office/drawing/2014/main" id="{2BD3A370-6345-7C99-4686-65675E552BD8}"/>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71" name="図 70">
                <a:extLst>
                  <a:ext uri="{FF2B5EF4-FFF2-40B4-BE49-F238E27FC236}">
                    <a16:creationId xmlns:a16="http://schemas.microsoft.com/office/drawing/2014/main" id="{98652D5A-9200-8E72-6473-6BE6792B1302}"/>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grpSp>
        <p:nvGrpSpPr>
          <p:cNvPr id="27" name="グループ化 26">
            <a:extLst>
              <a:ext uri="{FF2B5EF4-FFF2-40B4-BE49-F238E27FC236}">
                <a16:creationId xmlns:a16="http://schemas.microsoft.com/office/drawing/2014/main" id="{9410614B-F06A-5960-5C4C-185691BDFBAF}"/>
              </a:ext>
            </a:extLst>
          </p:cNvPr>
          <p:cNvGrpSpPr/>
          <p:nvPr/>
        </p:nvGrpSpPr>
        <p:grpSpPr>
          <a:xfrm>
            <a:off x="2185230" y="3398680"/>
            <a:ext cx="7821541" cy="1567643"/>
            <a:chOff x="2222027" y="3398680"/>
            <a:chExt cx="7821541" cy="1567643"/>
          </a:xfrm>
          <a:solidFill>
            <a:schemeClr val="bg1">
              <a:lumMod val="85000"/>
            </a:schemeClr>
          </a:solidFill>
        </p:grpSpPr>
        <p:sp>
          <p:nvSpPr>
            <p:cNvPr id="90" name="二等辺三角形 89">
              <a:extLst>
                <a:ext uri="{FF2B5EF4-FFF2-40B4-BE49-F238E27FC236}">
                  <a16:creationId xmlns:a16="http://schemas.microsoft.com/office/drawing/2014/main" id="{D78FDD33-8BD5-A8DC-8DC5-1D46A17E8195}"/>
                </a:ext>
              </a:extLst>
            </p:cNvPr>
            <p:cNvSpPr/>
            <p:nvPr/>
          </p:nvSpPr>
          <p:spPr>
            <a:xfrm rot="5400000">
              <a:off x="8821511" y="3744266"/>
              <a:ext cx="1567643" cy="876471"/>
            </a:xfrm>
            <a:prstGeom prst="triangle">
              <a:avLst/>
            </a:prstGeom>
            <a:grp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6" name="二等辺三角形 25">
              <a:extLst>
                <a:ext uri="{FF2B5EF4-FFF2-40B4-BE49-F238E27FC236}">
                  <a16:creationId xmlns:a16="http://schemas.microsoft.com/office/drawing/2014/main" id="{527552DB-971C-C131-09CE-2D04D0BA46E4}"/>
                </a:ext>
              </a:extLst>
            </p:cNvPr>
            <p:cNvSpPr/>
            <p:nvPr/>
          </p:nvSpPr>
          <p:spPr>
            <a:xfrm rot="16200000" flipH="1">
              <a:off x="1876441" y="3744266"/>
              <a:ext cx="1567643" cy="876471"/>
            </a:xfrm>
            <a:prstGeom prst="triangle">
              <a:avLst/>
            </a:prstGeom>
            <a:grp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168" name="グループ化 167">
            <a:extLst>
              <a:ext uri="{FF2B5EF4-FFF2-40B4-BE49-F238E27FC236}">
                <a16:creationId xmlns:a16="http://schemas.microsoft.com/office/drawing/2014/main" id="{B9F8A349-17D0-76E5-43D3-83B356352D8A}"/>
              </a:ext>
            </a:extLst>
          </p:cNvPr>
          <p:cNvGrpSpPr/>
          <p:nvPr/>
        </p:nvGrpSpPr>
        <p:grpSpPr>
          <a:xfrm>
            <a:off x="6713486" y="1593584"/>
            <a:ext cx="1904370" cy="4922497"/>
            <a:chOff x="6872107" y="1593584"/>
            <a:chExt cx="1904370" cy="4922497"/>
          </a:xfrm>
        </p:grpSpPr>
        <p:sp>
          <p:nvSpPr>
            <p:cNvPr id="73" name="矢印: 下 72">
              <a:extLst>
                <a:ext uri="{FF2B5EF4-FFF2-40B4-BE49-F238E27FC236}">
                  <a16:creationId xmlns:a16="http://schemas.microsoft.com/office/drawing/2014/main" id="{63398948-F187-EAFA-3F75-264186961C6A}"/>
                </a:ext>
              </a:extLst>
            </p:cNvPr>
            <p:cNvSpPr/>
            <p:nvPr/>
          </p:nvSpPr>
          <p:spPr>
            <a:xfrm>
              <a:off x="7585578" y="3348032"/>
              <a:ext cx="484632" cy="1408759"/>
            </a:xfrm>
            <a:prstGeom prst="downArrow">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5" name="四角形: 角を丸くする 74">
              <a:extLst>
                <a:ext uri="{FF2B5EF4-FFF2-40B4-BE49-F238E27FC236}">
                  <a16:creationId xmlns:a16="http://schemas.microsoft.com/office/drawing/2014/main" id="{CA94A70D-7313-989C-11CA-99758D4A98C9}"/>
                </a:ext>
              </a:extLst>
            </p:cNvPr>
            <p:cNvSpPr/>
            <p:nvPr/>
          </p:nvSpPr>
          <p:spPr>
            <a:xfrm>
              <a:off x="7029821" y="1600007"/>
              <a:ext cx="1591665" cy="1741602"/>
            </a:xfrm>
            <a:prstGeom prst="roundRect">
              <a:avLst/>
            </a:prstGeom>
            <a:solidFill>
              <a:schemeClr val="accent2">
                <a:lumMod val="40000"/>
                <a:lumOff val="60000"/>
              </a:schemeClr>
            </a:solidFill>
            <a:ln w="38100">
              <a:noFill/>
              <a:prstDash val="solid"/>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7" name="四角形: 角を丸くする 76">
              <a:extLst>
                <a:ext uri="{FF2B5EF4-FFF2-40B4-BE49-F238E27FC236}">
                  <a16:creationId xmlns:a16="http://schemas.microsoft.com/office/drawing/2014/main" id="{6E5AF330-F627-E75E-7C9F-D2F24028FA2C}"/>
                </a:ext>
              </a:extLst>
            </p:cNvPr>
            <p:cNvSpPr/>
            <p:nvPr/>
          </p:nvSpPr>
          <p:spPr>
            <a:xfrm>
              <a:off x="7029821" y="4774479"/>
              <a:ext cx="1591665" cy="1741602"/>
            </a:xfrm>
            <a:prstGeom prst="roundRect">
              <a:avLst/>
            </a:prstGeom>
            <a:solidFill>
              <a:schemeClr val="accent2">
                <a:lumMod val="60000"/>
                <a:lumOff val="40000"/>
              </a:schemeClr>
            </a:solidFill>
            <a:ln w="38100">
              <a:noFill/>
              <a:prstDash val="solid"/>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9" name="四角形: 上の 2 つの角を丸める 78">
              <a:extLst>
                <a:ext uri="{FF2B5EF4-FFF2-40B4-BE49-F238E27FC236}">
                  <a16:creationId xmlns:a16="http://schemas.microsoft.com/office/drawing/2014/main" id="{6F229AF0-54A7-C06E-520E-550919BB636A}"/>
                </a:ext>
              </a:extLst>
            </p:cNvPr>
            <p:cNvSpPr/>
            <p:nvPr/>
          </p:nvSpPr>
          <p:spPr>
            <a:xfrm>
              <a:off x="7021076" y="1593584"/>
              <a:ext cx="1602885" cy="595141"/>
            </a:xfrm>
            <a:prstGeom prst="round2SameRect">
              <a:avLst>
                <a:gd name="adj1" fmla="val 49508"/>
                <a:gd name="adj2" fmla="val 0"/>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83" name="テキスト ボックス 82">
              <a:extLst>
                <a:ext uri="{FF2B5EF4-FFF2-40B4-BE49-F238E27FC236}">
                  <a16:creationId xmlns:a16="http://schemas.microsoft.com/office/drawing/2014/main" id="{B1CD691F-8BC3-07BD-3561-22C91253CB5F}"/>
                </a:ext>
              </a:extLst>
            </p:cNvPr>
            <p:cNvSpPr txBox="1"/>
            <p:nvPr/>
          </p:nvSpPr>
          <p:spPr>
            <a:xfrm>
              <a:off x="6872107" y="1691220"/>
              <a:ext cx="1900822" cy="400110"/>
            </a:xfrm>
            <a:prstGeom prst="rect">
              <a:avLst/>
            </a:prstGeom>
            <a:noFill/>
          </p:spPr>
          <p:txBody>
            <a:bodyPr wrap="square">
              <a:spAutoFit/>
            </a:bodyPr>
            <a:lstStyle/>
            <a:p>
              <a:pPr algn="ctr"/>
              <a:r>
                <a:rPr kumimoji="1" lang="ja-JP" altLang="en-US" sz="2000">
                  <a:solidFill>
                    <a:schemeClr val="accent6">
                      <a:lumMod val="75000"/>
                    </a:schemeClr>
                  </a:solidFill>
                  <a:latin typeface="原稿用標準書体" panose="03000503000000000000" pitchFamily="66" charset="-128"/>
                  <a:ea typeface="原稿用標準書体" panose="03000503000000000000" pitchFamily="66" charset="-128"/>
                </a:rPr>
                <a:t>適正キャラ</a:t>
              </a:r>
            </a:p>
          </p:txBody>
        </p:sp>
        <p:sp>
          <p:nvSpPr>
            <p:cNvPr id="86" name="四角形: 上の 2 つの角を丸める 85">
              <a:extLst>
                <a:ext uri="{FF2B5EF4-FFF2-40B4-BE49-F238E27FC236}">
                  <a16:creationId xmlns:a16="http://schemas.microsoft.com/office/drawing/2014/main" id="{C5C78989-6D85-96B5-8F4E-788224B9E7D5}"/>
                </a:ext>
              </a:extLst>
            </p:cNvPr>
            <p:cNvSpPr/>
            <p:nvPr/>
          </p:nvSpPr>
          <p:spPr>
            <a:xfrm>
              <a:off x="7024624" y="4775453"/>
              <a:ext cx="1602885" cy="595141"/>
            </a:xfrm>
            <a:prstGeom prst="round2SameRect">
              <a:avLst>
                <a:gd name="adj1" fmla="val 49508"/>
                <a:gd name="adj2" fmla="val 0"/>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88" name="テキスト ボックス 87">
              <a:extLst>
                <a:ext uri="{FF2B5EF4-FFF2-40B4-BE49-F238E27FC236}">
                  <a16:creationId xmlns:a16="http://schemas.microsoft.com/office/drawing/2014/main" id="{89C23ADC-FC6F-7B09-EFBF-110DE82E5BA8}"/>
                </a:ext>
              </a:extLst>
            </p:cNvPr>
            <p:cNvSpPr txBox="1"/>
            <p:nvPr/>
          </p:nvSpPr>
          <p:spPr>
            <a:xfrm>
              <a:off x="6875655" y="4873089"/>
              <a:ext cx="1900822" cy="400110"/>
            </a:xfrm>
            <a:prstGeom prst="rect">
              <a:avLst/>
            </a:prstGeom>
            <a:noFill/>
          </p:spPr>
          <p:txBody>
            <a:bodyPr wrap="square">
              <a:spAutoFit/>
            </a:bodyPr>
            <a:lstStyle/>
            <a:p>
              <a:pPr algn="ctr"/>
              <a:r>
                <a:rPr kumimoji="1" lang="ja-JP" altLang="en-US" sz="2000">
                  <a:solidFill>
                    <a:schemeClr val="accent6">
                      <a:lumMod val="75000"/>
                    </a:schemeClr>
                  </a:solidFill>
                  <a:latin typeface="原稿用標準書体" panose="03000503000000000000" pitchFamily="66" charset="-128"/>
                  <a:ea typeface="原稿用標準書体" panose="03000503000000000000" pitchFamily="66" charset="-128"/>
                </a:rPr>
                <a:t>適正キャラ</a:t>
              </a:r>
            </a:p>
          </p:txBody>
        </p:sp>
        <p:grpSp>
          <p:nvGrpSpPr>
            <p:cNvPr id="120" name="グループ化 119">
              <a:extLst>
                <a:ext uri="{FF2B5EF4-FFF2-40B4-BE49-F238E27FC236}">
                  <a16:creationId xmlns:a16="http://schemas.microsoft.com/office/drawing/2014/main" id="{5B11B43A-4F8C-342E-62D7-F110ED11D5C8}"/>
                </a:ext>
              </a:extLst>
            </p:cNvPr>
            <p:cNvGrpSpPr/>
            <p:nvPr/>
          </p:nvGrpSpPr>
          <p:grpSpPr>
            <a:xfrm>
              <a:off x="7331159" y="2318633"/>
              <a:ext cx="976395" cy="380486"/>
              <a:chOff x="7253205" y="2318632"/>
              <a:chExt cx="1123697" cy="437887"/>
            </a:xfrm>
          </p:grpSpPr>
          <p:grpSp>
            <p:nvGrpSpPr>
              <p:cNvPr id="89" name="グループ化 88">
                <a:extLst>
                  <a:ext uri="{FF2B5EF4-FFF2-40B4-BE49-F238E27FC236}">
                    <a16:creationId xmlns:a16="http://schemas.microsoft.com/office/drawing/2014/main" id="{B254CF1C-F9F2-EBAC-B1D7-F66C8919448D}"/>
                  </a:ext>
                </a:extLst>
              </p:cNvPr>
              <p:cNvGrpSpPr/>
              <p:nvPr/>
            </p:nvGrpSpPr>
            <p:grpSpPr>
              <a:xfrm>
                <a:off x="7253205" y="2318632"/>
                <a:ext cx="432931" cy="437887"/>
                <a:chOff x="7836685" y="2042989"/>
                <a:chExt cx="534204" cy="540320"/>
              </a:xfrm>
            </p:grpSpPr>
            <p:sp>
              <p:nvSpPr>
                <p:cNvPr id="92" name="四角形: 角を丸くする 91">
                  <a:extLst>
                    <a:ext uri="{FF2B5EF4-FFF2-40B4-BE49-F238E27FC236}">
                      <a16:creationId xmlns:a16="http://schemas.microsoft.com/office/drawing/2014/main" id="{C71AB163-9DB2-21C9-0D12-C1AC705A287C}"/>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05" name="グラフィックス 104" descr="ユーザー 単色塗りつぶし">
                  <a:extLst>
                    <a:ext uri="{FF2B5EF4-FFF2-40B4-BE49-F238E27FC236}">
                      <a16:creationId xmlns:a16="http://schemas.microsoft.com/office/drawing/2014/main" id="{78591FAD-45AE-ECD0-87D8-08FAF3F844C9}"/>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836685" y="2049618"/>
                  <a:ext cx="533691" cy="533691"/>
                </a:xfrm>
                <a:prstGeom prst="rect">
                  <a:avLst/>
                </a:prstGeom>
              </p:spPr>
            </p:pic>
          </p:grpSp>
          <p:grpSp>
            <p:nvGrpSpPr>
              <p:cNvPr id="106" name="グループ化 105">
                <a:extLst>
                  <a:ext uri="{FF2B5EF4-FFF2-40B4-BE49-F238E27FC236}">
                    <a16:creationId xmlns:a16="http://schemas.microsoft.com/office/drawing/2014/main" id="{DA6ECD5E-093D-91EA-49D9-BF553D7776F1}"/>
                  </a:ext>
                </a:extLst>
              </p:cNvPr>
              <p:cNvGrpSpPr/>
              <p:nvPr/>
            </p:nvGrpSpPr>
            <p:grpSpPr>
              <a:xfrm>
                <a:off x="7943971" y="2318632"/>
                <a:ext cx="432931" cy="437887"/>
                <a:chOff x="7836685" y="2042989"/>
                <a:chExt cx="534204" cy="540320"/>
              </a:xfrm>
            </p:grpSpPr>
            <p:sp>
              <p:nvSpPr>
                <p:cNvPr id="108" name="四角形: 角を丸くする 107">
                  <a:extLst>
                    <a:ext uri="{FF2B5EF4-FFF2-40B4-BE49-F238E27FC236}">
                      <a16:creationId xmlns:a16="http://schemas.microsoft.com/office/drawing/2014/main" id="{1DB972F2-EC43-C77E-0232-FA81B150A56C}"/>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09" name="グラフィックス 108" descr="ユーザー 単色塗りつぶし">
                  <a:extLst>
                    <a:ext uri="{FF2B5EF4-FFF2-40B4-BE49-F238E27FC236}">
                      <a16:creationId xmlns:a16="http://schemas.microsoft.com/office/drawing/2014/main" id="{D20600E9-4DD5-BD47-0D26-2513ABD49BEA}"/>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836685" y="2049618"/>
                  <a:ext cx="533691" cy="533691"/>
                </a:xfrm>
                <a:prstGeom prst="rect">
                  <a:avLst/>
                </a:prstGeom>
              </p:spPr>
            </p:pic>
          </p:grpSp>
        </p:grpSp>
        <p:grpSp>
          <p:nvGrpSpPr>
            <p:cNvPr id="129" name="グループ化 128">
              <a:extLst>
                <a:ext uri="{FF2B5EF4-FFF2-40B4-BE49-F238E27FC236}">
                  <a16:creationId xmlns:a16="http://schemas.microsoft.com/office/drawing/2014/main" id="{3C478642-04F0-0702-C9A3-095FEB809A10}"/>
                </a:ext>
              </a:extLst>
            </p:cNvPr>
            <p:cNvGrpSpPr/>
            <p:nvPr/>
          </p:nvGrpSpPr>
          <p:grpSpPr>
            <a:xfrm>
              <a:off x="7330798" y="5504597"/>
              <a:ext cx="976395" cy="876727"/>
              <a:chOff x="7331159" y="2318633"/>
              <a:chExt cx="976395" cy="876727"/>
            </a:xfrm>
          </p:grpSpPr>
          <p:grpSp>
            <p:nvGrpSpPr>
              <p:cNvPr id="130" name="グループ化 129">
                <a:extLst>
                  <a:ext uri="{FF2B5EF4-FFF2-40B4-BE49-F238E27FC236}">
                    <a16:creationId xmlns:a16="http://schemas.microsoft.com/office/drawing/2014/main" id="{997528A5-4C3C-5E50-F458-D77F36FE2B27}"/>
                  </a:ext>
                </a:extLst>
              </p:cNvPr>
              <p:cNvGrpSpPr/>
              <p:nvPr/>
            </p:nvGrpSpPr>
            <p:grpSpPr>
              <a:xfrm>
                <a:off x="7331159" y="2318633"/>
                <a:ext cx="976395" cy="380486"/>
                <a:chOff x="7253205" y="2318632"/>
                <a:chExt cx="1123697" cy="437887"/>
              </a:xfrm>
            </p:grpSpPr>
            <p:grpSp>
              <p:nvGrpSpPr>
                <p:cNvPr id="134" name="グループ化 133">
                  <a:extLst>
                    <a:ext uri="{FF2B5EF4-FFF2-40B4-BE49-F238E27FC236}">
                      <a16:creationId xmlns:a16="http://schemas.microsoft.com/office/drawing/2014/main" id="{D9BAF5D6-97AC-DE21-5DB6-32210791DC68}"/>
                    </a:ext>
                  </a:extLst>
                </p:cNvPr>
                <p:cNvGrpSpPr/>
                <p:nvPr/>
              </p:nvGrpSpPr>
              <p:grpSpPr>
                <a:xfrm>
                  <a:off x="7253205" y="2318632"/>
                  <a:ext cx="432931" cy="437887"/>
                  <a:chOff x="7836685" y="2042989"/>
                  <a:chExt cx="534204" cy="540320"/>
                </a:xfrm>
              </p:grpSpPr>
              <p:sp>
                <p:nvSpPr>
                  <p:cNvPr id="138" name="四角形: 角を丸くする 137">
                    <a:extLst>
                      <a:ext uri="{FF2B5EF4-FFF2-40B4-BE49-F238E27FC236}">
                        <a16:creationId xmlns:a16="http://schemas.microsoft.com/office/drawing/2014/main" id="{C84976E3-1271-C6E5-51B1-1C4DA4B9AD06}"/>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39" name="グラフィックス 138" descr="ユーザー 単色塗りつぶし">
                    <a:extLst>
                      <a:ext uri="{FF2B5EF4-FFF2-40B4-BE49-F238E27FC236}">
                        <a16:creationId xmlns:a16="http://schemas.microsoft.com/office/drawing/2014/main" id="{68B476FA-D281-DCCB-0D20-D10AAB518001}"/>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836685" y="2049618"/>
                    <a:ext cx="533691" cy="533691"/>
                  </a:xfrm>
                  <a:prstGeom prst="rect">
                    <a:avLst/>
                  </a:prstGeom>
                </p:spPr>
              </p:pic>
            </p:grpSp>
            <p:grpSp>
              <p:nvGrpSpPr>
                <p:cNvPr id="135" name="グループ化 134">
                  <a:extLst>
                    <a:ext uri="{FF2B5EF4-FFF2-40B4-BE49-F238E27FC236}">
                      <a16:creationId xmlns:a16="http://schemas.microsoft.com/office/drawing/2014/main" id="{1201A9EA-8DC8-A4A5-036E-AE956755E78D}"/>
                    </a:ext>
                  </a:extLst>
                </p:cNvPr>
                <p:cNvGrpSpPr/>
                <p:nvPr/>
              </p:nvGrpSpPr>
              <p:grpSpPr>
                <a:xfrm>
                  <a:off x="7943971" y="2318632"/>
                  <a:ext cx="432931" cy="437887"/>
                  <a:chOff x="7836685" y="2042989"/>
                  <a:chExt cx="534204" cy="540320"/>
                </a:xfrm>
              </p:grpSpPr>
              <p:sp>
                <p:nvSpPr>
                  <p:cNvPr id="136" name="四角形: 角を丸くする 135">
                    <a:extLst>
                      <a:ext uri="{FF2B5EF4-FFF2-40B4-BE49-F238E27FC236}">
                        <a16:creationId xmlns:a16="http://schemas.microsoft.com/office/drawing/2014/main" id="{966F5E7C-9B41-106E-CAF2-2A7EC0060207}"/>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37" name="グラフィックス 136" descr="ユーザー 単色塗りつぶし">
                    <a:extLst>
                      <a:ext uri="{FF2B5EF4-FFF2-40B4-BE49-F238E27FC236}">
                        <a16:creationId xmlns:a16="http://schemas.microsoft.com/office/drawing/2014/main" id="{98B14396-7C1C-2D94-6137-938B00A1A84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836685" y="2049618"/>
                    <a:ext cx="533691" cy="533691"/>
                  </a:xfrm>
                  <a:prstGeom prst="rect">
                    <a:avLst/>
                  </a:prstGeom>
                </p:spPr>
              </p:pic>
            </p:grpSp>
          </p:grpSp>
          <p:grpSp>
            <p:nvGrpSpPr>
              <p:cNvPr id="131" name="グループ化 130">
                <a:extLst>
                  <a:ext uri="{FF2B5EF4-FFF2-40B4-BE49-F238E27FC236}">
                    <a16:creationId xmlns:a16="http://schemas.microsoft.com/office/drawing/2014/main" id="{E085A8E8-DE6C-C33E-8F0F-295E196C4D15}"/>
                  </a:ext>
                </a:extLst>
              </p:cNvPr>
              <p:cNvGrpSpPr/>
              <p:nvPr/>
            </p:nvGrpSpPr>
            <p:grpSpPr>
              <a:xfrm>
                <a:off x="7331159" y="2814874"/>
                <a:ext cx="376179" cy="380486"/>
                <a:chOff x="7836685" y="2042989"/>
                <a:chExt cx="534204" cy="540320"/>
              </a:xfrm>
            </p:grpSpPr>
            <p:sp>
              <p:nvSpPr>
                <p:cNvPr id="132" name="四角形: 角を丸くする 131">
                  <a:extLst>
                    <a:ext uri="{FF2B5EF4-FFF2-40B4-BE49-F238E27FC236}">
                      <a16:creationId xmlns:a16="http://schemas.microsoft.com/office/drawing/2014/main" id="{629EA6C1-7897-D886-D1B6-759788F217DE}"/>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33" name="グラフィックス 132" descr="ユーザー 単色塗りつぶし">
                  <a:extLst>
                    <a:ext uri="{FF2B5EF4-FFF2-40B4-BE49-F238E27FC236}">
                      <a16:creationId xmlns:a16="http://schemas.microsoft.com/office/drawing/2014/main" id="{FB4A0F21-8016-4A63-D340-CE04E32E358D}"/>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836685" y="2049618"/>
                  <a:ext cx="533691" cy="533691"/>
                </a:xfrm>
                <a:prstGeom prst="rect">
                  <a:avLst/>
                </a:prstGeom>
              </p:spPr>
            </p:pic>
          </p:grpSp>
        </p:grpSp>
      </p:grpSp>
      <p:grpSp>
        <p:nvGrpSpPr>
          <p:cNvPr id="169" name="グループ化 168">
            <a:extLst>
              <a:ext uri="{FF2B5EF4-FFF2-40B4-BE49-F238E27FC236}">
                <a16:creationId xmlns:a16="http://schemas.microsoft.com/office/drawing/2014/main" id="{492D3BBF-FEA0-4D1A-5B18-96224810047A}"/>
              </a:ext>
            </a:extLst>
          </p:cNvPr>
          <p:cNvGrpSpPr/>
          <p:nvPr/>
        </p:nvGrpSpPr>
        <p:grpSpPr>
          <a:xfrm>
            <a:off x="3681191" y="1595805"/>
            <a:ext cx="2952732" cy="4902589"/>
            <a:chOff x="3839812" y="1595805"/>
            <a:chExt cx="2952732" cy="4902589"/>
          </a:xfrm>
        </p:grpSpPr>
        <p:grpSp>
          <p:nvGrpSpPr>
            <p:cNvPr id="2" name="グループ化 1">
              <a:extLst>
                <a:ext uri="{FF2B5EF4-FFF2-40B4-BE49-F238E27FC236}">
                  <a16:creationId xmlns:a16="http://schemas.microsoft.com/office/drawing/2014/main" id="{8A0BF4B9-967F-1704-A680-543F5F25A29D}"/>
                </a:ext>
              </a:extLst>
            </p:cNvPr>
            <p:cNvGrpSpPr/>
            <p:nvPr/>
          </p:nvGrpSpPr>
          <p:grpSpPr>
            <a:xfrm>
              <a:off x="3839812" y="1595805"/>
              <a:ext cx="2944827" cy="1741602"/>
              <a:chOff x="2665682" y="1604645"/>
              <a:chExt cx="1827568" cy="1080843"/>
            </a:xfrm>
          </p:grpSpPr>
          <p:sp>
            <p:nvSpPr>
              <p:cNvPr id="19" name="四角形: 角を丸くする 18">
                <a:extLst>
                  <a:ext uri="{FF2B5EF4-FFF2-40B4-BE49-F238E27FC236}">
                    <a16:creationId xmlns:a16="http://schemas.microsoft.com/office/drawing/2014/main" id="{07305ECC-A01A-582C-770B-4F75D646859F}"/>
                  </a:ext>
                </a:extLst>
              </p:cNvPr>
              <p:cNvSpPr/>
              <p:nvPr/>
            </p:nvSpPr>
            <p:spPr>
              <a:xfrm>
                <a:off x="2665682" y="1604645"/>
                <a:ext cx="1822662" cy="1080843"/>
              </a:xfrm>
              <a:prstGeom prst="roundRect">
                <a:avLst/>
              </a:prstGeom>
              <a:blipFill>
                <a:blip r:embed="rId7">
                  <a:extLst>
                    <a:ext uri="{BEBA8EAE-BF5A-486C-A8C5-ECC9F3942E4B}">
                      <a14:imgProps xmlns:a14="http://schemas.microsoft.com/office/drawing/2010/main">
                        <a14:imgLayer r:embed="rId8">
                          <a14:imgEffect>
                            <a14:brightnessContrast bright="40000" contrast="-40000"/>
                          </a14:imgEffect>
                        </a14:imgLayer>
                      </a14:imgProps>
                    </a:ext>
                  </a:extLst>
                </a:blip>
                <a:stretch>
                  <a:fillRect/>
                </a:stretch>
              </a:blipFill>
              <a:ln w="38100">
                <a:noFill/>
                <a:prstDash val="solid"/>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3" name="四角形: 上の 2 つの角を丸める 92">
                <a:extLst>
                  <a:ext uri="{FF2B5EF4-FFF2-40B4-BE49-F238E27FC236}">
                    <a16:creationId xmlns:a16="http://schemas.microsoft.com/office/drawing/2014/main" id="{81ADD227-1579-A2C9-D212-8F0B1D36EEFD}"/>
                  </a:ext>
                </a:extLst>
              </p:cNvPr>
              <p:cNvSpPr/>
              <p:nvPr/>
            </p:nvSpPr>
            <p:spPr>
              <a:xfrm>
                <a:off x="2670588" y="1616094"/>
                <a:ext cx="1822662" cy="369346"/>
              </a:xfrm>
              <a:prstGeom prst="round2SameRect">
                <a:avLst>
                  <a:gd name="adj1" fmla="val 49508"/>
                  <a:gd name="adj2" fmla="val 0"/>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94" name="テキスト ボックス 93">
                <a:extLst>
                  <a:ext uri="{FF2B5EF4-FFF2-40B4-BE49-F238E27FC236}">
                    <a16:creationId xmlns:a16="http://schemas.microsoft.com/office/drawing/2014/main" id="{37E45CEF-7AAB-1BC4-74BA-BAE39D16A0C9}"/>
                  </a:ext>
                </a:extLst>
              </p:cNvPr>
              <p:cNvSpPr txBox="1"/>
              <p:nvPr/>
            </p:nvSpPr>
            <p:spPr>
              <a:xfrm>
                <a:off x="2742021" y="1670333"/>
                <a:ext cx="410266" cy="258443"/>
              </a:xfrm>
              <a:prstGeom prst="rect">
                <a:avLst/>
              </a:prstGeom>
              <a:noFill/>
            </p:spPr>
            <p:txBody>
              <a:bodyPr wrap="square">
                <a:spAutoFit/>
              </a:bodyPr>
              <a:lstStyle/>
              <a:p>
                <a:pPr algn="ctr"/>
                <a:r>
                  <a:rPr lang="en-US" altLang="ja-JP" sz="2000">
                    <a:solidFill>
                      <a:schemeClr val="accent6">
                        <a:lumMod val="75000"/>
                      </a:schemeClr>
                    </a:solidFill>
                    <a:latin typeface="原稿用標準書体" panose="03000503000000000000" pitchFamily="66" charset="-128"/>
                    <a:ea typeface="原稿用標準書体" panose="03000503000000000000" pitchFamily="66" charset="-128"/>
                  </a:rPr>
                  <a:t>Lv</a:t>
                </a:r>
                <a:r>
                  <a:rPr lang="en-US" altLang="ja-JP" sz="2400">
                    <a:solidFill>
                      <a:schemeClr val="accent6">
                        <a:lumMod val="75000"/>
                      </a:schemeClr>
                    </a:solidFill>
                    <a:latin typeface="原稿用標準書体" panose="03000503000000000000" pitchFamily="66" charset="-128"/>
                    <a:ea typeface="原稿用標準書体" panose="03000503000000000000" pitchFamily="66" charset="-128"/>
                  </a:rPr>
                  <a:t>0</a:t>
                </a:r>
                <a:endParaRPr kumimoji="1" lang="ja-JP" altLang="en-US" sz="20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95" name="テキスト ボックス 94">
                <a:extLst>
                  <a:ext uri="{FF2B5EF4-FFF2-40B4-BE49-F238E27FC236}">
                    <a16:creationId xmlns:a16="http://schemas.microsoft.com/office/drawing/2014/main" id="{B6A7E76C-D3B9-C0FB-E2D9-FB59E93FC3FF}"/>
                  </a:ext>
                </a:extLst>
              </p:cNvPr>
              <p:cNvSpPr txBox="1"/>
              <p:nvPr/>
            </p:nvSpPr>
            <p:spPr>
              <a:xfrm>
                <a:off x="3661713" y="1685722"/>
                <a:ext cx="733012" cy="223984"/>
              </a:xfrm>
              <a:prstGeom prst="rect">
                <a:avLst/>
              </a:prstGeom>
              <a:noFill/>
            </p:spPr>
            <p:txBody>
              <a:bodyPr wrap="square">
                <a:spAutoFit/>
              </a:bodyPr>
              <a:lstStyle/>
              <a:p>
                <a:r>
                  <a:rPr lang="ja-JP" altLang="en-US" sz="2000">
                    <a:solidFill>
                      <a:schemeClr val="accent6">
                        <a:lumMod val="75000"/>
                      </a:schemeClr>
                    </a:solidFill>
                    <a:latin typeface="原稿用標準書体" panose="03000503000000000000" pitchFamily="66" charset="-128"/>
                    <a:ea typeface="原稿用標準書体" panose="03000503000000000000" pitchFamily="66" charset="-128"/>
                  </a:rPr>
                  <a:t>部屋名</a:t>
                </a:r>
                <a:endParaRPr kumimoji="1" lang="ja-JP" altLang="en-US" sz="20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grpSp>
          <p:nvGrpSpPr>
            <p:cNvPr id="28" name="グループ化 27">
              <a:extLst>
                <a:ext uri="{FF2B5EF4-FFF2-40B4-BE49-F238E27FC236}">
                  <a16:creationId xmlns:a16="http://schemas.microsoft.com/office/drawing/2014/main" id="{D97C31E2-D499-DDEC-7668-6D76965EF972}"/>
                </a:ext>
              </a:extLst>
            </p:cNvPr>
            <p:cNvGrpSpPr/>
            <p:nvPr/>
          </p:nvGrpSpPr>
          <p:grpSpPr>
            <a:xfrm>
              <a:off x="3847717" y="4756792"/>
              <a:ext cx="2944827" cy="1741602"/>
              <a:chOff x="2665682" y="1604645"/>
              <a:chExt cx="1827568" cy="1080843"/>
            </a:xfrm>
          </p:grpSpPr>
          <p:sp>
            <p:nvSpPr>
              <p:cNvPr id="29" name="四角形: 角を丸くする 28">
                <a:extLst>
                  <a:ext uri="{FF2B5EF4-FFF2-40B4-BE49-F238E27FC236}">
                    <a16:creationId xmlns:a16="http://schemas.microsoft.com/office/drawing/2014/main" id="{6F620249-158A-0172-2F31-024CD7EE6E13}"/>
                  </a:ext>
                </a:extLst>
              </p:cNvPr>
              <p:cNvSpPr/>
              <p:nvPr/>
            </p:nvSpPr>
            <p:spPr>
              <a:xfrm>
                <a:off x="2665682" y="1604645"/>
                <a:ext cx="1822662" cy="1080843"/>
              </a:xfrm>
              <a:prstGeom prst="roundRect">
                <a:avLst/>
              </a:prstGeom>
              <a:blipFill>
                <a:blip r:embed="rId7">
                  <a:extLst>
                    <a:ext uri="{BEBA8EAE-BF5A-486C-A8C5-ECC9F3942E4B}">
                      <a14:imgProps xmlns:a14="http://schemas.microsoft.com/office/drawing/2010/main">
                        <a14:imgLayer r:embed="rId8">
                          <a14:imgEffect>
                            <a14:brightnessContrast bright="40000" contrast="-40000"/>
                          </a14:imgEffect>
                        </a14:imgLayer>
                      </a14:imgProps>
                    </a:ext>
                  </a:extLst>
                </a:blip>
                <a:stretch>
                  <a:fillRect/>
                </a:stretch>
              </a:blipFill>
              <a:ln w="38100">
                <a:noFill/>
                <a:prstDash val="solid"/>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0" name="四角形: 上の 2 つの角を丸める 29">
                <a:extLst>
                  <a:ext uri="{FF2B5EF4-FFF2-40B4-BE49-F238E27FC236}">
                    <a16:creationId xmlns:a16="http://schemas.microsoft.com/office/drawing/2014/main" id="{88601155-68C2-40E3-0950-B6CE16FB0089}"/>
                  </a:ext>
                </a:extLst>
              </p:cNvPr>
              <p:cNvSpPr/>
              <p:nvPr/>
            </p:nvSpPr>
            <p:spPr>
              <a:xfrm>
                <a:off x="2670588" y="1616094"/>
                <a:ext cx="1822662" cy="369346"/>
              </a:xfrm>
              <a:prstGeom prst="round2SameRect">
                <a:avLst>
                  <a:gd name="adj1" fmla="val 49508"/>
                  <a:gd name="adj2" fmla="val 0"/>
                </a:avLst>
              </a:prstGeom>
              <a:solidFill>
                <a:schemeClr val="accent2">
                  <a:lumMod val="40000"/>
                  <a:lumOff val="6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31" name="テキスト ボックス 30">
                <a:extLst>
                  <a:ext uri="{FF2B5EF4-FFF2-40B4-BE49-F238E27FC236}">
                    <a16:creationId xmlns:a16="http://schemas.microsoft.com/office/drawing/2014/main" id="{D5F7EB7C-AC6A-137F-C203-72F5A8E2B81A}"/>
                  </a:ext>
                </a:extLst>
              </p:cNvPr>
              <p:cNvSpPr txBox="1"/>
              <p:nvPr/>
            </p:nvSpPr>
            <p:spPr>
              <a:xfrm>
                <a:off x="2742021" y="1670333"/>
                <a:ext cx="410266" cy="286511"/>
              </a:xfrm>
              <a:prstGeom prst="rect">
                <a:avLst/>
              </a:prstGeom>
              <a:noFill/>
            </p:spPr>
            <p:txBody>
              <a:bodyPr wrap="square">
                <a:spAutoFit/>
              </a:bodyPr>
              <a:lstStyle/>
              <a:p>
                <a:pPr algn="ctr"/>
                <a:r>
                  <a:rPr lang="en-US" altLang="ja-JP" sz="2000">
                    <a:solidFill>
                      <a:schemeClr val="accent6">
                        <a:lumMod val="75000"/>
                      </a:schemeClr>
                    </a:solidFill>
                    <a:latin typeface="原稿用標準書体" panose="03000503000000000000" pitchFamily="66" charset="-128"/>
                    <a:ea typeface="原稿用標準書体" panose="03000503000000000000" pitchFamily="66" charset="-128"/>
                  </a:rPr>
                  <a:t>Lv</a:t>
                </a:r>
                <a:r>
                  <a:rPr lang="en-US" altLang="ja-JP" sz="2400">
                    <a:solidFill>
                      <a:schemeClr val="accent6">
                        <a:lumMod val="75000"/>
                      </a:schemeClr>
                    </a:solidFill>
                    <a:latin typeface="原稿用標準書体" panose="03000503000000000000" pitchFamily="66" charset="-128"/>
                    <a:ea typeface="原稿用標準書体" panose="03000503000000000000" pitchFamily="66" charset="-128"/>
                  </a:rPr>
                  <a:t>1</a:t>
                </a:r>
                <a:endParaRPr kumimoji="1" lang="ja-JP" altLang="en-US" sz="20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32" name="テキスト ボックス 31">
                <a:extLst>
                  <a:ext uri="{FF2B5EF4-FFF2-40B4-BE49-F238E27FC236}">
                    <a16:creationId xmlns:a16="http://schemas.microsoft.com/office/drawing/2014/main" id="{4D60251C-5EC8-519C-31F3-57BE043BA02B}"/>
                  </a:ext>
                </a:extLst>
              </p:cNvPr>
              <p:cNvSpPr txBox="1"/>
              <p:nvPr/>
            </p:nvSpPr>
            <p:spPr>
              <a:xfrm>
                <a:off x="3661713" y="1685722"/>
                <a:ext cx="733012" cy="223984"/>
              </a:xfrm>
              <a:prstGeom prst="rect">
                <a:avLst/>
              </a:prstGeom>
              <a:noFill/>
            </p:spPr>
            <p:txBody>
              <a:bodyPr wrap="square">
                <a:spAutoFit/>
              </a:bodyPr>
              <a:lstStyle/>
              <a:p>
                <a:r>
                  <a:rPr lang="ja-JP" altLang="en-US" sz="2000">
                    <a:solidFill>
                      <a:schemeClr val="accent6">
                        <a:lumMod val="75000"/>
                      </a:schemeClr>
                    </a:solidFill>
                    <a:latin typeface="原稿用標準書体" panose="03000503000000000000" pitchFamily="66" charset="-128"/>
                    <a:ea typeface="原稿用標準書体" panose="03000503000000000000" pitchFamily="66" charset="-128"/>
                  </a:rPr>
                  <a:t>部屋名</a:t>
                </a:r>
                <a:endParaRPr kumimoji="1" lang="ja-JP" altLang="en-US" sz="20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sp>
          <p:nvSpPr>
            <p:cNvPr id="35" name="矢印: 下 34">
              <a:extLst>
                <a:ext uri="{FF2B5EF4-FFF2-40B4-BE49-F238E27FC236}">
                  <a16:creationId xmlns:a16="http://schemas.microsoft.com/office/drawing/2014/main" id="{85427DCE-1692-8F89-36E4-FB341E194AA1}"/>
                </a:ext>
              </a:extLst>
            </p:cNvPr>
            <p:cNvSpPr/>
            <p:nvPr/>
          </p:nvSpPr>
          <p:spPr>
            <a:xfrm>
              <a:off x="5081767" y="3348032"/>
              <a:ext cx="484632" cy="1408759"/>
            </a:xfrm>
            <a:prstGeom prst="downArrow">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57" name="グループ化 156">
              <a:extLst>
                <a:ext uri="{FF2B5EF4-FFF2-40B4-BE49-F238E27FC236}">
                  <a16:creationId xmlns:a16="http://schemas.microsoft.com/office/drawing/2014/main" id="{B6833A95-6F8C-12A3-C544-EEB6AF9DB81F}"/>
                </a:ext>
              </a:extLst>
            </p:cNvPr>
            <p:cNvGrpSpPr/>
            <p:nvPr/>
          </p:nvGrpSpPr>
          <p:grpSpPr>
            <a:xfrm>
              <a:off x="4286951" y="2407984"/>
              <a:ext cx="2057865" cy="744359"/>
              <a:chOff x="4286951" y="2407984"/>
              <a:chExt cx="2057865" cy="744359"/>
            </a:xfrm>
          </p:grpSpPr>
          <p:grpSp>
            <p:nvGrpSpPr>
              <p:cNvPr id="140" name="グループ化 139">
                <a:extLst>
                  <a:ext uri="{FF2B5EF4-FFF2-40B4-BE49-F238E27FC236}">
                    <a16:creationId xmlns:a16="http://schemas.microsoft.com/office/drawing/2014/main" id="{31F213A2-4B05-BDE9-72DD-9D1B8E7CC005}"/>
                  </a:ext>
                </a:extLst>
              </p:cNvPr>
              <p:cNvGrpSpPr/>
              <p:nvPr/>
            </p:nvGrpSpPr>
            <p:grpSpPr>
              <a:xfrm flipV="1">
                <a:off x="4286951" y="2407984"/>
                <a:ext cx="2057865" cy="744359"/>
                <a:chOff x="1063284" y="2005017"/>
                <a:chExt cx="2372751" cy="1697124"/>
              </a:xfrm>
            </p:grpSpPr>
            <p:sp>
              <p:nvSpPr>
                <p:cNvPr id="141" name="四角形: 上の 2 つの角を丸める 140">
                  <a:extLst>
                    <a:ext uri="{FF2B5EF4-FFF2-40B4-BE49-F238E27FC236}">
                      <a16:creationId xmlns:a16="http://schemas.microsoft.com/office/drawing/2014/main" id="{36A49DC5-98F2-C7D2-E13A-5CD3222D6466}"/>
                    </a:ext>
                  </a:extLst>
                </p:cNvPr>
                <p:cNvSpPr/>
                <p:nvPr/>
              </p:nvSpPr>
              <p:spPr>
                <a:xfrm>
                  <a:off x="1063284" y="2005017"/>
                  <a:ext cx="2372751" cy="844263"/>
                </a:xfrm>
                <a:prstGeom prst="round2SameRect">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p>
              </p:txBody>
            </p:sp>
            <p:sp>
              <p:nvSpPr>
                <p:cNvPr id="142" name="四角形: 上の 2 つの角を丸める 141">
                  <a:extLst>
                    <a:ext uri="{FF2B5EF4-FFF2-40B4-BE49-F238E27FC236}">
                      <a16:creationId xmlns:a16="http://schemas.microsoft.com/office/drawing/2014/main" id="{61554459-63FB-DAFE-9772-4BA01F9231F6}"/>
                    </a:ext>
                  </a:extLst>
                </p:cNvPr>
                <p:cNvSpPr/>
                <p:nvPr/>
              </p:nvSpPr>
              <p:spPr>
                <a:xfrm flipV="1">
                  <a:off x="1063284" y="2857878"/>
                  <a:ext cx="2372751" cy="844263"/>
                </a:xfrm>
                <a:prstGeom prst="round2SameRect">
                  <a:avLst>
                    <a:gd name="adj1" fmla="val 12104"/>
                    <a:gd name="adj2" fmla="val 0"/>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p>
              </p:txBody>
            </p:sp>
          </p:grpSp>
          <p:sp>
            <p:nvSpPr>
              <p:cNvPr id="145" name="テキスト ボックス 144">
                <a:extLst>
                  <a:ext uri="{FF2B5EF4-FFF2-40B4-BE49-F238E27FC236}">
                    <a16:creationId xmlns:a16="http://schemas.microsoft.com/office/drawing/2014/main" id="{6B6D5AC6-75CA-5FC4-BDEC-0767ACE295DD}"/>
                  </a:ext>
                </a:extLst>
              </p:cNvPr>
              <p:cNvSpPr txBox="1"/>
              <p:nvPr/>
            </p:nvSpPr>
            <p:spPr>
              <a:xfrm>
                <a:off x="5119090" y="2796111"/>
                <a:ext cx="1140543" cy="338554"/>
              </a:xfrm>
              <a:prstGeom prst="rect">
                <a:avLst/>
              </a:prstGeom>
              <a:noFill/>
            </p:spPr>
            <p:txBody>
              <a:bodyPr wrap="square">
                <a:spAutoFit/>
              </a:bodyPr>
              <a:lstStyle/>
              <a:p>
                <a:r>
                  <a:rPr lang="en-US" altLang="ja-JP" sz="1600">
                    <a:solidFill>
                      <a:schemeClr val="accent6"/>
                    </a:solidFill>
                    <a:latin typeface="原稿用標準書体" panose="03000503000000000000" pitchFamily="66" charset="-128"/>
                    <a:ea typeface="原稿用標準書体" panose="03000503000000000000" pitchFamily="66" charset="-128"/>
                  </a:rPr>
                  <a:t>:00000000</a:t>
                </a:r>
                <a:endParaRPr kumimoji="1" lang="ja-JP" altLang="en-US" sz="1600">
                  <a:solidFill>
                    <a:schemeClr val="accent6"/>
                  </a:solidFill>
                  <a:latin typeface="原稿用標準書体" panose="03000503000000000000" pitchFamily="66" charset="-128"/>
                  <a:ea typeface="原稿用標準書体" panose="03000503000000000000" pitchFamily="66" charset="-128"/>
                </a:endParaRPr>
              </a:p>
            </p:txBody>
          </p:sp>
          <p:sp>
            <p:nvSpPr>
              <p:cNvPr id="146" name="テキスト ボックス 145">
                <a:extLst>
                  <a:ext uri="{FF2B5EF4-FFF2-40B4-BE49-F238E27FC236}">
                    <a16:creationId xmlns:a16="http://schemas.microsoft.com/office/drawing/2014/main" id="{22AB8B80-244D-7135-A112-8C3E3D7BD486}"/>
                  </a:ext>
                </a:extLst>
              </p:cNvPr>
              <p:cNvSpPr txBox="1"/>
              <p:nvPr/>
            </p:nvSpPr>
            <p:spPr>
              <a:xfrm>
                <a:off x="5119092" y="2422821"/>
                <a:ext cx="1140541" cy="338554"/>
              </a:xfrm>
              <a:prstGeom prst="rect">
                <a:avLst/>
              </a:prstGeom>
              <a:noFill/>
            </p:spPr>
            <p:txBody>
              <a:bodyPr wrap="square">
                <a:spAutoFit/>
              </a:bodyPr>
              <a:lstStyle/>
              <a:p>
                <a:r>
                  <a:rPr lang="en-US" altLang="ja-JP" sz="1600">
                    <a:solidFill>
                      <a:schemeClr val="bg1">
                        <a:lumMod val="95000"/>
                      </a:schemeClr>
                    </a:solidFill>
                    <a:latin typeface="原稿用標準書体" panose="03000503000000000000" pitchFamily="66" charset="-128"/>
                    <a:ea typeface="原稿用標準書体" panose="03000503000000000000" pitchFamily="66" charset="-128"/>
                  </a:rPr>
                  <a:t>:00000000</a:t>
                </a:r>
                <a:endParaRPr lang="ja-JP" altLang="en-US" sz="1600">
                  <a:solidFill>
                    <a:schemeClr val="bg1">
                      <a:lumMod val="95000"/>
                    </a:schemeClr>
                  </a:solidFill>
                  <a:latin typeface="原稿用標準書体" panose="03000503000000000000" pitchFamily="66" charset="-128"/>
                  <a:ea typeface="原稿用標準書体" panose="03000503000000000000" pitchFamily="66" charset="-128"/>
                </a:endParaRPr>
              </a:p>
            </p:txBody>
          </p:sp>
          <p:pic>
            <p:nvPicPr>
              <p:cNvPr id="148" name="図 147">
                <a:extLst>
                  <a:ext uri="{FF2B5EF4-FFF2-40B4-BE49-F238E27FC236}">
                    <a16:creationId xmlns:a16="http://schemas.microsoft.com/office/drawing/2014/main" id="{830A750C-22F7-4EF4-5CD4-1A02E379226B}"/>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4419329" y="2838916"/>
                <a:ext cx="211173" cy="265195"/>
              </a:xfrm>
              <a:prstGeom prst="rect">
                <a:avLst/>
              </a:prstGeom>
            </p:spPr>
          </p:pic>
          <p:pic>
            <p:nvPicPr>
              <p:cNvPr id="152" name="図 151">
                <a:extLst>
                  <a:ext uri="{FF2B5EF4-FFF2-40B4-BE49-F238E27FC236}">
                    <a16:creationId xmlns:a16="http://schemas.microsoft.com/office/drawing/2014/main" id="{8CFB5D2E-F28F-5496-CD9F-00DE1AD1577A}"/>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4387840" y="2473712"/>
                <a:ext cx="255488" cy="253394"/>
              </a:xfrm>
              <a:prstGeom prst="rect">
                <a:avLst/>
              </a:prstGeom>
            </p:spPr>
          </p:pic>
          <p:sp>
            <p:nvSpPr>
              <p:cNvPr id="154" name="テキスト ボックス 153">
                <a:extLst>
                  <a:ext uri="{FF2B5EF4-FFF2-40B4-BE49-F238E27FC236}">
                    <a16:creationId xmlns:a16="http://schemas.microsoft.com/office/drawing/2014/main" id="{A7378ED9-45FE-ADDA-84A9-CF4C6EEAE649}"/>
                  </a:ext>
                </a:extLst>
              </p:cNvPr>
              <p:cNvSpPr txBox="1"/>
              <p:nvPr/>
            </p:nvSpPr>
            <p:spPr>
              <a:xfrm>
                <a:off x="4551841" y="2821594"/>
                <a:ext cx="759657"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獲得数</a:t>
                </a:r>
              </a:p>
            </p:txBody>
          </p:sp>
          <p:sp>
            <p:nvSpPr>
              <p:cNvPr id="156" name="テキスト ボックス 155">
                <a:extLst>
                  <a:ext uri="{FF2B5EF4-FFF2-40B4-BE49-F238E27FC236}">
                    <a16:creationId xmlns:a16="http://schemas.microsoft.com/office/drawing/2014/main" id="{0765CFE4-7EFF-1498-4852-6DE8986906A6}"/>
                  </a:ext>
                </a:extLst>
              </p:cNvPr>
              <p:cNvSpPr txBox="1"/>
              <p:nvPr/>
            </p:nvSpPr>
            <p:spPr>
              <a:xfrm>
                <a:off x="4551841" y="2451813"/>
                <a:ext cx="759657"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獲得数</a:t>
                </a:r>
              </a:p>
            </p:txBody>
          </p:sp>
        </p:grpSp>
        <p:grpSp>
          <p:nvGrpSpPr>
            <p:cNvPr id="158" name="グループ化 157">
              <a:extLst>
                <a:ext uri="{FF2B5EF4-FFF2-40B4-BE49-F238E27FC236}">
                  <a16:creationId xmlns:a16="http://schemas.microsoft.com/office/drawing/2014/main" id="{D2FAFFE6-B5A1-4B1E-8155-15F81970BEE5}"/>
                </a:ext>
              </a:extLst>
            </p:cNvPr>
            <p:cNvGrpSpPr/>
            <p:nvPr/>
          </p:nvGrpSpPr>
          <p:grpSpPr>
            <a:xfrm>
              <a:off x="4286951" y="5573297"/>
              <a:ext cx="2057865" cy="744359"/>
              <a:chOff x="4286951" y="2407984"/>
              <a:chExt cx="2057865" cy="744359"/>
            </a:xfrm>
          </p:grpSpPr>
          <p:grpSp>
            <p:nvGrpSpPr>
              <p:cNvPr id="159" name="グループ化 158">
                <a:extLst>
                  <a:ext uri="{FF2B5EF4-FFF2-40B4-BE49-F238E27FC236}">
                    <a16:creationId xmlns:a16="http://schemas.microsoft.com/office/drawing/2014/main" id="{AAB32486-ECA8-027E-7248-35D35AE2FFE1}"/>
                  </a:ext>
                </a:extLst>
              </p:cNvPr>
              <p:cNvGrpSpPr/>
              <p:nvPr/>
            </p:nvGrpSpPr>
            <p:grpSpPr>
              <a:xfrm flipV="1">
                <a:off x="4286951" y="2407984"/>
                <a:ext cx="2057865" cy="744359"/>
                <a:chOff x="1063284" y="2005017"/>
                <a:chExt cx="2372751" cy="1697124"/>
              </a:xfrm>
            </p:grpSpPr>
            <p:sp>
              <p:nvSpPr>
                <p:cNvPr id="166" name="四角形: 上の 2 つの角を丸める 165">
                  <a:extLst>
                    <a:ext uri="{FF2B5EF4-FFF2-40B4-BE49-F238E27FC236}">
                      <a16:creationId xmlns:a16="http://schemas.microsoft.com/office/drawing/2014/main" id="{72E675E3-30C3-C3C1-F61C-552EE376A1F4}"/>
                    </a:ext>
                  </a:extLst>
                </p:cNvPr>
                <p:cNvSpPr/>
                <p:nvPr/>
              </p:nvSpPr>
              <p:spPr>
                <a:xfrm>
                  <a:off x="1063284" y="2005017"/>
                  <a:ext cx="2372751" cy="844263"/>
                </a:xfrm>
                <a:prstGeom prst="round2SameRect">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p>
              </p:txBody>
            </p:sp>
            <p:sp>
              <p:nvSpPr>
                <p:cNvPr id="167" name="四角形: 上の 2 つの角を丸める 166">
                  <a:extLst>
                    <a:ext uri="{FF2B5EF4-FFF2-40B4-BE49-F238E27FC236}">
                      <a16:creationId xmlns:a16="http://schemas.microsoft.com/office/drawing/2014/main" id="{B09C986B-7CAD-CD42-AD6F-8142CB9BDA48}"/>
                    </a:ext>
                  </a:extLst>
                </p:cNvPr>
                <p:cNvSpPr/>
                <p:nvPr/>
              </p:nvSpPr>
              <p:spPr>
                <a:xfrm flipV="1">
                  <a:off x="1063284" y="2857878"/>
                  <a:ext cx="2372751" cy="844263"/>
                </a:xfrm>
                <a:prstGeom prst="round2SameRect">
                  <a:avLst>
                    <a:gd name="adj1" fmla="val 12104"/>
                    <a:gd name="adj2" fmla="val 0"/>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p>
              </p:txBody>
            </p:sp>
          </p:grpSp>
          <p:sp>
            <p:nvSpPr>
              <p:cNvPr id="160" name="テキスト ボックス 159">
                <a:extLst>
                  <a:ext uri="{FF2B5EF4-FFF2-40B4-BE49-F238E27FC236}">
                    <a16:creationId xmlns:a16="http://schemas.microsoft.com/office/drawing/2014/main" id="{89AD8058-DEF8-343B-E946-B10BACB80F9D}"/>
                  </a:ext>
                </a:extLst>
              </p:cNvPr>
              <p:cNvSpPr txBox="1"/>
              <p:nvPr/>
            </p:nvSpPr>
            <p:spPr>
              <a:xfrm>
                <a:off x="5119090" y="2796111"/>
                <a:ext cx="1140543" cy="338554"/>
              </a:xfrm>
              <a:prstGeom prst="rect">
                <a:avLst/>
              </a:prstGeom>
              <a:noFill/>
            </p:spPr>
            <p:txBody>
              <a:bodyPr wrap="square">
                <a:spAutoFit/>
              </a:bodyPr>
              <a:lstStyle/>
              <a:p>
                <a:r>
                  <a:rPr lang="en-US" altLang="ja-JP" sz="1600">
                    <a:solidFill>
                      <a:schemeClr val="accent6"/>
                    </a:solidFill>
                    <a:latin typeface="原稿用標準書体" panose="03000503000000000000" pitchFamily="66" charset="-128"/>
                    <a:ea typeface="原稿用標準書体" panose="03000503000000000000" pitchFamily="66" charset="-128"/>
                  </a:rPr>
                  <a:t>:00000000</a:t>
                </a:r>
                <a:endParaRPr kumimoji="1" lang="ja-JP" altLang="en-US" sz="1600">
                  <a:solidFill>
                    <a:schemeClr val="accent6"/>
                  </a:solidFill>
                  <a:latin typeface="原稿用標準書体" panose="03000503000000000000" pitchFamily="66" charset="-128"/>
                  <a:ea typeface="原稿用標準書体" panose="03000503000000000000" pitchFamily="66" charset="-128"/>
                </a:endParaRPr>
              </a:p>
            </p:txBody>
          </p:sp>
          <p:sp>
            <p:nvSpPr>
              <p:cNvPr id="161" name="テキスト ボックス 160">
                <a:extLst>
                  <a:ext uri="{FF2B5EF4-FFF2-40B4-BE49-F238E27FC236}">
                    <a16:creationId xmlns:a16="http://schemas.microsoft.com/office/drawing/2014/main" id="{31539B24-3F7B-226A-B537-481E73EB3C86}"/>
                  </a:ext>
                </a:extLst>
              </p:cNvPr>
              <p:cNvSpPr txBox="1"/>
              <p:nvPr/>
            </p:nvSpPr>
            <p:spPr>
              <a:xfrm>
                <a:off x="5119092" y="2422821"/>
                <a:ext cx="1140541" cy="338554"/>
              </a:xfrm>
              <a:prstGeom prst="rect">
                <a:avLst/>
              </a:prstGeom>
              <a:noFill/>
            </p:spPr>
            <p:txBody>
              <a:bodyPr wrap="square">
                <a:spAutoFit/>
              </a:bodyPr>
              <a:lstStyle/>
              <a:p>
                <a:r>
                  <a:rPr lang="en-US" altLang="ja-JP" sz="1600">
                    <a:solidFill>
                      <a:schemeClr val="bg1">
                        <a:lumMod val="95000"/>
                      </a:schemeClr>
                    </a:solidFill>
                    <a:latin typeface="原稿用標準書体" panose="03000503000000000000" pitchFamily="66" charset="-128"/>
                    <a:ea typeface="原稿用標準書体" panose="03000503000000000000" pitchFamily="66" charset="-128"/>
                  </a:rPr>
                  <a:t>:00000000</a:t>
                </a:r>
                <a:endParaRPr lang="ja-JP" altLang="en-US" sz="1600">
                  <a:solidFill>
                    <a:schemeClr val="bg1">
                      <a:lumMod val="95000"/>
                    </a:schemeClr>
                  </a:solidFill>
                  <a:latin typeface="原稿用標準書体" panose="03000503000000000000" pitchFamily="66" charset="-128"/>
                  <a:ea typeface="原稿用標準書体" panose="03000503000000000000" pitchFamily="66" charset="-128"/>
                </a:endParaRPr>
              </a:p>
            </p:txBody>
          </p:sp>
          <p:pic>
            <p:nvPicPr>
              <p:cNvPr id="162" name="図 161">
                <a:extLst>
                  <a:ext uri="{FF2B5EF4-FFF2-40B4-BE49-F238E27FC236}">
                    <a16:creationId xmlns:a16="http://schemas.microsoft.com/office/drawing/2014/main" id="{B372E9A1-4121-95DD-2B4C-D35E1EDA6F5C}"/>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4419329" y="2838916"/>
                <a:ext cx="211173" cy="265195"/>
              </a:xfrm>
              <a:prstGeom prst="rect">
                <a:avLst/>
              </a:prstGeom>
            </p:spPr>
          </p:pic>
          <p:pic>
            <p:nvPicPr>
              <p:cNvPr id="163" name="図 162">
                <a:extLst>
                  <a:ext uri="{FF2B5EF4-FFF2-40B4-BE49-F238E27FC236}">
                    <a16:creationId xmlns:a16="http://schemas.microsoft.com/office/drawing/2014/main" id="{076F5AF5-E6FE-6E95-4FA9-233987A953AF}"/>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4387840" y="2473712"/>
                <a:ext cx="255488" cy="253394"/>
              </a:xfrm>
              <a:prstGeom prst="rect">
                <a:avLst/>
              </a:prstGeom>
            </p:spPr>
          </p:pic>
          <p:sp>
            <p:nvSpPr>
              <p:cNvPr id="164" name="テキスト ボックス 163">
                <a:extLst>
                  <a:ext uri="{FF2B5EF4-FFF2-40B4-BE49-F238E27FC236}">
                    <a16:creationId xmlns:a16="http://schemas.microsoft.com/office/drawing/2014/main" id="{B74078F1-B34D-E177-F5A8-823B04FA1EB6}"/>
                  </a:ext>
                </a:extLst>
              </p:cNvPr>
              <p:cNvSpPr txBox="1"/>
              <p:nvPr/>
            </p:nvSpPr>
            <p:spPr>
              <a:xfrm>
                <a:off x="4551841" y="2821594"/>
                <a:ext cx="759657"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獲得数</a:t>
                </a:r>
              </a:p>
            </p:txBody>
          </p:sp>
          <p:sp>
            <p:nvSpPr>
              <p:cNvPr id="165" name="テキスト ボックス 164">
                <a:extLst>
                  <a:ext uri="{FF2B5EF4-FFF2-40B4-BE49-F238E27FC236}">
                    <a16:creationId xmlns:a16="http://schemas.microsoft.com/office/drawing/2014/main" id="{0206D214-61AB-9B0F-E5B1-36B77839C670}"/>
                  </a:ext>
                </a:extLst>
              </p:cNvPr>
              <p:cNvSpPr txBox="1"/>
              <p:nvPr/>
            </p:nvSpPr>
            <p:spPr>
              <a:xfrm>
                <a:off x="4551841" y="2451813"/>
                <a:ext cx="759657"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獲得数</a:t>
                </a:r>
              </a:p>
            </p:txBody>
          </p:sp>
        </p:grpSp>
      </p:grpSp>
      <p:grpSp>
        <p:nvGrpSpPr>
          <p:cNvPr id="170" name="グループ化 169">
            <a:extLst>
              <a:ext uri="{FF2B5EF4-FFF2-40B4-BE49-F238E27FC236}">
                <a16:creationId xmlns:a16="http://schemas.microsoft.com/office/drawing/2014/main" id="{D542FFD0-293A-2312-5499-0D6004433618}"/>
              </a:ext>
            </a:extLst>
          </p:cNvPr>
          <p:cNvGrpSpPr/>
          <p:nvPr/>
        </p:nvGrpSpPr>
        <p:grpSpPr>
          <a:xfrm>
            <a:off x="3368124" y="3480836"/>
            <a:ext cx="5455753" cy="914400"/>
            <a:chOff x="3368124" y="3480836"/>
            <a:chExt cx="5455753" cy="914400"/>
          </a:xfrm>
        </p:grpSpPr>
        <p:sp>
          <p:nvSpPr>
            <p:cNvPr id="36" name="四角形: 角を丸くする 35">
              <a:extLst>
                <a:ext uri="{FF2B5EF4-FFF2-40B4-BE49-F238E27FC236}">
                  <a16:creationId xmlns:a16="http://schemas.microsoft.com/office/drawing/2014/main" id="{BF26589A-83AF-6C75-A356-9AE80E63BF73}"/>
                </a:ext>
              </a:extLst>
            </p:cNvPr>
            <p:cNvSpPr/>
            <p:nvPr/>
          </p:nvSpPr>
          <p:spPr>
            <a:xfrm>
              <a:off x="3368124" y="3480836"/>
              <a:ext cx="5455753" cy="914400"/>
            </a:xfrm>
            <a:prstGeom prst="round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9" name="四角形: 角を丸くする 68">
              <a:extLst>
                <a:ext uri="{FF2B5EF4-FFF2-40B4-BE49-F238E27FC236}">
                  <a16:creationId xmlns:a16="http://schemas.microsoft.com/office/drawing/2014/main" id="{86F22F78-1131-9B28-950D-6C0B81597EE2}"/>
                </a:ext>
              </a:extLst>
            </p:cNvPr>
            <p:cNvSpPr/>
            <p:nvPr/>
          </p:nvSpPr>
          <p:spPr>
            <a:xfrm>
              <a:off x="6495533" y="3704434"/>
              <a:ext cx="1948277" cy="496239"/>
            </a:xfrm>
            <a:prstGeom prst="roundRect">
              <a:avLst/>
            </a:prstGeom>
            <a:solidFill>
              <a:schemeClr val="accent6"/>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強化</a:t>
              </a:r>
            </a:p>
          </p:txBody>
        </p:sp>
        <p:grpSp>
          <p:nvGrpSpPr>
            <p:cNvPr id="37" name="グループ化 36">
              <a:extLst>
                <a:ext uri="{FF2B5EF4-FFF2-40B4-BE49-F238E27FC236}">
                  <a16:creationId xmlns:a16="http://schemas.microsoft.com/office/drawing/2014/main" id="{5D7B9E86-DCE5-7C77-EAD4-D24A68175953}"/>
                </a:ext>
              </a:extLst>
            </p:cNvPr>
            <p:cNvGrpSpPr/>
            <p:nvPr/>
          </p:nvGrpSpPr>
          <p:grpSpPr>
            <a:xfrm>
              <a:off x="3741384" y="3738168"/>
              <a:ext cx="2273449" cy="438046"/>
              <a:chOff x="6437296" y="3453482"/>
              <a:chExt cx="2273449" cy="438046"/>
            </a:xfrm>
          </p:grpSpPr>
          <p:grpSp>
            <p:nvGrpSpPr>
              <p:cNvPr id="38" name="グループ化 37">
                <a:extLst>
                  <a:ext uri="{FF2B5EF4-FFF2-40B4-BE49-F238E27FC236}">
                    <a16:creationId xmlns:a16="http://schemas.microsoft.com/office/drawing/2014/main" id="{05C78DDC-20AD-84C7-94A2-8FA47670F192}"/>
                  </a:ext>
                </a:extLst>
              </p:cNvPr>
              <p:cNvGrpSpPr/>
              <p:nvPr/>
            </p:nvGrpSpPr>
            <p:grpSpPr>
              <a:xfrm>
                <a:off x="6437296" y="3453482"/>
                <a:ext cx="2273449" cy="438046"/>
                <a:chOff x="4890326" y="3796691"/>
                <a:chExt cx="2273449" cy="438046"/>
              </a:xfrm>
            </p:grpSpPr>
            <p:sp>
              <p:nvSpPr>
                <p:cNvPr id="51" name="四角形: 角を丸くする 50">
                  <a:extLst>
                    <a:ext uri="{FF2B5EF4-FFF2-40B4-BE49-F238E27FC236}">
                      <a16:creationId xmlns:a16="http://schemas.microsoft.com/office/drawing/2014/main" id="{231042EE-0722-732E-B530-23A20501D35C}"/>
                    </a:ext>
                  </a:extLst>
                </p:cNvPr>
                <p:cNvSpPr/>
                <p:nvPr/>
              </p:nvSpPr>
              <p:spPr>
                <a:xfrm>
                  <a:off x="4890326" y="3796691"/>
                  <a:ext cx="1047209" cy="438046"/>
                </a:xfrm>
                <a:prstGeom prst="round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8" name="テキスト ボックス 57">
                  <a:extLst>
                    <a:ext uri="{FF2B5EF4-FFF2-40B4-BE49-F238E27FC236}">
                      <a16:creationId xmlns:a16="http://schemas.microsoft.com/office/drawing/2014/main" id="{0594058B-D39F-4F94-E4AF-160E8AFB2418}"/>
                    </a:ext>
                  </a:extLst>
                </p:cNvPr>
                <p:cNvSpPr txBox="1"/>
                <p:nvPr/>
              </p:nvSpPr>
              <p:spPr>
                <a:xfrm>
                  <a:off x="5068663" y="3877215"/>
                  <a:ext cx="1039469"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消費数</a:t>
                  </a:r>
                </a:p>
              </p:txBody>
            </p:sp>
            <p:sp>
              <p:nvSpPr>
                <p:cNvPr id="59" name="テキスト ボックス 58">
                  <a:extLst>
                    <a:ext uri="{FF2B5EF4-FFF2-40B4-BE49-F238E27FC236}">
                      <a16:creationId xmlns:a16="http://schemas.microsoft.com/office/drawing/2014/main" id="{23A99DF7-F7FB-BB5E-48E1-5BA1688A78D6}"/>
                    </a:ext>
                  </a:extLst>
                </p:cNvPr>
                <p:cNvSpPr txBox="1"/>
                <p:nvPr/>
              </p:nvSpPr>
              <p:spPr>
                <a:xfrm>
                  <a:off x="6001316" y="3846437"/>
                  <a:ext cx="1162459" cy="338554"/>
                </a:xfrm>
                <a:prstGeom prst="rect">
                  <a:avLst/>
                </a:prstGeom>
                <a:noFill/>
              </p:spPr>
              <p:txBody>
                <a:bodyPr wrap="square" rtlCol="0">
                  <a:spAutoFit/>
                </a:bodyPr>
                <a:lstStyle/>
                <a:p>
                  <a:pPr algn="ctr"/>
                  <a:r>
                    <a:rPr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000000000</a:t>
                  </a:r>
                  <a:endPar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39" name="グループ化 38">
                <a:extLst>
                  <a:ext uri="{FF2B5EF4-FFF2-40B4-BE49-F238E27FC236}">
                    <a16:creationId xmlns:a16="http://schemas.microsoft.com/office/drawing/2014/main" id="{0943A78D-9730-99F2-157E-575A106447C2}"/>
                  </a:ext>
                </a:extLst>
              </p:cNvPr>
              <p:cNvGrpSpPr/>
              <p:nvPr/>
            </p:nvGrpSpPr>
            <p:grpSpPr>
              <a:xfrm>
                <a:off x="6543645" y="3540774"/>
                <a:ext cx="211026" cy="279530"/>
                <a:chOff x="8604191" y="699940"/>
                <a:chExt cx="211026" cy="279530"/>
              </a:xfrm>
            </p:grpSpPr>
            <p:grpSp>
              <p:nvGrpSpPr>
                <p:cNvPr id="40" name="グループ化 39">
                  <a:extLst>
                    <a:ext uri="{FF2B5EF4-FFF2-40B4-BE49-F238E27FC236}">
                      <a16:creationId xmlns:a16="http://schemas.microsoft.com/office/drawing/2014/main" id="{AE448391-938D-DFD8-8160-15CBB6AE25FB}"/>
                    </a:ext>
                  </a:extLst>
                </p:cNvPr>
                <p:cNvGrpSpPr/>
                <p:nvPr/>
              </p:nvGrpSpPr>
              <p:grpSpPr>
                <a:xfrm>
                  <a:off x="8604191" y="699940"/>
                  <a:ext cx="211026" cy="279530"/>
                  <a:chOff x="8604191" y="672399"/>
                  <a:chExt cx="211026" cy="279530"/>
                </a:xfrm>
              </p:grpSpPr>
              <p:cxnSp>
                <p:nvCxnSpPr>
                  <p:cNvPr id="43" name="コネクタ: カギ線 42">
                    <a:extLst>
                      <a:ext uri="{FF2B5EF4-FFF2-40B4-BE49-F238E27FC236}">
                        <a16:creationId xmlns:a16="http://schemas.microsoft.com/office/drawing/2014/main" id="{B3F31A79-F1EA-0CF0-0C81-59769ED1326C}"/>
                      </a:ext>
                    </a:extLst>
                  </p:cNvPr>
                  <p:cNvCxnSpPr>
                    <a:cxnSpLocks/>
                  </p:cNvCxnSpPr>
                  <p:nvPr/>
                </p:nvCxnSpPr>
                <p:spPr>
                  <a:xfrm rot="16200000" flipH="1">
                    <a:off x="8604191" y="740903"/>
                    <a:ext cx="211026" cy="211026"/>
                  </a:xfrm>
                  <a:prstGeom prst="bentConnector3">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44" name="直線コネクタ 43">
                    <a:extLst>
                      <a:ext uri="{FF2B5EF4-FFF2-40B4-BE49-F238E27FC236}">
                        <a16:creationId xmlns:a16="http://schemas.microsoft.com/office/drawing/2014/main" id="{BF22DFDE-549E-9052-B317-E88379E462E9}"/>
                      </a:ext>
                    </a:extLst>
                  </p:cNvPr>
                  <p:cNvCxnSpPr>
                    <a:cxnSpLocks/>
                  </p:cNvCxnSpPr>
                  <p:nvPr/>
                </p:nvCxnSpPr>
                <p:spPr>
                  <a:xfrm>
                    <a:off x="8706065" y="725136"/>
                    <a:ext cx="0" cy="22387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49" name="直線コネクタ 48">
                    <a:extLst>
                      <a:ext uri="{FF2B5EF4-FFF2-40B4-BE49-F238E27FC236}">
                        <a16:creationId xmlns:a16="http://schemas.microsoft.com/office/drawing/2014/main" id="{A8514B2F-9C12-DA8E-5B04-42917AF74183}"/>
                      </a:ext>
                    </a:extLst>
                  </p:cNvPr>
                  <p:cNvCxnSpPr>
                    <a:cxnSpLocks/>
                  </p:cNvCxnSpPr>
                  <p:nvPr/>
                </p:nvCxnSpPr>
                <p:spPr>
                  <a:xfrm>
                    <a:off x="8653289" y="672403"/>
                    <a:ext cx="43248" cy="59906"/>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50" name="直線コネクタ 49">
                    <a:extLst>
                      <a:ext uri="{FF2B5EF4-FFF2-40B4-BE49-F238E27FC236}">
                        <a16:creationId xmlns:a16="http://schemas.microsoft.com/office/drawing/2014/main" id="{4481280C-21FB-8D4F-1B54-DBC222247E91}"/>
                      </a:ext>
                    </a:extLst>
                  </p:cNvPr>
                  <p:cNvCxnSpPr>
                    <a:cxnSpLocks/>
                  </p:cNvCxnSpPr>
                  <p:nvPr/>
                </p:nvCxnSpPr>
                <p:spPr>
                  <a:xfrm flipH="1">
                    <a:off x="8712819" y="672399"/>
                    <a:ext cx="43248" cy="59906"/>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grpSp>
            <p:cxnSp>
              <p:nvCxnSpPr>
                <p:cNvPr id="41" name="直線コネクタ 40">
                  <a:extLst>
                    <a:ext uri="{FF2B5EF4-FFF2-40B4-BE49-F238E27FC236}">
                      <a16:creationId xmlns:a16="http://schemas.microsoft.com/office/drawing/2014/main" id="{6EB03E77-9667-2FCB-D512-0BB15E1C0DBD}"/>
                    </a:ext>
                  </a:extLst>
                </p:cNvPr>
                <p:cNvCxnSpPr>
                  <a:cxnSpLocks/>
                </p:cNvCxnSpPr>
                <p:nvPr/>
              </p:nvCxnSpPr>
              <p:spPr>
                <a:xfrm flipH="1">
                  <a:off x="8645440" y="819427"/>
                  <a:ext cx="134580" cy="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42" name="直線コネクタ 41">
                  <a:extLst>
                    <a:ext uri="{FF2B5EF4-FFF2-40B4-BE49-F238E27FC236}">
                      <a16:creationId xmlns:a16="http://schemas.microsoft.com/office/drawing/2014/main" id="{B20B0E4B-F746-930A-B304-B42393E43D4B}"/>
                    </a:ext>
                  </a:extLst>
                </p:cNvPr>
                <p:cNvCxnSpPr>
                  <a:cxnSpLocks/>
                </p:cNvCxnSpPr>
                <p:nvPr/>
              </p:nvCxnSpPr>
              <p:spPr>
                <a:xfrm flipH="1">
                  <a:off x="8645440" y="925877"/>
                  <a:ext cx="134580" cy="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grpSp>
        </p:grpSp>
      </p:grpSp>
      <p:sp>
        <p:nvSpPr>
          <p:cNvPr id="4" name="正方形/長方形 3">
            <a:extLst>
              <a:ext uri="{FF2B5EF4-FFF2-40B4-BE49-F238E27FC236}">
                <a16:creationId xmlns:a16="http://schemas.microsoft.com/office/drawing/2014/main" id="{69F571E5-ACE2-4B39-980A-2261910F5DE4}"/>
              </a:ext>
            </a:extLst>
          </p:cNvPr>
          <p:cNvSpPr>
            <a:spLocks/>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四角形: 角を丸くする 5">
            <a:extLst>
              <a:ext uri="{FF2B5EF4-FFF2-40B4-BE49-F238E27FC236}">
                <a16:creationId xmlns:a16="http://schemas.microsoft.com/office/drawing/2014/main" id="{AA68F12A-FE3D-37C2-853A-9E9CA0AFFC75}"/>
              </a:ext>
            </a:extLst>
          </p:cNvPr>
          <p:cNvSpPr/>
          <p:nvPr/>
        </p:nvSpPr>
        <p:spPr>
          <a:xfrm>
            <a:off x="3154916" y="1541088"/>
            <a:ext cx="5872517" cy="4414818"/>
          </a:xfrm>
          <a:prstGeom prst="roundRect">
            <a:avLst/>
          </a:prstGeom>
          <a:gradFill flip="none" rotWithShape="1">
            <a:gsLst>
              <a:gs pos="0">
                <a:schemeClr val="accent2">
                  <a:lumMod val="0"/>
                  <a:lumOff val="100000"/>
                </a:schemeClr>
              </a:gs>
              <a:gs pos="35000">
                <a:schemeClr val="accent2">
                  <a:lumMod val="0"/>
                  <a:lumOff val="100000"/>
                </a:schemeClr>
              </a:gs>
              <a:gs pos="100000">
                <a:schemeClr val="accent2">
                  <a:lumMod val="100000"/>
                </a:schemeClr>
              </a:gs>
            </a:gsLst>
            <a:path path="circle">
              <a:fillToRect l="50000" t="-80000" r="50000" b="18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テキスト ボックス 7">
            <a:extLst>
              <a:ext uri="{FF2B5EF4-FFF2-40B4-BE49-F238E27FC236}">
                <a16:creationId xmlns:a16="http://schemas.microsoft.com/office/drawing/2014/main" id="{71B9BBBC-4D55-CF82-D119-8D8CE0B04C63}"/>
              </a:ext>
            </a:extLst>
          </p:cNvPr>
          <p:cNvSpPr txBox="1"/>
          <p:nvPr/>
        </p:nvSpPr>
        <p:spPr>
          <a:xfrm>
            <a:off x="5178105" y="1782146"/>
            <a:ext cx="1826141" cy="584775"/>
          </a:xfrm>
          <a:prstGeom prst="rect">
            <a:avLst/>
          </a:prstGeom>
          <a:noFill/>
        </p:spPr>
        <p:txBody>
          <a:bodyPr wrap="none" rtlCol="0">
            <a:spAutoFit/>
          </a:bodyPr>
          <a:lstStyle/>
          <a:p>
            <a:pPr algn="ctr"/>
            <a:r>
              <a:rPr kumimoji="1" lang="ja-JP" altLang="en-US" sz="3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部屋開放</a:t>
            </a:r>
            <a:endParaRPr kumimoji="1" lang="ja-JP" altLang="en-US" sz="32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3" name="四角形: 角を丸くする 12">
            <a:extLst>
              <a:ext uri="{FF2B5EF4-FFF2-40B4-BE49-F238E27FC236}">
                <a16:creationId xmlns:a16="http://schemas.microsoft.com/office/drawing/2014/main" id="{04DB3E6B-1AFE-3CD0-C7AA-C3775075CFE2}"/>
              </a:ext>
            </a:extLst>
          </p:cNvPr>
          <p:cNvSpPr/>
          <p:nvPr/>
        </p:nvSpPr>
        <p:spPr>
          <a:xfrm>
            <a:off x="5030403" y="5012353"/>
            <a:ext cx="2138224" cy="767022"/>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a:latin typeface="和音 Joyo R" panose="00000500000000000000" pitchFamily="50" charset="-128"/>
                <a:ea typeface="和音 Joyo R" panose="00000500000000000000" pitchFamily="50" charset="-128"/>
              </a:rPr>
              <a:t>閉じる</a:t>
            </a:r>
            <a:endParaRPr kumimoji="1" lang="ja-JP" altLang="en-US" sz="2400" dirty="0">
              <a:latin typeface="和音 Joyo R" panose="00000500000000000000" pitchFamily="50" charset="-128"/>
              <a:ea typeface="和音 Joyo R" panose="00000500000000000000" pitchFamily="50" charset="-128"/>
            </a:endParaRPr>
          </a:p>
        </p:txBody>
      </p:sp>
      <p:grpSp>
        <p:nvGrpSpPr>
          <p:cNvPr id="3" name="グループ化 2">
            <a:extLst>
              <a:ext uri="{FF2B5EF4-FFF2-40B4-BE49-F238E27FC236}">
                <a16:creationId xmlns:a16="http://schemas.microsoft.com/office/drawing/2014/main" id="{3A6143EB-E0C8-BEF1-6A0F-094694820D5C}"/>
              </a:ext>
            </a:extLst>
          </p:cNvPr>
          <p:cNvGrpSpPr/>
          <p:nvPr/>
        </p:nvGrpSpPr>
        <p:grpSpPr>
          <a:xfrm>
            <a:off x="3606938" y="2806384"/>
            <a:ext cx="4928760" cy="1759289"/>
            <a:chOff x="3689096" y="4756792"/>
            <a:chExt cx="4928760" cy="1759289"/>
          </a:xfrm>
        </p:grpSpPr>
        <p:sp>
          <p:nvSpPr>
            <p:cNvPr id="5" name="四角形: 角を丸くする 4">
              <a:extLst>
                <a:ext uri="{FF2B5EF4-FFF2-40B4-BE49-F238E27FC236}">
                  <a16:creationId xmlns:a16="http://schemas.microsoft.com/office/drawing/2014/main" id="{8B01F722-3172-D8A4-B0D5-63DA02457561}"/>
                </a:ext>
              </a:extLst>
            </p:cNvPr>
            <p:cNvSpPr/>
            <p:nvPr/>
          </p:nvSpPr>
          <p:spPr>
            <a:xfrm>
              <a:off x="6871200" y="4774479"/>
              <a:ext cx="1591665" cy="1741602"/>
            </a:xfrm>
            <a:prstGeom prst="roundRect">
              <a:avLst/>
            </a:prstGeom>
            <a:solidFill>
              <a:schemeClr val="accent2">
                <a:lumMod val="60000"/>
                <a:lumOff val="40000"/>
              </a:schemeClr>
            </a:solidFill>
            <a:ln w="38100">
              <a:noFill/>
              <a:prstDash val="solid"/>
            </a:ln>
            <a:effectLst>
              <a:glow rad="63500">
                <a:schemeClr val="accent6">
                  <a:satMod val="175000"/>
                  <a:alpha val="4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四角形: 上の 2 つの角を丸める 6">
              <a:extLst>
                <a:ext uri="{FF2B5EF4-FFF2-40B4-BE49-F238E27FC236}">
                  <a16:creationId xmlns:a16="http://schemas.microsoft.com/office/drawing/2014/main" id="{0B4C9C95-714B-E9B8-D033-1067DEC0163A}"/>
                </a:ext>
              </a:extLst>
            </p:cNvPr>
            <p:cNvSpPr/>
            <p:nvPr/>
          </p:nvSpPr>
          <p:spPr>
            <a:xfrm>
              <a:off x="6866003" y="4775453"/>
              <a:ext cx="1602885" cy="595141"/>
            </a:xfrm>
            <a:prstGeom prst="round2SameRect">
              <a:avLst>
                <a:gd name="adj1" fmla="val 49508"/>
                <a:gd name="adj2" fmla="val 0"/>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9" name="テキスト ボックス 8">
              <a:extLst>
                <a:ext uri="{FF2B5EF4-FFF2-40B4-BE49-F238E27FC236}">
                  <a16:creationId xmlns:a16="http://schemas.microsoft.com/office/drawing/2014/main" id="{1CF13C55-74C7-1E5E-BE1E-ACF105074D0D}"/>
                </a:ext>
              </a:extLst>
            </p:cNvPr>
            <p:cNvSpPr txBox="1"/>
            <p:nvPr/>
          </p:nvSpPr>
          <p:spPr>
            <a:xfrm>
              <a:off x="6717034" y="4873089"/>
              <a:ext cx="1900822" cy="400110"/>
            </a:xfrm>
            <a:prstGeom prst="rect">
              <a:avLst/>
            </a:prstGeom>
            <a:noFill/>
          </p:spPr>
          <p:txBody>
            <a:bodyPr wrap="square">
              <a:spAutoFit/>
            </a:bodyPr>
            <a:lstStyle/>
            <a:p>
              <a:pPr algn="ctr"/>
              <a:r>
                <a:rPr kumimoji="1" lang="ja-JP" altLang="en-US" sz="2000">
                  <a:solidFill>
                    <a:schemeClr val="accent6">
                      <a:lumMod val="75000"/>
                    </a:schemeClr>
                  </a:solidFill>
                  <a:latin typeface="原稿用標準書体" panose="03000503000000000000" pitchFamily="66" charset="-128"/>
                  <a:ea typeface="原稿用標準書体" panose="03000503000000000000" pitchFamily="66" charset="-128"/>
                </a:rPr>
                <a:t>適正キャラ</a:t>
              </a:r>
            </a:p>
          </p:txBody>
        </p:sp>
        <p:grpSp>
          <p:nvGrpSpPr>
            <p:cNvPr id="14" name="グループ化 13">
              <a:extLst>
                <a:ext uri="{FF2B5EF4-FFF2-40B4-BE49-F238E27FC236}">
                  <a16:creationId xmlns:a16="http://schemas.microsoft.com/office/drawing/2014/main" id="{00CBFDBC-C86A-9431-8F41-E7F744A6E90F}"/>
                </a:ext>
              </a:extLst>
            </p:cNvPr>
            <p:cNvGrpSpPr/>
            <p:nvPr/>
          </p:nvGrpSpPr>
          <p:grpSpPr>
            <a:xfrm>
              <a:off x="7172177" y="5504597"/>
              <a:ext cx="376179" cy="380486"/>
              <a:chOff x="7836685" y="2042989"/>
              <a:chExt cx="534204" cy="540320"/>
            </a:xfrm>
          </p:grpSpPr>
          <p:sp>
            <p:nvSpPr>
              <p:cNvPr id="52" name="四角形: 角を丸くする 51">
                <a:extLst>
                  <a:ext uri="{FF2B5EF4-FFF2-40B4-BE49-F238E27FC236}">
                    <a16:creationId xmlns:a16="http://schemas.microsoft.com/office/drawing/2014/main" id="{89AB30A9-3BBE-D1F1-5BF3-E54567B8DBE9}"/>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53" name="グラフィックス 52" descr="ユーザー 単色塗りつぶし">
                <a:extLst>
                  <a:ext uri="{FF2B5EF4-FFF2-40B4-BE49-F238E27FC236}">
                    <a16:creationId xmlns:a16="http://schemas.microsoft.com/office/drawing/2014/main" id="{D0646983-0385-91FF-E760-279AF1CD15F7}"/>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836685" y="2049618"/>
                <a:ext cx="533691" cy="533691"/>
              </a:xfrm>
              <a:prstGeom prst="rect">
                <a:avLst/>
              </a:prstGeom>
            </p:spPr>
          </p:pic>
        </p:grpSp>
        <p:grpSp>
          <p:nvGrpSpPr>
            <p:cNvPr id="16" name="グループ化 15">
              <a:extLst>
                <a:ext uri="{FF2B5EF4-FFF2-40B4-BE49-F238E27FC236}">
                  <a16:creationId xmlns:a16="http://schemas.microsoft.com/office/drawing/2014/main" id="{1791B577-C2E2-95CF-A0E6-8CEC11B6DAD7}"/>
                </a:ext>
              </a:extLst>
            </p:cNvPr>
            <p:cNvGrpSpPr/>
            <p:nvPr/>
          </p:nvGrpSpPr>
          <p:grpSpPr>
            <a:xfrm>
              <a:off x="3689096" y="4756792"/>
              <a:ext cx="2944827" cy="1741602"/>
              <a:chOff x="2665682" y="1604645"/>
              <a:chExt cx="1827568" cy="1080843"/>
            </a:xfrm>
          </p:grpSpPr>
          <p:sp>
            <p:nvSpPr>
              <p:cNvPr id="45" name="四角形: 角を丸くする 44">
                <a:extLst>
                  <a:ext uri="{FF2B5EF4-FFF2-40B4-BE49-F238E27FC236}">
                    <a16:creationId xmlns:a16="http://schemas.microsoft.com/office/drawing/2014/main" id="{FC370A57-4EC5-DE09-455A-A5E718B2C9DF}"/>
                  </a:ext>
                </a:extLst>
              </p:cNvPr>
              <p:cNvSpPr/>
              <p:nvPr/>
            </p:nvSpPr>
            <p:spPr>
              <a:xfrm>
                <a:off x="2665682" y="1604645"/>
                <a:ext cx="1822662" cy="1080843"/>
              </a:xfrm>
              <a:prstGeom prst="roundRect">
                <a:avLst/>
              </a:prstGeom>
              <a:blipFill>
                <a:blip r:embed="rId11">
                  <a:extLst>
                    <a:ext uri="{BEBA8EAE-BF5A-486C-A8C5-ECC9F3942E4B}">
                      <a14:imgProps xmlns:a14="http://schemas.microsoft.com/office/drawing/2010/main">
                        <a14:imgLayer r:embed="rId12">
                          <a14:imgEffect>
                            <a14:sharpenSoften amount="-50000"/>
                          </a14:imgEffect>
                          <a14:imgEffect>
                            <a14:brightnessContrast bright="20000" contrast="-40000"/>
                          </a14:imgEffect>
                        </a14:imgLayer>
                      </a14:imgProps>
                    </a:ext>
                  </a:extLst>
                </a:blip>
                <a:stretch>
                  <a:fillRect/>
                </a:stretch>
              </a:blipFill>
              <a:ln w="38100">
                <a:noFill/>
                <a:prstDash val="solid"/>
              </a:ln>
              <a:effectLst>
                <a:glow rad="63500">
                  <a:schemeClr val="accent6">
                    <a:alpha val="4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6" name="四角形: 上の 2 つの角を丸める 45">
                <a:extLst>
                  <a:ext uri="{FF2B5EF4-FFF2-40B4-BE49-F238E27FC236}">
                    <a16:creationId xmlns:a16="http://schemas.microsoft.com/office/drawing/2014/main" id="{F50A6B35-38C0-05FC-C187-5A32DA2162AC}"/>
                  </a:ext>
                </a:extLst>
              </p:cNvPr>
              <p:cNvSpPr/>
              <p:nvPr/>
            </p:nvSpPr>
            <p:spPr>
              <a:xfrm>
                <a:off x="2670588" y="1616094"/>
                <a:ext cx="1822662" cy="369346"/>
              </a:xfrm>
              <a:prstGeom prst="round2SameRect">
                <a:avLst>
                  <a:gd name="adj1" fmla="val 49508"/>
                  <a:gd name="adj2" fmla="val 0"/>
                </a:avLst>
              </a:prstGeom>
              <a:solidFill>
                <a:schemeClr val="accent2">
                  <a:lumMod val="40000"/>
                  <a:lumOff val="6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47" name="テキスト ボックス 46">
                <a:extLst>
                  <a:ext uri="{FF2B5EF4-FFF2-40B4-BE49-F238E27FC236}">
                    <a16:creationId xmlns:a16="http://schemas.microsoft.com/office/drawing/2014/main" id="{B06F33DF-A2B4-FB68-0456-E942F960DAE5}"/>
                  </a:ext>
                </a:extLst>
              </p:cNvPr>
              <p:cNvSpPr txBox="1"/>
              <p:nvPr/>
            </p:nvSpPr>
            <p:spPr>
              <a:xfrm>
                <a:off x="2742021" y="1670333"/>
                <a:ext cx="410266" cy="286511"/>
              </a:xfrm>
              <a:prstGeom prst="rect">
                <a:avLst/>
              </a:prstGeom>
              <a:noFill/>
            </p:spPr>
            <p:txBody>
              <a:bodyPr wrap="square">
                <a:spAutoFit/>
              </a:bodyPr>
              <a:lstStyle/>
              <a:p>
                <a:pPr algn="ctr"/>
                <a:r>
                  <a:rPr lang="en-US" altLang="ja-JP" sz="2000">
                    <a:solidFill>
                      <a:schemeClr val="accent6">
                        <a:lumMod val="75000"/>
                      </a:schemeClr>
                    </a:solidFill>
                    <a:latin typeface="原稿用標準書体" panose="03000503000000000000" pitchFamily="66" charset="-128"/>
                    <a:ea typeface="原稿用標準書体" panose="03000503000000000000" pitchFamily="66" charset="-128"/>
                  </a:rPr>
                  <a:t>Lv</a:t>
                </a:r>
                <a:r>
                  <a:rPr lang="en-US" altLang="ja-JP" sz="2400">
                    <a:solidFill>
                      <a:schemeClr val="accent6">
                        <a:lumMod val="75000"/>
                      </a:schemeClr>
                    </a:solidFill>
                    <a:latin typeface="原稿用標準書体" panose="03000503000000000000" pitchFamily="66" charset="-128"/>
                    <a:ea typeface="原稿用標準書体" panose="03000503000000000000" pitchFamily="66" charset="-128"/>
                  </a:rPr>
                  <a:t>0</a:t>
                </a:r>
                <a:endParaRPr kumimoji="1" lang="ja-JP" altLang="en-US" sz="20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48" name="テキスト ボックス 47">
                <a:extLst>
                  <a:ext uri="{FF2B5EF4-FFF2-40B4-BE49-F238E27FC236}">
                    <a16:creationId xmlns:a16="http://schemas.microsoft.com/office/drawing/2014/main" id="{00D1B400-068F-510B-6A48-68DF887F5B25}"/>
                  </a:ext>
                </a:extLst>
              </p:cNvPr>
              <p:cNvSpPr txBox="1"/>
              <p:nvPr/>
            </p:nvSpPr>
            <p:spPr>
              <a:xfrm>
                <a:off x="3661713" y="1685722"/>
                <a:ext cx="733012" cy="223984"/>
              </a:xfrm>
              <a:prstGeom prst="rect">
                <a:avLst/>
              </a:prstGeom>
              <a:noFill/>
            </p:spPr>
            <p:txBody>
              <a:bodyPr wrap="square">
                <a:spAutoFit/>
              </a:bodyPr>
              <a:lstStyle/>
              <a:p>
                <a:r>
                  <a:rPr lang="ja-JP" altLang="en-US" sz="2000">
                    <a:solidFill>
                      <a:schemeClr val="accent6">
                        <a:lumMod val="75000"/>
                      </a:schemeClr>
                    </a:solidFill>
                    <a:latin typeface="原稿用標準書体" panose="03000503000000000000" pitchFamily="66" charset="-128"/>
                    <a:ea typeface="原稿用標準書体" panose="03000503000000000000" pitchFamily="66" charset="-128"/>
                  </a:rPr>
                  <a:t>部屋名</a:t>
                </a:r>
                <a:endParaRPr kumimoji="1" lang="ja-JP" altLang="en-US" sz="20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grpSp>
          <p:nvGrpSpPr>
            <p:cNvPr id="17" name="グループ化 16">
              <a:extLst>
                <a:ext uri="{FF2B5EF4-FFF2-40B4-BE49-F238E27FC236}">
                  <a16:creationId xmlns:a16="http://schemas.microsoft.com/office/drawing/2014/main" id="{A5937906-0BB6-299B-DB9E-37B04E6AAF75}"/>
                </a:ext>
              </a:extLst>
            </p:cNvPr>
            <p:cNvGrpSpPr/>
            <p:nvPr/>
          </p:nvGrpSpPr>
          <p:grpSpPr>
            <a:xfrm>
              <a:off x="4128330" y="5573297"/>
              <a:ext cx="2057865" cy="744359"/>
              <a:chOff x="4286951" y="2407984"/>
              <a:chExt cx="2057865" cy="744359"/>
            </a:xfrm>
          </p:grpSpPr>
          <p:grpSp>
            <p:nvGrpSpPr>
              <p:cNvPr id="18" name="グループ化 17">
                <a:extLst>
                  <a:ext uri="{FF2B5EF4-FFF2-40B4-BE49-F238E27FC236}">
                    <a16:creationId xmlns:a16="http://schemas.microsoft.com/office/drawing/2014/main" id="{D394E7E6-9AC6-9EBB-A1C2-5611102BE5E7}"/>
                  </a:ext>
                </a:extLst>
              </p:cNvPr>
              <p:cNvGrpSpPr/>
              <p:nvPr/>
            </p:nvGrpSpPr>
            <p:grpSpPr>
              <a:xfrm flipV="1">
                <a:off x="4286951" y="2407984"/>
                <a:ext cx="2057865" cy="744359"/>
                <a:chOff x="1063284" y="2005017"/>
                <a:chExt cx="2372751" cy="1697124"/>
              </a:xfrm>
            </p:grpSpPr>
            <p:sp>
              <p:nvSpPr>
                <p:cNvPr id="33" name="四角形: 上の 2 つの角を丸める 32">
                  <a:extLst>
                    <a:ext uri="{FF2B5EF4-FFF2-40B4-BE49-F238E27FC236}">
                      <a16:creationId xmlns:a16="http://schemas.microsoft.com/office/drawing/2014/main" id="{60BEC26E-32EB-0821-7F5B-683680A45750}"/>
                    </a:ext>
                  </a:extLst>
                </p:cNvPr>
                <p:cNvSpPr/>
                <p:nvPr/>
              </p:nvSpPr>
              <p:spPr>
                <a:xfrm>
                  <a:off x="1063284" y="2005017"/>
                  <a:ext cx="2372751" cy="844263"/>
                </a:xfrm>
                <a:prstGeom prst="round2SameRect">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p>
              </p:txBody>
            </p:sp>
            <p:sp>
              <p:nvSpPr>
                <p:cNvPr id="34" name="四角形: 上の 2 つの角を丸める 33">
                  <a:extLst>
                    <a:ext uri="{FF2B5EF4-FFF2-40B4-BE49-F238E27FC236}">
                      <a16:creationId xmlns:a16="http://schemas.microsoft.com/office/drawing/2014/main" id="{E89650D1-F8BD-0CFF-C711-0F499B7102FF}"/>
                    </a:ext>
                  </a:extLst>
                </p:cNvPr>
                <p:cNvSpPr/>
                <p:nvPr/>
              </p:nvSpPr>
              <p:spPr>
                <a:xfrm flipV="1">
                  <a:off x="1063284" y="2857878"/>
                  <a:ext cx="2372751" cy="844263"/>
                </a:xfrm>
                <a:prstGeom prst="round2SameRect">
                  <a:avLst>
                    <a:gd name="adj1" fmla="val 12104"/>
                    <a:gd name="adj2" fmla="val 0"/>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p>
              </p:txBody>
            </p:sp>
          </p:grpSp>
          <p:sp>
            <p:nvSpPr>
              <p:cNvPr id="20" name="テキスト ボックス 19">
                <a:extLst>
                  <a:ext uri="{FF2B5EF4-FFF2-40B4-BE49-F238E27FC236}">
                    <a16:creationId xmlns:a16="http://schemas.microsoft.com/office/drawing/2014/main" id="{B27052E9-EF70-5178-1B6A-FD429E22FD17}"/>
                  </a:ext>
                </a:extLst>
              </p:cNvPr>
              <p:cNvSpPr txBox="1"/>
              <p:nvPr/>
            </p:nvSpPr>
            <p:spPr>
              <a:xfrm>
                <a:off x="5119090" y="2796111"/>
                <a:ext cx="1140543" cy="338554"/>
              </a:xfrm>
              <a:prstGeom prst="rect">
                <a:avLst/>
              </a:prstGeom>
              <a:noFill/>
            </p:spPr>
            <p:txBody>
              <a:bodyPr wrap="square">
                <a:spAutoFit/>
              </a:bodyPr>
              <a:lstStyle/>
              <a:p>
                <a:r>
                  <a:rPr lang="en-US" altLang="ja-JP" sz="1600">
                    <a:solidFill>
                      <a:schemeClr val="accent6"/>
                    </a:solidFill>
                    <a:latin typeface="原稿用標準書体" panose="03000503000000000000" pitchFamily="66" charset="-128"/>
                    <a:ea typeface="原稿用標準書体" panose="03000503000000000000" pitchFamily="66" charset="-128"/>
                  </a:rPr>
                  <a:t>:00000000</a:t>
                </a:r>
                <a:endParaRPr kumimoji="1" lang="ja-JP" altLang="en-US" sz="1600">
                  <a:solidFill>
                    <a:schemeClr val="accent6"/>
                  </a:solidFill>
                  <a:latin typeface="原稿用標準書体" panose="03000503000000000000" pitchFamily="66" charset="-128"/>
                  <a:ea typeface="原稿用標準書体" panose="03000503000000000000" pitchFamily="66" charset="-128"/>
                </a:endParaRPr>
              </a:p>
            </p:txBody>
          </p:sp>
          <p:sp>
            <p:nvSpPr>
              <p:cNvPr id="21" name="テキスト ボックス 20">
                <a:extLst>
                  <a:ext uri="{FF2B5EF4-FFF2-40B4-BE49-F238E27FC236}">
                    <a16:creationId xmlns:a16="http://schemas.microsoft.com/office/drawing/2014/main" id="{0AD5760D-2ACD-22F8-E189-EE07B0377FD1}"/>
                  </a:ext>
                </a:extLst>
              </p:cNvPr>
              <p:cNvSpPr txBox="1"/>
              <p:nvPr/>
            </p:nvSpPr>
            <p:spPr>
              <a:xfrm>
                <a:off x="5119092" y="2422821"/>
                <a:ext cx="1140541" cy="338554"/>
              </a:xfrm>
              <a:prstGeom prst="rect">
                <a:avLst/>
              </a:prstGeom>
              <a:noFill/>
            </p:spPr>
            <p:txBody>
              <a:bodyPr wrap="square">
                <a:spAutoFit/>
              </a:bodyPr>
              <a:lstStyle/>
              <a:p>
                <a:r>
                  <a:rPr lang="en-US" altLang="ja-JP" sz="1600">
                    <a:solidFill>
                      <a:schemeClr val="bg1">
                        <a:lumMod val="95000"/>
                      </a:schemeClr>
                    </a:solidFill>
                    <a:latin typeface="原稿用標準書体" panose="03000503000000000000" pitchFamily="66" charset="-128"/>
                    <a:ea typeface="原稿用標準書体" panose="03000503000000000000" pitchFamily="66" charset="-128"/>
                  </a:rPr>
                  <a:t>:00000000</a:t>
                </a:r>
                <a:endParaRPr lang="ja-JP" altLang="en-US" sz="1600">
                  <a:solidFill>
                    <a:schemeClr val="bg1">
                      <a:lumMod val="95000"/>
                    </a:schemeClr>
                  </a:solidFill>
                  <a:latin typeface="原稿用標準書体" panose="03000503000000000000" pitchFamily="66" charset="-128"/>
                  <a:ea typeface="原稿用標準書体" panose="03000503000000000000" pitchFamily="66" charset="-128"/>
                </a:endParaRPr>
              </a:p>
            </p:txBody>
          </p:sp>
          <p:pic>
            <p:nvPicPr>
              <p:cNvPr id="22" name="図 21">
                <a:extLst>
                  <a:ext uri="{FF2B5EF4-FFF2-40B4-BE49-F238E27FC236}">
                    <a16:creationId xmlns:a16="http://schemas.microsoft.com/office/drawing/2014/main" id="{03F3DFFD-E5A5-1009-939B-1DFED2CD8536}"/>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4419329" y="2838916"/>
                <a:ext cx="211173" cy="265195"/>
              </a:xfrm>
              <a:prstGeom prst="rect">
                <a:avLst/>
              </a:prstGeom>
            </p:spPr>
          </p:pic>
          <p:pic>
            <p:nvPicPr>
              <p:cNvPr id="23" name="図 22">
                <a:extLst>
                  <a:ext uri="{FF2B5EF4-FFF2-40B4-BE49-F238E27FC236}">
                    <a16:creationId xmlns:a16="http://schemas.microsoft.com/office/drawing/2014/main" id="{A094F198-AA11-7630-1D98-835FCCCF8C40}"/>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4387840" y="2473712"/>
                <a:ext cx="255488" cy="253394"/>
              </a:xfrm>
              <a:prstGeom prst="rect">
                <a:avLst/>
              </a:prstGeom>
            </p:spPr>
          </p:pic>
          <p:sp>
            <p:nvSpPr>
              <p:cNvPr id="24" name="テキスト ボックス 23">
                <a:extLst>
                  <a:ext uri="{FF2B5EF4-FFF2-40B4-BE49-F238E27FC236}">
                    <a16:creationId xmlns:a16="http://schemas.microsoft.com/office/drawing/2014/main" id="{2639B049-BDB6-3F28-CCD1-CDD6E01F6BD7}"/>
                  </a:ext>
                </a:extLst>
              </p:cNvPr>
              <p:cNvSpPr txBox="1"/>
              <p:nvPr/>
            </p:nvSpPr>
            <p:spPr>
              <a:xfrm>
                <a:off x="4551841" y="2821594"/>
                <a:ext cx="759657"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獲得数</a:t>
                </a:r>
              </a:p>
            </p:txBody>
          </p:sp>
          <p:sp>
            <p:nvSpPr>
              <p:cNvPr id="25" name="テキスト ボックス 24">
                <a:extLst>
                  <a:ext uri="{FF2B5EF4-FFF2-40B4-BE49-F238E27FC236}">
                    <a16:creationId xmlns:a16="http://schemas.microsoft.com/office/drawing/2014/main" id="{78A86755-E216-CCDF-19FC-3493C3C3A100}"/>
                  </a:ext>
                </a:extLst>
              </p:cNvPr>
              <p:cNvSpPr txBox="1"/>
              <p:nvPr/>
            </p:nvSpPr>
            <p:spPr>
              <a:xfrm>
                <a:off x="4551841" y="2451813"/>
                <a:ext cx="759657"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獲得数</a:t>
                </a:r>
              </a:p>
            </p:txBody>
          </p:sp>
        </p:grpSp>
      </p:grpSp>
    </p:spTree>
    <p:extLst>
      <p:ext uri="{BB962C8B-B14F-4D97-AF65-F5344CB8AC3E}">
        <p14:creationId xmlns:p14="http://schemas.microsoft.com/office/powerpoint/2010/main" val="858312929"/>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bg>
      <p:bgPr>
        <a:blipFill dpi="0" rotWithShape="1">
          <a:blip r:embed="rId2">
            <a:extLst>
              <a:ext uri="{BEBA8EAE-BF5A-486C-A8C5-ECC9F3942E4B}">
                <a14:imgProps xmlns:a14="http://schemas.microsoft.com/office/drawing/2010/main">
                  <a14:imgLayer r:embed="rId3">
                    <a14:imgEffect>
                      <a14:sharpenSoften amount="-35000"/>
                    </a14:imgEffect>
                    <a14:imgEffect>
                      <a14:saturation sat="85000"/>
                    </a14:imgEffect>
                    <a14:imgEffect>
                      <a14:brightnessContrast bright="-20000" contrast="-15000"/>
                    </a14:imgEffect>
                  </a14:imgLayer>
                </a14:imgProps>
              </a:ext>
            </a:extLst>
          </a:blip>
          <a:srcRect/>
          <a:stretch>
            <a:fillRect/>
          </a:stretch>
        </a:blipFill>
        <a:effectLst/>
      </p:bgPr>
    </p:bg>
    <p:spTree>
      <p:nvGrpSpPr>
        <p:cNvPr id="1" name="">
          <a:extLst>
            <a:ext uri="{FF2B5EF4-FFF2-40B4-BE49-F238E27FC236}">
              <a16:creationId xmlns:a16="http://schemas.microsoft.com/office/drawing/2014/main" id="{62CA5C29-664B-72CD-67EE-9D7759237726}"/>
            </a:ext>
          </a:extLst>
        </p:cNvPr>
        <p:cNvGrpSpPr/>
        <p:nvPr/>
      </p:nvGrpSpPr>
      <p:grpSpPr>
        <a:xfrm>
          <a:off x="0" y="0"/>
          <a:ext cx="0" cy="0"/>
          <a:chOff x="0" y="0"/>
          <a:chExt cx="0" cy="0"/>
        </a:xfrm>
      </p:grpSpPr>
      <p:grpSp>
        <p:nvGrpSpPr>
          <p:cNvPr id="10" name="グループ化 9">
            <a:extLst>
              <a:ext uri="{FF2B5EF4-FFF2-40B4-BE49-F238E27FC236}">
                <a16:creationId xmlns:a16="http://schemas.microsoft.com/office/drawing/2014/main" id="{D92DEBA2-F45E-0643-91F2-3453711797F8}"/>
              </a:ext>
            </a:extLst>
          </p:cNvPr>
          <p:cNvGrpSpPr>
            <a:grpSpLocks/>
          </p:cNvGrpSpPr>
          <p:nvPr/>
        </p:nvGrpSpPr>
        <p:grpSpPr>
          <a:xfrm>
            <a:off x="1590628" y="1230407"/>
            <a:ext cx="9010745" cy="5627593"/>
            <a:chOff x="1590628" y="1230407"/>
            <a:chExt cx="9010745" cy="5627593"/>
          </a:xfrm>
        </p:grpSpPr>
        <p:sp>
          <p:nvSpPr>
            <p:cNvPr id="11" name="正方形/長方形 10">
              <a:extLst>
                <a:ext uri="{FF2B5EF4-FFF2-40B4-BE49-F238E27FC236}">
                  <a16:creationId xmlns:a16="http://schemas.microsoft.com/office/drawing/2014/main" id="{F13241A6-B610-17B8-EED5-2F72237311D7}"/>
                </a:ext>
              </a:extLst>
            </p:cNvPr>
            <p:cNvSpPr>
              <a:spLocks/>
            </p:cNvSpPr>
            <p:nvPr/>
          </p:nvSpPr>
          <p:spPr>
            <a:xfrm>
              <a:off x="1590628" y="1541380"/>
              <a:ext cx="9010745" cy="5316620"/>
            </a:xfrm>
            <a:prstGeom prst="rect">
              <a:avLst/>
            </a:prstGeom>
            <a:solidFill>
              <a:srgbClr val="6600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フローチャート: 手作業 11">
              <a:extLst>
                <a:ext uri="{FF2B5EF4-FFF2-40B4-BE49-F238E27FC236}">
                  <a16:creationId xmlns:a16="http://schemas.microsoft.com/office/drawing/2014/main" id="{5392F6B8-6493-F730-208A-D87A5B4554E1}"/>
                </a:ext>
              </a:extLst>
            </p:cNvPr>
            <p:cNvSpPr>
              <a:spLocks/>
            </p:cNvSpPr>
            <p:nvPr/>
          </p:nvSpPr>
          <p:spPr>
            <a:xfrm flipV="1">
              <a:off x="1590628" y="1230407"/>
              <a:ext cx="9010745" cy="328009"/>
            </a:xfrm>
            <a:prstGeom prst="flowChartManualOperation">
              <a:avLst/>
            </a:prstGeom>
            <a:solidFill>
              <a:srgbClr val="6600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64" name="グループ化 63">
            <a:extLst>
              <a:ext uri="{FF2B5EF4-FFF2-40B4-BE49-F238E27FC236}">
                <a16:creationId xmlns:a16="http://schemas.microsoft.com/office/drawing/2014/main" id="{9A62041B-5E56-9E6E-54F4-E772FF529399}"/>
              </a:ext>
            </a:extLst>
          </p:cNvPr>
          <p:cNvGrpSpPr/>
          <p:nvPr/>
        </p:nvGrpSpPr>
        <p:grpSpPr>
          <a:xfrm>
            <a:off x="163586" y="134635"/>
            <a:ext cx="3123445" cy="1396119"/>
            <a:chOff x="163586" y="134635"/>
            <a:chExt cx="3123445" cy="1396119"/>
          </a:xfrm>
        </p:grpSpPr>
        <p:sp>
          <p:nvSpPr>
            <p:cNvPr id="65" name="四角形: 角を丸くする 64">
              <a:extLst>
                <a:ext uri="{FF2B5EF4-FFF2-40B4-BE49-F238E27FC236}">
                  <a16:creationId xmlns:a16="http://schemas.microsoft.com/office/drawing/2014/main" id="{0A28A8CA-6D49-0385-1D79-BF937D98153A}"/>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66" name="テキスト ボックス 65">
              <a:extLst>
                <a:ext uri="{FF2B5EF4-FFF2-40B4-BE49-F238E27FC236}">
                  <a16:creationId xmlns:a16="http://schemas.microsoft.com/office/drawing/2014/main" id="{03DB0CF5-2039-C82D-DFA0-B0FE635B7FC5}"/>
                </a:ext>
              </a:extLst>
            </p:cNvPr>
            <p:cNvSpPr txBox="1"/>
            <p:nvPr/>
          </p:nvSpPr>
          <p:spPr>
            <a:xfrm>
              <a:off x="1752835" y="641390"/>
              <a:ext cx="121058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部屋強化</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67" name="グループ化 66">
              <a:extLst>
                <a:ext uri="{FF2B5EF4-FFF2-40B4-BE49-F238E27FC236}">
                  <a16:creationId xmlns:a16="http://schemas.microsoft.com/office/drawing/2014/main" id="{483CD1C3-0A33-71A1-B75C-4407D84132AA}"/>
                </a:ext>
              </a:extLst>
            </p:cNvPr>
            <p:cNvGrpSpPr/>
            <p:nvPr/>
          </p:nvGrpSpPr>
          <p:grpSpPr>
            <a:xfrm>
              <a:off x="163586" y="134635"/>
              <a:ext cx="1975684" cy="1396119"/>
              <a:chOff x="163586" y="134635"/>
              <a:chExt cx="1975684" cy="1396119"/>
            </a:xfrm>
          </p:grpSpPr>
          <p:grpSp>
            <p:nvGrpSpPr>
              <p:cNvPr id="68" name="グループ化 67">
                <a:extLst>
                  <a:ext uri="{FF2B5EF4-FFF2-40B4-BE49-F238E27FC236}">
                    <a16:creationId xmlns:a16="http://schemas.microsoft.com/office/drawing/2014/main" id="{447314B4-3B83-0522-B1DA-276B860FAC8D}"/>
                  </a:ext>
                </a:extLst>
              </p:cNvPr>
              <p:cNvGrpSpPr/>
              <p:nvPr/>
            </p:nvGrpSpPr>
            <p:grpSpPr>
              <a:xfrm>
                <a:off x="163586" y="134635"/>
                <a:ext cx="1975684" cy="1396119"/>
                <a:chOff x="163586" y="134635"/>
                <a:chExt cx="1975684" cy="1396119"/>
              </a:xfrm>
            </p:grpSpPr>
            <p:pic>
              <p:nvPicPr>
                <p:cNvPr id="72" name="図 71">
                  <a:extLst>
                    <a:ext uri="{FF2B5EF4-FFF2-40B4-BE49-F238E27FC236}">
                      <a16:creationId xmlns:a16="http://schemas.microsoft.com/office/drawing/2014/main" id="{FC947A38-B092-B882-5094-964031E9CE0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80" name="楕円 79">
                  <a:extLst>
                    <a:ext uri="{FF2B5EF4-FFF2-40B4-BE49-F238E27FC236}">
                      <a16:creationId xmlns:a16="http://schemas.microsoft.com/office/drawing/2014/main" id="{56F9CA03-3DC3-94EE-6A0C-5A271D439FB3}"/>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71" name="図 70">
                <a:extLst>
                  <a:ext uri="{FF2B5EF4-FFF2-40B4-BE49-F238E27FC236}">
                    <a16:creationId xmlns:a16="http://schemas.microsoft.com/office/drawing/2014/main" id="{C1233A6A-AFFF-E6B6-89E8-8F7684623E85}"/>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grpSp>
        <p:nvGrpSpPr>
          <p:cNvPr id="27" name="グループ化 26">
            <a:extLst>
              <a:ext uri="{FF2B5EF4-FFF2-40B4-BE49-F238E27FC236}">
                <a16:creationId xmlns:a16="http://schemas.microsoft.com/office/drawing/2014/main" id="{F4CEF7E7-F5F4-A41C-A893-CFDD1E88CECD}"/>
              </a:ext>
            </a:extLst>
          </p:cNvPr>
          <p:cNvGrpSpPr/>
          <p:nvPr/>
        </p:nvGrpSpPr>
        <p:grpSpPr>
          <a:xfrm>
            <a:off x="2185230" y="3398680"/>
            <a:ext cx="7821541" cy="1567643"/>
            <a:chOff x="2222027" y="3398680"/>
            <a:chExt cx="7821541" cy="1567643"/>
          </a:xfrm>
          <a:solidFill>
            <a:schemeClr val="bg1">
              <a:lumMod val="85000"/>
            </a:schemeClr>
          </a:solidFill>
        </p:grpSpPr>
        <p:sp>
          <p:nvSpPr>
            <p:cNvPr id="90" name="二等辺三角形 89">
              <a:extLst>
                <a:ext uri="{FF2B5EF4-FFF2-40B4-BE49-F238E27FC236}">
                  <a16:creationId xmlns:a16="http://schemas.microsoft.com/office/drawing/2014/main" id="{F9045243-BD26-4B19-0C05-D1E1414267C6}"/>
                </a:ext>
              </a:extLst>
            </p:cNvPr>
            <p:cNvSpPr/>
            <p:nvPr/>
          </p:nvSpPr>
          <p:spPr>
            <a:xfrm rot="5400000">
              <a:off x="8821511" y="3744266"/>
              <a:ext cx="1567643" cy="876471"/>
            </a:xfrm>
            <a:prstGeom prst="triangle">
              <a:avLst/>
            </a:prstGeom>
            <a:grp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6" name="二等辺三角形 25">
              <a:extLst>
                <a:ext uri="{FF2B5EF4-FFF2-40B4-BE49-F238E27FC236}">
                  <a16:creationId xmlns:a16="http://schemas.microsoft.com/office/drawing/2014/main" id="{870636A4-973F-89E4-8663-51CE240D6DFB}"/>
                </a:ext>
              </a:extLst>
            </p:cNvPr>
            <p:cNvSpPr/>
            <p:nvPr/>
          </p:nvSpPr>
          <p:spPr>
            <a:xfrm rot="16200000" flipH="1">
              <a:off x="1876441" y="3744266"/>
              <a:ext cx="1567643" cy="876471"/>
            </a:xfrm>
            <a:prstGeom prst="triangle">
              <a:avLst/>
            </a:prstGeom>
            <a:grp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73" name="矢印: 下 72">
            <a:extLst>
              <a:ext uri="{FF2B5EF4-FFF2-40B4-BE49-F238E27FC236}">
                <a16:creationId xmlns:a16="http://schemas.microsoft.com/office/drawing/2014/main" id="{217A21F4-BA63-D73B-FB5A-128AED166996}"/>
              </a:ext>
            </a:extLst>
          </p:cNvPr>
          <p:cNvSpPr/>
          <p:nvPr/>
        </p:nvSpPr>
        <p:spPr>
          <a:xfrm>
            <a:off x="7426957" y="3348032"/>
            <a:ext cx="484632" cy="1408759"/>
          </a:xfrm>
          <a:prstGeom prst="downArrow">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5" name="四角形: 角を丸くする 74">
            <a:extLst>
              <a:ext uri="{FF2B5EF4-FFF2-40B4-BE49-F238E27FC236}">
                <a16:creationId xmlns:a16="http://schemas.microsoft.com/office/drawing/2014/main" id="{D3C65D62-FF99-CF21-47BA-6120B9180138}"/>
              </a:ext>
            </a:extLst>
          </p:cNvPr>
          <p:cNvSpPr/>
          <p:nvPr/>
        </p:nvSpPr>
        <p:spPr>
          <a:xfrm>
            <a:off x="6871200" y="1600007"/>
            <a:ext cx="1591665" cy="1741602"/>
          </a:xfrm>
          <a:prstGeom prst="roundRect">
            <a:avLst/>
          </a:prstGeom>
          <a:solidFill>
            <a:schemeClr val="accent2">
              <a:lumMod val="40000"/>
              <a:lumOff val="60000"/>
            </a:schemeClr>
          </a:solidFill>
          <a:ln w="38100">
            <a:noFill/>
            <a:prstDash val="solid"/>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9" name="四角形: 上の 2 つの角を丸める 78">
            <a:extLst>
              <a:ext uri="{FF2B5EF4-FFF2-40B4-BE49-F238E27FC236}">
                <a16:creationId xmlns:a16="http://schemas.microsoft.com/office/drawing/2014/main" id="{DD25A8D5-0940-AEBE-48A0-2295F160661C}"/>
              </a:ext>
            </a:extLst>
          </p:cNvPr>
          <p:cNvSpPr/>
          <p:nvPr/>
        </p:nvSpPr>
        <p:spPr>
          <a:xfrm>
            <a:off x="6862455" y="1593584"/>
            <a:ext cx="1602885" cy="595141"/>
          </a:xfrm>
          <a:prstGeom prst="round2SameRect">
            <a:avLst>
              <a:gd name="adj1" fmla="val 49508"/>
              <a:gd name="adj2" fmla="val 0"/>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83" name="テキスト ボックス 82">
            <a:extLst>
              <a:ext uri="{FF2B5EF4-FFF2-40B4-BE49-F238E27FC236}">
                <a16:creationId xmlns:a16="http://schemas.microsoft.com/office/drawing/2014/main" id="{CDB15896-D10B-C461-27AA-C10F889353F7}"/>
              </a:ext>
            </a:extLst>
          </p:cNvPr>
          <p:cNvSpPr txBox="1"/>
          <p:nvPr/>
        </p:nvSpPr>
        <p:spPr>
          <a:xfrm>
            <a:off x="6713486" y="1691220"/>
            <a:ext cx="1900822" cy="400110"/>
          </a:xfrm>
          <a:prstGeom prst="rect">
            <a:avLst/>
          </a:prstGeom>
          <a:noFill/>
        </p:spPr>
        <p:txBody>
          <a:bodyPr wrap="square">
            <a:spAutoFit/>
          </a:bodyPr>
          <a:lstStyle/>
          <a:p>
            <a:pPr algn="ctr"/>
            <a:r>
              <a:rPr kumimoji="1" lang="ja-JP" altLang="en-US" sz="2000">
                <a:solidFill>
                  <a:schemeClr val="accent6">
                    <a:lumMod val="75000"/>
                  </a:schemeClr>
                </a:solidFill>
                <a:latin typeface="原稿用標準書体" panose="03000503000000000000" pitchFamily="66" charset="-128"/>
                <a:ea typeface="原稿用標準書体" panose="03000503000000000000" pitchFamily="66" charset="-128"/>
              </a:rPr>
              <a:t>適正キャラ</a:t>
            </a:r>
          </a:p>
        </p:txBody>
      </p:sp>
      <p:grpSp>
        <p:nvGrpSpPr>
          <p:cNvPr id="2" name="グループ化 1">
            <a:extLst>
              <a:ext uri="{FF2B5EF4-FFF2-40B4-BE49-F238E27FC236}">
                <a16:creationId xmlns:a16="http://schemas.microsoft.com/office/drawing/2014/main" id="{C4DC4675-B95C-7AAB-2A37-E2F0F88D6E21}"/>
              </a:ext>
            </a:extLst>
          </p:cNvPr>
          <p:cNvGrpSpPr/>
          <p:nvPr/>
        </p:nvGrpSpPr>
        <p:grpSpPr>
          <a:xfrm>
            <a:off x="3681191" y="1595805"/>
            <a:ext cx="2944827" cy="1741602"/>
            <a:chOff x="2665682" y="1604645"/>
            <a:chExt cx="1827568" cy="1080843"/>
          </a:xfrm>
        </p:grpSpPr>
        <p:sp>
          <p:nvSpPr>
            <p:cNvPr id="19" name="四角形: 角を丸くする 18">
              <a:extLst>
                <a:ext uri="{FF2B5EF4-FFF2-40B4-BE49-F238E27FC236}">
                  <a16:creationId xmlns:a16="http://schemas.microsoft.com/office/drawing/2014/main" id="{FA242925-6238-BE63-FC98-86F5DEA178BA}"/>
                </a:ext>
              </a:extLst>
            </p:cNvPr>
            <p:cNvSpPr/>
            <p:nvPr/>
          </p:nvSpPr>
          <p:spPr>
            <a:xfrm>
              <a:off x="2665682" y="1604645"/>
              <a:ext cx="1822662" cy="1080843"/>
            </a:xfrm>
            <a:prstGeom prst="roundRect">
              <a:avLst/>
            </a:prstGeom>
            <a:solidFill>
              <a:schemeClr val="tx1">
                <a:lumMod val="50000"/>
                <a:lumOff val="50000"/>
              </a:schemeClr>
            </a:solidFill>
            <a:ln w="38100">
              <a:noFill/>
              <a:prstDash val="solid"/>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3" name="四角形: 上の 2 つの角を丸める 92">
              <a:extLst>
                <a:ext uri="{FF2B5EF4-FFF2-40B4-BE49-F238E27FC236}">
                  <a16:creationId xmlns:a16="http://schemas.microsoft.com/office/drawing/2014/main" id="{090FB563-FD42-B867-DD05-D7DB87F0BB86}"/>
                </a:ext>
              </a:extLst>
            </p:cNvPr>
            <p:cNvSpPr/>
            <p:nvPr/>
          </p:nvSpPr>
          <p:spPr>
            <a:xfrm>
              <a:off x="2670588" y="1616094"/>
              <a:ext cx="1822662" cy="369346"/>
            </a:xfrm>
            <a:prstGeom prst="round2SameRect">
              <a:avLst>
                <a:gd name="adj1" fmla="val 49508"/>
                <a:gd name="adj2" fmla="val 0"/>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94" name="テキスト ボックス 93">
              <a:extLst>
                <a:ext uri="{FF2B5EF4-FFF2-40B4-BE49-F238E27FC236}">
                  <a16:creationId xmlns:a16="http://schemas.microsoft.com/office/drawing/2014/main" id="{3400FD79-F6F6-17F3-F587-61269B39B97F}"/>
                </a:ext>
              </a:extLst>
            </p:cNvPr>
            <p:cNvSpPr txBox="1"/>
            <p:nvPr/>
          </p:nvSpPr>
          <p:spPr>
            <a:xfrm>
              <a:off x="2742021" y="1670333"/>
              <a:ext cx="410266" cy="258443"/>
            </a:xfrm>
            <a:prstGeom prst="rect">
              <a:avLst/>
            </a:prstGeom>
            <a:noFill/>
          </p:spPr>
          <p:txBody>
            <a:bodyPr wrap="square">
              <a:spAutoFit/>
            </a:bodyPr>
            <a:lstStyle/>
            <a:p>
              <a:pPr algn="ctr"/>
              <a:r>
                <a:rPr lang="en-US" altLang="ja-JP" sz="2000">
                  <a:solidFill>
                    <a:schemeClr val="accent6">
                      <a:lumMod val="75000"/>
                    </a:schemeClr>
                  </a:solidFill>
                  <a:latin typeface="原稿用標準書体" panose="03000503000000000000" pitchFamily="66" charset="-128"/>
                  <a:ea typeface="原稿用標準書体" panose="03000503000000000000" pitchFamily="66" charset="-128"/>
                </a:rPr>
                <a:t>Lv</a:t>
              </a:r>
              <a:r>
                <a:rPr lang="en-US" altLang="ja-JP" sz="2400">
                  <a:solidFill>
                    <a:schemeClr val="accent6">
                      <a:lumMod val="75000"/>
                    </a:schemeClr>
                  </a:solidFill>
                  <a:latin typeface="原稿用標準書体" panose="03000503000000000000" pitchFamily="66" charset="-128"/>
                  <a:ea typeface="原稿用標準書体" panose="03000503000000000000" pitchFamily="66" charset="-128"/>
                </a:rPr>
                <a:t>0</a:t>
              </a:r>
              <a:endParaRPr kumimoji="1" lang="ja-JP" altLang="en-US" sz="20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95" name="テキスト ボックス 94">
              <a:extLst>
                <a:ext uri="{FF2B5EF4-FFF2-40B4-BE49-F238E27FC236}">
                  <a16:creationId xmlns:a16="http://schemas.microsoft.com/office/drawing/2014/main" id="{45FFDE27-7390-B2D8-C36D-83950B82AA0F}"/>
                </a:ext>
              </a:extLst>
            </p:cNvPr>
            <p:cNvSpPr txBox="1"/>
            <p:nvPr/>
          </p:nvSpPr>
          <p:spPr>
            <a:xfrm>
              <a:off x="3661713" y="1685722"/>
              <a:ext cx="733012" cy="223984"/>
            </a:xfrm>
            <a:prstGeom prst="rect">
              <a:avLst/>
            </a:prstGeom>
            <a:noFill/>
          </p:spPr>
          <p:txBody>
            <a:bodyPr wrap="square">
              <a:spAutoFit/>
            </a:bodyPr>
            <a:lstStyle/>
            <a:p>
              <a:r>
                <a:rPr lang="ja-JP" altLang="en-US" sz="2000">
                  <a:solidFill>
                    <a:schemeClr val="accent6">
                      <a:lumMod val="75000"/>
                    </a:schemeClr>
                  </a:solidFill>
                  <a:latin typeface="原稿用標準書体" panose="03000503000000000000" pitchFamily="66" charset="-128"/>
                  <a:ea typeface="原稿用標準書体" panose="03000503000000000000" pitchFamily="66" charset="-128"/>
                </a:rPr>
                <a:t>部屋名</a:t>
              </a:r>
              <a:endParaRPr kumimoji="1" lang="ja-JP" altLang="en-US" sz="20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sp>
        <p:nvSpPr>
          <p:cNvPr id="35" name="矢印: 下 34">
            <a:extLst>
              <a:ext uri="{FF2B5EF4-FFF2-40B4-BE49-F238E27FC236}">
                <a16:creationId xmlns:a16="http://schemas.microsoft.com/office/drawing/2014/main" id="{15F1B075-9602-AB57-03B7-300E7DD82C58}"/>
              </a:ext>
            </a:extLst>
          </p:cNvPr>
          <p:cNvSpPr/>
          <p:nvPr/>
        </p:nvSpPr>
        <p:spPr>
          <a:xfrm>
            <a:off x="4923146" y="3348032"/>
            <a:ext cx="484632" cy="1408759"/>
          </a:xfrm>
          <a:prstGeom prst="downArrow">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7" name="四角形: 角を丸くする 76">
            <a:extLst>
              <a:ext uri="{FF2B5EF4-FFF2-40B4-BE49-F238E27FC236}">
                <a16:creationId xmlns:a16="http://schemas.microsoft.com/office/drawing/2014/main" id="{6E1B40FC-794E-584F-24C0-583582898469}"/>
              </a:ext>
            </a:extLst>
          </p:cNvPr>
          <p:cNvSpPr/>
          <p:nvPr/>
        </p:nvSpPr>
        <p:spPr>
          <a:xfrm>
            <a:off x="6871200" y="4774479"/>
            <a:ext cx="1591665" cy="1741602"/>
          </a:xfrm>
          <a:prstGeom prst="roundRect">
            <a:avLst/>
          </a:prstGeom>
          <a:solidFill>
            <a:schemeClr val="tx1">
              <a:lumMod val="50000"/>
              <a:lumOff val="50000"/>
            </a:schemeClr>
          </a:solidFill>
          <a:ln w="38100">
            <a:noFill/>
            <a:prstDash val="solid"/>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不明</a:t>
            </a:r>
          </a:p>
        </p:txBody>
      </p:sp>
      <p:sp>
        <p:nvSpPr>
          <p:cNvPr id="29" name="四角形: 角を丸くする 28">
            <a:extLst>
              <a:ext uri="{FF2B5EF4-FFF2-40B4-BE49-F238E27FC236}">
                <a16:creationId xmlns:a16="http://schemas.microsoft.com/office/drawing/2014/main" id="{3689AE1A-4C64-6239-6E06-2528EDA267DE}"/>
              </a:ext>
            </a:extLst>
          </p:cNvPr>
          <p:cNvSpPr/>
          <p:nvPr/>
        </p:nvSpPr>
        <p:spPr>
          <a:xfrm>
            <a:off x="3689096" y="4756792"/>
            <a:ext cx="2936922" cy="1741602"/>
          </a:xfrm>
          <a:prstGeom prst="roundRect">
            <a:avLst/>
          </a:prstGeom>
          <a:solidFill>
            <a:schemeClr val="tx1">
              <a:lumMod val="50000"/>
              <a:lumOff val="50000"/>
            </a:schemeClr>
          </a:solidFill>
          <a:ln w="38100">
            <a:noFill/>
            <a:prstDash val="solid"/>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不明</a:t>
            </a:r>
          </a:p>
        </p:txBody>
      </p:sp>
      <p:sp>
        <p:nvSpPr>
          <p:cNvPr id="36" name="四角形: 角を丸くする 35">
            <a:extLst>
              <a:ext uri="{FF2B5EF4-FFF2-40B4-BE49-F238E27FC236}">
                <a16:creationId xmlns:a16="http://schemas.microsoft.com/office/drawing/2014/main" id="{6CC39032-D97A-63F0-3B67-BF2C7AF0D07A}"/>
              </a:ext>
            </a:extLst>
          </p:cNvPr>
          <p:cNvSpPr/>
          <p:nvPr/>
        </p:nvSpPr>
        <p:spPr>
          <a:xfrm>
            <a:off x="3368124" y="3480836"/>
            <a:ext cx="5455753" cy="914400"/>
          </a:xfrm>
          <a:prstGeom prst="round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9" name="四角形: 角を丸くする 68">
            <a:extLst>
              <a:ext uri="{FF2B5EF4-FFF2-40B4-BE49-F238E27FC236}">
                <a16:creationId xmlns:a16="http://schemas.microsoft.com/office/drawing/2014/main" id="{5B67419A-5895-141F-863B-FA0B2F754995}"/>
              </a:ext>
            </a:extLst>
          </p:cNvPr>
          <p:cNvSpPr/>
          <p:nvPr/>
        </p:nvSpPr>
        <p:spPr>
          <a:xfrm>
            <a:off x="6495533" y="3704434"/>
            <a:ext cx="1948277" cy="496239"/>
          </a:xfrm>
          <a:prstGeom prst="roundRect">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開放不可</a:t>
            </a:r>
          </a:p>
        </p:txBody>
      </p:sp>
      <p:sp>
        <p:nvSpPr>
          <p:cNvPr id="4" name="四角形: 角を丸くする 3">
            <a:extLst>
              <a:ext uri="{FF2B5EF4-FFF2-40B4-BE49-F238E27FC236}">
                <a16:creationId xmlns:a16="http://schemas.microsoft.com/office/drawing/2014/main" id="{6D24814B-0E89-3299-C213-53F9A28857A9}"/>
              </a:ext>
            </a:extLst>
          </p:cNvPr>
          <p:cNvSpPr/>
          <p:nvPr/>
        </p:nvSpPr>
        <p:spPr>
          <a:xfrm>
            <a:off x="4120719" y="2393635"/>
            <a:ext cx="2057865" cy="754831"/>
          </a:xfrm>
          <a:prstGeom prst="roundRect">
            <a:avLst/>
          </a:prstGeom>
          <a:solidFill>
            <a:schemeClr val="tx1">
              <a:lumMod val="50000"/>
              <a:lumOff val="50000"/>
            </a:schemeClr>
          </a:solidFill>
          <a:ln w="38100">
            <a:noFill/>
            <a:prstDash val="solid"/>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未開放</a:t>
            </a:r>
          </a:p>
        </p:txBody>
      </p:sp>
      <p:sp>
        <p:nvSpPr>
          <p:cNvPr id="5" name="テキスト ボックス 4">
            <a:extLst>
              <a:ext uri="{FF2B5EF4-FFF2-40B4-BE49-F238E27FC236}">
                <a16:creationId xmlns:a16="http://schemas.microsoft.com/office/drawing/2014/main" id="{9FC6016D-ACA8-EA26-C543-B7287632DB9A}"/>
              </a:ext>
            </a:extLst>
          </p:cNvPr>
          <p:cNvSpPr txBox="1"/>
          <p:nvPr/>
        </p:nvSpPr>
        <p:spPr>
          <a:xfrm>
            <a:off x="3656304" y="3682728"/>
            <a:ext cx="2551942" cy="523220"/>
          </a:xfrm>
          <a:prstGeom prst="rect">
            <a:avLst/>
          </a:prstGeom>
          <a:noFill/>
        </p:spPr>
        <p:txBody>
          <a:bodyPr wrap="square">
            <a:spAutoFit/>
          </a:bodyPr>
          <a:lstStyle/>
          <a:p>
            <a:r>
              <a:rPr lang="ja-JP" altLang="en-US" sz="1400">
                <a:latin typeface="原稿用標準書体" panose="03000503000000000000" pitchFamily="66" charset="-128"/>
                <a:ea typeface="原稿用標準書体" panose="03000503000000000000" pitchFamily="66" charset="-128"/>
              </a:rPr>
              <a:t>条件テキスト条件テキスト</a:t>
            </a:r>
          </a:p>
          <a:p>
            <a:r>
              <a:rPr lang="ja-JP" altLang="en-US" sz="1400">
                <a:latin typeface="原稿用標準書体" panose="03000503000000000000" pitchFamily="66" charset="-128"/>
                <a:ea typeface="原稿用標準書体" panose="03000503000000000000" pitchFamily="66" charset="-128"/>
              </a:rPr>
              <a:t>条件テキスト条件テキスト</a:t>
            </a:r>
          </a:p>
        </p:txBody>
      </p:sp>
    </p:spTree>
    <p:extLst>
      <p:ext uri="{BB962C8B-B14F-4D97-AF65-F5344CB8AC3E}">
        <p14:creationId xmlns:p14="http://schemas.microsoft.com/office/powerpoint/2010/main" val="3839894152"/>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50015E-337C-BC82-DE16-7650BC85A732}"/>
            </a:ext>
          </a:extLst>
        </p:cNvPr>
        <p:cNvGrpSpPr/>
        <p:nvPr/>
      </p:nvGrpSpPr>
      <p:grpSpPr>
        <a:xfrm>
          <a:off x="0" y="0"/>
          <a:ext cx="0" cy="0"/>
          <a:chOff x="0" y="0"/>
          <a:chExt cx="0" cy="0"/>
        </a:xfrm>
      </p:grpSpPr>
      <p:sp>
        <p:nvSpPr>
          <p:cNvPr id="5" name="テキスト ボックス 4">
            <a:extLst>
              <a:ext uri="{FF2B5EF4-FFF2-40B4-BE49-F238E27FC236}">
                <a16:creationId xmlns:a16="http://schemas.microsoft.com/office/drawing/2014/main" id="{E0361C67-A9D4-8499-2B34-C07FCD39312F}"/>
              </a:ext>
            </a:extLst>
          </p:cNvPr>
          <p:cNvSpPr txBox="1"/>
          <p:nvPr/>
        </p:nvSpPr>
        <p:spPr>
          <a:xfrm>
            <a:off x="3048383" y="2967335"/>
            <a:ext cx="6095234" cy="923330"/>
          </a:xfrm>
          <a:prstGeom prst="rect">
            <a:avLst/>
          </a:prstGeom>
          <a:noFill/>
        </p:spPr>
        <p:txBody>
          <a:bodyPr wrap="square">
            <a:spAutoFit/>
          </a:bodyPr>
          <a:lstStyle/>
          <a:p>
            <a:pPr algn="ctr"/>
            <a:r>
              <a:rPr lang="ja-JP" altLang="en-US" sz="5400">
                <a:solidFill>
                  <a:schemeClr val="bg1">
                    <a:lumMod val="85000"/>
                  </a:schemeClr>
                </a:solidFill>
                <a:latin typeface="瀞ノグリッチ黒体 H1" pitchFamily="50" charset="-128"/>
                <a:ea typeface="瀞ノグリッチ黒体 H1" pitchFamily="50" charset="-128"/>
              </a:rPr>
              <a:t>武器製造</a:t>
            </a:r>
            <a:endParaRPr kumimoji="1" lang="ja-JP" altLang="en-US" sz="5400" dirty="0">
              <a:solidFill>
                <a:schemeClr val="bg1">
                  <a:lumMod val="85000"/>
                </a:schemeClr>
              </a:solidFill>
              <a:latin typeface="瀞ノグリッチ黒体 H1" pitchFamily="50" charset="-128"/>
              <a:ea typeface="瀞ノグリッチ黒体 H1" pitchFamily="50" charset="-128"/>
            </a:endParaRPr>
          </a:p>
        </p:txBody>
      </p:sp>
    </p:spTree>
    <p:extLst>
      <p:ext uri="{BB962C8B-B14F-4D97-AF65-F5344CB8AC3E}">
        <p14:creationId xmlns:p14="http://schemas.microsoft.com/office/powerpoint/2010/main" val="858937517"/>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bg>
      <p:bgPr>
        <a:gradFill flip="none" rotWithShape="1">
          <a:gsLst>
            <a:gs pos="15000">
              <a:srgbClr val="660066"/>
            </a:gs>
            <a:gs pos="45000">
              <a:schemeClr val="tx1">
                <a:lumMod val="85000"/>
                <a:lumOff val="15000"/>
              </a:schemeClr>
            </a:gs>
            <a:gs pos="80000">
              <a:schemeClr val="tx1">
                <a:lumMod val="85000"/>
                <a:lumOff val="15000"/>
              </a:schemeClr>
            </a:gs>
          </a:gsLst>
          <a:lin ang="2700000" scaled="1"/>
          <a:tileRect/>
        </a:gradFill>
        <a:effectLst/>
      </p:bgPr>
    </p:bg>
    <p:spTree>
      <p:nvGrpSpPr>
        <p:cNvPr id="1" name="">
          <a:extLst>
            <a:ext uri="{FF2B5EF4-FFF2-40B4-BE49-F238E27FC236}">
              <a16:creationId xmlns:a16="http://schemas.microsoft.com/office/drawing/2014/main" id="{9A5C2F71-2F05-D9E1-6A76-356960E116F8}"/>
            </a:ext>
          </a:extLst>
        </p:cNvPr>
        <p:cNvGrpSpPr/>
        <p:nvPr/>
      </p:nvGrpSpPr>
      <p:grpSpPr>
        <a:xfrm>
          <a:off x="0" y="0"/>
          <a:ext cx="0" cy="0"/>
          <a:chOff x="0" y="0"/>
          <a:chExt cx="0" cy="0"/>
        </a:xfrm>
      </p:grpSpPr>
      <p:sp>
        <p:nvSpPr>
          <p:cNvPr id="85" name="四角形: 角を丸くする 84">
            <a:extLst>
              <a:ext uri="{FF2B5EF4-FFF2-40B4-BE49-F238E27FC236}">
                <a16:creationId xmlns:a16="http://schemas.microsoft.com/office/drawing/2014/main" id="{753F0764-E22B-944F-06A1-FF3619A4A9C4}"/>
              </a:ext>
            </a:extLst>
          </p:cNvPr>
          <p:cNvSpPr/>
          <p:nvPr/>
        </p:nvSpPr>
        <p:spPr>
          <a:xfrm>
            <a:off x="815194" y="1613876"/>
            <a:ext cx="3510239" cy="3359340"/>
          </a:xfrm>
          <a:prstGeom prst="roundRect">
            <a:avLst>
              <a:gd name="adj" fmla="val 9570"/>
            </a:avLst>
          </a:prstGeom>
          <a:solidFill>
            <a:schemeClr val="accent1">
              <a:lumMod val="60000"/>
              <a:lumOff val="40000"/>
            </a:schemeClr>
          </a:solidFill>
          <a:ln w="38100">
            <a:solidFill>
              <a:srgbClr val="FF66FF"/>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b="1" dirty="0">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endParaRPr>
          </a:p>
        </p:txBody>
      </p:sp>
      <p:grpSp>
        <p:nvGrpSpPr>
          <p:cNvPr id="91" name="グループ化 90">
            <a:extLst>
              <a:ext uri="{FF2B5EF4-FFF2-40B4-BE49-F238E27FC236}">
                <a16:creationId xmlns:a16="http://schemas.microsoft.com/office/drawing/2014/main" id="{C88C7978-F503-EB32-0E2D-AAC9650F0E5D}"/>
              </a:ext>
            </a:extLst>
          </p:cNvPr>
          <p:cNvGrpSpPr/>
          <p:nvPr/>
        </p:nvGrpSpPr>
        <p:grpSpPr>
          <a:xfrm>
            <a:off x="1215479" y="1772406"/>
            <a:ext cx="2709668" cy="667167"/>
            <a:chOff x="2285079" y="1777545"/>
            <a:chExt cx="2709668" cy="667167"/>
          </a:xfrm>
        </p:grpSpPr>
        <p:sp>
          <p:nvSpPr>
            <p:cNvPr id="82" name="楕円 81">
              <a:extLst>
                <a:ext uri="{FF2B5EF4-FFF2-40B4-BE49-F238E27FC236}">
                  <a16:creationId xmlns:a16="http://schemas.microsoft.com/office/drawing/2014/main" id="{23F51F91-288C-5D99-9255-DD9B02D841DE}"/>
                </a:ext>
              </a:extLst>
            </p:cNvPr>
            <p:cNvSpPr/>
            <p:nvPr/>
          </p:nvSpPr>
          <p:spPr>
            <a:xfrm>
              <a:off x="2285079" y="1777545"/>
              <a:ext cx="667167" cy="667167"/>
            </a:xfrm>
            <a:prstGeom prst="ellips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200">
                  <a:solidFill>
                    <a:schemeClr val="bg1">
                      <a:lumMod val="95000"/>
                    </a:schemeClr>
                  </a:solidFill>
                  <a:latin typeface="原稿用標準書体" panose="03000503000000000000" pitchFamily="66" charset="-128"/>
                  <a:ea typeface="原稿用標準書体" panose="03000503000000000000" pitchFamily="66" charset="-128"/>
                </a:rPr>
                <a:t>キャラ</a:t>
              </a:r>
              <a:endParaRPr kumimoji="1" lang="ja-JP" altLang="en-US" sz="12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90" name="テキスト ボックス 89">
              <a:extLst>
                <a:ext uri="{FF2B5EF4-FFF2-40B4-BE49-F238E27FC236}">
                  <a16:creationId xmlns:a16="http://schemas.microsoft.com/office/drawing/2014/main" id="{90F652E4-2FCE-DDD5-0177-FB13B5CCD91F}"/>
                </a:ext>
              </a:extLst>
            </p:cNvPr>
            <p:cNvSpPr txBox="1"/>
            <p:nvPr/>
          </p:nvSpPr>
          <p:spPr>
            <a:xfrm>
              <a:off x="2963422" y="1880296"/>
              <a:ext cx="2031325" cy="461665"/>
            </a:xfrm>
            <a:prstGeom prst="rect">
              <a:avLst/>
            </a:prstGeom>
            <a:noFill/>
          </p:spPr>
          <p:txBody>
            <a:bodyPr wrap="none" rtlCol="0">
              <a:spAutoFit/>
            </a:bodyPr>
            <a:lstStyle/>
            <a:p>
              <a:pPr algn="ctr"/>
              <a:r>
                <a:rPr lang="ja-JP" altLang="en-US"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専用武器製造</a:t>
              </a:r>
              <a:endParaRPr kumimoji="1" lang="ja-JP" altLang="en-US" sz="2400"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92" name="四角形: 角を丸くする 91">
            <a:extLst>
              <a:ext uri="{FF2B5EF4-FFF2-40B4-BE49-F238E27FC236}">
                <a16:creationId xmlns:a16="http://schemas.microsoft.com/office/drawing/2014/main" id="{41F00ECD-8306-2175-924A-76F76A3018A1}"/>
              </a:ext>
            </a:extLst>
          </p:cNvPr>
          <p:cNvSpPr/>
          <p:nvPr/>
        </p:nvSpPr>
        <p:spPr>
          <a:xfrm>
            <a:off x="4645621" y="1613876"/>
            <a:ext cx="3510239" cy="3359340"/>
          </a:xfrm>
          <a:prstGeom prst="roundRect">
            <a:avLst>
              <a:gd name="adj" fmla="val 9570"/>
            </a:avLst>
          </a:prstGeom>
          <a:solidFill>
            <a:schemeClr val="accent2">
              <a:lumMod val="60000"/>
              <a:lumOff val="40000"/>
            </a:schemeClr>
          </a:solidFill>
          <a:ln w="38100">
            <a:no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b="1" dirty="0">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endParaRPr>
          </a:p>
        </p:txBody>
      </p:sp>
      <p:grpSp>
        <p:nvGrpSpPr>
          <p:cNvPr id="93" name="グループ化 92">
            <a:extLst>
              <a:ext uri="{FF2B5EF4-FFF2-40B4-BE49-F238E27FC236}">
                <a16:creationId xmlns:a16="http://schemas.microsoft.com/office/drawing/2014/main" id="{6AE07329-52D3-DC3F-48BB-C972E6EB8483}"/>
              </a:ext>
            </a:extLst>
          </p:cNvPr>
          <p:cNvGrpSpPr/>
          <p:nvPr/>
        </p:nvGrpSpPr>
        <p:grpSpPr>
          <a:xfrm>
            <a:off x="5045906" y="1772406"/>
            <a:ext cx="2709668" cy="667167"/>
            <a:chOff x="2285079" y="1777545"/>
            <a:chExt cx="2709668" cy="667167"/>
          </a:xfrm>
        </p:grpSpPr>
        <p:sp>
          <p:nvSpPr>
            <p:cNvPr id="94" name="楕円 93">
              <a:extLst>
                <a:ext uri="{FF2B5EF4-FFF2-40B4-BE49-F238E27FC236}">
                  <a16:creationId xmlns:a16="http://schemas.microsoft.com/office/drawing/2014/main" id="{7984E1F4-5808-371B-3164-FE29F80D0DC6}"/>
                </a:ext>
              </a:extLst>
            </p:cNvPr>
            <p:cNvSpPr/>
            <p:nvPr/>
          </p:nvSpPr>
          <p:spPr>
            <a:xfrm>
              <a:off x="2285079" y="1777545"/>
              <a:ext cx="667167" cy="667167"/>
            </a:xfrm>
            <a:prstGeom prst="ellips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200">
                  <a:solidFill>
                    <a:schemeClr val="bg1">
                      <a:lumMod val="95000"/>
                    </a:schemeClr>
                  </a:solidFill>
                  <a:latin typeface="原稿用標準書体" panose="03000503000000000000" pitchFamily="66" charset="-128"/>
                  <a:ea typeface="原稿用標準書体" panose="03000503000000000000" pitchFamily="66" charset="-128"/>
                </a:rPr>
                <a:t>キャラ</a:t>
              </a:r>
              <a:endParaRPr kumimoji="1" lang="ja-JP" altLang="en-US" sz="12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95" name="テキスト ボックス 94">
              <a:extLst>
                <a:ext uri="{FF2B5EF4-FFF2-40B4-BE49-F238E27FC236}">
                  <a16:creationId xmlns:a16="http://schemas.microsoft.com/office/drawing/2014/main" id="{94C2B69B-2EA1-4366-B736-31EB6CA7110A}"/>
                </a:ext>
              </a:extLst>
            </p:cNvPr>
            <p:cNvSpPr txBox="1"/>
            <p:nvPr/>
          </p:nvSpPr>
          <p:spPr>
            <a:xfrm>
              <a:off x="2963422" y="1880296"/>
              <a:ext cx="2031325" cy="461665"/>
            </a:xfrm>
            <a:prstGeom prst="rect">
              <a:avLst/>
            </a:prstGeom>
            <a:noFill/>
          </p:spPr>
          <p:txBody>
            <a:bodyPr wrap="none" rtlCol="0">
              <a:spAutoFit/>
            </a:bodyPr>
            <a:lstStyle/>
            <a:p>
              <a:pPr algn="ctr"/>
              <a:r>
                <a:rPr lang="ja-JP" altLang="en-US"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専用武器製造</a:t>
              </a:r>
              <a:endParaRPr kumimoji="1" lang="ja-JP" altLang="en-US" sz="2400"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99" name="四角形: 角を丸くする 98">
            <a:extLst>
              <a:ext uri="{FF2B5EF4-FFF2-40B4-BE49-F238E27FC236}">
                <a16:creationId xmlns:a16="http://schemas.microsoft.com/office/drawing/2014/main" id="{1F8BB079-4309-CFFA-DB4C-C73CBD1434D7}"/>
              </a:ext>
            </a:extLst>
          </p:cNvPr>
          <p:cNvSpPr/>
          <p:nvPr/>
        </p:nvSpPr>
        <p:spPr>
          <a:xfrm>
            <a:off x="8406198" y="1613876"/>
            <a:ext cx="3510239" cy="3359340"/>
          </a:xfrm>
          <a:prstGeom prst="roundRect">
            <a:avLst>
              <a:gd name="adj" fmla="val 9570"/>
            </a:avLst>
          </a:prstGeom>
          <a:solidFill>
            <a:schemeClr val="accent3">
              <a:lumMod val="60000"/>
              <a:lumOff val="40000"/>
            </a:schemeClr>
          </a:solidFill>
          <a:ln w="38100">
            <a:no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b="1" dirty="0">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endParaRPr>
          </a:p>
        </p:txBody>
      </p:sp>
      <p:grpSp>
        <p:nvGrpSpPr>
          <p:cNvPr id="100" name="グループ化 99">
            <a:extLst>
              <a:ext uri="{FF2B5EF4-FFF2-40B4-BE49-F238E27FC236}">
                <a16:creationId xmlns:a16="http://schemas.microsoft.com/office/drawing/2014/main" id="{6563457A-30A6-CD2F-C4CE-B1125681548B}"/>
              </a:ext>
            </a:extLst>
          </p:cNvPr>
          <p:cNvGrpSpPr/>
          <p:nvPr/>
        </p:nvGrpSpPr>
        <p:grpSpPr>
          <a:xfrm>
            <a:off x="8806483" y="1772406"/>
            <a:ext cx="2709668" cy="667167"/>
            <a:chOff x="2285079" y="1777545"/>
            <a:chExt cx="2709668" cy="667167"/>
          </a:xfrm>
        </p:grpSpPr>
        <p:sp>
          <p:nvSpPr>
            <p:cNvPr id="101" name="楕円 100">
              <a:extLst>
                <a:ext uri="{FF2B5EF4-FFF2-40B4-BE49-F238E27FC236}">
                  <a16:creationId xmlns:a16="http://schemas.microsoft.com/office/drawing/2014/main" id="{00261FF5-6610-D5A5-77AA-B0C22E535962}"/>
                </a:ext>
              </a:extLst>
            </p:cNvPr>
            <p:cNvSpPr/>
            <p:nvPr/>
          </p:nvSpPr>
          <p:spPr>
            <a:xfrm>
              <a:off x="2285079" y="1777545"/>
              <a:ext cx="667167" cy="667167"/>
            </a:xfrm>
            <a:prstGeom prst="ellips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200">
                  <a:solidFill>
                    <a:schemeClr val="bg1">
                      <a:lumMod val="95000"/>
                    </a:schemeClr>
                  </a:solidFill>
                  <a:latin typeface="原稿用標準書体" panose="03000503000000000000" pitchFamily="66" charset="-128"/>
                  <a:ea typeface="原稿用標準書体" panose="03000503000000000000" pitchFamily="66" charset="-128"/>
                </a:rPr>
                <a:t>キャラ</a:t>
              </a:r>
              <a:endParaRPr kumimoji="1" lang="ja-JP" altLang="en-US" sz="12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02" name="テキスト ボックス 101">
              <a:extLst>
                <a:ext uri="{FF2B5EF4-FFF2-40B4-BE49-F238E27FC236}">
                  <a16:creationId xmlns:a16="http://schemas.microsoft.com/office/drawing/2014/main" id="{39F5D0E0-2438-DC2A-8330-BEDA86666442}"/>
                </a:ext>
              </a:extLst>
            </p:cNvPr>
            <p:cNvSpPr txBox="1"/>
            <p:nvPr/>
          </p:nvSpPr>
          <p:spPr>
            <a:xfrm>
              <a:off x="2963422" y="1880296"/>
              <a:ext cx="2031325" cy="461665"/>
            </a:xfrm>
            <a:prstGeom prst="rect">
              <a:avLst/>
            </a:prstGeom>
            <a:noFill/>
          </p:spPr>
          <p:txBody>
            <a:bodyPr wrap="none" rtlCol="0">
              <a:spAutoFit/>
            </a:bodyPr>
            <a:lstStyle/>
            <a:p>
              <a:pPr algn="ctr"/>
              <a:r>
                <a:rPr lang="ja-JP" altLang="en-US"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専用武器製造</a:t>
              </a:r>
              <a:endParaRPr kumimoji="1" lang="ja-JP" altLang="en-US" sz="2400"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2" name="グループ化 1">
            <a:extLst>
              <a:ext uri="{FF2B5EF4-FFF2-40B4-BE49-F238E27FC236}">
                <a16:creationId xmlns:a16="http://schemas.microsoft.com/office/drawing/2014/main" id="{956D12D0-CD6A-7F0E-183D-3B26AF9905EC}"/>
              </a:ext>
            </a:extLst>
          </p:cNvPr>
          <p:cNvGrpSpPr/>
          <p:nvPr/>
        </p:nvGrpSpPr>
        <p:grpSpPr>
          <a:xfrm>
            <a:off x="617274" y="432515"/>
            <a:ext cx="2130007" cy="638703"/>
            <a:chOff x="1157024" y="508715"/>
            <a:chExt cx="2130007" cy="638703"/>
          </a:xfrm>
        </p:grpSpPr>
        <p:sp>
          <p:nvSpPr>
            <p:cNvPr id="13" name="六角形 12">
              <a:extLst>
                <a:ext uri="{FF2B5EF4-FFF2-40B4-BE49-F238E27FC236}">
                  <a16:creationId xmlns:a16="http://schemas.microsoft.com/office/drawing/2014/main" id="{48362345-4115-9EDF-8DC0-6B96E1AFA26D}"/>
                </a:ext>
              </a:extLst>
            </p:cNvPr>
            <p:cNvSpPr/>
            <p:nvPr/>
          </p:nvSpPr>
          <p:spPr>
            <a:xfrm>
              <a:off x="1157024" y="508715"/>
              <a:ext cx="2130007" cy="638703"/>
            </a:xfrm>
            <a:prstGeom prst="hexagon">
              <a:avLst/>
            </a:prstGeom>
            <a:solidFill>
              <a:schemeClr val="bg1">
                <a:lumMod val="95000"/>
                <a:alpha val="70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14" name="テキスト ボックス 13">
              <a:extLst>
                <a:ext uri="{FF2B5EF4-FFF2-40B4-BE49-F238E27FC236}">
                  <a16:creationId xmlns:a16="http://schemas.microsoft.com/office/drawing/2014/main" id="{E5F49E3A-CFCD-F013-2A12-6C9A3715999D}"/>
                </a:ext>
              </a:extLst>
            </p:cNvPr>
            <p:cNvSpPr txBox="1"/>
            <p:nvPr/>
          </p:nvSpPr>
          <p:spPr>
            <a:xfrm>
              <a:off x="1616733" y="641390"/>
              <a:ext cx="1210588" cy="400110"/>
            </a:xfrm>
            <a:prstGeom prst="rect">
              <a:avLst/>
            </a:prstGeom>
            <a:noFill/>
          </p:spPr>
          <p:txBody>
            <a:bodyPr wrap="none" rtlCol="0">
              <a:spAutoFit/>
            </a:bodyPr>
            <a:lstStyle/>
            <a:p>
              <a:pPr algn="ctr"/>
              <a:r>
                <a:rPr kumimoji="1"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33" name="グループ化 32">
            <a:extLst>
              <a:ext uri="{FF2B5EF4-FFF2-40B4-BE49-F238E27FC236}">
                <a16:creationId xmlns:a16="http://schemas.microsoft.com/office/drawing/2014/main" id="{4A39A82A-5DB2-B82C-26A5-F389C224794B}"/>
              </a:ext>
            </a:extLst>
          </p:cNvPr>
          <p:cNvGrpSpPr/>
          <p:nvPr/>
        </p:nvGrpSpPr>
        <p:grpSpPr>
          <a:xfrm>
            <a:off x="1861962" y="3219340"/>
            <a:ext cx="1416702" cy="1380322"/>
            <a:chOff x="7726816" y="3269363"/>
            <a:chExt cx="1349421" cy="1314768"/>
          </a:xfrm>
        </p:grpSpPr>
        <p:sp>
          <p:nvSpPr>
            <p:cNvPr id="34" name="四角形: 角を丸くする 33">
              <a:extLst>
                <a:ext uri="{FF2B5EF4-FFF2-40B4-BE49-F238E27FC236}">
                  <a16:creationId xmlns:a16="http://schemas.microsoft.com/office/drawing/2014/main" id="{39A5FC73-FA0F-BA4B-4B4E-E29F7803B849}"/>
                </a:ext>
              </a:extLst>
            </p:cNvPr>
            <p:cNvSpPr/>
            <p:nvPr/>
          </p:nvSpPr>
          <p:spPr>
            <a:xfrm>
              <a:off x="7726816" y="3269363"/>
              <a:ext cx="1349421" cy="1314768"/>
            </a:xfrm>
            <a:prstGeom prst="roundRect">
              <a:avLst>
                <a:gd name="adj" fmla="val 6896"/>
              </a:avLst>
            </a:prstGeom>
            <a:noFill/>
            <a:ln w="25400">
              <a:solidFill>
                <a:srgbClr val="FF99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36" name="図 35">
              <a:extLst>
                <a:ext uri="{FF2B5EF4-FFF2-40B4-BE49-F238E27FC236}">
                  <a16:creationId xmlns:a16="http://schemas.microsoft.com/office/drawing/2014/main" id="{B1BFF4A2-4B59-9011-A1A6-6DA0C6F14CB9}"/>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7883385" y="3371861"/>
              <a:ext cx="1059999" cy="1125304"/>
            </a:xfrm>
            <a:prstGeom prst="rect">
              <a:avLst/>
            </a:prstGeom>
          </p:spPr>
        </p:pic>
      </p:grpSp>
      <p:grpSp>
        <p:nvGrpSpPr>
          <p:cNvPr id="37" name="グループ化 36">
            <a:extLst>
              <a:ext uri="{FF2B5EF4-FFF2-40B4-BE49-F238E27FC236}">
                <a16:creationId xmlns:a16="http://schemas.microsoft.com/office/drawing/2014/main" id="{9C05EC9F-61AC-AE58-7C4D-7D86EE93EDE1}"/>
              </a:ext>
            </a:extLst>
          </p:cNvPr>
          <p:cNvGrpSpPr/>
          <p:nvPr/>
        </p:nvGrpSpPr>
        <p:grpSpPr>
          <a:xfrm>
            <a:off x="431675" y="5645607"/>
            <a:ext cx="11328651" cy="925026"/>
            <a:chOff x="431675" y="5645607"/>
            <a:chExt cx="11328651" cy="925026"/>
          </a:xfrm>
        </p:grpSpPr>
        <p:sp>
          <p:nvSpPr>
            <p:cNvPr id="40" name="四角形: 角を丸くする 39">
              <a:extLst>
                <a:ext uri="{FF2B5EF4-FFF2-40B4-BE49-F238E27FC236}">
                  <a16:creationId xmlns:a16="http://schemas.microsoft.com/office/drawing/2014/main" id="{427A7028-7C44-2E4C-03CB-11AF13413BA0}"/>
                </a:ext>
              </a:extLst>
            </p:cNvPr>
            <p:cNvSpPr/>
            <p:nvPr/>
          </p:nvSpPr>
          <p:spPr>
            <a:xfrm>
              <a:off x="431675" y="5656233"/>
              <a:ext cx="11328651" cy="914400"/>
            </a:xfrm>
            <a:prstGeom prst="roundRect">
              <a:avLst>
                <a:gd name="adj" fmla="val 4803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46" name="四角形: 角を丸くする 45">
              <a:extLst>
                <a:ext uri="{FF2B5EF4-FFF2-40B4-BE49-F238E27FC236}">
                  <a16:creationId xmlns:a16="http://schemas.microsoft.com/office/drawing/2014/main" id="{C3694302-7538-8448-BC6B-7D3719165D39}"/>
                </a:ext>
              </a:extLst>
            </p:cNvPr>
            <p:cNvSpPr/>
            <p:nvPr/>
          </p:nvSpPr>
          <p:spPr>
            <a:xfrm>
              <a:off x="9732542" y="5645607"/>
              <a:ext cx="1338828" cy="914400"/>
            </a:xfrm>
            <a:prstGeom prst="roundRect">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48" name="テキスト ボックス 47">
              <a:extLst>
                <a:ext uri="{FF2B5EF4-FFF2-40B4-BE49-F238E27FC236}">
                  <a16:creationId xmlns:a16="http://schemas.microsoft.com/office/drawing/2014/main" id="{8780BB1E-471F-5141-E924-B671A97572B2}"/>
                </a:ext>
              </a:extLst>
            </p:cNvPr>
            <p:cNvSpPr txBox="1"/>
            <p:nvPr/>
          </p:nvSpPr>
          <p:spPr>
            <a:xfrm>
              <a:off x="1165119"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0" name="テキスト ボックス 49">
              <a:extLst>
                <a:ext uri="{FF2B5EF4-FFF2-40B4-BE49-F238E27FC236}">
                  <a16:creationId xmlns:a16="http://schemas.microsoft.com/office/drawing/2014/main" id="{519E9581-F4C7-D9D0-759A-B70B50527C46}"/>
                </a:ext>
              </a:extLst>
            </p:cNvPr>
            <p:cNvSpPr txBox="1"/>
            <p:nvPr/>
          </p:nvSpPr>
          <p:spPr>
            <a:xfrm flipH="1">
              <a:off x="529243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1" name="テキスト ボックス 50">
              <a:extLst>
                <a:ext uri="{FF2B5EF4-FFF2-40B4-BE49-F238E27FC236}">
                  <a16:creationId xmlns:a16="http://schemas.microsoft.com/office/drawing/2014/main" id="{0DF1DFF4-3214-791E-D373-9FAC182B0F48}"/>
                </a:ext>
              </a:extLst>
            </p:cNvPr>
            <p:cNvSpPr txBox="1"/>
            <p:nvPr/>
          </p:nvSpPr>
          <p:spPr>
            <a:xfrm>
              <a:off x="284405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2" name="テキスト ボックス 51">
              <a:extLst>
                <a:ext uri="{FF2B5EF4-FFF2-40B4-BE49-F238E27FC236}">
                  <a16:creationId xmlns:a16="http://schemas.microsoft.com/office/drawing/2014/main" id="{A3E224A1-F180-BA93-9941-9195848D5000}"/>
                </a:ext>
              </a:extLst>
            </p:cNvPr>
            <p:cNvSpPr txBox="1"/>
            <p:nvPr/>
          </p:nvSpPr>
          <p:spPr>
            <a:xfrm>
              <a:off x="8393833"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2" name="テキスト ボックス 61">
              <a:extLst>
                <a:ext uri="{FF2B5EF4-FFF2-40B4-BE49-F238E27FC236}">
                  <a16:creationId xmlns:a16="http://schemas.microsoft.com/office/drawing/2014/main" id="{9CFB0AF4-3DF6-9017-BE1B-E10D7D4CD61D}"/>
                </a:ext>
              </a:extLst>
            </p:cNvPr>
            <p:cNvSpPr txBox="1"/>
            <p:nvPr/>
          </p:nvSpPr>
          <p:spPr>
            <a:xfrm>
              <a:off x="6714895"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4" name="テキスト ボックス 63">
              <a:extLst>
                <a:ext uri="{FF2B5EF4-FFF2-40B4-BE49-F238E27FC236}">
                  <a16:creationId xmlns:a16="http://schemas.microsoft.com/office/drawing/2014/main" id="{B7CD83F9-BE80-5CA1-D749-9765680D4036}"/>
                </a:ext>
              </a:extLst>
            </p:cNvPr>
            <p:cNvSpPr txBox="1"/>
            <p:nvPr/>
          </p:nvSpPr>
          <p:spPr>
            <a:xfrm flipH="1">
              <a:off x="9816293" y="5913378"/>
              <a:ext cx="1210588"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3" name="グループ化 2">
            <a:extLst>
              <a:ext uri="{FF2B5EF4-FFF2-40B4-BE49-F238E27FC236}">
                <a16:creationId xmlns:a16="http://schemas.microsoft.com/office/drawing/2014/main" id="{8775B729-3133-11BB-0E35-3190AAECFC44}"/>
              </a:ext>
            </a:extLst>
          </p:cNvPr>
          <p:cNvGrpSpPr/>
          <p:nvPr/>
        </p:nvGrpSpPr>
        <p:grpSpPr>
          <a:xfrm rot="16200000">
            <a:off x="5977819" y="2983682"/>
            <a:ext cx="236362" cy="4662528"/>
            <a:chOff x="11044871" y="4022147"/>
            <a:chExt cx="236362" cy="2031812"/>
          </a:xfrm>
        </p:grpSpPr>
        <p:sp>
          <p:nvSpPr>
            <p:cNvPr id="4" name="四角形: 角を丸くする 3">
              <a:extLst>
                <a:ext uri="{FF2B5EF4-FFF2-40B4-BE49-F238E27FC236}">
                  <a16:creationId xmlns:a16="http://schemas.microsoft.com/office/drawing/2014/main" id="{5DC8AAAB-F510-A628-E0AA-F755512D0858}"/>
                </a:ext>
              </a:extLst>
            </p:cNvPr>
            <p:cNvSpPr/>
            <p:nvPr/>
          </p:nvSpPr>
          <p:spPr>
            <a:xfrm>
              <a:off x="11044871" y="4022147"/>
              <a:ext cx="236362" cy="2031812"/>
            </a:xfrm>
            <a:prstGeom prst="roundRect">
              <a:avLst/>
            </a:prstGeom>
            <a:no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 name="四角形: 角を丸くする 4">
              <a:extLst>
                <a:ext uri="{FF2B5EF4-FFF2-40B4-BE49-F238E27FC236}">
                  <a16:creationId xmlns:a16="http://schemas.microsoft.com/office/drawing/2014/main" id="{420F7CDA-457E-8110-B408-D9AA040C4E49}"/>
                </a:ext>
              </a:extLst>
            </p:cNvPr>
            <p:cNvSpPr/>
            <p:nvPr/>
          </p:nvSpPr>
          <p:spPr>
            <a:xfrm>
              <a:off x="11066205" y="4094529"/>
              <a:ext cx="193695" cy="571313"/>
            </a:xfrm>
            <a:prstGeom prst="roundRect">
              <a:avLst/>
            </a:prstGeom>
            <a:solidFill>
              <a:srgbClr val="FF99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6" name="グループ化 5">
            <a:extLst>
              <a:ext uri="{FF2B5EF4-FFF2-40B4-BE49-F238E27FC236}">
                <a16:creationId xmlns:a16="http://schemas.microsoft.com/office/drawing/2014/main" id="{A8CCF3E6-6A89-A150-94FC-4B0434D857B0}"/>
              </a:ext>
            </a:extLst>
          </p:cNvPr>
          <p:cNvGrpSpPr/>
          <p:nvPr/>
        </p:nvGrpSpPr>
        <p:grpSpPr>
          <a:xfrm>
            <a:off x="5692389" y="3219340"/>
            <a:ext cx="1416702" cy="1380322"/>
            <a:chOff x="7726816" y="3269363"/>
            <a:chExt cx="1349421" cy="1314768"/>
          </a:xfrm>
        </p:grpSpPr>
        <p:sp>
          <p:nvSpPr>
            <p:cNvPr id="7" name="四角形: 角を丸くする 6">
              <a:extLst>
                <a:ext uri="{FF2B5EF4-FFF2-40B4-BE49-F238E27FC236}">
                  <a16:creationId xmlns:a16="http://schemas.microsoft.com/office/drawing/2014/main" id="{51B46EA8-80C7-4214-020A-7939B0A6505E}"/>
                </a:ext>
              </a:extLst>
            </p:cNvPr>
            <p:cNvSpPr/>
            <p:nvPr/>
          </p:nvSpPr>
          <p:spPr>
            <a:xfrm>
              <a:off x="7726816" y="3269363"/>
              <a:ext cx="1349421" cy="1314768"/>
            </a:xfrm>
            <a:prstGeom prst="roundRect">
              <a:avLst>
                <a:gd name="adj" fmla="val 6896"/>
              </a:avLst>
            </a:prstGeom>
            <a:noFill/>
            <a:ln w="25400">
              <a:solidFill>
                <a:schemeClr val="tx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8" name="図 7">
              <a:extLst>
                <a:ext uri="{FF2B5EF4-FFF2-40B4-BE49-F238E27FC236}">
                  <a16:creationId xmlns:a16="http://schemas.microsoft.com/office/drawing/2014/main" id="{090E18E6-09FC-9DDD-6A46-1AF1A2EDBC26}"/>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7883385" y="3371861"/>
              <a:ext cx="1059999" cy="1125304"/>
            </a:xfrm>
            <a:prstGeom prst="rect">
              <a:avLst/>
            </a:prstGeom>
          </p:spPr>
        </p:pic>
      </p:grpSp>
      <p:grpSp>
        <p:nvGrpSpPr>
          <p:cNvPr id="9" name="グループ化 8">
            <a:extLst>
              <a:ext uri="{FF2B5EF4-FFF2-40B4-BE49-F238E27FC236}">
                <a16:creationId xmlns:a16="http://schemas.microsoft.com/office/drawing/2014/main" id="{C7EA11E4-4356-4CBE-B626-6CE766C3DC34}"/>
              </a:ext>
            </a:extLst>
          </p:cNvPr>
          <p:cNvGrpSpPr/>
          <p:nvPr/>
        </p:nvGrpSpPr>
        <p:grpSpPr>
          <a:xfrm>
            <a:off x="9452966" y="3219340"/>
            <a:ext cx="1416702" cy="1380322"/>
            <a:chOff x="7726816" y="3269363"/>
            <a:chExt cx="1349421" cy="1314768"/>
          </a:xfrm>
        </p:grpSpPr>
        <p:sp>
          <p:nvSpPr>
            <p:cNvPr id="10" name="四角形: 角を丸くする 9">
              <a:extLst>
                <a:ext uri="{FF2B5EF4-FFF2-40B4-BE49-F238E27FC236}">
                  <a16:creationId xmlns:a16="http://schemas.microsoft.com/office/drawing/2014/main" id="{25C5F7CC-E292-6F80-1F1C-268BF38CD540}"/>
                </a:ext>
              </a:extLst>
            </p:cNvPr>
            <p:cNvSpPr/>
            <p:nvPr/>
          </p:nvSpPr>
          <p:spPr>
            <a:xfrm>
              <a:off x="7726816" y="3269363"/>
              <a:ext cx="1349421" cy="1314768"/>
            </a:xfrm>
            <a:prstGeom prst="roundRect">
              <a:avLst>
                <a:gd name="adj" fmla="val 6896"/>
              </a:avLst>
            </a:prstGeom>
            <a:noFill/>
            <a:ln w="25400">
              <a:solidFill>
                <a:schemeClr val="tx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11" name="図 10">
              <a:extLst>
                <a:ext uri="{FF2B5EF4-FFF2-40B4-BE49-F238E27FC236}">
                  <a16:creationId xmlns:a16="http://schemas.microsoft.com/office/drawing/2014/main" id="{F738D44F-7569-A214-1E7B-E1D2FD4FAC67}"/>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7883385" y="3371861"/>
              <a:ext cx="1059999" cy="1125304"/>
            </a:xfrm>
            <a:prstGeom prst="rect">
              <a:avLst/>
            </a:prstGeom>
          </p:spPr>
        </p:pic>
      </p:grpSp>
      <p:sp>
        <p:nvSpPr>
          <p:cNvPr id="23" name="二等辺三角形 22">
            <a:extLst>
              <a:ext uri="{FF2B5EF4-FFF2-40B4-BE49-F238E27FC236}">
                <a16:creationId xmlns:a16="http://schemas.microsoft.com/office/drawing/2014/main" id="{55B1F014-9289-981C-C9B0-06308EAF5E21}"/>
              </a:ext>
            </a:extLst>
          </p:cNvPr>
          <p:cNvSpPr/>
          <p:nvPr/>
        </p:nvSpPr>
        <p:spPr>
          <a:xfrm rot="10800000">
            <a:off x="1947971" y="2660494"/>
            <a:ext cx="1269582" cy="649893"/>
          </a:xfrm>
          <a:prstGeom prst="triangle">
            <a:avLst/>
          </a:prstGeom>
          <a:solidFill>
            <a:srgbClr val="FF99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1407416460"/>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bg>
      <p:bgPr>
        <a:gradFill flip="none" rotWithShape="1">
          <a:gsLst>
            <a:gs pos="15000">
              <a:srgbClr val="660066"/>
            </a:gs>
            <a:gs pos="45000">
              <a:schemeClr val="tx1">
                <a:lumMod val="85000"/>
                <a:lumOff val="15000"/>
              </a:schemeClr>
            </a:gs>
            <a:gs pos="80000">
              <a:schemeClr val="tx1">
                <a:lumMod val="85000"/>
                <a:lumOff val="15000"/>
              </a:schemeClr>
            </a:gs>
          </a:gsLst>
          <a:lin ang="2700000" scaled="1"/>
          <a:tileRect/>
        </a:gradFill>
        <a:effectLst/>
      </p:bgPr>
    </p:bg>
    <p:spTree>
      <p:nvGrpSpPr>
        <p:cNvPr id="1" name="">
          <a:extLst>
            <a:ext uri="{FF2B5EF4-FFF2-40B4-BE49-F238E27FC236}">
              <a16:creationId xmlns:a16="http://schemas.microsoft.com/office/drawing/2014/main" id="{1C5EE16B-10E0-1643-8602-83993ACB3047}"/>
            </a:ext>
          </a:extLst>
        </p:cNvPr>
        <p:cNvGrpSpPr/>
        <p:nvPr/>
      </p:nvGrpSpPr>
      <p:grpSpPr>
        <a:xfrm>
          <a:off x="0" y="0"/>
          <a:ext cx="0" cy="0"/>
          <a:chOff x="0" y="0"/>
          <a:chExt cx="0" cy="0"/>
        </a:xfrm>
      </p:grpSpPr>
      <p:grpSp>
        <p:nvGrpSpPr>
          <p:cNvPr id="20" name="グループ化 19">
            <a:extLst>
              <a:ext uri="{FF2B5EF4-FFF2-40B4-BE49-F238E27FC236}">
                <a16:creationId xmlns:a16="http://schemas.microsoft.com/office/drawing/2014/main" id="{F648219E-3321-689D-8431-256F3E026008}"/>
              </a:ext>
            </a:extLst>
          </p:cNvPr>
          <p:cNvGrpSpPr/>
          <p:nvPr/>
        </p:nvGrpSpPr>
        <p:grpSpPr>
          <a:xfrm>
            <a:off x="1027878" y="1733257"/>
            <a:ext cx="10136243" cy="4370273"/>
            <a:chOff x="1027878" y="1733257"/>
            <a:chExt cx="10136243" cy="4101557"/>
          </a:xfrm>
        </p:grpSpPr>
        <p:sp>
          <p:nvSpPr>
            <p:cNvPr id="19" name="四角形: 上の 2 つの角を丸める 18">
              <a:extLst>
                <a:ext uri="{FF2B5EF4-FFF2-40B4-BE49-F238E27FC236}">
                  <a16:creationId xmlns:a16="http://schemas.microsoft.com/office/drawing/2014/main" id="{BCC487EE-0C48-30BD-DB67-7D185AC71082}"/>
                </a:ext>
              </a:extLst>
            </p:cNvPr>
            <p:cNvSpPr/>
            <p:nvPr/>
          </p:nvSpPr>
          <p:spPr>
            <a:xfrm rot="5400000" flipH="1" flipV="1">
              <a:off x="1511159" y="1249976"/>
              <a:ext cx="4101557" cy="5068120"/>
            </a:xfrm>
            <a:prstGeom prst="round2SameRect">
              <a:avLst/>
            </a:prstGeom>
            <a:solidFill>
              <a:schemeClr val="bg1">
                <a:lumMod val="95000"/>
                <a:alpha val="69804"/>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9" name="四角形: 上の 2 つの角を丸める 68">
              <a:extLst>
                <a:ext uri="{FF2B5EF4-FFF2-40B4-BE49-F238E27FC236}">
                  <a16:creationId xmlns:a16="http://schemas.microsoft.com/office/drawing/2014/main" id="{FFF372FF-3FBC-009B-872B-578351D22769}"/>
                </a:ext>
              </a:extLst>
            </p:cNvPr>
            <p:cNvSpPr/>
            <p:nvPr/>
          </p:nvSpPr>
          <p:spPr>
            <a:xfrm rot="16200000" flipV="1">
              <a:off x="6579282" y="1249976"/>
              <a:ext cx="4101557" cy="5068120"/>
            </a:xfrm>
            <a:prstGeom prst="round2SameRect">
              <a:avLst/>
            </a:prstGeom>
            <a:solidFill>
              <a:srgbClr val="FF66FF">
                <a:alpha val="6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3" name="グループ化 2">
            <a:extLst>
              <a:ext uri="{FF2B5EF4-FFF2-40B4-BE49-F238E27FC236}">
                <a16:creationId xmlns:a16="http://schemas.microsoft.com/office/drawing/2014/main" id="{CFE26F3A-FC27-85EB-8306-1500D58DFF0D}"/>
              </a:ext>
            </a:extLst>
          </p:cNvPr>
          <p:cNvGrpSpPr/>
          <p:nvPr/>
        </p:nvGrpSpPr>
        <p:grpSpPr>
          <a:xfrm>
            <a:off x="1583831" y="3416670"/>
            <a:ext cx="1133594" cy="1104484"/>
            <a:chOff x="7726816" y="3269363"/>
            <a:chExt cx="1349421" cy="1314768"/>
          </a:xfrm>
        </p:grpSpPr>
        <p:sp>
          <p:nvSpPr>
            <p:cNvPr id="4" name="四角形: 角を丸くする 3">
              <a:extLst>
                <a:ext uri="{FF2B5EF4-FFF2-40B4-BE49-F238E27FC236}">
                  <a16:creationId xmlns:a16="http://schemas.microsoft.com/office/drawing/2014/main" id="{455EF278-5A84-63AA-DB88-379C1AAF2745}"/>
                </a:ext>
              </a:extLst>
            </p:cNvPr>
            <p:cNvSpPr/>
            <p:nvPr/>
          </p:nvSpPr>
          <p:spPr>
            <a:xfrm>
              <a:off x="7726816" y="3269363"/>
              <a:ext cx="1349421" cy="1314768"/>
            </a:xfrm>
            <a:prstGeom prst="roundRect">
              <a:avLst>
                <a:gd name="adj" fmla="val 6896"/>
              </a:avLst>
            </a:prstGeom>
            <a:noFill/>
            <a:ln w="25400">
              <a:solidFill>
                <a:srgbClr val="FF00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5" name="図 4">
              <a:extLst>
                <a:ext uri="{FF2B5EF4-FFF2-40B4-BE49-F238E27FC236}">
                  <a16:creationId xmlns:a16="http://schemas.microsoft.com/office/drawing/2014/main" id="{3C6B885E-D139-A970-FCCB-1725045EEF04}"/>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7883385" y="3371861"/>
              <a:ext cx="1059999" cy="1125304"/>
            </a:xfrm>
            <a:prstGeom prst="rect">
              <a:avLst/>
            </a:prstGeom>
          </p:spPr>
        </p:pic>
      </p:grpSp>
      <p:grpSp>
        <p:nvGrpSpPr>
          <p:cNvPr id="6" name="グループ化 5">
            <a:extLst>
              <a:ext uri="{FF2B5EF4-FFF2-40B4-BE49-F238E27FC236}">
                <a16:creationId xmlns:a16="http://schemas.microsoft.com/office/drawing/2014/main" id="{834EB1E3-1F8B-4801-DCD1-93C07C33F6B6}"/>
              </a:ext>
            </a:extLst>
          </p:cNvPr>
          <p:cNvGrpSpPr/>
          <p:nvPr/>
        </p:nvGrpSpPr>
        <p:grpSpPr>
          <a:xfrm>
            <a:off x="2989301" y="3416670"/>
            <a:ext cx="1133594" cy="1104484"/>
            <a:chOff x="7726816" y="3269363"/>
            <a:chExt cx="1349421" cy="1314768"/>
          </a:xfrm>
        </p:grpSpPr>
        <p:sp>
          <p:nvSpPr>
            <p:cNvPr id="7" name="四角形: 角を丸くする 6">
              <a:extLst>
                <a:ext uri="{FF2B5EF4-FFF2-40B4-BE49-F238E27FC236}">
                  <a16:creationId xmlns:a16="http://schemas.microsoft.com/office/drawing/2014/main" id="{9F45EFC3-5E56-5BAC-070C-6B2C425BAE09}"/>
                </a:ext>
              </a:extLst>
            </p:cNvPr>
            <p:cNvSpPr/>
            <p:nvPr/>
          </p:nvSpPr>
          <p:spPr>
            <a:xfrm>
              <a:off x="7726816" y="3269363"/>
              <a:ext cx="1349421" cy="1314768"/>
            </a:xfrm>
            <a:prstGeom prst="roundRect">
              <a:avLst>
                <a:gd name="adj" fmla="val 6896"/>
              </a:avLst>
            </a:prstGeom>
            <a:noFill/>
            <a:ln w="25400">
              <a:solidFill>
                <a:schemeClr val="tx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8" name="図 7">
              <a:extLst>
                <a:ext uri="{FF2B5EF4-FFF2-40B4-BE49-F238E27FC236}">
                  <a16:creationId xmlns:a16="http://schemas.microsoft.com/office/drawing/2014/main" id="{D21B4602-A6F0-5BD3-934E-975D69191538}"/>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7883385" y="3371861"/>
              <a:ext cx="1059999" cy="1125304"/>
            </a:xfrm>
            <a:prstGeom prst="rect">
              <a:avLst/>
            </a:prstGeom>
          </p:spPr>
        </p:pic>
      </p:grpSp>
      <p:grpSp>
        <p:nvGrpSpPr>
          <p:cNvPr id="9" name="グループ化 8">
            <a:extLst>
              <a:ext uri="{FF2B5EF4-FFF2-40B4-BE49-F238E27FC236}">
                <a16:creationId xmlns:a16="http://schemas.microsoft.com/office/drawing/2014/main" id="{9AD89C34-BDDA-7E8F-F555-3A3274AF59AC}"/>
              </a:ext>
            </a:extLst>
          </p:cNvPr>
          <p:cNvGrpSpPr/>
          <p:nvPr/>
        </p:nvGrpSpPr>
        <p:grpSpPr>
          <a:xfrm>
            <a:off x="4394772" y="3416670"/>
            <a:ext cx="1133594" cy="1104484"/>
            <a:chOff x="7726816" y="3269363"/>
            <a:chExt cx="1349421" cy="1314768"/>
          </a:xfrm>
        </p:grpSpPr>
        <p:sp>
          <p:nvSpPr>
            <p:cNvPr id="10" name="四角形: 角を丸くする 9">
              <a:extLst>
                <a:ext uri="{FF2B5EF4-FFF2-40B4-BE49-F238E27FC236}">
                  <a16:creationId xmlns:a16="http://schemas.microsoft.com/office/drawing/2014/main" id="{BC6206D1-90FB-2433-AC31-C2D526DEF8B2}"/>
                </a:ext>
              </a:extLst>
            </p:cNvPr>
            <p:cNvSpPr/>
            <p:nvPr/>
          </p:nvSpPr>
          <p:spPr>
            <a:xfrm>
              <a:off x="7726816" y="3269363"/>
              <a:ext cx="1349421" cy="1314768"/>
            </a:xfrm>
            <a:prstGeom prst="roundRect">
              <a:avLst>
                <a:gd name="adj" fmla="val 6896"/>
              </a:avLst>
            </a:prstGeom>
            <a:noFill/>
            <a:ln w="25400">
              <a:solidFill>
                <a:schemeClr val="tx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11" name="図 10">
              <a:extLst>
                <a:ext uri="{FF2B5EF4-FFF2-40B4-BE49-F238E27FC236}">
                  <a16:creationId xmlns:a16="http://schemas.microsoft.com/office/drawing/2014/main" id="{79AAA186-DAD4-7B4F-5CFC-87BAA8B7118B}"/>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7883385" y="3371861"/>
              <a:ext cx="1059999" cy="1125304"/>
            </a:xfrm>
            <a:prstGeom prst="rect">
              <a:avLst/>
            </a:prstGeom>
          </p:spPr>
        </p:pic>
      </p:grpSp>
      <p:sp>
        <p:nvSpPr>
          <p:cNvPr id="12" name="二等辺三角形 11">
            <a:extLst>
              <a:ext uri="{FF2B5EF4-FFF2-40B4-BE49-F238E27FC236}">
                <a16:creationId xmlns:a16="http://schemas.microsoft.com/office/drawing/2014/main" id="{E340E6EC-508C-2D43-9935-51F7820AB122}"/>
              </a:ext>
            </a:extLst>
          </p:cNvPr>
          <p:cNvSpPr/>
          <p:nvPr/>
        </p:nvSpPr>
        <p:spPr>
          <a:xfrm>
            <a:off x="1860681" y="4443309"/>
            <a:ext cx="625766" cy="366261"/>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1" name="楕円 20">
            <a:extLst>
              <a:ext uri="{FF2B5EF4-FFF2-40B4-BE49-F238E27FC236}">
                <a16:creationId xmlns:a16="http://schemas.microsoft.com/office/drawing/2014/main" id="{7D77F224-B3E7-EFF1-03C2-ACF15FB8A1A9}"/>
              </a:ext>
            </a:extLst>
          </p:cNvPr>
          <p:cNvSpPr/>
          <p:nvPr/>
        </p:nvSpPr>
        <p:spPr>
          <a:xfrm>
            <a:off x="1430070" y="3047772"/>
            <a:ext cx="454282" cy="454282"/>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22" name="楕円 21">
            <a:extLst>
              <a:ext uri="{FF2B5EF4-FFF2-40B4-BE49-F238E27FC236}">
                <a16:creationId xmlns:a16="http://schemas.microsoft.com/office/drawing/2014/main" id="{EC4DFDC4-98F4-AD1C-C73E-FE7CF680F17D}"/>
              </a:ext>
            </a:extLst>
          </p:cNvPr>
          <p:cNvSpPr/>
          <p:nvPr/>
        </p:nvSpPr>
        <p:spPr>
          <a:xfrm>
            <a:off x="2838816" y="3047772"/>
            <a:ext cx="454282" cy="45428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solidFill>
                  <a:schemeClr val="bg1">
                    <a:lumMod val="95000"/>
                  </a:schemeClr>
                </a:solidFill>
                <a:latin typeface="原稿用標準書体" panose="03000503000000000000" pitchFamily="66" charset="-128"/>
                <a:ea typeface="原稿用標準書体" panose="03000503000000000000" pitchFamily="66" charset="-128"/>
              </a:rPr>
              <a:t>速</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23" name="楕円 22">
            <a:extLst>
              <a:ext uri="{FF2B5EF4-FFF2-40B4-BE49-F238E27FC236}">
                <a16:creationId xmlns:a16="http://schemas.microsoft.com/office/drawing/2014/main" id="{F352E483-55D1-37EE-A105-514677E4204F}"/>
              </a:ext>
            </a:extLst>
          </p:cNvPr>
          <p:cNvSpPr/>
          <p:nvPr/>
        </p:nvSpPr>
        <p:spPr>
          <a:xfrm>
            <a:off x="4247563" y="3047772"/>
            <a:ext cx="454282" cy="454282"/>
          </a:xfrm>
          <a:prstGeom prst="ellipse">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rPr>
              <a:t>技</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54" name="グループ化 53">
            <a:extLst>
              <a:ext uri="{FF2B5EF4-FFF2-40B4-BE49-F238E27FC236}">
                <a16:creationId xmlns:a16="http://schemas.microsoft.com/office/drawing/2014/main" id="{6B984147-A0FA-9A03-96BF-7AE80C67DE2C}"/>
              </a:ext>
            </a:extLst>
          </p:cNvPr>
          <p:cNvGrpSpPr/>
          <p:nvPr/>
        </p:nvGrpSpPr>
        <p:grpSpPr>
          <a:xfrm>
            <a:off x="163586" y="134635"/>
            <a:ext cx="3123445" cy="1396119"/>
            <a:chOff x="163586" y="134635"/>
            <a:chExt cx="3123445" cy="1396119"/>
          </a:xfrm>
        </p:grpSpPr>
        <p:sp>
          <p:nvSpPr>
            <p:cNvPr id="55" name="四角形: 角を丸くする 54">
              <a:extLst>
                <a:ext uri="{FF2B5EF4-FFF2-40B4-BE49-F238E27FC236}">
                  <a16:creationId xmlns:a16="http://schemas.microsoft.com/office/drawing/2014/main" id="{7D885936-6795-E525-23DC-B2FDBFE66CBC}"/>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56" name="テキスト ボックス 55">
              <a:extLst>
                <a:ext uri="{FF2B5EF4-FFF2-40B4-BE49-F238E27FC236}">
                  <a16:creationId xmlns:a16="http://schemas.microsoft.com/office/drawing/2014/main" id="{CC3FF0E4-D146-FBD5-F50B-43F609B39F5C}"/>
                </a:ext>
              </a:extLst>
            </p:cNvPr>
            <p:cNvSpPr txBox="1"/>
            <p:nvPr/>
          </p:nvSpPr>
          <p:spPr>
            <a:xfrm>
              <a:off x="1752834" y="641390"/>
              <a:ext cx="121058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57" name="グループ化 56">
              <a:extLst>
                <a:ext uri="{FF2B5EF4-FFF2-40B4-BE49-F238E27FC236}">
                  <a16:creationId xmlns:a16="http://schemas.microsoft.com/office/drawing/2014/main" id="{C29F1FA3-E974-85F7-2F6B-8CFFCB2428B0}"/>
                </a:ext>
              </a:extLst>
            </p:cNvPr>
            <p:cNvGrpSpPr/>
            <p:nvPr/>
          </p:nvGrpSpPr>
          <p:grpSpPr>
            <a:xfrm>
              <a:off x="163586" y="134635"/>
              <a:ext cx="1975684" cy="1396119"/>
              <a:chOff x="163586" y="134635"/>
              <a:chExt cx="1975684" cy="1396119"/>
            </a:xfrm>
          </p:grpSpPr>
          <p:grpSp>
            <p:nvGrpSpPr>
              <p:cNvPr id="58" name="グループ化 57">
                <a:extLst>
                  <a:ext uri="{FF2B5EF4-FFF2-40B4-BE49-F238E27FC236}">
                    <a16:creationId xmlns:a16="http://schemas.microsoft.com/office/drawing/2014/main" id="{A117414E-1CC9-DCD2-7B68-41976E52580A}"/>
                  </a:ext>
                </a:extLst>
              </p:cNvPr>
              <p:cNvGrpSpPr/>
              <p:nvPr/>
            </p:nvGrpSpPr>
            <p:grpSpPr>
              <a:xfrm>
                <a:off x="163586" y="134635"/>
                <a:ext cx="1975684" cy="1396119"/>
                <a:chOff x="163586" y="134635"/>
                <a:chExt cx="1975684" cy="1396119"/>
              </a:xfrm>
            </p:grpSpPr>
            <p:pic>
              <p:nvPicPr>
                <p:cNvPr id="60" name="図 59">
                  <a:extLst>
                    <a:ext uri="{FF2B5EF4-FFF2-40B4-BE49-F238E27FC236}">
                      <a16:creationId xmlns:a16="http://schemas.microsoft.com/office/drawing/2014/main" id="{EA345854-F975-2918-5737-647A18EF9AF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61" name="楕円 60">
                  <a:extLst>
                    <a:ext uri="{FF2B5EF4-FFF2-40B4-BE49-F238E27FC236}">
                      <a16:creationId xmlns:a16="http://schemas.microsoft.com/office/drawing/2014/main" id="{7F5C7184-9F9C-76FC-5456-A0B4E6A545C0}"/>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59" name="図 58">
                <a:extLst>
                  <a:ext uri="{FF2B5EF4-FFF2-40B4-BE49-F238E27FC236}">
                    <a16:creationId xmlns:a16="http://schemas.microsoft.com/office/drawing/2014/main" id="{0BC96519-98C8-3FA7-5CE2-6D4243C07E74}"/>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grpSp>
        <p:nvGrpSpPr>
          <p:cNvPr id="73" name="グループ化 72">
            <a:extLst>
              <a:ext uri="{FF2B5EF4-FFF2-40B4-BE49-F238E27FC236}">
                <a16:creationId xmlns:a16="http://schemas.microsoft.com/office/drawing/2014/main" id="{86090730-2737-9CA9-0338-FFB240D697A7}"/>
              </a:ext>
            </a:extLst>
          </p:cNvPr>
          <p:cNvGrpSpPr/>
          <p:nvPr/>
        </p:nvGrpSpPr>
        <p:grpSpPr>
          <a:xfrm>
            <a:off x="1984757" y="5092785"/>
            <a:ext cx="3121759" cy="584775"/>
            <a:chOff x="6791462" y="1388006"/>
            <a:chExt cx="3121759" cy="584775"/>
          </a:xfrm>
        </p:grpSpPr>
        <p:sp>
          <p:nvSpPr>
            <p:cNvPr id="63" name="テキスト ボックス 62">
              <a:extLst>
                <a:ext uri="{FF2B5EF4-FFF2-40B4-BE49-F238E27FC236}">
                  <a16:creationId xmlns:a16="http://schemas.microsoft.com/office/drawing/2014/main" id="{F016223A-5A06-D6B9-92B2-A14DB168E6E4}"/>
                </a:ext>
              </a:extLst>
            </p:cNvPr>
            <p:cNvSpPr txBox="1"/>
            <p:nvPr/>
          </p:nvSpPr>
          <p:spPr>
            <a:xfrm>
              <a:off x="7266343" y="1388006"/>
              <a:ext cx="2646878" cy="584775"/>
            </a:xfrm>
            <a:prstGeom prst="rect">
              <a:avLst/>
            </a:prstGeom>
            <a:noFill/>
          </p:spPr>
          <p:txBody>
            <a:bodyPr wrap="none" rtlCol="0">
              <a:spAutoFit/>
            </a:bodyPr>
            <a:lstStyle/>
            <a:p>
              <a:pPr algn="ctr"/>
              <a:r>
                <a:rPr lang="ja-JP" altLang="en-US" sz="3200" u="sng">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武器種名</a:t>
              </a:r>
              <a:r>
                <a:rPr lang="ja-JP" altLang="en-US" sz="32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製造</a:t>
              </a:r>
              <a:endParaRPr kumimoji="1" lang="ja-JP" altLang="en-US" sz="3200"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5" name="楕円 64">
              <a:extLst>
                <a:ext uri="{FF2B5EF4-FFF2-40B4-BE49-F238E27FC236}">
                  <a16:creationId xmlns:a16="http://schemas.microsoft.com/office/drawing/2014/main" id="{8AB0D0EE-E5CB-856D-6120-3C3C0FD24E0D}"/>
                </a:ext>
              </a:extLst>
            </p:cNvPr>
            <p:cNvSpPr/>
            <p:nvPr/>
          </p:nvSpPr>
          <p:spPr>
            <a:xfrm>
              <a:off x="6791462" y="1453252"/>
              <a:ext cx="454282" cy="454282"/>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sp>
        <p:nvSpPr>
          <p:cNvPr id="41" name="テキスト ボックス 40">
            <a:extLst>
              <a:ext uri="{FF2B5EF4-FFF2-40B4-BE49-F238E27FC236}">
                <a16:creationId xmlns:a16="http://schemas.microsoft.com/office/drawing/2014/main" id="{73472806-0200-69D0-52A1-1584B56F8E0F}"/>
              </a:ext>
            </a:extLst>
          </p:cNvPr>
          <p:cNvSpPr txBox="1"/>
          <p:nvPr/>
        </p:nvSpPr>
        <p:spPr>
          <a:xfrm>
            <a:off x="8137411" y="2801339"/>
            <a:ext cx="1252795" cy="423021"/>
          </a:xfrm>
          <a:prstGeom prst="rect">
            <a:avLst/>
          </a:prstGeom>
          <a:noFill/>
        </p:spPr>
        <p:txBody>
          <a:bodyPr wrap="none" rtlCol="0">
            <a:spAutoFit/>
          </a:bodyPr>
          <a:lstStyle/>
          <a:p>
            <a:r>
              <a:rPr lang="ja-JP" altLang="en-US" sz="1600">
                <a:solidFill>
                  <a:schemeClr val="bg1">
                    <a:lumMod val="95000"/>
                  </a:schemeClr>
                </a:solidFill>
                <a:latin typeface="原稿用標準書体" panose="03000503000000000000" pitchFamily="66" charset="-128"/>
                <a:ea typeface="原稿用標準書体" panose="03000503000000000000" pitchFamily="66" charset="-128"/>
              </a:rPr>
              <a:t>所持数</a:t>
            </a:r>
            <a:r>
              <a:rPr lang="en-US" altLang="ja-JP" sz="2000">
                <a:solidFill>
                  <a:schemeClr val="bg1">
                    <a:lumMod val="95000"/>
                  </a:schemeClr>
                </a:solidFill>
                <a:latin typeface="原稿用標準書体" panose="03000503000000000000" pitchFamily="66" charset="-128"/>
                <a:ea typeface="原稿用標準書体" panose="03000503000000000000" pitchFamily="66" charset="-128"/>
              </a:rPr>
              <a:t>000</a:t>
            </a:r>
            <a:endParaRPr kumimoji="1" lang="ja-JP" altLang="en-US" sz="160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47" name="フローチャート: 論理積ゲート 46">
            <a:extLst>
              <a:ext uri="{FF2B5EF4-FFF2-40B4-BE49-F238E27FC236}">
                <a16:creationId xmlns:a16="http://schemas.microsoft.com/office/drawing/2014/main" id="{CE2D71B1-F340-4411-2364-1CC1E404A05C}"/>
              </a:ext>
            </a:extLst>
          </p:cNvPr>
          <p:cNvSpPr/>
          <p:nvPr/>
        </p:nvSpPr>
        <p:spPr>
          <a:xfrm>
            <a:off x="7187343" y="4144852"/>
            <a:ext cx="851188" cy="488271"/>
          </a:xfrm>
          <a:prstGeom prst="flowChartDelay">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b="1">
                <a:latin typeface="BIZ UDP明朝 Medium" panose="02020500000000000000" pitchFamily="18" charset="-128"/>
                <a:ea typeface="BIZ UDP明朝 Medium" panose="02020500000000000000" pitchFamily="18" charset="-128"/>
              </a:rPr>
              <a:t>×</a:t>
            </a:r>
            <a:r>
              <a:rPr lang="en-US" altLang="ja-JP" b="1" dirty="0">
                <a:latin typeface="BIZ UDP明朝 Medium" panose="02020500000000000000" pitchFamily="18" charset="-128"/>
                <a:ea typeface="BIZ UDP明朝 Medium" panose="02020500000000000000" pitchFamily="18" charset="-128"/>
              </a:rPr>
              <a:t>1</a:t>
            </a:r>
            <a:endParaRPr lang="ja-JP" altLang="en-US" b="1" dirty="0">
              <a:latin typeface="BIZ UDP明朝 Medium" panose="02020500000000000000" pitchFamily="18" charset="-128"/>
              <a:ea typeface="BIZ UDP明朝 Medium" panose="02020500000000000000" pitchFamily="18" charset="-128"/>
            </a:endParaRPr>
          </a:p>
        </p:txBody>
      </p:sp>
      <p:sp>
        <p:nvSpPr>
          <p:cNvPr id="49" name="フローチャート: 論理積ゲート 48">
            <a:extLst>
              <a:ext uri="{FF2B5EF4-FFF2-40B4-BE49-F238E27FC236}">
                <a16:creationId xmlns:a16="http://schemas.microsoft.com/office/drawing/2014/main" id="{13E1881D-19AF-FC05-AD14-F9620DE827CE}"/>
              </a:ext>
            </a:extLst>
          </p:cNvPr>
          <p:cNvSpPr/>
          <p:nvPr/>
        </p:nvSpPr>
        <p:spPr>
          <a:xfrm>
            <a:off x="8234516" y="4144848"/>
            <a:ext cx="851188" cy="488271"/>
          </a:xfrm>
          <a:prstGeom prst="flowChartDelay">
            <a:avLst/>
          </a:prstGeom>
          <a:solidFill>
            <a:srgbClr val="CC66FF"/>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b="1">
                <a:latin typeface="BIZ UDP明朝 Medium" panose="02020500000000000000" pitchFamily="18" charset="-128"/>
                <a:ea typeface="BIZ UDP明朝 Medium" panose="02020500000000000000" pitchFamily="18" charset="-128"/>
              </a:rPr>
              <a:t>×1</a:t>
            </a:r>
            <a:r>
              <a:rPr kumimoji="1" lang="en-US" altLang="ja-JP" b="1" dirty="0">
                <a:latin typeface="BIZ UDP明朝 Medium" panose="02020500000000000000" pitchFamily="18" charset="-128"/>
                <a:ea typeface="BIZ UDP明朝 Medium" panose="02020500000000000000" pitchFamily="18" charset="-128"/>
              </a:rPr>
              <a:t>0</a:t>
            </a:r>
            <a:endParaRPr kumimoji="1" lang="ja-JP" altLang="en-US" b="1" dirty="0">
              <a:latin typeface="BIZ UDP明朝 Medium" panose="02020500000000000000" pitchFamily="18" charset="-128"/>
              <a:ea typeface="BIZ UDP明朝 Medium" panose="02020500000000000000" pitchFamily="18" charset="-128"/>
            </a:endParaRPr>
          </a:p>
        </p:txBody>
      </p:sp>
      <p:grpSp>
        <p:nvGrpSpPr>
          <p:cNvPr id="14" name="グループ化 13">
            <a:extLst>
              <a:ext uri="{FF2B5EF4-FFF2-40B4-BE49-F238E27FC236}">
                <a16:creationId xmlns:a16="http://schemas.microsoft.com/office/drawing/2014/main" id="{8EC8063A-FAAB-54C7-9E9B-36DCEC36367F}"/>
              </a:ext>
            </a:extLst>
          </p:cNvPr>
          <p:cNvGrpSpPr/>
          <p:nvPr/>
        </p:nvGrpSpPr>
        <p:grpSpPr>
          <a:xfrm>
            <a:off x="7199529" y="3350262"/>
            <a:ext cx="2861061" cy="593477"/>
            <a:chOff x="7199529" y="3350262"/>
            <a:chExt cx="2861061" cy="593477"/>
          </a:xfrm>
        </p:grpSpPr>
        <p:sp>
          <p:nvSpPr>
            <p:cNvPr id="35" name="四角形: 角を丸くする 34">
              <a:extLst>
                <a:ext uri="{FF2B5EF4-FFF2-40B4-BE49-F238E27FC236}">
                  <a16:creationId xmlns:a16="http://schemas.microsoft.com/office/drawing/2014/main" id="{7AD4C099-0D84-703D-2C01-FDACED26CD34}"/>
                </a:ext>
              </a:extLst>
            </p:cNvPr>
            <p:cNvSpPr/>
            <p:nvPr/>
          </p:nvSpPr>
          <p:spPr>
            <a:xfrm>
              <a:off x="7906120" y="3350262"/>
              <a:ext cx="1498340" cy="593477"/>
            </a:xfrm>
            <a:prstGeom prst="roundRect">
              <a:avLst>
                <a:gd name="adj" fmla="val 6896"/>
              </a:avLst>
            </a:prstGeom>
            <a:solidFill>
              <a:schemeClr val="accent2">
                <a:lumMod val="60000"/>
                <a:lumOff val="4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42" name="グループ化 41">
              <a:extLst>
                <a:ext uri="{FF2B5EF4-FFF2-40B4-BE49-F238E27FC236}">
                  <a16:creationId xmlns:a16="http://schemas.microsoft.com/office/drawing/2014/main" id="{DD55A7A0-2CC9-E881-481B-E6D95276A6D9}"/>
                </a:ext>
              </a:extLst>
            </p:cNvPr>
            <p:cNvGrpSpPr/>
            <p:nvPr/>
          </p:nvGrpSpPr>
          <p:grpSpPr>
            <a:xfrm>
              <a:off x="9548206" y="3354952"/>
              <a:ext cx="512384" cy="568256"/>
              <a:chOff x="9599351" y="4038823"/>
              <a:chExt cx="484632" cy="537478"/>
            </a:xfrm>
          </p:grpSpPr>
          <p:sp>
            <p:nvSpPr>
              <p:cNvPr id="38" name="矢印: 山形 37">
                <a:extLst>
                  <a:ext uri="{FF2B5EF4-FFF2-40B4-BE49-F238E27FC236}">
                    <a16:creationId xmlns:a16="http://schemas.microsoft.com/office/drawing/2014/main" id="{AD167F50-C738-F979-E1AB-7516493E6196}"/>
                  </a:ext>
                </a:extLst>
              </p:cNvPr>
              <p:cNvSpPr/>
              <p:nvPr/>
            </p:nvSpPr>
            <p:spPr>
              <a:xfrm>
                <a:off x="9599351" y="4091669"/>
                <a:ext cx="484632" cy="484632"/>
              </a:xfrm>
              <a:prstGeom prst="chevron">
                <a:avLst>
                  <a:gd name="adj" fmla="val 17764"/>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39" name="テキスト ボックス 38">
                <a:extLst>
                  <a:ext uri="{FF2B5EF4-FFF2-40B4-BE49-F238E27FC236}">
                    <a16:creationId xmlns:a16="http://schemas.microsoft.com/office/drawing/2014/main" id="{C2FA8216-F537-D39B-45A6-045EE0ADC263}"/>
                  </a:ext>
                </a:extLst>
              </p:cNvPr>
              <p:cNvSpPr txBox="1"/>
              <p:nvPr/>
            </p:nvSpPr>
            <p:spPr>
              <a:xfrm>
                <a:off x="9673351" y="4038823"/>
                <a:ext cx="364202" cy="523220"/>
              </a:xfrm>
              <a:prstGeom prst="rect">
                <a:avLst/>
              </a:prstGeom>
              <a:noFill/>
            </p:spPr>
            <p:txBody>
              <a:bodyPr wrap="none" rtlCol="0">
                <a:spAutoFit/>
              </a:bodyPr>
              <a:lstStyle/>
              <a:p>
                <a:r>
                  <a:rPr kumimoji="1" lang="en-US" altLang="ja-JP" sz="2800">
                    <a:latin typeface="原稿用標準書体" panose="03000503000000000000" pitchFamily="66" charset="-128"/>
                    <a:ea typeface="原稿用標準書体" panose="03000503000000000000" pitchFamily="66" charset="-128"/>
                  </a:rPr>
                  <a:t>+</a:t>
                </a:r>
                <a:endParaRPr kumimoji="1" lang="ja-JP" altLang="en-US" sz="2800">
                  <a:latin typeface="原稿用標準書体" panose="03000503000000000000" pitchFamily="66" charset="-128"/>
                  <a:ea typeface="原稿用標準書体" panose="03000503000000000000" pitchFamily="66" charset="-128"/>
                </a:endParaRPr>
              </a:p>
            </p:txBody>
          </p:sp>
        </p:grpSp>
        <p:grpSp>
          <p:nvGrpSpPr>
            <p:cNvPr id="43" name="グループ化 42">
              <a:extLst>
                <a:ext uri="{FF2B5EF4-FFF2-40B4-BE49-F238E27FC236}">
                  <a16:creationId xmlns:a16="http://schemas.microsoft.com/office/drawing/2014/main" id="{C87F6654-C393-8FB9-3CA0-BEFC6B4A9BC5}"/>
                </a:ext>
              </a:extLst>
            </p:cNvPr>
            <p:cNvGrpSpPr/>
            <p:nvPr/>
          </p:nvGrpSpPr>
          <p:grpSpPr>
            <a:xfrm flipH="1">
              <a:off x="7199529" y="3354952"/>
              <a:ext cx="574876" cy="568256"/>
              <a:chOff x="9571929" y="4038823"/>
              <a:chExt cx="543739" cy="537478"/>
            </a:xfrm>
          </p:grpSpPr>
          <p:sp>
            <p:nvSpPr>
              <p:cNvPr id="44" name="矢印: 山形 43">
                <a:extLst>
                  <a:ext uri="{FF2B5EF4-FFF2-40B4-BE49-F238E27FC236}">
                    <a16:creationId xmlns:a16="http://schemas.microsoft.com/office/drawing/2014/main" id="{7A3945BB-2294-92E2-CF33-9C04211C4072}"/>
                  </a:ext>
                </a:extLst>
              </p:cNvPr>
              <p:cNvSpPr/>
              <p:nvPr/>
            </p:nvSpPr>
            <p:spPr>
              <a:xfrm>
                <a:off x="9599351" y="4091669"/>
                <a:ext cx="484632" cy="484632"/>
              </a:xfrm>
              <a:prstGeom prst="chevron">
                <a:avLst>
                  <a:gd name="adj" fmla="val 17764"/>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45" name="テキスト ボックス 44">
                <a:extLst>
                  <a:ext uri="{FF2B5EF4-FFF2-40B4-BE49-F238E27FC236}">
                    <a16:creationId xmlns:a16="http://schemas.microsoft.com/office/drawing/2014/main" id="{0146BD6F-5AD1-3D94-A7EA-EB3CE96C55A2}"/>
                  </a:ext>
                </a:extLst>
              </p:cNvPr>
              <p:cNvSpPr txBox="1"/>
              <p:nvPr/>
            </p:nvSpPr>
            <p:spPr>
              <a:xfrm>
                <a:off x="9571929" y="4038823"/>
                <a:ext cx="543739" cy="523220"/>
              </a:xfrm>
              <a:prstGeom prst="rect">
                <a:avLst/>
              </a:prstGeom>
              <a:noFill/>
            </p:spPr>
            <p:txBody>
              <a:bodyPr wrap="none" rtlCol="0">
                <a:spAutoFit/>
              </a:bodyPr>
              <a:lstStyle/>
              <a:p>
                <a:r>
                  <a:rPr kumimoji="1" lang="ja-JP" altLang="en-US" sz="2800">
                    <a:latin typeface="原稿用標準書体" panose="03000503000000000000" pitchFamily="66" charset="-128"/>
                    <a:ea typeface="原稿用標準書体" panose="03000503000000000000" pitchFamily="66" charset="-128"/>
                  </a:rPr>
                  <a:t>－</a:t>
                </a:r>
              </a:p>
            </p:txBody>
          </p:sp>
        </p:grpSp>
        <p:sp>
          <p:nvSpPr>
            <p:cNvPr id="53" name="テキスト ボックス 52">
              <a:extLst>
                <a:ext uri="{FF2B5EF4-FFF2-40B4-BE49-F238E27FC236}">
                  <a16:creationId xmlns:a16="http://schemas.microsoft.com/office/drawing/2014/main" id="{9407EDD9-D4FA-B2A4-3622-EF9C1DF52AB0}"/>
                </a:ext>
              </a:extLst>
            </p:cNvPr>
            <p:cNvSpPr txBox="1"/>
            <p:nvPr/>
          </p:nvSpPr>
          <p:spPr>
            <a:xfrm>
              <a:off x="8028893" y="3435489"/>
              <a:ext cx="1252795" cy="423021"/>
            </a:xfrm>
            <a:prstGeom prst="rect">
              <a:avLst/>
            </a:prstGeom>
            <a:noFill/>
          </p:spPr>
          <p:txBody>
            <a:bodyPr wrap="none" rtlCol="0">
              <a:spAutoFit/>
            </a:bodyPr>
            <a:lstStyle/>
            <a:p>
              <a:r>
                <a:rPr lang="ja-JP" altLang="en-US" sz="1600">
                  <a:solidFill>
                    <a:srgbClr val="FF00FF"/>
                  </a:solidFill>
                  <a:latin typeface="原稿用標準書体" panose="03000503000000000000" pitchFamily="66" charset="-128"/>
                  <a:ea typeface="原稿用標準書体" panose="03000503000000000000" pitchFamily="66" charset="-128"/>
                </a:rPr>
                <a:t>製造数</a:t>
              </a:r>
              <a:r>
                <a:rPr lang="en-US" altLang="ja-JP" sz="2000">
                  <a:solidFill>
                    <a:srgbClr val="FF00FF"/>
                  </a:solidFill>
                  <a:latin typeface="原稿用標準書体" panose="03000503000000000000" pitchFamily="66" charset="-128"/>
                  <a:ea typeface="原稿用標準書体" panose="03000503000000000000" pitchFamily="66" charset="-128"/>
                </a:rPr>
                <a:t>000</a:t>
              </a:r>
              <a:endParaRPr kumimoji="1" lang="ja-JP" altLang="en-US" sz="1600">
                <a:solidFill>
                  <a:srgbClr val="FF00FF"/>
                </a:solidFill>
                <a:latin typeface="原稿用標準書体" panose="03000503000000000000" pitchFamily="66" charset="-128"/>
                <a:ea typeface="原稿用標準書体" panose="03000503000000000000" pitchFamily="66" charset="-128"/>
              </a:endParaRPr>
            </a:p>
          </p:txBody>
        </p:sp>
      </p:grpSp>
      <p:pic>
        <p:nvPicPr>
          <p:cNvPr id="25" name="図 24">
            <a:extLst>
              <a:ext uri="{FF2B5EF4-FFF2-40B4-BE49-F238E27FC236}">
                <a16:creationId xmlns:a16="http://schemas.microsoft.com/office/drawing/2014/main" id="{66531C3B-2452-ADC8-9D9B-D76BA87683EF}"/>
              </a:ext>
            </a:extLst>
          </p:cNvPr>
          <p:cNvPicPr>
            <a:picLocks noChangeAspect="1"/>
          </p:cNvPicPr>
          <p:nvPr/>
        </p:nvPicPr>
        <p:blipFill>
          <a:blip r:embed="rId5">
            <a:extLst>
              <a:ext uri="{BEBA8EAE-BF5A-486C-A8C5-ECC9F3942E4B}">
                <a14:imgProps xmlns:a14="http://schemas.microsoft.com/office/drawing/2010/main">
                  <a14:imgLayer r:embed="rId6">
                    <a14:imgEffect>
                      <a14:sharpenSoften amount="-100000"/>
                    </a14:imgEffect>
                  </a14:imgLayer>
                </a14:imgProps>
              </a:ext>
              <a:ext uri="{28A0092B-C50C-407E-A947-70E740481C1C}">
                <a14:useLocalDpi xmlns:a14="http://schemas.microsoft.com/office/drawing/2010/main" val="0"/>
              </a:ext>
            </a:extLst>
          </a:blip>
          <a:stretch>
            <a:fillRect/>
          </a:stretch>
        </p:blipFill>
        <p:spPr>
          <a:xfrm rot="17264398">
            <a:off x="7934013" y="2967207"/>
            <a:ext cx="309590" cy="135204"/>
          </a:xfrm>
          <a:prstGeom prst="rect">
            <a:avLst/>
          </a:prstGeom>
        </p:spPr>
      </p:pic>
      <p:sp>
        <p:nvSpPr>
          <p:cNvPr id="29" name="フローチャート: 手操作入力 28">
            <a:extLst>
              <a:ext uri="{FF2B5EF4-FFF2-40B4-BE49-F238E27FC236}">
                <a16:creationId xmlns:a16="http://schemas.microsoft.com/office/drawing/2014/main" id="{AC45986A-9117-B748-97F6-269B1A0C9E7F}"/>
              </a:ext>
            </a:extLst>
          </p:cNvPr>
          <p:cNvSpPr/>
          <p:nvPr/>
        </p:nvSpPr>
        <p:spPr>
          <a:xfrm>
            <a:off x="7513359" y="4906695"/>
            <a:ext cx="2143050" cy="787024"/>
          </a:xfrm>
          <a:prstGeom prst="flowChartManualInput">
            <a:avLst/>
          </a:prstGeom>
          <a:gradFill>
            <a:gsLst>
              <a:gs pos="15000">
                <a:schemeClr val="accent2"/>
              </a:gs>
              <a:gs pos="95000">
                <a:schemeClr val="accent2">
                  <a:lumMod val="40000"/>
                  <a:lumOff val="60000"/>
                </a:schemeClr>
              </a:gs>
            </a:gsLst>
            <a:path path="rect">
              <a:fillToRect l="50000" t="50000" r="50000" b="50000"/>
            </a:path>
          </a:gradFill>
          <a:ln>
            <a:solidFill>
              <a:schemeClr val="bg1">
                <a:lumMod val="95000"/>
                <a:alpha val="70000"/>
              </a:schemeClr>
            </a:solidFill>
          </a:ln>
          <a:effectLst>
            <a:glow rad="63500">
              <a:schemeClr val="bg1">
                <a:lumMod val="95000"/>
                <a:alpha val="4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1" name="テキスト ボックス 30">
            <a:extLst>
              <a:ext uri="{FF2B5EF4-FFF2-40B4-BE49-F238E27FC236}">
                <a16:creationId xmlns:a16="http://schemas.microsoft.com/office/drawing/2014/main" id="{20BCCBBC-BA7B-9560-9EE1-A35D28013DFE}"/>
              </a:ext>
            </a:extLst>
          </p:cNvPr>
          <p:cNvSpPr txBox="1"/>
          <p:nvPr/>
        </p:nvSpPr>
        <p:spPr>
          <a:xfrm>
            <a:off x="7774406" y="5038597"/>
            <a:ext cx="1620957" cy="523220"/>
          </a:xfrm>
          <a:prstGeom prst="rect">
            <a:avLst/>
          </a:prstGeom>
          <a:noFill/>
        </p:spPr>
        <p:txBody>
          <a:bodyPr wrap="none" rtlCol="0">
            <a:spAutoFit/>
          </a:bodyPr>
          <a:lstStyle/>
          <a:p>
            <a:pPr algn="ctr"/>
            <a:r>
              <a:rPr lang="ja-JP" altLang="en-US" sz="28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800"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3" name="四角形: 角を丸くする 12">
            <a:extLst>
              <a:ext uri="{FF2B5EF4-FFF2-40B4-BE49-F238E27FC236}">
                <a16:creationId xmlns:a16="http://schemas.microsoft.com/office/drawing/2014/main" id="{BC1265D1-CF1D-27E1-741E-6120796903B2}"/>
              </a:ext>
            </a:extLst>
          </p:cNvPr>
          <p:cNvSpPr/>
          <p:nvPr/>
        </p:nvSpPr>
        <p:spPr>
          <a:xfrm>
            <a:off x="2639151" y="1994249"/>
            <a:ext cx="1793837" cy="725238"/>
          </a:xfrm>
          <a:prstGeom prst="roundRect">
            <a:avLst>
              <a:gd name="adj" fmla="val 6896"/>
            </a:avLst>
          </a:prstGeom>
          <a:solidFill>
            <a:srgbClr val="FF00FF">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80" name="グループ化 79">
            <a:extLst>
              <a:ext uri="{FF2B5EF4-FFF2-40B4-BE49-F238E27FC236}">
                <a16:creationId xmlns:a16="http://schemas.microsoft.com/office/drawing/2014/main" id="{F46708D2-DCDD-809F-DAC7-0A79DC3D850E}"/>
              </a:ext>
            </a:extLst>
          </p:cNvPr>
          <p:cNvGrpSpPr/>
          <p:nvPr/>
        </p:nvGrpSpPr>
        <p:grpSpPr>
          <a:xfrm>
            <a:off x="2822772" y="2055955"/>
            <a:ext cx="1464386" cy="584775"/>
            <a:chOff x="8233390" y="837494"/>
            <a:chExt cx="1464386" cy="584775"/>
          </a:xfrm>
        </p:grpSpPr>
        <p:sp>
          <p:nvSpPr>
            <p:cNvPr id="77" name="楕円 76">
              <a:extLst>
                <a:ext uri="{FF2B5EF4-FFF2-40B4-BE49-F238E27FC236}">
                  <a16:creationId xmlns:a16="http://schemas.microsoft.com/office/drawing/2014/main" id="{F4F23C14-D263-8B58-7350-B9C423AA697A}"/>
                </a:ext>
              </a:extLst>
            </p:cNvPr>
            <p:cNvSpPr/>
            <p:nvPr/>
          </p:nvSpPr>
          <p:spPr>
            <a:xfrm>
              <a:off x="8233390" y="920277"/>
              <a:ext cx="454282" cy="454282"/>
            </a:xfrm>
            <a:prstGeom prst="ellips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800">
                  <a:solidFill>
                    <a:schemeClr val="bg1">
                      <a:lumMod val="95000"/>
                    </a:schemeClr>
                  </a:solidFill>
                  <a:latin typeface="原稿用標準書体" panose="03000503000000000000" pitchFamily="66" charset="-128"/>
                  <a:ea typeface="原稿用標準書体" panose="03000503000000000000" pitchFamily="66" charset="-128"/>
                </a:rPr>
                <a:t>キャラ</a:t>
              </a:r>
              <a:endParaRPr kumimoji="1" lang="ja-JP" altLang="en-US" sz="8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79" name="テキスト ボックス 78">
              <a:extLst>
                <a:ext uri="{FF2B5EF4-FFF2-40B4-BE49-F238E27FC236}">
                  <a16:creationId xmlns:a16="http://schemas.microsoft.com/office/drawing/2014/main" id="{4EACCC05-305D-28D1-B9AB-D39983C98452}"/>
                </a:ext>
              </a:extLst>
            </p:cNvPr>
            <p:cNvSpPr txBox="1"/>
            <p:nvPr/>
          </p:nvSpPr>
          <p:spPr>
            <a:xfrm>
              <a:off x="8692373" y="837494"/>
              <a:ext cx="1005403" cy="584775"/>
            </a:xfrm>
            <a:prstGeom prst="rect">
              <a:avLst/>
            </a:prstGeom>
            <a:noFill/>
          </p:spPr>
          <p:txBody>
            <a:bodyPr wrap="none" rtlCol="0">
              <a:spAutoFit/>
            </a:bodyPr>
            <a:lstStyle/>
            <a:p>
              <a:pPr algn="ctr"/>
              <a:r>
                <a:rPr lang="ja-JP" altLang="en-US" sz="3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専用</a:t>
              </a:r>
              <a:endParaRPr kumimoji="1" lang="ja-JP" altLang="en-US" sz="3200"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16" name="四角形: 角を丸くする 15">
            <a:extLst>
              <a:ext uri="{FF2B5EF4-FFF2-40B4-BE49-F238E27FC236}">
                <a16:creationId xmlns:a16="http://schemas.microsoft.com/office/drawing/2014/main" id="{F8FC619A-BEC6-0D74-058B-92D678B4BED5}"/>
              </a:ext>
            </a:extLst>
          </p:cNvPr>
          <p:cNvSpPr/>
          <p:nvPr/>
        </p:nvSpPr>
        <p:spPr>
          <a:xfrm>
            <a:off x="6419443" y="1987910"/>
            <a:ext cx="4350180" cy="725238"/>
          </a:xfrm>
          <a:prstGeom prst="roundRect">
            <a:avLst>
              <a:gd name="adj" fmla="val 6896"/>
            </a:avLst>
          </a:prstGeom>
          <a:solidFill>
            <a:schemeClr val="bg1">
              <a:lumMod val="95000"/>
              <a:alpha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24" name="グループ化 23">
            <a:extLst>
              <a:ext uri="{FF2B5EF4-FFF2-40B4-BE49-F238E27FC236}">
                <a16:creationId xmlns:a16="http://schemas.microsoft.com/office/drawing/2014/main" id="{10CBABEC-0464-E73B-0E53-8F167DA2268D}"/>
              </a:ext>
            </a:extLst>
          </p:cNvPr>
          <p:cNvGrpSpPr/>
          <p:nvPr/>
        </p:nvGrpSpPr>
        <p:grpSpPr>
          <a:xfrm>
            <a:off x="6478767" y="2055955"/>
            <a:ext cx="4300187" cy="584775"/>
            <a:chOff x="6600070" y="2055955"/>
            <a:chExt cx="4300187" cy="584775"/>
          </a:xfrm>
        </p:grpSpPr>
        <p:sp>
          <p:nvSpPr>
            <p:cNvPr id="15" name="テキスト ボックス 14">
              <a:extLst>
                <a:ext uri="{FF2B5EF4-FFF2-40B4-BE49-F238E27FC236}">
                  <a16:creationId xmlns:a16="http://schemas.microsoft.com/office/drawing/2014/main" id="{96D697E9-165F-4EE8-ABE7-D80B25381361}"/>
                </a:ext>
              </a:extLst>
            </p:cNvPr>
            <p:cNvSpPr txBox="1"/>
            <p:nvPr/>
          </p:nvSpPr>
          <p:spPr>
            <a:xfrm>
              <a:off x="6600070" y="2055955"/>
              <a:ext cx="1826142" cy="584775"/>
            </a:xfrm>
            <a:prstGeom prst="rect">
              <a:avLst/>
            </a:prstGeom>
            <a:noFill/>
          </p:spPr>
          <p:txBody>
            <a:bodyPr wrap="none" rtlCol="0">
              <a:spAutoFit/>
            </a:bodyPr>
            <a:lstStyle/>
            <a:p>
              <a:pPr algn="ctr"/>
              <a:r>
                <a:rPr lang="ja-JP" altLang="en-US" sz="3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製造</a:t>
              </a:r>
              <a:r>
                <a:rPr lang="en-US" altLang="ja-JP" sz="3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Lv00</a:t>
              </a:r>
              <a:endParaRPr kumimoji="1" lang="ja-JP" altLang="en-US" sz="32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3" name="テキスト ボックス 32">
              <a:extLst>
                <a:ext uri="{FF2B5EF4-FFF2-40B4-BE49-F238E27FC236}">
                  <a16:creationId xmlns:a16="http://schemas.microsoft.com/office/drawing/2014/main" id="{721632FB-F141-D6CB-BA34-19F60222DB9B}"/>
                </a:ext>
              </a:extLst>
            </p:cNvPr>
            <p:cNvSpPr txBox="1"/>
            <p:nvPr/>
          </p:nvSpPr>
          <p:spPr>
            <a:xfrm>
              <a:off x="8418567" y="2202241"/>
              <a:ext cx="569387" cy="400110"/>
            </a:xfrm>
            <a:prstGeom prst="rect">
              <a:avLst/>
            </a:prstGeom>
            <a:noFill/>
          </p:spPr>
          <p:txBody>
            <a:bodyPr wrap="none" rtlCol="0">
              <a:spAutoFit/>
            </a:bodyPr>
            <a:lstStyle/>
            <a:p>
              <a:pPr algn="ctr"/>
              <a:r>
                <a:rPr lang="en-US" altLang="ja-JP" sz="2000" b="1">
                  <a:ln>
                    <a:gradFill flip="none" rotWithShape="1">
                      <a:gsLst>
                        <a:gs pos="25000">
                          <a:srgbClr val="FFFF00"/>
                        </a:gs>
                        <a:gs pos="0">
                          <a:srgbClr val="FF0000"/>
                        </a:gs>
                        <a:gs pos="50000">
                          <a:srgbClr val="00B050"/>
                        </a:gs>
                        <a:gs pos="75000">
                          <a:srgbClr val="0070C0"/>
                        </a:gs>
                        <a:gs pos="100000">
                          <a:schemeClr val="accent6"/>
                        </a:gs>
                      </a:gsLst>
                      <a:lin ang="0" scaled="1"/>
                      <a:tileRect/>
                    </a:gradFill>
                  </a:ln>
                  <a:gradFill flip="none" rotWithShape="1">
                    <a:gsLst>
                      <a:gs pos="0">
                        <a:srgbClr val="FF0000">
                          <a:lumMod val="97000"/>
                          <a:lumOff val="3000"/>
                        </a:srgbClr>
                      </a:gs>
                      <a:gs pos="100000">
                        <a:srgbClr val="7030A0"/>
                      </a:gs>
                      <a:gs pos="75000">
                        <a:srgbClr val="0070C0"/>
                      </a:gs>
                      <a:gs pos="50000">
                        <a:srgbClr val="8EDC23"/>
                      </a:gs>
                      <a:gs pos="25000">
                        <a:srgbClr val="FFFF00"/>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SSR</a:t>
              </a:r>
              <a:endParaRPr kumimoji="1" lang="ja-JP" altLang="en-US" sz="2000" b="1" dirty="0">
                <a:ln>
                  <a:gradFill flip="none" rotWithShape="1">
                    <a:gsLst>
                      <a:gs pos="25000">
                        <a:srgbClr val="FFFF00"/>
                      </a:gs>
                      <a:gs pos="0">
                        <a:srgbClr val="FF0000"/>
                      </a:gs>
                      <a:gs pos="50000">
                        <a:srgbClr val="00B050"/>
                      </a:gs>
                      <a:gs pos="75000">
                        <a:srgbClr val="0070C0"/>
                      </a:gs>
                      <a:gs pos="100000">
                        <a:schemeClr val="accent6"/>
                      </a:gs>
                    </a:gsLst>
                    <a:lin ang="0" scaled="1"/>
                    <a:tileRect/>
                  </a:gradFill>
                </a:ln>
                <a:gradFill flip="none" rotWithShape="1">
                  <a:gsLst>
                    <a:gs pos="0">
                      <a:srgbClr val="FF0000">
                        <a:lumMod val="97000"/>
                        <a:lumOff val="3000"/>
                      </a:srgbClr>
                    </a:gs>
                    <a:gs pos="100000">
                      <a:srgbClr val="7030A0"/>
                    </a:gs>
                    <a:gs pos="75000">
                      <a:srgbClr val="0070C0"/>
                    </a:gs>
                    <a:gs pos="50000">
                      <a:srgbClr val="8EDC23"/>
                    </a:gs>
                    <a:gs pos="25000">
                      <a:srgbClr val="FFFF00"/>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sp>
          <p:nvSpPr>
            <p:cNvPr id="36" name="テキスト ボックス 35">
              <a:extLst>
                <a:ext uri="{FF2B5EF4-FFF2-40B4-BE49-F238E27FC236}">
                  <a16:creationId xmlns:a16="http://schemas.microsoft.com/office/drawing/2014/main" id="{37E012E3-FEEA-D7BC-4CC3-2142124D52B8}"/>
                </a:ext>
              </a:extLst>
            </p:cNvPr>
            <p:cNvSpPr txBox="1"/>
            <p:nvPr/>
          </p:nvSpPr>
          <p:spPr>
            <a:xfrm>
              <a:off x="10141249" y="2202241"/>
              <a:ext cx="312906" cy="400110"/>
            </a:xfrm>
            <a:prstGeom prst="rect">
              <a:avLst/>
            </a:prstGeom>
            <a:noFill/>
          </p:spPr>
          <p:txBody>
            <a:bodyPr wrap="none" rtlCol="0">
              <a:spAutoFit/>
            </a:bodyPr>
            <a:lstStyle/>
            <a:p>
              <a:pPr algn="ctr"/>
              <a:r>
                <a:rPr lang="en-US" altLang="ja-JP" sz="2000" b="1">
                  <a:gradFill flip="none" rotWithShape="1">
                    <a:gsLst>
                      <a:gs pos="0">
                        <a:schemeClr val="bg1">
                          <a:lumMod val="75000"/>
                        </a:schemeClr>
                      </a:gs>
                      <a:gs pos="100000">
                        <a:schemeClr val="tx1">
                          <a:lumMod val="75000"/>
                          <a:lumOff val="25000"/>
                        </a:schemeClr>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R</a:t>
              </a:r>
              <a:endParaRPr kumimoji="1" lang="ja-JP" altLang="en-US" sz="2000" b="1" dirty="0">
                <a:gradFill flip="none" rotWithShape="1">
                  <a:gsLst>
                    <a:gs pos="0">
                      <a:schemeClr val="bg1">
                        <a:lumMod val="75000"/>
                      </a:schemeClr>
                    </a:gs>
                    <a:gs pos="100000">
                      <a:schemeClr val="tx1">
                        <a:lumMod val="75000"/>
                        <a:lumOff val="25000"/>
                      </a:schemeClr>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sp>
          <p:nvSpPr>
            <p:cNvPr id="40" name="テキスト ボックス 39">
              <a:extLst>
                <a:ext uri="{FF2B5EF4-FFF2-40B4-BE49-F238E27FC236}">
                  <a16:creationId xmlns:a16="http://schemas.microsoft.com/office/drawing/2014/main" id="{64924DD4-2756-4E69-087C-C20AAE2AEA04}"/>
                </a:ext>
              </a:extLst>
            </p:cNvPr>
            <p:cNvSpPr txBox="1"/>
            <p:nvPr/>
          </p:nvSpPr>
          <p:spPr>
            <a:xfrm>
              <a:off x="9344028" y="2202241"/>
              <a:ext cx="441146" cy="400110"/>
            </a:xfrm>
            <a:prstGeom prst="rect">
              <a:avLst/>
            </a:prstGeom>
            <a:noFill/>
          </p:spPr>
          <p:txBody>
            <a:bodyPr wrap="none" rtlCol="0">
              <a:spAutoFit/>
            </a:bodyPr>
            <a:lstStyle/>
            <a:p>
              <a:pPr algn="ctr"/>
              <a:r>
                <a:rPr lang="en-US" altLang="ja-JP" sz="2000" b="1">
                  <a:ln>
                    <a:gradFill flip="none" rotWithShape="1">
                      <a:gsLst>
                        <a:gs pos="0">
                          <a:schemeClr val="accent6">
                            <a:lumMod val="67000"/>
                          </a:schemeClr>
                        </a:gs>
                        <a:gs pos="48000">
                          <a:schemeClr val="accent6">
                            <a:lumMod val="97000"/>
                            <a:lumOff val="3000"/>
                          </a:schemeClr>
                        </a:gs>
                        <a:gs pos="100000">
                          <a:schemeClr val="accent6">
                            <a:lumMod val="60000"/>
                            <a:lumOff val="40000"/>
                          </a:schemeClr>
                        </a:gs>
                      </a:gsLst>
                      <a:lin ang="16200000" scaled="1"/>
                      <a:tileRect/>
                    </a:gradFill>
                  </a:ln>
                  <a:gradFill flip="none" rotWithShape="1">
                    <a:gsLst>
                      <a:gs pos="0">
                        <a:schemeClr val="accent6">
                          <a:lumMod val="67000"/>
                        </a:schemeClr>
                      </a:gs>
                      <a:gs pos="48000">
                        <a:schemeClr val="accent6">
                          <a:lumMod val="97000"/>
                          <a:lumOff val="3000"/>
                        </a:schemeClr>
                      </a:gs>
                      <a:gs pos="100000">
                        <a:schemeClr val="bg1">
                          <a:lumMod val="75000"/>
                        </a:schemeClr>
                      </a:gs>
                    </a:gsLst>
                    <a:lin ang="1620000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SR</a:t>
              </a:r>
              <a:endParaRPr kumimoji="1" lang="ja-JP" altLang="en-US" sz="2000" b="1" dirty="0">
                <a:ln>
                  <a:gradFill flip="none" rotWithShape="1">
                    <a:gsLst>
                      <a:gs pos="0">
                        <a:schemeClr val="accent6">
                          <a:lumMod val="67000"/>
                        </a:schemeClr>
                      </a:gs>
                      <a:gs pos="48000">
                        <a:schemeClr val="accent6">
                          <a:lumMod val="97000"/>
                          <a:lumOff val="3000"/>
                        </a:schemeClr>
                      </a:gs>
                      <a:gs pos="100000">
                        <a:schemeClr val="accent6">
                          <a:lumMod val="60000"/>
                          <a:lumOff val="40000"/>
                        </a:schemeClr>
                      </a:gs>
                    </a:gsLst>
                    <a:lin ang="16200000" scaled="1"/>
                    <a:tileRect/>
                  </a:gradFill>
                </a:ln>
                <a:gradFill flip="none" rotWithShape="1">
                  <a:gsLst>
                    <a:gs pos="0">
                      <a:schemeClr val="accent6">
                        <a:lumMod val="67000"/>
                      </a:schemeClr>
                    </a:gs>
                    <a:gs pos="48000">
                      <a:schemeClr val="accent6">
                        <a:lumMod val="97000"/>
                        <a:lumOff val="3000"/>
                      </a:schemeClr>
                    </a:gs>
                    <a:gs pos="100000">
                      <a:schemeClr val="bg1">
                        <a:lumMod val="75000"/>
                      </a:schemeClr>
                    </a:gs>
                  </a:gsLst>
                  <a:lin ang="1620000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sp>
          <p:nvSpPr>
            <p:cNvPr id="48" name="テキスト ボックス 47">
              <a:extLst>
                <a:ext uri="{FF2B5EF4-FFF2-40B4-BE49-F238E27FC236}">
                  <a16:creationId xmlns:a16="http://schemas.microsoft.com/office/drawing/2014/main" id="{13DFF734-3F6B-A83C-9793-2D528188DD3A}"/>
                </a:ext>
              </a:extLst>
            </p:cNvPr>
            <p:cNvSpPr txBox="1"/>
            <p:nvPr/>
          </p:nvSpPr>
          <p:spPr>
            <a:xfrm>
              <a:off x="8890150" y="2369027"/>
              <a:ext cx="569388" cy="261610"/>
            </a:xfrm>
            <a:prstGeom prst="rect">
              <a:avLst/>
            </a:prstGeom>
            <a:noFill/>
          </p:spPr>
          <p:txBody>
            <a:bodyPr wrap="square">
              <a:spAutoFit/>
            </a:bodyPr>
            <a:lstStyle/>
            <a:p>
              <a:r>
                <a:rPr lang="en-US" altLang="ja-JP" sz="1100">
                  <a:solidFill>
                    <a:schemeClr val="tx1">
                      <a:lumMod val="85000"/>
                      <a:lumOff val="15000"/>
                    </a:schemeClr>
                  </a:solidFill>
                  <a:latin typeface="原稿用標準書体" panose="03000503000000000000" pitchFamily="66" charset="-128"/>
                  <a:ea typeface="原稿用標準書体" panose="03000503000000000000" pitchFamily="66" charset="-128"/>
                </a:rPr>
                <a:t>00.0%</a:t>
              </a:r>
              <a:endParaRPr lang="ja-JP" altLang="en-US" sz="1050">
                <a:solidFill>
                  <a:schemeClr val="tx1">
                    <a:lumMod val="85000"/>
                    <a:lumOff val="15000"/>
                  </a:schemeClr>
                </a:solidFill>
              </a:endParaRPr>
            </a:p>
          </p:txBody>
        </p:sp>
        <p:sp>
          <p:nvSpPr>
            <p:cNvPr id="51" name="テキスト ボックス 50">
              <a:extLst>
                <a:ext uri="{FF2B5EF4-FFF2-40B4-BE49-F238E27FC236}">
                  <a16:creationId xmlns:a16="http://schemas.microsoft.com/office/drawing/2014/main" id="{05CE85CC-5F21-0715-59CE-37F08BED998C}"/>
                </a:ext>
              </a:extLst>
            </p:cNvPr>
            <p:cNvSpPr txBox="1"/>
            <p:nvPr/>
          </p:nvSpPr>
          <p:spPr>
            <a:xfrm>
              <a:off x="9675827" y="2369027"/>
              <a:ext cx="569388" cy="261610"/>
            </a:xfrm>
            <a:prstGeom prst="rect">
              <a:avLst/>
            </a:prstGeom>
            <a:noFill/>
          </p:spPr>
          <p:txBody>
            <a:bodyPr wrap="square">
              <a:spAutoFit/>
            </a:bodyPr>
            <a:lstStyle/>
            <a:p>
              <a:r>
                <a:rPr lang="en-US" altLang="ja-JP" sz="1100">
                  <a:solidFill>
                    <a:schemeClr val="tx1">
                      <a:lumMod val="85000"/>
                      <a:lumOff val="15000"/>
                    </a:schemeClr>
                  </a:solidFill>
                  <a:latin typeface="原稿用標準書体" panose="03000503000000000000" pitchFamily="66" charset="-128"/>
                  <a:ea typeface="原稿用標準書体" panose="03000503000000000000" pitchFamily="66" charset="-128"/>
                </a:rPr>
                <a:t>00.0%</a:t>
              </a:r>
              <a:endParaRPr lang="ja-JP" altLang="en-US" sz="1050">
                <a:solidFill>
                  <a:schemeClr val="tx1">
                    <a:lumMod val="85000"/>
                    <a:lumOff val="15000"/>
                  </a:schemeClr>
                </a:solidFill>
              </a:endParaRPr>
            </a:p>
          </p:txBody>
        </p:sp>
        <p:sp>
          <p:nvSpPr>
            <p:cNvPr id="62" name="テキスト ボックス 61">
              <a:extLst>
                <a:ext uri="{FF2B5EF4-FFF2-40B4-BE49-F238E27FC236}">
                  <a16:creationId xmlns:a16="http://schemas.microsoft.com/office/drawing/2014/main" id="{797FF8C8-05BE-4F81-6F8A-95A436D46BD1}"/>
                </a:ext>
              </a:extLst>
            </p:cNvPr>
            <p:cNvSpPr txBox="1"/>
            <p:nvPr/>
          </p:nvSpPr>
          <p:spPr>
            <a:xfrm>
              <a:off x="10330869" y="2369027"/>
              <a:ext cx="569388" cy="261610"/>
            </a:xfrm>
            <a:prstGeom prst="rect">
              <a:avLst/>
            </a:prstGeom>
            <a:noFill/>
          </p:spPr>
          <p:txBody>
            <a:bodyPr wrap="square">
              <a:spAutoFit/>
            </a:bodyPr>
            <a:lstStyle/>
            <a:p>
              <a:r>
                <a:rPr lang="en-US" altLang="ja-JP" sz="1100">
                  <a:solidFill>
                    <a:schemeClr val="tx1">
                      <a:lumMod val="85000"/>
                      <a:lumOff val="15000"/>
                    </a:schemeClr>
                  </a:solidFill>
                  <a:latin typeface="原稿用標準書体" panose="03000503000000000000" pitchFamily="66" charset="-128"/>
                  <a:ea typeface="原稿用標準書体" panose="03000503000000000000" pitchFamily="66" charset="-128"/>
                </a:rPr>
                <a:t>00.0%</a:t>
              </a:r>
              <a:endParaRPr lang="ja-JP" altLang="en-US" sz="1050">
                <a:solidFill>
                  <a:schemeClr val="tx1">
                    <a:lumMod val="85000"/>
                    <a:lumOff val="15000"/>
                  </a:schemeClr>
                </a:solidFill>
              </a:endParaRPr>
            </a:p>
          </p:txBody>
        </p:sp>
      </p:grpSp>
      <p:sp>
        <p:nvSpPr>
          <p:cNvPr id="30" name="フローチャート: 論理積ゲート 29">
            <a:extLst>
              <a:ext uri="{FF2B5EF4-FFF2-40B4-BE49-F238E27FC236}">
                <a16:creationId xmlns:a16="http://schemas.microsoft.com/office/drawing/2014/main" id="{1C96438F-3E2C-FD9F-5A2A-2EFE2BBB48AB}"/>
              </a:ext>
            </a:extLst>
          </p:cNvPr>
          <p:cNvSpPr/>
          <p:nvPr/>
        </p:nvSpPr>
        <p:spPr>
          <a:xfrm>
            <a:off x="9281688" y="4144847"/>
            <a:ext cx="851188" cy="488271"/>
          </a:xfrm>
          <a:prstGeom prst="flowChartDelay">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600" b="1">
                <a:latin typeface="BIZ UDP明朝 Medium" panose="02020500000000000000" pitchFamily="18" charset="-128"/>
                <a:ea typeface="BIZ UDP明朝 Medium" panose="02020500000000000000" pitchFamily="18" charset="-128"/>
              </a:rPr>
              <a:t>MAX</a:t>
            </a:r>
            <a:endParaRPr lang="ja-JP" altLang="en-US" sz="1600" b="1" dirty="0">
              <a:latin typeface="BIZ UDP明朝 Medium" panose="02020500000000000000" pitchFamily="18" charset="-128"/>
              <a:ea typeface="BIZ UDP明朝 Medium" panose="02020500000000000000" pitchFamily="18" charset="-128"/>
            </a:endParaRPr>
          </a:p>
        </p:txBody>
      </p:sp>
    </p:spTree>
    <p:extLst>
      <p:ext uri="{BB962C8B-B14F-4D97-AF65-F5344CB8AC3E}">
        <p14:creationId xmlns:p14="http://schemas.microsoft.com/office/powerpoint/2010/main" val="363897702"/>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bg>
      <p:bgPr>
        <a:gradFill flip="none" rotWithShape="1">
          <a:gsLst>
            <a:gs pos="15000">
              <a:srgbClr val="660066"/>
            </a:gs>
            <a:gs pos="45000">
              <a:schemeClr val="tx1">
                <a:lumMod val="85000"/>
                <a:lumOff val="15000"/>
              </a:schemeClr>
            </a:gs>
            <a:gs pos="80000">
              <a:schemeClr val="tx1">
                <a:lumMod val="85000"/>
                <a:lumOff val="15000"/>
              </a:schemeClr>
            </a:gs>
          </a:gsLst>
          <a:lin ang="2700000" scaled="1"/>
          <a:tileRect/>
        </a:gradFill>
        <a:effectLst/>
      </p:bgPr>
    </p:bg>
    <p:spTree>
      <p:nvGrpSpPr>
        <p:cNvPr id="1" name="">
          <a:extLst>
            <a:ext uri="{FF2B5EF4-FFF2-40B4-BE49-F238E27FC236}">
              <a16:creationId xmlns:a16="http://schemas.microsoft.com/office/drawing/2014/main" id="{21444599-77B0-3008-555B-67A1362A0534}"/>
            </a:ext>
          </a:extLst>
        </p:cNvPr>
        <p:cNvGrpSpPr/>
        <p:nvPr/>
      </p:nvGrpSpPr>
      <p:grpSpPr>
        <a:xfrm>
          <a:off x="0" y="0"/>
          <a:ext cx="0" cy="0"/>
          <a:chOff x="0" y="0"/>
          <a:chExt cx="0" cy="0"/>
        </a:xfrm>
      </p:grpSpPr>
      <p:grpSp>
        <p:nvGrpSpPr>
          <p:cNvPr id="20" name="グループ化 19">
            <a:extLst>
              <a:ext uri="{FF2B5EF4-FFF2-40B4-BE49-F238E27FC236}">
                <a16:creationId xmlns:a16="http://schemas.microsoft.com/office/drawing/2014/main" id="{5EC34658-F046-7CD9-3808-BF826CE4B404}"/>
              </a:ext>
            </a:extLst>
          </p:cNvPr>
          <p:cNvGrpSpPr/>
          <p:nvPr/>
        </p:nvGrpSpPr>
        <p:grpSpPr>
          <a:xfrm>
            <a:off x="1027878" y="1733257"/>
            <a:ext cx="10136243" cy="4370273"/>
            <a:chOff x="1027878" y="1733257"/>
            <a:chExt cx="10136243" cy="4101557"/>
          </a:xfrm>
        </p:grpSpPr>
        <p:sp>
          <p:nvSpPr>
            <p:cNvPr id="19" name="四角形: 上の 2 つの角を丸める 18">
              <a:extLst>
                <a:ext uri="{FF2B5EF4-FFF2-40B4-BE49-F238E27FC236}">
                  <a16:creationId xmlns:a16="http://schemas.microsoft.com/office/drawing/2014/main" id="{3A19BA8E-95A6-B3BA-42C3-6F5A891AA19D}"/>
                </a:ext>
              </a:extLst>
            </p:cNvPr>
            <p:cNvSpPr/>
            <p:nvPr/>
          </p:nvSpPr>
          <p:spPr>
            <a:xfrm rot="5400000" flipH="1" flipV="1">
              <a:off x="1511159" y="1249976"/>
              <a:ext cx="4101557" cy="5068120"/>
            </a:xfrm>
            <a:prstGeom prst="round2SameRect">
              <a:avLst/>
            </a:prstGeom>
            <a:solidFill>
              <a:schemeClr val="bg1">
                <a:lumMod val="95000"/>
                <a:alpha val="69804"/>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9" name="四角形: 上の 2 つの角を丸める 68">
              <a:extLst>
                <a:ext uri="{FF2B5EF4-FFF2-40B4-BE49-F238E27FC236}">
                  <a16:creationId xmlns:a16="http://schemas.microsoft.com/office/drawing/2014/main" id="{4B88897B-0630-8A5C-2E84-1F68F974648E}"/>
                </a:ext>
              </a:extLst>
            </p:cNvPr>
            <p:cNvSpPr/>
            <p:nvPr/>
          </p:nvSpPr>
          <p:spPr>
            <a:xfrm rot="16200000" flipV="1">
              <a:off x="6579282" y="1249976"/>
              <a:ext cx="4101557" cy="5068120"/>
            </a:xfrm>
            <a:prstGeom prst="round2SameRect">
              <a:avLst/>
            </a:prstGeom>
            <a:solidFill>
              <a:srgbClr val="FF66FF">
                <a:alpha val="6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3" name="グループ化 2">
            <a:extLst>
              <a:ext uri="{FF2B5EF4-FFF2-40B4-BE49-F238E27FC236}">
                <a16:creationId xmlns:a16="http://schemas.microsoft.com/office/drawing/2014/main" id="{AFB9F8E5-B408-ED99-3FCE-A987ACA92901}"/>
              </a:ext>
            </a:extLst>
          </p:cNvPr>
          <p:cNvGrpSpPr/>
          <p:nvPr/>
        </p:nvGrpSpPr>
        <p:grpSpPr>
          <a:xfrm>
            <a:off x="1583831" y="3416670"/>
            <a:ext cx="1133594" cy="1104484"/>
            <a:chOff x="7726816" y="3269363"/>
            <a:chExt cx="1349421" cy="1314768"/>
          </a:xfrm>
        </p:grpSpPr>
        <p:sp>
          <p:nvSpPr>
            <p:cNvPr id="4" name="四角形: 角を丸くする 3">
              <a:extLst>
                <a:ext uri="{FF2B5EF4-FFF2-40B4-BE49-F238E27FC236}">
                  <a16:creationId xmlns:a16="http://schemas.microsoft.com/office/drawing/2014/main" id="{A30AC57D-7974-F428-ABFB-33C4578FE408}"/>
                </a:ext>
              </a:extLst>
            </p:cNvPr>
            <p:cNvSpPr/>
            <p:nvPr/>
          </p:nvSpPr>
          <p:spPr>
            <a:xfrm>
              <a:off x="7726816" y="3269363"/>
              <a:ext cx="1349421" cy="1314768"/>
            </a:xfrm>
            <a:prstGeom prst="roundRect">
              <a:avLst>
                <a:gd name="adj" fmla="val 6896"/>
              </a:avLst>
            </a:prstGeom>
            <a:noFill/>
            <a:ln w="25400">
              <a:solidFill>
                <a:srgbClr val="FF00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5" name="図 4">
              <a:extLst>
                <a:ext uri="{FF2B5EF4-FFF2-40B4-BE49-F238E27FC236}">
                  <a16:creationId xmlns:a16="http://schemas.microsoft.com/office/drawing/2014/main" id="{6AF6D274-5A57-65E8-0618-244FADE85C20}"/>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7883385" y="3371861"/>
              <a:ext cx="1059999" cy="1125304"/>
            </a:xfrm>
            <a:prstGeom prst="rect">
              <a:avLst/>
            </a:prstGeom>
          </p:spPr>
        </p:pic>
      </p:grpSp>
      <p:grpSp>
        <p:nvGrpSpPr>
          <p:cNvPr id="6" name="グループ化 5">
            <a:extLst>
              <a:ext uri="{FF2B5EF4-FFF2-40B4-BE49-F238E27FC236}">
                <a16:creationId xmlns:a16="http://schemas.microsoft.com/office/drawing/2014/main" id="{5D0BF73E-0854-802D-D4F7-4F7B4280318F}"/>
              </a:ext>
            </a:extLst>
          </p:cNvPr>
          <p:cNvGrpSpPr/>
          <p:nvPr/>
        </p:nvGrpSpPr>
        <p:grpSpPr>
          <a:xfrm>
            <a:off x="2989301" y="3416670"/>
            <a:ext cx="1133594" cy="1104484"/>
            <a:chOff x="7726816" y="3269363"/>
            <a:chExt cx="1349421" cy="1314768"/>
          </a:xfrm>
        </p:grpSpPr>
        <p:sp>
          <p:nvSpPr>
            <p:cNvPr id="7" name="四角形: 角を丸くする 6">
              <a:extLst>
                <a:ext uri="{FF2B5EF4-FFF2-40B4-BE49-F238E27FC236}">
                  <a16:creationId xmlns:a16="http://schemas.microsoft.com/office/drawing/2014/main" id="{70D7720D-BF67-FF00-5C79-4BF235DCF5DD}"/>
                </a:ext>
              </a:extLst>
            </p:cNvPr>
            <p:cNvSpPr/>
            <p:nvPr/>
          </p:nvSpPr>
          <p:spPr>
            <a:xfrm>
              <a:off x="7726816" y="3269363"/>
              <a:ext cx="1349421" cy="1314768"/>
            </a:xfrm>
            <a:prstGeom prst="roundRect">
              <a:avLst>
                <a:gd name="adj" fmla="val 6896"/>
              </a:avLst>
            </a:prstGeom>
            <a:noFill/>
            <a:ln w="25400">
              <a:solidFill>
                <a:schemeClr val="tx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8" name="図 7">
              <a:extLst>
                <a:ext uri="{FF2B5EF4-FFF2-40B4-BE49-F238E27FC236}">
                  <a16:creationId xmlns:a16="http://schemas.microsoft.com/office/drawing/2014/main" id="{BEBCB71A-9030-4DAA-ED4B-BD9940E57E89}"/>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7883385" y="3371861"/>
              <a:ext cx="1059999" cy="1125304"/>
            </a:xfrm>
            <a:prstGeom prst="rect">
              <a:avLst/>
            </a:prstGeom>
          </p:spPr>
        </p:pic>
      </p:grpSp>
      <p:grpSp>
        <p:nvGrpSpPr>
          <p:cNvPr id="9" name="グループ化 8">
            <a:extLst>
              <a:ext uri="{FF2B5EF4-FFF2-40B4-BE49-F238E27FC236}">
                <a16:creationId xmlns:a16="http://schemas.microsoft.com/office/drawing/2014/main" id="{E949E531-CC4B-E60E-0A59-A300FCC6B693}"/>
              </a:ext>
            </a:extLst>
          </p:cNvPr>
          <p:cNvGrpSpPr/>
          <p:nvPr/>
        </p:nvGrpSpPr>
        <p:grpSpPr>
          <a:xfrm>
            <a:off x="4394772" y="3416670"/>
            <a:ext cx="1133594" cy="1104484"/>
            <a:chOff x="7726816" y="3269363"/>
            <a:chExt cx="1349421" cy="1314768"/>
          </a:xfrm>
        </p:grpSpPr>
        <p:sp>
          <p:nvSpPr>
            <p:cNvPr id="10" name="四角形: 角を丸くする 9">
              <a:extLst>
                <a:ext uri="{FF2B5EF4-FFF2-40B4-BE49-F238E27FC236}">
                  <a16:creationId xmlns:a16="http://schemas.microsoft.com/office/drawing/2014/main" id="{A1C1D7CB-BEF5-7F99-4772-B536F70244B2}"/>
                </a:ext>
              </a:extLst>
            </p:cNvPr>
            <p:cNvSpPr/>
            <p:nvPr/>
          </p:nvSpPr>
          <p:spPr>
            <a:xfrm>
              <a:off x="7726816" y="3269363"/>
              <a:ext cx="1349421" cy="1314768"/>
            </a:xfrm>
            <a:prstGeom prst="roundRect">
              <a:avLst>
                <a:gd name="adj" fmla="val 6896"/>
              </a:avLst>
            </a:prstGeom>
            <a:noFill/>
            <a:ln w="25400">
              <a:solidFill>
                <a:schemeClr val="tx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11" name="図 10">
              <a:extLst>
                <a:ext uri="{FF2B5EF4-FFF2-40B4-BE49-F238E27FC236}">
                  <a16:creationId xmlns:a16="http://schemas.microsoft.com/office/drawing/2014/main" id="{15D7FAA2-AAF1-DF17-2434-9B88BEA67C35}"/>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7883385" y="3371861"/>
              <a:ext cx="1059999" cy="1125304"/>
            </a:xfrm>
            <a:prstGeom prst="rect">
              <a:avLst/>
            </a:prstGeom>
          </p:spPr>
        </p:pic>
      </p:grpSp>
      <p:sp>
        <p:nvSpPr>
          <p:cNvPr id="12" name="二等辺三角形 11">
            <a:extLst>
              <a:ext uri="{FF2B5EF4-FFF2-40B4-BE49-F238E27FC236}">
                <a16:creationId xmlns:a16="http://schemas.microsoft.com/office/drawing/2014/main" id="{D57C8F3D-E01D-1D45-3ACB-D5528B549643}"/>
              </a:ext>
            </a:extLst>
          </p:cNvPr>
          <p:cNvSpPr/>
          <p:nvPr/>
        </p:nvSpPr>
        <p:spPr>
          <a:xfrm>
            <a:off x="1860681" y="4443309"/>
            <a:ext cx="625766" cy="366261"/>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1" name="楕円 20">
            <a:extLst>
              <a:ext uri="{FF2B5EF4-FFF2-40B4-BE49-F238E27FC236}">
                <a16:creationId xmlns:a16="http://schemas.microsoft.com/office/drawing/2014/main" id="{01E7EF41-B747-69B1-7B68-22F4BBAB20F1}"/>
              </a:ext>
            </a:extLst>
          </p:cNvPr>
          <p:cNvSpPr/>
          <p:nvPr/>
        </p:nvSpPr>
        <p:spPr>
          <a:xfrm>
            <a:off x="1430070" y="3047772"/>
            <a:ext cx="454282" cy="454282"/>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22" name="楕円 21">
            <a:extLst>
              <a:ext uri="{FF2B5EF4-FFF2-40B4-BE49-F238E27FC236}">
                <a16:creationId xmlns:a16="http://schemas.microsoft.com/office/drawing/2014/main" id="{155878BA-76E1-1D2F-F305-5AB840416145}"/>
              </a:ext>
            </a:extLst>
          </p:cNvPr>
          <p:cNvSpPr/>
          <p:nvPr/>
        </p:nvSpPr>
        <p:spPr>
          <a:xfrm>
            <a:off x="2838816" y="3047772"/>
            <a:ext cx="454282" cy="45428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solidFill>
                  <a:schemeClr val="bg1">
                    <a:lumMod val="95000"/>
                  </a:schemeClr>
                </a:solidFill>
                <a:latin typeface="原稿用標準書体" panose="03000503000000000000" pitchFamily="66" charset="-128"/>
                <a:ea typeface="原稿用標準書体" panose="03000503000000000000" pitchFamily="66" charset="-128"/>
              </a:rPr>
              <a:t>速</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23" name="楕円 22">
            <a:extLst>
              <a:ext uri="{FF2B5EF4-FFF2-40B4-BE49-F238E27FC236}">
                <a16:creationId xmlns:a16="http://schemas.microsoft.com/office/drawing/2014/main" id="{91ADAB9F-FEE1-C11B-BD2B-DC473F79C50F}"/>
              </a:ext>
            </a:extLst>
          </p:cNvPr>
          <p:cNvSpPr/>
          <p:nvPr/>
        </p:nvSpPr>
        <p:spPr>
          <a:xfrm>
            <a:off x="4247563" y="3047772"/>
            <a:ext cx="454282" cy="454282"/>
          </a:xfrm>
          <a:prstGeom prst="ellipse">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rPr>
              <a:t>技</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54" name="グループ化 53">
            <a:extLst>
              <a:ext uri="{FF2B5EF4-FFF2-40B4-BE49-F238E27FC236}">
                <a16:creationId xmlns:a16="http://schemas.microsoft.com/office/drawing/2014/main" id="{F4A59A91-8755-13E5-1BB6-7A548F1DEE58}"/>
              </a:ext>
            </a:extLst>
          </p:cNvPr>
          <p:cNvGrpSpPr/>
          <p:nvPr/>
        </p:nvGrpSpPr>
        <p:grpSpPr>
          <a:xfrm>
            <a:off x="163586" y="134635"/>
            <a:ext cx="3123445" cy="1396119"/>
            <a:chOff x="163586" y="134635"/>
            <a:chExt cx="3123445" cy="1396119"/>
          </a:xfrm>
        </p:grpSpPr>
        <p:sp>
          <p:nvSpPr>
            <p:cNvPr id="55" name="四角形: 角を丸くする 54">
              <a:extLst>
                <a:ext uri="{FF2B5EF4-FFF2-40B4-BE49-F238E27FC236}">
                  <a16:creationId xmlns:a16="http://schemas.microsoft.com/office/drawing/2014/main" id="{7FE2E080-3191-0047-DB41-6342D8046B16}"/>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56" name="テキスト ボックス 55">
              <a:extLst>
                <a:ext uri="{FF2B5EF4-FFF2-40B4-BE49-F238E27FC236}">
                  <a16:creationId xmlns:a16="http://schemas.microsoft.com/office/drawing/2014/main" id="{AE6933C2-1C95-D133-E5B5-7D805558B338}"/>
                </a:ext>
              </a:extLst>
            </p:cNvPr>
            <p:cNvSpPr txBox="1"/>
            <p:nvPr/>
          </p:nvSpPr>
          <p:spPr>
            <a:xfrm>
              <a:off x="1752834" y="641390"/>
              <a:ext cx="121058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57" name="グループ化 56">
              <a:extLst>
                <a:ext uri="{FF2B5EF4-FFF2-40B4-BE49-F238E27FC236}">
                  <a16:creationId xmlns:a16="http://schemas.microsoft.com/office/drawing/2014/main" id="{7D26573A-FE21-EC5A-09EC-A7091B2E393A}"/>
                </a:ext>
              </a:extLst>
            </p:cNvPr>
            <p:cNvGrpSpPr/>
            <p:nvPr/>
          </p:nvGrpSpPr>
          <p:grpSpPr>
            <a:xfrm>
              <a:off x="163586" y="134635"/>
              <a:ext cx="1975684" cy="1396119"/>
              <a:chOff x="163586" y="134635"/>
              <a:chExt cx="1975684" cy="1396119"/>
            </a:xfrm>
          </p:grpSpPr>
          <p:grpSp>
            <p:nvGrpSpPr>
              <p:cNvPr id="58" name="グループ化 57">
                <a:extLst>
                  <a:ext uri="{FF2B5EF4-FFF2-40B4-BE49-F238E27FC236}">
                    <a16:creationId xmlns:a16="http://schemas.microsoft.com/office/drawing/2014/main" id="{CCB85659-AA12-1FC3-7D7C-F0219AF07770}"/>
                  </a:ext>
                </a:extLst>
              </p:cNvPr>
              <p:cNvGrpSpPr/>
              <p:nvPr/>
            </p:nvGrpSpPr>
            <p:grpSpPr>
              <a:xfrm>
                <a:off x="163586" y="134635"/>
                <a:ext cx="1975684" cy="1396119"/>
                <a:chOff x="163586" y="134635"/>
                <a:chExt cx="1975684" cy="1396119"/>
              </a:xfrm>
            </p:grpSpPr>
            <p:pic>
              <p:nvPicPr>
                <p:cNvPr id="60" name="図 59">
                  <a:extLst>
                    <a:ext uri="{FF2B5EF4-FFF2-40B4-BE49-F238E27FC236}">
                      <a16:creationId xmlns:a16="http://schemas.microsoft.com/office/drawing/2014/main" id="{B78FCAF8-C37C-2FA5-39F5-C0F5A8E1198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61" name="楕円 60">
                  <a:extLst>
                    <a:ext uri="{FF2B5EF4-FFF2-40B4-BE49-F238E27FC236}">
                      <a16:creationId xmlns:a16="http://schemas.microsoft.com/office/drawing/2014/main" id="{281E8529-3F48-39E7-8869-6A739E5A15E4}"/>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59" name="図 58">
                <a:extLst>
                  <a:ext uri="{FF2B5EF4-FFF2-40B4-BE49-F238E27FC236}">
                    <a16:creationId xmlns:a16="http://schemas.microsoft.com/office/drawing/2014/main" id="{1401D81A-CDF1-46ED-811B-9AA33EE5A76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grpSp>
        <p:nvGrpSpPr>
          <p:cNvPr id="73" name="グループ化 72">
            <a:extLst>
              <a:ext uri="{FF2B5EF4-FFF2-40B4-BE49-F238E27FC236}">
                <a16:creationId xmlns:a16="http://schemas.microsoft.com/office/drawing/2014/main" id="{4E1D2711-5C56-FC18-167E-A6B22FBACD20}"/>
              </a:ext>
            </a:extLst>
          </p:cNvPr>
          <p:cNvGrpSpPr/>
          <p:nvPr/>
        </p:nvGrpSpPr>
        <p:grpSpPr>
          <a:xfrm>
            <a:off x="1984757" y="5092785"/>
            <a:ext cx="3121759" cy="584775"/>
            <a:chOff x="6791462" y="1388006"/>
            <a:chExt cx="3121759" cy="584775"/>
          </a:xfrm>
        </p:grpSpPr>
        <p:sp>
          <p:nvSpPr>
            <p:cNvPr id="63" name="テキスト ボックス 62">
              <a:extLst>
                <a:ext uri="{FF2B5EF4-FFF2-40B4-BE49-F238E27FC236}">
                  <a16:creationId xmlns:a16="http://schemas.microsoft.com/office/drawing/2014/main" id="{BD127E96-6257-3740-F1D5-B4CE56413D23}"/>
                </a:ext>
              </a:extLst>
            </p:cNvPr>
            <p:cNvSpPr txBox="1"/>
            <p:nvPr/>
          </p:nvSpPr>
          <p:spPr>
            <a:xfrm>
              <a:off x="7266343" y="1388006"/>
              <a:ext cx="2646878" cy="584775"/>
            </a:xfrm>
            <a:prstGeom prst="rect">
              <a:avLst/>
            </a:prstGeom>
            <a:noFill/>
          </p:spPr>
          <p:txBody>
            <a:bodyPr wrap="none" rtlCol="0">
              <a:spAutoFit/>
            </a:bodyPr>
            <a:lstStyle/>
            <a:p>
              <a:pPr algn="ctr"/>
              <a:r>
                <a:rPr lang="ja-JP" altLang="en-US" sz="3200" u="sng">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武器種名</a:t>
              </a:r>
              <a:r>
                <a:rPr lang="ja-JP" altLang="en-US" sz="32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製造</a:t>
              </a:r>
              <a:endParaRPr kumimoji="1" lang="ja-JP" altLang="en-US" sz="3200"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5" name="楕円 64">
              <a:extLst>
                <a:ext uri="{FF2B5EF4-FFF2-40B4-BE49-F238E27FC236}">
                  <a16:creationId xmlns:a16="http://schemas.microsoft.com/office/drawing/2014/main" id="{1F695C4F-FDE2-B7B6-42F4-651EE87FFFFD}"/>
                </a:ext>
              </a:extLst>
            </p:cNvPr>
            <p:cNvSpPr/>
            <p:nvPr/>
          </p:nvSpPr>
          <p:spPr>
            <a:xfrm>
              <a:off x="6791462" y="1453252"/>
              <a:ext cx="454282" cy="454282"/>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26" name="グループ化 25">
            <a:extLst>
              <a:ext uri="{FF2B5EF4-FFF2-40B4-BE49-F238E27FC236}">
                <a16:creationId xmlns:a16="http://schemas.microsoft.com/office/drawing/2014/main" id="{BD89DEB8-76BF-8CB9-CF7A-6B0D9FC7D8FD}"/>
              </a:ext>
            </a:extLst>
          </p:cNvPr>
          <p:cNvGrpSpPr/>
          <p:nvPr/>
        </p:nvGrpSpPr>
        <p:grpSpPr>
          <a:xfrm>
            <a:off x="7199529" y="2801339"/>
            <a:ext cx="2861061" cy="1831784"/>
            <a:chOff x="7277011" y="3923247"/>
            <a:chExt cx="2706098" cy="1732572"/>
          </a:xfrm>
        </p:grpSpPr>
        <p:grpSp>
          <p:nvGrpSpPr>
            <p:cNvPr id="17" name="グループ化 16">
              <a:extLst>
                <a:ext uri="{FF2B5EF4-FFF2-40B4-BE49-F238E27FC236}">
                  <a16:creationId xmlns:a16="http://schemas.microsoft.com/office/drawing/2014/main" id="{F46C0F98-90A6-5099-E635-A50F7F4D0926}"/>
                </a:ext>
              </a:extLst>
            </p:cNvPr>
            <p:cNvGrpSpPr/>
            <p:nvPr/>
          </p:nvGrpSpPr>
          <p:grpSpPr>
            <a:xfrm>
              <a:off x="7277011" y="3923247"/>
              <a:ext cx="2706098" cy="1732572"/>
              <a:chOff x="7336530" y="4291749"/>
              <a:chExt cx="2706098" cy="1732572"/>
            </a:xfrm>
          </p:grpSpPr>
          <p:sp>
            <p:nvSpPr>
              <p:cNvPr id="35" name="四角形: 角を丸くする 34">
                <a:extLst>
                  <a:ext uri="{FF2B5EF4-FFF2-40B4-BE49-F238E27FC236}">
                    <a16:creationId xmlns:a16="http://schemas.microsoft.com/office/drawing/2014/main" id="{A04BFCF2-ED9F-F77C-290E-038AD7D668FE}"/>
                  </a:ext>
                </a:extLst>
              </p:cNvPr>
              <p:cNvSpPr/>
              <p:nvPr/>
            </p:nvSpPr>
            <p:spPr>
              <a:xfrm>
                <a:off x="8004850" y="4810942"/>
                <a:ext cx="1417186" cy="561333"/>
              </a:xfrm>
              <a:prstGeom prst="roundRect">
                <a:avLst>
                  <a:gd name="adj" fmla="val 6896"/>
                </a:avLst>
              </a:prstGeom>
              <a:solidFill>
                <a:schemeClr val="accent2">
                  <a:lumMod val="60000"/>
                  <a:lumOff val="4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42" name="グループ化 41">
                <a:extLst>
                  <a:ext uri="{FF2B5EF4-FFF2-40B4-BE49-F238E27FC236}">
                    <a16:creationId xmlns:a16="http://schemas.microsoft.com/office/drawing/2014/main" id="{C437A615-E9E3-2431-2F67-0BC0F346E6EC}"/>
                  </a:ext>
                </a:extLst>
              </p:cNvPr>
              <p:cNvGrpSpPr/>
              <p:nvPr/>
            </p:nvGrpSpPr>
            <p:grpSpPr>
              <a:xfrm>
                <a:off x="9557996" y="4815378"/>
                <a:ext cx="484632" cy="537478"/>
                <a:chOff x="9599351" y="4038823"/>
                <a:chExt cx="484632" cy="537478"/>
              </a:xfrm>
            </p:grpSpPr>
            <p:sp>
              <p:nvSpPr>
                <p:cNvPr id="38" name="矢印: 山形 37">
                  <a:extLst>
                    <a:ext uri="{FF2B5EF4-FFF2-40B4-BE49-F238E27FC236}">
                      <a16:creationId xmlns:a16="http://schemas.microsoft.com/office/drawing/2014/main" id="{E497FDD2-593A-D33E-9FE5-D677856EDE08}"/>
                    </a:ext>
                  </a:extLst>
                </p:cNvPr>
                <p:cNvSpPr/>
                <p:nvPr/>
              </p:nvSpPr>
              <p:spPr>
                <a:xfrm>
                  <a:off x="9599351" y="4091669"/>
                  <a:ext cx="484632" cy="484632"/>
                </a:xfrm>
                <a:prstGeom prst="chevron">
                  <a:avLst>
                    <a:gd name="adj" fmla="val 17764"/>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39" name="テキスト ボックス 38">
                  <a:extLst>
                    <a:ext uri="{FF2B5EF4-FFF2-40B4-BE49-F238E27FC236}">
                      <a16:creationId xmlns:a16="http://schemas.microsoft.com/office/drawing/2014/main" id="{61B7C48F-A6D6-4867-9CDD-79867EF350E4}"/>
                    </a:ext>
                  </a:extLst>
                </p:cNvPr>
                <p:cNvSpPr txBox="1"/>
                <p:nvPr/>
              </p:nvSpPr>
              <p:spPr>
                <a:xfrm>
                  <a:off x="9673351" y="4038823"/>
                  <a:ext cx="364202" cy="523220"/>
                </a:xfrm>
                <a:prstGeom prst="rect">
                  <a:avLst/>
                </a:prstGeom>
                <a:noFill/>
              </p:spPr>
              <p:txBody>
                <a:bodyPr wrap="none" rtlCol="0">
                  <a:spAutoFit/>
                </a:bodyPr>
                <a:lstStyle/>
                <a:p>
                  <a:r>
                    <a:rPr kumimoji="1" lang="en-US" altLang="ja-JP" sz="2800">
                      <a:latin typeface="原稿用標準書体" panose="03000503000000000000" pitchFamily="66" charset="-128"/>
                      <a:ea typeface="原稿用標準書体" panose="03000503000000000000" pitchFamily="66" charset="-128"/>
                    </a:rPr>
                    <a:t>+</a:t>
                  </a:r>
                  <a:endParaRPr kumimoji="1" lang="ja-JP" altLang="en-US" sz="2800">
                    <a:latin typeface="原稿用標準書体" panose="03000503000000000000" pitchFamily="66" charset="-128"/>
                    <a:ea typeface="原稿用標準書体" panose="03000503000000000000" pitchFamily="66" charset="-128"/>
                  </a:endParaRPr>
                </a:p>
              </p:txBody>
            </p:sp>
          </p:grpSp>
          <p:sp>
            <p:nvSpPr>
              <p:cNvPr id="41" name="テキスト ボックス 40">
                <a:extLst>
                  <a:ext uri="{FF2B5EF4-FFF2-40B4-BE49-F238E27FC236}">
                    <a16:creationId xmlns:a16="http://schemas.microsoft.com/office/drawing/2014/main" id="{EE94B7CB-9A5D-DAAC-1A61-89210A6EBD3A}"/>
                  </a:ext>
                </a:extLst>
              </p:cNvPr>
              <p:cNvSpPr txBox="1"/>
              <p:nvPr/>
            </p:nvSpPr>
            <p:spPr>
              <a:xfrm>
                <a:off x="8223614" y="4291749"/>
                <a:ext cx="1184940" cy="400110"/>
              </a:xfrm>
              <a:prstGeom prst="rect">
                <a:avLst/>
              </a:prstGeom>
              <a:noFill/>
            </p:spPr>
            <p:txBody>
              <a:bodyPr wrap="none" rtlCol="0">
                <a:spAutoFit/>
              </a:bodyPr>
              <a:lstStyle/>
              <a:p>
                <a:r>
                  <a:rPr lang="ja-JP" altLang="en-US" sz="1600">
                    <a:solidFill>
                      <a:schemeClr val="bg1">
                        <a:lumMod val="95000"/>
                      </a:schemeClr>
                    </a:solidFill>
                    <a:latin typeface="原稿用標準書体" panose="03000503000000000000" pitchFamily="66" charset="-128"/>
                    <a:ea typeface="原稿用標準書体" panose="03000503000000000000" pitchFamily="66" charset="-128"/>
                  </a:rPr>
                  <a:t>所持数</a:t>
                </a:r>
                <a:r>
                  <a:rPr lang="en-US" altLang="ja-JP" sz="2000">
                    <a:solidFill>
                      <a:schemeClr val="bg1">
                        <a:lumMod val="95000"/>
                      </a:schemeClr>
                    </a:solidFill>
                    <a:latin typeface="原稿用標準書体" panose="03000503000000000000" pitchFamily="66" charset="-128"/>
                    <a:ea typeface="原稿用標準書体" panose="03000503000000000000" pitchFamily="66" charset="-128"/>
                  </a:rPr>
                  <a:t>000</a:t>
                </a:r>
                <a:endParaRPr kumimoji="1" lang="ja-JP" altLang="en-US" sz="160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43" name="グループ化 42">
                <a:extLst>
                  <a:ext uri="{FF2B5EF4-FFF2-40B4-BE49-F238E27FC236}">
                    <a16:creationId xmlns:a16="http://schemas.microsoft.com/office/drawing/2014/main" id="{30436196-0D28-B8E8-0C6F-113C68F346B6}"/>
                  </a:ext>
                </a:extLst>
              </p:cNvPr>
              <p:cNvGrpSpPr/>
              <p:nvPr/>
            </p:nvGrpSpPr>
            <p:grpSpPr>
              <a:xfrm flipH="1">
                <a:off x="7336530" y="4815378"/>
                <a:ext cx="543739" cy="537478"/>
                <a:chOff x="9571929" y="4038823"/>
                <a:chExt cx="543739" cy="537478"/>
              </a:xfrm>
            </p:grpSpPr>
            <p:sp>
              <p:nvSpPr>
                <p:cNvPr id="44" name="矢印: 山形 43">
                  <a:extLst>
                    <a:ext uri="{FF2B5EF4-FFF2-40B4-BE49-F238E27FC236}">
                      <a16:creationId xmlns:a16="http://schemas.microsoft.com/office/drawing/2014/main" id="{17F79372-78B6-D918-D4B4-79AD7B7BED5C}"/>
                    </a:ext>
                  </a:extLst>
                </p:cNvPr>
                <p:cNvSpPr/>
                <p:nvPr/>
              </p:nvSpPr>
              <p:spPr>
                <a:xfrm>
                  <a:off x="9599351" y="4091669"/>
                  <a:ext cx="484632" cy="484632"/>
                </a:xfrm>
                <a:prstGeom prst="chevron">
                  <a:avLst>
                    <a:gd name="adj" fmla="val 17764"/>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45" name="テキスト ボックス 44">
                  <a:extLst>
                    <a:ext uri="{FF2B5EF4-FFF2-40B4-BE49-F238E27FC236}">
                      <a16:creationId xmlns:a16="http://schemas.microsoft.com/office/drawing/2014/main" id="{5BE1C158-A622-741E-8C9C-A23A761B2D14}"/>
                    </a:ext>
                  </a:extLst>
                </p:cNvPr>
                <p:cNvSpPr txBox="1"/>
                <p:nvPr/>
              </p:nvSpPr>
              <p:spPr>
                <a:xfrm>
                  <a:off x="9571929" y="4038823"/>
                  <a:ext cx="543739" cy="523220"/>
                </a:xfrm>
                <a:prstGeom prst="rect">
                  <a:avLst/>
                </a:prstGeom>
                <a:noFill/>
              </p:spPr>
              <p:txBody>
                <a:bodyPr wrap="none" rtlCol="0">
                  <a:spAutoFit/>
                </a:bodyPr>
                <a:lstStyle/>
                <a:p>
                  <a:r>
                    <a:rPr kumimoji="1" lang="ja-JP" altLang="en-US" sz="2800">
                      <a:latin typeface="原稿用標準書体" panose="03000503000000000000" pitchFamily="66" charset="-128"/>
                      <a:ea typeface="原稿用標準書体" panose="03000503000000000000" pitchFamily="66" charset="-128"/>
                    </a:rPr>
                    <a:t>－</a:t>
                  </a:r>
                </a:p>
              </p:txBody>
            </p:sp>
          </p:grpSp>
          <p:sp>
            <p:nvSpPr>
              <p:cNvPr id="47" name="フローチャート: 論理積ゲート 46">
                <a:extLst>
                  <a:ext uri="{FF2B5EF4-FFF2-40B4-BE49-F238E27FC236}">
                    <a16:creationId xmlns:a16="http://schemas.microsoft.com/office/drawing/2014/main" id="{D2718613-FFB9-423D-CF5D-96BF49B87BD4}"/>
                  </a:ext>
                </a:extLst>
              </p:cNvPr>
              <p:cNvSpPr/>
              <p:nvPr/>
            </p:nvSpPr>
            <p:spPr>
              <a:xfrm>
                <a:off x="7819217" y="5562495"/>
                <a:ext cx="805085" cy="461826"/>
              </a:xfrm>
              <a:prstGeom prst="flowChartDelay">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b="1">
                    <a:latin typeface="BIZ UDP明朝 Medium" panose="02020500000000000000" pitchFamily="18" charset="-128"/>
                    <a:ea typeface="BIZ UDP明朝 Medium" panose="02020500000000000000" pitchFamily="18" charset="-128"/>
                  </a:rPr>
                  <a:t>×</a:t>
                </a:r>
                <a:r>
                  <a:rPr lang="en-US" altLang="ja-JP" b="1" dirty="0">
                    <a:latin typeface="BIZ UDP明朝 Medium" panose="02020500000000000000" pitchFamily="18" charset="-128"/>
                    <a:ea typeface="BIZ UDP明朝 Medium" panose="02020500000000000000" pitchFamily="18" charset="-128"/>
                  </a:rPr>
                  <a:t>1</a:t>
                </a:r>
                <a:endParaRPr lang="ja-JP" altLang="en-US" b="1" dirty="0">
                  <a:latin typeface="BIZ UDP明朝 Medium" panose="02020500000000000000" pitchFamily="18" charset="-128"/>
                  <a:ea typeface="BIZ UDP明朝 Medium" panose="02020500000000000000" pitchFamily="18" charset="-128"/>
                </a:endParaRPr>
              </a:p>
            </p:txBody>
          </p:sp>
          <p:sp>
            <p:nvSpPr>
              <p:cNvPr id="49" name="フローチャート: 論理積ゲート 48">
                <a:extLst>
                  <a:ext uri="{FF2B5EF4-FFF2-40B4-BE49-F238E27FC236}">
                    <a16:creationId xmlns:a16="http://schemas.microsoft.com/office/drawing/2014/main" id="{BEFACB08-3AA0-6BBC-96A9-5C3704E6255F}"/>
                  </a:ext>
                </a:extLst>
              </p:cNvPr>
              <p:cNvSpPr/>
              <p:nvPr/>
            </p:nvSpPr>
            <p:spPr>
              <a:xfrm>
                <a:off x="8802584" y="5562492"/>
                <a:ext cx="805085" cy="461826"/>
              </a:xfrm>
              <a:prstGeom prst="flowChartDelay">
                <a:avLst/>
              </a:prstGeom>
              <a:solidFill>
                <a:srgbClr val="CC66FF"/>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b="1">
                    <a:latin typeface="BIZ UDP明朝 Medium" panose="02020500000000000000" pitchFamily="18" charset="-128"/>
                    <a:ea typeface="BIZ UDP明朝 Medium" panose="02020500000000000000" pitchFamily="18" charset="-128"/>
                  </a:rPr>
                  <a:t>×</a:t>
                </a:r>
                <a:r>
                  <a:rPr kumimoji="1" lang="en-US" altLang="ja-JP" b="1" dirty="0">
                    <a:latin typeface="BIZ UDP明朝 Medium" panose="02020500000000000000" pitchFamily="18" charset="-128"/>
                    <a:ea typeface="BIZ UDP明朝 Medium" panose="02020500000000000000" pitchFamily="18" charset="-128"/>
                  </a:rPr>
                  <a:t>2</a:t>
                </a:r>
                <a:endParaRPr kumimoji="1" lang="ja-JP" altLang="en-US" b="1" dirty="0">
                  <a:latin typeface="BIZ UDP明朝 Medium" panose="02020500000000000000" pitchFamily="18" charset="-128"/>
                  <a:ea typeface="BIZ UDP明朝 Medium" panose="02020500000000000000" pitchFamily="18" charset="-128"/>
                </a:endParaRPr>
              </a:p>
            </p:txBody>
          </p:sp>
          <p:sp>
            <p:nvSpPr>
              <p:cNvPr id="53" name="テキスト ボックス 52">
                <a:extLst>
                  <a:ext uri="{FF2B5EF4-FFF2-40B4-BE49-F238E27FC236}">
                    <a16:creationId xmlns:a16="http://schemas.microsoft.com/office/drawing/2014/main" id="{80918820-CF6B-9940-81A7-0BD3DF620DBA}"/>
                  </a:ext>
                </a:extLst>
              </p:cNvPr>
              <p:cNvSpPr txBox="1"/>
              <p:nvPr/>
            </p:nvSpPr>
            <p:spPr>
              <a:xfrm>
                <a:off x="8120973" y="4891553"/>
                <a:ext cx="1184940" cy="400110"/>
              </a:xfrm>
              <a:prstGeom prst="rect">
                <a:avLst/>
              </a:prstGeom>
              <a:noFill/>
            </p:spPr>
            <p:txBody>
              <a:bodyPr wrap="none" rtlCol="0">
                <a:spAutoFit/>
              </a:bodyPr>
              <a:lstStyle/>
              <a:p>
                <a:r>
                  <a:rPr lang="ja-JP" altLang="en-US" sz="1600">
                    <a:solidFill>
                      <a:srgbClr val="FF00FF"/>
                    </a:solidFill>
                    <a:latin typeface="原稿用標準書体" panose="03000503000000000000" pitchFamily="66" charset="-128"/>
                    <a:ea typeface="原稿用標準書体" panose="03000503000000000000" pitchFamily="66" charset="-128"/>
                  </a:rPr>
                  <a:t>製造数</a:t>
                </a:r>
                <a:r>
                  <a:rPr lang="en-US" altLang="ja-JP" sz="2000">
                    <a:solidFill>
                      <a:srgbClr val="FF00FF"/>
                    </a:solidFill>
                    <a:latin typeface="原稿用標準書体" panose="03000503000000000000" pitchFamily="66" charset="-128"/>
                    <a:ea typeface="原稿用標準書体" panose="03000503000000000000" pitchFamily="66" charset="-128"/>
                  </a:rPr>
                  <a:t>000</a:t>
                </a:r>
                <a:endParaRPr kumimoji="1" lang="ja-JP" altLang="en-US" sz="1600">
                  <a:solidFill>
                    <a:srgbClr val="FF00FF"/>
                  </a:solidFill>
                  <a:latin typeface="原稿用標準書体" panose="03000503000000000000" pitchFamily="66" charset="-128"/>
                  <a:ea typeface="原稿用標準書体" panose="03000503000000000000" pitchFamily="66" charset="-128"/>
                </a:endParaRPr>
              </a:p>
            </p:txBody>
          </p:sp>
        </p:grpSp>
        <p:pic>
          <p:nvPicPr>
            <p:cNvPr id="25" name="図 24">
              <a:extLst>
                <a:ext uri="{FF2B5EF4-FFF2-40B4-BE49-F238E27FC236}">
                  <a16:creationId xmlns:a16="http://schemas.microsoft.com/office/drawing/2014/main" id="{CD1B3C19-0815-3C09-ABF9-CBE6D37B3527}"/>
                </a:ext>
              </a:extLst>
            </p:cNvPr>
            <p:cNvPicPr>
              <a:picLocks noChangeAspect="1"/>
            </p:cNvPicPr>
            <p:nvPr/>
          </p:nvPicPr>
          <p:blipFill>
            <a:blip r:embed="rId5">
              <a:extLst>
                <a:ext uri="{BEBA8EAE-BF5A-486C-A8C5-ECC9F3942E4B}">
                  <a14:imgProps xmlns:a14="http://schemas.microsoft.com/office/drawing/2010/main">
                    <a14:imgLayer r:embed="rId6">
                      <a14:imgEffect>
                        <a14:sharpenSoften amount="-100000"/>
                      </a14:imgEffect>
                    </a14:imgLayer>
                  </a14:imgProps>
                </a:ext>
                <a:ext uri="{28A0092B-C50C-407E-A947-70E740481C1C}">
                  <a14:useLocalDpi xmlns:a14="http://schemas.microsoft.com/office/drawing/2010/main" val="0"/>
                </a:ext>
              </a:extLst>
            </a:blip>
            <a:stretch>
              <a:fillRect/>
            </a:stretch>
          </p:blipFill>
          <p:spPr>
            <a:xfrm rot="17264398">
              <a:off x="7971713" y="4080131"/>
              <a:ext cx="292822" cy="127881"/>
            </a:xfrm>
            <a:prstGeom prst="rect">
              <a:avLst/>
            </a:prstGeom>
          </p:spPr>
        </p:pic>
      </p:grpSp>
      <p:sp>
        <p:nvSpPr>
          <p:cNvPr id="29" name="フローチャート: 手操作入力 28">
            <a:extLst>
              <a:ext uri="{FF2B5EF4-FFF2-40B4-BE49-F238E27FC236}">
                <a16:creationId xmlns:a16="http://schemas.microsoft.com/office/drawing/2014/main" id="{0401C393-2A8F-9F18-3ACA-730371AF2039}"/>
              </a:ext>
            </a:extLst>
          </p:cNvPr>
          <p:cNvSpPr/>
          <p:nvPr/>
        </p:nvSpPr>
        <p:spPr>
          <a:xfrm>
            <a:off x="7513359" y="4906695"/>
            <a:ext cx="2143050" cy="787024"/>
          </a:xfrm>
          <a:prstGeom prst="flowChartManualInput">
            <a:avLst/>
          </a:prstGeom>
          <a:gradFill>
            <a:gsLst>
              <a:gs pos="15000">
                <a:schemeClr val="accent2"/>
              </a:gs>
              <a:gs pos="95000">
                <a:schemeClr val="accent2">
                  <a:lumMod val="40000"/>
                  <a:lumOff val="60000"/>
                </a:schemeClr>
              </a:gs>
            </a:gsLst>
            <a:path path="rect">
              <a:fillToRect l="50000" t="50000" r="50000" b="50000"/>
            </a:path>
          </a:gradFill>
          <a:ln>
            <a:solidFill>
              <a:schemeClr val="bg1">
                <a:lumMod val="95000"/>
                <a:alpha val="70000"/>
              </a:schemeClr>
            </a:solidFill>
          </a:ln>
          <a:effectLst>
            <a:glow rad="63500">
              <a:schemeClr val="bg1">
                <a:lumMod val="95000"/>
                <a:alpha val="4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1" name="テキスト ボックス 30">
            <a:extLst>
              <a:ext uri="{FF2B5EF4-FFF2-40B4-BE49-F238E27FC236}">
                <a16:creationId xmlns:a16="http://schemas.microsoft.com/office/drawing/2014/main" id="{4F6C0802-1174-C7B0-ECE3-CE32FD850FC7}"/>
              </a:ext>
            </a:extLst>
          </p:cNvPr>
          <p:cNvSpPr txBox="1"/>
          <p:nvPr/>
        </p:nvSpPr>
        <p:spPr>
          <a:xfrm>
            <a:off x="7774406" y="5038597"/>
            <a:ext cx="1620957" cy="523220"/>
          </a:xfrm>
          <a:prstGeom prst="rect">
            <a:avLst/>
          </a:prstGeom>
          <a:noFill/>
        </p:spPr>
        <p:txBody>
          <a:bodyPr wrap="none" rtlCol="0">
            <a:spAutoFit/>
          </a:bodyPr>
          <a:lstStyle/>
          <a:p>
            <a:pPr algn="ctr"/>
            <a:r>
              <a:rPr lang="ja-JP" altLang="en-US" sz="28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800"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3" name="四角形: 角を丸くする 12">
            <a:extLst>
              <a:ext uri="{FF2B5EF4-FFF2-40B4-BE49-F238E27FC236}">
                <a16:creationId xmlns:a16="http://schemas.microsoft.com/office/drawing/2014/main" id="{C32DFA23-8929-A398-97D6-48D888DE74CB}"/>
              </a:ext>
            </a:extLst>
          </p:cNvPr>
          <p:cNvSpPr/>
          <p:nvPr/>
        </p:nvSpPr>
        <p:spPr>
          <a:xfrm>
            <a:off x="2639151" y="1994249"/>
            <a:ext cx="1793837" cy="725238"/>
          </a:xfrm>
          <a:prstGeom prst="roundRect">
            <a:avLst>
              <a:gd name="adj" fmla="val 6896"/>
            </a:avLst>
          </a:prstGeom>
          <a:solidFill>
            <a:srgbClr val="FF00FF">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80" name="グループ化 79">
            <a:extLst>
              <a:ext uri="{FF2B5EF4-FFF2-40B4-BE49-F238E27FC236}">
                <a16:creationId xmlns:a16="http://schemas.microsoft.com/office/drawing/2014/main" id="{2E40B8BB-B9C5-F4F9-EFCD-6B5A1434CF21}"/>
              </a:ext>
            </a:extLst>
          </p:cNvPr>
          <p:cNvGrpSpPr/>
          <p:nvPr/>
        </p:nvGrpSpPr>
        <p:grpSpPr>
          <a:xfrm>
            <a:off x="2822772" y="2055955"/>
            <a:ext cx="1464386" cy="584775"/>
            <a:chOff x="8233390" y="837494"/>
            <a:chExt cx="1464386" cy="584775"/>
          </a:xfrm>
        </p:grpSpPr>
        <p:sp>
          <p:nvSpPr>
            <p:cNvPr id="77" name="楕円 76">
              <a:extLst>
                <a:ext uri="{FF2B5EF4-FFF2-40B4-BE49-F238E27FC236}">
                  <a16:creationId xmlns:a16="http://schemas.microsoft.com/office/drawing/2014/main" id="{85697845-68A8-7B35-C22E-6521E324F77D}"/>
                </a:ext>
              </a:extLst>
            </p:cNvPr>
            <p:cNvSpPr/>
            <p:nvPr/>
          </p:nvSpPr>
          <p:spPr>
            <a:xfrm>
              <a:off x="8233390" y="920277"/>
              <a:ext cx="454282" cy="454282"/>
            </a:xfrm>
            <a:prstGeom prst="ellips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800">
                  <a:solidFill>
                    <a:schemeClr val="bg1">
                      <a:lumMod val="95000"/>
                    </a:schemeClr>
                  </a:solidFill>
                  <a:latin typeface="原稿用標準書体" panose="03000503000000000000" pitchFamily="66" charset="-128"/>
                  <a:ea typeface="原稿用標準書体" panose="03000503000000000000" pitchFamily="66" charset="-128"/>
                </a:rPr>
                <a:t>キャラ</a:t>
              </a:r>
              <a:endParaRPr kumimoji="1" lang="ja-JP" altLang="en-US" sz="8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79" name="テキスト ボックス 78">
              <a:extLst>
                <a:ext uri="{FF2B5EF4-FFF2-40B4-BE49-F238E27FC236}">
                  <a16:creationId xmlns:a16="http://schemas.microsoft.com/office/drawing/2014/main" id="{FC5E2724-D4A5-0BD7-292B-824841E4C4DE}"/>
                </a:ext>
              </a:extLst>
            </p:cNvPr>
            <p:cNvSpPr txBox="1"/>
            <p:nvPr/>
          </p:nvSpPr>
          <p:spPr>
            <a:xfrm>
              <a:off x="8692373" y="837494"/>
              <a:ext cx="1005403" cy="584775"/>
            </a:xfrm>
            <a:prstGeom prst="rect">
              <a:avLst/>
            </a:prstGeom>
            <a:noFill/>
          </p:spPr>
          <p:txBody>
            <a:bodyPr wrap="none" rtlCol="0">
              <a:spAutoFit/>
            </a:bodyPr>
            <a:lstStyle/>
            <a:p>
              <a:pPr algn="ctr"/>
              <a:r>
                <a:rPr lang="ja-JP" altLang="en-US" sz="3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専用</a:t>
              </a:r>
              <a:endParaRPr kumimoji="1" lang="ja-JP" altLang="en-US" sz="3200"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16" name="四角形: 角を丸くする 15">
            <a:extLst>
              <a:ext uri="{FF2B5EF4-FFF2-40B4-BE49-F238E27FC236}">
                <a16:creationId xmlns:a16="http://schemas.microsoft.com/office/drawing/2014/main" id="{9CE8A118-E2B2-D2D4-08FE-7A5058412249}"/>
              </a:ext>
            </a:extLst>
          </p:cNvPr>
          <p:cNvSpPr/>
          <p:nvPr/>
        </p:nvSpPr>
        <p:spPr>
          <a:xfrm>
            <a:off x="6419443" y="1987910"/>
            <a:ext cx="4350180" cy="725238"/>
          </a:xfrm>
          <a:prstGeom prst="roundRect">
            <a:avLst>
              <a:gd name="adj" fmla="val 6896"/>
            </a:avLst>
          </a:prstGeom>
          <a:solidFill>
            <a:schemeClr val="bg1">
              <a:lumMod val="95000"/>
              <a:alpha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24" name="グループ化 23">
            <a:extLst>
              <a:ext uri="{FF2B5EF4-FFF2-40B4-BE49-F238E27FC236}">
                <a16:creationId xmlns:a16="http://schemas.microsoft.com/office/drawing/2014/main" id="{F0713815-6AAD-154C-CD84-B2C6ED73A99A}"/>
              </a:ext>
            </a:extLst>
          </p:cNvPr>
          <p:cNvGrpSpPr/>
          <p:nvPr/>
        </p:nvGrpSpPr>
        <p:grpSpPr>
          <a:xfrm>
            <a:off x="6478767" y="2055955"/>
            <a:ext cx="4300187" cy="584775"/>
            <a:chOff x="6600070" y="2055955"/>
            <a:chExt cx="4300187" cy="584775"/>
          </a:xfrm>
        </p:grpSpPr>
        <p:sp>
          <p:nvSpPr>
            <p:cNvPr id="15" name="テキスト ボックス 14">
              <a:extLst>
                <a:ext uri="{FF2B5EF4-FFF2-40B4-BE49-F238E27FC236}">
                  <a16:creationId xmlns:a16="http://schemas.microsoft.com/office/drawing/2014/main" id="{E5503240-0DC8-4BB4-1C60-28513AF01EDD}"/>
                </a:ext>
              </a:extLst>
            </p:cNvPr>
            <p:cNvSpPr txBox="1"/>
            <p:nvPr/>
          </p:nvSpPr>
          <p:spPr>
            <a:xfrm>
              <a:off x="6600070" y="2055955"/>
              <a:ext cx="1826142" cy="584775"/>
            </a:xfrm>
            <a:prstGeom prst="rect">
              <a:avLst/>
            </a:prstGeom>
            <a:noFill/>
          </p:spPr>
          <p:txBody>
            <a:bodyPr wrap="none" rtlCol="0">
              <a:spAutoFit/>
            </a:bodyPr>
            <a:lstStyle/>
            <a:p>
              <a:pPr algn="ctr"/>
              <a:r>
                <a:rPr lang="ja-JP" altLang="en-US" sz="3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製造</a:t>
              </a:r>
              <a:r>
                <a:rPr lang="en-US" altLang="ja-JP" sz="3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Lv00</a:t>
              </a:r>
              <a:endParaRPr kumimoji="1" lang="ja-JP" altLang="en-US" sz="32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3" name="テキスト ボックス 32">
              <a:extLst>
                <a:ext uri="{FF2B5EF4-FFF2-40B4-BE49-F238E27FC236}">
                  <a16:creationId xmlns:a16="http://schemas.microsoft.com/office/drawing/2014/main" id="{333847E9-DA94-FDDE-634A-EBDF5D31F3D8}"/>
                </a:ext>
              </a:extLst>
            </p:cNvPr>
            <p:cNvSpPr txBox="1"/>
            <p:nvPr/>
          </p:nvSpPr>
          <p:spPr>
            <a:xfrm>
              <a:off x="8418567" y="2202241"/>
              <a:ext cx="569387" cy="400110"/>
            </a:xfrm>
            <a:prstGeom prst="rect">
              <a:avLst/>
            </a:prstGeom>
            <a:noFill/>
          </p:spPr>
          <p:txBody>
            <a:bodyPr wrap="none" rtlCol="0">
              <a:spAutoFit/>
            </a:bodyPr>
            <a:lstStyle/>
            <a:p>
              <a:pPr algn="ctr"/>
              <a:r>
                <a:rPr lang="en-US" altLang="ja-JP" sz="2000" b="1">
                  <a:ln>
                    <a:gradFill flip="none" rotWithShape="1">
                      <a:gsLst>
                        <a:gs pos="25000">
                          <a:srgbClr val="FFFF00"/>
                        </a:gs>
                        <a:gs pos="0">
                          <a:srgbClr val="FF0000"/>
                        </a:gs>
                        <a:gs pos="50000">
                          <a:srgbClr val="00B050"/>
                        </a:gs>
                        <a:gs pos="75000">
                          <a:srgbClr val="0070C0"/>
                        </a:gs>
                        <a:gs pos="100000">
                          <a:schemeClr val="accent6"/>
                        </a:gs>
                      </a:gsLst>
                      <a:lin ang="0" scaled="1"/>
                      <a:tileRect/>
                    </a:gradFill>
                  </a:ln>
                  <a:gradFill flip="none" rotWithShape="1">
                    <a:gsLst>
                      <a:gs pos="0">
                        <a:srgbClr val="FF0000">
                          <a:lumMod val="97000"/>
                          <a:lumOff val="3000"/>
                        </a:srgbClr>
                      </a:gs>
                      <a:gs pos="100000">
                        <a:srgbClr val="7030A0"/>
                      </a:gs>
                      <a:gs pos="75000">
                        <a:srgbClr val="0070C0"/>
                      </a:gs>
                      <a:gs pos="50000">
                        <a:srgbClr val="8EDC23"/>
                      </a:gs>
                      <a:gs pos="25000">
                        <a:srgbClr val="FFFF00"/>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SSR</a:t>
              </a:r>
              <a:endParaRPr kumimoji="1" lang="ja-JP" altLang="en-US" sz="2000" b="1" dirty="0">
                <a:ln>
                  <a:gradFill flip="none" rotWithShape="1">
                    <a:gsLst>
                      <a:gs pos="25000">
                        <a:srgbClr val="FFFF00"/>
                      </a:gs>
                      <a:gs pos="0">
                        <a:srgbClr val="FF0000"/>
                      </a:gs>
                      <a:gs pos="50000">
                        <a:srgbClr val="00B050"/>
                      </a:gs>
                      <a:gs pos="75000">
                        <a:srgbClr val="0070C0"/>
                      </a:gs>
                      <a:gs pos="100000">
                        <a:schemeClr val="accent6"/>
                      </a:gs>
                    </a:gsLst>
                    <a:lin ang="0" scaled="1"/>
                    <a:tileRect/>
                  </a:gradFill>
                </a:ln>
                <a:gradFill flip="none" rotWithShape="1">
                  <a:gsLst>
                    <a:gs pos="0">
                      <a:srgbClr val="FF0000">
                        <a:lumMod val="97000"/>
                        <a:lumOff val="3000"/>
                      </a:srgbClr>
                    </a:gs>
                    <a:gs pos="100000">
                      <a:srgbClr val="7030A0"/>
                    </a:gs>
                    <a:gs pos="75000">
                      <a:srgbClr val="0070C0"/>
                    </a:gs>
                    <a:gs pos="50000">
                      <a:srgbClr val="8EDC23"/>
                    </a:gs>
                    <a:gs pos="25000">
                      <a:srgbClr val="FFFF00"/>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sp>
          <p:nvSpPr>
            <p:cNvPr id="36" name="テキスト ボックス 35">
              <a:extLst>
                <a:ext uri="{FF2B5EF4-FFF2-40B4-BE49-F238E27FC236}">
                  <a16:creationId xmlns:a16="http://schemas.microsoft.com/office/drawing/2014/main" id="{B8E160F3-B21B-A4D9-9DFA-7BA0B29F6C6E}"/>
                </a:ext>
              </a:extLst>
            </p:cNvPr>
            <p:cNvSpPr txBox="1"/>
            <p:nvPr/>
          </p:nvSpPr>
          <p:spPr>
            <a:xfrm>
              <a:off x="10141249" y="2202241"/>
              <a:ext cx="312906" cy="400110"/>
            </a:xfrm>
            <a:prstGeom prst="rect">
              <a:avLst/>
            </a:prstGeom>
            <a:noFill/>
          </p:spPr>
          <p:txBody>
            <a:bodyPr wrap="none" rtlCol="0">
              <a:spAutoFit/>
            </a:bodyPr>
            <a:lstStyle/>
            <a:p>
              <a:pPr algn="ctr"/>
              <a:r>
                <a:rPr lang="en-US" altLang="ja-JP" sz="2000" b="1">
                  <a:gradFill flip="none" rotWithShape="1">
                    <a:gsLst>
                      <a:gs pos="0">
                        <a:schemeClr val="bg1">
                          <a:lumMod val="75000"/>
                        </a:schemeClr>
                      </a:gs>
                      <a:gs pos="100000">
                        <a:schemeClr val="tx1">
                          <a:lumMod val="75000"/>
                          <a:lumOff val="25000"/>
                        </a:schemeClr>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R</a:t>
              </a:r>
              <a:endParaRPr kumimoji="1" lang="ja-JP" altLang="en-US" sz="2000" b="1" dirty="0">
                <a:gradFill flip="none" rotWithShape="1">
                  <a:gsLst>
                    <a:gs pos="0">
                      <a:schemeClr val="bg1">
                        <a:lumMod val="75000"/>
                      </a:schemeClr>
                    </a:gs>
                    <a:gs pos="100000">
                      <a:schemeClr val="tx1">
                        <a:lumMod val="75000"/>
                        <a:lumOff val="25000"/>
                      </a:schemeClr>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sp>
          <p:nvSpPr>
            <p:cNvPr id="40" name="テキスト ボックス 39">
              <a:extLst>
                <a:ext uri="{FF2B5EF4-FFF2-40B4-BE49-F238E27FC236}">
                  <a16:creationId xmlns:a16="http://schemas.microsoft.com/office/drawing/2014/main" id="{87DDAD46-09F8-3F15-C4CD-C138F9151A68}"/>
                </a:ext>
              </a:extLst>
            </p:cNvPr>
            <p:cNvSpPr txBox="1"/>
            <p:nvPr/>
          </p:nvSpPr>
          <p:spPr>
            <a:xfrm>
              <a:off x="9344028" y="2202241"/>
              <a:ext cx="441146" cy="400110"/>
            </a:xfrm>
            <a:prstGeom prst="rect">
              <a:avLst/>
            </a:prstGeom>
            <a:noFill/>
          </p:spPr>
          <p:txBody>
            <a:bodyPr wrap="none" rtlCol="0">
              <a:spAutoFit/>
            </a:bodyPr>
            <a:lstStyle/>
            <a:p>
              <a:pPr algn="ctr"/>
              <a:r>
                <a:rPr lang="en-US" altLang="ja-JP" sz="2000" b="1">
                  <a:ln>
                    <a:gradFill flip="none" rotWithShape="1">
                      <a:gsLst>
                        <a:gs pos="0">
                          <a:schemeClr val="accent6">
                            <a:lumMod val="67000"/>
                          </a:schemeClr>
                        </a:gs>
                        <a:gs pos="48000">
                          <a:schemeClr val="accent6">
                            <a:lumMod val="97000"/>
                            <a:lumOff val="3000"/>
                          </a:schemeClr>
                        </a:gs>
                        <a:gs pos="100000">
                          <a:schemeClr val="accent6">
                            <a:lumMod val="60000"/>
                            <a:lumOff val="40000"/>
                          </a:schemeClr>
                        </a:gs>
                      </a:gsLst>
                      <a:lin ang="16200000" scaled="1"/>
                      <a:tileRect/>
                    </a:gradFill>
                  </a:ln>
                  <a:gradFill flip="none" rotWithShape="1">
                    <a:gsLst>
                      <a:gs pos="0">
                        <a:schemeClr val="accent6">
                          <a:lumMod val="67000"/>
                        </a:schemeClr>
                      </a:gs>
                      <a:gs pos="48000">
                        <a:schemeClr val="accent6">
                          <a:lumMod val="97000"/>
                          <a:lumOff val="3000"/>
                        </a:schemeClr>
                      </a:gs>
                      <a:gs pos="100000">
                        <a:schemeClr val="bg1">
                          <a:lumMod val="75000"/>
                        </a:schemeClr>
                      </a:gs>
                    </a:gsLst>
                    <a:lin ang="1620000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SR</a:t>
              </a:r>
              <a:endParaRPr kumimoji="1" lang="ja-JP" altLang="en-US" sz="2000" b="1" dirty="0">
                <a:ln>
                  <a:gradFill flip="none" rotWithShape="1">
                    <a:gsLst>
                      <a:gs pos="0">
                        <a:schemeClr val="accent6">
                          <a:lumMod val="67000"/>
                        </a:schemeClr>
                      </a:gs>
                      <a:gs pos="48000">
                        <a:schemeClr val="accent6">
                          <a:lumMod val="97000"/>
                          <a:lumOff val="3000"/>
                        </a:schemeClr>
                      </a:gs>
                      <a:gs pos="100000">
                        <a:schemeClr val="accent6">
                          <a:lumMod val="60000"/>
                          <a:lumOff val="40000"/>
                        </a:schemeClr>
                      </a:gs>
                    </a:gsLst>
                    <a:lin ang="16200000" scaled="1"/>
                    <a:tileRect/>
                  </a:gradFill>
                </a:ln>
                <a:gradFill flip="none" rotWithShape="1">
                  <a:gsLst>
                    <a:gs pos="0">
                      <a:schemeClr val="accent6">
                        <a:lumMod val="67000"/>
                      </a:schemeClr>
                    </a:gs>
                    <a:gs pos="48000">
                      <a:schemeClr val="accent6">
                        <a:lumMod val="97000"/>
                        <a:lumOff val="3000"/>
                      </a:schemeClr>
                    </a:gs>
                    <a:gs pos="100000">
                      <a:schemeClr val="bg1">
                        <a:lumMod val="75000"/>
                      </a:schemeClr>
                    </a:gs>
                  </a:gsLst>
                  <a:lin ang="1620000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sp>
          <p:nvSpPr>
            <p:cNvPr id="48" name="テキスト ボックス 47">
              <a:extLst>
                <a:ext uri="{FF2B5EF4-FFF2-40B4-BE49-F238E27FC236}">
                  <a16:creationId xmlns:a16="http://schemas.microsoft.com/office/drawing/2014/main" id="{797653CB-BEFA-C5B4-21A5-9655DE79DB4E}"/>
                </a:ext>
              </a:extLst>
            </p:cNvPr>
            <p:cNvSpPr txBox="1"/>
            <p:nvPr/>
          </p:nvSpPr>
          <p:spPr>
            <a:xfrm>
              <a:off x="8890150" y="2369027"/>
              <a:ext cx="569388" cy="261610"/>
            </a:xfrm>
            <a:prstGeom prst="rect">
              <a:avLst/>
            </a:prstGeom>
            <a:noFill/>
          </p:spPr>
          <p:txBody>
            <a:bodyPr wrap="square">
              <a:spAutoFit/>
            </a:bodyPr>
            <a:lstStyle/>
            <a:p>
              <a:r>
                <a:rPr lang="en-US" altLang="ja-JP" sz="1100">
                  <a:solidFill>
                    <a:schemeClr val="tx1">
                      <a:lumMod val="85000"/>
                      <a:lumOff val="15000"/>
                    </a:schemeClr>
                  </a:solidFill>
                  <a:latin typeface="原稿用標準書体" panose="03000503000000000000" pitchFamily="66" charset="-128"/>
                  <a:ea typeface="原稿用標準書体" panose="03000503000000000000" pitchFamily="66" charset="-128"/>
                </a:rPr>
                <a:t>00.0%</a:t>
              </a:r>
              <a:endParaRPr lang="ja-JP" altLang="en-US" sz="1050">
                <a:solidFill>
                  <a:schemeClr val="tx1">
                    <a:lumMod val="85000"/>
                    <a:lumOff val="15000"/>
                  </a:schemeClr>
                </a:solidFill>
              </a:endParaRPr>
            </a:p>
          </p:txBody>
        </p:sp>
        <p:sp>
          <p:nvSpPr>
            <p:cNvPr id="51" name="テキスト ボックス 50">
              <a:extLst>
                <a:ext uri="{FF2B5EF4-FFF2-40B4-BE49-F238E27FC236}">
                  <a16:creationId xmlns:a16="http://schemas.microsoft.com/office/drawing/2014/main" id="{A22DBE69-59B1-5CB4-46C2-1720729FD22D}"/>
                </a:ext>
              </a:extLst>
            </p:cNvPr>
            <p:cNvSpPr txBox="1"/>
            <p:nvPr/>
          </p:nvSpPr>
          <p:spPr>
            <a:xfrm>
              <a:off x="9675827" y="2369027"/>
              <a:ext cx="569388" cy="261610"/>
            </a:xfrm>
            <a:prstGeom prst="rect">
              <a:avLst/>
            </a:prstGeom>
            <a:noFill/>
          </p:spPr>
          <p:txBody>
            <a:bodyPr wrap="square">
              <a:spAutoFit/>
            </a:bodyPr>
            <a:lstStyle/>
            <a:p>
              <a:r>
                <a:rPr lang="en-US" altLang="ja-JP" sz="1100">
                  <a:solidFill>
                    <a:schemeClr val="tx1">
                      <a:lumMod val="85000"/>
                      <a:lumOff val="15000"/>
                    </a:schemeClr>
                  </a:solidFill>
                  <a:latin typeface="原稿用標準書体" panose="03000503000000000000" pitchFamily="66" charset="-128"/>
                  <a:ea typeface="原稿用標準書体" panose="03000503000000000000" pitchFamily="66" charset="-128"/>
                </a:rPr>
                <a:t>00.0%</a:t>
              </a:r>
              <a:endParaRPr lang="ja-JP" altLang="en-US" sz="1050">
                <a:solidFill>
                  <a:schemeClr val="tx1">
                    <a:lumMod val="85000"/>
                    <a:lumOff val="15000"/>
                  </a:schemeClr>
                </a:solidFill>
              </a:endParaRPr>
            </a:p>
          </p:txBody>
        </p:sp>
        <p:sp>
          <p:nvSpPr>
            <p:cNvPr id="62" name="テキスト ボックス 61">
              <a:extLst>
                <a:ext uri="{FF2B5EF4-FFF2-40B4-BE49-F238E27FC236}">
                  <a16:creationId xmlns:a16="http://schemas.microsoft.com/office/drawing/2014/main" id="{9E9A0602-34E4-2EE6-93E4-74A7BDCDA06C}"/>
                </a:ext>
              </a:extLst>
            </p:cNvPr>
            <p:cNvSpPr txBox="1"/>
            <p:nvPr/>
          </p:nvSpPr>
          <p:spPr>
            <a:xfrm>
              <a:off x="10330869" y="2369027"/>
              <a:ext cx="569388" cy="261610"/>
            </a:xfrm>
            <a:prstGeom prst="rect">
              <a:avLst/>
            </a:prstGeom>
            <a:noFill/>
          </p:spPr>
          <p:txBody>
            <a:bodyPr wrap="square">
              <a:spAutoFit/>
            </a:bodyPr>
            <a:lstStyle/>
            <a:p>
              <a:r>
                <a:rPr lang="en-US" altLang="ja-JP" sz="1100">
                  <a:solidFill>
                    <a:schemeClr val="tx1">
                      <a:lumMod val="85000"/>
                      <a:lumOff val="15000"/>
                    </a:schemeClr>
                  </a:solidFill>
                  <a:latin typeface="原稿用標準書体" panose="03000503000000000000" pitchFamily="66" charset="-128"/>
                  <a:ea typeface="原稿用標準書体" panose="03000503000000000000" pitchFamily="66" charset="-128"/>
                </a:rPr>
                <a:t>00.0%</a:t>
              </a:r>
              <a:endParaRPr lang="ja-JP" altLang="en-US" sz="1050">
                <a:solidFill>
                  <a:schemeClr val="tx1">
                    <a:lumMod val="85000"/>
                    <a:lumOff val="15000"/>
                  </a:schemeClr>
                </a:solidFill>
              </a:endParaRPr>
            </a:p>
          </p:txBody>
        </p:sp>
      </p:grpSp>
      <p:grpSp>
        <p:nvGrpSpPr>
          <p:cNvPr id="2" name="グループ化 1">
            <a:extLst>
              <a:ext uri="{FF2B5EF4-FFF2-40B4-BE49-F238E27FC236}">
                <a16:creationId xmlns:a16="http://schemas.microsoft.com/office/drawing/2014/main" id="{FB2FD87B-A71F-D9AF-073E-A5211E1F9189}"/>
              </a:ext>
            </a:extLst>
          </p:cNvPr>
          <p:cNvGrpSpPr/>
          <p:nvPr/>
        </p:nvGrpSpPr>
        <p:grpSpPr>
          <a:xfrm>
            <a:off x="0" y="-1"/>
            <a:ext cx="12192000" cy="6858001"/>
            <a:chOff x="0" y="-1"/>
            <a:chExt cx="12192000" cy="6858001"/>
          </a:xfrm>
        </p:grpSpPr>
        <p:grpSp>
          <p:nvGrpSpPr>
            <p:cNvPr id="14" name="グループ化 13">
              <a:extLst>
                <a:ext uri="{FF2B5EF4-FFF2-40B4-BE49-F238E27FC236}">
                  <a16:creationId xmlns:a16="http://schemas.microsoft.com/office/drawing/2014/main" id="{DA10BCB2-C392-B24A-1761-C02FFD6D73E1}"/>
                </a:ext>
              </a:extLst>
            </p:cNvPr>
            <p:cNvGrpSpPr/>
            <p:nvPr/>
          </p:nvGrpSpPr>
          <p:grpSpPr>
            <a:xfrm>
              <a:off x="0" y="-1"/>
              <a:ext cx="12192000" cy="6858001"/>
              <a:chOff x="0" y="-1"/>
              <a:chExt cx="12192000" cy="6858001"/>
            </a:xfrm>
          </p:grpSpPr>
          <p:sp>
            <p:nvSpPr>
              <p:cNvPr id="27" name="正方形/長方形 26">
                <a:extLst>
                  <a:ext uri="{FF2B5EF4-FFF2-40B4-BE49-F238E27FC236}">
                    <a16:creationId xmlns:a16="http://schemas.microsoft.com/office/drawing/2014/main" id="{6F4701E6-1777-CD97-710B-E2B1FAED435A}"/>
                  </a:ext>
                </a:extLst>
              </p:cNvPr>
              <p:cNvSpPr>
                <a:spLocks/>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28" name="グループ化 27">
                <a:extLst>
                  <a:ext uri="{FF2B5EF4-FFF2-40B4-BE49-F238E27FC236}">
                    <a16:creationId xmlns:a16="http://schemas.microsoft.com/office/drawing/2014/main" id="{7B4894D5-D988-40C4-15BF-C40584291771}"/>
                  </a:ext>
                </a:extLst>
              </p:cNvPr>
              <p:cNvGrpSpPr/>
              <p:nvPr/>
            </p:nvGrpSpPr>
            <p:grpSpPr>
              <a:xfrm>
                <a:off x="2616038" y="1823170"/>
                <a:ext cx="6959925" cy="3211661"/>
                <a:chOff x="2616038" y="1823170"/>
                <a:chExt cx="6959925" cy="3211661"/>
              </a:xfrm>
            </p:grpSpPr>
            <p:sp>
              <p:nvSpPr>
                <p:cNvPr id="30" name="四角形: 角を丸くする 29">
                  <a:extLst>
                    <a:ext uri="{FF2B5EF4-FFF2-40B4-BE49-F238E27FC236}">
                      <a16:creationId xmlns:a16="http://schemas.microsoft.com/office/drawing/2014/main" id="{4288636B-2070-51EA-6B62-D898B5B8DD69}"/>
                    </a:ext>
                  </a:extLst>
                </p:cNvPr>
                <p:cNvSpPr/>
                <p:nvPr/>
              </p:nvSpPr>
              <p:spPr>
                <a:xfrm>
                  <a:off x="2616038" y="1823170"/>
                  <a:ext cx="6959925" cy="3211661"/>
                </a:xfrm>
                <a:prstGeom prst="roundRect">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2" name="テキスト ボックス 31">
                  <a:extLst>
                    <a:ext uri="{FF2B5EF4-FFF2-40B4-BE49-F238E27FC236}">
                      <a16:creationId xmlns:a16="http://schemas.microsoft.com/office/drawing/2014/main" id="{AE1CC2AB-BEC9-E4BA-5FA2-D24A3EEB6A5F}"/>
                    </a:ext>
                  </a:extLst>
                </p:cNvPr>
                <p:cNvSpPr txBox="1"/>
                <p:nvPr/>
              </p:nvSpPr>
              <p:spPr>
                <a:xfrm>
                  <a:off x="3541471" y="2384084"/>
                  <a:ext cx="5109091" cy="584775"/>
                </a:xfrm>
                <a:prstGeom prst="rect">
                  <a:avLst/>
                </a:prstGeom>
                <a:noFill/>
              </p:spPr>
              <p:txBody>
                <a:bodyPr wrap="none" rtlCol="0">
                  <a:spAutoFit/>
                </a:bodyPr>
                <a:lstStyle/>
                <a:p>
                  <a:pPr algn="ctr"/>
                  <a:r>
                    <a:rPr lang="ja-JP" altLang="en-US" sz="3200">
                      <a:solidFill>
                        <a:schemeClr val="tx1">
                          <a:lumMod val="85000"/>
                          <a:lumOff val="15000"/>
                        </a:schemeClr>
                      </a:solidFill>
                      <a:latin typeface="原稿用標準書体" panose="03000503000000000000" pitchFamily="66" charset="-128"/>
                      <a:ea typeface="原稿用標準書体" panose="03000503000000000000" pitchFamily="66" charset="-128"/>
                    </a:rPr>
                    <a:t>チケットを持っていません</a:t>
                  </a:r>
                  <a:endParaRPr kumimoji="1" lang="ja-JP" altLang="en-US" sz="40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34" name="テキスト ボックス 33">
                  <a:extLst>
                    <a:ext uri="{FF2B5EF4-FFF2-40B4-BE49-F238E27FC236}">
                      <a16:creationId xmlns:a16="http://schemas.microsoft.com/office/drawing/2014/main" id="{19996A62-4EAB-A0C2-58C4-94F9A3AAC2DB}"/>
                    </a:ext>
                  </a:extLst>
                </p:cNvPr>
                <p:cNvSpPr txBox="1"/>
                <p:nvPr/>
              </p:nvSpPr>
              <p:spPr>
                <a:xfrm>
                  <a:off x="3695351" y="3233458"/>
                  <a:ext cx="4801314" cy="369332"/>
                </a:xfrm>
                <a:prstGeom prst="rect">
                  <a:avLst/>
                </a:prstGeom>
                <a:noFill/>
              </p:spPr>
              <p:txBody>
                <a:bodyPr wrap="none" rtlCol="0">
                  <a:spAutoFit/>
                </a:bodyPr>
                <a:lstStyle/>
                <a:p>
                  <a:pPr algn="ctr"/>
                  <a:r>
                    <a:rPr kumimoji="1" lang="en-US" altLang="ja-JP">
                      <a:solidFill>
                        <a:srgbClr val="C00000"/>
                      </a:solidFill>
                      <a:latin typeface="原稿用標準書体" panose="03000503000000000000" pitchFamily="66" charset="-128"/>
                      <a:ea typeface="原稿用標準書体" panose="03000503000000000000" pitchFamily="66" charset="-128"/>
                    </a:rPr>
                    <a:t>※</a:t>
                  </a:r>
                  <a:r>
                    <a:rPr kumimoji="1" lang="ja-JP" altLang="en-US">
                      <a:solidFill>
                        <a:srgbClr val="C00000"/>
                      </a:solidFill>
                      <a:latin typeface="原稿用標準書体" panose="03000503000000000000" pitchFamily="66" charset="-128"/>
                      <a:ea typeface="原稿用標準書体" panose="03000503000000000000" pitchFamily="66" charset="-128"/>
                    </a:rPr>
                    <a:t>ゲートを探索してチケットを獲得しよう！</a:t>
                  </a:r>
                  <a:endParaRPr kumimoji="1" lang="ja-JP" altLang="en-US" sz="2400" dirty="0">
                    <a:solidFill>
                      <a:srgbClr val="C00000"/>
                    </a:solidFill>
                    <a:latin typeface="原稿用標準書体" panose="03000503000000000000" pitchFamily="66" charset="-128"/>
                    <a:ea typeface="原稿用標準書体" panose="03000503000000000000" pitchFamily="66" charset="-128"/>
                  </a:endParaRPr>
                </a:p>
              </p:txBody>
            </p:sp>
          </p:grpSp>
        </p:grpSp>
        <p:sp>
          <p:nvSpPr>
            <p:cNvPr id="18" name="四角形: 角を丸くする 17">
              <a:extLst>
                <a:ext uri="{FF2B5EF4-FFF2-40B4-BE49-F238E27FC236}">
                  <a16:creationId xmlns:a16="http://schemas.microsoft.com/office/drawing/2014/main" id="{CEF3FC9C-8E1D-30AF-EC38-AA44A99E8E35}"/>
                </a:ext>
              </a:extLst>
            </p:cNvPr>
            <p:cNvSpPr/>
            <p:nvPr/>
          </p:nvSpPr>
          <p:spPr>
            <a:xfrm>
              <a:off x="5026888" y="3962013"/>
              <a:ext cx="2138224" cy="767022"/>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a:latin typeface="原稿用標準書体" panose="03000503000000000000" pitchFamily="66" charset="-128"/>
                  <a:ea typeface="原稿用標準書体" panose="03000503000000000000" pitchFamily="66" charset="-128"/>
                </a:rPr>
                <a:t>閉じる</a:t>
              </a:r>
              <a:endParaRPr kumimoji="1" lang="ja-JP" altLang="en-US" sz="2400" dirty="0">
                <a:latin typeface="原稿用標準書体" panose="03000503000000000000" pitchFamily="66" charset="-128"/>
                <a:ea typeface="原稿用標準書体" panose="03000503000000000000" pitchFamily="66" charset="-128"/>
              </a:endParaRPr>
            </a:p>
          </p:txBody>
        </p:sp>
      </p:grpSp>
    </p:spTree>
    <p:extLst>
      <p:ext uri="{BB962C8B-B14F-4D97-AF65-F5344CB8AC3E}">
        <p14:creationId xmlns:p14="http://schemas.microsoft.com/office/powerpoint/2010/main" val="2039464960"/>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bg>
      <p:bgPr>
        <a:gradFill flip="none" rotWithShape="1">
          <a:gsLst>
            <a:gs pos="0">
              <a:srgbClr val="660066"/>
            </a:gs>
            <a:gs pos="10000">
              <a:schemeClr val="tx1">
                <a:lumMod val="85000"/>
                <a:lumOff val="15000"/>
              </a:schemeClr>
            </a:gs>
            <a:gs pos="90000">
              <a:srgbClr val="262626"/>
            </a:gs>
            <a:gs pos="80000">
              <a:srgbClr val="660066"/>
            </a:gs>
            <a:gs pos="70000">
              <a:srgbClr val="262626"/>
            </a:gs>
            <a:gs pos="60000">
              <a:schemeClr val="accent6">
                <a:lumMod val="75000"/>
              </a:schemeClr>
            </a:gs>
            <a:gs pos="50000">
              <a:srgbClr val="262626"/>
            </a:gs>
            <a:gs pos="40000">
              <a:srgbClr val="660066"/>
            </a:gs>
            <a:gs pos="30000">
              <a:srgbClr val="262626"/>
            </a:gs>
            <a:gs pos="20000">
              <a:schemeClr val="accent6">
                <a:lumMod val="75000"/>
              </a:schemeClr>
            </a:gs>
          </a:gsLst>
          <a:path path="rect">
            <a:fillToRect l="50000" t="50000" r="50000" b="50000"/>
          </a:path>
          <a:tileRect/>
        </a:gradFill>
        <a:effectLst/>
      </p:bgPr>
    </p:bg>
    <p:spTree>
      <p:nvGrpSpPr>
        <p:cNvPr id="1" name="">
          <a:extLst>
            <a:ext uri="{FF2B5EF4-FFF2-40B4-BE49-F238E27FC236}">
              <a16:creationId xmlns:a16="http://schemas.microsoft.com/office/drawing/2014/main" id="{6F7C1AB7-14F4-35F6-BC18-3C5BC16F232E}"/>
            </a:ext>
          </a:extLst>
        </p:cNvPr>
        <p:cNvGrpSpPr/>
        <p:nvPr/>
      </p:nvGrpSpPr>
      <p:grpSpPr>
        <a:xfrm>
          <a:off x="0" y="0"/>
          <a:ext cx="0" cy="0"/>
          <a:chOff x="0" y="0"/>
          <a:chExt cx="0" cy="0"/>
        </a:xfrm>
      </p:grpSpPr>
      <p:pic>
        <p:nvPicPr>
          <p:cNvPr id="16" name="図 15">
            <a:extLst>
              <a:ext uri="{FF2B5EF4-FFF2-40B4-BE49-F238E27FC236}">
                <a16:creationId xmlns:a16="http://schemas.microsoft.com/office/drawing/2014/main" id="{56E373A0-F76F-E3B2-49DC-BDC02E15BD1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815519" y="1360496"/>
            <a:ext cx="4560961" cy="4137007"/>
          </a:xfrm>
          <a:prstGeom prst="rect">
            <a:avLst/>
          </a:prstGeom>
        </p:spPr>
      </p:pic>
      <p:grpSp>
        <p:nvGrpSpPr>
          <p:cNvPr id="30" name="グループ化 29">
            <a:extLst>
              <a:ext uri="{FF2B5EF4-FFF2-40B4-BE49-F238E27FC236}">
                <a16:creationId xmlns:a16="http://schemas.microsoft.com/office/drawing/2014/main" id="{98C1349A-B749-7D4D-4CE5-E74704E49A8A}"/>
              </a:ext>
            </a:extLst>
          </p:cNvPr>
          <p:cNvGrpSpPr/>
          <p:nvPr/>
        </p:nvGrpSpPr>
        <p:grpSpPr>
          <a:xfrm>
            <a:off x="8627147" y="974991"/>
            <a:ext cx="1190920" cy="1529862"/>
            <a:chOff x="1063284" y="1905266"/>
            <a:chExt cx="2372751" cy="1839427"/>
          </a:xfrm>
        </p:grpSpPr>
        <p:sp>
          <p:nvSpPr>
            <p:cNvPr id="31" name="四角形: 上の 2 つの角を丸める 30">
              <a:extLst>
                <a:ext uri="{FF2B5EF4-FFF2-40B4-BE49-F238E27FC236}">
                  <a16:creationId xmlns:a16="http://schemas.microsoft.com/office/drawing/2014/main" id="{D128E2F5-67A4-EACB-6A44-9A15750B5C6E}"/>
                </a:ext>
              </a:extLst>
            </p:cNvPr>
            <p:cNvSpPr/>
            <p:nvPr/>
          </p:nvSpPr>
          <p:spPr>
            <a:xfrm>
              <a:off x="1063284" y="1905266"/>
              <a:ext cx="2372751" cy="647733"/>
            </a:xfrm>
            <a:prstGeom prst="round2SameRect">
              <a:avLst/>
            </a:prstGeom>
            <a:solidFill>
              <a:srgbClr val="FF66FF">
                <a:alpha val="9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2" name="四角形: 上の 2 つの角を丸める 31">
              <a:extLst>
                <a:ext uri="{FF2B5EF4-FFF2-40B4-BE49-F238E27FC236}">
                  <a16:creationId xmlns:a16="http://schemas.microsoft.com/office/drawing/2014/main" id="{EF3AC958-0DC5-3412-6E25-2110FE177280}"/>
                </a:ext>
              </a:extLst>
            </p:cNvPr>
            <p:cNvSpPr/>
            <p:nvPr/>
          </p:nvSpPr>
          <p:spPr>
            <a:xfrm flipV="1">
              <a:off x="1063284" y="2552999"/>
              <a:ext cx="2372751" cy="1191694"/>
            </a:xfrm>
            <a:prstGeom prst="round2SameRect">
              <a:avLst>
                <a:gd name="adj1" fmla="val 12104"/>
                <a:gd name="adj2" fmla="val 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19" name="図 18">
            <a:extLst>
              <a:ext uri="{FF2B5EF4-FFF2-40B4-BE49-F238E27FC236}">
                <a16:creationId xmlns:a16="http://schemas.microsoft.com/office/drawing/2014/main" id="{C01DC268-AF5C-6AB5-FD53-DA7BFECAB732}"/>
              </a:ext>
            </a:extLst>
          </p:cNvPr>
          <p:cNvPicPr>
            <a:picLocks noChangeAspect="1"/>
          </p:cNvPicPr>
          <p:nvPr/>
        </p:nvPicPr>
        <p:blipFill>
          <a:blip r:embed="rId3">
            <a:biLevel thresh="50000"/>
            <a:extLst>
              <a:ext uri="{28A0092B-C50C-407E-A947-70E740481C1C}">
                <a14:useLocalDpi xmlns:a14="http://schemas.microsoft.com/office/drawing/2010/main" val="0"/>
              </a:ext>
            </a:extLst>
          </a:blip>
          <a:srcRect l="14083" t="10604" r="55105" b="45782"/>
          <a:stretch>
            <a:fillRect/>
          </a:stretch>
        </p:blipFill>
        <p:spPr>
          <a:xfrm>
            <a:off x="8777376" y="1541848"/>
            <a:ext cx="890462" cy="945323"/>
          </a:xfrm>
          <a:prstGeom prst="rect">
            <a:avLst/>
          </a:prstGeom>
        </p:spPr>
      </p:pic>
      <p:sp>
        <p:nvSpPr>
          <p:cNvPr id="26" name="楕円 25">
            <a:extLst>
              <a:ext uri="{FF2B5EF4-FFF2-40B4-BE49-F238E27FC236}">
                <a16:creationId xmlns:a16="http://schemas.microsoft.com/office/drawing/2014/main" id="{D856AD98-C1D8-114A-D757-60918E9497EE}"/>
              </a:ext>
            </a:extLst>
          </p:cNvPr>
          <p:cNvSpPr/>
          <p:nvPr/>
        </p:nvSpPr>
        <p:spPr>
          <a:xfrm>
            <a:off x="8726629" y="1011765"/>
            <a:ext cx="454282" cy="454282"/>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28" name="テキスト ボックス 27">
            <a:extLst>
              <a:ext uri="{FF2B5EF4-FFF2-40B4-BE49-F238E27FC236}">
                <a16:creationId xmlns:a16="http://schemas.microsoft.com/office/drawing/2014/main" id="{77025C52-BE8E-9A8D-4552-286A45CD07FF}"/>
              </a:ext>
            </a:extLst>
          </p:cNvPr>
          <p:cNvSpPr txBox="1"/>
          <p:nvPr/>
        </p:nvSpPr>
        <p:spPr>
          <a:xfrm>
            <a:off x="9162493" y="1038851"/>
            <a:ext cx="569388" cy="400110"/>
          </a:xfrm>
          <a:prstGeom prst="rect">
            <a:avLst/>
          </a:prstGeom>
          <a:noFill/>
        </p:spPr>
        <p:txBody>
          <a:bodyPr wrap="none" rtlCol="0">
            <a:spAutoFit/>
          </a:bodyPr>
          <a:lstStyle/>
          <a:p>
            <a:pPr algn="ctr"/>
            <a:r>
              <a:rPr lang="en-US" altLang="ja-JP" sz="2000" b="1">
                <a:ln>
                  <a:gradFill flip="none" rotWithShape="1">
                    <a:gsLst>
                      <a:gs pos="25000">
                        <a:srgbClr val="FFFF00"/>
                      </a:gs>
                      <a:gs pos="0">
                        <a:srgbClr val="FF0000"/>
                      </a:gs>
                      <a:gs pos="50000">
                        <a:srgbClr val="00B050"/>
                      </a:gs>
                      <a:gs pos="75000">
                        <a:srgbClr val="0070C0"/>
                      </a:gs>
                      <a:gs pos="100000">
                        <a:schemeClr val="accent6"/>
                      </a:gs>
                    </a:gsLst>
                    <a:lin ang="0" scaled="1"/>
                    <a:tileRect/>
                  </a:gradFill>
                </a:ln>
                <a:gradFill flip="none" rotWithShape="1">
                  <a:gsLst>
                    <a:gs pos="0">
                      <a:srgbClr val="FF0000">
                        <a:lumMod val="97000"/>
                        <a:lumOff val="3000"/>
                      </a:srgbClr>
                    </a:gs>
                    <a:gs pos="100000">
                      <a:srgbClr val="7030A0"/>
                    </a:gs>
                    <a:gs pos="75000">
                      <a:srgbClr val="0070C0"/>
                    </a:gs>
                    <a:gs pos="50000">
                      <a:srgbClr val="8EDC23"/>
                    </a:gs>
                    <a:gs pos="25000">
                      <a:srgbClr val="FFFF00"/>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SSR</a:t>
            </a:r>
            <a:endParaRPr kumimoji="1" lang="ja-JP" altLang="en-US" sz="2000" b="1" dirty="0">
              <a:ln>
                <a:gradFill flip="none" rotWithShape="1">
                  <a:gsLst>
                    <a:gs pos="25000">
                      <a:srgbClr val="FFFF00"/>
                    </a:gs>
                    <a:gs pos="0">
                      <a:srgbClr val="FF0000"/>
                    </a:gs>
                    <a:gs pos="50000">
                      <a:srgbClr val="00B050"/>
                    </a:gs>
                    <a:gs pos="75000">
                      <a:srgbClr val="0070C0"/>
                    </a:gs>
                    <a:gs pos="100000">
                      <a:schemeClr val="accent6"/>
                    </a:gs>
                  </a:gsLst>
                  <a:lin ang="0" scaled="1"/>
                  <a:tileRect/>
                </a:gradFill>
              </a:ln>
              <a:gradFill flip="none" rotWithShape="1">
                <a:gsLst>
                  <a:gs pos="0">
                    <a:srgbClr val="FF0000">
                      <a:lumMod val="97000"/>
                      <a:lumOff val="3000"/>
                    </a:srgbClr>
                  </a:gs>
                  <a:gs pos="100000">
                    <a:srgbClr val="7030A0"/>
                  </a:gs>
                  <a:gs pos="75000">
                    <a:srgbClr val="0070C0"/>
                  </a:gs>
                  <a:gs pos="50000">
                    <a:srgbClr val="8EDC23"/>
                  </a:gs>
                  <a:gs pos="25000">
                    <a:srgbClr val="FFFF00"/>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grpSp>
        <p:nvGrpSpPr>
          <p:cNvPr id="62" name="グループ化 61">
            <a:extLst>
              <a:ext uri="{FF2B5EF4-FFF2-40B4-BE49-F238E27FC236}">
                <a16:creationId xmlns:a16="http://schemas.microsoft.com/office/drawing/2014/main" id="{6E3F7EE2-A0E5-1F8E-BDF6-7787D245644B}"/>
              </a:ext>
            </a:extLst>
          </p:cNvPr>
          <p:cNvGrpSpPr/>
          <p:nvPr/>
        </p:nvGrpSpPr>
        <p:grpSpPr>
          <a:xfrm>
            <a:off x="8627147" y="4353147"/>
            <a:ext cx="1190920" cy="1529862"/>
            <a:chOff x="1063284" y="1905266"/>
            <a:chExt cx="2372751" cy="1839427"/>
          </a:xfrm>
        </p:grpSpPr>
        <p:sp>
          <p:nvSpPr>
            <p:cNvPr id="70" name="四角形: 上の 2 つの角を丸める 69">
              <a:extLst>
                <a:ext uri="{FF2B5EF4-FFF2-40B4-BE49-F238E27FC236}">
                  <a16:creationId xmlns:a16="http://schemas.microsoft.com/office/drawing/2014/main" id="{D3461799-6BF6-389A-6382-034F553E8A1C}"/>
                </a:ext>
              </a:extLst>
            </p:cNvPr>
            <p:cNvSpPr/>
            <p:nvPr/>
          </p:nvSpPr>
          <p:spPr>
            <a:xfrm>
              <a:off x="1063284" y="1905266"/>
              <a:ext cx="2372751" cy="647733"/>
            </a:xfrm>
            <a:prstGeom prst="round2SameRect">
              <a:avLst/>
            </a:prstGeom>
            <a:solidFill>
              <a:srgbClr val="FF66FF">
                <a:alpha val="9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2" name="四角形: 上の 2 つの角を丸める 71">
              <a:extLst>
                <a:ext uri="{FF2B5EF4-FFF2-40B4-BE49-F238E27FC236}">
                  <a16:creationId xmlns:a16="http://schemas.microsoft.com/office/drawing/2014/main" id="{285AFF82-AB6C-E5EA-0D1D-7D5B163D16F7}"/>
                </a:ext>
              </a:extLst>
            </p:cNvPr>
            <p:cNvSpPr/>
            <p:nvPr/>
          </p:nvSpPr>
          <p:spPr>
            <a:xfrm flipV="1">
              <a:off x="1063284" y="2552999"/>
              <a:ext cx="2372751" cy="1191694"/>
            </a:xfrm>
            <a:prstGeom prst="round2SameRect">
              <a:avLst>
                <a:gd name="adj1" fmla="val 12104"/>
                <a:gd name="adj2" fmla="val 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64" name="図 63">
            <a:extLst>
              <a:ext uri="{FF2B5EF4-FFF2-40B4-BE49-F238E27FC236}">
                <a16:creationId xmlns:a16="http://schemas.microsoft.com/office/drawing/2014/main" id="{7363BA9C-45EE-43B6-F877-66524C630FD8}"/>
              </a:ext>
            </a:extLst>
          </p:cNvPr>
          <p:cNvPicPr>
            <a:picLocks noChangeAspect="1"/>
          </p:cNvPicPr>
          <p:nvPr/>
        </p:nvPicPr>
        <p:blipFill>
          <a:blip r:embed="rId3">
            <a:biLevel thresh="50000"/>
            <a:extLst>
              <a:ext uri="{28A0092B-C50C-407E-A947-70E740481C1C}">
                <a14:useLocalDpi xmlns:a14="http://schemas.microsoft.com/office/drawing/2010/main" val="0"/>
              </a:ext>
            </a:extLst>
          </a:blip>
          <a:srcRect l="14083" t="10604" r="55105" b="45782"/>
          <a:stretch>
            <a:fillRect/>
          </a:stretch>
        </p:blipFill>
        <p:spPr>
          <a:xfrm>
            <a:off x="8777376" y="4920004"/>
            <a:ext cx="890462" cy="945323"/>
          </a:xfrm>
          <a:prstGeom prst="rect">
            <a:avLst/>
          </a:prstGeom>
        </p:spPr>
      </p:pic>
      <p:sp>
        <p:nvSpPr>
          <p:cNvPr id="66" name="楕円 65">
            <a:extLst>
              <a:ext uri="{FF2B5EF4-FFF2-40B4-BE49-F238E27FC236}">
                <a16:creationId xmlns:a16="http://schemas.microsoft.com/office/drawing/2014/main" id="{B1449234-E4D8-A5A5-0C29-7BD7468476AC}"/>
              </a:ext>
            </a:extLst>
          </p:cNvPr>
          <p:cNvSpPr/>
          <p:nvPr/>
        </p:nvSpPr>
        <p:spPr>
          <a:xfrm>
            <a:off x="8726629" y="4389921"/>
            <a:ext cx="454282" cy="454282"/>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67" name="テキスト ボックス 66">
            <a:extLst>
              <a:ext uri="{FF2B5EF4-FFF2-40B4-BE49-F238E27FC236}">
                <a16:creationId xmlns:a16="http://schemas.microsoft.com/office/drawing/2014/main" id="{13931172-8369-8A57-2592-B9A5B91E773A}"/>
              </a:ext>
            </a:extLst>
          </p:cNvPr>
          <p:cNvSpPr txBox="1"/>
          <p:nvPr/>
        </p:nvSpPr>
        <p:spPr>
          <a:xfrm>
            <a:off x="9290734" y="4417007"/>
            <a:ext cx="312906" cy="400110"/>
          </a:xfrm>
          <a:prstGeom prst="rect">
            <a:avLst/>
          </a:prstGeom>
          <a:noFill/>
        </p:spPr>
        <p:txBody>
          <a:bodyPr wrap="none" rtlCol="0">
            <a:spAutoFit/>
          </a:bodyPr>
          <a:lstStyle/>
          <a:p>
            <a:pPr algn="ctr"/>
            <a:r>
              <a:rPr lang="en-US" altLang="ja-JP" sz="2000" b="1">
                <a:gradFill flip="none" rotWithShape="1">
                  <a:gsLst>
                    <a:gs pos="0">
                      <a:schemeClr val="bg1">
                        <a:lumMod val="75000"/>
                      </a:schemeClr>
                    </a:gs>
                    <a:gs pos="100000">
                      <a:schemeClr val="tx1">
                        <a:lumMod val="75000"/>
                        <a:lumOff val="25000"/>
                      </a:schemeClr>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R</a:t>
            </a:r>
            <a:endParaRPr kumimoji="1" lang="ja-JP" altLang="en-US" sz="2000" b="1" dirty="0">
              <a:gradFill flip="none" rotWithShape="1">
                <a:gsLst>
                  <a:gs pos="0">
                    <a:schemeClr val="bg1">
                      <a:lumMod val="75000"/>
                    </a:schemeClr>
                  </a:gs>
                  <a:gs pos="100000">
                    <a:schemeClr val="tx1">
                      <a:lumMod val="75000"/>
                      <a:lumOff val="25000"/>
                    </a:schemeClr>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grpSp>
        <p:nvGrpSpPr>
          <p:cNvPr id="36" name="グループ化 35">
            <a:extLst>
              <a:ext uri="{FF2B5EF4-FFF2-40B4-BE49-F238E27FC236}">
                <a16:creationId xmlns:a16="http://schemas.microsoft.com/office/drawing/2014/main" id="{C4E3B61E-0F19-C181-2C99-3FBD11167080}"/>
              </a:ext>
            </a:extLst>
          </p:cNvPr>
          <p:cNvGrpSpPr/>
          <p:nvPr/>
        </p:nvGrpSpPr>
        <p:grpSpPr>
          <a:xfrm>
            <a:off x="8627147" y="2664069"/>
            <a:ext cx="1190920" cy="1529862"/>
            <a:chOff x="1063284" y="1905266"/>
            <a:chExt cx="2372751" cy="1839427"/>
          </a:xfrm>
        </p:grpSpPr>
        <p:sp>
          <p:nvSpPr>
            <p:cNvPr id="48" name="四角形: 上の 2 つの角を丸める 47">
              <a:extLst>
                <a:ext uri="{FF2B5EF4-FFF2-40B4-BE49-F238E27FC236}">
                  <a16:creationId xmlns:a16="http://schemas.microsoft.com/office/drawing/2014/main" id="{8F98035A-97B3-2F77-8D2C-5ECF253B4B24}"/>
                </a:ext>
              </a:extLst>
            </p:cNvPr>
            <p:cNvSpPr/>
            <p:nvPr/>
          </p:nvSpPr>
          <p:spPr>
            <a:xfrm>
              <a:off x="1063284" y="1905266"/>
              <a:ext cx="2372751" cy="647733"/>
            </a:xfrm>
            <a:prstGeom prst="round2SameRect">
              <a:avLst/>
            </a:prstGeom>
            <a:solidFill>
              <a:srgbClr val="FF66FF">
                <a:alpha val="9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1" name="四角形: 上の 2 つの角を丸める 50">
              <a:extLst>
                <a:ext uri="{FF2B5EF4-FFF2-40B4-BE49-F238E27FC236}">
                  <a16:creationId xmlns:a16="http://schemas.microsoft.com/office/drawing/2014/main" id="{CB4E79C9-F5EB-A5BB-371A-E8620A97BF40}"/>
                </a:ext>
              </a:extLst>
            </p:cNvPr>
            <p:cNvSpPr/>
            <p:nvPr/>
          </p:nvSpPr>
          <p:spPr>
            <a:xfrm flipV="1">
              <a:off x="1063284" y="2552999"/>
              <a:ext cx="2372751" cy="1191694"/>
            </a:xfrm>
            <a:prstGeom prst="round2SameRect">
              <a:avLst>
                <a:gd name="adj1" fmla="val 12104"/>
                <a:gd name="adj2" fmla="val 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37" name="図 36">
            <a:extLst>
              <a:ext uri="{FF2B5EF4-FFF2-40B4-BE49-F238E27FC236}">
                <a16:creationId xmlns:a16="http://schemas.microsoft.com/office/drawing/2014/main" id="{7ADB98D3-F76F-8E40-92A6-FF64E4878089}"/>
              </a:ext>
            </a:extLst>
          </p:cNvPr>
          <p:cNvPicPr>
            <a:picLocks noChangeAspect="1"/>
          </p:cNvPicPr>
          <p:nvPr/>
        </p:nvPicPr>
        <p:blipFill>
          <a:blip r:embed="rId3">
            <a:biLevel thresh="50000"/>
            <a:extLst>
              <a:ext uri="{28A0092B-C50C-407E-A947-70E740481C1C}">
                <a14:useLocalDpi xmlns:a14="http://schemas.microsoft.com/office/drawing/2010/main" val="0"/>
              </a:ext>
            </a:extLst>
          </a:blip>
          <a:srcRect l="14083" t="10604" r="55105" b="45782"/>
          <a:stretch>
            <a:fillRect/>
          </a:stretch>
        </p:blipFill>
        <p:spPr>
          <a:xfrm>
            <a:off x="8777376" y="3230926"/>
            <a:ext cx="890462" cy="945323"/>
          </a:xfrm>
          <a:prstGeom prst="rect">
            <a:avLst/>
          </a:prstGeom>
        </p:spPr>
      </p:pic>
      <p:sp>
        <p:nvSpPr>
          <p:cNvPr id="40" name="楕円 39">
            <a:extLst>
              <a:ext uri="{FF2B5EF4-FFF2-40B4-BE49-F238E27FC236}">
                <a16:creationId xmlns:a16="http://schemas.microsoft.com/office/drawing/2014/main" id="{3DF8FF8A-EA65-6A93-E265-4E7734ED67EA}"/>
              </a:ext>
            </a:extLst>
          </p:cNvPr>
          <p:cNvSpPr/>
          <p:nvPr/>
        </p:nvSpPr>
        <p:spPr>
          <a:xfrm>
            <a:off x="8726629" y="2700843"/>
            <a:ext cx="454282" cy="454282"/>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29" name="テキスト ボックス 28">
            <a:extLst>
              <a:ext uri="{FF2B5EF4-FFF2-40B4-BE49-F238E27FC236}">
                <a16:creationId xmlns:a16="http://schemas.microsoft.com/office/drawing/2014/main" id="{0A9A1880-9FB3-3F6E-278C-51188044210B}"/>
              </a:ext>
            </a:extLst>
          </p:cNvPr>
          <p:cNvSpPr txBox="1"/>
          <p:nvPr/>
        </p:nvSpPr>
        <p:spPr>
          <a:xfrm>
            <a:off x="9226692" y="2723998"/>
            <a:ext cx="441146" cy="400110"/>
          </a:xfrm>
          <a:prstGeom prst="rect">
            <a:avLst/>
          </a:prstGeom>
          <a:noFill/>
        </p:spPr>
        <p:txBody>
          <a:bodyPr wrap="none" rtlCol="0">
            <a:spAutoFit/>
          </a:bodyPr>
          <a:lstStyle/>
          <a:p>
            <a:pPr algn="ctr"/>
            <a:r>
              <a:rPr lang="en-US" altLang="ja-JP" sz="2000" b="1">
                <a:ln>
                  <a:gradFill flip="none" rotWithShape="1">
                    <a:gsLst>
                      <a:gs pos="0">
                        <a:schemeClr val="accent6">
                          <a:lumMod val="67000"/>
                        </a:schemeClr>
                      </a:gs>
                      <a:gs pos="48000">
                        <a:schemeClr val="accent6">
                          <a:lumMod val="97000"/>
                          <a:lumOff val="3000"/>
                        </a:schemeClr>
                      </a:gs>
                      <a:gs pos="100000">
                        <a:schemeClr val="accent6">
                          <a:lumMod val="60000"/>
                          <a:lumOff val="40000"/>
                        </a:schemeClr>
                      </a:gs>
                    </a:gsLst>
                    <a:lin ang="16200000" scaled="1"/>
                    <a:tileRect/>
                  </a:gradFill>
                </a:ln>
                <a:gradFill flip="none" rotWithShape="1">
                  <a:gsLst>
                    <a:gs pos="0">
                      <a:schemeClr val="accent6">
                        <a:lumMod val="67000"/>
                      </a:schemeClr>
                    </a:gs>
                    <a:gs pos="48000">
                      <a:schemeClr val="accent6">
                        <a:lumMod val="97000"/>
                        <a:lumOff val="3000"/>
                      </a:schemeClr>
                    </a:gs>
                    <a:gs pos="100000">
                      <a:schemeClr val="bg1">
                        <a:lumMod val="75000"/>
                      </a:schemeClr>
                    </a:gs>
                  </a:gsLst>
                  <a:lin ang="1620000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SR</a:t>
            </a:r>
            <a:endParaRPr kumimoji="1" lang="ja-JP" altLang="en-US" sz="2000" b="1" dirty="0">
              <a:ln>
                <a:gradFill flip="none" rotWithShape="1">
                  <a:gsLst>
                    <a:gs pos="0">
                      <a:schemeClr val="accent6">
                        <a:lumMod val="67000"/>
                      </a:schemeClr>
                    </a:gs>
                    <a:gs pos="48000">
                      <a:schemeClr val="accent6">
                        <a:lumMod val="97000"/>
                        <a:lumOff val="3000"/>
                      </a:schemeClr>
                    </a:gs>
                    <a:gs pos="100000">
                      <a:schemeClr val="accent6">
                        <a:lumMod val="60000"/>
                        <a:lumOff val="40000"/>
                      </a:schemeClr>
                    </a:gs>
                  </a:gsLst>
                  <a:lin ang="16200000" scaled="1"/>
                  <a:tileRect/>
                </a:gradFill>
              </a:ln>
              <a:gradFill flip="none" rotWithShape="1">
                <a:gsLst>
                  <a:gs pos="0">
                    <a:schemeClr val="accent6">
                      <a:lumMod val="67000"/>
                    </a:schemeClr>
                  </a:gs>
                  <a:gs pos="48000">
                    <a:schemeClr val="accent6">
                      <a:lumMod val="97000"/>
                      <a:lumOff val="3000"/>
                    </a:schemeClr>
                  </a:gs>
                  <a:gs pos="100000">
                    <a:schemeClr val="bg1">
                      <a:lumMod val="75000"/>
                    </a:schemeClr>
                  </a:gs>
                </a:gsLst>
                <a:lin ang="1620000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grpSp>
        <p:nvGrpSpPr>
          <p:cNvPr id="115" name="グループ化 114">
            <a:extLst>
              <a:ext uri="{FF2B5EF4-FFF2-40B4-BE49-F238E27FC236}">
                <a16:creationId xmlns:a16="http://schemas.microsoft.com/office/drawing/2014/main" id="{138A38A2-BC03-8BE0-D224-06AF03FFE8FE}"/>
              </a:ext>
            </a:extLst>
          </p:cNvPr>
          <p:cNvGrpSpPr/>
          <p:nvPr/>
        </p:nvGrpSpPr>
        <p:grpSpPr>
          <a:xfrm>
            <a:off x="8080015" y="2124225"/>
            <a:ext cx="697363" cy="380628"/>
            <a:chOff x="8786677" y="2124225"/>
            <a:chExt cx="697363" cy="380628"/>
          </a:xfrm>
        </p:grpSpPr>
        <p:sp>
          <p:nvSpPr>
            <p:cNvPr id="89" name="四角形: 上の 2 つの角を丸める 88">
              <a:extLst>
                <a:ext uri="{FF2B5EF4-FFF2-40B4-BE49-F238E27FC236}">
                  <a16:creationId xmlns:a16="http://schemas.microsoft.com/office/drawing/2014/main" id="{3FA599EC-06C7-CA40-A353-63B5C7C35243}"/>
                </a:ext>
              </a:extLst>
            </p:cNvPr>
            <p:cNvSpPr/>
            <p:nvPr/>
          </p:nvSpPr>
          <p:spPr>
            <a:xfrm rot="5400000" flipV="1">
              <a:off x="8970834" y="1991647"/>
              <a:ext cx="380628" cy="645784"/>
            </a:xfrm>
            <a:prstGeom prst="round2SameRect">
              <a:avLst>
                <a:gd name="adj1" fmla="val 12104"/>
                <a:gd name="adj2" fmla="val 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4" name="テキスト ボックス 113">
              <a:extLst>
                <a:ext uri="{FF2B5EF4-FFF2-40B4-BE49-F238E27FC236}">
                  <a16:creationId xmlns:a16="http://schemas.microsoft.com/office/drawing/2014/main" id="{720B42BF-22BB-9175-C029-AD8F0B559B71}"/>
                </a:ext>
              </a:extLst>
            </p:cNvPr>
            <p:cNvSpPr txBox="1"/>
            <p:nvPr/>
          </p:nvSpPr>
          <p:spPr>
            <a:xfrm>
              <a:off x="8786677" y="2133603"/>
              <a:ext cx="595035" cy="338554"/>
            </a:xfrm>
            <a:prstGeom prst="rect">
              <a:avLst/>
            </a:prstGeom>
            <a:noFill/>
          </p:spPr>
          <p:txBody>
            <a:bodyPr wrap="none" rtlCol="0">
              <a:spAutoFit/>
            </a:bodyPr>
            <a:lstStyle/>
            <a:p>
              <a:r>
                <a:rPr kumimoji="1"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rPr>
                <a:t>×00</a:t>
              </a: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116" name="グループ化 115">
            <a:extLst>
              <a:ext uri="{FF2B5EF4-FFF2-40B4-BE49-F238E27FC236}">
                <a16:creationId xmlns:a16="http://schemas.microsoft.com/office/drawing/2014/main" id="{0D8A2C18-3B05-6677-E780-5BE561A2C6EF}"/>
              </a:ext>
            </a:extLst>
          </p:cNvPr>
          <p:cNvGrpSpPr/>
          <p:nvPr/>
        </p:nvGrpSpPr>
        <p:grpSpPr>
          <a:xfrm>
            <a:off x="8080015" y="3813303"/>
            <a:ext cx="697363" cy="380628"/>
            <a:chOff x="8786677" y="2124225"/>
            <a:chExt cx="697363" cy="380628"/>
          </a:xfrm>
        </p:grpSpPr>
        <p:sp>
          <p:nvSpPr>
            <p:cNvPr id="117" name="四角形: 上の 2 つの角を丸める 116">
              <a:extLst>
                <a:ext uri="{FF2B5EF4-FFF2-40B4-BE49-F238E27FC236}">
                  <a16:creationId xmlns:a16="http://schemas.microsoft.com/office/drawing/2014/main" id="{0044A8A7-77D2-B04A-56EE-02444BDD39BD}"/>
                </a:ext>
              </a:extLst>
            </p:cNvPr>
            <p:cNvSpPr/>
            <p:nvPr/>
          </p:nvSpPr>
          <p:spPr>
            <a:xfrm rot="5400000" flipV="1">
              <a:off x="8970834" y="1991647"/>
              <a:ext cx="380628" cy="645784"/>
            </a:xfrm>
            <a:prstGeom prst="round2SameRect">
              <a:avLst>
                <a:gd name="adj1" fmla="val 12104"/>
                <a:gd name="adj2" fmla="val 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8" name="テキスト ボックス 117">
              <a:extLst>
                <a:ext uri="{FF2B5EF4-FFF2-40B4-BE49-F238E27FC236}">
                  <a16:creationId xmlns:a16="http://schemas.microsoft.com/office/drawing/2014/main" id="{2FDE23FC-4611-D6A6-2615-335DAFA603A4}"/>
                </a:ext>
              </a:extLst>
            </p:cNvPr>
            <p:cNvSpPr txBox="1"/>
            <p:nvPr/>
          </p:nvSpPr>
          <p:spPr>
            <a:xfrm>
              <a:off x="8786677" y="2133603"/>
              <a:ext cx="595035" cy="338554"/>
            </a:xfrm>
            <a:prstGeom prst="rect">
              <a:avLst/>
            </a:prstGeom>
            <a:noFill/>
          </p:spPr>
          <p:txBody>
            <a:bodyPr wrap="none" rtlCol="0">
              <a:spAutoFit/>
            </a:bodyPr>
            <a:lstStyle/>
            <a:p>
              <a:r>
                <a:rPr kumimoji="1"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rPr>
                <a:t>×00</a:t>
              </a: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119" name="グループ化 118">
            <a:extLst>
              <a:ext uri="{FF2B5EF4-FFF2-40B4-BE49-F238E27FC236}">
                <a16:creationId xmlns:a16="http://schemas.microsoft.com/office/drawing/2014/main" id="{94487B5E-258F-C02B-B105-CDB908854484}"/>
              </a:ext>
            </a:extLst>
          </p:cNvPr>
          <p:cNvGrpSpPr/>
          <p:nvPr/>
        </p:nvGrpSpPr>
        <p:grpSpPr>
          <a:xfrm>
            <a:off x="8080015" y="5502381"/>
            <a:ext cx="697363" cy="380628"/>
            <a:chOff x="8786677" y="2124225"/>
            <a:chExt cx="697363" cy="380628"/>
          </a:xfrm>
        </p:grpSpPr>
        <p:sp>
          <p:nvSpPr>
            <p:cNvPr id="120" name="四角形: 上の 2 つの角を丸める 119">
              <a:extLst>
                <a:ext uri="{FF2B5EF4-FFF2-40B4-BE49-F238E27FC236}">
                  <a16:creationId xmlns:a16="http://schemas.microsoft.com/office/drawing/2014/main" id="{7A9A84D6-F4FA-C2B3-7A66-DB13EA9A202C}"/>
                </a:ext>
              </a:extLst>
            </p:cNvPr>
            <p:cNvSpPr/>
            <p:nvPr/>
          </p:nvSpPr>
          <p:spPr>
            <a:xfrm rot="5400000" flipV="1">
              <a:off x="8970834" y="1991647"/>
              <a:ext cx="380628" cy="645784"/>
            </a:xfrm>
            <a:prstGeom prst="round2SameRect">
              <a:avLst>
                <a:gd name="adj1" fmla="val 12104"/>
                <a:gd name="adj2" fmla="val 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1" name="テキスト ボックス 120">
              <a:extLst>
                <a:ext uri="{FF2B5EF4-FFF2-40B4-BE49-F238E27FC236}">
                  <a16:creationId xmlns:a16="http://schemas.microsoft.com/office/drawing/2014/main" id="{B487B1A8-001F-93FE-385F-F77881A34B97}"/>
                </a:ext>
              </a:extLst>
            </p:cNvPr>
            <p:cNvSpPr txBox="1"/>
            <p:nvPr/>
          </p:nvSpPr>
          <p:spPr>
            <a:xfrm>
              <a:off x="8786677" y="2133603"/>
              <a:ext cx="595035" cy="338554"/>
            </a:xfrm>
            <a:prstGeom prst="rect">
              <a:avLst/>
            </a:prstGeom>
            <a:noFill/>
          </p:spPr>
          <p:txBody>
            <a:bodyPr wrap="none" rtlCol="0">
              <a:spAutoFit/>
            </a:bodyPr>
            <a:lstStyle/>
            <a:p>
              <a:r>
                <a:rPr kumimoji="1"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rPr>
                <a:t>×00</a:t>
              </a: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122" name="グループ化 121">
            <a:extLst>
              <a:ext uri="{FF2B5EF4-FFF2-40B4-BE49-F238E27FC236}">
                <a16:creationId xmlns:a16="http://schemas.microsoft.com/office/drawing/2014/main" id="{38EE1ECB-E2FD-D4C5-AB4F-26E759F3AB98}"/>
              </a:ext>
            </a:extLst>
          </p:cNvPr>
          <p:cNvGrpSpPr/>
          <p:nvPr/>
        </p:nvGrpSpPr>
        <p:grpSpPr>
          <a:xfrm>
            <a:off x="8080015" y="2124225"/>
            <a:ext cx="697363" cy="380628"/>
            <a:chOff x="8786677" y="2124225"/>
            <a:chExt cx="697363" cy="380628"/>
          </a:xfrm>
        </p:grpSpPr>
        <p:sp>
          <p:nvSpPr>
            <p:cNvPr id="123" name="四角形: 上の 2 つの角を丸める 122">
              <a:extLst>
                <a:ext uri="{FF2B5EF4-FFF2-40B4-BE49-F238E27FC236}">
                  <a16:creationId xmlns:a16="http://schemas.microsoft.com/office/drawing/2014/main" id="{D7458FD8-CDC8-7F44-377A-AB4CC7288DBA}"/>
                </a:ext>
              </a:extLst>
            </p:cNvPr>
            <p:cNvSpPr/>
            <p:nvPr/>
          </p:nvSpPr>
          <p:spPr>
            <a:xfrm rot="5400000" flipV="1">
              <a:off x="8970834" y="1991647"/>
              <a:ext cx="380628" cy="645784"/>
            </a:xfrm>
            <a:prstGeom prst="round2SameRect">
              <a:avLst>
                <a:gd name="adj1" fmla="val 12104"/>
                <a:gd name="adj2" fmla="val 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4" name="テキスト ボックス 123">
              <a:extLst>
                <a:ext uri="{FF2B5EF4-FFF2-40B4-BE49-F238E27FC236}">
                  <a16:creationId xmlns:a16="http://schemas.microsoft.com/office/drawing/2014/main" id="{CE43AA64-98C3-250A-7F71-832926D61915}"/>
                </a:ext>
              </a:extLst>
            </p:cNvPr>
            <p:cNvSpPr txBox="1"/>
            <p:nvPr/>
          </p:nvSpPr>
          <p:spPr>
            <a:xfrm>
              <a:off x="8786677" y="2133603"/>
              <a:ext cx="595035" cy="338554"/>
            </a:xfrm>
            <a:prstGeom prst="rect">
              <a:avLst/>
            </a:prstGeom>
            <a:noFill/>
          </p:spPr>
          <p:txBody>
            <a:bodyPr wrap="none" rtlCol="0">
              <a:spAutoFit/>
            </a:bodyPr>
            <a:lstStyle/>
            <a:p>
              <a:r>
                <a:rPr kumimoji="1"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rPr>
                <a:t>×01</a:t>
              </a: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2" name="グループ化 1">
            <a:extLst>
              <a:ext uri="{FF2B5EF4-FFF2-40B4-BE49-F238E27FC236}">
                <a16:creationId xmlns:a16="http://schemas.microsoft.com/office/drawing/2014/main" id="{6622CE3F-D696-6737-75BB-918BC22C7D95}"/>
              </a:ext>
            </a:extLst>
          </p:cNvPr>
          <p:cNvGrpSpPr/>
          <p:nvPr/>
        </p:nvGrpSpPr>
        <p:grpSpPr>
          <a:xfrm>
            <a:off x="8080015" y="3813303"/>
            <a:ext cx="697363" cy="380628"/>
            <a:chOff x="8786677" y="2124225"/>
            <a:chExt cx="697363" cy="380628"/>
          </a:xfrm>
        </p:grpSpPr>
        <p:sp>
          <p:nvSpPr>
            <p:cNvPr id="3" name="四角形: 上の 2 つの角を丸める 2">
              <a:extLst>
                <a:ext uri="{FF2B5EF4-FFF2-40B4-BE49-F238E27FC236}">
                  <a16:creationId xmlns:a16="http://schemas.microsoft.com/office/drawing/2014/main" id="{09C3E637-3718-F067-7634-5BA577A04BD4}"/>
                </a:ext>
              </a:extLst>
            </p:cNvPr>
            <p:cNvSpPr/>
            <p:nvPr/>
          </p:nvSpPr>
          <p:spPr>
            <a:xfrm rot="5400000" flipV="1">
              <a:off x="8970834" y="1991647"/>
              <a:ext cx="380628" cy="645784"/>
            </a:xfrm>
            <a:prstGeom prst="round2SameRect">
              <a:avLst>
                <a:gd name="adj1" fmla="val 12104"/>
                <a:gd name="adj2" fmla="val 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 name="テキスト ボックス 3">
              <a:extLst>
                <a:ext uri="{FF2B5EF4-FFF2-40B4-BE49-F238E27FC236}">
                  <a16:creationId xmlns:a16="http://schemas.microsoft.com/office/drawing/2014/main" id="{B962C499-3A7A-B2A3-CBC9-844E3C854045}"/>
                </a:ext>
              </a:extLst>
            </p:cNvPr>
            <p:cNvSpPr txBox="1"/>
            <p:nvPr/>
          </p:nvSpPr>
          <p:spPr>
            <a:xfrm>
              <a:off x="8786677" y="2133603"/>
              <a:ext cx="595035" cy="338554"/>
            </a:xfrm>
            <a:prstGeom prst="rect">
              <a:avLst/>
            </a:prstGeom>
            <a:noFill/>
          </p:spPr>
          <p:txBody>
            <a:bodyPr wrap="none" rtlCol="0">
              <a:spAutoFit/>
            </a:bodyPr>
            <a:lstStyle/>
            <a:p>
              <a:r>
                <a:rPr kumimoji="1"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rPr>
                <a:t>×01</a:t>
              </a: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5" name="グループ化 4">
            <a:extLst>
              <a:ext uri="{FF2B5EF4-FFF2-40B4-BE49-F238E27FC236}">
                <a16:creationId xmlns:a16="http://schemas.microsoft.com/office/drawing/2014/main" id="{ED266336-94C3-CA5C-A58B-1335B6D45A46}"/>
              </a:ext>
            </a:extLst>
          </p:cNvPr>
          <p:cNvGrpSpPr/>
          <p:nvPr/>
        </p:nvGrpSpPr>
        <p:grpSpPr>
          <a:xfrm>
            <a:off x="8080015" y="5502381"/>
            <a:ext cx="697363" cy="380628"/>
            <a:chOff x="8786677" y="2124225"/>
            <a:chExt cx="697363" cy="380628"/>
          </a:xfrm>
        </p:grpSpPr>
        <p:sp>
          <p:nvSpPr>
            <p:cNvPr id="6" name="四角形: 上の 2 つの角を丸める 5">
              <a:extLst>
                <a:ext uri="{FF2B5EF4-FFF2-40B4-BE49-F238E27FC236}">
                  <a16:creationId xmlns:a16="http://schemas.microsoft.com/office/drawing/2014/main" id="{BF18E40F-10E2-311B-B381-16D1F6AB924B}"/>
                </a:ext>
              </a:extLst>
            </p:cNvPr>
            <p:cNvSpPr/>
            <p:nvPr/>
          </p:nvSpPr>
          <p:spPr>
            <a:xfrm rot="5400000" flipV="1">
              <a:off x="8970834" y="1991647"/>
              <a:ext cx="380628" cy="645784"/>
            </a:xfrm>
            <a:prstGeom prst="round2SameRect">
              <a:avLst>
                <a:gd name="adj1" fmla="val 12104"/>
                <a:gd name="adj2" fmla="val 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テキスト ボックス 6">
              <a:extLst>
                <a:ext uri="{FF2B5EF4-FFF2-40B4-BE49-F238E27FC236}">
                  <a16:creationId xmlns:a16="http://schemas.microsoft.com/office/drawing/2014/main" id="{81C48AD6-9F35-52FD-D453-69A83011D2E3}"/>
                </a:ext>
              </a:extLst>
            </p:cNvPr>
            <p:cNvSpPr txBox="1"/>
            <p:nvPr/>
          </p:nvSpPr>
          <p:spPr>
            <a:xfrm>
              <a:off x="8786677" y="2133603"/>
              <a:ext cx="595035" cy="338554"/>
            </a:xfrm>
            <a:prstGeom prst="rect">
              <a:avLst/>
            </a:prstGeom>
            <a:noFill/>
          </p:spPr>
          <p:txBody>
            <a:bodyPr wrap="none" rtlCol="0">
              <a:spAutoFit/>
            </a:bodyPr>
            <a:lstStyle/>
            <a:p>
              <a:r>
                <a:rPr kumimoji="1"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rPr>
                <a:t>×01</a:t>
              </a: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sp>
        <p:nvSpPr>
          <p:cNvPr id="9" name="フローチャート: 論理積ゲート 8">
            <a:extLst>
              <a:ext uri="{FF2B5EF4-FFF2-40B4-BE49-F238E27FC236}">
                <a16:creationId xmlns:a16="http://schemas.microsoft.com/office/drawing/2014/main" id="{5FD561E0-190C-38B4-997B-7039D798A669}"/>
              </a:ext>
            </a:extLst>
          </p:cNvPr>
          <p:cNvSpPr/>
          <p:nvPr/>
        </p:nvSpPr>
        <p:spPr>
          <a:xfrm>
            <a:off x="3829669" y="4227332"/>
            <a:ext cx="1407430" cy="461826"/>
          </a:xfrm>
          <a:prstGeom prst="flowChartDelay">
            <a:avLst/>
          </a:prstGeom>
          <a:solidFill>
            <a:srgbClr val="CC66FF"/>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b="1">
                <a:latin typeface="原稿用標準書体" panose="03000503000000000000" pitchFamily="66" charset="-128"/>
                <a:ea typeface="原稿用標準書体" panose="03000503000000000000" pitchFamily="66" charset="-128"/>
              </a:rPr>
              <a:t>SKIP</a:t>
            </a:r>
            <a:endParaRPr kumimoji="1" lang="ja-JP" altLang="en-US" b="1" dirty="0">
              <a:latin typeface="原稿用標準書体" panose="03000503000000000000" pitchFamily="66" charset="-128"/>
              <a:ea typeface="原稿用標準書体" panose="03000503000000000000" pitchFamily="66" charset="-128"/>
            </a:endParaRPr>
          </a:p>
        </p:txBody>
      </p:sp>
      <p:sp>
        <p:nvSpPr>
          <p:cNvPr id="11" name="テキスト ボックス 10">
            <a:extLst>
              <a:ext uri="{FF2B5EF4-FFF2-40B4-BE49-F238E27FC236}">
                <a16:creationId xmlns:a16="http://schemas.microsoft.com/office/drawing/2014/main" id="{1C0CB615-DB80-50BF-EB0A-6F9106573083}"/>
              </a:ext>
            </a:extLst>
          </p:cNvPr>
          <p:cNvSpPr txBox="1"/>
          <p:nvPr/>
        </p:nvSpPr>
        <p:spPr>
          <a:xfrm>
            <a:off x="3594666" y="2355923"/>
            <a:ext cx="1877437" cy="1446550"/>
          </a:xfrm>
          <a:prstGeom prst="rect">
            <a:avLst/>
          </a:prstGeom>
          <a:noFill/>
        </p:spPr>
        <p:txBody>
          <a:bodyPr wrap="none" rtlCol="0">
            <a:spAutoFit/>
          </a:bodyPr>
          <a:lstStyle/>
          <a:p>
            <a:r>
              <a:rPr lang="en-US" altLang="ja-JP" sz="8800">
                <a:solidFill>
                  <a:srgbClr val="FF00FF"/>
                </a:solidFill>
                <a:latin typeface="原稿用標準書体" panose="03000503000000000000" pitchFamily="66" charset="-128"/>
                <a:ea typeface="原稿用標準書体" panose="03000503000000000000" pitchFamily="66" charset="-128"/>
              </a:rPr>
              <a:t>0</a:t>
            </a:r>
            <a:r>
              <a:rPr kumimoji="1" lang="en-US" altLang="ja-JP" sz="8800">
                <a:solidFill>
                  <a:srgbClr val="FF00FF"/>
                </a:solidFill>
                <a:latin typeface="原稿用標準書体" panose="03000503000000000000" pitchFamily="66" charset="-128"/>
                <a:ea typeface="原稿用標準書体" panose="03000503000000000000" pitchFamily="66" charset="-128"/>
              </a:rPr>
              <a:t>/3</a:t>
            </a:r>
            <a:endParaRPr kumimoji="1" lang="ja-JP" altLang="en-US" sz="8800">
              <a:solidFill>
                <a:srgbClr val="FF00FF"/>
              </a:solidFill>
              <a:latin typeface="原稿用標準書体" panose="03000503000000000000" pitchFamily="66" charset="-128"/>
              <a:ea typeface="原稿用標準書体" panose="03000503000000000000" pitchFamily="66" charset="-128"/>
            </a:endParaRPr>
          </a:p>
        </p:txBody>
      </p:sp>
      <p:sp>
        <p:nvSpPr>
          <p:cNvPr id="12" name="テキスト ボックス 11">
            <a:extLst>
              <a:ext uri="{FF2B5EF4-FFF2-40B4-BE49-F238E27FC236}">
                <a16:creationId xmlns:a16="http://schemas.microsoft.com/office/drawing/2014/main" id="{6EE68174-DA2F-7CAD-BC4D-A146DC211B75}"/>
              </a:ext>
            </a:extLst>
          </p:cNvPr>
          <p:cNvSpPr txBox="1"/>
          <p:nvPr/>
        </p:nvSpPr>
        <p:spPr>
          <a:xfrm>
            <a:off x="3594666" y="2355923"/>
            <a:ext cx="1877437" cy="1446550"/>
          </a:xfrm>
          <a:prstGeom prst="rect">
            <a:avLst/>
          </a:prstGeom>
          <a:noFill/>
        </p:spPr>
        <p:txBody>
          <a:bodyPr wrap="none" rtlCol="0">
            <a:spAutoFit/>
          </a:bodyPr>
          <a:lstStyle/>
          <a:p>
            <a:r>
              <a:rPr lang="en-US" altLang="ja-JP" sz="8800">
                <a:solidFill>
                  <a:srgbClr val="FF00FF"/>
                </a:solidFill>
                <a:latin typeface="原稿用標準書体" panose="03000503000000000000" pitchFamily="66" charset="-128"/>
                <a:ea typeface="原稿用標準書体" panose="03000503000000000000" pitchFamily="66" charset="-128"/>
              </a:rPr>
              <a:t>1</a:t>
            </a:r>
            <a:r>
              <a:rPr kumimoji="1" lang="en-US" altLang="ja-JP" sz="8800">
                <a:solidFill>
                  <a:srgbClr val="FF00FF"/>
                </a:solidFill>
                <a:latin typeface="原稿用標準書体" panose="03000503000000000000" pitchFamily="66" charset="-128"/>
                <a:ea typeface="原稿用標準書体" panose="03000503000000000000" pitchFamily="66" charset="-128"/>
              </a:rPr>
              <a:t>/3</a:t>
            </a:r>
            <a:endParaRPr kumimoji="1" lang="ja-JP" altLang="en-US" sz="8800">
              <a:solidFill>
                <a:srgbClr val="FF00FF"/>
              </a:solidFill>
              <a:latin typeface="原稿用標準書体" panose="03000503000000000000" pitchFamily="66" charset="-128"/>
              <a:ea typeface="原稿用標準書体" panose="03000503000000000000" pitchFamily="66" charset="-128"/>
            </a:endParaRPr>
          </a:p>
        </p:txBody>
      </p:sp>
      <p:sp>
        <p:nvSpPr>
          <p:cNvPr id="13" name="テキスト ボックス 12">
            <a:extLst>
              <a:ext uri="{FF2B5EF4-FFF2-40B4-BE49-F238E27FC236}">
                <a16:creationId xmlns:a16="http://schemas.microsoft.com/office/drawing/2014/main" id="{CC4BE817-0A83-6EC0-E6A1-82464D67BC86}"/>
              </a:ext>
            </a:extLst>
          </p:cNvPr>
          <p:cNvSpPr txBox="1"/>
          <p:nvPr/>
        </p:nvSpPr>
        <p:spPr>
          <a:xfrm>
            <a:off x="3594666" y="2355923"/>
            <a:ext cx="1877437" cy="1446550"/>
          </a:xfrm>
          <a:prstGeom prst="rect">
            <a:avLst/>
          </a:prstGeom>
          <a:noFill/>
        </p:spPr>
        <p:txBody>
          <a:bodyPr wrap="none" rtlCol="0">
            <a:spAutoFit/>
          </a:bodyPr>
          <a:lstStyle/>
          <a:p>
            <a:r>
              <a:rPr lang="en-US" altLang="ja-JP" sz="8800">
                <a:solidFill>
                  <a:srgbClr val="FF00FF"/>
                </a:solidFill>
                <a:latin typeface="原稿用標準書体" panose="03000503000000000000" pitchFamily="66" charset="-128"/>
                <a:ea typeface="原稿用標準書体" panose="03000503000000000000" pitchFamily="66" charset="-128"/>
              </a:rPr>
              <a:t>2</a:t>
            </a:r>
            <a:r>
              <a:rPr kumimoji="1" lang="en-US" altLang="ja-JP" sz="8800">
                <a:solidFill>
                  <a:srgbClr val="FF00FF"/>
                </a:solidFill>
                <a:latin typeface="原稿用標準書体" panose="03000503000000000000" pitchFamily="66" charset="-128"/>
                <a:ea typeface="原稿用標準書体" panose="03000503000000000000" pitchFamily="66" charset="-128"/>
              </a:rPr>
              <a:t>/3</a:t>
            </a:r>
            <a:endParaRPr kumimoji="1" lang="ja-JP" altLang="en-US" sz="8800">
              <a:solidFill>
                <a:srgbClr val="FF00FF"/>
              </a:solidFill>
              <a:latin typeface="原稿用標準書体" panose="03000503000000000000" pitchFamily="66" charset="-128"/>
              <a:ea typeface="原稿用標準書体" panose="03000503000000000000" pitchFamily="66" charset="-128"/>
            </a:endParaRPr>
          </a:p>
        </p:txBody>
      </p:sp>
      <p:sp>
        <p:nvSpPr>
          <p:cNvPr id="14" name="テキスト ボックス 13">
            <a:extLst>
              <a:ext uri="{FF2B5EF4-FFF2-40B4-BE49-F238E27FC236}">
                <a16:creationId xmlns:a16="http://schemas.microsoft.com/office/drawing/2014/main" id="{5CC5E430-E4C5-1669-EFCF-A685DE2DF5A5}"/>
              </a:ext>
            </a:extLst>
          </p:cNvPr>
          <p:cNvSpPr txBox="1"/>
          <p:nvPr/>
        </p:nvSpPr>
        <p:spPr>
          <a:xfrm>
            <a:off x="3594666" y="2355923"/>
            <a:ext cx="1877437" cy="1446550"/>
          </a:xfrm>
          <a:prstGeom prst="rect">
            <a:avLst/>
          </a:prstGeom>
          <a:noFill/>
        </p:spPr>
        <p:txBody>
          <a:bodyPr wrap="none" rtlCol="0">
            <a:spAutoFit/>
          </a:bodyPr>
          <a:lstStyle/>
          <a:p>
            <a:r>
              <a:rPr lang="en-US" altLang="ja-JP" sz="8800">
                <a:solidFill>
                  <a:srgbClr val="FF00FF"/>
                </a:solidFill>
                <a:latin typeface="原稿用標準書体" panose="03000503000000000000" pitchFamily="66" charset="-128"/>
                <a:ea typeface="原稿用標準書体" panose="03000503000000000000" pitchFamily="66" charset="-128"/>
              </a:rPr>
              <a:t>3</a:t>
            </a:r>
            <a:r>
              <a:rPr kumimoji="1" lang="en-US" altLang="ja-JP" sz="8800">
                <a:solidFill>
                  <a:srgbClr val="FF00FF"/>
                </a:solidFill>
                <a:latin typeface="原稿用標準書体" panose="03000503000000000000" pitchFamily="66" charset="-128"/>
                <a:ea typeface="原稿用標準書体" panose="03000503000000000000" pitchFamily="66" charset="-128"/>
              </a:rPr>
              <a:t>/3</a:t>
            </a:r>
            <a:endParaRPr kumimoji="1" lang="ja-JP" altLang="en-US" sz="8800">
              <a:solidFill>
                <a:srgbClr val="FF00FF"/>
              </a:solidFill>
              <a:latin typeface="原稿用標準書体" panose="03000503000000000000" pitchFamily="66" charset="-128"/>
              <a:ea typeface="原稿用標準書体" panose="03000503000000000000" pitchFamily="66" charset="-128"/>
            </a:endParaRPr>
          </a:p>
        </p:txBody>
      </p:sp>
    </p:spTree>
    <p:extLst>
      <p:ext uri="{BB962C8B-B14F-4D97-AF65-F5344CB8AC3E}">
        <p14:creationId xmlns:p14="http://schemas.microsoft.com/office/powerpoint/2010/main" val="22442182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1"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anim calcmode="lin" valueType="num">
                                      <p:cBhvr>
                                        <p:cTn id="7" dur="1000" fill="hold"/>
                                        <p:tgtEl>
                                          <p:spTgt spid="16"/>
                                        </p:tgtEl>
                                        <p:attrNameLst>
                                          <p:attrName>ppt_w</p:attrName>
                                        </p:attrNameLst>
                                      </p:cBhvr>
                                      <p:tavLst>
                                        <p:tav tm="0">
                                          <p:val>
                                            <p:fltVal val="0"/>
                                          </p:val>
                                        </p:tav>
                                        <p:tav tm="100000">
                                          <p:val>
                                            <p:strVal val="#ppt_w"/>
                                          </p:val>
                                        </p:tav>
                                      </p:tavLst>
                                    </p:anim>
                                    <p:anim calcmode="lin" valueType="num">
                                      <p:cBhvr>
                                        <p:cTn id="8" dur="1000" fill="hold"/>
                                        <p:tgtEl>
                                          <p:spTgt spid="16"/>
                                        </p:tgtEl>
                                        <p:attrNameLst>
                                          <p:attrName>ppt_h</p:attrName>
                                        </p:attrNameLst>
                                      </p:cBhvr>
                                      <p:tavLst>
                                        <p:tav tm="0">
                                          <p:val>
                                            <p:fltVal val="0"/>
                                          </p:val>
                                        </p:tav>
                                        <p:tav tm="100000">
                                          <p:val>
                                            <p:strVal val="#ppt_h"/>
                                          </p:val>
                                        </p:tav>
                                      </p:tavLst>
                                    </p:anim>
                                    <p:anim calcmode="lin" valueType="num">
                                      <p:cBhvr>
                                        <p:cTn id="9" dur="1000" fill="hold"/>
                                        <p:tgtEl>
                                          <p:spTgt spid="16"/>
                                        </p:tgtEl>
                                        <p:attrNameLst>
                                          <p:attrName>style.rotation</p:attrName>
                                        </p:attrNameLst>
                                      </p:cBhvr>
                                      <p:tavLst>
                                        <p:tav tm="0">
                                          <p:val>
                                            <p:fltVal val="90"/>
                                          </p:val>
                                        </p:tav>
                                        <p:tav tm="100000">
                                          <p:val>
                                            <p:fltVal val="0"/>
                                          </p:val>
                                        </p:tav>
                                      </p:tavLst>
                                    </p:anim>
                                    <p:animEffect transition="in" filter="fade">
                                      <p:cBhvr>
                                        <p:cTn id="10" dur="1000"/>
                                        <p:tgtEl>
                                          <p:spTgt spid="16"/>
                                        </p:tgtEl>
                                      </p:cBhvr>
                                    </p:animEffect>
                                  </p:childTnLst>
                                </p:cTn>
                              </p:par>
                              <p:par>
                                <p:cTn id="11" presetID="35" presetClass="path" presetSubtype="0" accel="50000" decel="50000" fill="hold" nodeType="withEffect">
                                  <p:stCondLst>
                                    <p:cond delay="0"/>
                                  </p:stCondLst>
                                  <p:childTnLst>
                                    <p:animMotion origin="layout" path="M 0 0 L -0.12943 0 " pathEditMode="relative" rAng="0" ptsTypes="AA">
                                      <p:cBhvr>
                                        <p:cTn id="12" dur="2000" fill="hold"/>
                                        <p:tgtEl>
                                          <p:spTgt spid="16"/>
                                        </p:tgtEl>
                                        <p:attrNameLst>
                                          <p:attrName>ppt_x</p:attrName>
                                          <p:attrName>ppt_y</p:attrName>
                                        </p:attrNameLst>
                                      </p:cBhvr>
                                      <p:rCtr x="-6471" y="0"/>
                                    </p:animMotion>
                                  </p:childTnLst>
                                </p:cTn>
                              </p:par>
                            </p:childTnLst>
                          </p:cTn>
                        </p:par>
                      </p:childTnLst>
                    </p:cTn>
                  </p:par>
                  <p:par>
                    <p:cTn id="13" fill="hold">
                      <p:stCondLst>
                        <p:cond delay="indefinite"/>
                      </p:stCondLst>
                      <p:childTnLst>
                        <p:par>
                          <p:cTn id="14" fill="hold">
                            <p:stCondLst>
                              <p:cond delay="0"/>
                            </p:stCondLst>
                            <p:childTnLst>
                              <p:par>
                                <p:cTn id="15" presetID="8" presetClass="emph" presetSubtype="0" fill="hold" nodeType="clickEffect">
                                  <p:stCondLst>
                                    <p:cond delay="500"/>
                                  </p:stCondLst>
                                  <p:childTnLst>
                                    <p:animRot by="21600000">
                                      <p:cBhvr>
                                        <p:cTn id="16" dur="1000" fill="hold"/>
                                        <p:tgtEl>
                                          <p:spTgt spid="16"/>
                                        </p:tgtEl>
                                        <p:attrNameLst>
                                          <p:attrName>r</p:attrName>
                                        </p:attrNameLst>
                                      </p:cBhvr>
                                    </p:animRot>
                                  </p:childTnLst>
                                </p:cTn>
                              </p:par>
                            </p:childTnLst>
                          </p:cTn>
                        </p:par>
                      </p:childTnLst>
                    </p:cTn>
                  </p:par>
                  <p:par>
                    <p:cTn id="17" fill="hold">
                      <p:stCondLst>
                        <p:cond delay="indefinite"/>
                      </p:stCondLst>
                      <p:childTnLst>
                        <p:par>
                          <p:cTn id="18" fill="hold">
                            <p:stCondLst>
                              <p:cond delay="0"/>
                            </p:stCondLst>
                            <p:childTnLst>
                              <p:par>
                                <p:cTn id="19" presetID="8" presetClass="emph" presetSubtype="0" fill="hold" nodeType="clickEffect">
                                  <p:stCondLst>
                                    <p:cond delay="0"/>
                                  </p:stCondLst>
                                  <p:childTnLst>
                                    <p:animRot by="43200000">
                                      <p:cBhvr>
                                        <p:cTn id="20" dur="1000" fill="hold"/>
                                        <p:tgtEl>
                                          <p:spTgt spid="16"/>
                                        </p:tgtEl>
                                        <p:attrNameLst>
                                          <p:attrName>r</p:attrName>
                                        </p:attrNameLst>
                                      </p:cBhvr>
                                    </p:animRot>
                                  </p:childTnLst>
                                </p:cTn>
                              </p:par>
                            </p:childTnLst>
                          </p:cTn>
                        </p:par>
                      </p:childTnLst>
                    </p:cTn>
                  </p:par>
                  <p:par>
                    <p:cTn id="21" fill="hold">
                      <p:stCondLst>
                        <p:cond delay="indefinite"/>
                      </p:stCondLst>
                      <p:childTnLst>
                        <p:par>
                          <p:cTn id="22" fill="hold">
                            <p:stCondLst>
                              <p:cond delay="0"/>
                            </p:stCondLst>
                            <p:childTnLst>
                              <p:par>
                                <p:cTn id="23" presetID="8" presetClass="emph" presetSubtype="0" fill="hold" nodeType="clickEffect">
                                  <p:stCondLst>
                                    <p:cond delay="0"/>
                                  </p:stCondLst>
                                  <p:childTnLst>
                                    <p:animRot by="43200000">
                                      <p:cBhvr>
                                        <p:cTn id="24" dur="750" fill="hold"/>
                                        <p:tgtEl>
                                          <p:spTgt spid="16"/>
                                        </p:tgtEl>
                                        <p:attrNameLst>
                                          <p:attrName>r</p:attrName>
                                        </p:attrNameLst>
                                      </p:cBhvr>
                                    </p:animRot>
                                  </p:childTnLst>
                                </p:cTn>
                              </p:par>
                            </p:childTnLst>
                          </p:cTn>
                        </p:par>
                      </p:childTnLst>
                    </p:cTn>
                  </p:par>
                  <p:par>
                    <p:cTn id="25" fill="hold">
                      <p:stCondLst>
                        <p:cond delay="indefinite"/>
                      </p:stCondLst>
                      <p:childTnLst>
                        <p:par>
                          <p:cTn id="26" fill="hold">
                            <p:stCondLst>
                              <p:cond delay="0"/>
                            </p:stCondLst>
                            <p:childTnLst>
                              <p:par>
                                <p:cTn id="27" presetID="8" presetClass="emph" presetSubtype="0" fill="hold" nodeType="clickEffect">
                                  <p:stCondLst>
                                    <p:cond delay="0"/>
                                  </p:stCondLst>
                                  <p:childTnLst>
                                    <p:animRot by="43200000">
                                      <p:cBhvr>
                                        <p:cTn id="28" dur="500" fill="hold"/>
                                        <p:tgtEl>
                                          <p:spTgt spid="16"/>
                                        </p:tgtEl>
                                        <p:attrNameLst>
                                          <p:attrName>r</p:attrName>
                                        </p:attrNameLst>
                                      </p:cBhvr>
                                    </p:animRot>
                                  </p:childTnLst>
                                </p:cTn>
                              </p:par>
                            </p:childTnLst>
                          </p:cTn>
                        </p:par>
                      </p:childTnLst>
                    </p:cTn>
                  </p:par>
                  <p:par>
                    <p:cTn id="29" fill="hold">
                      <p:stCondLst>
                        <p:cond delay="indefinite"/>
                      </p:stCondLst>
                      <p:childTnLst>
                        <p:par>
                          <p:cTn id="30" fill="hold">
                            <p:stCondLst>
                              <p:cond delay="0"/>
                            </p:stCondLst>
                            <p:childTnLst>
                              <p:par>
                                <p:cTn id="31" presetID="8" presetClass="emph" presetSubtype="0" fill="hold" nodeType="clickEffect">
                                  <p:stCondLst>
                                    <p:cond delay="0"/>
                                  </p:stCondLst>
                                  <p:childTnLst>
                                    <p:animRot by="43200000">
                                      <p:cBhvr>
                                        <p:cTn id="32" dur="250" fill="hold"/>
                                        <p:tgtEl>
                                          <p:spTgt spid="16"/>
                                        </p:tgtEl>
                                        <p:attrNameLst>
                                          <p:attrName>r</p:attrName>
                                        </p:attrNameLst>
                                      </p:cBhvr>
                                    </p:animRot>
                                  </p:childTnLst>
                                </p:cTn>
                              </p:par>
                            </p:childTnLst>
                          </p:cTn>
                        </p:par>
                      </p:childTnLst>
                    </p:cTn>
                  </p:par>
                  <p:par>
                    <p:cTn id="33" fill="hold">
                      <p:stCondLst>
                        <p:cond delay="indefinite"/>
                      </p:stCondLst>
                      <p:childTnLst>
                        <p:par>
                          <p:cTn id="34" fill="hold">
                            <p:stCondLst>
                              <p:cond delay="0"/>
                            </p:stCondLst>
                            <p:childTnLst>
                              <p:par>
                                <p:cTn id="35" presetID="26" presetClass="emph" presetSubtype="0" fill="hold" nodeType="clickEffect">
                                  <p:stCondLst>
                                    <p:cond delay="0"/>
                                  </p:stCondLst>
                                  <p:childTnLst>
                                    <p:animEffect transition="out" filter="fade">
                                      <p:cBhvr>
                                        <p:cTn id="36" dur="250" tmFilter="0, 0; .2, .5; .8, .5; 1, 0"/>
                                        <p:tgtEl>
                                          <p:spTgt spid="16"/>
                                        </p:tgtEl>
                                      </p:cBhvr>
                                    </p:animEffect>
                                    <p:animScale>
                                      <p:cBhvr>
                                        <p:cTn id="37" dur="125" autoRev="1" fill="hold"/>
                                        <p:tgtEl>
                                          <p:spTgt spid="16"/>
                                        </p:tgtEl>
                                      </p:cBhvr>
                                      <p:by x="105000" y="105000"/>
                                    </p:animScale>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9"/>
                                        </p:tgtEl>
                                        <p:attrNameLst>
                                          <p:attrName>style.visibility</p:attrName>
                                        </p:attrNameLst>
                                      </p:cBhvr>
                                      <p:to>
                                        <p:strVal val="visible"/>
                                      </p:to>
                                    </p:set>
                                    <p:animEffect transition="in" filter="fade">
                                      <p:cBhvr>
                                        <p:cTn id="42" dur="250"/>
                                        <p:tgtEl>
                                          <p:spTgt spid="9"/>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11"/>
                                        </p:tgtEl>
                                        <p:attrNameLst>
                                          <p:attrName>style.visibility</p:attrName>
                                        </p:attrNameLst>
                                      </p:cBhvr>
                                      <p:to>
                                        <p:strVal val="visible"/>
                                      </p:to>
                                    </p:set>
                                    <p:animEffect transition="in" filter="fade">
                                      <p:cBhvr>
                                        <p:cTn id="45" dur="250"/>
                                        <p:tgtEl>
                                          <p:spTgt spid="11"/>
                                        </p:tgtEl>
                                      </p:cBhvr>
                                    </p:animEffect>
                                  </p:childTnLst>
                                </p:cTn>
                              </p:par>
                            </p:childTnLst>
                          </p:cTn>
                        </p:par>
                      </p:childTnLst>
                    </p:cTn>
                  </p:par>
                  <p:par>
                    <p:cTn id="46" fill="hold">
                      <p:stCondLst>
                        <p:cond delay="indefinite"/>
                      </p:stCondLst>
                      <p:childTnLst>
                        <p:par>
                          <p:cTn id="47" fill="hold">
                            <p:stCondLst>
                              <p:cond delay="0"/>
                            </p:stCondLst>
                            <p:childTnLst>
                              <p:par>
                                <p:cTn id="48" presetID="10" presetClass="entr" presetSubtype="0" fill="hold" nodeType="clickEffect">
                                  <p:stCondLst>
                                    <p:cond delay="0"/>
                                  </p:stCondLst>
                                  <p:childTnLst>
                                    <p:set>
                                      <p:cBhvr>
                                        <p:cTn id="49" dur="1" fill="hold">
                                          <p:stCondLst>
                                            <p:cond delay="0"/>
                                          </p:stCondLst>
                                        </p:cTn>
                                        <p:tgtEl>
                                          <p:spTgt spid="19"/>
                                        </p:tgtEl>
                                        <p:attrNameLst>
                                          <p:attrName>style.visibility</p:attrName>
                                        </p:attrNameLst>
                                      </p:cBhvr>
                                      <p:to>
                                        <p:strVal val="visible"/>
                                      </p:to>
                                    </p:set>
                                    <p:animEffect transition="in" filter="fade">
                                      <p:cBhvr>
                                        <p:cTn id="50" dur="250"/>
                                        <p:tgtEl>
                                          <p:spTgt spid="19"/>
                                        </p:tgtEl>
                                      </p:cBhvr>
                                    </p:animEffect>
                                  </p:childTnLst>
                                </p:cTn>
                              </p:par>
                              <p:par>
                                <p:cTn id="51" presetID="52" presetClass="path" presetSubtype="0" accel="50000" decel="50000" fill="hold" nodeType="withEffect">
                                  <p:stCondLst>
                                    <p:cond delay="0"/>
                                  </p:stCondLst>
                                  <p:childTnLst>
                                    <p:animMotion origin="layout" path="M 0.00039 -0.00208 C -0.04401 0.0287 -0.0901 0.00833 -0.1043 -0.04769 C -0.11823 -0.09028 -0.10495 -0.14097 -0.07982 -0.15949 C -0.05365 -0.17662 -0.02109 -0.15787 -0.00924 -0.11296 C -0.00534 -0.08843 -0.00365 -0.06736 -0.01016 -0.04699 C -0.01667 -0.01574 -0.03242 0.00949 -0.05586 0.02292 C -0.0681 0.03264 -0.08086 0.03819 -0.09193 0.03727 C -0.11758 0.0375 -0.13997 0.01782 -0.15039 -0.01574 C -0.1612 -0.05463 -0.14935 -0.1 -0.12747 -0.11551 C -0.10339 -0.1331 -0.07643 -0.11296 -0.06406 -0.07523 C -0.05924 -0.05417 -0.05807 -0.0331 -0.06263 -0.0169 C -0.06979 0.01134 -0.08646 0.03681 -0.10651 0.04954 C -0.11667 0.05671 -0.12747 0.05972 -0.13893 0.06088 C -0.16237 0.05856 -0.18203 0.04398 -0.19154 0.01366 C -0.20234 -0.02477 -0.18958 -0.06389 -0.17096 -0.07731 C -0.14831 -0.09329 -0.12357 -0.07824 -0.11393 -0.0412 C -0.10833 -0.02361 -0.10846 -0.00278 -0.11289 0.01273 C -0.11758 0.0375 -0.13216 0.05833 -0.15195 0.07037 C -0.16055 0.07685 -0.17031 0.08218 -0.18021 0.08148 C -0.19974 0.08009 -0.22109 0.06366 -0.22682 0.03912 C -0.23398 0.00532 -0.22669 -0.02986 -0.20716 -0.04421 C -0.18763 -0.05579 -0.16497 -0.04259 -0.15586 -0.01065 C -0.15299 0.00787 -0.15417 0.02454 -0.15573 0.03866 C -0.16237 0.05856 -0.17409 0.0794 -0.1901 0.09005 C -0.19974 0.09676 -0.20911 0.09954 -0.2168 0.09745 C -0.23633 0.10069 -0.2526 0.08565 -0.25885 0.05903 C -0.26602 0.03264 -0.2595 0.00046 -0.24193 -0.01181 C -0.22617 -0.02731 -0.20365 -0.01088 -0.19544 0.01713 C -0.19258 0.03264 -0.1918 0.04699 -0.19687 0.06157 C -0.19974 0.08009 -0.2125 0.09931 -0.22604 0.10764 C -0.2349 0.11296 -0.2418 0.11597 -0.25117 0.11528 C -0.26784 0.11597 -0.28216 0.10509 -0.28932 0.08241 C -0.29505 0.05532 -0.2888 0.02685 -0.2737 0.01551 C -0.25807 0.00579 -0.23932 0.0169 -0.23164 0.04259 C -0.22956 0.05764 -0.2293 0.0706 -0.23177 0.0831 C -0.2362 0.09907 -0.24609 0.11528 -0.2599 0.12361 C -0.26784 0.12963 -0.27318 0.13125 -0.2806 0.13125 C -0.29596 0.13171 -0.30872 0.11944 -0.31432 0.10023 C -0.322 0.07731 -0.31641 0.05139 -0.30013 0.04028 C -0.28841 0.03171 -0.27018 0.04213 -0.26471 0.06597 C -0.2612 0.07731 -0.26107 0.09005 -0.26276 0.10023 C -0.26784 0.11597 -0.27682 0.13056 -0.2888 0.13912 C -0.29609 0.14306 -0.30143 0.14398 -0.30729 0.14514 C -0.32214 0.1456 -0.33385 0.13472 -0.33906 0.11759 C -0.34661 0.09745 -0.3388 0.07292 -0.32786 0.06481 C -0.31341 0.05509 -0.29909 0.06481 -0.29258 0.08611 C -0.29062 0.09583 -0.29023 0.10718 -0.29349 0.11829 C -0.29596 0.13171 -0.30404 0.14352 -0.31589 0.15324 C -0.32135 0.15463 -0.32786 0.15509 -0.33229 0.15718 C -0.34427 0.15764 -0.35599 0.14907 -0.35977 0.13171 C -0.36575 0.11458 -0.36068 0.09306 -0.34857 0.0838 C -0.33867 0.07569 -0.32409 0.08495 -0.31953 0.10556 C -0.31615 0.1125 -0.31602 0.12315 -0.31797 0.13218 C -0.3237 0.14699 -0.33125 0.15764 -0.33945 0.1625 C -0.34401 0.16597 -0.34948 0.16898 -0.35417 0.16759 C -0.36602 0.16829 -0.37604 0.15949 -0.38112 0.1463 C -0.38555 0.12755 -0.37982 0.10671 -0.3707 0.10347 C -0.35924 0.09537 -0.34674 0.10208 -0.34219 0.1206 C -0.34102 0.12963 -0.34115 0.13958 -0.34297 0.1456 C -0.34427 0.15764 -0.35221 0.16736 -0.3612 0.17292 C -0.36445 0.17616 -0.37005 0.17801 -0.37344 0.17778 C -0.38529 0.17894 -0.39323 0.17106 -0.39779 0.1588 C -0.4013 0.14259 -0.39714 0.125 -0.38802 0.12014 C -0.37799 0.11157 -0.36901 0.12106 -0.36341 0.13426 C -0.36172 0.14236 -0.36198 0.15093 -0.3638 0.1581 C -0.36602 0.16829 -0.37279 0.17801 -0.38073 0.1838 C -0.38411 0.18588 -0.38932 0.18542 -0.39245 0.18727 " pathEditMode="relative" rAng="4140000" ptsTypes="AAAAAAAAAAAAAAAAAAAAAAAAAAAAAAAAAAAAAAAAAAAAAAAAAAAAAAAAAAAAAAAAAAA">
                                      <p:cBhvr>
                                        <p:cTn id="52" dur="500" spd="-100000" fill="hold"/>
                                        <p:tgtEl>
                                          <p:spTgt spid="19"/>
                                        </p:tgtEl>
                                        <p:attrNameLst>
                                          <p:attrName>ppt_x</p:attrName>
                                          <p:attrName>ppt_y</p:attrName>
                                        </p:attrNameLst>
                                      </p:cBhvr>
                                      <p:rCtr x="-20273" y="3218"/>
                                    </p:animMotion>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nodeType="clickEffect">
                                  <p:stCondLst>
                                    <p:cond delay="0"/>
                                  </p:stCondLst>
                                  <p:childTnLst>
                                    <p:set>
                                      <p:cBhvr>
                                        <p:cTn id="56" dur="1" fill="hold">
                                          <p:stCondLst>
                                            <p:cond delay="0"/>
                                          </p:stCondLst>
                                        </p:cTn>
                                        <p:tgtEl>
                                          <p:spTgt spid="122"/>
                                        </p:tgtEl>
                                        <p:attrNameLst>
                                          <p:attrName>style.visibility</p:attrName>
                                        </p:attrNameLst>
                                      </p:cBhvr>
                                      <p:to>
                                        <p:strVal val="visible"/>
                                      </p:to>
                                    </p:set>
                                    <p:animEffect transition="in" filter="fade">
                                      <p:cBhvr>
                                        <p:cTn id="57" dur="250"/>
                                        <p:tgtEl>
                                          <p:spTgt spid="122"/>
                                        </p:tgtEl>
                                      </p:cBhvr>
                                    </p:animEffect>
                                  </p:childTnLst>
                                </p:cTn>
                              </p:par>
                              <p:par>
                                <p:cTn id="58" presetID="10" presetClass="exit" presetSubtype="0" fill="hold" grpId="1" nodeType="withEffect">
                                  <p:stCondLst>
                                    <p:cond delay="0"/>
                                  </p:stCondLst>
                                  <p:childTnLst>
                                    <p:animEffect transition="out" filter="fade">
                                      <p:cBhvr>
                                        <p:cTn id="59" dur="250"/>
                                        <p:tgtEl>
                                          <p:spTgt spid="11"/>
                                        </p:tgtEl>
                                      </p:cBhvr>
                                    </p:animEffect>
                                    <p:set>
                                      <p:cBhvr>
                                        <p:cTn id="60" dur="1" fill="hold">
                                          <p:stCondLst>
                                            <p:cond delay="249"/>
                                          </p:stCondLst>
                                        </p:cTn>
                                        <p:tgtEl>
                                          <p:spTgt spid="11"/>
                                        </p:tgtEl>
                                        <p:attrNameLst>
                                          <p:attrName>style.visibility</p:attrName>
                                        </p:attrNameLst>
                                      </p:cBhvr>
                                      <p:to>
                                        <p:strVal val="hidden"/>
                                      </p:to>
                                    </p:set>
                                  </p:childTnLst>
                                </p:cTn>
                              </p:par>
                              <p:par>
                                <p:cTn id="61" presetID="10" presetClass="entr" presetSubtype="0" fill="hold" grpId="0" nodeType="withEffect">
                                  <p:stCondLst>
                                    <p:cond delay="0"/>
                                  </p:stCondLst>
                                  <p:childTnLst>
                                    <p:set>
                                      <p:cBhvr>
                                        <p:cTn id="62" dur="1" fill="hold">
                                          <p:stCondLst>
                                            <p:cond delay="0"/>
                                          </p:stCondLst>
                                        </p:cTn>
                                        <p:tgtEl>
                                          <p:spTgt spid="12"/>
                                        </p:tgtEl>
                                        <p:attrNameLst>
                                          <p:attrName>style.visibility</p:attrName>
                                        </p:attrNameLst>
                                      </p:cBhvr>
                                      <p:to>
                                        <p:strVal val="visible"/>
                                      </p:to>
                                    </p:set>
                                    <p:animEffect transition="in" filter="fade">
                                      <p:cBhvr>
                                        <p:cTn id="63" dur="500"/>
                                        <p:tgtEl>
                                          <p:spTgt spid="12"/>
                                        </p:tgtEl>
                                      </p:cBhvr>
                                    </p:animEffect>
                                  </p:childTnLst>
                                </p:cTn>
                              </p:par>
                            </p:childTnLst>
                          </p:cTn>
                        </p:par>
                      </p:childTnLst>
                    </p:cTn>
                  </p:par>
                  <p:par>
                    <p:cTn id="64" fill="hold">
                      <p:stCondLst>
                        <p:cond delay="indefinite"/>
                      </p:stCondLst>
                      <p:childTnLst>
                        <p:par>
                          <p:cTn id="65" fill="hold">
                            <p:stCondLst>
                              <p:cond delay="0"/>
                            </p:stCondLst>
                            <p:childTnLst>
                              <p:par>
                                <p:cTn id="66" presetID="26" presetClass="emph" presetSubtype="0" fill="hold" nodeType="clickEffect">
                                  <p:stCondLst>
                                    <p:cond delay="0"/>
                                  </p:stCondLst>
                                  <p:childTnLst>
                                    <p:animEffect transition="out" filter="fade">
                                      <p:cBhvr>
                                        <p:cTn id="67" dur="250" tmFilter="0, 0; .2, .5; .8, .5; 1, 0"/>
                                        <p:tgtEl>
                                          <p:spTgt spid="16"/>
                                        </p:tgtEl>
                                      </p:cBhvr>
                                    </p:animEffect>
                                    <p:animScale>
                                      <p:cBhvr>
                                        <p:cTn id="68" dur="125" autoRev="1" fill="hold"/>
                                        <p:tgtEl>
                                          <p:spTgt spid="16"/>
                                        </p:tgtEl>
                                      </p:cBhvr>
                                      <p:by x="105000" y="105000"/>
                                    </p:animScale>
                                  </p:childTnLst>
                                </p:cTn>
                              </p:par>
                            </p:childTnLst>
                          </p:cTn>
                        </p:par>
                      </p:childTnLst>
                    </p:cTn>
                  </p:par>
                  <p:par>
                    <p:cTn id="69" fill="hold">
                      <p:stCondLst>
                        <p:cond delay="indefinite"/>
                      </p:stCondLst>
                      <p:childTnLst>
                        <p:par>
                          <p:cTn id="70" fill="hold">
                            <p:stCondLst>
                              <p:cond delay="0"/>
                            </p:stCondLst>
                            <p:childTnLst>
                              <p:par>
                                <p:cTn id="71" presetID="10" presetClass="entr" presetSubtype="0" fill="hold" nodeType="clickEffect">
                                  <p:stCondLst>
                                    <p:cond delay="0"/>
                                  </p:stCondLst>
                                  <p:childTnLst>
                                    <p:set>
                                      <p:cBhvr>
                                        <p:cTn id="72" dur="1" fill="hold">
                                          <p:stCondLst>
                                            <p:cond delay="0"/>
                                          </p:stCondLst>
                                        </p:cTn>
                                        <p:tgtEl>
                                          <p:spTgt spid="64"/>
                                        </p:tgtEl>
                                        <p:attrNameLst>
                                          <p:attrName>style.visibility</p:attrName>
                                        </p:attrNameLst>
                                      </p:cBhvr>
                                      <p:to>
                                        <p:strVal val="visible"/>
                                      </p:to>
                                    </p:set>
                                    <p:animEffect transition="in" filter="fade">
                                      <p:cBhvr>
                                        <p:cTn id="73" dur="500"/>
                                        <p:tgtEl>
                                          <p:spTgt spid="64"/>
                                        </p:tgtEl>
                                      </p:cBhvr>
                                    </p:animEffect>
                                  </p:childTnLst>
                                </p:cTn>
                              </p:par>
                              <p:par>
                                <p:cTn id="74" presetID="52" presetClass="path" presetSubtype="0" accel="50000" decel="50000" fill="hold" nodeType="withEffect">
                                  <p:stCondLst>
                                    <p:cond delay="0"/>
                                  </p:stCondLst>
                                  <p:childTnLst>
                                    <p:animMotion origin="layout" path="M -0.00013 -0.00301 C -0.04518 -0.01643 -0.08008 -0.06875 -0.07643 -0.12014 C -0.07656 -0.16227 -0.05182 -0.18727 -0.02513 -0.1794 C 0.0013 -0.17153 0.02357 -0.13102 0.0207 -0.09004 C 0.01862 -0.06944 0.0138 -0.05231 0.00339 -0.0419 C -0.01094 -0.02662 -0.03151 -0.02176 -0.05482 -0.02963 C -0.06719 -0.0331 -0.07852 -0.04004 -0.0888 -0.05115 C -0.11055 -0.07129 -0.12305 -0.10208 -0.12344 -0.13379 C -0.12331 -0.17199 -0.10091 -0.19444 -0.07786 -0.18796 C -0.0526 -0.18009 -0.03398 -0.14375 -0.03411 -0.10648 C -0.03633 -0.08819 -0.04115 -0.07407 -0.04961 -0.06342 C -0.06393 -0.05 -0.08437 -0.0456 -0.10286 -0.05301 C -0.1151 -0.05532 -0.12526 -0.06203 -0.13503 -0.07014 C -0.15352 -0.08889 -0.1668 -0.11875 -0.16615 -0.14699 C -0.16471 -0.18078 -0.14388 -0.20069 -0.12279 -0.19375 C -0.10195 -0.18796 -0.08437 -0.15532 -0.08555 -0.12338 C -0.08594 -0.10509 -0.09075 -0.0912 -0.09948 -0.08217 C -0.11055 -0.07129 -0.12825 -0.0669 -0.14779 -0.075 C -0.15638 -0.0787 -0.16706 -0.08171 -0.17591 -0.08912 C -0.1918 -0.10717 -0.20469 -0.13194 -0.2026 -0.1581 C -0.19935 -0.18912 -0.18411 -0.20648 -0.1638 -0.20092 C -0.14453 -0.19398 -0.12943 -0.16551 -0.12943 -0.14004 C -0.13229 -0.12106 -0.13646 -0.11134 -0.14375 -0.10023 C -0.15352 -0.08889 -0.16914 -0.0875 -0.18659 -0.09074 C -0.19531 -0.09328 -0.20299 -0.09977 -0.21042 -0.10694 C -0.22786 -0.12106 -0.23815 -0.14467 -0.23594 -0.16713 C -0.23503 -0.19398 -0.22057 -0.2118 -0.20286 -0.20671 C -0.18464 -0.20254 -0.17109 -0.17453 -0.17044 -0.14861 C -0.17279 -0.13472 -0.1763 -0.12268 -0.18398 -0.1162 C -0.1918 -0.10717 -0.2069 -0.10301 -0.2207 -0.10764 C -0.2306 -0.11041 -0.23737 -0.11481 -0.24414 -0.12083 C -0.25859 -0.13518 -0.26784 -0.15532 -0.26836 -0.17639 C -0.26589 -0.20092 -0.25312 -0.21643 -0.23711 -0.2118 C -0.22083 -0.20694 -0.20859 -0.18356 -0.20872 -0.15879 C -0.2099 -0.14676 -0.21315 -0.1368 -0.21862 -0.13078 C -0.22773 -0.12176 -0.23997 -0.12014 -0.25404 -0.12453 C -0.26211 -0.12639 -0.26745 -0.12986 -0.27409 -0.13495 C -0.2862 -0.14815 -0.29479 -0.16597 -0.29427 -0.18449 C -0.29271 -0.2081 -0.28177 -0.2206 -0.26562 -0.21551 C -0.25365 -0.2118 -0.23971 -0.1919 -0.24297 -0.16944 C -0.24245 -0.1574 -0.24661 -0.14884 -0.2513 -0.14282 C -0.25859 -0.13518 -0.26979 -0.1331 -0.28333 -0.13634 C -0.29023 -0.13865 -0.29479 -0.14398 -0.30052 -0.14722 C -0.31146 -0.15856 -0.31927 -0.17685 -0.31992 -0.19282 C -0.31953 -0.21227 -0.30586 -0.22569 -0.29427 -0.22199 C -0.28008 -0.21597 -0.27148 -0.19815 -0.26953 -0.1787 C -0.272 -0.16805 -0.27448 -0.16134 -0.28151 -0.15486 C -0.2862 -0.14815 -0.29635 -0.1456 -0.30937 -0.14861 C -0.31471 -0.15023 -0.31979 -0.15393 -0.32487 -0.15833 C -0.3349 -0.16852 -0.34271 -0.18356 -0.34128 -0.19861 C -0.34062 -0.21643 -0.33073 -0.22824 -0.31836 -0.22407 C -0.30768 -0.22129 -0.29818 -0.2037 -0.3 -0.18588 C -0.29883 -0.17754 -0.30156 -0.16921 -0.30586 -0.16574 C -0.31289 -0.15879 -0.32148 -0.15903 -0.3319 -0.15995 C -0.33711 -0.1618 -0.34258 -0.16435 -0.34466 -0.16852 C -0.35495 -0.17731 -0.36185 -0.19259 -0.36276 -0.20532 C -0.3595 -0.22338 -0.35026 -0.23102 -0.34102 -0.2287 C -0.33112 -0.22453 -0.32135 -0.21041 -0.32357 -0.19305 C -0.32435 -0.18541 -0.32669 -0.17847 -0.33034 -0.175 C -0.3349 -0.16852 -0.34427 -0.16713 -0.35325 -0.1699 C -0.35677 -0.17129 -0.36042 -0.17685 -0.36562 -0.17731 C -0.37513 -0.18541 -0.3793 -0.19768 -0.38073 -0.21018 C -0.37734 -0.22615 -0.37057 -0.23356 -0.36185 -0.23078 C -0.35117 -0.22754 -0.34531 -0.21412 -0.34336 -0.2 C -0.34492 -0.19444 -0.34805 -0.18657 -0.35026 -0.18634 C -0.35495 -0.17731 -0.36276 -0.17708 -0.37253 -0.17916 C -0.37552 -0.17963 -0.3793 -0.18287 -0.38268 -0.18565 " pathEditMode="relative" rAng="6000000" ptsTypes="AAAAAAAAAAAAAAAAAAAAAAAAAAAAAAAAAAAAAAAAAAAAAAAAAAAAAAAAAAAAAAAAAAA">
                                      <p:cBhvr>
                                        <p:cTn id="75" dur="500" spd="-100000" fill="hold"/>
                                        <p:tgtEl>
                                          <p:spTgt spid="64"/>
                                        </p:tgtEl>
                                        <p:attrNameLst>
                                          <p:attrName>ppt_x</p:attrName>
                                          <p:attrName>ppt_y</p:attrName>
                                        </p:attrNameLst>
                                      </p:cBhvr>
                                      <p:rCtr x="-18047" y="-14097"/>
                                    </p:animMotion>
                                  </p:childTnLst>
                                </p:cTn>
                              </p:par>
                            </p:childTnLst>
                          </p:cTn>
                        </p:par>
                      </p:childTnLst>
                    </p:cTn>
                  </p:par>
                  <p:par>
                    <p:cTn id="76" fill="hold">
                      <p:stCondLst>
                        <p:cond delay="indefinite"/>
                      </p:stCondLst>
                      <p:childTnLst>
                        <p:par>
                          <p:cTn id="77" fill="hold">
                            <p:stCondLst>
                              <p:cond delay="0"/>
                            </p:stCondLst>
                            <p:childTnLst>
                              <p:par>
                                <p:cTn id="78" presetID="10" presetClass="entr" presetSubtype="0" fill="hold" nodeType="clickEffect">
                                  <p:stCondLst>
                                    <p:cond delay="0"/>
                                  </p:stCondLst>
                                  <p:childTnLst>
                                    <p:set>
                                      <p:cBhvr>
                                        <p:cTn id="79" dur="1" fill="hold">
                                          <p:stCondLst>
                                            <p:cond delay="0"/>
                                          </p:stCondLst>
                                        </p:cTn>
                                        <p:tgtEl>
                                          <p:spTgt spid="5"/>
                                        </p:tgtEl>
                                        <p:attrNameLst>
                                          <p:attrName>style.visibility</p:attrName>
                                        </p:attrNameLst>
                                      </p:cBhvr>
                                      <p:to>
                                        <p:strVal val="visible"/>
                                      </p:to>
                                    </p:set>
                                    <p:animEffect transition="in" filter="fade">
                                      <p:cBhvr>
                                        <p:cTn id="80" dur="250"/>
                                        <p:tgtEl>
                                          <p:spTgt spid="5"/>
                                        </p:tgtEl>
                                      </p:cBhvr>
                                    </p:animEffect>
                                  </p:childTnLst>
                                </p:cTn>
                              </p:par>
                              <p:par>
                                <p:cTn id="81" presetID="10" presetClass="exit" presetSubtype="0" fill="hold" grpId="1" nodeType="withEffect">
                                  <p:stCondLst>
                                    <p:cond delay="0"/>
                                  </p:stCondLst>
                                  <p:childTnLst>
                                    <p:animEffect transition="out" filter="fade">
                                      <p:cBhvr>
                                        <p:cTn id="82" dur="250"/>
                                        <p:tgtEl>
                                          <p:spTgt spid="12"/>
                                        </p:tgtEl>
                                      </p:cBhvr>
                                    </p:animEffect>
                                    <p:set>
                                      <p:cBhvr>
                                        <p:cTn id="83" dur="1" fill="hold">
                                          <p:stCondLst>
                                            <p:cond delay="249"/>
                                          </p:stCondLst>
                                        </p:cTn>
                                        <p:tgtEl>
                                          <p:spTgt spid="12"/>
                                        </p:tgtEl>
                                        <p:attrNameLst>
                                          <p:attrName>style.visibility</p:attrName>
                                        </p:attrNameLst>
                                      </p:cBhvr>
                                      <p:to>
                                        <p:strVal val="hidden"/>
                                      </p:to>
                                    </p:set>
                                  </p:childTnLst>
                                </p:cTn>
                              </p:par>
                              <p:par>
                                <p:cTn id="84" presetID="10" presetClass="entr" presetSubtype="0" fill="hold" grpId="0" nodeType="withEffect">
                                  <p:stCondLst>
                                    <p:cond delay="0"/>
                                  </p:stCondLst>
                                  <p:childTnLst>
                                    <p:set>
                                      <p:cBhvr>
                                        <p:cTn id="85" dur="1" fill="hold">
                                          <p:stCondLst>
                                            <p:cond delay="0"/>
                                          </p:stCondLst>
                                        </p:cTn>
                                        <p:tgtEl>
                                          <p:spTgt spid="13"/>
                                        </p:tgtEl>
                                        <p:attrNameLst>
                                          <p:attrName>style.visibility</p:attrName>
                                        </p:attrNameLst>
                                      </p:cBhvr>
                                      <p:to>
                                        <p:strVal val="visible"/>
                                      </p:to>
                                    </p:set>
                                    <p:animEffect transition="in" filter="fade">
                                      <p:cBhvr>
                                        <p:cTn id="86" dur="500"/>
                                        <p:tgtEl>
                                          <p:spTgt spid="13"/>
                                        </p:tgtEl>
                                      </p:cBhvr>
                                    </p:animEffect>
                                  </p:childTnLst>
                                </p:cTn>
                              </p:par>
                            </p:childTnLst>
                          </p:cTn>
                        </p:par>
                      </p:childTnLst>
                    </p:cTn>
                  </p:par>
                  <p:par>
                    <p:cTn id="87" fill="hold">
                      <p:stCondLst>
                        <p:cond delay="indefinite"/>
                      </p:stCondLst>
                      <p:childTnLst>
                        <p:par>
                          <p:cTn id="88" fill="hold">
                            <p:stCondLst>
                              <p:cond delay="0"/>
                            </p:stCondLst>
                            <p:childTnLst>
                              <p:par>
                                <p:cTn id="89" presetID="26" presetClass="emph" presetSubtype="0" fill="hold" nodeType="clickEffect">
                                  <p:stCondLst>
                                    <p:cond delay="0"/>
                                  </p:stCondLst>
                                  <p:childTnLst>
                                    <p:animEffect transition="out" filter="fade">
                                      <p:cBhvr>
                                        <p:cTn id="90" dur="250" tmFilter="0, 0; .2, .5; .8, .5; 1, 0"/>
                                        <p:tgtEl>
                                          <p:spTgt spid="16"/>
                                        </p:tgtEl>
                                      </p:cBhvr>
                                    </p:animEffect>
                                    <p:animScale>
                                      <p:cBhvr>
                                        <p:cTn id="91" dur="125" autoRev="1" fill="hold"/>
                                        <p:tgtEl>
                                          <p:spTgt spid="16"/>
                                        </p:tgtEl>
                                      </p:cBhvr>
                                      <p:by x="105000" y="105000"/>
                                    </p:animScale>
                                  </p:childTnLst>
                                </p:cTn>
                              </p:par>
                            </p:childTnLst>
                          </p:cTn>
                        </p:par>
                      </p:childTnLst>
                    </p:cTn>
                  </p:par>
                  <p:par>
                    <p:cTn id="92" fill="hold">
                      <p:stCondLst>
                        <p:cond delay="indefinite"/>
                      </p:stCondLst>
                      <p:childTnLst>
                        <p:par>
                          <p:cTn id="93" fill="hold">
                            <p:stCondLst>
                              <p:cond delay="0"/>
                            </p:stCondLst>
                            <p:childTnLst>
                              <p:par>
                                <p:cTn id="94" presetID="10" presetClass="entr" presetSubtype="0" fill="hold" nodeType="clickEffect">
                                  <p:stCondLst>
                                    <p:cond delay="0"/>
                                  </p:stCondLst>
                                  <p:childTnLst>
                                    <p:set>
                                      <p:cBhvr>
                                        <p:cTn id="95" dur="1" fill="hold">
                                          <p:stCondLst>
                                            <p:cond delay="0"/>
                                          </p:stCondLst>
                                        </p:cTn>
                                        <p:tgtEl>
                                          <p:spTgt spid="37"/>
                                        </p:tgtEl>
                                        <p:attrNameLst>
                                          <p:attrName>style.visibility</p:attrName>
                                        </p:attrNameLst>
                                      </p:cBhvr>
                                      <p:to>
                                        <p:strVal val="visible"/>
                                      </p:to>
                                    </p:set>
                                    <p:animEffect transition="in" filter="fade">
                                      <p:cBhvr>
                                        <p:cTn id="96" dur="250"/>
                                        <p:tgtEl>
                                          <p:spTgt spid="37"/>
                                        </p:tgtEl>
                                      </p:cBhvr>
                                    </p:animEffect>
                                  </p:childTnLst>
                                </p:cTn>
                              </p:par>
                              <p:par>
                                <p:cTn id="97" presetID="52" presetClass="path" presetSubtype="0" accel="50000" decel="50000" fill="hold" nodeType="withEffect">
                                  <p:stCondLst>
                                    <p:cond delay="0"/>
                                  </p:stCondLst>
                                  <p:childTnLst>
                                    <p:animMotion origin="layout" path="M 1.18422E-16 2.22222E-6 C -0.04089 0.00578 -0.07891 -0.0213 -0.08151 -0.06111 C -0.08646 -0.09259 -0.06719 -0.12084 -0.04245 -0.12454 C -0.01797 -0.12755 0.00586 -0.10486 0.00885 -0.07292 C 0.00924 -0.05695 0.00729 -0.0419 -0.00208 -0.03033 C -0.01172 -0.01389 -0.02969 -0.00278 -0.05104 -0.00023 C -0.0625 0.00116 -0.07409 2.22222E-6 -0.08451 -0.00347 C -0.10638 -0.01158 -0.12161 -0.03102 -0.12708 -0.05486 C -0.12878 -0.08357 -0.11185 -0.10926 -0.09036 -0.11181 C -0.06719 -0.11528 -0.04622 -0.09422 -0.04284 -0.06644 C -0.04154 -0.05139 -0.04453 -0.03843 -0.0513 -0.02732 C -0.06367 -0.01297 -0.07917 -0.00255 -0.09792 -0.00023 C -0.10742 0.00116 -0.11784 -0.00023 -0.12747 -0.00324 C -0.14635 -0.01088 -0.16198 -0.02778 -0.16432 -0.05 C -0.16732 -0.0757 -0.15091 -0.09861 -0.13424 -0.1007 C -0.11159 -0.10394 -0.09284 -0.08542 -0.08984 -0.05972 C -0.08815 -0.04676 -0.09036 -0.03449 -0.0974 -0.02477 C -0.10638 -0.01158 -0.12057 -0.00324 -0.13945 -0.0007 C -0.14701 0.00023 -0.15677 -0.0007 -0.16562 -0.00301 C -0.18229 -0.01019 -0.19687 -0.02547 -0.1987 -0.04514 C -0.2 -0.06852 -0.18737 -0.08866 -0.16901 -0.09074 C -0.15078 -0.09329 -0.13385 -0.07709 -0.13138 -0.05394 C -0.13099 -0.04236 -0.1362 -0.03079 -0.13867 -0.02292 C -0.14635 -0.01088 -0.16315 -0.00278 -0.17552 -0.00047 C -0.18424 0.00069 -0.19206 -0.00093 -0.19974 -0.00324 C -0.21771 -0.00903 -0.22773 -0.02315 -0.22839 -0.04074 C -0.23086 -0.06158 -0.22005 -0.08009 -0.20365 -0.08218 C -0.18724 -0.08472 -0.17201 -0.06945 -0.16888 -0.04884 C -0.1681 -0.03843 -0.17083 -0.02847 -0.17656 -0.02084 C -0.18229 -0.01019 -0.19544 -0.00255 -0.20885 -0.00093 C -0.21693 -0.00023 -0.22344 -0.0007 -0.23008 -0.00324 C -0.24531 -0.00857 -0.25586 -0.0206 -0.25833 -0.03658 C -0.25977 -0.05556 -0.24974 -0.07176 -0.23464 -0.07408 C -0.22018 -0.07639 -0.20612 -0.06297 -0.20365 -0.04375 C -0.20326 -0.03472 -0.20482 -0.02616 -0.20964 -0.01945 C -0.21576 -0.00972 -0.22734 -0.00278 -0.23997 -0.00139 C -0.24687 -0.00047 -0.25195 -0.00139 -0.25898 -0.00301 C -0.27214 -0.00787 -0.28099 -0.01922 -0.28268 -0.03357 C -0.28529 -0.05047 -0.2763 -0.06528 -0.26107 -0.06713 C -0.24961 -0.06852 -0.23659 -0.05718 -0.23529 -0.03982 C -0.23307 -0.03148 -0.23659 -0.02338 -0.23906 -0.0169 C -0.24531 -0.00857 -0.25508 -0.00255 -0.2668 -0.00093 C -0.2737 2.22222E-6 -0.27826 -0.00116 -0.28385 -0.00301 C -0.29544 -0.00741 -0.30443 -0.01783 -0.30638 -0.03009 C -0.30846 -0.04537 -0.29883 -0.05949 -0.28724 -0.06111 C -0.27383 -0.0625 -0.26419 -0.0507 -0.26172 -0.03681 C -0.26094 -0.02894 -0.26302 -0.0213 -0.26745 -0.01597 C -0.27214 -0.00787 -0.28008 -0.00255 -0.29154 -0.00139 C -0.29674 -0.00047 -0.30182 -0.00139 -0.30677 -0.00301 C -0.31706 -0.00672 -0.32539 -0.01597 -0.3263 -0.02778 C -0.32865 -0.04074 -0.31992 -0.05324 -0.30885 -0.05486 C -0.29935 -0.05625 -0.28867 -0.04653 -0.28763 -0.03241 C -0.2862 -0.02639 -0.28711 -0.01945 -0.29076 -0.01412 C -0.29701 -0.00718 -0.30495 -0.00255 -0.31289 -0.00139 C -0.31836 -0.00093 -0.32292 -0.00116 -0.32682 -0.00301 C -0.33646 -0.00648 -0.34349 -0.01459 -0.34583 -0.02523 C -0.34661 -0.03773 -0.33867 -0.04884 -0.33021 -0.04977 C -0.31979 -0.05093 -0.31042 -0.04375 -0.31016 -0.02963 C -0.30924 -0.02361 -0.31055 -0.01759 -0.31354 -0.01343 C -0.31706 -0.00672 -0.32487 -0.00278 -0.33307 -0.00185 C -0.3362 -0.00139 -0.3418 -0.00139 -0.34492 -0.00255 C -0.35456 -0.00579 -0.3599 -0.01366 -0.36224 -0.02246 C -0.36276 -0.03403 -0.3569 -0.04375 -0.34805 -0.04468 C -0.33854 -0.04607 -0.33125 -0.03797 -0.32982 -0.02778 C -0.32904 -0.02176 -0.33086 -0.01621 -0.33372 -0.01204 C -0.33646 -0.00648 -0.34297 -0.00278 -0.35143 -0.00162 C -0.35482 -0.00116 -0.35781 -0.00162 -0.36146 -0.00278 " pathEditMode="relative" rAng="5160000" ptsTypes="AAAAAAAAAAAAAAAAAAAAAAAAAAAAAAAAAAAAAAAAAAAAAAAAAAAAAAAAAAAAAAAAAAA">
                                      <p:cBhvr>
                                        <p:cTn id="98" dur="500" spd="-100000" fill="hold"/>
                                        <p:tgtEl>
                                          <p:spTgt spid="37"/>
                                        </p:tgtEl>
                                        <p:attrNameLst>
                                          <p:attrName>ppt_x</p:attrName>
                                          <p:attrName>ppt_y</p:attrName>
                                        </p:attrNameLst>
                                      </p:cBhvr>
                                      <p:rCtr x="-17643" y="-4306"/>
                                    </p:animMotion>
                                  </p:childTnLst>
                                </p:cTn>
                              </p:par>
                            </p:childTnLst>
                          </p:cTn>
                        </p:par>
                      </p:childTnLst>
                    </p:cTn>
                  </p:par>
                  <p:par>
                    <p:cTn id="99" fill="hold">
                      <p:stCondLst>
                        <p:cond delay="indefinite"/>
                      </p:stCondLst>
                      <p:childTnLst>
                        <p:par>
                          <p:cTn id="100" fill="hold">
                            <p:stCondLst>
                              <p:cond delay="0"/>
                            </p:stCondLst>
                            <p:childTnLst>
                              <p:par>
                                <p:cTn id="101" presetID="10" presetClass="entr" presetSubtype="0" fill="hold" nodeType="clickEffect">
                                  <p:stCondLst>
                                    <p:cond delay="0"/>
                                  </p:stCondLst>
                                  <p:childTnLst>
                                    <p:set>
                                      <p:cBhvr>
                                        <p:cTn id="102" dur="1" fill="hold">
                                          <p:stCondLst>
                                            <p:cond delay="0"/>
                                          </p:stCondLst>
                                        </p:cTn>
                                        <p:tgtEl>
                                          <p:spTgt spid="2"/>
                                        </p:tgtEl>
                                        <p:attrNameLst>
                                          <p:attrName>style.visibility</p:attrName>
                                        </p:attrNameLst>
                                      </p:cBhvr>
                                      <p:to>
                                        <p:strVal val="visible"/>
                                      </p:to>
                                    </p:set>
                                    <p:animEffect transition="in" filter="fade">
                                      <p:cBhvr>
                                        <p:cTn id="103" dur="250"/>
                                        <p:tgtEl>
                                          <p:spTgt spid="2"/>
                                        </p:tgtEl>
                                      </p:cBhvr>
                                    </p:animEffect>
                                  </p:childTnLst>
                                </p:cTn>
                              </p:par>
                              <p:par>
                                <p:cTn id="104" presetID="10" presetClass="exit" presetSubtype="0" fill="hold" grpId="1" nodeType="withEffect">
                                  <p:stCondLst>
                                    <p:cond delay="0"/>
                                  </p:stCondLst>
                                  <p:childTnLst>
                                    <p:animEffect transition="out" filter="fade">
                                      <p:cBhvr>
                                        <p:cTn id="105" dur="250"/>
                                        <p:tgtEl>
                                          <p:spTgt spid="13"/>
                                        </p:tgtEl>
                                      </p:cBhvr>
                                    </p:animEffect>
                                    <p:set>
                                      <p:cBhvr>
                                        <p:cTn id="106" dur="1" fill="hold">
                                          <p:stCondLst>
                                            <p:cond delay="249"/>
                                          </p:stCondLst>
                                        </p:cTn>
                                        <p:tgtEl>
                                          <p:spTgt spid="13"/>
                                        </p:tgtEl>
                                        <p:attrNameLst>
                                          <p:attrName>style.visibility</p:attrName>
                                        </p:attrNameLst>
                                      </p:cBhvr>
                                      <p:to>
                                        <p:strVal val="hidden"/>
                                      </p:to>
                                    </p:set>
                                  </p:childTnLst>
                                </p:cTn>
                              </p:par>
                              <p:par>
                                <p:cTn id="107" presetID="10" presetClass="entr" presetSubtype="0" fill="hold" grpId="0" nodeType="withEffect">
                                  <p:stCondLst>
                                    <p:cond delay="0"/>
                                  </p:stCondLst>
                                  <p:childTnLst>
                                    <p:set>
                                      <p:cBhvr>
                                        <p:cTn id="108" dur="1" fill="hold">
                                          <p:stCondLst>
                                            <p:cond delay="0"/>
                                          </p:stCondLst>
                                        </p:cTn>
                                        <p:tgtEl>
                                          <p:spTgt spid="14"/>
                                        </p:tgtEl>
                                        <p:attrNameLst>
                                          <p:attrName>style.visibility</p:attrName>
                                        </p:attrNameLst>
                                      </p:cBhvr>
                                      <p:to>
                                        <p:strVal val="visible"/>
                                      </p:to>
                                    </p:set>
                                    <p:animEffect transition="in" filter="fade">
                                      <p:cBhvr>
                                        <p:cTn id="109" dur="5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1" grpId="0"/>
      <p:bldP spid="11" grpId="1"/>
      <p:bldP spid="12" grpId="0"/>
      <p:bldP spid="12" grpId="1"/>
      <p:bldP spid="13" grpId="0"/>
      <p:bldP spid="13" grpId="1"/>
      <p:bldP spid="14" grpId="0"/>
    </p:bldLst>
  </p:timing>
</p:sld>
</file>

<file path=ppt/slides/slide114.xml><?xml version="1.0" encoding="utf-8"?>
<p:sld xmlns:a="http://schemas.openxmlformats.org/drawingml/2006/main" xmlns:r="http://schemas.openxmlformats.org/officeDocument/2006/relationships" xmlns:p="http://schemas.openxmlformats.org/presentationml/2006/main">
  <p:cSld>
    <p:bg>
      <p:bgPr>
        <a:gradFill flip="none" rotWithShape="1">
          <a:gsLst>
            <a:gs pos="0">
              <a:srgbClr val="660066"/>
            </a:gs>
            <a:gs pos="10000">
              <a:schemeClr val="tx1">
                <a:lumMod val="85000"/>
                <a:lumOff val="15000"/>
              </a:schemeClr>
            </a:gs>
            <a:gs pos="90000">
              <a:srgbClr val="262626"/>
            </a:gs>
            <a:gs pos="80000">
              <a:srgbClr val="660066"/>
            </a:gs>
            <a:gs pos="70000">
              <a:srgbClr val="262626"/>
            </a:gs>
            <a:gs pos="60000">
              <a:schemeClr val="accent6">
                <a:lumMod val="75000"/>
              </a:schemeClr>
            </a:gs>
            <a:gs pos="50000">
              <a:srgbClr val="262626"/>
            </a:gs>
            <a:gs pos="40000">
              <a:srgbClr val="660066"/>
            </a:gs>
            <a:gs pos="30000">
              <a:srgbClr val="262626"/>
            </a:gs>
            <a:gs pos="20000">
              <a:schemeClr val="accent6">
                <a:lumMod val="75000"/>
              </a:schemeClr>
            </a:gs>
          </a:gsLst>
          <a:path path="rect">
            <a:fillToRect l="50000" t="50000" r="50000" b="50000"/>
          </a:path>
          <a:tileRect/>
        </a:gradFill>
        <a:effectLst/>
      </p:bgPr>
    </p:bg>
    <p:spTree>
      <p:nvGrpSpPr>
        <p:cNvPr id="1" name="">
          <a:extLst>
            <a:ext uri="{FF2B5EF4-FFF2-40B4-BE49-F238E27FC236}">
              <a16:creationId xmlns:a16="http://schemas.microsoft.com/office/drawing/2014/main" id="{8D3535F5-9FA6-2B05-1CB1-375665BC743B}"/>
            </a:ext>
          </a:extLst>
        </p:cNvPr>
        <p:cNvGrpSpPr/>
        <p:nvPr/>
      </p:nvGrpSpPr>
      <p:grpSpPr>
        <a:xfrm>
          <a:off x="0" y="0"/>
          <a:ext cx="0" cy="0"/>
          <a:chOff x="0" y="0"/>
          <a:chExt cx="0" cy="0"/>
        </a:xfrm>
      </p:grpSpPr>
      <p:pic>
        <p:nvPicPr>
          <p:cNvPr id="16" name="図 15">
            <a:extLst>
              <a:ext uri="{FF2B5EF4-FFF2-40B4-BE49-F238E27FC236}">
                <a16:creationId xmlns:a16="http://schemas.microsoft.com/office/drawing/2014/main" id="{3ACFCD62-A6AF-C4D2-E30E-56B9DCA357E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229311" y="1360496"/>
            <a:ext cx="4560961" cy="4137007"/>
          </a:xfrm>
          <a:prstGeom prst="rect">
            <a:avLst/>
          </a:prstGeom>
        </p:spPr>
      </p:pic>
      <p:grpSp>
        <p:nvGrpSpPr>
          <p:cNvPr id="30" name="グループ化 29">
            <a:extLst>
              <a:ext uri="{FF2B5EF4-FFF2-40B4-BE49-F238E27FC236}">
                <a16:creationId xmlns:a16="http://schemas.microsoft.com/office/drawing/2014/main" id="{60E2285A-1D61-8895-0196-7F64B0E6433F}"/>
              </a:ext>
            </a:extLst>
          </p:cNvPr>
          <p:cNvGrpSpPr/>
          <p:nvPr/>
        </p:nvGrpSpPr>
        <p:grpSpPr>
          <a:xfrm>
            <a:off x="8627147" y="974991"/>
            <a:ext cx="1190920" cy="1529862"/>
            <a:chOff x="1063284" y="1905266"/>
            <a:chExt cx="2372751" cy="1839427"/>
          </a:xfrm>
        </p:grpSpPr>
        <p:sp>
          <p:nvSpPr>
            <p:cNvPr id="31" name="四角形: 上の 2 つの角を丸める 30">
              <a:extLst>
                <a:ext uri="{FF2B5EF4-FFF2-40B4-BE49-F238E27FC236}">
                  <a16:creationId xmlns:a16="http://schemas.microsoft.com/office/drawing/2014/main" id="{A1113C4D-7737-367B-5558-315047628125}"/>
                </a:ext>
              </a:extLst>
            </p:cNvPr>
            <p:cNvSpPr/>
            <p:nvPr/>
          </p:nvSpPr>
          <p:spPr>
            <a:xfrm>
              <a:off x="1063284" y="1905266"/>
              <a:ext cx="2372751" cy="647733"/>
            </a:xfrm>
            <a:prstGeom prst="round2SameRect">
              <a:avLst/>
            </a:prstGeom>
            <a:solidFill>
              <a:srgbClr val="FF66FF">
                <a:alpha val="9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2" name="四角形: 上の 2 つの角を丸める 31">
              <a:extLst>
                <a:ext uri="{FF2B5EF4-FFF2-40B4-BE49-F238E27FC236}">
                  <a16:creationId xmlns:a16="http://schemas.microsoft.com/office/drawing/2014/main" id="{402B6DBB-0C98-D694-CED8-AA1E30F396D3}"/>
                </a:ext>
              </a:extLst>
            </p:cNvPr>
            <p:cNvSpPr/>
            <p:nvPr/>
          </p:nvSpPr>
          <p:spPr>
            <a:xfrm flipV="1">
              <a:off x="1063284" y="2552999"/>
              <a:ext cx="2372751" cy="1191694"/>
            </a:xfrm>
            <a:prstGeom prst="round2SameRect">
              <a:avLst>
                <a:gd name="adj1" fmla="val 12104"/>
                <a:gd name="adj2" fmla="val 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19" name="図 18">
            <a:extLst>
              <a:ext uri="{FF2B5EF4-FFF2-40B4-BE49-F238E27FC236}">
                <a16:creationId xmlns:a16="http://schemas.microsoft.com/office/drawing/2014/main" id="{2D9C3BF0-3E40-EFBD-5A58-2EDBF4C03076}"/>
              </a:ext>
            </a:extLst>
          </p:cNvPr>
          <p:cNvPicPr>
            <a:picLocks noChangeAspect="1"/>
          </p:cNvPicPr>
          <p:nvPr/>
        </p:nvPicPr>
        <p:blipFill>
          <a:blip r:embed="rId3">
            <a:biLevel thresh="50000"/>
            <a:extLst>
              <a:ext uri="{28A0092B-C50C-407E-A947-70E740481C1C}">
                <a14:useLocalDpi xmlns:a14="http://schemas.microsoft.com/office/drawing/2010/main" val="0"/>
              </a:ext>
            </a:extLst>
          </a:blip>
          <a:srcRect l="14083" t="10604" r="55105" b="45782"/>
          <a:stretch>
            <a:fillRect/>
          </a:stretch>
        </p:blipFill>
        <p:spPr>
          <a:xfrm>
            <a:off x="8777376" y="1541848"/>
            <a:ext cx="890462" cy="945323"/>
          </a:xfrm>
          <a:prstGeom prst="rect">
            <a:avLst/>
          </a:prstGeom>
        </p:spPr>
      </p:pic>
      <p:sp>
        <p:nvSpPr>
          <p:cNvPr id="26" name="楕円 25">
            <a:extLst>
              <a:ext uri="{FF2B5EF4-FFF2-40B4-BE49-F238E27FC236}">
                <a16:creationId xmlns:a16="http://schemas.microsoft.com/office/drawing/2014/main" id="{A5F63476-F431-8324-AF40-D8602D3A8359}"/>
              </a:ext>
            </a:extLst>
          </p:cNvPr>
          <p:cNvSpPr/>
          <p:nvPr/>
        </p:nvSpPr>
        <p:spPr>
          <a:xfrm>
            <a:off x="8726629" y="1011765"/>
            <a:ext cx="454282" cy="454282"/>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28" name="テキスト ボックス 27">
            <a:extLst>
              <a:ext uri="{FF2B5EF4-FFF2-40B4-BE49-F238E27FC236}">
                <a16:creationId xmlns:a16="http://schemas.microsoft.com/office/drawing/2014/main" id="{11530306-0500-4BC4-617F-59178E507AB0}"/>
              </a:ext>
            </a:extLst>
          </p:cNvPr>
          <p:cNvSpPr txBox="1"/>
          <p:nvPr/>
        </p:nvSpPr>
        <p:spPr>
          <a:xfrm>
            <a:off x="9162493" y="1038851"/>
            <a:ext cx="569388" cy="400110"/>
          </a:xfrm>
          <a:prstGeom prst="rect">
            <a:avLst/>
          </a:prstGeom>
          <a:noFill/>
        </p:spPr>
        <p:txBody>
          <a:bodyPr wrap="none" rtlCol="0">
            <a:spAutoFit/>
          </a:bodyPr>
          <a:lstStyle/>
          <a:p>
            <a:pPr algn="ctr"/>
            <a:r>
              <a:rPr lang="en-US" altLang="ja-JP" sz="2000" b="1">
                <a:ln>
                  <a:gradFill flip="none" rotWithShape="1">
                    <a:gsLst>
                      <a:gs pos="25000">
                        <a:srgbClr val="FFFF00"/>
                      </a:gs>
                      <a:gs pos="0">
                        <a:srgbClr val="FF0000"/>
                      </a:gs>
                      <a:gs pos="50000">
                        <a:srgbClr val="00B050"/>
                      </a:gs>
                      <a:gs pos="75000">
                        <a:srgbClr val="0070C0"/>
                      </a:gs>
                      <a:gs pos="100000">
                        <a:schemeClr val="accent6"/>
                      </a:gs>
                    </a:gsLst>
                    <a:lin ang="0" scaled="1"/>
                    <a:tileRect/>
                  </a:gradFill>
                </a:ln>
                <a:gradFill flip="none" rotWithShape="1">
                  <a:gsLst>
                    <a:gs pos="0">
                      <a:srgbClr val="FF0000">
                        <a:lumMod val="97000"/>
                        <a:lumOff val="3000"/>
                      </a:srgbClr>
                    </a:gs>
                    <a:gs pos="100000">
                      <a:srgbClr val="7030A0"/>
                    </a:gs>
                    <a:gs pos="75000">
                      <a:srgbClr val="0070C0"/>
                    </a:gs>
                    <a:gs pos="50000">
                      <a:srgbClr val="8EDC23"/>
                    </a:gs>
                    <a:gs pos="25000">
                      <a:srgbClr val="FFFF00"/>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SSR</a:t>
            </a:r>
            <a:endParaRPr kumimoji="1" lang="ja-JP" altLang="en-US" sz="2000" b="1" dirty="0">
              <a:ln>
                <a:gradFill flip="none" rotWithShape="1">
                  <a:gsLst>
                    <a:gs pos="25000">
                      <a:srgbClr val="FFFF00"/>
                    </a:gs>
                    <a:gs pos="0">
                      <a:srgbClr val="FF0000"/>
                    </a:gs>
                    <a:gs pos="50000">
                      <a:srgbClr val="00B050"/>
                    </a:gs>
                    <a:gs pos="75000">
                      <a:srgbClr val="0070C0"/>
                    </a:gs>
                    <a:gs pos="100000">
                      <a:schemeClr val="accent6"/>
                    </a:gs>
                  </a:gsLst>
                  <a:lin ang="0" scaled="1"/>
                  <a:tileRect/>
                </a:gradFill>
              </a:ln>
              <a:gradFill flip="none" rotWithShape="1">
                <a:gsLst>
                  <a:gs pos="0">
                    <a:srgbClr val="FF0000">
                      <a:lumMod val="97000"/>
                      <a:lumOff val="3000"/>
                    </a:srgbClr>
                  </a:gs>
                  <a:gs pos="100000">
                    <a:srgbClr val="7030A0"/>
                  </a:gs>
                  <a:gs pos="75000">
                    <a:srgbClr val="0070C0"/>
                  </a:gs>
                  <a:gs pos="50000">
                    <a:srgbClr val="8EDC23"/>
                  </a:gs>
                  <a:gs pos="25000">
                    <a:srgbClr val="FFFF00"/>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grpSp>
        <p:nvGrpSpPr>
          <p:cNvPr id="8" name="グループ化 7">
            <a:extLst>
              <a:ext uri="{FF2B5EF4-FFF2-40B4-BE49-F238E27FC236}">
                <a16:creationId xmlns:a16="http://schemas.microsoft.com/office/drawing/2014/main" id="{CE136FA5-6465-F294-93D4-853AC42FD1AC}"/>
              </a:ext>
            </a:extLst>
          </p:cNvPr>
          <p:cNvGrpSpPr/>
          <p:nvPr/>
        </p:nvGrpSpPr>
        <p:grpSpPr>
          <a:xfrm>
            <a:off x="8627147" y="4353147"/>
            <a:ext cx="1190920" cy="1529862"/>
            <a:chOff x="8627147" y="4353147"/>
            <a:chExt cx="1190920" cy="1529862"/>
          </a:xfrm>
        </p:grpSpPr>
        <p:grpSp>
          <p:nvGrpSpPr>
            <p:cNvPr id="62" name="グループ化 61">
              <a:extLst>
                <a:ext uri="{FF2B5EF4-FFF2-40B4-BE49-F238E27FC236}">
                  <a16:creationId xmlns:a16="http://schemas.microsoft.com/office/drawing/2014/main" id="{01527203-FD38-4558-CB08-4B755A0B01C8}"/>
                </a:ext>
              </a:extLst>
            </p:cNvPr>
            <p:cNvGrpSpPr/>
            <p:nvPr/>
          </p:nvGrpSpPr>
          <p:grpSpPr>
            <a:xfrm>
              <a:off x="8627147" y="4353147"/>
              <a:ext cx="1190920" cy="1529862"/>
              <a:chOff x="1063284" y="1905266"/>
              <a:chExt cx="2372751" cy="1839427"/>
            </a:xfrm>
          </p:grpSpPr>
          <p:sp>
            <p:nvSpPr>
              <p:cNvPr id="70" name="四角形: 上の 2 つの角を丸める 69">
                <a:extLst>
                  <a:ext uri="{FF2B5EF4-FFF2-40B4-BE49-F238E27FC236}">
                    <a16:creationId xmlns:a16="http://schemas.microsoft.com/office/drawing/2014/main" id="{418ECAF6-685E-7369-6E11-E902268CA81E}"/>
                  </a:ext>
                </a:extLst>
              </p:cNvPr>
              <p:cNvSpPr/>
              <p:nvPr/>
            </p:nvSpPr>
            <p:spPr>
              <a:xfrm>
                <a:off x="1063284" y="1905266"/>
                <a:ext cx="2372751" cy="647733"/>
              </a:xfrm>
              <a:prstGeom prst="round2SameRect">
                <a:avLst/>
              </a:prstGeom>
              <a:solidFill>
                <a:srgbClr val="FF66FF">
                  <a:alpha val="9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2" name="四角形: 上の 2 つの角を丸める 71">
                <a:extLst>
                  <a:ext uri="{FF2B5EF4-FFF2-40B4-BE49-F238E27FC236}">
                    <a16:creationId xmlns:a16="http://schemas.microsoft.com/office/drawing/2014/main" id="{3DE7F63B-4F9C-F657-2D6B-8DAD2958AE47}"/>
                  </a:ext>
                </a:extLst>
              </p:cNvPr>
              <p:cNvSpPr/>
              <p:nvPr/>
            </p:nvSpPr>
            <p:spPr>
              <a:xfrm flipV="1">
                <a:off x="1063284" y="2552999"/>
                <a:ext cx="2372751" cy="1191694"/>
              </a:xfrm>
              <a:prstGeom prst="round2SameRect">
                <a:avLst>
                  <a:gd name="adj1" fmla="val 12104"/>
                  <a:gd name="adj2" fmla="val 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64" name="図 63">
              <a:extLst>
                <a:ext uri="{FF2B5EF4-FFF2-40B4-BE49-F238E27FC236}">
                  <a16:creationId xmlns:a16="http://schemas.microsoft.com/office/drawing/2014/main" id="{81DA60D4-DCB9-EF67-6EED-1DCA0BDDD3B1}"/>
                </a:ext>
              </a:extLst>
            </p:cNvPr>
            <p:cNvPicPr>
              <a:picLocks noChangeAspect="1"/>
            </p:cNvPicPr>
            <p:nvPr/>
          </p:nvPicPr>
          <p:blipFill>
            <a:blip r:embed="rId3">
              <a:biLevel thresh="50000"/>
              <a:extLst>
                <a:ext uri="{28A0092B-C50C-407E-A947-70E740481C1C}">
                  <a14:useLocalDpi xmlns:a14="http://schemas.microsoft.com/office/drawing/2010/main" val="0"/>
                </a:ext>
              </a:extLst>
            </a:blip>
            <a:srcRect l="14083" t="10604" r="55105" b="45782"/>
            <a:stretch>
              <a:fillRect/>
            </a:stretch>
          </p:blipFill>
          <p:spPr>
            <a:xfrm>
              <a:off x="8777376" y="4920004"/>
              <a:ext cx="890462" cy="945323"/>
            </a:xfrm>
            <a:prstGeom prst="rect">
              <a:avLst/>
            </a:prstGeom>
          </p:spPr>
        </p:pic>
        <p:sp>
          <p:nvSpPr>
            <p:cNvPr id="66" name="楕円 65">
              <a:extLst>
                <a:ext uri="{FF2B5EF4-FFF2-40B4-BE49-F238E27FC236}">
                  <a16:creationId xmlns:a16="http://schemas.microsoft.com/office/drawing/2014/main" id="{A33B8BBB-6441-A7BC-04BF-7A8CE96DE829}"/>
                </a:ext>
              </a:extLst>
            </p:cNvPr>
            <p:cNvSpPr/>
            <p:nvPr/>
          </p:nvSpPr>
          <p:spPr>
            <a:xfrm>
              <a:off x="8726629" y="4389921"/>
              <a:ext cx="454282" cy="454282"/>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67" name="テキスト ボックス 66">
              <a:extLst>
                <a:ext uri="{FF2B5EF4-FFF2-40B4-BE49-F238E27FC236}">
                  <a16:creationId xmlns:a16="http://schemas.microsoft.com/office/drawing/2014/main" id="{9495CB99-8CBE-24C3-8801-A21165899E1C}"/>
                </a:ext>
              </a:extLst>
            </p:cNvPr>
            <p:cNvSpPr txBox="1"/>
            <p:nvPr/>
          </p:nvSpPr>
          <p:spPr>
            <a:xfrm>
              <a:off x="9290734" y="4417007"/>
              <a:ext cx="312906" cy="400110"/>
            </a:xfrm>
            <a:prstGeom prst="rect">
              <a:avLst/>
            </a:prstGeom>
            <a:noFill/>
          </p:spPr>
          <p:txBody>
            <a:bodyPr wrap="none" rtlCol="0">
              <a:spAutoFit/>
            </a:bodyPr>
            <a:lstStyle/>
            <a:p>
              <a:pPr algn="ctr"/>
              <a:r>
                <a:rPr lang="en-US" altLang="ja-JP" sz="2000" b="1">
                  <a:gradFill flip="none" rotWithShape="1">
                    <a:gsLst>
                      <a:gs pos="0">
                        <a:schemeClr val="bg1">
                          <a:lumMod val="75000"/>
                        </a:schemeClr>
                      </a:gs>
                      <a:gs pos="100000">
                        <a:schemeClr val="tx1">
                          <a:lumMod val="75000"/>
                          <a:lumOff val="25000"/>
                        </a:schemeClr>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R</a:t>
              </a:r>
              <a:endParaRPr kumimoji="1" lang="ja-JP" altLang="en-US" sz="2000" b="1" dirty="0">
                <a:gradFill flip="none" rotWithShape="1">
                  <a:gsLst>
                    <a:gs pos="0">
                      <a:schemeClr val="bg1">
                        <a:lumMod val="75000"/>
                      </a:schemeClr>
                    </a:gs>
                    <a:gs pos="100000">
                      <a:schemeClr val="tx1">
                        <a:lumMod val="75000"/>
                        <a:lumOff val="25000"/>
                      </a:schemeClr>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grpSp>
      <p:grpSp>
        <p:nvGrpSpPr>
          <p:cNvPr id="36" name="グループ化 35">
            <a:extLst>
              <a:ext uri="{FF2B5EF4-FFF2-40B4-BE49-F238E27FC236}">
                <a16:creationId xmlns:a16="http://schemas.microsoft.com/office/drawing/2014/main" id="{BDB96FA4-F194-75E2-F6C8-6F4F22912F52}"/>
              </a:ext>
            </a:extLst>
          </p:cNvPr>
          <p:cNvGrpSpPr/>
          <p:nvPr/>
        </p:nvGrpSpPr>
        <p:grpSpPr>
          <a:xfrm>
            <a:off x="8627147" y="2664069"/>
            <a:ext cx="1190920" cy="1529862"/>
            <a:chOff x="1063284" y="1905266"/>
            <a:chExt cx="2372751" cy="1839427"/>
          </a:xfrm>
        </p:grpSpPr>
        <p:sp>
          <p:nvSpPr>
            <p:cNvPr id="48" name="四角形: 上の 2 つの角を丸める 47">
              <a:extLst>
                <a:ext uri="{FF2B5EF4-FFF2-40B4-BE49-F238E27FC236}">
                  <a16:creationId xmlns:a16="http://schemas.microsoft.com/office/drawing/2014/main" id="{FDF63886-FE7C-B90B-4369-CCF1A06ABEFE}"/>
                </a:ext>
              </a:extLst>
            </p:cNvPr>
            <p:cNvSpPr/>
            <p:nvPr/>
          </p:nvSpPr>
          <p:spPr>
            <a:xfrm>
              <a:off x="1063284" y="1905266"/>
              <a:ext cx="2372751" cy="647733"/>
            </a:xfrm>
            <a:prstGeom prst="round2SameRect">
              <a:avLst/>
            </a:prstGeom>
            <a:solidFill>
              <a:srgbClr val="FF66FF">
                <a:alpha val="9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1" name="四角形: 上の 2 つの角を丸める 50">
              <a:extLst>
                <a:ext uri="{FF2B5EF4-FFF2-40B4-BE49-F238E27FC236}">
                  <a16:creationId xmlns:a16="http://schemas.microsoft.com/office/drawing/2014/main" id="{17479C0C-AE89-0E7A-8C73-163CEB6EBD90}"/>
                </a:ext>
              </a:extLst>
            </p:cNvPr>
            <p:cNvSpPr/>
            <p:nvPr/>
          </p:nvSpPr>
          <p:spPr>
            <a:xfrm flipV="1">
              <a:off x="1063284" y="2552999"/>
              <a:ext cx="2372751" cy="1191694"/>
            </a:xfrm>
            <a:prstGeom prst="round2SameRect">
              <a:avLst>
                <a:gd name="adj1" fmla="val 12104"/>
                <a:gd name="adj2" fmla="val 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37" name="図 36">
            <a:extLst>
              <a:ext uri="{FF2B5EF4-FFF2-40B4-BE49-F238E27FC236}">
                <a16:creationId xmlns:a16="http://schemas.microsoft.com/office/drawing/2014/main" id="{5391443A-2E1A-7818-F0B6-4311C1E21506}"/>
              </a:ext>
            </a:extLst>
          </p:cNvPr>
          <p:cNvPicPr>
            <a:picLocks noChangeAspect="1"/>
          </p:cNvPicPr>
          <p:nvPr/>
        </p:nvPicPr>
        <p:blipFill>
          <a:blip r:embed="rId3">
            <a:biLevel thresh="50000"/>
            <a:extLst>
              <a:ext uri="{28A0092B-C50C-407E-A947-70E740481C1C}">
                <a14:useLocalDpi xmlns:a14="http://schemas.microsoft.com/office/drawing/2010/main" val="0"/>
              </a:ext>
            </a:extLst>
          </a:blip>
          <a:srcRect l="14083" t="10604" r="55105" b="45782"/>
          <a:stretch>
            <a:fillRect/>
          </a:stretch>
        </p:blipFill>
        <p:spPr>
          <a:xfrm>
            <a:off x="8777376" y="3230926"/>
            <a:ext cx="890462" cy="945323"/>
          </a:xfrm>
          <a:prstGeom prst="rect">
            <a:avLst/>
          </a:prstGeom>
        </p:spPr>
      </p:pic>
      <p:sp>
        <p:nvSpPr>
          <p:cNvPr id="40" name="楕円 39">
            <a:extLst>
              <a:ext uri="{FF2B5EF4-FFF2-40B4-BE49-F238E27FC236}">
                <a16:creationId xmlns:a16="http://schemas.microsoft.com/office/drawing/2014/main" id="{CE14D6A2-5866-3B6C-411F-1FF905D7016B}"/>
              </a:ext>
            </a:extLst>
          </p:cNvPr>
          <p:cNvSpPr/>
          <p:nvPr/>
        </p:nvSpPr>
        <p:spPr>
          <a:xfrm>
            <a:off x="8726629" y="2700843"/>
            <a:ext cx="454282" cy="454282"/>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29" name="テキスト ボックス 28">
            <a:extLst>
              <a:ext uri="{FF2B5EF4-FFF2-40B4-BE49-F238E27FC236}">
                <a16:creationId xmlns:a16="http://schemas.microsoft.com/office/drawing/2014/main" id="{6703ED97-3B9F-5C37-C5A0-B100FEED022A}"/>
              </a:ext>
            </a:extLst>
          </p:cNvPr>
          <p:cNvSpPr txBox="1"/>
          <p:nvPr/>
        </p:nvSpPr>
        <p:spPr>
          <a:xfrm>
            <a:off x="9226692" y="2723998"/>
            <a:ext cx="441146" cy="400110"/>
          </a:xfrm>
          <a:prstGeom prst="rect">
            <a:avLst/>
          </a:prstGeom>
          <a:noFill/>
        </p:spPr>
        <p:txBody>
          <a:bodyPr wrap="none" rtlCol="0">
            <a:spAutoFit/>
          </a:bodyPr>
          <a:lstStyle/>
          <a:p>
            <a:pPr algn="ctr"/>
            <a:r>
              <a:rPr lang="en-US" altLang="ja-JP" sz="2000" b="1">
                <a:ln>
                  <a:gradFill flip="none" rotWithShape="1">
                    <a:gsLst>
                      <a:gs pos="0">
                        <a:schemeClr val="accent6">
                          <a:lumMod val="67000"/>
                        </a:schemeClr>
                      </a:gs>
                      <a:gs pos="48000">
                        <a:schemeClr val="accent6">
                          <a:lumMod val="97000"/>
                          <a:lumOff val="3000"/>
                        </a:schemeClr>
                      </a:gs>
                      <a:gs pos="100000">
                        <a:schemeClr val="accent6">
                          <a:lumMod val="60000"/>
                          <a:lumOff val="40000"/>
                        </a:schemeClr>
                      </a:gs>
                    </a:gsLst>
                    <a:lin ang="16200000" scaled="1"/>
                    <a:tileRect/>
                  </a:gradFill>
                </a:ln>
                <a:gradFill flip="none" rotWithShape="1">
                  <a:gsLst>
                    <a:gs pos="0">
                      <a:schemeClr val="accent6">
                        <a:lumMod val="67000"/>
                      </a:schemeClr>
                    </a:gs>
                    <a:gs pos="48000">
                      <a:schemeClr val="accent6">
                        <a:lumMod val="97000"/>
                        <a:lumOff val="3000"/>
                      </a:schemeClr>
                    </a:gs>
                    <a:gs pos="100000">
                      <a:schemeClr val="bg1">
                        <a:lumMod val="75000"/>
                      </a:schemeClr>
                    </a:gs>
                  </a:gsLst>
                  <a:lin ang="1620000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SR</a:t>
            </a:r>
            <a:endParaRPr kumimoji="1" lang="ja-JP" altLang="en-US" sz="2000" b="1" dirty="0">
              <a:ln>
                <a:gradFill flip="none" rotWithShape="1">
                  <a:gsLst>
                    <a:gs pos="0">
                      <a:schemeClr val="accent6">
                        <a:lumMod val="67000"/>
                      </a:schemeClr>
                    </a:gs>
                    <a:gs pos="48000">
                      <a:schemeClr val="accent6">
                        <a:lumMod val="97000"/>
                        <a:lumOff val="3000"/>
                      </a:schemeClr>
                    </a:gs>
                    <a:gs pos="100000">
                      <a:schemeClr val="accent6">
                        <a:lumMod val="60000"/>
                        <a:lumOff val="40000"/>
                      </a:schemeClr>
                    </a:gs>
                  </a:gsLst>
                  <a:lin ang="16200000" scaled="1"/>
                  <a:tileRect/>
                </a:gradFill>
              </a:ln>
              <a:gradFill flip="none" rotWithShape="1">
                <a:gsLst>
                  <a:gs pos="0">
                    <a:schemeClr val="accent6">
                      <a:lumMod val="67000"/>
                    </a:schemeClr>
                  </a:gs>
                  <a:gs pos="48000">
                    <a:schemeClr val="accent6">
                      <a:lumMod val="97000"/>
                      <a:lumOff val="3000"/>
                    </a:schemeClr>
                  </a:gs>
                  <a:gs pos="100000">
                    <a:schemeClr val="bg1">
                      <a:lumMod val="75000"/>
                    </a:schemeClr>
                  </a:gs>
                </a:gsLst>
                <a:lin ang="1620000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grpSp>
        <p:nvGrpSpPr>
          <p:cNvPr id="115" name="グループ化 114">
            <a:extLst>
              <a:ext uri="{FF2B5EF4-FFF2-40B4-BE49-F238E27FC236}">
                <a16:creationId xmlns:a16="http://schemas.microsoft.com/office/drawing/2014/main" id="{A4564B2D-0AFF-0D61-18A6-9C6337BDD40B}"/>
              </a:ext>
            </a:extLst>
          </p:cNvPr>
          <p:cNvGrpSpPr/>
          <p:nvPr/>
        </p:nvGrpSpPr>
        <p:grpSpPr>
          <a:xfrm>
            <a:off x="8080015" y="2124225"/>
            <a:ext cx="697363" cy="380628"/>
            <a:chOff x="8786677" y="2124225"/>
            <a:chExt cx="697363" cy="380628"/>
          </a:xfrm>
        </p:grpSpPr>
        <p:sp>
          <p:nvSpPr>
            <p:cNvPr id="89" name="四角形: 上の 2 つの角を丸める 88">
              <a:extLst>
                <a:ext uri="{FF2B5EF4-FFF2-40B4-BE49-F238E27FC236}">
                  <a16:creationId xmlns:a16="http://schemas.microsoft.com/office/drawing/2014/main" id="{A2842545-E669-6BFF-8DDB-5A701E0636C2}"/>
                </a:ext>
              </a:extLst>
            </p:cNvPr>
            <p:cNvSpPr/>
            <p:nvPr/>
          </p:nvSpPr>
          <p:spPr>
            <a:xfrm rot="5400000" flipV="1">
              <a:off x="8970834" y="1991647"/>
              <a:ext cx="380628" cy="645784"/>
            </a:xfrm>
            <a:prstGeom prst="round2SameRect">
              <a:avLst>
                <a:gd name="adj1" fmla="val 12104"/>
                <a:gd name="adj2" fmla="val 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4" name="テキスト ボックス 113">
              <a:extLst>
                <a:ext uri="{FF2B5EF4-FFF2-40B4-BE49-F238E27FC236}">
                  <a16:creationId xmlns:a16="http://schemas.microsoft.com/office/drawing/2014/main" id="{F27E7DC0-19F9-09DC-4B2E-88410841BA59}"/>
                </a:ext>
              </a:extLst>
            </p:cNvPr>
            <p:cNvSpPr txBox="1"/>
            <p:nvPr/>
          </p:nvSpPr>
          <p:spPr>
            <a:xfrm>
              <a:off x="8786677" y="2133603"/>
              <a:ext cx="595035" cy="338554"/>
            </a:xfrm>
            <a:prstGeom prst="rect">
              <a:avLst/>
            </a:prstGeom>
            <a:noFill/>
          </p:spPr>
          <p:txBody>
            <a:bodyPr wrap="none" rtlCol="0">
              <a:spAutoFit/>
            </a:bodyPr>
            <a:lstStyle/>
            <a:p>
              <a:r>
                <a:rPr kumimoji="1"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rPr>
                <a:t>×00</a:t>
              </a: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116" name="グループ化 115">
            <a:extLst>
              <a:ext uri="{FF2B5EF4-FFF2-40B4-BE49-F238E27FC236}">
                <a16:creationId xmlns:a16="http://schemas.microsoft.com/office/drawing/2014/main" id="{68BB3178-4C2F-A254-3C27-5C2891856DDF}"/>
              </a:ext>
            </a:extLst>
          </p:cNvPr>
          <p:cNvGrpSpPr/>
          <p:nvPr/>
        </p:nvGrpSpPr>
        <p:grpSpPr>
          <a:xfrm>
            <a:off x="8080015" y="3813303"/>
            <a:ext cx="697363" cy="380628"/>
            <a:chOff x="8786677" y="2124225"/>
            <a:chExt cx="697363" cy="380628"/>
          </a:xfrm>
        </p:grpSpPr>
        <p:sp>
          <p:nvSpPr>
            <p:cNvPr id="117" name="四角形: 上の 2 つの角を丸める 116">
              <a:extLst>
                <a:ext uri="{FF2B5EF4-FFF2-40B4-BE49-F238E27FC236}">
                  <a16:creationId xmlns:a16="http://schemas.microsoft.com/office/drawing/2014/main" id="{C717D248-7912-7F2A-60D5-6C23C1625FD2}"/>
                </a:ext>
              </a:extLst>
            </p:cNvPr>
            <p:cNvSpPr/>
            <p:nvPr/>
          </p:nvSpPr>
          <p:spPr>
            <a:xfrm rot="5400000" flipV="1">
              <a:off x="8970834" y="1991647"/>
              <a:ext cx="380628" cy="645784"/>
            </a:xfrm>
            <a:prstGeom prst="round2SameRect">
              <a:avLst>
                <a:gd name="adj1" fmla="val 12104"/>
                <a:gd name="adj2" fmla="val 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8" name="テキスト ボックス 117">
              <a:extLst>
                <a:ext uri="{FF2B5EF4-FFF2-40B4-BE49-F238E27FC236}">
                  <a16:creationId xmlns:a16="http://schemas.microsoft.com/office/drawing/2014/main" id="{B492D2CB-CD29-431A-F5B3-783567B20AA5}"/>
                </a:ext>
              </a:extLst>
            </p:cNvPr>
            <p:cNvSpPr txBox="1"/>
            <p:nvPr/>
          </p:nvSpPr>
          <p:spPr>
            <a:xfrm>
              <a:off x="8786677" y="2133603"/>
              <a:ext cx="595035" cy="338554"/>
            </a:xfrm>
            <a:prstGeom prst="rect">
              <a:avLst/>
            </a:prstGeom>
            <a:noFill/>
          </p:spPr>
          <p:txBody>
            <a:bodyPr wrap="none" rtlCol="0">
              <a:spAutoFit/>
            </a:bodyPr>
            <a:lstStyle/>
            <a:p>
              <a:r>
                <a:rPr kumimoji="1"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rPr>
                <a:t>×00</a:t>
              </a: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119" name="グループ化 118">
            <a:extLst>
              <a:ext uri="{FF2B5EF4-FFF2-40B4-BE49-F238E27FC236}">
                <a16:creationId xmlns:a16="http://schemas.microsoft.com/office/drawing/2014/main" id="{8F05311B-8AAD-9172-46AF-1E779B0B750C}"/>
              </a:ext>
            </a:extLst>
          </p:cNvPr>
          <p:cNvGrpSpPr/>
          <p:nvPr/>
        </p:nvGrpSpPr>
        <p:grpSpPr>
          <a:xfrm>
            <a:off x="8080015" y="5502381"/>
            <a:ext cx="697363" cy="380628"/>
            <a:chOff x="8786677" y="2124225"/>
            <a:chExt cx="697363" cy="380628"/>
          </a:xfrm>
        </p:grpSpPr>
        <p:sp>
          <p:nvSpPr>
            <p:cNvPr id="120" name="四角形: 上の 2 つの角を丸める 119">
              <a:extLst>
                <a:ext uri="{FF2B5EF4-FFF2-40B4-BE49-F238E27FC236}">
                  <a16:creationId xmlns:a16="http://schemas.microsoft.com/office/drawing/2014/main" id="{545709C6-7DB1-B1F2-72A5-08B93598CE2F}"/>
                </a:ext>
              </a:extLst>
            </p:cNvPr>
            <p:cNvSpPr/>
            <p:nvPr/>
          </p:nvSpPr>
          <p:spPr>
            <a:xfrm rot="5400000" flipV="1">
              <a:off x="8970834" y="1991647"/>
              <a:ext cx="380628" cy="645784"/>
            </a:xfrm>
            <a:prstGeom prst="round2SameRect">
              <a:avLst>
                <a:gd name="adj1" fmla="val 12104"/>
                <a:gd name="adj2" fmla="val 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1" name="テキスト ボックス 120">
              <a:extLst>
                <a:ext uri="{FF2B5EF4-FFF2-40B4-BE49-F238E27FC236}">
                  <a16:creationId xmlns:a16="http://schemas.microsoft.com/office/drawing/2014/main" id="{D158AD97-7A77-F72F-BCC4-679EE163DFD3}"/>
                </a:ext>
              </a:extLst>
            </p:cNvPr>
            <p:cNvSpPr txBox="1"/>
            <p:nvPr/>
          </p:nvSpPr>
          <p:spPr>
            <a:xfrm>
              <a:off x="8786677" y="2133603"/>
              <a:ext cx="595035" cy="338554"/>
            </a:xfrm>
            <a:prstGeom prst="rect">
              <a:avLst/>
            </a:prstGeom>
            <a:noFill/>
          </p:spPr>
          <p:txBody>
            <a:bodyPr wrap="none" rtlCol="0">
              <a:spAutoFit/>
            </a:bodyPr>
            <a:lstStyle/>
            <a:p>
              <a:r>
                <a:rPr kumimoji="1"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rPr>
                <a:t>×00</a:t>
              </a: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122" name="グループ化 121">
            <a:extLst>
              <a:ext uri="{FF2B5EF4-FFF2-40B4-BE49-F238E27FC236}">
                <a16:creationId xmlns:a16="http://schemas.microsoft.com/office/drawing/2014/main" id="{83F61142-9043-E4FE-B33B-A66D5E8481F0}"/>
              </a:ext>
            </a:extLst>
          </p:cNvPr>
          <p:cNvGrpSpPr/>
          <p:nvPr/>
        </p:nvGrpSpPr>
        <p:grpSpPr>
          <a:xfrm>
            <a:off x="8080015" y="2124225"/>
            <a:ext cx="697363" cy="380628"/>
            <a:chOff x="8786677" y="2124225"/>
            <a:chExt cx="697363" cy="380628"/>
          </a:xfrm>
        </p:grpSpPr>
        <p:sp>
          <p:nvSpPr>
            <p:cNvPr id="123" name="四角形: 上の 2 つの角を丸める 122">
              <a:extLst>
                <a:ext uri="{FF2B5EF4-FFF2-40B4-BE49-F238E27FC236}">
                  <a16:creationId xmlns:a16="http://schemas.microsoft.com/office/drawing/2014/main" id="{9F3A2EE6-8F27-7864-D67A-A3F8E667D151}"/>
                </a:ext>
              </a:extLst>
            </p:cNvPr>
            <p:cNvSpPr/>
            <p:nvPr/>
          </p:nvSpPr>
          <p:spPr>
            <a:xfrm rot="5400000" flipV="1">
              <a:off x="8970834" y="1991647"/>
              <a:ext cx="380628" cy="645784"/>
            </a:xfrm>
            <a:prstGeom prst="round2SameRect">
              <a:avLst>
                <a:gd name="adj1" fmla="val 12104"/>
                <a:gd name="adj2" fmla="val 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4" name="テキスト ボックス 123">
              <a:extLst>
                <a:ext uri="{FF2B5EF4-FFF2-40B4-BE49-F238E27FC236}">
                  <a16:creationId xmlns:a16="http://schemas.microsoft.com/office/drawing/2014/main" id="{4836995E-6E61-0834-138B-9A01322984C8}"/>
                </a:ext>
              </a:extLst>
            </p:cNvPr>
            <p:cNvSpPr txBox="1"/>
            <p:nvPr/>
          </p:nvSpPr>
          <p:spPr>
            <a:xfrm>
              <a:off x="8786677" y="2133603"/>
              <a:ext cx="595035" cy="338554"/>
            </a:xfrm>
            <a:prstGeom prst="rect">
              <a:avLst/>
            </a:prstGeom>
            <a:noFill/>
          </p:spPr>
          <p:txBody>
            <a:bodyPr wrap="none" rtlCol="0">
              <a:spAutoFit/>
            </a:bodyPr>
            <a:lstStyle/>
            <a:p>
              <a:r>
                <a:rPr kumimoji="1"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rPr>
                <a:t>×01</a:t>
              </a: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2" name="グループ化 1">
            <a:extLst>
              <a:ext uri="{FF2B5EF4-FFF2-40B4-BE49-F238E27FC236}">
                <a16:creationId xmlns:a16="http://schemas.microsoft.com/office/drawing/2014/main" id="{1EA8C645-E837-E202-C741-BF9F9ABCFC1D}"/>
              </a:ext>
            </a:extLst>
          </p:cNvPr>
          <p:cNvGrpSpPr/>
          <p:nvPr/>
        </p:nvGrpSpPr>
        <p:grpSpPr>
          <a:xfrm>
            <a:off x="8080015" y="3813303"/>
            <a:ext cx="697363" cy="380628"/>
            <a:chOff x="8786677" y="2124225"/>
            <a:chExt cx="697363" cy="380628"/>
          </a:xfrm>
        </p:grpSpPr>
        <p:sp>
          <p:nvSpPr>
            <p:cNvPr id="3" name="四角形: 上の 2 つの角を丸める 2">
              <a:extLst>
                <a:ext uri="{FF2B5EF4-FFF2-40B4-BE49-F238E27FC236}">
                  <a16:creationId xmlns:a16="http://schemas.microsoft.com/office/drawing/2014/main" id="{E5F45FC1-40E8-00EB-992D-D63FBBA47CE5}"/>
                </a:ext>
              </a:extLst>
            </p:cNvPr>
            <p:cNvSpPr/>
            <p:nvPr/>
          </p:nvSpPr>
          <p:spPr>
            <a:xfrm rot="5400000" flipV="1">
              <a:off x="8970834" y="1991647"/>
              <a:ext cx="380628" cy="645784"/>
            </a:xfrm>
            <a:prstGeom prst="round2SameRect">
              <a:avLst>
                <a:gd name="adj1" fmla="val 12104"/>
                <a:gd name="adj2" fmla="val 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 name="テキスト ボックス 3">
              <a:extLst>
                <a:ext uri="{FF2B5EF4-FFF2-40B4-BE49-F238E27FC236}">
                  <a16:creationId xmlns:a16="http://schemas.microsoft.com/office/drawing/2014/main" id="{823DFBE5-3AA1-49EA-12D0-40A28E04A49E}"/>
                </a:ext>
              </a:extLst>
            </p:cNvPr>
            <p:cNvSpPr txBox="1"/>
            <p:nvPr/>
          </p:nvSpPr>
          <p:spPr>
            <a:xfrm>
              <a:off x="8786677" y="2133603"/>
              <a:ext cx="595035" cy="338554"/>
            </a:xfrm>
            <a:prstGeom prst="rect">
              <a:avLst/>
            </a:prstGeom>
            <a:noFill/>
          </p:spPr>
          <p:txBody>
            <a:bodyPr wrap="none" rtlCol="0">
              <a:spAutoFit/>
            </a:bodyPr>
            <a:lstStyle/>
            <a:p>
              <a:r>
                <a:rPr kumimoji="1"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rPr>
                <a:t>×01</a:t>
              </a: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5" name="グループ化 4">
            <a:extLst>
              <a:ext uri="{FF2B5EF4-FFF2-40B4-BE49-F238E27FC236}">
                <a16:creationId xmlns:a16="http://schemas.microsoft.com/office/drawing/2014/main" id="{8AFDEC67-DE3F-8222-6684-D23C6364B60E}"/>
              </a:ext>
            </a:extLst>
          </p:cNvPr>
          <p:cNvGrpSpPr/>
          <p:nvPr/>
        </p:nvGrpSpPr>
        <p:grpSpPr>
          <a:xfrm>
            <a:off x="8080015" y="5502381"/>
            <a:ext cx="697363" cy="380628"/>
            <a:chOff x="8786677" y="2124225"/>
            <a:chExt cx="697363" cy="380628"/>
          </a:xfrm>
        </p:grpSpPr>
        <p:sp>
          <p:nvSpPr>
            <p:cNvPr id="6" name="四角形: 上の 2 つの角を丸める 5">
              <a:extLst>
                <a:ext uri="{FF2B5EF4-FFF2-40B4-BE49-F238E27FC236}">
                  <a16:creationId xmlns:a16="http://schemas.microsoft.com/office/drawing/2014/main" id="{8A5A8782-5A4C-AB7B-781D-FC731DDB3562}"/>
                </a:ext>
              </a:extLst>
            </p:cNvPr>
            <p:cNvSpPr/>
            <p:nvPr/>
          </p:nvSpPr>
          <p:spPr>
            <a:xfrm rot="5400000" flipV="1">
              <a:off x="8970834" y="1991647"/>
              <a:ext cx="380628" cy="645784"/>
            </a:xfrm>
            <a:prstGeom prst="round2SameRect">
              <a:avLst>
                <a:gd name="adj1" fmla="val 12104"/>
                <a:gd name="adj2" fmla="val 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テキスト ボックス 6">
              <a:extLst>
                <a:ext uri="{FF2B5EF4-FFF2-40B4-BE49-F238E27FC236}">
                  <a16:creationId xmlns:a16="http://schemas.microsoft.com/office/drawing/2014/main" id="{5527F1C5-3C52-6438-3256-BD44D3ADC297}"/>
                </a:ext>
              </a:extLst>
            </p:cNvPr>
            <p:cNvSpPr txBox="1"/>
            <p:nvPr/>
          </p:nvSpPr>
          <p:spPr>
            <a:xfrm>
              <a:off x="8786677" y="2133603"/>
              <a:ext cx="595035" cy="338554"/>
            </a:xfrm>
            <a:prstGeom prst="rect">
              <a:avLst/>
            </a:prstGeom>
            <a:noFill/>
          </p:spPr>
          <p:txBody>
            <a:bodyPr wrap="none" rtlCol="0">
              <a:spAutoFit/>
            </a:bodyPr>
            <a:lstStyle/>
            <a:p>
              <a:r>
                <a:rPr kumimoji="1"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rPr>
                <a:t>×01</a:t>
              </a: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sp>
        <p:nvSpPr>
          <p:cNvPr id="9" name="フローチャート: 論理積ゲート 8">
            <a:extLst>
              <a:ext uri="{FF2B5EF4-FFF2-40B4-BE49-F238E27FC236}">
                <a16:creationId xmlns:a16="http://schemas.microsoft.com/office/drawing/2014/main" id="{4FED2394-5A89-E623-3D28-A056D53C60AE}"/>
              </a:ext>
            </a:extLst>
          </p:cNvPr>
          <p:cNvSpPr/>
          <p:nvPr/>
        </p:nvSpPr>
        <p:spPr>
          <a:xfrm>
            <a:off x="3829669" y="4227332"/>
            <a:ext cx="1407430" cy="461826"/>
          </a:xfrm>
          <a:prstGeom prst="flowChartDelay">
            <a:avLst/>
          </a:prstGeom>
          <a:solidFill>
            <a:srgbClr val="CC66FF"/>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進む</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1" name="テキスト ボックス 10">
            <a:extLst>
              <a:ext uri="{FF2B5EF4-FFF2-40B4-BE49-F238E27FC236}">
                <a16:creationId xmlns:a16="http://schemas.microsoft.com/office/drawing/2014/main" id="{9D409008-40EA-D7BA-6E55-91B3D921DDB9}"/>
              </a:ext>
            </a:extLst>
          </p:cNvPr>
          <p:cNvSpPr txBox="1"/>
          <p:nvPr/>
        </p:nvSpPr>
        <p:spPr>
          <a:xfrm>
            <a:off x="3594666" y="2355923"/>
            <a:ext cx="1877437" cy="1446550"/>
          </a:xfrm>
          <a:prstGeom prst="rect">
            <a:avLst/>
          </a:prstGeom>
          <a:noFill/>
        </p:spPr>
        <p:txBody>
          <a:bodyPr wrap="none" rtlCol="0">
            <a:spAutoFit/>
          </a:bodyPr>
          <a:lstStyle/>
          <a:p>
            <a:r>
              <a:rPr lang="en-US" altLang="ja-JP" sz="8800">
                <a:solidFill>
                  <a:srgbClr val="FF00FF"/>
                </a:solidFill>
                <a:latin typeface="原稿用標準書体" panose="03000503000000000000" pitchFamily="66" charset="-128"/>
                <a:ea typeface="原稿用標準書体" panose="03000503000000000000" pitchFamily="66" charset="-128"/>
              </a:rPr>
              <a:t>3</a:t>
            </a:r>
            <a:r>
              <a:rPr kumimoji="1" lang="en-US" altLang="ja-JP" sz="8800">
                <a:solidFill>
                  <a:srgbClr val="FF00FF"/>
                </a:solidFill>
                <a:latin typeface="原稿用標準書体" panose="03000503000000000000" pitchFamily="66" charset="-128"/>
                <a:ea typeface="原稿用標準書体" panose="03000503000000000000" pitchFamily="66" charset="-128"/>
              </a:rPr>
              <a:t>/3</a:t>
            </a:r>
            <a:endParaRPr kumimoji="1" lang="ja-JP" altLang="en-US" sz="8800">
              <a:solidFill>
                <a:srgbClr val="FF00FF"/>
              </a:solidFill>
              <a:latin typeface="原稿用標準書体" panose="03000503000000000000" pitchFamily="66" charset="-128"/>
              <a:ea typeface="原稿用標準書体" panose="03000503000000000000" pitchFamily="66" charset="-128"/>
            </a:endParaRPr>
          </a:p>
        </p:txBody>
      </p:sp>
    </p:spTree>
    <p:extLst>
      <p:ext uri="{BB962C8B-B14F-4D97-AF65-F5344CB8AC3E}">
        <p14:creationId xmlns:p14="http://schemas.microsoft.com/office/powerpoint/2010/main" val="40857185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1"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anim calcmode="lin" valueType="num">
                                      <p:cBhvr>
                                        <p:cTn id="7" dur="1000" fill="hold"/>
                                        <p:tgtEl>
                                          <p:spTgt spid="16"/>
                                        </p:tgtEl>
                                        <p:attrNameLst>
                                          <p:attrName>ppt_w</p:attrName>
                                        </p:attrNameLst>
                                      </p:cBhvr>
                                      <p:tavLst>
                                        <p:tav tm="0">
                                          <p:val>
                                            <p:fltVal val="0"/>
                                          </p:val>
                                        </p:tav>
                                        <p:tav tm="100000">
                                          <p:val>
                                            <p:strVal val="#ppt_w"/>
                                          </p:val>
                                        </p:tav>
                                      </p:tavLst>
                                    </p:anim>
                                    <p:anim calcmode="lin" valueType="num">
                                      <p:cBhvr>
                                        <p:cTn id="8" dur="1000" fill="hold"/>
                                        <p:tgtEl>
                                          <p:spTgt spid="16"/>
                                        </p:tgtEl>
                                        <p:attrNameLst>
                                          <p:attrName>ppt_h</p:attrName>
                                        </p:attrNameLst>
                                      </p:cBhvr>
                                      <p:tavLst>
                                        <p:tav tm="0">
                                          <p:val>
                                            <p:fltVal val="0"/>
                                          </p:val>
                                        </p:tav>
                                        <p:tav tm="100000">
                                          <p:val>
                                            <p:strVal val="#ppt_h"/>
                                          </p:val>
                                        </p:tav>
                                      </p:tavLst>
                                    </p:anim>
                                    <p:anim calcmode="lin" valueType="num">
                                      <p:cBhvr>
                                        <p:cTn id="9" dur="1000" fill="hold"/>
                                        <p:tgtEl>
                                          <p:spTgt spid="16"/>
                                        </p:tgtEl>
                                        <p:attrNameLst>
                                          <p:attrName>style.rotation</p:attrName>
                                        </p:attrNameLst>
                                      </p:cBhvr>
                                      <p:tavLst>
                                        <p:tav tm="0">
                                          <p:val>
                                            <p:fltVal val="90"/>
                                          </p:val>
                                        </p:tav>
                                        <p:tav tm="100000">
                                          <p:val>
                                            <p:fltVal val="0"/>
                                          </p:val>
                                        </p:tav>
                                      </p:tavLst>
                                    </p:anim>
                                    <p:animEffect transition="in" filter="fade">
                                      <p:cBhvr>
                                        <p:cTn id="10" dur="1000"/>
                                        <p:tgtEl>
                                          <p:spTgt spid="16"/>
                                        </p:tgtEl>
                                      </p:cBhvr>
                                    </p:animEffect>
                                  </p:childTnLst>
                                </p:cTn>
                              </p:par>
                              <p:par>
                                <p:cTn id="11" presetID="35" presetClass="path" presetSubtype="0" accel="50000" decel="50000" fill="hold" nodeType="withEffect">
                                  <p:stCondLst>
                                    <p:cond delay="0"/>
                                  </p:stCondLst>
                                  <p:childTnLst>
                                    <p:animMotion origin="layout" path="M 0 0 L -0.12943 0 " pathEditMode="relative" rAng="0" ptsTypes="AA">
                                      <p:cBhvr>
                                        <p:cTn id="12" dur="2000" fill="hold"/>
                                        <p:tgtEl>
                                          <p:spTgt spid="16"/>
                                        </p:tgtEl>
                                        <p:attrNameLst>
                                          <p:attrName>ppt_x</p:attrName>
                                          <p:attrName>ppt_y</p:attrName>
                                        </p:attrNameLst>
                                      </p:cBhvr>
                                      <p:rCtr x="-6471" y="0"/>
                                    </p:animMotion>
                                  </p:childTnLst>
                                </p:cTn>
                              </p:par>
                            </p:childTnLst>
                          </p:cTn>
                        </p:par>
                      </p:childTnLst>
                    </p:cTn>
                  </p:par>
                  <p:par>
                    <p:cTn id="13" fill="hold">
                      <p:stCondLst>
                        <p:cond delay="indefinite"/>
                      </p:stCondLst>
                      <p:childTnLst>
                        <p:par>
                          <p:cTn id="14" fill="hold">
                            <p:stCondLst>
                              <p:cond delay="0"/>
                            </p:stCondLst>
                            <p:childTnLst>
                              <p:par>
                                <p:cTn id="15" presetID="8" presetClass="emph" presetSubtype="0" fill="hold" nodeType="clickEffect">
                                  <p:stCondLst>
                                    <p:cond delay="500"/>
                                  </p:stCondLst>
                                  <p:childTnLst>
                                    <p:animRot by="21600000">
                                      <p:cBhvr>
                                        <p:cTn id="16" dur="1000" fill="hold"/>
                                        <p:tgtEl>
                                          <p:spTgt spid="16"/>
                                        </p:tgtEl>
                                        <p:attrNameLst>
                                          <p:attrName>r</p:attrName>
                                        </p:attrNameLst>
                                      </p:cBhvr>
                                    </p:animRot>
                                  </p:childTnLst>
                                </p:cTn>
                              </p:par>
                            </p:childTnLst>
                          </p:cTn>
                        </p:par>
                      </p:childTnLst>
                    </p:cTn>
                  </p:par>
                  <p:par>
                    <p:cTn id="17" fill="hold">
                      <p:stCondLst>
                        <p:cond delay="indefinite"/>
                      </p:stCondLst>
                      <p:childTnLst>
                        <p:par>
                          <p:cTn id="18" fill="hold">
                            <p:stCondLst>
                              <p:cond delay="0"/>
                            </p:stCondLst>
                            <p:childTnLst>
                              <p:par>
                                <p:cTn id="19" presetID="8" presetClass="emph" presetSubtype="0" fill="hold" nodeType="clickEffect">
                                  <p:stCondLst>
                                    <p:cond delay="0"/>
                                  </p:stCondLst>
                                  <p:childTnLst>
                                    <p:animRot by="43200000">
                                      <p:cBhvr>
                                        <p:cTn id="20" dur="1000" fill="hold"/>
                                        <p:tgtEl>
                                          <p:spTgt spid="16"/>
                                        </p:tgtEl>
                                        <p:attrNameLst>
                                          <p:attrName>r</p:attrName>
                                        </p:attrNameLst>
                                      </p:cBhvr>
                                    </p:animRot>
                                  </p:childTnLst>
                                </p:cTn>
                              </p:par>
                            </p:childTnLst>
                          </p:cTn>
                        </p:par>
                      </p:childTnLst>
                    </p:cTn>
                  </p:par>
                  <p:par>
                    <p:cTn id="21" fill="hold">
                      <p:stCondLst>
                        <p:cond delay="indefinite"/>
                      </p:stCondLst>
                      <p:childTnLst>
                        <p:par>
                          <p:cTn id="22" fill="hold">
                            <p:stCondLst>
                              <p:cond delay="0"/>
                            </p:stCondLst>
                            <p:childTnLst>
                              <p:par>
                                <p:cTn id="23" presetID="8" presetClass="emph" presetSubtype="0" fill="hold" nodeType="clickEffect">
                                  <p:stCondLst>
                                    <p:cond delay="0"/>
                                  </p:stCondLst>
                                  <p:childTnLst>
                                    <p:animRot by="43200000">
                                      <p:cBhvr>
                                        <p:cTn id="24" dur="750" fill="hold"/>
                                        <p:tgtEl>
                                          <p:spTgt spid="16"/>
                                        </p:tgtEl>
                                        <p:attrNameLst>
                                          <p:attrName>r</p:attrName>
                                        </p:attrNameLst>
                                      </p:cBhvr>
                                    </p:animRot>
                                  </p:childTnLst>
                                </p:cTn>
                              </p:par>
                            </p:childTnLst>
                          </p:cTn>
                        </p:par>
                      </p:childTnLst>
                    </p:cTn>
                  </p:par>
                  <p:par>
                    <p:cTn id="25" fill="hold">
                      <p:stCondLst>
                        <p:cond delay="indefinite"/>
                      </p:stCondLst>
                      <p:childTnLst>
                        <p:par>
                          <p:cTn id="26" fill="hold">
                            <p:stCondLst>
                              <p:cond delay="0"/>
                            </p:stCondLst>
                            <p:childTnLst>
                              <p:par>
                                <p:cTn id="27" presetID="8" presetClass="emph" presetSubtype="0" fill="hold" nodeType="clickEffect">
                                  <p:stCondLst>
                                    <p:cond delay="0"/>
                                  </p:stCondLst>
                                  <p:childTnLst>
                                    <p:animRot by="43200000">
                                      <p:cBhvr>
                                        <p:cTn id="28" dur="500" fill="hold"/>
                                        <p:tgtEl>
                                          <p:spTgt spid="16"/>
                                        </p:tgtEl>
                                        <p:attrNameLst>
                                          <p:attrName>r</p:attrName>
                                        </p:attrNameLst>
                                      </p:cBhvr>
                                    </p:animRot>
                                  </p:childTnLst>
                                </p:cTn>
                              </p:par>
                            </p:childTnLst>
                          </p:cTn>
                        </p:par>
                      </p:childTnLst>
                    </p:cTn>
                  </p:par>
                  <p:par>
                    <p:cTn id="29" fill="hold">
                      <p:stCondLst>
                        <p:cond delay="indefinite"/>
                      </p:stCondLst>
                      <p:childTnLst>
                        <p:par>
                          <p:cTn id="30" fill="hold">
                            <p:stCondLst>
                              <p:cond delay="0"/>
                            </p:stCondLst>
                            <p:childTnLst>
                              <p:par>
                                <p:cTn id="31" presetID="8" presetClass="emph" presetSubtype="0" fill="hold" nodeType="clickEffect">
                                  <p:stCondLst>
                                    <p:cond delay="0"/>
                                  </p:stCondLst>
                                  <p:childTnLst>
                                    <p:animRot by="43200000">
                                      <p:cBhvr>
                                        <p:cTn id="32" dur="250" fill="hold"/>
                                        <p:tgtEl>
                                          <p:spTgt spid="16"/>
                                        </p:tgtEl>
                                        <p:attrNameLst>
                                          <p:attrName>r</p:attrName>
                                        </p:attrNameLst>
                                      </p:cBhvr>
                                    </p:animRot>
                                  </p:childTnLst>
                                </p:cTn>
                              </p:par>
                            </p:childTnLst>
                          </p:cTn>
                        </p:par>
                      </p:childTnLst>
                    </p:cTn>
                  </p:par>
                  <p:par>
                    <p:cTn id="33" fill="hold">
                      <p:stCondLst>
                        <p:cond delay="indefinite"/>
                      </p:stCondLst>
                      <p:childTnLst>
                        <p:par>
                          <p:cTn id="34" fill="hold">
                            <p:stCondLst>
                              <p:cond delay="0"/>
                            </p:stCondLst>
                            <p:childTnLst>
                              <p:par>
                                <p:cTn id="35" presetID="26" presetClass="emph" presetSubtype="0" fill="hold" nodeType="clickEffect">
                                  <p:stCondLst>
                                    <p:cond delay="0"/>
                                  </p:stCondLst>
                                  <p:childTnLst>
                                    <p:animEffect transition="out" filter="fade">
                                      <p:cBhvr>
                                        <p:cTn id="36" dur="250" tmFilter="0, 0; .2, .5; .8, .5; 1, 0"/>
                                        <p:tgtEl>
                                          <p:spTgt spid="16"/>
                                        </p:tgtEl>
                                      </p:cBhvr>
                                    </p:animEffect>
                                    <p:animScale>
                                      <p:cBhvr>
                                        <p:cTn id="37" dur="125" autoRev="1" fill="hold"/>
                                        <p:tgtEl>
                                          <p:spTgt spid="16"/>
                                        </p:tgtEl>
                                      </p:cBhvr>
                                      <p:by x="105000" y="105000"/>
                                    </p:animScale>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9"/>
                                        </p:tgtEl>
                                        <p:attrNameLst>
                                          <p:attrName>style.visibility</p:attrName>
                                        </p:attrNameLst>
                                      </p:cBhvr>
                                      <p:to>
                                        <p:strVal val="visible"/>
                                      </p:to>
                                    </p:set>
                                    <p:animEffect transition="in" filter="fade">
                                      <p:cBhvr>
                                        <p:cTn id="42" dur="250"/>
                                        <p:tgtEl>
                                          <p:spTgt spid="9"/>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11"/>
                                        </p:tgtEl>
                                        <p:attrNameLst>
                                          <p:attrName>style.visibility</p:attrName>
                                        </p:attrNameLst>
                                      </p:cBhvr>
                                      <p:to>
                                        <p:strVal val="visible"/>
                                      </p:to>
                                    </p:set>
                                    <p:animEffect transition="in" filter="fade">
                                      <p:cBhvr>
                                        <p:cTn id="45" dur="250"/>
                                        <p:tgtEl>
                                          <p:spTgt spid="11"/>
                                        </p:tgtEl>
                                      </p:cBhvr>
                                    </p:animEffect>
                                  </p:childTnLst>
                                </p:cTn>
                              </p:par>
                            </p:childTnLst>
                          </p:cTn>
                        </p:par>
                      </p:childTnLst>
                    </p:cTn>
                  </p:par>
                  <p:par>
                    <p:cTn id="46" fill="hold">
                      <p:stCondLst>
                        <p:cond delay="indefinite"/>
                      </p:stCondLst>
                      <p:childTnLst>
                        <p:par>
                          <p:cTn id="47" fill="hold">
                            <p:stCondLst>
                              <p:cond delay="0"/>
                            </p:stCondLst>
                            <p:childTnLst>
                              <p:par>
                                <p:cTn id="48" presetID="10" presetClass="entr" presetSubtype="0" fill="hold" nodeType="clickEffect">
                                  <p:stCondLst>
                                    <p:cond delay="0"/>
                                  </p:stCondLst>
                                  <p:childTnLst>
                                    <p:set>
                                      <p:cBhvr>
                                        <p:cTn id="49" dur="1" fill="hold">
                                          <p:stCondLst>
                                            <p:cond delay="0"/>
                                          </p:stCondLst>
                                        </p:cTn>
                                        <p:tgtEl>
                                          <p:spTgt spid="19"/>
                                        </p:tgtEl>
                                        <p:attrNameLst>
                                          <p:attrName>style.visibility</p:attrName>
                                        </p:attrNameLst>
                                      </p:cBhvr>
                                      <p:to>
                                        <p:strVal val="visible"/>
                                      </p:to>
                                    </p:set>
                                    <p:animEffect transition="in" filter="fade">
                                      <p:cBhvr>
                                        <p:cTn id="50" dur="250"/>
                                        <p:tgtEl>
                                          <p:spTgt spid="19"/>
                                        </p:tgtEl>
                                      </p:cBhvr>
                                    </p:animEffect>
                                  </p:childTnLst>
                                </p:cTn>
                              </p:par>
                              <p:par>
                                <p:cTn id="51" presetID="52" presetClass="path" presetSubtype="0" accel="50000" decel="50000" fill="hold" nodeType="withEffect">
                                  <p:stCondLst>
                                    <p:cond delay="0"/>
                                  </p:stCondLst>
                                  <p:childTnLst>
                                    <p:animMotion origin="layout" path="M 0.00039 -0.00208 C -0.04401 0.0287 -0.0901 0.00833 -0.1043 -0.04769 C -0.11823 -0.09028 -0.10495 -0.14097 -0.07982 -0.15949 C -0.05365 -0.17662 -0.02109 -0.15787 -0.00924 -0.11296 C -0.00534 -0.08843 -0.00365 -0.06736 -0.01016 -0.04699 C -0.01667 -0.01574 -0.03242 0.00949 -0.05586 0.02292 C -0.0681 0.03264 -0.08086 0.03819 -0.09193 0.03727 C -0.11758 0.0375 -0.13997 0.01782 -0.15039 -0.01574 C -0.1612 -0.05463 -0.14935 -0.1 -0.12747 -0.11551 C -0.10339 -0.1331 -0.07643 -0.11296 -0.06406 -0.07523 C -0.05924 -0.05417 -0.05807 -0.0331 -0.06263 -0.0169 C -0.06979 0.01134 -0.08646 0.03681 -0.10651 0.04954 C -0.11667 0.05671 -0.12747 0.05972 -0.13893 0.06088 C -0.16237 0.05856 -0.18203 0.04398 -0.19154 0.01366 C -0.20234 -0.02477 -0.18958 -0.06389 -0.17096 -0.07731 C -0.14831 -0.09329 -0.12357 -0.07824 -0.11393 -0.0412 C -0.10833 -0.02361 -0.10846 -0.00278 -0.11289 0.01273 C -0.11758 0.0375 -0.13216 0.05833 -0.15195 0.07037 C -0.16055 0.07685 -0.17031 0.08218 -0.18021 0.08148 C -0.19974 0.08009 -0.22109 0.06366 -0.22682 0.03912 C -0.23398 0.00532 -0.22669 -0.02986 -0.20716 -0.04421 C -0.18763 -0.05579 -0.16497 -0.04259 -0.15586 -0.01065 C -0.15299 0.00787 -0.15417 0.02454 -0.15573 0.03866 C -0.16237 0.05856 -0.17409 0.0794 -0.1901 0.09005 C -0.19974 0.09676 -0.20911 0.09954 -0.2168 0.09745 C -0.23633 0.10069 -0.2526 0.08565 -0.25885 0.05903 C -0.26602 0.03264 -0.2595 0.00046 -0.24193 -0.01181 C -0.22617 -0.02731 -0.20365 -0.01088 -0.19544 0.01713 C -0.19258 0.03264 -0.1918 0.04699 -0.19687 0.06157 C -0.19974 0.08009 -0.2125 0.09931 -0.22604 0.10764 C -0.2349 0.11296 -0.2418 0.11597 -0.25117 0.11528 C -0.26784 0.11597 -0.28216 0.10509 -0.28932 0.08241 C -0.29505 0.05532 -0.2888 0.02685 -0.2737 0.01551 C -0.25807 0.00579 -0.23932 0.0169 -0.23164 0.04259 C -0.22956 0.05764 -0.2293 0.0706 -0.23177 0.0831 C -0.2362 0.09907 -0.24609 0.11528 -0.2599 0.12361 C -0.26784 0.12963 -0.27318 0.13125 -0.2806 0.13125 C -0.29596 0.13171 -0.30872 0.11944 -0.31432 0.10023 C -0.322 0.07731 -0.31641 0.05139 -0.30013 0.04028 C -0.28841 0.03171 -0.27018 0.04213 -0.26471 0.06597 C -0.2612 0.07731 -0.26107 0.09005 -0.26276 0.10023 C -0.26784 0.11597 -0.27682 0.13056 -0.2888 0.13912 C -0.29609 0.14306 -0.30143 0.14398 -0.30729 0.14514 C -0.32214 0.1456 -0.33385 0.13472 -0.33906 0.11759 C -0.34661 0.09745 -0.3388 0.07292 -0.32786 0.06481 C -0.31341 0.05509 -0.29909 0.06481 -0.29258 0.08611 C -0.29062 0.09583 -0.29023 0.10718 -0.29349 0.11829 C -0.29596 0.13171 -0.30404 0.14352 -0.31589 0.15324 C -0.32135 0.15463 -0.32786 0.15509 -0.33229 0.15718 C -0.34427 0.15764 -0.35599 0.14907 -0.35977 0.13171 C -0.36575 0.11458 -0.36068 0.09306 -0.34857 0.0838 C -0.33867 0.07569 -0.32409 0.08495 -0.31953 0.10556 C -0.31615 0.1125 -0.31602 0.12315 -0.31797 0.13218 C -0.3237 0.14699 -0.33125 0.15764 -0.33945 0.1625 C -0.34401 0.16597 -0.34948 0.16898 -0.35417 0.16759 C -0.36602 0.16829 -0.37604 0.15949 -0.38112 0.1463 C -0.38555 0.12755 -0.37982 0.10671 -0.3707 0.10347 C -0.35924 0.09537 -0.34674 0.10208 -0.34219 0.1206 C -0.34102 0.12963 -0.34115 0.13958 -0.34297 0.1456 C -0.34427 0.15764 -0.35221 0.16736 -0.3612 0.17292 C -0.36445 0.17616 -0.37005 0.17801 -0.37344 0.17778 C -0.38529 0.17894 -0.39323 0.17106 -0.39779 0.1588 C -0.4013 0.14259 -0.39714 0.125 -0.38802 0.12014 C -0.37799 0.11157 -0.36901 0.12106 -0.36341 0.13426 C -0.36172 0.14236 -0.36198 0.15093 -0.3638 0.1581 C -0.36602 0.16829 -0.37279 0.17801 -0.38073 0.1838 C -0.38411 0.18588 -0.38932 0.18542 -0.39245 0.18727 " pathEditMode="relative" rAng="4140000" ptsTypes="AAAAAAAAAAAAAAAAAAAAAAAAAAAAAAAAAAAAAAAAAAAAAAAAAAAAAAAAAAAAAAAAAAA">
                                      <p:cBhvr>
                                        <p:cTn id="52" dur="500" spd="-100000" fill="hold"/>
                                        <p:tgtEl>
                                          <p:spTgt spid="19"/>
                                        </p:tgtEl>
                                        <p:attrNameLst>
                                          <p:attrName>ppt_x</p:attrName>
                                          <p:attrName>ppt_y</p:attrName>
                                        </p:attrNameLst>
                                      </p:cBhvr>
                                      <p:rCtr x="-20273" y="3218"/>
                                    </p:animMotion>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nodeType="clickEffect">
                                  <p:stCondLst>
                                    <p:cond delay="0"/>
                                  </p:stCondLst>
                                  <p:childTnLst>
                                    <p:set>
                                      <p:cBhvr>
                                        <p:cTn id="56" dur="1" fill="hold">
                                          <p:stCondLst>
                                            <p:cond delay="0"/>
                                          </p:stCondLst>
                                        </p:cTn>
                                        <p:tgtEl>
                                          <p:spTgt spid="122"/>
                                        </p:tgtEl>
                                        <p:attrNameLst>
                                          <p:attrName>style.visibility</p:attrName>
                                        </p:attrNameLst>
                                      </p:cBhvr>
                                      <p:to>
                                        <p:strVal val="visible"/>
                                      </p:to>
                                    </p:set>
                                    <p:animEffect transition="in" filter="fade">
                                      <p:cBhvr>
                                        <p:cTn id="57" dur="250"/>
                                        <p:tgtEl>
                                          <p:spTgt spid="122"/>
                                        </p:tgtEl>
                                      </p:cBhvr>
                                    </p:animEffect>
                                  </p:childTnLst>
                                </p:cTn>
                              </p:par>
                              <p:par>
                                <p:cTn id="58" presetID="10" presetClass="exit" presetSubtype="0" fill="hold" grpId="1" nodeType="withEffect">
                                  <p:stCondLst>
                                    <p:cond delay="0"/>
                                  </p:stCondLst>
                                  <p:childTnLst>
                                    <p:animEffect transition="out" filter="fade">
                                      <p:cBhvr>
                                        <p:cTn id="59" dur="250"/>
                                        <p:tgtEl>
                                          <p:spTgt spid="11"/>
                                        </p:tgtEl>
                                      </p:cBhvr>
                                    </p:animEffect>
                                    <p:set>
                                      <p:cBhvr>
                                        <p:cTn id="60" dur="1" fill="hold">
                                          <p:stCondLst>
                                            <p:cond delay="249"/>
                                          </p:stCondLst>
                                        </p:cTn>
                                        <p:tgtEl>
                                          <p:spTgt spid="11"/>
                                        </p:tgtEl>
                                        <p:attrNameLst>
                                          <p:attrName>style.visibility</p:attrName>
                                        </p:attrNameLst>
                                      </p:cBhvr>
                                      <p:to>
                                        <p:strVal val="hidden"/>
                                      </p:to>
                                    </p:set>
                                  </p:childTnLst>
                                </p:cTn>
                              </p:par>
                            </p:childTnLst>
                          </p:cTn>
                        </p:par>
                      </p:childTnLst>
                    </p:cTn>
                  </p:par>
                  <p:par>
                    <p:cTn id="61" fill="hold">
                      <p:stCondLst>
                        <p:cond delay="indefinite"/>
                      </p:stCondLst>
                      <p:childTnLst>
                        <p:par>
                          <p:cTn id="62" fill="hold">
                            <p:stCondLst>
                              <p:cond delay="0"/>
                            </p:stCondLst>
                            <p:childTnLst>
                              <p:par>
                                <p:cTn id="63" presetID="26" presetClass="emph" presetSubtype="0" fill="hold" nodeType="clickEffect">
                                  <p:stCondLst>
                                    <p:cond delay="0"/>
                                  </p:stCondLst>
                                  <p:childTnLst>
                                    <p:animEffect transition="out" filter="fade">
                                      <p:cBhvr>
                                        <p:cTn id="64" dur="250" tmFilter="0, 0; .2, .5; .8, .5; 1, 0"/>
                                        <p:tgtEl>
                                          <p:spTgt spid="16"/>
                                        </p:tgtEl>
                                      </p:cBhvr>
                                    </p:animEffect>
                                    <p:animScale>
                                      <p:cBhvr>
                                        <p:cTn id="65" dur="125" autoRev="1" fill="hold"/>
                                        <p:tgtEl>
                                          <p:spTgt spid="16"/>
                                        </p:tgtEl>
                                      </p:cBhvr>
                                      <p:by x="105000" y="105000"/>
                                    </p:animScale>
                                  </p:childTnLst>
                                </p:cTn>
                              </p:par>
                            </p:childTnLst>
                          </p:cTn>
                        </p:par>
                      </p:childTnLst>
                    </p:cTn>
                  </p:par>
                  <p:par>
                    <p:cTn id="66" fill="hold">
                      <p:stCondLst>
                        <p:cond delay="indefinite"/>
                      </p:stCondLst>
                      <p:childTnLst>
                        <p:par>
                          <p:cTn id="67" fill="hold">
                            <p:stCondLst>
                              <p:cond delay="0"/>
                            </p:stCondLst>
                            <p:childTnLst>
                              <p:par>
                                <p:cTn id="68" presetID="10" presetClass="entr" presetSubtype="0" fill="hold" nodeType="clickEffect">
                                  <p:stCondLst>
                                    <p:cond delay="0"/>
                                  </p:stCondLst>
                                  <p:childTnLst>
                                    <p:set>
                                      <p:cBhvr>
                                        <p:cTn id="69" dur="1" fill="hold">
                                          <p:stCondLst>
                                            <p:cond delay="0"/>
                                          </p:stCondLst>
                                        </p:cTn>
                                        <p:tgtEl>
                                          <p:spTgt spid="5"/>
                                        </p:tgtEl>
                                        <p:attrNameLst>
                                          <p:attrName>style.visibility</p:attrName>
                                        </p:attrNameLst>
                                      </p:cBhvr>
                                      <p:to>
                                        <p:strVal val="visible"/>
                                      </p:to>
                                    </p:set>
                                    <p:animEffect transition="in" filter="fade">
                                      <p:cBhvr>
                                        <p:cTn id="70" dur="250"/>
                                        <p:tgtEl>
                                          <p:spTgt spid="5"/>
                                        </p:tgtEl>
                                      </p:cBhvr>
                                    </p:animEffect>
                                  </p:childTnLst>
                                </p:cTn>
                              </p:par>
                            </p:childTnLst>
                          </p:cTn>
                        </p:par>
                      </p:childTnLst>
                    </p:cTn>
                  </p:par>
                  <p:par>
                    <p:cTn id="71" fill="hold">
                      <p:stCondLst>
                        <p:cond delay="indefinite"/>
                      </p:stCondLst>
                      <p:childTnLst>
                        <p:par>
                          <p:cTn id="72" fill="hold">
                            <p:stCondLst>
                              <p:cond delay="0"/>
                            </p:stCondLst>
                            <p:childTnLst>
                              <p:par>
                                <p:cTn id="73" presetID="26" presetClass="emph" presetSubtype="0" fill="hold" nodeType="clickEffect">
                                  <p:stCondLst>
                                    <p:cond delay="0"/>
                                  </p:stCondLst>
                                  <p:childTnLst>
                                    <p:animEffect transition="out" filter="fade">
                                      <p:cBhvr>
                                        <p:cTn id="74" dur="250" tmFilter="0, 0; .2, .5; .8, .5; 1, 0"/>
                                        <p:tgtEl>
                                          <p:spTgt spid="16"/>
                                        </p:tgtEl>
                                      </p:cBhvr>
                                    </p:animEffect>
                                    <p:animScale>
                                      <p:cBhvr>
                                        <p:cTn id="75" dur="125" autoRev="1" fill="hold"/>
                                        <p:tgtEl>
                                          <p:spTgt spid="16"/>
                                        </p:tgtEl>
                                      </p:cBhvr>
                                      <p:by x="105000" y="105000"/>
                                    </p:animScale>
                                  </p:childTnLst>
                                </p:cTn>
                              </p:par>
                            </p:childTnLst>
                          </p:cTn>
                        </p:par>
                      </p:childTnLst>
                    </p:cTn>
                  </p:par>
                  <p:par>
                    <p:cTn id="76" fill="hold">
                      <p:stCondLst>
                        <p:cond delay="indefinite"/>
                      </p:stCondLst>
                      <p:childTnLst>
                        <p:par>
                          <p:cTn id="77" fill="hold">
                            <p:stCondLst>
                              <p:cond delay="0"/>
                            </p:stCondLst>
                            <p:childTnLst>
                              <p:par>
                                <p:cTn id="78" presetID="10" presetClass="entr" presetSubtype="0" fill="hold" nodeType="clickEffect">
                                  <p:stCondLst>
                                    <p:cond delay="0"/>
                                  </p:stCondLst>
                                  <p:childTnLst>
                                    <p:set>
                                      <p:cBhvr>
                                        <p:cTn id="79" dur="1" fill="hold">
                                          <p:stCondLst>
                                            <p:cond delay="0"/>
                                          </p:stCondLst>
                                        </p:cTn>
                                        <p:tgtEl>
                                          <p:spTgt spid="37"/>
                                        </p:tgtEl>
                                        <p:attrNameLst>
                                          <p:attrName>style.visibility</p:attrName>
                                        </p:attrNameLst>
                                      </p:cBhvr>
                                      <p:to>
                                        <p:strVal val="visible"/>
                                      </p:to>
                                    </p:set>
                                    <p:animEffect transition="in" filter="fade">
                                      <p:cBhvr>
                                        <p:cTn id="80" dur="250"/>
                                        <p:tgtEl>
                                          <p:spTgt spid="37"/>
                                        </p:tgtEl>
                                      </p:cBhvr>
                                    </p:animEffect>
                                  </p:childTnLst>
                                </p:cTn>
                              </p:par>
                              <p:par>
                                <p:cTn id="81" presetID="52" presetClass="path" presetSubtype="0" accel="50000" decel="50000" fill="hold" nodeType="withEffect">
                                  <p:stCondLst>
                                    <p:cond delay="0"/>
                                  </p:stCondLst>
                                  <p:childTnLst>
                                    <p:animMotion origin="layout" path="M 1.18422E-16 2.22222E-6 C -0.04089 0.00578 -0.07891 -0.0213 -0.08151 -0.06111 C -0.08646 -0.09259 -0.06719 -0.12084 -0.04245 -0.12454 C -0.01797 -0.12755 0.00586 -0.10486 0.00885 -0.07292 C 0.00924 -0.05695 0.00729 -0.0419 -0.00208 -0.03033 C -0.01172 -0.01389 -0.02969 -0.00278 -0.05104 -0.00023 C -0.0625 0.00116 -0.07409 2.22222E-6 -0.08451 -0.00347 C -0.10638 -0.01158 -0.12161 -0.03102 -0.12708 -0.05486 C -0.12878 -0.08357 -0.11185 -0.10926 -0.09036 -0.11181 C -0.06719 -0.11528 -0.04622 -0.09422 -0.04284 -0.06644 C -0.04154 -0.05139 -0.04453 -0.03843 -0.0513 -0.02732 C -0.06367 -0.01297 -0.07917 -0.00255 -0.09792 -0.00023 C -0.10742 0.00116 -0.11784 -0.00023 -0.12747 -0.00324 C -0.14635 -0.01088 -0.16198 -0.02778 -0.16432 -0.05 C -0.16732 -0.0757 -0.15091 -0.09861 -0.13424 -0.1007 C -0.11159 -0.10394 -0.09284 -0.08542 -0.08984 -0.05972 C -0.08815 -0.04676 -0.09036 -0.03449 -0.0974 -0.02477 C -0.10638 -0.01158 -0.12057 -0.00324 -0.13945 -0.0007 C -0.14701 0.00023 -0.15677 -0.0007 -0.16562 -0.00301 C -0.18229 -0.01019 -0.19687 -0.02547 -0.1987 -0.04514 C -0.2 -0.06852 -0.18737 -0.08866 -0.16901 -0.09074 C -0.15078 -0.09329 -0.13385 -0.07709 -0.13138 -0.05394 C -0.13099 -0.04236 -0.1362 -0.03079 -0.13867 -0.02292 C -0.14635 -0.01088 -0.16315 -0.00278 -0.17552 -0.00047 C -0.18424 0.00069 -0.19206 -0.00093 -0.19974 -0.00324 C -0.21771 -0.00903 -0.22773 -0.02315 -0.22839 -0.04074 C -0.23086 -0.06158 -0.22005 -0.08009 -0.20365 -0.08218 C -0.18724 -0.08472 -0.17201 -0.06945 -0.16888 -0.04884 C -0.1681 -0.03843 -0.17083 -0.02847 -0.17656 -0.02084 C -0.18229 -0.01019 -0.19544 -0.00255 -0.20885 -0.00093 C -0.21693 -0.00023 -0.22344 -0.0007 -0.23008 -0.00324 C -0.24531 -0.00857 -0.25586 -0.0206 -0.25833 -0.03658 C -0.25977 -0.05556 -0.24974 -0.07176 -0.23464 -0.07408 C -0.22018 -0.07639 -0.20612 -0.06297 -0.20365 -0.04375 C -0.20326 -0.03472 -0.20482 -0.02616 -0.20964 -0.01945 C -0.21576 -0.00972 -0.22734 -0.00278 -0.23997 -0.00139 C -0.24687 -0.00047 -0.25195 -0.00139 -0.25898 -0.00301 C -0.27214 -0.00787 -0.28099 -0.01922 -0.28268 -0.03357 C -0.28529 -0.05047 -0.2763 -0.06528 -0.26107 -0.06713 C -0.24961 -0.06852 -0.23659 -0.05718 -0.23529 -0.03982 C -0.23307 -0.03148 -0.23659 -0.02338 -0.23906 -0.0169 C -0.24531 -0.00857 -0.25508 -0.00255 -0.2668 -0.00093 C -0.2737 2.22222E-6 -0.27826 -0.00116 -0.28385 -0.00301 C -0.29544 -0.00741 -0.30443 -0.01783 -0.30638 -0.03009 C -0.30846 -0.04537 -0.29883 -0.05949 -0.28724 -0.06111 C -0.27383 -0.0625 -0.26419 -0.0507 -0.26172 -0.03681 C -0.26094 -0.02894 -0.26302 -0.0213 -0.26745 -0.01597 C -0.27214 -0.00787 -0.28008 -0.00255 -0.29154 -0.00139 C -0.29674 -0.00047 -0.30182 -0.00139 -0.30677 -0.00301 C -0.31706 -0.00672 -0.32539 -0.01597 -0.3263 -0.02778 C -0.32865 -0.04074 -0.31992 -0.05324 -0.30885 -0.05486 C -0.29935 -0.05625 -0.28867 -0.04653 -0.28763 -0.03241 C -0.2862 -0.02639 -0.28711 -0.01945 -0.29076 -0.01412 C -0.29701 -0.00718 -0.30495 -0.00255 -0.31289 -0.00139 C -0.31836 -0.00093 -0.32292 -0.00116 -0.32682 -0.00301 C -0.33646 -0.00648 -0.34349 -0.01459 -0.34583 -0.02523 C -0.34661 -0.03773 -0.33867 -0.04884 -0.33021 -0.04977 C -0.31979 -0.05093 -0.31042 -0.04375 -0.31016 -0.02963 C -0.30924 -0.02361 -0.31055 -0.01759 -0.31354 -0.01343 C -0.31706 -0.00672 -0.32487 -0.00278 -0.33307 -0.00185 C -0.3362 -0.00139 -0.3418 -0.00139 -0.34492 -0.00255 C -0.35456 -0.00579 -0.3599 -0.01366 -0.36224 -0.02246 C -0.36276 -0.03403 -0.3569 -0.04375 -0.34805 -0.04468 C -0.33854 -0.04607 -0.33125 -0.03797 -0.32982 -0.02778 C -0.32904 -0.02176 -0.33086 -0.01621 -0.33372 -0.01204 C -0.33646 -0.00648 -0.34297 -0.00278 -0.35143 -0.00162 C -0.35482 -0.00116 -0.35781 -0.00162 -0.36146 -0.00278 " pathEditMode="relative" rAng="5160000" ptsTypes="AAAAAAAAAAAAAAAAAAAAAAAAAAAAAAAAAAAAAAAAAAAAAAAAAAAAAAAAAAAAAAAAAAA">
                                      <p:cBhvr>
                                        <p:cTn id="82" dur="500" spd="-100000" fill="hold"/>
                                        <p:tgtEl>
                                          <p:spTgt spid="37"/>
                                        </p:tgtEl>
                                        <p:attrNameLst>
                                          <p:attrName>ppt_x</p:attrName>
                                          <p:attrName>ppt_y</p:attrName>
                                        </p:attrNameLst>
                                      </p:cBhvr>
                                      <p:rCtr x="-17643" y="-4306"/>
                                    </p:animMotion>
                                  </p:childTnLst>
                                </p:cTn>
                              </p:par>
                            </p:childTnLst>
                          </p:cTn>
                        </p:par>
                      </p:childTnLst>
                    </p:cTn>
                  </p:par>
                  <p:par>
                    <p:cTn id="83" fill="hold">
                      <p:stCondLst>
                        <p:cond delay="indefinite"/>
                      </p:stCondLst>
                      <p:childTnLst>
                        <p:par>
                          <p:cTn id="84" fill="hold">
                            <p:stCondLst>
                              <p:cond delay="0"/>
                            </p:stCondLst>
                            <p:childTnLst>
                              <p:par>
                                <p:cTn id="85" presetID="10" presetClass="entr" presetSubtype="0" fill="hold" nodeType="clickEffect">
                                  <p:stCondLst>
                                    <p:cond delay="0"/>
                                  </p:stCondLst>
                                  <p:childTnLst>
                                    <p:set>
                                      <p:cBhvr>
                                        <p:cTn id="86" dur="1" fill="hold">
                                          <p:stCondLst>
                                            <p:cond delay="0"/>
                                          </p:stCondLst>
                                        </p:cTn>
                                        <p:tgtEl>
                                          <p:spTgt spid="2"/>
                                        </p:tgtEl>
                                        <p:attrNameLst>
                                          <p:attrName>style.visibility</p:attrName>
                                        </p:attrNameLst>
                                      </p:cBhvr>
                                      <p:to>
                                        <p:strVal val="visible"/>
                                      </p:to>
                                    </p:set>
                                    <p:animEffect transition="in" filter="fade">
                                      <p:cBhvr>
                                        <p:cTn id="87" dur="25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1" grpId="0"/>
      <p:bldP spid="11" grpId="1"/>
    </p:bldLst>
  </p:timing>
</p:sld>
</file>

<file path=ppt/slides/slide115.xml><?xml version="1.0" encoding="utf-8"?>
<p:sld xmlns:a="http://schemas.openxmlformats.org/drawingml/2006/main" xmlns:r="http://schemas.openxmlformats.org/officeDocument/2006/relationships" xmlns:p="http://schemas.openxmlformats.org/presentationml/2006/main">
  <p:cSld>
    <p:bg>
      <p:bgPr>
        <a:gradFill flip="none" rotWithShape="1">
          <a:gsLst>
            <a:gs pos="0">
              <a:srgbClr val="660066"/>
            </a:gs>
            <a:gs pos="10000">
              <a:schemeClr val="tx1">
                <a:lumMod val="85000"/>
                <a:lumOff val="15000"/>
              </a:schemeClr>
            </a:gs>
            <a:gs pos="90000">
              <a:srgbClr val="262626"/>
            </a:gs>
            <a:gs pos="80000">
              <a:srgbClr val="660066"/>
            </a:gs>
            <a:gs pos="70000">
              <a:srgbClr val="262626"/>
            </a:gs>
            <a:gs pos="60000">
              <a:schemeClr val="accent6">
                <a:lumMod val="75000"/>
              </a:schemeClr>
            </a:gs>
            <a:gs pos="50000">
              <a:srgbClr val="262626"/>
            </a:gs>
            <a:gs pos="40000">
              <a:srgbClr val="660066"/>
            </a:gs>
            <a:gs pos="30000">
              <a:srgbClr val="262626"/>
            </a:gs>
            <a:gs pos="20000">
              <a:schemeClr val="accent6">
                <a:lumMod val="75000"/>
              </a:schemeClr>
            </a:gs>
          </a:gsLst>
          <a:path path="rect">
            <a:fillToRect l="50000" t="50000" r="50000" b="50000"/>
          </a:path>
          <a:tileRect/>
        </a:gradFill>
        <a:effectLst/>
      </p:bgPr>
    </p:bg>
    <p:spTree>
      <p:nvGrpSpPr>
        <p:cNvPr id="1" name="">
          <a:extLst>
            <a:ext uri="{FF2B5EF4-FFF2-40B4-BE49-F238E27FC236}">
              <a16:creationId xmlns:a16="http://schemas.microsoft.com/office/drawing/2014/main" id="{3CEB5907-EA42-6E7B-804A-5C7897FB2957}"/>
            </a:ext>
          </a:extLst>
        </p:cNvPr>
        <p:cNvGrpSpPr/>
        <p:nvPr/>
      </p:nvGrpSpPr>
      <p:grpSpPr>
        <a:xfrm>
          <a:off x="0" y="0"/>
          <a:ext cx="0" cy="0"/>
          <a:chOff x="0" y="0"/>
          <a:chExt cx="0" cy="0"/>
        </a:xfrm>
      </p:grpSpPr>
      <p:grpSp>
        <p:nvGrpSpPr>
          <p:cNvPr id="50" name="グループ化 49">
            <a:extLst>
              <a:ext uri="{FF2B5EF4-FFF2-40B4-BE49-F238E27FC236}">
                <a16:creationId xmlns:a16="http://schemas.microsoft.com/office/drawing/2014/main" id="{236C3849-BB63-975C-BF28-BE15E920D85F}"/>
              </a:ext>
            </a:extLst>
          </p:cNvPr>
          <p:cNvGrpSpPr/>
          <p:nvPr/>
        </p:nvGrpSpPr>
        <p:grpSpPr>
          <a:xfrm>
            <a:off x="1036812" y="1013195"/>
            <a:ext cx="7896665" cy="1102055"/>
            <a:chOff x="1847556" y="1139803"/>
            <a:chExt cx="7896665" cy="1102055"/>
          </a:xfrm>
        </p:grpSpPr>
        <p:sp>
          <p:nvSpPr>
            <p:cNvPr id="5" name="四角形: 角を丸くする 4">
              <a:extLst>
                <a:ext uri="{FF2B5EF4-FFF2-40B4-BE49-F238E27FC236}">
                  <a16:creationId xmlns:a16="http://schemas.microsoft.com/office/drawing/2014/main" id="{2CFC2071-B4BA-DC8D-DE24-E3725E0685D7}"/>
                </a:ext>
              </a:extLst>
            </p:cNvPr>
            <p:cNvSpPr/>
            <p:nvPr/>
          </p:nvSpPr>
          <p:spPr>
            <a:xfrm>
              <a:off x="1847556" y="1139803"/>
              <a:ext cx="7896665" cy="1102055"/>
            </a:xfrm>
            <a:prstGeom prst="roundRect">
              <a:avLst>
                <a:gd name="adj" fmla="val 6896"/>
              </a:avLst>
            </a:prstGeom>
            <a:solidFill>
              <a:schemeClr val="accent2">
                <a:lumMod val="40000"/>
                <a:lumOff val="6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 name="楕円 8">
              <a:extLst>
                <a:ext uri="{FF2B5EF4-FFF2-40B4-BE49-F238E27FC236}">
                  <a16:creationId xmlns:a16="http://schemas.microsoft.com/office/drawing/2014/main" id="{DC79CFA4-8BF4-D6A1-8320-5004243C9DA2}"/>
                </a:ext>
              </a:extLst>
            </p:cNvPr>
            <p:cNvSpPr/>
            <p:nvPr/>
          </p:nvSpPr>
          <p:spPr>
            <a:xfrm>
              <a:off x="2185169" y="1358476"/>
              <a:ext cx="664708" cy="664708"/>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sz="24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1" name="テキスト ボックス 10">
              <a:extLst>
                <a:ext uri="{FF2B5EF4-FFF2-40B4-BE49-F238E27FC236}">
                  <a16:creationId xmlns:a16="http://schemas.microsoft.com/office/drawing/2014/main" id="{92CE5AB6-17A0-5A91-69E2-DC9CDAD5B52C}"/>
                </a:ext>
              </a:extLst>
            </p:cNvPr>
            <p:cNvSpPr txBox="1"/>
            <p:nvPr/>
          </p:nvSpPr>
          <p:spPr>
            <a:xfrm>
              <a:off x="3091986" y="1367665"/>
              <a:ext cx="877163" cy="646331"/>
            </a:xfrm>
            <a:prstGeom prst="rect">
              <a:avLst/>
            </a:prstGeom>
            <a:noFill/>
          </p:spPr>
          <p:txBody>
            <a:bodyPr wrap="none" rtlCol="0">
              <a:spAutoFit/>
            </a:bodyPr>
            <a:lstStyle/>
            <a:p>
              <a:pPr algn="ctr"/>
              <a:r>
                <a:rPr lang="en-US" altLang="ja-JP" sz="3600" b="1">
                  <a:ln>
                    <a:gradFill flip="none" rotWithShape="1">
                      <a:gsLst>
                        <a:gs pos="25000">
                          <a:srgbClr val="FFFF00"/>
                        </a:gs>
                        <a:gs pos="0">
                          <a:srgbClr val="FF0000"/>
                        </a:gs>
                        <a:gs pos="50000">
                          <a:srgbClr val="00B050"/>
                        </a:gs>
                        <a:gs pos="75000">
                          <a:srgbClr val="0070C0"/>
                        </a:gs>
                        <a:gs pos="100000">
                          <a:schemeClr val="accent6"/>
                        </a:gs>
                      </a:gsLst>
                      <a:lin ang="0" scaled="1"/>
                      <a:tileRect/>
                    </a:gradFill>
                  </a:ln>
                  <a:gradFill flip="none" rotWithShape="1">
                    <a:gsLst>
                      <a:gs pos="0">
                        <a:srgbClr val="FF0000">
                          <a:lumMod val="97000"/>
                          <a:lumOff val="3000"/>
                        </a:srgbClr>
                      </a:gs>
                      <a:gs pos="100000">
                        <a:srgbClr val="7030A0"/>
                      </a:gs>
                      <a:gs pos="75000">
                        <a:srgbClr val="0070C0"/>
                      </a:gs>
                      <a:gs pos="50000">
                        <a:srgbClr val="8EDC23"/>
                      </a:gs>
                      <a:gs pos="25000">
                        <a:srgbClr val="FFFF00"/>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SSR</a:t>
              </a:r>
              <a:endParaRPr kumimoji="1" lang="ja-JP" altLang="en-US" sz="3600" b="1" dirty="0">
                <a:ln>
                  <a:gradFill flip="none" rotWithShape="1">
                    <a:gsLst>
                      <a:gs pos="25000">
                        <a:srgbClr val="FFFF00"/>
                      </a:gs>
                      <a:gs pos="0">
                        <a:srgbClr val="FF0000"/>
                      </a:gs>
                      <a:gs pos="50000">
                        <a:srgbClr val="00B050"/>
                      </a:gs>
                      <a:gs pos="75000">
                        <a:srgbClr val="0070C0"/>
                      </a:gs>
                      <a:gs pos="100000">
                        <a:schemeClr val="accent6"/>
                      </a:gs>
                    </a:gsLst>
                    <a:lin ang="0" scaled="1"/>
                    <a:tileRect/>
                  </a:gradFill>
                </a:ln>
                <a:gradFill flip="none" rotWithShape="1">
                  <a:gsLst>
                    <a:gs pos="0">
                      <a:srgbClr val="FF0000">
                        <a:lumMod val="97000"/>
                        <a:lumOff val="3000"/>
                      </a:srgbClr>
                    </a:gs>
                    <a:gs pos="100000">
                      <a:srgbClr val="7030A0"/>
                    </a:gs>
                    <a:gs pos="75000">
                      <a:srgbClr val="0070C0"/>
                    </a:gs>
                    <a:gs pos="50000">
                      <a:srgbClr val="8EDC23"/>
                    </a:gs>
                    <a:gs pos="25000">
                      <a:srgbClr val="FFFF00"/>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grpSp>
          <p:nvGrpSpPr>
            <p:cNvPr id="46" name="グループ化 45">
              <a:extLst>
                <a:ext uri="{FF2B5EF4-FFF2-40B4-BE49-F238E27FC236}">
                  <a16:creationId xmlns:a16="http://schemas.microsoft.com/office/drawing/2014/main" id="{E30277F9-7F59-3B25-3C24-32D04C706B17}"/>
                </a:ext>
              </a:extLst>
            </p:cNvPr>
            <p:cNvGrpSpPr/>
            <p:nvPr/>
          </p:nvGrpSpPr>
          <p:grpSpPr>
            <a:xfrm>
              <a:off x="4243150" y="1242385"/>
              <a:ext cx="800219" cy="896890"/>
              <a:chOff x="4135299" y="1266070"/>
              <a:chExt cx="800219" cy="896890"/>
            </a:xfrm>
          </p:grpSpPr>
          <p:pic>
            <p:nvPicPr>
              <p:cNvPr id="7" name="図 6">
                <a:extLst>
                  <a:ext uri="{FF2B5EF4-FFF2-40B4-BE49-F238E27FC236}">
                    <a16:creationId xmlns:a16="http://schemas.microsoft.com/office/drawing/2014/main" id="{63C8BA7A-7455-9789-A909-9A720FB5E419}"/>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4223170" y="1266070"/>
                <a:ext cx="624477" cy="662951"/>
              </a:xfrm>
              <a:prstGeom prst="rect">
                <a:avLst/>
              </a:prstGeom>
            </p:spPr>
          </p:pic>
          <p:sp>
            <p:nvSpPr>
              <p:cNvPr id="21" name="テキスト ボックス 20">
                <a:extLst>
                  <a:ext uri="{FF2B5EF4-FFF2-40B4-BE49-F238E27FC236}">
                    <a16:creationId xmlns:a16="http://schemas.microsoft.com/office/drawing/2014/main" id="{D397AA3E-F49D-965F-62AC-5B51BC399FE3}"/>
                  </a:ext>
                </a:extLst>
              </p:cNvPr>
              <p:cNvSpPr txBox="1"/>
              <p:nvPr/>
            </p:nvSpPr>
            <p:spPr>
              <a:xfrm>
                <a:off x="4135299" y="1824406"/>
                <a:ext cx="800219" cy="338554"/>
              </a:xfrm>
              <a:prstGeom prst="rect">
                <a:avLst/>
              </a:prstGeom>
              <a:noFill/>
            </p:spPr>
            <p:txBody>
              <a:bodyPr wrap="none" rtlCol="0">
                <a:spAutoFit/>
              </a:bodyPr>
              <a:lstStyle/>
              <a:p>
                <a:r>
                  <a:rPr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武器名</a:t>
                </a:r>
                <a:endParaRPr kumimoji="1"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31" name="テキスト ボックス 30">
              <a:extLst>
                <a:ext uri="{FF2B5EF4-FFF2-40B4-BE49-F238E27FC236}">
                  <a16:creationId xmlns:a16="http://schemas.microsoft.com/office/drawing/2014/main" id="{8D76E8BC-D065-27F8-AF6A-DE85418F5458}"/>
                </a:ext>
              </a:extLst>
            </p:cNvPr>
            <p:cNvSpPr txBox="1"/>
            <p:nvPr/>
          </p:nvSpPr>
          <p:spPr>
            <a:xfrm>
              <a:off x="6822709" y="1290549"/>
              <a:ext cx="1005403" cy="338554"/>
            </a:xfrm>
            <a:prstGeom prst="rect">
              <a:avLst/>
            </a:prstGeom>
            <a:noFill/>
          </p:spPr>
          <p:txBody>
            <a:bodyPr wrap="none" rtlCol="0">
              <a:spAutoFit/>
            </a:bodyPr>
            <a:lstStyle/>
            <a:p>
              <a:r>
                <a:rPr lang="ja-JP" altLang="en-US" sz="1600">
                  <a:solidFill>
                    <a:schemeClr val="accent6"/>
                  </a:solidFill>
                  <a:latin typeface="原稿用標準書体" panose="03000503000000000000" pitchFamily="66" charset="-128"/>
                  <a:ea typeface="原稿用標準書体" panose="03000503000000000000" pitchFamily="66" charset="-128"/>
                </a:rPr>
                <a:t>状態付与</a:t>
              </a:r>
              <a:endParaRPr kumimoji="1" lang="ja-JP" altLang="en-US" sz="1600" dirty="0">
                <a:solidFill>
                  <a:schemeClr val="accent6"/>
                </a:solidFill>
                <a:latin typeface="原稿用標準書体" panose="03000503000000000000" pitchFamily="66" charset="-128"/>
                <a:ea typeface="原稿用標準書体" panose="03000503000000000000" pitchFamily="66" charset="-128"/>
              </a:endParaRPr>
            </a:p>
          </p:txBody>
        </p:sp>
        <p:grpSp>
          <p:nvGrpSpPr>
            <p:cNvPr id="32" name="グループ化 31">
              <a:extLst>
                <a:ext uri="{FF2B5EF4-FFF2-40B4-BE49-F238E27FC236}">
                  <a16:creationId xmlns:a16="http://schemas.microsoft.com/office/drawing/2014/main" id="{DFD5B686-067B-FFF0-5A9D-8A9CFE436511}"/>
                </a:ext>
              </a:extLst>
            </p:cNvPr>
            <p:cNvGrpSpPr/>
            <p:nvPr/>
          </p:nvGrpSpPr>
          <p:grpSpPr>
            <a:xfrm>
              <a:off x="6748115" y="1701824"/>
              <a:ext cx="1154591" cy="403305"/>
              <a:chOff x="9966073" y="1893345"/>
              <a:chExt cx="836714" cy="292269"/>
            </a:xfrm>
          </p:grpSpPr>
          <p:sp>
            <p:nvSpPr>
              <p:cNvPr id="33" name="四角形: 角を丸くする 32">
                <a:extLst>
                  <a:ext uri="{FF2B5EF4-FFF2-40B4-BE49-F238E27FC236}">
                    <a16:creationId xmlns:a16="http://schemas.microsoft.com/office/drawing/2014/main" id="{887A961B-1ED1-6B31-E522-D607BB700A50}"/>
                  </a:ext>
                </a:extLst>
              </p:cNvPr>
              <p:cNvSpPr/>
              <p:nvPr/>
            </p:nvSpPr>
            <p:spPr>
              <a:xfrm>
                <a:off x="9966073" y="1893345"/>
                <a:ext cx="836714" cy="292269"/>
              </a:xfrm>
              <a:prstGeom prst="roundRect">
                <a:avLst>
                  <a:gd name="adj" fmla="val 4721"/>
                </a:avLst>
              </a:prstGeom>
              <a:solidFill>
                <a:schemeClr val="accent6">
                  <a:lumMod val="20000"/>
                  <a:lumOff val="8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latin typeface="原稿用標準書体" panose="03000503000000000000" pitchFamily="66" charset="-128"/>
                  <a:ea typeface="原稿用標準書体" panose="03000503000000000000" pitchFamily="66" charset="-128"/>
                </a:endParaRPr>
              </a:p>
            </p:txBody>
          </p:sp>
          <p:sp>
            <p:nvSpPr>
              <p:cNvPr id="34" name="テキスト ボックス 33">
                <a:extLst>
                  <a:ext uri="{FF2B5EF4-FFF2-40B4-BE49-F238E27FC236}">
                    <a16:creationId xmlns:a16="http://schemas.microsoft.com/office/drawing/2014/main" id="{FF12BC6F-8E7B-4A38-9755-999EFDA0C546}"/>
                  </a:ext>
                </a:extLst>
              </p:cNvPr>
              <p:cNvSpPr txBox="1"/>
              <p:nvPr/>
            </p:nvSpPr>
            <p:spPr>
              <a:xfrm>
                <a:off x="10094478" y="1916805"/>
                <a:ext cx="579906" cy="245345"/>
              </a:xfrm>
              <a:prstGeom prst="rect">
                <a:avLst/>
              </a:prstGeom>
              <a:noFill/>
            </p:spPr>
            <p:txBody>
              <a:bodyPr wrap="none" rtlCol="0">
                <a:spAutoFit/>
              </a:bodyPr>
              <a:lstStyle/>
              <a:p>
                <a:pPr algn="ctr"/>
                <a:r>
                  <a:rPr lang="ja-JP" altLang="en-US" sz="1600">
                    <a:solidFill>
                      <a:schemeClr val="tx1">
                        <a:lumMod val="75000"/>
                        <a:lumOff val="25000"/>
                      </a:schemeClr>
                    </a:solidFill>
                    <a:latin typeface="原稿用標準書体" panose="03000503000000000000" pitchFamily="66" charset="-128"/>
                    <a:ea typeface="原稿用標準書体" panose="03000503000000000000" pitchFamily="66" charset="-128"/>
                  </a:rPr>
                  <a:t>状態名</a:t>
                </a:r>
                <a:endParaRPr lang="en-US" altLang="ja-JP" sz="1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grpSp>
          <p:nvGrpSpPr>
            <p:cNvPr id="45" name="グループ化 44">
              <a:extLst>
                <a:ext uri="{FF2B5EF4-FFF2-40B4-BE49-F238E27FC236}">
                  <a16:creationId xmlns:a16="http://schemas.microsoft.com/office/drawing/2014/main" id="{4C23F4F9-6E63-514E-2E0B-C6A60812927B}"/>
                </a:ext>
              </a:extLst>
            </p:cNvPr>
            <p:cNvGrpSpPr/>
            <p:nvPr/>
          </p:nvGrpSpPr>
          <p:grpSpPr>
            <a:xfrm>
              <a:off x="5293218" y="1222625"/>
              <a:ext cx="1005403" cy="936411"/>
              <a:chOff x="5049382" y="1286639"/>
              <a:chExt cx="1005403" cy="936411"/>
            </a:xfrm>
          </p:grpSpPr>
          <p:sp>
            <p:nvSpPr>
              <p:cNvPr id="39" name="テキスト ボックス 38">
                <a:extLst>
                  <a:ext uri="{FF2B5EF4-FFF2-40B4-BE49-F238E27FC236}">
                    <a16:creationId xmlns:a16="http://schemas.microsoft.com/office/drawing/2014/main" id="{D463DCBF-C589-E207-ADB6-B440B5FE8834}"/>
                  </a:ext>
                </a:extLst>
              </p:cNvPr>
              <p:cNvSpPr txBox="1"/>
              <p:nvPr/>
            </p:nvSpPr>
            <p:spPr>
              <a:xfrm>
                <a:off x="5049382" y="1884496"/>
                <a:ext cx="1005403" cy="338554"/>
              </a:xfrm>
              <a:prstGeom prst="rect">
                <a:avLst/>
              </a:prstGeom>
              <a:noFill/>
            </p:spPr>
            <p:txBody>
              <a:bodyPr wrap="none" rtlCol="0">
                <a:spAutoFit/>
              </a:bodyPr>
              <a:lstStyle/>
              <a:p>
                <a:r>
                  <a:rPr lang="en-US" altLang="ja-JP"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ATK</a:t>
                </a:r>
                <a:r>
                  <a:rPr lang="ja-JP" altLang="en-US"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100</a:t>
                </a:r>
                <a:endParaRPr lang="ja-JP" altLang="en-US"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41" name="テキスト ボックス 40">
                <a:extLst>
                  <a:ext uri="{FF2B5EF4-FFF2-40B4-BE49-F238E27FC236}">
                    <a16:creationId xmlns:a16="http://schemas.microsoft.com/office/drawing/2014/main" id="{1DA839E3-55D6-E59E-BF01-5D68620BC87D}"/>
                  </a:ext>
                </a:extLst>
              </p:cNvPr>
              <p:cNvSpPr txBox="1"/>
              <p:nvPr/>
            </p:nvSpPr>
            <p:spPr>
              <a:xfrm>
                <a:off x="5049382" y="1286639"/>
                <a:ext cx="902811" cy="338554"/>
              </a:xfrm>
              <a:prstGeom prst="rect">
                <a:avLst/>
              </a:prstGeom>
              <a:noFill/>
            </p:spPr>
            <p:txBody>
              <a:bodyPr wrap="none" rtlCol="0">
                <a:spAutoFit/>
              </a:bodyPr>
              <a:lstStyle/>
              <a:p>
                <a:r>
                  <a:rPr lang="en-US" altLang="ja-JP"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HP</a:t>
                </a:r>
                <a:r>
                  <a:rPr lang="ja-JP" altLang="en-US"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300</a:t>
                </a:r>
                <a:endParaRPr lang="ja-JP" altLang="en-US"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43" name="テキスト ボックス 42">
                <a:extLst>
                  <a:ext uri="{FF2B5EF4-FFF2-40B4-BE49-F238E27FC236}">
                    <a16:creationId xmlns:a16="http://schemas.microsoft.com/office/drawing/2014/main" id="{24404912-443C-D73F-6B45-773C4F2FCC86}"/>
                  </a:ext>
                </a:extLst>
              </p:cNvPr>
              <p:cNvSpPr txBox="1"/>
              <p:nvPr/>
            </p:nvSpPr>
            <p:spPr>
              <a:xfrm>
                <a:off x="5049382" y="1585567"/>
                <a:ext cx="902811" cy="338554"/>
              </a:xfrm>
              <a:prstGeom prst="rect">
                <a:avLst/>
              </a:prstGeom>
              <a:noFill/>
            </p:spPr>
            <p:txBody>
              <a:bodyPr wrap="none" rtlCol="0">
                <a:spAutoFit/>
              </a:bodyPr>
              <a:lstStyle/>
              <a:p>
                <a:r>
                  <a:rPr lang="en-US" altLang="ja-JP"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SPD</a:t>
                </a:r>
                <a:r>
                  <a:rPr lang="ja-JP" altLang="en-US"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50</a:t>
                </a:r>
                <a:endParaRPr lang="ja-JP" altLang="en-US"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47" name="グループ化 46">
              <a:extLst>
                <a:ext uri="{FF2B5EF4-FFF2-40B4-BE49-F238E27FC236}">
                  <a16:creationId xmlns:a16="http://schemas.microsoft.com/office/drawing/2014/main" id="{4013122C-B404-4ED0-4D7C-DBB16E29A070}"/>
                </a:ext>
              </a:extLst>
            </p:cNvPr>
            <p:cNvGrpSpPr/>
            <p:nvPr/>
          </p:nvGrpSpPr>
          <p:grpSpPr>
            <a:xfrm>
              <a:off x="8219479" y="1475810"/>
              <a:ext cx="1096414" cy="382984"/>
              <a:chOff x="9966073" y="1893340"/>
              <a:chExt cx="836714" cy="292269"/>
            </a:xfrm>
          </p:grpSpPr>
          <p:sp>
            <p:nvSpPr>
              <p:cNvPr id="48" name="四角形: 角を丸くする 47">
                <a:extLst>
                  <a:ext uri="{FF2B5EF4-FFF2-40B4-BE49-F238E27FC236}">
                    <a16:creationId xmlns:a16="http://schemas.microsoft.com/office/drawing/2014/main" id="{FCBC91E7-FFAB-C44B-9512-8CD9EADF6FE8}"/>
                  </a:ext>
                </a:extLst>
              </p:cNvPr>
              <p:cNvSpPr/>
              <p:nvPr/>
            </p:nvSpPr>
            <p:spPr>
              <a:xfrm>
                <a:off x="9966073" y="1893340"/>
                <a:ext cx="836714" cy="292269"/>
              </a:xfrm>
              <a:prstGeom prst="roundRect">
                <a:avLst>
                  <a:gd name="adj" fmla="val 4721"/>
                </a:avLst>
              </a:prstGeom>
              <a:solidFill>
                <a:schemeClr val="accent2">
                  <a:alpha val="60000"/>
                </a:schemeClr>
              </a:solidFill>
              <a:ln w="25400">
                <a:solidFill>
                  <a:srgbClr val="FF00FF"/>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latin typeface="原稿用標準書体" panose="03000503000000000000" pitchFamily="66" charset="-128"/>
                  <a:ea typeface="原稿用標準書体" panose="03000503000000000000" pitchFamily="66" charset="-128"/>
                </a:endParaRPr>
              </a:p>
            </p:txBody>
          </p:sp>
          <p:sp>
            <p:nvSpPr>
              <p:cNvPr id="49" name="テキスト ボックス 48">
                <a:extLst>
                  <a:ext uri="{FF2B5EF4-FFF2-40B4-BE49-F238E27FC236}">
                    <a16:creationId xmlns:a16="http://schemas.microsoft.com/office/drawing/2014/main" id="{5BCA4D20-FDC9-EA91-7076-ECB95A84F54A}"/>
                  </a:ext>
                </a:extLst>
              </p:cNvPr>
              <p:cNvSpPr txBox="1"/>
              <p:nvPr/>
            </p:nvSpPr>
            <p:spPr>
              <a:xfrm>
                <a:off x="10079092" y="1910293"/>
                <a:ext cx="610677" cy="258363"/>
              </a:xfrm>
              <a:prstGeom prst="rect">
                <a:avLst/>
              </a:prstGeom>
              <a:noFill/>
            </p:spPr>
            <p:txBody>
              <a:bodyPr wrap="none" rtlCol="0">
                <a:spAutoFit/>
              </a:bodyPr>
              <a:lstStyle/>
              <a:p>
                <a:pPr algn="ctr"/>
                <a:r>
                  <a:rPr lang="ja-JP" altLang="en-US" sz="1600">
                    <a:solidFill>
                      <a:srgbClr val="FF00FF"/>
                    </a:solidFill>
                    <a:latin typeface="原稿用標準書体" panose="03000503000000000000" pitchFamily="66" charset="-128"/>
                    <a:ea typeface="原稿用標準書体" panose="03000503000000000000" pitchFamily="66" charset="-128"/>
                  </a:rPr>
                  <a:t>格納中</a:t>
                </a:r>
                <a:endParaRPr lang="en-US" altLang="ja-JP" sz="1600" dirty="0">
                  <a:solidFill>
                    <a:srgbClr val="FF00FF"/>
                  </a:solidFill>
                  <a:latin typeface="原稿用標準書体" panose="03000503000000000000" pitchFamily="66" charset="-128"/>
                  <a:ea typeface="原稿用標準書体" panose="03000503000000000000" pitchFamily="66" charset="-128"/>
                </a:endParaRPr>
              </a:p>
            </p:txBody>
          </p:sp>
        </p:grpSp>
      </p:grpSp>
      <p:sp>
        <p:nvSpPr>
          <p:cNvPr id="52" name="四角形: 角を丸くする 51">
            <a:extLst>
              <a:ext uri="{FF2B5EF4-FFF2-40B4-BE49-F238E27FC236}">
                <a16:creationId xmlns:a16="http://schemas.microsoft.com/office/drawing/2014/main" id="{F8022D03-5122-2036-F5F8-A3708E966D22}"/>
              </a:ext>
            </a:extLst>
          </p:cNvPr>
          <p:cNvSpPr/>
          <p:nvPr/>
        </p:nvSpPr>
        <p:spPr>
          <a:xfrm>
            <a:off x="1036812" y="2349888"/>
            <a:ext cx="7896665" cy="1102055"/>
          </a:xfrm>
          <a:prstGeom prst="roundRect">
            <a:avLst>
              <a:gd name="adj" fmla="val 6896"/>
            </a:avLst>
          </a:prstGeom>
          <a:solidFill>
            <a:schemeClr val="bg1">
              <a:lumMod val="9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3" name="楕円 52">
            <a:extLst>
              <a:ext uri="{FF2B5EF4-FFF2-40B4-BE49-F238E27FC236}">
                <a16:creationId xmlns:a16="http://schemas.microsoft.com/office/drawing/2014/main" id="{C5852462-6302-0D7B-BC24-6DCD9D1A42E6}"/>
              </a:ext>
            </a:extLst>
          </p:cNvPr>
          <p:cNvSpPr/>
          <p:nvPr/>
        </p:nvSpPr>
        <p:spPr>
          <a:xfrm>
            <a:off x="1374425" y="2568561"/>
            <a:ext cx="664708" cy="664708"/>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sz="24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4" name="テキスト ボックス 53">
            <a:extLst>
              <a:ext uri="{FF2B5EF4-FFF2-40B4-BE49-F238E27FC236}">
                <a16:creationId xmlns:a16="http://schemas.microsoft.com/office/drawing/2014/main" id="{E669585A-B621-1A75-4381-1657FA0A6E6D}"/>
              </a:ext>
            </a:extLst>
          </p:cNvPr>
          <p:cNvSpPr txBox="1"/>
          <p:nvPr/>
        </p:nvSpPr>
        <p:spPr>
          <a:xfrm>
            <a:off x="2281242" y="2577750"/>
            <a:ext cx="877163" cy="646331"/>
          </a:xfrm>
          <a:prstGeom prst="rect">
            <a:avLst/>
          </a:prstGeom>
          <a:noFill/>
        </p:spPr>
        <p:txBody>
          <a:bodyPr wrap="none" rtlCol="0">
            <a:spAutoFit/>
          </a:bodyPr>
          <a:lstStyle/>
          <a:p>
            <a:pPr algn="ctr"/>
            <a:r>
              <a:rPr lang="en-US" altLang="ja-JP" sz="3600" b="1">
                <a:ln>
                  <a:gradFill flip="none" rotWithShape="1">
                    <a:gsLst>
                      <a:gs pos="25000">
                        <a:srgbClr val="FFFF00"/>
                      </a:gs>
                      <a:gs pos="0">
                        <a:srgbClr val="FF0000"/>
                      </a:gs>
                      <a:gs pos="50000">
                        <a:srgbClr val="00B050"/>
                      </a:gs>
                      <a:gs pos="75000">
                        <a:srgbClr val="0070C0"/>
                      </a:gs>
                      <a:gs pos="100000">
                        <a:schemeClr val="accent6"/>
                      </a:gs>
                    </a:gsLst>
                    <a:lin ang="0" scaled="1"/>
                    <a:tileRect/>
                  </a:gradFill>
                </a:ln>
                <a:gradFill flip="none" rotWithShape="1">
                  <a:gsLst>
                    <a:gs pos="0">
                      <a:srgbClr val="FF0000">
                        <a:lumMod val="97000"/>
                        <a:lumOff val="3000"/>
                      </a:srgbClr>
                    </a:gs>
                    <a:gs pos="100000">
                      <a:srgbClr val="7030A0"/>
                    </a:gs>
                    <a:gs pos="75000">
                      <a:srgbClr val="0070C0"/>
                    </a:gs>
                    <a:gs pos="50000">
                      <a:srgbClr val="8EDC23"/>
                    </a:gs>
                    <a:gs pos="25000">
                      <a:srgbClr val="FFFF00"/>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SSR</a:t>
            </a:r>
            <a:endParaRPr kumimoji="1" lang="ja-JP" altLang="en-US" sz="3600" b="1" dirty="0">
              <a:ln>
                <a:gradFill flip="none" rotWithShape="1">
                  <a:gsLst>
                    <a:gs pos="25000">
                      <a:srgbClr val="FFFF00"/>
                    </a:gs>
                    <a:gs pos="0">
                      <a:srgbClr val="FF0000"/>
                    </a:gs>
                    <a:gs pos="50000">
                      <a:srgbClr val="00B050"/>
                    </a:gs>
                    <a:gs pos="75000">
                      <a:srgbClr val="0070C0"/>
                    </a:gs>
                    <a:gs pos="100000">
                      <a:schemeClr val="accent6"/>
                    </a:gs>
                  </a:gsLst>
                  <a:lin ang="0" scaled="1"/>
                  <a:tileRect/>
                </a:gradFill>
              </a:ln>
              <a:gradFill flip="none" rotWithShape="1">
                <a:gsLst>
                  <a:gs pos="0">
                    <a:srgbClr val="FF0000">
                      <a:lumMod val="97000"/>
                      <a:lumOff val="3000"/>
                    </a:srgbClr>
                  </a:gs>
                  <a:gs pos="100000">
                    <a:srgbClr val="7030A0"/>
                  </a:gs>
                  <a:gs pos="75000">
                    <a:srgbClr val="0070C0"/>
                  </a:gs>
                  <a:gs pos="50000">
                    <a:srgbClr val="8EDC23"/>
                  </a:gs>
                  <a:gs pos="25000">
                    <a:srgbClr val="FFFF00"/>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grpSp>
        <p:nvGrpSpPr>
          <p:cNvPr id="55" name="グループ化 54">
            <a:extLst>
              <a:ext uri="{FF2B5EF4-FFF2-40B4-BE49-F238E27FC236}">
                <a16:creationId xmlns:a16="http://schemas.microsoft.com/office/drawing/2014/main" id="{89866FC8-1375-4A2B-7BCE-C5520E35A499}"/>
              </a:ext>
            </a:extLst>
          </p:cNvPr>
          <p:cNvGrpSpPr/>
          <p:nvPr/>
        </p:nvGrpSpPr>
        <p:grpSpPr>
          <a:xfrm>
            <a:off x="3432406" y="2452470"/>
            <a:ext cx="800219" cy="896890"/>
            <a:chOff x="4135299" y="1266070"/>
            <a:chExt cx="800219" cy="896890"/>
          </a:xfrm>
        </p:grpSpPr>
        <p:pic>
          <p:nvPicPr>
            <p:cNvPr id="67" name="図 66">
              <a:extLst>
                <a:ext uri="{FF2B5EF4-FFF2-40B4-BE49-F238E27FC236}">
                  <a16:creationId xmlns:a16="http://schemas.microsoft.com/office/drawing/2014/main" id="{90875097-84AD-DAC2-7618-8EB28988BE47}"/>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4223170" y="1266070"/>
              <a:ext cx="624477" cy="662951"/>
            </a:xfrm>
            <a:prstGeom prst="rect">
              <a:avLst/>
            </a:prstGeom>
          </p:spPr>
        </p:pic>
        <p:sp>
          <p:nvSpPr>
            <p:cNvPr id="68" name="テキスト ボックス 67">
              <a:extLst>
                <a:ext uri="{FF2B5EF4-FFF2-40B4-BE49-F238E27FC236}">
                  <a16:creationId xmlns:a16="http://schemas.microsoft.com/office/drawing/2014/main" id="{1D903743-5B20-409D-26F9-A6E1FC2845F3}"/>
                </a:ext>
              </a:extLst>
            </p:cNvPr>
            <p:cNvSpPr txBox="1"/>
            <p:nvPr/>
          </p:nvSpPr>
          <p:spPr>
            <a:xfrm>
              <a:off x="4135299" y="1824406"/>
              <a:ext cx="800219" cy="338554"/>
            </a:xfrm>
            <a:prstGeom prst="rect">
              <a:avLst/>
            </a:prstGeom>
            <a:noFill/>
          </p:spPr>
          <p:txBody>
            <a:bodyPr wrap="none" rtlCol="0">
              <a:spAutoFit/>
            </a:bodyPr>
            <a:lstStyle/>
            <a:p>
              <a:r>
                <a:rPr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武器名</a:t>
              </a:r>
              <a:endParaRPr kumimoji="1"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56" name="テキスト ボックス 55">
            <a:extLst>
              <a:ext uri="{FF2B5EF4-FFF2-40B4-BE49-F238E27FC236}">
                <a16:creationId xmlns:a16="http://schemas.microsoft.com/office/drawing/2014/main" id="{395A3B80-EDE0-DBC2-35AB-598155784992}"/>
              </a:ext>
            </a:extLst>
          </p:cNvPr>
          <p:cNvSpPr txBox="1"/>
          <p:nvPr/>
        </p:nvSpPr>
        <p:spPr>
          <a:xfrm>
            <a:off x="6011965" y="2500634"/>
            <a:ext cx="1005403" cy="338554"/>
          </a:xfrm>
          <a:prstGeom prst="rect">
            <a:avLst/>
          </a:prstGeom>
          <a:noFill/>
        </p:spPr>
        <p:txBody>
          <a:bodyPr wrap="none" rtlCol="0">
            <a:spAutoFit/>
          </a:bodyPr>
          <a:lstStyle/>
          <a:p>
            <a:r>
              <a:rPr lang="ja-JP" altLang="en-US" sz="1600">
                <a:solidFill>
                  <a:schemeClr val="accent6"/>
                </a:solidFill>
                <a:latin typeface="原稿用標準書体" panose="03000503000000000000" pitchFamily="66" charset="-128"/>
                <a:ea typeface="原稿用標準書体" panose="03000503000000000000" pitchFamily="66" charset="-128"/>
              </a:rPr>
              <a:t>状態付与</a:t>
            </a:r>
            <a:endParaRPr kumimoji="1" lang="ja-JP" altLang="en-US" sz="1600" dirty="0">
              <a:solidFill>
                <a:schemeClr val="accent6"/>
              </a:solidFill>
              <a:latin typeface="原稿用標準書体" panose="03000503000000000000" pitchFamily="66" charset="-128"/>
              <a:ea typeface="原稿用標準書体" panose="03000503000000000000" pitchFamily="66" charset="-128"/>
            </a:endParaRPr>
          </a:p>
        </p:txBody>
      </p:sp>
      <p:grpSp>
        <p:nvGrpSpPr>
          <p:cNvPr id="57" name="グループ化 56">
            <a:extLst>
              <a:ext uri="{FF2B5EF4-FFF2-40B4-BE49-F238E27FC236}">
                <a16:creationId xmlns:a16="http://schemas.microsoft.com/office/drawing/2014/main" id="{D80D6002-01C4-8276-0E5A-F02E2A3D1191}"/>
              </a:ext>
            </a:extLst>
          </p:cNvPr>
          <p:cNvGrpSpPr/>
          <p:nvPr/>
        </p:nvGrpSpPr>
        <p:grpSpPr>
          <a:xfrm>
            <a:off x="5937371" y="2911909"/>
            <a:ext cx="1154591" cy="403305"/>
            <a:chOff x="9966073" y="1893345"/>
            <a:chExt cx="836714" cy="292269"/>
          </a:xfrm>
        </p:grpSpPr>
        <p:sp>
          <p:nvSpPr>
            <p:cNvPr id="65" name="四角形: 角を丸くする 64">
              <a:extLst>
                <a:ext uri="{FF2B5EF4-FFF2-40B4-BE49-F238E27FC236}">
                  <a16:creationId xmlns:a16="http://schemas.microsoft.com/office/drawing/2014/main" id="{21960A74-52F8-6A76-F75C-80C0501B7366}"/>
                </a:ext>
              </a:extLst>
            </p:cNvPr>
            <p:cNvSpPr/>
            <p:nvPr/>
          </p:nvSpPr>
          <p:spPr>
            <a:xfrm>
              <a:off x="9966073" y="1893345"/>
              <a:ext cx="836714" cy="292269"/>
            </a:xfrm>
            <a:prstGeom prst="roundRect">
              <a:avLst>
                <a:gd name="adj" fmla="val 4721"/>
              </a:avLst>
            </a:prstGeom>
            <a:solidFill>
              <a:schemeClr val="accent6">
                <a:lumMod val="20000"/>
                <a:lumOff val="8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latin typeface="原稿用標準書体" panose="03000503000000000000" pitchFamily="66" charset="-128"/>
                <a:ea typeface="原稿用標準書体" panose="03000503000000000000" pitchFamily="66" charset="-128"/>
              </a:endParaRPr>
            </a:p>
          </p:txBody>
        </p:sp>
        <p:sp>
          <p:nvSpPr>
            <p:cNvPr id="66" name="テキスト ボックス 65">
              <a:extLst>
                <a:ext uri="{FF2B5EF4-FFF2-40B4-BE49-F238E27FC236}">
                  <a16:creationId xmlns:a16="http://schemas.microsoft.com/office/drawing/2014/main" id="{AC38A197-5645-8383-559C-AAF69C5754AC}"/>
                </a:ext>
              </a:extLst>
            </p:cNvPr>
            <p:cNvSpPr txBox="1"/>
            <p:nvPr/>
          </p:nvSpPr>
          <p:spPr>
            <a:xfrm>
              <a:off x="10094478" y="1916805"/>
              <a:ext cx="579906" cy="245345"/>
            </a:xfrm>
            <a:prstGeom prst="rect">
              <a:avLst/>
            </a:prstGeom>
            <a:noFill/>
          </p:spPr>
          <p:txBody>
            <a:bodyPr wrap="none" rtlCol="0">
              <a:spAutoFit/>
            </a:bodyPr>
            <a:lstStyle/>
            <a:p>
              <a:pPr algn="ctr"/>
              <a:r>
                <a:rPr lang="ja-JP" altLang="en-US" sz="1600">
                  <a:solidFill>
                    <a:schemeClr val="tx1">
                      <a:lumMod val="75000"/>
                      <a:lumOff val="25000"/>
                    </a:schemeClr>
                  </a:solidFill>
                  <a:latin typeface="原稿用標準書体" panose="03000503000000000000" pitchFamily="66" charset="-128"/>
                  <a:ea typeface="原稿用標準書体" panose="03000503000000000000" pitchFamily="66" charset="-128"/>
                </a:rPr>
                <a:t>状態名</a:t>
              </a:r>
              <a:endParaRPr lang="en-US" altLang="ja-JP" sz="1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grpSp>
        <p:nvGrpSpPr>
          <p:cNvPr id="58" name="グループ化 57">
            <a:extLst>
              <a:ext uri="{FF2B5EF4-FFF2-40B4-BE49-F238E27FC236}">
                <a16:creationId xmlns:a16="http://schemas.microsoft.com/office/drawing/2014/main" id="{0840B10B-FEA8-120B-9EA3-799A0CBBCE9E}"/>
              </a:ext>
            </a:extLst>
          </p:cNvPr>
          <p:cNvGrpSpPr/>
          <p:nvPr/>
        </p:nvGrpSpPr>
        <p:grpSpPr>
          <a:xfrm>
            <a:off x="4482474" y="2432710"/>
            <a:ext cx="902811" cy="936411"/>
            <a:chOff x="5049382" y="1286639"/>
            <a:chExt cx="902811" cy="936411"/>
          </a:xfrm>
        </p:grpSpPr>
        <p:sp>
          <p:nvSpPr>
            <p:cNvPr id="62" name="テキスト ボックス 61">
              <a:extLst>
                <a:ext uri="{FF2B5EF4-FFF2-40B4-BE49-F238E27FC236}">
                  <a16:creationId xmlns:a16="http://schemas.microsoft.com/office/drawing/2014/main" id="{12F94268-C25E-65AD-1115-14F904D209B0}"/>
                </a:ext>
              </a:extLst>
            </p:cNvPr>
            <p:cNvSpPr txBox="1"/>
            <p:nvPr/>
          </p:nvSpPr>
          <p:spPr>
            <a:xfrm>
              <a:off x="5049382" y="1884496"/>
              <a:ext cx="902811" cy="338554"/>
            </a:xfrm>
            <a:prstGeom prst="rect">
              <a:avLst/>
            </a:prstGeom>
            <a:noFill/>
          </p:spPr>
          <p:txBody>
            <a:bodyPr wrap="none" rtlCol="0">
              <a:spAutoFit/>
            </a:bodyPr>
            <a:lstStyle/>
            <a:p>
              <a:r>
                <a:rPr lang="en-US" altLang="ja-JP"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ATK</a:t>
              </a:r>
              <a:r>
                <a:rPr lang="ja-JP" altLang="en-US"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80</a:t>
              </a:r>
              <a:endParaRPr lang="ja-JP" altLang="en-US"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3" name="テキスト ボックス 62">
              <a:extLst>
                <a:ext uri="{FF2B5EF4-FFF2-40B4-BE49-F238E27FC236}">
                  <a16:creationId xmlns:a16="http://schemas.microsoft.com/office/drawing/2014/main" id="{5E9F8D6B-4828-8B07-0B6B-2D72ED3E7430}"/>
                </a:ext>
              </a:extLst>
            </p:cNvPr>
            <p:cNvSpPr txBox="1"/>
            <p:nvPr/>
          </p:nvSpPr>
          <p:spPr>
            <a:xfrm>
              <a:off x="5049382" y="1286639"/>
              <a:ext cx="902811" cy="338554"/>
            </a:xfrm>
            <a:prstGeom prst="rect">
              <a:avLst/>
            </a:prstGeom>
            <a:noFill/>
          </p:spPr>
          <p:txBody>
            <a:bodyPr wrap="none" rtlCol="0">
              <a:spAutoFit/>
            </a:bodyPr>
            <a:lstStyle/>
            <a:p>
              <a:r>
                <a:rPr lang="en-US" altLang="ja-JP"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HP</a:t>
              </a:r>
              <a:r>
                <a:rPr lang="ja-JP" altLang="en-US"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350</a:t>
              </a:r>
              <a:endParaRPr lang="ja-JP" altLang="en-US"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4" name="テキスト ボックス 63">
              <a:extLst>
                <a:ext uri="{FF2B5EF4-FFF2-40B4-BE49-F238E27FC236}">
                  <a16:creationId xmlns:a16="http://schemas.microsoft.com/office/drawing/2014/main" id="{07747226-3841-464E-B062-6EFB1A43D4AB}"/>
                </a:ext>
              </a:extLst>
            </p:cNvPr>
            <p:cNvSpPr txBox="1"/>
            <p:nvPr/>
          </p:nvSpPr>
          <p:spPr>
            <a:xfrm>
              <a:off x="5049382" y="1585567"/>
              <a:ext cx="902811" cy="338554"/>
            </a:xfrm>
            <a:prstGeom prst="rect">
              <a:avLst/>
            </a:prstGeom>
            <a:noFill/>
          </p:spPr>
          <p:txBody>
            <a:bodyPr wrap="none" rtlCol="0">
              <a:spAutoFit/>
            </a:bodyPr>
            <a:lstStyle/>
            <a:p>
              <a:r>
                <a:rPr lang="en-US" altLang="ja-JP"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SPD</a:t>
              </a:r>
              <a:r>
                <a:rPr lang="ja-JP" altLang="en-US"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70</a:t>
              </a:r>
              <a:endParaRPr lang="ja-JP" altLang="en-US"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59" name="グループ化 58">
            <a:extLst>
              <a:ext uri="{FF2B5EF4-FFF2-40B4-BE49-F238E27FC236}">
                <a16:creationId xmlns:a16="http://schemas.microsoft.com/office/drawing/2014/main" id="{0CA57036-A706-6798-99A3-B7E64153B0E0}"/>
              </a:ext>
            </a:extLst>
          </p:cNvPr>
          <p:cNvGrpSpPr/>
          <p:nvPr/>
        </p:nvGrpSpPr>
        <p:grpSpPr>
          <a:xfrm>
            <a:off x="7408735" y="2685895"/>
            <a:ext cx="1096414" cy="382984"/>
            <a:chOff x="9966073" y="1893340"/>
            <a:chExt cx="836714" cy="292269"/>
          </a:xfrm>
        </p:grpSpPr>
        <p:sp>
          <p:nvSpPr>
            <p:cNvPr id="60" name="四角形: 角を丸くする 59">
              <a:extLst>
                <a:ext uri="{FF2B5EF4-FFF2-40B4-BE49-F238E27FC236}">
                  <a16:creationId xmlns:a16="http://schemas.microsoft.com/office/drawing/2014/main" id="{4774F5EE-260D-F7AC-5B69-A3B9A2B0D42A}"/>
                </a:ext>
              </a:extLst>
            </p:cNvPr>
            <p:cNvSpPr/>
            <p:nvPr/>
          </p:nvSpPr>
          <p:spPr>
            <a:xfrm>
              <a:off x="9966073" y="1893340"/>
              <a:ext cx="836714" cy="292269"/>
            </a:xfrm>
            <a:prstGeom prst="roundRect">
              <a:avLst>
                <a:gd name="adj" fmla="val 4721"/>
              </a:avLst>
            </a:prstGeom>
            <a:solidFill>
              <a:srgbClr val="FF00FF">
                <a:alpha val="60000"/>
              </a:srgbClr>
            </a:solidFill>
            <a:ln w="25400">
              <a:no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latin typeface="原稿用標準書体" panose="03000503000000000000" pitchFamily="66" charset="-128"/>
                <a:ea typeface="原稿用標準書体" panose="03000503000000000000" pitchFamily="66" charset="-128"/>
              </a:endParaRPr>
            </a:p>
          </p:txBody>
        </p:sp>
        <p:sp>
          <p:nvSpPr>
            <p:cNvPr id="61" name="テキスト ボックス 60">
              <a:extLst>
                <a:ext uri="{FF2B5EF4-FFF2-40B4-BE49-F238E27FC236}">
                  <a16:creationId xmlns:a16="http://schemas.microsoft.com/office/drawing/2014/main" id="{FC92FAC4-434D-16BD-A1BC-AE6FDBA02088}"/>
                </a:ext>
              </a:extLst>
            </p:cNvPr>
            <p:cNvSpPr txBox="1"/>
            <p:nvPr/>
          </p:nvSpPr>
          <p:spPr>
            <a:xfrm>
              <a:off x="10157384" y="1910293"/>
              <a:ext cx="454093" cy="258363"/>
            </a:xfrm>
            <a:prstGeom prst="rect">
              <a:avLst/>
            </a:prstGeom>
            <a:noFill/>
          </p:spPr>
          <p:txBody>
            <a:bodyPr wrap="none" rtlCol="0">
              <a:spAutoFit/>
            </a:bodyPr>
            <a:lstStyle/>
            <a:p>
              <a:pPr algn="ctr"/>
              <a:r>
                <a:rPr lang="ja-JP" altLang="en-US" sz="1600">
                  <a:solidFill>
                    <a:schemeClr val="accent2">
                      <a:lumMod val="60000"/>
                      <a:lumOff val="40000"/>
                    </a:schemeClr>
                  </a:solidFill>
                  <a:latin typeface="原稿用標準書体" panose="03000503000000000000" pitchFamily="66" charset="-128"/>
                  <a:ea typeface="原稿用標準書体" panose="03000503000000000000" pitchFamily="66" charset="-128"/>
                </a:rPr>
                <a:t>格納</a:t>
              </a:r>
              <a:endParaRPr lang="en-US" altLang="ja-JP" sz="1600" dirty="0">
                <a:solidFill>
                  <a:schemeClr val="accent2">
                    <a:lumMod val="60000"/>
                    <a:lumOff val="40000"/>
                  </a:schemeClr>
                </a:solidFill>
                <a:latin typeface="原稿用標準書体" panose="03000503000000000000" pitchFamily="66" charset="-128"/>
                <a:ea typeface="原稿用標準書体" panose="03000503000000000000" pitchFamily="66" charset="-128"/>
              </a:endParaRPr>
            </a:p>
          </p:txBody>
        </p:sp>
      </p:grpSp>
      <p:grpSp>
        <p:nvGrpSpPr>
          <p:cNvPr id="69" name="グループ化 68">
            <a:extLst>
              <a:ext uri="{FF2B5EF4-FFF2-40B4-BE49-F238E27FC236}">
                <a16:creationId xmlns:a16="http://schemas.microsoft.com/office/drawing/2014/main" id="{CA1C1A67-F3EC-7E5F-1C53-B2355AAE6B73}"/>
              </a:ext>
            </a:extLst>
          </p:cNvPr>
          <p:cNvGrpSpPr/>
          <p:nvPr/>
        </p:nvGrpSpPr>
        <p:grpSpPr>
          <a:xfrm>
            <a:off x="5499235" y="2470759"/>
            <a:ext cx="205636" cy="865729"/>
            <a:chOff x="6239689" y="3238766"/>
            <a:chExt cx="217724" cy="916620"/>
          </a:xfrm>
        </p:grpSpPr>
        <p:pic>
          <p:nvPicPr>
            <p:cNvPr id="23" name="図 22">
              <a:extLst>
                <a:ext uri="{FF2B5EF4-FFF2-40B4-BE49-F238E27FC236}">
                  <a16:creationId xmlns:a16="http://schemas.microsoft.com/office/drawing/2014/main" id="{2CCFDCF5-13F3-04D4-1865-80DE5D230AF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239689" y="3238766"/>
              <a:ext cx="217724" cy="223877"/>
            </a:xfrm>
            <a:prstGeom prst="rect">
              <a:avLst/>
            </a:prstGeom>
          </p:spPr>
        </p:pic>
        <p:pic>
          <p:nvPicPr>
            <p:cNvPr id="27" name="図 26">
              <a:extLst>
                <a:ext uri="{FF2B5EF4-FFF2-40B4-BE49-F238E27FC236}">
                  <a16:creationId xmlns:a16="http://schemas.microsoft.com/office/drawing/2014/main" id="{249CC391-7D33-73DA-F8D7-AA470549CC8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239689" y="3585138"/>
              <a:ext cx="217724" cy="223877"/>
            </a:xfrm>
            <a:prstGeom prst="rect">
              <a:avLst/>
            </a:prstGeom>
          </p:spPr>
        </p:pic>
        <p:pic>
          <p:nvPicPr>
            <p:cNvPr id="30" name="図 29">
              <a:extLst>
                <a:ext uri="{FF2B5EF4-FFF2-40B4-BE49-F238E27FC236}">
                  <a16:creationId xmlns:a16="http://schemas.microsoft.com/office/drawing/2014/main" id="{039DDEFE-7308-DA6F-4CC1-8EB60EF6969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flipV="1">
              <a:off x="6239689" y="3931509"/>
              <a:ext cx="217724" cy="223877"/>
            </a:xfrm>
            <a:prstGeom prst="rect">
              <a:avLst/>
            </a:prstGeom>
          </p:spPr>
        </p:pic>
      </p:grpSp>
      <p:grpSp>
        <p:nvGrpSpPr>
          <p:cNvPr id="70" name="グループ化 69">
            <a:extLst>
              <a:ext uri="{FF2B5EF4-FFF2-40B4-BE49-F238E27FC236}">
                <a16:creationId xmlns:a16="http://schemas.microsoft.com/office/drawing/2014/main" id="{6E77E907-E8F2-A4AA-5545-FC0CD1ECB427}"/>
              </a:ext>
            </a:extLst>
          </p:cNvPr>
          <p:cNvGrpSpPr/>
          <p:nvPr/>
        </p:nvGrpSpPr>
        <p:grpSpPr>
          <a:xfrm>
            <a:off x="9265717" y="2434939"/>
            <a:ext cx="236362" cy="3690389"/>
            <a:chOff x="11044871" y="4022147"/>
            <a:chExt cx="236362" cy="2031812"/>
          </a:xfrm>
        </p:grpSpPr>
        <p:sp>
          <p:nvSpPr>
            <p:cNvPr id="71" name="四角形: 角を丸くする 70">
              <a:extLst>
                <a:ext uri="{FF2B5EF4-FFF2-40B4-BE49-F238E27FC236}">
                  <a16:creationId xmlns:a16="http://schemas.microsoft.com/office/drawing/2014/main" id="{B4B6F7E3-AC04-0521-BE79-258C1F9164CA}"/>
                </a:ext>
              </a:extLst>
            </p:cNvPr>
            <p:cNvSpPr/>
            <p:nvPr/>
          </p:nvSpPr>
          <p:spPr>
            <a:xfrm>
              <a:off x="11044871" y="4022147"/>
              <a:ext cx="236362" cy="2031812"/>
            </a:xfrm>
            <a:prstGeom prst="roundRect">
              <a:avLst/>
            </a:prstGeom>
            <a:no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2" name="四角形: 角を丸くする 71">
              <a:extLst>
                <a:ext uri="{FF2B5EF4-FFF2-40B4-BE49-F238E27FC236}">
                  <a16:creationId xmlns:a16="http://schemas.microsoft.com/office/drawing/2014/main" id="{F04A913A-EB2C-9F24-C2CB-5FE3F6791E64}"/>
                </a:ext>
              </a:extLst>
            </p:cNvPr>
            <p:cNvSpPr/>
            <p:nvPr/>
          </p:nvSpPr>
          <p:spPr>
            <a:xfrm>
              <a:off x="11066205" y="4094529"/>
              <a:ext cx="193695" cy="571313"/>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cxnSp>
        <p:nvCxnSpPr>
          <p:cNvPr id="74" name="直線コネクタ 73">
            <a:extLst>
              <a:ext uri="{FF2B5EF4-FFF2-40B4-BE49-F238E27FC236}">
                <a16:creationId xmlns:a16="http://schemas.microsoft.com/office/drawing/2014/main" id="{7E0C6BD8-8499-5B3B-D655-C33D13780500}"/>
              </a:ext>
            </a:extLst>
          </p:cNvPr>
          <p:cNvCxnSpPr>
            <a:cxnSpLocks/>
          </p:cNvCxnSpPr>
          <p:nvPr/>
        </p:nvCxnSpPr>
        <p:spPr>
          <a:xfrm>
            <a:off x="753111" y="2222694"/>
            <a:ext cx="8975683" cy="0"/>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76" name="四角形: 角を丸くする 75">
            <a:extLst>
              <a:ext uri="{FF2B5EF4-FFF2-40B4-BE49-F238E27FC236}">
                <a16:creationId xmlns:a16="http://schemas.microsoft.com/office/drawing/2014/main" id="{7183B9A1-5B8C-2968-A200-321C40443B69}"/>
              </a:ext>
            </a:extLst>
          </p:cNvPr>
          <p:cNvSpPr/>
          <p:nvPr/>
        </p:nvSpPr>
        <p:spPr>
          <a:xfrm>
            <a:off x="1036812" y="3686581"/>
            <a:ext cx="7896665" cy="1102055"/>
          </a:xfrm>
          <a:prstGeom prst="roundRect">
            <a:avLst>
              <a:gd name="adj" fmla="val 6896"/>
            </a:avLst>
          </a:prstGeom>
          <a:solidFill>
            <a:schemeClr val="bg1">
              <a:lumMod val="9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7" name="楕円 76">
            <a:extLst>
              <a:ext uri="{FF2B5EF4-FFF2-40B4-BE49-F238E27FC236}">
                <a16:creationId xmlns:a16="http://schemas.microsoft.com/office/drawing/2014/main" id="{9E028478-8BF3-622E-E996-23BF9FA23522}"/>
              </a:ext>
            </a:extLst>
          </p:cNvPr>
          <p:cNvSpPr/>
          <p:nvPr/>
        </p:nvSpPr>
        <p:spPr>
          <a:xfrm>
            <a:off x="1374425" y="3905254"/>
            <a:ext cx="664708" cy="664708"/>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sz="24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79" name="グループ化 78">
            <a:extLst>
              <a:ext uri="{FF2B5EF4-FFF2-40B4-BE49-F238E27FC236}">
                <a16:creationId xmlns:a16="http://schemas.microsoft.com/office/drawing/2014/main" id="{426F4C86-1847-D9B0-9CC1-A51D7DEF99A4}"/>
              </a:ext>
            </a:extLst>
          </p:cNvPr>
          <p:cNvGrpSpPr/>
          <p:nvPr/>
        </p:nvGrpSpPr>
        <p:grpSpPr>
          <a:xfrm>
            <a:off x="3432406" y="3789163"/>
            <a:ext cx="800219" cy="896890"/>
            <a:chOff x="4135299" y="1266070"/>
            <a:chExt cx="800219" cy="896890"/>
          </a:xfrm>
        </p:grpSpPr>
        <p:pic>
          <p:nvPicPr>
            <p:cNvPr id="91" name="図 90">
              <a:extLst>
                <a:ext uri="{FF2B5EF4-FFF2-40B4-BE49-F238E27FC236}">
                  <a16:creationId xmlns:a16="http://schemas.microsoft.com/office/drawing/2014/main" id="{40DBE11F-C066-0D6E-64F3-B7FE2890AF30}"/>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4223170" y="1266070"/>
              <a:ext cx="624477" cy="662951"/>
            </a:xfrm>
            <a:prstGeom prst="rect">
              <a:avLst/>
            </a:prstGeom>
          </p:spPr>
        </p:pic>
        <p:sp>
          <p:nvSpPr>
            <p:cNvPr id="92" name="テキスト ボックス 91">
              <a:extLst>
                <a:ext uri="{FF2B5EF4-FFF2-40B4-BE49-F238E27FC236}">
                  <a16:creationId xmlns:a16="http://schemas.microsoft.com/office/drawing/2014/main" id="{408408D1-33CB-A985-3412-400AAF9F4425}"/>
                </a:ext>
              </a:extLst>
            </p:cNvPr>
            <p:cNvSpPr txBox="1"/>
            <p:nvPr/>
          </p:nvSpPr>
          <p:spPr>
            <a:xfrm>
              <a:off x="4135299" y="1824406"/>
              <a:ext cx="800219" cy="338554"/>
            </a:xfrm>
            <a:prstGeom prst="rect">
              <a:avLst/>
            </a:prstGeom>
            <a:noFill/>
          </p:spPr>
          <p:txBody>
            <a:bodyPr wrap="none" rtlCol="0">
              <a:spAutoFit/>
            </a:bodyPr>
            <a:lstStyle/>
            <a:p>
              <a:r>
                <a:rPr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武器名</a:t>
              </a:r>
              <a:endParaRPr kumimoji="1"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80" name="テキスト ボックス 79">
            <a:extLst>
              <a:ext uri="{FF2B5EF4-FFF2-40B4-BE49-F238E27FC236}">
                <a16:creationId xmlns:a16="http://schemas.microsoft.com/office/drawing/2014/main" id="{CFBB329F-FE18-2421-387A-062C87FD6273}"/>
              </a:ext>
            </a:extLst>
          </p:cNvPr>
          <p:cNvSpPr txBox="1"/>
          <p:nvPr/>
        </p:nvSpPr>
        <p:spPr>
          <a:xfrm>
            <a:off x="6011965" y="3837327"/>
            <a:ext cx="1005403" cy="338554"/>
          </a:xfrm>
          <a:prstGeom prst="rect">
            <a:avLst/>
          </a:prstGeom>
          <a:noFill/>
        </p:spPr>
        <p:txBody>
          <a:bodyPr wrap="none" rtlCol="0">
            <a:spAutoFit/>
          </a:bodyPr>
          <a:lstStyle/>
          <a:p>
            <a:r>
              <a:rPr lang="ja-JP" altLang="en-US" sz="1600">
                <a:solidFill>
                  <a:schemeClr val="accent6"/>
                </a:solidFill>
                <a:latin typeface="原稿用標準書体" panose="03000503000000000000" pitchFamily="66" charset="-128"/>
                <a:ea typeface="原稿用標準書体" panose="03000503000000000000" pitchFamily="66" charset="-128"/>
              </a:rPr>
              <a:t>状態付与</a:t>
            </a:r>
            <a:endParaRPr kumimoji="1" lang="ja-JP" altLang="en-US" sz="1600" dirty="0">
              <a:solidFill>
                <a:schemeClr val="accent6"/>
              </a:solidFill>
              <a:latin typeface="原稿用標準書体" panose="03000503000000000000" pitchFamily="66" charset="-128"/>
              <a:ea typeface="原稿用標準書体" panose="03000503000000000000" pitchFamily="66" charset="-128"/>
            </a:endParaRPr>
          </a:p>
        </p:txBody>
      </p:sp>
      <p:grpSp>
        <p:nvGrpSpPr>
          <p:cNvPr id="81" name="グループ化 80">
            <a:extLst>
              <a:ext uri="{FF2B5EF4-FFF2-40B4-BE49-F238E27FC236}">
                <a16:creationId xmlns:a16="http://schemas.microsoft.com/office/drawing/2014/main" id="{A5E0ABC0-D2B1-BEC9-D995-B46EE8AAA214}"/>
              </a:ext>
            </a:extLst>
          </p:cNvPr>
          <p:cNvGrpSpPr/>
          <p:nvPr/>
        </p:nvGrpSpPr>
        <p:grpSpPr>
          <a:xfrm>
            <a:off x="5937371" y="4248602"/>
            <a:ext cx="1154591" cy="403305"/>
            <a:chOff x="9966073" y="1893345"/>
            <a:chExt cx="836714" cy="292269"/>
          </a:xfrm>
        </p:grpSpPr>
        <p:sp>
          <p:nvSpPr>
            <p:cNvPr id="89" name="四角形: 角を丸くする 88">
              <a:extLst>
                <a:ext uri="{FF2B5EF4-FFF2-40B4-BE49-F238E27FC236}">
                  <a16:creationId xmlns:a16="http://schemas.microsoft.com/office/drawing/2014/main" id="{9C44169B-738C-6D8B-09A1-9C1E7F0B38C2}"/>
                </a:ext>
              </a:extLst>
            </p:cNvPr>
            <p:cNvSpPr/>
            <p:nvPr/>
          </p:nvSpPr>
          <p:spPr>
            <a:xfrm>
              <a:off x="9966073" y="1893345"/>
              <a:ext cx="836714" cy="292269"/>
            </a:xfrm>
            <a:prstGeom prst="roundRect">
              <a:avLst>
                <a:gd name="adj" fmla="val 4721"/>
              </a:avLst>
            </a:prstGeom>
            <a:solidFill>
              <a:schemeClr val="accent6">
                <a:lumMod val="20000"/>
                <a:lumOff val="8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latin typeface="原稿用標準書体" panose="03000503000000000000" pitchFamily="66" charset="-128"/>
                <a:ea typeface="原稿用標準書体" panose="03000503000000000000" pitchFamily="66" charset="-128"/>
              </a:endParaRPr>
            </a:p>
          </p:txBody>
        </p:sp>
        <p:sp>
          <p:nvSpPr>
            <p:cNvPr id="90" name="テキスト ボックス 89">
              <a:extLst>
                <a:ext uri="{FF2B5EF4-FFF2-40B4-BE49-F238E27FC236}">
                  <a16:creationId xmlns:a16="http://schemas.microsoft.com/office/drawing/2014/main" id="{1063BC91-FC77-52D2-3C2C-27D784FAA004}"/>
                </a:ext>
              </a:extLst>
            </p:cNvPr>
            <p:cNvSpPr txBox="1"/>
            <p:nvPr/>
          </p:nvSpPr>
          <p:spPr>
            <a:xfrm>
              <a:off x="10094478" y="1916805"/>
              <a:ext cx="579906" cy="245345"/>
            </a:xfrm>
            <a:prstGeom prst="rect">
              <a:avLst/>
            </a:prstGeom>
            <a:noFill/>
          </p:spPr>
          <p:txBody>
            <a:bodyPr wrap="none" rtlCol="0">
              <a:spAutoFit/>
            </a:bodyPr>
            <a:lstStyle/>
            <a:p>
              <a:pPr algn="ctr"/>
              <a:r>
                <a:rPr lang="ja-JP" altLang="en-US" sz="1600">
                  <a:solidFill>
                    <a:schemeClr val="tx1">
                      <a:lumMod val="75000"/>
                      <a:lumOff val="25000"/>
                    </a:schemeClr>
                  </a:solidFill>
                  <a:latin typeface="原稿用標準書体" panose="03000503000000000000" pitchFamily="66" charset="-128"/>
                  <a:ea typeface="原稿用標準書体" panose="03000503000000000000" pitchFamily="66" charset="-128"/>
                </a:rPr>
                <a:t>状態名</a:t>
              </a:r>
              <a:endParaRPr lang="en-US" altLang="ja-JP" sz="1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grpSp>
        <p:nvGrpSpPr>
          <p:cNvPr id="82" name="グループ化 81">
            <a:extLst>
              <a:ext uri="{FF2B5EF4-FFF2-40B4-BE49-F238E27FC236}">
                <a16:creationId xmlns:a16="http://schemas.microsoft.com/office/drawing/2014/main" id="{30EF10C3-B2E1-5523-F22C-2752B8DC06BB}"/>
              </a:ext>
            </a:extLst>
          </p:cNvPr>
          <p:cNvGrpSpPr/>
          <p:nvPr/>
        </p:nvGrpSpPr>
        <p:grpSpPr>
          <a:xfrm>
            <a:off x="4482474" y="3769403"/>
            <a:ext cx="902811" cy="936411"/>
            <a:chOff x="5049382" y="1286639"/>
            <a:chExt cx="902811" cy="936411"/>
          </a:xfrm>
        </p:grpSpPr>
        <p:sp>
          <p:nvSpPr>
            <p:cNvPr id="86" name="テキスト ボックス 85">
              <a:extLst>
                <a:ext uri="{FF2B5EF4-FFF2-40B4-BE49-F238E27FC236}">
                  <a16:creationId xmlns:a16="http://schemas.microsoft.com/office/drawing/2014/main" id="{F6690CFD-A0F9-AE55-30C0-6D6457DF9072}"/>
                </a:ext>
              </a:extLst>
            </p:cNvPr>
            <p:cNvSpPr txBox="1"/>
            <p:nvPr/>
          </p:nvSpPr>
          <p:spPr>
            <a:xfrm>
              <a:off x="5049382" y="1884496"/>
              <a:ext cx="902811" cy="338554"/>
            </a:xfrm>
            <a:prstGeom prst="rect">
              <a:avLst/>
            </a:prstGeom>
            <a:noFill/>
          </p:spPr>
          <p:txBody>
            <a:bodyPr wrap="none" rtlCol="0">
              <a:spAutoFit/>
            </a:bodyPr>
            <a:lstStyle/>
            <a:p>
              <a:r>
                <a:rPr lang="en-US" altLang="ja-JP"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ATK</a:t>
              </a:r>
              <a:r>
                <a:rPr lang="ja-JP" altLang="en-US"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50</a:t>
              </a:r>
              <a:endParaRPr lang="ja-JP" altLang="en-US"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87" name="テキスト ボックス 86">
              <a:extLst>
                <a:ext uri="{FF2B5EF4-FFF2-40B4-BE49-F238E27FC236}">
                  <a16:creationId xmlns:a16="http://schemas.microsoft.com/office/drawing/2014/main" id="{7E5D4B43-B659-A973-A832-F247FDF2F317}"/>
                </a:ext>
              </a:extLst>
            </p:cNvPr>
            <p:cNvSpPr txBox="1"/>
            <p:nvPr/>
          </p:nvSpPr>
          <p:spPr>
            <a:xfrm>
              <a:off x="5049382" y="1286639"/>
              <a:ext cx="902811" cy="338554"/>
            </a:xfrm>
            <a:prstGeom prst="rect">
              <a:avLst/>
            </a:prstGeom>
            <a:noFill/>
          </p:spPr>
          <p:txBody>
            <a:bodyPr wrap="none" rtlCol="0">
              <a:spAutoFit/>
            </a:bodyPr>
            <a:lstStyle/>
            <a:p>
              <a:r>
                <a:rPr lang="en-US" altLang="ja-JP"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HP</a:t>
              </a:r>
              <a:r>
                <a:rPr lang="ja-JP" altLang="en-US"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200</a:t>
              </a:r>
              <a:endParaRPr lang="ja-JP" altLang="en-US"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88" name="テキスト ボックス 87">
              <a:extLst>
                <a:ext uri="{FF2B5EF4-FFF2-40B4-BE49-F238E27FC236}">
                  <a16:creationId xmlns:a16="http://schemas.microsoft.com/office/drawing/2014/main" id="{1CDA830E-2102-333F-2BDF-9F09EBA115D2}"/>
                </a:ext>
              </a:extLst>
            </p:cNvPr>
            <p:cNvSpPr txBox="1"/>
            <p:nvPr/>
          </p:nvSpPr>
          <p:spPr>
            <a:xfrm>
              <a:off x="5049382" y="1585567"/>
              <a:ext cx="902811" cy="338554"/>
            </a:xfrm>
            <a:prstGeom prst="rect">
              <a:avLst/>
            </a:prstGeom>
            <a:noFill/>
          </p:spPr>
          <p:txBody>
            <a:bodyPr wrap="none" rtlCol="0">
              <a:spAutoFit/>
            </a:bodyPr>
            <a:lstStyle/>
            <a:p>
              <a:r>
                <a:rPr lang="en-US" altLang="ja-JP"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SPD</a:t>
              </a:r>
              <a:r>
                <a:rPr lang="ja-JP" altLang="en-US"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30</a:t>
              </a:r>
              <a:endParaRPr lang="ja-JP" altLang="en-US"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83" name="グループ化 82">
            <a:extLst>
              <a:ext uri="{FF2B5EF4-FFF2-40B4-BE49-F238E27FC236}">
                <a16:creationId xmlns:a16="http://schemas.microsoft.com/office/drawing/2014/main" id="{DE612C76-DA0D-0009-36E6-5026E7004E6F}"/>
              </a:ext>
            </a:extLst>
          </p:cNvPr>
          <p:cNvGrpSpPr/>
          <p:nvPr/>
        </p:nvGrpSpPr>
        <p:grpSpPr>
          <a:xfrm>
            <a:off x="7408735" y="4022588"/>
            <a:ext cx="1096414" cy="382984"/>
            <a:chOff x="9966073" y="1893340"/>
            <a:chExt cx="836714" cy="292269"/>
          </a:xfrm>
        </p:grpSpPr>
        <p:sp>
          <p:nvSpPr>
            <p:cNvPr id="84" name="四角形: 角を丸くする 83">
              <a:extLst>
                <a:ext uri="{FF2B5EF4-FFF2-40B4-BE49-F238E27FC236}">
                  <a16:creationId xmlns:a16="http://schemas.microsoft.com/office/drawing/2014/main" id="{28A76FB5-7354-0041-DA75-1ECE2FA6DC52}"/>
                </a:ext>
              </a:extLst>
            </p:cNvPr>
            <p:cNvSpPr/>
            <p:nvPr/>
          </p:nvSpPr>
          <p:spPr>
            <a:xfrm>
              <a:off x="9966073" y="1893340"/>
              <a:ext cx="836714" cy="292269"/>
            </a:xfrm>
            <a:prstGeom prst="roundRect">
              <a:avLst>
                <a:gd name="adj" fmla="val 4721"/>
              </a:avLst>
            </a:prstGeom>
            <a:solidFill>
              <a:srgbClr val="FF00FF">
                <a:alpha val="60000"/>
              </a:srgbClr>
            </a:solidFill>
            <a:ln w="25400">
              <a:no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latin typeface="原稿用標準書体" panose="03000503000000000000" pitchFamily="66" charset="-128"/>
                <a:ea typeface="原稿用標準書体" panose="03000503000000000000" pitchFamily="66" charset="-128"/>
              </a:endParaRPr>
            </a:p>
          </p:txBody>
        </p:sp>
        <p:sp>
          <p:nvSpPr>
            <p:cNvPr id="85" name="テキスト ボックス 84">
              <a:extLst>
                <a:ext uri="{FF2B5EF4-FFF2-40B4-BE49-F238E27FC236}">
                  <a16:creationId xmlns:a16="http://schemas.microsoft.com/office/drawing/2014/main" id="{7C2765DB-8646-EE01-FB73-D0984C0DC27C}"/>
                </a:ext>
              </a:extLst>
            </p:cNvPr>
            <p:cNvSpPr txBox="1"/>
            <p:nvPr/>
          </p:nvSpPr>
          <p:spPr>
            <a:xfrm>
              <a:off x="10157384" y="1910293"/>
              <a:ext cx="454093" cy="258363"/>
            </a:xfrm>
            <a:prstGeom prst="rect">
              <a:avLst/>
            </a:prstGeom>
            <a:noFill/>
          </p:spPr>
          <p:txBody>
            <a:bodyPr wrap="none" rtlCol="0">
              <a:spAutoFit/>
            </a:bodyPr>
            <a:lstStyle/>
            <a:p>
              <a:pPr algn="ctr"/>
              <a:r>
                <a:rPr lang="ja-JP" altLang="en-US" sz="1600">
                  <a:solidFill>
                    <a:schemeClr val="accent2">
                      <a:lumMod val="60000"/>
                      <a:lumOff val="40000"/>
                    </a:schemeClr>
                  </a:solidFill>
                  <a:latin typeface="原稿用標準書体" panose="03000503000000000000" pitchFamily="66" charset="-128"/>
                  <a:ea typeface="原稿用標準書体" panose="03000503000000000000" pitchFamily="66" charset="-128"/>
                </a:rPr>
                <a:t>格納</a:t>
              </a:r>
              <a:endParaRPr lang="en-US" altLang="ja-JP" sz="1600" dirty="0">
                <a:solidFill>
                  <a:schemeClr val="accent2">
                    <a:lumMod val="60000"/>
                    <a:lumOff val="40000"/>
                  </a:schemeClr>
                </a:solidFill>
                <a:latin typeface="原稿用標準書体" panose="03000503000000000000" pitchFamily="66" charset="-128"/>
                <a:ea typeface="原稿用標準書体" panose="03000503000000000000" pitchFamily="66" charset="-128"/>
              </a:endParaRPr>
            </a:p>
          </p:txBody>
        </p:sp>
      </p:grpSp>
      <p:sp>
        <p:nvSpPr>
          <p:cNvPr id="94" name="四角形: 角を丸くする 93">
            <a:extLst>
              <a:ext uri="{FF2B5EF4-FFF2-40B4-BE49-F238E27FC236}">
                <a16:creationId xmlns:a16="http://schemas.microsoft.com/office/drawing/2014/main" id="{67BC9AC1-9D0F-C331-5569-41F8789F655B}"/>
              </a:ext>
            </a:extLst>
          </p:cNvPr>
          <p:cNvSpPr/>
          <p:nvPr/>
        </p:nvSpPr>
        <p:spPr>
          <a:xfrm>
            <a:off x="1036812" y="5023274"/>
            <a:ext cx="7896665" cy="1102055"/>
          </a:xfrm>
          <a:prstGeom prst="roundRect">
            <a:avLst>
              <a:gd name="adj" fmla="val 6896"/>
            </a:avLst>
          </a:prstGeom>
          <a:solidFill>
            <a:schemeClr val="bg1">
              <a:lumMod val="9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5" name="楕円 94">
            <a:extLst>
              <a:ext uri="{FF2B5EF4-FFF2-40B4-BE49-F238E27FC236}">
                <a16:creationId xmlns:a16="http://schemas.microsoft.com/office/drawing/2014/main" id="{02CFE9D4-D9B1-0B12-A405-9170C408911E}"/>
              </a:ext>
            </a:extLst>
          </p:cNvPr>
          <p:cNvSpPr/>
          <p:nvPr/>
        </p:nvSpPr>
        <p:spPr>
          <a:xfrm>
            <a:off x="1374425" y="5241947"/>
            <a:ext cx="664708" cy="664708"/>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sz="24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96" name="テキスト ボックス 95">
            <a:extLst>
              <a:ext uri="{FF2B5EF4-FFF2-40B4-BE49-F238E27FC236}">
                <a16:creationId xmlns:a16="http://schemas.microsoft.com/office/drawing/2014/main" id="{0F34CA97-6CB9-C07D-C718-7BE1BA90890A}"/>
              </a:ext>
            </a:extLst>
          </p:cNvPr>
          <p:cNvSpPr txBox="1"/>
          <p:nvPr/>
        </p:nvSpPr>
        <p:spPr>
          <a:xfrm>
            <a:off x="2512074" y="5251136"/>
            <a:ext cx="415498" cy="646331"/>
          </a:xfrm>
          <a:prstGeom prst="rect">
            <a:avLst/>
          </a:prstGeom>
          <a:noFill/>
        </p:spPr>
        <p:txBody>
          <a:bodyPr wrap="none" rtlCol="0">
            <a:spAutoFit/>
          </a:bodyPr>
          <a:lstStyle/>
          <a:p>
            <a:pPr algn="ctr"/>
            <a:r>
              <a:rPr lang="en-US" altLang="ja-JP" sz="3600" b="1">
                <a:gradFill flip="none" rotWithShape="1">
                  <a:gsLst>
                    <a:gs pos="0">
                      <a:schemeClr val="bg1">
                        <a:lumMod val="75000"/>
                      </a:schemeClr>
                    </a:gs>
                    <a:gs pos="100000">
                      <a:schemeClr val="tx1">
                        <a:lumMod val="75000"/>
                        <a:lumOff val="25000"/>
                      </a:schemeClr>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R</a:t>
            </a:r>
            <a:endParaRPr kumimoji="1" lang="ja-JP" altLang="en-US" sz="3600" b="1" dirty="0">
              <a:gradFill flip="none" rotWithShape="1">
                <a:gsLst>
                  <a:gs pos="0">
                    <a:schemeClr val="bg1">
                      <a:lumMod val="75000"/>
                    </a:schemeClr>
                  </a:gs>
                  <a:gs pos="100000">
                    <a:schemeClr val="tx1">
                      <a:lumMod val="75000"/>
                      <a:lumOff val="25000"/>
                    </a:schemeClr>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grpSp>
        <p:nvGrpSpPr>
          <p:cNvPr id="97" name="グループ化 96">
            <a:extLst>
              <a:ext uri="{FF2B5EF4-FFF2-40B4-BE49-F238E27FC236}">
                <a16:creationId xmlns:a16="http://schemas.microsoft.com/office/drawing/2014/main" id="{554653EB-2219-CA51-1252-6BF872921A63}"/>
              </a:ext>
            </a:extLst>
          </p:cNvPr>
          <p:cNvGrpSpPr/>
          <p:nvPr/>
        </p:nvGrpSpPr>
        <p:grpSpPr>
          <a:xfrm>
            <a:off x="3432406" y="5125856"/>
            <a:ext cx="800219" cy="896890"/>
            <a:chOff x="4135299" y="1266070"/>
            <a:chExt cx="800219" cy="896890"/>
          </a:xfrm>
        </p:grpSpPr>
        <p:pic>
          <p:nvPicPr>
            <p:cNvPr id="109" name="図 108">
              <a:extLst>
                <a:ext uri="{FF2B5EF4-FFF2-40B4-BE49-F238E27FC236}">
                  <a16:creationId xmlns:a16="http://schemas.microsoft.com/office/drawing/2014/main" id="{3576A6CE-91EE-B523-6EC5-556EA811E7DB}"/>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4223170" y="1266070"/>
              <a:ext cx="624477" cy="662951"/>
            </a:xfrm>
            <a:prstGeom prst="rect">
              <a:avLst/>
            </a:prstGeom>
          </p:spPr>
        </p:pic>
        <p:sp>
          <p:nvSpPr>
            <p:cNvPr id="110" name="テキスト ボックス 109">
              <a:extLst>
                <a:ext uri="{FF2B5EF4-FFF2-40B4-BE49-F238E27FC236}">
                  <a16:creationId xmlns:a16="http://schemas.microsoft.com/office/drawing/2014/main" id="{E09E6AFC-A8DB-1000-A852-7A7E916BE5EA}"/>
                </a:ext>
              </a:extLst>
            </p:cNvPr>
            <p:cNvSpPr txBox="1"/>
            <p:nvPr/>
          </p:nvSpPr>
          <p:spPr>
            <a:xfrm>
              <a:off x="4135299" y="1824406"/>
              <a:ext cx="800219" cy="338554"/>
            </a:xfrm>
            <a:prstGeom prst="rect">
              <a:avLst/>
            </a:prstGeom>
            <a:noFill/>
          </p:spPr>
          <p:txBody>
            <a:bodyPr wrap="none" rtlCol="0">
              <a:spAutoFit/>
            </a:bodyPr>
            <a:lstStyle/>
            <a:p>
              <a:r>
                <a:rPr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武器名</a:t>
              </a:r>
              <a:endParaRPr kumimoji="1"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98" name="テキスト ボックス 97">
            <a:extLst>
              <a:ext uri="{FF2B5EF4-FFF2-40B4-BE49-F238E27FC236}">
                <a16:creationId xmlns:a16="http://schemas.microsoft.com/office/drawing/2014/main" id="{22826063-C8BF-378D-CFE7-97454CCBAB78}"/>
              </a:ext>
            </a:extLst>
          </p:cNvPr>
          <p:cNvSpPr txBox="1"/>
          <p:nvPr/>
        </p:nvSpPr>
        <p:spPr>
          <a:xfrm>
            <a:off x="6011965" y="5174020"/>
            <a:ext cx="1005403" cy="338554"/>
          </a:xfrm>
          <a:prstGeom prst="rect">
            <a:avLst/>
          </a:prstGeom>
          <a:noFill/>
        </p:spPr>
        <p:txBody>
          <a:bodyPr wrap="none" rtlCol="0">
            <a:spAutoFit/>
          </a:bodyPr>
          <a:lstStyle/>
          <a:p>
            <a:r>
              <a:rPr lang="ja-JP" altLang="en-US" sz="1600">
                <a:solidFill>
                  <a:schemeClr val="accent6"/>
                </a:solidFill>
                <a:latin typeface="原稿用標準書体" panose="03000503000000000000" pitchFamily="66" charset="-128"/>
                <a:ea typeface="原稿用標準書体" panose="03000503000000000000" pitchFamily="66" charset="-128"/>
              </a:rPr>
              <a:t>状態付与</a:t>
            </a:r>
            <a:endParaRPr kumimoji="1" lang="ja-JP" altLang="en-US" sz="1600" dirty="0">
              <a:solidFill>
                <a:schemeClr val="accent6"/>
              </a:solidFill>
              <a:latin typeface="原稿用標準書体" panose="03000503000000000000" pitchFamily="66" charset="-128"/>
              <a:ea typeface="原稿用標準書体" panose="03000503000000000000" pitchFamily="66" charset="-128"/>
            </a:endParaRPr>
          </a:p>
        </p:txBody>
      </p:sp>
      <p:grpSp>
        <p:nvGrpSpPr>
          <p:cNvPr id="99" name="グループ化 98">
            <a:extLst>
              <a:ext uri="{FF2B5EF4-FFF2-40B4-BE49-F238E27FC236}">
                <a16:creationId xmlns:a16="http://schemas.microsoft.com/office/drawing/2014/main" id="{187599FA-DE93-4CA3-2BEC-1703588A22E7}"/>
              </a:ext>
            </a:extLst>
          </p:cNvPr>
          <p:cNvGrpSpPr/>
          <p:nvPr/>
        </p:nvGrpSpPr>
        <p:grpSpPr>
          <a:xfrm>
            <a:off x="5937371" y="5585295"/>
            <a:ext cx="1154591" cy="403305"/>
            <a:chOff x="9966073" y="1893345"/>
            <a:chExt cx="836714" cy="292269"/>
          </a:xfrm>
        </p:grpSpPr>
        <p:sp>
          <p:nvSpPr>
            <p:cNvPr id="107" name="四角形: 角を丸くする 106">
              <a:extLst>
                <a:ext uri="{FF2B5EF4-FFF2-40B4-BE49-F238E27FC236}">
                  <a16:creationId xmlns:a16="http://schemas.microsoft.com/office/drawing/2014/main" id="{C380184D-CEDB-7DDC-3362-F19032FA6B79}"/>
                </a:ext>
              </a:extLst>
            </p:cNvPr>
            <p:cNvSpPr/>
            <p:nvPr/>
          </p:nvSpPr>
          <p:spPr>
            <a:xfrm>
              <a:off x="9966073" y="1893345"/>
              <a:ext cx="836714" cy="292269"/>
            </a:xfrm>
            <a:prstGeom prst="roundRect">
              <a:avLst>
                <a:gd name="adj" fmla="val 4721"/>
              </a:avLst>
            </a:prstGeom>
            <a:solidFill>
              <a:schemeClr val="accent6">
                <a:lumMod val="20000"/>
                <a:lumOff val="8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latin typeface="原稿用標準書体" panose="03000503000000000000" pitchFamily="66" charset="-128"/>
                <a:ea typeface="原稿用標準書体" panose="03000503000000000000" pitchFamily="66" charset="-128"/>
              </a:endParaRPr>
            </a:p>
          </p:txBody>
        </p:sp>
        <p:sp>
          <p:nvSpPr>
            <p:cNvPr id="108" name="テキスト ボックス 107">
              <a:extLst>
                <a:ext uri="{FF2B5EF4-FFF2-40B4-BE49-F238E27FC236}">
                  <a16:creationId xmlns:a16="http://schemas.microsoft.com/office/drawing/2014/main" id="{3320898F-7302-1C24-4039-B281D440C579}"/>
                </a:ext>
              </a:extLst>
            </p:cNvPr>
            <p:cNvSpPr txBox="1"/>
            <p:nvPr/>
          </p:nvSpPr>
          <p:spPr>
            <a:xfrm>
              <a:off x="10094478" y="1916805"/>
              <a:ext cx="579906" cy="245345"/>
            </a:xfrm>
            <a:prstGeom prst="rect">
              <a:avLst/>
            </a:prstGeom>
            <a:noFill/>
          </p:spPr>
          <p:txBody>
            <a:bodyPr wrap="none" rtlCol="0">
              <a:spAutoFit/>
            </a:bodyPr>
            <a:lstStyle/>
            <a:p>
              <a:pPr algn="ctr"/>
              <a:r>
                <a:rPr lang="ja-JP" altLang="en-US" sz="1600">
                  <a:solidFill>
                    <a:schemeClr val="tx1">
                      <a:lumMod val="75000"/>
                      <a:lumOff val="25000"/>
                    </a:schemeClr>
                  </a:solidFill>
                  <a:latin typeface="原稿用標準書体" panose="03000503000000000000" pitchFamily="66" charset="-128"/>
                  <a:ea typeface="原稿用標準書体" panose="03000503000000000000" pitchFamily="66" charset="-128"/>
                </a:rPr>
                <a:t>状態名</a:t>
              </a:r>
              <a:endParaRPr lang="en-US" altLang="ja-JP" sz="1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grpSp>
        <p:nvGrpSpPr>
          <p:cNvPr id="100" name="グループ化 99">
            <a:extLst>
              <a:ext uri="{FF2B5EF4-FFF2-40B4-BE49-F238E27FC236}">
                <a16:creationId xmlns:a16="http://schemas.microsoft.com/office/drawing/2014/main" id="{FC6A06E2-A072-9579-AF8D-2525F7F04C70}"/>
              </a:ext>
            </a:extLst>
          </p:cNvPr>
          <p:cNvGrpSpPr/>
          <p:nvPr/>
        </p:nvGrpSpPr>
        <p:grpSpPr>
          <a:xfrm>
            <a:off x="4482474" y="5106096"/>
            <a:ext cx="902811" cy="936411"/>
            <a:chOff x="5049382" y="1286639"/>
            <a:chExt cx="902811" cy="936411"/>
          </a:xfrm>
        </p:grpSpPr>
        <p:sp>
          <p:nvSpPr>
            <p:cNvPr id="104" name="テキスト ボックス 103">
              <a:extLst>
                <a:ext uri="{FF2B5EF4-FFF2-40B4-BE49-F238E27FC236}">
                  <a16:creationId xmlns:a16="http://schemas.microsoft.com/office/drawing/2014/main" id="{63B8A3AE-7ABC-C0E3-0426-8303FE0C4045}"/>
                </a:ext>
              </a:extLst>
            </p:cNvPr>
            <p:cNvSpPr txBox="1"/>
            <p:nvPr/>
          </p:nvSpPr>
          <p:spPr>
            <a:xfrm>
              <a:off x="5049382" y="1884496"/>
              <a:ext cx="902811" cy="338554"/>
            </a:xfrm>
            <a:prstGeom prst="rect">
              <a:avLst/>
            </a:prstGeom>
            <a:noFill/>
          </p:spPr>
          <p:txBody>
            <a:bodyPr wrap="none" rtlCol="0">
              <a:spAutoFit/>
            </a:bodyPr>
            <a:lstStyle/>
            <a:p>
              <a:r>
                <a:rPr lang="en-US" altLang="ja-JP"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ATK</a:t>
              </a:r>
              <a:r>
                <a:rPr lang="ja-JP" altLang="en-US"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30</a:t>
              </a:r>
              <a:endParaRPr lang="ja-JP" altLang="en-US"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05" name="テキスト ボックス 104">
              <a:extLst>
                <a:ext uri="{FF2B5EF4-FFF2-40B4-BE49-F238E27FC236}">
                  <a16:creationId xmlns:a16="http://schemas.microsoft.com/office/drawing/2014/main" id="{EDA26F02-01D4-8343-4771-008E38D907E1}"/>
                </a:ext>
              </a:extLst>
            </p:cNvPr>
            <p:cNvSpPr txBox="1"/>
            <p:nvPr/>
          </p:nvSpPr>
          <p:spPr>
            <a:xfrm>
              <a:off x="5049382" y="1286639"/>
              <a:ext cx="902811" cy="338554"/>
            </a:xfrm>
            <a:prstGeom prst="rect">
              <a:avLst/>
            </a:prstGeom>
            <a:noFill/>
          </p:spPr>
          <p:txBody>
            <a:bodyPr wrap="none" rtlCol="0">
              <a:spAutoFit/>
            </a:bodyPr>
            <a:lstStyle/>
            <a:p>
              <a:r>
                <a:rPr lang="en-US" altLang="ja-JP"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HP</a:t>
              </a:r>
              <a:r>
                <a:rPr lang="ja-JP" altLang="en-US"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130</a:t>
              </a:r>
              <a:endParaRPr lang="ja-JP" altLang="en-US"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06" name="テキスト ボックス 105">
              <a:extLst>
                <a:ext uri="{FF2B5EF4-FFF2-40B4-BE49-F238E27FC236}">
                  <a16:creationId xmlns:a16="http://schemas.microsoft.com/office/drawing/2014/main" id="{D523022A-CF97-AAC5-0C39-972433B691ED}"/>
                </a:ext>
              </a:extLst>
            </p:cNvPr>
            <p:cNvSpPr txBox="1"/>
            <p:nvPr/>
          </p:nvSpPr>
          <p:spPr>
            <a:xfrm>
              <a:off x="5049382" y="1585567"/>
              <a:ext cx="902811" cy="338554"/>
            </a:xfrm>
            <a:prstGeom prst="rect">
              <a:avLst/>
            </a:prstGeom>
            <a:noFill/>
          </p:spPr>
          <p:txBody>
            <a:bodyPr wrap="none" rtlCol="0">
              <a:spAutoFit/>
            </a:bodyPr>
            <a:lstStyle/>
            <a:p>
              <a:r>
                <a:rPr lang="en-US" altLang="ja-JP"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SPD</a:t>
              </a:r>
              <a:r>
                <a:rPr lang="ja-JP" altLang="en-US"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20</a:t>
              </a:r>
              <a:endParaRPr lang="ja-JP" altLang="en-US"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01" name="グループ化 100">
            <a:extLst>
              <a:ext uri="{FF2B5EF4-FFF2-40B4-BE49-F238E27FC236}">
                <a16:creationId xmlns:a16="http://schemas.microsoft.com/office/drawing/2014/main" id="{8755678B-350E-B8C6-26C0-A7847099A220}"/>
              </a:ext>
            </a:extLst>
          </p:cNvPr>
          <p:cNvGrpSpPr/>
          <p:nvPr/>
        </p:nvGrpSpPr>
        <p:grpSpPr>
          <a:xfrm>
            <a:off x="7408735" y="5359281"/>
            <a:ext cx="1096414" cy="382984"/>
            <a:chOff x="9966073" y="1893340"/>
            <a:chExt cx="836714" cy="292269"/>
          </a:xfrm>
        </p:grpSpPr>
        <p:sp>
          <p:nvSpPr>
            <p:cNvPr id="102" name="四角形: 角を丸くする 101">
              <a:extLst>
                <a:ext uri="{FF2B5EF4-FFF2-40B4-BE49-F238E27FC236}">
                  <a16:creationId xmlns:a16="http://schemas.microsoft.com/office/drawing/2014/main" id="{5EA1B9F3-B141-F777-D1A1-B0638520A1F8}"/>
                </a:ext>
              </a:extLst>
            </p:cNvPr>
            <p:cNvSpPr/>
            <p:nvPr/>
          </p:nvSpPr>
          <p:spPr>
            <a:xfrm>
              <a:off x="9966073" y="1893340"/>
              <a:ext cx="836714" cy="292269"/>
            </a:xfrm>
            <a:prstGeom prst="roundRect">
              <a:avLst>
                <a:gd name="adj" fmla="val 4721"/>
              </a:avLst>
            </a:prstGeom>
            <a:solidFill>
              <a:srgbClr val="FF00FF">
                <a:alpha val="60000"/>
              </a:srgbClr>
            </a:solidFill>
            <a:ln w="25400">
              <a:no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latin typeface="原稿用標準書体" panose="03000503000000000000" pitchFamily="66" charset="-128"/>
                <a:ea typeface="原稿用標準書体" panose="03000503000000000000" pitchFamily="66" charset="-128"/>
              </a:endParaRPr>
            </a:p>
          </p:txBody>
        </p:sp>
        <p:sp>
          <p:nvSpPr>
            <p:cNvPr id="103" name="テキスト ボックス 102">
              <a:extLst>
                <a:ext uri="{FF2B5EF4-FFF2-40B4-BE49-F238E27FC236}">
                  <a16:creationId xmlns:a16="http://schemas.microsoft.com/office/drawing/2014/main" id="{337672E7-D041-97DC-0900-F7E772E4A664}"/>
                </a:ext>
              </a:extLst>
            </p:cNvPr>
            <p:cNvSpPr txBox="1"/>
            <p:nvPr/>
          </p:nvSpPr>
          <p:spPr>
            <a:xfrm>
              <a:off x="10157384" y="1910293"/>
              <a:ext cx="454093" cy="258363"/>
            </a:xfrm>
            <a:prstGeom prst="rect">
              <a:avLst/>
            </a:prstGeom>
            <a:noFill/>
          </p:spPr>
          <p:txBody>
            <a:bodyPr wrap="none" rtlCol="0">
              <a:spAutoFit/>
            </a:bodyPr>
            <a:lstStyle/>
            <a:p>
              <a:pPr algn="ctr"/>
              <a:r>
                <a:rPr lang="ja-JP" altLang="en-US" sz="1600">
                  <a:solidFill>
                    <a:schemeClr val="accent2">
                      <a:lumMod val="60000"/>
                      <a:lumOff val="40000"/>
                    </a:schemeClr>
                  </a:solidFill>
                  <a:latin typeface="原稿用標準書体" panose="03000503000000000000" pitchFamily="66" charset="-128"/>
                  <a:ea typeface="原稿用標準書体" panose="03000503000000000000" pitchFamily="66" charset="-128"/>
                </a:rPr>
                <a:t>格納</a:t>
              </a:r>
              <a:endParaRPr lang="en-US" altLang="ja-JP" sz="1600" dirty="0">
                <a:solidFill>
                  <a:schemeClr val="accent2">
                    <a:lumMod val="60000"/>
                    <a:lumOff val="40000"/>
                  </a:schemeClr>
                </a:solidFill>
                <a:latin typeface="原稿用標準書体" panose="03000503000000000000" pitchFamily="66" charset="-128"/>
                <a:ea typeface="原稿用標準書体" panose="03000503000000000000" pitchFamily="66" charset="-128"/>
              </a:endParaRPr>
            </a:p>
          </p:txBody>
        </p:sp>
      </p:grpSp>
      <p:sp>
        <p:nvSpPr>
          <p:cNvPr id="112" name="四角形: 角を丸くする 111">
            <a:extLst>
              <a:ext uri="{FF2B5EF4-FFF2-40B4-BE49-F238E27FC236}">
                <a16:creationId xmlns:a16="http://schemas.microsoft.com/office/drawing/2014/main" id="{D12C00BB-C17B-F0F0-5389-0D62B3D3C735}"/>
              </a:ext>
            </a:extLst>
          </p:cNvPr>
          <p:cNvSpPr/>
          <p:nvPr/>
        </p:nvSpPr>
        <p:spPr>
          <a:xfrm>
            <a:off x="1036812" y="6359965"/>
            <a:ext cx="7896665" cy="1102055"/>
          </a:xfrm>
          <a:prstGeom prst="roundRect">
            <a:avLst>
              <a:gd name="adj" fmla="val 6896"/>
            </a:avLst>
          </a:prstGeom>
          <a:solidFill>
            <a:schemeClr val="bg1">
              <a:lumMod val="9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13" name="楕円 112">
            <a:extLst>
              <a:ext uri="{FF2B5EF4-FFF2-40B4-BE49-F238E27FC236}">
                <a16:creationId xmlns:a16="http://schemas.microsoft.com/office/drawing/2014/main" id="{A0560FCB-326C-C392-274A-607B5D5E4029}"/>
              </a:ext>
            </a:extLst>
          </p:cNvPr>
          <p:cNvSpPr/>
          <p:nvPr/>
        </p:nvSpPr>
        <p:spPr>
          <a:xfrm>
            <a:off x="1374425" y="6578638"/>
            <a:ext cx="664708" cy="664708"/>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sz="24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115" name="グループ化 114">
            <a:extLst>
              <a:ext uri="{FF2B5EF4-FFF2-40B4-BE49-F238E27FC236}">
                <a16:creationId xmlns:a16="http://schemas.microsoft.com/office/drawing/2014/main" id="{FEA63C33-29CB-DBC6-0C0F-779B0C0E22E7}"/>
              </a:ext>
            </a:extLst>
          </p:cNvPr>
          <p:cNvGrpSpPr/>
          <p:nvPr/>
        </p:nvGrpSpPr>
        <p:grpSpPr>
          <a:xfrm>
            <a:off x="3432406" y="6462547"/>
            <a:ext cx="800219" cy="896890"/>
            <a:chOff x="4135299" y="1266070"/>
            <a:chExt cx="800219" cy="896890"/>
          </a:xfrm>
        </p:grpSpPr>
        <p:pic>
          <p:nvPicPr>
            <p:cNvPr id="127" name="図 126">
              <a:extLst>
                <a:ext uri="{FF2B5EF4-FFF2-40B4-BE49-F238E27FC236}">
                  <a16:creationId xmlns:a16="http://schemas.microsoft.com/office/drawing/2014/main" id="{3E18DDF6-CBAF-A3A9-A9D4-2C1EB8BEABFC}"/>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4223170" y="1266070"/>
              <a:ext cx="624477" cy="662951"/>
            </a:xfrm>
            <a:prstGeom prst="rect">
              <a:avLst/>
            </a:prstGeom>
          </p:spPr>
        </p:pic>
        <p:sp>
          <p:nvSpPr>
            <p:cNvPr id="128" name="テキスト ボックス 127">
              <a:extLst>
                <a:ext uri="{FF2B5EF4-FFF2-40B4-BE49-F238E27FC236}">
                  <a16:creationId xmlns:a16="http://schemas.microsoft.com/office/drawing/2014/main" id="{2819E30A-4D49-33FA-4C36-FC78C7718B6B}"/>
                </a:ext>
              </a:extLst>
            </p:cNvPr>
            <p:cNvSpPr txBox="1"/>
            <p:nvPr/>
          </p:nvSpPr>
          <p:spPr>
            <a:xfrm>
              <a:off x="4135299" y="1824406"/>
              <a:ext cx="800219" cy="338554"/>
            </a:xfrm>
            <a:prstGeom prst="rect">
              <a:avLst/>
            </a:prstGeom>
            <a:noFill/>
          </p:spPr>
          <p:txBody>
            <a:bodyPr wrap="none" rtlCol="0">
              <a:spAutoFit/>
            </a:bodyPr>
            <a:lstStyle/>
            <a:p>
              <a:r>
                <a:rPr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武器名</a:t>
              </a:r>
              <a:endParaRPr kumimoji="1"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116" name="テキスト ボックス 115">
            <a:extLst>
              <a:ext uri="{FF2B5EF4-FFF2-40B4-BE49-F238E27FC236}">
                <a16:creationId xmlns:a16="http://schemas.microsoft.com/office/drawing/2014/main" id="{EE141DDA-6589-D759-39E5-E22DDA2581C0}"/>
              </a:ext>
            </a:extLst>
          </p:cNvPr>
          <p:cNvSpPr txBox="1"/>
          <p:nvPr/>
        </p:nvSpPr>
        <p:spPr>
          <a:xfrm>
            <a:off x="6011965" y="6510711"/>
            <a:ext cx="1005403" cy="338554"/>
          </a:xfrm>
          <a:prstGeom prst="rect">
            <a:avLst/>
          </a:prstGeom>
          <a:noFill/>
        </p:spPr>
        <p:txBody>
          <a:bodyPr wrap="none" rtlCol="0">
            <a:spAutoFit/>
          </a:bodyPr>
          <a:lstStyle/>
          <a:p>
            <a:r>
              <a:rPr lang="ja-JP" altLang="en-US" sz="1600">
                <a:solidFill>
                  <a:schemeClr val="accent6"/>
                </a:solidFill>
                <a:latin typeface="原稿用標準書体" panose="03000503000000000000" pitchFamily="66" charset="-128"/>
                <a:ea typeface="原稿用標準書体" panose="03000503000000000000" pitchFamily="66" charset="-128"/>
              </a:rPr>
              <a:t>状態付与</a:t>
            </a:r>
            <a:endParaRPr kumimoji="1" lang="ja-JP" altLang="en-US" sz="1600" dirty="0">
              <a:solidFill>
                <a:schemeClr val="accent6"/>
              </a:solidFill>
              <a:latin typeface="原稿用標準書体" panose="03000503000000000000" pitchFamily="66" charset="-128"/>
              <a:ea typeface="原稿用標準書体" panose="03000503000000000000" pitchFamily="66" charset="-128"/>
            </a:endParaRPr>
          </a:p>
        </p:txBody>
      </p:sp>
      <p:grpSp>
        <p:nvGrpSpPr>
          <p:cNvPr id="117" name="グループ化 116">
            <a:extLst>
              <a:ext uri="{FF2B5EF4-FFF2-40B4-BE49-F238E27FC236}">
                <a16:creationId xmlns:a16="http://schemas.microsoft.com/office/drawing/2014/main" id="{F2FEE5EC-4553-97FD-38BF-A6DBBE6BBD0A}"/>
              </a:ext>
            </a:extLst>
          </p:cNvPr>
          <p:cNvGrpSpPr/>
          <p:nvPr/>
        </p:nvGrpSpPr>
        <p:grpSpPr>
          <a:xfrm>
            <a:off x="5937371" y="6921986"/>
            <a:ext cx="1154591" cy="403305"/>
            <a:chOff x="9966073" y="1893345"/>
            <a:chExt cx="836714" cy="292269"/>
          </a:xfrm>
        </p:grpSpPr>
        <p:sp>
          <p:nvSpPr>
            <p:cNvPr id="125" name="四角形: 角を丸くする 124">
              <a:extLst>
                <a:ext uri="{FF2B5EF4-FFF2-40B4-BE49-F238E27FC236}">
                  <a16:creationId xmlns:a16="http://schemas.microsoft.com/office/drawing/2014/main" id="{C06CD26B-7CE4-4A6A-9FFE-BDB1B6934E63}"/>
                </a:ext>
              </a:extLst>
            </p:cNvPr>
            <p:cNvSpPr/>
            <p:nvPr/>
          </p:nvSpPr>
          <p:spPr>
            <a:xfrm>
              <a:off x="9966073" y="1893345"/>
              <a:ext cx="836714" cy="292269"/>
            </a:xfrm>
            <a:prstGeom prst="roundRect">
              <a:avLst>
                <a:gd name="adj" fmla="val 4721"/>
              </a:avLst>
            </a:prstGeom>
            <a:solidFill>
              <a:schemeClr val="accent6">
                <a:lumMod val="20000"/>
                <a:lumOff val="8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latin typeface="原稿用標準書体" panose="03000503000000000000" pitchFamily="66" charset="-128"/>
                <a:ea typeface="原稿用標準書体" panose="03000503000000000000" pitchFamily="66" charset="-128"/>
              </a:endParaRPr>
            </a:p>
          </p:txBody>
        </p:sp>
        <p:sp>
          <p:nvSpPr>
            <p:cNvPr id="126" name="テキスト ボックス 125">
              <a:extLst>
                <a:ext uri="{FF2B5EF4-FFF2-40B4-BE49-F238E27FC236}">
                  <a16:creationId xmlns:a16="http://schemas.microsoft.com/office/drawing/2014/main" id="{4E9C962B-4FD6-A6C7-AF0A-87985E10387C}"/>
                </a:ext>
              </a:extLst>
            </p:cNvPr>
            <p:cNvSpPr txBox="1"/>
            <p:nvPr/>
          </p:nvSpPr>
          <p:spPr>
            <a:xfrm>
              <a:off x="10094478" y="1916805"/>
              <a:ext cx="579906" cy="245345"/>
            </a:xfrm>
            <a:prstGeom prst="rect">
              <a:avLst/>
            </a:prstGeom>
            <a:noFill/>
          </p:spPr>
          <p:txBody>
            <a:bodyPr wrap="none" rtlCol="0">
              <a:spAutoFit/>
            </a:bodyPr>
            <a:lstStyle/>
            <a:p>
              <a:pPr algn="ctr"/>
              <a:r>
                <a:rPr lang="ja-JP" altLang="en-US" sz="1600">
                  <a:solidFill>
                    <a:schemeClr val="tx1">
                      <a:lumMod val="75000"/>
                      <a:lumOff val="25000"/>
                    </a:schemeClr>
                  </a:solidFill>
                  <a:latin typeface="原稿用標準書体" panose="03000503000000000000" pitchFamily="66" charset="-128"/>
                  <a:ea typeface="原稿用標準書体" panose="03000503000000000000" pitchFamily="66" charset="-128"/>
                </a:rPr>
                <a:t>状態名</a:t>
              </a:r>
              <a:endParaRPr lang="en-US" altLang="ja-JP" sz="1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grpSp>
        <p:nvGrpSpPr>
          <p:cNvPr id="118" name="グループ化 117">
            <a:extLst>
              <a:ext uri="{FF2B5EF4-FFF2-40B4-BE49-F238E27FC236}">
                <a16:creationId xmlns:a16="http://schemas.microsoft.com/office/drawing/2014/main" id="{935B9D59-A9AB-B13F-88FA-B352EBBCCD15}"/>
              </a:ext>
            </a:extLst>
          </p:cNvPr>
          <p:cNvGrpSpPr/>
          <p:nvPr/>
        </p:nvGrpSpPr>
        <p:grpSpPr>
          <a:xfrm>
            <a:off x="4482474" y="6442787"/>
            <a:ext cx="902811" cy="936411"/>
            <a:chOff x="5049382" y="1286639"/>
            <a:chExt cx="902811" cy="936411"/>
          </a:xfrm>
        </p:grpSpPr>
        <p:sp>
          <p:nvSpPr>
            <p:cNvPr id="122" name="テキスト ボックス 121">
              <a:extLst>
                <a:ext uri="{FF2B5EF4-FFF2-40B4-BE49-F238E27FC236}">
                  <a16:creationId xmlns:a16="http://schemas.microsoft.com/office/drawing/2014/main" id="{41F74031-A2E2-5922-1DDB-115597F3ADE4}"/>
                </a:ext>
              </a:extLst>
            </p:cNvPr>
            <p:cNvSpPr txBox="1"/>
            <p:nvPr/>
          </p:nvSpPr>
          <p:spPr>
            <a:xfrm>
              <a:off x="5049382" y="1884496"/>
              <a:ext cx="902811" cy="338554"/>
            </a:xfrm>
            <a:prstGeom prst="rect">
              <a:avLst/>
            </a:prstGeom>
            <a:noFill/>
          </p:spPr>
          <p:txBody>
            <a:bodyPr wrap="none" rtlCol="0">
              <a:spAutoFit/>
            </a:bodyPr>
            <a:lstStyle/>
            <a:p>
              <a:r>
                <a:rPr lang="en-US" altLang="ja-JP"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ATK</a:t>
              </a:r>
              <a:r>
                <a:rPr lang="ja-JP" altLang="en-US"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30</a:t>
              </a:r>
              <a:endParaRPr lang="ja-JP" altLang="en-US"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23" name="テキスト ボックス 122">
              <a:extLst>
                <a:ext uri="{FF2B5EF4-FFF2-40B4-BE49-F238E27FC236}">
                  <a16:creationId xmlns:a16="http://schemas.microsoft.com/office/drawing/2014/main" id="{E255903B-77CC-EA31-EE05-5A83906EFF8C}"/>
                </a:ext>
              </a:extLst>
            </p:cNvPr>
            <p:cNvSpPr txBox="1"/>
            <p:nvPr/>
          </p:nvSpPr>
          <p:spPr>
            <a:xfrm>
              <a:off x="5049382" y="1286639"/>
              <a:ext cx="902811" cy="338554"/>
            </a:xfrm>
            <a:prstGeom prst="rect">
              <a:avLst/>
            </a:prstGeom>
            <a:noFill/>
          </p:spPr>
          <p:txBody>
            <a:bodyPr wrap="none" rtlCol="0">
              <a:spAutoFit/>
            </a:bodyPr>
            <a:lstStyle/>
            <a:p>
              <a:r>
                <a:rPr lang="en-US" altLang="ja-JP"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HP</a:t>
              </a:r>
              <a:r>
                <a:rPr lang="ja-JP" altLang="en-US"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120</a:t>
              </a:r>
              <a:endParaRPr lang="ja-JP" altLang="en-US"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24" name="テキスト ボックス 123">
              <a:extLst>
                <a:ext uri="{FF2B5EF4-FFF2-40B4-BE49-F238E27FC236}">
                  <a16:creationId xmlns:a16="http://schemas.microsoft.com/office/drawing/2014/main" id="{F4D54D63-2CA2-B4B9-4298-615227665767}"/>
                </a:ext>
              </a:extLst>
            </p:cNvPr>
            <p:cNvSpPr txBox="1"/>
            <p:nvPr/>
          </p:nvSpPr>
          <p:spPr>
            <a:xfrm>
              <a:off x="5049382" y="1585567"/>
              <a:ext cx="902811" cy="338554"/>
            </a:xfrm>
            <a:prstGeom prst="rect">
              <a:avLst/>
            </a:prstGeom>
            <a:noFill/>
          </p:spPr>
          <p:txBody>
            <a:bodyPr wrap="none" rtlCol="0">
              <a:spAutoFit/>
            </a:bodyPr>
            <a:lstStyle/>
            <a:p>
              <a:r>
                <a:rPr lang="en-US" altLang="ja-JP"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SPD</a:t>
              </a:r>
              <a:r>
                <a:rPr lang="ja-JP" altLang="en-US"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20</a:t>
              </a:r>
              <a:endParaRPr lang="ja-JP" altLang="en-US"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19" name="グループ化 118">
            <a:extLst>
              <a:ext uri="{FF2B5EF4-FFF2-40B4-BE49-F238E27FC236}">
                <a16:creationId xmlns:a16="http://schemas.microsoft.com/office/drawing/2014/main" id="{F57B3782-BFAC-5EC2-A73B-141BD6D6F595}"/>
              </a:ext>
            </a:extLst>
          </p:cNvPr>
          <p:cNvGrpSpPr/>
          <p:nvPr/>
        </p:nvGrpSpPr>
        <p:grpSpPr>
          <a:xfrm>
            <a:off x="7408735" y="6695972"/>
            <a:ext cx="1096414" cy="382984"/>
            <a:chOff x="9966073" y="1893340"/>
            <a:chExt cx="836714" cy="292269"/>
          </a:xfrm>
        </p:grpSpPr>
        <p:sp>
          <p:nvSpPr>
            <p:cNvPr id="120" name="四角形: 角を丸くする 119">
              <a:extLst>
                <a:ext uri="{FF2B5EF4-FFF2-40B4-BE49-F238E27FC236}">
                  <a16:creationId xmlns:a16="http://schemas.microsoft.com/office/drawing/2014/main" id="{524389C4-9F30-112F-A676-C4EDEEAFB4A8}"/>
                </a:ext>
              </a:extLst>
            </p:cNvPr>
            <p:cNvSpPr/>
            <p:nvPr/>
          </p:nvSpPr>
          <p:spPr>
            <a:xfrm>
              <a:off x="9966073" y="1893340"/>
              <a:ext cx="836714" cy="292269"/>
            </a:xfrm>
            <a:prstGeom prst="roundRect">
              <a:avLst>
                <a:gd name="adj" fmla="val 4721"/>
              </a:avLst>
            </a:prstGeom>
            <a:solidFill>
              <a:srgbClr val="FF00FF">
                <a:alpha val="60000"/>
              </a:srgbClr>
            </a:solidFill>
            <a:ln w="25400">
              <a:no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latin typeface="原稿用標準書体" panose="03000503000000000000" pitchFamily="66" charset="-128"/>
                <a:ea typeface="原稿用標準書体" panose="03000503000000000000" pitchFamily="66" charset="-128"/>
              </a:endParaRPr>
            </a:p>
          </p:txBody>
        </p:sp>
        <p:sp>
          <p:nvSpPr>
            <p:cNvPr id="121" name="テキスト ボックス 120">
              <a:extLst>
                <a:ext uri="{FF2B5EF4-FFF2-40B4-BE49-F238E27FC236}">
                  <a16:creationId xmlns:a16="http://schemas.microsoft.com/office/drawing/2014/main" id="{3EF81719-CAD8-D0E9-8203-5162E24FAC8E}"/>
                </a:ext>
              </a:extLst>
            </p:cNvPr>
            <p:cNvSpPr txBox="1"/>
            <p:nvPr/>
          </p:nvSpPr>
          <p:spPr>
            <a:xfrm>
              <a:off x="10157384" y="1910293"/>
              <a:ext cx="454093" cy="258363"/>
            </a:xfrm>
            <a:prstGeom prst="rect">
              <a:avLst/>
            </a:prstGeom>
            <a:noFill/>
          </p:spPr>
          <p:txBody>
            <a:bodyPr wrap="none" rtlCol="0">
              <a:spAutoFit/>
            </a:bodyPr>
            <a:lstStyle/>
            <a:p>
              <a:pPr algn="ctr"/>
              <a:r>
                <a:rPr lang="ja-JP" altLang="en-US" sz="1600">
                  <a:solidFill>
                    <a:schemeClr val="accent2">
                      <a:lumMod val="60000"/>
                      <a:lumOff val="40000"/>
                    </a:schemeClr>
                  </a:solidFill>
                  <a:latin typeface="原稿用標準書体" panose="03000503000000000000" pitchFamily="66" charset="-128"/>
                  <a:ea typeface="原稿用標準書体" panose="03000503000000000000" pitchFamily="66" charset="-128"/>
                </a:rPr>
                <a:t>格納</a:t>
              </a:r>
              <a:endParaRPr lang="en-US" altLang="ja-JP" sz="1600" dirty="0">
                <a:solidFill>
                  <a:schemeClr val="accent2">
                    <a:lumMod val="60000"/>
                    <a:lumOff val="40000"/>
                  </a:schemeClr>
                </a:solidFill>
                <a:latin typeface="原稿用標準書体" panose="03000503000000000000" pitchFamily="66" charset="-128"/>
                <a:ea typeface="原稿用標準書体" panose="03000503000000000000" pitchFamily="66" charset="-128"/>
              </a:endParaRPr>
            </a:p>
          </p:txBody>
        </p:sp>
      </p:grpSp>
      <p:sp>
        <p:nvSpPr>
          <p:cNvPr id="29" name="テキスト ボックス 28">
            <a:extLst>
              <a:ext uri="{FF2B5EF4-FFF2-40B4-BE49-F238E27FC236}">
                <a16:creationId xmlns:a16="http://schemas.microsoft.com/office/drawing/2014/main" id="{D33E4BDF-0495-63A2-5B85-9B64D8ED6A7B}"/>
              </a:ext>
            </a:extLst>
          </p:cNvPr>
          <p:cNvSpPr txBox="1"/>
          <p:nvPr/>
        </p:nvSpPr>
        <p:spPr>
          <a:xfrm>
            <a:off x="2396658" y="3914443"/>
            <a:ext cx="646331" cy="646331"/>
          </a:xfrm>
          <a:prstGeom prst="rect">
            <a:avLst/>
          </a:prstGeom>
          <a:noFill/>
        </p:spPr>
        <p:txBody>
          <a:bodyPr wrap="none" rtlCol="0">
            <a:spAutoFit/>
          </a:bodyPr>
          <a:lstStyle/>
          <a:p>
            <a:pPr algn="ctr"/>
            <a:r>
              <a:rPr lang="en-US" altLang="ja-JP" sz="3600" b="1">
                <a:ln>
                  <a:gradFill flip="none" rotWithShape="1">
                    <a:gsLst>
                      <a:gs pos="0">
                        <a:schemeClr val="accent6">
                          <a:lumMod val="67000"/>
                        </a:schemeClr>
                      </a:gs>
                      <a:gs pos="48000">
                        <a:schemeClr val="accent6">
                          <a:lumMod val="97000"/>
                          <a:lumOff val="3000"/>
                        </a:schemeClr>
                      </a:gs>
                      <a:gs pos="100000">
                        <a:schemeClr val="accent6">
                          <a:lumMod val="60000"/>
                          <a:lumOff val="40000"/>
                        </a:schemeClr>
                      </a:gs>
                    </a:gsLst>
                    <a:lin ang="16200000" scaled="1"/>
                    <a:tileRect/>
                  </a:gradFill>
                </a:ln>
                <a:gradFill flip="none" rotWithShape="1">
                  <a:gsLst>
                    <a:gs pos="0">
                      <a:schemeClr val="accent6">
                        <a:lumMod val="67000"/>
                      </a:schemeClr>
                    </a:gs>
                    <a:gs pos="48000">
                      <a:schemeClr val="accent6">
                        <a:lumMod val="97000"/>
                        <a:lumOff val="3000"/>
                      </a:schemeClr>
                    </a:gs>
                    <a:gs pos="100000">
                      <a:schemeClr val="bg1">
                        <a:lumMod val="75000"/>
                      </a:schemeClr>
                    </a:gs>
                  </a:gsLst>
                  <a:lin ang="1620000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SR</a:t>
            </a:r>
            <a:endParaRPr kumimoji="1" lang="ja-JP" altLang="en-US" sz="3600" b="1" dirty="0">
              <a:ln>
                <a:gradFill flip="none" rotWithShape="1">
                  <a:gsLst>
                    <a:gs pos="0">
                      <a:schemeClr val="accent6">
                        <a:lumMod val="67000"/>
                      </a:schemeClr>
                    </a:gs>
                    <a:gs pos="48000">
                      <a:schemeClr val="accent6">
                        <a:lumMod val="97000"/>
                        <a:lumOff val="3000"/>
                      </a:schemeClr>
                    </a:gs>
                    <a:gs pos="100000">
                      <a:schemeClr val="accent6">
                        <a:lumMod val="60000"/>
                        <a:lumOff val="40000"/>
                      </a:schemeClr>
                    </a:gs>
                  </a:gsLst>
                  <a:lin ang="16200000" scaled="1"/>
                  <a:tileRect/>
                </a:gradFill>
              </a:ln>
              <a:gradFill flip="none" rotWithShape="1">
                <a:gsLst>
                  <a:gs pos="0">
                    <a:schemeClr val="accent6">
                      <a:lumMod val="67000"/>
                    </a:schemeClr>
                  </a:gs>
                  <a:gs pos="48000">
                    <a:schemeClr val="accent6">
                      <a:lumMod val="97000"/>
                      <a:lumOff val="3000"/>
                    </a:schemeClr>
                  </a:gs>
                  <a:gs pos="100000">
                    <a:schemeClr val="bg1">
                      <a:lumMod val="75000"/>
                    </a:schemeClr>
                  </a:gs>
                </a:gsLst>
                <a:lin ang="1620000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sp>
        <p:nvSpPr>
          <p:cNvPr id="130" name="テキスト ボックス 129">
            <a:extLst>
              <a:ext uri="{FF2B5EF4-FFF2-40B4-BE49-F238E27FC236}">
                <a16:creationId xmlns:a16="http://schemas.microsoft.com/office/drawing/2014/main" id="{56574AA7-B0AC-A03A-C80A-C349C2EF9C3F}"/>
              </a:ext>
            </a:extLst>
          </p:cNvPr>
          <p:cNvSpPr txBox="1"/>
          <p:nvPr/>
        </p:nvSpPr>
        <p:spPr>
          <a:xfrm>
            <a:off x="2512074" y="6587827"/>
            <a:ext cx="415498" cy="646331"/>
          </a:xfrm>
          <a:prstGeom prst="rect">
            <a:avLst/>
          </a:prstGeom>
          <a:noFill/>
        </p:spPr>
        <p:txBody>
          <a:bodyPr wrap="none" rtlCol="0">
            <a:spAutoFit/>
          </a:bodyPr>
          <a:lstStyle/>
          <a:p>
            <a:pPr algn="ctr"/>
            <a:r>
              <a:rPr lang="en-US" altLang="ja-JP" sz="3600" b="1">
                <a:gradFill flip="none" rotWithShape="1">
                  <a:gsLst>
                    <a:gs pos="0">
                      <a:schemeClr val="bg1">
                        <a:lumMod val="75000"/>
                      </a:schemeClr>
                    </a:gs>
                    <a:gs pos="100000">
                      <a:schemeClr val="tx1">
                        <a:lumMod val="75000"/>
                        <a:lumOff val="25000"/>
                      </a:schemeClr>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R</a:t>
            </a:r>
            <a:endParaRPr kumimoji="1" lang="ja-JP" altLang="en-US" sz="3600" b="1" dirty="0">
              <a:gradFill flip="none" rotWithShape="1">
                <a:gsLst>
                  <a:gs pos="0">
                    <a:schemeClr val="bg1">
                      <a:lumMod val="75000"/>
                    </a:schemeClr>
                  </a:gs>
                  <a:gs pos="100000">
                    <a:schemeClr val="tx1">
                      <a:lumMod val="75000"/>
                      <a:lumOff val="25000"/>
                    </a:schemeClr>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grpSp>
        <p:nvGrpSpPr>
          <p:cNvPr id="131" name="グループ化 130">
            <a:extLst>
              <a:ext uri="{FF2B5EF4-FFF2-40B4-BE49-F238E27FC236}">
                <a16:creationId xmlns:a16="http://schemas.microsoft.com/office/drawing/2014/main" id="{9BB702B7-46FE-AAF5-C8BB-8987EAD83DC3}"/>
              </a:ext>
            </a:extLst>
          </p:cNvPr>
          <p:cNvGrpSpPr/>
          <p:nvPr/>
        </p:nvGrpSpPr>
        <p:grpSpPr>
          <a:xfrm>
            <a:off x="5499235" y="3808500"/>
            <a:ext cx="205636" cy="865729"/>
            <a:chOff x="6239689" y="3238766"/>
            <a:chExt cx="217724" cy="916620"/>
          </a:xfrm>
        </p:grpSpPr>
        <p:pic>
          <p:nvPicPr>
            <p:cNvPr id="132" name="図 131">
              <a:extLst>
                <a:ext uri="{FF2B5EF4-FFF2-40B4-BE49-F238E27FC236}">
                  <a16:creationId xmlns:a16="http://schemas.microsoft.com/office/drawing/2014/main" id="{A3D5F899-B883-8231-1C02-A738763B63B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flipV="1">
              <a:off x="6239689" y="3238766"/>
              <a:ext cx="217724" cy="223877"/>
            </a:xfrm>
            <a:prstGeom prst="rect">
              <a:avLst/>
            </a:prstGeom>
          </p:spPr>
        </p:pic>
        <p:pic>
          <p:nvPicPr>
            <p:cNvPr id="133" name="図 132">
              <a:extLst>
                <a:ext uri="{FF2B5EF4-FFF2-40B4-BE49-F238E27FC236}">
                  <a16:creationId xmlns:a16="http://schemas.microsoft.com/office/drawing/2014/main" id="{784222CC-09D4-480B-E6ED-EA836584844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flipV="1">
              <a:off x="6239689" y="3585138"/>
              <a:ext cx="217724" cy="223877"/>
            </a:xfrm>
            <a:prstGeom prst="rect">
              <a:avLst/>
            </a:prstGeom>
          </p:spPr>
        </p:pic>
        <p:pic>
          <p:nvPicPr>
            <p:cNvPr id="134" name="図 133">
              <a:extLst>
                <a:ext uri="{FF2B5EF4-FFF2-40B4-BE49-F238E27FC236}">
                  <a16:creationId xmlns:a16="http://schemas.microsoft.com/office/drawing/2014/main" id="{3FB2BE75-0FA2-85F4-0179-63435345697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flipV="1">
              <a:off x="6239689" y="3931509"/>
              <a:ext cx="217724" cy="223877"/>
            </a:xfrm>
            <a:prstGeom prst="rect">
              <a:avLst/>
            </a:prstGeom>
          </p:spPr>
        </p:pic>
      </p:grpSp>
      <p:grpSp>
        <p:nvGrpSpPr>
          <p:cNvPr id="135" name="グループ化 134">
            <a:extLst>
              <a:ext uri="{FF2B5EF4-FFF2-40B4-BE49-F238E27FC236}">
                <a16:creationId xmlns:a16="http://schemas.microsoft.com/office/drawing/2014/main" id="{2F2A80B1-65E5-105A-809C-19152A02FA05}"/>
              </a:ext>
            </a:extLst>
          </p:cNvPr>
          <p:cNvGrpSpPr/>
          <p:nvPr/>
        </p:nvGrpSpPr>
        <p:grpSpPr>
          <a:xfrm>
            <a:off x="5499235" y="5146241"/>
            <a:ext cx="205636" cy="865729"/>
            <a:chOff x="6239689" y="3238766"/>
            <a:chExt cx="217724" cy="916620"/>
          </a:xfrm>
        </p:grpSpPr>
        <p:pic>
          <p:nvPicPr>
            <p:cNvPr id="136" name="図 135">
              <a:extLst>
                <a:ext uri="{FF2B5EF4-FFF2-40B4-BE49-F238E27FC236}">
                  <a16:creationId xmlns:a16="http://schemas.microsoft.com/office/drawing/2014/main" id="{B59C2CDA-E9BC-2275-BB65-9679B0BBFA6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flipV="1">
              <a:off x="6239689" y="3238766"/>
              <a:ext cx="217724" cy="223877"/>
            </a:xfrm>
            <a:prstGeom prst="rect">
              <a:avLst/>
            </a:prstGeom>
          </p:spPr>
        </p:pic>
        <p:pic>
          <p:nvPicPr>
            <p:cNvPr id="137" name="図 136">
              <a:extLst>
                <a:ext uri="{FF2B5EF4-FFF2-40B4-BE49-F238E27FC236}">
                  <a16:creationId xmlns:a16="http://schemas.microsoft.com/office/drawing/2014/main" id="{BE1734F7-9703-475A-9D6F-4CE839CF9C2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flipV="1">
              <a:off x="6239689" y="3585138"/>
              <a:ext cx="217724" cy="223877"/>
            </a:xfrm>
            <a:prstGeom prst="rect">
              <a:avLst/>
            </a:prstGeom>
          </p:spPr>
        </p:pic>
        <p:pic>
          <p:nvPicPr>
            <p:cNvPr id="138" name="図 137">
              <a:extLst>
                <a:ext uri="{FF2B5EF4-FFF2-40B4-BE49-F238E27FC236}">
                  <a16:creationId xmlns:a16="http://schemas.microsoft.com/office/drawing/2014/main" id="{CAB82DBC-40D0-7CFA-1A53-3DF06EDFC9E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flipV="1">
              <a:off x="6239689" y="3931509"/>
              <a:ext cx="217724" cy="223877"/>
            </a:xfrm>
            <a:prstGeom prst="rect">
              <a:avLst/>
            </a:prstGeom>
          </p:spPr>
        </p:pic>
      </p:grpSp>
      <p:grpSp>
        <p:nvGrpSpPr>
          <p:cNvPr id="139" name="グループ化 138">
            <a:extLst>
              <a:ext uri="{FF2B5EF4-FFF2-40B4-BE49-F238E27FC236}">
                <a16:creationId xmlns:a16="http://schemas.microsoft.com/office/drawing/2014/main" id="{9C3604A6-C83B-7408-0AC8-F501170F7715}"/>
              </a:ext>
            </a:extLst>
          </p:cNvPr>
          <p:cNvGrpSpPr/>
          <p:nvPr/>
        </p:nvGrpSpPr>
        <p:grpSpPr>
          <a:xfrm>
            <a:off x="5499235" y="6483982"/>
            <a:ext cx="205636" cy="865729"/>
            <a:chOff x="6239689" y="3238766"/>
            <a:chExt cx="217724" cy="916620"/>
          </a:xfrm>
        </p:grpSpPr>
        <p:pic>
          <p:nvPicPr>
            <p:cNvPr id="140" name="図 139">
              <a:extLst>
                <a:ext uri="{FF2B5EF4-FFF2-40B4-BE49-F238E27FC236}">
                  <a16:creationId xmlns:a16="http://schemas.microsoft.com/office/drawing/2014/main" id="{8D21CADB-E33A-91B0-7667-72FC65FD584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flipV="1">
              <a:off x="6239689" y="3238766"/>
              <a:ext cx="217724" cy="223877"/>
            </a:xfrm>
            <a:prstGeom prst="rect">
              <a:avLst/>
            </a:prstGeom>
          </p:spPr>
        </p:pic>
        <p:pic>
          <p:nvPicPr>
            <p:cNvPr id="141" name="図 140">
              <a:extLst>
                <a:ext uri="{FF2B5EF4-FFF2-40B4-BE49-F238E27FC236}">
                  <a16:creationId xmlns:a16="http://schemas.microsoft.com/office/drawing/2014/main" id="{1D804211-B386-5165-971B-29085277A1A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flipV="1">
              <a:off x="6239689" y="3585138"/>
              <a:ext cx="217724" cy="223877"/>
            </a:xfrm>
            <a:prstGeom prst="rect">
              <a:avLst/>
            </a:prstGeom>
          </p:spPr>
        </p:pic>
        <p:pic>
          <p:nvPicPr>
            <p:cNvPr id="142" name="図 141">
              <a:extLst>
                <a:ext uri="{FF2B5EF4-FFF2-40B4-BE49-F238E27FC236}">
                  <a16:creationId xmlns:a16="http://schemas.microsoft.com/office/drawing/2014/main" id="{B00B456D-5D5A-0570-DFD4-A7F375B95AA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flipV="1">
              <a:off x="6239689" y="3931509"/>
              <a:ext cx="217724" cy="223877"/>
            </a:xfrm>
            <a:prstGeom prst="rect">
              <a:avLst/>
            </a:prstGeom>
          </p:spPr>
        </p:pic>
      </p:grpSp>
      <p:grpSp>
        <p:nvGrpSpPr>
          <p:cNvPr id="3" name="グループ化 2">
            <a:extLst>
              <a:ext uri="{FF2B5EF4-FFF2-40B4-BE49-F238E27FC236}">
                <a16:creationId xmlns:a16="http://schemas.microsoft.com/office/drawing/2014/main" id="{5CFCFBF8-4B1F-02C5-A037-5B083F9686EE}"/>
              </a:ext>
            </a:extLst>
          </p:cNvPr>
          <p:cNvGrpSpPr/>
          <p:nvPr/>
        </p:nvGrpSpPr>
        <p:grpSpPr>
          <a:xfrm>
            <a:off x="9728785" y="5023274"/>
            <a:ext cx="1723281" cy="892781"/>
            <a:chOff x="9966073" y="1893340"/>
            <a:chExt cx="836714" cy="292269"/>
          </a:xfrm>
        </p:grpSpPr>
        <p:sp>
          <p:nvSpPr>
            <p:cNvPr id="4" name="フローチャート: 準備 3">
              <a:extLst>
                <a:ext uri="{FF2B5EF4-FFF2-40B4-BE49-F238E27FC236}">
                  <a16:creationId xmlns:a16="http://schemas.microsoft.com/office/drawing/2014/main" id="{7F754C2D-FE7E-18DF-0C95-FEB9CE060CAE}"/>
                </a:ext>
              </a:extLst>
            </p:cNvPr>
            <p:cNvSpPr/>
            <p:nvPr/>
          </p:nvSpPr>
          <p:spPr>
            <a:xfrm>
              <a:off x="9966073" y="1893340"/>
              <a:ext cx="836714" cy="292269"/>
            </a:xfrm>
            <a:prstGeom prst="flowChartPreparation">
              <a:avLst/>
            </a:prstGeom>
            <a:solidFill>
              <a:srgbClr val="FF00FF">
                <a:alpha val="60000"/>
              </a:srgbClr>
            </a:solidFill>
            <a:ln w="25400">
              <a:no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latin typeface="原稿用標準書体" panose="03000503000000000000" pitchFamily="66" charset="-128"/>
                <a:ea typeface="原稿用標準書体" panose="03000503000000000000" pitchFamily="66" charset="-128"/>
              </a:endParaRPr>
            </a:p>
          </p:txBody>
        </p:sp>
        <p:sp>
          <p:nvSpPr>
            <p:cNvPr id="16" name="テキスト ボックス 15">
              <a:extLst>
                <a:ext uri="{FF2B5EF4-FFF2-40B4-BE49-F238E27FC236}">
                  <a16:creationId xmlns:a16="http://schemas.microsoft.com/office/drawing/2014/main" id="{AF45D773-F440-9BA0-93BF-F7CBF5181E8F}"/>
                </a:ext>
              </a:extLst>
            </p:cNvPr>
            <p:cNvSpPr txBox="1"/>
            <p:nvPr/>
          </p:nvSpPr>
          <p:spPr>
            <a:xfrm>
              <a:off x="10215071" y="1924577"/>
              <a:ext cx="338723" cy="130984"/>
            </a:xfrm>
            <a:prstGeom prst="rect">
              <a:avLst/>
            </a:prstGeom>
            <a:noFill/>
          </p:spPr>
          <p:txBody>
            <a:bodyPr wrap="none" rtlCol="0">
              <a:spAutoFit/>
            </a:bodyPr>
            <a:lstStyle/>
            <a:p>
              <a:pPr algn="ctr"/>
              <a:r>
                <a:rPr lang="ja-JP" altLang="en-US" sz="2000">
                  <a:solidFill>
                    <a:schemeClr val="accent2">
                      <a:lumMod val="60000"/>
                      <a:lumOff val="40000"/>
                    </a:schemeClr>
                  </a:solidFill>
                  <a:latin typeface="原稿用標準書体" panose="03000503000000000000" pitchFamily="66" charset="-128"/>
                  <a:ea typeface="原稿用標準書体" panose="03000503000000000000" pitchFamily="66" charset="-128"/>
                </a:rPr>
                <a:t>確定</a:t>
              </a:r>
              <a:endParaRPr lang="en-US" altLang="ja-JP" sz="2000" dirty="0">
                <a:solidFill>
                  <a:schemeClr val="accent2">
                    <a:lumMod val="60000"/>
                    <a:lumOff val="40000"/>
                  </a:schemeClr>
                </a:solidFill>
                <a:latin typeface="原稿用標準書体" panose="03000503000000000000" pitchFamily="66" charset="-128"/>
                <a:ea typeface="原稿用標準書体" panose="03000503000000000000" pitchFamily="66" charset="-128"/>
              </a:endParaRPr>
            </a:p>
          </p:txBody>
        </p:sp>
      </p:grpSp>
      <p:pic>
        <p:nvPicPr>
          <p:cNvPr id="6" name="図 5">
            <a:extLst>
              <a:ext uri="{FF2B5EF4-FFF2-40B4-BE49-F238E27FC236}">
                <a16:creationId xmlns:a16="http://schemas.microsoft.com/office/drawing/2014/main" id="{F8177002-780D-F005-405F-1DBB7F49C021}"/>
              </a:ext>
            </a:extLst>
          </p:cNvPr>
          <p:cNvPicPr>
            <a:picLocks noChangeAspect="1"/>
          </p:cNvPicPr>
          <p:nvPr/>
        </p:nvPicPr>
        <p:blipFill>
          <a:blip r:embed="rId4">
            <a:duotone>
              <a:schemeClr val="accent2">
                <a:shade val="45000"/>
                <a:satMod val="135000"/>
              </a:schemeClr>
              <a:prstClr val="white"/>
            </a:duotone>
            <a:extLst>
              <a:ext uri="{28A0092B-C50C-407E-A947-70E740481C1C}">
                <a14:useLocalDpi xmlns:a14="http://schemas.microsoft.com/office/drawing/2010/main" val="0"/>
              </a:ext>
            </a:extLst>
          </a:blip>
          <a:stretch>
            <a:fillRect/>
          </a:stretch>
        </p:blipFill>
        <p:spPr>
          <a:xfrm>
            <a:off x="10393952" y="5548870"/>
            <a:ext cx="390455" cy="292842"/>
          </a:xfrm>
          <a:prstGeom prst="rect">
            <a:avLst/>
          </a:prstGeom>
        </p:spPr>
      </p:pic>
      <p:sp>
        <p:nvSpPr>
          <p:cNvPr id="8" name="四角形: 上の 2 つの角を切り取る 7">
            <a:extLst>
              <a:ext uri="{FF2B5EF4-FFF2-40B4-BE49-F238E27FC236}">
                <a16:creationId xmlns:a16="http://schemas.microsoft.com/office/drawing/2014/main" id="{2A3FBAAE-76B8-29AA-179B-0B112AEB93F6}"/>
              </a:ext>
            </a:extLst>
          </p:cNvPr>
          <p:cNvSpPr/>
          <p:nvPr/>
        </p:nvSpPr>
        <p:spPr>
          <a:xfrm>
            <a:off x="9898640" y="2636236"/>
            <a:ext cx="1383571" cy="866139"/>
          </a:xfrm>
          <a:prstGeom prst="snip2SameRect">
            <a:avLst/>
          </a:prstGeom>
          <a:solidFill>
            <a:schemeClr val="accent2">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四角形: 上の 2 つの角を切り取る 11">
            <a:extLst>
              <a:ext uri="{FF2B5EF4-FFF2-40B4-BE49-F238E27FC236}">
                <a16:creationId xmlns:a16="http://schemas.microsoft.com/office/drawing/2014/main" id="{50BCA6C1-92B9-D89E-FC4A-02145531FDD7}"/>
              </a:ext>
            </a:extLst>
          </p:cNvPr>
          <p:cNvSpPr/>
          <p:nvPr/>
        </p:nvSpPr>
        <p:spPr>
          <a:xfrm flipV="1">
            <a:off x="9898640" y="3768516"/>
            <a:ext cx="1383571" cy="866139"/>
          </a:xfrm>
          <a:prstGeom prst="snip2SameRect">
            <a:avLst/>
          </a:prstGeom>
          <a:solidFill>
            <a:schemeClr val="accent2">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 name="テキスト ボックス 17">
            <a:extLst>
              <a:ext uri="{FF2B5EF4-FFF2-40B4-BE49-F238E27FC236}">
                <a16:creationId xmlns:a16="http://schemas.microsoft.com/office/drawing/2014/main" id="{322ADFDA-9EAC-1D6E-53F1-265519E29717}"/>
              </a:ext>
            </a:extLst>
          </p:cNvPr>
          <p:cNvSpPr txBox="1"/>
          <p:nvPr/>
        </p:nvSpPr>
        <p:spPr>
          <a:xfrm>
            <a:off x="10369858" y="2869250"/>
            <a:ext cx="441147" cy="400110"/>
          </a:xfrm>
          <a:prstGeom prst="rect">
            <a:avLst/>
          </a:prstGeom>
          <a:noFill/>
        </p:spPr>
        <p:txBody>
          <a:bodyPr wrap="none" rtlCol="0">
            <a:spAutoFit/>
          </a:bodyPr>
          <a:lstStyle/>
          <a:p>
            <a:pPr algn="ctr"/>
            <a:r>
              <a:rPr lang="en-US" altLang="ja-JP" sz="2000">
                <a:solidFill>
                  <a:schemeClr val="tx1">
                    <a:lumMod val="85000"/>
                    <a:lumOff val="15000"/>
                  </a:schemeClr>
                </a:solidFill>
                <a:latin typeface="原稿用標準書体" panose="03000503000000000000" pitchFamily="66" charset="-128"/>
                <a:ea typeface="原稿用標準書体" panose="03000503000000000000" pitchFamily="66" charset="-128"/>
              </a:rPr>
              <a:t>HP</a:t>
            </a:r>
            <a:endParaRPr lang="en-US" altLang="ja-JP" sz="20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24" name="テキスト ボックス 23">
            <a:extLst>
              <a:ext uri="{FF2B5EF4-FFF2-40B4-BE49-F238E27FC236}">
                <a16:creationId xmlns:a16="http://schemas.microsoft.com/office/drawing/2014/main" id="{2F1A7297-0BB5-B8AF-E6E5-15EB76047EB6}"/>
              </a:ext>
            </a:extLst>
          </p:cNvPr>
          <p:cNvSpPr txBox="1"/>
          <p:nvPr/>
        </p:nvSpPr>
        <p:spPr>
          <a:xfrm>
            <a:off x="10241611" y="4001530"/>
            <a:ext cx="69762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rPr>
              <a:t>降順</a:t>
            </a:r>
            <a:endParaRPr lang="en-US" altLang="ja-JP" sz="20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Tree>
    <p:extLst>
      <p:ext uri="{BB962C8B-B14F-4D97-AF65-F5344CB8AC3E}">
        <p14:creationId xmlns:p14="http://schemas.microsoft.com/office/powerpoint/2010/main" val="1079578633"/>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bg>
      <p:bgPr>
        <a:gradFill flip="none" rotWithShape="1">
          <a:gsLst>
            <a:gs pos="0">
              <a:srgbClr val="660066"/>
            </a:gs>
            <a:gs pos="10000">
              <a:schemeClr val="tx1">
                <a:lumMod val="85000"/>
                <a:lumOff val="15000"/>
              </a:schemeClr>
            </a:gs>
            <a:gs pos="90000">
              <a:srgbClr val="262626"/>
            </a:gs>
            <a:gs pos="80000">
              <a:srgbClr val="660066"/>
            </a:gs>
            <a:gs pos="70000">
              <a:srgbClr val="262626"/>
            </a:gs>
            <a:gs pos="60000">
              <a:schemeClr val="accent6">
                <a:lumMod val="75000"/>
              </a:schemeClr>
            </a:gs>
            <a:gs pos="50000">
              <a:srgbClr val="262626"/>
            </a:gs>
            <a:gs pos="40000">
              <a:srgbClr val="660066"/>
            </a:gs>
            <a:gs pos="30000">
              <a:srgbClr val="262626"/>
            </a:gs>
            <a:gs pos="20000">
              <a:schemeClr val="accent6">
                <a:lumMod val="75000"/>
              </a:schemeClr>
            </a:gs>
          </a:gsLst>
          <a:path path="rect">
            <a:fillToRect l="50000" t="50000" r="50000" b="50000"/>
          </a:path>
          <a:tileRect/>
        </a:gradFill>
        <a:effectLst/>
      </p:bgPr>
    </p:bg>
    <p:spTree>
      <p:nvGrpSpPr>
        <p:cNvPr id="1" name="">
          <a:extLst>
            <a:ext uri="{FF2B5EF4-FFF2-40B4-BE49-F238E27FC236}">
              <a16:creationId xmlns:a16="http://schemas.microsoft.com/office/drawing/2014/main" id="{4F677F02-4575-832D-133E-E744D648AA19}"/>
            </a:ext>
          </a:extLst>
        </p:cNvPr>
        <p:cNvGrpSpPr/>
        <p:nvPr/>
      </p:nvGrpSpPr>
      <p:grpSpPr>
        <a:xfrm>
          <a:off x="0" y="0"/>
          <a:ext cx="0" cy="0"/>
          <a:chOff x="0" y="0"/>
          <a:chExt cx="0" cy="0"/>
        </a:xfrm>
      </p:grpSpPr>
      <p:grpSp>
        <p:nvGrpSpPr>
          <p:cNvPr id="50" name="グループ化 49">
            <a:extLst>
              <a:ext uri="{FF2B5EF4-FFF2-40B4-BE49-F238E27FC236}">
                <a16:creationId xmlns:a16="http://schemas.microsoft.com/office/drawing/2014/main" id="{F9E22279-2437-F591-AB34-B6AC00C267E2}"/>
              </a:ext>
            </a:extLst>
          </p:cNvPr>
          <p:cNvGrpSpPr/>
          <p:nvPr/>
        </p:nvGrpSpPr>
        <p:grpSpPr>
          <a:xfrm>
            <a:off x="1036812" y="1013195"/>
            <a:ext cx="7896665" cy="1102055"/>
            <a:chOff x="1847556" y="1139803"/>
            <a:chExt cx="7896665" cy="1102055"/>
          </a:xfrm>
        </p:grpSpPr>
        <p:sp>
          <p:nvSpPr>
            <p:cNvPr id="5" name="四角形: 角を丸くする 4">
              <a:extLst>
                <a:ext uri="{FF2B5EF4-FFF2-40B4-BE49-F238E27FC236}">
                  <a16:creationId xmlns:a16="http://schemas.microsoft.com/office/drawing/2014/main" id="{34C2B8C4-86D8-624F-3542-EDA4098276E0}"/>
                </a:ext>
              </a:extLst>
            </p:cNvPr>
            <p:cNvSpPr/>
            <p:nvPr/>
          </p:nvSpPr>
          <p:spPr>
            <a:xfrm>
              <a:off x="1847556" y="1139803"/>
              <a:ext cx="7896665" cy="1102055"/>
            </a:xfrm>
            <a:prstGeom prst="roundRect">
              <a:avLst>
                <a:gd name="adj" fmla="val 6896"/>
              </a:avLst>
            </a:prstGeom>
            <a:solidFill>
              <a:schemeClr val="accent2">
                <a:lumMod val="40000"/>
                <a:lumOff val="6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 name="楕円 8">
              <a:extLst>
                <a:ext uri="{FF2B5EF4-FFF2-40B4-BE49-F238E27FC236}">
                  <a16:creationId xmlns:a16="http://schemas.microsoft.com/office/drawing/2014/main" id="{03708B02-FB9E-CE8D-0B49-939719C9A8D7}"/>
                </a:ext>
              </a:extLst>
            </p:cNvPr>
            <p:cNvSpPr/>
            <p:nvPr/>
          </p:nvSpPr>
          <p:spPr>
            <a:xfrm>
              <a:off x="2185169" y="1358476"/>
              <a:ext cx="664708" cy="664708"/>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sz="24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1" name="テキスト ボックス 10">
              <a:extLst>
                <a:ext uri="{FF2B5EF4-FFF2-40B4-BE49-F238E27FC236}">
                  <a16:creationId xmlns:a16="http://schemas.microsoft.com/office/drawing/2014/main" id="{ADF50BEE-861F-74FD-CA37-3CBAA9B3B58F}"/>
                </a:ext>
              </a:extLst>
            </p:cNvPr>
            <p:cNvSpPr txBox="1"/>
            <p:nvPr/>
          </p:nvSpPr>
          <p:spPr>
            <a:xfrm>
              <a:off x="3091986" y="1367665"/>
              <a:ext cx="877163" cy="646331"/>
            </a:xfrm>
            <a:prstGeom prst="rect">
              <a:avLst/>
            </a:prstGeom>
            <a:noFill/>
          </p:spPr>
          <p:txBody>
            <a:bodyPr wrap="none" rtlCol="0">
              <a:spAutoFit/>
            </a:bodyPr>
            <a:lstStyle/>
            <a:p>
              <a:pPr algn="ctr"/>
              <a:r>
                <a:rPr lang="en-US" altLang="ja-JP" sz="3600" b="1">
                  <a:ln>
                    <a:gradFill flip="none" rotWithShape="1">
                      <a:gsLst>
                        <a:gs pos="25000">
                          <a:srgbClr val="FFFF00"/>
                        </a:gs>
                        <a:gs pos="0">
                          <a:srgbClr val="FF0000"/>
                        </a:gs>
                        <a:gs pos="50000">
                          <a:srgbClr val="00B050"/>
                        </a:gs>
                        <a:gs pos="75000">
                          <a:srgbClr val="0070C0"/>
                        </a:gs>
                        <a:gs pos="100000">
                          <a:schemeClr val="accent6"/>
                        </a:gs>
                      </a:gsLst>
                      <a:lin ang="0" scaled="1"/>
                      <a:tileRect/>
                    </a:gradFill>
                  </a:ln>
                  <a:gradFill flip="none" rotWithShape="1">
                    <a:gsLst>
                      <a:gs pos="0">
                        <a:srgbClr val="FF0000">
                          <a:lumMod val="97000"/>
                          <a:lumOff val="3000"/>
                        </a:srgbClr>
                      </a:gs>
                      <a:gs pos="100000">
                        <a:srgbClr val="7030A0"/>
                      </a:gs>
                      <a:gs pos="75000">
                        <a:srgbClr val="0070C0"/>
                      </a:gs>
                      <a:gs pos="50000">
                        <a:srgbClr val="8EDC23"/>
                      </a:gs>
                      <a:gs pos="25000">
                        <a:srgbClr val="FFFF00"/>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SSR</a:t>
              </a:r>
              <a:endParaRPr kumimoji="1" lang="ja-JP" altLang="en-US" sz="3600" b="1" dirty="0">
                <a:ln>
                  <a:gradFill flip="none" rotWithShape="1">
                    <a:gsLst>
                      <a:gs pos="25000">
                        <a:srgbClr val="FFFF00"/>
                      </a:gs>
                      <a:gs pos="0">
                        <a:srgbClr val="FF0000"/>
                      </a:gs>
                      <a:gs pos="50000">
                        <a:srgbClr val="00B050"/>
                      </a:gs>
                      <a:gs pos="75000">
                        <a:srgbClr val="0070C0"/>
                      </a:gs>
                      <a:gs pos="100000">
                        <a:schemeClr val="accent6"/>
                      </a:gs>
                    </a:gsLst>
                    <a:lin ang="0" scaled="1"/>
                    <a:tileRect/>
                  </a:gradFill>
                </a:ln>
                <a:gradFill flip="none" rotWithShape="1">
                  <a:gsLst>
                    <a:gs pos="0">
                      <a:srgbClr val="FF0000">
                        <a:lumMod val="97000"/>
                        <a:lumOff val="3000"/>
                      </a:srgbClr>
                    </a:gs>
                    <a:gs pos="100000">
                      <a:srgbClr val="7030A0"/>
                    </a:gs>
                    <a:gs pos="75000">
                      <a:srgbClr val="0070C0"/>
                    </a:gs>
                    <a:gs pos="50000">
                      <a:srgbClr val="8EDC23"/>
                    </a:gs>
                    <a:gs pos="25000">
                      <a:srgbClr val="FFFF00"/>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grpSp>
          <p:nvGrpSpPr>
            <p:cNvPr id="46" name="グループ化 45">
              <a:extLst>
                <a:ext uri="{FF2B5EF4-FFF2-40B4-BE49-F238E27FC236}">
                  <a16:creationId xmlns:a16="http://schemas.microsoft.com/office/drawing/2014/main" id="{CFE3E4AE-E499-6E13-1130-4AD5B67B79C6}"/>
                </a:ext>
              </a:extLst>
            </p:cNvPr>
            <p:cNvGrpSpPr/>
            <p:nvPr/>
          </p:nvGrpSpPr>
          <p:grpSpPr>
            <a:xfrm>
              <a:off x="4243150" y="1242385"/>
              <a:ext cx="800219" cy="896890"/>
              <a:chOff x="4135299" y="1266070"/>
              <a:chExt cx="800219" cy="896890"/>
            </a:xfrm>
          </p:grpSpPr>
          <p:pic>
            <p:nvPicPr>
              <p:cNvPr id="7" name="図 6">
                <a:extLst>
                  <a:ext uri="{FF2B5EF4-FFF2-40B4-BE49-F238E27FC236}">
                    <a16:creationId xmlns:a16="http://schemas.microsoft.com/office/drawing/2014/main" id="{11C95DA7-EB2F-F001-67D5-00744F243356}"/>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4223170" y="1266070"/>
                <a:ext cx="624477" cy="662951"/>
              </a:xfrm>
              <a:prstGeom prst="rect">
                <a:avLst/>
              </a:prstGeom>
            </p:spPr>
          </p:pic>
          <p:sp>
            <p:nvSpPr>
              <p:cNvPr id="21" name="テキスト ボックス 20">
                <a:extLst>
                  <a:ext uri="{FF2B5EF4-FFF2-40B4-BE49-F238E27FC236}">
                    <a16:creationId xmlns:a16="http://schemas.microsoft.com/office/drawing/2014/main" id="{966E5F7A-E593-1C8D-5B34-C0E594D9DE60}"/>
                  </a:ext>
                </a:extLst>
              </p:cNvPr>
              <p:cNvSpPr txBox="1"/>
              <p:nvPr/>
            </p:nvSpPr>
            <p:spPr>
              <a:xfrm>
                <a:off x="4135299" y="1824406"/>
                <a:ext cx="800219" cy="338554"/>
              </a:xfrm>
              <a:prstGeom prst="rect">
                <a:avLst/>
              </a:prstGeom>
              <a:noFill/>
            </p:spPr>
            <p:txBody>
              <a:bodyPr wrap="none" rtlCol="0">
                <a:spAutoFit/>
              </a:bodyPr>
              <a:lstStyle/>
              <a:p>
                <a:r>
                  <a:rPr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武器名</a:t>
                </a:r>
                <a:endParaRPr kumimoji="1"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31" name="テキスト ボックス 30">
              <a:extLst>
                <a:ext uri="{FF2B5EF4-FFF2-40B4-BE49-F238E27FC236}">
                  <a16:creationId xmlns:a16="http://schemas.microsoft.com/office/drawing/2014/main" id="{2B0CD8B3-5373-93F2-D4DD-69E5B244675E}"/>
                </a:ext>
              </a:extLst>
            </p:cNvPr>
            <p:cNvSpPr txBox="1"/>
            <p:nvPr/>
          </p:nvSpPr>
          <p:spPr>
            <a:xfrm>
              <a:off x="6822709" y="1290549"/>
              <a:ext cx="1005403" cy="338554"/>
            </a:xfrm>
            <a:prstGeom prst="rect">
              <a:avLst/>
            </a:prstGeom>
            <a:noFill/>
          </p:spPr>
          <p:txBody>
            <a:bodyPr wrap="none" rtlCol="0">
              <a:spAutoFit/>
            </a:bodyPr>
            <a:lstStyle/>
            <a:p>
              <a:r>
                <a:rPr lang="ja-JP" altLang="en-US" sz="1600">
                  <a:solidFill>
                    <a:schemeClr val="accent6"/>
                  </a:solidFill>
                  <a:latin typeface="原稿用標準書体" panose="03000503000000000000" pitchFamily="66" charset="-128"/>
                  <a:ea typeface="原稿用標準書体" panose="03000503000000000000" pitchFamily="66" charset="-128"/>
                </a:rPr>
                <a:t>状態付与</a:t>
              </a:r>
              <a:endParaRPr kumimoji="1" lang="ja-JP" altLang="en-US" sz="1600" dirty="0">
                <a:solidFill>
                  <a:schemeClr val="accent6"/>
                </a:solidFill>
                <a:latin typeface="原稿用標準書体" panose="03000503000000000000" pitchFamily="66" charset="-128"/>
                <a:ea typeface="原稿用標準書体" panose="03000503000000000000" pitchFamily="66" charset="-128"/>
              </a:endParaRPr>
            </a:p>
          </p:txBody>
        </p:sp>
        <p:grpSp>
          <p:nvGrpSpPr>
            <p:cNvPr id="32" name="グループ化 31">
              <a:extLst>
                <a:ext uri="{FF2B5EF4-FFF2-40B4-BE49-F238E27FC236}">
                  <a16:creationId xmlns:a16="http://schemas.microsoft.com/office/drawing/2014/main" id="{02542D0A-8C56-F330-56BA-EAA3DD6C78C9}"/>
                </a:ext>
              </a:extLst>
            </p:cNvPr>
            <p:cNvGrpSpPr/>
            <p:nvPr/>
          </p:nvGrpSpPr>
          <p:grpSpPr>
            <a:xfrm>
              <a:off x="6748115" y="1701824"/>
              <a:ext cx="1154591" cy="403305"/>
              <a:chOff x="9966073" y="1893345"/>
              <a:chExt cx="836714" cy="292269"/>
            </a:xfrm>
          </p:grpSpPr>
          <p:sp>
            <p:nvSpPr>
              <p:cNvPr id="33" name="四角形: 角を丸くする 32">
                <a:extLst>
                  <a:ext uri="{FF2B5EF4-FFF2-40B4-BE49-F238E27FC236}">
                    <a16:creationId xmlns:a16="http://schemas.microsoft.com/office/drawing/2014/main" id="{4CEE0569-B972-AC66-4003-FA237B3F9B0E}"/>
                  </a:ext>
                </a:extLst>
              </p:cNvPr>
              <p:cNvSpPr/>
              <p:nvPr/>
            </p:nvSpPr>
            <p:spPr>
              <a:xfrm>
                <a:off x="9966073" y="1893345"/>
                <a:ext cx="836714" cy="292269"/>
              </a:xfrm>
              <a:prstGeom prst="roundRect">
                <a:avLst>
                  <a:gd name="adj" fmla="val 4721"/>
                </a:avLst>
              </a:prstGeom>
              <a:solidFill>
                <a:schemeClr val="accent6">
                  <a:lumMod val="20000"/>
                  <a:lumOff val="8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latin typeface="原稿用標準書体" panose="03000503000000000000" pitchFamily="66" charset="-128"/>
                  <a:ea typeface="原稿用標準書体" panose="03000503000000000000" pitchFamily="66" charset="-128"/>
                </a:endParaRPr>
              </a:p>
            </p:txBody>
          </p:sp>
          <p:sp>
            <p:nvSpPr>
              <p:cNvPr id="34" name="テキスト ボックス 33">
                <a:extLst>
                  <a:ext uri="{FF2B5EF4-FFF2-40B4-BE49-F238E27FC236}">
                    <a16:creationId xmlns:a16="http://schemas.microsoft.com/office/drawing/2014/main" id="{0DA7715D-3F46-A84A-389B-DCC570F8CFB7}"/>
                  </a:ext>
                </a:extLst>
              </p:cNvPr>
              <p:cNvSpPr txBox="1"/>
              <p:nvPr/>
            </p:nvSpPr>
            <p:spPr>
              <a:xfrm>
                <a:off x="10094478" y="1916805"/>
                <a:ext cx="579906" cy="245345"/>
              </a:xfrm>
              <a:prstGeom prst="rect">
                <a:avLst/>
              </a:prstGeom>
              <a:noFill/>
            </p:spPr>
            <p:txBody>
              <a:bodyPr wrap="none" rtlCol="0">
                <a:spAutoFit/>
              </a:bodyPr>
              <a:lstStyle/>
              <a:p>
                <a:pPr algn="ctr"/>
                <a:r>
                  <a:rPr lang="ja-JP" altLang="en-US" sz="1600">
                    <a:solidFill>
                      <a:schemeClr val="tx1">
                        <a:lumMod val="75000"/>
                        <a:lumOff val="25000"/>
                      </a:schemeClr>
                    </a:solidFill>
                    <a:latin typeface="原稿用標準書体" panose="03000503000000000000" pitchFamily="66" charset="-128"/>
                    <a:ea typeface="原稿用標準書体" panose="03000503000000000000" pitchFamily="66" charset="-128"/>
                  </a:rPr>
                  <a:t>状態名</a:t>
                </a:r>
                <a:endParaRPr lang="en-US" altLang="ja-JP" sz="1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grpSp>
          <p:nvGrpSpPr>
            <p:cNvPr id="45" name="グループ化 44">
              <a:extLst>
                <a:ext uri="{FF2B5EF4-FFF2-40B4-BE49-F238E27FC236}">
                  <a16:creationId xmlns:a16="http://schemas.microsoft.com/office/drawing/2014/main" id="{464AD219-FCE2-846A-A140-E21BC92B9E0E}"/>
                </a:ext>
              </a:extLst>
            </p:cNvPr>
            <p:cNvGrpSpPr/>
            <p:nvPr/>
          </p:nvGrpSpPr>
          <p:grpSpPr>
            <a:xfrm>
              <a:off x="5293218" y="1222625"/>
              <a:ext cx="1005403" cy="936411"/>
              <a:chOff x="5049382" y="1286639"/>
              <a:chExt cx="1005403" cy="936411"/>
            </a:xfrm>
          </p:grpSpPr>
          <p:sp>
            <p:nvSpPr>
              <p:cNvPr id="39" name="テキスト ボックス 38">
                <a:extLst>
                  <a:ext uri="{FF2B5EF4-FFF2-40B4-BE49-F238E27FC236}">
                    <a16:creationId xmlns:a16="http://schemas.microsoft.com/office/drawing/2014/main" id="{C8903F4B-AF97-61E6-5EA9-D949B0136538}"/>
                  </a:ext>
                </a:extLst>
              </p:cNvPr>
              <p:cNvSpPr txBox="1"/>
              <p:nvPr/>
            </p:nvSpPr>
            <p:spPr>
              <a:xfrm>
                <a:off x="5049382" y="1884496"/>
                <a:ext cx="1005403" cy="338554"/>
              </a:xfrm>
              <a:prstGeom prst="rect">
                <a:avLst/>
              </a:prstGeom>
              <a:noFill/>
            </p:spPr>
            <p:txBody>
              <a:bodyPr wrap="none" rtlCol="0">
                <a:spAutoFit/>
              </a:bodyPr>
              <a:lstStyle/>
              <a:p>
                <a:r>
                  <a:rPr lang="en-US" altLang="ja-JP"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ATK</a:t>
                </a:r>
                <a:r>
                  <a:rPr lang="ja-JP" altLang="en-US"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100</a:t>
                </a:r>
                <a:endParaRPr lang="ja-JP" altLang="en-US"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41" name="テキスト ボックス 40">
                <a:extLst>
                  <a:ext uri="{FF2B5EF4-FFF2-40B4-BE49-F238E27FC236}">
                    <a16:creationId xmlns:a16="http://schemas.microsoft.com/office/drawing/2014/main" id="{8503EF8B-0C2F-D7AC-6545-DED9476DB584}"/>
                  </a:ext>
                </a:extLst>
              </p:cNvPr>
              <p:cNvSpPr txBox="1"/>
              <p:nvPr/>
            </p:nvSpPr>
            <p:spPr>
              <a:xfrm>
                <a:off x="5049382" y="1286639"/>
                <a:ext cx="902811" cy="338554"/>
              </a:xfrm>
              <a:prstGeom prst="rect">
                <a:avLst/>
              </a:prstGeom>
              <a:noFill/>
            </p:spPr>
            <p:txBody>
              <a:bodyPr wrap="none" rtlCol="0">
                <a:spAutoFit/>
              </a:bodyPr>
              <a:lstStyle/>
              <a:p>
                <a:r>
                  <a:rPr lang="en-US" altLang="ja-JP"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HP</a:t>
                </a:r>
                <a:r>
                  <a:rPr lang="ja-JP" altLang="en-US"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300</a:t>
                </a:r>
                <a:endParaRPr lang="ja-JP" altLang="en-US"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43" name="テキスト ボックス 42">
                <a:extLst>
                  <a:ext uri="{FF2B5EF4-FFF2-40B4-BE49-F238E27FC236}">
                    <a16:creationId xmlns:a16="http://schemas.microsoft.com/office/drawing/2014/main" id="{7CEAAB69-2438-01AA-6086-EA32508ED322}"/>
                  </a:ext>
                </a:extLst>
              </p:cNvPr>
              <p:cNvSpPr txBox="1"/>
              <p:nvPr/>
            </p:nvSpPr>
            <p:spPr>
              <a:xfrm>
                <a:off x="5049382" y="1585567"/>
                <a:ext cx="902811" cy="338554"/>
              </a:xfrm>
              <a:prstGeom prst="rect">
                <a:avLst/>
              </a:prstGeom>
              <a:noFill/>
            </p:spPr>
            <p:txBody>
              <a:bodyPr wrap="none" rtlCol="0">
                <a:spAutoFit/>
              </a:bodyPr>
              <a:lstStyle/>
              <a:p>
                <a:r>
                  <a:rPr lang="en-US" altLang="ja-JP"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SPD</a:t>
                </a:r>
                <a:r>
                  <a:rPr lang="ja-JP" altLang="en-US"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50</a:t>
                </a:r>
                <a:endParaRPr lang="ja-JP" altLang="en-US"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47" name="グループ化 46">
              <a:extLst>
                <a:ext uri="{FF2B5EF4-FFF2-40B4-BE49-F238E27FC236}">
                  <a16:creationId xmlns:a16="http://schemas.microsoft.com/office/drawing/2014/main" id="{AB8C5E8E-25B9-3A12-FA99-7DF48C1F75E4}"/>
                </a:ext>
              </a:extLst>
            </p:cNvPr>
            <p:cNvGrpSpPr/>
            <p:nvPr/>
          </p:nvGrpSpPr>
          <p:grpSpPr>
            <a:xfrm>
              <a:off x="8219479" y="1475810"/>
              <a:ext cx="1096414" cy="382984"/>
              <a:chOff x="9966073" y="1893340"/>
              <a:chExt cx="836714" cy="292269"/>
            </a:xfrm>
          </p:grpSpPr>
          <p:sp>
            <p:nvSpPr>
              <p:cNvPr id="48" name="四角形: 角を丸くする 47">
                <a:extLst>
                  <a:ext uri="{FF2B5EF4-FFF2-40B4-BE49-F238E27FC236}">
                    <a16:creationId xmlns:a16="http://schemas.microsoft.com/office/drawing/2014/main" id="{3337906F-CE4E-12A3-F794-EEAAAA0952AD}"/>
                  </a:ext>
                </a:extLst>
              </p:cNvPr>
              <p:cNvSpPr/>
              <p:nvPr/>
            </p:nvSpPr>
            <p:spPr>
              <a:xfrm>
                <a:off x="9966073" y="1893340"/>
                <a:ext cx="836714" cy="292269"/>
              </a:xfrm>
              <a:prstGeom prst="roundRect">
                <a:avLst>
                  <a:gd name="adj" fmla="val 4721"/>
                </a:avLst>
              </a:prstGeom>
              <a:solidFill>
                <a:schemeClr val="accent2">
                  <a:alpha val="60000"/>
                </a:schemeClr>
              </a:solidFill>
              <a:ln w="25400">
                <a:solidFill>
                  <a:srgbClr val="FF00FF"/>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latin typeface="原稿用標準書体" panose="03000503000000000000" pitchFamily="66" charset="-128"/>
                  <a:ea typeface="原稿用標準書体" panose="03000503000000000000" pitchFamily="66" charset="-128"/>
                </a:endParaRPr>
              </a:p>
            </p:txBody>
          </p:sp>
          <p:sp>
            <p:nvSpPr>
              <p:cNvPr id="49" name="テキスト ボックス 48">
                <a:extLst>
                  <a:ext uri="{FF2B5EF4-FFF2-40B4-BE49-F238E27FC236}">
                    <a16:creationId xmlns:a16="http://schemas.microsoft.com/office/drawing/2014/main" id="{B6C9DACE-1B4A-4D79-80F0-3884AA2BF97C}"/>
                  </a:ext>
                </a:extLst>
              </p:cNvPr>
              <p:cNvSpPr txBox="1"/>
              <p:nvPr/>
            </p:nvSpPr>
            <p:spPr>
              <a:xfrm>
                <a:off x="10079092" y="1910293"/>
                <a:ext cx="610677" cy="258363"/>
              </a:xfrm>
              <a:prstGeom prst="rect">
                <a:avLst/>
              </a:prstGeom>
              <a:noFill/>
            </p:spPr>
            <p:txBody>
              <a:bodyPr wrap="none" rtlCol="0">
                <a:spAutoFit/>
              </a:bodyPr>
              <a:lstStyle/>
              <a:p>
                <a:pPr algn="ctr"/>
                <a:r>
                  <a:rPr lang="ja-JP" altLang="en-US" sz="1600">
                    <a:solidFill>
                      <a:srgbClr val="FF00FF"/>
                    </a:solidFill>
                    <a:latin typeface="原稿用標準書体" panose="03000503000000000000" pitchFamily="66" charset="-128"/>
                    <a:ea typeface="原稿用標準書体" panose="03000503000000000000" pitchFamily="66" charset="-128"/>
                  </a:rPr>
                  <a:t>格納中</a:t>
                </a:r>
                <a:endParaRPr lang="en-US" altLang="ja-JP" sz="1600" dirty="0">
                  <a:solidFill>
                    <a:srgbClr val="FF00FF"/>
                  </a:solidFill>
                  <a:latin typeface="原稿用標準書体" panose="03000503000000000000" pitchFamily="66" charset="-128"/>
                  <a:ea typeface="原稿用標準書体" panose="03000503000000000000" pitchFamily="66" charset="-128"/>
                </a:endParaRPr>
              </a:p>
            </p:txBody>
          </p:sp>
        </p:grpSp>
      </p:grpSp>
      <p:sp>
        <p:nvSpPr>
          <p:cNvPr id="52" name="四角形: 角を丸くする 51">
            <a:extLst>
              <a:ext uri="{FF2B5EF4-FFF2-40B4-BE49-F238E27FC236}">
                <a16:creationId xmlns:a16="http://schemas.microsoft.com/office/drawing/2014/main" id="{DB32DB99-3037-F771-901E-04DCCE3A6BB5}"/>
              </a:ext>
            </a:extLst>
          </p:cNvPr>
          <p:cNvSpPr/>
          <p:nvPr/>
        </p:nvSpPr>
        <p:spPr>
          <a:xfrm>
            <a:off x="1036812" y="2349888"/>
            <a:ext cx="7896665" cy="1102055"/>
          </a:xfrm>
          <a:prstGeom prst="roundRect">
            <a:avLst>
              <a:gd name="adj" fmla="val 6896"/>
            </a:avLst>
          </a:prstGeom>
          <a:solidFill>
            <a:schemeClr val="bg1">
              <a:lumMod val="9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3" name="楕円 52">
            <a:extLst>
              <a:ext uri="{FF2B5EF4-FFF2-40B4-BE49-F238E27FC236}">
                <a16:creationId xmlns:a16="http://schemas.microsoft.com/office/drawing/2014/main" id="{D9087863-694B-AB1B-3A6A-F2698FDDE154}"/>
              </a:ext>
            </a:extLst>
          </p:cNvPr>
          <p:cNvSpPr/>
          <p:nvPr/>
        </p:nvSpPr>
        <p:spPr>
          <a:xfrm>
            <a:off x="1374425" y="2568561"/>
            <a:ext cx="664708" cy="664708"/>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sz="24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4" name="テキスト ボックス 53">
            <a:extLst>
              <a:ext uri="{FF2B5EF4-FFF2-40B4-BE49-F238E27FC236}">
                <a16:creationId xmlns:a16="http://schemas.microsoft.com/office/drawing/2014/main" id="{6182256D-2C66-CA07-5464-3851B9FDE8CF}"/>
              </a:ext>
            </a:extLst>
          </p:cNvPr>
          <p:cNvSpPr txBox="1"/>
          <p:nvPr/>
        </p:nvSpPr>
        <p:spPr>
          <a:xfrm>
            <a:off x="2281242" y="2577750"/>
            <a:ext cx="877163" cy="646331"/>
          </a:xfrm>
          <a:prstGeom prst="rect">
            <a:avLst/>
          </a:prstGeom>
          <a:noFill/>
        </p:spPr>
        <p:txBody>
          <a:bodyPr wrap="none" rtlCol="0">
            <a:spAutoFit/>
          </a:bodyPr>
          <a:lstStyle/>
          <a:p>
            <a:pPr algn="ctr"/>
            <a:r>
              <a:rPr lang="en-US" altLang="ja-JP" sz="3600" b="1">
                <a:ln>
                  <a:gradFill flip="none" rotWithShape="1">
                    <a:gsLst>
                      <a:gs pos="25000">
                        <a:srgbClr val="FFFF00"/>
                      </a:gs>
                      <a:gs pos="0">
                        <a:srgbClr val="FF0000"/>
                      </a:gs>
                      <a:gs pos="50000">
                        <a:srgbClr val="00B050"/>
                      </a:gs>
                      <a:gs pos="75000">
                        <a:srgbClr val="0070C0"/>
                      </a:gs>
                      <a:gs pos="100000">
                        <a:schemeClr val="accent6"/>
                      </a:gs>
                    </a:gsLst>
                    <a:lin ang="0" scaled="1"/>
                    <a:tileRect/>
                  </a:gradFill>
                </a:ln>
                <a:gradFill flip="none" rotWithShape="1">
                  <a:gsLst>
                    <a:gs pos="0">
                      <a:srgbClr val="FF0000">
                        <a:lumMod val="97000"/>
                        <a:lumOff val="3000"/>
                      </a:srgbClr>
                    </a:gs>
                    <a:gs pos="100000">
                      <a:srgbClr val="7030A0"/>
                    </a:gs>
                    <a:gs pos="75000">
                      <a:srgbClr val="0070C0"/>
                    </a:gs>
                    <a:gs pos="50000">
                      <a:srgbClr val="8EDC23"/>
                    </a:gs>
                    <a:gs pos="25000">
                      <a:srgbClr val="FFFF00"/>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SSR</a:t>
            </a:r>
            <a:endParaRPr kumimoji="1" lang="ja-JP" altLang="en-US" sz="3600" b="1" dirty="0">
              <a:ln>
                <a:gradFill flip="none" rotWithShape="1">
                  <a:gsLst>
                    <a:gs pos="25000">
                      <a:srgbClr val="FFFF00"/>
                    </a:gs>
                    <a:gs pos="0">
                      <a:srgbClr val="FF0000"/>
                    </a:gs>
                    <a:gs pos="50000">
                      <a:srgbClr val="00B050"/>
                    </a:gs>
                    <a:gs pos="75000">
                      <a:srgbClr val="0070C0"/>
                    </a:gs>
                    <a:gs pos="100000">
                      <a:schemeClr val="accent6"/>
                    </a:gs>
                  </a:gsLst>
                  <a:lin ang="0" scaled="1"/>
                  <a:tileRect/>
                </a:gradFill>
              </a:ln>
              <a:gradFill flip="none" rotWithShape="1">
                <a:gsLst>
                  <a:gs pos="0">
                    <a:srgbClr val="FF0000">
                      <a:lumMod val="97000"/>
                      <a:lumOff val="3000"/>
                    </a:srgbClr>
                  </a:gs>
                  <a:gs pos="100000">
                    <a:srgbClr val="7030A0"/>
                  </a:gs>
                  <a:gs pos="75000">
                    <a:srgbClr val="0070C0"/>
                  </a:gs>
                  <a:gs pos="50000">
                    <a:srgbClr val="8EDC23"/>
                  </a:gs>
                  <a:gs pos="25000">
                    <a:srgbClr val="FFFF00"/>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grpSp>
        <p:nvGrpSpPr>
          <p:cNvPr id="55" name="グループ化 54">
            <a:extLst>
              <a:ext uri="{FF2B5EF4-FFF2-40B4-BE49-F238E27FC236}">
                <a16:creationId xmlns:a16="http://schemas.microsoft.com/office/drawing/2014/main" id="{8ACE5032-A9F3-C739-2A4A-F1DDEFAF978A}"/>
              </a:ext>
            </a:extLst>
          </p:cNvPr>
          <p:cNvGrpSpPr/>
          <p:nvPr/>
        </p:nvGrpSpPr>
        <p:grpSpPr>
          <a:xfrm>
            <a:off x="3432406" y="2452470"/>
            <a:ext cx="800219" cy="896890"/>
            <a:chOff x="4135299" y="1266070"/>
            <a:chExt cx="800219" cy="896890"/>
          </a:xfrm>
        </p:grpSpPr>
        <p:pic>
          <p:nvPicPr>
            <p:cNvPr id="67" name="図 66">
              <a:extLst>
                <a:ext uri="{FF2B5EF4-FFF2-40B4-BE49-F238E27FC236}">
                  <a16:creationId xmlns:a16="http://schemas.microsoft.com/office/drawing/2014/main" id="{5D2DE66E-A244-137D-BE7A-2B3523DF8FC8}"/>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4223170" y="1266070"/>
              <a:ext cx="624477" cy="662951"/>
            </a:xfrm>
            <a:prstGeom prst="rect">
              <a:avLst/>
            </a:prstGeom>
          </p:spPr>
        </p:pic>
        <p:sp>
          <p:nvSpPr>
            <p:cNvPr id="68" name="テキスト ボックス 67">
              <a:extLst>
                <a:ext uri="{FF2B5EF4-FFF2-40B4-BE49-F238E27FC236}">
                  <a16:creationId xmlns:a16="http://schemas.microsoft.com/office/drawing/2014/main" id="{96AB4FD1-FB5A-C469-EEF8-9AFA1239369F}"/>
                </a:ext>
              </a:extLst>
            </p:cNvPr>
            <p:cNvSpPr txBox="1"/>
            <p:nvPr/>
          </p:nvSpPr>
          <p:spPr>
            <a:xfrm>
              <a:off x="4135299" y="1824406"/>
              <a:ext cx="800219" cy="338554"/>
            </a:xfrm>
            <a:prstGeom prst="rect">
              <a:avLst/>
            </a:prstGeom>
            <a:noFill/>
          </p:spPr>
          <p:txBody>
            <a:bodyPr wrap="none" rtlCol="0">
              <a:spAutoFit/>
            </a:bodyPr>
            <a:lstStyle/>
            <a:p>
              <a:r>
                <a:rPr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武器名</a:t>
              </a:r>
              <a:endParaRPr kumimoji="1"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56" name="テキスト ボックス 55">
            <a:extLst>
              <a:ext uri="{FF2B5EF4-FFF2-40B4-BE49-F238E27FC236}">
                <a16:creationId xmlns:a16="http://schemas.microsoft.com/office/drawing/2014/main" id="{7DB34351-EC75-22B3-8FEF-A006E1F3F6B0}"/>
              </a:ext>
            </a:extLst>
          </p:cNvPr>
          <p:cNvSpPr txBox="1"/>
          <p:nvPr/>
        </p:nvSpPr>
        <p:spPr>
          <a:xfrm>
            <a:off x="6011965" y="2500634"/>
            <a:ext cx="1005403" cy="338554"/>
          </a:xfrm>
          <a:prstGeom prst="rect">
            <a:avLst/>
          </a:prstGeom>
          <a:noFill/>
        </p:spPr>
        <p:txBody>
          <a:bodyPr wrap="none" rtlCol="0">
            <a:spAutoFit/>
          </a:bodyPr>
          <a:lstStyle/>
          <a:p>
            <a:r>
              <a:rPr lang="ja-JP" altLang="en-US" sz="1600">
                <a:solidFill>
                  <a:schemeClr val="accent6"/>
                </a:solidFill>
                <a:latin typeface="原稿用標準書体" panose="03000503000000000000" pitchFamily="66" charset="-128"/>
                <a:ea typeface="原稿用標準書体" panose="03000503000000000000" pitchFamily="66" charset="-128"/>
              </a:rPr>
              <a:t>状態付与</a:t>
            </a:r>
            <a:endParaRPr kumimoji="1" lang="ja-JP" altLang="en-US" sz="1600" dirty="0">
              <a:solidFill>
                <a:schemeClr val="accent6"/>
              </a:solidFill>
              <a:latin typeface="原稿用標準書体" panose="03000503000000000000" pitchFamily="66" charset="-128"/>
              <a:ea typeface="原稿用標準書体" panose="03000503000000000000" pitchFamily="66" charset="-128"/>
            </a:endParaRPr>
          </a:p>
        </p:txBody>
      </p:sp>
      <p:grpSp>
        <p:nvGrpSpPr>
          <p:cNvPr id="57" name="グループ化 56">
            <a:extLst>
              <a:ext uri="{FF2B5EF4-FFF2-40B4-BE49-F238E27FC236}">
                <a16:creationId xmlns:a16="http://schemas.microsoft.com/office/drawing/2014/main" id="{DF88DBCB-72E2-3EDB-6C05-A0D606247277}"/>
              </a:ext>
            </a:extLst>
          </p:cNvPr>
          <p:cNvGrpSpPr/>
          <p:nvPr/>
        </p:nvGrpSpPr>
        <p:grpSpPr>
          <a:xfrm>
            <a:off x="5937371" y="2911909"/>
            <a:ext cx="1154591" cy="403305"/>
            <a:chOff x="9966073" y="1893345"/>
            <a:chExt cx="836714" cy="292269"/>
          </a:xfrm>
        </p:grpSpPr>
        <p:sp>
          <p:nvSpPr>
            <p:cNvPr id="65" name="四角形: 角を丸くする 64">
              <a:extLst>
                <a:ext uri="{FF2B5EF4-FFF2-40B4-BE49-F238E27FC236}">
                  <a16:creationId xmlns:a16="http://schemas.microsoft.com/office/drawing/2014/main" id="{F5D915CE-3EB7-AE81-CBCD-F5CD56381F00}"/>
                </a:ext>
              </a:extLst>
            </p:cNvPr>
            <p:cNvSpPr/>
            <p:nvPr/>
          </p:nvSpPr>
          <p:spPr>
            <a:xfrm>
              <a:off x="9966073" y="1893345"/>
              <a:ext cx="836714" cy="292269"/>
            </a:xfrm>
            <a:prstGeom prst="roundRect">
              <a:avLst>
                <a:gd name="adj" fmla="val 4721"/>
              </a:avLst>
            </a:prstGeom>
            <a:solidFill>
              <a:schemeClr val="accent6">
                <a:lumMod val="20000"/>
                <a:lumOff val="8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latin typeface="原稿用標準書体" panose="03000503000000000000" pitchFamily="66" charset="-128"/>
                <a:ea typeface="原稿用標準書体" panose="03000503000000000000" pitchFamily="66" charset="-128"/>
              </a:endParaRPr>
            </a:p>
          </p:txBody>
        </p:sp>
        <p:sp>
          <p:nvSpPr>
            <p:cNvPr id="66" name="テキスト ボックス 65">
              <a:extLst>
                <a:ext uri="{FF2B5EF4-FFF2-40B4-BE49-F238E27FC236}">
                  <a16:creationId xmlns:a16="http://schemas.microsoft.com/office/drawing/2014/main" id="{031D35DC-8B7D-790F-495F-6B451DD49C6A}"/>
                </a:ext>
              </a:extLst>
            </p:cNvPr>
            <p:cNvSpPr txBox="1"/>
            <p:nvPr/>
          </p:nvSpPr>
          <p:spPr>
            <a:xfrm>
              <a:off x="10094478" y="1916805"/>
              <a:ext cx="579906" cy="245345"/>
            </a:xfrm>
            <a:prstGeom prst="rect">
              <a:avLst/>
            </a:prstGeom>
            <a:noFill/>
          </p:spPr>
          <p:txBody>
            <a:bodyPr wrap="none" rtlCol="0">
              <a:spAutoFit/>
            </a:bodyPr>
            <a:lstStyle/>
            <a:p>
              <a:pPr algn="ctr"/>
              <a:r>
                <a:rPr lang="ja-JP" altLang="en-US" sz="1600">
                  <a:solidFill>
                    <a:schemeClr val="tx1">
                      <a:lumMod val="75000"/>
                      <a:lumOff val="25000"/>
                    </a:schemeClr>
                  </a:solidFill>
                  <a:latin typeface="原稿用標準書体" panose="03000503000000000000" pitchFamily="66" charset="-128"/>
                  <a:ea typeface="原稿用標準書体" panose="03000503000000000000" pitchFamily="66" charset="-128"/>
                </a:rPr>
                <a:t>状態名</a:t>
              </a:r>
              <a:endParaRPr lang="en-US" altLang="ja-JP" sz="1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grpSp>
        <p:nvGrpSpPr>
          <p:cNvPr id="58" name="グループ化 57">
            <a:extLst>
              <a:ext uri="{FF2B5EF4-FFF2-40B4-BE49-F238E27FC236}">
                <a16:creationId xmlns:a16="http://schemas.microsoft.com/office/drawing/2014/main" id="{89C9BDB7-DF22-1F9D-6E76-4C9338E9016E}"/>
              </a:ext>
            </a:extLst>
          </p:cNvPr>
          <p:cNvGrpSpPr/>
          <p:nvPr/>
        </p:nvGrpSpPr>
        <p:grpSpPr>
          <a:xfrm>
            <a:off x="4482474" y="2432710"/>
            <a:ext cx="902811" cy="936411"/>
            <a:chOff x="5049382" y="1286639"/>
            <a:chExt cx="902811" cy="936411"/>
          </a:xfrm>
        </p:grpSpPr>
        <p:sp>
          <p:nvSpPr>
            <p:cNvPr id="62" name="テキスト ボックス 61">
              <a:extLst>
                <a:ext uri="{FF2B5EF4-FFF2-40B4-BE49-F238E27FC236}">
                  <a16:creationId xmlns:a16="http://schemas.microsoft.com/office/drawing/2014/main" id="{5C0BF041-C8D5-FEB5-46B7-172A91288F73}"/>
                </a:ext>
              </a:extLst>
            </p:cNvPr>
            <p:cNvSpPr txBox="1"/>
            <p:nvPr/>
          </p:nvSpPr>
          <p:spPr>
            <a:xfrm>
              <a:off x="5049382" y="1884496"/>
              <a:ext cx="902811" cy="338554"/>
            </a:xfrm>
            <a:prstGeom prst="rect">
              <a:avLst/>
            </a:prstGeom>
            <a:noFill/>
          </p:spPr>
          <p:txBody>
            <a:bodyPr wrap="none" rtlCol="0">
              <a:spAutoFit/>
            </a:bodyPr>
            <a:lstStyle/>
            <a:p>
              <a:r>
                <a:rPr lang="en-US" altLang="ja-JP"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ATK</a:t>
              </a:r>
              <a:r>
                <a:rPr lang="ja-JP" altLang="en-US"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80</a:t>
              </a:r>
              <a:endParaRPr lang="ja-JP" altLang="en-US"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3" name="テキスト ボックス 62">
              <a:extLst>
                <a:ext uri="{FF2B5EF4-FFF2-40B4-BE49-F238E27FC236}">
                  <a16:creationId xmlns:a16="http://schemas.microsoft.com/office/drawing/2014/main" id="{19FA0473-9B6B-DAA9-EE6E-F14DBD549A3A}"/>
                </a:ext>
              </a:extLst>
            </p:cNvPr>
            <p:cNvSpPr txBox="1"/>
            <p:nvPr/>
          </p:nvSpPr>
          <p:spPr>
            <a:xfrm>
              <a:off x="5049382" y="1286639"/>
              <a:ext cx="902811" cy="338554"/>
            </a:xfrm>
            <a:prstGeom prst="rect">
              <a:avLst/>
            </a:prstGeom>
            <a:noFill/>
          </p:spPr>
          <p:txBody>
            <a:bodyPr wrap="none" rtlCol="0">
              <a:spAutoFit/>
            </a:bodyPr>
            <a:lstStyle/>
            <a:p>
              <a:r>
                <a:rPr lang="en-US" altLang="ja-JP"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HP</a:t>
              </a:r>
              <a:r>
                <a:rPr lang="ja-JP" altLang="en-US"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350</a:t>
              </a:r>
              <a:endParaRPr lang="ja-JP" altLang="en-US"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4" name="テキスト ボックス 63">
              <a:extLst>
                <a:ext uri="{FF2B5EF4-FFF2-40B4-BE49-F238E27FC236}">
                  <a16:creationId xmlns:a16="http://schemas.microsoft.com/office/drawing/2014/main" id="{95EAE3F2-5BF2-C806-8799-8146C2ED1744}"/>
                </a:ext>
              </a:extLst>
            </p:cNvPr>
            <p:cNvSpPr txBox="1"/>
            <p:nvPr/>
          </p:nvSpPr>
          <p:spPr>
            <a:xfrm>
              <a:off x="5049382" y="1585567"/>
              <a:ext cx="902811" cy="338554"/>
            </a:xfrm>
            <a:prstGeom prst="rect">
              <a:avLst/>
            </a:prstGeom>
            <a:noFill/>
          </p:spPr>
          <p:txBody>
            <a:bodyPr wrap="none" rtlCol="0">
              <a:spAutoFit/>
            </a:bodyPr>
            <a:lstStyle/>
            <a:p>
              <a:r>
                <a:rPr lang="en-US" altLang="ja-JP"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SPD</a:t>
              </a:r>
              <a:r>
                <a:rPr lang="ja-JP" altLang="en-US"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70</a:t>
              </a:r>
              <a:endParaRPr lang="ja-JP" altLang="en-US"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59" name="グループ化 58">
            <a:extLst>
              <a:ext uri="{FF2B5EF4-FFF2-40B4-BE49-F238E27FC236}">
                <a16:creationId xmlns:a16="http://schemas.microsoft.com/office/drawing/2014/main" id="{2F6C565E-E714-66C6-5FE5-D15D3EBE942F}"/>
              </a:ext>
            </a:extLst>
          </p:cNvPr>
          <p:cNvGrpSpPr/>
          <p:nvPr/>
        </p:nvGrpSpPr>
        <p:grpSpPr>
          <a:xfrm>
            <a:off x="7408735" y="2685895"/>
            <a:ext cx="1096414" cy="382984"/>
            <a:chOff x="9966073" y="1893340"/>
            <a:chExt cx="836714" cy="292269"/>
          </a:xfrm>
        </p:grpSpPr>
        <p:sp>
          <p:nvSpPr>
            <p:cNvPr id="60" name="四角形: 角を丸くする 59">
              <a:extLst>
                <a:ext uri="{FF2B5EF4-FFF2-40B4-BE49-F238E27FC236}">
                  <a16:creationId xmlns:a16="http://schemas.microsoft.com/office/drawing/2014/main" id="{D57EB5FF-FD68-5E16-DA55-D1E75228A6AA}"/>
                </a:ext>
              </a:extLst>
            </p:cNvPr>
            <p:cNvSpPr/>
            <p:nvPr/>
          </p:nvSpPr>
          <p:spPr>
            <a:xfrm>
              <a:off x="9966073" y="1893340"/>
              <a:ext cx="836714" cy="292269"/>
            </a:xfrm>
            <a:prstGeom prst="roundRect">
              <a:avLst>
                <a:gd name="adj" fmla="val 4721"/>
              </a:avLst>
            </a:prstGeom>
            <a:solidFill>
              <a:srgbClr val="FF00FF">
                <a:alpha val="60000"/>
              </a:srgbClr>
            </a:solidFill>
            <a:ln w="25400">
              <a:no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latin typeface="原稿用標準書体" panose="03000503000000000000" pitchFamily="66" charset="-128"/>
                <a:ea typeface="原稿用標準書体" panose="03000503000000000000" pitchFamily="66" charset="-128"/>
              </a:endParaRPr>
            </a:p>
          </p:txBody>
        </p:sp>
        <p:sp>
          <p:nvSpPr>
            <p:cNvPr id="61" name="テキスト ボックス 60">
              <a:extLst>
                <a:ext uri="{FF2B5EF4-FFF2-40B4-BE49-F238E27FC236}">
                  <a16:creationId xmlns:a16="http://schemas.microsoft.com/office/drawing/2014/main" id="{64FD28D3-4FAF-2B8F-6834-B1496B03F48B}"/>
                </a:ext>
              </a:extLst>
            </p:cNvPr>
            <p:cNvSpPr txBox="1"/>
            <p:nvPr/>
          </p:nvSpPr>
          <p:spPr>
            <a:xfrm>
              <a:off x="10157384" y="1910293"/>
              <a:ext cx="454093" cy="258363"/>
            </a:xfrm>
            <a:prstGeom prst="rect">
              <a:avLst/>
            </a:prstGeom>
            <a:noFill/>
          </p:spPr>
          <p:txBody>
            <a:bodyPr wrap="none" rtlCol="0">
              <a:spAutoFit/>
            </a:bodyPr>
            <a:lstStyle/>
            <a:p>
              <a:pPr algn="ctr"/>
              <a:r>
                <a:rPr lang="ja-JP" altLang="en-US" sz="1600">
                  <a:solidFill>
                    <a:schemeClr val="accent2">
                      <a:lumMod val="60000"/>
                      <a:lumOff val="40000"/>
                    </a:schemeClr>
                  </a:solidFill>
                  <a:latin typeface="原稿用標準書体" panose="03000503000000000000" pitchFamily="66" charset="-128"/>
                  <a:ea typeface="原稿用標準書体" panose="03000503000000000000" pitchFamily="66" charset="-128"/>
                </a:rPr>
                <a:t>格納</a:t>
              </a:r>
              <a:endParaRPr lang="en-US" altLang="ja-JP" sz="1600" dirty="0">
                <a:solidFill>
                  <a:schemeClr val="accent2">
                    <a:lumMod val="60000"/>
                    <a:lumOff val="40000"/>
                  </a:schemeClr>
                </a:solidFill>
                <a:latin typeface="原稿用標準書体" panose="03000503000000000000" pitchFamily="66" charset="-128"/>
                <a:ea typeface="原稿用標準書体" panose="03000503000000000000" pitchFamily="66" charset="-128"/>
              </a:endParaRPr>
            </a:p>
          </p:txBody>
        </p:sp>
      </p:grpSp>
      <p:grpSp>
        <p:nvGrpSpPr>
          <p:cNvPr id="69" name="グループ化 68">
            <a:extLst>
              <a:ext uri="{FF2B5EF4-FFF2-40B4-BE49-F238E27FC236}">
                <a16:creationId xmlns:a16="http://schemas.microsoft.com/office/drawing/2014/main" id="{88F7FA49-2B4A-E9DC-380A-4D2E3C2254F0}"/>
              </a:ext>
            </a:extLst>
          </p:cNvPr>
          <p:cNvGrpSpPr/>
          <p:nvPr/>
        </p:nvGrpSpPr>
        <p:grpSpPr>
          <a:xfrm>
            <a:off x="5499235" y="2470759"/>
            <a:ext cx="205636" cy="865729"/>
            <a:chOff x="6239689" y="3238766"/>
            <a:chExt cx="217724" cy="916620"/>
          </a:xfrm>
        </p:grpSpPr>
        <p:pic>
          <p:nvPicPr>
            <p:cNvPr id="23" name="図 22">
              <a:extLst>
                <a:ext uri="{FF2B5EF4-FFF2-40B4-BE49-F238E27FC236}">
                  <a16:creationId xmlns:a16="http://schemas.microsoft.com/office/drawing/2014/main" id="{30D33A67-E556-35CB-E594-7A8A305848D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239689" y="3238766"/>
              <a:ext cx="217724" cy="223877"/>
            </a:xfrm>
            <a:prstGeom prst="rect">
              <a:avLst/>
            </a:prstGeom>
          </p:spPr>
        </p:pic>
        <p:pic>
          <p:nvPicPr>
            <p:cNvPr id="27" name="図 26">
              <a:extLst>
                <a:ext uri="{FF2B5EF4-FFF2-40B4-BE49-F238E27FC236}">
                  <a16:creationId xmlns:a16="http://schemas.microsoft.com/office/drawing/2014/main" id="{2F6F966E-1AC8-8BC1-7A15-2FEE1D8251B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239689" y="3585138"/>
              <a:ext cx="217724" cy="223877"/>
            </a:xfrm>
            <a:prstGeom prst="rect">
              <a:avLst/>
            </a:prstGeom>
          </p:spPr>
        </p:pic>
        <p:pic>
          <p:nvPicPr>
            <p:cNvPr id="30" name="図 29">
              <a:extLst>
                <a:ext uri="{FF2B5EF4-FFF2-40B4-BE49-F238E27FC236}">
                  <a16:creationId xmlns:a16="http://schemas.microsoft.com/office/drawing/2014/main" id="{631E592E-87D2-9323-C850-355F2DB0222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flipV="1">
              <a:off x="6239689" y="3931509"/>
              <a:ext cx="217724" cy="223877"/>
            </a:xfrm>
            <a:prstGeom prst="rect">
              <a:avLst/>
            </a:prstGeom>
          </p:spPr>
        </p:pic>
      </p:grpSp>
      <p:grpSp>
        <p:nvGrpSpPr>
          <p:cNvPr id="70" name="グループ化 69">
            <a:extLst>
              <a:ext uri="{FF2B5EF4-FFF2-40B4-BE49-F238E27FC236}">
                <a16:creationId xmlns:a16="http://schemas.microsoft.com/office/drawing/2014/main" id="{21231E14-857E-FA1D-47FD-770FEF251DD5}"/>
              </a:ext>
            </a:extLst>
          </p:cNvPr>
          <p:cNvGrpSpPr/>
          <p:nvPr/>
        </p:nvGrpSpPr>
        <p:grpSpPr>
          <a:xfrm>
            <a:off x="9265717" y="2434939"/>
            <a:ext cx="236362" cy="3690389"/>
            <a:chOff x="11044871" y="4022147"/>
            <a:chExt cx="236362" cy="2031812"/>
          </a:xfrm>
        </p:grpSpPr>
        <p:sp>
          <p:nvSpPr>
            <p:cNvPr id="71" name="四角形: 角を丸くする 70">
              <a:extLst>
                <a:ext uri="{FF2B5EF4-FFF2-40B4-BE49-F238E27FC236}">
                  <a16:creationId xmlns:a16="http://schemas.microsoft.com/office/drawing/2014/main" id="{4D2E54D1-BE58-C013-0CC6-06AE311339BC}"/>
                </a:ext>
              </a:extLst>
            </p:cNvPr>
            <p:cNvSpPr/>
            <p:nvPr/>
          </p:nvSpPr>
          <p:spPr>
            <a:xfrm>
              <a:off x="11044871" y="4022147"/>
              <a:ext cx="236362" cy="2031812"/>
            </a:xfrm>
            <a:prstGeom prst="roundRect">
              <a:avLst/>
            </a:prstGeom>
            <a:no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2" name="四角形: 角を丸くする 71">
              <a:extLst>
                <a:ext uri="{FF2B5EF4-FFF2-40B4-BE49-F238E27FC236}">
                  <a16:creationId xmlns:a16="http://schemas.microsoft.com/office/drawing/2014/main" id="{C0A5FC1C-8C18-9767-7F47-EF53F42FEFE8}"/>
                </a:ext>
              </a:extLst>
            </p:cNvPr>
            <p:cNvSpPr/>
            <p:nvPr/>
          </p:nvSpPr>
          <p:spPr>
            <a:xfrm>
              <a:off x="11066205" y="4094529"/>
              <a:ext cx="193695" cy="571313"/>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cxnSp>
        <p:nvCxnSpPr>
          <p:cNvPr id="74" name="直線コネクタ 73">
            <a:extLst>
              <a:ext uri="{FF2B5EF4-FFF2-40B4-BE49-F238E27FC236}">
                <a16:creationId xmlns:a16="http://schemas.microsoft.com/office/drawing/2014/main" id="{0F42144B-C941-DE85-5E0A-100F645A5F0A}"/>
              </a:ext>
            </a:extLst>
          </p:cNvPr>
          <p:cNvCxnSpPr>
            <a:cxnSpLocks/>
          </p:cNvCxnSpPr>
          <p:nvPr/>
        </p:nvCxnSpPr>
        <p:spPr>
          <a:xfrm>
            <a:off x="753111" y="2222694"/>
            <a:ext cx="8975683" cy="0"/>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76" name="四角形: 角を丸くする 75">
            <a:extLst>
              <a:ext uri="{FF2B5EF4-FFF2-40B4-BE49-F238E27FC236}">
                <a16:creationId xmlns:a16="http://schemas.microsoft.com/office/drawing/2014/main" id="{B183F175-086F-D03B-BDC3-D795B110CA03}"/>
              </a:ext>
            </a:extLst>
          </p:cNvPr>
          <p:cNvSpPr/>
          <p:nvPr/>
        </p:nvSpPr>
        <p:spPr>
          <a:xfrm>
            <a:off x="1036812" y="3686581"/>
            <a:ext cx="7896665" cy="1102055"/>
          </a:xfrm>
          <a:prstGeom prst="roundRect">
            <a:avLst>
              <a:gd name="adj" fmla="val 6896"/>
            </a:avLst>
          </a:prstGeom>
          <a:solidFill>
            <a:schemeClr val="bg1">
              <a:lumMod val="9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7" name="楕円 76">
            <a:extLst>
              <a:ext uri="{FF2B5EF4-FFF2-40B4-BE49-F238E27FC236}">
                <a16:creationId xmlns:a16="http://schemas.microsoft.com/office/drawing/2014/main" id="{0BCC57F7-6BEF-C0EB-8341-EC168215736D}"/>
              </a:ext>
            </a:extLst>
          </p:cNvPr>
          <p:cNvSpPr/>
          <p:nvPr/>
        </p:nvSpPr>
        <p:spPr>
          <a:xfrm>
            <a:off x="1374425" y="3905254"/>
            <a:ext cx="664708" cy="664708"/>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sz="24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79" name="グループ化 78">
            <a:extLst>
              <a:ext uri="{FF2B5EF4-FFF2-40B4-BE49-F238E27FC236}">
                <a16:creationId xmlns:a16="http://schemas.microsoft.com/office/drawing/2014/main" id="{5E7113E3-D15C-83A0-46D4-912FB0BA1F27}"/>
              </a:ext>
            </a:extLst>
          </p:cNvPr>
          <p:cNvGrpSpPr/>
          <p:nvPr/>
        </p:nvGrpSpPr>
        <p:grpSpPr>
          <a:xfrm>
            <a:off x="3432406" y="3789163"/>
            <a:ext cx="800219" cy="896890"/>
            <a:chOff x="4135299" y="1266070"/>
            <a:chExt cx="800219" cy="896890"/>
          </a:xfrm>
        </p:grpSpPr>
        <p:pic>
          <p:nvPicPr>
            <p:cNvPr id="91" name="図 90">
              <a:extLst>
                <a:ext uri="{FF2B5EF4-FFF2-40B4-BE49-F238E27FC236}">
                  <a16:creationId xmlns:a16="http://schemas.microsoft.com/office/drawing/2014/main" id="{14744479-65DF-0FAA-EAEE-9E12D8FB0034}"/>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4223170" y="1266070"/>
              <a:ext cx="624477" cy="662951"/>
            </a:xfrm>
            <a:prstGeom prst="rect">
              <a:avLst/>
            </a:prstGeom>
          </p:spPr>
        </p:pic>
        <p:sp>
          <p:nvSpPr>
            <p:cNvPr id="92" name="テキスト ボックス 91">
              <a:extLst>
                <a:ext uri="{FF2B5EF4-FFF2-40B4-BE49-F238E27FC236}">
                  <a16:creationId xmlns:a16="http://schemas.microsoft.com/office/drawing/2014/main" id="{B4225810-6E36-5F12-5E68-CC644B3CE448}"/>
                </a:ext>
              </a:extLst>
            </p:cNvPr>
            <p:cNvSpPr txBox="1"/>
            <p:nvPr/>
          </p:nvSpPr>
          <p:spPr>
            <a:xfrm>
              <a:off x="4135299" y="1824406"/>
              <a:ext cx="800219" cy="338554"/>
            </a:xfrm>
            <a:prstGeom prst="rect">
              <a:avLst/>
            </a:prstGeom>
            <a:noFill/>
          </p:spPr>
          <p:txBody>
            <a:bodyPr wrap="none" rtlCol="0">
              <a:spAutoFit/>
            </a:bodyPr>
            <a:lstStyle/>
            <a:p>
              <a:r>
                <a:rPr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武器名</a:t>
              </a:r>
              <a:endParaRPr kumimoji="1"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80" name="テキスト ボックス 79">
            <a:extLst>
              <a:ext uri="{FF2B5EF4-FFF2-40B4-BE49-F238E27FC236}">
                <a16:creationId xmlns:a16="http://schemas.microsoft.com/office/drawing/2014/main" id="{E7EB70C6-6AC6-473B-47EA-272B4104CDB3}"/>
              </a:ext>
            </a:extLst>
          </p:cNvPr>
          <p:cNvSpPr txBox="1"/>
          <p:nvPr/>
        </p:nvSpPr>
        <p:spPr>
          <a:xfrm>
            <a:off x="6011965" y="3837327"/>
            <a:ext cx="1005403" cy="338554"/>
          </a:xfrm>
          <a:prstGeom prst="rect">
            <a:avLst/>
          </a:prstGeom>
          <a:noFill/>
        </p:spPr>
        <p:txBody>
          <a:bodyPr wrap="none" rtlCol="0">
            <a:spAutoFit/>
          </a:bodyPr>
          <a:lstStyle/>
          <a:p>
            <a:r>
              <a:rPr lang="ja-JP" altLang="en-US" sz="1600">
                <a:solidFill>
                  <a:schemeClr val="accent6"/>
                </a:solidFill>
                <a:latin typeface="原稿用標準書体" panose="03000503000000000000" pitchFamily="66" charset="-128"/>
                <a:ea typeface="原稿用標準書体" panose="03000503000000000000" pitchFamily="66" charset="-128"/>
              </a:rPr>
              <a:t>状態付与</a:t>
            </a:r>
            <a:endParaRPr kumimoji="1" lang="ja-JP" altLang="en-US" sz="1600" dirty="0">
              <a:solidFill>
                <a:schemeClr val="accent6"/>
              </a:solidFill>
              <a:latin typeface="原稿用標準書体" panose="03000503000000000000" pitchFamily="66" charset="-128"/>
              <a:ea typeface="原稿用標準書体" panose="03000503000000000000" pitchFamily="66" charset="-128"/>
            </a:endParaRPr>
          </a:p>
        </p:txBody>
      </p:sp>
      <p:grpSp>
        <p:nvGrpSpPr>
          <p:cNvPr id="81" name="グループ化 80">
            <a:extLst>
              <a:ext uri="{FF2B5EF4-FFF2-40B4-BE49-F238E27FC236}">
                <a16:creationId xmlns:a16="http://schemas.microsoft.com/office/drawing/2014/main" id="{529B7165-C301-0BD0-5B66-C0871BC9033D}"/>
              </a:ext>
            </a:extLst>
          </p:cNvPr>
          <p:cNvGrpSpPr/>
          <p:nvPr/>
        </p:nvGrpSpPr>
        <p:grpSpPr>
          <a:xfrm>
            <a:off x="5937371" y="4248602"/>
            <a:ext cx="1154591" cy="403305"/>
            <a:chOff x="9966073" y="1893345"/>
            <a:chExt cx="836714" cy="292269"/>
          </a:xfrm>
        </p:grpSpPr>
        <p:sp>
          <p:nvSpPr>
            <p:cNvPr id="89" name="四角形: 角を丸くする 88">
              <a:extLst>
                <a:ext uri="{FF2B5EF4-FFF2-40B4-BE49-F238E27FC236}">
                  <a16:creationId xmlns:a16="http://schemas.microsoft.com/office/drawing/2014/main" id="{7892D6C1-38FF-E69E-7989-CB3CB58C84BE}"/>
                </a:ext>
              </a:extLst>
            </p:cNvPr>
            <p:cNvSpPr/>
            <p:nvPr/>
          </p:nvSpPr>
          <p:spPr>
            <a:xfrm>
              <a:off x="9966073" y="1893345"/>
              <a:ext cx="836714" cy="292269"/>
            </a:xfrm>
            <a:prstGeom prst="roundRect">
              <a:avLst>
                <a:gd name="adj" fmla="val 4721"/>
              </a:avLst>
            </a:prstGeom>
            <a:solidFill>
              <a:schemeClr val="accent6">
                <a:lumMod val="20000"/>
                <a:lumOff val="8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latin typeface="原稿用標準書体" panose="03000503000000000000" pitchFamily="66" charset="-128"/>
                <a:ea typeface="原稿用標準書体" panose="03000503000000000000" pitchFamily="66" charset="-128"/>
              </a:endParaRPr>
            </a:p>
          </p:txBody>
        </p:sp>
        <p:sp>
          <p:nvSpPr>
            <p:cNvPr id="90" name="テキスト ボックス 89">
              <a:extLst>
                <a:ext uri="{FF2B5EF4-FFF2-40B4-BE49-F238E27FC236}">
                  <a16:creationId xmlns:a16="http://schemas.microsoft.com/office/drawing/2014/main" id="{C187E26E-8CB3-90C5-FAAD-3321FC15B0E6}"/>
                </a:ext>
              </a:extLst>
            </p:cNvPr>
            <p:cNvSpPr txBox="1"/>
            <p:nvPr/>
          </p:nvSpPr>
          <p:spPr>
            <a:xfrm>
              <a:off x="10094478" y="1916805"/>
              <a:ext cx="579906" cy="245345"/>
            </a:xfrm>
            <a:prstGeom prst="rect">
              <a:avLst/>
            </a:prstGeom>
            <a:noFill/>
          </p:spPr>
          <p:txBody>
            <a:bodyPr wrap="none" rtlCol="0">
              <a:spAutoFit/>
            </a:bodyPr>
            <a:lstStyle/>
            <a:p>
              <a:pPr algn="ctr"/>
              <a:r>
                <a:rPr lang="ja-JP" altLang="en-US" sz="1600">
                  <a:solidFill>
                    <a:schemeClr val="tx1">
                      <a:lumMod val="75000"/>
                      <a:lumOff val="25000"/>
                    </a:schemeClr>
                  </a:solidFill>
                  <a:latin typeface="原稿用標準書体" panose="03000503000000000000" pitchFamily="66" charset="-128"/>
                  <a:ea typeface="原稿用標準書体" panose="03000503000000000000" pitchFamily="66" charset="-128"/>
                </a:rPr>
                <a:t>状態名</a:t>
              </a:r>
              <a:endParaRPr lang="en-US" altLang="ja-JP" sz="1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grpSp>
        <p:nvGrpSpPr>
          <p:cNvPr id="82" name="グループ化 81">
            <a:extLst>
              <a:ext uri="{FF2B5EF4-FFF2-40B4-BE49-F238E27FC236}">
                <a16:creationId xmlns:a16="http://schemas.microsoft.com/office/drawing/2014/main" id="{76216D65-3365-0187-AB56-1C525E2B9BDD}"/>
              </a:ext>
            </a:extLst>
          </p:cNvPr>
          <p:cNvGrpSpPr/>
          <p:nvPr/>
        </p:nvGrpSpPr>
        <p:grpSpPr>
          <a:xfrm>
            <a:off x="4482474" y="3769403"/>
            <a:ext cx="902811" cy="936411"/>
            <a:chOff x="5049382" y="1286639"/>
            <a:chExt cx="902811" cy="936411"/>
          </a:xfrm>
        </p:grpSpPr>
        <p:sp>
          <p:nvSpPr>
            <p:cNvPr id="86" name="テキスト ボックス 85">
              <a:extLst>
                <a:ext uri="{FF2B5EF4-FFF2-40B4-BE49-F238E27FC236}">
                  <a16:creationId xmlns:a16="http://schemas.microsoft.com/office/drawing/2014/main" id="{ECCA9D8D-5A8A-6C39-2652-B67A514372B8}"/>
                </a:ext>
              </a:extLst>
            </p:cNvPr>
            <p:cNvSpPr txBox="1"/>
            <p:nvPr/>
          </p:nvSpPr>
          <p:spPr>
            <a:xfrm>
              <a:off x="5049382" y="1884496"/>
              <a:ext cx="902811" cy="338554"/>
            </a:xfrm>
            <a:prstGeom prst="rect">
              <a:avLst/>
            </a:prstGeom>
            <a:noFill/>
          </p:spPr>
          <p:txBody>
            <a:bodyPr wrap="none" rtlCol="0">
              <a:spAutoFit/>
            </a:bodyPr>
            <a:lstStyle/>
            <a:p>
              <a:r>
                <a:rPr lang="en-US" altLang="ja-JP"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ATK</a:t>
              </a:r>
              <a:r>
                <a:rPr lang="ja-JP" altLang="en-US"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50</a:t>
              </a:r>
              <a:endParaRPr lang="ja-JP" altLang="en-US"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87" name="テキスト ボックス 86">
              <a:extLst>
                <a:ext uri="{FF2B5EF4-FFF2-40B4-BE49-F238E27FC236}">
                  <a16:creationId xmlns:a16="http://schemas.microsoft.com/office/drawing/2014/main" id="{9605B462-C0DF-9FEF-FE9E-640F69CF3EA7}"/>
                </a:ext>
              </a:extLst>
            </p:cNvPr>
            <p:cNvSpPr txBox="1"/>
            <p:nvPr/>
          </p:nvSpPr>
          <p:spPr>
            <a:xfrm>
              <a:off x="5049382" y="1286639"/>
              <a:ext cx="902811" cy="338554"/>
            </a:xfrm>
            <a:prstGeom prst="rect">
              <a:avLst/>
            </a:prstGeom>
            <a:noFill/>
          </p:spPr>
          <p:txBody>
            <a:bodyPr wrap="none" rtlCol="0">
              <a:spAutoFit/>
            </a:bodyPr>
            <a:lstStyle/>
            <a:p>
              <a:r>
                <a:rPr lang="en-US" altLang="ja-JP"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HP</a:t>
              </a:r>
              <a:r>
                <a:rPr lang="ja-JP" altLang="en-US"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200</a:t>
              </a:r>
              <a:endParaRPr lang="ja-JP" altLang="en-US"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88" name="テキスト ボックス 87">
              <a:extLst>
                <a:ext uri="{FF2B5EF4-FFF2-40B4-BE49-F238E27FC236}">
                  <a16:creationId xmlns:a16="http://schemas.microsoft.com/office/drawing/2014/main" id="{205C4BAD-A055-EA91-003C-956B826E18BD}"/>
                </a:ext>
              </a:extLst>
            </p:cNvPr>
            <p:cNvSpPr txBox="1"/>
            <p:nvPr/>
          </p:nvSpPr>
          <p:spPr>
            <a:xfrm>
              <a:off x="5049382" y="1585567"/>
              <a:ext cx="902811" cy="338554"/>
            </a:xfrm>
            <a:prstGeom prst="rect">
              <a:avLst/>
            </a:prstGeom>
            <a:noFill/>
          </p:spPr>
          <p:txBody>
            <a:bodyPr wrap="none" rtlCol="0">
              <a:spAutoFit/>
            </a:bodyPr>
            <a:lstStyle/>
            <a:p>
              <a:r>
                <a:rPr lang="en-US" altLang="ja-JP"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SPD</a:t>
              </a:r>
              <a:r>
                <a:rPr lang="ja-JP" altLang="en-US"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30</a:t>
              </a:r>
              <a:endParaRPr lang="ja-JP" altLang="en-US"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83" name="グループ化 82">
            <a:extLst>
              <a:ext uri="{FF2B5EF4-FFF2-40B4-BE49-F238E27FC236}">
                <a16:creationId xmlns:a16="http://schemas.microsoft.com/office/drawing/2014/main" id="{D76F73C4-01BF-D5F5-8D26-DC05768D6BD1}"/>
              </a:ext>
            </a:extLst>
          </p:cNvPr>
          <p:cNvGrpSpPr/>
          <p:nvPr/>
        </p:nvGrpSpPr>
        <p:grpSpPr>
          <a:xfrm>
            <a:off x="7408735" y="4022588"/>
            <a:ext cx="1096414" cy="382984"/>
            <a:chOff x="9966073" y="1893340"/>
            <a:chExt cx="836714" cy="292269"/>
          </a:xfrm>
        </p:grpSpPr>
        <p:sp>
          <p:nvSpPr>
            <p:cNvPr id="84" name="四角形: 角を丸くする 83">
              <a:extLst>
                <a:ext uri="{FF2B5EF4-FFF2-40B4-BE49-F238E27FC236}">
                  <a16:creationId xmlns:a16="http://schemas.microsoft.com/office/drawing/2014/main" id="{12C21DA9-0609-E98A-B505-36B930957892}"/>
                </a:ext>
              </a:extLst>
            </p:cNvPr>
            <p:cNvSpPr/>
            <p:nvPr/>
          </p:nvSpPr>
          <p:spPr>
            <a:xfrm>
              <a:off x="9966073" y="1893340"/>
              <a:ext cx="836714" cy="292269"/>
            </a:xfrm>
            <a:prstGeom prst="roundRect">
              <a:avLst>
                <a:gd name="adj" fmla="val 4721"/>
              </a:avLst>
            </a:prstGeom>
            <a:solidFill>
              <a:srgbClr val="FF00FF">
                <a:alpha val="60000"/>
              </a:srgbClr>
            </a:solidFill>
            <a:ln w="25400">
              <a:no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latin typeface="原稿用標準書体" panose="03000503000000000000" pitchFamily="66" charset="-128"/>
                <a:ea typeface="原稿用標準書体" panose="03000503000000000000" pitchFamily="66" charset="-128"/>
              </a:endParaRPr>
            </a:p>
          </p:txBody>
        </p:sp>
        <p:sp>
          <p:nvSpPr>
            <p:cNvPr id="85" name="テキスト ボックス 84">
              <a:extLst>
                <a:ext uri="{FF2B5EF4-FFF2-40B4-BE49-F238E27FC236}">
                  <a16:creationId xmlns:a16="http://schemas.microsoft.com/office/drawing/2014/main" id="{E97D3452-4F49-88E6-97BD-116862F5E077}"/>
                </a:ext>
              </a:extLst>
            </p:cNvPr>
            <p:cNvSpPr txBox="1"/>
            <p:nvPr/>
          </p:nvSpPr>
          <p:spPr>
            <a:xfrm>
              <a:off x="10157384" y="1910293"/>
              <a:ext cx="454093" cy="258363"/>
            </a:xfrm>
            <a:prstGeom prst="rect">
              <a:avLst/>
            </a:prstGeom>
            <a:noFill/>
          </p:spPr>
          <p:txBody>
            <a:bodyPr wrap="none" rtlCol="0">
              <a:spAutoFit/>
            </a:bodyPr>
            <a:lstStyle/>
            <a:p>
              <a:pPr algn="ctr"/>
              <a:r>
                <a:rPr lang="ja-JP" altLang="en-US" sz="1600">
                  <a:solidFill>
                    <a:schemeClr val="accent2">
                      <a:lumMod val="60000"/>
                      <a:lumOff val="40000"/>
                    </a:schemeClr>
                  </a:solidFill>
                  <a:latin typeface="原稿用標準書体" panose="03000503000000000000" pitchFamily="66" charset="-128"/>
                  <a:ea typeface="原稿用標準書体" panose="03000503000000000000" pitchFamily="66" charset="-128"/>
                </a:rPr>
                <a:t>格納</a:t>
              </a:r>
              <a:endParaRPr lang="en-US" altLang="ja-JP" sz="1600" dirty="0">
                <a:solidFill>
                  <a:schemeClr val="accent2">
                    <a:lumMod val="60000"/>
                    <a:lumOff val="40000"/>
                  </a:schemeClr>
                </a:solidFill>
                <a:latin typeface="原稿用標準書体" panose="03000503000000000000" pitchFamily="66" charset="-128"/>
                <a:ea typeface="原稿用標準書体" panose="03000503000000000000" pitchFamily="66" charset="-128"/>
              </a:endParaRPr>
            </a:p>
          </p:txBody>
        </p:sp>
      </p:grpSp>
      <p:sp>
        <p:nvSpPr>
          <p:cNvPr id="94" name="四角形: 角を丸くする 93">
            <a:extLst>
              <a:ext uri="{FF2B5EF4-FFF2-40B4-BE49-F238E27FC236}">
                <a16:creationId xmlns:a16="http://schemas.microsoft.com/office/drawing/2014/main" id="{8FEE4A2A-C31A-AA26-F96A-B28331C24770}"/>
              </a:ext>
            </a:extLst>
          </p:cNvPr>
          <p:cNvSpPr/>
          <p:nvPr/>
        </p:nvSpPr>
        <p:spPr>
          <a:xfrm>
            <a:off x="1036812" y="5023274"/>
            <a:ext cx="7896665" cy="1102055"/>
          </a:xfrm>
          <a:prstGeom prst="roundRect">
            <a:avLst>
              <a:gd name="adj" fmla="val 6896"/>
            </a:avLst>
          </a:prstGeom>
          <a:solidFill>
            <a:schemeClr val="bg1">
              <a:lumMod val="9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5" name="楕円 94">
            <a:extLst>
              <a:ext uri="{FF2B5EF4-FFF2-40B4-BE49-F238E27FC236}">
                <a16:creationId xmlns:a16="http://schemas.microsoft.com/office/drawing/2014/main" id="{38C8BA00-D82B-B947-C029-1FAA6160924D}"/>
              </a:ext>
            </a:extLst>
          </p:cNvPr>
          <p:cNvSpPr/>
          <p:nvPr/>
        </p:nvSpPr>
        <p:spPr>
          <a:xfrm>
            <a:off x="1374425" y="5241947"/>
            <a:ext cx="664708" cy="664708"/>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sz="24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96" name="テキスト ボックス 95">
            <a:extLst>
              <a:ext uri="{FF2B5EF4-FFF2-40B4-BE49-F238E27FC236}">
                <a16:creationId xmlns:a16="http://schemas.microsoft.com/office/drawing/2014/main" id="{1AF9C855-6C9E-AC9E-ED28-0A8E13617040}"/>
              </a:ext>
            </a:extLst>
          </p:cNvPr>
          <p:cNvSpPr txBox="1"/>
          <p:nvPr/>
        </p:nvSpPr>
        <p:spPr>
          <a:xfrm>
            <a:off x="2512074" y="5251136"/>
            <a:ext cx="415498" cy="646331"/>
          </a:xfrm>
          <a:prstGeom prst="rect">
            <a:avLst/>
          </a:prstGeom>
          <a:noFill/>
        </p:spPr>
        <p:txBody>
          <a:bodyPr wrap="none" rtlCol="0">
            <a:spAutoFit/>
          </a:bodyPr>
          <a:lstStyle/>
          <a:p>
            <a:pPr algn="ctr"/>
            <a:r>
              <a:rPr lang="en-US" altLang="ja-JP" sz="3600" b="1">
                <a:gradFill flip="none" rotWithShape="1">
                  <a:gsLst>
                    <a:gs pos="0">
                      <a:schemeClr val="bg1">
                        <a:lumMod val="75000"/>
                      </a:schemeClr>
                    </a:gs>
                    <a:gs pos="100000">
                      <a:schemeClr val="tx1">
                        <a:lumMod val="75000"/>
                        <a:lumOff val="25000"/>
                      </a:schemeClr>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R</a:t>
            </a:r>
            <a:endParaRPr kumimoji="1" lang="ja-JP" altLang="en-US" sz="3600" b="1" dirty="0">
              <a:gradFill flip="none" rotWithShape="1">
                <a:gsLst>
                  <a:gs pos="0">
                    <a:schemeClr val="bg1">
                      <a:lumMod val="75000"/>
                    </a:schemeClr>
                  </a:gs>
                  <a:gs pos="100000">
                    <a:schemeClr val="tx1">
                      <a:lumMod val="75000"/>
                      <a:lumOff val="25000"/>
                    </a:schemeClr>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grpSp>
        <p:nvGrpSpPr>
          <p:cNvPr id="97" name="グループ化 96">
            <a:extLst>
              <a:ext uri="{FF2B5EF4-FFF2-40B4-BE49-F238E27FC236}">
                <a16:creationId xmlns:a16="http://schemas.microsoft.com/office/drawing/2014/main" id="{2A2D50C2-14E6-C19F-711A-CF6570F97688}"/>
              </a:ext>
            </a:extLst>
          </p:cNvPr>
          <p:cNvGrpSpPr/>
          <p:nvPr/>
        </p:nvGrpSpPr>
        <p:grpSpPr>
          <a:xfrm>
            <a:off x="3432406" y="5125856"/>
            <a:ext cx="800219" cy="896890"/>
            <a:chOff x="4135299" y="1266070"/>
            <a:chExt cx="800219" cy="896890"/>
          </a:xfrm>
        </p:grpSpPr>
        <p:pic>
          <p:nvPicPr>
            <p:cNvPr id="109" name="図 108">
              <a:extLst>
                <a:ext uri="{FF2B5EF4-FFF2-40B4-BE49-F238E27FC236}">
                  <a16:creationId xmlns:a16="http://schemas.microsoft.com/office/drawing/2014/main" id="{874C08CE-7217-057B-028F-191BE79B8A7B}"/>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4223170" y="1266070"/>
              <a:ext cx="624477" cy="662951"/>
            </a:xfrm>
            <a:prstGeom prst="rect">
              <a:avLst/>
            </a:prstGeom>
          </p:spPr>
        </p:pic>
        <p:sp>
          <p:nvSpPr>
            <p:cNvPr id="110" name="テキスト ボックス 109">
              <a:extLst>
                <a:ext uri="{FF2B5EF4-FFF2-40B4-BE49-F238E27FC236}">
                  <a16:creationId xmlns:a16="http://schemas.microsoft.com/office/drawing/2014/main" id="{5427E864-9FD3-1B8E-83D0-054BE86D615D}"/>
                </a:ext>
              </a:extLst>
            </p:cNvPr>
            <p:cNvSpPr txBox="1"/>
            <p:nvPr/>
          </p:nvSpPr>
          <p:spPr>
            <a:xfrm>
              <a:off x="4135299" y="1824406"/>
              <a:ext cx="800219" cy="338554"/>
            </a:xfrm>
            <a:prstGeom prst="rect">
              <a:avLst/>
            </a:prstGeom>
            <a:noFill/>
          </p:spPr>
          <p:txBody>
            <a:bodyPr wrap="none" rtlCol="0">
              <a:spAutoFit/>
            </a:bodyPr>
            <a:lstStyle/>
            <a:p>
              <a:r>
                <a:rPr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武器名</a:t>
              </a:r>
              <a:endParaRPr kumimoji="1"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98" name="テキスト ボックス 97">
            <a:extLst>
              <a:ext uri="{FF2B5EF4-FFF2-40B4-BE49-F238E27FC236}">
                <a16:creationId xmlns:a16="http://schemas.microsoft.com/office/drawing/2014/main" id="{45027DCC-4E60-EAD5-03AB-70F72A0C4080}"/>
              </a:ext>
            </a:extLst>
          </p:cNvPr>
          <p:cNvSpPr txBox="1"/>
          <p:nvPr/>
        </p:nvSpPr>
        <p:spPr>
          <a:xfrm>
            <a:off x="6011965" y="5174020"/>
            <a:ext cx="1005403" cy="338554"/>
          </a:xfrm>
          <a:prstGeom prst="rect">
            <a:avLst/>
          </a:prstGeom>
          <a:noFill/>
        </p:spPr>
        <p:txBody>
          <a:bodyPr wrap="none" rtlCol="0">
            <a:spAutoFit/>
          </a:bodyPr>
          <a:lstStyle/>
          <a:p>
            <a:r>
              <a:rPr lang="ja-JP" altLang="en-US" sz="1600">
                <a:solidFill>
                  <a:schemeClr val="accent6"/>
                </a:solidFill>
                <a:latin typeface="原稿用標準書体" panose="03000503000000000000" pitchFamily="66" charset="-128"/>
                <a:ea typeface="原稿用標準書体" panose="03000503000000000000" pitchFamily="66" charset="-128"/>
              </a:rPr>
              <a:t>状態付与</a:t>
            </a:r>
            <a:endParaRPr kumimoji="1" lang="ja-JP" altLang="en-US" sz="1600" dirty="0">
              <a:solidFill>
                <a:schemeClr val="accent6"/>
              </a:solidFill>
              <a:latin typeface="原稿用標準書体" panose="03000503000000000000" pitchFamily="66" charset="-128"/>
              <a:ea typeface="原稿用標準書体" panose="03000503000000000000" pitchFamily="66" charset="-128"/>
            </a:endParaRPr>
          </a:p>
        </p:txBody>
      </p:sp>
      <p:grpSp>
        <p:nvGrpSpPr>
          <p:cNvPr id="99" name="グループ化 98">
            <a:extLst>
              <a:ext uri="{FF2B5EF4-FFF2-40B4-BE49-F238E27FC236}">
                <a16:creationId xmlns:a16="http://schemas.microsoft.com/office/drawing/2014/main" id="{E1D2FD33-AC3E-28D5-C97B-3120A2F57CF2}"/>
              </a:ext>
            </a:extLst>
          </p:cNvPr>
          <p:cNvGrpSpPr/>
          <p:nvPr/>
        </p:nvGrpSpPr>
        <p:grpSpPr>
          <a:xfrm>
            <a:off x="5937371" y="5585295"/>
            <a:ext cx="1154591" cy="403305"/>
            <a:chOff x="9966073" y="1893345"/>
            <a:chExt cx="836714" cy="292269"/>
          </a:xfrm>
        </p:grpSpPr>
        <p:sp>
          <p:nvSpPr>
            <p:cNvPr id="107" name="四角形: 角を丸くする 106">
              <a:extLst>
                <a:ext uri="{FF2B5EF4-FFF2-40B4-BE49-F238E27FC236}">
                  <a16:creationId xmlns:a16="http://schemas.microsoft.com/office/drawing/2014/main" id="{B5BFB45E-4324-6731-3172-D83010F374FE}"/>
                </a:ext>
              </a:extLst>
            </p:cNvPr>
            <p:cNvSpPr/>
            <p:nvPr/>
          </p:nvSpPr>
          <p:spPr>
            <a:xfrm>
              <a:off x="9966073" y="1893345"/>
              <a:ext cx="836714" cy="292269"/>
            </a:xfrm>
            <a:prstGeom prst="roundRect">
              <a:avLst>
                <a:gd name="adj" fmla="val 4721"/>
              </a:avLst>
            </a:prstGeom>
            <a:solidFill>
              <a:schemeClr val="accent6">
                <a:lumMod val="20000"/>
                <a:lumOff val="8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latin typeface="原稿用標準書体" panose="03000503000000000000" pitchFamily="66" charset="-128"/>
                <a:ea typeface="原稿用標準書体" panose="03000503000000000000" pitchFamily="66" charset="-128"/>
              </a:endParaRPr>
            </a:p>
          </p:txBody>
        </p:sp>
        <p:sp>
          <p:nvSpPr>
            <p:cNvPr id="108" name="テキスト ボックス 107">
              <a:extLst>
                <a:ext uri="{FF2B5EF4-FFF2-40B4-BE49-F238E27FC236}">
                  <a16:creationId xmlns:a16="http://schemas.microsoft.com/office/drawing/2014/main" id="{AB74488A-7FDF-C754-D4AE-031854398983}"/>
                </a:ext>
              </a:extLst>
            </p:cNvPr>
            <p:cNvSpPr txBox="1"/>
            <p:nvPr/>
          </p:nvSpPr>
          <p:spPr>
            <a:xfrm>
              <a:off x="10094478" y="1916805"/>
              <a:ext cx="579906" cy="245345"/>
            </a:xfrm>
            <a:prstGeom prst="rect">
              <a:avLst/>
            </a:prstGeom>
            <a:noFill/>
          </p:spPr>
          <p:txBody>
            <a:bodyPr wrap="none" rtlCol="0">
              <a:spAutoFit/>
            </a:bodyPr>
            <a:lstStyle/>
            <a:p>
              <a:pPr algn="ctr"/>
              <a:r>
                <a:rPr lang="ja-JP" altLang="en-US" sz="1600">
                  <a:solidFill>
                    <a:schemeClr val="tx1">
                      <a:lumMod val="75000"/>
                      <a:lumOff val="25000"/>
                    </a:schemeClr>
                  </a:solidFill>
                  <a:latin typeface="原稿用標準書体" panose="03000503000000000000" pitchFamily="66" charset="-128"/>
                  <a:ea typeface="原稿用標準書体" panose="03000503000000000000" pitchFamily="66" charset="-128"/>
                </a:rPr>
                <a:t>状態名</a:t>
              </a:r>
              <a:endParaRPr lang="en-US" altLang="ja-JP" sz="1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grpSp>
        <p:nvGrpSpPr>
          <p:cNvPr id="100" name="グループ化 99">
            <a:extLst>
              <a:ext uri="{FF2B5EF4-FFF2-40B4-BE49-F238E27FC236}">
                <a16:creationId xmlns:a16="http://schemas.microsoft.com/office/drawing/2014/main" id="{CD1ABA2B-A3DC-D9FA-0667-9766B29EA582}"/>
              </a:ext>
            </a:extLst>
          </p:cNvPr>
          <p:cNvGrpSpPr/>
          <p:nvPr/>
        </p:nvGrpSpPr>
        <p:grpSpPr>
          <a:xfrm>
            <a:off x="4482474" y="5106096"/>
            <a:ext cx="902811" cy="936411"/>
            <a:chOff x="5049382" y="1286639"/>
            <a:chExt cx="902811" cy="936411"/>
          </a:xfrm>
        </p:grpSpPr>
        <p:sp>
          <p:nvSpPr>
            <p:cNvPr id="104" name="テキスト ボックス 103">
              <a:extLst>
                <a:ext uri="{FF2B5EF4-FFF2-40B4-BE49-F238E27FC236}">
                  <a16:creationId xmlns:a16="http://schemas.microsoft.com/office/drawing/2014/main" id="{C7453AB5-730A-893B-5993-864E07505C2A}"/>
                </a:ext>
              </a:extLst>
            </p:cNvPr>
            <p:cNvSpPr txBox="1"/>
            <p:nvPr/>
          </p:nvSpPr>
          <p:spPr>
            <a:xfrm>
              <a:off x="5049382" y="1884496"/>
              <a:ext cx="902811" cy="338554"/>
            </a:xfrm>
            <a:prstGeom prst="rect">
              <a:avLst/>
            </a:prstGeom>
            <a:noFill/>
          </p:spPr>
          <p:txBody>
            <a:bodyPr wrap="none" rtlCol="0">
              <a:spAutoFit/>
            </a:bodyPr>
            <a:lstStyle/>
            <a:p>
              <a:r>
                <a:rPr lang="en-US" altLang="ja-JP"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ATK</a:t>
              </a:r>
              <a:r>
                <a:rPr lang="ja-JP" altLang="en-US"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30</a:t>
              </a:r>
              <a:endParaRPr lang="ja-JP" altLang="en-US"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05" name="テキスト ボックス 104">
              <a:extLst>
                <a:ext uri="{FF2B5EF4-FFF2-40B4-BE49-F238E27FC236}">
                  <a16:creationId xmlns:a16="http://schemas.microsoft.com/office/drawing/2014/main" id="{05F11238-DA4E-C278-CC84-2BB9B3CA3C0F}"/>
                </a:ext>
              </a:extLst>
            </p:cNvPr>
            <p:cNvSpPr txBox="1"/>
            <p:nvPr/>
          </p:nvSpPr>
          <p:spPr>
            <a:xfrm>
              <a:off x="5049382" y="1286639"/>
              <a:ext cx="902811" cy="338554"/>
            </a:xfrm>
            <a:prstGeom prst="rect">
              <a:avLst/>
            </a:prstGeom>
            <a:noFill/>
          </p:spPr>
          <p:txBody>
            <a:bodyPr wrap="none" rtlCol="0">
              <a:spAutoFit/>
            </a:bodyPr>
            <a:lstStyle/>
            <a:p>
              <a:r>
                <a:rPr lang="en-US" altLang="ja-JP"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HP</a:t>
              </a:r>
              <a:r>
                <a:rPr lang="ja-JP" altLang="en-US"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130</a:t>
              </a:r>
              <a:endParaRPr lang="ja-JP" altLang="en-US"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06" name="テキスト ボックス 105">
              <a:extLst>
                <a:ext uri="{FF2B5EF4-FFF2-40B4-BE49-F238E27FC236}">
                  <a16:creationId xmlns:a16="http://schemas.microsoft.com/office/drawing/2014/main" id="{AFAEFB12-FC9E-CA3C-9EDD-765BC73E29BC}"/>
                </a:ext>
              </a:extLst>
            </p:cNvPr>
            <p:cNvSpPr txBox="1"/>
            <p:nvPr/>
          </p:nvSpPr>
          <p:spPr>
            <a:xfrm>
              <a:off x="5049382" y="1585567"/>
              <a:ext cx="902811" cy="338554"/>
            </a:xfrm>
            <a:prstGeom prst="rect">
              <a:avLst/>
            </a:prstGeom>
            <a:noFill/>
          </p:spPr>
          <p:txBody>
            <a:bodyPr wrap="none" rtlCol="0">
              <a:spAutoFit/>
            </a:bodyPr>
            <a:lstStyle/>
            <a:p>
              <a:r>
                <a:rPr lang="en-US" altLang="ja-JP"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SPD</a:t>
              </a:r>
              <a:r>
                <a:rPr lang="ja-JP" altLang="en-US"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20</a:t>
              </a:r>
              <a:endParaRPr lang="ja-JP" altLang="en-US"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01" name="グループ化 100">
            <a:extLst>
              <a:ext uri="{FF2B5EF4-FFF2-40B4-BE49-F238E27FC236}">
                <a16:creationId xmlns:a16="http://schemas.microsoft.com/office/drawing/2014/main" id="{C0DEDA2C-EE98-268B-66D3-15021D2BB673}"/>
              </a:ext>
            </a:extLst>
          </p:cNvPr>
          <p:cNvGrpSpPr/>
          <p:nvPr/>
        </p:nvGrpSpPr>
        <p:grpSpPr>
          <a:xfrm>
            <a:off x="7408735" y="5359281"/>
            <a:ext cx="1096414" cy="382984"/>
            <a:chOff x="9966073" y="1893340"/>
            <a:chExt cx="836714" cy="292269"/>
          </a:xfrm>
        </p:grpSpPr>
        <p:sp>
          <p:nvSpPr>
            <p:cNvPr id="102" name="四角形: 角を丸くする 101">
              <a:extLst>
                <a:ext uri="{FF2B5EF4-FFF2-40B4-BE49-F238E27FC236}">
                  <a16:creationId xmlns:a16="http://schemas.microsoft.com/office/drawing/2014/main" id="{398C5728-E804-4894-33FA-2DA065907B74}"/>
                </a:ext>
              </a:extLst>
            </p:cNvPr>
            <p:cNvSpPr/>
            <p:nvPr/>
          </p:nvSpPr>
          <p:spPr>
            <a:xfrm>
              <a:off x="9966073" y="1893340"/>
              <a:ext cx="836714" cy="292269"/>
            </a:xfrm>
            <a:prstGeom prst="roundRect">
              <a:avLst>
                <a:gd name="adj" fmla="val 4721"/>
              </a:avLst>
            </a:prstGeom>
            <a:solidFill>
              <a:srgbClr val="FF00FF">
                <a:alpha val="60000"/>
              </a:srgbClr>
            </a:solidFill>
            <a:ln w="25400">
              <a:no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latin typeface="原稿用標準書体" panose="03000503000000000000" pitchFamily="66" charset="-128"/>
                <a:ea typeface="原稿用標準書体" panose="03000503000000000000" pitchFamily="66" charset="-128"/>
              </a:endParaRPr>
            </a:p>
          </p:txBody>
        </p:sp>
        <p:sp>
          <p:nvSpPr>
            <p:cNvPr id="103" name="テキスト ボックス 102">
              <a:extLst>
                <a:ext uri="{FF2B5EF4-FFF2-40B4-BE49-F238E27FC236}">
                  <a16:creationId xmlns:a16="http://schemas.microsoft.com/office/drawing/2014/main" id="{7124DBC2-E09E-14A6-4142-E0A8D00CDB45}"/>
                </a:ext>
              </a:extLst>
            </p:cNvPr>
            <p:cNvSpPr txBox="1"/>
            <p:nvPr/>
          </p:nvSpPr>
          <p:spPr>
            <a:xfrm>
              <a:off x="10157384" y="1910293"/>
              <a:ext cx="454093" cy="258363"/>
            </a:xfrm>
            <a:prstGeom prst="rect">
              <a:avLst/>
            </a:prstGeom>
            <a:noFill/>
          </p:spPr>
          <p:txBody>
            <a:bodyPr wrap="none" rtlCol="0">
              <a:spAutoFit/>
            </a:bodyPr>
            <a:lstStyle/>
            <a:p>
              <a:pPr algn="ctr"/>
              <a:r>
                <a:rPr lang="ja-JP" altLang="en-US" sz="1600">
                  <a:solidFill>
                    <a:schemeClr val="accent2">
                      <a:lumMod val="60000"/>
                      <a:lumOff val="40000"/>
                    </a:schemeClr>
                  </a:solidFill>
                  <a:latin typeface="原稿用標準書体" panose="03000503000000000000" pitchFamily="66" charset="-128"/>
                  <a:ea typeface="原稿用標準書体" panose="03000503000000000000" pitchFamily="66" charset="-128"/>
                </a:rPr>
                <a:t>格納</a:t>
              </a:r>
              <a:endParaRPr lang="en-US" altLang="ja-JP" sz="1600" dirty="0">
                <a:solidFill>
                  <a:schemeClr val="accent2">
                    <a:lumMod val="60000"/>
                    <a:lumOff val="40000"/>
                  </a:schemeClr>
                </a:solidFill>
                <a:latin typeface="原稿用標準書体" panose="03000503000000000000" pitchFamily="66" charset="-128"/>
                <a:ea typeface="原稿用標準書体" panose="03000503000000000000" pitchFamily="66" charset="-128"/>
              </a:endParaRPr>
            </a:p>
          </p:txBody>
        </p:sp>
      </p:grpSp>
      <p:sp>
        <p:nvSpPr>
          <p:cNvPr id="112" name="四角形: 角を丸くする 111">
            <a:extLst>
              <a:ext uri="{FF2B5EF4-FFF2-40B4-BE49-F238E27FC236}">
                <a16:creationId xmlns:a16="http://schemas.microsoft.com/office/drawing/2014/main" id="{2E70F57B-0B07-8A68-206B-28631E4297B6}"/>
              </a:ext>
            </a:extLst>
          </p:cNvPr>
          <p:cNvSpPr/>
          <p:nvPr/>
        </p:nvSpPr>
        <p:spPr>
          <a:xfrm>
            <a:off x="1036812" y="6359965"/>
            <a:ext cx="7896665" cy="1102055"/>
          </a:xfrm>
          <a:prstGeom prst="roundRect">
            <a:avLst>
              <a:gd name="adj" fmla="val 6896"/>
            </a:avLst>
          </a:prstGeom>
          <a:solidFill>
            <a:schemeClr val="bg1">
              <a:lumMod val="9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13" name="楕円 112">
            <a:extLst>
              <a:ext uri="{FF2B5EF4-FFF2-40B4-BE49-F238E27FC236}">
                <a16:creationId xmlns:a16="http://schemas.microsoft.com/office/drawing/2014/main" id="{25FC44E5-EE39-913D-02EA-1A1B11ED1BC4}"/>
              </a:ext>
            </a:extLst>
          </p:cNvPr>
          <p:cNvSpPr/>
          <p:nvPr/>
        </p:nvSpPr>
        <p:spPr>
          <a:xfrm>
            <a:off x="1374425" y="6578638"/>
            <a:ext cx="664708" cy="664708"/>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sz="24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115" name="グループ化 114">
            <a:extLst>
              <a:ext uri="{FF2B5EF4-FFF2-40B4-BE49-F238E27FC236}">
                <a16:creationId xmlns:a16="http://schemas.microsoft.com/office/drawing/2014/main" id="{EF0C39D0-DD8E-8004-6D8A-64FDDB24DD80}"/>
              </a:ext>
            </a:extLst>
          </p:cNvPr>
          <p:cNvGrpSpPr/>
          <p:nvPr/>
        </p:nvGrpSpPr>
        <p:grpSpPr>
          <a:xfrm>
            <a:off x="3432406" y="6462547"/>
            <a:ext cx="800219" cy="896890"/>
            <a:chOff x="4135299" y="1266070"/>
            <a:chExt cx="800219" cy="896890"/>
          </a:xfrm>
        </p:grpSpPr>
        <p:pic>
          <p:nvPicPr>
            <p:cNvPr id="127" name="図 126">
              <a:extLst>
                <a:ext uri="{FF2B5EF4-FFF2-40B4-BE49-F238E27FC236}">
                  <a16:creationId xmlns:a16="http://schemas.microsoft.com/office/drawing/2014/main" id="{A589302A-2875-F247-641B-D15A80301884}"/>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4223170" y="1266070"/>
              <a:ext cx="624477" cy="662951"/>
            </a:xfrm>
            <a:prstGeom prst="rect">
              <a:avLst/>
            </a:prstGeom>
          </p:spPr>
        </p:pic>
        <p:sp>
          <p:nvSpPr>
            <p:cNvPr id="128" name="テキスト ボックス 127">
              <a:extLst>
                <a:ext uri="{FF2B5EF4-FFF2-40B4-BE49-F238E27FC236}">
                  <a16:creationId xmlns:a16="http://schemas.microsoft.com/office/drawing/2014/main" id="{AAEFA875-EC3F-DE8F-6B77-A93034775AED}"/>
                </a:ext>
              </a:extLst>
            </p:cNvPr>
            <p:cNvSpPr txBox="1"/>
            <p:nvPr/>
          </p:nvSpPr>
          <p:spPr>
            <a:xfrm>
              <a:off x="4135299" y="1824406"/>
              <a:ext cx="800219" cy="338554"/>
            </a:xfrm>
            <a:prstGeom prst="rect">
              <a:avLst/>
            </a:prstGeom>
            <a:noFill/>
          </p:spPr>
          <p:txBody>
            <a:bodyPr wrap="none" rtlCol="0">
              <a:spAutoFit/>
            </a:bodyPr>
            <a:lstStyle/>
            <a:p>
              <a:r>
                <a:rPr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武器名</a:t>
              </a:r>
              <a:endParaRPr kumimoji="1"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116" name="テキスト ボックス 115">
            <a:extLst>
              <a:ext uri="{FF2B5EF4-FFF2-40B4-BE49-F238E27FC236}">
                <a16:creationId xmlns:a16="http://schemas.microsoft.com/office/drawing/2014/main" id="{6839C46A-EAE4-0860-4A28-A4136AEA0073}"/>
              </a:ext>
            </a:extLst>
          </p:cNvPr>
          <p:cNvSpPr txBox="1"/>
          <p:nvPr/>
        </p:nvSpPr>
        <p:spPr>
          <a:xfrm>
            <a:off x="6011965" y="6510711"/>
            <a:ext cx="1005403" cy="338554"/>
          </a:xfrm>
          <a:prstGeom prst="rect">
            <a:avLst/>
          </a:prstGeom>
          <a:noFill/>
        </p:spPr>
        <p:txBody>
          <a:bodyPr wrap="none" rtlCol="0">
            <a:spAutoFit/>
          </a:bodyPr>
          <a:lstStyle/>
          <a:p>
            <a:r>
              <a:rPr lang="ja-JP" altLang="en-US" sz="1600">
                <a:solidFill>
                  <a:schemeClr val="accent6"/>
                </a:solidFill>
                <a:latin typeface="原稿用標準書体" panose="03000503000000000000" pitchFamily="66" charset="-128"/>
                <a:ea typeface="原稿用標準書体" panose="03000503000000000000" pitchFamily="66" charset="-128"/>
              </a:rPr>
              <a:t>状態付与</a:t>
            </a:r>
            <a:endParaRPr kumimoji="1" lang="ja-JP" altLang="en-US" sz="1600" dirty="0">
              <a:solidFill>
                <a:schemeClr val="accent6"/>
              </a:solidFill>
              <a:latin typeface="原稿用標準書体" panose="03000503000000000000" pitchFamily="66" charset="-128"/>
              <a:ea typeface="原稿用標準書体" panose="03000503000000000000" pitchFamily="66" charset="-128"/>
            </a:endParaRPr>
          </a:p>
        </p:txBody>
      </p:sp>
      <p:grpSp>
        <p:nvGrpSpPr>
          <p:cNvPr id="117" name="グループ化 116">
            <a:extLst>
              <a:ext uri="{FF2B5EF4-FFF2-40B4-BE49-F238E27FC236}">
                <a16:creationId xmlns:a16="http://schemas.microsoft.com/office/drawing/2014/main" id="{1316A586-2592-2ACA-6F09-D1839664DCDF}"/>
              </a:ext>
            </a:extLst>
          </p:cNvPr>
          <p:cNvGrpSpPr/>
          <p:nvPr/>
        </p:nvGrpSpPr>
        <p:grpSpPr>
          <a:xfrm>
            <a:off x="5937371" y="6921986"/>
            <a:ext cx="1154591" cy="403305"/>
            <a:chOff x="9966073" y="1893345"/>
            <a:chExt cx="836714" cy="292269"/>
          </a:xfrm>
        </p:grpSpPr>
        <p:sp>
          <p:nvSpPr>
            <p:cNvPr id="125" name="四角形: 角を丸くする 124">
              <a:extLst>
                <a:ext uri="{FF2B5EF4-FFF2-40B4-BE49-F238E27FC236}">
                  <a16:creationId xmlns:a16="http://schemas.microsoft.com/office/drawing/2014/main" id="{E5B28FAE-D4FB-FABD-218B-03595045996C}"/>
                </a:ext>
              </a:extLst>
            </p:cNvPr>
            <p:cNvSpPr/>
            <p:nvPr/>
          </p:nvSpPr>
          <p:spPr>
            <a:xfrm>
              <a:off x="9966073" y="1893345"/>
              <a:ext cx="836714" cy="292269"/>
            </a:xfrm>
            <a:prstGeom prst="roundRect">
              <a:avLst>
                <a:gd name="adj" fmla="val 4721"/>
              </a:avLst>
            </a:prstGeom>
            <a:solidFill>
              <a:schemeClr val="accent6">
                <a:lumMod val="20000"/>
                <a:lumOff val="8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latin typeface="原稿用標準書体" panose="03000503000000000000" pitchFamily="66" charset="-128"/>
                <a:ea typeface="原稿用標準書体" panose="03000503000000000000" pitchFamily="66" charset="-128"/>
              </a:endParaRPr>
            </a:p>
          </p:txBody>
        </p:sp>
        <p:sp>
          <p:nvSpPr>
            <p:cNvPr id="126" name="テキスト ボックス 125">
              <a:extLst>
                <a:ext uri="{FF2B5EF4-FFF2-40B4-BE49-F238E27FC236}">
                  <a16:creationId xmlns:a16="http://schemas.microsoft.com/office/drawing/2014/main" id="{38B96D3E-6ED5-62A8-E3A2-BCA2052FCB58}"/>
                </a:ext>
              </a:extLst>
            </p:cNvPr>
            <p:cNvSpPr txBox="1"/>
            <p:nvPr/>
          </p:nvSpPr>
          <p:spPr>
            <a:xfrm>
              <a:off x="10094478" y="1916805"/>
              <a:ext cx="579906" cy="245345"/>
            </a:xfrm>
            <a:prstGeom prst="rect">
              <a:avLst/>
            </a:prstGeom>
            <a:noFill/>
          </p:spPr>
          <p:txBody>
            <a:bodyPr wrap="none" rtlCol="0">
              <a:spAutoFit/>
            </a:bodyPr>
            <a:lstStyle/>
            <a:p>
              <a:pPr algn="ctr"/>
              <a:r>
                <a:rPr lang="ja-JP" altLang="en-US" sz="1600">
                  <a:solidFill>
                    <a:schemeClr val="tx1">
                      <a:lumMod val="75000"/>
                      <a:lumOff val="25000"/>
                    </a:schemeClr>
                  </a:solidFill>
                  <a:latin typeface="原稿用標準書体" panose="03000503000000000000" pitchFamily="66" charset="-128"/>
                  <a:ea typeface="原稿用標準書体" panose="03000503000000000000" pitchFamily="66" charset="-128"/>
                </a:rPr>
                <a:t>状態名</a:t>
              </a:r>
              <a:endParaRPr lang="en-US" altLang="ja-JP" sz="1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grpSp>
        <p:nvGrpSpPr>
          <p:cNvPr id="118" name="グループ化 117">
            <a:extLst>
              <a:ext uri="{FF2B5EF4-FFF2-40B4-BE49-F238E27FC236}">
                <a16:creationId xmlns:a16="http://schemas.microsoft.com/office/drawing/2014/main" id="{99CB29C3-50CF-D8F5-B533-A1E56926C199}"/>
              </a:ext>
            </a:extLst>
          </p:cNvPr>
          <p:cNvGrpSpPr/>
          <p:nvPr/>
        </p:nvGrpSpPr>
        <p:grpSpPr>
          <a:xfrm>
            <a:off x="4482474" y="6442787"/>
            <a:ext cx="902811" cy="936411"/>
            <a:chOff x="5049382" y="1286639"/>
            <a:chExt cx="902811" cy="936411"/>
          </a:xfrm>
        </p:grpSpPr>
        <p:sp>
          <p:nvSpPr>
            <p:cNvPr id="122" name="テキスト ボックス 121">
              <a:extLst>
                <a:ext uri="{FF2B5EF4-FFF2-40B4-BE49-F238E27FC236}">
                  <a16:creationId xmlns:a16="http://schemas.microsoft.com/office/drawing/2014/main" id="{8F457191-99EB-6A01-065B-2411395937BF}"/>
                </a:ext>
              </a:extLst>
            </p:cNvPr>
            <p:cNvSpPr txBox="1"/>
            <p:nvPr/>
          </p:nvSpPr>
          <p:spPr>
            <a:xfrm>
              <a:off x="5049382" y="1884496"/>
              <a:ext cx="902811" cy="338554"/>
            </a:xfrm>
            <a:prstGeom prst="rect">
              <a:avLst/>
            </a:prstGeom>
            <a:noFill/>
          </p:spPr>
          <p:txBody>
            <a:bodyPr wrap="none" rtlCol="0">
              <a:spAutoFit/>
            </a:bodyPr>
            <a:lstStyle/>
            <a:p>
              <a:r>
                <a:rPr lang="en-US" altLang="ja-JP"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ATK</a:t>
              </a:r>
              <a:r>
                <a:rPr lang="ja-JP" altLang="en-US"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30</a:t>
              </a:r>
              <a:endParaRPr lang="ja-JP" altLang="en-US"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23" name="テキスト ボックス 122">
              <a:extLst>
                <a:ext uri="{FF2B5EF4-FFF2-40B4-BE49-F238E27FC236}">
                  <a16:creationId xmlns:a16="http://schemas.microsoft.com/office/drawing/2014/main" id="{377C3D93-9838-2846-9857-E4C047A72156}"/>
                </a:ext>
              </a:extLst>
            </p:cNvPr>
            <p:cNvSpPr txBox="1"/>
            <p:nvPr/>
          </p:nvSpPr>
          <p:spPr>
            <a:xfrm>
              <a:off x="5049382" y="1286639"/>
              <a:ext cx="902811" cy="338554"/>
            </a:xfrm>
            <a:prstGeom prst="rect">
              <a:avLst/>
            </a:prstGeom>
            <a:noFill/>
          </p:spPr>
          <p:txBody>
            <a:bodyPr wrap="none" rtlCol="0">
              <a:spAutoFit/>
            </a:bodyPr>
            <a:lstStyle/>
            <a:p>
              <a:r>
                <a:rPr lang="en-US" altLang="ja-JP"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HP</a:t>
              </a:r>
              <a:r>
                <a:rPr lang="ja-JP" altLang="en-US"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120</a:t>
              </a:r>
              <a:endParaRPr lang="ja-JP" altLang="en-US"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24" name="テキスト ボックス 123">
              <a:extLst>
                <a:ext uri="{FF2B5EF4-FFF2-40B4-BE49-F238E27FC236}">
                  <a16:creationId xmlns:a16="http://schemas.microsoft.com/office/drawing/2014/main" id="{5A6B80A5-CF65-D7CD-B4AF-C2911502B567}"/>
                </a:ext>
              </a:extLst>
            </p:cNvPr>
            <p:cNvSpPr txBox="1"/>
            <p:nvPr/>
          </p:nvSpPr>
          <p:spPr>
            <a:xfrm>
              <a:off x="5049382" y="1585567"/>
              <a:ext cx="902811" cy="338554"/>
            </a:xfrm>
            <a:prstGeom prst="rect">
              <a:avLst/>
            </a:prstGeom>
            <a:noFill/>
          </p:spPr>
          <p:txBody>
            <a:bodyPr wrap="none" rtlCol="0">
              <a:spAutoFit/>
            </a:bodyPr>
            <a:lstStyle/>
            <a:p>
              <a:r>
                <a:rPr lang="en-US" altLang="ja-JP"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SPD</a:t>
              </a:r>
              <a:r>
                <a:rPr lang="ja-JP" altLang="en-US"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20</a:t>
              </a:r>
              <a:endParaRPr lang="ja-JP" altLang="en-US"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19" name="グループ化 118">
            <a:extLst>
              <a:ext uri="{FF2B5EF4-FFF2-40B4-BE49-F238E27FC236}">
                <a16:creationId xmlns:a16="http://schemas.microsoft.com/office/drawing/2014/main" id="{F0A3C66F-B24A-50CE-D63C-694DD1D228C3}"/>
              </a:ext>
            </a:extLst>
          </p:cNvPr>
          <p:cNvGrpSpPr/>
          <p:nvPr/>
        </p:nvGrpSpPr>
        <p:grpSpPr>
          <a:xfrm>
            <a:off x="7408735" y="6695972"/>
            <a:ext cx="1096414" cy="382984"/>
            <a:chOff x="9966073" y="1893340"/>
            <a:chExt cx="836714" cy="292269"/>
          </a:xfrm>
        </p:grpSpPr>
        <p:sp>
          <p:nvSpPr>
            <p:cNvPr id="120" name="四角形: 角を丸くする 119">
              <a:extLst>
                <a:ext uri="{FF2B5EF4-FFF2-40B4-BE49-F238E27FC236}">
                  <a16:creationId xmlns:a16="http://schemas.microsoft.com/office/drawing/2014/main" id="{7B125922-EE00-74FE-E2F4-66922D91FC87}"/>
                </a:ext>
              </a:extLst>
            </p:cNvPr>
            <p:cNvSpPr/>
            <p:nvPr/>
          </p:nvSpPr>
          <p:spPr>
            <a:xfrm>
              <a:off x="9966073" y="1893340"/>
              <a:ext cx="836714" cy="292269"/>
            </a:xfrm>
            <a:prstGeom prst="roundRect">
              <a:avLst>
                <a:gd name="adj" fmla="val 4721"/>
              </a:avLst>
            </a:prstGeom>
            <a:solidFill>
              <a:srgbClr val="FF00FF">
                <a:alpha val="60000"/>
              </a:srgbClr>
            </a:solidFill>
            <a:ln w="25400">
              <a:no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latin typeface="原稿用標準書体" panose="03000503000000000000" pitchFamily="66" charset="-128"/>
                <a:ea typeface="原稿用標準書体" panose="03000503000000000000" pitchFamily="66" charset="-128"/>
              </a:endParaRPr>
            </a:p>
          </p:txBody>
        </p:sp>
        <p:sp>
          <p:nvSpPr>
            <p:cNvPr id="121" name="テキスト ボックス 120">
              <a:extLst>
                <a:ext uri="{FF2B5EF4-FFF2-40B4-BE49-F238E27FC236}">
                  <a16:creationId xmlns:a16="http://schemas.microsoft.com/office/drawing/2014/main" id="{9F67EC19-8F87-E9AE-42D5-EE81DD31C72D}"/>
                </a:ext>
              </a:extLst>
            </p:cNvPr>
            <p:cNvSpPr txBox="1"/>
            <p:nvPr/>
          </p:nvSpPr>
          <p:spPr>
            <a:xfrm>
              <a:off x="10157384" y="1910293"/>
              <a:ext cx="454093" cy="258363"/>
            </a:xfrm>
            <a:prstGeom prst="rect">
              <a:avLst/>
            </a:prstGeom>
            <a:noFill/>
          </p:spPr>
          <p:txBody>
            <a:bodyPr wrap="none" rtlCol="0">
              <a:spAutoFit/>
            </a:bodyPr>
            <a:lstStyle/>
            <a:p>
              <a:pPr algn="ctr"/>
              <a:r>
                <a:rPr lang="ja-JP" altLang="en-US" sz="1600">
                  <a:solidFill>
                    <a:schemeClr val="accent2">
                      <a:lumMod val="60000"/>
                      <a:lumOff val="40000"/>
                    </a:schemeClr>
                  </a:solidFill>
                  <a:latin typeface="原稿用標準書体" panose="03000503000000000000" pitchFamily="66" charset="-128"/>
                  <a:ea typeface="原稿用標準書体" panose="03000503000000000000" pitchFamily="66" charset="-128"/>
                </a:rPr>
                <a:t>格納</a:t>
              </a:r>
              <a:endParaRPr lang="en-US" altLang="ja-JP" sz="1600" dirty="0">
                <a:solidFill>
                  <a:schemeClr val="accent2">
                    <a:lumMod val="60000"/>
                    <a:lumOff val="40000"/>
                  </a:schemeClr>
                </a:solidFill>
                <a:latin typeface="原稿用標準書体" panose="03000503000000000000" pitchFamily="66" charset="-128"/>
                <a:ea typeface="原稿用標準書体" panose="03000503000000000000" pitchFamily="66" charset="-128"/>
              </a:endParaRPr>
            </a:p>
          </p:txBody>
        </p:sp>
      </p:grpSp>
      <p:sp>
        <p:nvSpPr>
          <p:cNvPr id="29" name="テキスト ボックス 28">
            <a:extLst>
              <a:ext uri="{FF2B5EF4-FFF2-40B4-BE49-F238E27FC236}">
                <a16:creationId xmlns:a16="http://schemas.microsoft.com/office/drawing/2014/main" id="{BD811244-8002-A778-10D7-412A33D6ACA1}"/>
              </a:ext>
            </a:extLst>
          </p:cNvPr>
          <p:cNvSpPr txBox="1"/>
          <p:nvPr/>
        </p:nvSpPr>
        <p:spPr>
          <a:xfrm>
            <a:off x="2396658" y="3914443"/>
            <a:ext cx="646331" cy="646331"/>
          </a:xfrm>
          <a:prstGeom prst="rect">
            <a:avLst/>
          </a:prstGeom>
          <a:noFill/>
        </p:spPr>
        <p:txBody>
          <a:bodyPr wrap="none" rtlCol="0">
            <a:spAutoFit/>
          </a:bodyPr>
          <a:lstStyle/>
          <a:p>
            <a:pPr algn="ctr"/>
            <a:r>
              <a:rPr lang="en-US" altLang="ja-JP" sz="3600" b="1">
                <a:ln>
                  <a:gradFill flip="none" rotWithShape="1">
                    <a:gsLst>
                      <a:gs pos="0">
                        <a:schemeClr val="accent6">
                          <a:lumMod val="67000"/>
                        </a:schemeClr>
                      </a:gs>
                      <a:gs pos="48000">
                        <a:schemeClr val="accent6">
                          <a:lumMod val="97000"/>
                          <a:lumOff val="3000"/>
                        </a:schemeClr>
                      </a:gs>
                      <a:gs pos="100000">
                        <a:schemeClr val="accent6">
                          <a:lumMod val="60000"/>
                          <a:lumOff val="40000"/>
                        </a:schemeClr>
                      </a:gs>
                    </a:gsLst>
                    <a:lin ang="16200000" scaled="1"/>
                    <a:tileRect/>
                  </a:gradFill>
                </a:ln>
                <a:gradFill flip="none" rotWithShape="1">
                  <a:gsLst>
                    <a:gs pos="0">
                      <a:schemeClr val="accent6">
                        <a:lumMod val="67000"/>
                      </a:schemeClr>
                    </a:gs>
                    <a:gs pos="48000">
                      <a:schemeClr val="accent6">
                        <a:lumMod val="97000"/>
                        <a:lumOff val="3000"/>
                      </a:schemeClr>
                    </a:gs>
                    <a:gs pos="100000">
                      <a:schemeClr val="bg1">
                        <a:lumMod val="75000"/>
                      </a:schemeClr>
                    </a:gs>
                  </a:gsLst>
                  <a:lin ang="1620000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SR</a:t>
            </a:r>
            <a:endParaRPr kumimoji="1" lang="ja-JP" altLang="en-US" sz="3600" b="1" dirty="0">
              <a:ln>
                <a:gradFill flip="none" rotWithShape="1">
                  <a:gsLst>
                    <a:gs pos="0">
                      <a:schemeClr val="accent6">
                        <a:lumMod val="67000"/>
                      </a:schemeClr>
                    </a:gs>
                    <a:gs pos="48000">
                      <a:schemeClr val="accent6">
                        <a:lumMod val="97000"/>
                        <a:lumOff val="3000"/>
                      </a:schemeClr>
                    </a:gs>
                    <a:gs pos="100000">
                      <a:schemeClr val="accent6">
                        <a:lumMod val="60000"/>
                        <a:lumOff val="40000"/>
                      </a:schemeClr>
                    </a:gs>
                  </a:gsLst>
                  <a:lin ang="16200000" scaled="1"/>
                  <a:tileRect/>
                </a:gradFill>
              </a:ln>
              <a:gradFill flip="none" rotWithShape="1">
                <a:gsLst>
                  <a:gs pos="0">
                    <a:schemeClr val="accent6">
                      <a:lumMod val="67000"/>
                    </a:schemeClr>
                  </a:gs>
                  <a:gs pos="48000">
                    <a:schemeClr val="accent6">
                      <a:lumMod val="97000"/>
                      <a:lumOff val="3000"/>
                    </a:schemeClr>
                  </a:gs>
                  <a:gs pos="100000">
                    <a:schemeClr val="bg1">
                      <a:lumMod val="75000"/>
                    </a:schemeClr>
                  </a:gs>
                </a:gsLst>
                <a:lin ang="1620000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sp>
        <p:nvSpPr>
          <p:cNvPr id="130" name="テキスト ボックス 129">
            <a:extLst>
              <a:ext uri="{FF2B5EF4-FFF2-40B4-BE49-F238E27FC236}">
                <a16:creationId xmlns:a16="http://schemas.microsoft.com/office/drawing/2014/main" id="{422D5737-ABDA-CA60-60B0-9AAC5247A8E0}"/>
              </a:ext>
            </a:extLst>
          </p:cNvPr>
          <p:cNvSpPr txBox="1"/>
          <p:nvPr/>
        </p:nvSpPr>
        <p:spPr>
          <a:xfrm>
            <a:off x="2512074" y="6587827"/>
            <a:ext cx="415498" cy="646331"/>
          </a:xfrm>
          <a:prstGeom prst="rect">
            <a:avLst/>
          </a:prstGeom>
          <a:noFill/>
        </p:spPr>
        <p:txBody>
          <a:bodyPr wrap="none" rtlCol="0">
            <a:spAutoFit/>
          </a:bodyPr>
          <a:lstStyle/>
          <a:p>
            <a:pPr algn="ctr"/>
            <a:r>
              <a:rPr lang="en-US" altLang="ja-JP" sz="3600" b="1">
                <a:gradFill flip="none" rotWithShape="1">
                  <a:gsLst>
                    <a:gs pos="0">
                      <a:schemeClr val="bg1">
                        <a:lumMod val="75000"/>
                      </a:schemeClr>
                    </a:gs>
                    <a:gs pos="100000">
                      <a:schemeClr val="tx1">
                        <a:lumMod val="75000"/>
                        <a:lumOff val="25000"/>
                      </a:schemeClr>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R</a:t>
            </a:r>
            <a:endParaRPr kumimoji="1" lang="ja-JP" altLang="en-US" sz="3600" b="1" dirty="0">
              <a:gradFill flip="none" rotWithShape="1">
                <a:gsLst>
                  <a:gs pos="0">
                    <a:schemeClr val="bg1">
                      <a:lumMod val="75000"/>
                    </a:schemeClr>
                  </a:gs>
                  <a:gs pos="100000">
                    <a:schemeClr val="tx1">
                      <a:lumMod val="75000"/>
                      <a:lumOff val="25000"/>
                    </a:schemeClr>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grpSp>
        <p:nvGrpSpPr>
          <p:cNvPr id="131" name="グループ化 130">
            <a:extLst>
              <a:ext uri="{FF2B5EF4-FFF2-40B4-BE49-F238E27FC236}">
                <a16:creationId xmlns:a16="http://schemas.microsoft.com/office/drawing/2014/main" id="{4A880C5A-1219-7BF3-CD55-970D4C6ACEDC}"/>
              </a:ext>
            </a:extLst>
          </p:cNvPr>
          <p:cNvGrpSpPr/>
          <p:nvPr/>
        </p:nvGrpSpPr>
        <p:grpSpPr>
          <a:xfrm>
            <a:off x="5499235" y="3808500"/>
            <a:ext cx="205636" cy="865729"/>
            <a:chOff x="6239689" y="3238766"/>
            <a:chExt cx="217724" cy="916620"/>
          </a:xfrm>
        </p:grpSpPr>
        <p:pic>
          <p:nvPicPr>
            <p:cNvPr id="132" name="図 131">
              <a:extLst>
                <a:ext uri="{FF2B5EF4-FFF2-40B4-BE49-F238E27FC236}">
                  <a16:creationId xmlns:a16="http://schemas.microsoft.com/office/drawing/2014/main" id="{3A04BE04-DF53-3845-C2C6-164EBB51825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flipV="1">
              <a:off x="6239689" y="3238766"/>
              <a:ext cx="217724" cy="223877"/>
            </a:xfrm>
            <a:prstGeom prst="rect">
              <a:avLst/>
            </a:prstGeom>
          </p:spPr>
        </p:pic>
        <p:pic>
          <p:nvPicPr>
            <p:cNvPr id="133" name="図 132">
              <a:extLst>
                <a:ext uri="{FF2B5EF4-FFF2-40B4-BE49-F238E27FC236}">
                  <a16:creationId xmlns:a16="http://schemas.microsoft.com/office/drawing/2014/main" id="{5AA67CAA-BA86-184B-77B3-0107D14962F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flipV="1">
              <a:off x="6239689" y="3585138"/>
              <a:ext cx="217724" cy="223877"/>
            </a:xfrm>
            <a:prstGeom prst="rect">
              <a:avLst/>
            </a:prstGeom>
          </p:spPr>
        </p:pic>
        <p:pic>
          <p:nvPicPr>
            <p:cNvPr id="134" name="図 133">
              <a:extLst>
                <a:ext uri="{FF2B5EF4-FFF2-40B4-BE49-F238E27FC236}">
                  <a16:creationId xmlns:a16="http://schemas.microsoft.com/office/drawing/2014/main" id="{9C9C8440-B20F-9C52-1C6D-83B1522198E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flipV="1">
              <a:off x="6239689" y="3931509"/>
              <a:ext cx="217724" cy="223877"/>
            </a:xfrm>
            <a:prstGeom prst="rect">
              <a:avLst/>
            </a:prstGeom>
          </p:spPr>
        </p:pic>
      </p:grpSp>
      <p:grpSp>
        <p:nvGrpSpPr>
          <p:cNvPr id="135" name="グループ化 134">
            <a:extLst>
              <a:ext uri="{FF2B5EF4-FFF2-40B4-BE49-F238E27FC236}">
                <a16:creationId xmlns:a16="http://schemas.microsoft.com/office/drawing/2014/main" id="{F7EF0F93-0CC9-609A-1860-4BBEF4F5CFE0}"/>
              </a:ext>
            </a:extLst>
          </p:cNvPr>
          <p:cNvGrpSpPr/>
          <p:nvPr/>
        </p:nvGrpSpPr>
        <p:grpSpPr>
          <a:xfrm>
            <a:off x="5499235" y="5146241"/>
            <a:ext cx="205636" cy="865729"/>
            <a:chOff x="6239689" y="3238766"/>
            <a:chExt cx="217724" cy="916620"/>
          </a:xfrm>
        </p:grpSpPr>
        <p:pic>
          <p:nvPicPr>
            <p:cNvPr id="136" name="図 135">
              <a:extLst>
                <a:ext uri="{FF2B5EF4-FFF2-40B4-BE49-F238E27FC236}">
                  <a16:creationId xmlns:a16="http://schemas.microsoft.com/office/drawing/2014/main" id="{D3343E79-A63F-B2A5-B816-3D6E0F7CED6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flipV="1">
              <a:off x="6239689" y="3238766"/>
              <a:ext cx="217724" cy="223877"/>
            </a:xfrm>
            <a:prstGeom prst="rect">
              <a:avLst/>
            </a:prstGeom>
          </p:spPr>
        </p:pic>
        <p:pic>
          <p:nvPicPr>
            <p:cNvPr id="137" name="図 136">
              <a:extLst>
                <a:ext uri="{FF2B5EF4-FFF2-40B4-BE49-F238E27FC236}">
                  <a16:creationId xmlns:a16="http://schemas.microsoft.com/office/drawing/2014/main" id="{66C960C0-AE99-3E43-8FE0-FEE3167CF13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flipV="1">
              <a:off x="6239689" y="3585138"/>
              <a:ext cx="217724" cy="223877"/>
            </a:xfrm>
            <a:prstGeom prst="rect">
              <a:avLst/>
            </a:prstGeom>
          </p:spPr>
        </p:pic>
        <p:pic>
          <p:nvPicPr>
            <p:cNvPr id="138" name="図 137">
              <a:extLst>
                <a:ext uri="{FF2B5EF4-FFF2-40B4-BE49-F238E27FC236}">
                  <a16:creationId xmlns:a16="http://schemas.microsoft.com/office/drawing/2014/main" id="{BD44C7AD-6D01-A65F-442A-71D78401993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flipV="1">
              <a:off x="6239689" y="3931509"/>
              <a:ext cx="217724" cy="223877"/>
            </a:xfrm>
            <a:prstGeom prst="rect">
              <a:avLst/>
            </a:prstGeom>
          </p:spPr>
        </p:pic>
      </p:grpSp>
      <p:grpSp>
        <p:nvGrpSpPr>
          <p:cNvPr id="139" name="グループ化 138">
            <a:extLst>
              <a:ext uri="{FF2B5EF4-FFF2-40B4-BE49-F238E27FC236}">
                <a16:creationId xmlns:a16="http://schemas.microsoft.com/office/drawing/2014/main" id="{6161CBFA-BC91-F90B-230D-13E1084076D3}"/>
              </a:ext>
            </a:extLst>
          </p:cNvPr>
          <p:cNvGrpSpPr/>
          <p:nvPr/>
        </p:nvGrpSpPr>
        <p:grpSpPr>
          <a:xfrm>
            <a:off x="5499235" y="6483982"/>
            <a:ext cx="205636" cy="865729"/>
            <a:chOff x="6239689" y="3238766"/>
            <a:chExt cx="217724" cy="916620"/>
          </a:xfrm>
        </p:grpSpPr>
        <p:pic>
          <p:nvPicPr>
            <p:cNvPr id="140" name="図 139">
              <a:extLst>
                <a:ext uri="{FF2B5EF4-FFF2-40B4-BE49-F238E27FC236}">
                  <a16:creationId xmlns:a16="http://schemas.microsoft.com/office/drawing/2014/main" id="{0A7EDB30-200C-0790-7B06-634CADF3862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flipV="1">
              <a:off x="6239689" y="3238766"/>
              <a:ext cx="217724" cy="223877"/>
            </a:xfrm>
            <a:prstGeom prst="rect">
              <a:avLst/>
            </a:prstGeom>
          </p:spPr>
        </p:pic>
        <p:pic>
          <p:nvPicPr>
            <p:cNvPr id="141" name="図 140">
              <a:extLst>
                <a:ext uri="{FF2B5EF4-FFF2-40B4-BE49-F238E27FC236}">
                  <a16:creationId xmlns:a16="http://schemas.microsoft.com/office/drawing/2014/main" id="{5306BA6D-ED36-52E9-1DC0-E4724BB2CC2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flipV="1">
              <a:off x="6239689" y="3585138"/>
              <a:ext cx="217724" cy="223877"/>
            </a:xfrm>
            <a:prstGeom prst="rect">
              <a:avLst/>
            </a:prstGeom>
          </p:spPr>
        </p:pic>
        <p:pic>
          <p:nvPicPr>
            <p:cNvPr id="142" name="図 141">
              <a:extLst>
                <a:ext uri="{FF2B5EF4-FFF2-40B4-BE49-F238E27FC236}">
                  <a16:creationId xmlns:a16="http://schemas.microsoft.com/office/drawing/2014/main" id="{68A7B86D-4A09-432C-B084-42053BAE10D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flipV="1">
              <a:off x="6239689" y="3931509"/>
              <a:ext cx="217724" cy="223877"/>
            </a:xfrm>
            <a:prstGeom prst="rect">
              <a:avLst/>
            </a:prstGeom>
          </p:spPr>
        </p:pic>
      </p:grpSp>
      <p:grpSp>
        <p:nvGrpSpPr>
          <p:cNvPr id="3" name="グループ化 2">
            <a:extLst>
              <a:ext uri="{FF2B5EF4-FFF2-40B4-BE49-F238E27FC236}">
                <a16:creationId xmlns:a16="http://schemas.microsoft.com/office/drawing/2014/main" id="{91B24418-284C-F2D2-EE99-BF537AC14A62}"/>
              </a:ext>
            </a:extLst>
          </p:cNvPr>
          <p:cNvGrpSpPr/>
          <p:nvPr/>
        </p:nvGrpSpPr>
        <p:grpSpPr>
          <a:xfrm>
            <a:off x="9728785" y="5023274"/>
            <a:ext cx="1723281" cy="892781"/>
            <a:chOff x="9966073" y="1893340"/>
            <a:chExt cx="836714" cy="292269"/>
          </a:xfrm>
        </p:grpSpPr>
        <p:sp>
          <p:nvSpPr>
            <p:cNvPr id="4" name="フローチャート: 準備 3">
              <a:extLst>
                <a:ext uri="{FF2B5EF4-FFF2-40B4-BE49-F238E27FC236}">
                  <a16:creationId xmlns:a16="http://schemas.microsoft.com/office/drawing/2014/main" id="{F63E2C27-9294-A4EB-92E6-43FCA213BEB0}"/>
                </a:ext>
              </a:extLst>
            </p:cNvPr>
            <p:cNvSpPr/>
            <p:nvPr/>
          </p:nvSpPr>
          <p:spPr>
            <a:xfrm>
              <a:off x="9966073" y="1893340"/>
              <a:ext cx="836714" cy="292269"/>
            </a:xfrm>
            <a:prstGeom prst="flowChartPreparation">
              <a:avLst/>
            </a:prstGeom>
            <a:solidFill>
              <a:srgbClr val="FF00FF">
                <a:alpha val="60000"/>
              </a:srgbClr>
            </a:solidFill>
            <a:ln w="25400">
              <a:no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latin typeface="原稿用標準書体" panose="03000503000000000000" pitchFamily="66" charset="-128"/>
                <a:ea typeface="原稿用標準書体" panose="03000503000000000000" pitchFamily="66" charset="-128"/>
              </a:endParaRPr>
            </a:p>
          </p:txBody>
        </p:sp>
        <p:sp>
          <p:nvSpPr>
            <p:cNvPr id="16" name="テキスト ボックス 15">
              <a:extLst>
                <a:ext uri="{FF2B5EF4-FFF2-40B4-BE49-F238E27FC236}">
                  <a16:creationId xmlns:a16="http://schemas.microsoft.com/office/drawing/2014/main" id="{003A87E5-667F-03F6-8376-A47B842B3482}"/>
                </a:ext>
              </a:extLst>
            </p:cNvPr>
            <p:cNvSpPr txBox="1"/>
            <p:nvPr/>
          </p:nvSpPr>
          <p:spPr>
            <a:xfrm>
              <a:off x="10215071" y="1924577"/>
              <a:ext cx="338723" cy="130984"/>
            </a:xfrm>
            <a:prstGeom prst="rect">
              <a:avLst/>
            </a:prstGeom>
            <a:noFill/>
          </p:spPr>
          <p:txBody>
            <a:bodyPr wrap="none" rtlCol="0">
              <a:spAutoFit/>
            </a:bodyPr>
            <a:lstStyle/>
            <a:p>
              <a:pPr algn="ctr"/>
              <a:r>
                <a:rPr lang="ja-JP" altLang="en-US" sz="2000">
                  <a:solidFill>
                    <a:schemeClr val="accent2">
                      <a:lumMod val="60000"/>
                      <a:lumOff val="40000"/>
                    </a:schemeClr>
                  </a:solidFill>
                  <a:latin typeface="原稿用標準書体" panose="03000503000000000000" pitchFamily="66" charset="-128"/>
                  <a:ea typeface="原稿用標準書体" panose="03000503000000000000" pitchFamily="66" charset="-128"/>
                </a:rPr>
                <a:t>確定</a:t>
              </a:r>
              <a:endParaRPr lang="en-US" altLang="ja-JP" sz="2000" dirty="0">
                <a:solidFill>
                  <a:schemeClr val="accent2">
                    <a:lumMod val="60000"/>
                    <a:lumOff val="40000"/>
                  </a:schemeClr>
                </a:solidFill>
                <a:latin typeface="原稿用標準書体" panose="03000503000000000000" pitchFamily="66" charset="-128"/>
                <a:ea typeface="原稿用標準書体" panose="03000503000000000000" pitchFamily="66" charset="-128"/>
              </a:endParaRPr>
            </a:p>
          </p:txBody>
        </p:sp>
      </p:grpSp>
      <p:pic>
        <p:nvPicPr>
          <p:cNvPr id="6" name="図 5">
            <a:extLst>
              <a:ext uri="{FF2B5EF4-FFF2-40B4-BE49-F238E27FC236}">
                <a16:creationId xmlns:a16="http://schemas.microsoft.com/office/drawing/2014/main" id="{97021FCF-BE6A-043B-6649-17FF155153F2}"/>
              </a:ext>
            </a:extLst>
          </p:cNvPr>
          <p:cNvPicPr>
            <a:picLocks noChangeAspect="1"/>
          </p:cNvPicPr>
          <p:nvPr/>
        </p:nvPicPr>
        <p:blipFill>
          <a:blip r:embed="rId4">
            <a:duotone>
              <a:schemeClr val="accent2">
                <a:shade val="45000"/>
                <a:satMod val="135000"/>
              </a:schemeClr>
              <a:prstClr val="white"/>
            </a:duotone>
            <a:extLst>
              <a:ext uri="{28A0092B-C50C-407E-A947-70E740481C1C}">
                <a14:useLocalDpi xmlns:a14="http://schemas.microsoft.com/office/drawing/2010/main" val="0"/>
              </a:ext>
            </a:extLst>
          </a:blip>
          <a:stretch>
            <a:fillRect/>
          </a:stretch>
        </p:blipFill>
        <p:spPr>
          <a:xfrm>
            <a:off x="10393952" y="5548870"/>
            <a:ext cx="390455" cy="292842"/>
          </a:xfrm>
          <a:prstGeom prst="rect">
            <a:avLst/>
          </a:prstGeom>
        </p:spPr>
      </p:pic>
      <p:sp>
        <p:nvSpPr>
          <p:cNvPr id="8" name="四角形: 上の 2 つの角を切り取る 7">
            <a:extLst>
              <a:ext uri="{FF2B5EF4-FFF2-40B4-BE49-F238E27FC236}">
                <a16:creationId xmlns:a16="http://schemas.microsoft.com/office/drawing/2014/main" id="{0EAAC90C-6B7E-48CB-B3E2-5FEDFA51ED9F}"/>
              </a:ext>
            </a:extLst>
          </p:cNvPr>
          <p:cNvSpPr/>
          <p:nvPr/>
        </p:nvSpPr>
        <p:spPr>
          <a:xfrm>
            <a:off x="9898640" y="2636236"/>
            <a:ext cx="1383571" cy="866139"/>
          </a:xfrm>
          <a:prstGeom prst="snip2SameRect">
            <a:avLst/>
          </a:prstGeom>
          <a:solidFill>
            <a:schemeClr val="accent2">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四角形: 上の 2 つの角を切り取る 11">
            <a:extLst>
              <a:ext uri="{FF2B5EF4-FFF2-40B4-BE49-F238E27FC236}">
                <a16:creationId xmlns:a16="http://schemas.microsoft.com/office/drawing/2014/main" id="{F039D8F4-23ED-C748-0BEA-6D06268520CD}"/>
              </a:ext>
            </a:extLst>
          </p:cNvPr>
          <p:cNvSpPr/>
          <p:nvPr/>
        </p:nvSpPr>
        <p:spPr>
          <a:xfrm flipV="1">
            <a:off x="9898640" y="3768516"/>
            <a:ext cx="1383571" cy="866139"/>
          </a:xfrm>
          <a:prstGeom prst="snip2SameRect">
            <a:avLst/>
          </a:prstGeom>
          <a:solidFill>
            <a:schemeClr val="accent2">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 name="テキスト ボックス 17">
            <a:extLst>
              <a:ext uri="{FF2B5EF4-FFF2-40B4-BE49-F238E27FC236}">
                <a16:creationId xmlns:a16="http://schemas.microsoft.com/office/drawing/2014/main" id="{8B62916B-0555-94B9-9999-0344FC1AA4DA}"/>
              </a:ext>
            </a:extLst>
          </p:cNvPr>
          <p:cNvSpPr txBox="1"/>
          <p:nvPr/>
        </p:nvSpPr>
        <p:spPr>
          <a:xfrm>
            <a:off x="10369858" y="2869250"/>
            <a:ext cx="441147" cy="400110"/>
          </a:xfrm>
          <a:prstGeom prst="rect">
            <a:avLst/>
          </a:prstGeom>
          <a:noFill/>
        </p:spPr>
        <p:txBody>
          <a:bodyPr wrap="none" rtlCol="0">
            <a:spAutoFit/>
          </a:bodyPr>
          <a:lstStyle/>
          <a:p>
            <a:pPr algn="ctr"/>
            <a:r>
              <a:rPr lang="en-US" altLang="ja-JP" sz="2000">
                <a:solidFill>
                  <a:schemeClr val="tx1">
                    <a:lumMod val="85000"/>
                    <a:lumOff val="15000"/>
                  </a:schemeClr>
                </a:solidFill>
                <a:latin typeface="原稿用標準書体" panose="03000503000000000000" pitchFamily="66" charset="-128"/>
                <a:ea typeface="原稿用標準書体" panose="03000503000000000000" pitchFamily="66" charset="-128"/>
              </a:rPr>
              <a:t>HP</a:t>
            </a:r>
            <a:endParaRPr lang="en-US" altLang="ja-JP" sz="20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24" name="テキスト ボックス 23">
            <a:extLst>
              <a:ext uri="{FF2B5EF4-FFF2-40B4-BE49-F238E27FC236}">
                <a16:creationId xmlns:a16="http://schemas.microsoft.com/office/drawing/2014/main" id="{E5938D77-B6DB-624A-1E3E-91239B77AA55}"/>
              </a:ext>
            </a:extLst>
          </p:cNvPr>
          <p:cNvSpPr txBox="1"/>
          <p:nvPr/>
        </p:nvSpPr>
        <p:spPr>
          <a:xfrm>
            <a:off x="10241611" y="4001530"/>
            <a:ext cx="69762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rPr>
              <a:t>降順</a:t>
            </a:r>
            <a:endParaRPr lang="en-US" altLang="ja-JP" sz="20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0" name="正方形/長方形 9">
            <a:extLst>
              <a:ext uri="{FF2B5EF4-FFF2-40B4-BE49-F238E27FC236}">
                <a16:creationId xmlns:a16="http://schemas.microsoft.com/office/drawing/2014/main" id="{2A0D6820-7BAC-50D8-C6BB-581F5544CF6F}"/>
              </a:ext>
            </a:extLst>
          </p:cNvPr>
          <p:cNvSpPr>
            <a:spLocks/>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 name="四角形: 角を丸くする 13">
            <a:extLst>
              <a:ext uri="{FF2B5EF4-FFF2-40B4-BE49-F238E27FC236}">
                <a16:creationId xmlns:a16="http://schemas.microsoft.com/office/drawing/2014/main" id="{D4B5D030-FA9E-ECA2-0364-3D88BE76C1E9}"/>
              </a:ext>
            </a:extLst>
          </p:cNvPr>
          <p:cNvSpPr/>
          <p:nvPr/>
        </p:nvSpPr>
        <p:spPr>
          <a:xfrm>
            <a:off x="3154916" y="1541088"/>
            <a:ext cx="5872517" cy="4414818"/>
          </a:xfrm>
          <a:prstGeom prst="roundRect">
            <a:avLst/>
          </a:prstGeom>
          <a:solidFill>
            <a:schemeClr val="accent2">
              <a:alpha val="99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テキスト ボックス 16">
            <a:extLst>
              <a:ext uri="{FF2B5EF4-FFF2-40B4-BE49-F238E27FC236}">
                <a16:creationId xmlns:a16="http://schemas.microsoft.com/office/drawing/2014/main" id="{7185EBFB-551E-0485-F064-FD95B45865B6}"/>
              </a:ext>
            </a:extLst>
          </p:cNvPr>
          <p:cNvSpPr txBox="1"/>
          <p:nvPr/>
        </p:nvSpPr>
        <p:spPr>
          <a:xfrm>
            <a:off x="5383288" y="1782146"/>
            <a:ext cx="1415773" cy="584775"/>
          </a:xfrm>
          <a:prstGeom prst="rect">
            <a:avLst/>
          </a:prstGeom>
          <a:noFill/>
        </p:spPr>
        <p:txBody>
          <a:bodyPr wrap="none" rtlCol="0">
            <a:spAutoFit/>
          </a:bodyPr>
          <a:lstStyle/>
          <a:p>
            <a:pPr algn="ctr"/>
            <a:r>
              <a:rPr kumimoji="1" lang="ja-JP" altLang="en-US" sz="3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ソート</a:t>
            </a:r>
            <a:endParaRPr kumimoji="1" lang="ja-JP" altLang="en-US" sz="32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20" name="四角形: 角を丸くする 19">
            <a:extLst>
              <a:ext uri="{FF2B5EF4-FFF2-40B4-BE49-F238E27FC236}">
                <a16:creationId xmlns:a16="http://schemas.microsoft.com/office/drawing/2014/main" id="{986FE623-FDEF-0ECB-9BF6-BB1DC8BF86BC}"/>
              </a:ext>
            </a:extLst>
          </p:cNvPr>
          <p:cNvSpPr/>
          <p:nvPr/>
        </p:nvSpPr>
        <p:spPr>
          <a:xfrm>
            <a:off x="5030403" y="5012353"/>
            <a:ext cx="2138224" cy="767022"/>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a:latin typeface="和音 Joyo R" panose="00000500000000000000" pitchFamily="50" charset="-128"/>
                <a:ea typeface="和音 Joyo R" panose="00000500000000000000" pitchFamily="50" charset="-128"/>
              </a:rPr>
              <a:t>確定</a:t>
            </a:r>
            <a:endParaRPr kumimoji="1" lang="ja-JP" altLang="en-US" sz="2400" dirty="0">
              <a:latin typeface="和音 Joyo R" panose="00000500000000000000" pitchFamily="50" charset="-128"/>
              <a:ea typeface="和音 Joyo R" panose="00000500000000000000" pitchFamily="50" charset="-128"/>
            </a:endParaRPr>
          </a:p>
        </p:txBody>
      </p:sp>
      <p:grpSp>
        <p:nvGrpSpPr>
          <p:cNvPr id="28" name="グループ化 27">
            <a:extLst>
              <a:ext uri="{FF2B5EF4-FFF2-40B4-BE49-F238E27FC236}">
                <a16:creationId xmlns:a16="http://schemas.microsoft.com/office/drawing/2014/main" id="{BBEB6F67-44DC-8A7E-F2EA-6F276076D858}"/>
              </a:ext>
            </a:extLst>
          </p:cNvPr>
          <p:cNvGrpSpPr/>
          <p:nvPr/>
        </p:nvGrpSpPr>
        <p:grpSpPr>
          <a:xfrm>
            <a:off x="3466167" y="3111670"/>
            <a:ext cx="5250015" cy="1273654"/>
            <a:chOff x="2222027" y="3383901"/>
            <a:chExt cx="6522760" cy="1582422"/>
          </a:xfrm>
          <a:solidFill>
            <a:schemeClr val="bg1">
              <a:lumMod val="85000"/>
            </a:schemeClr>
          </a:solidFill>
        </p:grpSpPr>
        <p:sp>
          <p:nvSpPr>
            <p:cNvPr id="35" name="二等辺三角形 34">
              <a:extLst>
                <a:ext uri="{FF2B5EF4-FFF2-40B4-BE49-F238E27FC236}">
                  <a16:creationId xmlns:a16="http://schemas.microsoft.com/office/drawing/2014/main" id="{97A621A7-D4EE-D041-1FF2-B52E5ED199EE}"/>
                </a:ext>
              </a:extLst>
            </p:cNvPr>
            <p:cNvSpPr/>
            <p:nvPr/>
          </p:nvSpPr>
          <p:spPr>
            <a:xfrm rot="5400000">
              <a:off x="7522730" y="3729487"/>
              <a:ext cx="1567643" cy="876471"/>
            </a:xfrm>
            <a:prstGeom prst="triangle">
              <a:avLst/>
            </a:prstGeom>
            <a:grp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6" name="二等辺三角形 35">
              <a:extLst>
                <a:ext uri="{FF2B5EF4-FFF2-40B4-BE49-F238E27FC236}">
                  <a16:creationId xmlns:a16="http://schemas.microsoft.com/office/drawing/2014/main" id="{01FEA7C1-E111-9C43-C594-3F1AA86091DF}"/>
                </a:ext>
              </a:extLst>
            </p:cNvPr>
            <p:cNvSpPr/>
            <p:nvPr/>
          </p:nvSpPr>
          <p:spPr>
            <a:xfrm rot="16200000" flipH="1">
              <a:off x="1876441" y="3744266"/>
              <a:ext cx="1567643" cy="876471"/>
            </a:xfrm>
            <a:prstGeom prst="triangle">
              <a:avLst/>
            </a:prstGeom>
            <a:grp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38" name="四角形: 角を丸くする 37">
            <a:extLst>
              <a:ext uri="{FF2B5EF4-FFF2-40B4-BE49-F238E27FC236}">
                <a16:creationId xmlns:a16="http://schemas.microsoft.com/office/drawing/2014/main" id="{52F169EE-439C-C3D5-01D1-E0047C624ADD}"/>
              </a:ext>
            </a:extLst>
          </p:cNvPr>
          <p:cNvSpPr/>
          <p:nvPr/>
        </p:nvSpPr>
        <p:spPr>
          <a:xfrm>
            <a:off x="4520352" y="2614749"/>
            <a:ext cx="1435650" cy="514995"/>
          </a:xfrm>
          <a:prstGeom prst="round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a:solidFill>
                  <a:schemeClr val="tx1">
                    <a:lumMod val="85000"/>
                    <a:lumOff val="15000"/>
                  </a:schemeClr>
                </a:solidFill>
                <a:latin typeface="和音 Joyo R" panose="00000500000000000000" pitchFamily="50" charset="-128"/>
                <a:ea typeface="和音 Joyo R" panose="00000500000000000000" pitchFamily="50" charset="-128"/>
              </a:rPr>
              <a:t>HP</a:t>
            </a:r>
            <a:endParaRPr kumimoji="1" lang="ja-JP" altLang="en-US"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sp>
        <p:nvSpPr>
          <p:cNvPr id="42" name="四角形: 角を丸くする 41">
            <a:extLst>
              <a:ext uri="{FF2B5EF4-FFF2-40B4-BE49-F238E27FC236}">
                <a16:creationId xmlns:a16="http://schemas.microsoft.com/office/drawing/2014/main" id="{04BF2C5C-7A63-767F-BDEE-06620AAC50A8}"/>
              </a:ext>
            </a:extLst>
          </p:cNvPr>
          <p:cNvSpPr/>
          <p:nvPr/>
        </p:nvSpPr>
        <p:spPr>
          <a:xfrm>
            <a:off x="6236000" y="2607712"/>
            <a:ext cx="1435650" cy="514995"/>
          </a:xfrm>
          <a:prstGeom prst="round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a:solidFill>
                  <a:schemeClr val="tx1">
                    <a:lumMod val="85000"/>
                    <a:lumOff val="15000"/>
                  </a:schemeClr>
                </a:solidFill>
                <a:latin typeface="和音 Joyo R" panose="00000500000000000000" pitchFamily="50" charset="-128"/>
                <a:ea typeface="和音 Joyo R" panose="00000500000000000000" pitchFamily="50" charset="-128"/>
              </a:rPr>
              <a:t>HP</a:t>
            </a:r>
            <a:endParaRPr kumimoji="1" lang="ja-JP" altLang="en-US"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sp>
        <p:nvSpPr>
          <p:cNvPr id="51" name="四角形: 角を丸くする 50">
            <a:extLst>
              <a:ext uri="{FF2B5EF4-FFF2-40B4-BE49-F238E27FC236}">
                <a16:creationId xmlns:a16="http://schemas.microsoft.com/office/drawing/2014/main" id="{81038945-C3D3-F5B0-B9CB-B66EAAF5C4C3}"/>
              </a:ext>
            </a:extLst>
          </p:cNvPr>
          <p:cNvSpPr/>
          <p:nvPr/>
        </p:nvSpPr>
        <p:spPr>
          <a:xfrm>
            <a:off x="4520352" y="3402333"/>
            <a:ext cx="1435650" cy="514995"/>
          </a:xfrm>
          <a:prstGeom prst="round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a:solidFill>
                  <a:schemeClr val="tx1">
                    <a:lumMod val="85000"/>
                    <a:lumOff val="15000"/>
                  </a:schemeClr>
                </a:solidFill>
                <a:latin typeface="和音 Joyo R" panose="00000500000000000000" pitchFamily="50" charset="-128"/>
                <a:ea typeface="和音 Joyo R" panose="00000500000000000000" pitchFamily="50" charset="-128"/>
              </a:rPr>
              <a:t>HP</a:t>
            </a:r>
            <a:endParaRPr kumimoji="1" lang="ja-JP" altLang="en-US"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sp>
        <p:nvSpPr>
          <p:cNvPr id="75" name="四角形: 角を丸くする 74">
            <a:extLst>
              <a:ext uri="{FF2B5EF4-FFF2-40B4-BE49-F238E27FC236}">
                <a16:creationId xmlns:a16="http://schemas.microsoft.com/office/drawing/2014/main" id="{E9248EAA-E198-657E-C0C3-3B596997F058}"/>
              </a:ext>
            </a:extLst>
          </p:cNvPr>
          <p:cNvSpPr/>
          <p:nvPr/>
        </p:nvSpPr>
        <p:spPr>
          <a:xfrm>
            <a:off x="6236000" y="3395296"/>
            <a:ext cx="1435650" cy="514995"/>
          </a:xfrm>
          <a:prstGeom prst="round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a:solidFill>
                  <a:schemeClr val="tx1">
                    <a:lumMod val="85000"/>
                    <a:lumOff val="15000"/>
                  </a:schemeClr>
                </a:solidFill>
                <a:latin typeface="和音 Joyo R" panose="00000500000000000000" pitchFamily="50" charset="-128"/>
                <a:ea typeface="和音 Joyo R" panose="00000500000000000000" pitchFamily="50" charset="-128"/>
              </a:rPr>
              <a:t>HP</a:t>
            </a:r>
            <a:endParaRPr kumimoji="1" lang="ja-JP" altLang="en-US"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sp>
        <p:nvSpPr>
          <p:cNvPr id="93" name="四角形: 角を丸くする 92">
            <a:extLst>
              <a:ext uri="{FF2B5EF4-FFF2-40B4-BE49-F238E27FC236}">
                <a16:creationId xmlns:a16="http://schemas.microsoft.com/office/drawing/2014/main" id="{EA8DDB83-24C5-C8C3-821B-6F8265738E6F}"/>
              </a:ext>
            </a:extLst>
          </p:cNvPr>
          <p:cNvSpPr/>
          <p:nvPr/>
        </p:nvSpPr>
        <p:spPr>
          <a:xfrm>
            <a:off x="4520352" y="4159003"/>
            <a:ext cx="1435650" cy="514995"/>
          </a:xfrm>
          <a:prstGeom prst="round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a:solidFill>
                  <a:schemeClr val="tx1">
                    <a:lumMod val="85000"/>
                    <a:lumOff val="15000"/>
                  </a:schemeClr>
                </a:solidFill>
                <a:latin typeface="和音 Joyo R" panose="00000500000000000000" pitchFamily="50" charset="-128"/>
                <a:ea typeface="和音 Joyo R" panose="00000500000000000000" pitchFamily="50" charset="-128"/>
              </a:rPr>
              <a:t>HP</a:t>
            </a:r>
            <a:endParaRPr kumimoji="1" lang="ja-JP" altLang="en-US"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sp>
        <p:nvSpPr>
          <p:cNvPr id="114" name="四角形: 角を丸くする 113">
            <a:extLst>
              <a:ext uri="{FF2B5EF4-FFF2-40B4-BE49-F238E27FC236}">
                <a16:creationId xmlns:a16="http://schemas.microsoft.com/office/drawing/2014/main" id="{AB41E205-262D-6BED-95D6-526A51EBEAF0}"/>
              </a:ext>
            </a:extLst>
          </p:cNvPr>
          <p:cNvSpPr/>
          <p:nvPr/>
        </p:nvSpPr>
        <p:spPr>
          <a:xfrm>
            <a:off x="6236000" y="4151966"/>
            <a:ext cx="1435650" cy="514995"/>
          </a:xfrm>
          <a:prstGeom prst="round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solidFill>
                  <a:schemeClr val="tx1">
                    <a:lumMod val="85000"/>
                    <a:lumOff val="15000"/>
                  </a:schemeClr>
                </a:solidFill>
                <a:latin typeface="和音 Joyo R" panose="00000500000000000000" pitchFamily="50" charset="-128"/>
                <a:ea typeface="和音 Joyo R" panose="00000500000000000000" pitchFamily="50" charset="-128"/>
              </a:rPr>
              <a:t>状態名</a:t>
            </a:r>
            <a:endParaRPr kumimoji="1" lang="ja-JP" altLang="en-US"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spTree>
    <p:extLst>
      <p:ext uri="{BB962C8B-B14F-4D97-AF65-F5344CB8AC3E}">
        <p14:creationId xmlns:p14="http://schemas.microsoft.com/office/powerpoint/2010/main" val="1197250390"/>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bg>
      <p:bgPr>
        <a:gradFill flip="none" rotWithShape="1">
          <a:gsLst>
            <a:gs pos="0">
              <a:srgbClr val="660066"/>
            </a:gs>
            <a:gs pos="10000">
              <a:schemeClr val="tx1">
                <a:lumMod val="85000"/>
                <a:lumOff val="15000"/>
              </a:schemeClr>
            </a:gs>
            <a:gs pos="90000">
              <a:srgbClr val="262626"/>
            </a:gs>
            <a:gs pos="80000">
              <a:srgbClr val="660066"/>
            </a:gs>
            <a:gs pos="70000">
              <a:srgbClr val="262626"/>
            </a:gs>
            <a:gs pos="60000">
              <a:schemeClr val="accent6">
                <a:lumMod val="75000"/>
              </a:schemeClr>
            </a:gs>
            <a:gs pos="50000">
              <a:srgbClr val="262626"/>
            </a:gs>
            <a:gs pos="40000">
              <a:srgbClr val="660066"/>
            </a:gs>
            <a:gs pos="30000">
              <a:srgbClr val="262626"/>
            </a:gs>
            <a:gs pos="20000">
              <a:schemeClr val="accent6">
                <a:lumMod val="75000"/>
              </a:schemeClr>
            </a:gs>
          </a:gsLst>
          <a:path path="rect">
            <a:fillToRect l="50000" t="50000" r="50000" b="50000"/>
          </a:path>
          <a:tileRect/>
        </a:gradFill>
        <a:effectLst/>
      </p:bgPr>
    </p:bg>
    <p:spTree>
      <p:nvGrpSpPr>
        <p:cNvPr id="1" name="">
          <a:extLst>
            <a:ext uri="{FF2B5EF4-FFF2-40B4-BE49-F238E27FC236}">
              <a16:creationId xmlns:a16="http://schemas.microsoft.com/office/drawing/2014/main" id="{F5B03CF9-89FB-F71C-14F2-60B342BDF69B}"/>
            </a:ext>
          </a:extLst>
        </p:cNvPr>
        <p:cNvGrpSpPr/>
        <p:nvPr/>
      </p:nvGrpSpPr>
      <p:grpSpPr>
        <a:xfrm>
          <a:off x="0" y="0"/>
          <a:ext cx="0" cy="0"/>
          <a:chOff x="0" y="0"/>
          <a:chExt cx="0" cy="0"/>
        </a:xfrm>
      </p:grpSpPr>
      <p:sp>
        <p:nvSpPr>
          <p:cNvPr id="135" name="フリーフォーム: 図形 134">
            <a:extLst>
              <a:ext uri="{FF2B5EF4-FFF2-40B4-BE49-F238E27FC236}">
                <a16:creationId xmlns:a16="http://schemas.microsoft.com/office/drawing/2014/main" id="{351D36D2-721D-F522-5DB4-73AEF1B16C1A}"/>
              </a:ext>
            </a:extLst>
          </p:cNvPr>
          <p:cNvSpPr/>
          <p:nvPr/>
        </p:nvSpPr>
        <p:spPr>
          <a:xfrm rot="10800000" flipH="1">
            <a:off x="6522788" y="987094"/>
            <a:ext cx="4350180" cy="2548579"/>
          </a:xfrm>
          <a:custGeom>
            <a:avLst/>
            <a:gdLst>
              <a:gd name="csX0" fmla="*/ 125042 w 4350180"/>
              <a:gd name="csY0" fmla="*/ 2548579 h 2548579"/>
              <a:gd name="csX1" fmla="*/ 4225138 w 4350180"/>
              <a:gd name="csY1" fmla="*/ 2548579 h 2548579"/>
              <a:gd name="csX2" fmla="*/ 4350180 w 4350180"/>
              <a:gd name="csY2" fmla="*/ 2423537 h 2548579"/>
              <a:gd name="csX3" fmla="*/ 4350180 w 4350180"/>
              <a:gd name="csY3" fmla="*/ 860365 h 2548579"/>
              <a:gd name="csX4" fmla="*/ 4225138 w 4350180"/>
              <a:gd name="csY4" fmla="*/ 735323 h 2548579"/>
              <a:gd name="csX5" fmla="*/ 2437450 w 4350180"/>
              <a:gd name="csY5" fmla="*/ 735323 h 2548579"/>
              <a:gd name="csX6" fmla="*/ 2437450 w 4350180"/>
              <a:gd name="csY6" fmla="*/ 365699 h 2548579"/>
              <a:gd name="csX7" fmla="*/ 2619422 w 4350180"/>
              <a:gd name="csY7" fmla="*/ 365699 h 2548579"/>
              <a:gd name="csX8" fmla="*/ 2175090 w 4350180"/>
              <a:gd name="csY8" fmla="*/ 0 h 2548579"/>
              <a:gd name="csX9" fmla="*/ 1730758 w 4350180"/>
              <a:gd name="csY9" fmla="*/ 365699 h 2548579"/>
              <a:gd name="csX10" fmla="*/ 1912731 w 4350180"/>
              <a:gd name="csY10" fmla="*/ 365699 h 2548579"/>
              <a:gd name="csX11" fmla="*/ 1912731 w 4350180"/>
              <a:gd name="csY11" fmla="*/ 735323 h 2548579"/>
              <a:gd name="csX12" fmla="*/ 125042 w 4350180"/>
              <a:gd name="csY12" fmla="*/ 735323 h 2548579"/>
              <a:gd name="csX13" fmla="*/ 0 w 4350180"/>
              <a:gd name="csY13" fmla="*/ 860365 h 2548579"/>
              <a:gd name="csX14" fmla="*/ 0 w 4350180"/>
              <a:gd name="csY14" fmla="*/ 2423537 h 2548579"/>
              <a:gd name="csX15" fmla="*/ 125042 w 4350180"/>
              <a:gd name="csY15" fmla="*/ 2548579 h 254857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4350180" h="2548579">
                <a:moveTo>
                  <a:pt x="125042" y="2548579"/>
                </a:moveTo>
                <a:lnTo>
                  <a:pt x="4225138" y="2548579"/>
                </a:lnTo>
                <a:cubicBezTo>
                  <a:pt x="4294197" y="2548579"/>
                  <a:pt x="4350180" y="2492596"/>
                  <a:pt x="4350180" y="2423537"/>
                </a:cubicBezTo>
                <a:lnTo>
                  <a:pt x="4350180" y="860365"/>
                </a:lnTo>
                <a:cubicBezTo>
                  <a:pt x="4350180" y="791306"/>
                  <a:pt x="4294197" y="735323"/>
                  <a:pt x="4225138" y="735323"/>
                </a:cubicBezTo>
                <a:lnTo>
                  <a:pt x="2437450" y="735323"/>
                </a:lnTo>
                <a:lnTo>
                  <a:pt x="2437450" y="365699"/>
                </a:lnTo>
                <a:lnTo>
                  <a:pt x="2619422" y="365699"/>
                </a:lnTo>
                <a:lnTo>
                  <a:pt x="2175090" y="0"/>
                </a:lnTo>
                <a:lnTo>
                  <a:pt x="1730758" y="365699"/>
                </a:lnTo>
                <a:lnTo>
                  <a:pt x="1912731" y="365699"/>
                </a:lnTo>
                <a:lnTo>
                  <a:pt x="1912731" y="735323"/>
                </a:lnTo>
                <a:lnTo>
                  <a:pt x="125042" y="735323"/>
                </a:lnTo>
                <a:cubicBezTo>
                  <a:pt x="55983" y="735323"/>
                  <a:pt x="0" y="791306"/>
                  <a:pt x="0" y="860365"/>
                </a:cubicBezTo>
                <a:lnTo>
                  <a:pt x="0" y="2423537"/>
                </a:lnTo>
                <a:cubicBezTo>
                  <a:pt x="0" y="2492596"/>
                  <a:pt x="55983" y="2548579"/>
                  <a:pt x="125042" y="2548579"/>
                </a:cubicBezTo>
                <a:close/>
              </a:path>
            </a:pathLst>
          </a:custGeom>
          <a:solidFill>
            <a:schemeClr val="bg1">
              <a:lumMod val="95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a:solidFill>
                <a:schemeClr val="tx1">
                  <a:lumMod val="95000"/>
                  <a:lumOff val="5000"/>
                </a:schemeClr>
              </a:solidFill>
              <a:latin typeface="原稿用標準書体" panose="03000503000000000000" pitchFamily="66" charset="-128"/>
              <a:ea typeface="原稿用標準書体" panose="03000503000000000000" pitchFamily="66" charset="-128"/>
            </a:endParaRPr>
          </a:p>
        </p:txBody>
      </p:sp>
      <p:grpSp>
        <p:nvGrpSpPr>
          <p:cNvPr id="15" name="グループ化 14">
            <a:extLst>
              <a:ext uri="{FF2B5EF4-FFF2-40B4-BE49-F238E27FC236}">
                <a16:creationId xmlns:a16="http://schemas.microsoft.com/office/drawing/2014/main" id="{A6A1E627-83C9-4739-0FEC-2D11B4552EB7}"/>
              </a:ext>
            </a:extLst>
          </p:cNvPr>
          <p:cNvGrpSpPr/>
          <p:nvPr/>
        </p:nvGrpSpPr>
        <p:grpSpPr>
          <a:xfrm>
            <a:off x="876956" y="1883114"/>
            <a:ext cx="4801783" cy="4343027"/>
            <a:chOff x="988928" y="1883114"/>
            <a:chExt cx="4860780" cy="4396387"/>
          </a:xfrm>
        </p:grpSpPr>
        <p:pic>
          <p:nvPicPr>
            <p:cNvPr id="17" name="図 16">
              <a:extLst>
                <a:ext uri="{FF2B5EF4-FFF2-40B4-BE49-F238E27FC236}">
                  <a16:creationId xmlns:a16="http://schemas.microsoft.com/office/drawing/2014/main" id="{B957B174-D61F-B765-3EFC-280280C4DD03}"/>
                </a:ext>
              </a:extLst>
            </p:cNvPr>
            <p:cNvPicPr>
              <a:picLocks noChangeAspect="1"/>
            </p:cNvPicPr>
            <p:nvPr/>
          </p:nvPicPr>
          <p:blipFill>
            <a:blip r:embed="rId2">
              <a:extLst>
                <a:ext uri="{28A0092B-C50C-407E-A947-70E740481C1C}">
                  <a14:useLocalDpi xmlns:a14="http://schemas.microsoft.com/office/drawing/2010/main" val="0"/>
                </a:ext>
              </a:extLst>
            </a:blip>
            <a:srcRect t="9554"/>
            <a:stretch>
              <a:fillRect/>
            </a:stretch>
          </p:blipFill>
          <p:spPr>
            <a:xfrm>
              <a:off x="988928" y="1883114"/>
              <a:ext cx="4860780" cy="4396387"/>
            </a:xfrm>
            <a:prstGeom prst="rect">
              <a:avLst/>
            </a:prstGeom>
            <a:effectLst>
              <a:glow rad="63500">
                <a:schemeClr val="bg1">
                  <a:lumMod val="95000"/>
                  <a:alpha val="40000"/>
                </a:schemeClr>
              </a:glow>
            </a:effectLst>
          </p:spPr>
        </p:pic>
        <p:sp>
          <p:nvSpPr>
            <p:cNvPr id="18" name="正方形/長方形 17">
              <a:extLst>
                <a:ext uri="{FF2B5EF4-FFF2-40B4-BE49-F238E27FC236}">
                  <a16:creationId xmlns:a16="http://schemas.microsoft.com/office/drawing/2014/main" id="{A49CBC12-E843-F811-9A2A-471756E4899D}"/>
                </a:ext>
              </a:extLst>
            </p:cNvPr>
            <p:cNvSpPr/>
            <p:nvPr/>
          </p:nvSpPr>
          <p:spPr>
            <a:xfrm>
              <a:off x="1302803" y="2692443"/>
              <a:ext cx="4269724" cy="2792385"/>
            </a:xfrm>
            <a:prstGeom prst="rect">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sp>
        <p:nvSpPr>
          <p:cNvPr id="21" name="四角形: 角を丸くする 20">
            <a:extLst>
              <a:ext uri="{FF2B5EF4-FFF2-40B4-BE49-F238E27FC236}">
                <a16:creationId xmlns:a16="http://schemas.microsoft.com/office/drawing/2014/main" id="{4CD9E250-1486-ABE7-BD6F-C99834C8B919}"/>
              </a:ext>
            </a:extLst>
          </p:cNvPr>
          <p:cNvSpPr/>
          <p:nvPr/>
        </p:nvSpPr>
        <p:spPr>
          <a:xfrm>
            <a:off x="8862861" y="5716570"/>
            <a:ext cx="2729924" cy="631055"/>
          </a:xfrm>
          <a:prstGeom prst="roundRect">
            <a:avLst>
              <a:gd name="adj" fmla="val 9570"/>
            </a:avLst>
          </a:prstGeom>
          <a:solidFill>
            <a:srgbClr val="FF00FF"/>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b="1" dirty="0">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endParaRPr>
          </a:p>
        </p:txBody>
      </p:sp>
      <p:grpSp>
        <p:nvGrpSpPr>
          <p:cNvPr id="49" name="グループ化 48">
            <a:extLst>
              <a:ext uri="{FF2B5EF4-FFF2-40B4-BE49-F238E27FC236}">
                <a16:creationId xmlns:a16="http://schemas.microsoft.com/office/drawing/2014/main" id="{2FF01BDE-2540-6F55-AB91-73E605907B68}"/>
              </a:ext>
            </a:extLst>
          </p:cNvPr>
          <p:cNvGrpSpPr/>
          <p:nvPr/>
        </p:nvGrpSpPr>
        <p:grpSpPr>
          <a:xfrm>
            <a:off x="9164096" y="5847431"/>
            <a:ext cx="1815744" cy="369332"/>
            <a:chOff x="9026246" y="5847431"/>
            <a:chExt cx="1815744" cy="369332"/>
          </a:xfrm>
        </p:grpSpPr>
        <p:sp>
          <p:nvSpPr>
            <p:cNvPr id="50" name="二等辺三角形 49">
              <a:extLst>
                <a:ext uri="{FF2B5EF4-FFF2-40B4-BE49-F238E27FC236}">
                  <a16:creationId xmlns:a16="http://schemas.microsoft.com/office/drawing/2014/main" id="{121C4BCB-16C8-C5B6-F20D-7F986DC6D391}"/>
                </a:ext>
              </a:extLst>
            </p:cNvPr>
            <p:cNvSpPr/>
            <p:nvPr/>
          </p:nvSpPr>
          <p:spPr>
            <a:xfrm rot="5400000">
              <a:off x="10369271" y="5875196"/>
              <a:ext cx="364010" cy="313802"/>
            </a:xfrm>
            <a:prstGeom prst="triangl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2" name="テキスト ボックス 51">
              <a:extLst>
                <a:ext uri="{FF2B5EF4-FFF2-40B4-BE49-F238E27FC236}">
                  <a16:creationId xmlns:a16="http://schemas.microsoft.com/office/drawing/2014/main" id="{D73F59D6-CB3E-35AA-861C-0241469D3DB3}"/>
                </a:ext>
              </a:extLst>
            </p:cNvPr>
            <p:cNvSpPr txBox="1"/>
            <p:nvPr/>
          </p:nvSpPr>
          <p:spPr>
            <a:xfrm>
              <a:off x="9026246" y="5847431"/>
              <a:ext cx="1815744" cy="369332"/>
            </a:xfrm>
            <a:prstGeom prst="rect">
              <a:avLst/>
            </a:prstGeom>
            <a:noFill/>
          </p:spPr>
          <p:txBody>
            <a:bodyPr wrap="square">
              <a:spAutoFit/>
            </a:bodyPr>
            <a:lstStyle/>
            <a:p>
              <a:pPr algn="ctr"/>
              <a:r>
                <a:rPr lang="ja-JP" altLang="en-US" b="1">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rPr>
                <a:t>進む</a:t>
              </a:r>
              <a:endParaRPr lang="ja-JP" altLang="en-US" sz="1800" b="1" dirty="0">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endParaRPr>
            </a:p>
          </p:txBody>
        </p:sp>
      </p:grpSp>
      <p:sp>
        <p:nvSpPr>
          <p:cNvPr id="58" name="テキスト ボックス 57">
            <a:extLst>
              <a:ext uri="{FF2B5EF4-FFF2-40B4-BE49-F238E27FC236}">
                <a16:creationId xmlns:a16="http://schemas.microsoft.com/office/drawing/2014/main" id="{BE9E4DDA-0F68-E5D0-F378-54F034B28929}"/>
              </a:ext>
            </a:extLst>
          </p:cNvPr>
          <p:cNvSpPr txBox="1"/>
          <p:nvPr/>
        </p:nvSpPr>
        <p:spPr>
          <a:xfrm>
            <a:off x="884467" y="438009"/>
            <a:ext cx="4801314" cy="1200329"/>
          </a:xfrm>
          <a:prstGeom prst="rect">
            <a:avLst/>
          </a:prstGeom>
          <a:noFill/>
        </p:spPr>
        <p:txBody>
          <a:bodyPr wrap="none" rtlCol="0">
            <a:spAutoFit/>
          </a:bodyPr>
          <a:lstStyle/>
          <a:p>
            <a:pPr algn="ctr"/>
            <a:r>
              <a:rPr lang="ja-JP" altLang="en-US" sz="7200" b="1">
                <a:solidFill>
                  <a:schemeClr val="bg1">
                    <a:lumMod val="95000"/>
                  </a:schemeClr>
                </a:solidFill>
                <a:latin typeface="原稿用標準書体" panose="03000503000000000000" pitchFamily="66" charset="-128"/>
                <a:ea typeface="原稿用標準書体" panose="03000503000000000000" pitchFamily="66" charset="-128"/>
              </a:rPr>
              <a:t>リサイクル</a:t>
            </a:r>
            <a:endParaRPr kumimoji="1" lang="ja-JP" altLang="en-US" sz="7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79" name="四角形: 角を丸くする 78">
            <a:extLst>
              <a:ext uri="{FF2B5EF4-FFF2-40B4-BE49-F238E27FC236}">
                <a16:creationId xmlns:a16="http://schemas.microsoft.com/office/drawing/2014/main" id="{CFFDBF71-03D4-DCFA-3E47-8AD33745E7D7}"/>
              </a:ext>
            </a:extLst>
          </p:cNvPr>
          <p:cNvSpPr/>
          <p:nvPr/>
        </p:nvSpPr>
        <p:spPr>
          <a:xfrm>
            <a:off x="5903929" y="5716570"/>
            <a:ext cx="2729924" cy="631055"/>
          </a:xfrm>
          <a:prstGeom prst="roundRect">
            <a:avLst>
              <a:gd name="adj" fmla="val 9570"/>
            </a:avLst>
          </a:prstGeom>
          <a:solidFill>
            <a:schemeClr val="bg1">
              <a:lumMod val="85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b="1" dirty="0">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endParaRPr>
          </a:p>
        </p:txBody>
      </p:sp>
      <p:grpSp>
        <p:nvGrpSpPr>
          <p:cNvPr id="80" name="グループ化 79">
            <a:extLst>
              <a:ext uri="{FF2B5EF4-FFF2-40B4-BE49-F238E27FC236}">
                <a16:creationId xmlns:a16="http://schemas.microsoft.com/office/drawing/2014/main" id="{802DEA35-BBA5-4399-0725-E51D2CAB6757}"/>
              </a:ext>
            </a:extLst>
          </p:cNvPr>
          <p:cNvGrpSpPr/>
          <p:nvPr/>
        </p:nvGrpSpPr>
        <p:grpSpPr>
          <a:xfrm flipH="1">
            <a:off x="6361019" y="5847431"/>
            <a:ext cx="1815744" cy="369332"/>
            <a:chOff x="9026246" y="5847431"/>
            <a:chExt cx="1815744" cy="369332"/>
          </a:xfrm>
        </p:grpSpPr>
        <p:sp>
          <p:nvSpPr>
            <p:cNvPr id="82" name="テキスト ボックス 81">
              <a:extLst>
                <a:ext uri="{FF2B5EF4-FFF2-40B4-BE49-F238E27FC236}">
                  <a16:creationId xmlns:a16="http://schemas.microsoft.com/office/drawing/2014/main" id="{57DE447F-9AFB-3CC4-99ED-BA26280FF04B}"/>
                </a:ext>
              </a:extLst>
            </p:cNvPr>
            <p:cNvSpPr txBox="1"/>
            <p:nvPr/>
          </p:nvSpPr>
          <p:spPr>
            <a:xfrm>
              <a:off x="9026246" y="5847431"/>
              <a:ext cx="1815744" cy="369332"/>
            </a:xfrm>
            <a:prstGeom prst="rect">
              <a:avLst/>
            </a:prstGeom>
            <a:noFill/>
          </p:spPr>
          <p:txBody>
            <a:bodyPr wrap="square">
              <a:spAutoFit/>
            </a:bodyPr>
            <a:lstStyle/>
            <a:p>
              <a:pPr algn="ctr"/>
              <a:r>
                <a:rPr lang="ja-JP" altLang="en-US" b="1">
                  <a:solidFill>
                    <a:schemeClr val="tx1">
                      <a:lumMod val="95000"/>
                      <a:lumOff val="5000"/>
                    </a:schemeClr>
                  </a:solidFill>
                  <a:latin typeface="原稿用標準書体" panose="03000503000000000000" pitchFamily="66" charset="-128"/>
                  <a:ea typeface="原稿用標準書体" panose="03000503000000000000" pitchFamily="66" charset="-128"/>
                  <a:cs typeface="Arial" panose="020B0604020202020204" pitchFamily="34" charset="0"/>
                </a:rPr>
                <a:t>戻る</a:t>
              </a:r>
              <a:endParaRPr lang="ja-JP" altLang="en-US" sz="1800" b="1" dirty="0">
                <a:solidFill>
                  <a:schemeClr val="tx1">
                    <a:lumMod val="95000"/>
                    <a:lumOff val="5000"/>
                  </a:schemeClr>
                </a:solidFill>
                <a:latin typeface="原稿用標準書体" panose="03000503000000000000" pitchFamily="66" charset="-128"/>
                <a:ea typeface="原稿用標準書体" panose="03000503000000000000" pitchFamily="66" charset="-128"/>
                <a:cs typeface="Arial" panose="020B0604020202020204" pitchFamily="34" charset="0"/>
              </a:endParaRPr>
            </a:p>
          </p:txBody>
        </p:sp>
        <p:sp>
          <p:nvSpPr>
            <p:cNvPr id="81" name="二等辺三角形 80">
              <a:extLst>
                <a:ext uri="{FF2B5EF4-FFF2-40B4-BE49-F238E27FC236}">
                  <a16:creationId xmlns:a16="http://schemas.microsoft.com/office/drawing/2014/main" id="{EF369A36-B230-D275-FFDC-1983E0D4D92B}"/>
                </a:ext>
              </a:extLst>
            </p:cNvPr>
            <p:cNvSpPr/>
            <p:nvPr/>
          </p:nvSpPr>
          <p:spPr>
            <a:xfrm rot="5400000">
              <a:off x="10369271" y="5875196"/>
              <a:ext cx="364010" cy="313802"/>
            </a:xfrm>
            <a:prstGeom prst="triangl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95000"/>
                    <a:lumOff val="5000"/>
                  </a:schemeClr>
                </a:solidFill>
                <a:latin typeface="原稿用標準書体" panose="03000503000000000000" pitchFamily="66" charset="-128"/>
                <a:ea typeface="原稿用標準書体" panose="03000503000000000000" pitchFamily="66" charset="-128"/>
              </a:endParaRPr>
            </a:p>
          </p:txBody>
        </p:sp>
      </p:grpSp>
      <p:sp>
        <p:nvSpPr>
          <p:cNvPr id="85" name="テキスト ボックス 84">
            <a:extLst>
              <a:ext uri="{FF2B5EF4-FFF2-40B4-BE49-F238E27FC236}">
                <a16:creationId xmlns:a16="http://schemas.microsoft.com/office/drawing/2014/main" id="{F693DAD6-BC5F-B122-BACD-96E6774C8AF5}"/>
              </a:ext>
            </a:extLst>
          </p:cNvPr>
          <p:cNvSpPr txBox="1"/>
          <p:nvPr/>
        </p:nvSpPr>
        <p:spPr>
          <a:xfrm>
            <a:off x="6832817" y="1102552"/>
            <a:ext cx="1723549" cy="584775"/>
          </a:xfrm>
          <a:prstGeom prst="rect">
            <a:avLst/>
          </a:prstGeom>
          <a:noFill/>
        </p:spPr>
        <p:txBody>
          <a:bodyPr wrap="none" rtlCol="0">
            <a:spAutoFit/>
          </a:bodyPr>
          <a:lstStyle/>
          <a:p>
            <a:pPr algn="ctr"/>
            <a:r>
              <a:rPr lang="ja-JP" altLang="en-US" sz="28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製造</a:t>
            </a:r>
            <a:r>
              <a:rPr lang="en-US" altLang="ja-JP" sz="3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Lv00</a:t>
            </a:r>
            <a:endParaRPr kumimoji="1" lang="ja-JP" altLang="en-US" sz="32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94" name="グループ化 93">
            <a:extLst>
              <a:ext uri="{FF2B5EF4-FFF2-40B4-BE49-F238E27FC236}">
                <a16:creationId xmlns:a16="http://schemas.microsoft.com/office/drawing/2014/main" id="{31337954-46C6-2669-D566-3BE50B0A5F24}"/>
              </a:ext>
            </a:extLst>
          </p:cNvPr>
          <p:cNvGrpSpPr/>
          <p:nvPr/>
        </p:nvGrpSpPr>
        <p:grpSpPr>
          <a:xfrm rot="16200000">
            <a:off x="8579697" y="264980"/>
            <a:ext cx="236362" cy="3372714"/>
            <a:chOff x="11044871" y="4022147"/>
            <a:chExt cx="236362" cy="2031812"/>
          </a:xfrm>
        </p:grpSpPr>
        <p:sp>
          <p:nvSpPr>
            <p:cNvPr id="95" name="四角形: 角を丸くする 94">
              <a:extLst>
                <a:ext uri="{FF2B5EF4-FFF2-40B4-BE49-F238E27FC236}">
                  <a16:creationId xmlns:a16="http://schemas.microsoft.com/office/drawing/2014/main" id="{AFC7BF38-0DCF-27ED-0FC2-FC8121E06A75}"/>
                </a:ext>
              </a:extLst>
            </p:cNvPr>
            <p:cNvSpPr/>
            <p:nvPr/>
          </p:nvSpPr>
          <p:spPr>
            <a:xfrm>
              <a:off x="11044871" y="4022147"/>
              <a:ext cx="236362" cy="2031812"/>
            </a:xfrm>
            <a:prstGeom prst="roundRect">
              <a:avLst/>
            </a:prstGeom>
            <a:solidFill>
              <a:srgbClr val="FFA4F3"/>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6" name="四角形: 角を丸くする 95">
              <a:extLst>
                <a:ext uri="{FF2B5EF4-FFF2-40B4-BE49-F238E27FC236}">
                  <a16:creationId xmlns:a16="http://schemas.microsoft.com/office/drawing/2014/main" id="{6B0E3FD2-BCD9-C19B-3F28-43CD06BF36EA}"/>
                </a:ext>
              </a:extLst>
            </p:cNvPr>
            <p:cNvSpPr/>
            <p:nvPr/>
          </p:nvSpPr>
          <p:spPr>
            <a:xfrm>
              <a:off x="11068114" y="4032698"/>
              <a:ext cx="193695" cy="1710208"/>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99" name="テキスト ボックス 98">
            <a:extLst>
              <a:ext uri="{FF2B5EF4-FFF2-40B4-BE49-F238E27FC236}">
                <a16:creationId xmlns:a16="http://schemas.microsoft.com/office/drawing/2014/main" id="{1F045591-7CFB-F4F3-0030-FF4B73ADFBD3}"/>
              </a:ext>
            </a:extLst>
          </p:cNvPr>
          <p:cNvSpPr txBox="1"/>
          <p:nvPr/>
        </p:nvSpPr>
        <p:spPr>
          <a:xfrm>
            <a:off x="1538212" y="2718903"/>
            <a:ext cx="3467616" cy="338554"/>
          </a:xfrm>
          <a:prstGeom prst="rect">
            <a:avLst/>
          </a:prstGeom>
          <a:noFill/>
        </p:spPr>
        <p:txBody>
          <a:bodyPr wrap="none" rtlCol="0">
            <a:spAutoFit/>
          </a:bodyPr>
          <a:lstStyle/>
          <a:p>
            <a:pPr algn="ctr"/>
            <a:r>
              <a:rPr kumimoji="1" lang="en-US" altLang="ja-JP"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kumimoji="1" lang="ja-JP" altLang="en-US"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以下の</a:t>
            </a:r>
            <a:r>
              <a:rPr lang="ja-JP" altLang="en-US"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内容で</a:t>
            </a:r>
            <a:r>
              <a:rPr kumimoji="1" lang="ja-JP" altLang="en-US"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リサイクルされます</a:t>
            </a:r>
            <a:endParaRPr kumimoji="1" lang="ja-JP" altLang="en-US" sz="1600" dirty="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00" name="四角形: 角を丸くする 99">
            <a:extLst>
              <a:ext uri="{FF2B5EF4-FFF2-40B4-BE49-F238E27FC236}">
                <a16:creationId xmlns:a16="http://schemas.microsoft.com/office/drawing/2014/main" id="{7EC1C513-EC2C-0D56-FA07-B435BB4C0BF9}"/>
              </a:ext>
            </a:extLst>
          </p:cNvPr>
          <p:cNvSpPr/>
          <p:nvPr/>
        </p:nvSpPr>
        <p:spPr>
          <a:xfrm>
            <a:off x="6522788" y="3524123"/>
            <a:ext cx="4350180" cy="1813256"/>
          </a:xfrm>
          <a:prstGeom prst="roundRect">
            <a:avLst>
              <a:gd name="adj" fmla="val 6896"/>
            </a:avLst>
          </a:prstGeom>
          <a:gradFill flip="none" rotWithShape="1">
            <a:gsLst>
              <a:gs pos="45000">
                <a:schemeClr val="accent2">
                  <a:lumMod val="0"/>
                  <a:lumOff val="100000"/>
                </a:schemeClr>
              </a:gs>
              <a:gs pos="100000">
                <a:srgbClr val="FFA4F3"/>
              </a:gs>
            </a:gsLst>
            <a:path path="circle">
              <a:fillToRect l="50000" t="-80000" r="50000" b="180000"/>
            </a:path>
            <a:tileRect/>
          </a:gra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1" name="テキスト ボックス 100">
            <a:extLst>
              <a:ext uri="{FF2B5EF4-FFF2-40B4-BE49-F238E27FC236}">
                <a16:creationId xmlns:a16="http://schemas.microsoft.com/office/drawing/2014/main" id="{D31247DD-C7F6-EFF8-B2F4-723F49E7C32B}"/>
              </a:ext>
            </a:extLst>
          </p:cNvPr>
          <p:cNvSpPr txBox="1"/>
          <p:nvPr/>
        </p:nvSpPr>
        <p:spPr>
          <a:xfrm>
            <a:off x="6817577" y="3647201"/>
            <a:ext cx="1723549" cy="584775"/>
          </a:xfrm>
          <a:prstGeom prst="rect">
            <a:avLst/>
          </a:prstGeom>
          <a:noFill/>
        </p:spPr>
        <p:txBody>
          <a:bodyPr wrap="none" rtlCol="0">
            <a:spAutoFit/>
          </a:bodyPr>
          <a:lstStyle/>
          <a:p>
            <a:pPr algn="ctr"/>
            <a:r>
              <a:rPr lang="ja-JP" altLang="en-US" sz="28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製造</a:t>
            </a:r>
            <a:r>
              <a:rPr lang="en-US" altLang="ja-JP" sz="3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Lv00</a:t>
            </a:r>
            <a:endParaRPr kumimoji="1" lang="ja-JP" altLang="en-US" sz="32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128" name="グループ化 127">
            <a:extLst>
              <a:ext uri="{FF2B5EF4-FFF2-40B4-BE49-F238E27FC236}">
                <a16:creationId xmlns:a16="http://schemas.microsoft.com/office/drawing/2014/main" id="{320661DB-E6C0-A33C-B9E1-06E45375DD7B}"/>
              </a:ext>
            </a:extLst>
          </p:cNvPr>
          <p:cNvGrpSpPr/>
          <p:nvPr/>
        </p:nvGrpSpPr>
        <p:grpSpPr>
          <a:xfrm>
            <a:off x="7011521" y="4362021"/>
            <a:ext cx="3372714" cy="236362"/>
            <a:chOff x="7011521" y="4321201"/>
            <a:chExt cx="3372714" cy="236362"/>
          </a:xfrm>
        </p:grpSpPr>
        <p:sp>
          <p:nvSpPr>
            <p:cNvPr id="110" name="四角形: 角を丸くする 109">
              <a:extLst>
                <a:ext uri="{FF2B5EF4-FFF2-40B4-BE49-F238E27FC236}">
                  <a16:creationId xmlns:a16="http://schemas.microsoft.com/office/drawing/2014/main" id="{D95A0804-827B-F402-CD93-99DEE92E1265}"/>
                </a:ext>
              </a:extLst>
            </p:cNvPr>
            <p:cNvSpPr/>
            <p:nvPr/>
          </p:nvSpPr>
          <p:spPr>
            <a:xfrm rot="16200000">
              <a:off x="8579697" y="2753025"/>
              <a:ext cx="236362" cy="3372714"/>
            </a:xfrm>
            <a:prstGeom prst="roundRect">
              <a:avLst/>
            </a:prstGeom>
            <a:solidFill>
              <a:srgbClr val="FFA4F3"/>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26" name="四角形: 角を丸くする 125">
              <a:extLst>
                <a:ext uri="{FF2B5EF4-FFF2-40B4-BE49-F238E27FC236}">
                  <a16:creationId xmlns:a16="http://schemas.microsoft.com/office/drawing/2014/main" id="{0E135995-39B1-2B26-0938-BD53D13A8860}"/>
                </a:ext>
              </a:extLst>
            </p:cNvPr>
            <p:cNvSpPr/>
            <p:nvPr/>
          </p:nvSpPr>
          <p:spPr>
            <a:xfrm rot="16200000">
              <a:off x="7623826" y="3752728"/>
              <a:ext cx="193695" cy="1369492"/>
            </a:xfrm>
            <a:prstGeom prst="roundRect">
              <a:avLst/>
            </a:prstGeom>
            <a:solidFill>
              <a:srgbClr val="FF6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130" name="テキスト ボックス 129">
            <a:extLst>
              <a:ext uri="{FF2B5EF4-FFF2-40B4-BE49-F238E27FC236}">
                <a16:creationId xmlns:a16="http://schemas.microsoft.com/office/drawing/2014/main" id="{4F9BC3E1-642A-BF49-21AA-27E18400B489}"/>
              </a:ext>
            </a:extLst>
          </p:cNvPr>
          <p:cNvSpPr txBox="1"/>
          <p:nvPr/>
        </p:nvSpPr>
        <p:spPr>
          <a:xfrm>
            <a:off x="8863300" y="3647201"/>
            <a:ext cx="1723549" cy="584775"/>
          </a:xfrm>
          <a:prstGeom prst="rect">
            <a:avLst/>
          </a:prstGeom>
          <a:noFill/>
        </p:spPr>
        <p:txBody>
          <a:bodyPr wrap="none" rtlCol="0">
            <a:spAutoFit/>
          </a:bodyPr>
          <a:lstStyle/>
          <a:p>
            <a:pPr algn="ctr"/>
            <a:r>
              <a:rPr lang="ja-JP" altLang="en-US" sz="28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製造</a:t>
            </a:r>
            <a:r>
              <a:rPr lang="en-US" altLang="ja-JP" sz="32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Lv00</a:t>
            </a:r>
            <a:endParaRPr kumimoji="1" lang="ja-JP" altLang="en-US" sz="3200"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32" name="二等辺三角形 131">
            <a:extLst>
              <a:ext uri="{FF2B5EF4-FFF2-40B4-BE49-F238E27FC236}">
                <a16:creationId xmlns:a16="http://schemas.microsoft.com/office/drawing/2014/main" id="{4CE0AEBA-8510-BEE4-0CEB-477F0258AA00}"/>
              </a:ext>
            </a:extLst>
          </p:cNvPr>
          <p:cNvSpPr/>
          <p:nvPr/>
        </p:nvSpPr>
        <p:spPr>
          <a:xfrm rot="5400000" flipH="1">
            <a:off x="8498484" y="3845015"/>
            <a:ext cx="482924" cy="288387"/>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95000"/>
                  <a:lumOff val="5000"/>
                </a:schemeClr>
              </a:solidFill>
              <a:latin typeface="原稿用標準書体" panose="03000503000000000000" pitchFamily="66" charset="-128"/>
              <a:ea typeface="原稿用標準書体" panose="03000503000000000000" pitchFamily="66" charset="-128"/>
            </a:endParaRPr>
          </a:p>
        </p:txBody>
      </p:sp>
      <p:grpSp>
        <p:nvGrpSpPr>
          <p:cNvPr id="149" name="グループ化 148">
            <a:extLst>
              <a:ext uri="{FF2B5EF4-FFF2-40B4-BE49-F238E27FC236}">
                <a16:creationId xmlns:a16="http://schemas.microsoft.com/office/drawing/2014/main" id="{C3B1DDD8-8626-7CE6-8F54-C1F683F11D93}"/>
              </a:ext>
            </a:extLst>
          </p:cNvPr>
          <p:cNvGrpSpPr/>
          <p:nvPr/>
        </p:nvGrpSpPr>
        <p:grpSpPr>
          <a:xfrm>
            <a:off x="1274979" y="3301022"/>
            <a:ext cx="1190920" cy="1529862"/>
            <a:chOff x="1657536" y="3312348"/>
            <a:chExt cx="1190920" cy="1529862"/>
          </a:xfrm>
        </p:grpSpPr>
        <p:grpSp>
          <p:nvGrpSpPr>
            <p:cNvPr id="136" name="グループ化 135">
              <a:extLst>
                <a:ext uri="{FF2B5EF4-FFF2-40B4-BE49-F238E27FC236}">
                  <a16:creationId xmlns:a16="http://schemas.microsoft.com/office/drawing/2014/main" id="{79085067-7E35-2E25-A359-396A33ED412F}"/>
                </a:ext>
              </a:extLst>
            </p:cNvPr>
            <p:cNvGrpSpPr/>
            <p:nvPr/>
          </p:nvGrpSpPr>
          <p:grpSpPr>
            <a:xfrm>
              <a:off x="1657536" y="3312348"/>
              <a:ext cx="1190920" cy="1529862"/>
              <a:chOff x="1063284" y="1905266"/>
              <a:chExt cx="2372751" cy="1839427"/>
            </a:xfrm>
          </p:grpSpPr>
          <p:sp>
            <p:nvSpPr>
              <p:cNvPr id="137" name="四角形: 上の 2 つの角を丸める 136">
                <a:extLst>
                  <a:ext uri="{FF2B5EF4-FFF2-40B4-BE49-F238E27FC236}">
                    <a16:creationId xmlns:a16="http://schemas.microsoft.com/office/drawing/2014/main" id="{D0FD2FD3-E46B-05DB-EF5A-099475057E74}"/>
                  </a:ext>
                </a:extLst>
              </p:cNvPr>
              <p:cNvSpPr/>
              <p:nvPr/>
            </p:nvSpPr>
            <p:spPr>
              <a:xfrm>
                <a:off x="1063284" y="1905266"/>
                <a:ext cx="2372751" cy="647733"/>
              </a:xfrm>
              <a:prstGeom prst="round2SameRect">
                <a:avLst/>
              </a:prstGeom>
              <a:solidFill>
                <a:srgbClr val="FF66FF">
                  <a:alpha val="9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8" name="四角形: 上の 2 つの角を丸める 137">
                <a:extLst>
                  <a:ext uri="{FF2B5EF4-FFF2-40B4-BE49-F238E27FC236}">
                    <a16:creationId xmlns:a16="http://schemas.microsoft.com/office/drawing/2014/main" id="{04359721-F731-699B-00BF-5D5A16B38FF7}"/>
                  </a:ext>
                </a:extLst>
              </p:cNvPr>
              <p:cNvSpPr/>
              <p:nvPr/>
            </p:nvSpPr>
            <p:spPr>
              <a:xfrm flipV="1">
                <a:off x="1063284" y="2552999"/>
                <a:ext cx="2372751" cy="1191694"/>
              </a:xfrm>
              <a:prstGeom prst="round2SameRect">
                <a:avLst>
                  <a:gd name="adj1" fmla="val 12104"/>
                  <a:gd name="adj2" fmla="val 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139" name="図 138">
              <a:extLst>
                <a:ext uri="{FF2B5EF4-FFF2-40B4-BE49-F238E27FC236}">
                  <a16:creationId xmlns:a16="http://schemas.microsoft.com/office/drawing/2014/main" id="{51FD61C6-9C1C-5CFB-A945-8507DE037E2E}"/>
                </a:ext>
              </a:extLst>
            </p:cNvPr>
            <p:cNvPicPr>
              <a:picLocks noChangeAspect="1"/>
            </p:cNvPicPr>
            <p:nvPr/>
          </p:nvPicPr>
          <p:blipFill>
            <a:blip r:embed="rId3">
              <a:biLevel thresh="50000"/>
              <a:extLst>
                <a:ext uri="{28A0092B-C50C-407E-A947-70E740481C1C}">
                  <a14:useLocalDpi xmlns:a14="http://schemas.microsoft.com/office/drawing/2010/main" val="0"/>
                </a:ext>
              </a:extLst>
            </a:blip>
            <a:srcRect l="14083" t="10604" r="55105" b="45782"/>
            <a:stretch>
              <a:fillRect/>
            </a:stretch>
          </p:blipFill>
          <p:spPr>
            <a:xfrm>
              <a:off x="1807765" y="3879205"/>
              <a:ext cx="890462" cy="945323"/>
            </a:xfrm>
            <a:prstGeom prst="rect">
              <a:avLst/>
            </a:prstGeom>
          </p:spPr>
        </p:pic>
        <p:sp>
          <p:nvSpPr>
            <p:cNvPr id="140" name="楕円 139">
              <a:extLst>
                <a:ext uri="{FF2B5EF4-FFF2-40B4-BE49-F238E27FC236}">
                  <a16:creationId xmlns:a16="http://schemas.microsoft.com/office/drawing/2014/main" id="{A53BCB96-CF79-1743-584C-0CB737FC3854}"/>
                </a:ext>
              </a:extLst>
            </p:cNvPr>
            <p:cNvSpPr/>
            <p:nvPr/>
          </p:nvSpPr>
          <p:spPr>
            <a:xfrm>
              <a:off x="1757018" y="3349122"/>
              <a:ext cx="454282" cy="454282"/>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41" name="テキスト ボックス 140">
              <a:extLst>
                <a:ext uri="{FF2B5EF4-FFF2-40B4-BE49-F238E27FC236}">
                  <a16:creationId xmlns:a16="http://schemas.microsoft.com/office/drawing/2014/main" id="{C6189C4F-AEE7-128D-6F78-AE8EE77039AC}"/>
                </a:ext>
              </a:extLst>
            </p:cNvPr>
            <p:cNvSpPr txBox="1"/>
            <p:nvPr/>
          </p:nvSpPr>
          <p:spPr>
            <a:xfrm>
              <a:off x="2192882" y="3376208"/>
              <a:ext cx="569388" cy="400110"/>
            </a:xfrm>
            <a:prstGeom prst="rect">
              <a:avLst/>
            </a:prstGeom>
            <a:noFill/>
          </p:spPr>
          <p:txBody>
            <a:bodyPr wrap="none" rtlCol="0">
              <a:spAutoFit/>
            </a:bodyPr>
            <a:lstStyle/>
            <a:p>
              <a:pPr algn="ctr"/>
              <a:r>
                <a:rPr lang="en-US" altLang="ja-JP" sz="2000" b="1">
                  <a:ln>
                    <a:gradFill flip="none" rotWithShape="1">
                      <a:gsLst>
                        <a:gs pos="25000">
                          <a:srgbClr val="FFFF00"/>
                        </a:gs>
                        <a:gs pos="0">
                          <a:srgbClr val="FF0000"/>
                        </a:gs>
                        <a:gs pos="50000">
                          <a:srgbClr val="00B050"/>
                        </a:gs>
                        <a:gs pos="75000">
                          <a:srgbClr val="0070C0"/>
                        </a:gs>
                        <a:gs pos="100000">
                          <a:schemeClr val="accent6"/>
                        </a:gs>
                      </a:gsLst>
                      <a:lin ang="0" scaled="1"/>
                      <a:tileRect/>
                    </a:gradFill>
                  </a:ln>
                  <a:gradFill flip="none" rotWithShape="1">
                    <a:gsLst>
                      <a:gs pos="0">
                        <a:srgbClr val="FF0000">
                          <a:lumMod val="97000"/>
                          <a:lumOff val="3000"/>
                        </a:srgbClr>
                      </a:gs>
                      <a:gs pos="100000">
                        <a:srgbClr val="7030A0"/>
                      </a:gs>
                      <a:gs pos="75000">
                        <a:srgbClr val="0070C0"/>
                      </a:gs>
                      <a:gs pos="50000">
                        <a:srgbClr val="8EDC23"/>
                      </a:gs>
                      <a:gs pos="25000">
                        <a:srgbClr val="FFFF00"/>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SSR</a:t>
              </a:r>
              <a:endParaRPr kumimoji="1" lang="ja-JP" altLang="en-US" sz="2000" b="1" dirty="0">
                <a:ln>
                  <a:gradFill flip="none" rotWithShape="1">
                    <a:gsLst>
                      <a:gs pos="25000">
                        <a:srgbClr val="FFFF00"/>
                      </a:gs>
                      <a:gs pos="0">
                        <a:srgbClr val="FF0000"/>
                      </a:gs>
                      <a:gs pos="50000">
                        <a:srgbClr val="00B050"/>
                      </a:gs>
                      <a:gs pos="75000">
                        <a:srgbClr val="0070C0"/>
                      </a:gs>
                      <a:gs pos="100000">
                        <a:schemeClr val="accent6"/>
                      </a:gs>
                    </a:gsLst>
                    <a:lin ang="0" scaled="1"/>
                    <a:tileRect/>
                  </a:gradFill>
                </a:ln>
                <a:gradFill flip="none" rotWithShape="1">
                  <a:gsLst>
                    <a:gs pos="0">
                      <a:srgbClr val="FF0000">
                        <a:lumMod val="97000"/>
                        <a:lumOff val="3000"/>
                      </a:srgbClr>
                    </a:gs>
                    <a:gs pos="100000">
                      <a:srgbClr val="7030A0"/>
                    </a:gs>
                    <a:gs pos="75000">
                      <a:srgbClr val="0070C0"/>
                    </a:gs>
                    <a:gs pos="50000">
                      <a:srgbClr val="8EDC23"/>
                    </a:gs>
                    <a:gs pos="25000">
                      <a:srgbClr val="FFFF00"/>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grpSp>
      <p:grpSp>
        <p:nvGrpSpPr>
          <p:cNvPr id="148" name="グループ化 147">
            <a:extLst>
              <a:ext uri="{FF2B5EF4-FFF2-40B4-BE49-F238E27FC236}">
                <a16:creationId xmlns:a16="http://schemas.microsoft.com/office/drawing/2014/main" id="{33BF9BE8-D91A-12B1-E569-9D84BB2D6650}"/>
              </a:ext>
            </a:extLst>
          </p:cNvPr>
          <p:cNvGrpSpPr/>
          <p:nvPr/>
        </p:nvGrpSpPr>
        <p:grpSpPr>
          <a:xfrm>
            <a:off x="2697935" y="3301022"/>
            <a:ext cx="1190920" cy="1589509"/>
            <a:chOff x="3148670" y="3302233"/>
            <a:chExt cx="1190920" cy="1589509"/>
          </a:xfrm>
        </p:grpSpPr>
        <p:grpSp>
          <p:nvGrpSpPr>
            <p:cNvPr id="142" name="グループ化 141">
              <a:extLst>
                <a:ext uri="{FF2B5EF4-FFF2-40B4-BE49-F238E27FC236}">
                  <a16:creationId xmlns:a16="http://schemas.microsoft.com/office/drawing/2014/main" id="{C005ED85-0AC0-3550-6236-494EEF42ECC7}"/>
                </a:ext>
              </a:extLst>
            </p:cNvPr>
            <p:cNvGrpSpPr/>
            <p:nvPr/>
          </p:nvGrpSpPr>
          <p:grpSpPr>
            <a:xfrm>
              <a:off x="3148670" y="3302233"/>
              <a:ext cx="1190920" cy="1589509"/>
              <a:chOff x="1063284" y="1905266"/>
              <a:chExt cx="2372751" cy="1911144"/>
            </a:xfrm>
          </p:grpSpPr>
          <p:sp>
            <p:nvSpPr>
              <p:cNvPr id="143" name="四角形: 上の 2 つの角を丸める 142">
                <a:extLst>
                  <a:ext uri="{FF2B5EF4-FFF2-40B4-BE49-F238E27FC236}">
                    <a16:creationId xmlns:a16="http://schemas.microsoft.com/office/drawing/2014/main" id="{9F703833-4053-C518-37C9-F9E2D32E20C1}"/>
                  </a:ext>
                </a:extLst>
              </p:cNvPr>
              <p:cNvSpPr/>
              <p:nvPr/>
            </p:nvSpPr>
            <p:spPr>
              <a:xfrm>
                <a:off x="1063284" y="1905266"/>
                <a:ext cx="2372751" cy="647733"/>
              </a:xfrm>
              <a:prstGeom prst="round2SameRect">
                <a:avLst/>
              </a:prstGeom>
              <a:solidFill>
                <a:srgbClr val="FF66FF">
                  <a:alpha val="9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4" name="四角形: 上の 2 つの角を丸める 143">
                <a:extLst>
                  <a:ext uri="{FF2B5EF4-FFF2-40B4-BE49-F238E27FC236}">
                    <a16:creationId xmlns:a16="http://schemas.microsoft.com/office/drawing/2014/main" id="{C0CFA6A2-4F95-D0CF-0DCC-E0D12A425FA2}"/>
                  </a:ext>
                </a:extLst>
              </p:cNvPr>
              <p:cNvSpPr/>
              <p:nvPr/>
            </p:nvSpPr>
            <p:spPr>
              <a:xfrm flipV="1">
                <a:off x="1063284" y="2552997"/>
                <a:ext cx="2372751" cy="1263413"/>
              </a:xfrm>
              <a:prstGeom prst="round2SameRect">
                <a:avLst>
                  <a:gd name="adj1" fmla="val 12104"/>
                  <a:gd name="adj2" fmla="val 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145" name="図 144">
              <a:extLst>
                <a:ext uri="{FF2B5EF4-FFF2-40B4-BE49-F238E27FC236}">
                  <a16:creationId xmlns:a16="http://schemas.microsoft.com/office/drawing/2014/main" id="{7AE7CA86-860B-665E-5AAE-513995D3BEAD}"/>
                </a:ext>
              </a:extLst>
            </p:cNvPr>
            <p:cNvPicPr>
              <a:picLocks noChangeAspect="1"/>
            </p:cNvPicPr>
            <p:nvPr/>
          </p:nvPicPr>
          <p:blipFill>
            <a:blip r:embed="rId3">
              <a:biLevel thresh="50000"/>
              <a:extLst>
                <a:ext uri="{28A0092B-C50C-407E-A947-70E740481C1C}">
                  <a14:useLocalDpi xmlns:a14="http://schemas.microsoft.com/office/drawing/2010/main" val="0"/>
                </a:ext>
              </a:extLst>
            </a:blip>
            <a:srcRect l="14083" t="10604" r="55105" b="45782"/>
            <a:stretch>
              <a:fillRect/>
            </a:stretch>
          </p:blipFill>
          <p:spPr>
            <a:xfrm>
              <a:off x="3298899" y="3869090"/>
              <a:ext cx="890462" cy="945323"/>
            </a:xfrm>
            <a:prstGeom prst="rect">
              <a:avLst/>
            </a:prstGeom>
          </p:spPr>
        </p:pic>
        <p:sp>
          <p:nvSpPr>
            <p:cNvPr id="146" name="楕円 145">
              <a:extLst>
                <a:ext uri="{FF2B5EF4-FFF2-40B4-BE49-F238E27FC236}">
                  <a16:creationId xmlns:a16="http://schemas.microsoft.com/office/drawing/2014/main" id="{5D9DC391-45AB-4D7C-3073-E6D6CAB9AF26}"/>
                </a:ext>
              </a:extLst>
            </p:cNvPr>
            <p:cNvSpPr/>
            <p:nvPr/>
          </p:nvSpPr>
          <p:spPr>
            <a:xfrm>
              <a:off x="3248152" y="3339007"/>
              <a:ext cx="454282" cy="454282"/>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47" name="テキスト ボックス 146">
              <a:extLst>
                <a:ext uri="{FF2B5EF4-FFF2-40B4-BE49-F238E27FC236}">
                  <a16:creationId xmlns:a16="http://schemas.microsoft.com/office/drawing/2014/main" id="{BA1F8676-D2EC-DCA9-F701-CBECE3ADAD46}"/>
                </a:ext>
              </a:extLst>
            </p:cNvPr>
            <p:cNvSpPr txBox="1"/>
            <p:nvPr/>
          </p:nvSpPr>
          <p:spPr>
            <a:xfrm>
              <a:off x="3748215" y="3362162"/>
              <a:ext cx="441146" cy="400110"/>
            </a:xfrm>
            <a:prstGeom prst="rect">
              <a:avLst/>
            </a:prstGeom>
            <a:noFill/>
          </p:spPr>
          <p:txBody>
            <a:bodyPr wrap="none" rtlCol="0">
              <a:spAutoFit/>
            </a:bodyPr>
            <a:lstStyle/>
            <a:p>
              <a:pPr algn="ctr"/>
              <a:r>
                <a:rPr lang="en-US" altLang="ja-JP" sz="2000" b="1">
                  <a:ln>
                    <a:gradFill flip="none" rotWithShape="1">
                      <a:gsLst>
                        <a:gs pos="0">
                          <a:schemeClr val="accent6">
                            <a:lumMod val="67000"/>
                          </a:schemeClr>
                        </a:gs>
                        <a:gs pos="48000">
                          <a:schemeClr val="accent6">
                            <a:lumMod val="97000"/>
                            <a:lumOff val="3000"/>
                          </a:schemeClr>
                        </a:gs>
                        <a:gs pos="100000">
                          <a:schemeClr val="accent6">
                            <a:lumMod val="60000"/>
                            <a:lumOff val="40000"/>
                          </a:schemeClr>
                        </a:gs>
                      </a:gsLst>
                      <a:lin ang="16200000" scaled="1"/>
                      <a:tileRect/>
                    </a:gradFill>
                  </a:ln>
                  <a:gradFill flip="none" rotWithShape="1">
                    <a:gsLst>
                      <a:gs pos="0">
                        <a:schemeClr val="accent6">
                          <a:lumMod val="67000"/>
                        </a:schemeClr>
                      </a:gs>
                      <a:gs pos="48000">
                        <a:schemeClr val="accent6">
                          <a:lumMod val="97000"/>
                          <a:lumOff val="3000"/>
                        </a:schemeClr>
                      </a:gs>
                      <a:gs pos="100000">
                        <a:schemeClr val="bg1">
                          <a:lumMod val="75000"/>
                        </a:schemeClr>
                      </a:gs>
                    </a:gsLst>
                    <a:lin ang="1620000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SR</a:t>
              </a:r>
              <a:endParaRPr kumimoji="1" lang="ja-JP" altLang="en-US" sz="2000" b="1" dirty="0">
                <a:ln>
                  <a:gradFill flip="none" rotWithShape="1">
                    <a:gsLst>
                      <a:gs pos="0">
                        <a:schemeClr val="accent6">
                          <a:lumMod val="67000"/>
                        </a:schemeClr>
                      </a:gs>
                      <a:gs pos="48000">
                        <a:schemeClr val="accent6">
                          <a:lumMod val="97000"/>
                          <a:lumOff val="3000"/>
                        </a:schemeClr>
                      </a:gs>
                      <a:gs pos="100000">
                        <a:schemeClr val="accent6">
                          <a:lumMod val="60000"/>
                          <a:lumOff val="40000"/>
                        </a:schemeClr>
                      </a:gs>
                    </a:gsLst>
                    <a:lin ang="16200000" scaled="1"/>
                    <a:tileRect/>
                  </a:gradFill>
                </a:ln>
                <a:gradFill flip="none" rotWithShape="1">
                  <a:gsLst>
                    <a:gs pos="0">
                      <a:schemeClr val="accent6">
                        <a:lumMod val="67000"/>
                      </a:schemeClr>
                    </a:gs>
                    <a:gs pos="48000">
                      <a:schemeClr val="accent6">
                        <a:lumMod val="97000"/>
                        <a:lumOff val="3000"/>
                      </a:schemeClr>
                    </a:gs>
                    <a:gs pos="100000">
                      <a:schemeClr val="bg1">
                        <a:lumMod val="75000"/>
                      </a:schemeClr>
                    </a:gs>
                  </a:gsLst>
                  <a:lin ang="1620000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grpSp>
      <p:grpSp>
        <p:nvGrpSpPr>
          <p:cNvPr id="150" name="グループ化 149">
            <a:extLst>
              <a:ext uri="{FF2B5EF4-FFF2-40B4-BE49-F238E27FC236}">
                <a16:creationId xmlns:a16="http://schemas.microsoft.com/office/drawing/2014/main" id="{630780EE-7E0B-1BB6-D65B-4D12AFFEC013}"/>
              </a:ext>
            </a:extLst>
          </p:cNvPr>
          <p:cNvGrpSpPr/>
          <p:nvPr/>
        </p:nvGrpSpPr>
        <p:grpSpPr>
          <a:xfrm>
            <a:off x="4120891" y="3301022"/>
            <a:ext cx="1190920" cy="1529860"/>
            <a:chOff x="8627147" y="4353147"/>
            <a:chExt cx="1190920" cy="1529860"/>
          </a:xfrm>
        </p:grpSpPr>
        <p:grpSp>
          <p:nvGrpSpPr>
            <p:cNvPr id="151" name="グループ化 150">
              <a:extLst>
                <a:ext uri="{FF2B5EF4-FFF2-40B4-BE49-F238E27FC236}">
                  <a16:creationId xmlns:a16="http://schemas.microsoft.com/office/drawing/2014/main" id="{D8668AC3-A8E7-AF86-3B24-2770677822B3}"/>
                </a:ext>
              </a:extLst>
            </p:cNvPr>
            <p:cNvGrpSpPr/>
            <p:nvPr/>
          </p:nvGrpSpPr>
          <p:grpSpPr>
            <a:xfrm>
              <a:off x="8627147" y="4353147"/>
              <a:ext cx="1190920" cy="1529860"/>
              <a:chOff x="1063284" y="1905266"/>
              <a:chExt cx="2372751" cy="1839425"/>
            </a:xfrm>
          </p:grpSpPr>
          <p:sp>
            <p:nvSpPr>
              <p:cNvPr id="155" name="四角形: 上の 2 つの角を丸める 154">
                <a:extLst>
                  <a:ext uri="{FF2B5EF4-FFF2-40B4-BE49-F238E27FC236}">
                    <a16:creationId xmlns:a16="http://schemas.microsoft.com/office/drawing/2014/main" id="{6310D820-6B33-FD15-D995-FF4BA92ED6A0}"/>
                  </a:ext>
                </a:extLst>
              </p:cNvPr>
              <p:cNvSpPr/>
              <p:nvPr/>
            </p:nvSpPr>
            <p:spPr>
              <a:xfrm>
                <a:off x="1063284" y="1905266"/>
                <a:ext cx="2372751" cy="647733"/>
              </a:xfrm>
              <a:prstGeom prst="round2SameRect">
                <a:avLst/>
              </a:prstGeom>
              <a:solidFill>
                <a:srgbClr val="FF66FF">
                  <a:alpha val="9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6" name="四角形: 上の 2 つの角を丸める 155">
                <a:extLst>
                  <a:ext uri="{FF2B5EF4-FFF2-40B4-BE49-F238E27FC236}">
                    <a16:creationId xmlns:a16="http://schemas.microsoft.com/office/drawing/2014/main" id="{F76C3BDC-342D-A287-5F71-3CA3DA0D687E}"/>
                  </a:ext>
                </a:extLst>
              </p:cNvPr>
              <p:cNvSpPr/>
              <p:nvPr/>
            </p:nvSpPr>
            <p:spPr>
              <a:xfrm flipV="1">
                <a:off x="1063284" y="2552997"/>
                <a:ext cx="2372751" cy="1191694"/>
              </a:xfrm>
              <a:prstGeom prst="round2SameRect">
                <a:avLst>
                  <a:gd name="adj1" fmla="val 12104"/>
                  <a:gd name="adj2" fmla="val 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152" name="図 151">
              <a:extLst>
                <a:ext uri="{FF2B5EF4-FFF2-40B4-BE49-F238E27FC236}">
                  <a16:creationId xmlns:a16="http://schemas.microsoft.com/office/drawing/2014/main" id="{03370663-64F7-3539-A20F-ADE068754C3F}"/>
                </a:ext>
              </a:extLst>
            </p:cNvPr>
            <p:cNvPicPr>
              <a:picLocks noChangeAspect="1"/>
            </p:cNvPicPr>
            <p:nvPr/>
          </p:nvPicPr>
          <p:blipFill>
            <a:blip r:embed="rId3">
              <a:biLevel thresh="50000"/>
              <a:extLst>
                <a:ext uri="{28A0092B-C50C-407E-A947-70E740481C1C}">
                  <a14:useLocalDpi xmlns:a14="http://schemas.microsoft.com/office/drawing/2010/main" val="0"/>
                </a:ext>
              </a:extLst>
            </a:blip>
            <a:srcRect l="14083" t="10604" r="55105" b="45782"/>
            <a:stretch>
              <a:fillRect/>
            </a:stretch>
          </p:blipFill>
          <p:spPr>
            <a:xfrm>
              <a:off x="8777376" y="4920004"/>
              <a:ext cx="890462" cy="945323"/>
            </a:xfrm>
            <a:prstGeom prst="rect">
              <a:avLst/>
            </a:prstGeom>
          </p:spPr>
        </p:pic>
        <p:sp>
          <p:nvSpPr>
            <p:cNvPr id="153" name="楕円 152">
              <a:extLst>
                <a:ext uri="{FF2B5EF4-FFF2-40B4-BE49-F238E27FC236}">
                  <a16:creationId xmlns:a16="http://schemas.microsoft.com/office/drawing/2014/main" id="{ADB40D70-0FC3-408D-1E5C-034ED78D69FA}"/>
                </a:ext>
              </a:extLst>
            </p:cNvPr>
            <p:cNvSpPr/>
            <p:nvPr/>
          </p:nvSpPr>
          <p:spPr>
            <a:xfrm>
              <a:off x="8726629" y="4389921"/>
              <a:ext cx="454282" cy="454282"/>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54" name="テキスト ボックス 153">
              <a:extLst>
                <a:ext uri="{FF2B5EF4-FFF2-40B4-BE49-F238E27FC236}">
                  <a16:creationId xmlns:a16="http://schemas.microsoft.com/office/drawing/2014/main" id="{8C22C20C-3070-D977-994F-C0266A205D93}"/>
                </a:ext>
              </a:extLst>
            </p:cNvPr>
            <p:cNvSpPr txBox="1"/>
            <p:nvPr/>
          </p:nvSpPr>
          <p:spPr>
            <a:xfrm>
              <a:off x="9290734" y="4417007"/>
              <a:ext cx="312906" cy="400110"/>
            </a:xfrm>
            <a:prstGeom prst="rect">
              <a:avLst/>
            </a:prstGeom>
            <a:noFill/>
          </p:spPr>
          <p:txBody>
            <a:bodyPr wrap="none" rtlCol="0">
              <a:spAutoFit/>
            </a:bodyPr>
            <a:lstStyle/>
            <a:p>
              <a:pPr algn="ctr"/>
              <a:r>
                <a:rPr lang="en-US" altLang="ja-JP" sz="2000" b="1">
                  <a:gradFill flip="none" rotWithShape="1">
                    <a:gsLst>
                      <a:gs pos="0">
                        <a:schemeClr val="bg1">
                          <a:lumMod val="75000"/>
                        </a:schemeClr>
                      </a:gs>
                      <a:gs pos="100000">
                        <a:schemeClr val="tx1">
                          <a:lumMod val="75000"/>
                          <a:lumOff val="25000"/>
                        </a:schemeClr>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R</a:t>
              </a:r>
              <a:endParaRPr kumimoji="1" lang="ja-JP" altLang="en-US" sz="2000" b="1" dirty="0">
                <a:gradFill flip="none" rotWithShape="1">
                  <a:gsLst>
                    <a:gs pos="0">
                      <a:schemeClr val="bg1">
                        <a:lumMod val="75000"/>
                      </a:schemeClr>
                    </a:gs>
                    <a:gs pos="100000">
                      <a:schemeClr val="tx1">
                        <a:lumMod val="75000"/>
                        <a:lumOff val="25000"/>
                      </a:schemeClr>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grpSp>
      <p:sp>
        <p:nvSpPr>
          <p:cNvPr id="158" name="四角形: 上の 2 つの角を丸める 157">
            <a:extLst>
              <a:ext uri="{FF2B5EF4-FFF2-40B4-BE49-F238E27FC236}">
                <a16:creationId xmlns:a16="http://schemas.microsoft.com/office/drawing/2014/main" id="{F046CEBE-915C-02DD-7393-C6888A72E836}"/>
              </a:ext>
            </a:extLst>
          </p:cNvPr>
          <p:cNvSpPr/>
          <p:nvPr/>
        </p:nvSpPr>
        <p:spPr>
          <a:xfrm flipV="1">
            <a:off x="4120891" y="4792399"/>
            <a:ext cx="1190920" cy="538723"/>
          </a:xfrm>
          <a:prstGeom prst="round2SameRect">
            <a:avLst/>
          </a:prstGeom>
          <a:solidFill>
            <a:srgbClr val="FF66FF">
              <a:alpha val="9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0" name="四角形: 上の 2 つの角を丸める 159">
            <a:extLst>
              <a:ext uri="{FF2B5EF4-FFF2-40B4-BE49-F238E27FC236}">
                <a16:creationId xmlns:a16="http://schemas.microsoft.com/office/drawing/2014/main" id="{22375764-CA75-E965-63D4-ADAE03FEFE10}"/>
              </a:ext>
            </a:extLst>
          </p:cNvPr>
          <p:cNvSpPr/>
          <p:nvPr/>
        </p:nvSpPr>
        <p:spPr>
          <a:xfrm flipV="1">
            <a:off x="2704781" y="4788616"/>
            <a:ext cx="1190920" cy="538723"/>
          </a:xfrm>
          <a:prstGeom prst="round2SameRect">
            <a:avLst/>
          </a:prstGeom>
          <a:solidFill>
            <a:srgbClr val="FF66FF">
              <a:alpha val="9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2" name="四角形: 上の 2 つの角を丸める 161">
            <a:extLst>
              <a:ext uri="{FF2B5EF4-FFF2-40B4-BE49-F238E27FC236}">
                <a16:creationId xmlns:a16="http://schemas.microsoft.com/office/drawing/2014/main" id="{C92400F6-9F40-AB20-A819-AF405CE7BA53}"/>
              </a:ext>
            </a:extLst>
          </p:cNvPr>
          <p:cNvSpPr/>
          <p:nvPr/>
        </p:nvSpPr>
        <p:spPr>
          <a:xfrm flipV="1">
            <a:off x="1279340" y="4788615"/>
            <a:ext cx="1190920" cy="538723"/>
          </a:xfrm>
          <a:prstGeom prst="round2SameRect">
            <a:avLst/>
          </a:prstGeom>
          <a:solidFill>
            <a:srgbClr val="FF66FF">
              <a:alpha val="9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4" name="テキスト ボックス 163">
            <a:extLst>
              <a:ext uri="{FF2B5EF4-FFF2-40B4-BE49-F238E27FC236}">
                <a16:creationId xmlns:a16="http://schemas.microsoft.com/office/drawing/2014/main" id="{7F81C169-9CB3-A27C-01C0-7C89E5F62F64}"/>
              </a:ext>
            </a:extLst>
          </p:cNvPr>
          <p:cNvSpPr txBox="1"/>
          <p:nvPr/>
        </p:nvSpPr>
        <p:spPr>
          <a:xfrm>
            <a:off x="4316242" y="4802935"/>
            <a:ext cx="800219" cy="461665"/>
          </a:xfrm>
          <a:prstGeom prst="rect">
            <a:avLst/>
          </a:prstGeom>
          <a:noFill/>
        </p:spPr>
        <p:txBody>
          <a:bodyPr wrap="none" rtlCol="0">
            <a:spAutoFit/>
          </a:bodyPr>
          <a:lstStyle/>
          <a:p>
            <a:pPr algn="ctr"/>
            <a:r>
              <a:rPr lang="en-US" altLang="ja-JP"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×02</a:t>
            </a:r>
            <a:endParaRPr kumimoji="1"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66" name="テキスト ボックス 165">
            <a:extLst>
              <a:ext uri="{FF2B5EF4-FFF2-40B4-BE49-F238E27FC236}">
                <a16:creationId xmlns:a16="http://schemas.microsoft.com/office/drawing/2014/main" id="{4C27FF24-D8D7-F841-07B6-DC84F818141D}"/>
              </a:ext>
            </a:extLst>
          </p:cNvPr>
          <p:cNvSpPr txBox="1"/>
          <p:nvPr/>
        </p:nvSpPr>
        <p:spPr>
          <a:xfrm>
            <a:off x="2900132" y="4802935"/>
            <a:ext cx="800219" cy="461665"/>
          </a:xfrm>
          <a:prstGeom prst="rect">
            <a:avLst/>
          </a:prstGeom>
          <a:noFill/>
        </p:spPr>
        <p:txBody>
          <a:bodyPr wrap="none" rtlCol="0">
            <a:spAutoFit/>
          </a:bodyPr>
          <a:lstStyle/>
          <a:p>
            <a:pPr algn="ctr"/>
            <a:r>
              <a:rPr lang="en-US" altLang="ja-JP"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×01</a:t>
            </a:r>
            <a:endParaRPr kumimoji="1"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68" name="テキスト ボックス 167">
            <a:extLst>
              <a:ext uri="{FF2B5EF4-FFF2-40B4-BE49-F238E27FC236}">
                <a16:creationId xmlns:a16="http://schemas.microsoft.com/office/drawing/2014/main" id="{7BBF565C-AFAD-F7C6-7648-5D87A94FBA55}"/>
              </a:ext>
            </a:extLst>
          </p:cNvPr>
          <p:cNvSpPr txBox="1"/>
          <p:nvPr/>
        </p:nvSpPr>
        <p:spPr>
          <a:xfrm>
            <a:off x="1474691" y="4802935"/>
            <a:ext cx="800219" cy="461665"/>
          </a:xfrm>
          <a:prstGeom prst="rect">
            <a:avLst/>
          </a:prstGeom>
          <a:noFill/>
        </p:spPr>
        <p:txBody>
          <a:bodyPr wrap="none" rtlCol="0">
            <a:spAutoFit/>
          </a:bodyPr>
          <a:lstStyle/>
          <a:p>
            <a:pPr algn="ctr"/>
            <a:r>
              <a:rPr lang="en-US" altLang="ja-JP"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×01</a:t>
            </a:r>
            <a:endParaRPr kumimoji="1"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6" name="グループ化 5">
            <a:extLst>
              <a:ext uri="{FF2B5EF4-FFF2-40B4-BE49-F238E27FC236}">
                <a16:creationId xmlns:a16="http://schemas.microsoft.com/office/drawing/2014/main" id="{C12F4BDB-0E8F-32F8-D67F-94A0E0765249}"/>
              </a:ext>
            </a:extLst>
          </p:cNvPr>
          <p:cNvGrpSpPr/>
          <p:nvPr/>
        </p:nvGrpSpPr>
        <p:grpSpPr>
          <a:xfrm>
            <a:off x="6739023" y="2177541"/>
            <a:ext cx="4080991" cy="400110"/>
            <a:chOff x="6898849" y="2177541"/>
            <a:chExt cx="4080991" cy="400110"/>
          </a:xfrm>
        </p:grpSpPr>
        <p:sp>
          <p:nvSpPr>
            <p:cNvPr id="3" name="テキスト ボックス 2">
              <a:extLst>
                <a:ext uri="{FF2B5EF4-FFF2-40B4-BE49-F238E27FC236}">
                  <a16:creationId xmlns:a16="http://schemas.microsoft.com/office/drawing/2014/main" id="{2B0FBA9B-E086-68E1-7E91-6E352ECD15FF}"/>
                </a:ext>
              </a:extLst>
            </p:cNvPr>
            <p:cNvSpPr txBox="1"/>
            <p:nvPr/>
          </p:nvSpPr>
          <p:spPr>
            <a:xfrm>
              <a:off x="7822253" y="2177541"/>
              <a:ext cx="3157587" cy="400110"/>
            </a:xfrm>
            <a:prstGeom prst="rect">
              <a:avLst/>
            </a:prstGeom>
            <a:noFill/>
          </p:spPr>
          <p:txBody>
            <a:bodyPr wrap="square" rtlCol="0">
              <a:spAutoFit/>
            </a:bodyPr>
            <a:lstStyle/>
            <a:p>
              <a:pPr algn="ctr"/>
              <a:r>
                <a:rPr lang="en-US" altLang="ja-JP" sz="1600">
                  <a:ln w="0">
                    <a:solidFill>
                      <a:schemeClr val="tx1">
                        <a:lumMod val="85000"/>
                        <a:lumOff val="15000"/>
                        <a:alpha val="55000"/>
                      </a:schemeClr>
                    </a:solidFill>
                  </a:ln>
                  <a:solidFill>
                    <a:srgbClr val="00B050"/>
                  </a:solidFill>
                  <a:latin typeface="原稿用標準書体" panose="03000503000000000000" pitchFamily="66" charset="-128"/>
                  <a:ea typeface="原稿用標準書体" panose="03000503000000000000" pitchFamily="66" charset="-128"/>
                </a:rPr>
                <a:t>HP:</a:t>
              </a:r>
              <a:r>
                <a:rPr lang="en-US" altLang="ja-JP" sz="2000">
                  <a:ln w="0">
                    <a:solidFill>
                      <a:schemeClr val="tx1">
                        <a:lumMod val="85000"/>
                        <a:lumOff val="15000"/>
                        <a:alpha val="55000"/>
                      </a:schemeClr>
                    </a:solidFill>
                  </a:ln>
                  <a:solidFill>
                    <a:srgbClr val="00B050"/>
                  </a:solidFill>
                  <a:latin typeface="原稿用標準書体" panose="03000503000000000000" pitchFamily="66" charset="-128"/>
                  <a:ea typeface="原稿用標準書体" panose="03000503000000000000" pitchFamily="66" charset="-128"/>
                </a:rPr>
                <a:t>0000 </a:t>
              </a:r>
              <a:r>
                <a:rPr lang="en-US" altLang="ja-JP" sz="1600">
                  <a:ln w="0">
                    <a:solidFill>
                      <a:schemeClr val="tx1">
                        <a:lumMod val="85000"/>
                        <a:lumOff val="15000"/>
                        <a:alpha val="55000"/>
                      </a:schemeClr>
                    </a:solidFill>
                  </a:ln>
                  <a:solidFill>
                    <a:schemeClr val="accent5"/>
                  </a:solidFill>
                  <a:latin typeface="原稿用標準書体" panose="03000503000000000000" pitchFamily="66" charset="-128"/>
                  <a:ea typeface="原稿用標準書体" panose="03000503000000000000" pitchFamily="66" charset="-128"/>
                </a:rPr>
                <a:t>SPD:</a:t>
              </a:r>
              <a:r>
                <a:rPr lang="en-US" altLang="ja-JP" sz="2000">
                  <a:ln w="0">
                    <a:solidFill>
                      <a:schemeClr val="tx1">
                        <a:lumMod val="85000"/>
                        <a:lumOff val="15000"/>
                        <a:alpha val="55000"/>
                      </a:schemeClr>
                    </a:solidFill>
                  </a:ln>
                  <a:solidFill>
                    <a:schemeClr val="accent5"/>
                  </a:solidFill>
                  <a:latin typeface="原稿用標準書体" panose="03000503000000000000" pitchFamily="66" charset="-128"/>
                  <a:ea typeface="原稿用標準書体" panose="03000503000000000000" pitchFamily="66" charset="-128"/>
                </a:rPr>
                <a:t>000 </a:t>
              </a:r>
              <a:r>
                <a:rPr lang="en-US" altLang="ja-JP" sz="1600">
                  <a:ln w="0">
                    <a:solidFill>
                      <a:schemeClr val="tx1">
                        <a:lumMod val="85000"/>
                        <a:lumOff val="15000"/>
                        <a:alpha val="55000"/>
                      </a:schemeClr>
                    </a:solidFill>
                  </a:ln>
                  <a:solidFill>
                    <a:schemeClr val="accent1"/>
                  </a:solidFill>
                  <a:latin typeface="原稿用標準書体" panose="03000503000000000000" pitchFamily="66" charset="-128"/>
                  <a:ea typeface="原稿用標準書体" panose="03000503000000000000" pitchFamily="66" charset="-128"/>
                </a:rPr>
                <a:t>ATK:</a:t>
              </a:r>
              <a:r>
                <a:rPr lang="en-US" altLang="ja-JP" sz="2000">
                  <a:ln w="0">
                    <a:solidFill>
                      <a:schemeClr val="tx1">
                        <a:lumMod val="85000"/>
                        <a:lumOff val="15000"/>
                        <a:alpha val="55000"/>
                      </a:schemeClr>
                    </a:solidFill>
                  </a:ln>
                  <a:solidFill>
                    <a:schemeClr val="accent1"/>
                  </a:solidFill>
                  <a:latin typeface="原稿用標準書体" panose="03000503000000000000" pitchFamily="66" charset="-128"/>
                  <a:ea typeface="原稿用標準書体" panose="03000503000000000000" pitchFamily="66" charset="-128"/>
                </a:rPr>
                <a:t>000</a:t>
              </a:r>
              <a:endParaRPr lang="en-US" altLang="ja-JP" sz="1600" dirty="0">
                <a:ln w="0">
                  <a:solidFill>
                    <a:schemeClr val="tx1">
                      <a:lumMod val="85000"/>
                      <a:lumOff val="15000"/>
                      <a:alpha val="55000"/>
                    </a:schemeClr>
                  </a:solidFill>
                </a:ln>
                <a:solidFill>
                  <a:schemeClr val="accent1"/>
                </a:solidFill>
                <a:latin typeface="原稿用標準書体" panose="03000503000000000000" pitchFamily="66" charset="-128"/>
                <a:ea typeface="原稿用標準書体" panose="03000503000000000000" pitchFamily="66" charset="-128"/>
              </a:endParaRPr>
            </a:p>
          </p:txBody>
        </p:sp>
        <p:sp>
          <p:nvSpPr>
            <p:cNvPr id="5" name="テキスト ボックス 4">
              <a:extLst>
                <a:ext uri="{FF2B5EF4-FFF2-40B4-BE49-F238E27FC236}">
                  <a16:creationId xmlns:a16="http://schemas.microsoft.com/office/drawing/2014/main" id="{55EDBF35-AAA2-A590-EDD3-2903BF0AC042}"/>
                </a:ext>
              </a:extLst>
            </p:cNvPr>
            <p:cNvSpPr txBox="1"/>
            <p:nvPr/>
          </p:nvSpPr>
          <p:spPr>
            <a:xfrm>
              <a:off x="6898849" y="2192930"/>
              <a:ext cx="1107996" cy="369332"/>
            </a:xfrm>
            <a:prstGeom prst="rect">
              <a:avLst/>
            </a:prstGeom>
            <a:noFill/>
          </p:spPr>
          <p:txBody>
            <a:bodyPr wrap="none" rtlCol="0">
              <a:spAutoFit/>
            </a:bodyPr>
            <a:lstStyle/>
            <a:p>
              <a:pPr algn="ctr"/>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基本性能</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7" name="グループ化 6">
            <a:extLst>
              <a:ext uri="{FF2B5EF4-FFF2-40B4-BE49-F238E27FC236}">
                <a16:creationId xmlns:a16="http://schemas.microsoft.com/office/drawing/2014/main" id="{CA9FAB17-DE5F-9241-08E6-EF4E6A4B2011}"/>
              </a:ext>
            </a:extLst>
          </p:cNvPr>
          <p:cNvGrpSpPr/>
          <p:nvPr/>
        </p:nvGrpSpPr>
        <p:grpSpPr>
          <a:xfrm>
            <a:off x="6739023" y="4731661"/>
            <a:ext cx="4080991" cy="400110"/>
            <a:chOff x="6898849" y="2177541"/>
            <a:chExt cx="4080991" cy="400110"/>
          </a:xfrm>
        </p:grpSpPr>
        <p:sp>
          <p:nvSpPr>
            <p:cNvPr id="8" name="テキスト ボックス 7">
              <a:extLst>
                <a:ext uri="{FF2B5EF4-FFF2-40B4-BE49-F238E27FC236}">
                  <a16:creationId xmlns:a16="http://schemas.microsoft.com/office/drawing/2014/main" id="{F790B656-680B-3F2A-CEAE-9003D1CF9CD5}"/>
                </a:ext>
              </a:extLst>
            </p:cNvPr>
            <p:cNvSpPr txBox="1"/>
            <p:nvPr/>
          </p:nvSpPr>
          <p:spPr>
            <a:xfrm>
              <a:off x="7822253" y="2177541"/>
              <a:ext cx="3157587" cy="400110"/>
            </a:xfrm>
            <a:prstGeom prst="rect">
              <a:avLst/>
            </a:prstGeom>
            <a:noFill/>
          </p:spPr>
          <p:txBody>
            <a:bodyPr wrap="square" rtlCol="0">
              <a:spAutoFit/>
            </a:bodyPr>
            <a:lstStyle/>
            <a:p>
              <a:pPr algn="ctr"/>
              <a:r>
                <a:rPr lang="en-US" altLang="ja-JP" sz="1600">
                  <a:ln w="0">
                    <a:solidFill>
                      <a:schemeClr val="tx1">
                        <a:lumMod val="85000"/>
                        <a:lumOff val="15000"/>
                        <a:alpha val="55000"/>
                      </a:schemeClr>
                    </a:solidFill>
                  </a:ln>
                  <a:solidFill>
                    <a:srgbClr val="00B050"/>
                  </a:solidFill>
                  <a:latin typeface="原稿用標準書体" panose="03000503000000000000" pitchFamily="66" charset="-128"/>
                  <a:ea typeface="原稿用標準書体" panose="03000503000000000000" pitchFamily="66" charset="-128"/>
                </a:rPr>
                <a:t>HP:</a:t>
              </a:r>
              <a:r>
                <a:rPr lang="en-US" altLang="ja-JP" sz="2000">
                  <a:ln w="0">
                    <a:solidFill>
                      <a:schemeClr val="tx1">
                        <a:lumMod val="85000"/>
                        <a:lumOff val="15000"/>
                        <a:alpha val="55000"/>
                      </a:schemeClr>
                    </a:solidFill>
                  </a:ln>
                  <a:solidFill>
                    <a:srgbClr val="00B050"/>
                  </a:solidFill>
                  <a:latin typeface="原稿用標準書体" panose="03000503000000000000" pitchFamily="66" charset="-128"/>
                  <a:ea typeface="原稿用標準書体" panose="03000503000000000000" pitchFamily="66" charset="-128"/>
                </a:rPr>
                <a:t>0000 </a:t>
              </a:r>
              <a:r>
                <a:rPr lang="en-US" altLang="ja-JP" sz="1600">
                  <a:ln w="0">
                    <a:solidFill>
                      <a:schemeClr val="tx1">
                        <a:lumMod val="85000"/>
                        <a:lumOff val="15000"/>
                        <a:alpha val="55000"/>
                      </a:schemeClr>
                    </a:solidFill>
                  </a:ln>
                  <a:solidFill>
                    <a:schemeClr val="accent5"/>
                  </a:solidFill>
                  <a:latin typeface="原稿用標準書体" panose="03000503000000000000" pitchFamily="66" charset="-128"/>
                  <a:ea typeface="原稿用標準書体" panose="03000503000000000000" pitchFamily="66" charset="-128"/>
                </a:rPr>
                <a:t>SPD:</a:t>
              </a:r>
              <a:r>
                <a:rPr lang="en-US" altLang="ja-JP" sz="2000">
                  <a:ln w="0">
                    <a:solidFill>
                      <a:schemeClr val="tx1">
                        <a:lumMod val="85000"/>
                        <a:lumOff val="15000"/>
                        <a:alpha val="55000"/>
                      </a:schemeClr>
                    </a:solidFill>
                  </a:ln>
                  <a:solidFill>
                    <a:schemeClr val="accent5"/>
                  </a:solidFill>
                  <a:latin typeface="原稿用標準書体" panose="03000503000000000000" pitchFamily="66" charset="-128"/>
                  <a:ea typeface="原稿用標準書体" panose="03000503000000000000" pitchFamily="66" charset="-128"/>
                </a:rPr>
                <a:t>000 </a:t>
              </a:r>
              <a:r>
                <a:rPr lang="en-US" altLang="ja-JP" sz="1600">
                  <a:ln w="0">
                    <a:solidFill>
                      <a:schemeClr val="tx1">
                        <a:lumMod val="85000"/>
                        <a:lumOff val="15000"/>
                        <a:alpha val="55000"/>
                      </a:schemeClr>
                    </a:solidFill>
                  </a:ln>
                  <a:solidFill>
                    <a:schemeClr val="accent1"/>
                  </a:solidFill>
                  <a:latin typeface="原稿用標準書体" panose="03000503000000000000" pitchFamily="66" charset="-128"/>
                  <a:ea typeface="原稿用標準書体" panose="03000503000000000000" pitchFamily="66" charset="-128"/>
                </a:rPr>
                <a:t>ATK:</a:t>
              </a:r>
              <a:r>
                <a:rPr lang="en-US" altLang="ja-JP" sz="2000">
                  <a:ln w="0">
                    <a:solidFill>
                      <a:schemeClr val="tx1">
                        <a:lumMod val="85000"/>
                        <a:lumOff val="15000"/>
                        <a:alpha val="55000"/>
                      </a:schemeClr>
                    </a:solidFill>
                  </a:ln>
                  <a:solidFill>
                    <a:schemeClr val="accent1"/>
                  </a:solidFill>
                  <a:latin typeface="原稿用標準書体" panose="03000503000000000000" pitchFamily="66" charset="-128"/>
                  <a:ea typeface="原稿用標準書体" panose="03000503000000000000" pitchFamily="66" charset="-128"/>
                </a:rPr>
                <a:t>000</a:t>
              </a:r>
              <a:endParaRPr lang="en-US" altLang="ja-JP" sz="1600" dirty="0">
                <a:ln w="0">
                  <a:solidFill>
                    <a:schemeClr val="tx1">
                      <a:lumMod val="85000"/>
                      <a:lumOff val="15000"/>
                      <a:alpha val="55000"/>
                    </a:schemeClr>
                  </a:solidFill>
                </a:ln>
                <a:solidFill>
                  <a:schemeClr val="accent1"/>
                </a:solidFill>
                <a:latin typeface="原稿用標準書体" panose="03000503000000000000" pitchFamily="66" charset="-128"/>
                <a:ea typeface="原稿用標準書体" panose="03000503000000000000" pitchFamily="66" charset="-128"/>
              </a:endParaRPr>
            </a:p>
          </p:txBody>
        </p:sp>
        <p:sp>
          <p:nvSpPr>
            <p:cNvPr id="9" name="テキスト ボックス 8">
              <a:extLst>
                <a:ext uri="{FF2B5EF4-FFF2-40B4-BE49-F238E27FC236}">
                  <a16:creationId xmlns:a16="http://schemas.microsoft.com/office/drawing/2014/main" id="{23647995-339E-BD69-C82D-EA53DC8C74F0}"/>
                </a:ext>
              </a:extLst>
            </p:cNvPr>
            <p:cNvSpPr txBox="1"/>
            <p:nvPr/>
          </p:nvSpPr>
          <p:spPr>
            <a:xfrm>
              <a:off x="6898849" y="2192930"/>
              <a:ext cx="1107996" cy="369332"/>
            </a:xfrm>
            <a:prstGeom prst="rect">
              <a:avLst/>
            </a:prstGeom>
            <a:noFill/>
          </p:spPr>
          <p:txBody>
            <a:bodyPr wrap="none" rtlCol="0">
              <a:spAutoFit/>
            </a:bodyPr>
            <a:lstStyle/>
            <a:p>
              <a:pPr algn="ctr"/>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基本性能</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Tree>
    <p:extLst>
      <p:ext uri="{BB962C8B-B14F-4D97-AF65-F5344CB8AC3E}">
        <p14:creationId xmlns:p14="http://schemas.microsoft.com/office/powerpoint/2010/main" val="4081926784"/>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1E0454-7F07-A523-BE83-7ADA40C15B9C}"/>
            </a:ext>
          </a:extLst>
        </p:cNvPr>
        <p:cNvGrpSpPr/>
        <p:nvPr/>
      </p:nvGrpSpPr>
      <p:grpSpPr>
        <a:xfrm>
          <a:off x="0" y="0"/>
          <a:ext cx="0" cy="0"/>
          <a:chOff x="0" y="0"/>
          <a:chExt cx="0" cy="0"/>
        </a:xfrm>
      </p:grpSpPr>
      <p:sp>
        <p:nvSpPr>
          <p:cNvPr id="5" name="テキスト ボックス 4">
            <a:extLst>
              <a:ext uri="{FF2B5EF4-FFF2-40B4-BE49-F238E27FC236}">
                <a16:creationId xmlns:a16="http://schemas.microsoft.com/office/drawing/2014/main" id="{E125CFD1-22DD-C166-976F-3B1F69E83DF3}"/>
              </a:ext>
            </a:extLst>
          </p:cNvPr>
          <p:cNvSpPr txBox="1"/>
          <p:nvPr/>
        </p:nvSpPr>
        <p:spPr>
          <a:xfrm>
            <a:off x="3048383" y="2967335"/>
            <a:ext cx="6095234" cy="923330"/>
          </a:xfrm>
          <a:prstGeom prst="rect">
            <a:avLst/>
          </a:prstGeom>
          <a:noFill/>
        </p:spPr>
        <p:txBody>
          <a:bodyPr wrap="square">
            <a:spAutoFit/>
          </a:bodyPr>
          <a:lstStyle/>
          <a:p>
            <a:pPr algn="ctr"/>
            <a:r>
              <a:rPr lang="ja-JP" altLang="en-US" sz="5400">
                <a:solidFill>
                  <a:schemeClr val="bg1">
                    <a:lumMod val="85000"/>
                  </a:schemeClr>
                </a:solidFill>
                <a:latin typeface="瀞ノグリッチ黒体 H1" pitchFamily="50" charset="-128"/>
                <a:ea typeface="瀞ノグリッチ黒体 H1" pitchFamily="50" charset="-128"/>
              </a:rPr>
              <a:t>キャラクター</a:t>
            </a:r>
            <a:endParaRPr kumimoji="1" lang="ja-JP" altLang="en-US" sz="5400" dirty="0">
              <a:solidFill>
                <a:schemeClr val="bg1">
                  <a:lumMod val="85000"/>
                </a:schemeClr>
              </a:solidFill>
              <a:latin typeface="瀞ノグリッチ黒体 H1" pitchFamily="50" charset="-128"/>
              <a:ea typeface="瀞ノグリッチ黒体 H1" pitchFamily="50" charset="-128"/>
            </a:endParaRPr>
          </a:p>
        </p:txBody>
      </p:sp>
    </p:spTree>
    <p:extLst>
      <p:ext uri="{BB962C8B-B14F-4D97-AF65-F5344CB8AC3E}">
        <p14:creationId xmlns:p14="http://schemas.microsoft.com/office/powerpoint/2010/main" val="4028660514"/>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bg>
      <p:bgPr>
        <a:solidFill>
          <a:schemeClr val="tx1">
            <a:lumMod val="95000"/>
            <a:lumOff val="5000"/>
          </a:schemeClr>
        </a:solidFill>
        <a:effectLst/>
      </p:bgPr>
    </p:bg>
    <p:spTree>
      <p:nvGrpSpPr>
        <p:cNvPr id="1" name="">
          <a:extLst>
            <a:ext uri="{FF2B5EF4-FFF2-40B4-BE49-F238E27FC236}">
              <a16:creationId xmlns:a16="http://schemas.microsoft.com/office/drawing/2014/main" id="{2D35442D-FEEC-4881-CB8E-A5DD3FBFF5C8}"/>
            </a:ext>
          </a:extLst>
        </p:cNvPr>
        <p:cNvGrpSpPr/>
        <p:nvPr/>
      </p:nvGrpSpPr>
      <p:grpSpPr>
        <a:xfrm>
          <a:off x="0" y="0"/>
          <a:ext cx="0" cy="0"/>
          <a:chOff x="0" y="0"/>
          <a:chExt cx="0" cy="0"/>
        </a:xfrm>
      </p:grpSpPr>
      <p:grpSp>
        <p:nvGrpSpPr>
          <p:cNvPr id="29" name="グループ化 28">
            <a:extLst>
              <a:ext uri="{FF2B5EF4-FFF2-40B4-BE49-F238E27FC236}">
                <a16:creationId xmlns:a16="http://schemas.microsoft.com/office/drawing/2014/main" id="{690E24F6-D8B2-D12B-1609-2DAE00EB71A3}"/>
              </a:ext>
            </a:extLst>
          </p:cNvPr>
          <p:cNvGrpSpPr/>
          <p:nvPr/>
        </p:nvGrpSpPr>
        <p:grpSpPr>
          <a:xfrm>
            <a:off x="431675" y="5645607"/>
            <a:ext cx="11328651" cy="925026"/>
            <a:chOff x="431675" y="5645607"/>
            <a:chExt cx="11328651" cy="925026"/>
          </a:xfrm>
        </p:grpSpPr>
        <p:sp>
          <p:nvSpPr>
            <p:cNvPr id="30" name="四角形: 角を丸くする 29">
              <a:extLst>
                <a:ext uri="{FF2B5EF4-FFF2-40B4-BE49-F238E27FC236}">
                  <a16:creationId xmlns:a16="http://schemas.microsoft.com/office/drawing/2014/main" id="{B77693F3-8470-B75F-15D4-9D1B3CE4D90A}"/>
                </a:ext>
              </a:extLst>
            </p:cNvPr>
            <p:cNvSpPr/>
            <p:nvPr/>
          </p:nvSpPr>
          <p:spPr>
            <a:xfrm>
              <a:off x="431675" y="5656233"/>
              <a:ext cx="11328651" cy="914400"/>
            </a:xfrm>
            <a:prstGeom prst="roundRect">
              <a:avLst>
                <a:gd name="adj" fmla="val 4803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31" name="四角形: 角を丸くする 30">
              <a:extLst>
                <a:ext uri="{FF2B5EF4-FFF2-40B4-BE49-F238E27FC236}">
                  <a16:creationId xmlns:a16="http://schemas.microsoft.com/office/drawing/2014/main" id="{B3BB5145-775F-478B-E17F-A40ED9F5ADAF}"/>
                </a:ext>
              </a:extLst>
            </p:cNvPr>
            <p:cNvSpPr/>
            <p:nvPr/>
          </p:nvSpPr>
          <p:spPr>
            <a:xfrm>
              <a:off x="2706601" y="5645607"/>
              <a:ext cx="1968035" cy="914400"/>
            </a:xfrm>
            <a:prstGeom prst="roundRect">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32" name="テキスト ボックス 31">
              <a:extLst>
                <a:ext uri="{FF2B5EF4-FFF2-40B4-BE49-F238E27FC236}">
                  <a16:creationId xmlns:a16="http://schemas.microsoft.com/office/drawing/2014/main" id="{01025E66-22BE-2C38-3531-A683596D17E0}"/>
                </a:ext>
              </a:extLst>
            </p:cNvPr>
            <p:cNvSpPr txBox="1"/>
            <p:nvPr/>
          </p:nvSpPr>
          <p:spPr>
            <a:xfrm>
              <a:off x="1165119"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3" name="テキスト ボックス 32">
              <a:extLst>
                <a:ext uri="{FF2B5EF4-FFF2-40B4-BE49-F238E27FC236}">
                  <a16:creationId xmlns:a16="http://schemas.microsoft.com/office/drawing/2014/main" id="{01E478DE-1078-741D-9DF6-F3945469AA4B}"/>
                </a:ext>
              </a:extLst>
            </p:cNvPr>
            <p:cNvSpPr txBox="1"/>
            <p:nvPr/>
          </p:nvSpPr>
          <p:spPr>
            <a:xfrm flipH="1">
              <a:off x="529243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4" name="テキスト ボックス 33">
              <a:extLst>
                <a:ext uri="{FF2B5EF4-FFF2-40B4-BE49-F238E27FC236}">
                  <a16:creationId xmlns:a16="http://schemas.microsoft.com/office/drawing/2014/main" id="{2638A13E-B341-64B4-85FC-3834B9F8F63F}"/>
                </a:ext>
              </a:extLst>
            </p:cNvPr>
            <p:cNvSpPr txBox="1"/>
            <p:nvPr/>
          </p:nvSpPr>
          <p:spPr>
            <a:xfrm>
              <a:off x="284405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5" name="テキスト ボックス 34">
              <a:extLst>
                <a:ext uri="{FF2B5EF4-FFF2-40B4-BE49-F238E27FC236}">
                  <a16:creationId xmlns:a16="http://schemas.microsoft.com/office/drawing/2014/main" id="{A60BF011-D7CF-FEA1-20FF-15851B5DBF76}"/>
                </a:ext>
              </a:extLst>
            </p:cNvPr>
            <p:cNvSpPr txBox="1"/>
            <p:nvPr/>
          </p:nvSpPr>
          <p:spPr>
            <a:xfrm>
              <a:off x="8393833"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6" name="テキスト ボックス 35">
              <a:extLst>
                <a:ext uri="{FF2B5EF4-FFF2-40B4-BE49-F238E27FC236}">
                  <a16:creationId xmlns:a16="http://schemas.microsoft.com/office/drawing/2014/main" id="{014B2BFA-3428-A65B-2409-308F8A065A78}"/>
                </a:ext>
              </a:extLst>
            </p:cNvPr>
            <p:cNvSpPr txBox="1"/>
            <p:nvPr/>
          </p:nvSpPr>
          <p:spPr>
            <a:xfrm>
              <a:off x="6714895"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7" name="テキスト ボックス 36">
              <a:extLst>
                <a:ext uri="{FF2B5EF4-FFF2-40B4-BE49-F238E27FC236}">
                  <a16:creationId xmlns:a16="http://schemas.microsoft.com/office/drawing/2014/main" id="{26163DE7-E3AA-CBBC-C725-0C40F1691D44}"/>
                </a:ext>
              </a:extLst>
            </p:cNvPr>
            <p:cNvSpPr txBox="1"/>
            <p:nvPr/>
          </p:nvSpPr>
          <p:spPr>
            <a:xfrm flipH="1">
              <a:off x="9816293" y="5913378"/>
              <a:ext cx="1210588"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38" name="グループ化 37">
            <a:extLst>
              <a:ext uri="{FF2B5EF4-FFF2-40B4-BE49-F238E27FC236}">
                <a16:creationId xmlns:a16="http://schemas.microsoft.com/office/drawing/2014/main" id="{3B7393FA-59B2-7D2A-07AE-2C0F6686E15B}"/>
              </a:ext>
            </a:extLst>
          </p:cNvPr>
          <p:cNvGrpSpPr/>
          <p:nvPr/>
        </p:nvGrpSpPr>
        <p:grpSpPr>
          <a:xfrm>
            <a:off x="617274" y="432515"/>
            <a:ext cx="2130007" cy="638703"/>
            <a:chOff x="1157024" y="508715"/>
            <a:chExt cx="2130007" cy="638703"/>
          </a:xfrm>
        </p:grpSpPr>
        <p:sp>
          <p:nvSpPr>
            <p:cNvPr id="39" name="六角形 38">
              <a:extLst>
                <a:ext uri="{FF2B5EF4-FFF2-40B4-BE49-F238E27FC236}">
                  <a16:creationId xmlns:a16="http://schemas.microsoft.com/office/drawing/2014/main" id="{33099BB3-F265-B1CA-BD7F-AB0858F2AC29}"/>
                </a:ext>
              </a:extLst>
            </p:cNvPr>
            <p:cNvSpPr/>
            <p:nvPr/>
          </p:nvSpPr>
          <p:spPr>
            <a:xfrm>
              <a:off x="1157024" y="508715"/>
              <a:ext cx="2130007" cy="638703"/>
            </a:xfrm>
            <a:prstGeom prst="hexagon">
              <a:avLst/>
            </a:prstGeom>
            <a:solidFill>
              <a:schemeClr val="bg1">
                <a:lumMod val="95000"/>
                <a:alpha val="70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40" name="テキスト ボックス 39">
              <a:extLst>
                <a:ext uri="{FF2B5EF4-FFF2-40B4-BE49-F238E27FC236}">
                  <a16:creationId xmlns:a16="http://schemas.microsoft.com/office/drawing/2014/main" id="{AF033521-83BE-B8A3-D8FC-9AA86C733A3F}"/>
                </a:ext>
              </a:extLst>
            </p:cNvPr>
            <p:cNvSpPr txBox="1"/>
            <p:nvPr/>
          </p:nvSpPr>
          <p:spPr>
            <a:xfrm>
              <a:off x="1360254" y="641390"/>
              <a:ext cx="1723549"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69" name="四角形: 上の 2 つの角を切り取る 68">
            <a:extLst>
              <a:ext uri="{FF2B5EF4-FFF2-40B4-BE49-F238E27FC236}">
                <a16:creationId xmlns:a16="http://schemas.microsoft.com/office/drawing/2014/main" id="{72D6DDEA-C7D5-3128-2E62-F142E708BE27}"/>
              </a:ext>
            </a:extLst>
          </p:cNvPr>
          <p:cNvSpPr/>
          <p:nvPr/>
        </p:nvSpPr>
        <p:spPr>
          <a:xfrm>
            <a:off x="926945" y="1554115"/>
            <a:ext cx="2372751" cy="1245090"/>
          </a:xfrm>
          <a:prstGeom prst="snip2SameRect">
            <a:avLst/>
          </a:prstGeom>
          <a:solidFill>
            <a:schemeClr val="accent6">
              <a:lumMod val="60000"/>
              <a:lumOff val="4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70" name="グラフィックス 69" descr="ユーザー 単色塗りつぶし">
            <a:extLst>
              <a:ext uri="{FF2B5EF4-FFF2-40B4-BE49-F238E27FC236}">
                <a16:creationId xmlns:a16="http://schemas.microsoft.com/office/drawing/2014/main" id="{BB4AB020-47F8-DA89-9C47-B2AE4EFDC7C2}"/>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490775" y="1575888"/>
            <a:ext cx="1245090" cy="1245090"/>
          </a:xfrm>
          <a:prstGeom prst="rect">
            <a:avLst/>
          </a:prstGeom>
        </p:spPr>
      </p:pic>
      <p:sp>
        <p:nvSpPr>
          <p:cNvPr id="71" name="四角形: 上の 2 つの角を切り取る 70">
            <a:extLst>
              <a:ext uri="{FF2B5EF4-FFF2-40B4-BE49-F238E27FC236}">
                <a16:creationId xmlns:a16="http://schemas.microsoft.com/office/drawing/2014/main" id="{F1321764-271A-E750-FE08-C63348E5B283}"/>
              </a:ext>
            </a:extLst>
          </p:cNvPr>
          <p:cNvSpPr/>
          <p:nvPr/>
        </p:nvSpPr>
        <p:spPr>
          <a:xfrm flipV="1">
            <a:off x="926945" y="2800452"/>
            <a:ext cx="2372751" cy="419311"/>
          </a:xfrm>
          <a:prstGeom prst="snip2SameRect">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6" name="四角形: 上の 2 つの角を切り取る 65">
            <a:extLst>
              <a:ext uri="{FF2B5EF4-FFF2-40B4-BE49-F238E27FC236}">
                <a16:creationId xmlns:a16="http://schemas.microsoft.com/office/drawing/2014/main" id="{9CC8652B-17E1-4D10-4046-159DB43503C9}"/>
              </a:ext>
            </a:extLst>
          </p:cNvPr>
          <p:cNvSpPr/>
          <p:nvPr/>
        </p:nvSpPr>
        <p:spPr>
          <a:xfrm>
            <a:off x="927647" y="3509843"/>
            <a:ext cx="2372751" cy="1245090"/>
          </a:xfrm>
          <a:prstGeom prst="snip2SameRect">
            <a:avLst/>
          </a:prstGeom>
          <a:solidFill>
            <a:schemeClr val="accent6">
              <a:lumMod val="60000"/>
              <a:lumOff val="4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67" name="グラフィックス 66" descr="ユーザー 単色塗りつぶし">
            <a:extLst>
              <a:ext uri="{FF2B5EF4-FFF2-40B4-BE49-F238E27FC236}">
                <a16:creationId xmlns:a16="http://schemas.microsoft.com/office/drawing/2014/main" id="{317EAFAC-2B4B-3D86-44F3-F2DC12837842}"/>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491477" y="3531616"/>
            <a:ext cx="1245090" cy="1245090"/>
          </a:xfrm>
          <a:prstGeom prst="rect">
            <a:avLst/>
          </a:prstGeom>
        </p:spPr>
      </p:pic>
      <p:sp>
        <p:nvSpPr>
          <p:cNvPr id="68" name="四角形: 上の 2 つの角を切り取る 67">
            <a:extLst>
              <a:ext uri="{FF2B5EF4-FFF2-40B4-BE49-F238E27FC236}">
                <a16:creationId xmlns:a16="http://schemas.microsoft.com/office/drawing/2014/main" id="{1C27324A-D704-3BDA-BF91-801A19CA6FBE}"/>
              </a:ext>
            </a:extLst>
          </p:cNvPr>
          <p:cNvSpPr/>
          <p:nvPr/>
        </p:nvSpPr>
        <p:spPr>
          <a:xfrm flipV="1">
            <a:off x="927647" y="4756180"/>
            <a:ext cx="2372751" cy="419311"/>
          </a:xfrm>
          <a:prstGeom prst="snip2SameRect">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3" name="四角形: 上の 2 つの角を切り取る 62">
            <a:extLst>
              <a:ext uri="{FF2B5EF4-FFF2-40B4-BE49-F238E27FC236}">
                <a16:creationId xmlns:a16="http://schemas.microsoft.com/office/drawing/2014/main" id="{2F4FE321-9A05-BAED-0502-86FF6B739D37}"/>
              </a:ext>
            </a:extLst>
          </p:cNvPr>
          <p:cNvSpPr/>
          <p:nvPr/>
        </p:nvSpPr>
        <p:spPr>
          <a:xfrm>
            <a:off x="3582533" y="1554115"/>
            <a:ext cx="2372751" cy="1245090"/>
          </a:xfrm>
          <a:prstGeom prst="snip2SameRect">
            <a:avLst/>
          </a:prstGeom>
          <a:solidFill>
            <a:schemeClr val="accent6">
              <a:lumMod val="60000"/>
              <a:lumOff val="4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64" name="グラフィックス 63" descr="ユーザー 単色塗りつぶし">
            <a:extLst>
              <a:ext uri="{FF2B5EF4-FFF2-40B4-BE49-F238E27FC236}">
                <a16:creationId xmlns:a16="http://schemas.microsoft.com/office/drawing/2014/main" id="{54709F44-493F-9AAE-F06C-84CFED383E37}"/>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4146363" y="1575888"/>
            <a:ext cx="1245090" cy="1245090"/>
          </a:xfrm>
          <a:prstGeom prst="rect">
            <a:avLst/>
          </a:prstGeom>
        </p:spPr>
      </p:pic>
      <p:sp>
        <p:nvSpPr>
          <p:cNvPr id="65" name="四角形: 上の 2 つの角を切り取る 64">
            <a:extLst>
              <a:ext uri="{FF2B5EF4-FFF2-40B4-BE49-F238E27FC236}">
                <a16:creationId xmlns:a16="http://schemas.microsoft.com/office/drawing/2014/main" id="{EB5934EF-0FDD-5C70-E8B2-B1AE7FB0D925}"/>
              </a:ext>
            </a:extLst>
          </p:cNvPr>
          <p:cNvSpPr/>
          <p:nvPr/>
        </p:nvSpPr>
        <p:spPr>
          <a:xfrm flipV="1">
            <a:off x="3582533" y="2800452"/>
            <a:ext cx="2372751" cy="419311"/>
          </a:xfrm>
          <a:prstGeom prst="snip2SameRect">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0" name="四角形: 上の 2 つの角を切り取る 59">
            <a:extLst>
              <a:ext uri="{FF2B5EF4-FFF2-40B4-BE49-F238E27FC236}">
                <a16:creationId xmlns:a16="http://schemas.microsoft.com/office/drawing/2014/main" id="{D3C329FC-2ADB-D050-1452-8EC4A6D522D0}"/>
              </a:ext>
            </a:extLst>
          </p:cNvPr>
          <p:cNvSpPr/>
          <p:nvPr/>
        </p:nvSpPr>
        <p:spPr>
          <a:xfrm>
            <a:off x="3582533" y="3509843"/>
            <a:ext cx="2372751" cy="1245090"/>
          </a:xfrm>
          <a:prstGeom prst="snip2SameRect">
            <a:avLst/>
          </a:prstGeom>
          <a:solidFill>
            <a:schemeClr val="accent6">
              <a:lumMod val="60000"/>
              <a:lumOff val="4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61" name="グラフィックス 60" descr="ユーザー 単色塗りつぶし">
            <a:extLst>
              <a:ext uri="{FF2B5EF4-FFF2-40B4-BE49-F238E27FC236}">
                <a16:creationId xmlns:a16="http://schemas.microsoft.com/office/drawing/2014/main" id="{0A845CD7-2A9D-E423-58EB-815E1A4E5C44}"/>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4146363" y="3531616"/>
            <a:ext cx="1245090" cy="1245090"/>
          </a:xfrm>
          <a:prstGeom prst="rect">
            <a:avLst/>
          </a:prstGeom>
        </p:spPr>
      </p:pic>
      <p:sp>
        <p:nvSpPr>
          <p:cNvPr id="62" name="四角形: 上の 2 つの角を切り取る 61">
            <a:extLst>
              <a:ext uri="{FF2B5EF4-FFF2-40B4-BE49-F238E27FC236}">
                <a16:creationId xmlns:a16="http://schemas.microsoft.com/office/drawing/2014/main" id="{4D615DF8-F538-218E-2CEA-F3EAB930ED05}"/>
              </a:ext>
            </a:extLst>
          </p:cNvPr>
          <p:cNvSpPr/>
          <p:nvPr/>
        </p:nvSpPr>
        <p:spPr>
          <a:xfrm flipV="1">
            <a:off x="3582533" y="4756180"/>
            <a:ext cx="2372751" cy="419311"/>
          </a:xfrm>
          <a:prstGeom prst="snip2SameRect">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7" name="四角形: 上の 2 つの角を切り取る 56">
            <a:extLst>
              <a:ext uri="{FF2B5EF4-FFF2-40B4-BE49-F238E27FC236}">
                <a16:creationId xmlns:a16="http://schemas.microsoft.com/office/drawing/2014/main" id="{4A6FFD4B-7A39-F432-8D0A-33C20F6C0260}"/>
              </a:ext>
            </a:extLst>
          </p:cNvPr>
          <p:cNvSpPr/>
          <p:nvPr/>
        </p:nvSpPr>
        <p:spPr>
          <a:xfrm>
            <a:off x="6237419" y="1554115"/>
            <a:ext cx="2372751" cy="1245090"/>
          </a:xfrm>
          <a:prstGeom prst="snip2SameRect">
            <a:avLst/>
          </a:prstGeom>
          <a:solidFill>
            <a:schemeClr val="accent6">
              <a:lumMod val="60000"/>
              <a:lumOff val="4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58" name="グラフィックス 57" descr="ユーザー 単色塗りつぶし">
            <a:extLst>
              <a:ext uri="{FF2B5EF4-FFF2-40B4-BE49-F238E27FC236}">
                <a16:creationId xmlns:a16="http://schemas.microsoft.com/office/drawing/2014/main" id="{F542C95A-D0CF-C878-1A19-9755C4BA7478}"/>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6801249" y="1575888"/>
            <a:ext cx="1245090" cy="1245090"/>
          </a:xfrm>
          <a:prstGeom prst="rect">
            <a:avLst/>
          </a:prstGeom>
        </p:spPr>
      </p:pic>
      <p:sp>
        <p:nvSpPr>
          <p:cNvPr id="59" name="四角形: 上の 2 つの角を切り取る 58">
            <a:extLst>
              <a:ext uri="{FF2B5EF4-FFF2-40B4-BE49-F238E27FC236}">
                <a16:creationId xmlns:a16="http://schemas.microsoft.com/office/drawing/2014/main" id="{AA5D631C-085A-5499-5498-0D3E75DD4A9D}"/>
              </a:ext>
            </a:extLst>
          </p:cNvPr>
          <p:cNvSpPr/>
          <p:nvPr/>
        </p:nvSpPr>
        <p:spPr>
          <a:xfrm flipV="1">
            <a:off x="6237419" y="2800452"/>
            <a:ext cx="2372751" cy="419311"/>
          </a:xfrm>
          <a:prstGeom prst="snip2SameRect">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4" name="四角形: 上の 2 つの角を切り取る 53">
            <a:extLst>
              <a:ext uri="{FF2B5EF4-FFF2-40B4-BE49-F238E27FC236}">
                <a16:creationId xmlns:a16="http://schemas.microsoft.com/office/drawing/2014/main" id="{DEE5CE19-0C51-B42A-B986-2D6713D6B021}"/>
              </a:ext>
            </a:extLst>
          </p:cNvPr>
          <p:cNvSpPr/>
          <p:nvPr/>
        </p:nvSpPr>
        <p:spPr>
          <a:xfrm>
            <a:off x="6237419" y="3509843"/>
            <a:ext cx="2372751" cy="1245090"/>
          </a:xfrm>
          <a:prstGeom prst="snip2SameRect">
            <a:avLst/>
          </a:prstGeom>
          <a:solidFill>
            <a:schemeClr val="accent6">
              <a:lumMod val="60000"/>
              <a:lumOff val="4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55" name="グラフィックス 54" descr="ユーザー 単色塗りつぶし">
            <a:extLst>
              <a:ext uri="{FF2B5EF4-FFF2-40B4-BE49-F238E27FC236}">
                <a16:creationId xmlns:a16="http://schemas.microsoft.com/office/drawing/2014/main" id="{01E1D1E5-81DF-EB7E-21A1-DA8BED97CF08}"/>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6801249" y="3531616"/>
            <a:ext cx="1245090" cy="1245090"/>
          </a:xfrm>
          <a:prstGeom prst="rect">
            <a:avLst/>
          </a:prstGeom>
        </p:spPr>
      </p:pic>
      <p:sp>
        <p:nvSpPr>
          <p:cNvPr id="56" name="四角形: 上の 2 つの角を切り取る 55">
            <a:extLst>
              <a:ext uri="{FF2B5EF4-FFF2-40B4-BE49-F238E27FC236}">
                <a16:creationId xmlns:a16="http://schemas.microsoft.com/office/drawing/2014/main" id="{1F676D9A-A393-654E-0D0B-F55818066DA3}"/>
              </a:ext>
            </a:extLst>
          </p:cNvPr>
          <p:cNvSpPr/>
          <p:nvPr/>
        </p:nvSpPr>
        <p:spPr>
          <a:xfrm flipV="1">
            <a:off x="6237419" y="4756180"/>
            <a:ext cx="2372751" cy="419311"/>
          </a:xfrm>
          <a:prstGeom prst="snip2SameRect">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1" name="四角形: 上の 2 つの角を切り取る 50">
            <a:extLst>
              <a:ext uri="{FF2B5EF4-FFF2-40B4-BE49-F238E27FC236}">
                <a16:creationId xmlns:a16="http://schemas.microsoft.com/office/drawing/2014/main" id="{C4D72216-F157-49A3-F9B4-6B33DA3F71A7}"/>
              </a:ext>
            </a:extLst>
          </p:cNvPr>
          <p:cNvSpPr/>
          <p:nvPr/>
        </p:nvSpPr>
        <p:spPr>
          <a:xfrm>
            <a:off x="8892305" y="1554115"/>
            <a:ext cx="2372751" cy="1245090"/>
          </a:xfrm>
          <a:prstGeom prst="snip2SameRect">
            <a:avLst/>
          </a:prstGeom>
          <a:solidFill>
            <a:schemeClr val="accent6">
              <a:lumMod val="60000"/>
              <a:lumOff val="4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52" name="グラフィックス 51" descr="ユーザー 単色塗りつぶし">
            <a:extLst>
              <a:ext uri="{FF2B5EF4-FFF2-40B4-BE49-F238E27FC236}">
                <a16:creationId xmlns:a16="http://schemas.microsoft.com/office/drawing/2014/main" id="{6EDA8E8C-31DE-98ED-81DE-84FCBA9EE392}"/>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9456135" y="1575888"/>
            <a:ext cx="1245090" cy="1245090"/>
          </a:xfrm>
          <a:prstGeom prst="rect">
            <a:avLst/>
          </a:prstGeom>
        </p:spPr>
      </p:pic>
      <p:sp>
        <p:nvSpPr>
          <p:cNvPr id="53" name="四角形: 上の 2 つの角を切り取る 52">
            <a:extLst>
              <a:ext uri="{FF2B5EF4-FFF2-40B4-BE49-F238E27FC236}">
                <a16:creationId xmlns:a16="http://schemas.microsoft.com/office/drawing/2014/main" id="{86F4C9A4-6288-3231-EE19-EDEBCB99B1B5}"/>
              </a:ext>
            </a:extLst>
          </p:cNvPr>
          <p:cNvSpPr/>
          <p:nvPr/>
        </p:nvSpPr>
        <p:spPr>
          <a:xfrm flipV="1">
            <a:off x="8892305" y="2800452"/>
            <a:ext cx="2372751" cy="419311"/>
          </a:xfrm>
          <a:prstGeom prst="snip2SameRect">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9" name="テキスト ボックス 48">
            <a:extLst>
              <a:ext uri="{FF2B5EF4-FFF2-40B4-BE49-F238E27FC236}">
                <a16:creationId xmlns:a16="http://schemas.microsoft.com/office/drawing/2014/main" id="{895204CD-53BA-BFB9-08EB-D89850D315D1}"/>
              </a:ext>
            </a:extLst>
          </p:cNvPr>
          <p:cNvSpPr txBox="1"/>
          <p:nvPr/>
        </p:nvSpPr>
        <p:spPr>
          <a:xfrm>
            <a:off x="1560024" y="2812610"/>
            <a:ext cx="1107996" cy="369332"/>
          </a:xfrm>
          <a:prstGeom prst="rect">
            <a:avLst/>
          </a:prstGeom>
          <a:noFill/>
        </p:spPr>
        <p:txBody>
          <a:bodyPr wrap="none" rtlCol="0">
            <a:spAutoFit/>
          </a:bodyPr>
          <a:lstStyle/>
          <a:p>
            <a:r>
              <a:rPr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キャラ名</a:t>
            </a: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0" name="テキスト ボックス 49">
            <a:extLst>
              <a:ext uri="{FF2B5EF4-FFF2-40B4-BE49-F238E27FC236}">
                <a16:creationId xmlns:a16="http://schemas.microsoft.com/office/drawing/2014/main" id="{5B2B61F3-C4B5-59B8-A687-9DF53AAA3D11}"/>
              </a:ext>
            </a:extLst>
          </p:cNvPr>
          <p:cNvSpPr txBox="1"/>
          <p:nvPr/>
        </p:nvSpPr>
        <p:spPr>
          <a:xfrm>
            <a:off x="2020954" y="2051615"/>
            <a:ext cx="184731" cy="369332"/>
          </a:xfrm>
          <a:prstGeom prst="rect">
            <a:avLst/>
          </a:prstGeom>
          <a:noFill/>
        </p:spPr>
        <p:txBody>
          <a:bodyPr wrap="none" rtlCol="0">
            <a:spAutoFit/>
          </a:bodyPr>
          <a:lstStyle/>
          <a:p>
            <a:pPr algn="ctr"/>
            <a:endParaRPr kumimoji="1" lang="ja-JP" altLang="en-US" b="1" dirty="0">
              <a:solidFill>
                <a:schemeClr val="tx1">
                  <a:lumMod val="85000"/>
                  <a:lumOff val="15000"/>
                </a:schemeClr>
              </a:solidFill>
              <a:highlight>
                <a:srgbClr val="F2F2F2"/>
              </a:highligh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73" name="正方形/長方形 72">
            <a:extLst>
              <a:ext uri="{FF2B5EF4-FFF2-40B4-BE49-F238E27FC236}">
                <a16:creationId xmlns:a16="http://schemas.microsoft.com/office/drawing/2014/main" id="{2D4F763A-534A-AD42-CB16-90A684BA7791}"/>
              </a:ext>
            </a:extLst>
          </p:cNvPr>
          <p:cNvSpPr>
            <a:spLocks/>
          </p:cNvSpPr>
          <p:nvPr/>
        </p:nvSpPr>
        <p:spPr>
          <a:xfrm>
            <a:off x="6236718" y="3509844"/>
            <a:ext cx="2373452" cy="1665648"/>
          </a:xfrm>
          <a:prstGeom prst="rect">
            <a:avLst/>
          </a:prstGeom>
          <a:solidFill>
            <a:schemeClr val="tx1">
              <a:lumMod val="85000"/>
              <a:lumOff val="15000"/>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75" name="図 74">
            <a:extLst>
              <a:ext uri="{FF2B5EF4-FFF2-40B4-BE49-F238E27FC236}">
                <a16:creationId xmlns:a16="http://schemas.microsoft.com/office/drawing/2014/main" id="{7BD437EC-82F8-29FB-4EF0-0FD47539CCC7}"/>
              </a:ext>
            </a:extLst>
          </p:cNvPr>
          <p:cNvPicPr>
            <a:picLocks noChangeAspect="1"/>
          </p:cNvPicPr>
          <p:nvPr/>
        </p:nvPicPr>
        <p:blipFill>
          <a:blip r:embed="rId3">
            <a:lum bright="70000" contrast="-70000"/>
            <a:extLst>
              <a:ext uri="{28A0092B-C50C-407E-A947-70E740481C1C}">
                <a14:useLocalDpi xmlns:a14="http://schemas.microsoft.com/office/drawing/2010/main" val="0"/>
              </a:ext>
            </a:extLst>
          </a:blip>
          <a:stretch>
            <a:fillRect/>
          </a:stretch>
        </p:blipFill>
        <p:spPr>
          <a:xfrm>
            <a:off x="6800549" y="3638416"/>
            <a:ext cx="1245090" cy="1245090"/>
          </a:xfrm>
          <a:prstGeom prst="rect">
            <a:avLst/>
          </a:prstGeom>
        </p:spPr>
      </p:pic>
    </p:spTree>
    <p:extLst>
      <p:ext uri="{BB962C8B-B14F-4D97-AF65-F5344CB8AC3E}">
        <p14:creationId xmlns:p14="http://schemas.microsoft.com/office/powerpoint/2010/main" val="3384307450"/>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bg>
      <p:bgPr>
        <a:solidFill>
          <a:schemeClr val="tx1">
            <a:lumMod val="95000"/>
            <a:lumOff val="5000"/>
          </a:schemeClr>
        </a:solidFill>
        <a:effectLst/>
      </p:bgPr>
    </p:bg>
    <p:spTree>
      <p:nvGrpSpPr>
        <p:cNvPr id="1" name="">
          <a:extLst>
            <a:ext uri="{FF2B5EF4-FFF2-40B4-BE49-F238E27FC236}">
              <a16:creationId xmlns:a16="http://schemas.microsoft.com/office/drawing/2014/main" id="{CA8DD58E-616A-38A6-BC3B-187AC0625CE2}"/>
            </a:ext>
          </a:extLst>
        </p:cNvPr>
        <p:cNvGrpSpPr/>
        <p:nvPr/>
      </p:nvGrpSpPr>
      <p:grpSpPr>
        <a:xfrm>
          <a:off x="0" y="0"/>
          <a:ext cx="0" cy="0"/>
          <a:chOff x="0" y="0"/>
          <a:chExt cx="0" cy="0"/>
        </a:xfrm>
      </p:grpSpPr>
      <p:grpSp>
        <p:nvGrpSpPr>
          <p:cNvPr id="29" name="グループ化 28">
            <a:extLst>
              <a:ext uri="{FF2B5EF4-FFF2-40B4-BE49-F238E27FC236}">
                <a16:creationId xmlns:a16="http://schemas.microsoft.com/office/drawing/2014/main" id="{56975729-3685-6709-091B-0E9856D2EB99}"/>
              </a:ext>
            </a:extLst>
          </p:cNvPr>
          <p:cNvGrpSpPr/>
          <p:nvPr/>
        </p:nvGrpSpPr>
        <p:grpSpPr>
          <a:xfrm>
            <a:off x="431675" y="5645607"/>
            <a:ext cx="11328651" cy="925026"/>
            <a:chOff x="431675" y="5645607"/>
            <a:chExt cx="11328651" cy="925026"/>
          </a:xfrm>
        </p:grpSpPr>
        <p:sp>
          <p:nvSpPr>
            <p:cNvPr id="30" name="四角形: 角を丸くする 29">
              <a:extLst>
                <a:ext uri="{FF2B5EF4-FFF2-40B4-BE49-F238E27FC236}">
                  <a16:creationId xmlns:a16="http://schemas.microsoft.com/office/drawing/2014/main" id="{14369D2E-AEC5-65D2-6569-826268747714}"/>
                </a:ext>
              </a:extLst>
            </p:cNvPr>
            <p:cNvSpPr/>
            <p:nvPr/>
          </p:nvSpPr>
          <p:spPr>
            <a:xfrm>
              <a:off x="431675" y="5656233"/>
              <a:ext cx="11328651" cy="914400"/>
            </a:xfrm>
            <a:prstGeom prst="roundRect">
              <a:avLst>
                <a:gd name="adj" fmla="val 4803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31" name="四角形: 角を丸くする 30">
              <a:extLst>
                <a:ext uri="{FF2B5EF4-FFF2-40B4-BE49-F238E27FC236}">
                  <a16:creationId xmlns:a16="http://schemas.microsoft.com/office/drawing/2014/main" id="{BCDDA45A-26EE-B6C5-E15A-4996F3BF19B0}"/>
                </a:ext>
              </a:extLst>
            </p:cNvPr>
            <p:cNvSpPr/>
            <p:nvPr/>
          </p:nvSpPr>
          <p:spPr>
            <a:xfrm>
              <a:off x="2706601" y="5645607"/>
              <a:ext cx="1968035" cy="914400"/>
            </a:xfrm>
            <a:prstGeom prst="roundRect">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32" name="テキスト ボックス 31">
              <a:extLst>
                <a:ext uri="{FF2B5EF4-FFF2-40B4-BE49-F238E27FC236}">
                  <a16:creationId xmlns:a16="http://schemas.microsoft.com/office/drawing/2014/main" id="{0A6ADC33-3430-65B4-6A5C-DEAA42947D36}"/>
                </a:ext>
              </a:extLst>
            </p:cNvPr>
            <p:cNvSpPr txBox="1"/>
            <p:nvPr/>
          </p:nvSpPr>
          <p:spPr>
            <a:xfrm>
              <a:off x="1165119"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3" name="テキスト ボックス 32">
              <a:extLst>
                <a:ext uri="{FF2B5EF4-FFF2-40B4-BE49-F238E27FC236}">
                  <a16:creationId xmlns:a16="http://schemas.microsoft.com/office/drawing/2014/main" id="{C13E0A3E-E0F2-0007-3C2E-D796A4565E07}"/>
                </a:ext>
              </a:extLst>
            </p:cNvPr>
            <p:cNvSpPr txBox="1"/>
            <p:nvPr/>
          </p:nvSpPr>
          <p:spPr>
            <a:xfrm flipH="1">
              <a:off x="529243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4" name="テキスト ボックス 33">
              <a:extLst>
                <a:ext uri="{FF2B5EF4-FFF2-40B4-BE49-F238E27FC236}">
                  <a16:creationId xmlns:a16="http://schemas.microsoft.com/office/drawing/2014/main" id="{E4B9DC5C-5D67-97B6-B415-A2486D127A51}"/>
                </a:ext>
              </a:extLst>
            </p:cNvPr>
            <p:cNvSpPr txBox="1"/>
            <p:nvPr/>
          </p:nvSpPr>
          <p:spPr>
            <a:xfrm>
              <a:off x="284405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5" name="テキスト ボックス 34">
              <a:extLst>
                <a:ext uri="{FF2B5EF4-FFF2-40B4-BE49-F238E27FC236}">
                  <a16:creationId xmlns:a16="http://schemas.microsoft.com/office/drawing/2014/main" id="{FDF8234B-9392-66A3-5B63-6EF9D2CBEB30}"/>
                </a:ext>
              </a:extLst>
            </p:cNvPr>
            <p:cNvSpPr txBox="1"/>
            <p:nvPr/>
          </p:nvSpPr>
          <p:spPr>
            <a:xfrm>
              <a:off x="8393833"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6" name="テキスト ボックス 35">
              <a:extLst>
                <a:ext uri="{FF2B5EF4-FFF2-40B4-BE49-F238E27FC236}">
                  <a16:creationId xmlns:a16="http://schemas.microsoft.com/office/drawing/2014/main" id="{32892BF0-3813-1176-7694-0EF6B9662034}"/>
                </a:ext>
              </a:extLst>
            </p:cNvPr>
            <p:cNvSpPr txBox="1"/>
            <p:nvPr/>
          </p:nvSpPr>
          <p:spPr>
            <a:xfrm>
              <a:off x="6714895"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7" name="テキスト ボックス 36">
              <a:extLst>
                <a:ext uri="{FF2B5EF4-FFF2-40B4-BE49-F238E27FC236}">
                  <a16:creationId xmlns:a16="http://schemas.microsoft.com/office/drawing/2014/main" id="{8E32C492-01D4-E367-1F84-95C25F737D47}"/>
                </a:ext>
              </a:extLst>
            </p:cNvPr>
            <p:cNvSpPr txBox="1"/>
            <p:nvPr/>
          </p:nvSpPr>
          <p:spPr>
            <a:xfrm flipH="1">
              <a:off x="9816293" y="5913378"/>
              <a:ext cx="1210588"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38" name="グループ化 37">
            <a:extLst>
              <a:ext uri="{FF2B5EF4-FFF2-40B4-BE49-F238E27FC236}">
                <a16:creationId xmlns:a16="http://schemas.microsoft.com/office/drawing/2014/main" id="{2A0BCF25-7336-DA7B-671B-42462BE8F6DE}"/>
              </a:ext>
            </a:extLst>
          </p:cNvPr>
          <p:cNvGrpSpPr/>
          <p:nvPr/>
        </p:nvGrpSpPr>
        <p:grpSpPr>
          <a:xfrm>
            <a:off x="617274" y="432515"/>
            <a:ext cx="2130007" cy="638703"/>
            <a:chOff x="1157024" y="508715"/>
            <a:chExt cx="2130007" cy="638703"/>
          </a:xfrm>
        </p:grpSpPr>
        <p:sp>
          <p:nvSpPr>
            <p:cNvPr id="39" name="六角形 38">
              <a:extLst>
                <a:ext uri="{FF2B5EF4-FFF2-40B4-BE49-F238E27FC236}">
                  <a16:creationId xmlns:a16="http://schemas.microsoft.com/office/drawing/2014/main" id="{31C71F5F-4140-459A-A909-A6AB4CFF7FBB}"/>
                </a:ext>
              </a:extLst>
            </p:cNvPr>
            <p:cNvSpPr/>
            <p:nvPr/>
          </p:nvSpPr>
          <p:spPr>
            <a:xfrm>
              <a:off x="1157024" y="508715"/>
              <a:ext cx="2130007" cy="638703"/>
            </a:xfrm>
            <a:prstGeom prst="hexagon">
              <a:avLst/>
            </a:prstGeom>
            <a:solidFill>
              <a:schemeClr val="bg1">
                <a:lumMod val="95000"/>
                <a:alpha val="70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40" name="テキスト ボックス 39">
              <a:extLst>
                <a:ext uri="{FF2B5EF4-FFF2-40B4-BE49-F238E27FC236}">
                  <a16:creationId xmlns:a16="http://schemas.microsoft.com/office/drawing/2014/main" id="{6D3360C3-4486-F2FF-B148-EA527266DD78}"/>
                </a:ext>
              </a:extLst>
            </p:cNvPr>
            <p:cNvSpPr txBox="1"/>
            <p:nvPr/>
          </p:nvSpPr>
          <p:spPr>
            <a:xfrm>
              <a:off x="1360254" y="641390"/>
              <a:ext cx="1723549"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69" name="四角形: 上の 2 つの角を切り取る 68">
            <a:extLst>
              <a:ext uri="{FF2B5EF4-FFF2-40B4-BE49-F238E27FC236}">
                <a16:creationId xmlns:a16="http://schemas.microsoft.com/office/drawing/2014/main" id="{7EDDCABE-A90E-05E6-7B94-B9123FA2F5D3}"/>
              </a:ext>
            </a:extLst>
          </p:cNvPr>
          <p:cNvSpPr/>
          <p:nvPr/>
        </p:nvSpPr>
        <p:spPr>
          <a:xfrm>
            <a:off x="926945" y="1554115"/>
            <a:ext cx="2372751" cy="1245090"/>
          </a:xfrm>
          <a:prstGeom prst="snip2SameRect">
            <a:avLst/>
          </a:prstGeom>
          <a:solidFill>
            <a:schemeClr val="accent6">
              <a:lumMod val="60000"/>
              <a:lumOff val="4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70" name="グラフィックス 69" descr="ユーザー 単色塗りつぶし">
            <a:extLst>
              <a:ext uri="{FF2B5EF4-FFF2-40B4-BE49-F238E27FC236}">
                <a16:creationId xmlns:a16="http://schemas.microsoft.com/office/drawing/2014/main" id="{F9DA9F09-AA68-5B2B-602C-E3F0C9408EE3}"/>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490775" y="1575888"/>
            <a:ext cx="1245090" cy="1245090"/>
          </a:xfrm>
          <a:prstGeom prst="rect">
            <a:avLst/>
          </a:prstGeom>
        </p:spPr>
      </p:pic>
      <p:sp>
        <p:nvSpPr>
          <p:cNvPr id="71" name="四角形: 上の 2 つの角を切り取る 70">
            <a:extLst>
              <a:ext uri="{FF2B5EF4-FFF2-40B4-BE49-F238E27FC236}">
                <a16:creationId xmlns:a16="http://schemas.microsoft.com/office/drawing/2014/main" id="{C0ED4FF8-F785-8FAB-795F-20C8DBA15A55}"/>
              </a:ext>
            </a:extLst>
          </p:cNvPr>
          <p:cNvSpPr/>
          <p:nvPr/>
        </p:nvSpPr>
        <p:spPr>
          <a:xfrm flipV="1">
            <a:off x="926945" y="2800452"/>
            <a:ext cx="2372751" cy="419311"/>
          </a:xfrm>
          <a:prstGeom prst="snip2SameRect">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6" name="四角形: 上の 2 つの角を切り取る 65">
            <a:extLst>
              <a:ext uri="{FF2B5EF4-FFF2-40B4-BE49-F238E27FC236}">
                <a16:creationId xmlns:a16="http://schemas.microsoft.com/office/drawing/2014/main" id="{6D4305F4-9090-E92B-5036-55D5C8B051D3}"/>
              </a:ext>
            </a:extLst>
          </p:cNvPr>
          <p:cNvSpPr/>
          <p:nvPr/>
        </p:nvSpPr>
        <p:spPr>
          <a:xfrm>
            <a:off x="927647" y="3509843"/>
            <a:ext cx="2372751" cy="1245090"/>
          </a:xfrm>
          <a:prstGeom prst="snip2SameRect">
            <a:avLst/>
          </a:prstGeom>
          <a:solidFill>
            <a:schemeClr val="accent6">
              <a:lumMod val="60000"/>
              <a:lumOff val="4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67" name="グラフィックス 66" descr="ユーザー 単色塗りつぶし">
            <a:extLst>
              <a:ext uri="{FF2B5EF4-FFF2-40B4-BE49-F238E27FC236}">
                <a16:creationId xmlns:a16="http://schemas.microsoft.com/office/drawing/2014/main" id="{B17357A2-C9C2-7D17-9077-5C693043A39D}"/>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491477" y="3531616"/>
            <a:ext cx="1245090" cy="1245090"/>
          </a:xfrm>
          <a:prstGeom prst="rect">
            <a:avLst/>
          </a:prstGeom>
        </p:spPr>
      </p:pic>
      <p:sp>
        <p:nvSpPr>
          <p:cNvPr id="68" name="四角形: 上の 2 つの角を切り取る 67">
            <a:extLst>
              <a:ext uri="{FF2B5EF4-FFF2-40B4-BE49-F238E27FC236}">
                <a16:creationId xmlns:a16="http://schemas.microsoft.com/office/drawing/2014/main" id="{80755F37-0567-1C57-62EC-9213CCA7036A}"/>
              </a:ext>
            </a:extLst>
          </p:cNvPr>
          <p:cNvSpPr/>
          <p:nvPr/>
        </p:nvSpPr>
        <p:spPr>
          <a:xfrm flipV="1">
            <a:off x="927647" y="4756180"/>
            <a:ext cx="2372751" cy="419311"/>
          </a:xfrm>
          <a:prstGeom prst="snip2SameRect">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3" name="四角形: 上の 2 つの角を切り取る 62">
            <a:extLst>
              <a:ext uri="{FF2B5EF4-FFF2-40B4-BE49-F238E27FC236}">
                <a16:creationId xmlns:a16="http://schemas.microsoft.com/office/drawing/2014/main" id="{FA931262-6F17-6134-748A-354E44D159C5}"/>
              </a:ext>
            </a:extLst>
          </p:cNvPr>
          <p:cNvSpPr/>
          <p:nvPr/>
        </p:nvSpPr>
        <p:spPr>
          <a:xfrm>
            <a:off x="3582533" y="1554115"/>
            <a:ext cx="2372751" cy="1245090"/>
          </a:xfrm>
          <a:prstGeom prst="snip2SameRect">
            <a:avLst/>
          </a:prstGeom>
          <a:solidFill>
            <a:schemeClr val="accent6">
              <a:lumMod val="60000"/>
              <a:lumOff val="4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64" name="グラフィックス 63" descr="ユーザー 単色塗りつぶし">
            <a:extLst>
              <a:ext uri="{FF2B5EF4-FFF2-40B4-BE49-F238E27FC236}">
                <a16:creationId xmlns:a16="http://schemas.microsoft.com/office/drawing/2014/main" id="{B28A43C9-B34A-C702-C249-36E548CFA451}"/>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4146363" y="1575888"/>
            <a:ext cx="1245090" cy="1245090"/>
          </a:xfrm>
          <a:prstGeom prst="rect">
            <a:avLst/>
          </a:prstGeom>
        </p:spPr>
      </p:pic>
      <p:sp>
        <p:nvSpPr>
          <p:cNvPr id="65" name="四角形: 上の 2 つの角を切り取る 64">
            <a:extLst>
              <a:ext uri="{FF2B5EF4-FFF2-40B4-BE49-F238E27FC236}">
                <a16:creationId xmlns:a16="http://schemas.microsoft.com/office/drawing/2014/main" id="{71CE419C-D790-3BCC-3407-55681ACD3101}"/>
              </a:ext>
            </a:extLst>
          </p:cNvPr>
          <p:cNvSpPr/>
          <p:nvPr/>
        </p:nvSpPr>
        <p:spPr>
          <a:xfrm flipV="1">
            <a:off x="3582533" y="2800452"/>
            <a:ext cx="2372751" cy="419311"/>
          </a:xfrm>
          <a:prstGeom prst="snip2SameRect">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0" name="四角形: 上の 2 つの角を切り取る 59">
            <a:extLst>
              <a:ext uri="{FF2B5EF4-FFF2-40B4-BE49-F238E27FC236}">
                <a16:creationId xmlns:a16="http://schemas.microsoft.com/office/drawing/2014/main" id="{0E5FDEBE-8C1E-63CE-E0B8-F68239393EDF}"/>
              </a:ext>
            </a:extLst>
          </p:cNvPr>
          <p:cNvSpPr/>
          <p:nvPr/>
        </p:nvSpPr>
        <p:spPr>
          <a:xfrm>
            <a:off x="3582533" y="3509843"/>
            <a:ext cx="2372751" cy="1245090"/>
          </a:xfrm>
          <a:prstGeom prst="snip2SameRect">
            <a:avLst/>
          </a:prstGeom>
          <a:solidFill>
            <a:schemeClr val="accent6">
              <a:lumMod val="60000"/>
              <a:lumOff val="4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61" name="グラフィックス 60" descr="ユーザー 単色塗りつぶし">
            <a:extLst>
              <a:ext uri="{FF2B5EF4-FFF2-40B4-BE49-F238E27FC236}">
                <a16:creationId xmlns:a16="http://schemas.microsoft.com/office/drawing/2014/main" id="{8745ECFC-F753-61F1-904F-7481E804B395}"/>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4146363" y="3531616"/>
            <a:ext cx="1245090" cy="1245090"/>
          </a:xfrm>
          <a:prstGeom prst="rect">
            <a:avLst/>
          </a:prstGeom>
        </p:spPr>
      </p:pic>
      <p:sp>
        <p:nvSpPr>
          <p:cNvPr id="62" name="四角形: 上の 2 つの角を切り取る 61">
            <a:extLst>
              <a:ext uri="{FF2B5EF4-FFF2-40B4-BE49-F238E27FC236}">
                <a16:creationId xmlns:a16="http://schemas.microsoft.com/office/drawing/2014/main" id="{3E260EFD-B312-D4BD-BA57-D17055619FA1}"/>
              </a:ext>
            </a:extLst>
          </p:cNvPr>
          <p:cNvSpPr/>
          <p:nvPr/>
        </p:nvSpPr>
        <p:spPr>
          <a:xfrm flipV="1">
            <a:off x="3582533" y="4756180"/>
            <a:ext cx="2372751" cy="419311"/>
          </a:xfrm>
          <a:prstGeom prst="snip2SameRect">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7" name="四角形: 上の 2 つの角を切り取る 56">
            <a:extLst>
              <a:ext uri="{FF2B5EF4-FFF2-40B4-BE49-F238E27FC236}">
                <a16:creationId xmlns:a16="http://schemas.microsoft.com/office/drawing/2014/main" id="{022D042F-AC56-617B-42FB-C355CF7A2243}"/>
              </a:ext>
            </a:extLst>
          </p:cNvPr>
          <p:cNvSpPr/>
          <p:nvPr/>
        </p:nvSpPr>
        <p:spPr>
          <a:xfrm>
            <a:off x="6237419" y="1554115"/>
            <a:ext cx="2372751" cy="1245090"/>
          </a:xfrm>
          <a:prstGeom prst="snip2SameRect">
            <a:avLst/>
          </a:prstGeom>
          <a:solidFill>
            <a:schemeClr val="accent6">
              <a:lumMod val="60000"/>
              <a:lumOff val="4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58" name="グラフィックス 57" descr="ユーザー 単色塗りつぶし">
            <a:extLst>
              <a:ext uri="{FF2B5EF4-FFF2-40B4-BE49-F238E27FC236}">
                <a16:creationId xmlns:a16="http://schemas.microsoft.com/office/drawing/2014/main" id="{2A2F31B3-AA11-531D-297A-D6E6606D58D4}"/>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6801249" y="1575888"/>
            <a:ext cx="1245090" cy="1245090"/>
          </a:xfrm>
          <a:prstGeom prst="rect">
            <a:avLst/>
          </a:prstGeom>
        </p:spPr>
      </p:pic>
      <p:sp>
        <p:nvSpPr>
          <p:cNvPr id="59" name="四角形: 上の 2 つの角を切り取る 58">
            <a:extLst>
              <a:ext uri="{FF2B5EF4-FFF2-40B4-BE49-F238E27FC236}">
                <a16:creationId xmlns:a16="http://schemas.microsoft.com/office/drawing/2014/main" id="{3FC4A1F1-8F08-8F9B-5783-AAC64F25CE3B}"/>
              </a:ext>
            </a:extLst>
          </p:cNvPr>
          <p:cNvSpPr/>
          <p:nvPr/>
        </p:nvSpPr>
        <p:spPr>
          <a:xfrm flipV="1">
            <a:off x="6237419" y="2800452"/>
            <a:ext cx="2372751" cy="419311"/>
          </a:xfrm>
          <a:prstGeom prst="snip2SameRect">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4" name="四角形: 上の 2 つの角を切り取る 53">
            <a:extLst>
              <a:ext uri="{FF2B5EF4-FFF2-40B4-BE49-F238E27FC236}">
                <a16:creationId xmlns:a16="http://schemas.microsoft.com/office/drawing/2014/main" id="{CB400E40-6527-A8BD-996A-76E585AEB77C}"/>
              </a:ext>
            </a:extLst>
          </p:cNvPr>
          <p:cNvSpPr/>
          <p:nvPr/>
        </p:nvSpPr>
        <p:spPr>
          <a:xfrm>
            <a:off x="6237419" y="3509843"/>
            <a:ext cx="2372751" cy="1245090"/>
          </a:xfrm>
          <a:prstGeom prst="snip2SameRect">
            <a:avLst/>
          </a:prstGeom>
          <a:solidFill>
            <a:schemeClr val="accent6">
              <a:lumMod val="60000"/>
              <a:lumOff val="4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55" name="グラフィックス 54" descr="ユーザー 単色塗りつぶし">
            <a:extLst>
              <a:ext uri="{FF2B5EF4-FFF2-40B4-BE49-F238E27FC236}">
                <a16:creationId xmlns:a16="http://schemas.microsoft.com/office/drawing/2014/main" id="{856BB43A-381C-B0BF-BB47-6D917296E576}"/>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6801249" y="3531616"/>
            <a:ext cx="1245090" cy="1245090"/>
          </a:xfrm>
          <a:prstGeom prst="rect">
            <a:avLst/>
          </a:prstGeom>
        </p:spPr>
      </p:pic>
      <p:sp>
        <p:nvSpPr>
          <p:cNvPr id="56" name="四角形: 上の 2 つの角を切り取る 55">
            <a:extLst>
              <a:ext uri="{FF2B5EF4-FFF2-40B4-BE49-F238E27FC236}">
                <a16:creationId xmlns:a16="http://schemas.microsoft.com/office/drawing/2014/main" id="{50FECF62-E2BA-BB9F-CC74-73C094CFFC14}"/>
              </a:ext>
            </a:extLst>
          </p:cNvPr>
          <p:cNvSpPr/>
          <p:nvPr/>
        </p:nvSpPr>
        <p:spPr>
          <a:xfrm flipV="1">
            <a:off x="6237419" y="4756180"/>
            <a:ext cx="2372751" cy="419311"/>
          </a:xfrm>
          <a:prstGeom prst="snip2SameRect">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1" name="四角形: 上の 2 つの角を切り取る 50">
            <a:extLst>
              <a:ext uri="{FF2B5EF4-FFF2-40B4-BE49-F238E27FC236}">
                <a16:creationId xmlns:a16="http://schemas.microsoft.com/office/drawing/2014/main" id="{95D0BF0E-BD0F-7AA9-BAAD-34ED83A30909}"/>
              </a:ext>
            </a:extLst>
          </p:cNvPr>
          <p:cNvSpPr/>
          <p:nvPr/>
        </p:nvSpPr>
        <p:spPr>
          <a:xfrm>
            <a:off x="8892305" y="1554115"/>
            <a:ext cx="2372751" cy="1245090"/>
          </a:xfrm>
          <a:prstGeom prst="snip2SameRect">
            <a:avLst/>
          </a:prstGeom>
          <a:solidFill>
            <a:schemeClr val="accent6">
              <a:lumMod val="60000"/>
              <a:lumOff val="4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52" name="グラフィックス 51" descr="ユーザー 単色塗りつぶし">
            <a:extLst>
              <a:ext uri="{FF2B5EF4-FFF2-40B4-BE49-F238E27FC236}">
                <a16:creationId xmlns:a16="http://schemas.microsoft.com/office/drawing/2014/main" id="{448B8672-E7AE-76EE-DAF6-842BE126B3A2}"/>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9456135" y="1575888"/>
            <a:ext cx="1245090" cy="1245090"/>
          </a:xfrm>
          <a:prstGeom prst="rect">
            <a:avLst/>
          </a:prstGeom>
        </p:spPr>
      </p:pic>
      <p:sp>
        <p:nvSpPr>
          <p:cNvPr id="53" name="四角形: 上の 2 つの角を切り取る 52">
            <a:extLst>
              <a:ext uri="{FF2B5EF4-FFF2-40B4-BE49-F238E27FC236}">
                <a16:creationId xmlns:a16="http://schemas.microsoft.com/office/drawing/2014/main" id="{EA5473C6-781B-0C96-8EA0-D4E10FFB7376}"/>
              </a:ext>
            </a:extLst>
          </p:cNvPr>
          <p:cNvSpPr/>
          <p:nvPr/>
        </p:nvSpPr>
        <p:spPr>
          <a:xfrm flipV="1">
            <a:off x="8892305" y="2800452"/>
            <a:ext cx="2372751" cy="419311"/>
          </a:xfrm>
          <a:prstGeom prst="snip2SameRect">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9" name="テキスト ボックス 48">
            <a:extLst>
              <a:ext uri="{FF2B5EF4-FFF2-40B4-BE49-F238E27FC236}">
                <a16:creationId xmlns:a16="http://schemas.microsoft.com/office/drawing/2014/main" id="{23B3D763-08EE-6622-3F71-697634DA373B}"/>
              </a:ext>
            </a:extLst>
          </p:cNvPr>
          <p:cNvSpPr txBox="1"/>
          <p:nvPr/>
        </p:nvSpPr>
        <p:spPr>
          <a:xfrm>
            <a:off x="1560024" y="2812610"/>
            <a:ext cx="1107996" cy="369332"/>
          </a:xfrm>
          <a:prstGeom prst="rect">
            <a:avLst/>
          </a:prstGeom>
          <a:noFill/>
        </p:spPr>
        <p:txBody>
          <a:bodyPr wrap="none" rtlCol="0">
            <a:spAutoFit/>
          </a:bodyPr>
          <a:lstStyle/>
          <a:p>
            <a:r>
              <a:rPr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キャラ名</a:t>
            </a: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0" name="テキスト ボックス 49">
            <a:extLst>
              <a:ext uri="{FF2B5EF4-FFF2-40B4-BE49-F238E27FC236}">
                <a16:creationId xmlns:a16="http://schemas.microsoft.com/office/drawing/2014/main" id="{F38ABCD1-9ACC-0579-CA45-9818C0E2678C}"/>
              </a:ext>
            </a:extLst>
          </p:cNvPr>
          <p:cNvSpPr txBox="1"/>
          <p:nvPr/>
        </p:nvSpPr>
        <p:spPr>
          <a:xfrm>
            <a:off x="2020954" y="2051615"/>
            <a:ext cx="184731" cy="369332"/>
          </a:xfrm>
          <a:prstGeom prst="rect">
            <a:avLst/>
          </a:prstGeom>
          <a:noFill/>
        </p:spPr>
        <p:txBody>
          <a:bodyPr wrap="none" rtlCol="0">
            <a:spAutoFit/>
          </a:bodyPr>
          <a:lstStyle/>
          <a:p>
            <a:pPr algn="ctr"/>
            <a:endParaRPr kumimoji="1" lang="ja-JP" altLang="en-US" b="1" dirty="0">
              <a:solidFill>
                <a:schemeClr val="tx1">
                  <a:lumMod val="85000"/>
                  <a:lumOff val="15000"/>
                </a:schemeClr>
              </a:solidFill>
              <a:highlight>
                <a:srgbClr val="F2F2F2"/>
              </a:highligh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73" name="正方形/長方形 72">
            <a:extLst>
              <a:ext uri="{FF2B5EF4-FFF2-40B4-BE49-F238E27FC236}">
                <a16:creationId xmlns:a16="http://schemas.microsoft.com/office/drawing/2014/main" id="{E84AE971-E36A-6A2A-C805-1C60C2A6FEA3}"/>
              </a:ext>
            </a:extLst>
          </p:cNvPr>
          <p:cNvSpPr>
            <a:spLocks/>
          </p:cNvSpPr>
          <p:nvPr/>
        </p:nvSpPr>
        <p:spPr>
          <a:xfrm>
            <a:off x="6236718" y="3509844"/>
            <a:ext cx="2373452" cy="1665648"/>
          </a:xfrm>
          <a:prstGeom prst="rect">
            <a:avLst/>
          </a:prstGeom>
          <a:solidFill>
            <a:schemeClr val="tx1">
              <a:lumMod val="85000"/>
              <a:lumOff val="15000"/>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75" name="図 74">
            <a:extLst>
              <a:ext uri="{FF2B5EF4-FFF2-40B4-BE49-F238E27FC236}">
                <a16:creationId xmlns:a16="http://schemas.microsoft.com/office/drawing/2014/main" id="{2A0D1441-84E8-C7B5-AE67-1DEC9B506F55}"/>
              </a:ext>
            </a:extLst>
          </p:cNvPr>
          <p:cNvPicPr>
            <a:picLocks noChangeAspect="1"/>
          </p:cNvPicPr>
          <p:nvPr/>
        </p:nvPicPr>
        <p:blipFill>
          <a:blip r:embed="rId3">
            <a:lum bright="70000" contrast="-70000"/>
            <a:extLst>
              <a:ext uri="{28A0092B-C50C-407E-A947-70E740481C1C}">
                <a14:useLocalDpi xmlns:a14="http://schemas.microsoft.com/office/drawing/2010/main" val="0"/>
              </a:ext>
            </a:extLst>
          </a:blip>
          <a:stretch>
            <a:fillRect/>
          </a:stretch>
        </p:blipFill>
        <p:spPr>
          <a:xfrm>
            <a:off x="6800549" y="3638416"/>
            <a:ext cx="1245090" cy="1245090"/>
          </a:xfrm>
          <a:prstGeom prst="rect">
            <a:avLst/>
          </a:prstGeom>
        </p:spPr>
      </p:pic>
      <p:grpSp>
        <p:nvGrpSpPr>
          <p:cNvPr id="2" name="グループ化 1">
            <a:extLst>
              <a:ext uri="{FF2B5EF4-FFF2-40B4-BE49-F238E27FC236}">
                <a16:creationId xmlns:a16="http://schemas.microsoft.com/office/drawing/2014/main" id="{407A5E7F-75B7-D76F-6A28-1C93BBF8FA5C}"/>
              </a:ext>
            </a:extLst>
          </p:cNvPr>
          <p:cNvGrpSpPr/>
          <p:nvPr/>
        </p:nvGrpSpPr>
        <p:grpSpPr>
          <a:xfrm>
            <a:off x="0" y="-1"/>
            <a:ext cx="12192000" cy="6858001"/>
            <a:chOff x="0" y="-1"/>
            <a:chExt cx="12192000" cy="6858001"/>
          </a:xfrm>
        </p:grpSpPr>
        <p:grpSp>
          <p:nvGrpSpPr>
            <p:cNvPr id="3" name="グループ化 2">
              <a:extLst>
                <a:ext uri="{FF2B5EF4-FFF2-40B4-BE49-F238E27FC236}">
                  <a16:creationId xmlns:a16="http://schemas.microsoft.com/office/drawing/2014/main" id="{12E13511-33E7-1AA1-B3D9-6A285D2DBD86}"/>
                </a:ext>
              </a:extLst>
            </p:cNvPr>
            <p:cNvGrpSpPr/>
            <p:nvPr/>
          </p:nvGrpSpPr>
          <p:grpSpPr>
            <a:xfrm>
              <a:off x="0" y="-1"/>
              <a:ext cx="12192000" cy="6858001"/>
              <a:chOff x="0" y="-1"/>
              <a:chExt cx="12192000" cy="6858001"/>
            </a:xfrm>
          </p:grpSpPr>
          <p:sp>
            <p:nvSpPr>
              <p:cNvPr id="5" name="正方形/長方形 4">
                <a:extLst>
                  <a:ext uri="{FF2B5EF4-FFF2-40B4-BE49-F238E27FC236}">
                    <a16:creationId xmlns:a16="http://schemas.microsoft.com/office/drawing/2014/main" id="{FD4CF172-2F39-394D-36EA-DC04B0A6CB77}"/>
                  </a:ext>
                </a:extLst>
              </p:cNvPr>
              <p:cNvSpPr>
                <a:spLocks/>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6" name="グループ化 5">
                <a:extLst>
                  <a:ext uri="{FF2B5EF4-FFF2-40B4-BE49-F238E27FC236}">
                    <a16:creationId xmlns:a16="http://schemas.microsoft.com/office/drawing/2014/main" id="{22AE3A40-F3F9-D366-2AF4-CEA7919CBAFF}"/>
                  </a:ext>
                </a:extLst>
              </p:cNvPr>
              <p:cNvGrpSpPr/>
              <p:nvPr/>
            </p:nvGrpSpPr>
            <p:grpSpPr>
              <a:xfrm>
                <a:off x="2616038" y="1823170"/>
                <a:ext cx="6959925" cy="3211661"/>
                <a:chOff x="2616038" y="1823170"/>
                <a:chExt cx="6959925" cy="3211661"/>
              </a:xfrm>
            </p:grpSpPr>
            <p:sp>
              <p:nvSpPr>
                <p:cNvPr id="7" name="四角形: 角を丸くする 6">
                  <a:extLst>
                    <a:ext uri="{FF2B5EF4-FFF2-40B4-BE49-F238E27FC236}">
                      <a16:creationId xmlns:a16="http://schemas.microsoft.com/office/drawing/2014/main" id="{267FCFAF-D651-3238-B8CA-762B5F541916}"/>
                    </a:ext>
                  </a:extLst>
                </p:cNvPr>
                <p:cNvSpPr/>
                <p:nvPr/>
              </p:nvSpPr>
              <p:spPr>
                <a:xfrm>
                  <a:off x="2616038" y="1823170"/>
                  <a:ext cx="6959925" cy="3211661"/>
                </a:xfrm>
                <a:prstGeom prst="roundRect">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 name="テキスト ボックス 7">
                  <a:extLst>
                    <a:ext uri="{FF2B5EF4-FFF2-40B4-BE49-F238E27FC236}">
                      <a16:creationId xmlns:a16="http://schemas.microsoft.com/office/drawing/2014/main" id="{DE947BBF-37F0-D303-2B96-C1E2D20A7DD8}"/>
                    </a:ext>
                  </a:extLst>
                </p:cNvPr>
                <p:cNvSpPr txBox="1"/>
                <p:nvPr/>
              </p:nvSpPr>
              <p:spPr>
                <a:xfrm>
                  <a:off x="3336288" y="2384084"/>
                  <a:ext cx="5519460" cy="584775"/>
                </a:xfrm>
                <a:prstGeom prst="rect">
                  <a:avLst/>
                </a:prstGeom>
                <a:noFill/>
              </p:spPr>
              <p:txBody>
                <a:bodyPr wrap="none" rtlCol="0">
                  <a:spAutoFit/>
                </a:bodyPr>
                <a:lstStyle/>
                <a:p>
                  <a:pPr algn="ctr"/>
                  <a:r>
                    <a:rPr lang="ja-JP" altLang="en-US" sz="3200">
                      <a:solidFill>
                        <a:schemeClr val="tx1">
                          <a:lumMod val="85000"/>
                          <a:lumOff val="15000"/>
                        </a:schemeClr>
                      </a:solidFill>
                      <a:latin typeface="原稿用標準書体" panose="03000503000000000000" pitchFamily="66" charset="-128"/>
                      <a:ea typeface="原稿用標準書体" panose="03000503000000000000" pitchFamily="66" charset="-128"/>
                    </a:rPr>
                    <a:t>未開放のキャラクターです。</a:t>
                  </a:r>
                  <a:endParaRPr kumimoji="1" lang="ja-JP" altLang="en-US" sz="40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9" name="テキスト ボックス 8">
                  <a:extLst>
                    <a:ext uri="{FF2B5EF4-FFF2-40B4-BE49-F238E27FC236}">
                      <a16:creationId xmlns:a16="http://schemas.microsoft.com/office/drawing/2014/main" id="{296DB7F4-02C0-505D-8A1E-6F5209905676}"/>
                    </a:ext>
                  </a:extLst>
                </p:cNvPr>
                <p:cNvSpPr txBox="1"/>
                <p:nvPr/>
              </p:nvSpPr>
              <p:spPr>
                <a:xfrm>
                  <a:off x="4618681" y="3233458"/>
                  <a:ext cx="2954655" cy="369332"/>
                </a:xfrm>
                <a:prstGeom prst="rect">
                  <a:avLst/>
                </a:prstGeom>
                <a:noFill/>
              </p:spPr>
              <p:txBody>
                <a:bodyPr wrap="none" rtlCol="0">
                  <a:spAutoFit/>
                </a:bodyPr>
                <a:lstStyle/>
                <a:p>
                  <a:pPr algn="ctr"/>
                  <a:r>
                    <a:rPr kumimoji="1" lang="en-US" altLang="ja-JP">
                      <a:solidFill>
                        <a:srgbClr val="C00000"/>
                      </a:solidFill>
                      <a:latin typeface="原稿用標準書体" panose="03000503000000000000" pitchFamily="66" charset="-128"/>
                      <a:ea typeface="原稿用標準書体" panose="03000503000000000000" pitchFamily="66" charset="-128"/>
                    </a:rPr>
                    <a:t>※</a:t>
                  </a:r>
                  <a:r>
                    <a:rPr kumimoji="1" lang="ja-JP" altLang="en-US">
                      <a:solidFill>
                        <a:srgbClr val="C00000"/>
                      </a:solidFill>
                      <a:latin typeface="原稿用標準書体" panose="03000503000000000000" pitchFamily="66" charset="-128"/>
                      <a:ea typeface="原稿用標準書体" panose="03000503000000000000" pitchFamily="66" charset="-128"/>
                    </a:rPr>
                    <a:t>ストーリーを進めよう！</a:t>
                  </a:r>
                  <a:endParaRPr kumimoji="1" lang="ja-JP" altLang="en-US" sz="2400" dirty="0">
                    <a:solidFill>
                      <a:srgbClr val="C00000"/>
                    </a:solidFill>
                    <a:latin typeface="原稿用標準書体" panose="03000503000000000000" pitchFamily="66" charset="-128"/>
                    <a:ea typeface="原稿用標準書体" panose="03000503000000000000" pitchFamily="66" charset="-128"/>
                  </a:endParaRPr>
                </a:p>
              </p:txBody>
            </p:sp>
          </p:grpSp>
        </p:grpSp>
        <p:sp>
          <p:nvSpPr>
            <p:cNvPr id="4" name="四角形: 角を丸くする 3">
              <a:extLst>
                <a:ext uri="{FF2B5EF4-FFF2-40B4-BE49-F238E27FC236}">
                  <a16:creationId xmlns:a16="http://schemas.microsoft.com/office/drawing/2014/main" id="{0E78283F-5568-E411-0B62-B1790AB4F2D0}"/>
                </a:ext>
              </a:extLst>
            </p:cNvPr>
            <p:cNvSpPr/>
            <p:nvPr/>
          </p:nvSpPr>
          <p:spPr>
            <a:xfrm>
              <a:off x="5026888" y="3962013"/>
              <a:ext cx="2138224" cy="767022"/>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a:latin typeface="原稿用標準書体" panose="03000503000000000000" pitchFamily="66" charset="-128"/>
                  <a:ea typeface="原稿用標準書体" panose="03000503000000000000" pitchFamily="66" charset="-128"/>
                </a:rPr>
                <a:t>閉じる</a:t>
              </a:r>
              <a:endParaRPr kumimoji="1" lang="ja-JP" altLang="en-US" sz="2400" dirty="0">
                <a:latin typeface="原稿用標準書体" panose="03000503000000000000" pitchFamily="66" charset="-128"/>
                <a:ea typeface="原稿用標準書体" panose="03000503000000000000" pitchFamily="66" charset="-128"/>
              </a:endParaRPr>
            </a:p>
          </p:txBody>
        </p:sp>
      </p:grpSp>
    </p:spTree>
    <p:extLst>
      <p:ext uri="{BB962C8B-B14F-4D97-AF65-F5344CB8AC3E}">
        <p14:creationId xmlns:p14="http://schemas.microsoft.com/office/powerpoint/2010/main" val="4124981554"/>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bg>
      <p:bgPr>
        <a:solidFill>
          <a:schemeClr val="tx1">
            <a:lumMod val="95000"/>
            <a:lumOff val="5000"/>
          </a:schemeClr>
        </a:solidFill>
        <a:effectLst/>
      </p:bgPr>
    </p:bg>
    <p:spTree>
      <p:nvGrpSpPr>
        <p:cNvPr id="1" name="">
          <a:extLst>
            <a:ext uri="{FF2B5EF4-FFF2-40B4-BE49-F238E27FC236}">
              <a16:creationId xmlns:a16="http://schemas.microsoft.com/office/drawing/2014/main" id="{B41E2D4F-F788-1A5A-4921-410E7C46F7F7}"/>
            </a:ext>
          </a:extLst>
        </p:cNvPr>
        <p:cNvGrpSpPr/>
        <p:nvPr/>
      </p:nvGrpSpPr>
      <p:grpSpPr>
        <a:xfrm>
          <a:off x="0" y="0"/>
          <a:ext cx="0" cy="0"/>
          <a:chOff x="0" y="0"/>
          <a:chExt cx="0" cy="0"/>
        </a:xfrm>
      </p:grpSpPr>
      <p:pic>
        <p:nvPicPr>
          <p:cNvPr id="11" name="図 10">
            <a:extLst>
              <a:ext uri="{FF2B5EF4-FFF2-40B4-BE49-F238E27FC236}">
                <a16:creationId xmlns:a16="http://schemas.microsoft.com/office/drawing/2014/main" id="{4AD1250D-F96B-14F0-1941-ED0B42706369}"/>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362844" y="1540010"/>
            <a:ext cx="5350511" cy="7554290"/>
          </a:xfrm>
          <a:prstGeom prst="rect">
            <a:avLst/>
          </a:prstGeom>
        </p:spPr>
      </p:pic>
      <p:sp>
        <p:nvSpPr>
          <p:cNvPr id="47" name="四角形: 上の 2 つの角を丸める 46">
            <a:extLst>
              <a:ext uri="{FF2B5EF4-FFF2-40B4-BE49-F238E27FC236}">
                <a16:creationId xmlns:a16="http://schemas.microsoft.com/office/drawing/2014/main" id="{9396AD60-32E8-0CE6-D0F8-259764245942}"/>
              </a:ext>
            </a:extLst>
          </p:cNvPr>
          <p:cNvSpPr/>
          <p:nvPr/>
        </p:nvSpPr>
        <p:spPr>
          <a:xfrm flipV="1">
            <a:off x="5776875" y="2032777"/>
            <a:ext cx="5864380" cy="4307252"/>
          </a:xfrm>
          <a:prstGeom prst="round2SameRect">
            <a:avLst>
              <a:gd name="adj1" fmla="val 2338"/>
              <a:gd name="adj2" fmla="val 0"/>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20" name="グループ化 19">
            <a:extLst>
              <a:ext uri="{FF2B5EF4-FFF2-40B4-BE49-F238E27FC236}">
                <a16:creationId xmlns:a16="http://schemas.microsoft.com/office/drawing/2014/main" id="{5C2FDC15-EBCC-9007-8E48-E15C2B8710D0}"/>
              </a:ext>
            </a:extLst>
          </p:cNvPr>
          <p:cNvGrpSpPr/>
          <p:nvPr/>
        </p:nvGrpSpPr>
        <p:grpSpPr>
          <a:xfrm>
            <a:off x="163586" y="134635"/>
            <a:ext cx="3123445" cy="1396119"/>
            <a:chOff x="163586" y="134635"/>
            <a:chExt cx="3123445" cy="1396119"/>
          </a:xfrm>
        </p:grpSpPr>
        <p:sp>
          <p:nvSpPr>
            <p:cNvPr id="21" name="四角形: 角を丸くする 20">
              <a:extLst>
                <a:ext uri="{FF2B5EF4-FFF2-40B4-BE49-F238E27FC236}">
                  <a16:creationId xmlns:a16="http://schemas.microsoft.com/office/drawing/2014/main" id="{90BC4CB5-56C2-441B-EFC6-C19793D89DA8}"/>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22" name="テキスト ボックス 21">
              <a:extLst>
                <a:ext uri="{FF2B5EF4-FFF2-40B4-BE49-F238E27FC236}">
                  <a16:creationId xmlns:a16="http://schemas.microsoft.com/office/drawing/2014/main" id="{BAF28EC4-475A-CB45-4237-85736B4C7441}"/>
                </a:ext>
              </a:extLst>
            </p:cNvPr>
            <p:cNvSpPr txBox="1"/>
            <p:nvPr/>
          </p:nvSpPr>
          <p:spPr>
            <a:xfrm>
              <a:off x="1624595" y="641390"/>
              <a:ext cx="146706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キャラ強化</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23" name="グループ化 22">
              <a:extLst>
                <a:ext uri="{FF2B5EF4-FFF2-40B4-BE49-F238E27FC236}">
                  <a16:creationId xmlns:a16="http://schemas.microsoft.com/office/drawing/2014/main" id="{2BF21708-6718-726E-DA61-993316274638}"/>
                </a:ext>
              </a:extLst>
            </p:cNvPr>
            <p:cNvGrpSpPr/>
            <p:nvPr/>
          </p:nvGrpSpPr>
          <p:grpSpPr>
            <a:xfrm>
              <a:off x="163586" y="134635"/>
              <a:ext cx="1975684" cy="1396119"/>
              <a:chOff x="163586" y="134635"/>
              <a:chExt cx="1975684" cy="1396119"/>
            </a:xfrm>
          </p:grpSpPr>
          <p:grpSp>
            <p:nvGrpSpPr>
              <p:cNvPr id="24" name="グループ化 23">
                <a:extLst>
                  <a:ext uri="{FF2B5EF4-FFF2-40B4-BE49-F238E27FC236}">
                    <a16:creationId xmlns:a16="http://schemas.microsoft.com/office/drawing/2014/main" id="{5712FADF-8F5F-05F1-AD36-DD2F4621D632}"/>
                  </a:ext>
                </a:extLst>
              </p:cNvPr>
              <p:cNvGrpSpPr/>
              <p:nvPr/>
            </p:nvGrpSpPr>
            <p:grpSpPr>
              <a:xfrm>
                <a:off x="163586" y="134635"/>
                <a:ext cx="1975684" cy="1396119"/>
                <a:chOff x="163586" y="134635"/>
                <a:chExt cx="1975684" cy="1396119"/>
              </a:xfrm>
            </p:grpSpPr>
            <p:pic>
              <p:nvPicPr>
                <p:cNvPr id="26" name="図 25">
                  <a:extLst>
                    <a:ext uri="{FF2B5EF4-FFF2-40B4-BE49-F238E27FC236}">
                      <a16:creationId xmlns:a16="http://schemas.microsoft.com/office/drawing/2014/main" id="{8AB8F019-C463-2A9E-EF2C-04FAD70311C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7" name="楕円 26">
                  <a:extLst>
                    <a:ext uri="{FF2B5EF4-FFF2-40B4-BE49-F238E27FC236}">
                      <a16:creationId xmlns:a16="http://schemas.microsoft.com/office/drawing/2014/main" id="{7A411BE2-4B0A-B0B7-11B5-DC7A082E9CFA}"/>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5" name="図 24">
                <a:extLst>
                  <a:ext uri="{FF2B5EF4-FFF2-40B4-BE49-F238E27FC236}">
                    <a16:creationId xmlns:a16="http://schemas.microsoft.com/office/drawing/2014/main" id="{D7B15450-826C-A9D2-E85D-65F64AC04C3B}"/>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sp>
        <p:nvSpPr>
          <p:cNvPr id="28" name="フローチャート: 論理積ゲート 27">
            <a:extLst>
              <a:ext uri="{FF2B5EF4-FFF2-40B4-BE49-F238E27FC236}">
                <a16:creationId xmlns:a16="http://schemas.microsoft.com/office/drawing/2014/main" id="{80A7AC2D-5126-A630-1F7F-18B123BAC717}"/>
              </a:ext>
            </a:extLst>
          </p:cNvPr>
          <p:cNvSpPr/>
          <p:nvPr/>
        </p:nvSpPr>
        <p:spPr>
          <a:xfrm rot="16200000">
            <a:off x="2344669" y="3412898"/>
            <a:ext cx="1516101" cy="4338157"/>
          </a:xfrm>
          <a:prstGeom prst="flowChartDelay">
            <a:avLst/>
          </a:prstGeom>
          <a:solidFill>
            <a:schemeClr val="tx2">
              <a:lumMod val="20000"/>
              <a:lumOff val="80000"/>
              <a:alpha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8" name="グループ化 17">
            <a:extLst>
              <a:ext uri="{FF2B5EF4-FFF2-40B4-BE49-F238E27FC236}">
                <a16:creationId xmlns:a16="http://schemas.microsoft.com/office/drawing/2014/main" id="{0E32935A-070F-D36C-572B-6CC9A097F085}"/>
              </a:ext>
            </a:extLst>
          </p:cNvPr>
          <p:cNvGrpSpPr/>
          <p:nvPr/>
        </p:nvGrpSpPr>
        <p:grpSpPr>
          <a:xfrm>
            <a:off x="2296512" y="4969558"/>
            <a:ext cx="1612416" cy="560146"/>
            <a:chOff x="7098261" y="4231434"/>
            <a:chExt cx="1612416" cy="560146"/>
          </a:xfrm>
        </p:grpSpPr>
        <p:pic>
          <p:nvPicPr>
            <p:cNvPr id="29" name="図 28">
              <a:extLst>
                <a:ext uri="{FF2B5EF4-FFF2-40B4-BE49-F238E27FC236}">
                  <a16:creationId xmlns:a16="http://schemas.microsoft.com/office/drawing/2014/main" id="{686AF0AF-98A0-EFBF-F8A6-4825A0C021BD}"/>
                </a:ext>
              </a:extLst>
            </p:cNvPr>
            <p:cNvPicPr>
              <a:picLocks noChangeAspect="1"/>
            </p:cNvPicPr>
            <p:nvPr/>
          </p:nvPicPr>
          <p:blipFill>
            <a:blip r:embed="rId5">
              <a:duotone>
                <a:schemeClr val="accent3">
                  <a:shade val="45000"/>
                  <a:satMod val="135000"/>
                </a:schemeClr>
                <a:prstClr val="white"/>
              </a:duotone>
              <a:extLst>
                <a:ext uri="{28A0092B-C50C-407E-A947-70E740481C1C}">
                  <a14:useLocalDpi xmlns:a14="http://schemas.microsoft.com/office/drawing/2010/main" val="0"/>
                </a:ext>
              </a:extLst>
            </a:blip>
            <a:srcRect l="6840" t="30163" r="48646" b="36883"/>
            <a:stretch>
              <a:fillRect/>
            </a:stretch>
          </p:blipFill>
          <p:spPr>
            <a:xfrm>
              <a:off x="7098261" y="4231434"/>
              <a:ext cx="504420" cy="560146"/>
            </a:xfrm>
            <a:prstGeom prst="rect">
              <a:avLst/>
            </a:prstGeom>
          </p:spPr>
        </p:pic>
        <p:sp>
          <p:nvSpPr>
            <p:cNvPr id="30" name="テキスト ボックス 29">
              <a:extLst>
                <a:ext uri="{FF2B5EF4-FFF2-40B4-BE49-F238E27FC236}">
                  <a16:creationId xmlns:a16="http://schemas.microsoft.com/office/drawing/2014/main" id="{7ED022CC-E742-6793-FF3F-1F5B32FF3990}"/>
                </a:ext>
              </a:extLst>
            </p:cNvPr>
            <p:cNvSpPr txBox="1"/>
            <p:nvPr/>
          </p:nvSpPr>
          <p:spPr>
            <a:xfrm>
              <a:off x="7602681" y="4280675"/>
              <a:ext cx="1107996" cy="461665"/>
            </a:xfrm>
            <a:prstGeom prst="rect">
              <a:avLst/>
            </a:prstGeom>
            <a:noFill/>
            <a:effectLst>
              <a:glow rad="63500">
                <a:schemeClr val="accent3">
                  <a:satMod val="175000"/>
                  <a:alpha val="40000"/>
                </a:schemeClr>
              </a:glow>
            </a:effectLst>
          </p:spPr>
          <p:txBody>
            <a:bodyPr wrap="none" rtlCol="0">
              <a:spAutoFit/>
            </a:bodyPr>
            <a:lstStyle/>
            <a:p>
              <a:r>
                <a:rPr lang="ja-JP" altLang="en-US" sz="2400" dirty="0">
                  <a:solidFill>
                    <a:schemeClr val="tx1">
                      <a:lumMod val="85000"/>
                      <a:lumOff val="15000"/>
                    </a:schemeClr>
                  </a:solidFill>
                  <a:effectLst>
                    <a:glow rad="38100">
                      <a:schemeClr val="accent3">
                        <a:satMod val="175000"/>
                        <a:alpha val="65000"/>
                      </a:schemeClr>
                    </a:glow>
                  </a:effectLst>
                  <a:latin typeface="原稿用標準書体" panose="03000503000000000000" pitchFamily="66" charset="-128"/>
                  <a:ea typeface="原稿用標準書体" panose="03000503000000000000" pitchFamily="66" charset="-128"/>
                </a:rPr>
                <a:t>タンク</a:t>
              </a:r>
              <a:endParaRPr lang="en-US" altLang="ja-JP" dirty="0">
                <a:solidFill>
                  <a:schemeClr val="tx1">
                    <a:lumMod val="85000"/>
                    <a:lumOff val="15000"/>
                  </a:schemeClr>
                </a:solidFill>
                <a:effectLst>
                  <a:glow rad="38100">
                    <a:schemeClr val="accent3">
                      <a:satMod val="175000"/>
                      <a:alpha val="65000"/>
                    </a:schemeClr>
                  </a:glow>
                </a:effectLst>
                <a:latin typeface="原稿用標準書体" panose="03000503000000000000" pitchFamily="66" charset="-128"/>
                <a:ea typeface="原稿用標準書体" panose="03000503000000000000" pitchFamily="66" charset="-128"/>
              </a:endParaRPr>
            </a:p>
          </p:txBody>
        </p:sp>
      </p:grpSp>
      <p:grpSp>
        <p:nvGrpSpPr>
          <p:cNvPr id="38" name="グループ化 37">
            <a:extLst>
              <a:ext uri="{FF2B5EF4-FFF2-40B4-BE49-F238E27FC236}">
                <a16:creationId xmlns:a16="http://schemas.microsoft.com/office/drawing/2014/main" id="{71CD91C9-ACB4-6E21-964D-CA93B66044E9}"/>
              </a:ext>
            </a:extLst>
          </p:cNvPr>
          <p:cNvGrpSpPr/>
          <p:nvPr/>
        </p:nvGrpSpPr>
        <p:grpSpPr>
          <a:xfrm>
            <a:off x="1678907" y="5559109"/>
            <a:ext cx="2847626" cy="584775"/>
            <a:chOff x="1959145" y="5400486"/>
            <a:chExt cx="2847626" cy="584775"/>
          </a:xfrm>
        </p:grpSpPr>
        <p:sp>
          <p:nvSpPr>
            <p:cNvPr id="7" name="テキスト ボックス 6">
              <a:extLst>
                <a:ext uri="{FF2B5EF4-FFF2-40B4-BE49-F238E27FC236}">
                  <a16:creationId xmlns:a16="http://schemas.microsoft.com/office/drawing/2014/main" id="{9001C3E0-1F8D-82B7-7438-FE4BE5BB9086}"/>
                </a:ext>
              </a:extLst>
            </p:cNvPr>
            <p:cNvSpPr txBox="1"/>
            <p:nvPr/>
          </p:nvSpPr>
          <p:spPr>
            <a:xfrm>
              <a:off x="3185814" y="5462041"/>
              <a:ext cx="1620957" cy="523220"/>
            </a:xfrm>
            <a:prstGeom prst="rect">
              <a:avLst/>
            </a:prstGeom>
            <a:noFill/>
          </p:spPr>
          <p:txBody>
            <a:bodyPr wrap="none" rtlCol="0">
              <a:spAutoFit/>
            </a:bodyPr>
            <a:lstStyle/>
            <a:p>
              <a:pPr algn="ctr"/>
              <a:r>
                <a:rPr lang="ja-JP" altLang="en-US" sz="2800">
                  <a:solidFill>
                    <a:schemeClr val="tx1">
                      <a:lumMod val="85000"/>
                      <a:lumOff val="15000"/>
                    </a:schemeClr>
                  </a:solidFill>
                  <a:latin typeface="原稿用標準書体" panose="03000503000000000000" pitchFamily="66" charset="-128"/>
                  <a:ea typeface="原稿用標準書体" panose="03000503000000000000" pitchFamily="66" charset="-128"/>
                </a:rPr>
                <a:t>キャラ名</a:t>
              </a:r>
              <a:endParaRPr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3" name="テキスト ボックス 12">
              <a:extLst>
                <a:ext uri="{FF2B5EF4-FFF2-40B4-BE49-F238E27FC236}">
                  <a16:creationId xmlns:a16="http://schemas.microsoft.com/office/drawing/2014/main" id="{9F6BB161-F894-E47E-EA51-E54B806D6BD6}"/>
                </a:ext>
              </a:extLst>
            </p:cNvPr>
            <p:cNvSpPr txBox="1"/>
            <p:nvPr/>
          </p:nvSpPr>
          <p:spPr>
            <a:xfrm>
              <a:off x="1959145" y="5400486"/>
              <a:ext cx="1005404" cy="584775"/>
            </a:xfrm>
            <a:prstGeom prst="rect">
              <a:avLst/>
            </a:prstGeom>
            <a:noFill/>
          </p:spPr>
          <p:txBody>
            <a:bodyPr wrap="none" rtlCol="0">
              <a:spAutoFit/>
            </a:bodyPr>
            <a:lstStyle/>
            <a:p>
              <a:pPr algn="ctr"/>
              <a:r>
                <a:rPr lang="en-US" altLang="ja-JP" sz="3200">
                  <a:solidFill>
                    <a:schemeClr val="tx1">
                      <a:lumMod val="85000"/>
                      <a:lumOff val="15000"/>
                    </a:schemeClr>
                  </a:solidFill>
                  <a:latin typeface="原稿用標準書体" panose="03000503000000000000" pitchFamily="66" charset="-128"/>
                  <a:ea typeface="原稿用標準書体" panose="03000503000000000000" pitchFamily="66" charset="-128"/>
                </a:rPr>
                <a:t>Lv00</a:t>
              </a:r>
              <a:endParaRPr lang="ja-JP" altLang="en-US" sz="32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sp>
        <p:nvSpPr>
          <p:cNvPr id="105" name="正方形/長方形 104">
            <a:extLst>
              <a:ext uri="{FF2B5EF4-FFF2-40B4-BE49-F238E27FC236}">
                <a16:creationId xmlns:a16="http://schemas.microsoft.com/office/drawing/2014/main" id="{849B49A1-9CA3-AFC2-5FCC-725B1F810EBD}"/>
              </a:ext>
            </a:extLst>
          </p:cNvPr>
          <p:cNvSpPr/>
          <p:nvPr/>
        </p:nvSpPr>
        <p:spPr>
          <a:xfrm>
            <a:off x="5779445" y="2032909"/>
            <a:ext cx="5864379" cy="631101"/>
          </a:xfrm>
          <a:prstGeom prst="rect">
            <a:avLst/>
          </a:prstGeom>
          <a:solidFill>
            <a:schemeClr val="accent2">
              <a:lumMod val="60000"/>
              <a:lumOff val="40000"/>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19" name="グループ化 118">
            <a:extLst>
              <a:ext uri="{FF2B5EF4-FFF2-40B4-BE49-F238E27FC236}">
                <a16:creationId xmlns:a16="http://schemas.microsoft.com/office/drawing/2014/main" id="{0368D407-1129-4BDC-7542-9CCF75AC2F77}"/>
              </a:ext>
            </a:extLst>
          </p:cNvPr>
          <p:cNvGrpSpPr/>
          <p:nvPr/>
        </p:nvGrpSpPr>
        <p:grpSpPr>
          <a:xfrm>
            <a:off x="6154122" y="2109105"/>
            <a:ext cx="2177531" cy="3035662"/>
            <a:chOff x="6154122" y="1973260"/>
            <a:chExt cx="2177531" cy="3035662"/>
          </a:xfrm>
        </p:grpSpPr>
        <p:grpSp>
          <p:nvGrpSpPr>
            <p:cNvPr id="103" name="グループ化 102">
              <a:extLst>
                <a:ext uri="{FF2B5EF4-FFF2-40B4-BE49-F238E27FC236}">
                  <a16:creationId xmlns:a16="http://schemas.microsoft.com/office/drawing/2014/main" id="{DD447CF6-185B-F683-206C-719D831C6FF5}"/>
                </a:ext>
              </a:extLst>
            </p:cNvPr>
            <p:cNvGrpSpPr/>
            <p:nvPr/>
          </p:nvGrpSpPr>
          <p:grpSpPr>
            <a:xfrm>
              <a:off x="6154122" y="2670352"/>
              <a:ext cx="2177531" cy="2338570"/>
              <a:chOff x="6277096" y="2699962"/>
              <a:chExt cx="2177531" cy="2338570"/>
            </a:xfrm>
          </p:grpSpPr>
          <p:grpSp>
            <p:nvGrpSpPr>
              <p:cNvPr id="2" name="グループ化 1">
                <a:extLst>
                  <a:ext uri="{FF2B5EF4-FFF2-40B4-BE49-F238E27FC236}">
                    <a16:creationId xmlns:a16="http://schemas.microsoft.com/office/drawing/2014/main" id="{1F265B7B-E1B6-5C1E-43A9-22DB0057FD63}"/>
                  </a:ext>
                </a:extLst>
              </p:cNvPr>
              <p:cNvGrpSpPr/>
              <p:nvPr/>
            </p:nvGrpSpPr>
            <p:grpSpPr>
              <a:xfrm>
                <a:off x="6277097" y="4298965"/>
                <a:ext cx="2177529" cy="739567"/>
                <a:chOff x="5227712" y="3336557"/>
                <a:chExt cx="1747806" cy="739567"/>
              </a:xfrm>
            </p:grpSpPr>
            <p:sp>
              <p:nvSpPr>
                <p:cNvPr id="4" name="テキスト ボックス 3">
                  <a:extLst>
                    <a:ext uri="{FF2B5EF4-FFF2-40B4-BE49-F238E27FC236}">
                      <a16:creationId xmlns:a16="http://schemas.microsoft.com/office/drawing/2014/main" id="{09E44556-B5C7-0A22-C517-8D4385096535}"/>
                    </a:ext>
                  </a:extLst>
                </p:cNvPr>
                <p:cNvSpPr txBox="1"/>
                <p:nvPr/>
              </p:nvSpPr>
              <p:spPr>
                <a:xfrm>
                  <a:off x="5227712" y="3336557"/>
                  <a:ext cx="917968" cy="400110"/>
                </a:xfrm>
                <a:prstGeom prst="rect">
                  <a:avLst/>
                </a:prstGeom>
                <a:noFill/>
              </p:spPr>
              <p:txBody>
                <a:bodyPr wrap="none" rtlCol="0">
                  <a:spAutoFit/>
                </a:bodyPr>
                <a:lstStyle/>
                <a:p>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ATK</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a:t>
                  </a:r>
                  <a:r>
                    <a:rPr lang="en-US" altLang="ja-JP" sz="2000" b="1">
                      <a:solidFill>
                        <a:schemeClr val="tx1">
                          <a:lumMod val="85000"/>
                          <a:lumOff val="15000"/>
                        </a:schemeClr>
                      </a:solidFill>
                      <a:latin typeface="原稿用標準書体" panose="03000503000000000000" pitchFamily="66" charset="-128"/>
                      <a:ea typeface="原稿用標準書体" panose="03000503000000000000" pitchFamily="66" charset="-128"/>
                    </a:rPr>
                    <a:t>0000</a:t>
                  </a:r>
                  <a:endPar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5" name="四角形: 角を丸くする 4">
                  <a:extLst>
                    <a:ext uri="{FF2B5EF4-FFF2-40B4-BE49-F238E27FC236}">
                      <a16:creationId xmlns:a16="http://schemas.microsoft.com/office/drawing/2014/main" id="{C95F3E28-0430-2FC5-9285-47243FFD300C}"/>
                    </a:ext>
                  </a:extLst>
                </p:cNvPr>
                <p:cNvSpPr/>
                <p:nvPr/>
              </p:nvSpPr>
              <p:spPr>
                <a:xfrm rot="5400000">
                  <a:off x="5960059" y="3060665"/>
                  <a:ext cx="283112" cy="1747806"/>
                </a:xfrm>
                <a:prstGeom prst="roundRect">
                  <a:avLst>
                    <a:gd name="adj" fmla="val 9570"/>
                  </a:avLst>
                </a:prstGeom>
                <a:solidFill>
                  <a:schemeClr val="accent1"/>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6" name="グループ化 5">
                <a:extLst>
                  <a:ext uri="{FF2B5EF4-FFF2-40B4-BE49-F238E27FC236}">
                    <a16:creationId xmlns:a16="http://schemas.microsoft.com/office/drawing/2014/main" id="{39462B80-0498-E881-C47D-E1A570C7AC57}"/>
                  </a:ext>
                </a:extLst>
              </p:cNvPr>
              <p:cNvGrpSpPr/>
              <p:nvPr/>
            </p:nvGrpSpPr>
            <p:grpSpPr>
              <a:xfrm>
                <a:off x="6277096" y="3501117"/>
                <a:ext cx="2177531" cy="738164"/>
                <a:chOff x="5227711" y="2418059"/>
                <a:chExt cx="1747807" cy="738164"/>
              </a:xfrm>
            </p:grpSpPr>
            <p:sp>
              <p:nvSpPr>
                <p:cNvPr id="8" name="テキスト ボックス 7">
                  <a:extLst>
                    <a:ext uri="{FF2B5EF4-FFF2-40B4-BE49-F238E27FC236}">
                      <a16:creationId xmlns:a16="http://schemas.microsoft.com/office/drawing/2014/main" id="{9DA9E912-EB10-79BE-7FF4-D26BB844EBB3}"/>
                    </a:ext>
                  </a:extLst>
                </p:cNvPr>
                <p:cNvSpPr txBox="1"/>
                <p:nvPr/>
              </p:nvSpPr>
              <p:spPr>
                <a:xfrm>
                  <a:off x="5227711" y="2418059"/>
                  <a:ext cx="917968" cy="400110"/>
                </a:xfrm>
                <a:prstGeom prst="rect">
                  <a:avLst/>
                </a:prstGeom>
                <a:noFill/>
              </p:spPr>
              <p:txBody>
                <a:bodyPr wrap="none" rtlCol="0">
                  <a:spAutoFit/>
                </a:bodyPr>
                <a:lstStyle/>
                <a:p>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SPD</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a:t>
                  </a:r>
                  <a:r>
                    <a:rPr lang="en-US" altLang="ja-JP" sz="2000" b="1">
                      <a:solidFill>
                        <a:schemeClr val="tx1">
                          <a:lumMod val="85000"/>
                          <a:lumOff val="15000"/>
                        </a:schemeClr>
                      </a:solidFill>
                      <a:latin typeface="原稿用標準書体" panose="03000503000000000000" pitchFamily="66" charset="-128"/>
                      <a:ea typeface="原稿用標準書体" panose="03000503000000000000" pitchFamily="66" charset="-128"/>
                    </a:rPr>
                    <a:t>0000</a:t>
                  </a:r>
                  <a:endPar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0" name="四角形: 角を丸くする 9">
                  <a:extLst>
                    <a:ext uri="{FF2B5EF4-FFF2-40B4-BE49-F238E27FC236}">
                      <a16:creationId xmlns:a16="http://schemas.microsoft.com/office/drawing/2014/main" id="{B94EB655-3C4C-E720-55D4-EE9346AEA247}"/>
                    </a:ext>
                  </a:extLst>
                </p:cNvPr>
                <p:cNvSpPr/>
                <p:nvPr/>
              </p:nvSpPr>
              <p:spPr>
                <a:xfrm rot="5400000">
                  <a:off x="5960059" y="2140764"/>
                  <a:ext cx="283112" cy="1747806"/>
                </a:xfrm>
                <a:prstGeom prst="roundRect">
                  <a:avLst>
                    <a:gd name="adj" fmla="val 9570"/>
                  </a:avLst>
                </a:prstGeom>
                <a:solidFill>
                  <a:schemeClr val="accent5"/>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12" name="グループ化 11">
                <a:extLst>
                  <a:ext uri="{FF2B5EF4-FFF2-40B4-BE49-F238E27FC236}">
                    <a16:creationId xmlns:a16="http://schemas.microsoft.com/office/drawing/2014/main" id="{2612977A-7FF7-CE97-A02A-96E01EB35C0A}"/>
                  </a:ext>
                </a:extLst>
              </p:cNvPr>
              <p:cNvGrpSpPr/>
              <p:nvPr/>
            </p:nvGrpSpPr>
            <p:grpSpPr>
              <a:xfrm>
                <a:off x="6277096" y="2699962"/>
                <a:ext cx="2177529" cy="741471"/>
                <a:chOff x="5227712" y="1484774"/>
                <a:chExt cx="1747806" cy="741471"/>
              </a:xfrm>
            </p:grpSpPr>
            <p:sp>
              <p:nvSpPr>
                <p:cNvPr id="14" name="テキスト ボックス 13">
                  <a:extLst>
                    <a:ext uri="{FF2B5EF4-FFF2-40B4-BE49-F238E27FC236}">
                      <a16:creationId xmlns:a16="http://schemas.microsoft.com/office/drawing/2014/main" id="{33E501FA-CEBA-DBBB-7513-038C8D8DD229}"/>
                    </a:ext>
                  </a:extLst>
                </p:cNvPr>
                <p:cNvSpPr txBox="1"/>
                <p:nvPr/>
              </p:nvSpPr>
              <p:spPr>
                <a:xfrm>
                  <a:off x="5227712" y="1484774"/>
                  <a:ext cx="840175" cy="400110"/>
                </a:xfrm>
                <a:prstGeom prst="rect">
                  <a:avLst/>
                </a:prstGeom>
                <a:noFill/>
              </p:spPr>
              <p:txBody>
                <a:bodyPr wrap="none" rtlCol="0">
                  <a:spAutoFit/>
                </a:bodyPr>
                <a:lstStyle/>
                <a:p>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HP</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a:t>
                  </a:r>
                  <a:r>
                    <a:rPr lang="en-US" altLang="ja-JP" sz="2000" b="1">
                      <a:solidFill>
                        <a:schemeClr val="tx1">
                          <a:lumMod val="85000"/>
                          <a:lumOff val="15000"/>
                        </a:schemeClr>
                      </a:solidFill>
                      <a:latin typeface="原稿用標準書体" panose="03000503000000000000" pitchFamily="66" charset="-128"/>
                      <a:ea typeface="原稿用標準書体" panose="03000503000000000000" pitchFamily="66" charset="-128"/>
                    </a:rPr>
                    <a:t>0000</a:t>
                  </a:r>
                  <a:endPar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6" name="四角形: 角を丸くする 15">
                  <a:extLst>
                    <a:ext uri="{FF2B5EF4-FFF2-40B4-BE49-F238E27FC236}">
                      <a16:creationId xmlns:a16="http://schemas.microsoft.com/office/drawing/2014/main" id="{982985BD-61F3-429D-C666-DFBBF0AE397F}"/>
                    </a:ext>
                  </a:extLst>
                </p:cNvPr>
                <p:cNvSpPr/>
                <p:nvPr/>
              </p:nvSpPr>
              <p:spPr>
                <a:xfrm rot="5400000">
                  <a:off x="5960059" y="1210786"/>
                  <a:ext cx="283112" cy="1747806"/>
                </a:xfrm>
                <a:prstGeom prst="roundRect">
                  <a:avLst>
                    <a:gd name="adj" fmla="val 9570"/>
                  </a:avLst>
                </a:prstGeom>
                <a:solidFill>
                  <a:srgbClr val="1CB71D"/>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sp>
          <p:nvSpPr>
            <p:cNvPr id="102" name="テキスト ボックス 101">
              <a:extLst>
                <a:ext uri="{FF2B5EF4-FFF2-40B4-BE49-F238E27FC236}">
                  <a16:creationId xmlns:a16="http://schemas.microsoft.com/office/drawing/2014/main" id="{75D47F8A-AC8B-9C05-A219-3DF4B8A8FA07}"/>
                </a:ext>
              </a:extLst>
            </p:cNvPr>
            <p:cNvSpPr txBox="1"/>
            <p:nvPr/>
          </p:nvSpPr>
          <p:spPr>
            <a:xfrm>
              <a:off x="6791482" y="1973260"/>
              <a:ext cx="902811" cy="523220"/>
            </a:xfrm>
            <a:prstGeom prst="rect">
              <a:avLst/>
            </a:prstGeom>
            <a:noFill/>
          </p:spPr>
          <p:txBody>
            <a:bodyPr wrap="none" rtlCol="0">
              <a:spAutoFit/>
            </a:bodyPr>
            <a:lstStyle/>
            <a:p>
              <a:pPr algn="ctr"/>
              <a:r>
                <a:rPr lang="en-US" altLang="ja-JP" sz="2800">
                  <a:solidFill>
                    <a:schemeClr val="tx1">
                      <a:lumMod val="85000"/>
                      <a:lumOff val="15000"/>
                    </a:schemeClr>
                  </a:solidFill>
                  <a:latin typeface="原稿用標準書体" panose="03000503000000000000" pitchFamily="66" charset="-128"/>
                  <a:ea typeface="原稿用標準書体" panose="03000503000000000000" pitchFamily="66" charset="-128"/>
                </a:rPr>
                <a:t>Lv00</a:t>
              </a:r>
              <a:endParaRPr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sp>
        <p:nvSpPr>
          <p:cNvPr id="107" name="二等辺三角形 106">
            <a:extLst>
              <a:ext uri="{FF2B5EF4-FFF2-40B4-BE49-F238E27FC236}">
                <a16:creationId xmlns:a16="http://schemas.microsoft.com/office/drawing/2014/main" id="{9D44A816-93A6-BADF-0FE7-C61493DCEF10}"/>
              </a:ext>
            </a:extLst>
          </p:cNvPr>
          <p:cNvSpPr/>
          <p:nvPr/>
        </p:nvSpPr>
        <p:spPr>
          <a:xfrm rot="5400000">
            <a:off x="8504974" y="2171591"/>
            <a:ext cx="431983" cy="372399"/>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2" name="二等辺三角形 121">
            <a:extLst>
              <a:ext uri="{FF2B5EF4-FFF2-40B4-BE49-F238E27FC236}">
                <a16:creationId xmlns:a16="http://schemas.microsoft.com/office/drawing/2014/main" id="{4AD2DD6F-5F55-A29D-D433-A70483DC1CE4}"/>
              </a:ext>
            </a:extLst>
          </p:cNvPr>
          <p:cNvSpPr/>
          <p:nvPr/>
        </p:nvSpPr>
        <p:spPr>
          <a:xfrm rot="5400000">
            <a:off x="8486952" y="3748928"/>
            <a:ext cx="431983" cy="372399"/>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9" name="グループ化 18">
            <a:extLst>
              <a:ext uri="{FF2B5EF4-FFF2-40B4-BE49-F238E27FC236}">
                <a16:creationId xmlns:a16="http://schemas.microsoft.com/office/drawing/2014/main" id="{EBD7BA09-65A8-E9F6-5C9E-485823E7F039}"/>
              </a:ext>
            </a:extLst>
          </p:cNvPr>
          <p:cNvGrpSpPr/>
          <p:nvPr/>
        </p:nvGrpSpPr>
        <p:grpSpPr>
          <a:xfrm>
            <a:off x="9086477" y="2109105"/>
            <a:ext cx="2177531" cy="3035662"/>
            <a:chOff x="9086477" y="2109105"/>
            <a:chExt cx="2177531" cy="3035662"/>
          </a:xfrm>
        </p:grpSpPr>
        <p:grpSp>
          <p:nvGrpSpPr>
            <p:cNvPr id="120" name="グループ化 119">
              <a:extLst>
                <a:ext uri="{FF2B5EF4-FFF2-40B4-BE49-F238E27FC236}">
                  <a16:creationId xmlns:a16="http://schemas.microsoft.com/office/drawing/2014/main" id="{9D464C33-38A5-054A-8E91-EE71063CD0AD}"/>
                </a:ext>
              </a:extLst>
            </p:cNvPr>
            <p:cNvGrpSpPr/>
            <p:nvPr/>
          </p:nvGrpSpPr>
          <p:grpSpPr>
            <a:xfrm>
              <a:off x="9086477" y="2109105"/>
              <a:ext cx="2177531" cy="3035662"/>
              <a:chOff x="9086477" y="1987802"/>
              <a:chExt cx="2177531" cy="3035662"/>
            </a:xfrm>
          </p:grpSpPr>
          <p:grpSp>
            <p:nvGrpSpPr>
              <p:cNvPr id="108" name="グループ化 107">
                <a:extLst>
                  <a:ext uri="{FF2B5EF4-FFF2-40B4-BE49-F238E27FC236}">
                    <a16:creationId xmlns:a16="http://schemas.microsoft.com/office/drawing/2014/main" id="{B917135D-E433-53D3-8BF9-3FBE3FB1BE7A}"/>
                  </a:ext>
                </a:extLst>
              </p:cNvPr>
              <p:cNvGrpSpPr/>
              <p:nvPr/>
            </p:nvGrpSpPr>
            <p:grpSpPr>
              <a:xfrm>
                <a:off x="9086477" y="2684894"/>
                <a:ext cx="2177531" cy="2338570"/>
                <a:chOff x="6277096" y="2699962"/>
                <a:chExt cx="2177531" cy="2338570"/>
              </a:xfrm>
            </p:grpSpPr>
            <p:grpSp>
              <p:nvGrpSpPr>
                <p:cNvPr id="109" name="グループ化 108">
                  <a:extLst>
                    <a:ext uri="{FF2B5EF4-FFF2-40B4-BE49-F238E27FC236}">
                      <a16:creationId xmlns:a16="http://schemas.microsoft.com/office/drawing/2014/main" id="{1789F661-AA14-22C7-E33E-4349A7205E6E}"/>
                    </a:ext>
                  </a:extLst>
                </p:cNvPr>
                <p:cNvGrpSpPr/>
                <p:nvPr/>
              </p:nvGrpSpPr>
              <p:grpSpPr>
                <a:xfrm>
                  <a:off x="6277097" y="4298965"/>
                  <a:ext cx="2177529" cy="739567"/>
                  <a:chOff x="5227712" y="3336557"/>
                  <a:chExt cx="1747806" cy="739567"/>
                </a:xfrm>
              </p:grpSpPr>
              <p:sp>
                <p:nvSpPr>
                  <p:cNvPr id="116" name="テキスト ボックス 115">
                    <a:extLst>
                      <a:ext uri="{FF2B5EF4-FFF2-40B4-BE49-F238E27FC236}">
                        <a16:creationId xmlns:a16="http://schemas.microsoft.com/office/drawing/2014/main" id="{A744AEC9-CCF9-15E4-A8D9-37491E9F35BA}"/>
                      </a:ext>
                    </a:extLst>
                  </p:cNvPr>
                  <p:cNvSpPr txBox="1"/>
                  <p:nvPr/>
                </p:nvSpPr>
                <p:spPr>
                  <a:xfrm>
                    <a:off x="5227712" y="3336557"/>
                    <a:ext cx="971685" cy="400110"/>
                  </a:xfrm>
                  <a:prstGeom prst="rect">
                    <a:avLst/>
                  </a:prstGeom>
                  <a:noFill/>
                </p:spPr>
                <p:txBody>
                  <a:bodyPr wrap="none" rtlCol="0">
                    <a:spAutoFit/>
                  </a:bodyPr>
                  <a:lstStyle/>
                  <a:p>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ATK</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a:t>
                    </a:r>
                    <a:r>
                      <a:rPr lang="en-US" altLang="ja-JP" sz="2000" b="1">
                        <a:solidFill>
                          <a:srgbClr val="FF00FF"/>
                        </a:solidFill>
                        <a:latin typeface="原稿用標準書体" panose="03000503000000000000" pitchFamily="66" charset="-128"/>
                        <a:ea typeface="原稿用標準書体" panose="03000503000000000000" pitchFamily="66" charset="-128"/>
                      </a:rPr>
                      <a:t>0000</a:t>
                    </a:r>
                    <a:endParaRPr lang="en-US" altLang="ja-JP" sz="1600" b="1" dirty="0">
                      <a:solidFill>
                        <a:srgbClr val="FF00FF"/>
                      </a:solidFill>
                      <a:latin typeface="原稿用標準書体" panose="03000503000000000000" pitchFamily="66" charset="-128"/>
                      <a:ea typeface="原稿用標準書体" panose="03000503000000000000" pitchFamily="66" charset="-128"/>
                    </a:endParaRPr>
                  </a:p>
                </p:txBody>
              </p:sp>
              <p:sp>
                <p:nvSpPr>
                  <p:cNvPr id="117" name="四角形: 角を丸くする 116">
                    <a:extLst>
                      <a:ext uri="{FF2B5EF4-FFF2-40B4-BE49-F238E27FC236}">
                        <a16:creationId xmlns:a16="http://schemas.microsoft.com/office/drawing/2014/main" id="{65DBF48A-4DDB-9C7B-3442-CCF41649822C}"/>
                      </a:ext>
                    </a:extLst>
                  </p:cNvPr>
                  <p:cNvSpPr/>
                  <p:nvPr/>
                </p:nvSpPr>
                <p:spPr>
                  <a:xfrm rot="5400000">
                    <a:off x="5960059" y="3060665"/>
                    <a:ext cx="283112" cy="1747806"/>
                  </a:xfrm>
                  <a:prstGeom prst="roundRect">
                    <a:avLst>
                      <a:gd name="adj" fmla="val 9570"/>
                    </a:avLst>
                  </a:prstGeom>
                  <a:solidFill>
                    <a:schemeClr val="accent1"/>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110" name="グループ化 109">
                  <a:extLst>
                    <a:ext uri="{FF2B5EF4-FFF2-40B4-BE49-F238E27FC236}">
                      <a16:creationId xmlns:a16="http://schemas.microsoft.com/office/drawing/2014/main" id="{1F961A58-4A0E-1523-C40A-B0AD12B1868A}"/>
                    </a:ext>
                  </a:extLst>
                </p:cNvPr>
                <p:cNvGrpSpPr/>
                <p:nvPr/>
              </p:nvGrpSpPr>
              <p:grpSpPr>
                <a:xfrm>
                  <a:off x="6277096" y="3501117"/>
                  <a:ext cx="2177531" cy="738164"/>
                  <a:chOff x="5227711" y="2418059"/>
                  <a:chExt cx="1747807" cy="738164"/>
                </a:xfrm>
              </p:grpSpPr>
              <p:sp>
                <p:nvSpPr>
                  <p:cNvPr id="114" name="テキスト ボックス 113">
                    <a:extLst>
                      <a:ext uri="{FF2B5EF4-FFF2-40B4-BE49-F238E27FC236}">
                        <a16:creationId xmlns:a16="http://schemas.microsoft.com/office/drawing/2014/main" id="{9628EB5F-DFD2-BA62-1AF3-CB36194216F9}"/>
                      </a:ext>
                    </a:extLst>
                  </p:cNvPr>
                  <p:cNvSpPr txBox="1"/>
                  <p:nvPr/>
                </p:nvSpPr>
                <p:spPr>
                  <a:xfrm>
                    <a:off x="5227711" y="2418059"/>
                    <a:ext cx="917968" cy="400110"/>
                  </a:xfrm>
                  <a:prstGeom prst="rect">
                    <a:avLst/>
                  </a:prstGeom>
                  <a:noFill/>
                </p:spPr>
                <p:txBody>
                  <a:bodyPr wrap="none" rtlCol="0">
                    <a:spAutoFit/>
                  </a:bodyPr>
                  <a:lstStyle/>
                  <a:p>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SPD</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a:t>
                    </a:r>
                    <a:r>
                      <a:rPr lang="en-US" altLang="ja-JP" sz="2000" b="1">
                        <a:solidFill>
                          <a:schemeClr val="tx1">
                            <a:lumMod val="85000"/>
                            <a:lumOff val="15000"/>
                          </a:schemeClr>
                        </a:solidFill>
                        <a:latin typeface="原稿用標準書体" panose="03000503000000000000" pitchFamily="66" charset="-128"/>
                        <a:ea typeface="原稿用標準書体" panose="03000503000000000000" pitchFamily="66" charset="-128"/>
                      </a:rPr>
                      <a:t>0000</a:t>
                    </a:r>
                    <a:endPar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15" name="四角形: 角を丸くする 114">
                    <a:extLst>
                      <a:ext uri="{FF2B5EF4-FFF2-40B4-BE49-F238E27FC236}">
                        <a16:creationId xmlns:a16="http://schemas.microsoft.com/office/drawing/2014/main" id="{9090EA1D-49E4-4B28-AA70-A2F392FF3620}"/>
                      </a:ext>
                    </a:extLst>
                  </p:cNvPr>
                  <p:cNvSpPr/>
                  <p:nvPr/>
                </p:nvSpPr>
                <p:spPr>
                  <a:xfrm rot="5400000">
                    <a:off x="5960059" y="2140764"/>
                    <a:ext cx="283112" cy="1747806"/>
                  </a:xfrm>
                  <a:prstGeom prst="roundRect">
                    <a:avLst>
                      <a:gd name="adj" fmla="val 9570"/>
                    </a:avLst>
                  </a:prstGeom>
                  <a:solidFill>
                    <a:schemeClr val="accent5"/>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111" name="グループ化 110">
                  <a:extLst>
                    <a:ext uri="{FF2B5EF4-FFF2-40B4-BE49-F238E27FC236}">
                      <a16:creationId xmlns:a16="http://schemas.microsoft.com/office/drawing/2014/main" id="{3B4A9AC2-A359-CA8E-3CF4-D9AF21573EC7}"/>
                    </a:ext>
                  </a:extLst>
                </p:cNvPr>
                <p:cNvGrpSpPr/>
                <p:nvPr/>
              </p:nvGrpSpPr>
              <p:grpSpPr>
                <a:xfrm>
                  <a:off x="6277096" y="2699962"/>
                  <a:ext cx="2177529" cy="741471"/>
                  <a:chOff x="5227712" y="1484774"/>
                  <a:chExt cx="1747806" cy="741471"/>
                </a:xfrm>
              </p:grpSpPr>
              <p:sp>
                <p:nvSpPr>
                  <p:cNvPr id="112" name="テキスト ボックス 111">
                    <a:extLst>
                      <a:ext uri="{FF2B5EF4-FFF2-40B4-BE49-F238E27FC236}">
                        <a16:creationId xmlns:a16="http://schemas.microsoft.com/office/drawing/2014/main" id="{F206B7F0-4A02-C393-E549-B8FA7FE27EF8}"/>
                      </a:ext>
                    </a:extLst>
                  </p:cNvPr>
                  <p:cNvSpPr txBox="1"/>
                  <p:nvPr/>
                </p:nvSpPr>
                <p:spPr>
                  <a:xfrm>
                    <a:off x="5227712" y="1484774"/>
                    <a:ext cx="889339" cy="400110"/>
                  </a:xfrm>
                  <a:prstGeom prst="rect">
                    <a:avLst/>
                  </a:prstGeom>
                  <a:noFill/>
                </p:spPr>
                <p:txBody>
                  <a:bodyPr wrap="none" rtlCol="0">
                    <a:spAutoFit/>
                  </a:bodyPr>
                  <a:lstStyle/>
                  <a:p>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HP</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a:t>
                    </a:r>
                    <a:r>
                      <a:rPr lang="en-US" altLang="ja-JP" sz="2000" b="1">
                        <a:solidFill>
                          <a:srgbClr val="FF00FF"/>
                        </a:solidFill>
                        <a:latin typeface="原稿用標準書体" panose="03000503000000000000" pitchFamily="66" charset="-128"/>
                        <a:ea typeface="原稿用標準書体" panose="03000503000000000000" pitchFamily="66" charset="-128"/>
                      </a:rPr>
                      <a:t>0000</a:t>
                    </a:r>
                    <a:endParaRPr lang="en-US" altLang="ja-JP" sz="1600" b="1" dirty="0">
                      <a:solidFill>
                        <a:srgbClr val="FF00FF"/>
                      </a:solidFill>
                      <a:latin typeface="原稿用標準書体" panose="03000503000000000000" pitchFamily="66" charset="-128"/>
                      <a:ea typeface="原稿用標準書体" panose="03000503000000000000" pitchFamily="66" charset="-128"/>
                    </a:endParaRPr>
                  </a:p>
                </p:txBody>
              </p:sp>
              <p:sp>
                <p:nvSpPr>
                  <p:cNvPr id="113" name="四角形: 角を丸くする 112">
                    <a:extLst>
                      <a:ext uri="{FF2B5EF4-FFF2-40B4-BE49-F238E27FC236}">
                        <a16:creationId xmlns:a16="http://schemas.microsoft.com/office/drawing/2014/main" id="{E4E4E2CD-1929-69A0-3D0B-79095FAA0462}"/>
                      </a:ext>
                    </a:extLst>
                  </p:cNvPr>
                  <p:cNvSpPr/>
                  <p:nvPr/>
                </p:nvSpPr>
                <p:spPr>
                  <a:xfrm rot="5400000">
                    <a:off x="5960059" y="1210786"/>
                    <a:ext cx="283112" cy="1747806"/>
                  </a:xfrm>
                  <a:prstGeom prst="roundRect">
                    <a:avLst>
                      <a:gd name="adj" fmla="val 9570"/>
                    </a:avLst>
                  </a:prstGeom>
                  <a:solidFill>
                    <a:srgbClr val="1CB71D"/>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sp>
            <p:nvSpPr>
              <p:cNvPr id="118" name="テキスト ボックス 117">
                <a:extLst>
                  <a:ext uri="{FF2B5EF4-FFF2-40B4-BE49-F238E27FC236}">
                    <a16:creationId xmlns:a16="http://schemas.microsoft.com/office/drawing/2014/main" id="{24550150-BABB-D1FA-BD7D-131B94DDC811}"/>
                  </a:ext>
                </a:extLst>
              </p:cNvPr>
              <p:cNvSpPr txBox="1"/>
              <p:nvPr/>
            </p:nvSpPr>
            <p:spPr>
              <a:xfrm>
                <a:off x="9723837" y="1987802"/>
                <a:ext cx="902811" cy="523220"/>
              </a:xfrm>
              <a:prstGeom prst="rect">
                <a:avLst/>
              </a:prstGeom>
              <a:noFill/>
            </p:spPr>
            <p:txBody>
              <a:bodyPr wrap="none" rtlCol="0">
                <a:spAutoFit/>
              </a:bodyPr>
              <a:lstStyle/>
              <a:p>
                <a:pPr algn="ctr"/>
                <a:r>
                  <a:rPr lang="en-US" altLang="ja-JP" sz="2800">
                    <a:solidFill>
                      <a:srgbClr val="FF00FF"/>
                    </a:solidFill>
                    <a:latin typeface="原稿用標準書体" panose="03000503000000000000" pitchFamily="66" charset="-128"/>
                    <a:ea typeface="原稿用標準書体" panose="03000503000000000000" pitchFamily="66" charset="-128"/>
                  </a:rPr>
                  <a:t>Lv00</a:t>
                </a:r>
                <a:endParaRPr lang="ja-JP" altLang="en-US" sz="2800" dirty="0">
                  <a:solidFill>
                    <a:srgbClr val="FF00FF"/>
                  </a:solidFill>
                  <a:latin typeface="原稿用標準書体" panose="03000503000000000000" pitchFamily="66" charset="-128"/>
                  <a:ea typeface="原稿用標準書体" panose="03000503000000000000" pitchFamily="66" charset="-128"/>
                </a:endParaRPr>
              </a:p>
            </p:txBody>
          </p:sp>
        </p:grpSp>
        <p:sp>
          <p:nvSpPr>
            <p:cNvPr id="124" name="四角形: 角を丸くする 123">
              <a:extLst>
                <a:ext uri="{FF2B5EF4-FFF2-40B4-BE49-F238E27FC236}">
                  <a16:creationId xmlns:a16="http://schemas.microsoft.com/office/drawing/2014/main" id="{EB38D578-CEB8-4974-6A2E-EBB6E04A8CEA}"/>
                </a:ext>
              </a:extLst>
            </p:cNvPr>
            <p:cNvSpPr/>
            <p:nvPr/>
          </p:nvSpPr>
          <p:spPr>
            <a:xfrm rot="5400000">
              <a:off x="10848059" y="4726748"/>
              <a:ext cx="283112" cy="537486"/>
            </a:xfrm>
            <a:prstGeom prst="roundRect">
              <a:avLst>
                <a:gd name="adj" fmla="val 9570"/>
              </a:avLst>
            </a:prstGeom>
            <a:solidFill>
              <a:schemeClr val="tx2"/>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26" name="四角形: 角を丸くする 125">
              <a:extLst>
                <a:ext uri="{FF2B5EF4-FFF2-40B4-BE49-F238E27FC236}">
                  <a16:creationId xmlns:a16="http://schemas.microsoft.com/office/drawing/2014/main" id="{0E9A5B0C-325E-A0D6-114E-038519998CA5}"/>
                </a:ext>
              </a:extLst>
            </p:cNvPr>
            <p:cNvSpPr/>
            <p:nvPr/>
          </p:nvSpPr>
          <p:spPr>
            <a:xfrm rot="5400000">
              <a:off x="10800947" y="3086132"/>
              <a:ext cx="283112" cy="631710"/>
            </a:xfrm>
            <a:prstGeom prst="roundRect">
              <a:avLst>
                <a:gd name="adj" fmla="val 9570"/>
              </a:avLst>
            </a:prstGeom>
            <a:solidFill>
              <a:schemeClr val="tx2"/>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sp>
        <p:nvSpPr>
          <p:cNvPr id="134" name="四角形: 上の 2 つの角を丸める 133">
            <a:extLst>
              <a:ext uri="{FF2B5EF4-FFF2-40B4-BE49-F238E27FC236}">
                <a16:creationId xmlns:a16="http://schemas.microsoft.com/office/drawing/2014/main" id="{31799A01-2479-D458-A23A-9A86A15C8941}"/>
              </a:ext>
            </a:extLst>
          </p:cNvPr>
          <p:cNvSpPr/>
          <p:nvPr/>
        </p:nvSpPr>
        <p:spPr>
          <a:xfrm flipV="1">
            <a:off x="5782784" y="5429608"/>
            <a:ext cx="5866298" cy="906664"/>
          </a:xfrm>
          <a:prstGeom prst="round2SameRect">
            <a:avLst/>
          </a:prstGeom>
          <a:solidFill>
            <a:schemeClr val="accent2">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31" name="グループ化 30">
            <a:extLst>
              <a:ext uri="{FF2B5EF4-FFF2-40B4-BE49-F238E27FC236}">
                <a16:creationId xmlns:a16="http://schemas.microsoft.com/office/drawing/2014/main" id="{51B6F638-BB2B-42FB-B2AC-DF521E5E9677}"/>
              </a:ext>
            </a:extLst>
          </p:cNvPr>
          <p:cNvGrpSpPr/>
          <p:nvPr/>
        </p:nvGrpSpPr>
        <p:grpSpPr>
          <a:xfrm>
            <a:off x="8659199" y="5584728"/>
            <a:ext cx="2109311" cy="568256"/>
            <a:chOff x="9255191" y="5584728"/>
            <a:chExt cx="2109311" cy="568256"/>
          </a:xfrm>
        </p:grpSpPr>
        <p:sp>
          <p:nvSpPr>
            <p:cNvPr id="69" name="四角形: 角を丸くする 68">
              <a:extLst>
                <a:ext uri="{FF2B5EF4-FFF2-40B4-BE49-F238E27FC236}">
                  <a16:creationId xmlns:a16="http://schemas.microsoft.com/office/drawing/2014/main" id="{A754DFFC-B276-FE13-A52E-D51CA9042735}"/>
                </a:ext>
              </a:extLst>
            </p:cNvPr>
            <p:cNvSpPr/>
            <p:nvPr/>
          </p:nvSpPr>
          <p:spPr>
            <a:xfrm>
              <a:off x="9750590" y="5649028"/>
              <a:ext cx="1162460" cy="496239"/>
            </a:xfrm>
            <a:prstGeom prst="roundRect">
              <a:avLst/>
            </a:prstGeom>
            <a:solidFill>
              <a:schemeClr val="accent6"/>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強化</a:t>
              </a:r>
            </a:p>
          </p:txBody>
        </p:sp>
        <p:grpSp>
          <p:nvGrpSpPr>
            <p:cNvPr id="87" name="グループ化 86">
              <a:extLst>
                <a:ext uri="{FF2B5EF4-FFF2-40B4-BE49-F238E27FC236}">
                  <a16:creationId xmlns:a16="http://schemas.microsoft.com/office/drawing/2014/main" id="{E7D6BBBE-A099-D983-50DF-BFA2A51D7233}"/>
                </a:ext>
              </a:extLst>
            </p:cNvPr>
            <p:cNvGrpSpPr/>
            <p:nvPr/>
          </p:nvGrpSpPr>
          <p:grpSpPr>
            <a:xfrm>
              <a:off x="10894733" y="5584728"/>
              <a:ext cx="469769" cy="568256"/>
              <a:chOff x="9599351" y="4038823"/>
              <a:chExt cx="484632" cy="537478"/>
            </a:xfrm>
          </p:grpSpPr>
          <p:sp>
            <p:nvSpPr>
              <p:cNvPr id="95" name="矢印: 山形 94">
                <a:extLst>
                  <a:ext uri="{FF2B5EF4-FFF2-40B4-BE49-F238E27FC236}">
                    <a16:creationId xmlns:a16="http://schemas.microsoft.com/office/drawing/2014/main" id="{8B02C7BD-1580-E82E-2634-DA6570D6C8B5}"/>
                  </a:ext>
                </a:extLst>
              </p:cNvPr>
              <p:cNvSpPr/>
              <p:nvPr/>
            </p:nvSpPr>
            <p:spPr>
              <a:xfrm>
                <a:off x="9599351" y="4091669"/>
                <a:ext cx="484632" cy="484632"/>
              </a:xfrm>
              <a:prstGeom prst="chevron">
                <a:avLst>
                  <a:gd name="adj" fmla="val 17764"/>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96" name="テキスト ボックス 95">
                <a:extLst>
                  <a:ext uri="{FF2B5EF4-FFF2-40B4-BE49-F238E27FC236}">
                    <a16:creationId xmlns:a16="http://schemas.microsoft.com/office/drawing/2014/main" id="{77CF8629-0CF6-535A-2B80-E6447B190D5D}"/>
                  </a:ext>
                </a:extLst>
              </p:cNvPr>
              <p:cNvSpPr txBox="1"/>
              <p:nvPr/>
            </p:nvSpPr>
            <p:spPr>
              <a:xfrm>
                <a:off x="9673351" y="4038823"/>
                <a:ext cx="364202" cy="523220"/>
              </a:xfrm>
              <a:prstGeom prst="rect">
                <a:avLst/>
              </a:prstGeom>
              <a:noFill/>
            </p:spPr>
            <p:txBody>
              <a:bodyPr wrap="none" rtlCol="0">
                <a:spAutoFit/>
              </a:bodyPr>
              <a:lstStyle/>
              <a:p>
                <a:r>
                  <a:rPr kumimoji="1" lang="en-US" altLang="ja-JP" sz="2800">
                    <a:latin typeface="原稿用標準書体" panose="03000503000000000000" pitchFamily="66" charset="-128"/>
                    <a:ea typeface="原稿用標準書体" panose="03000503000000000000" pitchFamily="66" charset="-128"/>
                  </a:rPr>
                  <a:t>+</a:t>
                </a:r>
                <a:endParaRPr kumimoji="1" lang="ja-JP" altLang="en-US" sz="2800">
                  <a:latin typeface="原稿用標準書体" panose="03000503000000000000" pitchFamily="66" charset="-128"/>
                  <a:ea typeface="原稿用標準書体" panose="03000503000000000000" pitchFamily="66" charset="-128"/>
                </a:endParaRPr>
              </a:p>
            </p:txBody>
          </p:sp>
        </p:grpSp>
        <p:grpSp>
          <p:nvGrpSpPr>
            <p:cNvPr id="89" name="グループ化 88">
              <a:extLst>
                <a:ext uri="{FF2B5EF4-FFF2-40B4-BE49-F238E27FC236}">
                  <a16:creationId xmlns:a16="http://schemas.microsoft.com/office/drawing/2014/main" id="{D6FDEFBD-6BE6-3A0E-FD9F-1532A04E411F}"/>
                </a:ext>
              </a:extLst>
            </p:cNvPr>
            <p:cNvGrpSpPr/>
            <p:nvPr/>
          </p:nvGrpSpPr>
          <p:grpSpPr>
            <a:xfrm flipH="1">
              <a:off x="9255191" y="5584728"/>
              <a:ext cx="527064" cy="568256"/>
              <a:chOff x="9571929" y="4038823"/>
              <a:chExt cx="543739" cy="537478"/>
            </a:xfrm>
          </p:grpSpPr>
          <p:sp>
            <p:nvSpPr>
              <p:cNvPr id="93" name="矢印: 山形 92">
                <a:extLst>
                  <a:ext uri="{FF2B5EF4-FFF2-40B4-BE49-F238E27FC236}">
                    <a16:creationId xmlns:a16="http://schemas.microsoft.com/office/drawing/2014/main" id="{BD29D2BF-95E4-AEA6-CE7E-B3C7D333A90F}"/>
                  </a:ext>
                </a:extLst>
              </p:cNvPr>
              <p:cNvSpPr/>
              <p:nvPr/>
            </p:nvSpPr>
            <p:spPr>
              <a:xfrm>
                <a:off x="9599351" y="4091669"/>
                <a:ext cx="484632" cy="484632"/>
              </a:xfrm>
              <a:prstGeom prst="chevron">
                <a:avLst>
                  <a:gd name="adj" fmla="val 17764"/>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94" name="テキスト ボックス 93">
                <a:extLst>
                  <a:ext uri="{FF2B5EF4-FFF2-40B4-BE49-F238E27FC236}">
                    <a16:creationId xmlns:a16="http://schemas.microsoft.com/office/drawing/2014/main" id="{3DB144CC-665B-B7CE-0978-6CA4B3BE2BA4}"/>
                  </a:ext>
                </a:extLst>
              </p:cNvPr>
              <p:cNvSpPr txBox="1"/>
              <p:nvPr/>
            </p:nvSpPr>
            <p:spPr>
              <a:xfrm>
                <a:off x="9571929" y="4038823"/>
                <a:ext cx="543739" cy="523220"/>
              </a:xfrm>
              <a:prstGeom prst="rect">
                <a:avLst/>
              </a:prstGeom>
              <a:noFill/>
            </p:spPr>
            <p:txBody>
              <a:bodyPr wrap="none" rtlCol="0">
                <a:spAutoFit/>
              </a:bodyPr>
              <a:lstStyle/>
              <a:p>
                <a:r>
                  <a:rPr kumimoji="1" lang="ja-JP" altLang="en-US" sz="2800">
                    <a:latin typeface="原稿用標準書体" panose="03000503000000000000" pitchFamily="66" charset="-128"/>
                    <a:ea typeface="原稿用標準書体" panose="03000503000000000000" pitchFamily="66" charset="-128"/>
                  </a:rPr>
                  <a:t>－</a:t>
                </a:r>
              </a:p>
            </p:txBody>
          </p:sp>
        </p:grpSp>
      </p:grpSp>
      <p:grpSp>
        <p:nvGrpSpPr>
          <p:cNvPr id="99" name="グループ化 98">
            <a:extLst>
              <a:ext uri="{FF2B5EF4-FFF2-40B4-BE49-F238E27FC236}">
                <a16:creationId xmlns:a16="http://schemas.microsoft.com/office/drawing/2014/main" id="{4CF6F038-5495-0542-D151-2DA369D24BF3}"/>
              </a:ext>
            </a:extLst>
          </p:cNvPr>
          <p:cNvGrpSpPr/>
          <p:nvPr/>
        </p:nvGrpSpPr>
        <p:grpSpPr>
          <a:xfrm>
            <a:off x="6894957" y="5561459"/>
            <a:ext cx="1431954" cy="657068"/>
            <a:chOff x="6445926" y="5486816"/>
            <a:chExt cx="1431954" cy="657068"/>
          </a:xfrm>
        </p:grpSpPr>
        <p:sp>
          <p:nvSpPr>
            <p:cNvPr id="80" name="四角形: 角を丸くする 79">
              <a:extLst>
                <a:ext uri="{FF2B5EF4-FFF2-40B4-BE49-F238E27FC236}">
                  <a16:creationId xmlns:a16="http://schemas.microsoft.com/office/drawing/2014/main" id="{F20E511C-CFCE-5BA3-469F-2C9977142E11}"/>
                </a:ext>
              </a:extLst>
            </p:cNvPr>
            <p:cNvSpPr/>
            <p:nvPr/>
          </p:nvSpPr>
          <p:spPr>
            <a:xfrm>
              <a:off x="6445926" y="5486816"/>
              <a:ext cx="1431954" cy="657068"/>
            </a:xfrm>
            <a:prstGeom prst="round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1" name="テキスト ボックス 80">
              <a:extLst>
                <a:ext uri="{FF2B5EF4-FFF2-40B4-BE49-F238E27FC236}">
                  <a16:creationId xmlns:a16="http://schemas.microsoft.com/office/drawing/2014/main" id="{B1F2A948-FC11-68C6-C3B3-CBB3AECBC1D4}"/>
                </a:ext>
              </a:extLst>
            </p:cNvPr>
            <p:cNvSpPr txBox="1"/>
            <p:nvPr/>
          </p:nvSpPr>
          <p:spPr>
            <a:xfrm>
              <a:off x="6820214" y="5541580"/>
              <a:ext cx="1039469"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消費数</a:t>
              </a:r>
            </a:p>
          </p:txBody>
        </p:sp>
        <p:sp>
          <p:nvSpPr>
            <p:cNvPr id="82" name="テキスト ボックス 81">
              <a:extLst>
                <a:ext uri="{FF2B5EF4-FFF2-40B4-BE49-F238E27FC236}">
                  <a16:creationId xmlns:a16="http://schemas.microsoft.com/office/drawing/2014/main" id="{66C05151-7036-B9F9-C3D4-376C3C2D5017}"/>
                </a:ext>
              </a:extLst>
            </p:cNvPr>
            <p:cNvSpPr txBox="1"/>
            <p:nvPr/>
          </p:nvSpPr>
          <p:spPr>
            <a:xfrm>
              <a:off x="6605165" y="5790318"/>
              <a:ext cx="1162459" cy="338554"/>
            </a:xfrm>
            <a:prstGeom prst="rect">
              <a:avLst/>
            </a:prstGeom>
            <a:noFill/>
          </p:spPr>
          <p:txBody>
            <a:bodyPr wrap="square" rtlCol="0">
              <a:spAutoFit/>
            </a:bodyPr>
            <a:lstStyle/>
            <a:p>
              <a:pPr algn="ctr"/>
              <a:r>
                <a:rPr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000000000</a:t>
              </a:r>
              <a:endPar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pic>
          <p:nvPicPr>
            <p:cNvPr id="98" name="図 97">
              <a:extLst>
                <a:ext uri="{FF2B5EF4-FFF2-40B4-BE49-F238E27FC236}">
                  <a16:creationId xmlns:a16="http://schemas.microsoft.com/office/drawing/2014/main" id="{D16A0862-AAC7-51E6-C2AC-4A463A282465}"/>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6772142" y="5550911"/>
              <a:ext cx="279289" cy="276999"/>
            </a:xfrm>
            <a:prstGeom prst="rect">
              <a:avLst/>
            </a:prstGeom>
          </p:spPr>
        </p:pic>
      </p:grpSp>
      <p:grpSp>
        <p:nvGrpSpPr>
          <p:cNvPr id="17" name="グループ化 16">
            <a:extLst>
              <a:ext uri="{FF2B5EF4-FFF2-40B4-BE49-F238E27FC236}">
                <a16:creationId xmlns:a16="http://schemas.microsoft.com/office/drawing/2014/main" id="{7A81ABAD-448C-B7BB-FDF0-06A6BC5DA31C}"/>
              </a:ext>
            </a:extLst>
          </p:cNvPr>
          <p:cNvGrpSpPr/>
          <p:nvPr/>
        </p:nvGrpSpPr>
        <p:grpSpPr>
          <a:xfrm>
            <a:off x="8331652" y="575834"/>
            <a:ext cx="3994672" cy="408821"/>
            <a:chOff x="8331652" y="600326"/>
            <a:chExt cx="3994672" cy="408821"/>
          </a:xfrm>
        </p:grpSpPr>
        <p:sp>
          <p:nvSpPr>
            <p:cNvPr id="128" name="正方形/長方形 127">
              <a:extLst>
                <a:ext uri="{FF2B5EF4-FFF2-40B4-BE49-F238E27FC236}">
                  <a16:creationId xmlns:a16="http://schemas.microsoft.com/office/drawing/2014/main" id="{8DCD7B7B-0EC1-D90D-8995-3782C19497FB}"/>
                </a:ext>
              </a:extLst>
            </p:cNvPr>
            <p:cNvSpPr/>
            <p:nvPr/>
          </p:nvSpPr>
          <p:spPr>
            <a:xfrm>
              <a:off x="8331652" y="600326"/>
              <a:ext cx="3994672" cy="408821"/>
            </a:xfrm>
            <a:prstGeom prst="rect">
              <a:avLst/>
            </a:prstGeom>
            <a:solidFill>
              <a:schemeClr val="bg1">
                <a:lumMod val="65000"/>
                <a:alpha val="20000"/>
              </a:schemeClr>
            </a:solidFill>
            <a:ln>
              <a:noFill/>
            </a:ln>
            <a:effectLst>
              <a:glow rad="63500">
                <a:schemeClr val="bg1">
                  <a:lumMod val="50000"/>
                  <a:alpha val="2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146" name="グループ化 145">
              <a:extLst>
                <a:ext uri="{FF2B5EF4-FFF2-40B4-BE49-F238E27FC236}">
                  <a16:creationId xmlns:a16="http://schemas.microsoft.com/office/drawing/2014/main" id="{E32F2FB8-830B-9A96-FC03-4FA74CAA0007}"/>
                </a:ext>
              </a:extLst>
            </p:cNvPr>
            <p:cNvGrpSpPr/>
            <p:nvPr/>
          </p:nvGrpSpPr>
          <p:grpSpPr>
            <a:xfrm>
              <a:off x="8648051" y="650848"/>
              <a:ext cx="1231006" cy="307777"/>
              <a:chOff x="7108497" y="887611"/>
              <a:chExt cx="1231006" cy="307777"/>
            </a:xfrm>
          </p:grpSpPr>
          <p:pic>
            <p:nvPicPr>
              <p:cNvPr id="140" name="図 139">
                <a:extLst>
                  <a:ext uri="{FF2B5EF4-FFF2-40B4-BE49-F238E27FC236}">
                    <a16:creationId xmlns:a16="http://schemas.microsoft.com/office/drawing/2014/main" id="{55D31C95-9415-0982-39BA-4A72E2C4F8A3}"/>
                  </a:ext>
                </a:extLst>
              </p:cNvPr>
              <p:cNvPicPr>
                <a:picLocks noChangeAspect="1"/>
              </p:cNvPicPr>
              <p:nvPr/>
            </p:nvPicPr>
            <p:blipFill>
              <a:blip r:embed="rId7">
                <a:biLevel thresh="25000"/>
                <a:extLst>
                  <a:ext uri="{28A0092B-C50C-407E-A947-70E740481C1C}">
                    <a14:useLocalDpi xmlns:a14="http://schemas.microsoft.com/office/drawing/2010/main" val="0"/>
                  </a:ext>
                </a:extLst>
              </a:blip>
              <a:stretch>
                <a:fillRect/>
              </a:stretch>
            </p:blipFill>
            <p:spPr>
              <a:xfrm>
                <a:off x="7108497" y="914380"/>
                <a:ext cx="202448" cy="254238"/>
              </a:xfrm>
              <a:prstGeom prst="rect">
                <a:avLst/>
              </a:prstGeom>
            </p:spPr>
          </p:pic>
          <p:sp>
            <p:nvSpPr>
              <p:cNvPr id="142" name="テキスト ボックス 141">
                <a:extLst>
                  <a:ext uri="{FF2B5EF4-FFF2-40B4-BE49-F238E27FC236}">
                    <a16:creationId xmlns:a16="http://schemas.microsoft.com/office/drawing/2014/main" id="{AE358E26-497B-6711-942D-00DDE7468349}"/>
                  </a:ext>
                </a:extLst>
              </p:cNvPr>
              <p:cNvSpPr txBox="1"/>
              <p:nvPr/>
            </p:nvSpPr>
            <p:spPr>
              <a:xfrm>
                <a:off x="7436692" y="887611"/>
                <a:ext cx="902811"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00000000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45" name="グループ化 144">
              <a:extLst>
                <a:ext uri="{FF2B5EF4-FFF2-40B4-BE49-F238E27FC236}">
                  <a16:creationId xmlns:a16="http://schemas.microsoft.com/office/drawing/2014/main" id="{D7204150-AEC3-8BDB-EEB4-B3D6268119CC}"/>
                </a:ext>
              </a:extLst>
            </p:cNvPr>
            <p:cNvGrpSpPr/>
            <p:nvPr/>
          </p:nvGrpSpPr>
          <p:grpSpPr>
            <a:xfrm>
              <a:off x="10177914" y="650848"/>
              <a:ext cx="1263752" cy="307777"/>
              <a:chOff x="9272844" y="887611"/>
              <a:chExt cx="1263752" cy="307777"/>
            </a:xfrm>
          </p:grpSpPr>
          <p:pic>
            <p:nvPicPr>
              <p:cNvPr id="138" name="図 137">
                <a:extLst>
                  <a:ext uri="{FF2B5EF4-FFF2-40B4-BE49-F238E27FC236}">
                    <a16:creationId xmlns:a16="http://schemas.microsoft.com/office/drawing/2014/main" id="{80DBB02D-B17B-CA14-B24D-F10C8219E7E1}"/>
                  </a:ext>
                </a:extLst>
              </p:cNvPr>
              <p:cNvPicPr>
                <a:picLocks noChangeAspect="1"/>
              </p:cNvPicPr>
              <p:nvPr/>
            </p:nvPicPr>
            <p:blipFill>
              <a:blip r:embed="rId6">
                <a:biLevel thresh="25000"/>
                <a:extLst>
                  <a:ext uri="{28A0092B-C50C-407E-A947-70E740481C1C}">
                    <a14:useLocalDpi xmlns:a14="http://schemas.microsoft.com/office/drawing/2010/main" val="0"/>
                  </a:ext>
                </a:extLst>
              </a:blip>
              <a:stretch>
                <a:fillRect/>
              </a:stretch>
            </p:blipFill>
            <p:spPr>
              <a:xfrm>
                <a:off x="9272844" y="905906"/>
                <a:ext cx="273428" cy="271187"/>
              </a:xfrm>
              <a:prstGeom prst="rect">
                <a:avLst/>
              </a:prstGeom>
            </p:spPr>
          </p:pic>
          <p:sp>
            <p:nvSpPr>
              <p:cNvPr id="144" name="テキスト ボックス 143">
                <a:extLst>
                  <a:ext uri="{FF2B5EF4-FFF2-40B4-BE49-F238E27FC236}">
                    <a16:creationId xmlns:a16="http://schemas.microsoft.com/office/drawing/2014/main" id="{D6EECE1F-94E5-B66E-466B-A0C07B0E33D2}"/>
                  </a:ext>
                </a:extLst>
              </p:cNvPr>
              <p:cNvSpPr txBox="1"/>
              <p:nvPr/>
            </p:nvSpPr>
            <p:spPr>
              <a:xfrm>
                <a:off x="9633785" y="887611"/>
                <a:ext cx="902811"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00000000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grpSp>
        <p:nvGrpSpPr>
          <p:cNvPr id="42" name="グループ化 41">
            <a:extLst>
              <a:ext uri="{FF2B5EF4-FFF2-40B4-BE49-F238E27FC236}">
                <a16:creationId xmlns:a16="http://schemas.microsoft.com/office/drawing/2014/main" id="{679BEA70-325E-720F-2370-F5F6360FC356}"/>
              </a:ext>
            </a:extLst>
          </p:cNvPr>
          <p:cNvGrpSpPr/>
          <p:nvPr/>
        </p:nvGrpSpPr>
        <p:grpSpPr>
          <a:xfrm>
            <a:off x="5776875" y="1448425"/>
            <a:ext cx="5864380" cy="584355"/>
            <a:chOff x="5776875" y="1448425"/>
            <a:chExt cx="5864380" cy="584355"/>
          </a:xfrm>
        </p:grpSpPr>
        <p:grpSp>
          <p:nvGrpSpPr>
            <p:cNvPr id="147" name="グループ化 146">
              <a:extLst>
                <a:ext uri="{FF2B5EF4-FFF2-40B4-BE49-F238E27FC236}">
                  <a16:creationId xmlns:a16="http://schemas.microsoft.com/office/drawing/2014/main" id="{7D4B7C57-B8A3-35DA-4AC9-4EFC9EDE26A7}"/>
                </a:ext>
              </a:extLst>
            </p:cNvPr>
            <p:cNvGrpSpPr/>
            <p:nvPr/>
          </p:nvGrpSpPr>
          <p:grpSpPr>
            <a:xfrm>
              <a:off x="5776875" y="1454761"/>
              <a:ext cx="5864380" cy="578019"/>
              <a:chOff x="5776875" y="1454761"/>
              <a:chExt cx="5864380" cy="578019"/>
            </a:xfrm>
          </p:grpSpPr>
          <p:grpSp>
            <p:nvGrpSpPr>
              <p:cNvPr id="43" name="グループ化 42">
                <a:extLst>
                  <a:ext uri="{FF2B5EF4-FFF2-40B4-BE49-F238E27FC236}">
                    <a16:creationId xmlns:a16="http://schemas.microsoft.com/office/drawing/2014/main" id="{8928CF7C-FD5D-75D4-1C5B-F46D82D9356B}"/>
                  </a:ext>
                </a:extLst>
              </p:cNvPr>
              <p:cNvGrpSpPr/>
              <p:nvPr/>
            </p:nvGrpSpPr>
            <p:grpSpPr>
              <a:xfrm>
                <a:off x="5776875" y="1454761"/>
                <a:ext cx="5864380" cy="578019"/>
                <a:chOff x="1151428" y="1663429"/>
                <a:chExt cx="10129383" cy="553330"/>
              </a:xfrm>
            </p:grpSpPr>
            <p:sp>
              <p:nvSpPr>
                <p:cNvPr id="44" name="四角形: 上の 2 つの角を丸める 43">
                  <a:extLst>
                    <a:ext uri="{FF2B5EF4-FFF2-40B4-BE49-F238E27FC236}">
                      <a16:creationId xmlns:a16="http://schemas.microsoft.com/office/drawing/2014/main" id="{5050C347-4DC1-D955-29BE-A800810A78FF}"/>
                    </a:ext>
                  </a:extLst>
                </p:cNvPr>
                <p:cNvSpPr/>
                <p:nvPr/>
              </p:nvSpPr>
              <p:spPr>
                <a:xfrm>
                  <a:off x="1151428" y="1663429"/>
                  <a:ext cx="2977106" cy="553330"/>
                </a:xfrm>
                <a:prstGeom prst="round2Same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46" name="四角形: 上の 2 つの角を丸める 45">
                  <a:extLst>
                    <a:ext uri="{FF2B5EF4-FFF2-40B4-BE49-F238E27FC236}">
                      <a16:creationId xmlns:a16="http://schemas.microsoft.com/office/drawing/2014/main" id="{EA400DDC-A83B-DD71-7A6A-94AFD4DEFA13}"/>
                    </a:ext>
                  </a:extLst>
                </p:cNvPr>
                <p:cNvSpPr/>
                <p:nvPr/>
              </p:nvSpPr>
              <p:spPr>
                <a:xfrm>
                  <a:off x="8303705" y="1663429"/>
                  <a:ext cx="2977106" cy="553330"/>
                </a:xfrm>
                <a:prstGeom prst="round2SameRect">
                  <a:avLst/>
                </a:prstGeom>
                <a:solidFill>
                  <a:schemeClr val="accent6">
                    <a:lumMod val="60000"/>
                    <a:lumOff val="4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9" name="テキスト ボックス 8">
                <a:extLst>
                  <a:ext uri="{FF2B5EF4-FFF2-40B4-BE49-F238E27FC236}">
                    <a16:creationId xmlns:a16="http://schemas.microsoft.com/office/drawing/2014/main" id="{D3C4A354-4B7A-BCEE-F16B-04119763856C}"/>
                  </a:ext>
                </a:extLst>
              </p:cNvPr>
              <p:cNvSpPr txBox="1"/>
              <p:nvPr/>
            </p:nvSpPr>
            <p:spPr>
              <a:xfrm>
                <a:off x="10045928" y="1521142"/>
                <a:ext cx="1467069" cy="400110"/>
              </a:xfrm>
              <a:prstGeom prst="rect">
                <a:avLst/>
              </a:prstGeom>
              <a:noFill/>
            </p:spPr>
            <p:txBody>
              <a:bodyPr wrap="none" rtlCol="0">
                <a:spAutoFit/>
              </a:bodyPr>
              <a:lstStyle/>
              <a:p>
                <a:pPr algn="ctr"/>
                <a:r>
                  <a:rPr lang="ja-JP" altLang="en-US" sz="2000">
                    <a:solidFill>
                      <a:schemeClr val="bg1">
                        <a:lumMod val="95000"/>
                      </a:schemeClr>
                    </a:solidFill>
                    <a:latin typeface="原稿用標準書体" panose="03000503000000000000" pitchFamily="66" charset="-128"/>
                    <a:ea typeface="原稿用標準書体" panose="03000503000000000000" pitchFamily="66" charset="-128"/>
                  </a:rPr>
                  <a:t>超ドリンク</a:t>
                </a:r>
                <a:endPar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5" name="テキスト ボックス 14">
                <a:extLst>
                  <a:ext uri="{FF2B5EF4-FFF2-40B4-BE49-F238E27FC236}">
                    <a16:creationId xmlns:a16="http://schemas.microsoft.com/office/drawing/2014/main" id="{2B3AE07A-AB51-6A62-E19C-C9AFA50144AE}"/>
                  </a:ext>
                </a:extLst>
              </p:cNvPr>
              <p:cNvSpPr txBox="1"/>
              <p:nvPr/>
            </p:nvSpPr>
            <p:spPr>
              <a:xfrm>
                <a:off x="6161616" y="1519921"/>
                <a:ext cx="954107" cy="406432"/>
              </a:xfrm>
              <a:prstGeom prst="rect">
                <a:avLst/>
              </a:prstGeom>
              <a:noFill/>
            </p:spPr>
            <p:txBody>
              <a:bodyPr wrap="none" rtlCol="0">
                <a:spAutoFit/>
              </a:bodyPr>
              <a:lstStyle/>
              <a:p>
                <a:pPr algn="ctr"/>
                <a:r>
                  <a:rPr lang="ja-JP" altLang="en-US" sz="2000">
                    <a:solidFill>
                      <a:schemeClr val="accent6"/>
                    </a:solidFill>
                    <a:latin typeface="原稿用標準書体" panose="03000503000000000000" pitchFamily="66" charset="-128"/>
                    <a:ea typeface="原稿用標準書体" panose="03000503000000000000" pitchFamily="66" charset="-128"/>
                  </a:rPr>
                  <a:t>レベル</a:t>
                </a:r>
                <a:endParaRPr lang="ja-JP" altLang="en-US" sz="2000" dirty="0">
                  <a:solidFill>
                    <a:schemeClr val="accent6"/>
                  </a:solidFill>
                  <a:latin typeface="原稿用標準書体" panose="03000503000000000000" pitchFamily="66" charset="-128"/>
                  <a:ea typeface="原稿用標準書体" panose="03000503000000000000" pitchFamily="66" charset="-128"/>
                </a:endParaRPr>
              </a:p>
            </p:txBody>
          </p:sp>
        </p:grpSp>
        <p:sp>
          <p:nvSpPr>
            <p:cNvPr id="39" name="四角形: 上の 2 つの角を丸める 38">
              <a:extLst>
                <a:ext uri="{FF2B5EF4-FFF2-40B4-BE49-F238E27FC236}">
                  <a16:creationId xmlns:a16="http://schemas.microsoft.com/office/drawing/2014/main" id="{7B814D2B-09DF-B227-4688-47415C5AE4B6}"/>
                </a:ext>
              </a:extLst>
            </p:cNvPr>
            <p:cNvSpPr/>
            <p:nvPr/>
          </p:nvSpPr>
          <p:spPr>
            <a:xfrm>
              <a:off x="7859171" y="1448425"/>
              <a:ext cx="1723588" cy="578019"/>
            </a:xfrm>
            <a:prstGeom prst="round2SameRect">
              <a:avLst/>
            </a:prstGeom>
            <a:solidFill>
              <a:schemeClr val="accent6">
                <a:lumMod val="60000"/>
                <a:lumOff val="4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1" name="テキスト ボックス 40">
              <a:extLst>
                <a:ext uri="{FF2B5EF4-FFF2-40B4-BE49-F238E27FC236}">
                  <a16:creationId xmlns:a16="http://schemas.microsoft.com/office/drawing/2014/main" id="{1E9421FB-00FE-6038-8D01-BCF751E74BFE}"/>
                </a:ext>
              </a:extLst>
            </p:cNvPr>
            <p:cNvSpPr txBox="1"/>
            <p:nvPr/>
          </p:nvSpPr>
          <p:spPr>
            <a:xfrm>
              <a:off x="8115671" y="1527386"/>
              <a:ext cx="1210588" cy="400110"/>
            </a:xfrm>
            <a:prstGeom prst="rect">
              <a:avLst/>
            </a:prstGeom>
            <a:noFill/>
          </p:spPr>
          <p:txBody>
            <a:bodyPr wrap="none" rtlCol="0">
              <a:spAutoFit/>
            </a:bodyPr>
            <a:lstStyle/>
            <a:p>
              <a:pPr algn="ctr"/>
              <a:r>
                <a:rPr lang="ja-JP" altLang="en-US" sz="2000">
                  <a:solidFill>
                    <a:schemeClr val="bg1">
                      <a:lumMod val="95000"/>
                    </a:schemeClr>
                  </a:solidFill>
                  <a:latin typeface="原稿用標準書体" panose="03000503000000000000" pitchFamily="66" charset="-128"/>
                  <a:ea typeface="原稿用標準書体" panose="03000503000000000000" pitchFamily="66" charset="-128"/>
                </a:rPr>
                <a:t>才能開花</a:t>
              </a:r>
              <a:endPar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spTree>
    <p:extLst>
      <p:ext uri="{BB962C8B-B14F-4D97-AF65-F5344CB8AC3E}">
        <p14:creationId xmlns:p14="http://schemas.microsoft.com/office/powerpoint/2010/main" val="28031172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64" presetClass="path" presetSubtype="0" accel="50000" decel="50000" fill="hold" nodeType="clickEffect">
                                  <p:stCondLst>
                                    <p:cond delay="500"/>
                                  </p:stCondLst>
                                  <p:childTnLst>
                                    <p:animMotion origin="layout" path="M 0 3.33333E-6 L 0 -1.87778 " pathEditMode="relative" rAng="0" ptsTypes="AA">
                                      <p:cBhvr>
                                        <p:cTn id="6" dur="2000" fill="hold"/>
                                        <p:tgtEl>
                                          <p:spTgt spid="11"/>
                                        </p:tgtEl>
                                        <p:attrNameLst>
                                          <p:attrName>ppt_x</p:attrName>
                                          <p:attrName>ppt_y</p:attrName>
                                        </p:attrNameLst>
                                      </p:cBhvr>
                                      <p:rCtr x="0" y="-93935"/>
                                    </p:animMotion>
                                  </p:childTnLst>
                                </p:cTn>
                              </p:par>
                            </p:childTnLst>
                          </p:cTn>
                        </p:par>
                        <p:par>
                          <p:cTn id="7" fill="hold">
                            <p:stCondLst>
                              <p:cond delay="2500"/>
                            </p:stCondLst>
                            <p:childTnLst>
                              <p:par>
                                <p:cTn id="8" presetID="10" presetClass="exit" presetSubtype="0" fill="hold" nodeType="afterEffect">
                                  <p:stCondLst>
                                    <p:cond delay="0"/>
                                  </p:stCondLst>
                                  <p:childTnLst>
                                    <p:animEffect transition="out" filter="fade">
                                      <p:cBhvr>
                                        <p:cTn id="9" dur="500"/>
                                        <p:tgtEl>
                                          <p:spTgt spid="11"/>
                                        </p:tgtEl>
                                      </p:cBhvr>
                                    </p:animEffect>
                                    <p:set>
                                      <p:cBhvr>
                                        <p:cTn id="10" dur="1" fill="hold">
                                          <p:stCondLst>
                                            <p:cond delay="499"/>
                                          </p:stCondLst>
                                        </p:cTn>
                                        <p:tgtEl>
                                          <p:spTgt spid="11"/>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2.xml><?xml version="1.0" encoding="utf-8"?>
<p:sld xmlns:a="http://schemas.openxmlformats.org/drawingml/2006/main" xmlns:r="http://schemas.openxmlformats.org/officeDocument/2006/relationships" xmlns:p="http://schemas.openxmlformats.org/presentationml/2006/main">
  <p:cSld>
    <p:bg>
      <p:bgPr>
        <a:solidFill>
          <a:schemeClr val="tx1">
            <a:lumMod val="95000"/>
            <a:lumOff val="5000"/>
          </a:schemeClr>
        </a:solidFill>
        <a:effectLst/>
      </p:bgPr>
    </p:bg>
    <p:spTree>
      <p:nvGrpSpPr>
        <p:cNvPr id="1" name="">
          <a:extLst>
            <a:ext uri="{FF2B5EF4-FFF2-40B4-BE49-F238E27FC236}">
              <a16:creationId xmlns:a16="http://schemas.microsoft.com/office/drawing/2014/main" id="{BB26DB12-5826-71CB-FF6B-461C7CDCC4ED}"/>
            </a:ext>
          </a:extLst>
        </p:cNvPr>
        <p:cNvGrpSpPr/>
        <p:nvPr/>
      </p:nvGrpSpPr>
      <p:grpSpPr>
        <a:xfrm>
          <a:off x="0" y="0"/>
          <a:ext cx="0" cy="0"/>
          <a:chOff x="0" y="0"/>
          <a:chExt cx="0" cy="0"/>
        </a:xfrm>
      </p:grpSpPr>
      <p:pic>
        <p:nvPicPr>
          <p:cNvPr id="3" name="図 2">
            <a:extLst>
              <a:ext uri="{FF2B5EF4-FFF2-40B4-BE49-F238E27FC236}">
                <a16:creationId xmlns:a16="http://schemas.microsoft.com/office/drawing/2014/main" id="{6E25159B-66A9-A9E1-13B5-967D9FA7200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38842" y="1454761"/>
            <a:ext cx="5249937" cy="7307233"/>
          </a:xfrm>
          <a:prstGeom prst="rect">
            <a:avLst/>
          </a:prstGeom>
        </p:spPr>
      </p:pic>
      <p:sp>
        <p:nvSpPr>
          <p:cNvPr id="47" name="四角形: 上の 2 つの角を丸める 46">
            <a:extLst>
              <a:ext uri="{FF2B5EF4-FFF2-40B4-BE49-F238E27FC236}">
                <a16:creationId xmlns:a16="http://schemas.microsoft.com/office/drawing/2014/main" id="{056749BF-DD57-16A7-1F79-153EAE151999}"/>
              </a:ext>
            </a:extLst>
          </p:cNvPr>
          <p:cNvSpPr/>
          <p:nvPr/>
        </p:nvSpPr>
        <p:spPr>
          <a:xfrm flipV="1">
            <a:off x="5776875" y="2032777"/>
            <a:ext cx="5864380" cy="4307252"/>
          </a:xfrm>
          <a:prstGeom prst="round2SameRect">
            <a:avLst>
              <a:gd name="adj1" fmla="val 2338"/>
              <a:gd name="adj2" fmla="val 0"/>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47" name="グループ化 146">
            <a:extLst>
              <a:ext uri="{FF2B5EF4-FFF2-40B4-BE49-F238E27FC236}">
                <a16:creationId xmlns:a16="http://schemas.microsoft.com/office/drawing/2014/main" id="{BD5D28BC-B587-AD1B-8EE3-D6AE6B08AF66}"/>
              </a:ext>
            </a:extLst>
          </p:cNvPr>
          <p:cNvGrpSpPr/>
          <p:nvPr/>
        </p:nvGrpSpPr>
        <p:grpSpPr>
          <a:xfrm>
            <a:off x="5776874" y="1454761"/>
            <a:ext cx="5864381" cy="578019"/>
            <a:chOff x="5776874" y="1454761"/>
            <a:chExt cx="5864381" cy="578019"/>
          </a:xfrm>
        </p:grpSpPr>
        <p:grpSp>
          <p:nvGrpSpPr>
            <p:cNvPr id="43" name="グループ化 42">
              <a:extLst>
                <a:ext uri="{FF2B5EF4-FFF2-40B4-BE49-F238E27FC236}">
                  <a16:creationId xmlns:a16="http://schemas.microsoft.com/office/drawing/2014/main" id="{2638B7C2-BEF4-10E8-641D-9CA652015224}"/>
                </a:ext>
              </a:extLst>
            </p:cNvPr>
            <p:cNvGrpSpPr/>
            <p:nvPr/>
          </p:nvGrpSpPr>
          <p:grpSpPr>
            <a:xfrm>
              <a:off x="5776874" y="1454761"/>
              <a:ext cx="5864381" cy="578019"/>
              <a:chOff x="1151426" y="1663429"/>
              <a:chExt cx="10129385" cy="553330"/>
            </a:xfrm>
          </p:grpSpPr>
          <p:sp>
            <p:nvSpPr>
              <p:cNvPr id="44" name="四角形: 上の 2 つの角を丸める 43">
                <a:extLst>
                  <a:ext uri="{FF2B5EF4-FFF2-40B4-BE49-F238E27FC236}">
                    <a16:creationId xmlns:a16="http://schemas.microsoft.com/office/drawing/2014/main" id="{2F623D70-FEFA-639F-3741-D33A8412AFE6}"/>
                  </a:ext>
                </a:extLst>
              </p:cNvPr>
              <p:cNvSpPr/>
              <p:nvPr/>
            </p:nvSpPr>
            <p:spPr>
              <a:xfrm>
                <a:off x="1151426" y="1663429"/>
                <a:ext cx="4593302" cy="553330"/>
              </a:xfrm>
              <a:prstGeom prst="round2Same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46" name="四角形: 上の 2 つの角を丸める 45">
                <a:extLst>
                  <a:ext uri="{FF2B5EF4-FFF2-40B4-BE49-F238E27FC236}">
                    <a16:creationId xmlns:a16="http://schemas.microsoft.com/office/drawing/2014/main" id="{E332DFCA-5EE5-0635-3445-41E719FF1639}"/>
                  </a:ext>
                </a:extLst>
              </p:cNvPr>
              <p:cNvSpPr/>
              <p:nvPr/>
            </p:nvSpPr>
            <p:spPr>
              <a:xfrm>
                <a:off x="6677614" y="1663429"/>
                <a:ext cx="4603197" cy="553330"/>
              </a:xfrm>
              <a:prstGeom prst="round2SameRect">
                <a:avLst/>
              </a:prstGeom>
              <a:solidFill>
                <a:schemeClr val="accent6">
                  <a:lumMod val="60000"/>
                  <a:lumOff val="4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9" name="テキスト ボックス 8">
              <a:extLst>
                <a:ext uri="{FF2B5EF4-FFF2-40B4-BE49-F238E27FC236}">
                  <a16:creationId xmlns:a16="http://schemas.microsoft.com/office/drawing/2014/main" id="{E339598F-82B4-97A3-D9D2-495DC0DF17FC}"/>
                </a:ext>
              </a:extLst>
            </p:cNvPr>
            <p:cNvSpPr txBox="1"/>
            <p:nvPr/>
          </p:nvSpPr>
          <p:spPr>
            <a:xfrm>
              <a:off x="9703456" y="1521142"/>
              <a:ext cx="1210588" cy="400110"/>
            </a:xfrm>
            <a:prstGeom prst="rect">
              <a:avLst/>
            </a:prstGeom>
            <a:noFill/>
          </p:spPr>
          <p:txBody>
            <a:bodyPr wrap="none" rtlCol="0">
              <a:spAutoFit/>
            </a:bodyPr>
            <a:lstStyle/>
            <a:p>
              <a:pPr algn="ctr"/>
              <a:r>
                <a:rPr lang="ja-JP" altLang="en-US" sz="2000">
                  <a:solidFill>
                    <a:schemeClr val="bg1">
                      <a:lumMod val="95000"/>
                    </a:schemeClr>
                  </a:solidFill>
                  <a:latin typeface="原稿用標準書体" panose="03000503000000000000" pitchFamily="66" charset="-128"/>
                  <a:ea typeface="原稿用標準書体" panose="03000503000000000000" pitchFamily="66" charset="-128"/>
                </a:rPr>
                <a:t>才能開花</a:t>
              </a:r>
              <a:endPar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5" name="テキスト ボックス 14">
              <a:extLst>
                <a:ext uri="{FF2B5EF4-FFF2-40B4-BE49-F238E27FC236}">
                  <a16:creationId xmlns:a16="http://schemas.microsoft.com/office/drawing/2014/main" id="{8095B942-F6C2-C080-90A5-62FD22C1BD3C}"/>
                </a:ext>
              </a:extLst>
            </p:cNvPr>
            <p:cNvSpPr txBox="1"/>
            <p:nvPr/>
          </p:nvSpPr>
          <p:spPr>
            <a:xfrm>
              <a:off x="6629461" y="1519921"/>
              <a:ext cx="954107" cy="406432"/>
            </a:xfrm>
            <a:prstGeom prst="rect">
              <a:avLst/>
            </a:prstGeom>
            <a:noFill/>
          </p:spPr>
          <p:txBody>
            <a:bodyPr wrap="none" rtlCol="0">
              <a:spAutoFit/>
            </a:bodyPr>
            <a:lstStyle/>
            <a:p>
              <a:pPr algn="ctr"/>
              <a:r>
                <a:rPr lang="ja-JP" altLang="en-US" sz="2000">
                  <a:solidFill>
                    <a:schemeClr val="accent6"/>
                  </a:solidFill>
                  <a:latin typeface="原稿用標準書体" panose="03000503000000000000" pitchFamily="66" charset="-128"/>
                  <a:ea typeface="原稿用標準書体" panose="03000503000000000000" pitchFamily="66" charset="-128"/>
                </a:rPr>
                <a:t>レベル</a:t>
              </a:r>
              <a:endParaRPr lang="ja-JP" altLang="en-US" sz="2000" dirty="0">
                <a:solidFill>
                  <a:schemeClr val="accent6"/>
                </a:solidFill>
                <a:latin typeface="原稿用標準書体" panose="03000503000000000000" pitchFamily="66" charset="-128"/>
                <a:ea typeface="原稿用標準書体" panose="03000503000000000000" pitchFamily="66" charset="-128"/>
              </a:endParaRPr>
            </a:p>
          </p:txBody>
        </p:sp>
      </p:grpSp>
      <p:grpSp>
        <p:nvGrpSpPr>
          <p:cNvPr id="20" name="グループ化 19">
            <a:extLst>
              <a:ext uri="{FF2B5EF4-FFF2-40B4-BE49-F238E27FC236}">
                <a16:creationId xmlns:a16="http://schemas.microsoft.com/office/drawing/2014/main" id="{E33D5006-3C84-70B4-25C6-FE9518C5CA2F}"/>
              </a:ext>
            </a:extLst>
          </p:cNvPr>
          <p:cNvGrpSpPr/>
          <p:nvPr/>
        </p:nvGrpSpPr>
        <p:grpSpPr>
          <a:xfrm>
            <a:off x="163586" y="134635"/>
            <a:ext cx="3123445" cy="1396119"/>
            <a:chOff x="163586" y="134635"/>
            <a:chExt cx="3123445" cy="1396119"/>
          </a:xfrm>
        </p:grpSpPr>
        <p:sp>
          <p:nvSpPr>
            <p:cNvPr id="21" name="四角形: 角を丸くする 20">
              <a:extLst>
                <a:ext uri="{FF2B5EF4-FFF2-40B4-BE49-F238E27FC236}">
                  <a16:creationId xmlns:a16="http://schemas.microsoft.com/office/drawing/2014/main" id="{C3E39AC6-38A2-765A-66C1-FDB099282722}"/>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22" name="テキスト ボックス 21">
              <a:extLst>
                <a:ext uri="{FF2B5EF4-FFF2-40B4-BE49-F238E27FC236}">
                  <a16:creationId xmlns:a16="http://schemas.microsoft.com/office/drawing/2014/main" id="{1C093ACA-BCC6-DA86-3271-470A2AA5EF24}"/>
                </a:ext>
              </a:extLst>
            </p:cNvPr>
            <p:cNvSpPr txBox="1"/>
            <p:nvPr/>
          </p:nvSpPr>
          <p:spPr>
            <a:xfrm>
              <a:off x="1624595" y="641390"/>
              <a:ext cx="146706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キャラ強化</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23" name="グループ化 22">
              <a:extLst>
                <a:ext uri="{FF2B5EF4-FFF2-40B4-BE49-F238E27FC236}">
                  <a16:creationId xmlns:a16="http://schemas.microsoft.com/office/drawing/2014/main" id="{3A31FE95-FF44-40AA-2597-047CAF73F621}"/>
                </a:ext>
              </a:extLst>
            </p:cNvPr>
            <p:cNvGrpSpPr/>
            <p:nvPr/>
          </p:nvGrpSpPr>
          <p:grpSpPr>
            <a:xfrm>
              <a:off x="163586" y="134635"/>
              <a:ext cx="1975684" cy="1396119"/>
              <a:chOff x="163586" y="134635"/>
              <a:chExt cx="1975684" cy="1396119"/>
            </a:xfrm>
          </p:grpSpPr>
          <p:grpSp>
            <p:nvGrpSpPr>
              <p:cNvPr id="24" name="グループ化 23">
                <a:extLst>
                  <a:ext uri="{FF2B5EF4-FFF2-40B4-BE49-F238E27FC236}">
                    <a16:creationId xmlns:a16="http://schemas.microsoft.com/office/drawing/2014/main" id="{FF72BF54-93A8-5FCC-F078-0EE84DA51DB1}"/>
                  </a:ext>
                </a:extLst>
              </p:cNvPr>
              <p:cNvGrpSpPr/>
              <p:nvPr/>
            </p:nvGrpSpPr>
            <p:grpSpPr>
              <a:xfrm>
                <a:off x="163586" y="134635"/>
                <a:ext cx="1975684" cy="1396119"/>
                <a:chOff x="163586" y="134635"/>
                <a:chExt cx="1975684" cy="1396119"/>
              </a:xfrm>
            </p:grpSpPr>
            <p:pic>
              <p:nvPicPr>
                <p:cNvPr id="26" name="図 25">
                  <a:extLst>
                    <a:ext uri="{FF2B5EF4-FFF2-40B4-BE49-F238E27FC236}">
                      <a16:creationId xmlns:a16="http://schemas.microsoft.com/office/drawing/2014/main" id="{4F5873D8-58E0-B466-E2A5-D3FCB768091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7" name="楕円 26">
                  <a:extLst>
                    <a:ext uri="{FF2B5EF4-FFF2-40B4-BE49-F238E27FC236}">
                      <a16:creationId xmlns:a16="http://schemas.microsoft.com/office/drawing/2014/main" id="{8B569795-DABB-9032-5E53-2ED536455BA6}"/>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5" name="図 24">
                <a:extLst>
                  <a:ext uri="{FF2B5EF4-FFF2-40B4-BE49-F238E27FC236}">
                    <a16:creationId xmlns:a16="http://schemas.microsoft.com/office/drawing/2014/main" id="{3A7DA17D-F502-969C-BF13-6BD5C7BE2F8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sp>
        <p:nvSpPr>
          <p:cNvPr id="28" name="フローチャート: 論理積ゲート 27">
            <a:extLst>
              <a:ext uri="{FF2B5EF4-FFF2-40B4-BE49-F238E27FC236}">
                <a16:creationId xmlns:a16="http://schemas.microsoft.com/office/drawing/2014/main" id="{94C5E137-0751-5C90-DDF7-4A56AD254484}"/>
              </a:ext>
            </a:extLst>
          </p:cNvPr>
          <p:cNvSpPr/>
          <p:nvPr/>
        </p:nvSpPr>
        <p:spPr>
          <a:xfrm rot="16200000">
            <a:off x="2344669" y="3412898"/>
            <a:ext cx="1516101" cy="4338157"/>
          </a:xfrm>
          <a:prstGeom prst="flowChartDelay">
            <a:avLst/>
          </a:prstGeom>
          <a:solidFill>
            <a:schemeClr val="tx2">
              <a:lumMod val="20000"/>
              <a:lumOff val="80000"/>
              <a:alpha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8" name="グループ化 17">
            <a:extLst>
              <a:ext uri="{FF2B5EF4-FFF2-40B4-BE49-F238E27FC236}">
                <a16:creationId xmlns:a16="http://schemas.microsoft.com/office/drawing/2014/main" id="{D6D14991-3581-61C5-1210-D257DB77233A}"/>
              </a:ext>
            </a:extLst>
          </p:cNvPr>
          <p:cNvGrpSpPr/>
          <p:nvPr/>
        </p:nvGrpSpPr>
        <p:grpSpPr>
          <a:xfrm>
            <a:off x="2296512" y="4969558"/>
            <a:ext cx="1612416" cy="560146"/>
            <a:chOff x="7098261" y="4231434"/>
            <a:chExt cx="1612416" cy="560146"/>
          </a:xfrm>
        </p:grpSpPr>
        <p:pic>
          <p:nvPicPr>
            <p:cNvPr id="29" name="図 28">
              <a:extLst>
                <a:ext uri="{FF2B5EF4-FFF2-40B4-BE49-F238E27FC236}">
                  <a16:creationId xmlns:a16="http://schemas.microsoft.com/office/drawing/2014/main" id="{C75ACC9C-1C92-4960-2966-C734BC9165A2}"/>
                </a:ext>
              </a:extLst>
            </p:cNvPr>
            <p:cNvPicPr>
              <a:picLocks noChangeAspect="1"/>
            </p:cNvPicPr>
            <p:nvPr/>
          </p:nvPicPr>
          <p:blipFill>
            <a:blip r:embed="rId5">
              <a:duotone>
                <a:schemeClr val="accent3">
                  <a:shade val="45000"/>
                  <a:satMod val="135000"/>
                </a:schemeClr>
                <a:prstClr val="white"/>
              </a:duotone>
              <a:extLst>
                <a:ext uri="{28A0092B-C50C-407E-A947-70E740481C1C}">
                  <a14:useLocalDpi xmlns:a14="http://schemas.microsoft.com/office/drawing/2010/main" val="0"/>
                </a:ext>
              </a:extLst>
            </a:blip>
            <a:srcRect l="6840" t="30163" r="48646" b="36883"/>
            <a:stretch>
              <a:fillRect/>
            </a:stretch>
          </p:blipFill>
          <p:spPr>
            <a:xfrm>
              <a:off x="7098261" y="4231434"/>
              <a:ext cx="504420" cy="560146"/>
            </a:xfrm>
            <a:prstGeom prst="rect">
              <a:avLst/>
            </a:prstGeom>
          </p:spPr>
        </p:pic>
        <p:sp>
          <p:nvSpPr>
            <p:cNvPr id="30" name="テキスト ボックス 29">
              <a:extLst>
                <a:ext uri="{FF2B5EF4-FFF2-40B4-BE49-F238E27FC236}">
                  <a16:creationId xmlns:a16="http://schemas.microsoft.com/office/drawing/2014/main" id="{699D6A07-F6F8-F533-C7F3-0DA66A92A931}"/>
                </a:ext>
              </a:extLst>
            </p:cNvPr>
            <p:cNvSpPr txBox="1"/>
            <p:nvPr/>
          </p:nvSpPr>
          <p:spPr>
            <a:xfrm>
              <a:off x="7602681" y="4280675"/>
              <a:ext cx="1107996" cy="461665"/>
            </a:xfrm>
            <a:prstGeom prst="rect">
              <a:avLst/>
            </a:prstGeom>
            <a:noFill/>
            <a:effectLst>
              <a:glow rad="63500">
                <a:schemeClr val="accent3">
                  <a:satMod val="175000"/>
                  <a:alpha val="40000"/>
                </a:schemeClr>
              </a:glow>
            </a:effectLst>
          </p:spPr>
          <p:txBody>
            <a:bodyPr wrap="none" rtlCol="0">
              <a:spAutoFit/>
            </a:bodyPr>
            <a:lstStyle/>
            <a:p>
              <a:r>
                <a:rPr lang="ja-JP" altLang="en-US" sz="2400" dirty="0">
                  <a:solidFill>
                    <a:schemeClr val="tx1">
                      <a:lumMod val="85000"/>
                      <a:lumOff val="15000"/>
                    </a:schemeClr>
                  </a:solidFill>
                  <a:effectLst>
                    <a:glow rad="38100">
                      <a:schemeClr val="accent3">
                        <a:satMod val="175000"/>
                        <a:alpha val="65000"/>
                      </a:schemeClr>
                    </a:glow>
                  </a:effectLst>
                  <a:latin typeface="原稿用標準書体" panose="03000503000000000000" pitchFamily="66" charset="-128"/>
                  <a:ea typeface="原稿用標準書体" panose="03000503000000000000" pitchFamily="66" charset="-128"/>
                </a:rPr>
                <a:t>タンク</a:t>
              </a:r>
              <a:endParaRPr lang="en-US" altLang="ja-JP" dirty="0">
                <a:solidFill>
                  <a:schemeClr val="tx1">
                    <a:lumMod val="85000"/>
                    <a:lumOff val="15000"/>
                  </a:schemeClr>
                </a:solidFill>
                <a:effectLst>
                  <a:glow rad="38100">
                    <a:schemeClr val="accent3">
                      <a:satMod val="175000"/>
                      <a:alpha val="65000"/>
                    </a:schemeClr>
                  </a:glow>
                </a:effectLst>
                <a:latin typeface="原稿用標準書体" panose="03000503000000000000" pitchFamily="66" charset="-128"/>
                <a:ea typeface="原稿用標準書体" panose="03000503000000000000" pitchFamily="66" charset="-128"/>
              </a:endParaRPr>
            </a:p>
          </p:txBody>
        </p:sp>
      </p:grpSp>
      <p:grpSp>
        <p:nvGrpSpPr>
          <p:cNvPr id="38" name="グループ化 37">
            <a:extLst>
              <a:ext uri="{FF2B5EF4-FFF2-40B4-BE49-F238E27FC236}">
                <a16:creationId xmlns:a16="http://schemas.microsoft.com/office/drawing/2014/main" id="{1706E6A5-27A2-1AC2-EF27-29CB92648B57}"/>
              </a:ext>
            </a:extLst>
          </p:cNvPr>
          <p:cNvGrpSpPr/>
          <p:nvPr/>
        </p:nvGrpSpPr>
        <p:grpSpPr>
          <a:xfrm>
            <a:off x="1678907" y="5559109"/>
            <a:ext cx="2847626" cy="584775"/>
            <a:chOff x="1959145" y="5400486"/>
            <a:chExt cx="2847626" cy="584775"/>
          </a:xfrm>
        </p:grpSpPr>
        <p:sp>
          <p:nvSpPr>
            <p:cNvPr id="7" name="テキスト ボックス 6">
              <a:extLst>
                <a:ext uri="{FF2B5EF4-FFF2-40B4-BE49-F238E27FC236}">
                  <a16:creationId xmlns:a16="http://schemas.microsoft.com/office/drawing/2014/main" id="{75537EEF-5BF6-1B65-E1C9-03ACA5A555DA}"/>
                </a:ext>
              </a:extLst>
            </p:cNvPr>
            <p:cNvSpPr txBox="1"/>
            <p:nvPr/>
          </p:nvSpPr>
          <p:spPr>
            <a:xfrm>
              <a:off x="3185814" y="5462041"/>
              <a:ext cx="1620957" cy="523220"/>
            </a:xfrm>
            <a:prstGeom prst="rect">
              <a:avLst/>
            </a:prstGeom>
            <a:noFill/>
          </p:spPr>
          <p:txBody>
            <a:bodyPr wrap="none" rtlCol="0">
              <a:spAutoFit/>
            </a:bodyPr>
            <a:lstStyle/>
            <a:p>
              <a:pPr algn="ctr"/>
              <a:r>
                <a:rPr lang="ja-JP" altLang="en-US" sz="2800">
                  <a:solidFill>
                    <a:schemeClr val="tx1">
                      <a:lumMod val="85000"/>
                      <a:lumOff val="15000"/>
                    </a:schemeClr>
                  </a:solidFill>
                  <a:latin typeface="原稿用標準書体" panose="03000503000000000000" pitchFamily="66" charset="-128"/>
                  <a:ea typeface="原稿用標準書体" panose="03000503000000000000" pitchFamily="66" charset="-128"/>
                </a:rPr>
                <a:t>キャラ名</a:t>
              </a:r>
              <a:endParaRPr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3" name="テキスト ボックス 12">
              <a:extLst>
                <a:ext uri="{FF2B5EF4-FFF2-40B4-BE49-F238E27FC236}">
                  <a16:creationId xmlns:a16="http://schemas.microsoft.com/office/drawing/2014/main" id="{208685B7-1EDE-AEE7-F508-48F9BD6719B2}"/>
                </a:ext>
              </a:extLst>
            </p:cNvPr>
            <p:cNvSpPr txBox="1"/>
            <p:nvPr/>
          </p:nvSpPr>
          <p:spPr>
            <a:xfrm>
              <a:off x="1959145" y="5400486"/>
              <a:ext cx="1005404" cy="584775"/>
            </a:xfrm>
            <a:prstGeom prst="rect">
              <a:avLst/>
            </a:prstGeom>
            <a:noFill/>
          </p:spPr>
          <p:txBody>
            <a:bodyPr wrap="none" rtlCol="0">
              <a:spAutoFit/>
            </a:bodyPr>
            <a:lstStyle/>
            <a:p>
              <a:pPr algn="ctr"/>
              <a:r>
                <a:rPr lang="en-US" altLang="ja-JP" sz="3200">
                  <a:solidFill>
                    <a:schemeClr val="tx1">
                      <a:lumMod val="85000"/>
                      <a:lumOff val="15000"/>
                    </a:schemeClr>
                  </a:solidFill>
                  <a:latin typeface="原稿用標準書体" panose="03000503000000000000" pitchFamily="66" charset="-128"/>
                  <a:ea typeface="原稿用標準書体" panose="03000503000000000000" pitchFamily="66" charset="-128"/>
                </a:rPr>
                <a:t>Lv00</a:t>
              </a:r>
              <a:endParaRPr lang="ja-JP" altLang="en-US" sz="32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sp>
        <p:nvSpPr>
          <p:cNvPr id="105" name="正方形/長方形 104">
            <a:extLst>
              <a:ext uri="{FF2B5EF4-FFF2-40B4-BE49-F238E27FC236}">
                <a16:creationId xmlns:a16="http://schemas.microsoft.com/office/drawing/2014/main" id="{F3ACA9D3-4B7D-E668-AA9D-E7C4DFF0F78A}"/>
              </a:ext>
            </a:extLst>
          </p:cNvPr>
          <p:cNvSpPr/>
          <p:nvPr/>
        </p:nvSpPr>
        <p:spPr>
          <a:xfrm>
            <a:off x="5779445" y="2032909"/>
            <a:ext cx="5864379" cy="631101"/>
          </a:xfrm>
          <a:prstGeom prst="rect">
            <a:avLst/>
          </a:prstGeom>
          <a:solidFill>
            <a:schemeClr val="accent2">
              <a:lumMod val="60000"/>
              <a:lumOff val="40000"/>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19" name="グループ化 118">
            <a:extLst>
              <a:ext uri="{FF2B5EF4-FFF2-40B4-BE49-F238E27FC236}">
                <a16:creationId xmlns:a16="http://schemas.microsoft.com/office/drawing/2014/main" id="{9A1ED047-796D-37B6-D6FC-ED283991CFEA}"/>
              </a:ext>
            </a:extLst>
          </p:cNvPr>
          <p:cNvGrpSpPr/>
          <p:nvPr/>
        </p:nvGrpSpPr>
        <p:grpSpPr>
          <a:xfrm>
            <a:off x="6154122" y="2109105"/>
            <a:ext cx="2177531" cy="3035662"/>
            <a:chOff x="6154122" y="1973260"/>
            <a:chExt cx="2177531" cy="3035662"/>
          </a:xfrm>
        </p:grpSpPr>
        <p:grpSp>
          <p:nvGrpSpPr>
            <p:cNvPr id="103" name="グループ化 102">
              <a:extLst>
                <a:ext uri="{FF2B5EF4-FFF2-40B4-BE49-F238E27FC236}">
                  <a16:creationId xmlns:a16="http://schemas.microsoft.com/office/drawing/2014/main" id="{878C91F1-BD6F-5D2A-CC9B-C96CDE560D1C}"/>
                </a:ext>
              </a:extLst>
            </p:cNvPr>
            <p:cNvGrpSpPr/>
            <p:nvPr/>
          </p:nvGrpSpPr>
          <p:grpSpPr>
            <a:xfrm>
              <a:off x="6154122" y="2670352"/>
              <a:ext cx="2177531" cy="2338570"/>
              <a:chOff x="6277096" y="2699962"/>
              <a:chExt cx="2177531" cy="2338570"/>
            </a:xfrm>
          </p:grpSpPr>
          <p:grpSp>
            <p:nvGrpSpPr>
              <p:cNvPr id="2" name="グループ化 1">
                <a:extLst>
                  <a:ext uri="{FF2B5EF4-FFF2-40B4-BE49-F238E27FC236}">
                    <a16:creationId xmlns:a16="http://schemas.microsoft.com/office/drawing/2014/main" id="{BD779340-DE15-1462-B7CB-47E69B8D0999}"/>
                  </a:ext>
                </a:extLst>
              </p:cNvPr>
              <p:cNvGrpSpPr/>
              <p:nvPr/>
            </p:nvGrpSpPr>
            <p:grpSpPr>
              <a:xfrm>
                <a:off x="6277097" y="4298965"/>
                <a:ext cx="2177529" cy="739567"/>
                <a:chOff x="5227712" y="3336557"/>
                <a:chExt cx="1747806" cy="739567"/>
              </a:xfrm>
            </p:grpSpPr>
            <p:sp>
              <p:nvSpPr>
                <p:cNvPr id="4" name="テキスト ボックス 3">
                  <a:extLst>
                    <a:ext uri="{FF2B5EF4-FFF2-40B4-BE49-F238E27FC236}">
                      <a16:creationId xmlns:a16="http://schemas.microsoft.com/office/drawing/2014/main" id="{9F45C9FB-849A-864C-B5B5-434381818C63}"/>
                    </a:ext>
                  </a:extLst>
                </p:cNvPr>
                <p:cNvSpPr txBox="1"/>
                <p:nvPr/>
              </p:nvSpPr>
              <p:spPr>
                <a:xfrm>
                  <a:off x="5227712" y="3336557"/>
                  <a:ext cx="917968" cy="400110"/>
                </a:xfrm>
                <a:prstGeom prst="rect">
                  <a:avLst/>
                </a:prstGeom>
                <a:noFill/>
              </p:spPr>
              <p:txBody>
                <a:bodyPr wrap="none" rtlCol="0">
                  <a:spAutoFit/>
                </a:bodyPr>
                <a:lstStyle/>
                <a:p>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ATK</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a:t>
                  </a:r>
                  <a:r>
                    <a:rPr lang="en-US" altLang="ja-JP" sz="2000" b="1">
                      <a:solidFill>
                        <a:schemeClr val="tx1">
                          <a:lumMod val="85000"/>
                          <a:lumOff val="15000"/>
                        </a:schemeClr>
                      </a:solidFill>
                      <a:latin typeface="原稿用標準書体" panose="03000503000000000000" pitchFamily="66" charset="-128"/>
                      <a:ea typeface="原稿用標準書体" panose="03000503000000000000" pitchFamily="66" charset="-128"/>
                    </a:rPr>
                    <a:t>0000</a:t>
                  </a:r>
                  <a:endPar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5" name="四角形: 角を丸くする 4">
                  <a:extLst>
                    <a:ext uri="{FF2B5EF4-FFF2-40B4-BE49-F238E27FC236}">
                      <a16:creationId xmlns:a16="http://schemas.microsoft.com/office/drawing/2014/main" id="{08A6D03E-ACE8-F324-78EE-D398A6360516}"/>
                    </a:ext>
                  </a:extLst>
                </p:cNvPr>
                <p:cNvSpPr/>
                <p:nvPr/>
              </p:nvSpPr>
              <p:spPr>
                <a:xfrm rot="5400000">
                  <a:off x="5960059" y="3060665"/>
                  <a:ext cx="283112" cy="1747806"/>
                </a:xfrm>
                <a:prstGeom prst="roundRect">
                  <a:avLst>
                    <a:gd name="adj" fmla="val 9570"/>
                  </a:avLst>
                </a:prstGeom>
                <a:solidFill>
                  <a:schemeClr val="accent1"/>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6" name="グループ化 5">
                <a:extLst>
                  <a:ext uri="{FF2B5EF4-FFF2-40B4-BE49-F238E27FC236}">
                    <a16:creationId xmlns:a16="http://schemas.microsoft.com/office/drawing/2014/main" id="{43E3F870-4550-A5C7-4643-3D07820AA884}"/>
                  </a:ext>
                </a:extLst>
              </p:cNvPr>
              <p:cNvGrpSpPr/>
              <p:nvPr/>
            </p:nvGrpSpPr>
            <p:grpSpPr>
              <a:xfrm>
                <a:off x="6277096" y="3501117"/>
                <a:ext cx="2177531" cy="738164"/>
                <a:chOff x="5227711" y="2418059"/>
                <a:chExt cx="1747807" cy="738164"/>
              </a:xfrm>
            </p:grpSpPr>
            <p:sp>
              <p:nvSpPr>
                <p:cNvPr id="8" name="テキスト ボックス 7">
                  <a:extLst>
                    <a:ext uri="{FF2B5EF4-FFF2-40B4-BE49-F238E27FC236}">
                      <a16:creationId xmlns:a16="http://schemas.microsoft.com/office/drawing/2014/main" id="{E58FCED2-6E5F-E4B4-CB88-97001CF0D508}"/>
                    </a:ext>
                  </a:extLst>
                </p:cNvPr>
                <p:cNvSpPr txBox="1"/>
                <p:nvPr/>
              </p:nvSpPr>
              <p:spPr>
                <a:xfrm>
                  <a:off x="5227711" y="2418059"/>
                  <a:ext cx="917968" cy="400110"/>
                </a:xfrm>
                <a:prstGeom prst="rect">
                  <a:avLst/>
                </a:prstGeom>
                <a:noFill/>
              </p:spPr>
              <p:txBody>
                <a:bodyPr wrap="none" rtlCol="0">
                  <a:spAutoFit/>
                </a:bodyPr>
                <a:lstStyle/>
                <a:p>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SPD</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a:t>
                  </a:r>
                  <a:r>
                    <a:rPr lang="en-US" altLang="ja-JP" sz="2000" b="1">
                      <a:solidFill>
                        <a:schemeClr val="tx1">
                          <a:lumMod val="85000"/>
                          <a:lumOff val="15000"/>
                        </a:schemeClr>
                      </a:solidFill>
                      <a:latin typeface="原稿用標準書体" panose="03000503000000000000" pitchFamily="66" charset="-128"/>
                      <a:ea typeface="原稿用標準書体" panose="03000503000000000000" pitchFamily="66" charset="-128"/>
                    </a:rPr>
                    <a:t>0000</a:t>
                  </a:r>
                  <a:endPar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0" name="四角形: 角を丸くする 9">
                  <a:extLst>
                    <a:ext uri="{FF2B5EF4-FFF2-40B4-BE49-F238E27FC236}">
                      <a16:creationId xmlns:a16="http://schemas.microsoft.com/office/drawing/2014/main" id="{33E55605-95B7-8272-CC12-9B3220FD613B}"/>
                    </a:ext>
                  </a:extLst>
                </p:cNvPr>
                <p:cNvSpPr/>
                <p:nvPr/>
              </p:nvSpPr>
              <p:spPr>
                <a:xfrm rot="5400000">
                  <a:off x="5960059" y="2140764"/>
                  <a:ext cx="283112" cy="1747806"/>
                </a:xfrm>
                <a:prstGeom prst="roundRect">
                  <a:avLst>
                    <a:gd name="adj" fmla="val 9570"/>
                  </a:avLst>
                </a:prstGeom>
                <a:solidFill>
                  <a:schemeClr val="accent5"/>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12" name="グループ化 11">
                <a:extLst>
                  <a:ext uri="{FF2B5EF4-FFF2-40B4-BE49-F238E27FC236}">
                    <a16:creationId xmlns:a16="http://schemas.microsoft.com/office/drawing/2014/main" id="{3C65BCA6-7138-D3FB-2842-A8218EE8E22E}"/>
                  </a:ext>
                </a:extLst>
              </p:cNvPr>
              <p:cNvGrpSpPr/>
              <p:nvPr/>
            </p:nvGrpSpPr>
            <p:grpSpPr>
              <a:xfrm>
                <a:off x="6277096" y="2699962"/>
                <a:ext cx="2177529" cy="741471"/>
                <a:chOff x="5227712" y="1484774"/>
                <a:chExt cx="1747806" cy="741471"/>
              </a:xfrm>
            </p:grpSpPr>
            <p:sp>
              <p:nvSpPr>
                <p:cNvPr id="14" name="テキスト ボックス 13">
                  <a:extLst>
                    <a:ext uri="{FF2B5EF4-FFF2-40B4-BE49-F238E27FC236}">
                      <a16:creationId xmlns:a16="http://schemas.microsoft.com/office/drawing/2014/main" id="{78073375-82CE-2E2B-C310-860BFAA86F91}"/>
                    </a:ext>
                  </a:extLst>
                </p:cNvPr>
                <p:cNvSpPr txBox="1"/>
                <p:nvPr/>
              </p:nvSpPr>
              <p:spPr>
                <a:xfrm>
                  <a:off x="5227712" y="1484774"/>
                  <a:ext cx="840175" cy="400110"/>
                </a:xfrm>
                <a:prstGeom prst="rect">
                  <a:avLst/>
                </a:prstGeom>
                <a:noFill/>
              </p:spPr>
              <p:txBody>
                <a:bodyPr wrap="none" rtlCol="0">
                  <a:spAutoFit/>
                </a:bodyPr>
                <a:lstStyle/>
                <a:p>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HP</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a:t>
                  </a:r>
                  <a:r>
                    <a:rPr lang="en-US" altLang="ja-JP" sz="2000" b="1">
                      <a:solidFill>
                        <a:schemeClr val="tx1">
                          <a:lumMod val="85000"/>
                          <a:lumOff val="15000"/>
                        </a:schemeClr>
                      </a:solidFill>
                      <a:latin typeface="原稿用標準書体" panose="03000503000000000000" pitchFamily="66" charset="-128"/>
                      <a:ea typeface="原稿用標準書体" panose="03000503000000000000" pitchFamily="66" charset="-128"/>
                    </a:rPr>
                    <a:t>0000</a:t>
                  </a:r>
                  <a:endPar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6" name="四角形: 角を丸くする 15">
                  <a:extLst>
                    <a:ext uri="{FF2B5EF4-FFF2-40B4-BE49-F238E27FC236}">
                      <a16:creationId xmlns:a16="http://schemas.microsoft.com/office/drawing/2014/main" id="{AA4F89A5-5380-CCC5-79D8-E1E9D6C2FA29}"/>
                    </a:ext>
                  </a:extLst>
                </p:cNvPr>
                <p:cNvSpPr/>
                <p:nvPr/>
              </p:nvSpPr>
              <p:spPr>
                <a:xfrm rot="5400000">
                  <a:off x="5960059" y="1210786"/>
                  <a:ext cx="283112" cy="1747806"/>
                </a:xfrm>
                <a:prstGeom prst="roundRect">
                  <a:avLst>
                    <a:gd name="adj" fmla="val 9570"/>
                  </a:avLst>
                </a:prstGeom>
                <a:solidFill>
                  <a:srgbClr val="1CB71D"/>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sp>
          <p:nvSpPr>
            <p:cNvPr id="102" name="テキスト ボックス 101">
              <a:extLst>
                <a:ext uri="{FF2B5EF4-FFF2-40B4-BE49-F238E27FC236}">
                  <a16:creationId xmlns:a16="http://schemas.microsoft.com/office/drawing/2014/main" id="{016120D1-5B43-09BB-8A00-B20BD9D499D4}"/>
                </a:ext>
              </a:extLst>
            </p:cNvPr>
            <p:cNvSpPr txBox="1"/>
            <p:nvPr/>
          </p:nvSpPr>
          <p:spPr>
            <a:xfrm>
              <a:off x="6791482" y="1973260"/>
              <a:ext cx="902811" cy="523220"/>
            </a:xfrm>
            <a:prstGeom prst="rect">
              <a:avLst/>
            </a:prstGeom>
            <a:noFill/>
          </p:spPr>
          <p:txBody>
            <a:bodyPr wrap="none" rtlCol="0">
              <a:spAutoFit/>
            </a:bodyPr>
            <a:lstStyle/>
            <a:p>
              <a:pPr algn="ctr"/>
              <a:r>
                <a:rPr lang="en-US" altLang="ja-JP" sz="2800">
                  <a:solidFill>
                    <a:schemeClr val="tx1">
                      <a:lumMod val="85000"/>
                      <a:lumOff val="15000"/>
                    </a:schemeClr>
                  </a:solidFill>
                  <a:latin typeface="原稿用標準書体" panose="03000503000000000000" pitchFamily="66" charset="-128"/>
                  <a:ea typeface="原稿用標準書体" panose="03000503000000000000" pitchFamily="66" charset="-128"/>
                </a:rPr>
                <a:t>Lv00</a:t>
              </a:r>
              <a:endParaRPr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sp>
        <p:nvSpPr>
          <p:cNvPr id="107" name="二等辺三角形 106">
            <a:extLst>
              <a:ext uri="{FF2B5EF4-FFF2-40B4-BE49-F238E27FC236}">
                <a16:creationId xmlns:a16="http://schemas.microsoft.com/office/drawing/2014/main" id="{B28C9FC3-CB1E-1AFF-F7FB-B33506F41D68}"/>
              </a:ext>
            </a:extLst>
          </p:cNvPr>
          <p:cNvSpPr/>
          <p:nvPr/>
        </p:nvSpPr>
        <p:spPr>
          <a:xfrm rot="5400000">
            <a:off x="8504974" y="2171591"/>
            <a:ext cx="431983" cy="372399"/>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20" name="グループ化 119">
            <a:extLst>
              <a:ext uri="{FF2B5EF4-FFF2-40B4-BE49-F238E27FC236}">
                <a16:creationId xmlns:a16="http://schemas.microsoft.com/office/drawing/2014/main" id="{69BD820E-4D02-7681-F70D-38A5CA4B7A4D}"/>
              </a:ext>
            </a:extLst>
          </p:cNvPr>
          <p:cNvGrpSpPr/>
          <p:nvPr/>
        </p:nvGrpSpPr>
        <p:grpSpPr>
          <a:xfrm>
            <a:off x="9086477" y="2109105"/>
            <a:ext cx="2177531" cy="3035662"/>
            <a:chOff x="9086477" y="1987802"/>
            <a:chExt cx="2177531" cy="3035662"/>
          </a:xfrm>
        </p:grpSpPr>
        <p:grpSp>
          <p:nvGrpSpPr>
            <p:cNvPr id="108" name="グループ化 107">
              <a:extLst>
                <a:ext uri="{FF2B5EF4-FFF2-40B4-BE49-F238E27FC236}">
                  <a16:creationId xmlns:a16="http://schemas.microsoft.com/office/drawing/2014/main" id="{FB985D5A-C397-ACC7-6387-298945C1EBE3}"/>
                </a:ext>
              </a:extLst>
            </p:cNvPr>
            <p:cNvGrpSpPr/>
            <p:nvPr/>
          </p:nvGrpSpPr>
          <p:grpSpPr>
            <a:xfrm>
              <a:off x="9086477" y="2684894"/>
              <a:ext cx="2177531" cy="2338570"/>
              <a:chOff x="6277096" y="2699962"/>
              <a:chExt cx="2177531" cy="2338570"/>
            </a:xfrm>
          </p:grpSpPr>
          <p:grpSp>
            <p:nvGrpSpPr>
              <p:cNvPr id="109" name="グループ化 108">
                <a:extLst>
                  <a:ext uri="{FF2B5EF4-FFF2-40B4-BE49-F238E27FC236}">
                    <a16:creationId xmlns:a16="http://schemas.microsoft.com/office/drawing/2014/main" id="{072D9D2F-2526-4B01-D57F-9F4088ABB537}"/>
                  </a:ext>
                </a:extLst>
              </p:cNvPr>
              <p:cNvGrpSpPr/>
              <p:nvPr/>
            </p:nvGrpSpPr>
            <p:grpSpPr>
              <a:xfrm>
                <a:off x="6277097" y="4298965"/>
                <a:ext cx="2177529" cy="739567"/>
                <a:chOff x="5227712" y="3336557"/>
                <a:chExt cx="1747806" cy="739567"/>
              </a:xfrm>
            </p:grpSpPr>
            <p:sp>
              <p:nvSpPr>
                <p:cNvPr id="116" name="テキスト ボックス 115">
                  <a:extLst>
                    <a:ext uri="{FF2B5EF4-FFF2-40B4-BE49-F238E27FC236}">
                      <a16:creationId xmlns:a16="http://schemas.microsoft.com/office/drawing/2014/main" id="{E1A5ECC7-12E4-6610-F598-33FCE09EFF28}"/>
                    </a:ext>
                  </a:extLst>
                </p:cNvPr>
                <p:cNvSpPr txBox="1"/>
                <p:nvPr/>
              </p:nvSpPr>
              <p:spPr>
                <a:xfrm>
                  <a:off x="5227712" y="3336557"/>
                  <a:ext cx="971685" cy="400110"/>
                </a:xfrm>
                <a:prstGeom prst="rect">
                  <a:avLst/>
                </a:prstGeom>
                <a:noFill/>
              </p:spPr>
              <p:txBody>
                <a:bodyPr wrap="none" rtlCol="0">
                  <a:spAutoFit/>
                </a:bodyPr>
                <a:lstStyle/>
                <a:p>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ATK</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a:t>
                  </a:r>
                  <a:r>
                    <a:rPr lang="en-US" altLang="ja-JP" sz="2000" b="1">
                      <a:solidFill>
                        <a:srgbClr val="FF00FF"/>
                      </a:solidFill>
                      <a:latin typeface="原稿用標準書体" panose="03000503000000000000" pitchFamily="66" charset="-128"/>
                      <a:ea typeface="原稿用標準書体" panose="03000503000000000000" pitchFamily="66" charset="-128"/>
                    </a:rPr>
                    <a:t>0000</a:t>
                  </a:r>
                  <a:endParaRPr lang="en-US" altLang="ja-JP" sz="1600" b="1" dirty="0">
                    <a:solidFill>
                      <a:srgbClr val="FF00FF"/>
                    </a:solidFill>
                    <a:latin typeface="原稿用標準書体" panose="03000503000000000000" pitchFamily="66" charset="-128"/>
                    <a:ea typeface="原稿用標準書体" panose="03000503000000000000" pitchFamily="66" charset="-128"/>
                  </a:endParaRPr>
                </a:p>
              </p:txBody>
            </p:sp>
            <p:sp>
              <p:nvSpPr>
                <p:cNvPr id="117" name="四角形: 角を丸くする 116">
                  <a:extLst>
                    <a:ext uri="{FF2B5EF4-FFF2-40B4-BE49-F238E27FC236}">
                      <a16:creationId xmlns:a16="http://schemas.microsoft.com/office/drawing/2014/main" id="{FBC5A6DD-7B10-660C-93D9-7D3D5F642104}"/>
                    </a:ext>
                  </a:extLst>
                </p:cNvPr>
                <p:cNvSpPr/>
                <p:nvPr/>
              </p:nvSpPr>
              <p:spPr>
                <a:xfrm rot="5400000">
                  <a:off x="5960059" y="3060665"/>
                  <a:ext cx="283112" cy="1747806"/>
                </a:xfrm>
                <a:prstGeom prst="roundRect">
                  <a:avLst>
                    <a:gd name="adj" fmla="val 9570"/>
                  </a:avLst>
                </a:prstGeom>
                <a:solidFill>
                  <a:schemeClr val="accent1"/>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110" name="グループ化 109">
                <a:extLst>
                  <a:ext uri="{FF2B5EF4-FFF2-40B4-BE49-F238E27FC236}">
                    <a16:creationId xmlns:a16="http://schemas.microsoft.com/office/drawing/2014/main" id="{4E6333CF-0E28-D230-BA61-D5DAB5F87DB5}"/>
                  </a:ext>
                </a:extLst>
              </p:cNvPr>
              <p:cNvGrpSpPr/>
              <p:nvPr/>
            </p:nvGrpSpPr>
            <p:grpSpPr>
              <a:xfrm>
                <a:off x="6277096" y="3501117"/>
                <a:ext cx="2177531" cy="738164"/>
                <a:chOff x="5227711" y="2418059"/>
                <a:chExt cx="1747807" cy="738164"/>
              </a:xfrm>
            </p:grpSpPr>
            <p:sp>
              <p:nvSpPr>
                <p:cNvPr id="114" name="テキスト ボックス 113">
                  <a:extLst>
                    <a:ext uri="{FF2B5EF4-FFF2-40B4-BE49-F238E27FC236}">
                      <a16:creationId xmlns:a16="http://schemas.microsoft.com/office/drawing/2014/main" id="{854694E3-61D4-B14B-5E06-214F7BB5C297}"/>
                    </a:ext>
                  </a:extLst>
                </p:cNvPr>
                <p:cNvSpPr txBox="1"/>
                <p:nvPr/>
              </p:nvSpPr>
              <p:spPr>
                <a:xfrm>
                  <a:off x="5227711" y="2418059"/>
                  <a:ext cx="917968" cy="400110"/>
                </a:xfrm>
                <a:prstGeom prst="rect">
                  <a:avLst/>
                </a:prstGeom>
                <a:noFill/>
              </p:spPr>
              <p:txBody>
                <a:bodyPr wrap="none" rtlCol="0">
                  <a:spAutoFit/>
                </a:bodyPr>
                <a:lstStyle/>
                <a:p>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SPD</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a:t>
                  </a:r>
                  <a:r>
                    <a:rPr lang="en-US" altLang="ja-JP" sz="2000" b="1">
                      <a:solidFill>
                        <a:schemeClr val="tx1">
                          <a:lumMod val="85000"/>
                          <a:lumOff val="15000"/>
                        </a:schemeClr>
                      </a:solidFill>
                      <a:latin typeface="原稿用標準書体" panose="03000503000000000000" pitchFamily="66" charset="-128"/>
                      <a:ea typeface="原稿用標準書体" panose="03000503000000000000" pitchFamily="66" charset="-128"/>
                    </a:rPr>
                    <a:t>0000</a:t>
                  </a:r>
                  <a:endPar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15" name="四角形: 角を丸くする 114">
                  <a:extLst>
                    <a:ext uri="{FF2B5EF4-FFF2-40B4-BE49-F238E27FC236}">
                      <a16:creationId xmlns:a16="http://schemas.microsoft.com/office/drawing/2014/main" id="{AEB7E9A2-B5F7-6B88-ACE2-914F2A6FA7C7}"/>
                    </a:ext>
                  </a:extLst>
                </p:cNvPr>
                <p:cNvSpPr/>
                <p:nvPr/>
              </p:nvSpPr>
              <p:spPr>
                <a:xfrm rot="5400000">
                  <a:off x="5960059" y="2140764"/>
                  <a:ext cx="283112" cy="1747806"/>
                </a:xfrm>
                <a:prstGeom prst="roundRect">
                  <a:avLst>
                    <a:gd name="adj" fmla="val 9570"/>
                  </a:avLst>
                </a:prstGeom>
                <a:solidFill>
                  <a:schemeClr val="accent5"/>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111" name="グループ化 110">
                <a:extLst>
                  <a:ext uri="{FF2B5EF4-FFF2-40B4-BE49-F238E27FC236}">
                    <a16:creationId xmlns:a16="http://schemas.microsoft.com/office/drawing/2014/main" id="{77ADE017-4793-916D-8EB4-3831F7208B15}"/>
                  </a:ext>
                </a:extLst>
              </p:cNvPr>
              <p:cNvGrpSpPr/>
              <p:nvPr/>
            </p:nvGrpSpPr>
            <p:grpSpPr>
              <a:xfrm>
                <a:off x="6277096" y="2699962"/>
                <a:ext cx="2177529" cy="741471"/>
                <a:chOff x="5227712" y="1484774"/>
                <a:chExt cx="1747806" cy="741471"/>
              </a:xfrm>
            </p:grpSpPr>
            <p:sp>
              <p:nvSpPr>
                <p:cNvPr id="112" name="テキスト ボックス 111">
                  <a:extLst>
                    <a:ext uri="{FF2B5EF4-FFF2-40B4-BE49-F238E27FC236}">
                      <a16:creationId xmlns:a16="http://schemas.microsoft.com/office/drawing/2014/main" id="{502C3021-D999-96C5-6231-F047321111C4}"/>
                    </a:ext>
                  </a:extLst>
                </p:cNvPr>
                <p:cNvSpPr txBox="1"/>
                <p:nvPr/>
              </p:nvSpPr>
              <p:spPr>
                <a:xfrm>
                  <a:off x="5227712" y="1484774"/>
                  <a:ext cx="889339" cy="400110"/>
                </a:xfrm>
                <a:prstGeom prst="rect">
                  <a:avLst/>
                </a:prstGeom>
                <a:noFill/>
              </p:spPr>
              <p:txBody>
                <a:bodyPr wrap="none" rtlCol="0">
                  <a:spAutoFit/>
                </a:bodyPr>
                <a:lstStyle/>
                <a:p>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HP</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a:t>
                  </a:r>
                  <a:r>
                    <a:rPr lang="en-US" altLang="ja-JP" sz="2000" b="1">
                      <a:solidFill>
                        <a:srgbClr val="FF00FF"/>
                      </a:solidFill>
                      <a:latin typeface="原稿用標準書体" panose="03000503000000000000" pitchFamily="66" charset="-128"/>
                      <a:ea typeface="原稿用標準書体" panose="03000503000000000000" pitchFamily="66" charset="-128"/>
                    </a:rPr>
                    <a:t>0000</a:t>
                  </a:r>
                  <a:endParaRPr lang="en-US" altLang="ja-JP" sz="1600" b="1" dirty="0">
                    <a:solidFill>
                      <a:srgbClr val="FF00FF"/>
                    </a:solidFill>
                    <a:latin typeface="原稿用標準書体" panose="03000503000000000000" pitchFamily="66" charset="-128"/>
                    <a:ea typeface="原稿用標準書体" panose="03000503000000000000" pitchFamily="66" charset="-128"/>
                  </a:endParaRPr>
                </a:p>
              </p:txBody>
            </p:sp>
            <p:sp>
              <p:nvSpPr>
                <p:cNvPr id="113" name="四角形: 角を丸くする 112">
                  <a:extLst>
                    <a:ext uri="{FF2B5EF4-FFF2-40B4-BE49-F238E27FC236}">
                      <a16:creationId xmlns:a16="http://schemas.microsoft.com/office/drawing/2014/main" id="{43F1F4E1-046D-FA7B-AE58-1DEAEB4140B0}"/>
                    </a:ext>
                  </a:extLst>
                </p:cNvPr>
                <p:cNvSpPr/>
                <p:nvPr/>
              </p:nvSpPr>
              <p:spPr>
                <a:xfrm rot="5400000">
                  <a:off x="5960059" y="1210786"/>
                  <a:ext cx="283112" cy="1747806"/>
                </a:xfrm>
                <a:prstGeom prst="roundRect">
                  <a:avLst>
                    <a:gd name="adj" fmla="val 9570"/>
                  </a:avLst>
                </a:prstGeom>
                <a:solidFill>
                  <a:srgbClr val="1CB71D"/>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sp>
          <p:nvSpPr>
            <p:cNvPr id="118" name="テキスト ボックス 117">
              <a:extLst>
                <a:ext uri="{FF2B5EF4-FFF2-40B4-BE49-F238E27FC236}">
                  <a16:creationId xmlns:a16="http://schemas.microsoft.com/office/drawing/2014/main" id="{13DCBB70-7666-F5D4-B79B-6BA2AEFDC223}"/>
                </a:ext>
              </a:extLst>
            </p:cNvPr>
            <p:cNvSpPr txBox="1"/>
            <p:nvPr/>
          </p:nvSpPr>
          <p:spPr>
            <a:xfrm>
              <a:off x="9723837" y="1987802"/>
              <a:ext cx="902811" cy="523220"/>
            </a:xfrm>
            <a:prstGeom prst="rect">
              <a:avLst/>
            </a:prstGeom>
            <a:noFill/>
          </p:spPr>
          <p:txBody>
            <a:bodyPr wrap="none" rtlCol="0">
              <a:spAutoFit/>
            </a:bodyPr>
            <a:lstStyle/>
            <a:p>
              <a:pPr algn="ctr"/>
              <a:r>
                <a:rPr lang="en-US" altLang="ja-JP" sz="2800">
                  <a:solidFill>
                    <a:srgbClr val="FF00FF"/>
                  </a:solidFill>
                  <a:latin typeface="原稿用標準書体" panose="03000503000000000000" pitchFamily="66" charset="-128"/>
                  <a:ea typeface="原稿用標準書体" panose="03000503000000000000" pitchFamily="66" charset="-128"/>
                </a:rPr>
                <a:t>Lv00</a:t>
              </a:r>
              <a:endParaRPr lang="ja-JP" altLang="en-US" sz="2800" dirty="0">
                <a:solidFill>
                  <a:srgbClr val="FF00FF"/>
                </a:solidFill>
                <a:latin typeface="原稿用標準書体" panose="03000503000000000000" pitchFamily="66" charset="-128"/>
                <a:ea typeface="原稿用標準書体" panose="03000503000000000000" pitchFamily="66" charset="-128"/>
              </a:endParaRPr>
            </a:p>
          </p:txBody>
        </p:sp>
      </p:grpSp>
      <p:sp>
        <p:nvSpPr>
          <p:cNvPr id="122" name="二等辺三角形 121">
            <a:extLst>
              <a:ext uri="{FF2B5EF4-FFF2-40B4-BE49-F238E27FC236}">
                <a16:creationId xmlns:a16="http://schemas.microsoft.com/office/drawing/2014/main" id="{7AA00C8A-EBA2-8126-52FB-242CF7661ED7}"/>
              </a:ext>
            </a:extLst>
          </p:cNvPr>
          <p:cNvSpPr/>
          <p:nvPr/>
        </p:nvSpPr>
        <p:spPr>
          <a:xfrm rot="5400000">
            <a:off x="8486952" y="3748928"/>
            <a:ext cx="431983" cy="372399"/>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4" name="四角形: 角を丸くする 123">
            <a:extLst>
              <a:ext uri="{FF2B5EF4-FFF2-40B4-BE49-F238E27FC236}">
                <a16:creationId xmlns:a16="http://schemas.microsoft.com/office/drawing/2014/main" id="{79BFBFCD-F830-DA06-273A-3A1943E2740A}"/>
              </a:ext>
            </a:extLst>
          </p:cNvPr>
          <p:cNvSpPr/>
          <p:nvPr/>
        </p:nvSpPr>
        <p:spPr>
          <a:xfrm rot="5400000">
            <a:off x="10848059" y="4726748"/>
            <a:ext cx="283112" cy="537486"/>
          </a:xfrm>
          <a:prstGeom prst="roundRect">
            <a:avLst>
              <a:gd name="adj" fmla="val 9570"/>
            </a:avLst>
          </a:prstGeom>
          <a:solidFill>
            <a:schemeClr val="tx2"/>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26" name="四角形: 角を丸くする 125">
            <a:extLst>
              <a:ext uri="{FF2B5EF4-FFF2-40B4-BE49-F238E27FC236}">
                <a16:creationId xmlns:a16="http://schemas.microsoft.com/office/drawing/2014/main" id="{BD2E5A63-6627-A9F5-0307-47F4BF24BD49}"/>
              </a:ext>
            </a:extLst>
          </p:cNvPr>
          <p:cNvSpPr/>
          <p:nvPr/>
        </p:nvSpPr>
        <p:spPr>
          <a:xfrm rot="5400000">
            <a:off x="10800947" y="3086132"/>
            <a:ext cx="283112" cy="631710"/>
          </a:xfrm>
          <a:prstGeom prst="roundRect">
            <a:avLst>
              <a:gd name="adj" fmla="val 9570"/>
            </a:avLst>
          </a:prstGeom>
          <a:solidFill>
            <a:schemeClr val="tx2"/>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34" name="四角形: 上の 2 つの角を丸める 133">
            <a:extLst>
              <a:ext uri="{FF2B5EF4-FFF2-40B4-BE49-F238E27FC236}">
                <a16:creationId xmlns:a16="http://schemas.microsoft.com/office/drawing/2014/main" id="{2645C5D0-9608-1BC1-2801-4DCED1623EE0}"/>
              </a:ext>
            </a:extLst>
          </p:cNvPr>
          <p:cNvSpPr/>
          <p:nvPr/>
        </p:nvSpPr>
        <p:spPr>
          <a:xfrm flipV="1">
            <a:off x="5782784" y="5429608"/>
            <a:ext cx="5866298" cy="906664"/>
          </a:xfrm>
          <a:prstGeom prst="round2SameRect">
            <a:avLst/>
          </a:prstGeom>
          <a:solidFill>
            <a:schemeClr val="accent2">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135" name="グループ化 134">
            <a:extLst>
              <a:ext uri="{FF2B5EF4-FFF2-40B4-BE49-F238E27FC236}">
                <a16:creationId xmlns:a16="http://schemas.microsoft.com/office/drawing/2014/main" id="{CC30E5A2-E72E-4F60-3C47-8CA7BECCE189}"/>
              </a:ext>
            </a:extLst>
          </p:cNvPr>
          <p:cNvGrpSpPr/>
          <p:nvPr/>
        </p:nvGrpSpPr>
        <p:grpSpPr>
          <a:xfrm>
            <a:off x="6249979" y="5561459"/>
            <a:ext cx="5114523" cy="657068"/>
            <a:chOff x="6249979" y="5365513"/>
            <a:chExt cx="5114523" cy="657068"/>
          </a:xfrm>
        </p:grpSpPr>
        <p:sp>
          <p:nvSpPr>
            <p:cNvPr id="69" name="四角形: 角を丸くする 68">
              <a:extLst>
                <a:ext uri="{FF2B5EF4-FFF2-40B4-BE49-F238E27FC236}">
                  <a16:creationId xmlns:a16="http://schemas.microsoft.com/office/drawing/2014/main" id="{EE11D67E-1386-0523-B7AF-9D6F1106AE16}"/>
                </a:ext>
              </a:extLst>
            </p:cNvPr>
            <p:cNvSpPr/>
            <p:nvPr/>
          </p:nvSpPr>
          <p:spPr>
            <a:xfrm>
              <a:off x="9750590" y="5453082"/>
              <a:ext cx="1162460" cy="496239"/>
            </a:xfrm>
            <a:prstGeom prst="roundRect">
              <a:avLst/>
            </a:prstGeom>
            <a:solidFill>
              <a:schemeClr val="accent6"/>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強化</a:t>
              </a:r>
            </a:p>
          </p:txBody>
        </p:sp>
        <p:grpSp>
          <p:nvGrpSpPr>
            <p:cNvPr id="87" name="グループ化 86">
              <a:extLst>
                <a:ext uri="{FF2B5EF4-FFF2-40B4-BE49-F238E27FC236}">
                  <a16:creationId xmlns:a16="http://schemas.microsoft.com/office/drawing/2014/main" id="{D8B5B5D8-DD1B-CF8D-F69F-FEF7E1204918}"/>
                </a:ext>
              </a:extLst>
            </p:cNvPr>
            <p:cNvGrpSpPr/>
            <p:nvPr/>
          </p:nvGrpSpPr>
          <p:grpSpPr>
            <a:xfrm>
              <a:off x="10894733" y="5388782"/>
              <a:ext cx="469769" cy="568256"/>
              <a:chOff x="9599351" y="4038823"/>
              <a:chExt cx="484632" cy="537478"/>
            </a:xfrm>
          </p:grpSpPr>
          <p:sp>
            <p:nvSpPr>
              <p:cNvPr id="95" name="矢印: 山形 94">
                <a:extLst>
                  <a:ext uri="{FF2B5EF4-FFF2-40B4-BE49-F238E27FC236}">
                    <a16:creationId xmlns:a16="http://schemas.microsoft.com/office/drawing/2014/main" id="{E2D0C564-085F-19DE-0D7B-426BC4A8DBB5}"/>
                  </a:ext>
                </a:extLst>
              </p:cNvPr>
              <p:cNvSpPr/>
              <p:nvPr/>
            </p:nvSpPr>
            <p:spPr>
              <a:xfrm>
                <a:off x="9599351" y="4091669"/>
                <a:ext cx="484632" cy="484632"/>
              </a:xfrm>
              <a:prstGeom prst="chevron">
                <a:avLst>
                  <a:gd name="adj" fmla="val 17764"/>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96" name="テキスト ボックス 95">
                <a:extLst>
                  <a:ext uri="{FF2B5EF4-FFF2-40B4-BE49-F238E27FC236}">
                    <a16:creationId xmlns:a16="http://schemas.microsoft.com/office/drawing/2014/main" id="{64741D0E-4C91-418E-D32B-DDF8B2567DFE}"/>
                  </a:ext>
                </a:extLst>
              </p:cNvPr>
              <p:cNvSpPr txBox="1"/>
              <p:nvPr/>
            </p:nvSpPr>
            <p:spPr>
              <a:xfrm>
                <a:off x="9673351" y="4038823"/>
                <a:ext cx="364202" cy="523220"/>
              </a:xfrm>
              <a:prstGeom prst="rect">
                <a:avLst/>
              </a:prstGeom>
              <a:noFill/>
            </p:spPr>
            <p:txBody>
              <a:bodyPr wrap="none" rtlCol="0">
                <a:spAutoFit/>
              </a:bodyPr>
              <a:lstStyle/>
              <a:p>
                <a:r>
                  <a:rPr kumimoji="1" lang="en-US" altLang="ja-JP" sz="2800">
                    <a:latin typeface="原稿用標準書体" panose="03000503000000000000" pitchFamily="66" charset="-128"/>
                    <a:ea typeface="原稿用標準書体" panose="03000503000000000000" pitchFamily="66" charset="-128"/>
                  </a:rPr>
                  <a:t>+</a:t>
                </a:r>
                <a:endParaRPr kumimoji="1" lang="ja-JP" altLang="en-US" sz="2800">
                  <a:latin typeface="原稿用標準書体" panose="03000503000000000000" pitchFamily="66" charset="-128"/>
                  <a:ea typeface="原稿用標準書体" panose="03000503000000000000" pitchFamily="66" charset="-128"/>
                </a:endParaRPr>
              </a:p>
            </p:txBody>
          </p:sp>
        </p:grpSp>
        <p:grpSp>
          <p:nvGrpSpPr>
            <p:cNvPr id="89" name="グループ化 88">
              <a:extLst>
                <a:ext uri="{FF2B5EF4-FFF2-40B4-BE49-F238E27FC236}">
                  <a16:creationId xmlns:a16="http://schemas.microsoft.com/office/drawing/2014/main" id="{C5477B40-988F-4D98-3A47-42C868176AF8}"/>
                </a:ext>
              </a:extLst>
            </p:cNvPr>
            <p:cNvGrpSpPr/>
            <p:nvPr/>
          </p:nvGrpSpPr>
          <p:grpSpPr>
            <a:xfrm flipH="1">
              <a:off x="9255191" y="5388782"/>
              <a:ext cx="527064" cy="568256"/>
              <a:chOff x="9571929" y="4038823"/>
              <a:chExt cx="543739" cy="537478"/>
            </a:xfrm>
          </p:grpSpPr>
          <p:sp>
            <p:nvSpPr>
              <p:cNvPr id="93" name="矢印: 山形 92">
                <a:extLst>
                  <a:ext uri="{FF2B5EF4-FFF2-40B4-BE49-F238E27FC236}">
                    <a16:creationId xmlns:a16="http://schemas.microsoft.com/office/drawing/2014/main" id="{D0C3A30C-B6E2-765E-20EE-C7493375749A}"/>
                  </a:ext>
                </a:extLst>
              </p:cNvPr>
              <p:cNvSpPr/>
              <p:nvPr/>
            </p:nvSpPr>
            <p:spPr>
              <a:xfrm>
                <a:off x="9599351" y="4091669"/>
                <a:ext cx="484632" cy="484632"/>
              </a:xfrm>
              <a:prstGeom prst="chevron">
                <a:avLst>
                  <a:gd name="adj" fmla="val 17764"/>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94" name="テキスト ボックス 93">
                <a:extLst>
                  <a:ext uri="{FF2B5EF4-FFF2-40B4-BE49-F238E27FC236}">
                    <a16:creationId xmlns:a16="http://schemas.microsoft.com/office/drawing/2014/main" id="{DC6E7444-30DB-910F-7BD9-B90C754B8B2A}"/>
                  </a:ext>
                </a:extLst>
              </p:cNvPr>
              <p:cNvSpPr txBox="1"/>
              <p:nvPr/>
            </p:nvSpPr>
            <p:spPr>
              <a:xfrm>
                <a:off x="9571929" y="4038823"/>
                <a:ext cx="543739" cy="523220"/>
              </a:xfrm>
              <a:prstGeom prst="rect">
                <a:avLst/>
              </a:prstGeom>
              <a:noFill/>
            </p:spPr>
            <p:txBody>
              <a:bodyPr wrap="none" rtlCol="0">
                <a:spAutoFit/>
              </a:bodyPr>
              <a:lstStyle/>
              <a:p>
                <a:r>
                  <a:rPr kumimoji="1" lang="ja-JP" altLang="en-US" sz="2800">
                    <a:latin typeface="原稿用標準書体" panose="03000503000000000000" pitchFamily="66" charset="-128"/>
                    <a:ea typeface="原稿用標準書体" panose="03000503000000000000" pitchFamily="66" charset="-128"/>
                  </a:rPr>
                  <a:t>－</a:t>
                </a:r>
              </a:p>
            </p:txBody>
          </p:sp>
        </p:grpSp>
        <p:sp>
          <p:nvSpPr>
            <p:cNvPr id="90" name="フローチャート: 論理積ゲート 89">
              <a:extLst>
                <a:ext uri="{FF2B5EF4-FFF2-40B4-BE49-F238E27FC236}">
                  <a16:creationId xmlns:a16="http://schemas.microsoft.com/office/drawing/2014/main" id="{428EF566-0134-0090-7716-4BB041E109FB}"/>
                </a:ext>
              </a:extLst>
            </p:cNvPr>
            <p:cNvSpPr/>
            <p:nvPr/>
          </p:nvSpPr>
          <p:spPr>
            <a:xfrm>
              <a:off x="7830368" y="5475322"/>
              <a:ext cx="613268" cy="408924"/>
            </a:xfrm>
            <a:prstGeom prst="flowChartDelay">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400" b="1">
                  <a:latin typeface="原稿用標準書体" panose="03000503000000000000" pitchFamily="66" charset="-128"/>
                  <a:ea typeface="原稿用標準書体" panose="03000503000000000000" pitchFamily="66" charset="-128"/>
                </a:rPr>
                <a:t>×</a:t>
              </a:r>
              <a:r>
                <a:rPr lang="en-US" altLang="ja-JP" sz="1400" b="1" dirty="0">
                  <a:latin typeface="原稿用標準書体" panose="03000503000000000000" pitchFamily="66" charset="-128"/>
                  <a:ea typeface="原稿用標準書体" panose="03000503000000000000" pitchFamily="66" charset="-128"/>
                </a:rPr>
                <a:t>1</a:t>
              </a:r>
              <a:endParaRPr lang="ja-JP" altLang="en-US" sz="1400" b="1" dirty="0">
                <a:latin typeface="原稿用標準書体" panose="03000503000000000000" pitchFamily="66" charset="-128"/>
                <a:ea typeface="原稿用標準書体" panose="03000503000000000000" pitchFamily="66" charset="-128"/>
              </a:endParaRPr>
            </a:p>
          </p:txBody>
        </p:sp>
        <p:sp>
          <p:nvSpPr>
            <p:cNvPr id="91" name="フローチャート: 論理積ゲート 90">
              <a:extLst>
                <a:ext uri="{FF2B5EF4-FFF2-40B4-BE49-F238E27FC236}">
                  <a16:creationId xmlns:a16="http://schemas.microsoft.com/office/drawing/2014/main" id="{B383E401-AF78-212F-3F91-FCC5412E84D5}"/>
                </a:ext>
              </a:extLst>
            </p:cNvPr>
            <p:cNvSpPr/>
            <p:nvPr/>
          </p:nvSpPr>
          <p:spPr>
            <a:xfrm>
              <a:off x="8580798" y="5475322"/>
              <a:ext cx="613268" cy="408924"/>
            </a:xfrm>
            <a:prstGeom prst="flowChartDelay">
              <a:avLst/>
            </a:prstGeom>
            <a:solidFill>
              <a:srgbClr val="CC66FF"/>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b="1">
                  <a:latin typeface="原稿用標準書体" panose="03000503000000000000" pitchFamily="66" charset="-128"/>
                  <a:ea typeface="原稿用標準書体" panose="03000503000000000000" pitchFamily="66" charset="-128"/>
                </a:rPr>
                <a:t>×</a:t>
              </a:r>
              <a:r>
                <a:rPr kumimoji="1" lang="en-US" altLang="ja-JP" sz="1400" b="1" dirty="0">
                  <a:latin typeface="原稿用標準書体" panose="03000503000000000000" pitchFamily="66" charset="-128"/>
                  <a:ea typeface="原稿用標準書体" panose="03000503000000000000" pitchFamily="66" charset="-128"/>
                </a:rPr>
                <a:t>2</a:t>
              </a:r>
              <a:endParaRPr kumimoji="1" lang="ja-JP" altLang="en-US" sz="1400" b="1" dirty="0">
                <a:latin typeface="原稿用標準書体" panose="03000503000000000000" pitchFamily="66" charset="-128"/>
                <a:ea typeface="原稿用標準書体" panose="03000503000000000000" pitchFamily="66" charset="-128"/>
              </a:endParaRPr>
            </a:p>
          </p:txBody>
        </p:sp>
        <p:grpSp>
          <p:nvGrpSpPr>
            <p:cNvPr id="99" name="グループ化 98">
              <a:extLst>
                <a:ext uri="{FF2B5EF4-FFF2-40B4-BE49-F238E27FC236}">
                  <a16:creationId xmlns:a16="http://schemas.microsoft.com/office/drawing/2014/main" id="{13B2A05C-4593-95F7-D34E-D624EC0D22FE}"/>
                </a:ext>
              </a:extLst>
            </p:cNvPr>
            <p:cNvGrpSpPr/>
            <p:nvPr/>
          </p:nvGrpSpPr>
          <p:grpSpPr>
            <a:xfrm>
              <a:off x="6249979" y="5365513"/>
              <a:ext cx="1431954" cy="657068"/>
              <a:chOff x="6445926" y="5486816"/>
              <a:chExt cx="1431954" cy="657068"/>
            </a:xfrm>
          </p:grpSpPr>
          <p:sp>
            <p:nvSpPr>
              <p:cNvPr id="80" name="四角形: 角を丸くする 79">
                <a:extLst>
                  <a:ext uri="{FF2B5EF4-FFF2-40B4-BE49-F238E27FC236}">
                    <a16:creationId xmlns:a16="http://schemas.microsoft.com/office/drawing/2014/main" id="{04213AF7-6246-4A4A-8D6A-DFF95382DA7C}"/>
                  </a:ext>
                </a:extLst>
              </p:cNvPr>
              <p:cNvSpPr/>
              <p:nvPr/>
            </p:nvSpPr>
            <p:spPr>
              <a:xfrm>
                <a:off x="6445926" y="5486816"/>
                <a:ext cx="1431954" cy="657068"/>
              </a:xfrm>
              <a:prstGeom prst="round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1" name="テキスト ボックス 80">
                <a:extLst>
                  <a:ext uri="{FF2B5EF4-FFF2-40B4-BE49-F238E27FC236}">
                    <a16:creationId xmlns:a16="http://schemas.microsoft.com/office/drawing/2014/main" id="{A3580B5D-DF09-C138-020A-AF8271A628E2}"/>
                  </a:ext>
                </a:extLst>
              </p:cNvPr>
              <p:cNvSpPr txBox="1"/>
              <p:nvPr/>
            </p:nvSpPr>
            <p:spPr>
              <a:xfrm>
                <a:off x="6820214" y="5541580"/>
                <a:ext cx="1039469"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消費数</a:t>
                </a:r>
              </a:p>
            </p:txBody>
          </p:sp>
          <p:sp>
            <p:nvSpPr>
              <p:cNvPr id="82" name="テキスト ボックス 81">
                <a:extLst>
                  <a:ext uri="{FF2B5EF4-FFF2-40B4-BE49-F238E27FC236}">
                    <a16:creationId xmlns:a16="http://schemas.microsoft.com/office/drawing/2014/main" id="{F94CD0FF-9717-7750-5D44-ABA48FD9DB5A}"/>
                  </a:ext>
                </a:extLst>
              </p:cNvPr>
              <p:cNvSpPr txBox="1"/>
              <p:nvPr/>
            </p:nvSpPr>
            <p:spPr>
              <a:xfrm>
                <a:off x="6605165" y="5790318"/>
                <a:ext cx="1162459" cy="338554"/>
              </a:xfrm>
              <a:prstGeom prst="rect">
                <a:avLst/>
              </a:prstGeom>
              <a:noFill/>
            </p:spPr>
            <p:txBody>
              <a:bodyPr wrap="square" rtlCol="0">
                <a:spAutoFit/>
              </a:bodyPr>
              <a:lstStyle/>
              <a:p>
                <a:pPr algn="ctr"/>
                <a:r>
                  <a:rPr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000000000</a:t>
                </a:r>
                <a:endPar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pic>
            <p:nvPicPr>
              <p:cNvPr id="98" name="図 97">
                <a:extLst>
                  <a:ext uri="{FF2B5EF4-FFF2-40B4-BE49-F238E27FC236}">
                    <a16:creationId xmlns:a16="http://schemas.microsoft.com/office/drawing/2014/main" id="{2E47D896-1054-F471-6164-9CC74F1CA85E}"/>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6772142" y="5550911"/>
                <a:ext cx="279289" cy="276999"/>
              </a:xfrm>
              <a:prstGeom prst="rect">
                <a:avLst/>
              </a:prstGeom>
            </p:spPr>
          </p:pic>
        </p:grpSp>
      </p:grpSp>
      <p:grpSp>
        <p:nvGrpSpPr>
          <p:cNvPr id="17" name="グループ化 16">
            <a:extLst>
              <a:ext uri="{FF2B5EF4-FFF2-40B4-BE49-F238E27FC236}">
                <a16:creationId xmlns:a16="http://schemas.microsoft.com/office/drawing/2014/main" id="{E6D516FB-2DB9-36B1-39F5-E8398C9D0932}"/>
              </a:ext>
            </a:extLst>
          </p:cNvPr>
          <p:cNvGrpSpPr/>
          <p:nvPr/>
        </p:nvGrpSpPr>
        <p:grpSpPr>
          <a:xfrm>
            <a:off x="8331652" y="575834"/>
            <a:ext cx="3994672" cy="408821"/>
            <a:chOff x="8331652" y="600326"/>
            <a:chExt cx="3994672" cy="408821"/>
          </a:xfrm>
        </p:grpSpPr>
        <p:sp>
          <p:nvSpPr>
            <p:cNvPr id="128" name="正方形/長方形 127">
              <a:extLst>
                <a:ext uri="{FF2B5EF4-FFF2-40B4-BE49-F238E27FC236}">
                  <a16:creationId xmlns:a16="http://schemas.microsoft.com/office/drawing/2014/main" id="{8F55F891-B23C-CB46-93E9-D0B27ECBCC4C}"/>
                </a:ext>
              </a:extLst>
            </p:cNvPr>
            <p:cNvSpPr/>
            <p:nvPr/>
          </p:nvSpPr>
          <p:spPr>
            <a:xfrm>
              <a:off x="8331652" y="600326"/>
              <a:ext cx="3994672" cy="408821"/>
            </a:xfrm>
            <a:prstGeom prst="rect">
              <a:avLst/>
            </a:prstGeom>
            <a:solidFill>
              <a:schemeClr val="bg1">
                <a:lumMod val="65000"/>
                <a:alpha val="20000"/>
              </a:schemeClr>
            </a:solidFill>
            <a:ln>
              <a:noFill/>
            </a:ln>
            <a:effectLst>
              <a:glow rad="63500">
                <a:schemeClr val="bg1">
                  <a:lumMod val="50000"/>
                  <a:alpha val="2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146" name="グループ化 145">
              <a:extLst>
                <a:ext uri="{FF2B5EF4-FFF2-40B4-BE49-F238E27FC236}">
                  <a16:creationId xmlns:a16="http://schemas.microsoft.com/office/drawing/2014/main" id="{9F419451-4700-D053-CF4D-72ADEC266461}"/>
                </a:ext>
              </a:extLst>
            </p:cNvPr>
            <p:cNvGrpSpPr/>
            <p:nvPr/>
          </p:nvGrpSpPr>
          <p:grpSpPr>
            <a:xfrm>
              <a:off x="8648051" y="650848"/>
              <a:ext cx="1231006" cy="307777"/>
              <a:chOff x="7108497" y="887611"/>
              <a:chExt cx="1231006" cy="307777"/>
            </a:xfrm>
          </p:grpSpPr>
          <p:pic>
            <p:nvPicPr>
              <p:cNvPr id="140" name="図 139">
                <a:extLst>
                  <a:ext uri="{FF2B5EF4-FFF2-40B4-BE49-F238E27FC236}">
                    <a16:creationId xmlns:a16="http://schemas.microsoft.com/office/drawing/2014/main" id="{50678266-7B1E-E00B-BC9E-192AAF14340E}"/>
                  </a:ext>
                </a:extLst>
              </p:cNvPr>
              <p:cNvPicPr>
                <a:picLocks noChangeAspect="1"/>
              </p:cNvPicPr>
              <p:nvPr/>
            </p:nvPicPr>
            <p:blipFill>
              <a:blip r:embed="rId7">
                <a:biLevel thresh="25000"/>
                <a:extLst>
                  <a:ext uri="{28A0092B-C50C-407E-A947-70E740481C1C}">
                    <a14:useLocalDpi xmlns:a14="http://schemas.microsoft.com/office/drawing/2010/main" val="0"/>
                  </a:ext>
                </a:extLst>
              </a:blip>
              <a:stretch>
                <a:fillRect/>
              </a:stretch>
            </p:blipFill>
            <p:spPr>
              <a:xfrm>
                <a:off x="7108497" y="914380"/>
                <a:ext cx="202448" cy="254238"/>
              </a:xfrm>
              <a:prstGeom prst="rect">
                <a:avLst/>
              </a:prstGeom>
            </p:spPr>
          </p:pic>
          <p:sp>
            <p:nvSpPr>
              <p:cNvPr id="142" name="テキスト ボックス 141">
                <a:extLst>
                  <a:ext uri="{FF2B5EF4-FFF2-40B4-BE49-F238E27FC236}">
                    <a16:creationId xmlns:a16="http://schemas.microsoft.com/office/drawing/2014/main" id="{A8E1747D-104C-AD13-B2EE-1FD9A802243E}"/>
                  </a:ext>
                </a:extLst>
              </p:cNvPr>
              <p:cNvSpPr txBox="1"/>
              <p:nvPr/>
            </p:nvSpPr>
            <p:spPr>
              <a:xfrm>
                <a:off x="7436692" y="887611"/>
                <a:ext cx="902811"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00000000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45" name="グループ化 144">
              <a:extLst>
                <a:ext uri="{FF2B5EF4-FFF2-40B4-BE49-F238E27FC236}">
                  <a16:creationId xmlns:a16="http://schemas.microsoft.com/office/drawing/2014/main" id="{C2E64CE0-9204-F404-F36F-2DB8BAC7C756}"/>
                </a:ext>
              </a:extLst>
            </p:cNvPr>
            <p:cNvGrpSpPr/>
            <p:nvPr/>
          </p:nvGrpSpPr>
          <p:grpSpPr>
            <a:xfrm>
              <a:off x="10177914" y="650848"/>
              <a:ext cx="1263752" cy="307777"/>
              <a:chOff x="9272844" y="887611"/>
              <a:chExt cx="1263752" cy="307777"/>
            </a:xfrm>
          </p:grpSpPr>
          <p:pic>
            <p:nvPicPr>
              <p:cNvPr id="138" name="図 137">
                <a:extLst>
                  <a:ext uri="{FF2B5EF4-FFF2-40B4-BE49-F238E27FC236}">
                    <a16:creationId xmlns:a16="http://schemas.microsoft.com/office/drawing/2014/main" id="{D4FA4732-852B-E84A-886B-5818A01099BB}"/>
                  </a:ext>
                </a:extLst>
              </p:cNvPr>
              <p:cNvPicPr>
                <a:picLocks noChangeAspect="1"/>
              </p:cNvPicPr>
              <p:nvPr/>
            </p:nvPicPr>
            <p:blipFill>
              <a:blip r:embed="rId6">
                <a:biLevel thresh="25000"/>
                <a:extLst>
                  <a:ext uri="{28A0092B-C50C-407E-A947-70E740481C1C}">
                    <a14:useLocalDpi xmlns:a14="http://schemas.microsoft.com/office/drawing/2010/main" val="0"/>
                  </a:ext>
                </a:extLst>
              </a:blip>
              <a:stretch>
                <a:fillRect/>
              </a:stretch>
            </p:blipFill>
            <p:spPr>
              <a:xfrm>
                <a:off x="9272844" y="905906"/>
                <a:ext cx="273428" cy="271187"/>
              </a:xfrm>
              <a:prstGeom prst="rect">
                <a:avLst/>
              </a:prstGeom>
            </p:spPr>
          </p:pic>
          <p:sp>
            <p:nvSpPr>
              <p:cNvPr id="144" name="テキスト ボックス 143">
                <a:extLst>
                  <a:ext uri="{FF2B5EF4-FFF2-40B4-BE49-F238E27FC236}">
                    <a16:creationId xmlns:a16="http://schemas.microsoft.com/office/drawing/2014/main" id="{B8DEB629-4D06-D27D-63A9-3849939841C7}"/>
                  </a:ext>
                </a:extLst>
              </p:cNvPr>
              <p:cNvSpPr txBox="1"/>
              <p:nvPr/>
            </p:nvSpPr>
            <p:spPr>
              <a:xfrm>
                <a:off x="9633785" y="887611"/>
                <a:ext cx="902811"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00000000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sp>
        <p:nvSpPr>
          <p:cNvPr id="45" name="正方形/長方形 44">
            <a:extLst>
              <a:ext uri="{FF2B5EF4-FFF2-40B4-BE49-F238E27FC236}">
                <a16:creationId xmlns:a16="http://schemas.microsoft.com/office/drawing/2014/main" id="{7E953204-F0CE-73FF-059A-BF33E903B70D}"/>
              </a:ext>
            </a:extLst>
          </p:cNvPr>
          <p:cNvSpPr>
            <a:spLocks/>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48" name="グループ化 47">
            <a:extLst>
              <a:ext uri="{FF2B5EF4-FFF2-40B4-BE49-F238E27FC236}">
                <a16:creationId xmlns:a16="http://schemas.microsoft.com/office/drawing/2014/main" id="{4A6E460F-CD54-EC9A-8D21-DEF3E94158B2}"/>
              </a:ext>
            </a:extLst>
          </p:cNvPr>
          <p:cNvGrpSpPr/>
          <p:nvPr/>
        </p:nvGrpSpPr>
        <p:grpSpPr>
          <a:xfrm>
            <a:off x="2616038" y="1055728"/>
            <a:ext cx="6959925" cy="4781737"/>
            <a:chOff x="2616038" y="1823170"/>
            <a:chExt cx="6959925" cy="4781737"/>
          </a:xfrm>
        </p:grpSpPr>
        <p:sp>
          <p:nvSpPr>
            <p:cNvPr id="49" name="四角形: 角を丸くする 48">
              <a:extLst>
                <a:ext uri="{FF2B5EF4-FFF2-40B4-BE49-F238E27FC236}">
                  <a16:creationId xmlns:a16="http://schemas.microsoft.com/office/drawing/2014/main" id="{9247E7C1-091B-0BF5-8EC3-07CC25ABAE8F}"/>
                </a:ext>
              </a:extLst>
            </p:cNvPr>
            <p:cNvSpPr/>
            <p:nvPr/>
          </p:nvSpPr>
          <p:spPr>
            <a:xfrm>
              <a:off x="2616038" y="1823170"/>
              <a:ext cx="6959925" cy="4781737"/>
            </a:xfrm>
            <a:prstGeom prst="roundRect">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0" name="テキスト ボックス 49">
              <a:extLst>
                <a:ext uri="{FF2B5EF4-FFF2-40B4-BE49-F238E27FC236}">
                  <a16:creationId xmlns:a16="http://schemas.microsoft.com/office/drawing/2014/main" id="{F77B031E-C0C9-3B36-877A-67D30F75F9FC}"/>
                </a:ext>
              </a:extLst>
            </p:cNvPr>
            <p:cNvSpPr txBox="1"/>
            <p:nvPr/>
          </p:nvSpPr>
          <p:spPr>
            <a:xfrm>
              <a:off x="5182944" y="2123992"/>
              <a:ext cx="1826141" cy="584775"/>
            </a:xfrm>
            <a:prstGeom prst="rect">
              <a:avLst/>
            </a:prstGeom>
            <a:noFill/>
          </p:spPr>
          <p:txBody>
            <a:bodyPr wrap="none" rtlCol="0">
              <a:spAutoFit/>
            </a:bodyPr>
            <a:lstStyle/>
            <a:p>
              <a:pPr algn="ctr"/>
              <a:r>
                <a:rPr lang="ja-JP" altLang="en-US" sz="3200">
                  <a:solidFill>
                    <a:schemeClr val="tx1">
                      <a:lumMod val="85000"/>
                      <a:lumOff val="15000"/>
                    </a:schemeClr>
                  </a:solidFill>
                  <a:latin typeface="原稿用標準書体" panose="03000503000000000000" pitchFamily="66" charset="-128"/>
                  <a:ea typeface="原稿用標準書体" panose="03000503000000000000" pitchFamily="66" charset="-128"/>
                </a:rPr>
                <a:t>強化成功</a:t>
              </a:r>
              <a:endParaRPr kumimoji="1" lang="ja-JP" altLang="en-US" sz="40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70" name="グループ化 69">
            <a:extLst>
              <a:ext uri="{FF2B5EF4-FFF2-40B4-BE49-F238E27FC236}">
                <a16:creationId xmlns:a16="http://schemas.microsoft.com/office/drawing/2014/main" id="{E0838A24-5451-962D-82B1-2BF4217E0D06}"/>
              </a:ext>
            </a:extLst>
          </p:cNvPr>
          <p:cNvGrpSpPr/>
          <p:nvPr/>
        </p:nvGrpSpPr>
        <p:grpSpPr>
          <a:xfrm>
            <a:off x="2606705" y="2163549"/>
            <a:ext cx="6976165" cy="734622"/>
            <a:chOff x="2606705" y="2220697"/>
            <a:chExt cx="6976165" cy="734622"/>
          </a:xfrm>
        </p:grpSpPr>
        <p:sp>
          <p:nvSpPr>
            <p:cNvPr id="31" name="正方形/長方形 30">
              <a:extLst>
                <a:ext uri="{FF2B5EF4-FFF2-40B4-BE49-F238E27FC236}">
                  <a16:creationId xmlns:a16="http://schemas.microsoft.com/office/drawing/2014/main" id="{B0BF12A5-A4B7-8355-71C5-C73137FE5971}"/>
                </a:ext>
              </a:extLst>
            </p:cNvPr>
            <p:cNvSpPr/>
            <p:nvPr/>
          </p:nvSpPr>
          <p:spPr>
            <a:xfrm>
              <a:off x="2606705" y="2220697"/>
              <a:ext cx="6976165" cy="734622"/>
            </a:xfrm>
            <a:prstGeom prst="rect">
              <a:avLst/>
            </a:prstGeom>
            <a:solidFill>
              <a:schemeClr val="accent6">
                <a:alpha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4" name="二等辺三角形 33">
              <a:extLst>
                <a:ext uri="{FF2B5EF4-FFF2-40B4-BE49-F238E27FC236}">
                  <a16:creationId xmlns:a16="http://schemas.microsoft.com/office/drawing/2014/main" id="{1F3952CB-1828-3D59-A17B-041B5E4B0362}"/>
                </a:ext>
              </a:extLst>
            </p:cNvPr>
            <p:cNvSpPr/>
            <p:nvPr/>
          </p:nvSpPr>
          <p:spPr>
            <a:xfrm rot="5400000">
              <a:off x="5878796" y="2399231"/>
              <a:ext cx="431983" cy="372399"/>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51" name="グループ化 50">
              <a:extLst>
                <a:ext uri="{FF2B5EF4-FFF2-40B4-BE49-F238E27FC236}">
                  <a16:creationId xmlns:a16="http://schemas.microsoft.com/office/drawing/2014/main" id="{8E30209B-6F6F-FC05-8B65-E92A3C1F146C}"/>
                </a:ext>
              </a:extLst>
            </p:cNvPr>
            <p:cNvGrpSpPr/>
            <p:nvPr/>
          </p:nvGrpSpPr>
          <p:grpSpPr>
            <a:xfrm>
              <a:off x="4210834" y="2330923"/>
              <a:ext cx="3767907" cy="461665"/>
              <a:chOff x="3866308" y="3098365"/>
              <a:chExt cx="3767907" cy="461665"/>
            </a:xfrm>
          </p:grpSpPr>
          <p:sp>
            <p:nvSpPr>
              <p:cNvPr id="39" name="テキスト ボックス 38">
                <a:extLst>
                  <a:ext uri="{FF2B5EF4-FFF2-40B4-BE49-F238E27FC236}">
                    <a16:creationId xmlns:a16="http://schemas.microsoft.com/office/drawing/2014/main" id="{105BF12D-7227-51E1-D6DF-39EDBA9B95CB}"/>
                  </a:ext>
                </a:extLst>
              </p:cNvPr>
              <p:cNvSpPr txBox="1"/>
              <p:nvPr/>
            </p:nvSpPr>
            <p:spPr>
              <a:xfrm>
                <a:off x="3866308" y="3098365"/>
                <a:ext cx="1863096" cy="461665"/>
              </a:xfrm>
              <a:prstGeom prst="rect">
                <a:avLst/>
              </a:prstGeom>
              <a:noFill/>
            </p:spPr>
            <p:txBody>
              <a:bodyPr wrap="square">
                <a:spAutoFit/>
              </a:bodyPr>
              <a:lstStyle/>
              <a:p>
                <a:pPr algn="ctr"/>
                <a:r>
                  <a:rPr lang="en-US" altLang="ja-JP" sz="2000">
                    <a:solidFill>
                      <a:schemeClr val="bg1">
                        <a:lumMod val="95000"/>
                      </a:schemeClr>
                    </a:solidFill>
                    <a:latin typeface="原稿用標準書体" panose="03000503000000000000" pitchFamily="66" charset="-128"/>
                    <a:ea typeface="原稿用標準書体" panose="03000503000000000000" pitchFamily="66" charset="-128"/>
                  </a:rPr>
                  <a:t>Lv</a:t>
                </a:r>
                <a:r>
                  <a:rPr lang="en-US" altLang="ja-JP" sz="2400">
                    <a:solidFill>
                      <a:schemeClr val="bg1">
                        <a:lumMod val="95000"/>
                      </a:schemeClr>
                    </a:solidFill>
                    <a:latin typeface="原稿用標準書体" panose="03000503000000000000" pitchFamily="66" charset="-128"/>
                    <a:ea typeface="原稿用標準書体" panose="03000503000000000000" pitchFamily="66" charset="-128"/>
                  </a:rPr>
                  <a:t>000</a:t>
                </a:r>
                <a:endParaRPr kumimoji="1" lang="ja-JP" altLang="en-US" sz="240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36" name="テキスト ボックス 35">
                <a:extLst>
                  <a:ext uri="{FF2B5EF4-FFF2-40B4-BE49-F238E27FC236}">
                    <a16:creationId xmlns:a16="http://schemas.microsoft.com/office/drawing/2014/main" id="{0F58D6E1-6569-1EAA-480B-793389444471}"/>
                  </a:ext>
                </a:extLst>
              </p:cNvPr>
              <p:cNvSpPr txBox="1"/>
              <p:nvPr/>
            </p:nvSpPr>
            <p:spPr>
              <a:xfrm>
                <a:off x="5771120" y="3098365"/>
                <a:ext cx="1863095" cy="461665"/>
              </a:xfrm>
              <a:prstGeom prst="rect">
                <a:avLst/>
              </a:prstGeom>
              <a:noFill/>
            </p:spPr>
            <p:txBody>
              <a:bodyPr wrap="square">
                <a:spAutoFit/>
              </a:bodyPr>
              <a:lstStyle/>
              <a:p>
                <a:pPr algn="ctr"/>
                <a:r>
                  <a:rPr lang="en-US" altLang="ja-JP" sz="2000">
                    <a:solidFill>
                      <a:schemeClr val="tx2"/>
                    </a:solidFill>
                    <a:latin typeface="原稿用標準書体" panose="03000503000000000000" pitchFamily="66" charset="-128"/>
                    <a:ea typeface="原稿用標準書体" panose="03000503000000000000" pitchFamily="66" charset="-128"/>
                  </a:rPr>
                  <a:t>Lv</a:t>
                </a:r>
                <a:r>
                  <a:rPr lang="en-US" altLang="ja-JP" sz="2400">
                    <a:solidFill>
                      <a:schemeClr val="tx2"/>
                    </a:solidFill>
                    <a:latin typeface="原稿用標準書体" panose="03000503000000000000" pitchFamily="66" charset="-128"/>
                    <a:ea typeface="原稿用標準書体" panose="03000503000000000000" pitchFamily="66" charset="-128"/>
                  </a:rPr>
                  <a:t>000</a:t>
                </a:r>
                <a:endParaRPr kumimoji="1" lang="ja-JP" altLang="en-US" sz="2400">
                  <a:solidFill>
                    <a:schemeClr val="tx2"/>
                  </a:solidFill>
                  <a:latin typeface="原稿用標準書体" panose="03000503000000000000" pitchFamily="66" charset="-128"/>
                  <a:ea typeface="原稿用標準書体" panose="03000503000000000000" pitchFamily="66" charset="-128"/>
                </a:endParaRPr>
              </a:p>
            </p:txBody>
          </p:sp>
        </p:grpSp>
      </p:grpSp>
      <p:pic>
        <p:nvPicPr>
          <p:cNvPr id="52" name="図 51">
            <a:extLst>
              <a:ext uri="{FF2B5EF4-FFF2-40B4-BE49-F238E27FC236}">
                <a16:creationId xmlns:a16="http://schemas.microsoft.com/office/drawing/2014/main" id="{8D03348F-50A0-BB71-3FCE-00F980A7230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482819" y="533988"/>
            <a:ext cx="1912075" cy="1351170"/>
          </a:xfrm>
          <a:prstGeom prst="rect">
            <a:avLst/>
          </a:prstGeom>
        </p:spPr>
      </p:pic>
      <p:grpSp>
        <p:nvGrpSpPr>
          <p:cNvPr id="54" name="グループ化 53">
            <a:extLst>
              <a:ext uri="{FF2B5EF4-FFF2-40B4-BE49-F238E27FC236}">
                <a16:creationId xmlns:a16="http://schemas.microsoft.com/office/drawing/2014/main" id="{2514C07C-0FD8-3EC3-E5F9-B158C662E7E9}"/>
              </a:ext>
            </a:extLst>
          </p:cNvPr>
          <p:cNvGrpSpPr/>
          <p:nvPr/>
        </p:nvGrpSpPr>
        <p:grpSpPr>
          <a:xfrm>
            <a:off x="4878165" y="2968928"/>
            <a:ext cx="2435670" cy="2615800"/>
            <a:chOff x="9086477" y="2806197"/>
            <a:chExt cx="2177531" cy="2338570"/>
          </a:xfrm>
        </p:grpSpPr>
        <p:grpSp>
          <p:nvGrpSpPr>
            <p:cNvPr id="58" name="グループ化 57">
              <a:extLst>
                <a:ext uri="{FF2B5EF4-FFF2-40B4-BE49-F238E27FC236}">
                  <a16:creationId xmlns:a16="http://schemas.microsoft.com/office/drawing/2014/main" id="{90821ABF-A09C-E4AD-24F2-C4DF44D114DC}"/>
                </a:ext>
              </a:extLst>
            </p:cNvPr>
            <p:cNvGrpSpPr/>
            <p:nvPr/>
          </p:nvGrpSpPr>
          <p:grpSpPr>
            <a:xfrm>
              <a:off x="9086477" y="2806197"/>
              <a:ext cx="2177531" cy="2338570"/>
              <a:chOff x="6277096" y="2699962"/>
              <a:chExt cx="2177531" cy="2338570"/>
            </a:xfrm>
          </p:grpSpPr>
          <p:grpSp>
            <p:nvGrpSpPr>
              <p:cNvPr id="60" name="グループ化 59">
                <a:extLst>
                  <a:ext uri="{FF2B5EF4-FFF2-40B4-BE49-F238E27FC236}">
                    <a16:creationId xmlns:a16="http://schemas.microsoft.com/office/drawing/2014/main" id="{A41836F6-DA74-0902-4690-B8C3F92E677E}"/>
                  </a:ext>
                </a:extLst>
              </p:cNvPr>
              <p:cNvGrpSpPr/>
              <p:nvPr/>
            </p:nvGrpSpPr>
            <p:grpSpPr>
              <a:xfrm>
                <a:off x="6277097" y="4298965"/>
                <a:ext cx="2177529" cy="739567"/>
                <a:chOff x="5227712" y="3336557"/>
                <a:chExt cx="1747806" cy="739567"/>
              </a:xfrm>
            </p:grpSpPr>
            <p:sp>
              <p:nvSpPr>
                <p:cNvPr id="67" name="テキスト ボックス 66">
                  <a:extLst>
                    <a:ext uri="{FF2B5EF4-FFF2-40B4-BE49-F238E27FC236}">
                      <a16:creationId xmlns:a16="http://schemas.microsoft.com/office/drawing/2014/main" id="{CECA19BD-1A22-80FA-BE5B-6E3F50D5FD74}"/>
                    </a:ext>
                  </a:extLst>
                </p:cNvPr>
                <p:cNvSpPr txBox="1"/>
                <p:nvPr/>
              </p:nvSpPr>
              <p:spPr>
                <a:xfrm>
                  <a:off x="5227712" y="3336557"/>
                  <a:ext cx="988334" cy="412737"/>
                </a:xfrm>
                <a:prstGeom prst="rect">
                  <a:avLst/>
                </a:prstGeom>
                <a:noFill/>
              </p:spPr>
              <p:txBody>
                <a:bodyPr wrap="none" rtlCol="0">
                  <a:spAutoFit/>
                </a:bodyPr>
                <a:lstStyle/>
                <a:p>
                  <a:r>
                    <a:rPr lang="en-US" altLang="ja-JP" b="1" dirty="0">
                      <a:solidFill>
                        <a:schemeClr val="tx1">
                          <a:lumMod val="85000"/>
                          <a:lumOff val="15000"/>
                        </a:schemeClr>
                      </a:solidFill>
                      <a:latin typeface="原稿用標準書体" panose="03000503000000000000" pitchFamily="66" charset="-128"/>
                      <a:ea typeface="原稿用標準書体" panose="03000503000000000000" pitchFamily="66" charset="-128"/>
                    </a:rPr>
                    <a:t>ATK</a:t>
                  </a:r>
                  <a:r>
                    <a:rPr lang="ja-JP" altLang="en-US" b="1">
                      <a:solidFill>
                        <a:schemeClr val="tx1">
                          <a:lumMod val="85000"/>
                          <a:lumOff val="15000"/>
                        </a:schemeClr>
                      </a:solidFill>
                      <a:latin typeface="原稿用標準書体" panose="03000503000000000000" pitchFamily="66" charset="-128"/>
                      <a:ea typeface="原稿用標準書体" panose="03000503000000000000" pitchFamily="66" charset="-128"/>
                    </a:rPr>
                    <a:t>：</a:t>
                  </a:r>
                  <a:r>
                    <a:rPr lang="en-US" altLang="ja-JP" sz="2400" b="1">
                      <a:solidFill>
                        <a:srgbClr val="FF00FF"/>
                      </a:solidFill>
                      <a:latin typeface="原稿用標準書体" panose="03000503000000000000" pitchFamily="66" charset="-128"/>
                      <a:ea typeface="原稿用標準書体" panose="03000503000000000000" pitchFamily="66" charset="-128"/>
                    </a:rPr>
                    <a:t>0000</a:t>
                  </a:r>
                  <a:endParaRPr lang="en-US" altLang="ja-JP" b="1" dirty="0">
                    <a:solidFill>
                      <a:srgbClr val="FF00FF"/>
                    </a:solidFill>
                    <a:latin typeface="原稿用標準書体" panose="03000503000000000000" pitchFamily="66" charset="-128"/>
                    <a:ea typeface="原稿用標準書体" panose="03000503000000000000" pitchFamily="66" charset="-128"/>
                  </a:endParaRPr>
                </a:p>
              </p:txBody>
            </p:sp>
            <p:sp>
              <p:nvSpPr>
                <p:cNvPr id="68" name="四角形: 角を丸くする 67">
                  <a:extLst>
                    <a:ext uri="{FF2B5EF4-FFF2-40B4-BE49-F238E27FC236}">
                      <a16:creationId xmlns:a16="http://schemas.microsoft.com/office/drawing/2014/main" id="{2E36766C-9F50-5C29-6F00-8BDF32157D46}"/>
                    </a:ext>
                  </a:extLst>
                </p:cNvPr>
                <p:cNvSpPr/>
                <p:nvPr/>
              </p:nvSpPr>
              <p:spPr>
                <a:xfrm rot="5400000">
                  <a:off x="5960059" y="3060665"/>
                  <a:ext cx="283112" cy="1747806"/>
                </a:xfrm>
                <a:prstGeom prst="roundRect">
                  <a:avLst>
                    <a:gd name="adj" fmla="val 9570"/>
                  </a:avLst>
                </a:prstGeom>
                <a:solidFill>
                  <a:schemeClr val="accent1"/>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61" name="グループ化 60">
                <a:extLst>
                  <a:ext uri="{FF2B5EF4-FFF2-40B4-BE49-F238E27FC236}">
                    <a16:creationId xmlns:a16="http://schemas.microsoft.com/office/drawing/2014/main" id="{8D10AF34-DD90-3EEA-9BD2-AFE4C1875ADE}"/>
                  </a:ext>
                </a:extLst>
              </p:cNvPr>
              <p:cNvGrpSpPr/>
              <p:nvPr/>
            </p:nvGrpSpPr>
            <p:grpSpPr>
              <a:xfrm>
                <a:off x="6277096" y="3501117"/>
                <a:ext cx="2177531" cy="738164"/>
                <a:chOff x="5227711" y="2418059"/>
                <a:chExt cx="1747807" cy="738164"/>
              </a:xfrm>
            </p:grpSpPr>
            <p:sp>
              <p:nvSpPr>
                <p:cNvPr id="65" name="テキスト ボックス 64">
                  <a:extLst>
                    <a:ext uri="{FF2B5EF4-FFF2-40B4-BE49-F238E27FC236}">
                      <a16:creationId xmlns:a16="http://schemas.microsoft.com/office/drawing/2014/main" id="{7F28AD14-6E7B-D522-2925-7B24976AA6CB}"/>
                    </a:ext>
                  </a:extLst>
                </p:cNvPr>
                <p:cNvSpPr txBox="1"/>
                <p:nvPr/>
              </p:nvSpPr>
              <p:spPr>
                <a:xfrm>
                  <a:off x="5227711" y="2418059"/>
                  <a:ext cx="988334" cy="412736"/>
                </a:xfrm>
                <a:prstGeom prst="rect">
                  <a:avLst/>
                </a:prstGeom>
                <a:noFill/>
              </p:spPr>
              <p:txBody>
                <a:bodyPr wrap="none" rtlCol="0">
                  <a:spAutoFit/>
                </a:bodyPr>
                <a:lstStyle/>
                <a:p>
                  <a:r>
                    <a:rPr lang="en-US" altLang="ja-JP" b="1" dirty="0">
                      <a:solidFill>
                        <a:schemeClr val="tx1">
                          <a:lumMod val="85000"/>
                          <a:lumOff val="15000"/>
                        </a:schemeClr>
                      </a:solidFill>
                      <a:latin typeface="原稿用標準書体" panose="03000503000000000000" pitchFamily="66" charset="-128"/>
                      <a:ea typeface="原稿用標準書体" panose="03000503000000000000" pitchFamily="66" charset="-128"/>
                    </a:rPr>
                    <a:t>SPD</a:t>
                  </a:r>
                  <a:r>
                    <a:rPr lang="ja-JP" altLang="en-US" b="1">
                      <a:solidFill>
                        <a:schemeClr val="tx1">
                          <a:lumMod val="85000"/>
                          <a:lumOff val="15000"/>
                        </a:schemeClr>
                      </a:solidFill>
                      <a:latin typeface="原稿用標準書体" panose="03000503000000000000" pitchFamily="66" charset="-128"/>
                      <a:ea typeface="原稿用標準書体" panose="03000503000000000000" pitchFamily="66" charset="-128"/>
                    </a:rPr>
                    <a:t>：</a:t>
                  </a:r>
                  <a:r>
                    <a:rPr lang="en-US" altLang="ja-JP" sz="2400" b="1">
                      <a:solidFill>
                        <a:schemeClr val="tx1">
                          <a:lumMod val="85000"/>
                          <a:lumOff val="15000"/>
                        </a:schemeClr>
                      </a:solidFill>
                      <a:latin typeface="原稿用標準書体" panose="03000503000000000000" pitchFamily="66" charset="-128"/>
                      <a:ea typeface="原稿用標準書体" panose="03000503000000000000" pitchFamily="66" charset="-128"/>
                    </a:rPr>
                    <a:t>0000</a:t>
                  </a:r>
                  <a:endParaRPr lang="en-US" altLang="ja-JP"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66" name="四角形: 角を丸くする 65">
                  <a:extLst>
                    <a:ext uri="{FF2B5EF4-FFF2-40B4-BE49-F238E27FC236}">
                      <a16:creationId xmlns:a16="http://schemas.microsoft.com/office/drawing/2014/main" id="{FA360511-A85F-EE6F-3D91-A450E13FDE89}"/>
                    </a:ext>
                  </a:extLst>
                </p:cNvPr>
                <p:cNvSpPr/>
                <p:nvPr/>
              </p:nvSpPr>
              <p:spPr>
                <a:xfrm rot="5400000">
                  <a:off x="5960059" y="2140764"/>
                  <a:ext cx="283112" cy="1747806"/>
                </a:xfrm>
                <a:prstGeom prst="roundRect">
                  <a:avLst>
                    <a:gd name="adj" fmla="val 9570"/>
                  </a:avLst>
                </a:prstGeom>
                <a:solidFill>
                  <a:schemeClr val="accent5"/>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62" name="グループ化 61">
                <a:extLst>
                  <a:ext uri="{FF2B5EF4-FFF2-40B4-BE49-F238E27FC236}">
                    <a16:creationId xmlns:a16="http://schemas.microsoft.com/office/drawing/2014/main" id="{6E445712-5D00-1A6D-D607-61F17D5C0062}"/>
                  </a:ext>
                </a:extLst>
              </p:cNvPr>
              <p:cNvGrpSpPr/>
              <p:nvPr/>
            </p:nvGrpSpPr>
            <p:grpSpPr>
              <a:xfrm>
                <a:off x="6277096" y="2699962"/>
                <a:ext cx="2177529" cy="741471"/>
                <a:chOff x="5227712" y="1484774"/>
                <a:chExt cx="1747806" cy="741471"/>
              </a:xfrm>
            </p:grpSpPr>
            <p:sp>
              <p:nvSpPr>
                <p:cNvPr id="63" name="テキスト ボックス 62">
                  <a:extLst>
                    <a:ext uri="{FF2B5EF4-FFF2-40B4-BE49-F238E27FC236}">
                      <a16:creationId xmlns:a16="http://schemas.microsoft.com/office/drawing/2014/main" id="{56FA7343-2131-17FC-4E5D-813FB8B1DCCC}"/>
                    </a:ext>
                  </a:extLst>
                </p:cNvPr>
                <p:cNvSpPr txBox="1"/>
                <p:nvPr/>
              </p:nvSpPr>
              <p:spPr>
                <a:xfrm>
                  <a:off x="5227712" y="1484774"/>
                  <a:ext cx="905513" cy="412736"/>
                </a:xfrm>
                <a:prstGeom prst="rect">
                  <a:avLst/>
                </a:prstGeom>
                <a:noFill/>
              </p:spPr>
              <p:txBody>
                <a:bodyPr wrap="none" rtlCol="0">
                  <a:spAutoFit/>
                </a:bodyPr>
                <a:lstStyle/>
                <a:p>
                  <a:r>
                    <a:rPr lang="en-US" altLang="ja-JP" b="1" dirty="0">
                      <a:solidFill>
                        <a:schemeClr val="tx1">
                          <a:lumMod val="85000"/>
                          <a:lumOff val="15000"/>
                        </a:schemeClr>
                      </a:solidFill>
                      <a:latin typeface="原稿用標準書体" panose="03000503000000000000" pitchFamily="66" charset="-128"/>
                      <a:ea typeface="原稿用標準書体" panose="03000503000000000000" pitchFamily="66" charset="-128"/>
                    </a:rPr>
                    <a:t>HP</a:t>
                  </a:r>
                  <a:r>
                    <a:rPr lang="ja-JP" altLang="en-US" b="1">
                      <a:solidFill>
                        <a:schemeClr val="tx1">
                          <a:lumMod val="85000"/>
                          <a:lumOff val="15000"/>
                        </a:schemeClr>
                      </a:solidFill>
                      <a:latin typeface="原稿用標準書体" panose="03000503000000000000" pitchFamily="66" charset="-128"/>
                      <a:ea typeface="原稿用標準書体" panose="03000503000000000000" pitchFamily="66" charset="-128"/>
                    </a:rPr>
                    <a:t>：</a:t>
                  </a:r>
                  <a:r>
                    <a:rPr lang="en-US" altLang="ja-JP" sz="2400" b="1">
                      <a:solidFill>
                        <a:srgbClr val="FF00FF"/>
                      </a:solidFill>
                      <a:latin typeface="原稿用標準書体" panose="03000503000000000000" pitchFamily="66" charset="-128"/>
                      <a:ea typeface="原稿用標準書体" panose="03000503000000000000" pitchFamily="66" charset="-128"/>
                    </a:rPr>
                    <a:t>0000</a:t>
                  </a:r>
                  <a:endParaRPr lang="en-US" altLang="ja-JP" b="1" dirty="0">
                    <a:solidFill>
                      <a:srgbClr val="FF00FF"/>
                    </a:solidFill>
                    <a:latin typeface="原稿用標準書体" panose="03000503000000000000" pitchFamily="66" charset="-128"/>
                    <a:ea typeface="原稿用標準書体" panose="03000503000000000000" pitchFamily="66" charset="-128"/>
                  </a:endParaRPr>
                </a:p>
              </p:txBody>
            </p:sp>
            <p:sp>
              <p:nvSpPr>
                <p:cNvPr id="64" name="四角形: 角を丸くする 63">
                  <a:extLst>
                    <a:ext uri="{FF2B5EF4-FFF2-40B4-BE49-F238E27FC236}">
                      <a16:creationId xmlns:a16="http://schemas.microsoft.com/office/drawing/2014/main" id="{2A406ED3-628A-6945-0C0B-4335ACD600EC}"/>
                    </a:ext>
                  </a:extLst>
                </p:cNvPr>
                <p:cNvSpPr/>
                <p:nvPr/>
              </p:nvSpPr>
              <p:spPr>
                <a:xfrm rot="5400000">
                  <a:off x="5960059" y="1210786"/>
                  <a:ext cx="283112" cy="1747806"/>
                </a:xfrm>
                <a:prstGeom prst="roundRect">
                  <a:avLst>
                    <a:gd name="adj" fmla="val 9570"/>
                  </a:avLst>
                </a:prstGeom>
                <a:solidFill>
                  <a:srgbClr val="1CB71D"/>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sp>
          <p:nvSpPr>
            <p:cNvPr id="56" name="四角形: 角を丸くする 55">
              <a:extLst>
                <a:ext uri="{FF2B5EF4-FFF2-40B4-BE49-F238E27FC236}">
                  <a16:creationId xmlns:a16="http://schemas.microsoft.com/office/drawing/2014/main" id="{851D0ED0-6AAE-D550-C250-53DB86DD4C2D}"/>
                </a:ext>
              </a:extLst>
            </p:cNvPr>
            <p:cNvSpPr/>
            <p:nvPr/>
          </p:nvSpPr>
          <p:spPr>
            <a:xfrm rot="5400000">
              <a:off x="10848059" y="4726748"/>
              <a:ext cx="283112" cy="537486"/>
            </a:xfrm>
            <a:prstGeom prst="roundRect">
              <a:avLst>
                <a:gd name="adj" fmla="val 9570"/>
              </a:avLst>
            </a:prstGeom>
            <a:solidFill>
              <a:schemeClr val="tx2"/>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57" name="四角形: 角を丸くする 56">
              <a:extLst>
                <a:ext uri="{FF2B5EF4-FFF2-40B4-BE49-F238E27FC236}">
                  <a16:creationId xmlns:a16="http://schemas.microsoft.com/office/drawing/2014/main" id="{485E2E19-DADE-45F3-7DA7-ADED0575B4E1}"/>
                </a:ext>
              </a:extLst>
            </p:cNvPr>
            <p:cNvSpPr/>
            <p:nvPr/>
          </p:nvSpPr>
          <p:spPr>
            <a:xfrm rot="5400000">
              <a:off x="10800947" y="3086132"/>
              <a:ext cx="283112" cy="631710"/>
            </a:xfrm>
            <a:prstGeom prst="roundRect">
              <a:avLst>
                <a:gd name="adj" fmla="val 9570"/>
              </a:avLst>
            </a:prstGeom>
            <a:solidFill>
              <a:schemeClr val="tx2"/>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spTree>
    <p:extLst>
      <p:ext uri="{BB962C8B-B14F-4D97-AF65-F5344CB8AC3E}">
        <p14:creationId xmlns:p14="http://schemas.microsoft.com/office/powerpoint/2010/main" val="3837054025"/>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bg>
      <p:bgPr>
        <a:solidFill>
          <a:schemeClr val="tx1">
            <a:lumMod val="95000"/>
            <a:lumOff val="5000"/>
          </a:schemeClr>
        </a:solidFill>
        <a:effectLst/>
      </p:bgPr>
    </p:bg>
    <p:spTree>
      <p:nvGrpSpPr>
        <p:cNvPr id="1" name="">
          <a:extLst>
            <a:ext uri="{FF2B5EF4-FFF2-40B4-BE49-F238E27FC236}">
              <a16:creationId xmlns:a16="http://schemas.microsoft.com/office/drawing/2014/main" id="{2B0F10D0-E3BA-CB44-03BA-15E64BF6AF33}"/>
            </a:ext>
          </a:extLst>
        </p:cNvPr>
        <p:cNvGrpSpPr/>
        <p:nvPr/>
      </p:nvGrpSpPr>
      <p:grpSpPr>
        <a:xfrm>
          <a:off x="0" y="0"/>
          <a:ext cx="0" cy="0"/>
          <a:chOff x="0" y="0"/>
          <a:chExt cx="0" cy="0"/>
        </a:xfrm>
      </p:grpSpPr>
      <p:pic>
        <p:nvPicPr>
          <p:cNvPr id="3" name="図 2">
            <a:extLst>
              <a:ext uri="{FF2B5EF4-FFF2-40B4-BE49-F238E27FC236}">
                <a16:creationId xmlns:a16="http://schemas.microsoft.com/office/drawing/2014/main" id="{BCB8C2F4-7B6A-5632-C662-3EB63BC7885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38842" y="1454761"/>
            <a:ext cx="5249937" cy="7307233"/>
          </a:xfrm>
          <a:prstGeom prst="rect">
            <a:avLst/>
          </a:prstGeom>
        </p:spPr>
      </p:pic>
      <p:sp>
        <p:nvSpPr>
          <p:cNvPr id="47" name="四角形: 上の 2 つの角を丸める 46">
            <a:extLst>
              <a:ext uri="{FF2B5EF4-FFF2-40B4-BE49-F238E27FC236}">
                <a16:creationId xmlns:a16="http://schemas.microsoft.com/office/drawing/2014/main" id="{10BFE476-00CC-47D0-FC19-BFA68E1DBEAC}"/>
              </a:ext>
            </a:extLst>
          </p:cNvPr>
          <p:cNvSpPr/>
          <p:nvPr/>
        </p:nvSpPr>
        <p:spPr>
          <a:xfrm flipV="1">
            <a:off x="5776875" y="2032777"/>
            <a:ext cx="5864380" cy="4307252"/>
          </a:xfrm>
          <a:prstGeom prst="round2SameRect">
            <a:avLst>
              <a:gd name="adj1" fmla="val 2338"/>
              <a:gd name="adj2" fmla="val 0"/>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47" name="グループ化 146">
            <a:extLst>
              <a:ext uri="{FF2B5EF4-FFF2-40B4-BE49-F238E27FC236}">
                <a16:creationId xmlns:a16="http://schemas.microsoft.com/office/drawing/2014/main" id="{14185F21-F0E3-885B-626C-0CDF780D6B85}"/>
              </a:ext>
            </a:extLst>
          </p:cNvPr>
          <p:cNvGrpSpPr/>
          <p:nvPr/>
        </p:nvGrpSpPr>
        <p:grpSpPr>
          <a:xfrm>
            <a:off x="5776874" y="1454761"/>
            <a:ext cx="5864381" cy="578019"/>
            <a:chOff x="5776874" y="1454761"/>
            <a:chExt cx="5864381" cy="578019"/>
          </a:xfrm>
        </p:grpSpPr>
        <p:grpSp>
          <p:nvGrpSpPr>
            <p:cNvPr id="43" name="グループ化 42">
              <a:extLst>
                <a:ext uri="{FF2B5EF4-FFF2-40B4-BE49-F238E27FC236}">
                  <a16:creationId xmlns:a16="http://schemas.microsoft.com/office/drawing/2014/main" id="{71818F20-BD34-CABB-8086-1228C9F8CF3A}"/>
                </a:ext>
              </a:extLst>
            </p:cNvPr>
            <p:cNvGrpSpPr/>
            <p:nvPr/>
          </p:nvGrpSpPr>
          <p:grpSpPr>
            <a:xfrm>
              <a:off x="5776874" y="1454761"/>
              <a:ext cx="5864381" cy="578019"/>
              <a:chOff x="1151426" y="1663429"/>
              <a:chExt cx="10129385" cy="553330"/>
            </a:xfrm>
          </p:grpSpPr>
          <p:sp>
            <p:nvSpPr>
              <p:cNvPr id="44" name="四角形: 上の 2 つの角を丸める 43">
                <a:extLst>
                  <a:ext uri="{FF2B5EF4-FFF2-40B4-BE49-F238E27FC236}">
                    <a16:creationId xmlns:a16="http://schemas.microsoft.com/office/drawing/2014/main" id="{9560ABC3-25B9-71B1-C8C7-E3A0BB67A6DE}"/>
                  </a:ext>
                </a:extLst>
              </p:cNvPr>
              <p:cNvSpPr/>
              <p:nvPr/>
            </p:nvSpPr>
            <p:spPr>
              <a:xfrm>
                <a:off x="1151426" y="1663429"/>
                <a:ext cx="4593302" cy="553330"/>
              </a:xfrm>
              <a:prstGeom prst="round2Same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46" name="四角形: 上の 2 つの角を丸める 45">
                <a:extLst>
                  <a:ext uri="{FF2B5EF4-FFF2-40B4-BE49-F238E27FC236}">
                    <a16:creationId xmlns:a16="http://schemas.microsoft.com/office/drawing/2014/main" id="{6D7D657A-1FCC-D629-D055-A837AA98E858}"/>
                  </a:ext>
                </a:extLst>
              </p:cNvPr>
              <p:cNvSpPr/>
              <p:nvPr/>
            </p:nvSpPr>
            <p:spPr>
              <a:xfrm>
                <a:off x="6677614" y="1663429"/>
                <a:ext cx="4603197" cy="553330"/>
              </a:xfrm>
              <a:prstGeom prst="round2SameRect">
                <a:avLst/>
              </a:prstGeom>
              <a:solidFill>
                <a:schemeClr val="accent6">
                  <a:lumMod val="60000"/>
                  <a:lumOff val="4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9" name="テキスト ボックス 8">
              <a:extLst>
                <a:ext uri="{FF2B5EF4-FFF2-40B4-BE49-F238E27FC236}">
                  <a16:creationId xmlns:a16="http://schemas.microsoft.com/office/drawing/2014/main" id="{C35C20E1-74FE-6D44-A7E5-529E6FBFCD16}"/>
                </a:ext>
              </a:extLst>
            </p:cNvPr>
            <p:cNvSpPr txBox="1"/>
            <p:nvPr/>
          </p:nvSpPr>
          <p:spPr>
            <a:xfrm>
              <a:off x="9703456" y="1521142"/>
              <a:ext cx="1210588" cy="400110"/>
            </a:xfrm>
            <a:prstGeom prst="rect">
              <a:avLst/>
            </a:prstGeom>
            <a:noFill/>
          </p:spPr>
          <p:txBody>
            <a:bodyPr wrap="none" rtlCol="0">
              <a:spAutoFit/>
            </a:bodyPr>
            <a:lstStyle/>
            <a:p>
              <a:pPr algn="ctr"/>
              <a:r>
                <a:rPr lang="ja-JP" altLang="en-US" sz="2000">
                  <a:solidFill>
                    <a:schemeClr val="bg1">
                      <a:lumMod val="95000"/>
                    </a:schemeClr>
                  </a:solidFill>
                  <a:latin typeface="原稿用標準書体" panose="03000503000000000000" pitchFamily="66" charset="-128"/>
                  <a:ea typeface="原稿用標準書体" panose="03000503000000000000" pitchFamily="66" charset="-128"/>
                </a:rPr>
                <a:t>才能開花</a:t>
              </a:r>
              <a:endPar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5" name="テキスト ボックス 14">
              <a:extLst>
                <a:ext uri="{FF2B5EF4-FFF2-40B4-BE49-F238E27FC236}">
                  <a16:creationId xmlns:a16="http://schemas.microsoft.com/office/drawing/2014/main" id="{405EDD01-1BC3-4470-E0D8-39A1EF4AF3F8}"/>
                </a:ext>
              </a:extLst>
            </p:cNvPr>
            <p:cNvSpPr txBox="1"/>
            <p:nvPr/>
          </p:nvSpPr>
          <p:spPr>
            <a:xfrm>
              <a:off x="6629461" y="1519921"/>
              <a:ext cx="954107" cy="406432"/>
            </a:xfrm>
            <a:prstGeom prst="rect">
              <a:avLst/>
            </a:prstGeom>
            <a:noFill/>
          </p:spPr>
          <p:txBody>
            <a:bodyPr wrap="none" rtlCol="0">
              <a:spAutoFit/>
            </a:bodyPr>
            <a:lstStyle/>
            <a:p>
              <a:pPr algn="ctr"/>
              <a:r>
                <a:rPr lang="ja-JP" altLang="en-US" sz="2000">
                  <a:solidFill>
                    <a:schemeClr val="accent6"/>
                  </a:solidFill>
                  <a:latin typeface="原稿用標準書体" panose="03000503000000000000" pitchFamily="66" charset="-128"/>
                  <a:ea typeface="原稿用標準書体" panose="03000503000000000000" pitchFamily="66" charset="-128"/>
                </a:rPr>
                <a:t>レベル</a:t>
              </a:r>
              <a:endParaRPr lang="ja-JP" altLang="en-US" sz="2000" dirty="0">
                <a:solidFill>
                  <a:schemeClr val="accent6"/>
                </a:solidFill>
                <a:latin typeface="原稿用標準書体" panose="03000503000000000000" pitchFamily="66" charset="-128"/>
                <a:ea typeface="原稿用標準書体" panose="03000503000000000000" pitchFamily="66" charset="-128"/>
              </a:endParaRPr>
            </a:p>
          </p:txBody>
        </p:sp>
      </p:grpSp>
      <p:grpSp>
        <p:nvGrpSpPr>
          <p:cNvPr id="20" name="グループ化 19">
            <a:extLst>
              <a:ext uri="{FF2B5EF4-FFF2-40B4-BE49-F238E27FC236}">
                <a16:creationId xmlns:a16="http://schemas.microsoft.com/office/drawing/2014/main" id="{A3539BFC-BC5D-4908-43EA-ED99147FBDDD}"/>
              </a:ext>
            </a:extLst>
          </p:cNvPr>
          <p:cNvGrpSpPr/>
          <p:nvPr/>
        </p:nvGrpSpPr>
        <p:grpSpPr>
          <a:xfrm>
            <a:off x="163586" y="134635"/>
            <a:ext cx="3123445" cy="1396119"/>
            <a:chOff x="163586" y="134635"/>
            <a:chExt cx="3123445" cy="1396119"/>
          </a:xfrm>
        </p:grpSpPr>
        <p:sp>
          <p:nvSpPr>
            <p:cNvPr id="21" name="四角形: 角を丸くする 20">
              <a:extLst>
                <a:ext uri="{FF2B5EF4-FFF2-40B4-BE49-F238E27FC236}">
                  <a16:creationId xmlns:a16="http://schemas.microsoft.com/office/drawing/2014/main" id="{25B096EA-9D7E-D06C-AD6F-F655C7B677AE}"/>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22" name="テキスト ボックス 21">
              <a:extLst>
                <a:ext uri="{FF2B5EF4-FFF2-40B4-BE49-F238E27FC236}">
                  <a16:creationId xmlns:a16="http://schemas.microsoft.com/office/drawing/2014/main" id="{04A90308-385D-CE84-9B20-3B9CAD7B947E}"/>
                </a:ext>
              </a:extLst>
            </p:cNvPr>
            <p:cNvSpPr txBox="1"/>
            <p:nvPr/>
          </p:nvSpPr>
          <p:spPr>
            <a:xfrm>
              <a:off x="1624595" y="641390"/>
              <a:ext cx="146706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キャラ強化</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23" name="グループ化 22">
              <a:extLst>
                <a:ext uri="{FF2B5EF4-FFF2-40B4-BE49-F238E27FC236}">
                  <a16:creationId xmlns:a16="http://schemas.microsoft.com/office/drawing/2014/main" id="{D4B7987A-8A8A-8E3C-E0B7-7E27A8711B6B}"/>
                </a:ext>
              </a:extLst>
            </p:cNvPr>
            <p:cNvGrpSpPr/>
            <p:nvPr/>
          </p:nvGrpSpPr>
          <p:grpSpPr>
            <a:xfrm>
              <a:off x="163586" y="134635"/>
              <a:ext cx="1975684" cy="1396119"/>
              <a:chOff x="163586" y="134635"/>
              <a:chExt cx="1975684" cy="1396119"/>
            </a:xfrm>
          </p:grpSpPr>
          <p:grpSp>
            <p:nvGrpSpPr>
              <p:cNvPr id="24" name="グループ化 23">
                <a:extLst>
                  <a:ext uri="{FF2B5EF4-FFF2-40B4-BE49-F238E27FC236}">
                    <a16:creationId xmlns:a16="http://schemas.microsoft.com/office/drawing/2014/main" id="{BB916AAF-E5DB-C724-1807-041CDB24DE3C}"/>
                  </a:ext>
                </a:extLst>
              </p:cNvPr>
              <p:cNvGrpSpPr/>
              <p:nvPr/>
            </p:nvGrpSpPr>
            <p:grpSpPr>
              <a:xfrm>
                <a:off x="163586" y="134635"/>
                <a:ext cx="1975684" cy="1396119"/>
                <a:chOff x="163586" y="134635"/>
                <a:chExt cx="1975684" cy="1396119"/>
              </a:xfrm>
            </p:grpSpPr>
            <p:pic>
              <p:nvPicPr>
                <p:cNvPr id="26" name="図 25">
                  <a:extLst>
                    <a:ext uri="{FF2B5EF4-FFF2-40B4-BE49-F238E27FC236}">
                      <a16:creationId xmlns:a16="http://schemas.microsoft.com/office/drawing/2014/main" id="{7864820D-CF6D-582A-2CFD-2422A0EEFD1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7" name="楕円 26">
                  <a:extLst>
                    <a:ext uri="{FF2B5EF4-FFF2-40B4-BE49-F238E27FC236}">
                      <a16:creationId xmlns:a16="http://schemas.microsoft.com/office/drawing/2014/main" id="{EECB17BA-9D79-E51E-3CA0-494D5A8CCC9D}"/>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5" name="図 24">
                <a:extLst>
                  <a:ext uri="{FF2B5EF4-FFF2-40B4-BE49-F238E27FC236}">
                    <a16:creationId xmlns:a16="http://schemas.microsoft.com/office/drawing/2014/main" id="{0EC632F8-DFA5-FE72-4E34-C44E2D181D5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sp>
        <p:nvSpPr>
          <p:cNvPr id="28" name="フローチャート: 論理積ゲート 27">
            <a:extLst>
              <a:ext uri="{FF2B5EF4-FFF2-40B4-BE49-F238E27FC236}">
                <a16:creationId xmlns:a16="http://schemas.microsoft.com/office/drawing/2014/main" id="{40D6B807-5611-5F34-A835-6DB908F8C268}"/>
              </a:ext>
            </a:extLst>
          </p:cNvPr>
          <p:cNvSpPr/>
          <p:nvPr/>
        </p:nvSpPr>
        <p:spPr>
          <a:xfrm rot="16200000">
            <a:off x="2344669" y="3412898"/>
            <a:ext cx="1516101" cy="4338157"/>
          </a:xfrm>
          <a:prstGeom prst="flowChartDelay">
            <a:avLst/>
          </a:prstGeom>
          <a:solidFill>
            <a:schemeClr val="tx2">
              <a:lumMod val="20000"/>
              <a:lumOff val="80000"/>
              <a:alpha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8" name="グループ化 17">
            <a:extLst>
              <a:ext uri="{FF2B5EF4-FFF2-40B4-BE49-F238E27FC236}">
                <a16:creationId xmlns:a16="http://schemas.microsoft.com/office/drawing/2014/main" id="{BE5D36DD-C753-4473-4A2D-9C65B472A096}"/>
              </a:ext>
            </a:extLst>
          </p:cNvPr>
          <p:cNvGrpSpPr/>
          <p:nvPr/>
        </p:nvGrpSpPr>
        <p:grpSpPr>
          <a:xfrm>
            <a:off x="2296512" y="4969558"/>
            <a:ext cx="1612416" cy="560146"/>
            <a:chOff x="7098261" y="4231434"/>
            <a:chExt cx="1612416" cy="560146"/>
          </a:xfrm>
        </p:grpSpPr>
        <p:pic>
          <p:nvPicPr>
            <p:cNvPr id="29" name="図 28">
              <a:extLst>
                <a:ext uri="{FF2B5EF4-FFF2-40B4-BE49-F238E27FC236}">
                  <a16:creationId xmlns:a16="http://schemas.microsoft.com/office/drawing/2014/main" id="{DA2C6991-3FCA-D07E-0B81-8ED65FA1A87A}"/>
                </a:ext>
              </a:extLst>
            </p:cNvPr>
            <p:cNvPicPr>
              <a:picLocks noChangeAspect="1"/>
            </p:cNvPicPr>
            <p:nvPr/>
          </p:nvPicPr>
          <p:blipFill>
            <a:blip r:embed="rId5">
              <a:duotone>
                <a:schemeClr val="accent3">
                  <a:shade val="45000"/>
                  <a:satMod val="135000"/>
                </a:schemeClr>
                <a:prstClr val="white"/>
              </a:duotone>
              <a:extLst>
                <a:ext uri="{28A0092B-C50C-407E-A947-70E740481C1C}">
                  <a14:useLocalDpi xmlns:a14="http://schemas.microsoft.com/office/drawing/2010/main" val="0"/>
                </a:ext>
              </a:extLst>
            </a:blip>
            <a:srcRect l="6840" t="30163" r="48646" b="36883"/>
            <a:stretch>
              <a:fillRect/>
            </a:stretch>
          </p:blipFill>
          <p:spPr>
            <a:xfrm>
              <a:off x="7098261" y="4231434"/>
              <a:ext cx="504420" cy="560146"/>
            </a:xfrm>
            <a:prstGeom prst="rect">
              <a:avLst/>
            </a:prstGeom>
          </p:spPr>
        </p:pic>
        <p:sp>
          <p:nvSpPr>
            <p:cNvPr id="30" name="テキスト ボックス 29">
              <a:extLst>
                <a:ext uri="{FF2B5EF4-FFF2-40B4-BE49-F238E27FC236}">
                  <a16:creationId xmlns:a16="http://schemas.microsoft.com/office/drawing/2014/main" id="{755149CC-ABFE-9168-588E-8BA00195632F}"/>
                </a:ext>
              </a:extLst>
            </p:cNvPr>
            <p:cNvSpPr txBox="1"/>
            <p:nvPr/>
          </p:nvSpPr>
          <p:spPr>
            <a:xfrm>
              <a:off x="7602681" y="4280675"/>
              <a:ext cx="1107996" cy="461665"/>
            </a:xfrm>
            <a:prstGeom prst="rect">
              <a:avLst/>
            </a:prstGeom>
            <a:noFill/>
            <a:effectLst>
              <a:glow rad="63500">
                <a:schemeClr val="accent3">
                  <a:satMod val="175000"/>
                  <a:alpha val="40000"/>
                </a:schemeClr>
              </a:glow>
            </a:effectLst>
          </p:spPr>
          <p:txBody>
            <a:bodyPr wrap="none" rtlCol="0">
              <a:spAutoFit/>
            </a:bodyPr>
            <a:lstStyle/>
            <a:p>
              <a:r>
                <a:rPr lang="ja-JP" altLang="en-US" sz="2400" dirty="0">
                  <a:solidFill>
                    <a:schemeClr val="tx1">
                      <a:lumMod val="85000"/>
                      <a:lumOff val="15000"/>
                    </a:schemeClr>
                  </a:solidFill>
                  <a:effectLst>
                    <a:glow rad="38100">
                      <a:schemeClr val="accent3">
                        <a:satMod val="175000"/>
                        <a:alpha val="65000"/>
                      </a:schemeClr>
                    </a:glow>
                  </a:effectLst>
                  <a:latin typeface="原稿用標準書体" panose="03000503000000000000" pitchFamily="66" charset="-128"/>
                  <a:ea typeface="原稿用標準書体" panose="03000503000000000000" pitchFamily="66" charset="-128"/>
                </a:rPr>
                <a:t>タンク</a:t>
              </a:r>
              <a:endParaRPr lang="en-US" altLang="ja-JP" dirty="0">
                <a:solidFill>
                  <a:schemeClr val="tx1">
                    <a:lumMod val="85000"/>
                    <a:lumOff val="15000"/>
                  </a:schemeClr>
                </a:solidFill>
                <a:effectLst>
                  <a:glow rad="38100">
                    <a:schemeClr val="accent3">
                      <a:satMod val="175000"/>
                      <a:alpha val="65000"/>
                    </a:schemeClr>
                  </a:glow>
                </a:effectLst>
                <a:latin typeface="原稿用標準書体" panose="03000503000000000000" pitchFamily="66" charset="-128"/>
                <a:ea typeface="原稿用標準書体" panose="03000503000000000000" pitchFamily="66" charset="-128"/>
              </a:endParaRPr>
            </a:p>
          </p:txBody>
        </p:sp>
      </p:grpSp>
      <p:grpSp>
        <p:nvGrpSpPr>
          <p:cNvPr id="38" name="グループ化 37">
            <a:extLst>
              <a:ext uri="{FF2B5EF4-FFF2-40B4-BE49-F238E27FC236}">
                <a16:creationId xmlns:a16="http://schemas.microsoft.com/office/drawing/2014/main" id="{D87BFC48-3C49-5A49-A990-9C60961D19F7}"/>
              </a:ext>
            </a:extLst>
          </p:cNvPr>
          <p:cNvGrpSpPr/>
          <p:nvPr/>
        </p:nvGrpSpPr>
        <p:grpSpPr>
          <a:xfrm>
            <a:off x="1678907" y="5559109"/>
            <a:ext cx="2847626" cy="584775"/>
            <a:chOff x="1959145" y="5400486"/>
            <a:chExt cx="2847626" cy="584775"/>
          </a:xfrm>
        </p:grpSpPr>
        <p:sp>
          <p:nvSpPr>
            <p:cNvPr id="7" name="テキスト ボックス 6">
              <a:extLst>
                <a:ext uri="{FF2B5EF4-FFF2-40B4-BE49-F238E27FC236}">
                  <a16:creationId xmlns:a16="http://schemas.microsoft.com/office/drawing/2014/main" id="{9B891690-005A-F162-D800-02618306BEF5}"/>
                </a:ext>
              </a:extLst>
            </p:cNvPr>
            <p:cNvSpPr txBox="1"/>
            <p:nvPr/>
          </p:nvSpPr>
          <p:spPr>
            <a:xfrm>
              <a:off x="3185814" y="5462041"/>
              <a:ext cx="1620957" cy="523220"/>
            </a:xfrm>
            <a:prstGeom prst="rect">
              <a:avLst/>
            </a:prstGeom>
            <a:noFill/>
          </p:spPr>
          <p:txBody>
            <a:bodyPr wrap="none" rtlCol="0">
              <a:spAutoFit/>
            </a:bodyPr>
            <a:lstStyle/>
            <a:p>
              <a:pPr algn="ctr"/>
              <a:r>
                <a:rPr lang="ja-JP" altLang="en-US" sz="2800">
                  <a:solidFill>
                    <a:schemeClr val="tx1">
                      <a:lumMod val="85000"/>
                      <a:lumOff val="15000"/>
                    </a:schemeClr>
                  </a:solidFill>
                  <a:latin typeface="原稿用標準書体" panose="03000503000000000000" pitchFamily="66" charset="-128"/>
                  <a:ea typeface="原稿用標準書体" panose="03000503000000000000" pitchFamily="66" charset="-128"/>
                </a:rPr>
                <a:t>キャラ名</a:t>
              </a:r>
              <a:endParaRPr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3" name="テキスト ボックス 12">
              <a:extLst>
                <a:ext uri="{FF2B5EF4-FFF2-40B4-BE49-F238E27FC236}">
                  <a16:creationId xmlns:a16="http://schemas.microsoft.com/office/drawing/2014/main" id="{6BB91FAE-A240-FA9A-FA42-36528F68DA35}"/>
                </a:ext>
              </a:extLst>
            </p:cNvPr>
            <p:cNvSpPr txBox="1"/>
            <p:nvPr/>
          </p:nvSpPr>
          <p:spPr>
            <a:xfrm>
              <a:off x="1959145" y="5400486"/>
              <a:ext cx="1005404" cy="584775"/>
            </a:xfrm>
            <a:prstGeom prst="rect">
              <a:avLst/>
            </a:prstGeom>
            <a:noFill/>
          </p:spPr>
          <p:txBody>
            <a:bodyPr wrap="none" rtlCol="0">
              <a:spAutoFit/>
            </a:bodyPr>
            <a:lstStyle/>
            <a:p>
              <a:pPr algn="ctr"/>
              <a:r>
                <a:rPr lang="en-US" altLang="ja-JP" sz="3200">
                  <a:solidFill>
                    <a:schemeClr val="tx1">
                      <a:lumMod val="85000"/>
                      <a:lumOff val="15000"/>
                    </a:schemeClr>
                  </a:solidFill>
                  <a:latin typeface="原稿用標準書体" panose="03000503000000000000" pitchFamily="66" charset="-128"/>
                  <a:ea typeface="原稿用標準書体" panose="03000503000000000000" pitchFamily="66" charset="-128"/>
                </a:rPr>
                <a:t>Lv00</a:t>
              </a:r>
              <a:endParaRPr lang="ja-JP" altLang="en-US" sz="32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sp>
        <p:nvSpPr>
          <p:cNvPr id="105" name="正方形/長方形 104">
            <a:extLst>
              <a:ext uri="{FF2B5EF4-FFF2-40B4-BE49-F238E27FC236}">
                <a16:creationId xmlns:a16="http://schemas.microsoft.com/office/drawing/2014/main" id="{62C3C037-56FC-E8D6-AD8F-5B7A6E3A7E84}"/>
              </a:ext>
            </a:extLst>
          </p:cNvPr>
          <p:cNvSpPr/>
          <p:nvPr/>
        </p:nvSpPr>
        <p:spPr>
          <a:xfrm>
            <a:off x="5779445" y="2032909"/>
            <a:ext cx="5864379" cy="631101"/>
          </a:xfrm>
          <a:prstGeom prst="rect">
            <a:avLst/>
          </a:prstGeom>
          <a:solidFill>
            <a:schemeClr val="accent2">
              <a:lumMod val="60000"/>
              <a:lumOff val="40000"/>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19" name="グループ化 118">
            <a:extLst>
              <a:ext uri="{FF2B5EF4-FFF2-40B4-BE49-F238E27FC236}">
                <a16:creationId xmlns:a16="http://schemas.microsoft.com/office/drawing/2014/main" id="{59CF1BE0-19F5-66CB-9FF0-BBF5466D56CF}"/>
              </a:ext>
            </a:extLst>
          </p:cNvPr>
          <p:cNvGrpSpPr/>
          <p:nvPr/>
        </p:nvGrpSpPr>
        <p:grpSpPr>
          <a:xfrm>
            <a:off x="6154122" y="2109105"/>
            <a:ext cx="2177531" cy="3035662"/>
            <a:chOff x="6154122" y="1973260"/>
            <a:chExt cx="2177531" cy="3035662"/>
          </a:xfrm>
        </p:grpSpPr>
        <p:grpSp>
          <p:nvGrpSpPr>
            <p:cNvPr id="103" name="グループ化 102">
              <a:extLst>
                <a:ext uri="{FF2B5EF4-FFF2-40B4-BE49-F238E27FC236}">
                  <a16:creationId xmlns:a16="http://schemas.microsoft.com/office/drawing/2014/main" id="{DF068626-74CA-D67D-003C-E5AEA0BD0ADE}"/>
                </a:ext>
              </a:extLst>
            </p:cNvPr>
            <p:cNvGrpSpPr/>
            <p:nvPr/>
          </p:nvGrpSpPr>
          <p:grpSpPr>
            <a:xfrm>
              <a:off x="6154122" y="2670352"/>
              <a:ext cx="2177531" cy="2338570"/>
              <a:chOff x="6277096" y="2699962"/>
              <a:chExt cx="2177531" cy="2338570"/>
            </a:xfrm>
          </p:grpSpPr>
          <p:grpSp>
            <p:nvGrpSpPr>
              <p:cNvPr id="2" name="グループ化 1">
                <a:extLst>
                  <a:ext uri="{FF2B5EF4-FFF2-40B4-BE49-F238E27FC236}">
                    <a16:creationId xmlns:a16="http://schemas.microsoft.com/office/drawing/2014/main" id="{440714F0-1FCD-4106-BC5D-FADDE6C8BB9B}"/>
                  </a:ext>
                </a:extLst>
              </p:cNvPr>
              <p:cNvGrpSpPr/>
              <p:nvPr/>
            </p:nvGrpSpPr>
            <p:grpSpPr>
              <a:xfrm>
                <a:off x="6277097" y="4298965"/>
                <a:ext cx="2177529" cy="739567"/>
                <a:chOff x="5227712" y="3336557"/>
                <a:chExt cx="1747806" cy="739567"/>
              </a:xfrm>
            </p:grpSpPr>
            <p:sp>
              <p:nvSpPr>
                <p:cNvPr id="4" name="テキスト ボックス 3">
                  <a:extLst>
                    <a:ext uri="{FF2B5EF4-FFF2-40B4-BE49-F238E27FC236}">
                      <a16:creationId xmlns:a16="http://schemas.microsoft.com/office/drawing/2014/main" id="{BDE10AAA-899B-526E-7866-B7C707A1E723}"/>
                    </a:ext>
                  </a:extLst>
                </p:cNvPr>
                <p:cNvSpPr txBox="1"/>
                <p:nvPr/>
              </p:nvSpPr>
              <p:spPr>
                <a:xfrm>
                  <a:off x="5227712" y="3336557"/>
                  <a:ext cx="917968" cy="400110"/>
                </a:xfrm>
                <a:prstGeom prst="rect">
                  <a:avLst/>
                </a:prstGeom>
                <a:noFill/>
              </p:spPr>
              <p:txBody>
                <a:bodyPr wrap="none" rtlCol="0">
                  <a:spAutoFit/>
                </a:bodyPr>
                <a:lstStyle/>
                <a:p>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ATK</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a:t>
                  </a:r>
                  <a:r>
                    <a:rPr lang="en-US" altLang="ja-JP" sz="2000" b="1">
                      <a:solidFill>
                        <a:schemeClr val="tx1">
                          <a:lumMod val="85000"/>
                          <a:lumOff val="15000"/>
                        </a:schemeClr>
                      </a:solidFill>
                      <a:latin typeface="原稿用標準書体" panose="03000503000000000000" pitchFamily="66" charset="-128"/>
                      <a:ea typeface="原稿用標準書体" panose="03000503000000000000" pitchFamily="66" charset="-128"/>
                    </a:rPr>
                    <a:t>0000</a:t>
                  </a:r>
                  <a:endPar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5" name="四角形: 角を丸くする 4">
                  <a:extLst>
                    <a:ext uri="{FF2B5EF4-FFF2-40B4-BE49-F238E27FC236}">
                      <a16:creationId xmlns:a16="http://schemas.microsoft.com/office/drawing/2014/main" id="{63829950-4515-5C4D-D42D-631FA06869BD}"/>
                    </a:ext>
                  </a:extLst>
                </p:cNvPr>
                <p:cNvSpPr/>
                <p:nvPr/>
              </p:nvSpPr>
              <p:spPr>
                <a:xfrm rot="5400000">
                  <a:off x="5960059" y="3060665"/>
                  <a:ext cx="283112" cy="1747806"/>
                </a:xfrm>
                <a:prstGeom prst="roundRect">
                  <a:avLst>
                    <a:gd name="adj" fmla="val 9570"/>
                  </a:avLst>
                </a:prstGeom>
                <a:solidFill>
                  <a:schemeClr val="accent1"/>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6" name="グループ化 5">
                <a:extLst>
                  <a:ext uri="{FF2B5EF4-FFF2-40B4-BE49-F238E27FC236}">
                    <a16:creationId xmlns:a16="http://schemas.microsoft.com/office/drawing/2014/main" id="{780DFCBB-EF6B-F089-6641-9759EAB8367D}"/>
                  </a:ext>
                </a:extLst>
              </p:cNvPr>
              <p:cNvGrpSpPr/>
              <p:nvPr/>
            </p:nvGrpSpPr>
            <p:grpSpPr>
              <a:xfrm>
                <a:off x="6277096" y="3501117"/>
                <a:ext cx="2177531" cy="738164"/>
                <a:chOff x="5227711" y="2418059"/>
                <a:chExt cx="1747807" cy="738164"/>
              </a:xfrm>
            </p:grpSpPr>
            <p:sp>
              <p:nvSpPr>
                <p:cNvPr id="8" name="テキスト ボックス 7">
                  <a:extLst>
                    <a:ext uri="{FF2B5EF4-FFF2-40B4-BE49-F238E27FC236}">
                      <a16:creationId xmlns:a16="http://schemas.microsoft.com/office/drawing/2014/main" id="{777A8D5C-5DA4-0FD6-7EBD-D2967CDC89FB}"/>
                    </a:ext>
                  </a:extLst>
                </p:cNvPr>
                <p:cNvSpPr txBox="1"/>
                <p:nvPr/>
              </p:nvSpPr>
              <p:spPr>
                <a:xfrm>
                  <a:off x="5227711" y="2418059"/>
                  <a:ext cx="917968" cy="400110"/>
                </a:xfrm>
                <a:prstGeom prst="rect">
                  <a:avLst/>
                </a:prstGeom>
                <a:noFill/>
              </p:spPr>
              <p:txBody>
                <a:bodyPr wrap="none" rtlCol="0">
                  <a:spAutoFit/>
                </a:bodyPr>
                <a:lstStyle/>
                <a:p>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SPD</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a:t>
                  </a:r>
                  <a:r>
                    <a:rPr lang="en-US" altLang="ja-JP" sz="2000" b="1">
                      <a:solidFill>
                        <a:schemeClr val="tx1">
                          <a:lumMod val="85000"/>
                          <a:lumOff val="15000"/>
                        </a:schemeClr>
                      </a:solidFill>
                      <a:latin typeface="原稿用標準書体" panose="03000503000000000000" pitchFamily="66" charset="-128"/>
                      <a:ea typeface="原稿用標準書体" panose="03000503000000000000" pitchFamily="66" charset="-128"/>
                    </a:rPr>
                    <a:t>0000</a:t>
                  </a:r>
                  <a:endPar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0" name="四角形: 角を丸くする 9">
                  <a:extLst>
                    <a:ext uri="{FF2B5EF4-FFF2-40B4-BE49-F238E27FC236}">
                      <a16:creationId xmlns:a16="http://schemas.microsoft.com/office/drawing/2014/main" id="{EB288648-1BCD-4FFD-D1FD-6B3CBC7EEB14}"/>
                    </a:ext>
                  </a:extLst>
                </p:cNvPr>
                <p:cNvSpPr/>
                <p:nvPr/>
              </p:nvSpPr>
              <p:spPr>
                <a:xfrm rot="5400000">
                  <a:off x="5960059" y="2140764"/>
                  <a:ext cx="283112" cy="1747806"/>
                </a:xfrm>
                <a:prstGeom prst="roundRect">
                  <a:avLst>
                    <a:gd name="adj" fmla="val 9570"/>
                  </a:avLst>
                </a:prstGeom>
                <a:solidFill>
                  <a:schemeClr val="accent5"/>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12" name="グループ化 11">
                <a:extLst>
                  <a:ext uri="{FF2B5EF4-FFF2-40B4-BE49-F238E27FC236}">
                    <a16:creationId xmlns:a16="http://schemas.microsoft.com/office/drawing/2014/main" id="{CBE7427B-D1CB-8EA5-1AD2-E38F9EF3683C}"/>
                  </a:ext>
                </a:extLst>
              </p:cNvPr>
              <p:cNvGrpSpPr/>
              <p:nvPr/>
            </p:nvGrpSpPr>
            <p:grpSpPr>
              <a:xfrm>
                <a:off x="6277096" y="2699962"/>
                <a:ext cx="2177529" cy="741471"/>
                <a:chOff x="5227712" y="1484774"/>
                <a:chExt cx="1747806" cy="741471"/>
              </a:xfrm>
            </p:grpSpPr>
            <p:sp>
              <p:nvSpPr>
                <p:cNvPr id="14" name="テキスト ボックス 13">
                  <a:extLst>
                    <a:ext uri="{FF2B5EF4-FFF2-40B4-BE49-F238E27FC236}">
                      <a16:creationId xmlns:a16="http://schemas.microsoft.com/office/drawing/2014/main" id="{0B1E8A47-69AC-A770-CFB7-70D0075253A9}"/>
                    </a:ext>
                  </a:extLst>
                </p:cNvPr>
                <p:cNvSpPr txBox="1"/>
                <p:nvPr/>
              </p:nvSpPr>
              <p:spPr>
                <a:xfrm>
                  <a:off x="5227712" y="1484774"/>
                  <a:ext cx="840175" cy="400110"/>
                </a:xfrm>
                <a:prstGeom prst="rect">
                  <a:avLst/>
                </a:prstGeom>
                <a:noFill/>
              </p:spPr>
              <p:txBody>
                <a:bodyPr wrap="none" rtlCol="0">
                  <a:spAutoFit/>
                </a:bodyPr>
                <a:lstStyle/>
                <a:p>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HP</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a:t>
                  </a:r>
                  <a:r>
                    <a:rPr lang="en-US" altLang="ja-JP" sz="2000" b="1">
                      <a:solidFill>
                        <a:schemeClr val="tx1">
                          <a:lumMod val="85000"/>
                          <a:lumOff val="15000"/>
                        </a:schemeClr>
                      </a:solidFill>
                      <a:latin typeface="原稿用標準書体" panose="03000503000000000000" pitchFamily="66" charset="-128"/>
                      <a:ea typeface="原稿用標準書体" panose="03000503000000000000" pitchFamily="66" charset="-128"/>
                    </a:rPr>
                    <a:t>0000</a:t>
                  </a:r>
                  <a:endPar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6" name="四角形: 角を丸くする 15">
                  <a:extLst>
                    <a:ext uri="{FF2B5EF4-FFF2-40B4-BE49-F238E27FC236}">
                      <a16:creationId xmlns:a16="http://schemas.microsoft.com/office/drawing/2014/main" id="{EF6F89D9-69EE-B8FC-5B08-D2F883DCD2A5}"/>
                    </a:ext>
                  </a:extLst>
                </p:cNvPr>
                <p:cNvSpPr/>
                <p:nvPr/>
              </p:nvSpPr>
              <p:spPr>
                <a:xfrm rot="5400000">
                  <a:off x="5960059" y="1210786"/>
                  <a:ext cx="283112" cy="1747806"/>
                </a:xfrm>
                <a:prstGeom prst="roundRect">
                  <a:avLst>
                    <a:gd name="adj" fmla="val 9570"/>
                  </a:avLst>
                </a:prstGeom>
                <a:solidFill>
                  <a:srgbClr val="1CB71D"/>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sp>
          <p:nvSpPr>
            <p:cNvPr id="102" name="テキスト ボックス 101">
              <a:extLst>
                <a:ext uri="{FF2B5EF4-FFF2-40B4-BE49-F238E27FC236}">
                  <a16:creationId xmlns:a16="http://schemas.microsoft.com/office/drawing/2014/main" id="{0CAE37A7-5C44-C429-206D-1A2A97D74FD3}"/>
                </a:ext>
              </a:extLst>
            </p:cNvPr>
            <p:cNvSpPr txBox="1"/>
            <p:nvPr/>
          </p:nvSpPr>
          <p:spPr>
            <a:xfrm>
              <a:off x="6791482" y="1973260"/>
              <a:ext cx="902811" cy="523220"/>
            </a:xfrm>
            <a:prstGeom prst="rect">
              <a:avLst/>
            </a:prstGeom>
            <a:noFill/>
          </p:spPr>
          <p:txBody>
            <a:bodyPr wrap="none" rtlCol="0">
              <a:spAutoFit/>
            </a:bodyPr>
            <a:lstStyle/>
            <a:p>
              <a:pPr algn="ctr"/>
              <a:r>
                <a:rPr lang="en-US" altLang="ja-JP" sz="2800">
                  <a:solidFill>
                    <a:schemeClr val="tx1">
                      <a:lumMod val="85000"/>
                      <a:lumOff val="15000"/>
                    </a:schemeClr>
                  </a:solidFill>
                  <a:latin typeface="原稿用標準書体" panose="03000503000000000000" pitchFamily="66" charset="-128"/>
                  <a:ea typeface="原稿用標準書体" panose="03000503000000000000" pitchFamily="66" charset="-128"/>
                </a:rPr>
                <a:t>Lv00</a:t>
              </a:r>
              <a:endParaRPr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sp>
        <p:nvSpPr>
          <p:cNvPr id="107" name="二等辺三角形 106">
            <a:extLst>
              <a:ext uri="{FF2B5EF4-FFF2-40B4-BE49-F238E27FC236}">
                <a16:creationId xmlns:a16="http://schemas.microsoft.com/office/drawing/2014/main" id="{65A2C07B-EF6B-E202-9784-DF7BF7738BB3}"/>
              </a:ext>
            </a:extLst>
          </p:cNvPr>
          <p:cNvSpPr/>
          <p:nvPr/>
        </p:nvSpPr>
        <p:spPr>
          <a:xfrm rot="5400000">
            <a:off x="8504974" y="2171591"/>
            <a:ext cx="431983" cy="372399"/>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20" name="グループ化 119">
            <a:extLst>
              <a:ext uri="{FF2B5EF4-FFF2-40B4-BE49-F238E27FC236}">
                <a16:creationId xmlns:a16="http://schemas.microsoft.com/office/drawing/2014/main" id="{19958D97-DBBC-84D4-F939-A2C478664F4A}"/>
              </a:ext>
            </a:extLst>
          </p:cNvPr>
          <p:cNvGrpSpPr/>
          <p:nvPr/>
        </p:nvGrpSpPr>
        <p:grpSpPr>
          <a:xfrm>
            <a:off x="9086477" y="2109105"/>
            <a:ext cx="2177531" cy="3035662"/>
            <a:chOff x="9086477" y="1987802"/>
            <a:chExt cx="2177531" cy="3035662"/>
          </a:xfrm>
        </p:grpSpPr>
        <p:grpSp>
          <p:nvGrpSpPr>
            <p:cNvPr id="108" name="グループ化 107">
              <a:extLst>
                <a:ext uri="{FF2B5EF4-FFF2-40B4-BE49-F238E27FC236}">
                  <a16:creationId xmlns:a16="http://schemas.microsoft.com/office/drawing/2014/main" id="{97A3F38B-6059-7308-DB86-A65DE7BDB963}"/>
                </a:ext>
              </a:extLst>
            </p:cNvPr>
            <p:cNvGrpSpPr/>
            <p:nvPr/>
          </p:nvGrpSpPr>
          <p:grpSpPr>
            <a:xfrm>
              <a:off x="9086477" y="2684894"/>
              <a:ext cx="2177531" cy="2338570"/>
              <a:chOff x="6277096" y="2699962"/>
              <a:chExt cx="2177531" cy="2338570"/>
            </a:xfrm>
          </p:grpSpPr>
          <p:grpSp>
            <p:nvGrpSpPr>
              <p:cNvPr id="109" name="グループ化 108">
                <a:extLst>
                  <a:ext uri="{FF2B5EF4-FFF2-40B4-BE49-F238E27FC236}">
                    <a16:creationId xmlns:a16="http://schemas.microsoft.com/office/drawing/2014/main" id="{7073FA4D-5B77-E239-754A-3F0E66089A12}"/>
                  </a:ext>
                </a:extLst>
              </p:cNvPr>
              <p:cNvGrpSpPr/>
              <p:nvPr/>
            </p:nvGrpSpPr>
            <p:grpSpPr>
              <a:xfrm>
                <a:off x="6277097" y="4298965"/>
                <a:ext cx="2177529" cy="739567"/>
                <a:chOff x="5227712" y="3336557"/>
                <a:chExt cx="1747806" cy="739567"/>
              </a:xfrm>
            </p:grpSpPr>
            <p:sp>
              <p:nvSpPr>
                <p:cNvPr id="116" name="テキスト ボックス 115">
                  <a:extLst>
                    <a:ext uri="{FF2B5EF4-FFF2-40B4-BE49-F238E27FC236}">
                      <a16:creationId xmlns:a16="http://schemas.microsoft.com/office/drawing/2014/main" id="{BA4CE9DC-E5B5-80E8-EA16-76E56FBE1188}"/>
                    </a:ext>
                  </a:extLst>
                </p:cNvPr>
                <p:cNvSpPr txBox="1"/>
                <p:nvPr/>
              </p:nvSpPr>
              <p:spPr>
                <a:xfrm>
                  <a:off x="5227712" y="3336557"/>
                  <a:ext cx="971685" cy="400110"/>
                </a:xfrm>
                <a:prstGeom prst="rect">
                  <a:avLst/>
                </a:prstGeom>
                <a:noFill/>
              </p:spPr>
              <p:txBody>
                <a:bodyPr wrap="none" rtlCol="0">
                  <a:spAutoFit/>
                </a:bodyPr>
                <a:lstStyle/>
                <a:p>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ATK</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a:t>
                  </a:r>
                  <a:r>
                    <a:rPr lang="en-US" altLang="ja-JP" sz="2000" b="1">
                      <a:solidFill>
                        <a:srgbClr val="FF00FF"/>
                      </a:solidFill>
                      <a:latin typeface="原稿用標準書体" panose="03000503000000000000" pitchFamily="66" charset="-128"/>
                      <a:ea typeface="原稿用標準書体" panose="03000503000000000000" pitchFamily="66" charset="-128"/>
                    </a:rPr>
                    <a:t>0000</a:t>
                  </a:r>
                  <a:endParaRPr lang="en-US" altLang="ja-JP" sz="1600" b="1" dirty="0">
                    <a:solidFill>
                      <a:srgbClr val="FF00FF"/>
                    </a:solidFill>
                    <a:latin typeface="原稿用標準書体" panose="03000503000000000000" pitchFamily="66" charset="-128"/>
                    <a:ea typeface="原稿用標準書体" panose="03000503000000000000" pitchFamily="66" charset="-128"/>
                  </a:endParaRPr>
                </a:p>
              </p:txBody>
            </p:sp>
            <p:sp>
              <p:nvSpPr>
                <p:cNvPr id="117" name="四角形: 角を丸くする 116">
                  <a:extLst>
                    <a:ext uri="{FF2B5EF4-FFF2-40B4-BE49-F238E27FC236}">
                      <a16:creationId xmlns:a16="http://schemas.microsoft.com/office/drawing/2014/main" id="{A57C2C44-7812-D8AE-6821-BEAA17D1755D}"/>
                    </a:ext>
                  </a:extLst>
                </p:cNvPr>
                <p:cNvSpPr/>
                <p:nvPr/>
              </p:nvSpPr>
              <p:spPr>
                <a:xfrm rot="5400000">
                  <a:off x="5960059" y="3060665"/>
                  <a:ext cx="283112" cy="1747806"/>
                </a:xfrm>
                <a:prstGeom prst="roundRect">
                  <a:avLst>
                    <a:gd name="adj" fmla="val 9570"/>
                  </a:avLst>
                </a:prstGeom>
                <a:solidFill>
                  <a:schemeClr val="accent1"/>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110" name="グループ化 109">
                <a:extLst>
                  <a:ext uri="{FF2B5EF4-FFF2-40B4-BE49-F238E27FC236}">
                    <a16:creationId xmlns:a16="http://schemas.microsoft.com/office/drawing/2014/main" id="{4A8B8D3C-E1EB-DAB8-D9A6-59EE1DD5C490}"/>
                  </a:ext>
                </a:extLst>
              </p:cNvPr>
              <p:cNvGrpSpPr/>
              <p:nvPr/>
            </p:nvGrpSpPr>
            <p:grpSpPr>
              <a:xfrm>
                <a:off x="6277096" y="3501117"/>
                <a:ext cx="2177531" cy="738164"/>
                <a:chOff x="5227711" y="2418059"/>
                <a:chExt cx="1747807" cy="738164"/>
              </a:xfrm>
            </p:grpSpPr>
            <p:sp>
              <p:nvSpPr>
                <p:cNvPr id="114" name="テキスト ボックス 113">
                  <a:extLst>
                    <a:ext uri="{FF2B5EF4-FFF2-40B4-BE49-F238E27FC236}">
                      <a16:creationId xmlns:a16="http://schemas.microsoft.com/office/drawing/2014/main" id="{3A2A3D8A-5FC1-08C3-FAF7-2FC97615FCEE}"/>
                    </a:ext>
                  </a:extLst>
                </p:cNvPr>
                <p:cNvSpPr txBox="1"/>
                <p:nvPr/>
              </p:nvSpPr>
              <p:spPr>
                <a:xfrm>
                  <a:off x="5227711" y="2418059"/>
                  <a:ext cx="917968" cy="400110"/>
                </a:xfrm>
                <a:prstGeom prst="rect">
                  <a:avLst/>
                </a:prstGeom>
                <a:noFill/>
              </p:spPr>
              <p:txBody>
                <a:bodyPr wrap="none" rtlCol="0">
                  <a:spAutoFit/>
                </a:bodyPr>
                <a:lstStyle/>
                <a:p>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SPD</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a:t>
                  </a:r>
                  <a:r>
                    <a:rPr lang="en-US" altLang="ja-JP" sz="2000" b="1">
                      <a:solidFill>
                        <a:schemeClr val="tx1">
                          <a:lumMod val="85000"/>
                          <a:lumOff val="15000"/>
                        </a:schemeClr>
                      </a:solidFill>
                      <a:latin typeface="原稿用標準書体" panose="03000503000000000000" pitchFamily="66" charset="-128"/>
                      <a:ea typeface="原稿用標準書体" panose="03000503000000000000" pitchFamily="66" charset="-128"/>
                    </a:rPr>
                    <a:t>0000</a:t>
                  </a:r>
                  <a:endPar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15" name="四角形: 角を丸くする 114">
                  <a:extLst>
                    <a:ext uri="{FF2B5EF4-FFF2-40B4-BE49-F238E27FC236}">
                      <a16:creationId xmlns:a16="http://schemas.microsoft.com/office/drawing/2014/main" id="{16A37377-CF1F-6B47-1BF0-75E3646AA5AC}"/>
                    </a:ext>
                  </a:extLst>
                </p:cNvPr>
                <p:cNvSpPr/>
                <p:nvPr/>
              </p:nvSpPr>
              <p:spPr>
                <a:xfrm rot="5400000">
                  <a:off x="5960059" y="2140764"/>
                  <a:ext cx="283112" cy="1747806"/>
                </a:xfrm>
                <a:prstGeom prst="roundRect">
                  <a:avLst>
                    <a:gd name="adj" fmla="val 9570"/>
                  </a:avLst>
                </a:prstGeom>
                <a:solidFill>
                  <a:schemeClr val="accent5"/>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111" name="グループ化 110">
                <a:extLst>
                  <a:ext uri="{FF2B5EF4-FFF2-40B4-BE49-F238E27FC236}">
                    <a16:creationId xmlns:a16="http://schemas.microsoft.com/office/drawing/2014/main" id="{6BF65F03-AA41-F669-6304-AC2905D3FCF0}"/>
                  </a:ext>
                </a:extLst>
              </p:cNvPr>
              <p:cNvGrpSpPr/>
              <p:nvPr/>
            </p:nvGrpSpPr>
            <p:grpSpPr>
              <a:xfrm>
                <a:off x="6277096" y="2699962"/>
                <a:ext cx="2177529" cy="741471"/>
                <a:chOff x="5227712" y="1484774"/>
                <a:chExt cx="1747806" cy="741471"/>
              </a:xfrm>
            </p:grpSpPr>
            <p:sp>
              <p:nvSpPr>
                <p:cNvPr id="112" name="テキスト ボックス 111">
                  <a:extLst>
                    <a:ext uri="{FF2B5EF4-FFF2-40B4-BE49-F238E27FC236}">
                      <a16:creationId xmlns:a16="http://schemas.microsoft.com/office/drawing/2014/main" id="{368BDC68-8C2A-3B01-B8B9-BBCA5CE50A80}"/>
                    </a:ext>
                  </a:extLst>
                </p:cNvPr>
                <p:cNvSpPr txBox="1"/>
                <p:nvPr/>
              </p:nvSpPr>
              <p:spPr>
                <a:xfrm>
                  <a:off x="5227712" y="1484774"/>
                  <a:ext cx="889339" cy="400110"/>
                </a:xfrm>
                <a:prstGeom prst="rect">
                  <a:avLst/>
                </a:prstGeom>
                <a:noFill/>
              </p:spPr>
              <p:txBody>
                <a:bodyPr wrap="none" rtlCol="0">
                  <a:spAutoFit/>
                </a:bodyPr>
                <a:lstStyle/>
                <a:p>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HP</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a:t>
                  </a:r>
                  <a:r>
                    <a:rPr lang="en-US" altLang="ja-JP" sz="2000" b="1">
                      <a:solidFill>
                        <a:srgbClr val="FF00FF"/>
                      </a:solidFill>
                      <a:latin typeface="原稿用標準書体" panose="03000503000000000000" pitchFamily="66" charset="-128"/>
                      <a:ea typeface="原稿用標準書体" panose="03000503000000000000" pitchFamily="66" charset="-128"/>
                    </a:rPr>
                    <a:t>0000</a:t>
                  </a:r>
                  <a:endParaRPr lang="en-US" altLang="ja-JP" sz="1600" b="1" dirty="0">
                    <a:solidFill>
                      <a:srgbClr val="FF00FF"/>
                    </a:solidFill>
                    <a:latin typeface="原稿用標準書体" panose="03000503000000000000" pitchFamily="66" charset="-128"/>
                    <a:ea typeface="原稿用標準書体" panose="03000503000000000000" pitchFamily="66" charset="-128"/>
                  </a:endParaRPr>
                </a:p>
              </p:txBody>
            </p:sp>
            <p:sp>
              <p:nvSpPr>
                <p:cNvPr id="113" name="四角形: 角を丸くする 112">
                  <a:extLst>
                    <a:ext uri="{FF2B5EF4-FFF2-40B4-BE49-F238E27FC236}">
                      <a16:creationId xmlns:a16="http://schemas.microsoft.com/office/drawing/2014/main" id="{EC4ACDBA-AFFE-011B-F6E6-884E0C9C7CC1}"/>
                    </a:ext>
                  </a:extLst>
                </p:cNvPr>
                <p:cNvSpPr/>
                <p:nvPr/>
              </p:nvSpPr>
              <p:spPr>
                <a:xfrm rot="5400000">
                  <a:off x="5960059" y="1210786"/>
                  <a:ext cx="283112" cy="1747806"/>
                </a:xfrm>
                <a:prstGeom prst="roundRect">
                  <a:avLst>
                    <a:gd name="adj" fmla="val 9570"/>
                  </a:avLst>
                </a:prstGeom>
                <a:solidFill>
                  <a:srgbClr val="1CB71D"/>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sp>
          <p:nvSpPr>
            <p:cNvPr id="118" name="テキスト ボックス 117">
              <a:extLst>
                <a:ext uri="{FF2B5EF4-FFF2-40B4-BE49-F238E27FC236}">
                  <a16:creationId xmlns:a16="http://schemas.microsoft.com/office/drawing/2014/main" id="{360CB9D1-A813-B8AE-ABD6-2D2ADA038D4C}"/>
                </a:ext>
              </a:extLst>
            </p:cNvPr>
            <p:cNvSpPr txBox="1"/>
            <p:nvPr/>
          </p:nvSpPr>
          <p:spPr>
            <a:xfrm>
              <a:off x="9723837" y="1987802"/>
              <a:ext cx="902811" cy="523220"/>
            </a:xfrm>
            <a:prstGeom prst="rect">
              <a:avLst/>
            </a:prstGeom>
            <a:noFill/>
          </p:spPr>
          <p:txBody>
            <a:bodyPr wrap="none" rtlCol="0">
              <a:spAutoFit/>
            </a:bodyPr>
            <a:lstStyle/>
            <a:p>
              <a:pPr algn="ctr"/>
              <a:r>
                <a:rPr lang="en-US" altLang="ja-JP" sz="2800">
                  <a:solidFill>
                    <a:srgbClr val="FF00FF"/>
                  </a:solidFill>
                  <a:latin typeface="原稿用標準書体" panose="03000503000000000000" pitchFamily="66" charset="-128"/>
                  <a:ea typeface="原稿用標準書体" panose="03000503000000000000" pitchFamily="66" charset="-128"/>
                </a:rPr>
                <a:t>Lv00</a:t>
              </a:r>
              <a:endParaRPr lang="ja-JP" altLang="en-US" sz="2800" dirty="0">
                <a:solidFill>
                  <a:srgbClr val="FF00FF"/>
                </a:solidFill>
                <a:latin typeface="原稿用標準書体" panose="03000503000000000000" pitchFamily="66" charset="-128"/>
                <a:ea typeface="原稿用標準書体" panose="03000503000000000000" pitchFamily="66" charset="-128"/>
              </a:endParaRPr>
            </a:p>
          </p:txBody>
        </p:sp>
      </p:grpSp>
      <p:sp>
        <p:nvSpPr>
          <p:cNvPr id="122" name="二等辺三角形 121">
            <a:extLst>
              <a:ext uri="{FF2B5EF4-FFF2-40B4-BE49-F238E27FC236}">
                <a16:creationId xmlns:a16="http://schemas.microsoft.com/office/drawing/2014/main" id="{3CAE2EE2-28C5-57EF-E9D8-E65ED0F07D1F}"/>
              </a:ext>
            </a:extLst>
          </p:cNvPr>
          <p:cNvSpPr/>
          <p:nvPr/>
        </p:nvSpPr>
        <p:spPr>
          <a:xfrm rot="5400000">
            <a:off x="8486952" y="3748928"/>
            <a:ext cx="431983" cy="372399"/>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4" name="四角形: 角を丸くする 123">
            <a:extLst>
              <a:ext uri="{FF2B5EF4-FFF2-40B4-BE49-F238E27FC236}">
                <a16:creationId xmlns:a16="http://schemas.microsoft.com/office/drawing/2014/main" id="{BF57EA7C-6753-996B-ACA9-026C398CBC7A}"/>
              </a:ext>
            </a:extLst>
          </p:cNvPr>
          <p:cNvSpPr/>
          <p:nvPr/>
        </p:nvSpPr>
        <p:spPr>
          <a:xfrm rot="5400000">
            <a:off x="10848059" y="4726748"/>
            <a:ext cx="283112" cy="537486"/>
          </a:xfrm>
          <a:prstGeom prst="roundRect">
            <a:avLst>
              <a:gd name="adj" fmla="val 9570"/>
            </a:avLst>
          </a:prstGeom>
          <a:solidFill>
            <a:schemeClr val="tx2"/>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26" name="四角形: 角を丸くする 125">
            <a:extLst>
              <a:ext uri="{FF2B5EF4-FFF2-40B4-BE49-F238E27FC236}">
                <a16:creationId xmlns:a16="http://schemas.microsoft.com/office/drawing/2014/main" id="{FA0F0B09-E40C-300D-F875-13EF522A49C8}"/>
              </a:ext>
            </a:extLst>
          </p:cNvPr>
          <p:cNvSpPr/>
          <p:nvPr/>
        </p:nvSpPr>
        <p:spPr>
          <a:xfrm rot="5400000">
            <a:off x="10800947" y="3086132"/>
            <a:ext cx="283112" cy="631710"/>
          </a:xfrm>
          <a:prstGeom prst="roundRect">
            <a:avLst>
              <a:gd name="adj" fmla="val 9570"/>
            </a:avLst>
          </a:prstGeom>
          <a:solidFill>
            <a:schemeClr val="tx2"/>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34" name="四角形: 上の 2 つの角を丸める 133">
            <a:extLst>
              <a:ext uri="{FF2B5EF4-FFF2-40B4-BE49-F238E27FC236}">
                <a16:creationId xmlns:a16="http://schemas.microsoft.com/office/drawing/2014/main" id="{A8D7BA09-6BA4-B922-BFDC-2692F391DB98}"/>
              </a:ext>
            </a:extLst>
          </p:cNvPr>
          <p:cNvSpPr/>
          <p:nvPr/>
        </p:nvSpPr>
        <p:spPr>
          <a:xfrm flipV="1">
            <a:off x="5782784" y="5429608"/>
            <a:ext cx="5866298" cy="906664"/>
          </a:xfrm>
          <a:prstGeom prst="round2SameRect">
            <a:avLst/>
          </a:prstGeom>
          <a:solidFill>
            <a:schemeClr val="accent2">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135" name="グループ化 134">
            <a:extLst>
              <a:ext uri="{FF2B5EF4-FFF2-40B4-BE49-F238E27FC236}">
                <a16:creationId xmlns:a16="http://schemas.microsoft.com/office/drawing/2014/main" id="{62BD752F-3DB7-6A46-5D6F-656DB298DB22}"/>
              </a:ext>
            </a:extLst>
          </p:cNvPr>
          <p:cNvGrpSpPr/>
          <p:nvPr/>
        </p:nvGrpSpPr>
        <p:grpSpPr>
          <a:xfrm>
            <a:off x="6249979" y="5561459"/>
            <a:ext cx="5114523" cy="657068"/>
            <a:chOff x="6249979" y="5365513"/>
            <a:chExt cx="5114523" cy="657068"/>
          </a:xfrm>
        </p:grpSpPr>
        <p:sp>
          <p:nvSpPr>
            <p:cNvPr id="69" name="四角形: 角を丸くする 68">
              <a:extLst>
                <a:ext uri="{FF2B5EF4-FFF2-40B4-BE49-F238E27FC236}">
                  <a16:creationId xmlns:a16="http://schemas.microsoft.com/office/drawing/2014/main" id="{AB49A392-455B-5228-06B6-537A2E0432A3}"/>
                </a:ext>
              </a:extLst>
            </p:cNvPr>
            <p:cNvSpPr/>
            <p:nvPr/>
          </p:nvSpPr>
          <p:spPr>
            <a:xfrm>
              <a:off x="9750590" y="5453082"/>
              <a:ext cx="1162460" cy="496239"/>
            </a:xfrm>
            <a:prstGeom prst="roundRect">
              <a:avLst/>
            </a:prstGeom>
            <a:solidFill>
              <a:schemeClr val="accent6"/>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強化</a:t>
              </a:r>
            </a:p>
          </p:txBody>
        </p:sp>
        <p:grpSp>
          <p:nvGrpSpPr>
            <p:cNvPr id="87" name="グループ化 86">
              <a:extLst>
                <a:ext uri="{FF2B5EF4-FFF2-40B4-BE49-F238E27FC236}">
                  <a16:creationId xmlns:a16="http://schemas.microsoft.com/office/drawing/2014/main" id="{D2F5C0A4-4608-9EFB-1D99-33B7438B59EE}"/>
                </a:ext>
              </a:extLst>
            </p:cNvPr>
            <p:cNvGrpSpPr/>
            <p:nvPr/>
          </p:nvGrpSpPr>
          <p:grpSpPr>
            <a:xfrm>
              <a:off x="10894733" y="5388782"/>
              <a:ext cx="469769" cy="568256"/>
              <a:chOff x="9599351" y="4038823"/>
              <a:chExt cx="484632" cy="537478"/>
            </a:xfrm>
          </p:grpSpPr>
          <p:sp>
            <p:nvSpPr>
              <p:cNvPr id="95" name="矢印: 山形 94">
                <a:extLst>
                  <a:ext uri="{FF2B5EF4-FFF2-40B4-BE49-F238E27FC236}">
                    <a16:creationId xmlns:a16="http://schemas.microsoft.com/office/drawing/2014/main" id="{498D4DA8-61CF-ED5F-0D41-15534D37F5F6}"/>
                  </a:ext>
                </a:extLst>
              </p:cNvPr>
              <p:cNvSpPr/>
              <p:nvPr/>
            </p:nvSpPr>
            <p:spPr>
              <a:xfrm>
                <a:off x="9599351" y="4091669"/>
                <a:ext cx="484632" cy="484632"/>
              </a:xfrm>
              <a:prstGeom prst="chevron">
                <a:avLst>
                  <a:gd name="adj" fmla="val 17764"/>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96" name="テキスト ボックス 95">
                <a:extLst>
                  <a:ext uri="{FF2B5EF4-FFF2-40B4-BE49-F238E27FC236}">
                    <a16:creationId xmlns:a16="http://schemas.microsoft.com/office/drawing/2014/main" id="{E2610AE8-C6C8-3096-801B-82658DC3B641}"/>
                  </a:ext>
                </a:extLst>
              </p:cNvPr>
              <p:cNvSpPr txBox="1"/>
              <p:nvPr/>
            </p:nvSpPr>
            <p:spPr>
              <a:xfrm>
                <a:off x="9673351" y="4038823"/>
                <a:ext cx="364202" cy="523220"/>
              </a:xfrm>
              <a:prstGeom prst="rect">
                <a:avLst/>
              </a:prstGeom>
              <a:noFill/>
            </p:spPr>
            <p:txBody>
              <a:bodyPr wrap="none" rtlCol="0">
                <a:spAutoFit/>
              </a:bodyPr>
              <a:lstStyle/>
              <a:p>
                <a:r>
                  <a:rPr kumimoji="1" lang="en-US" altLang="ja-JP" sz="2800">
                    <a:latin typeface="原稿用標準書体" panose="03000503000000000000" pitchFamily="66" charset="-128"/>
                    <a:ea typeface="原稿用標準書体" panose="03000503000000000000" pitchFamily="66" charset="-128"/>
                  </a:rPr>
                  <a:t>+</a:t>
                </a:r>
                <a:endParaRPr kumimoji="1" lang="ja-JP" altLang="en-US" sz="2800">
                  <a:latin typeface="原稿用標準書体" panose="03000503000000000000" pitchFamily="66" charset="-128"/>
                  <a:ea typeface="原稿用標準書体" panose="03000503000000000000" pitchFamily="66" charset="-128"/>
                </a:endParaRPr>
              </a:p>
            </p:txBody>
          </p:sp>
        </p:grpSp>
        <p:grpSp>
          <p:nvGrpSpPr>
            <p:cNvPr id="89" name="グループ化 88">
              <a:extLst>
                <a:ext uri="{FF2B5EF4-FFF2-40B4-BE49-F238E27FC236}">
                  <a16:creationId xmlns:a16="http://schemas.microsoft.com/office/drawing/2014/main" id="{80965B13-C9DD-9082-DA6D-E64D13FC32E8}"/>
                </a:ext>
              </a:extLst>
            </p:cNvPr>
            <p:cNvGrpSpPr/>
            <p:nvPr/>
          </p:nvGrpSpPr>
          <p:grpSpPr>
            <a:xfrm flipH="1">
              <a:off x="9255191" y="5388782"/>
              <a:ext cx="527064" cy="568256"/>
              <a:chOff x="9571929" y="4038823"/>
              <a:chExt cx="543739" cy="537478"/>
            </a:xfrm>
          </p:grpSpPr>
          <p:sp>
            <p:nvSpPr>
              <p:cNvPr id="93" name="矢印: 山形 92">
                <a:extLst>
                  <a:ext uri="{FF2B5EF4-FFF2-40B4-BE49-F238E27FC236}">
                    <a16:creationId xmlns:a16="http://schemas.microsoft.com/office/drawing/2014/main" id="{E79BD072-EC3B-C82D-C904-6E000D5FD27A}"/>
                  </a:ext>
                </a:extLst>
              </p:cNvPr>
              <p:cNvSpPr/>
              <p:nvPr/>
            </p:nvSpPr>
            <p:spPr>
              <a:xfrm>
                <a:off x="9599351" y="4091669"/>
                <a:ext cx="484632" cy="484632"/>
              </a:xfrm>
              <a:prstGeom prst="chevron">
                <a:avLst>
                  <a:gd name="adj" fmla="val 17764"/>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94" name="テキスト ボックス 93">
                <a:extLst>
                  <a:ext uri="{FF2B5EF4-FFF2-40B4-BE49-F238E27FC236}">
                    <a16:creationId xmlns:a16="http://schemas.microsoft.com/office/drawing/2014/main" id="{159018EE-4478-BA8C-E9B9-66C0E5125241}"/>
                  </a:ext>
                </a:extLst>
              </p:cNvPr>
              <p:cNvSpPr txBox="1"/>
              <p:nvPr/>
            </p:nvSpPr>
            <p:spPr>
              <a:xfrm>
                <a:off x="9571929" y="4038823"/>
                <a:ext cx="543739" cy="523220"/>
              </a:xfrm>
              <a:prstGeom prst="rect">
                <a:avLst/>
              </a:prstGeom>
              <a:noFill/>
            </p:spPr>
            <p:txBody>
              <a:bodyPr wrap="none" rtlCol="0">
                <a:spAutoFit/>
              </a:bodyPr>
              <a:lstStyle/>
              <a:p>
                <a:r>
                  <a:rPr kumimoji="1" lang="ja-JP" altLang="en-US" sz="2800">
                    <a:latin typeface="原稿用標準書体" panose="03000503000000000000" pitchFamily="66" charset="-128"/>
                    <a:ea typeface="原稿用標準書体" panose="03000503000000000000" pitchFamily="66" charset="-128"/>
                  </a:rPr>
                  <a:t>－</a:t>
                </a:r>
              </a:p>
            </p:txBody>
          </p:sp>
        </p:grpSp>
        <p:sp>
          <p:nvSpPr>
            <p:cNvPr id="90" name="フローチャート: 論理積ゲート 89">
              <a:extLst>
                <a:ext uri="{FF2B5EF4-FFF2-40B4-BE49-F238E27FC236}">
                  <a16:creationId xmlns:a16="http://schemas.microsoft.com/office/drawing/2014/main" id="{64AC24EE-D6BC-1847-E05E-AE80385F3DCA}"/>
                </a:ext>
              </a:extLst>
            </p:cNvPr>
            <p:cNvSpPr/>
            <p:nvPr/>
          </p:nvSpPr>
          <p:spPr>
            <a:xfrm>
              <a:off x="7830368" y="5475322"/>
              <a:ext cx="613268" cy="408924"/>
            </a:xfrm>
            <a:prstGeom prst="flowChartDelay">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400" b="1">
                  <a:latin typeface="原稿用標準書体" panose="03000503000000000000" pitchFamily="66" charset="-128"/>
                  <a:ea typeface="原稿用標準書体" panose="03000503000000000000" pitchFamily="66" charset="-128"/>
                </a:rPr>
                <a:t>×</a:t>
              </a:r>
              <a:r>
                <a:rPr lang="en-US" altLang="ja-JP" sz="1400" b="1" dirty="0">
                  <a:latin typeface="原稿用標準書体" panose="03000503000000000000" pitchFamily="66" charset="-128"/>
                  <a:ea typeface="原稿用標準書体" panose="03000503000000000000" pitchFamily="66" charset="-128"/>
                </a:rPr>
                <a:t>1</a:t>
              </a:r>
              <a:endParaRPr lang="ja-JP" altLang="en-US" sz="1400" b="1" dirty="0">
                <a:latin typeface="原稿用標準書体" panose="03000503000000000000" pitchFamily="66" charset="-128"/>
                <a:ea typeface="原稿用標準書体" panose="03000503000000000000" pitchFamily="66" charset="-128"/>
              </a:endParaRPr>
            </a:p>
          </p:txBody>
        </p:sp>
        <p:sp>
          <p:nvSpPr>
            <p:cNvPr id="91" name="フローチャート: 論理積ゲート 90">
              <a:extLst>
                <a:ext uri="{FF2B5EF4-FFF2-40B4-BE49-F238E27FC236}">
                  <a16:creationId xmlns:a16="http://schemas.microsoft.com/office/drawing/2014/main" id="{BC6A58B0-7502-6787-0718-1CAC561FB372}"/>
                </a:ext>
              </a:extLst>
            </p:cNvPr>
            <p:cNvSpPr/>
            <p:nvPr/>
          </p:nvSpPr>
          <p:spPr>
            <a:xfrm>
              <a:off x="8580798" y="5475322"/>
              <a:ext cx="613268" cy="408924"/>
            </a:xfrm>
            <a:prstGeom prst="flowChartDelay">
              <a:avLst/>
            </a:prstGeom>
            <a:solidFill>
              <a:srgbClr val="CC66FF"/>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b="1">
                  <a:latin typeface="原稿用標準書体" panose="03000503000000000000" pitchFamily="66" charset="-128"/>
                  <a:ea typeface="原稿用標準書体" panose="03000503000000000000" pitchFamily="66" charset="-128"/>
                </a:rPr>
                <a:t>×</a:t>
              </a:r>
              <a:r>
                <a:rPr kumimoji="1" lang="en-US" altLang="ja-JP" sz="1400" b="1" dirty="0">
                  <a:latin typeface="原稿用標準書体" panose="03000503000000000000" pitchFamily="66" charset="-128"/>
                  <a:ea typeface="原稿用標準書体" panose="03000503000000000000" pitchFamily="66" charset="-128"/>
                </a:rPr>
                <a:t>2</a:t>
              </a:r>
              <a:endParaRPr kumimoji="1" lang="ja-JP" altLang="en-US" sz="1400" b="1" dirty="0">
                <a:latin typeface="原稿用標準書体" panose="03000503000000000000" pitchFamily="66" charset="-128"/>
                <a:ea typeface="原稿用標準書体" panose="03000503000000000000" pitchFamily="66" charset="-128"/>
              </a:endParaRPr>
            </a:p>
          </p:txBody>
        </p:sp>
        <p:grpSp>
          <p:nvGrpSpPr>
            <p:cNvPr id="99" name="グループ化 98">
              <a:extLst>
                <a:ext uri="{FF2B5EF4-FFF2-40B4-BE49-F238E27FC236}">
                  <a16:creationId xmlns:a16="http://schemas.microsoft.com/office/drawing/2014/main" id="{B2CDB470-80CF-CBD0-4E26-ABE0D80476A1}"/>
                </a:ext>
              </a:extLst>
            </p:cNvPr>
            <p:cNvGrpSpPr/>
            <p:nvPr/>
          </p:nvGrpSpPr>
          <p:grpSpPr>
            <a:xfrm>
              <a:off x="6249979" y="5365513"/>
              <a:ext cx="1431954" cy="657068"/>
              <a:chOff x="6445926" y="5486816"/>
              <a:chExt cx="1431954" cy="657068"/>
            </a:xfrm>
          </p:grpSpPr>
          <p:sp>
            <p:nvSpPr>
              <p:cNvPr id="80" name="四角形: 角を丸くする 79">
                <a:extLst>
                  <a:ext uri="{FF2B5EF4-FFF2-40B4-BE49-F238E27FC236}">
                    <a16:creationId xmlns:a16="http://schemas.microsoft.com/office/drawing/2014/main" id="{B4471F29-9022-0C9F-02D5-EE25EA3C8400}"/>
                  </a:ext>
                </a:extLst>
              </p:cNvPr>
              <p:cNvSpPr/>
              <p:nvPr/>
            </p:nvSpPr>
            <p:spPr>
              <a:xfrm>
                <a:off x="6445926" y="5486816"/>
                <a:ext cx="1431954" cy="657068"/>
              </a:xfrm>
              <a:prstGeom prst="round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1" name="テキスト ボックス 80">
                <a:extLst>
                  <a:ext uri="{FF2B5EF4-FFF2-40B4-BE49-F238E27FC236}">
                    <a16:creationId xmlns:a16="http://schemas.microsoft.com/office/drawing/2014/main" id="{C37529BB-2AE0-5D9A-97D8-F634765208ED}"/>
                  </a:ext>
                </a:extLst>
              </p:cNvPr>
              <p:cNvSpPr txBox="1"/>
              <p:nvPr/>
            </p:nvSpPr>
            <p:spPr>
              <a:xfrm>
                <a:off x="6820214" y="5541580"/>
                <a:ext cx="1039469"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消費数</a:t>
                </a:r>
              </a:p>
            </p:txBody>
          </p:sp>
          <p:sp>
            <p:nvSpPr>
              <p:cNvPr id="82" name="テキスト ボックス 81">
                <a:extLst>
                  <a:ext uri="{FF2B5EF4-FFF2-40B4-BE49-F238E27FC236}">
                    <a16:creationId xmlns:a16="http://schemas.microsoft.com/office/drawing/2014/main" id="{FC0BE8CE-35F2-0578-4C7C-39EE5F6BACE1}"/>
                  </a:ext>
                </a:extLst>
              </p:cNvPr>
              <p:cNvSpPr txBox="1"/>
              <p:nvPr/>
            </p:nvSpPr>
            <p:spPr>
              <a:xfrm>
                <a:off x="6605165" y="5790318"/>
                <a:ext cx="1162459" cy="338554"/>
              </a:xfrm>
              <a:prstGeom prst="rect">
                <a:avLst/>
              </a:prstGeom>
              <a:noFill/>
            </p:spPr>
            <p:txBody>
              <a:bodyPr wrap="square" rtlCol="0">
                <a:spAutoFit/>
              </a:bodyPr>
              <a:lstStyle/>
              <a:p>
                <a:pPr algn="ctr"/>
                <a:r>
                  <a:rPr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000000000</a:t>
                </a:r>
                <a:endPar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pic>
            <p:nvPicPr>
              <p:cNvPr id="98" name="図 97">
                <a:extLst>
                  <a:ext uri="{FF2B5EF4-FFF2-40B4-BE49-F238E27FC236}">
                    <a16:creationId xmlns:a16="http://schemas.microsoft.com/office/drawing/2014/main" id="{8844F887-7F7E-4E97-B396-3899802A018F}"/>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6772142" y="5550911"/>
                <a:ext cx="279289" cy="276999"/>
              </a:xfrm>
              <a:prstGeom prst="rect">
                <a:avLst/>
              </a:prstGeom>
            </p:spPr>
          </p:pic>
        </p:grpSp>
      </p:grpSp>
      <p:grpSp>
        <p:nvGrpSpPr>
          <p:cNvPr id="17" name="グループ化 16">
            <a:extLst>
              <a:ext uri="{FF2B5EF4-FFF2-40B4-BE49-F238E27FC236}">
                <a16:creationId xmlns:a16="http://schemas.microsoft.com/office/drawing/2014/main" id="{C003C7B5-ADC8-813C-EF39-C6F923E6B4D3}"/>
              </a:ext>
            </a:extLst>
          </p:cNvPr>
          <p:cNvGrpSpPr/>
          <p:nvPr/>
        </p:nvGrpSpPr>
        <p:grpSpPr>
          <a:xfrm>
            <a:off x="8331652" y="575834"/>
            <a:ext cx="3994672" cy="408821"/>
            <a:chOff x="8331652" y="600326"/>
            <a:chExt cx="3994672" cy="408821"/>
          </a:xfrm>
        </p:grpSpPr>
        <p:sp>
          <p:nvSpPr>
            <p:cNvPr id="128" name="正方形/長方形 127">
              <a:extLst>
                <a:ext uri="{FF2B5EF4-FFF2-40B4-BE49-F238E27FC236}">
                  <a16:creationId xmlns:a16="http://schemas.microsoft.com/office/drawing/2014/main" id="{B5B50025-EF2D-1BA6-6FA1-C718541E42B6}"/>
                </a:ext>
              </a:extLst>
            </p:cNvPr>
            <p:cNvSpPr/>
            <p:nvPr/>
          </p:nvSpPr>
          <p:spPr>
            <a:xfrm>
              <a:off x="8331652" y="600326"/>
              <a:ext cx="3994672" cy="408821"/>
            </a:xfrm>
            <a:prstGeom prst="rect">
              <a:avLst/>
            </a:prstGeom>
            <a:solidFill>
              <a:schemeClr val="bg1">
                <a:lumMod val="65000"/>
                <a:alpha val="20000"/>
              </a:schemeClr>
            </a:solidFill>
            <a:ln>
              <a:noFill/>
            </a:ln>
            <a:effectLst>
              <a:glow rad="63500">
                <a:schemeClr val="bg1">
                  <a:lumMod val="50000"/>
                  <a:alpha val="2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146" name="グループ化 145">
              <a:extLst>
                <a:ext uri="{FF2B5EF4-FFF2-40B4-BE49-F238E27FC236}">
                  <a16:creationId xmlns:a16="http://schemas.microsoft.com/office/drawing/2014/main" id="{DFB847DA-20D4-4D54-A9D1-CFCC2570D3A0}"/>
                </a:ext>
              </a:extLst>
            </p:cNvPr>
            <p:cNvGrpSpPr/>
            <p:nvPr/>
          </p:nvGrpSpPr>
          <p:grpSpPr>
            <a:xfrm>
              <a:off x="8648051" y="650848"/>
              <a:ext cx="1231006" cy="307777"/>
              <a:chOff x="7108497" y="887611"/>
              <a:chExt cx="1231006" cy="307777"/>
            </a:xfrm>
          </p:grpSpPr>
          <p:pic>
            <p:nvPicPr>
              <p:cNvPr id="140" name="図 139">
                <a:extLst>
                  <a:ext uri="{FF2B5EF4-FFF2-40B4-BE49-F238E27FC236}">
                    <a16:creationId xmlns:a16="http://schemas.microsoft.com/office/drawing/2014/main" id="{941434ED-7B36-8E81-16C3-BF4BEC6FC7B2}"/>
                  </a:ext>
                </a:extLst>
              </p:cNvPr>
              <p:cNvPicPr>
                <a:picLocks noChangeAspect="1"/>
              </p:cNvPicPr>
              <p:nvPr/>
            </p:nvPicPr>
            <p:blipFill>
              <a:blip r:embed="rId7">
                <a:biLevel thresh="25000"/>
                <a:extLst>
                  <a:ext uri="{28A0092B-C50C-407E-A947-70E740481C1C}">
                    <a14:useLocalDpi xmlns:a14="http://schemas.microsoft.com/office/drawing/2010/main" val="0"/>
                  </a:ext>
                </a:extLst>
              </a:blip>
              <a:stretch>
                <a:fillRect/>
              </a:stretch>
            </p:blipFill>
            <p:spPr>
              <a:xfrm>
                <a:off x="7108497" y="914380"/>
                <a:ext cx="202448" cy="254238"/>
              </a:xfrm>
              <a:prstGeom prst="rect">
                <a:avLst/>
              </a:prstGeom>
            </p:spPr>
          </p:pic>
          <p:sp>
            <p:nvSpPr>
              <p:cNvPr id="142" name="テキスト ボックス 141">
                <a:extLst>
                  <a:ext uri="{FF2B5EF4-FFF2-40B4-BE49-F238E27FC236}">
                    <a16:creationId xmlns:a16="http://schemas.microsoft.com/office/drawing/2014/main" id="{4D9276FA-2D3D-5B05-4C7C-A31ABDBE4048}"/>
                  </a:ext>
                </a:extLst>
              </p:cNvPr>
              <p:cNvSpPr txBox="1"/>
              <p:nvPr/>
            </p:nvSpPr>
            <p:spPr>
              <a:xfrm>
                <a:off x="7436692" y="887611"/>
                <a:ext cx="902811"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00000000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45" name="グループ化 144">
              <a:extLst>
                <a:ext uri="{FF2B5EF4-FFF2-40B4-BE49-F238E27FC236}">
                  <a16:creationId xmlns:a16="http://schemas.microsoft.com/office/drawing/2014/main" id="{5A5D2699-93D9-8875-168A-F83555EF2A27}"/>
                </a:ext>
              </a:extLst>
            </p:cNvPr>
            <p:cNvGrpSpPr/>
            <p:nvPr/>
          </p:nvGrpSpPr>
          <p:grpSpPr>
            <a:xfrm>
              <a:off x="10177914" y="650848"/>
              <a:ext cx="1263752" cy="307777"/>
              <a:chOff x="9272844" y="887611"/>
              <a:chExt cx="1263752" cy="307777"/>
            </a:xfrm>
          </p:grpSpPr>
          <p:pic>
            <p:nvPicPr>
              <p:cNvPr id="138" name="図 137">
                <a:extLst>
                  <a:ext uri="{FF2B5EF4-FFF2-40B4-BE49-F238E27FC236}">
                    <a16:creationId xmlns:a16="http://schemas.microsoft.com/office/drawing/2014/main" id="{03297F4F-64DA-6540-2622-1051B3E5C267}"/>
                  </a:ext>
                </a:extLst>
              </p:cNvPr>
              <p:cNvPicPr>
                <a:picLocks noChangeAspect="1"/>
              </p:cNvPicPr>
              <p:nvPr/>
            </p:nvPicPr>
            <p:blipFill>
              <a:blip r:embed="rId6">
                <a:biLevel thresh="25000"/>
                <a:extLst>
                  <a:ext uri="{28A0092B-C50C-407E-A947-70E740481C1C}">
                    <a14:useLocalDpi xmlns:a14="http://schemas.microsoft.com/office/drawing/2010/main" val="0"/>
                  </a:ext>
                </a:extLst>
              </a:blip>
              <a:stretch>
                <a:fillRect/>
              </a:stretch>
            </p:blipFill>
            <p:spPr>
              <a:xfrm>
                <a:off x="9272844" y="905906"/>
                <a:ext cx="273428" cy="271187"/>
              </a:xfrm>
              <a:prstGeom prst="rect">
                <a:avLst/>
              </a:prstGeom>
            </p:spPr>
          </p:pic>
          <p:sp>
            <p:nvSpPr>
              <p:cNvPr id="144" name="テキスト ボックス 143">
                <a:extLst>
                  <a:ext uri="{FF2B5EF4-FFF2-40B4-BE49-F238E27FC236}">
                    <a16:creationId xmlns:a16="http://schemas.microsoft.com/office/drawing/2014/main" id="{47FE2A38-0445-90BA-0E5A-99CCF65B2B66}"/>
                  </a:ext>
                </a:extLst>
              </p:cNvPr>
              <p:cNvSpPr txBox="1"/>
              <p:nvPr/>
            </p:nvSpPr>
            <p:spPr>
              <a:xfrm>
                <a:off x="9633785" y="887611"/>
                <a:ext cx="902811"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00000000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grpSp>
        <p:nvGrpSpPr>
          <p:cNvPr id="11" name="グループ化 10">
            <a:extLst>
              <a:ext uri="{FF2B5EF4-FFF2-40B4-BE49-F238E27FC236}">
                <a16:creationId xmlns:a16="http://schemas.microsoft.com/office/drawing/2014/main" id="{374C1730-DB43-3BE0-0C5B-B908F3F65F19}"/>
              </a:ext>
            </a:extLst>
          </p:cNvPr>
          <p:cNvGrpSpPr/>
          <p:nvPr/>
        </p:nvGrpSpPr>
        <p:grpSpPr>
          <a:xfrm>
            <a:off x="0" y="-1"/>
            <a:ext cx="12192000" cy="6858001"/>
            <a:chOff x="0" y="-1"/>
            <a:chExt cx="12192000" cy="6858001"/>
          </a:xfrm>
        </p:grpSpPr>
        <p:grpSp>
          <p:nvGrpSpPr>
            <p:cNvPr id="19" name="グループ化 18">
              <a:extLst>
                <a:ext uri="{FF2B5EF4-FFF2-40B4-BE49-F238E27FC236}">
                  <a16:creationId xmlns:a16="http://schemas.microsoft.com/office/drawing/2014/main" id="{2F0F0A63-B9DA-700C-E01A-93145F623E95}"/>
                </a:ext>
              </a:extLst>
            </p:cNvPr>
            <p:cNvGrpSpPr/>
            <p:nvPr/>
          </p:nvGrpSpPr>
          <p:grpSpPr>
            <a:xfrm>
              <a:off x="0" y="-1"/>
              <a:ext cx="12192000" cy="6858001"/>
              <a:chOff x="0" y="-1"/>
              <a:chExt cx="12192000" cy="6858001"/>
            </a:xfrm>
          </p:grpSpPr>
          <p:sp>
            <p:nvSpPr>
              <p:cNvPr id="32" name="正方形/長方形 31">
                <a:extLst>
                  <a:ext uri="{FF2B5EF4-FFF2-40B4-BE49-F238E27FC236}">
                    <a16:creationId xmlns:a16="http://schemas.microsoft.com/office/drawing/2014/main" id="{E5E86525-F96C-DCEA-E495-EBAEAB023191}"/>
                  </a:ext>
                </a:extLst>
              </p:cNvPr>
              <p:cNvSpPr>
                <a:spLocks/>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33" name="グループ化 32">
                <a:extLst>
                  <a:ext uri="{FF2B5EF4-FFF2-40B4-BE49-F238E27FC236}">
                    <a16:creationId xmlns:a16="http://schemas.microsoft.com/office/drawing/2014/main" id="{21BFF525-E1EF-1FA0-1165-A369B0E0DE85}"/>
                  </a:ext>
                </a:extLst>
              </p:cNvPr>
              <p:cNvGrpSpPr/>
              <p:nvPr/>
            </p:nvGrpSpPr>
            <p:grpSpPr>
              <a:xfrm>
                <a:off x="2616038" y="1823170"/>
                <a:ext cx="6959925" cy="3211661"/>
                <a:chOff x="2616038" y="1823170"/>
                <a:chExt cx="6959925" cy="3211661"/>
              </a:xfrm>
            </p:grpSpPr>
            <p:sp>
              <p:nvSpPr>
                <p:cNvPr id="34" name="四角形: 角を丸くする 33">
                  <a:extLst>
                    <a:ext uri="{FF2B5EF4-FFF2-40B4-BE49-F238E27FC236}">
                      <a16:creationId xmlns:a16="http://schemas.microsoft.com/office/drawing/2014/main" id="{0665C8A0-7D21-E5D0-85D3-674188E0F230}"/>
                    </a:ext>
                  </a:extLst>
                </p:cNvPr>
                <p:cNvSpPr/>
                <p:nvPr/>
              </p:nvSpPr>
              <p:spPr>
                <a:xfrm>
                  <a:off x="2616038" y="1823170"/>
                  <a:ext cx="6959925" cy="3211661"/>
                </a:xfrm>
                <a:prstGeom prst="roundRect">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5" name="テキスト ボックス 34">
                  <a:extLst>
                    <a:ext uri="{FF2B5EF4-FFF2-40B4-BE49-F238E27FC236}">
                      <a16:creationId xmlns:a16="http://schemas.microsoft.com/office/drawing/2014/main" id="{769D701F-92E4-D37D-275E-8459CC008860}"/>
                    </a:ext>
                  </a:extLst>
                </p:cNvPr>
                <p:cNvSpPr txBox="1"/>
                <p:nvPr/>
              </p:nvSpPr>
              <p:spPr>
                <a:xfrm>
                  <a:off x="4362207" y="2384084"/>
                  <a:ext cx="3467617" cy="584775"/>
                </a:xfrm>
                <a:prstGeom prst="rect">
                  <a:avLst/>
                </a:prstGeom>
                <a:noFill/>
              </p:spPr>
              <p:txBody>
                <a:bodyPr wrap="none" rtlCol="0">
                  <a:spAutoFit/>
                </a:bodyPr>
                <a:lstStyle/>
                <a:p>
                  <a:pPr algn="ctr"/>
                  <a:r>
                    <a:rPr kumimoji="1" lang="ja-JP" altLang="en-US" sz="3200">
                      <a:solidFill>
                        <a:schemeClr val="tx1">
                          <a:lumMod val="85000"/>
                          <a:lumOff val="15000"/>
                        </a:schemeClr>
                      </a:solidFill>
                      <a:latin typeface="原稿用標準書体" panose="03000503000000000000" pitchFamily="66" charset="-128"/>
                      <a:ea typeface="原稿用標準書体" panose="03000503000000000000" pitchFamily="66" charset="-128"/>
                    </a:rPr>
                    <a:t>　　が足りません</a:t>
                  </a:r>
                  <a:endParaRPr kumimoji="1" lang="ja-JP" altLang="en-US" sz="40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36" name="テキスト ボックス 35">
                  <a:extLst>
                    <a:ext uri="{FF2B5EF4-FFF2-40B4-BE49-F238E27FC236}">
                      <a16:creationId xmlns:a16="http://schemas.microsoft.com/office/drawing/2014/main" id="{1CB94F89-6AA7-679A-101D-5A610EDD4B29}"/>
                    </a:ext>
                  </a:extLst>
                </p:cNvPr>
                <p:cNvSpPr txBox="1"/>
                <p:nvPr/>
              </p:nvSpPr>
              <p:spPr>
                <a:xfrm>
                  <a:off x="4849514" y="3233458"/>
                  <a:ext cx="2492990" cy="369332"/>
                </a:xfrm>
                <a:prstGeom prst="rect">
                  <a:avLst/>
                </a:prstGeom>
                <a:noFill/>
              </p:spPr>
              <p:txBody>
                <a:bodyPr wrap="none" rtlCol="0">
                  <a:spAutoFit/>
                </a:bodyPr>
                <a:lstStyle/>
                <a:p>
                  <a:pPr algn="ctr"/>
                  <a:r>
                    <a:rPr kumimoji="1" lang="en-US" altLang="ja-JP">
                      <a:solidFill>
                        <a:srgbClr val="C00000"/>
                      </a:solidFill>
                      <a:latin typeface="原稿用標準書体" panose="03000503000000000000" pitchFamily="66" charset="-128"/>
                      <a:ea typeface="原稿用標準書体" panose="03000503000000000000" pitchFamily="66" charset="-128"/>
                    </a:rPr>
                    <a:t>※</a:t>
                  </a:r>
                  <a:r>
                    <a:rPr kumimoji="1" lang="ja-JP" altLang="en-US">
                      <a:solidFill>
                        <a:srgbClr val="C00000"/>
                      </a:solidFill>
                      <a:latin typeface="原稿用標準書体" panose="03000503000000000000" pitchFamily="66" charset="-128"/>
                      <a:ea typeface="原稿用標準書体" panose="03000503000000000000" pitchFamily="66" charset="-128"/>
                    </a:rPr>
                    <a:t>娼館を運営しよう！</a:t>
                  </a:r>
                  <a:endParaRPr kumimoji="1" lang="ja-JP" altLang="en-US" sz="2400" dirty="0">
                    <a:solidFill>
                      <a:srgbClr val="C00000"/>
                    </a:solidFill>
                    <a:latin typeface="原稿用標準書体" panose="03000503000000000000" pitchFamily="66" charset="-128"/>
                    <a:ea typeface="原稿用標準書体" panose="03000503000000000000" pitchFamily="66" charset="-128"/>
                  </a:endParaRPr>
                </a:p>
              </p:txBody>
            </p:sp>
          </p:grpSp>
        </p:grpSp>
        <p:sp>
          <p:nvSpPr>
            <p:cNvPr id="31" name="四角形: 角を丸くする 30">
              <a:extLst>
                <a:ext uri="{FF2B5EF4-FFF2-40B4-BE49-F238E27FC236}">
                  <a16:creationId xmlns:a16="http://schemas.microsoft.com/office/drawing/2014/main" id="{A54D5B2C-0AFA-89BB-A7FA-0A8F6A2078E6}"/>
                </a:ext>
              </a:extLst>
            </p:cNvPr>
            <p:cNvSpPr/>
            <p:nvPr/>
          </p:nvSpPr>
          <p:spPr>
            <a:xfrm>
              <a:off x="5026888" y="3962013"/>
              <a:ext cx="2138224" cy="767022"/>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a:latin typeface="原稿用標準書体" panose="03000503000000000000" pitchFamily="66" charset="-128"/>
                  <a:ea typeface="原稿用標準書体" panose="03000503000000000000" pitchFamily="66" charset="-128"/>
                </a:rPr>
                <a:t>閉じる</a:t>
              </a:r>
              <a:endParaRPr kumimoji="1" lang="ja-JP" altLang="en-US" sz="2400" dirty="0">
                <a:latin typeface="原稿用標準書体" panose="03000503000000000000" pitchFamily="66" charset="-128"/>
                <a:ea typeface="原稿用標準書体" panose="03000503000000000000" pitchFamily="66" charset="-128"/>
              </a:endParaRPr>
            </a:p>
          </p:txBody>
        </p:sp>
      </p:grpSp>
      <p:pic>
        <p:nvPicPr>
          <p:cNvPr id="39" name="図 38">
            <a:extLst>
              <a:ext uri="{FF2B5EF4-FFF2-40B4-BE49-F238E27FC236}">
                <a16:creationId xmlns:a16="http://schemas.microsoft.com/office/drawing/2014/main" id="{44782373-6ECD-27BC-0AE6-395E324DA92D}"/>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4646498" y="2431094"/>
            <a:ext cx="552741" cy="548210"/>
          </a:xfrm>
          <a:prstGeom prst="rect">
            <a:avLst/>
          </a:prstGeom>
        </p:spPr>
      </p:pic>
    </p:spTree>
    <p:extLst>
      <p:ext uri="{BB962C8B-B14F-4D97-AF65-F5344CB8AC3E}">
        <p14:creationId xmlns:p14="http://schemas.microsoft.com/office/powerpoint/2010/main" val="3667427167"/>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bg>
      <p:bgPr>
        <a:solidFill>
          <a:schemeClr val="tx1">
            <a:lumMod val="95000"/>
            <a:lumOff val="5000"/>
          </a:schemeClr>
        </a:solidFill>
        <a:effectLst/>
      </p:bgPr>
    </p:bg>
    <p:spTree>
      <p:nvGrpSpPr>
        <p:cNvPr id="1" name="">
          <a:extLst>
            <a:ext uri="{FF2B5EF4-FFF2-40B4-BE49-F238E27FC236}">
              <a16:creationId xmlns:a16="http://schemas.microsoft.com/office/drawing/2014/main" id="{8DC4304B-EF28-E447-CFDA-BE3C27EE5C41}"/>
            </a:ext>
          </a:extLst>
        </p:cNvPr>
        <p:cNvGrpSpPr/>
        <p:nvPr/>
      </p:nvGrpSpPr>
      <p:grpSpPr>
        <a:xfrm>
          <a:off x="0" y="0"/>
          <a:ext cx="0" cy="0"/>
          <a:chOff x="0" y="0"/>
          <a:chExt cx="0" cy="0"/>
        </a:xfrm>
      </p:grpSpPr>
      <p:pic>
        <p:nvPicPr>
          <p:cNvPr id="15" name="図 14">
            <a:extLst>
              <a:ext uri="{FF2B5EF4-FFF2-40B4-BE49-F238E27FC236}">
                <a16:creationId xmlns:a16="http://schemas.microsoft.com/office/drawing/2014/main" id="{2A5C824B-3B42-1D47-80AC-924786BEC566}"/>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362844" y="1540010"/>
            <a:ext cx="5350511" cy="7554290"/>
          </a:xfrm>
          <a:prstGeom prst="rect">
            <a:avLst/>
          </a:prstGeom>
        </p:spPr>
      </p:pic>
      <p:sp>
        <p:nvSpPr>
          <p:cNvPr id="47" name="四角形: 上の 2 つの角を丸める 46">
            <a:extLst>
              <a:ext uri="{FF2B5EF4-FFF2-40B4-BE49-F238E27FC236}">
                <a16:creationId xmlns:a16="http://schemas.microsoft.com/office/drawing/2014/main" id="{BDBC9402-98C3-B1F2-13B7-5AF35452ABFD}"/>
              </a:ext>
            </a:extLst>
          </p:cNvPr>
          <p:cNvSpPr/>
          <p:nvPr/>
        </p:nvSpPr>
        <p:spPr>
          <a:xfrm flipV="1">
            <a:off x="5776875" y="2032777"/>
            <a:ext cx="5864379" cy="4307252"/>
          </a:xfrm>
          <a:prstGeom prst="round2SameRect">
            <a:avLst>
              <a:gd name="adj1" fmla="val 2338"/>
              <a:gd name="adj2" fmla="val 0"/>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20" name="グループ化 19">
            <a:extLst>
              <a:ext uri="{FF2B5EF4-FFF2-40B4-BE49-F238E27FC236}">
                <a16:creationId xmlns:a16="http://schemas.microsoft.com/office/drawing/2014/main" id="{35983500-AA8D-9F49-03CA-D6DF24BD29C9}"/>
              </a:ext>
            </a:extLst>
          </p:cNvPr>
          <p:cNvGrpSpPr/>
          <p:nvPr/>
        </p:nvGrpSpPr>
        <p:grpSpPr>
          <a:xfrm>
            <a:off x="163586" y="134635"/>
            <a:ext cx="3123445" cy="1396119"/>
            <a:chOff x="163586" y="134635"/>
            <a:chExt cx="3123445" cy="1396119"/>
          </a:xfrm>
        </p:grpSpPr>
        <p:sp>
          <p:nvSpPr>
            <p:cNvPr id="21" name="四角形: 角を丸くする 20">
              <a:extLst>
                <a:ext uri="{FF2B5EF4-FFF2-40B4-BE49-F238E27FC236}">
                  <a16:creationId xmlns:a16="http://schemas.microsoft.com/office/drawing/2014/main" id="{652BC5C0-64EE-41AC-9B1E-E8E9B4296684}"/>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22" name="テキスト ボックス 21">
              <a:extLst>
                <a:ext uri="{FF2B5EF4-FFF2-40B4-BE49-F238E27FC236}">
                  <a16:creationId xmlns:a16="http://schemas.microsoft.com/office/drawing/2014/main" id="{7F8BD56C-F3F2-40A2-25DB-B75A97D5D3C3}"/>
                </a:ext>
              </a:extLst>
            </p:cNvPr>
            <p:cNvSpPr txBox="1"/>
            <p:nvPr/>
          </p:nvSpPr>
          <p:spPr>
            <a:xfrm>
              <a:off x="1624595" y="641390"/>
              <a:ext cx="146706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キャラ強化</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23" name="グループ化 22">
              <a:extLst>
                <a:ext uri="{FF2B5EF4-FFF2-40B4-BE49-F238E27FC236}">
                  <a16:creationId xmlns:a16="http://schemas.microsoft.com/office/drawing/2014/main" id="{09879760-099E-BBD6-2CE1-91155DD77781}"/>
                </a:ext>
              </a:extLst>
            </p:cNvPr>
            <p:cNvGrpSpPr/>
            <p:nvPr/>
          </p:nvGrpSpPr>
          <p:grpSpPr>
            <a:xfrm>
              <a:off x="163586" y="134635"/>
              <a:ext cx="1975684" cy="1396119"/>
              <a:chOff x="163586" y="134635"/>
              <a:chExt cx="1975684" cy="1396119"/>
            </a:xfrm>
          </p:grpSpPr>
          <p:grpSp>
            <p:nvGrpSpPr>
              <p:cNvPr id="24" name="グループ化 23">
                <a:extLst>
                  <a:ext uri="{FF2B5EF4-FFF2-40B4-BE49-F238E27FC236}">
                    <a16:creationId xmlns:a16="http://schemas.microsoft.com/office/drawing/2014/main" id="{CF6FA183-6ABA-AB5A-FA2C-FE301F179FF0}"/>
                  </a:ext>
                </a:extLst>
              </p:cNvPr>
              <p:cNvGrpSpPr/>
              <p:nvPr/>
            </p:nvGrpSpPr>
            <p:grpSpPr>
              <a:xfrm>
                <a:off x="163586" y="134635"/>
                <a:ext cx="1975684" cy="1396119"/>
                <a:chOff x="163586" y="134635"/>
                <a:chExt cx="1975684" cy="1396119"/>
              </a:xfrm>
            </p:grpSpPr>
            <p:pic>
              <p:nvPicPr>
                <p:cNvPr id="26" name="図 25">
                  <a:extLst>
                    <a:ext uri="{FF2B5EF4-FFF2-40B4-BE49-F238E27FC236}">
                      <a16:creationId xmlns:a16="http://schemas.microsoft.com/office/drawing/2014/main" id="{9C4C189F-846D-BB24-363C-59A45CBBB0F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7" name="楕円 26">
                  <a:extLst>
                    <a:ext uri="{FF2B5EF4-FFF2-40B4-BE49-F238E27FC236}">
                      <a16:creationId xmlns:a16="http://schemas.microsoft.com/office/drawing/2014/main" id="{3AC051C6-0EB8-BDD3-EB10-2900D9054AF4}"/>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5" name="図 24">
                <a:extLst>
                  <a:ext uri="{FF2B5EF4-FFF2-40B4-BE49-F238E27FC236}">
                    <a16:creationId xmlns:a16="http://schemas.microsoft.com/office/drawing/2014/main" id="{5E975EE9-2C44-76DA-A94E-0603F4BF0ED7}"/>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sp>
        <p:nvSpPr>
          <p:cNvPr id="28" name="フローチャート: 論理積ゲート 27">
            <a:extLst>
              <a:ext uri="{FF2B5EF4-FFF2-40B4-BE49-F238E27FC236}">
                <a16:creationId xmlns:a16="http://schemas.microsoft.com/office/drawing/2014/main" id="{70793B5A-83E7-AF14-B2D8-40926EC104F3}"/>
              </a:ext>
            </a:extLst>
          </p:cNvPr>
          <p:cNvSpPr/>
          <p:nvPr/>
        </p:nvSpPr>
        <p:spPr>
          <a:xfrm rot="16200000">
            <a:off x="2344669" y="3412898"/>
            <a:ext cx="1516101" cy="4338157"/>
          </a:xfrm>
          <a:prstGeom prst="flowChartDelay">
            <a:avLst/>
          </a:prstGeom>
          <a:solidFill>
            <a:schemeClr val="tx2">
              <a:lumMod val="20000"/>
              <a:lumOff val="80000"/>
              <a:alpha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8" name="グループ化 17">
            <a:extLst>
              <a:ext uri="{FF2B5EF4-FFF2-40B4-BE49-F238E27FC236}">
                <a16:creationId xmlns:a16="http://schemas.microsoft.com/office/drawing/2014/main" id="{A443A8D5-CDC7-5F62-74A5-BBC6A376EE0D}"/>
              </a:ext>
            </a:extLst>
          </p:cNvPr>
          <p:cNvGrpSpPr/>
          <p:nvPr/>
        </p:nvGrpSpPr>
        <p:grpSpPr>
          <a:xfrm>
            <a:off x="2296512" y="4969558"/>
            <a:ext cx="1612416" cy="560146"/>
            <a:chOff x="7098261" y="4231434"/>
            <a:chExt cx="1612416" cy="560146"/>
          </a:xfrm>
        </p:grpSpPr>
        <p:pic>
          <p:nvPicPr>
            <p:cNvPr id="29" name="図 28">
              <a:extLst>
                <a:ext uri="{FF2B5EF4-FFF2-40B4-BE49-F238E27FC236}">
                  <a16:creationId xmlns:a16="http://schemas.microsoft.com/office/drawing/2014/main" id="{75DEF68E-55E4-5FC1-53C1-688662960239}"/>
                </a:ext>
              </a:extLst>
            </p:cNvPr>
            <p:cNvPicPr>
              <a:picLocks noChangeAspect="1"/>
            </p:cNvPicPr>
            <p:nvPr/>
          </p:nvPicPr>
          <p:blipFill>
            <a:blip r:embed="rId5">
              <a:duotone>
                <a:schemeClr val="accent3">
                  <a:shade val="45000"/>
                  <a:satMod val="135000"/>
                </a:schemeClr>
                <a:prstClr val="white"/>
              </a:duotone>
              <a:extLst>
                <a:ext uri="{28A0092B-C50C-407E-A947-70E740481C1C}">
                  <a14:useLocalDpi xmlns:a14="http://schemas.microsoft.com/office/drawing/2010/main" val="0"/>
                </a:ext>
              </a:extLst>
            </a:blip>
            <a:srcRect l="6840" t="30163" r="48646" b="36883"/>
            <a:stretch>
              <a:fillRect/>
            </a:stretch>
          </p:blipFill>
          <p:spPr>
            <a:xfrm>
              <a:off x="7098261" y="4231434"/>
              <a:ext cx="504420" cy="560146"/>
            </a:xfrm>
            <a:prstGeom prst="rect">
              <a:avLst/>
            </a:prstGeom>
          </p:spPr>
        </p:pic>
        <p:sp>
          <p:nvSpPr>
            <p:cNvPr id="30" name="テキスト ボックス 29">
              <a:extLst>
                <a:ext uri="{FF2B5EF4-FFF2-40B4-BE49-F238E27FC236}">
                  <a16:creationId xmlns:a16="http://schemas.microsoft.com/office/drawing/2014/main" id="{E87258B8-9C34-4290-11A2-EA3D8B6A3380}"/>
                </a:ext>
              </a:extLst>
            </p:cNvPr>
            <p:cNvSpPr txBox="1"/>
            <p:nvPr/>
          </p:nvSpPr>
          <p:spPr>
            <a:xfrm>
              <a:off x="7602681" y="4280675"/>
              <a:ext cx="1107996" cy="461665"/>
            </a:xfrm>
            <a:prstGeom prst="rect">
              <a:avLst/>
            </a:prstGeom>
            <a:noFill/>
            <a:effectLst>
              <a:glow rad="63500">
                <a:schemeClr val="accent3">
                  <a:satMod val="175000"/>
                  <a:alpha val="40000"/>
                </a:schemeClr>
              </a:glow>
            </a:effectLst>
          </p:spPr>
          <p:txBody>
            <a:bodyPr wrap="none" rtlCol="0">
              <a:spAutoFit/>
            </a:bodyPr>
            <a:lstStyle/>
            <a:p>
              <a:r>
                <a:rPr lang="ja-JP" altLang="en-US" sz="2400" dirty="0">
                  <a:solidFill>
                    <a:schemeClr val="tx1">
                      <a:lumMod val="85000"/>
                      <a:lumOff val="15000"/>
                    </a:schemeClr>
                  </a:solidFill>
                  <a:effectLst>
                    <a:glow rad="38100">
                      <a:schemeClr val="accent3">
                        <a:satMod val="175000"/>
                        <a:alpha val="65000"/>
                      </a:schemeClr>
                    </a:glow>
                  </a:effectLst>
                  <a:latin typeface="原稿用標準書体" panose="03000503000000000000" pitchFamily="66" charset="-128"/>
                  <a:ea typeface="原稿用標準書体" panose="03000503000000000000" pitchFamily="66" charset="-128"/>
                </a:rPr>
                <a:t>タンク</a:t>
              </a:r>
              <a:endParaRPr lang="en-US" altLang="ja-JP" dirty="0">
                <a:solidFill>
                  <a:schemeClr val="tx1">
                    <a:lumMod val="85000"/>
                    <a:lumOff val="15000"/>
                  </a:schemeClr>
                </a:solidFill>
                <a:effectLst>
                  <a:glow rad="38100">
                    <a:schemeClr val="accent3">
                      <a:satMod val="175000"/>
                      <a:alpha val="65000"/>
                    </a:schemeClr>
                  </a:glow>
                </a:effectLst>
                <a:latin typeface="原稿用標準書体" panose="03000503000000000000" pitchFamily="66" charset="-128"/>
                <a:ea typeface="原稿用標準書体" panose="03000503000000000000" pitchFamily="66" charset="-128"/>
              </a:endParaRPr>
            </a:p>
          </p:txBody>
        </p:sp>
      </p:grpSp>
      <p:grpSp>
        <p:nvGrpSpPr>
          <p:cNvPr id="38" name="グループ化 37">
            <a:extLst>
              <a:ext uri="{FF2B5EF4-FFF2-40B4-BE49-F238E27FC236}">
                <a16:creationId xmlns:a16="http://schemas.microsoft.com/office/drawing/2014/main" id="{B420607E-8DEB-F868-B75C-808A41AD6891}"/>
              </a:ext>
            </a:extLst>
          </p:cNvPr>
          <p:cNvGrpSpPr/>
          <p:nvPr/>
        </p:nvGrpSpPr>
        <p:grpSpPr>
          <a:xfrm>
            <a:off x="1678907" y="5559109"/>
            <a:ext cx="2847626" cy="584775"/>
            <a:chOff x="1959145" y="5400486"/>
            <a:chExt cx="2847626" cy="584775"/>
          </a:xfrm>
        </p:grpSpPr>
        <p:sp>
          <p:nvSpPr>
            <p:cNvPr id="7" name="テキスト ボックス 6">
              <a:extLst>
                <a:ext uri="{FF2B5EF4-FFF2-40B4-BE49-F238E27FC236}">
                  <a16:creationId xmlns:a16="http://schemas.microsoft.com/office/drawing/2014/main" id="{5645881B-88D7-A25E-A941-28AE3969B15D}"/>
                </a:ext>
              </a:extLst>
            </p:cNvPr>
            <p:cNvSpPr txBox="1"/>
            <p:nvPr/>
          </p:nvSpPr>
          <p:spPr>
            <a:xfrm>
              <a:off x="3185814" y="5462041"/>
              <a:ext cx="1620957" cy="523220"/>
            </a:xfrm>
            <a:prstGeom prst="rect">
              <a:avLst/>
            </a:prstGeom>
            <a:noFill/>
          </p:spPr>
          <p:txBody>
            <a:bodyPr wrap="none" rtlCol="0">
              <a:spAutoFit/>
            </a:bodyPr>
            <a:lstStyle/>
            <a:p>
              <a:pPr algn="ctr"/>
              <a:r>
                <a:rPr lang="ja-JP" altLang="en-US" sz="2800">
                  <a:solidFill>
                    <a:schemeClr val="tx1">
                      <a:lumMod val="85000"/>
                      <a:lumOff val="15000"/>
                    </a:schemeClr>
                  </a:solidFill>
                  <a:latin typeface="原稿用標準書体" panose="03000503000000000000" pitchFamily="66" charset="-128"/>
                  <a:ea typeface="原稿用標準書体" panose="03000503000000000000" pitchFamily="66" charset="-128"/>
                </a:rPr>
                <a:t>キャラ名</a:t>
              </a:r>
              <a:endParaRPr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3" name="テキスト ボックス 12">
              <a:extLst>
                <a:ext uri="{FF2B5EF4-FFF2-40B4-BE49-F238E27FC236}">
                  <a16:creationId xmlns:a16="http://schemas.microsoft.com/office/drawing/2014/main" id="{DBD72F0F-67AE-1D1C-5E02-289C0A92F7B1}"/>
                </a:ext>
              </a:extLst>
            </p:cNvPr>
            <p:cNvSpPr txBox="1"/>
            <p:nvPr/>
          </p:nvSpPr>
          <p:spPr>
            <a:xfrm>
              <a:off x="1959145" y="5400486"/>
              <a:ext cx="1005404" cy="584775"/>
            </a:xfrm>
            <a:prstGeom prst="rect">
              <a:avLst/>
            </a:prstGeom>
            <a:noFill/>
          </p:spPr>
          <p:txBody>
            <a:bodyPr wrap="none" rtlCol="0">
              <a:spAutoFit/>
            </a:bodyPr>
            <a:lstStyle/>
            <a:p>
              <a:pPr algn="ctr"/>
              <a:r>
                <a:rPr lang="en-US" altLang="ja-JP" sz="3200">
                  <a:solidFill>
                    <a:schemeClr val="tx1">
                      <a:lumMod val="85000"/>
                      <a:lumOff val="15000"/>
                    </a:schemeClr>
                  </a:solidFill>
                  <a:latin typeface="原稿用標準書体" panose="03000503000000000000" pitchFamily="66" charset="-128"/>
                  <a:ea typeface="原稿用標準書体" panose="03000503000000000000" pitchFamily="66" charset="-128"/>
                </a:rPr>
                <a:t>Lv00</a:t>
              </a:r>
              <a:endParaRPr lang="ja-JP" altLang="en-US" sz="32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sp>
        <p:nvSpPr>
          <p:cNvPr id="105" name="正方形/長方形 104">
            <a:extLst>
              <a:ext uri="{FF2B5EF4-FFF2-40B4-BE49-F238E27FC236}">
                <a16:creationId xmlns:a16="http://schemas.microsoft.com/office/drawing/2014/main" id="{CFF02271-D8BE-93A1-1BB7-67D5AD3683E8}"/>
              </a:ext>
            </a:extLst>
          </p:cNvPr>
          <p:cNvSpPr/>
          <p:nvPr/>
        </p:nvSpPr>
        <p:spPr>
          <a:xfrm>
            <a:off x="5779445" y="2032909"/>
            <a:ext cx="5864379" cy="631101"/>
          </a:xfrm>
          <a:prstGeom prst="rect">
            <a:avLst/>
          </a:prstGeom>
          <a:solidFill>
            <a:schemeClr val="accent2">
              <a:lumMod val="60000"/>
              <a:lumOff val="40000"/>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2" name="テキスト ボックス 101">
            <a:extLst>
              <a:ext uri="{FF2B5EF4-FFF2-40B4-BE49-F238E27FC236}">
                <a16:creationId xmlns:a16="http://schemas.microsoft.com/office/drawing/2014/main" id="{BC46EBD1-68F2-FE7D-B7FC-F59A43AF0E7D}"/>
              </a:ext>
            </a:extLst>
          </p:cNvPr>
          <p:cNvSpPr txBox="1"/>
          <p:nvPr/>
        </p:nvSpPr>
        <p:spPr>
          <a:xfrm>
            <a:off x="6821727" y="2109105"/>
            <a:ext cx="543739" cy="523220"/>
          </a:xfrm>
          <a:prstGeom prst="rect">
            <a:avLst/>
          </a:prstGeom>
          <a:noFill/>
        </p:spPr>
        <p:txBody>
          <a:bodyPr wrap="none" rtlCol="0">
            <a:spAutoFit/>
          </a:bodyPr>
          <a:lstStyle/>
          <a:p>
            <a:pPr algn="ctr"/>
            <a:r>
              <a:rPr lang="en-US" altLang="ja-JP" sz="2800">
                <a:solidFill>
                  <a:schemeClr val="tx1">
                    <a:lumMod val="85000"/>
                    <a:lumOff val="15000"/>
                  </a:schemeClr>
                </a:solidFill>
                <a:latin typeface="原稿用標準書体" panose="03000503000000000000" pitchFamily="66" charset="-128"/>
                <a:ea typeface="原稿用標準書体" panose="03000503000000000000" pitchFamily="66" charset="-128"/>
              </a:rPr>
              <a:t>Ⅰ</a:t>
            </a:r>
            <a:endParaRPr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07" name="二等辺三角形 106">
            <a:extLst>
              <a:ext uri="{FF2B5EF4-FFF2-40B4-BE49-F238E27FC236}">
                <a16:creationId xmlns:a16="http://schemas.microsoft.com/office/drawing/2014/main" id="{1824FA9F-270A-A54F-5A0F-7365C7BA59FD}"/>
              </a:ext>
            </a:extLst>
          </p:cNvPr>
          <p:cNvSpPr/>
          <p:nvPr/>
        </p:nvSpPr>
        <p:spPr>
          <a:xfrm rot="5400000">
            <a:off x="8504974" y="2171591"/>
            <a:ext cx="431983" cy="372399"/>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8" name="テキスト ボックス 117">
            <a:extLst>
              <a:ext uri="{FF2B5EF4-FFF2-40B4-BE49-F238E27FC236}">
                <a16:creationId xmlns:a16="http://schemas.microsoft.com/office/drawing/2014/main" id="{032226D5-B5F6-BFE6-A983-4BA97CE78443}"/>
              </a:ext>
            </a:extLst>
          </p:cNvPr>
          <p:cNvSpPr txBox="1"/>
          <p:nvPr/>
        </p:nvSpPr>
        <p:spPr>
          <a:xfrm>
            <a:off x="10024675" y="2109105"/>
            <a:ext cx="543739" cy="523220"/>
          </a:xfrm>
          <a:prstGeom prst="rect">
            <a:avLst/>
          </a:prstGeom>
          <a:noFill/>
        </p:spPr>
        <p:txBody>
          <a:bodyPr wrap="none" rtlCol="0">
            <a:spAutoFit/>
          </a:bodyPr>
          <a:lstStyle/>
          <a:p>
            <a:pPr algn="ctr"/>
            <a:r>
              <a:rPr lang="en-US" altLang="ja-JP" sz="2800">
                <a:solidFill>
                  <a:srgbClr val="FF00FF"/>
                </a:solidFill>
                <a:latin typeface="原稿用標準書体" panose="03000503000000000000" pitchFamily="66" charset="-128"/>
                <a:ea typeface="原稿用標準書体" panose="03000503000000000000" pitchFamily="66" charset="-128"/>
              </a:rPr>
              <a:t>Ⅱ</a:t>
            </a:r>
            <a:endParaRPr lang="ja-JP" altLang="en-US" sz="2800" dirty="0">
              <a:solidFill>
                <a:srgbClr val="FF00FF"/>
              </a:solidFill>
              <a:latin typeface="原稿用標準書体" panose="03000503000000000000" pitchFamily="66" charset="-128"/>
              <a:ea typeface="原稿用標準書体" panose="03000503000000000000" pitchFamily="66" charset="-128"/>
            </a:endParaRPr>
          </a:p>
        </p:txBody>
      </p:sp>
      <p:sp>
        <p:nvSpPr>
          <p:cNvPr id="134" name="四角形: 上の 2 つの角を丸める 133">
            <a:extLst>
              <a:ext uri="{FF2B5EF4-FFF2-40B4-BE49-F238E27FC236}">
                <a16:creationId xmlns:a16="http://schemas.microsoft.com/office/drawing/2014/main" id="{1E9FB48A-CA60-BC0D-31B6-E325FE87C6F3}"/>
              </a:ext>
            </a:extLst>
          </p:cNvPr>
          <p:cNvSpPr/>
          <p:nvPr/>
        </p:nvSpPr>
        <p:spPr>
          <a:xfrm flipV="1">
            <a:off x="5782784" y="5429608"/>
            <a:ext cx="5866298" cy="906664"/>
          </a:xfrm>
          <a:prstGeom prst="round2SameRect">
            <a:avLst/>
          </a:prstGeom>
          <a:solidFill>
            <a:schemeClr val="accent2">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69" name="四角形: 角を丸くする 68">
            <a:extLst>
              <a:ext uri="{FF2B5EF4-FFF2-40B4-BE49-F238E27FC236}">
                <a16:creationId xmlns:a16="http://schemas.microsoft.com/office/drawing/2014/main" id="{1B0CF65D-924F-E5ED-C6EA-4BCED049B73A}"/>
              </a:ext>
            </a:extLst>
          </p:cNvPr>
          <p:cNvSpPr/>
          <p:nvPr/>
        </p:nvSpPr>
        <p:spPr>
          <a:xfrm>
            <a:off x="9286424" y="5649028"/>
            <a:ext cx="1626626" cy="496239"/>
          </a:xfrm>
          <a:prstGeom prst="roundRect">
            <a:avLst/>
          </a:prstGeom>
          <a:solidFill>
            <a:schemeClr val="accent6"/>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才能開花</a:t>
            </a:r>
          </a:p>
        </p:txBody>
      </p:sp>
      <p:grpSp>
        <p:nvGrpSpPr>
          <p:cNvPr id="99" name="グループ化 98">
            <a:extLst>
              <a:ext uri="{FF2B5EF4-FFF2-40B4-BE49-F238E27FC236}">
                <a16:creationId xmlns:a16="http://schemas.microsoft.com/office/drawing/2014/main" id="{70351019-E599-F827-6021-7082D6249C54}"/>
              </a:ext>
            </a:extLst>
          </p:cNvPr>
          <p:cNvGrpSpPr/>
          <p:nvPr/>
        </p:nvGrpSpPr>
        <p:grpSpPr>
          <a:xfrm>
            <a:off x="6249978" y="5561459"/>
            <a:ext cx="2772407" cy="657068"/>
            <a:chOff x="6445925" y="5486816"/>
            <a:chExt cx="2772407" cy="657068"/>
          </a:xfrm>
        </p:grpSpPr>
        <p:sp>
          <p:nvSpPr>
            <p:cNvPr id="80" name="四角形: 角を丸くする 79">
              <a:extLst>
                <a:ext uri="{FF2B5EF4-FFF2-40B4-BE49-F238E27FC236}">
                  <a16:creationId xmlns:a16="http://schemas.microsoft.com/office/drawing/2014/main" id="{584C010F-5609-BC63-E595-9509372E827A}"/>
                </a:ext>
              </a:extLst>
            </p:cNvPr>
            <p:cNvSpPr/>
            <p:nvPr/>
          </p:nvSpPr>
          <p:spPr>
            <a:xfrm>
              <a:off x="6445925" y="5486816"/>
              <a:ext cx="2772407" cy="657068"/>
            </a:xfrm>
            <a:prstGeom prst="round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2" name="テキスト ボックス 81">
              <a:extLst>
                <a:ext uri="{FF2B5EF4-FFF2-40B4-BE49-F238E27FC236}">
                  <a16:creationId xmlns:a16="http://schemas.microsoft.com/office/drawing/2014/main" id="{DDF33C8F-5EEC-DD72-0547-5D0B578EFC1F}"/>
                </a:ext>
              </a:extLst>
            </p:cNvPr>
            <p:cNvSpPr txBox="1"/>
            <p:nvPr/>
          </p:nvSpPr>
          <p:spPr>
            <a:xfrm>
              <a:off x="6605165" y="5646073"/>
              <a:ext cx="1922434" cy="338554"/>
            </a:xfrm>
            <a:prstGeom prst="rect">
              <a:avLst/>
            </a:prstGeom>
            <a:noFill/>
          </p:spPr>
          <p:txBody>
            <a:bodyPr wrap="square" rtlCol="0">
              <a:spAutoFit/>
            </a:bodyPr>
            <a:lstStyle/>
            <a:p>
              <a:pPr algn="ctr"/>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消費キーアイテム</a:t>
              </a:r>
            </a:p>
          </p:txBody>
        </p:sp>
      </p:grpSp>
      <p:pic>
        <p:nvPicPr>
          <p:cNvPr id="36" name="グラフィックス 35" descr="ハート 単色塗りつぶし">
            <a:extLst>
              <a:ext uri="{FF2B5EF4-FFF2-40B4-BE49-F238E27FC236}">
                <a16:creationId xmlns:a16="http://schemas.microsoft.com/office/drawing/2014/main" id="{5BBBC9D8-59FD-F5E2-6818-67AF9C913B88}"/>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220768" y="5557702"/>
            <a:ext cx="712008" cy="712008"/>
          </a:xfrm>
          <a:prstGeom prst="rect">
            <a:avLst/>
          </a:prstGeom>
        </p:spPr>
      </p:pic>
      <p:sp>
        <p:nvSpPr>
          <p:cNvPr id="39" name="テキスト ボックス 38">
            <a:extLst>
              <a:ext uri="{FF2B5EF4-FFF2-40B4-BE49-F238E27FC236}">
                <a16:creationId xmlns:a16="http://schemas.microsoft.com/office/drawing/2014/main" id="{0F44E846-8608-1FC8-158F-65FFA97486FE}"/>
              </a:ext>
            </a:extLst>
          </p:cNvPr>
          <p:cNvSpPr txBox="1"/>
          <p:nvPr/>
        </p:nvSpPr>
        <p:spPr>
          <a:xfrm>
            <a:off x="8356199" y="5713651"/>
            <a:ext cx="441146" cy="400110"/>
          </a:xfrm>
          <a:prstGeom prst="rect">
            <a:avLst/>
          </a:prstGeom>
          <a:noFill/>
        </p:spPr>
        <p:txBody>
          <a:bodyPr wrap="none" rtlCol="0">
            <a:spAutoFit/>
          </a:bodyPr>
          <a:lstStyle/>
          <a:p>
            <a:pPr algn="ctr"/>
            <a:r>
              <a:rPr lang="en-US" altLang="ja-JP" sz="2000">
                <a:solidFill>
                  <a:schemeClr val="bg1">
                    <a:lumMod val="95000"/>
                  </a:schemeClr>
                </a:solidFill>
                <a:latin typeface="原稿用標準書体" panose="03000503000000000000" pitchFamily="66" charset="-128"/>
                <a:ea typeface="原稿用標準書体" panose="03000503000000000000" pitchFamily="66" charset="-128"/>
              </a:rPr>
              <a:t>Ⅱ</a:t>
            </a:r>
            <a:endPar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83" name="グループ化 82">
            <a:extLst>
              <a:ext uri="{FF2B5EF4-FFF2-40B4-BE49-F238E27FC236}">
                <a16:creationId xmlns:a16="http://schemas.microsoft.com/office/drawing/2014/main" id="{04D26FE6-3C21-932C-E027-52BB580A70CA}"/>
              </a:ext>
            </a:extLst>
          </p:cNvPr>
          <p:cNvGrpSpPr/>
          <p:nvPr/>
        </p:nvGrpSpPr>
        <p:grpSpPr>
          <a:xfrm>
            <a:off x="7687926" y="2760114"/>
            <a:ext cx="2042276" cy="476619"/>
            <a:chOff x="7982399" y="2760114"/>
            <a:chExt cx="2042276" cy="476619"/>
          </a:xfrm>
        </p:grpSpPr>
        <p:sp>
          <p:nvSpPr>
            <p:cNvPr id="74" name="テキスト ボックス 73">
              <a:extLst>
                <a:ext uri="{FF2B5EF4-FFF2-40B4-BE49-F238E27FC236}">
                  <a16:creationId xmlns:a16="http://schemas.microsoft.com/office/drawing/2014/main" id="{4FD3D596-A23E-E249-1ED9-AEC6AF8FB9A4}"/>
                </a:ext>
              </a:extLst>
            </p:cNvPr>
            <p:cNvSpPr txBox="1"/>
            <p:nvPr/>
          </p:nvSpPr>
          <p:spPr>
            <a:xfrm>
              <a:off x="7982399" y="2798368"/>
              <a:ext cx="1467068" cy="400110"/>
            </a:xfrm>
            <a:prstGeom prst="rect">
              <a:avLst/>
            </a:prstGeom>
            <a:noFill/>
          </p:spPr>
          <p:txBody>
            <a:bodyPr wrap="none" rtlCol="0">
              <a:spAutoFit/>
            </a:bodyPr>
            <a:lstStyle/>
            <a:p>
              <a:pPr algn="ctr"/>
              <a:r>
                <a:rPr lang="ja-JP" altLang="en-US" sz="2000">
                  <a:solidFill>
                    <a:schemeClr val="tx2"/>
                  </a:solidFill>
                  <a:latin typeface="原稿用標準書体" panose="03000503000000000000" pitchFamily="66" charset="-128"/>
                  <a:ea typeface="原稿用標準書体" panose="03000503000000000000" pitchFamily="66" charset="-128"/>
                </a:rPr>
                <a:t>才能開花後</a:t>
              </a:r>
              <a:endParaRPr lang="ja-JP" altLang="en-US" sz="2000" dirty="0">
                <a:solidFill>
                  <a:schemeClr val="tx2"/>
                </a:solidFill>
                <a:latin typeface="原稿用標準書体" panose="03000503000000000000" pitchFamily="66" charset="-128"/>
                <a:ea typeface="原稿用標準書体" panose="03000503000000000000" pitchFamily="66" charset="-128"/>
              </a:endParaRPr>
            </a:p>
          </p:txBody>
        </p:sp>
        <p:grpSp>
          <p:nvGrpSpPr>
            <p:cNvPr id="79" name="グループ化 78">
              <a:extLst>
                <a:ext uri="{FF2B5EF4-FFF2-40B4-BE49-F238E27FC236}">
                  <a16:creationId xmlns:a16="http://schemas.microsoft.com/office/drawing/2014/main" id="{10B84992-B632-96DA-59ED-1390A4A555AC}"/>
                </a:ext>
              </a:extLst>
            </p:cNvPr>
            <p:cNvGrpSpPr/>
            <p:nvPr/>
          </p:nvGrpSpPr>
          <p:grpSpPr>
            <a:xfrm>
              <a:off x="9548056" y="2760114"/>
              <a:ext cx="476619" cy="476619"/>
              <a:chOff x="7759179" y="3883224"/>
              <a:chExt cx="914400" cy="914400"/>
            </a:xfrm>
          </p:grpSpPr>
          <p:sp>
            <p:nvSpPr>
              <p:cNvPr id="78" name="楕円 77">
                <a:extLst>
                  <a:ext uri="{FF2B5EF4-FFF2-40B4-BE49-F238E27FC236}">
                    <a16:creationId xmlns:a16="http://schemas.microsoft.com/office/drawing/2014/main" id="{D62E7488-EB91-4AA2-4A37-506E6D54F663}"/>
                  </a:ext>
                </a:extLst>
              </p:cNvPr>
              <p:cNvSpPr/>
              <p:nvPr/>
            </p:nvSpPr>
            <p:spPr>
              <a:xfrm>
                <a:off x="7759179" y="3883224"/>
                <a:ext cx="914400" cy="914400"/>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75" name="グループ化 74">
                <a:extLst>
                  <a:ext uri="{FF2B5EF4-FFF2-40B4-BE49-F238E27FC236}">
                    <a16:creationId xmlns:a16="http://schemas.microsoft.com/office/drawing/2014/main" id="{8DC80042-B240-FD62-5384-8835DF52E09E}"/>
                  </a:ext>
                </a:extLst>
              </p:cNvPr>
              <p:cNvGrpSpPr/>
              <p:nvPr/>
            </p:nvGrpSpPr>
            <p:grpSpPr>
              <a:xfrm>
                <a:off x="7959644" y="3976399"/>
                <a:ext cx="513470" cy="728051"/>
                <a:chOff x="8812481" y="694218"/>
                <a:chExt cx="1470606" cy="1692464"/>
              </a:xfrm>
              <a:effectLst/>
            </p:grpSpPr>
            <p:pic>
              <p:nvPicPr>
                <p:cNvPr id="76" name="図 75">
                  <a:extLst>
                    <a:ext uri="{FF2B5EF4-FFF2-40B4-BE49-F238E27FC236}">
                      <a16:creationId xmlns:a16="http://schemas.microsoft.com/office/drawing/2014/main" id="{EE78FB1D-8CB3-8712-1E98-E3E7A6DC1E45}"/>
                    </a:ext>
                  </a:extLst>
                </p:cNvPr>
                <p:cNvPicPr>
                  <a:picLocks noChangeAspect="1"/>
                </p:cNvPicPr>
                <p:nvPr/>
              </p:nvPicPr>
              <p:blipFill>
                <a:blip r:embed="rId7">
                  <a:duotone>
                    <a:prstClr val="black"/>
                    <a:schemeClr val="accent2">
                      <a:tint val="45000"/>
                      <a:satMod val="400000"/>
                    </a:schemeClr>
                  </a:duotone>
                  <a:extLst>
                    <a:ext uri="{28A0092B-C50C-407E-A947-70E740481C1C}">
                      <a14:useLocalDpi xmlns:a14="http://schemas.microsoft.com/office/drawing/2010/main" val="0"/>
                    </a:ext>
                  </a:extLst>
                </a:blip>
                <a:stretch>
                  <a:fillRect/>
                </a:stretch>
              </p:blipFill>
              <p:spPr>
                <a:xfrm rot="13959555">
                  <a:off x="8830608" y="676091"/>
                  <a:ext cx="1282845" cy="1319099"/>
                </a:xfrm>
                <a:prstGeom prst="rect">
                  <a:avLst/>
                </a:prstGeom>
              </p:spPr>
            </p:pic>
            <p:pic>
              <p:nvPicPr>
                <p:cNvPr id="77" name="図 76">
                  <a:extLst>
                    <a:ext uri="{FF2B5EF4-FFF2-40B4-BE49-F238E27FC236}">
                      <a16:creationId xmlns:a16="http://schemas.microsoft.com/office/drawing/2014/main" id="{581AA694-E6E7-5F5E-0736-9A3CD06E96C1}"/>
                    </a:ext>
                  </a:extLst>
                </p:cNvPr>
                <p:cNvPicPr>
                  <a:picLocks noChangeAspect="1"/>
                </p:cNvPicPr>
                <p:nvPr/>
              </p:nvPicPr>
              <p:blipFill>
                <a:blip r:embed="rId7">
                  <a:duotone>
                    <a:prstClr val="black"/>
                    <a:schemeClr val="accent2">
                      <a:tint val="45000"/>
                      <a:satMod val="400000"/>
                    </a:schemeClr>
                  </a:duotone>
                  <a:extLst>
                    <a:ext uri="{28A0092B-C50C-407E-A947-70E740481C1C}">
                      <a14:useLocalDpi xmlns:a14="http://schemas.microsoft.com/office/drawing/2010/main" val="0"/>
                    </a:ext>
                  </a:extLst>
                </a:blip>
                <a:stretch>
                  <a:fillRect/>
                </a:stretch>
              </p:blipFill>
              <p:spPr>
                <a:xfrm rot="13959555" flipH="1" flipV="1">
                  <a:off x="8982115" y="1085710"/>
                  <a:ext cx="1282845" cy="1319099"/>
                </a:xfrm>
                <a:prstGeom prst="rect">
                  <a:avLst/>
                </a:prstGeom>
              </p:spPr>
            </p:pic>
          </p:grpSp>
        </p:grpSp>
      </p:grpSp>
      <p:grpSp>
        <p:nvGrpSpPr>
          <p:cNvPr id="84" name="グループ化 83">
            <a:extLst>
              <a:ext uri="{FF2B5EF4-FFF2-40B4-BE49-F238E27FC236}">
                <a16:creationId xmlns:a16="http://schemas.microsoft.com/office/drawing/2014/main" id="{937C1F4C-F6A2-D8C2-D612-EC7416E70702}"/>
              </a:ext>
            </a:extLst>
          </p:cNvPr>
          <p:cNvGrpSpPr/>
          <p:nvPr/>
        </p:nvGrpSpPr>
        <p:grpSpPr>
          <a:xfrm>
            <a:off x="6162585" y="3505402"/>
            <a:ext cx="1888606" cy="1341344"/>
            <a:chOff x="6330543" y="3300126"/>
            <a:chExt cx="1888606" cy="1341344"/>
          </a:xfrm>
        </p:grpSpPr>
        <p:grpSp>
          <p:nvGrpSpPr>
            <p:cNvPr id="85" name="グループ化 84">
              <a:extLst>
                <a:ext uri="{FF2B5EF4-FFF2-40B4-BE49-F238E27FC236}">
                  <a16:creationId xmlns:a16="http://schemas.microsoft.com/office/drawing/2014/main" id="{1C636813-ACF5-AB66-EA6F-CE397A7369FA}"/>
                </a:ext>
              </a:extLst>
            </p:cNvPr>
            <p:cNvGrpSpPr/>
            <p:nvPr/>
          </p:nvGrpSpPr>
          <p:grpSpPr>
            <a:xfrm>
              <a:off x="6410575" y="4133732"/>
              <a:ext cx="1600302" cy="507738"/>
              <a:chOff x="6638751" y="4049760"/>
              <a:chExt cx="1600302" cy="507738"/>
            </a:xfrm>
          </p:grpSpPr>
          <p:sp>
            <p:nvSpPr>
              <p:cNvPr id="100" name="テキスト ボックス 99">
                <a:extLst>
                  <a:ext uri="{FF2B5EF4-FFF2-40B4-BE49-F238E27FC236}">
                    <a16:creationId xmlns:a16="http://schemas.microsoft.com/office/drawing/2014/main" id="{2362D49E-5AD5-B4F5-6D51-872661DFB2E8}"/>
                  </a:ext>
                </a:extLst>
              </p:cNvPr>
              <p:cNvSpPr txBox="1"/>
              <p:nvPr/>
            </p:nvSpPr>
            <p:spPr>
              <a:xfrm>
                <a:off x="6638751" y="4049760"/>
                <a:ext cx="902811" cy="307777"/>
              </a:xfrm>
              <a:prstGeom prst="rect">
                <a:avLst/>
              </a:prstGeom>
              <a:noFill/>
            </p:spPr>
            <p:txBody>
              <a:bodyPr wrap="none" rtlCol="0">
                <a:spAutoFit/>
              </a:bodyPr>
              <a:lstStyle/>
              <a:p>
                <a:r>
                  <a:rPr lang="ja-JP" altLang="en-US" sz="1400" dirty="0">
                    <a:solidFill>
                      <a:schemeClr val="accent6"/>
                    </a:solidFill>
                    <a:latin typeface="原稿用標準書体" panose="03000503000000000000" pitchFamily="66" charset="-128"/>
                    <a:ea typeface="原稿用標準書体" panose="03000503000000000000" pitchFamily="66" charset="-128"/>
                  </a:rPr>
                  <a:t>通常攻撃</a:t>
                </a:r>
                <a:endParaRPr lang="en-US" altLang="ja-JP" sz="1400" dirty="0">
                  <a:solidFill>
                    <a:schemeClr val="accent6"/>
                  </a:solidFill>
                  <a:latin typeface="原稿用標準書体" panose="03000503000000000000" pitchFamily="66" charset="-128"/>
                  <a:ea typeface="原稿用標準書体" panose="03000503000000000000" pitchFamily="66" charset="-128"/>
                </a:endParaRPr>
              </a:p>
            </p:txBody>
          </p:sp>
          <p:sp>
            <p:nvSpPr>
              <p:cNvPr id="101" name="テキスト ボックス 100">
                <a:extLst>
                  <a:ext uri="{FF2B5EF4-FFF2-40B4-BE49-F238E27FC236}">
                    <a16:creationId xmlns:a16="http://schemas.microsoft.com/office/drawing/2014/main" id="{61C37510-B673-405C-1E92-C9A9CECF3562}"/>
                  </a:ext>
                </a:extLst>
              </p:cNvPr>
              <p:cNvSpPr txBox="1"/>
              <p:nvPr/>
            </p:nvSpPr>
            <p:spPr>
              <a:xfrm>
                <a:off x="6643744" y="4311277"/>
                <a:ext cx="1595309" cy="246221"/>
              </a:xfrm>
              <a:prstGeom prst="rect">
                <a:avLst/>
              </a:prstGeom>
              <a:noFill/>
            </p:spPr>
            <p:txBody>
              <a:bodyPr wrap="none" rtlCol="0">
                <a:spAutoFit/>
              </a:bodyPr>
              <a:lstStyle/>
              <a:p>
                <a:r>
                  <a:rPr lang="ja-JP" altLang="en-US" sz="1000">
                    <a:solidFill>
                      <a:schemeClr val="tx1">
                        <a:lumMod val="75000"/>
                        <a:lumOff val="25000"/>
                      </a:schemeClr>
                    </a:solidFill>
                    <a:latin typeface="原稿用標準書体" panose="03000503000000000000" pitchFamily="66" charset="-128"/>
                    <a:ea typeface="原稿用標準書体" panose="03000503000000000000" pitchFamily="66" charset="-128"/>
                  </a:rPr>
                  <a:t>敵</a:t>
                </a:r>
                <a:r>
                  <a:rPr lang="en-US" altLang="ja-JP" sz="1000">
                    <a:solidFill>
                      <a:schemeClr val="tx1">
                        <a:lumMod val="75000"/>
                        <a:lumOff val="25000"/>
                      </a:schemeClr>
                    </a:solidFill>
                    <a:latin typeface="原稿用標準書体" panose="03000503000000000000" pitchFamily="66" charset="-128"/>
                    <a:ea typeface="原稿用標準書体" panose="03000503000000000000" pitchFamily="66" charset="-128"/>
                  </a:rPr>
                  <a:t>1</a:t>
                </a:r>
                <a:r>
                  <a:rPr lang="ja-JP" altLang="en-US" sz="1000">
                    <a:solidFill>
                      <a:schemeClr val="tx1">
                        <a:lumMod val="75000"/>
                        <a:lumOff val="25000"/>
                      </a:schemeClr>
                    </a:solidFill>
                    <a:latin typeface="原稿用標準書体" panose="03000503000000000000" pitchFamily="66" charset="-128"/>
                    <a:ea typeface="原稿用標準書体" panose="03000503000000000000" pitchFamily="66" charset="-128"/>
                  </a:rPr>
                  <a:t>体に</a:t>
                </a:r>
                <a:r>
                  <a:rPr lang="en-US" altLang="ja-JP" sz="1000">
                    <a:solidFill>
                      <a:schemeClr val="tx1">
                        <a:lumMod val="75000"/>
                        <a:lumOff val="25000"/>
                      </a:schemeClr>
                    </a:solidFill>
                    <a:latin typeface="原稿用標準書体" panose="03000503000000000000" pitchFamily="66" charset="-128"/>
                    <a:ea typeface="原稿用標準書体" panose="03000503000000000000" pitchFamily="66" charset="-128"/>
                  </a:rPr>
                  <a:t>ATK×</a:t>
                </a:r>
                <a:r>
                  <a:rPr lang="en-US" altLang="ja-JP" sz="1000">
                    <a:solidFill>
                      <a:schemeClr val="tx2"/>
                    </a:solidFill>
                    <a:latin typeface="原稿用標準書体" panose="03000503000000000000" pitchFamily="66" charset="-128"/>
                    <a:ea typeface="原稿用標準書体" panose="03000503000000000000" pitchFamily="66" charset="-128"/>
                  </a:rPr>
                  <a:t>80</a:t>
                </a:r>
                <a:r>
                  <a:rPr lang="ja-JP" altLang="en-US" sz="1000">
                    <a:solidFill>
                      <a:schemeClr val="tx2"/>
                    </a:solidFill>
                    <a:latin typeface="原稿用標準書体" panose="03000503000000000000" pitchFamily="66" charset="-128"/>
                    <a:ea typeface="原稿用標準書体" panose="03000503000000000000" pitchFamily="66" charset="-128"/>
                  </a:rPr>
                  <a:t>％</a:t>
                </a:r>
                <a:r>
                  <a:rPr lang="ja-JP" altLang="en-US" sz="1000">
                    <a:solidFill>
                      <a:schemeClr val="tx1">
                        <a:lumMod val="75000"/>
                        <a:lumOff val="25000"/>
                      </a:schemeClr>
                    </a:solidFill>
                    <a:latin typeface="原稿用標準書体" panose="03000503000000000000" pitchFamily="66" charset="-128"/>
                    <a:ea typeface="原稿用標準書体" panose="03000503000000000000" pitchFamily="66" charset="-128"/>
                  </a:rPr>
                  <a:t>の攻撃</a:t>
                </a:r>
                <a:endParaRPr lang="en-US" altLang="ja-JP" sz="1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cxnSp>
          <p:nvCxnSpPr>
            <p:cNvPr id="86" name="直線コネクタ 85">
              <a:extLst>
                <a:ext uri="{FF2B5EF4-FFF2-40B4-BE49-F238E27FC236}">
                  <a16:creationId xmlns:a16="http://schemas.microsoft.com/office/drawing/2014/main" id="{4FB04A10-704C-E869-425B-F671DF505F04}"/>
                </a:ext>
              </a:extLst>
            </p:cNvPr>
            <p:cNvCxnSpPr>
              <a:cxnSpLocks/>
            </p:cNvCxnSpPr>
            <p:nvPr/>
          </p:nvCxnSpPr>
          <p:spPr>
            <a:xfrm>
              <a:off x="6330543" y="4068293"/>
              <a:ext cx="1888606" cy="0"/>
            </a:xfrm>
            <a:prstGeom prst="line">
              <a:avLst/>
            </a:prstGeom>
            <a:ln>
              <a:solidFill>
                <a:schemeClr val="accent6"/>
              </a:solidFill>
            </a:ln>
          </p:spPr>
          <p:style>
            <a:lnRef idx="2">
              <a:schemeClr val="accent1"/>
            </a:lnRef>
            <a:fillRef idx="0">
              <a:schemeClr val="accent1"/>
            </a:fillRef>
            <a:effectRef idx="1">
              <a:schemeClr val="accent1"/>
            </a:effectRef>
            <a:fontRef idx="minor">
              <a:schemeClr val="tx1"/>
            </a:fontRef>
          </p:style>
        </p:cxnSp>
        <p:grpSp>
          <p:nvGrpSpPr>
            <p:cNvPr id="88" name="グループ化 87">
              <a:extLst>
                <a:ext uri="{FF2B5EF4-FFF2-40B4-BE49-F238E27FC236}">
                  <a16:creationId xmlns:a16="http://schemas.microsoft.com/office/drawing/2014/main" id="{ED5C4FB0-9754-4D37-97BA-01D8B3381BF2}"/>
                </a:ext>
              </a:extLst>
            </p:cNvPr>
            <p:cNvGrpSpPr/>
            <p:nvPr/>
          </p:nvGrpSpPr>
          <p:grpSpPr>
            <a:xfrm>
              <a:off x="6410575" y="3300126"/>
              <a:ext cx="1728542" cy="670958"/>
              <a:chOff x="6638751" y="4049760"/>
              <a:chExt cx="1728542" cy="670958"/>
            </a:xfrm>
          </p:grpSpPr>
          <p:sp>
            <p:nvSpPr>
              <p:cNvPr id="92" name="テキスト ボックス 91">
                <a:extLst>
                  <a:ext uri="{FF2B5EF4-FFF2-40B4-BE49-F238E27FC236}">
                    <a16:creationId xmlns:a16="http://schemas.microsoft.com/office/drawing/2014/main" id="{C677750B-3BE1-5C43-F73F-6024EA4AB1AD}"/>
                  </a:ext>
                </a:extLst>
              </p:cNvPr>
              <p:cNvSpPr txBox="1"/>
              <p:nvPr/>
            </p:nvSpPr>
            <p:spPr>
              <a:xfrm>
                <a:off x="6638751" y="4049760"/>
                <a:ext cx="453970" cy="307777"/>
              </a:xfrm>
              <a:prstGeom prst="rect">
                <a:avLst/>
              </a:prstGeom>
              <a:noFill/>
            </p:spPr>
            <p:txBody>
              <a:bodyPr wrap="none" rtlCol="0">
                <a:spAutoFit/>
              </a:bodyPr>
              <a:lstStyle/>
              <a:p>
                <a:r>
                  <a:rPr lang="en-US" altLang="ja-JP" sz="1400">
                    <a:solidFill>
                      <a:schemeClr val="accent6"/>
                    </a:solidFill>
                    <a:latin typeface="原稿用標準書体" panose="03000503000000000000" pitchFamily="66" charset="-128"/>
                    <a:ea typeface="原稿用標準書体" panose="03000503000000000000" pitchFamily="66" charset="-128"/>
                  </a:rPr>
                  <a:t>ENB</a:t>
                </a:r>
                <a:endParaRPr lang="en-US" altLang="ja-JP" sz="1400" dirty="0">
                  <a:solidFill>
                    <a:schemeClr val="accent6"/>
                  </a:solidFill>
                  <a:latin typeface="原稿用標準書体" panose="03000503000000000000" pitchFamily="66" charset="-128"/>
                  <a:ea typeface="原稿用標準書体" panose="03000503000000000000" pitchFamily="66" charset="-128"/>
                </a:endParaRPr>
              </a:p>
            </p:txBody>
          </p:sp>
          <p:sp>
            <p:nvSpPr>
              <p:cNvPr id="97" name="テキスト ボックス 96">
                <a:extLst>
                  <a:ext uri="{FF2B5EF4-FFF2-40B4-BE49-F238E27FC236}">
                    <a16:creationId xmlns:a16="http://schemas.microsoft.com/office/drawing/2014/main" id="{915C1CA3-DABE-7293-04B4-A9289BD71246}"/>
                  </a:ext>
                </a:extLst>
              </p:cNvPr>
              <p:cNvSpPr txBox="1"/>
              <p:nvPr/>
            </p:nvSpPr>
            <p:spPr>
              <a:xfrm>
                <a:off x="6643744" y="4320608"/>
                <a:ext cx="1723549" cy="400110"/>
              </a:xfrm>
              <a:prstGeom prst="rect">
                <a:avLst/>
              </a:prstGeom>
              <a:noFill/>
            </p:spPr>
            <p:txBody>
              <a:bodyPr wrap="none" rtlCol="0">
                <a:spAutoFit/>
              </a:bodyPr>
              <a:lstStyle/>
              <a:p>
                <a:r>
                  <a:rPr lang="ja-JP" altLang="en-US" sz="1000">
                    <a:solidFill>
                      <a:schemeClr val="tx1">
                        <a:lumMod val="95000"/>
                        <a:lumOff val="5000"/>
                      </a:schemeClr>
                    </a:solidFill>
                    <a:latin typeface="原稿用標準書体" panose="03000503000000000000" pitchFamily="66" charset="-128"/>
                    <a:ea typeface="原稿用標準書体" panose="03000503000000000000" pitchFamily="66" charset="-128"/>
                  </a:rPr>
                  <a:t>効果テキスト効果テキスト</a:t>
                </a:r>
                <a:br>
                  <a:rPr lang="en-US" altLang="ja-JP" sz="1000">
                    <a:solidFill>
                      <a:schemeClr val="tx1">
                        <a:lumMod val="95000"/>
                        <a:lumOff val="5000"/>
                      </a:schemeClr>
                    </a:solidFill>
                    <a:latin typeface="原稿用標準書体" panose="03000503000000000000" pitchFamily="66" charset="-128"/>
                    <a:ea typeface="原稿用標準書体" panose="03000503000000000000" pitchFamily="66" charset="-128"/>
                  </a:rPr>
                </a:br>
                <a:r>
                  <a:rPr lang="ja-JP" altLang="en-US" sz="1000">
                    <a:solidFill>
                      <a:schemeClr val="tx1">
                        <a:lumMod val="95000"/>
                        <a:lumOff val="5000"/>
                      </a:schemeClr>
                    </a:solidFill>
                    <a:latin typeface="原稿用標準書体" panose="03000503000000000000" pitchFamily="66" charset="-128"/>
                    <a:ea typeface="原稿用標準書体" panose="03000503000000000000" pitchFamily="66" charset="-128"/>
                  </a:rPr>
                  <a:t>効果テキスト効果テキスト</a:t>
                </a:r>
                <a:endParaRPr lang="en-US" altLang="ja-JP" sz="1000">
                  <a:solidFill>
                    <a:schemeClr val="tx1">
                      <a:lumMod val="95000"/>
                      <a:lumOff val="5000"/>
                    </a:schemeClr>
                  </a:solidFill>
                  <a:latin typeface="原稿用標準書体" panose="03000503000000000000" pitchFamily="66" charset="-128"/>
                  <a:ea typeface="原稿用標準書体" panose="03000503000000000000" pitchFamily="66" charset="-128"/>
                </a:endParaRPr>
              </a:p>
            </p:txBody>
          </p:sp>
        </p:grpSp>
      </p:grpSp>
      <p:grpSp>
        <p:nvGrpSpPr>
          <p:cNvPr id="106" name="グループ化 105">
            <a:extLst>
              <a:ext uri="{FF2B5EF4-FFF2-40B4-BE49-F238E27FC236}">
                <a16:creationId xmlns:a16="http://schemas.microsoft.com/office/drawing/2014/main" id="{A91E321D-847E-1D20-CF29-69E8491BC29B}"/>
              </a:ext>
            </a:extLst>
          </p:cNvPr>
          <p:cNvGrpSpPr/>
          <p:nvPr/>
        </p:nvGrpSpPr>
        <p:grpSpPr>
          <a:xfrm>
            <a:off x="8425578" y="3383973"/>
            <a:ext cx="2512698" cy="550243"/>
            <a:chOff x="6489167" y="2895729"/>
            <a:chExt cx="2512698" cy="550243"/>
          </a:xfrm>
        </p:grpSpPr>
        <p:grpSp>
          <p:nvGrpSpPr>
            <p:cNvPr id="121" name="グループ化 120">
              <a:extLst>
                <a:ext uri="{FF2B5EF4-FFF2-40B4-BE49-F238E27FC236}">
                  <a16:creationId xmlns:a16="http://schemas.microsoft.com/office/drawing/2014/main" id="{B655B634-9E72-DAFA-5F99-8270AD649D3F}"/>
                </a:ext>
              </a:extLst>
            </p:cNvPr>
            <p:cNvGrpSpPr/>
            <p:nvPr/>
          </p:nvGrpSpPr>
          <p:grpSpPr>
            <a:xfrm>
              <a:off x="6503882" y="2895729"/>
              <a:ext cx="2497983" cy="517069"/>
              <a:chOff x="6638751" y="4049760"/>
              <a:chExt cx="2497983" cy="517069"/>
            </a:xfrm>
          </p:grpSpPr>
          <p:sp>
            <p:nvSpPr>
              <p:cNvPr id="125" name="テキスト ボックス 124">
                <a:extLst>
                  <a:ext uri="{FF2B5EF4-FFF2-40B4-BE49-F238E27FC236}">
                    <a16:creationId xmlns:a16="http://schemas.microsoft.com/office/drawing/2014/main" id="{3C8897A0-BA73-B697-7793-3D3A9AB04E32}"/>
                  </a:ext>
                </a:extLst>
              </p:cNvPr>
              <p:cNvSpPr txBox="1"/>
              <p:nvPr/>
            </p:nvSpPr>
            <p:spPr>
              <a:xfrm>
                <a:off x="6638751" y="4049760"/>
                <a:ext cx="1261884" cy="307777"/>
              </a:xfrm>
              <a:prstGeom prst="rect">
                <a:avLst/>
              </a:prstGeom>
              <a:noFill/>
            </p:spPr>
            <p:txBody>
              <a:bodyPr wrap="none" rtlCol="0">
                <a:spAutoFit/>
              </a:bodyPr>
              <a:lstStyle/>
              <a:p>
                <a:r>
                  <a:rPr lang="ja-JP" altLang="en-US" sz="1400">
                    <a:solidFill>
                      <a:schemeClr val="accent6"/>
                    </a:solidFill>
                    <a:latin typeface="原稿用標準書体" panose="03000503000000000000" pitchFamily="66" charset="-128"/>
                    <a:ea typeface="原稿用標準書体" panose="03000503000000000000" pitchFamily="66" charset="-128"/>
                  </a:rPr>
                  <a:t>特殊スキル</a:t>
                </a:r>
                <a:r>
                  <a:rPr lang="en-US" altLang="ja-JP" sz="1400">
                    <a:solidFill>
                      <a:schemeClr val="accent6"/>
                    </a:solidFill>
                    <a:latin typeface="原稿用標準書体" panose="03000503000000000000" pitchFamily="66" charset="-128"/>
                    <a:ea typeface="原稿用標準書体" panose="03000503000000000000" pitchFamily="66" charset="-128"/>
                  </a:rPr>
                  <a:t>Ⅰ</a:t>
                </a:r>
                <a:endParaRPr lang="en-US" altLang="ja-JP" sz="1400" dirty="0">
                  <a:solidFill>
                    <a:schemeClr val="accent6"/>
                  </a:solidFill>
                  <a:latin typeface="原稿用標準書体" panose="03000503000000000000" pitchFamily="66" charset="-128"/>
                  <a:ea typeface="原稿用標準書体" panose="03000503000000000000" pitchFamily="66" charset="-128"/>
                </a:endParaRPr>
              </a:p>
            </p:txBody>
          </p:sp>
          <p:sp>
            <p:nvSpPr>
              <p:cNvPr id="127" name="テキスト ボックス 126">
                <a:extLst>
                  <a:ext uri="{FF2B5EF4-FFF2-40B4-BE49-F238E27FC236}">
                    <a16:creationId xmlns:a16="http://schemas.microsoft.com/office/drawing/2014/main" id="{98CC28DE-DE94-4588-C898-1D83C4B9D9A7}"/>
                  </a:ext>
                </a:extLst>
              </p:cNvPr>
              <p:cNvSpPr txBox="1"/>
              <p:nvPr/>
            </p:nvSpPr>
            <p:spPr>
              <a:xfrm>
                <a:off x="6643744" y="4320608"/>
                <a:ext cx="2492990" cy="246221"/>
              </a:xfrm>
              <a:prstGeom prst="rect">
                <a:avLst/>
              </a:prstGeom>
              <a:noFill/>
            </p:spPr>
            <p:txBody>
              <a:bodyPr wrap="none" rtlCol="0">
                <a:spAutoFit/>
              </a:bodyPr>
              <a:lstStyle/>
              <a:p>
                <a:r>
                  <a:rPr lang="ja-JP" altLang="en-US" sz="1000">
                    <a:solidFill>
                      <a:schemeClr val="tx1">
                        <a:lumMod val="95000"/>
                        <a:lumOff val="5000"/>
                      </a:schemeClr>
                    </a:solidFill>
                    <a:latin typeface="原稿用標準書体" panose="03000503000000000000" pitchFamily="66" charset="-128"/>
                    <a:ea typeface="原稿用標準書体" panose="03000503000000000000" pitchFamily="66" charset="-128"/>
                  </a:rPr>
                  <a:t>効果テキスト効果テキスト効果テキスト</a:t>
                </a:r>
                <a:endParaRPr lang="en-US" altLang="ja-JP" sz="1000">
                  <a:solidFill>
                    <a:schemeClr val="tx1">
                      <a:lumMod val="95000"/>
                      <a:lumOff val="5000"/>
                    </a:schemeClr>
                  </a:solidFill>
                  <a:latin typeface="原稿用標準書体" panose="03000503000000000000" pitchFamily="66" charset="-128"/>
                  <a:ea typeface="原稿用標準書体" panose="03000503000000000000" pitchFamily="66" charset="-128"/>
                </a:endParaRPr>
              </a:p>
            </p:txBody>
          </p:sp>
        </p:grpSp>
        <p:cxnSp>
          <p:nvCxnSpPr>
            <p:cNvPr id="123" name="直線コネクタ 122">
              <a:extLst>
                <a:ext uri="{FF2B5EF4-FFF2-40B4-BE49-F238E27FC236}">
                  <a16:creationId xmlns:a16="http://schemas.microsoft.com/office/drawing/2014/main" id="{BB3E7E7C-DAA4-FB20-55F7-90AA16C07740}"/>
                </a:ext>
              </a:extLst>
            </p:cNvPr>
            <p:cNvCxnSpPr>
              <a:cxnSpLocks/>
            </p:cNvCxnSpPr>
            <p:nvPr/>
          </p:nvCxnSpPr>
          <p:spPr>
            <a:xfrm>
              <a:off x="6489167" y="3445972"/>
              <a:ext cx="1888606" cy="0"/>
            </a:xfrm>
            <a:prstGeom prst="line">
              <a:avLst/>
            </a:prstGeom>
            <a:ln>
              <a:solidFill>
                <a:schemeClr val="accent6"/>
              </a:solidFill>
            </a:ln>
          </p:spPr>
          <p:style>
            <a:lnRef idx="2">
              <a:schemeClr val="accent1"/>
            </a:lnRef>
            <a:fillRef idx="0">
              <a:schemeClr val="accent1"/>
            </a:fillRef>
            <a:effectRef idx="1">
              <a:schemeClr val="accent1"/>
            </a:effectRef>
            <a:fontRef idx="minor">
              <a:schemeClr val="tx1"/>
            </a:fontRef>
          </p:style>
        </p:cxnSp>
      </p:grpSp>
      <p:grpSp>
        <p:nvGrpSpPr>
          <p:cNvPr id="129" name="グループ化 128">
            <a:extLst>
              <a:ext uri="{FF2B5EF4-FFF2-40B4-BE49-F238E27FC236}">
                <a16:creationId xmlns:a16="http://schemas.microsoft.com/office/drawing/2014/main" id="{B2E5816C-F742-1CF2-6DC8-884461410F44}"/>
              </a:ext>
            </a:extLst>
          </p:cNvPr>
          <p:cNvGrpSpPr/>
          <p:nvPr/>
        </p:nvGrpSpPr>
        <p:grpSpPr>
          <a:xfrm>
            <a:off x="8425578" y="4050282"/>
            <a:ext cx="2512698" cy="550243"/>
            <a:chOff x="6489167" y="2895729"/>
            <a:chExt cx="2512698" cy="550243"/>
          </a:xfrm>
        </p:grpSpPr>
        <p:grpSp>
          <p:nvGrpSpPr>
            <p:cNvPr id="130" name="グループ化 129">
              <a:extLst>
                <a:ext uri="{FF2B5EF4-FFF2-40B4-BE49-F238E27FC236}">
                  <a16:creationId xmlns:a16="http://schemas.microsoft.com/office/drawing/2014/main" id="{1C602D67-195A-F643-2628-72EBDCEC1ACA}"/>
                </a:ext>
              </a:extLst>
            </p:cNvPr>
            <p:cNvGrpSpPr/>
            <p:nvPr/>
          </p:nvGrpSpPr>
          <p:grpSpPr>
            <a:xfrm>
              <a:off x="6503882" y="2895729"/>
              <a:ext cx="2497983" cy="517069"/>
              <a:chOff x="6638751" y="4049760"/>
              <a:chExt cx="2497983" cy="517069"/>
            </a:xfrm>
          </p:grpSpPr>
          <p:sp>
            <p:nvSpPr>
              <p:cNvPr id="132" name="テキスト ボックス 131">
                <a:extLst>
                  <a:ext uri="{FF2B5EF4-FFF2-40B4-BE49-F238E27FC236}">
                    <a16:creationId xmlns:a16="http://schemas.microsoft.com/office/drawing/2014/main" id="{B8EDC14B-70C7-E67C-8ECD-0B8C6A55BCBF}"/>
                  </a:ext>
                </a:extLst>
              </p:cNvPr>
              <p:cNvSpPr txBox="1"/>
              <p:nvPr/>
            </p:nvSpPr>
            <p:spPr>
              <a:xfrm>
                <a:off x="6638751" y="4049760"/>
                <a:ext cx="1261884" cy="307777"/>
              </a:xfrm>
              <a:prstGeom prst="rect">
                <a:avLst/>
              </a:prstGeom>
              <a:noFill/>
            </p:spPr>
            <p:txBody>
              <a:bodyPr wrap="none" rtlCol="0">
                <a:spAutoFit/>
              </a:bodyPr>
              <a:lstStyle/>
              <a:p>
                <a:r>
                  <a:rPr lang="ja-JP" altLang="en-US" sz="1400">
                    <a:solidFill>
                      <a:schemeClr val="tx2"/>
                    </a:solidFill>
                    <a:latin typeface="原稿用標準書体" panose="03000503000000000000" pitchFamily="66" charset="-128"/>
                    <a:ea typeface="原稿用標準書体" panose="03000503000000000000" pitchFamily="66" charset="-128"/>
                  </a:rPr>
                  <a:t>特殊スキル</a:t>
                </a:r>
                <a:r>
                  <a:rPr lang="en-US" altLang="ja-JP" sz="1400">
                    <a:solidFill>
                      <a:schemeClr val="tx2"/>
                    </a:solidFill>
                    <a:latin typeface="原稿用標準書体" panose="03000503000000000000" pitchFamily="66" charset="-128"/>
                    <a:ea typeface="原稿用標準書体" panose="03000503000000000000" pitchFamily="66" charset="-128"/>
                  </a:rPr>
                  <a:t>Ⅱ</a:t>
                </a:r>
                <a:endParaRPr lang="en-US" altLang="ja-JP" sz="1400" dirty="0">
                  <a:solidFill>
                    <a:schemeClr val="tx2"/>
                  </a:solidFill>
                  <a:latin typeface="原稿用標準書体" panose="03000503000000000000" pitchFamily="66" charset="-128"/>
                  <a:ea typeface="原稿用標準書体" panose="03000503000000000000" pitchFamily="66" charset="-128"/>
                </a:endParaRPr>
              </a:p>
            </p:txBody>
          </p:sp>
          <p:sp>
            <p:nvSpPr>
              <p:cNvPr id="133" name="テキスト ボックス 132">
                <a:extLst>
                  <a:ext uri="{FF2B5EF4-FFF2-40B4-BE49-F238E27FC236}">
                    <a16:creationId xmlns:a16="http://schemas.microsoft.com/office/drawing/2014/main" id="{8F596FEC-E33F-E78A-AAD3-406F09A7C745}"/>
                  </a:ext>
                </a:extLst>
              </p:cNvPr>
              <p:cNvSpPr txBox="1"/>
              <p:nvPr/>
            </p:nvSpPr>
            <p:spPr>
              <a:xfrm>
                <a:off x="6643744" y="4320608"/>
                <a:ext cx="2492990" cy="246221"/>
              </a:xfrm>
              <a:prstGeom prst="rect">
                <a:avLst/>
              </a:prstGeom>
              <a:noFill/>
            </p:spPr>
            <p:txBody>
              <a:bodyPr wrap="none" rtlCol="0">
                <a:spAutoFit/>
              </a:bodyPr>
              <a:lstStyle/>
              <a:p>
                <a:r>
                  <a:rPr lang="ja-JP" altLang="en-US" sz="1000">
                    <a:solidFill>
                      <a:schemeClr val="tx2"/>
                    </a:solidFill>
                    <a:latin typeface="原稿用標準書体" panose="03000503000000000000" pitchFamily="66" charset="-128"/>
                    <a:ea typeface="原稿用標準書体" panose="03000503000000000000" pitchFamily="66" charset="-128"/>
                  </a:rPr>
                  <a:t>効果テキスト効果テキスト効果テキスト</a:t>
                </a:r>
                <a:endParaRPr lang="en-US" altLang="ja-JP" sz="1000">
                  <a:solidFill>
                    <a:schemeClr val="tx2"/>
                  </a:solidFill>
                  <a:latin typeface="原稿用標準書体" panose="03000503000000000000" pitchFamily="66" charset="-128"/>
                  <a:ea typeface="原稿用標準書体" panose="03000503000000000000" pitchFamily="66" charset="-128"/>
                </a:endParaRPr>
              </a:p>
            </p:txBody>
          </p:sp>
        </p:grpSp>
        <p:cxnSp>
          <p:nvCxnSpPr>
            <p:cNvPr id="131" name="直線コネクタ 130">
              <a:extLst>
                <a:ext uri="{FF2B5EF4-FFF2-40B4-BE49-F238E27FC236}">
                  <a16:creationId xmlns:a16="http://schemas.microsoft.com/office/drawing/2014/main" id="{7C064595-1F75-E187-BA43-E51D2511C860}"/>
                </a:ext>
              </a:extLst>
            </p:cNvPr>
            <p:cNvCxnSpPr>
              <a:cxnSpLocks/>
            </p:cNvCxnSpPr>
            <p:nvPr/>
          </p:nvCxnSpPr>
          <p:spPr>
            <a:xfrm>
              <a:off x="6489167" y="3445972"/>
              <a:ext cx="1888606" cy="0"/>
            </a:xfrm>
            <a:prstGeom prst="line">
              <a:avLst/>
            </a:prstGeom>
            <a:ln>
              <a:solidFill>
                <a:schemeClr val="accent6"/>
              </a:solidFill>
            </a:ln>
          </p:spPr>
          <p:style>
            <a:lnRef idx="2">
              <a:schemeClr val="accent1"/>
            </a:lnRef>
            <a:fillRef idx="0">
              <a:schemeClr val="accent1"/>
            </a:fillRef>
            <a:effectRef idx="1">
              <a:schemeClr val="accent1"/>
            </a:effectRef>
            <a:fontRef idx="minor">
              <a:schemeClr val="tx1"/>
            </a:fontRef>
          </p:style>
        </p:cxnSp>
      </p:grpSp>
      <p:grpSp>
        <p:nvGrpSpPr>
          <p:cNvPr id="137" name="グループ化 136">
            <a:extLst>
              <a:ext uri="{FF2B5EF4-FFF2-40B4-BE49-F238E27FC236}">
                <a16:creationId xmlns:a16="http://schemas.microsoft.com/office/drawing/2014/main" id="{6D009FDC-29D1-6BFD-9C90-1DAEC96D3506}"/>
              </a:ext>
            </a:extLst>
          </p:cNvPr>
          <p:cNvGrpSpPr/>
          <p:nvPr/>
        </p:nvGrpSpPr>
        <p:grpSpPr>
          <a:xfrm>
            <a:off x="8425578" y="4736217"/>
            <a:ext cx="1888606" cy="550243"/>
            <a:chOff x="6489167" y="2895729"/>
            <a:chExt cx="1888606" cy="550243"/>
          </a:xfrm>
        </p:grpSpPr>
        <p:grpSp>
          <p:nvGrpSpPr>
            <p:cNvPr id="139" name="グループ化 138">
              <a:extLst>
                <a:ext uri="{FF2B5EF4-FFF2-40B4-BE49-F238E27FC236}">
                  <a16:creationId xmlns:a16="http://schemas.microsoft.com/office/drawing/2014/main" id="{A599AAE2-B855-0ECE-995D-93C03E1F3EA7}"/>
                </a:ext>
              </a:extLst>
            </p:cNvPr>
            <p:cNvGrpSpPr/>
            <p:nvPr/>
          </p:nvGrpSpPr>
          <p:grpSpPr>
            <a:xfrm>
              <a:off x="6503882" y="2895729"/>
              <a:ext cx="1261884" cy="517069"/>
              <a:chOff x="6638751" y="4049760"/>
              <a:chExt cx="1261884" cy="517069"/>
            </a:xfrm>
          </p:grpSpPr>
          <p:sp>
            <p:nvSpPr>
              <p:cNvPr id="143" name="テキスト ボックス 142">
                <a:extLst>
                  <a:ext uri="{FF2B5EF4-FFF2-40B4-BE49-F238E27FC236}">
                    <a16:creationId xmlns:a16="http://schemas.microsoft.com/office/drawing/2014/main" id="{47B8EBB9-B8DD-57ED-8F53-8ECD4531205C}"/>
                  </a:ext>
                </a:extLst>
              </p:cNvPr>
              <p:cNvSpPr txBox="1"/>
              <p:nvPr/>
            </p:nvSpPr>
            <p:spPr>
              <a:xfrm>
                <a:off x="6638751" y="4049760"/>
                <a:ext cx="1261884" cy="307777"/>
              </a:xfrm>
              <a:prstGeom prst="rect">
                <a:avLst/>
              </a:prstGeom>
              <a:noFill/>
            </p:spPr>
            <p:txBody>
              <a:bodyPr wrap="none" rtlCol="0">
                <a:spAutoFit/>
              </a:bodyPr>
              <a:lstStyle/>
              <a:p>
                <a:r>
                  <a:rPr lang="ja-JP" altLang="en-US" sz="1400">
                    <a:solidFill>
                      <a:schemeClr val="accent6"/>
                    </a:solidFill>
                    <a:latin typeface="原稿用標準書体" panose="03000503000000000000" pitchFamily="66" charset="-128"/>
                    <a:ea typeface="原稿用標準書体" panose="03000503000000000000" pitchFamily="66" charset="-128"/>
                  </a:rPr>
                  <a:t>特殊スキル</a:t>
                </a:r>
                <a:r>
                  <a:rPr lang="en-US" altLang="ja-JP" sz="1400">
                    <a:solidFill>
                      <a:schemeClr val="accent6"/>
                    </a:solidFill>
                    <a:latin typeface="原稿用標準書体" panose="03000503000000000000" pitchFamily="66" charset="-128"/>
                    <a:ea typeface="原稿用標準書体" panose="03000503000000000000" pitchFamily="66" charset="-128"/>
                  </a:rPr>
                  <a:t>Ⅰ</a:t>
                </a:r>
                <a:endParaRPr lang="en-US" altLang="ja-JP" sz="1400" dirty="0">
                  <a:solidFill>
                    <a:schemeClr val="accent6"/>
                  </a:solidFill>
                  <a:latin typeface="原稿用標準書体" panose="03000503000000000000" pitchFamily="66" charset="-128"/>
                  <a:ea typeface="原稿用標準書体" panose="03000503000000000000" pitchFamily="66" charset="-128"/>
                </a:endParaRPr>
              </a:p>
            </p:txBody>
          </p:sp>
          <p:sp>
            <p:nvSpPr>
              <p:cNvPr id="147" name="テキスト ボックス 146">
                <a:extLst>
                  <a:ext uri="{FF2B5EF4-FFF2-40B4-BE49-F238E27FC236}">
                    <a16:creationId xmlns:a16="http://schemas.microsoft.com/office/drawing/2014/main" id="{A98E2D4B-68D7-A98B-0F93-0546BFF67EF8}"/>
                  </a:ext>
                </a:extLst>
              </p:cNvPr>
              <p:cNvSpPr txBox="1"/>
              <p:nvPr/>
            </p:nvSpPr>
            <p:spPr>
              <a:xfrm>
                <a:off x="6643744" y="4320608"/>
                <a:ext cx="1236236" cy="246221"/>
              </a:xfrm>
              <a:prstGeom prst="rect">
                <a:avLst/>
              </a:prstGeom>
              <a:noFill/>
            </p:spPr>
            <p:txBody>
              <a:bodyPr wrap="none" rtlCol="0">
                <a:spAutoFit/>
              </a:bodyPr>
              <a:lstStyle/>
              <a:p>
                <a:r>
                  <a:rPr lang="ja-JP" altLang="en-US" sz="1000">
                    <a:solidFill>
                      <a:schemeClr val="tx1">
                        <a:lumMod val="95000"/>
                        <a:lumOff val="5000"/>
                      </a:schemeClr>
                    </a:solidFill>
                    <a:latin typeface="原稿用標準書体" panose="03000503000000000000" pitchFamily="66" charset="-128"/>
                    <a:ea typeface="原稿用標準書体" panose="03000503000000000000" pitchFamily="66" charset="-128"/>
                  </a:rPr>
                  <a:t>才能開花</a:t>
                </a:r>
                <a:r>
                  <a:rPr lang="en-US" altLang="ja-JP" sz="1000">
                    <a:solidFill>
                      <a:schemeClr val="tx1">
                        <a:lumMod val="95000"/>
                        <a:lumOff val="5000"/>
                      </a:schemeClr>
                    </a:solidFill>
                    <a:latin typeface="原稿用標準書体" panose="03000503000000000000" pitchFamily="66" charset="-128"/>
                    <a:ea typeface="原稿用標準書体" panose="03000503000000000000" pitchFamily="66" charset="-128"/>
                  </a:rPr>
                  <a:t>Ⅲ</a:t>
                </a:r>
                <a:r>
                  <a:rPr lang="ja-JP" altLang="en-US" sz="1000">
                    <a:solidFill>
                      <a:schemeClr val="tx1">
                        <a:lumMod val="95000"/>
                        <a:lumOff val="5000"/>
                      </a:schemeClr>
                    </a:solidFill>
                    <a:latin typeface="原稿用標準書体" panose="03000503000000000000" pitchFamily="66" charset="-128"/>
                    <a:ea typeface="原稿用標準書体" panose="03000503000000000000" pitchFamily="66" charset="-128"/>
                  </a:rPr>
                  <a:t>で解放</a:t>
                </a:r>
                <a:endParaRPr lang="en-US" altLang="ja-JP" sz="1000">
                  <a:solidFill>
                    <a:schemeClr val="tx1">
                      <a:lumMod val="95000"/>
                      <a:lumOff val="5000"/>
                    </a:schemeClr>
                  </a:solidFill>
                  <a:latin typeface="原稿用標準書体" panose="03000503000000000000" pitchFamily="66" charset="-128"/>
                  <a:ea typeface="原稿用標準書体" panose="03000503000000000000" pitchFamily="66" charset="-128"/>
                </a:endParaRPr>
              </a:p>
            </p:txBody>
          </p:sp>
        </p:grpSp>
        <p:cxnSp>
          <p:nvCxnSpPr>
            <p:cNvPr id="141" name="直線コネクタ 140">
              <a:extLst>
                <a:ext uri="{FF2B5EF4-FFF2-40B4-BE49-F238E27FC236}">
                  <a16:creationId xmlns:a16="http://schemas.microsoft.com/office/drawing/2014/main" id="{B3C19673-B5EA-2ACF-CB1D-FABE5AC4461A}"/>
                </a:ext>
              </a:extLst>
            </p:cNvPr>
            <p:cNvCxnSpPr>
              <a:cxnSpLocks/>
            </p:cNvCxnSpPr>
            <p:nvPr/>
          </p:nvCxnSpPr>
          <p:spPr>
            <a:xfrm>
              <a:off x="6489167" y="3445972"/>
              <a:ext cx="1888606" cy="0"/>
            </a:xfrm>
            <a:prstGeom prst="line">
              <a:avLst/>
            </a:prstGeom>
            <a:ln>
              <a:solidFill>
                <a:schemeClr val="accent6"/>
              </a:solidFill>
            </a:ln>
          </p:spPr>
          <p:style>
            <a:lnRef idx="2">
              <a:schemeClr val="accent1"/>
            </a:lnRef>
            <a:fillRef idx="0">
              <a:schemeClr val="accent1"/>
            </a:fillRef>
            <a:effectRef idx="1">
              <a:schemeClr val="accent1"/>
            </a:effectRef>
            <a:fontRef idx="minor">
              <a:schemeClr val="tx1"/>
            </a:fontRef>
          </p:style>
        </p:cxnSp>
      </p:grpSp>
      <p:cxnSp>
        <p:nvCxnSpPr>
          <p:cNvPr id="2" name="直線コネクタ 1">
            <a:extLst>
              <a:ext uri="{FF2B5EF4-FFF2-40B4-BE49-F238E27FC236}">
                <a16:creationId xmlns:a16="http://schemas.microsoft.com/office/drawing/2014/main" id="{A007E8AE-D84C-4193-C695-5014DDD61531}"/>
              </a:ext>
            </a:extLst>
          </p:cNvPr>
          <p:cNvCxnSpPr>
            <a:cxnSpLocks/>
          </p:cNvCxnSpPr>
          <p:nvPr/>
        </p:nvCxnSpPr>
        <p:spPr>
          <a:xfrm>
            <a:off x="6184354" y="4964813"/>
            <a:ext cx="1888606" cy="0"/>
          </a:xfrm>
          <a:prstGeom prst="line">
            <a:avLst/>
          </a:prstGeom>
          <a:ln>
            <a:solidFill>
              <a:schemeClr val="accent6"/>
            </a:solidFill>
          </a:ln>
        </p:spPr>
        <p:style>
          <a:lnRef idx="2">
            <a:schemeClr val="accent1"/>
          </a:lnRef>
          <a:fillRef idx="0">
            <a:schemeClr val="accent1"/>
          </a:fillRef>
          <a:effectRef idx="1">
            <a:schemeClr val="accent1"/>
          </a:effectRef>
          <a:fontRef idx="minor">
            <a:schemeClr val="tx1"/>
          </a:fontRef>
        </p:style>
      </p:cxnSp>
      <p:grpSp>
        <p:nvGrpSpPr>
          <p:cNvPr id="4" name="グループ化 3">
            <a:extLst>
              <a:ext uri="{FF2B5EF4-FFF2-40B4-BE49-F238E27FC236}">
                <a16:creationId xmlns:a16="http://schemas.microsoft.com/office/drawing/2014/main" id="{37EEFCD0-3900-7754-170D-9C575D25B6D6}"/>
              </a:ext>
            </a:extLst>
          </p:cNvPr>
          <p:cNvGrpSpPr/>
          <p:nvPr/>
        </p:nvGrpSpPr>
        <p:grpSpPr>
          <a:xfrm>
            <a:off x="8331652" y="575834"/>
            <a:ext cx="3994672" cy="408821"/>
            <a:chOff x="8331652" y="600326"/>
            <a:chExt cx="3994672" cy="408821"/>
          </a:xfrm>
        </p:grpSpPr>
        <p:sp>
          <p:nvSpPr>
            <p:cNvPr id="5" name="正方形/長方形 4">
              <a:extLst>
                <a:ext uri="{FF2B5EF4-FFF2-40B4-BE49-F238E27FC236}">
                  <a16:creationId xmlns:a16="http://schemas.microsoft.com/office/drawing/2014/main" id="{8A52DE83-20A6-2C36-7733-A2D79178194B}"/>
                </a:ext>
              </a:extLst>
            </p:cNvPr>
            <p:cNvSpPr/>
            <p:nvPr/>
          </p:nvSpPr>
          <p:spPr>
            <a:xfrm>
              <a:off x="8331652" y="600326"/>
              <a:ext cx="3994672" cy="408821"/>
            </a:xfrm>
            <a:prstGeom prst="rect">
              <a:avLst/>
            </a:prstGeom>
            <a:solidFill>
              <a:schemeClr val="bg1">
                <a:lumMod val="65000"/>
                <a:alpha val="20000"/>
              </a:schemeClr>
            </a:solidFill>
            <a:ln>
              <a:noFill/>
            </a:ln>
            <a:effectLst>
              <a:glow rad="63500">
                <a:schemeClr val="bg1">
                  <a:lumMod val="50000"/>
                  <a:alpha val="2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6" name="グループ化 5">
              <a:extLst>
                <a:ext uri="{FF2B5EF4-FFF2-40B4-BE49-F238E27FC236}">
                  <a16:creationId xmlns:a16="http://schemas.microsoft.com/office/drawing/2014/main" id="{E8FBCA78-7CB5-E9AE-022A-F2A0AC2E4124}"/>
                </a:ext>
              </a:extLst>
            </p:cNvPr>
            <p:cNvGrpSpPr/>
            <p:nvPr/>
          </p:nvGrpSpPr>
          <p:grpSpPr>
            <a:xfrm>
              <a:off x="8648051" y="650848"/>
              <a:ext cx="1231006" cy="307777"/>
              <a:chOff x="7108497" y="887611"/>
              <a:chExt cx="1231006" cy="307777"/>
            </a:xfrm>
          </p:grpSpPr>
          <p:pic>
            <p:nvPicPr>
              <p:cNvPr id="12" name="図 11">
                <a:extLst>
                  <a:ext uri="{FF2B5EF4-FFF2-40B4-BE49-F238E27FC236}">
                    <a16:creationId xmlns:a16="http://schemas.microsoft.com/office/drawing/2014/main" id="{A038DEF6-66B5-61EB-5392-FA71CC51DCBC}"/>
                  </a:ext>
                </a:extLst>
              </p:cNvPr>
              <p:cNvPicPr>
                <a:picLocks noChangeAspect="1"/>
              </p:cNvPicPr>
              <p:nvPr/>
            </p:nvPicPr>
            <p:blipFill>
              <a:blip r:embed="rId8">
                <a:biLevel thresh="25000"/>
                <a:extLst>
                  <a:ext uri="{28A0092B-C50C-407E-A947-70E740481C1C}">
                    <a14:useLocalDpi xmlns:a14="http://schemas.microsoft.com/office/drawing/2010/main" val="0"/>
                  </a:ext>
                </a:extLst>
              </a:blip>
              <a:stretch>
                <a:fillRect/>
              </a:stretch>
            </p:blipFill>
            <p:spPr>
              <a:xfrm>
                <a:off x="7108497" y="914380"/>
                <a:ext cx="202448" cy="254238"/>
              </a:xfrm>
              <a:prstGeom prst="rect">
                <a:avLst/>
              </a:prstGeom>
            </p:spPr>
          </p:pic>
          <p:sp>
            <p:nvSpPr>
              <p:cNvPr id="14" name="テキスト ボックス 13">
                <a:extLst>
                  <a:ext uri="{FF2B5EF4-FFF2-40B4-BE49-F238E27FC236}">
                    <a16:creationId xmlns:a16="http://schemas.microsoft.com/office/drawing/2014/main" id="{CFC4A043-29C8-A531-D6F3-EBEC1BC3AF26}"/>
                  </a:ext>
                </a:extLst>
              </p:cNvPr>
              <p:cNvSpPr txBox="1"/>
              <p:nvPr/>
            </p:nvSpPr>
            <p:spPr>
              <a:xfrm>
                <a:off x="7436692" y="887611"/>
                <a:ext cx="902811"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00000000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8" name="グループ化 7">
              <a:extLst>
                <a:ext uri="{FF2B5EF4-FFF2-40B4-BE49-F238E27FC236}">
                  <a16:creationId xmlns:a16="http://schemas.microsoft.com/office/drawing/2014/main" id="{54748A06-2788-3B7A-8160-539C8BC0FF0A}"/>
                </a:ext>
              </a:extLst>
            </p:cNvPr>
            <p:cNvGrpSpPr/>
            <p:nvPr/>
          </p:nvGrpSpPr>
          <p:grpSpPr>
            <a:xfrm>
              <a:off x="10177914" y="650848"/>
              <a:ext cx="1263752" cy="307777"/>
              <a:chOff x="9272844" y="887611"/>
              <a:chExt cx="1263752" cy="307777"/>
            </a:xfrm>
          </p:grpSpPr>
          <p:pic>
            <p:nvPicPr>
              <p:cNvPr id="9" name="図 8">
                <a:extLst>
                  <a:ext uri="{FF2B5EF4-FFF2-40B4-BE49-F238E27FC236}">
                    <a16:creationId xmlns:a16="http://schemas.microsoft.com/office/drawing/2014/main" id="{AF5383F3-748D-78CF-328E-A31A6A0851F6}"/>
                  </a:ext>
                </a:extLst>
              </p:cNvPr>
              <p:cNvPicPr>
                <a:picLocks noChangeAspect="1"/>
              </p:cNvPicPr>
              <p:nvPr/>
            </p:nvPicPr>
            <p:blipFill>
              <a:blip r:embed="rId9">
                <a:biLevel thresh="25000"/>
                <a:extLst>
                  <a:ext uri="{28A0092B-C50C-407E-A947-70E740481C1C}">
                    <a14:useLocalDpi xmlns:a14="http://schemas.microsoft.com/office/drawing/2010/main" val="0"/>
                  </a:ext>
                </a:extLst>
              </a:blip>
              <a:stretch>
                <a:fillRect/>
              </a:stretch>
            </p:blipFill>
            <p:spPr>
              <a:xfrm>
                <a:off x="9272844" y="905906"/>
                <a:ext cx="273428" cy="271187"/>
              </a:xfrm>
              <a:prstGeom prst="rect">
                <a:avLst/>
              </a:prstGeom>
            </p:spPr>
          </p:pic>
          <p:sp>
            <p:nvSpPr>
              <p:cNvPr id="10" name="テキスト ボックス 9">
                <a:extLst>
                  <a:ext uri="{FF2B5EF4-FFF2-40B4-BE49-F238E27FC236}">
                    <a16:creationId xmlns:a16="http://schemas.microsoft.com/office/drawing/2014/main" id="{A88A931A-9425-5814-3DD9-D8CC3A091431}"/>
                  </a:ext>
                </a:extLst>
              </p:cNvPr>
              <p:cNvSpPr txBox="1"/>
              <p:nvPr/>
            </p:nvSpPr>
            <p:spPr>
              <a:xfrm>
                <a:off x="9633785" y="887611"/>
                <a:ext cx="902811"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00000000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grpSp>
        <p:nvGrpSpPr>
          <p:cNvPr id="16" name="グループ化 15">
            <a:extLst>
              <a:ext uri="{FF2B5EF4-FFF2-40B4-BE49-F238E27FC236}">
                <a16:creationId xmlns:a16="http://schemas.microsoft.com/office/drawing/2014/main" id="{0EC2210D-48EB-592E-5177-DCFF58FAC0E4}"/>
              </a:ext>
            </a:extLst>
          </p:cNvPr>
          <p:cNvGrpSpPr/>
          <p:nvPr/>
        </p:nvGrpSpPr>
        <p:grpSpPr>
          <a:xfrm>
            <a:off x="5776875" y="1454761"/>
            <a:ext cx="5864380" cy="581014"/>
            <a:chOff x="5776875" y="1454761"/>
            <a:chExt cx="5864380" cy="581014"/>
          </a:xfrm>
        </p:grpSpPr>
        <p:grpSp>
          <p:nvGrpSpPr>
            <p:cNvPr id="19" name="グループ化 18">
              <a:extLst>
                <a:ext uri="{FF2B5EF4-FFF2-40B4-BE49-F238E27FC236}">
                  <a16:creationId xmlns:a16="http://schemas.microsoft.com/office/drawing/2014/main" id="{EBC0D809-0143-3615-EFE0-07A8456C2BF2}"/>
                </a:ext>
              </a:extLst>
            </p:cNvPr>
            <p:cNvGrpSpPr/>
            <p:nvPr/>
          </p:nvGrpSpPr>
          <p:grpSpPr>
            <a:xfrm>
              <a:off x="5776875" y="1454761"/>
              <a:ext cx="5864380" cy="578019"/>
              <a:chOff x="5776875" y="1454761"/>
              <a:chExt cx="5864380" cy="578019"/>
            </a:xfrm>
          </p:grpSpPr>
          <p:grpSp>
            <p:nvGrpSpPr>
              <p:cNvPr id="40" name="グループ化 39">
                <a:extLst>
                  <a:ext uri="{FF2B5EF4-FFF2-40B4-BE49-F238E27FC236}">
                    <a16:creationId xmlns:a16="http://schemas.microsoft.com/office/drawing/2014/main" id="{16042A2F-92CD-255D-929D-F4F943B5EF8B}"/>
                  </a:ext>
                </a:extLst>
              </p:cNvPr>
              <p:cNvGrpSpPr/>
              <p:nvPr/>
            </p:nvGrpSpPr>
            <p:grpSpPr>
              <a:xfrm>
                <a:off x="5776875" y="1454761"/>
                <a:ext cx="5864380" cy="578019"/>
                <a:chOff x="1151428" y="1663429"/>
                <a:chExt cx="10129383" cy="553330"/>
              </a:xfrm>
            </p:grpSpPr>
            <p:sp>
              <p:nvSpPr>
                <p:cNvPr id="43" name="四角形: 上の 2 つの角を丸める 42">
                  <a:extLst>
                    <a:ext uri="{FF2B5EF4-FFF2-40B4-BE49-F238E27FC236}">
                      <a16:creationId xmlns:a16="http://schemas.microsoft.com/office/drawing/2014/main" id="{640D210E-F3F2-4F12-E466-3DFBBA1C5F01}"/>
                    </a:ext>
                  </a:extLst>
                </p:cNvPr>
                <p:cNvSpPr/>
                <p:nvPr/>
              </p:nvSpPr>
              <p:spPr>
                <a:xfrm>
                  <a:off x="1151428" y="1663429"/>
                  <a:ext cx="2977106" cy="553330"/>
                </a:xfrm>
                <a:prstGeom prst="round2SameRect">
                  <a:avLst/>
                </a:prstGeom>
                <a:solidFill>
                  <a:srgbClr val="7C559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44" name="四角形: 上の 2 つの角を丸める 43">
                  <a:extLst>
                    <a:ext uri="{FF2B5EF4-FFF2-40B4-BE49-F238E27FC236}">
                      <a16:creationId xmlns:a16="http://schemas.microsoft.com/office/drawing/2014/main" id="{03E79E45-8E41-49B6-4679-F77D3BA3B9CB}"/>
                    </a:ext>
                  </a:extLst>
                </p:cNvPr>
                <p:cNvSpPr/>
                <p:nvPr/>
              </p:nvSpPr>
              <p:spPr>
                <a:xfrm>
                  <a:off x="8303705" y="1663429"/>
                  <a:ext cx="2977106" cy="553330"/>
                </a:xfrm>
                <a:prstGeom prst="round2SameRect">
                  <a:avLst/>
                </a:prstGeom>
                <a:solidFill>
                  <a:schemeClr val="accent6">
                    <a:lumMod val="60000"/>
                    <a:lumOff val="4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41" name="テキスト ボックス 40">
                <a:extLst>
                  <a:ext uri="{FF2B5EF4-FFF2-40B4-BE49-F238E27FC236}">
                    <a16:creationId xmlns:a16="http://schemas.microsoft.com/office/drawing/2014/main" id="{7C2E7DE4-8B65-C353-8709-55C9DB85C0D9}"/>
                  </a:ext>
                </a:extLst>
              </p:cNvPr>
              <p:cNvSpPr txBox="1"/>
              <p:nvPr/>
            </p:nvSpPr>
            <p:spPr>
              <a:xfrm>
                <a:off x="10045928" y="1521142"/>
                <a:ext cx="1467069" cy="400110"/>
              </a:xfrm>
              <a:prstGeom prst="rect">
                <a:avLst/>
              </a:prstGeom>
              <a:noFill/>
            </p:spPr>
            <p:txBody>
              <a:bodyPr wrap="none" rtlCol="0">
                <a:spAutoFit/>
              </a:bodyPr>
              <a:lstStyle/>
              <a:p>
                <a:pPr algn="ctr"/>
                <a:r>
                  <a:rPr lang="ja-JP" altLang="en-US" sz="2000">
                    <a:solidFill>
                      <a:schemeClr val="bg1">
                        <a:lumMod val="95000"/>
                      </a:schemeClr>
                    </a:solidFill>
                    <a:latin typeface="原稿用標準書体" panose="03000503000000000000" pitchFamily="66" charset="-128"/>
                    <a:ea typeface="原稿用標準書体" panose="03000503000000000000" pitchFamily="66" charset="-128"/>
                  </a:rPr>
                  <a:t>超ドリンク</a:t>
                </a:r>
                <a:endPar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42" name="テキスト ボックス 41">
                <a:extLst>
                  <a:ext uri="{FF2B5EF4-FFF2-40B4-BE49-F238E27FC236}">
                    <a16:creationId xmlns:a16="http://schemas.microsoft.com/office/drawing/2014/main" id="{FD52508D-65EA-8C09-10F0-D8F3696FD4F0}"/>
                  </a:ext>
                </a:extLst>
              </p:cNvPr>
              <p:cNvSpPr txBox="1"/>
              <p:nvPr/>
            </p:nvSpPr>
            <p:spPr>
              <a:xfrm>
                <a:off x="6161616" y="1519921"/>
                <a:ext cx="954107" cy="406432"/>
              </a:xfrm>
              <a:prstGeom prst="rect">
                <a:avLst/>
              </a:prstGeom>
              <a:noFill/>
            </p:spPr>
            <p:txBody>
              <a:bodyPr wrap="none" rtlCol="0">
                <a:spAutoFit/>
              </a:bodyPr>
              <a:lstStyle/>
              <a:p>
                <a:pPr algn="ctr"/>
                <a:r>
                  <a:rPr lang="ja-JP" altLang="en-US" sz="2000">
                    <a:solidFill>
                      <a:schemeClr val="bg1">
                        <a:lumMod val="95000"/>
                      </a:schemeClr>
                    </a:solidFill>
                    <a:latin typeface="原稿用標準書体" panose="03000503000000000000" pitchFamily="66" charset="-128"/>
                    <a:ea typeface="原稿用標準書体" panose="03000503000000000000" pitchFamily="66" charset="-128"/>
                  </a:rPr>
                  <a:t>レベル</a:t>
                </a:r>
                <a:endPar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sp>
          <p:nvSpPr>
            <p:cNvPr id="35" name="四角形: 上の 2 つの角を丸める 34">
              <a:extLst>
                <a:ext uri="{FF2B5EF4-FFF2-40B4-BE49-F238E27FC236}">
                  <a16:creationId xmlns:a16="http://schemas.microsoft.com/office/drawing/2014/main" id="{B9304537-0A8B-682B-E13E-CB0B7CAB84B8}"/>
                </a:ext>
              </a:extLst>
            </p:cNvPr>
            <p:cNvSpPr/>
            <p:nvPr/>
          </p:nvSpPr>
          <p:spPr>
            <a:xfrm>
              <a:off x="7859171" y="1457756"/>
              <a:ext cx="1723588" cy="578019"/>
            </a:xfrm>
            <a:prstGeom prst="round2SameRect">
              <a:avLst/>
            </a:prstGeom>
            <a:solidFill>
              <a:srgbClr val="D9D9D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7" name="テキスト ボックス 36">
              <a:extLst>
                <a:ext uri="{FF2B5EF4-FFF2-40B4-BE49-F238E27FC236}">
                  <a16:creationId xmlns:a16="http://schemas.microsoft.com/office/drawing/2014/main" id="{34CC4F65-AFBB-FE04-666C-FB41F23CC289}"/>
                </a:ext>
              </a:extLst>
            </p:cNvPr>
            <p:cNvSpPr txBox="1"/>
            <p:nvPr/>
          </p:nvSpPr>
          <p:spPr>
            <a:xfrm>
              <a:off x="8115671" y="1527386"/>
              <a:ext cx="1210588" cy="400110"/>
            </a:xfrm>
            <a:prstGeom prst="rect">
              <a:avLst/>
            </a:prstGeom>
            <a:noFill/>
          </p:spPr>
          <p:txBody>
            <a:bodyPr wrap="none" rtlCol="0">
              <a:spAutoFit/>
            </a:bodyPr>
            <a:lstStyle/>
            <a:p>
              <a:pPr algn="ctr"/>
              <a:r>
                <a:rPr lang="ja-JP" altLang="en-US" sz="2000">
                  <a:solidFill>
                    <a:srgbClr val="7C5599"/>
                  </a:solidFill>
                  <a:latin typeface="原稿用標準書体" panose="03000503000000000000" pitchFamily="66" charset="-128"/>
                  <a:ea typeface="原稿用標準書体" panose="03000503000000000000" pitchFamily="66" charset="-128"/>
                </a:rPr>
                <a:t>才能開花</a:t>
              </a:r>
              <a:endParaRPr lang="ja-JP" altLang="en-US" sz="2000" dirty="0">
                <a:solidFill>
                  <a:srgbClr val="7C5599"/>
                </a:solidFill>
                <a:latin typeface="原稿用標準書体" panose="03000503000000000000" pitchFamily="66" charset="-128"/>
                <a:ea typeface="原稿用標準書体" panose="03000503000000000000" pitchFamily="66" charset="-128"/>
              </a:endParaRPr>
            </a:p>
          </p:txBody>
        </p:sp>
      </p:grpSp>
    </p:spTree>
    <p:extLst>
      <p:ext uri="{BB962C8B-B14F-4D97-AF65-F5344CB8AC3E}">
        <p14:creationId xmlns:p14="http://schemas.microsoft.com/office/powerpoint/2010/main" val="39263605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64" presetClass="path" presetSubtype="0" accel="50000" decel="50000" fill="hold" nodeType="clickEffect">
                                  <p:stCondLst>
                                    <p:cond delay="500"/>
                                  </p:stCondLst>
                                  <p:childTnLst>
                                    <p:animMotion origin="layout" path="M 0 3.33333E-6 L 0 -1.87778 " pathEditMode="relative" rAng="0" ptsTypes="AA">
                                      <p:cBhvr>
                                        <p:cTn id="6" dur="2000" fill="hold"/>
                                        <p:tgtEl>
                                          <p:spTgt spid="15"/>
                                        </p:tgtEl>
                                        <p:attrNameLst>
                                          <p:attrName>ppt_x</p:attrName>
                                          <p:attrName>ppt_y</p:attrName>
                                        </p:attrNameLst>
                                      </p:cBhvr>
                                      <p:rCtr x="0" y="-93935"/>
                                    </p:animMotion>
                                  </p:childTnLst>
                                </p:cTn>
                              </p:par>
                            </p:childTnLst>
                          </p:cTn>
                        </p:par>
                        <p:par>
                          <p:cTn id="7" fill="hold">
                            <p:stCondLst>
                              <p:cond delay="2500"/>
                            </p:stCondLst>
                            <p:childTnLst>
                              <p:par>
                                <p:cTn id="8" presetID="10" presetClass="exit" presetSubtype="0" fill="hold" nodeType="afterEffect">
                                  <p:stCondLst>
                                    <p:cond delay="0"/>
                                  </p:stCondLst>
                                  <p:childTnLst>
                                    <p:animEffect transition="out" filter="fade">
                                      <p:cBhvr>
                                        <p:cTn id="9" dur="500"/>
                                        <p:tgtEl>
                                          <p:spTgt spid="15"/>
                                        </p:tgtEl>
                                      </p:cBhvr>
                                    </p:animEffect>
                                    <p:set>
                                      <p:cBhvr>
                                        <p:cTn id="10" dur="1" fill="hold">
                                          <p:stCondLst>
                                            <p:cond delay="499"/>
                                          </p:stCondLst>
                                        </p:cTn>
                                        <p:tgtEl>
                                          <p:spTgt spid="15"/>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5.xml><?xml version="1.0" encoding="utf-8"?>
<p:sld xmlns:a="http://schemas.openxmlformats.org/drawingml/2006/main" xmlns:r="http://schemas.openxmlformats.org/officeDocument/2006/relationships" xmlns:p="http://schemas.openxmlformats.org/presentationml/2006/main">
  <p:cSld>
    <p:bg>
      <p:bgPr>
        <a:solidFill>
          <a:schemeClr val="tx1">
            <a:lumMod val="95000"/>
            <a:lumOff val="5000"/>
          </a:schemeClr>
        </a:solidFill>
        <a:effectLst/>
      </p:bgPr>
    </p:bg>
    <p:spTree>
      <p:nvGrpSpPr>
        <p:cNvPr id="1" name="">
          <a:extLst>
            <a:ext uri="{FF2B5EF4-FFF2-40B4-BE49-F238E27FC236}">
              <a16:creationId xmlns:a16="http://schemas.microsoft.com/office/drawing/2014/main" id="{209FB67F-CDF9-E22A-618C-B73E58FC4C20}"/>
            </a:ext>
          </a:extLst>
        </p:cNvPr>
        <p:cNvGrpSpPr/>
        <p:nvPr/>
      </p:nvGrpSpPr>
      <p:grpSpPr>
        <a:xfrm>
          <a:off x="0" y="0"/>
          <a:ext cx="0" cy="0"/>
          <a:chOff x="0" y="0"/>
          <a:chExt cx="0" cy="0"/>
        </a:xfrm>
      </p:grpSpPr>
      <p:pic>
        <p:nvPicPr>
          <p:cNvPr id="50" name="図 49">
            <a:extLst>
              <a:ext uri="{FF2B5EF4-FFF2-40B4-BE49-F238E27FC236}">
                <a16:creationId xmlns:a16="http://schemas.microsoft.com/office/drawing/2014/main" id="{E6DA8290-CFD4-A89A-D480-BD203D8112C8}"/>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362844" y="1540010"/>
            <a:ext cx="5350511" cy="7554290"/>
          </a:xfrm>
          <a:prstGeom prst="rect">
            <a:avLst/>
          </a:prstGeom>
        </p:spPr>
      </p:pic>
      <p:sp>
        <p:nvSpPr>
          <p:cNvPr id="47" name="四角形: 上の 2 つの角を丸める 46">
            <a:extLst>
              <a:ext uri="{FF2B5EF4-FFF2-40B4-BE49-F238E27FC236}">
                <a16:creationId xmlns:a16="http://schemas.microsoft.com/office/drawing/2014/main" id="{3A2882D3-6F18-42AD-674C-AD91E1CB6AC9}"/>
              </a:ext>
            </a:extLst>
          </p:cNvPr>
          <p:cNvSpPr/>
          <p:nvPr/>
        </p:nvSpPr>
        <p:spPr>
          <a:xfrm flipV="1">
            <a:off x="5776875" y="2032777"/>
            <a:ext cx="5864379" cy="4307252"/>
          </a:xfrm>
          <a:prstGeom prst="round2SameRect">
            <a:avLst>
              <a:gd name="adj1" fmla="val 2338"/>
              <a:gd name="adj2" fmla="val 0"/>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20" name="グループ化 19">
            <a:extLst>
              <a:ext uri="{FF2B5EF4-FFF2-40B4-BE49-F238E27FC236}">
                <a16:creationId xmlns:a16="http://schemas.microsoft.com/office/drawing/2014/main" id="{42BF799B-2E26-C3FC-9B64-C2E91CD19E6B}"/>
              </a:ext>
            </a:extLst>
          </p:cNvPr>
          <p:cNvGrpSpPr/>
          <p:nvPr/>
        </p:nvGrpSpPr>
        <p:grpSpPr>
          <a:xfrm>
            <a:off x="163586" y="134635"/>
            <a:ext cx="3123445" cy="1396119"/>
            <a:chOff x="163586" y="134635"/>
            <a:chExt cx="3123445" cy="1396119"/>
          </a:xfrm>
        </p:grpSpPr>
        <p:sp>
          <p:nvSpPr>
            <p:cNvPr id="21" name="四角形: 角を丸くする 20">
              <a:extLst>
                <a:ext uri="{FF2B5EF4-FFF2-40B4-BE49-F238E27FC236}">
                  <a16:creationId xmlns:a16="http://schemas.microsoft.com/office/drawing/2014/main" id="{8C17C3AB-4585-1815-AA00-223DC12E3A24}"/>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22" name="テキスト ボックス 21">
              <a:extLst>
                <a:ext uri="{FF2B5EF4-FFF2-40B4-BE49-F238E27FC236}">
                  <a16:creationId xmlns:a16="http://schemas.microsoft.com/office/drawing/2014/main" id="{E4D7B3E6-CE12-2D0E-1313-C90829D25A57}"/>
                </a:ext>
              </a:extLst>
            </p:cNvPr>
            <p:cNvSpPr txBox="1"/>
            <p:nvPr/>
          </p:nvSpPr>
          <p:spPr>
            <a:xfrm>
              <a:off x="1624595" y="641390"/>
              <a:ext cx="146706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キャラ強化</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23" name="グループ化 22">
              <a:extLst>
                <a:ext uri="{FF2B5EF4-FFF2-40B4-BE49-F238E27FC236}">
                  <a16:creationId xmlns:a16="http://schemas.microsoft.com/office/drawing/2014/main" id="{AF8C0928-B0E7-875C-684C-46FFB27AD3D9}"/>
                </a:ext>
              </a:extLst>
            </p:cNvPr>
            <p:cNvGrpSpPr/>
            <p:nvPr/>
          </p:nvGrpSpPr>
          <p:grpSpPr>
            <a:xfrm>
              <a:off x="163586" y="134635"/>
              <a:ext cx="1975684" cy="1396119"/>
              <a:chOff x="163586" y="134635"/>
              <a:chExt cx="1975684" cy="1396119"/>
            </a:xfrm>
          </p:grpSpPr>
          <p:grpSp>
            <p:nvGrpSpPr>
              <p:cNvPr id="24" name="グループ化 23">
                <a:extLst>
                  <a:ext uri="{FF2B5EF4-FFF2-40B4-BE49-F238E27FC236}">
                    <a16:creationId xmlns:a16="http://schemas.microsoft.com/office/drawing/2014/main" id="{9EA0C2A1-DA37-8824-9B84-A1504C36CC6C}"/>
                  </a:ext>
                </a:extLst>
              </p:cNvPr>
              <p:cNvGrpSpPr/>
              <p:nvPr/>
            </p:nvGrpSpPr>
            <p:grpSpPr>
              <a:xfrm>
                <a:off x="163586" y="134635"/>
                <a:ext cx="1975684" cy="1396119"/>
                <a:chOff x="163586" y="134635"/>
                <a:chExt cx="1975684" cy="1396119"/>
              </a:xfrm>
            </p:grpSpPr>
            <p:pic>
              <p:nvPicPr>
                <p:cNvPr id="26" name="図 25">
                  <a:extLst>
                    <a:ext uri="{FF2B5EF4-FFF2-40B4-BE49-F238E27FC236}">
                      <a16:creationId xmlns:a16="http://schemas.microsoft.com/office/drawing/2014/main" id="{CAD948F2-1C9C-DA34-C5FF-9DBCE748961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7" name="楕円 26">
                  <a:extLst>
                    <a:ext uri="{FF2B5EF4-FFF2-40B4-BE49-F238E27FC236}">
                      <a16:creationId xmlns:a16="http://schemas.microsoft.com/office/drawing/2014/main" id="{DE976B3F-5E3D-83D4-4AD5-B20FC8FCE017}"/>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5" name="図 24">
                <a:extLst>
                  <a:ext uri="{FF2B5EF4-FFF2-40B4-BE49-F238E27FC236}">
                    <a16:creationId xmlns:a16="http://schemas.microsoft.com/office/drawing/2014/main" id="{1315AF47-50DC-AF47-F77D-D1861EDBD1E0}"/>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sp>
        <p:nvSpPr>
          <p:cNvPr id="28" name="フローチャート: 論理積ゲート 27">
            <a:extLst>
              <a:ext uri="{FF2B5EF4-FFF2-40B4-BE49-F238E27FC236}">
                <a16:creationId xmlns:a16="http://schemas.microsoft.com/office/drawing/2014/main" id="{D68987FB-BBE6-67F9-015F-FCC75A03BD3C}"/>
              </a:ext>
            </a:extLst>
          </p:cNvPr>
          <p:cNvSpPr/>
          <p:nvPr/>
        </p:nvSpPr>
        <p:spPr>
          <a:xfrm rot="16200000">
            <a:off x="2344669" y="3412898"/>
            <a:ext cx="1516101" cy="4338157"/>
          </a:xfrm>
          <a:prstGeom prst="flowChartDelay">
            <a:avLst/>
          </a:prstGeom>
          <a:solidFill>
            <a:schemeClr val="tx2">
              <a:lumMod val="20000"/>
              <a:lumOff val="80000"/>
              <a:alpha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8" name="グループ化 17">
            <a:extLst>
              <a:ext uri="{FF2B5EF4-FFF2-40B4-BE49-F238E27FC236}">
                <a16:creationId xmlns:a16="http://schemas.microsoft.com/office/drawing/2014/main" id="{52DB100F-AC8D-EC3C-55B7-4D05AAAC2EE5}"/>
              </a:ext>
            </a:extLst>
          </p:cNvPr>
          <p:cNvGrpSpPr/>
          <p:nvPr/>
        </p:nvGrpSpPr>
        <p:grpSpPr>
          <a:xfrm>
            <a:off x="2296512" y="4969558"/>
            <a:ext cx="1612416" cy="560146"/>
            <a:chOff x="7098261" y="4231434"/>
            <a:chExt cx="1612416" cy="560146"/>
          </a:xfrm>
        </p:grpSpPr>
        <p:pic>
          <p:nvPicPr>
            <p:cNvPr id="29" name="図 28">
              <a:extLst>
                <a:ext uri="{FF2B5EF4-FFF2-40B4-BE49-F238E27FC236}">
                  <a16:creationId xmlns:a16="http://schemas.microsoft.com/office/drawing/2014/main" id="{1258E02D-04FE-BADA-747E-204907D5DECF}"/>
                </a:ext>
              </a:extLst>
            </p:cNvPr>
            <p:cNvPicPr>
              <a:picLocks noChangeAspect="1"/>
            </p:cNvPicPr>
            <p:nvPr/>
          </p:nvPicPr>
          <p:blipFill>
            <a:blip r:embed="rId5">
              <a:duotone>
                <a:schemeClr val="accent3">
                  <a:shade val="45000"/>
                  <a:satMod val="135000"/>
                </a:schemeClr>
                <a:prstClr val="white"/>
              </a:duotone>
              <a:extLst>
                <a:ext uri="{28A0092B-C50C-407E-A947-70E740481C1C}">
                  <a14:useLocalDpi xmlns:a14="http://schemas.microsoft.com/office/drawing/2010/main" val="0"/>
                </a:ext>
              </a:extLst>
            </a:blip>
            <a:srcRect l="6840" t="30163" r="48646" b="36883"/>
            <a:stretch>
              <a:fillRect/>
            </a:stretch>
          </p:blipFill>
          <p:spPr>
            <a:xfrm>
              <a:off x="7098261" y="4231434"/>
              <a:ext cx="504420" cy="560146"/>
            </a:xfrm>
            <a:prstGeom prst="rect">
              <a:avLst/>
            </a:prstGeom>
          </p:spPr>
        </p:pic>
        <p:sp>
          <p:nvSpPr>
            <p:cNvPr id="30" name="テキスト ボックス 29">
              <a:extLst>
                <a:ext uri="{FF2B5EF4-FFF2-40B4-BE49-F238E27FC236}">
                  <a16:creationId xmlns:a16="http://schemas.microsoft.com/office/drawing/2014/main" id="{CB7271F4-53BE-C95A-962A-0E88CFCEB303}"/>
                </a:ext>
              </a:extLst>
            </p:cNvPr>
            <p:cNvSpPr txBox="1"/>
            <p:nvPr/>
          </p:nvSpPr>
          <p:spPr>
            <a:xfrm>
              <a:off x="7602681" y="4280675"/>
              <a:ext cx="1107996" cy="461665"/>
            </a:xfrm>
            <a:prstGeom prst="rect">
              <a:avLst/>
            </a:prstGeom>
            <a:noFill/>
            <a:effectLst>
              <a:glow rad="63500">
                <a:schemeClr val="accent3">
                  <a:satMod val="175000"/>
                  <a:alpha val="40000"/>
                </a:schemeClr>
              </a:glow>
            </a:effectLst>
          </p:spPr>
          <p:txBody>
            <a:bodyPr wrap="none" rtlCol="0">
              <a:spAutoFit/>
            </a:bodyPr>
            <a:lstStyle/>
            <a:p>
              <a:r>
                <a:rPr lang="ja-JP" altLang="en-US" sz="2400" dirty="0">
                  <a:solidFill>
                    <a:schemeClr val="tx1">
                      <a:lumMod val="85000"/>
                      <a:lumOff val="15000"/>
                    </a:schemeClr>
                  </a:solidFill>
                  <a:effectLst>
                    <a:glow rad="38100">
                      <a:schemeClr val="accent3">
                        <a:satMod val="175000"/>
                        <a:alpha val="65000"/>
                      </a:schemeClr>
                    </a:glow>
                  </a:effectLst>
                  <a:latin typeface="原稿用標準書体" panose="03000503000000000000" pitchFamily="66" charset="-128"/>
                  <a:ea typeface="原稿用標準書体" panose="03000503000000000000" pitchFamily="66" charset="-128"/>
                </a:rPr>
                <a:t>タンク</a:t>
              </a:r>
              <a:endParaRPr lang="en-US" altLang="ja-JP" dirty="0">
                <a:solidFill>
                  <a:schemeClr val="tx1">
                    <a:lumMod val="85000"/>
                    <a:lumOff val="15000"/>
                  </a:schemeClr>
                </a:solidFill>
                <a:effectLst>
                  <a:glow rad="38100">
                    <a:schemeClr val="accent3">
                      <a:satMod val="175000"/>
                      <a:alpha val="65000"/>
                    </a:schemeClr>
                  </a:glow>
                </a:effectLst>
                <a:latin typeface="原稿用標準書体" panose="03000503000000000000" pitchFamily="66" charset="-128"/>
                <a:ea typeface="原稿用標準書体" panose="03000503000000000000" pitchFamily="66" charset="-128"/>
              </a:endParaRPr>
            </a:p>
          </p:txBody>
        </p:sp>
      </p:grpSp>
      <p:grpSp>
        <p:nvGrpSpPr>
          <p:cNvPr id="38" name="グループ化 37">
            <a:extLst>
              <a:ext uri="{FF2B5EF4-FFF2-40B4-BE49-F238E27FC236}">
                <a16:creationId xmlns:a16="http://schemas.microsoft.com/office/drawing/2014/main" id="{B55DAC7E-559F-2720-224F-312E42AEA863}"/>
              </a:ext>
            </a:extLst>
          </p:cNvPr>
          <p:cNvGrpSpPr/>
          <p:nvPr/>
        </p:nvGrpSpPr>
        <p:grpSpPr>
          <a:xfrm>
            <a:off x="1678907" y="5559109"/>
            <a:ext cx="2847626" cy="584775"/>
            <a:chOff x="1959145" y="5400486"/>
            <a:chExt cx="2847626" cy="584775"/>
          </a:xfrm>
        </p:grpSpPr>
        <p:sp>
          <p:nvSpPr>
            <p:cNvPr id="7" name="テキスト ボックス 6">
              <a:extLst>
                <a:ext uri="{FF2B5EF4-FFF2-40B4-BE49-F238E27FC236}">
                  <a16:creationId xmlns:a16="http://schemas.microsoft.com/office/drawing/2014/main" id="{BBA7F63B-40C8-D5CC-D490-F03B6BB4907E}"/>
                </a:ext>
              </a:extLst>
            </p:cNvPr>
            <p:cNvSpPr txBox="1"/>
            <p:nvPr/>
          </p:nvSpPr>
          <p:spPr>
            <a:xfrm>
              <a:off x="3185814" y="5462041"/>
              <a:ext cx="1620957" cy="523220"/>
            </a:xfrm>
            <a:prstGeom prst="rect">
              <a:avLst/>
            </a:prstGeom>
            <a:noFill/>
          </p:spPr>
          <p:txBody>
            <a:bodyPr wrap="none" rtlCol="0">
              <a:spAutoFit/>
            </a:bodyPr>
            <a:lstStyle/>
            <a:p>
              <a:pPr algn="ctr"/>
              <a:r>
                <a:rPr lang="ja-JP" altLang="en-US" sz="2800">
                  <a:solidFill>
                    <a:schemeClr val="tx1">
                      <a:lumMod val="85000"/>
                      <a:lumOff val="15000"/>
                    </a:schemeClr>
                  </a:solidFill>
                  <a:latin typeface="原稿用標準書体" panose="03000503000000000000" pitchFamily="66" charset="-128"/>
                  <a:ea typeface="原稿用標準書体" panose="03000503000000000000" pitchFamily="66" charset="-128"/>
                </a:rPr>
                <a:t>キャラ名</a:t>
              </a:r>
              <a:endParaRPr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3" name="テキスト ボックス 12">
              <a:extLst>
                <a:ext uri="{FF2B5EF4-FFF2-40B4-BE49-F238E27FC236}">
                  <a16:creationId xmlns:a16="http://schemas.microsoft.com/office/drawing/2014/main" id="{F1369D04-A911-A886-7CBE-27CAF609E595}"/>
                </a:ext>
              </a:extLst>
            </p:cNvPr>
            <p:cNvSpPr txBox="1"/>
            <p:nvPr/>
          </p:nvSpPr>
          <p:spPr>
            <a:xfrm>
              <a:off x="1959145" y="5400486"/>
              <a:ext cx="1005404" cy="584775"/>
            </a:xfrm>
            <a:prstGeom prst="rect">
              <a:avLst/>
            </a:prstGeom>
            <a:noFill/>
          </p:spPr>
          <p:txBody>
            <a:bodyPr wrap="none" rtlCol="0">
              <a:spAutoFit/>
            </a:bodyPr>
            <a:lstStyle/>
            <a:p>
              <a:pPr algn="ctr"/>
              <a:r>
                <a:rPr lang="en-US" altLang="ja-JP" sz="3200">
                  <a:solidFill>
                    <a:schemeClr val="tx1">
                      <a:lumMod val="85000"/>
                      <a:lumOff val="15000"/>
                    </a:schemeClr>
                  </a:solidFill>
                  <a:latin typeface="原稿用標準書体" panose="03000503000000000000" pitchFamily="66" charset="-128"/>
                  <a:ea typeface="原稿用標準書体" panose="03000503000000000000" pitchFamily="66" charset="-128"/>
                </a:rPr>
                <a:t>Lv00</a:t>
              </a:r>
              <a:endParaRPr lang="ja-JP" altLang="en-US" sz="32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sp>
        <p:nvSpPr>
          <p:cNvPr id="105" name="正方形/長方形 104">
            <a:extLst>
              <a:ext uri="{FF2B5EF4-FFF2-40B4-BE49-F238E27FC236}">
                <a16:creationId xmlns:a16="http://schemas.microsoft.com/office/drawing/2014/main" id="{E47BE0DE-35E7-BB10-4F53-EAF4C038E4D5}"/>
              </a:ext>
            </a:extLst>
          </p:cNvPr>
          <p:cNvSpPr/>
          <p:nvPr/>
        </p:nvSpPr>
        <p:spPr>
          <a:xfrm>
            <a:off x="5779445" y="2032909"/>
            <a:ext cx="5864379" cy="631101"/>
          </a:xfrm>
          <a:prstGeom prst="rect">
            <a:avLst/>
          </a:prstGeom>
          <a:solidFill>
            <a:schemeClr val="accent2">
              <a:lumMod val="60000"/>
              <a:lumOff val="40000"/>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2" name="テキスト ボックス 101">
            <a:extLst>
              <a:ext uri="{FF2B5EF4-FFF2-40B4-BE49-F238E27FC236}">
                <a16:creationId xmlns:a16="http://schemas.microsoft.com/office/drawing/2014/main" id="{50E33FA6-0B0D-9390-CEFA-EEED8656EE21}"/>
              </a:ext>
            </a:extLst>
          </p:cNvPr>
          <p:cNvSpPr txBox="1"/>
          <p:nvPr/>
        </p:nvSpPr>
        <p:spPr>
          <a:xfrm>
            <a:off x="6821727" y="2109105"/>
            <a:ext cx="543739" cy="523220"/>
          </a:xfrm>
          <a:prstGeom prst="rect">
            <a:avLst/>
          </a:prstGeom>
          <a:noFill/>
        </p:spPr>
        <p:txBody>
          <a:bodyPr wrap="none" rtlCol="0">
            <a:spAutoFit/>
          </a:bodyPr>
          <a:lstStyle/>
          <a:p>
            <a:pPr algn="ctr"/>
            <a:r>
              <a:rPr lang="en-US" altLang="ja-JP" sz="2800">
                <a:solidFill>
                  <a:schemeClr val="tx1">
                    <a:lumMod val="85000"/>
                    <a:lumOff val="15000"/>
                  </a:schemeClr>
                </a:solidFill>
                <a:latin typeface="原稿用標準書体" panose="03000503000000000000" pitchFamily="66" charset="-128"/>
                <a:ea typeface="原稿用標準書体" panose="03000503000000000000" pitchFamily="66" charset="-128"/>
              </a:rPr>
              <a:t>Ⅰ</a:t>
            </a:r>
            <a:endParaRPr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07" name="二等辺三角形 106">
            <a:extLst>
              <a:ext uri="{FF2B5EF4-FFF2-40B4-BE49-F238E27FC236}">
                <a16:creationId xmlns:a16="http://schemas.microsoft.com/office/drawing/2014/main" id="{9B73825F-58E4-6DCB-9C7C-C2D9E8A8250B}"/>
              </a:ext>
            </a:extLst>
          </p:cNvPr>
          <p:cNvSpPr/>
          <p:nvPr/>
        </p:nvSpPr>
        <p:spPr>
          <a:xfrm rot="5400000">
            <a:off x="8504974" y="2171591"/>
            <a:ext cx="431983" cy="372399"/>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8" name="テキスト ボックス 117">
            <a:extLst>
              <a:ext uri="{FF2B5EF4-FFF2-40B4-BE49-F238E27FC236}">
                <a16:creationId xmlns:a16="http://schemas.microsoft.com/office/drawing/2014/main" id="{0E95F347-82D2-BD43-9777-CF44DE7E8040}"/>
              </a:ext>
            </a:extLst>
          </p:cNvPr>
          <p:cNvSpPr txBox="1"/>
          <p:nvPr/>
        </p:nvSpPr>
        <p:spPr>
          <a:xfrm>
            <a:off x="10024675" y="2109105"/>
            <a:ext cx="543739" cy="523220"/>
          </a:xfrm>
          <a:prstGeom prst="rect">
            <a:avLst/>
          </a:prstGeom>
          <a:noFill/>
        </p:spPr>
        <p:txBody>
          <a:bodyPr wrap="none" rtlCol="0">
            <a:spAutoFit/>
          </a:bodyPr>
          <a:lstStyle/>
          <a:p>
            <a:pPr algn="ctr"/>
            <a:r>
              <a:rPr lang="en-US" altLang="ja-JP" sz="2800">
                <a:solidFill>
                  <a:srgbClr val="FF00FF"/>
                </a:solidFill>
                <a:latin typeface="原稿用標準書体" panose="03000503000000000000" pitchFamily="66" charset="-128"/>
                <a:ea typeface="原稿用標準書体" panose="03000503000000000000" pitchFamily="66" charset="-128"/>
              </a:rPr>
              <a:t>Ⅱ</a:t>
            </a:r>
            <a:endParaRPr lang="ja-JP" altLang="en-US" sz="2800" dirty="0">
              <a:solidFill>
                <a:srgbClr val="FF00FF"/>
              </a:solidFill>
              <a:latin typeface="原稿用標準書体" panose="03000503000000000000" pitchFamily="66" charset="-128"/>
              <a:ea typeface="原稿用標準書体" panose="03000503000000000000" pitchFamily="66" charset="-128"/>
            </a:endParaRPr>
          </a:p>
        </p:txBody>
      </p:sp>
      <p:sp>
        <p:nvSpPr>
          <p:cNvPr id="134" name="四角形: 上の 2 つの角を丸める 133">
            <a:extLst>
              <a:ext uri="{FF2B5EF4-FFF2-40B4-BE49-F238E27FC236}">
                <a16:creationId xmlns:a16="http://schemas.microsoft.com/office/drawing/2014/main" id="{877FC333-4B9C-3932-5048-30628AF59E43}"/>
              </a:ext>
            </a:extLst>
          </p:cNvPr>
          <p:cNvSpPr/>
          <p:nvPr/>
        </p:nvSpPr>
        <p:spPr>
          <a:xfrm flipV="1">
            <a:off x="5782784" y="5429608"/>
            <a:ext cx="5866298" cy="906664"/>
          </a:xfrm>
          <a:prstGeom prst="round2SameRect">
            <a:avLst/>
          </a:prstGeom>
          <a:solidFill>
            <a:schemeClr val="accent2">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69" name="四角形: 角を丸くする 68">
            <a:extLst>
              <a:ext uri="{FF2B5EF4-FFF2-40B4-BE49-F238E27FC236}">
                <a16:creationId xmlns:a16="http://schemas.microsoft.com/office/drawing/2014/main" id="{18F799D4-CC9A-89DA-9B7C-0181F7820709}"/>
              </a:ext>
            </a:extLst>
          </p:cNvPr>
          <p:cNvSpPr/>
          <p:nvPr/>
        </p:nvSpPr>
        <p:spPr>
          <a:xfrm>
            <a:off x="9286424" y="5649028"/>
            <a:ext cx="1626626" cy="496239"/>
          </a:xfrm>
          <a:prstGeom prst="roundRect">
            <a:avLst/>
          </a:prstGeom>
          <a:solidFill>
            <a:schemeClr val="accent6"/>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才能開花</a:t>
            </a:r>
          </a:p>
        </p:txBody>
      </p:sp>
      <p:grpSp>
        <p:nvGrpSpPr>
          <p:cNvPr id="99" name="グループ化 98">
            <a:extLst>
              <a:ext uri="{FF2B5EF4-FFF2-40B4-BE49-F238E27FC236}">
                <a16:creationId xmlns:a16="http://schemas.microsoft.com/office/drawing/2014/main" id="{C192D4F4-2DD7-0E63-0D23-50C7AE40532A}"/>
              </a:ext>
            </a:extLst>
          </p:cNvPr>
          <p:cNvGrpSpPr/>
          <p:nvPr/>
        </p:nvGrpSpPr>
        <p:grpSpPr>
          <a:xfrm>
            <a:off x="6249978" y="5561459"/>
            <a:ext cx="2772407" cy="657068"/>
            <a:chOff x="6445925" y="5486816"/>
            <a:chExt cx="2772407" cy="657068"/>
          </a:xfrm>
        </p:grpSpPr>
        <p:sp>
          <p:nvSpPr>
            <p:cNvPr id="80" name="四角形: 角を丸くする 79">
              <a:extLst>
                <a:ext uri="{FF2B5EF4-FFF2-40B4-BE49-F238E27FC236}">
                  <a16:creationId xmlns:a16="http://schemas.microsoft.com/office/drawing/2014/main" id="{62C408A3-4CB7-8939-894C-54E93B4C4112}"/>
                </a:ext>
              </a:extLst>
            </p:cNvPr>
            <p:cNvSpPr/>
            <p:nvPr/>
          </p:nvSpPr>
          <p:spPr>
            <a:xfrm>
              <a:off x="6445925" y="5486816"/>
              <a:ext cx="2772407" cy="657068"/>
            </a:xfrm>
            <a:prstGeom prst="round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2" name="テキスト ボックス 81">
              <a:extLst>
                <a:ext uri="{FF2B5EF4-FFF2-40B4-BE49-F238E27FC236}">
                  <a16:creationId xmlns:a16="http://schemas.microsoft.com/office/drawing/2014/main" id="{51DC273E-6A68-C109-26B0-5D2D76B18A0C}"/>
                </a:ext>
              </a:extLst>
            </p:cNvPr>
            <p:cNvSpPr txBox="1"/>
            <p:nvPr/>
          </p:nvSpPr>
          <p:spPr>
            <a:xfrm>
              <a:off x="6605165" y="5646073"/>
              <a:ext cx="1922434" cy="338554"/>
            </a:xfrm>
            <a:prstGeom prst="rect">
              <a:avLst/>
            </a:prstGeom>
            <a:noFill/>
          </p:spPr>
          <p:txBody>
            <a:bodyPr wrap="square" rtlCol="0">
              <a:spAutoFit/>
            </a:bodyPr>
            <a:lstStyle/>
            <a:p>
              <a:pPr algn="ctr"/>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消費キーアイテム</a:t>
              </a:r>
            </a:p>
          </p:txBody>
        </p:sp>
      </p:grpSp>
      <p:pic>
        <p:nvPicPr>
          <p:cNvPr id="36" name="グラフィックス 35" descr="ハート 単色塗りつぶし">
            <a:extLst>
              <a:ext uri="{FF2B5EF4-FFF2-40B4-BE49-F238E27FC236}">
                <a16:creationId xmlns:a16="http://schemas.microsoft.com/office/drawing/2014/main" id="{1AA31D99-9643-F98F-63FA-D5D54934D95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220768" y="5557702"/>
            <a:ext cx="712008" cy="712008"/>
          </a:xfrm>
          <a:prstGeom prst="rect">
            <a:avLst/>
          </a:prstGeom>
        </p:spPr>
      </p:pic>
      <p:sp>
        <p:nvSpPr>
          <p:cNvPr id="39" name="テキスト ボックス 38">
            <a:extLst>
              <a:ext uri="{FF2B5EF4-FFF2-40B4-BE49-F238E27FC236}">
                <a16:creationId xmlns:a16="http://schemas.microsoft.com/office/drawing/2014/main" id="{BC3BFCE9-7111-D508-6F2C-80A9D9B5257B}"/>
              </a:ext>
            </a:extLst>
          </p:cNvPr>
          <p:cNvSpPr txBox="1"/>
          <p:nvPr/>
        </p:nvSpPr>
        <p:spPr>
          <a:xfrm>
            <a:off x="8356199" y="5713651"/>
            <a:ext cx="441146" cy="400110"/>
          </a:xfrm>
          <a:prstGeom prst="rect">
            <a:avLst/>
          </a:prstGeom>
          <a:noFill/>
        </p:spPr>
        <p:txBody>
          <a:bodyPr wrap="none" rtlCol="0">
            <a:spAutoFit/>
          </a:bodyPr>
          <a:lstStyle/>
          <a:p>
            <a:pPr algn="ctr"/>
            <a:r>
              <a:rPr lang="en-US" altLang="ja-JP" sz="2000">
                <a:solidFill>
                  <a:schemeClr val="bg1">
                    <a:lumMod val="95000"/>
                  </a:schemeClr>
                </a:solidFill>
                <a:latin typeface="原稿用標準書体" panose="03000503000000000000" pitchFamily="66" charset="-128"/>
                <a:ea typeface="原稿用標準書体" panose="03000503000000000000" pitchFamily="66" charset="-128"/>
              </a:rPr>
              <a:t>Ⅱ</a:t>
            </a:r>
            <a:endPar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2" name="グループ化 1">
            <a:extLst>
              <a:ext uri="{FF2B5EF4-FFF2-40B4-BE49-F238E27FC236}">
                <a16:creationId xmlns:a16="http://schemas.microsoft.com/office/drawing/2014/main" id="{452CB833-4D68-B1A8-D168-799F6650579E}"/>
              </a:ext>
            </a:extLst>
          </p:cNvPr>
          <p:cNvGrpSpPr/>
          <p:nvPr/>
        </p:nvGrpSpPr>
        <p:grpSpPr>
          <a:xfrm>
            <a:off x="6162585" y="3505402"/>
            <a:ext cx="1888606" cy="1341344"/>
            <a:chOff x="6330543" y="3300126"/>
            <a:chExt cx="1888606" cy="1341344"/>
          </a:xfrm>
        </p:grpSpPr>
        <p:grpSp>
          <p:nvGrpSpPr>
            <p:cNvPr id="40" name="グループ化 39">
              <a:extLst>
                <a:ext uri="{FF2B5EF4-FFF2-40B4-BE49-F238E27FC236}">
                  <a16:creationId xmlns:a16="http://schemas.microsoft.com/office/drawing/2014/main" id="{99170DAE-9972-1D7B-11D9-024110652A0D}"/>
                </a:ext>
              </a:extLst>
            </p:cNvPr>
            <p:cNvGrpSpPr/>
            <p:nvPr/>
          </p:nvGrpSpPr>
          <p:grpSpPr>
            <a:xfrm>
              <a:off x="6410575" y="4133732"/>
              <a:ext cx="1600302" cy="507738"/>
              <a:chOff x="6638751" y="4049760"/>
              <a:chExt cx="1600302" cy="507738"/>
            </a:xfrm>
          </p:grpSpPr>
          <p:sp>
            <p:nvSpPr>
              <p:cNvPr id="41" name="テキスト ボックス 40">
                <a:extLst>
                  <a:ext uri="{FF2B5EF4-FFF2-40B4-BE49-F238E27FC236}">
                    <a16:creationId xmlns:a16="http://schemas.microsoft.com/office/drawing/2014/main" id="{D1B70BC0-684D-3340-F7D3-289BA12FC97A}"/>
                  </a:ext>
                </a:extLst>
              </p:cNvPr>
              <p:cNvSpPr txBox="1"/>
              <p:nvPr/>
            </p:nvSpPr>
            <p:spPr>
              <a:xfrm>
                <a:off x="6638751" y="4049760"/>
                <a:ext cx="902811" cy="307777"/>
              </a:xfrm>
              <a:prstGeom prst="rect">
                <a:avLst/>
              </a:prstGeom>
              <a:noFill/>
            </p:spPr>
            <p:txBody>
              <a:bodyPr wrap="none" rtlCol="0">
                <a:spAutoFit/>
              </a:bodyPr>
              <a:lstStyle/>
              <a:p>
                <a:r>
                  <a:rPr lang="ja-JP" altLang="en-US" sz="1400" dirty="0">
                    <a:solidFill>
                      <a:schemeClr val="accent6"/>
                    </a:solidFill>
                    <a:latin typeface="原稿用標準書体" panose="03000503000000000000" pitchFamily="66" charset="-128"/>
                    <a:ea typeface="原稿用標準書体" panose="03000503000000000000" pitchFamily="66" charset="-128"/>
                  </a:rPr>
                  <a:t>通常攻撃</a:t>
                </a:r>
                <a:endParaRPr lang="en-US" altLang="ja-JP" sz="1400" dirty="0">
                  <a:solidFill>
                    <a:schemeClr val="accent6"/>
                  </a:solidFill>
                  <a:latin typeface="原稿用標準書体" panose="03000503000000000000" pitchFamily="66" charset="-128"/>
                  <a:ea typeface="原稿用標準書体" panose="03000503000000000000" pitchFamily="66" charset="-128"/>
                </a:endParaRPr>
              </a:p>
            </p:txBody>
          </p:sp>
          <p:sp>
            <p:nvSpPr>
              <p:cNvPr id="42" name="テキスト ボックス 41">
                <a:extLst>
                  <a:ext uri="{FF2B5EF4-FFF2-40B4-BE49-F238E27FC236}">
                    <a16:creationId xmlns:a16="http://schemas.microsoft.com/office/drawing/2014/main" id="{5E64E0E6-463D-C3DC-4850-7E0A8E5C8E36}"/>
                  </a:ext>
                </a:extLst>
              </p:cNvPr>
              <p:cNvSpPr txBox="1"/>
              <p:nvPr/>
            </p:nvSpPr>
            <p:spPr>
              <a:xfrm>
                <a:off x="6643744" y="4311277"/>
                <a:ext cx="1595309" cy="246221"/>
              </a:xfrm>
              <a:prstGeom prst="rect">
                <a:avLst/>
              </a:prstGeom>
              <a:noFill/>
            </p:spPr>
            <p:txBody>
              <a:bodyPr wrap="none" rtlCol="0">
                <a:spAutoFit/>
              </a:bodyPr>
              <a:lstStyle/>
              <a:p>
                <a:r>
                  <a:rPr lang="ja-JP" altLang="en-US" sz="1000">
                    <a:solidFill>
                      <a:schemeClr val="tx1">
                        <a:lumMod val="85000"/>
                        <a:lumOff val="15000"/>
                      </a:schemeClr>
                    </a:solidFill>
                    <a:latin typeface="原稿用標準書体" panose="03000503000000000000" pitchFamily="66" charset="-128"/>
                    <a:ea typeface="原稿用標準書体" panose="03000503000000000000" pitchFamily="66" charset="-128"/>
                  </a:rPr>
                  <a:t>敵</a:t>
                </a:r>
                <a:r>
                  <a:rPr lang="en-US" altLang="ja-JP" sz="1000">
                    <a:solidFill>
                      <a:schemeClr val="tx1">
                        <a:lumMod val="85000"/>
                        <a:lumOff val="15000"/>
                      </a:schemeClr>
                    </a:solidFill>
                    <a:latin typeface="原稿用標準書体" panose="03000503000000000000" pitchFamily="66" charset="-128"/>
                    <a:ea typeface="原稿用標準書体" panose="03000503000000000000" pitchFamily="66" charset="-128"/>
                  </a:rPr>
                  <a:t>1</a:t>
                </a:r>
                <a:r>
                  <a:rPr lang="ja-JP" altLang="en-US" sz="1000">
                    <a:solidFill>
                      <a:schemeClr val="tx1">
                        <a:lumMod val="85000"/>
                        <a:lumOff val="15000"/>
                      </a:schemeClr>
                    </a:solidFill>
                    <a:latin typeface="原稿用標準書体" panose="03000503000000000000" pitchFamily="66" charset="-128"/>
                    <a:ea typeface="原稿用標準書体" panose="03000503000000000000" pitchFamily="66" charset="-128"/>
                  </a:rPr>
                  <a:t>体に</a:t>
                </a:r>
                <a:r>
                  <a:rPr lang="en-US" altLang="ja-JP" sz="1000">
                    <a:solidFill>
                      <a:schemeClr val="tx1">
                        <a:lumMod val="85000"/>
                        <a:lumOff val="15000"/>
                      </a:schemeClr>
                    </a:solidFill>
                    <a:latin typeface="原稿用標準書体" panose="03000503000000000000" pitchFamily="66" charset="-128"/>
                    <a:ea typeface="原稿用標準書体" panose="03000503000000000000" pitchFamily="66" charset="-128"/>
                  </a:rPr>
                  <a:t>ATK×60</a:t>
                </a:r>
                <a:r>
                  <a:rPr lang="ja-JP" altLang="en-US" sz="1000">
                    <a:solidFill>
                      <a:schemeClr val="tx1">
                        <a:lumMod val="85000"/>
                        <a:lumOff val="15000"/>
                      </a:schemeClr>
                    </a:solidFill>
                    <a:latin typeface="原稿用標準書体" panose="03000503000000000000" pitchFamily="66" charset="-128"/>
                    <a:ea typeface="原稿用標準書体" panose="03000503000000000000" pitchFamily="66" charset="-128"/>
                  </a:rPr>
                  <a:t>％の攻撃</a:t>
                </a:r>
                <a:endParaRPr lang="en-US" altLang="ja-JP" sz="10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cxnSp>
          <p:nvCxnSpPr>
            <p:cNvPr id="49" name="直線コネクタ 48">
              <a:extLst>
                <a:ext uri="{FF2B5EF4-FFF2-40B4-BE49-F238E27FC236}">
                  <a16:creationId xmlns:a16="http://schemas.microsoft.com/office/drawing/2014/main" id="{C1D14C65-4536-9542-3443-5B53E67F892C}"/>
                </a:ext>
              </a:extLst>
            </p:cNvPr>
            <p:cNvCxnSpPr>
              <a:cxnSpLocks/>
            </p:cNvCxnSpPr>
            <p:nvPr/>
          </p:nvCxnSpPr>
          <p:spPr>
            <a:xfrm>
              <a:off x="6330543" y="4068293"/>
              <a:ext cx="1888606" cy="0"/>
            </a:xfrm>
            <a:prstGeom prst="line">
              <a:avLst/>
            </a:prstGeom>
            <a:ln>
              <a:solidFill>
                <a:schemeClr val="accent6"/>
              </a:solidFill>
            </a:ln>
          </p:spPr>
          <p:style>
            <a:lnRef idx="2">
              <a:schemeClr val="accent1"/>
            </a:lnRef>
            <a:fillRef idx="0">
              <a:schemeClr val="accent1"/>
            </a:fillRef>
            <a:effectRef idx="1">
              <a:schemeClr val="accent1"/>
            </a:effectRef>
            <a:fontRef idx="minor">
              <a:schemeClr val="tx1"/>
            </a:fontRef>
          </p:style>
        </p:cxnSp>
        <p:grpSp>
          <p:nvGrpSpPr>
            <p:cNvPr id="51" name="グループ化 50">
              <a:extLst>
                <a:ext uri="{FF2B5EF4-FFF2-40B4-BE49-F238E27FC236}">
                  <a16:creationId xmlns:a16="http://schemas.microsoft.com/office/drawing/2014/main" id="{2CA5A1C6-B551-98DD-117B-E574E78383B0}"/>
                </a:ext>
              </a:extLst>
            </p:cNvPr>
            <p:cNvGrpSpPr/>
            <p:nvPr/>
          </p:nvGrpSpPr>
          <p:grpSpPr>
            <a:xfrm>
              <a:off x="6410575" y="3300126"/>
              <a:ext cx="1728542" cy="670958"/>
              <a:chOff x="6638751" y="4049760"/>
              <a:chExt cx="1728542" cy="670958"/>
            </a:xfrm>
          </p:grpSpPr>
          <p:sp>
            <p:nvSpPr>
              <p:cNvPr id="53" name="テキスト ボックス 52">
                <a:extLst>
                  <a:ext uri="{FF2B5EF4-FFF2-40B4-BE49-F238E27FC236}">
                    <a16:creationId xmlns:a16="http://schemas.microsoft.com/office/drawing/2014/main" id="{BC2CDC83-B8A3-3EFE-4B0B-071BD06F8286}"/>
                  </a:ext>
                </a:extLst>
              </p:cNvPr>
              <p:cNvSpPr txBox="1"/>
              <p:nvPr/>
            </p:nvSpPr>
            <p:spPr>
              <a:xfrm>
                <a:off x="6638751" y="4049760"/>
                <a:ext cx="453970" cy="307777"/>
              </a:xfrm>
              <a:prstGeom prst="rect">
                <a:avLst/>
              </a:prstGeom>
              <a:noFill/>
            </p:spPr>
            <p:txBody>
              <a:bodyPr wrap="none" rtlCol="0">
                <a:spAutoFit/>
              </a:bodyPr>
              <a:lstStyle/>
              <a:p>
                <a:r>
                  <a:rPr lang="en-US" altLang="ja-JP" sz="1400">
                    <a:solidFill>
                      <a:schemeClr val="accent6"/>
                    </a:solidFill>
                    <a:latin typeface="原稿用標準書体" panose="03000503000000000000" pitchFamily="66" charset="-128"/>
                    <a:ea typeface="原稿用標準書体" panose="03000503000000000000" pitchFamily="66" charset="-128"/>
                  </a:rPr>
                  <a:t>ENB</a:t>
                </a:r>
                <a:endParaRPr lang="en-US" altLang="ja-JP" sz="1400" dirty="0">
                  <a:solidFill>
                    <a:schemeClr val="accent6"/>
                  </a:solidFill>
                  <a:latin typeface="原稿用標準書体" panose="03000503000000000000" pitchFamily="66" charset="-128"/>
                  <a:ea typeface="原稿用標準書体" panose="03000503000000000000" pitchFamily="66" charset="-128"/>
                </a:endParaRPr>
              </a:p>
            </p:txBody>
          </p:sp>
          <p:sp>
            <p:nvSpPr>
              <p:cNvPr id="55" name="テキスト ボックス 54">
                <a:extLst>
                  <a:ext uri="{FF2B5EF4-FFF2-40B4-BE49-F238E27FC236}">
                    <a16:creationId xmlns:a16="http://schemas.microsoft.com/office/drawing/2014/main" id="{476F9552-B963-3A39-2C50-3E74716E5F3B}"/>
                  </a:ext>
                </a:extLst>
              </p:cNvPr>
              <p:cNvSpPr txBox="1"/>
              <p:nvPr/>
            </p:nvSpPr>
            <p:spPr>
              <a:xfrm>
                <a:off x="6643744" y="4320608"/>
                <a:ext cx="1723549" cy="400110"/>
              </a:xfrm>
              <a:prstGeom prst="rect">
                <a:avLst/>
              </a:prstGeom>
              <a:noFill/>
            </p:spPr>
            <p:txBody>
              <a:bodyPr wrap="none" rtlCol="0">
                <a:spAutoFit/>
              </a:bodyPr>
              <a:lstStyle/>
              <a:p>
                <a:r>
                  <a:rPr lang="ja-JP" altLang="en-US" sz="1000">
                    <a:solidFill>
                      <a:schemeClr val="tx1">
                        <a:lumMod val="95000"/>
                        <a:lumOff val="5000"/>
                      </a:schemeClr>
                    </a:solidFill>
                    <a:latin typeface="原稿用標準書体" panose="03000503000000000000" pitchFamily="66" charset="-128"/>
                    <a:ea typeface="原稿用標準書体" panose="03000503000000000000" pitchFamily="66" charset="-128"/>
                  </a:rPr>
                  <a:t>効果テキスト効果テキスト</a:t>
                </a:r>
                <a:br>
                  <a:rPr lang="en-US" altLang="ja-JP" sz="1000">
                    <a:solidFill>
                      <a:schemeClr val="tx1">
                        <a:lumMod val="95000"/>
                        <a:lumOff val="5000"/>
                      </a:schemeClr>
                    </a:solidFill>
                    <a:latin typeface="原稿用標準書体" panose="03000503000000000000" pitchFamily="66" charset="-128"/>
                    <a:ea typeface="原稿用標準書体" panose="03000503000000000000" pitchFamily="66" charset="-128"/>
                  </a:rPr>
                </a:br>
                <a:r>
                  <a:rPr lang="ja-JP" altLang="en-US" sz="1000">
                    <a:solidFill>
                      <a:schemeClr val="tx1">
                        <a:lumMod val="95000"/>
                        <a:lumOff val="5000"/>
                      </a:schemeClr>
                    </a:solidFill>
                    <a:latin typeface="原稿用標準書体" panose="03000503000000000000" pitchFamily="66" charset="-128"/>
                    <a:ea typeface="原稿用標準書体" panose="03000503000000000000" pitchFamily="66" charset="-128"/>
                  </a:rPr>
                  <a:t>効果テキスト効果テキスト</a:t>
                </a:r>
                <a:endParaRPr lang="en-US" altLang="ja-JP" sz="1000">
                  <a:solidFill>
                    <a:schemeClr val="tx1">
                      <a:lumMod val="95000"/>
                      <a:lumOff val="5000"/>
                    </a:schemeClr>
                  </a:solidFill>
                  <a:latin typeface="原稿用標準書体" panose="03000503000000000000" pitchFamily="66" charset="-128"/>
                  <a:ea typeface="原稿用標準書体" panose="03000503000000000000" pitchFamily="66" charset="-128"/>
                </a:endParaRPr>
              </a:p>
            </p:txBody>
          </p:sp>
        </p:grpSp>
      </p:grpSp>
      <p:grpSp>
        <p:nvGrpSpPr>
          <p:cNvPr id="67" name="グループ化 66">
            <a:extLst>
              <a:ext uri="{FF2B5EF4-FFF2-40B4-BE49-F238E27FC236}">
                <a16:creationId xmlns:a16="http://schemas.microsoft.com/office/drawing/2014/main" id="{E0308A01-77AB-5367-91AD-14FD33F725F6}"/>
              </a:ext>
            </a:extLst>
          </p:cNvPr>
          <p:cNvGrpSpPr/>
          <p:nvPr/>
        </p:nvGrpSpPr>
        <p:grpSpPr>
          <a:xfrm>
            <a:off x="8425578" y="3383973"/>
            <a:ext cx="2512698" cy="550243"/>
            <a:chOff x="6489167" y="2895729"/>
            <a:chExt cx="2512698" cy="550243"/>
          </a:xfrm>
        </p:grpSpPr>
        <p:grpSp>
          <p:nvGrpSpPr>
            <p:cNvPr id="57" name="グループ化 56">
              <a:extLst>
                <a:ext uri="{FF2B5EF4-FFF2-40B4-BE49-F238E27FC236}">
                  <a16:creationId xmlns:a16="http://schemas.microsoft.com/office/drawing/2014/main" id="{B7BD8F52-7B1C-7C2F-CE04-35CEB44DE19C}"/>
                </a:ext>
              </a:extLst>
            </p:cNvPr>
            <p:cNvGrpSpPr/>
            <p:nvPr/>
          </p:nvGrpSpPr>
          <p:grpSpPr>
            <a:xfrm>
              <a:off x="6503882" y="2895729"/>
              <a:ext cx="2497983" cy="517069"/>
              <a:chOff x="6638751" y="4049760"/>
              <a:chExt cx="2497983" cy="517069"/>
            </a:xfrm>
          </p:grpSpPr>
          <p:sp>
            <p:nvSpPr>
              <p:cNvPr id="59" name="テキスト ボックス 58">
                <a:extLst>
                  <a:ext uri="{FF2B5EF4-FFF2-40B4-BE49-F238E27FC236}">
                    <a16:creationId xmlns:a16="http://schemas.microsoft.com/office/drawing/2014/main" id="{F908D085-AC08-1D86-9D54-F39B5684C0BE}"/>
                  </a:ext>
                </a:extLst>
              </p:cNvPr>
              <p:cNvSpPr txBox="1"/>
              <p:nvPr/>
            </p:nvSpPr>
            <p:spPr>
              <a:xfrm>
                <a:off x="6638751" y="4049760"/>
                <a:ext cx="1261884" cy="307777"/>
              </a:xfrm>
              <a:prstGeom prst="rect">
                <a:avLst/>
              </a:prstGeom>
              <a:noFill/>
            </p:spPr>
            <p:txBody>
              <a:bodyPr wrap="none" rtlCol="0">
                <a:spAutoFit/>
              </a:bodyPr>
              <a:lstStyle/>
              <a:p>
                <a:r>
                  <a:rPr lang="ja-JP" altLang="en-US" sz="1400">
                    <a:solidFill>
                      <a:schemeClr val="accent6"/>
                    </a:solidFill>
                    <a:latin typeface="原稿用標準書体" panose="03000503000000000000" pitchFamily="66" charset="-128"/>
                    <a:ea typeface="原稿用標準書体" panose="03000503000000000000" pitchFamily="66" charset="-128"/>
                  </a:rPr>
                  <a:t>特殊スキル</a:t>
                </a:r>
                <a:r>
                  <a:rPr lang="en-US" altLang="ja-JP" sz="1400">
                    <a:solidFill>
                      <a:schemeClr val="accent6"/>
                    </a:solidFill>
                    <a:latin typeface="原稿用標準書体" panose="03000503000000000000" pitchFamily="66" charset="-128"/>
                    <a:ea typeface="原稿用標準書体" panose="03000503000000000000" pitchFamily="66" charset="-128"/>
                  </a:rPr>
                  <a:t>Ⅰ</a:t>
                </a:r>
                <a:endParaRPr lang="en-US" altLang="ja-JP" sz="1400" dirty="0">
                  <a:solidFill>
                    <a:schemeClr val="accent6"/>
                  </a:solidFill>
                  <a:latin typeface="原稿用標準書体" panose="03000503000000000000" pitchFamily="66" charset="-128"/>
                  <a:ea typeface="原稿用標準書体" panose="03000503000000000000" pitchFamily="66" charset="-128"/>
                </a:endParaRPr>
              </a:p>
            </p:txBody>
          </p:sp>
          <p:sp>
            <p:nvSpPr>
              <p:cNvPr id="61" name="テキスト ボックス 60">
                <a:extLst>
                  <a:ext uri="{FF2B5EF4-FFF2-40B4-BE49-F238E27FC236}">
                    <a16:creationId xmlns:a16="http://schemas.microsoft.com/office/drawing/2014/main" id="{3939D7E5-7EE9-03F2-3748-1DFA74BF22C5}"/>
                  </a:ext>
                </a:extLst>
              </p:cNvPr>
              <p:cNvSpPr txBox="1"/>
              <p:nvPr/>
            </p:nvSpPr>
            <p:spPr>
              <a:xfrm>
                <a:off x="6643744" y="4320608"/>
                <a:ext cx="2492990" cy="246221"/>
              </a:xfrm>
              <a:prstGeom prst="rect">
                <a:avLst/>
              </a:prstGeom>
              <a:noFill/>
            </p:spPr>
            <p:txBody>
              <a:bodyPr wrap="none" rtlCol="0">
                <a:spAutoFit/>
              </a:bodyPr>
              <a:lstStyle/>
              <a:p>
                <a:r>
                  <a:rPr lang="ja-JP" altLang="en-US" sz="1000">
                    <a:solidFill>
                      <a:schemeClr val="tx1">
                        <a:lumMod val="95000"/>
                        <a:lumOff val="5000"/>
                      </a:schemeClr>
                    </a:solidFill>
                    <a:latin typeface="原稿用標準書体" panose="03000503000000000000" pitchFamily="66" charset="-128"/>
                    <a:ea typeface="原稿用標準書体" panose="03000503000000000000" pitchFamily="66" charset="-128"/>
                  </a:rPr>
                  <a:t>効果テキスト効果テキスト効果テキスト</a:t>
                </a:r>
                <a:endParaRPr lang="en-US" altLang="ja-JP" sz="1000">
                  <a:solidFill>
                    <a:schemeClr val="tx1">
                      <a:lumMod val="95000"/>
                      <a:lumOff val="5000"/>
                    </a:schemeClr>
                  </a:solidFill>
                  <a:latin typeface="原稿用標準書体" panose="03000503000000000000" pitchFamily="66" charset="-128"/>
                  <a:ea typeface="原稿用標準書体" panose="03000503000000000000" pitchFamily="66" charset="-128"/>
                </a:endParaRPr>
              </a:p>
            </p:txBody>
          </p:sp>
        </p:grpSp>
        <p:cxnSp>
          <p:nvCxnSpPr>
            <p:cNvPr id="63" name="直線コネクタ 62">
              <a:extLst>
                <a:ext uri="{FF2B5EF4-FFF2-40B4-BE49-F238E27FC236}">
                  <a16:creationId xmlns:a16="http://schemas.microsoft.com/office/drawing/2014/main" id="{EEF8EA0B-E7D4-AA10-4F10-BCED59FC1233}"/>
                </a:ext>
              </a:extLst>
            </p:cNvPr>
            <p:cNvCxnSpPr>
              <a:cxnSpLocks/>
            </p:cNvCxnSpPr>
            <p:nvPr/>
          </p:nvCxnSpPr>
          <p:spPr>
            <a:xfrm>
              <a:off x="6489167" y="3445972"/>
              <a:ext cx="1888606" cy="0"/>
            </a:xfrm>
            <a:prstGeom prst="line">
              <a:avLst/>
            </a:prstGeom>
            <a:ln>
              <a:solidFill>
                <a:schemeClr val="accent6"/>
              </a:solidFill>
            </a:ln>
          </p:spPr>
          <p:style>
            <a:lnRef idx="2">
              <a:schemeClr val="accent1"/>
            </a:lnRef>
            <a:fillRef idx="0">
              <a:schemeClr val="accent1"/>
            </a:fillRef>
            <a:effectRef idx="1">
              <a:schemeClr val="accent1"/>
            </a:effectRef>
            <a:fontRef idx="minor">
              <a:schemeClr val="tx1"/>
            </a:fontRef>
          </p:style>
        </p:cxnSp>
      </p:grpSp>
      <p:grpSp>
        <p:nvGrpSpPr>
          <p:cNvPr id="83" name="グループ化 82">
            <a:extLst>
              <a:ext uri="{FF2B5EF4-FFF2-40B4-BE49-F238E27FC236}">
                <a16:creationId xmlns:a16="http://schemas.microsoft.com/office/drawing/2014/main" id="{1B7F0641-EBDE-3712-90AC-D2FDA0918BF2}"/>
              </a:ext>
            </a:extLst>
          </p:cNvPr>
          <p:cNvGrpSpPr/>
          <p:nvPr/>
        </p:nvGrpSpPr>
        <p:grpSpPr>
          <a:xfrm>
            <a:off x="7687928" y="2760114"/>
            <a:ext cx="2042274" cy="476619"/>
            <a:chOff x="7982401" y="2760114"/>
            <a:chExt cx="2042274" cy="476619"/>
          </a:xfrm>
        </p:grpSpPr>
        <p:sp>
          <p:nvSpPr>
            <p:cNvPr id="74" name="テキスト ボックス 73">
              <a:extLst>
                <a:ext uri="{FF2B5EF4-FFF2-40B4-BE49-F238E27FC236}">
                  <a16:creationId xmlns:a16="http://schemas.microsoft.com/office/drawing/2014/main" id="{2CACBA8F-8EFF-B0A7-4C22-487548E348B0}"/>
                </a:ext>
              </a:extLst>
            </p:cNvPr>
            <p:cNvSpPr txBox="1"/>
            <p:nvPr/>
          </p:nvSpPr>
          <p:spPr>
            <a:xfrm>
              <a:off x="7982401" y="2798368"/>
              <a:ext cx="1467068" cy="400110"/>
            </a:xfrm>
            <a:prstGeom prst="rect">
              <a:avLst/>
            </a:prstGeom>
            <a:noFill/>
          </p:spPr>
          <p:txBody>
            <a:bodyPr wrap="none" rtlCol="0">
              <a:spAutoFit/>
            </a:bodyPr>
            <a:lstStyle/>
            <a:p>
              <a:pPr algn="ctr"/>
              <a:r>
                <a:rPr lang="ja-JP" altLang="en-US" sz="2000">
                  <a:solidFill>
                    <a:schemeClr val="accent6"/>
                  </a:solidFill>
                  <a:latin typeface="原稿用標準書体" panose="03000503000000000000" pitchFamily="66" charset="-128"/>
                  <a:ea typeface="原稿用標準書体" panose="03000503000000000000" pitchFamily="66" charset="-128"/>
                </a:rPr>
                <a:t>現在の能力</a:t>
              </a:r>
              <a:endParaRPr lang="ja-JP" altLang="en-US" sz="2000" dirty="0">
                <a:solidFill>
                  <a:schemeClr val="accent6"/>
                </a:solidFill>
                <a:latin typeface="原稿用標準書体" panose="03000503000000000000" pitchFamily="66" charset="-128"/>
                <a:ea typeface="原稿用標準書体" panose="03000503000000000000" pitchFamily="66" charset="-128"/>
              </a:endParaRPr>
            </a:p>
          </p:txBody>
        </p:sp>
        <p:grpSp>
          <p:nvGrpSpPr>
            <p:cNvPr id="79" name="グループ化 78">
              <a:extLst>
                <a:ext uri="{FF2B5EF4-FFF2-40B4-BE49-F238E27FC236}">
                  <a16:creationId xmlns:a16="http://schemas.microsoft.com/office/drawing/2014/main" id="{EEC47C68-8E94-3DA5-DB67-782A65444F98}"/>
                </a:ext>
              </a:extLst>
            </p:cNvPr>
            <p:cNvGrpSpPr/>
            <p:nvPr/>
          </p:nvGrpSpPr>
          <p:grpSpPr>
            <a:xfrm>
              <a:off x="9548056" y="2760114"/>
              <a:ext cx="476619" cy="476619"/>
              <a:chOff x="7759179" y="3883224"/>
              <a:chExt cx="914400" cy="914400"/>
            </a:xfrm>
          </p:grpSpPr>
          <p:sp>
            <p:nvSpPr>
              <p:cNvPr id="78" name="楕円 77">
                <a:extLst>
                  <a:ext uri="{FF2B5EF4-FFF2-40B4-BE49-F238E27FC236}">
                    <a16:creationId xmlns:a16="http://schemas.microsoft.com/office/drawing/2014/main" id="{99833989-245C-695A-0886-607B0FC29844}"/>
                  </a:ext>
                </a:extLst>
              </p:cNvPr>
              <p:cNvSpPr/>
              <p:nvPr/>
            </p:nvSpPr>
            <p:spPr>
              <a:xfrm>
                <a:off x="7759179" y="3883224"/>
                <a:ext cx="914400" cy="914400"/>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75" name="グループ化 74">
                <a:extLst>
                  <a:ext uri="{FF2B5EF4-FFF2-40B4-BE49-F238E27FC236}">
                    <a16:creationId xmlns:a16="http://schemas.microsoft.com/office/drawing/2014/main" id="{ACC5E238-889B-48C2-F1D4-6A1FCD981A03}"/>
                  </a:ext>
                </a:extLst>
              </p:cNvPr>
              <p:cNvGrpSpPr/>
              <p:nvPr/>
            </p:nvGrpSpPr>
            <p:grpSpPr>
              <a:xfrm>
                <a:off x="7959644" y="3976399"/>
                <a:ext cx="513470" cy="728051"/>
                <a:chOff x="8812481" y="694218"/>
                <a:chExt cx="1470606" cy="1692464"/>
              </a:xfrm>
              <a:effectLst/>
            </p:grpSpPr>
            <p:pic>
              <p:nvPicPr>
                <p:cNvPr id="76" name="図 75">
                  <a:extLst>
                    <a:ext uri="{FF2B5EF4-FFF2-40B4-BE49-F238E27FC236}">
                      <a16:creationId xmlns:a16="http://schemas.microsoft.com/office/drawing/2014/main" id="{11500CB0-4F2E-0AA1-0C94-84EB145940E4}"/>
                    </a:ext>
                  </a:extLst>
                </p:cNvPr>
                <p:cNvPicPr>
                  <a:picLocks noChangeAspect="1"/>
                </p:cNvPicPr>
                <p:nvPr/>
              </p:nvPicPr>
              <p:blipFill>
                <a:blip r:embed="rId7">
                  <a:duotone>
                    <a:prstClr val="black"/>
                    <a:schemeClr val="accent2">
                      <a:tint val="45000"/>
                      <a:satMod val="400000"/>
                    </a:schemeClr>
                  </a:duotone>
                  <a:extLst>
                    <a:ext uri="{28A0092B-C50C-407E-A947-70E740481C1C}">
                      <a14:useLocalDpi xmlns:a14="http://schemas.microsoft.com/office/drawing/2010/main" val="0"/>
                    </a:ext>
                  </a:extLst>
                </a:blip>
                <a:stretch>
                  <a:fillRect/>
                </a:stretch>
              </p:blipFill>
              <p:spPr>
                <a:xfrm rot="13959555">
                  <a:off x="8830608" y="676091"/>
                  <a:ext cx="1282845" cy="1319099"/>
                </a:xfrm>
                <a:prstGeom prst="rect">
                  <a:avLst/>
                </a:prstGeom>
              </p:spPr>
            </p:pic>
            <p:pic>
              <p:nvPicPr>
                <p:cNvPr id="77" name="図 76">
                  <a:extLst>
                    <a:ext uri="{FF2B5EF4-FFF2-40B4-BE49-F238E27FC236}">
                      <a16:creationId xmlns:a16="http://schemas.microsoft.com/office/drawing/2014/main" id="{A690D7BA-C4DD-57B1-E3C3-DF63C26251C5}"/>
                    </a:ext>
                  </a:extLst>
                </p:cNvPr>
                <p:cNvPicPr>
                  <a:picLocks noChangeAspect="1"/>
                </p:cNvPicPr>
                <p:nvPr/>
              </p:nvPicPr>
              <p:blipFill>
                <a:blip r:embed="rId7">
                  <a:duotone>
                    <a:prstClr val="black"/>
                    <a:schemeClr val="accent2">
                      <a:tint val="45000"/>
                      <a:satMod val="400000"/>
                    </a:schemeClr>
                  </a:duotone>
                  <a:extLst>
                    <a:ext uri="{28A0092B-C50C-407E-A947-70E740481C1C}">
                      <a14:useLocalDpi xmlns:a14="http://schemas.microsoft.com/office/drawing/2010/main" val="0"/>
                    </a:ext>
                  </a:extLst>
                </a:blip>
                <a:stretch>
                  <a:fillRect/>
                </a:stretch>
              </p:blipFill>
              <p:spPr>
                <a:xfrm rot="13959555" flipH="1" flipV="1">
                  <a:off x="8982115" y="1085710"/>
                  <a:ext cx="1282845" cy="1319099"/>
                </a:xfrm>
                <a:prstGeom prst="rect">
                  <a:avLst/>
                </a:prstGeom>
              </p:spPr>
            </p:pic>
          </p:grpSp>
        </p:grpSp>
      </p:grpSp>
      <p:grpSp>
        <p:nvGrpSpPr>
          <p:cNvPr id="4" name="グループ化 3">
            <a:extLst>
              <a:ext uri="{FF2B5EF4-FFF2-40B4-BE49-F238E27FC236}">
                <a16:creationId xmlns:a16="http://schemas.microsoft.com/office/drawing/2014/main" id="{E9B3D6B3-B384-0FD0-644E-C4FFDF940318}"/>
              </a:ext>
            </a:extLst>
          </p:cNvPr>
          <p:cNvGrpSpPr/>
          <p:nvPr/>
        </p:nvGrpSpPr>
        <p:grpSpPr>
          <a:xfrm>
            <a:off x="8425578" y="4050282"/>
            <a:ext cx="1888606" cy="550243"/>
            <a:chOff x="6489167" y="2895729"/>
            <a:chExt cx="1888606" cy="550243"/>
          </a:xfrm>
        </p:grpSpPr>
        <p:grpSp>
          <p:nvGrpSpPr>
            <p:cNvPr id="5" name="グループ化 4">
              <a:extLst>
                <a:ext uri="{FF2B5EF4-FFF2-40B4-BE49-F238E27FC236}">
                  <a16:creationId xmlns:a16="http://schemas.microsoft.com/office/drawing/2014/main" id="{DBD3C441-21C2-5FA5-6C56-C707BC76FFB5}"/>
                </a:ext>
              </a:extLst>
            </p:cNvPr>
            <p:cNvGrpSpPr/>
            <p:nvPr/>
          </p:nvGrpSpPr>
          <p:grpSpPr>
            <a:xfrm>
              <a:off x="6503882" y="2895729"/>
              <a:ext cx="1261884" cy="517069"/>
              <a:chOff x="6638751" y="4049760"/>
              <a:chExt cx="1261884" cy="517069"/>
            </a:xfrm>
          </p:grpSpPr>
          <p:sp>
            <p:nvSpPr>
              <p:cNvPr id="8" name="テキスト ボックス 7">
                <a:extLst>
                  <a:ext uri="{FF2B5EF4-FFF2-40B4-BE49-F238E27FC236}">
                    <a16:creationId xmlns:a16="http://schemas.microsoft.com/office/drawing/2014/main" id="{FCA72049-CB1C-0FD0-B45B-61D2AD4ABB74}"/>
                  </a:ext>
                </a:extLst>
              </p:cNvPr>
              <p:cNvSpPr txBox="1"/>
              <p:nvPr/>
            </p:nvSpPr>
            <p:spPr>
              <a:xfrm>
                <a:off x="6638751" y="4049760"/>
                <a:ext cx="1261884" cy="307777"/>
              </a:xfrm>
              <a:prstGeom prst="rect">
                <a:avLst/>
              </a:prstGeom>
              <a:noFill/>
            </p:spPr>
            <p:txBody>
              <a:bodyPr wrap="none" rtlCol="0">
                <a:spAutoFit/>
              </a:bodyPr>
              <a:lstStyle/>
              <a:p>
                <a:r>
                  <a:rPr lang="ja-JP" altLang="en-US" sz="1400">
                    <a:solidFill>
                      <a:schemeClr val="accent6"/>
                    </a:solidFill>
                    <a:latin typeface="原稿用標準書体" panose="03000503000000000000" pitchFamily="66" charset="-128"/>
                    <a:ea typeface="原稿用標準書体" panose="03000503000000000000" pitchFamily="66" charset="-128"/>
                  </a:rPr>
                  <a:t>特殊スキル</a:t>
                </a:r>
                <a:r>
                  <a:rPr lang="en-US" altLang="ja-JP" sz="1400">
                    <a:solidFill>
                      <a:schemeClr val="accent6"/>
                    </a:solidFill>
                    <a:latin typeface="原稿用標準書体" panose="03000503000000000000" pitchFamily="66" charset="-128"/>
                    <a:ea typeface="原稿用標準書体" panose="03000503000000000000" pitchFamily="66" charset="-128"/>
                  </a:rPr>
                  <a:t>Ⅱ</a:t>
                </a:r>
                <a:endParaRPr lang="en-US" altLang="ja-JP" sz="1400" dirty="0">
                  <a:solidFill>
                    <a:schemeClr val="accent6"/>
                  </a:solidFill>
                  <a:latin typeface="原稿用標準書体" panose="03000503000000000000" pitchFamily="66" charset="-128"/>
                  <a:ea typeface="原稿用標準書体" panose="03000503000000000000" pitchFamily="66" charset="-128"/>
                </a:endParaRPr>
              </a:p>
            </p:txBody>
          </p:sp>
          <p:sp>
            <p:nvSpPr>
              <p:cNvPr id="9" name="テキスト ボックス 8">
                <a:extLst>
                  <a:ext uri="{FF2B5EF4-FFF2-40B4-BE49-F238E27FC236}">
                    <a16:creationId xmlns:a16="http://schemas.microsoft.com/office/drawing/2014/main" id="{CB7BE8BB-4434-2E4D-0AA1-9CC46313CBBC}"/>
                  </a:ext>
                </a:extLst>
              </p:cNvPr>
              <p:cNvSpPr txBox="1"/>
              <p:nvPr/>
            </p:nvSpPr>
            <p:spPr>
              <a:xfrm>
                <a:off x="6643744" y="4320608"/>
                <a:ext cx="1210588" cy="246221"/>
              </a:xfrm>
              <a:prstGeom prst="rect">
                <a:avLst/>
              </a:prstGeom>
              <a:noFill/>
            </p:spPr>
            <p:txBody>
              <a:bodyPr wrap="none" rtlCol="0">
                <a:spAutoFit/>
              </a:bodyPr>
              <a:lstStyle/>
              <a:p>
                <a:r>
                  <a:rPr lang="ja-JP" altLang="en-US" sz="1000">
                    <a:solidFill>
                      <a:schemeClr val="tx1">
                        <a:lumMod val="95000"/>
                        <a:lumOff val="5000"/>
                      </a:schemeClr>
                    </a:solidFill>
                    <a:latin typeface="原稿用標準書体" panose="03000503000000000000" pitchFamily="66" charset="-128"/>
                    <a:ea typeface="原稿用標準書体" panose="03000503000000000000" pitchFamily="66" charset="-128"/>
                  </a:rPr>
                  <a:t>才能開花</a:t>
                </a:r>
                <a:r>
                  <a:rPr lang="en-US" altLang="ja-JP" sz="1000">
                    <a:solidFill>
                      <a:schemeClr val="tx1">
                        <a:lumMod val="95000"/>
                        <a:lumOff val="5000"/>
                      </a:schemeClr>
                    </a:solidFill>
                    <a:latin typeface="原稿用標準書体" panose="03000503000000000000" pitchFamily="66" charset="-128"/>
                    <a:ea typeface="原稿用標準書体" panose="03000503000000000000" pitchFamily="66" charset="-128"/>
                  </a:rPr>
                  <a:t>Ⅱ</a:t>
                </a:r>
                <a:r>
                  <a:rPr lang="ja-JP" altLang="en-US" sz="1000">
                    <a:solidFill>
                      <a:schemeClr val="tx1">
                        <a:lumMod val="95000"/>
                        <a:lumOff val="5000"/>
                      </a:schemeClr>
                    </a:solidFill>
                    <a:latin typeface="原稿用標準書体" panose="03000503000000000000" pitchFamily="66" charset="-128"/>
                    <a:ea typeface="原稿用標準書体" panose="03000503000000000000" pitchFamily="66" charset="-128"/>
                  </a:rPr>
                  <a:t>で解放</a:t>
                </a:r>
                <a:endParaRPr lang="en-US" altLang="ja-JP" sz="1000">
                  <a:solidFill>
                    <a:schemeClr val="tx1">
                      <a:lumMod val="95000"/>
                      <a:lumOff val="5000"/>
                    </a:schemeClr>
                  </a:solidFill>
                  <a:latin typeface="原稿用標準書体" panose="03000503000000000000" pitchFamily="66" charset="-128"/>
                  <a:ea typeface="原稿用標準書体" panose="03000503000000000000" pitchFamily="66" charset="-128"/>
                </a:endParaRPr>
              </a:p>
            </p:txBody>
          </p:sp>
        </p:grpSp>
        <p:cxnSp>
          <p:nvCxnSpPr>
            <p:cNvPr id="6" name="直線コネクタ 5">
              <a:extLst>
                <a:ext uri="{FF2B5EF4-FFF2-40B4-BE49-F238E27FC236}">
                  <a16:creationId xmlns:a16="http://schemas.microsoft.com/office/drawing/2014/main" id="{0A4B8C1C-F987-9D3F-8D15-5E9EAF81DBCB}"/>
                </a:ext>
              </a:extLst>
            </p:cNvPr>
            <p:cNvCxnSpPr>
              <a:cxnSpLocks/>
            </p:cNvCxnSpPr>
            <p:nvPr/>
          </p:nvCxnSpPr>
          <p:spPr>
            <a:xfrm>
              <a:off x="6489167" y="3445972"/>
              <a:ext cx="1888606" cy="0"/>
            </a:xfrm>
            <a:prstGeom prst="line">
              <a:avLst/>
            </a:prstGeom>
            <a:ln>
              <a:solidFill>
                <a:schemeClr val="accent6"/>
              </a:solidFill>
            </a:ln>
          </p:spPr>
          <p:style>
            <a:lnRef idx="2">
              <a:schemeClr val="accent1"/>
            </a:lnRef>
            <a:fillRef idx="0">
              <a:schemeClr val="accent1"/>
            </a:fillRef>
            <a:effectRef idx="1">
              <a:schemeClr val="accent1"/>
            </a:effectRef>
            <a:fontRef idx="minor">
              <a:schemeClr val="tx1"/>
            </a:fontRef>
          </p:style>
        </p:cxnSp>
      </p:grpSp>
      <p:grpSp>
        <p:nvGrpSpPr>
          <p:cNvPr id="10" name="グループ化 9">
            <a:extLst>
              <a:ext uri="{FF2B5EF4-FFF2-40B4-BE49-F238E27FC236}">
                <a16:creationId xmlns:a16="http://schemas.microsoft.com/office/drawing/2014/main" id="{264EEDCC-B739-2620-ED47-E6EDAD541611}"/>
              </a:ext>
            </a:extLst>
          </p:cNvPr>
          <p:cNvGrpSpPr/>
          <p:nvPr/>
        </p:nvGrpSpPr>
        <p:grpSpPr>
          <a:xfrm>
            <a:off x="8425578" y="4736217"/>
            <a:ext cx="1888606" cy="550243"/>
            <a:chOff x="6489167" y="2895729"/>
            <a:chExt cx="1888606" cy="550243"/>
          </a:xfrm>
        </p:grpSpPr>
        <p:grpSp>
          <p:nvGrpSpPr>
            <p:cNvPr id="12" name="グループ化 11">
              <a:extLst>
                <a:ext uri="{FF2B5EF4-FFF2-40B4-BE49-F238E27FC236}">
                  <a16:creationId xmlns:a16="http://schemas.microsoft.com/office/drawing/2014/main" id="{4193295E-99A3-609D-7CB9-74FF62E98697}"/>
                </a:ext>
              </a:extLst>
            </p:cNvPr>
            <p:cNvGrpSpPr/>
            <p:nvPr/>
          </p:nvGrpSpPr>
          <p:grpSpPr>
            <a:xfrm>
              <a:off x="6503882" y="2895729"/>
              <a:ext cx="1261884" cy="517069"/>
              <a:chOff x="6638751" y="4049760"/>
              <a:chExt cx="1261884" cy="517069"/>
            </a:xfrm>
          </p:grpSpPr>
          <p:sp>
            <p:nvSpPr>
              <p:cNvPr id="15" name="テキスト ボックス 14">
                <a:extLst>
                  <a:ext uri="{FF2B5EF4-FFF2-40B4-BE49-F238E27FC236}">
                    <a16:creationId xmlns:a16="http://schemas.microsoft.com/office/drawing/2014/main" id="{79137FD9-4112-AEE1-9C03-83E036FA5140}"/>
                  </a:ext>
                </a:extLst>
              </p:cNvPr>
              <p:cNvSpPr txBox="1"/>
              <p:nvPr/>
            </p:nvSpPr>
            <p:spPr>
              <a:xfrm>
                <a:off x="6638751" y="4049760"/>
                <a:ext cx="1261884" cy="307777"/>
              </a:xfrm>
              <a:prstGeom prst="rect">
                <a:avLst/>
              </a:prstGeom>
              <a:noFill/>
            </p:spPr>
            <p:txBody>
              <a:bodyPr wrap="none" rtlCol="0">
                <a:spAutoFit/>
              </a:bodyPr>
              <a:lstStyle/>
              <a:p>
                <a:r>
                  <a:rPr lang="ja-JP" altLang="en-US" sz="1400">
                    <a:solidFill>
                      <a:schemeClr val="accent6"/>
                    </a:solidFill>
                    <a:latin typeface="原稿用標準書体" panose="03000503000000000000" pitchFamily="66" charset="-128"/>
                    <a:ea typeface="原稿用標準書体" panose="03000503000000000000" pitchFamily="66" charset="-128"/>
                  </a:rPr>
                  <a:t>特殊スキル</a:t>
                </a:r>
                <a:r>
                  <a:rPr lang="en-US" altLang="ja-JP" sz="1400">
                    <a:solidFill>
                      <a:schemeClr val="accent6"/>
                    </a:solidFill>
                    <a:latin typeface="原稿用標準書体" panose="03000503000000000000" pitchFamily="66" charset="-128"/>
                    <a:ea typeface="原稿用標準書体" panose="03000503000000000000" pitchFamily="66" charset="-128"/>
                  </a:rPr>
                  <a:t>Ⅰ</a:t>
                </a:r>
                <a:endParaRPr lang="en-US" altLang="ja-JP" sz="1400" dirty="0">
                  <a:solidFill>
                    <a:schemeClr val="accent6"/>
                  </a:solidFill>
                  <a:latin typeface="原稿用標準書体" panose="03000503000000000000" pitchFamily="66" charset="-128"/>
                  <a:ea typeface="原稿用標準書体" panose="03000503000000000000" pitchFamily="66" charset="-128"/>
                </a:endParaRPr>
              </a:p>
            </p:txBody>
          </p:sp>
          <p:sp>
            <p:nvSpPr>
              <p:cNvPr id="16" name="テキスト ボックス 15">
                <a:extLst>
                  <a:ext uri="{FF2B5EF4-FFF2-40B4-BE49-F238E27FC236}">
                    <a16:creationId xmlns:a16="http://schemas.microsoft.com/office/drawing/2014/main" id="{8DA3FA9F-AFAF-109C-B09A-7CDC535F5FEC}"/>
                  </a:ext>
                </a:extLst>
              </p:cNvPr>
              <p:cNvSpPr txBox="1"/>
              <p:nvPr/>
            </p:nvSpPr>
            <p:spPr>
              <a:xfrm>
                <a:off x="6643744" y="4320608"/>
                <a:ext cx="1236236" cy="246221"/>
              </a:xfrm>
              <a:prstGeom prst="rect">
                <a:avLst/>
              </a:prstGeom>
              <a:noFill/>
            </p:spPr>
            <p:txBody>
              <a:bodyPr wrap="none" rtlCol="0">
                <a:spAutoFit/>
              </a:bodyPr>
              <a:lstStyle/>
              <a:p>
                <a:r>
                  <a:rPr lang="ja-JP" altLang="en-US" sz="1000">
                    <a:solidFill>
                      <a:schemeClr val="tx1">
                        <a:lumMod val="95000"/>
                        <a:lumOff val="5000"/>
                      </a:schemeClr>
                    </a:solidFill>
                    <a:latin typeface="原稿用標準書体" panose="03000503000000000000" pitchFamily="66" charset="-128"/>
                    <a:ea typeface="原稿用標準書体" panose="03000503000000000000" pitchFamily="66" charset="-128"/>
                  </a:rPr>
                  <a:t>才能開花</a:t>
                </a:r>
                <a:r>
                  <a:rPr lang="en-US" altLang="ja-JP" sz="1000">
                    <a:solidFill>
                      <a:schemeClr val="tx1">
                        <a:lumMod val="95000"/>
                        <a:lumOff val="5000"/>
                      </a:schemeClr>
                    </a:solidFill>
                    <a:latin typeface="原稿用標準書体" panose="03000503000000000000" pitchFamily="66" charset="-128"/>
                    <a:ea typeface="原稿用標準書体" panose="03000503000000000000" pitchFamily="66" charset="-128"/>
                  </a:rPr>
                  <a:t>Ⅲ</a:t>
                </a:r>
                <a:r>
                  <a:rPr lang="ja-JP" altLang="en-US" sz="1000">
                    <a:solidFill>
                      <a:schemeClr val="tx1">
                        <a:lumMod val="95000"/>
                        <a:lumOff val="5000"/>
                      </a:schemeClr>
                    </a:solidFill>
                    <a:latin typeface="原稿用標準書体" panose="03000503000000000000" pitchFamily="66" charset="-128"/>
                    <a:ea typeface="原稿用標準書体" panose="03000503000000000000" pitchFamily="66" charset="-128"/>
                  </a:rPr>
                  <a:t>で解放</a:t>
                </a:r>
                <a:endParaRPr lang="en-US" altLang="ja-JP" sz="1000">
                  <a:solidFill>
                    <a:schemeClr val="tx1">
                      <a:lumMod val="95000"/>
                      <a:lumOff val="5000"/>
                    </a:schemeClr>
                  </a:solidFill>
                  <a:latin typeface="原稿用標準書体" panose="03000503000000000000" pitchFamily="66" charset="-128"/>
                  <a:ea typeface="原稿用標準書体" panose="03000503000000000000" pitchFamily="66" charset="-128"/>
                </a:endParaRPr>
              </a:p>
            </p:txBody>
          </p:sp>
        </p:grpSp>
        <p:cxnSp>
          <p:nvCxnSpPr>
            <p:cNvPr id="14" name="直線コネクタ 13">
              <a:extLst>
                <a:ext uri="{FF2B5EF4-FFF2-40B4-BE49-F238E27FC236}">
                  <a16:creationId xmlns:a16="http://schemas.microsoft.com/office/drawing/2014/main" id="{ABF1145F-829D-D157-8BDD-50FDCBA90013}"/>
                </a:ext>
              </a:extLst>
            </p:cNvPr>
            <p:cNvCxnSpPr>
              <a:cxnSpLocks/>
            </p:cNvCxnSpPr>
            <p:nvPr/>
          </p:nvCxnSpPr>
          <p:spPr>
            <a:xfrm>
              <a:off x="6489167" y="3445972"/>
              <a:ext cx="1888606" cy="0"/>
            </a:xfrm>
            <a:prstGeom prst="line">
              <a:avLst/>
            </a:prstGeom>
            <a:ln>
              <a:solidFill>
                <a:schemeClr val="accent6"/>
              </a:solidFill>
            </a:ln>
          </p:spPr>
          <p:style>
            <a:lnRef idx="2">
              <a:schemeClr val="accent1"/>
            </a:lnRef>
            <a:fillRef idx="0">
              <a:schemeClr val="accent1"/>
            </a:fillRef>
            <a:effectRef idx="1">
              <a:schemeClr val="accent1"/>
            </a:effectRef>
            <a:fontRef idx="minor">
              <a:schemeClr val="tx1"/>
            </a:fontRef>
          </p:style>
        </p:cxnSp>
      </p:grpSp>
      <p:cxnSp>
        <p:nvCxnSpPr>
          <p:cNvPr id="19" name="直線コネクタ 18">
            <a:extLst>
              <a:ext uri="{FF2B5EF4-FFF2-40B4-BE49-F238E27FC236}">
                <a16:creationId xmlns:a16="http://schemas.microsoft.com/office/drawing/2014/main" id="{B2665146-7823-1723-AA87-B6A04F7C5B5D}"/>
              </a:ext>
            </a:extLst>
          </p:cNvPr>
          <p:cNvCxnSpPr>
            <a:cxnSpLocks/>
          </p:cNvCxnSpPr>
          <p:nvPr/>
        </p:nvCxnSpPr>
        <p:spPr>
          <a:xfrm>
            <a:off x="6184354" y="4964813"/>
            <a:ext cx="1888606" cy="0"/>
          </a:xfrm>
          <a:prstGeom prst="line">
            <a:avLst/>
          </a:prstGeom>
          <a:ln>
            <a:solidFill>
              <a:schemeClr val="accent6"/>
            </a:solidFill>
          </a:ln>
        </p:spPr>
        <p:style>
          <a:lnRef idx="2">
            <a:schemeClr val="accent1"/>
          </a:lnRef>
          <a:fillRef idx="0">
            <a:schemeClr val="accent1"/>
          </a:fillRef>
          <a:effectRef idx="1">
            <a:schemeClr val="accent1"/>
          </a:effectRef>
          <a:fontRef idx="minor">
            <a:schemeClr val="tx1"/>
          </a:fontRef>
        </p:style>
      </p:cxnSp>
      <p:grpSp>
        <p:nvGrpSpPr>
          <p:cNvPr id="35" name="グループ化 34">
            <a:extLst>
              <a:ext uri="{FF2B5EF4-FFF2-40B4-BE49-F238E27FC236}">
                <a16:creationId xmlns:a16="http://schemas.microsoft.com/office/drawing/2014/main" id="{5F1058A0-4292-1D74-6E12-8E27ED922EF6}"/>
              </a:ext>
            </a:extLst>
          </p:cNvPr>
          <p:cNvGrpSpPr/>
          <p:nvPr/>
        </p:nvGrpSpPr>
        <p:grpSpPr>
          <a:xfrm>
            <a:off x="8331652" y="575834"/>
            <a:ext cx="3994672" cy="408821"/>
            <a:chOff x="8331652" y="600326"/>
            <a:chExt cx="3994672" cy="408821"/>
          </a:xfrm>
        </p:grpSpPr>
        <p:sp>
          <p:nvSpPr>
            <p:cNvPr id="37" name="正方形/長方形 36">
              <a:extLst>
                <a:ext uri="{FF2B5EF4-FFF2-40B4-BE49-F238E27FC236}">
                  <a16:creationId xmlns:a16="http://schemas.microsoft.com/office/drawing/2014/main" id="{A70CADFF-8DF0-0F7B-7EC0-063A336ABDE2}"/>
                </a:ext>
              </a:extLst>
            </p:cNvPr>
            <p:cNvSpPr/>
            <p:nvPr/>
          </p:nvSpPr>
          <p:spPr>
            <a:xfrm>
              <a:off x="8331652" y="600326"/>
              <a:ext cx="3994672" cy="408821"/>
            </a:xfrm>
            <a:prstGeom prst="rect">
              <a:avLst/>
            </a:prstGeom>
            <a:solidFill>
              <a:schemeClr val="bg1">
                <a:lumMod val="65000"/>
                <a:alpha val="20000"/>
              </a:schemeClr>
            </a:solidFill>
            <a:ln>
              <a:noFill/>
            </a:ln>
            <a:effectLst>
              <a:glow rad="63500">
                <a:schemeClr val="bg1">
                  <a:lumMod val="50000"/>
                  <a:alpha val="2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43" name="グループ化 42">
              <a:extLst>
                <a:ext uri="{FF2B5EF4-FFF2-40B4-BE49-F238E27FC236}">
                  <a16:creationId xmlns:a16="http://schemas.microsoft.com/office/drawing/2014/main" id="{F999F4E9-965D-D86A-F6E6-D8EB9D73A846}"/>
                </a:ext>
              </a:extLst>
            </p:cNvPr>
            <p:cNvGrpSpPr/>
            <p:nvPr/>
          </p:nvGrpSpPr>
          <p:grpSpPr>
            <a:xfrm>
              <a:off x="8648051" y="650848"/>
              <a:ext cx="1231006" cy="307777"/>
              <a:chOff x="7108497" y="887611"/>
              <a:chExt cx="1231006" cy="307777"/>
            </a:xfrm>
          </p:grpSpPr>
          <p:pic>
            <p:nvPicPr>
              <p:cNvPr id="48" name="図 47">
                <a:extLst>
                  <a:ext uri="{FF2B5EF4-FFF2-40B4-BE49-F238E27FC236}">
                    <a16:creationId xmlns:a16="http://schemas.microsoft.com/office/drawing/2014/main" id="{60D177F2-F627-E46E-C47D-EB93027C23E2}"/>
                  </a:ext>
                </a:extLst>
              </p:cNvPr>
              <p:cNvPicPr>
                <a:picLocks noChangeAspect="1"/>
              </p:cNvPicPr>
              <p:nvPr/>
            </p:nvPicPr>
            <p:blipFill>
              <a:blip r:embed="rId8">
                <a:biLevel thresh="25000"/>
                <a:extLst>
                  <a:ext uri="{28A0092B-C50C-407E-A947-70E740481C1C}">
                    <a14:useLocalDpi xmlns:a14="http://schemas.microsoft.com/office/drawing/2010/main" val="0"/>
                  </a:ext>
                </a:extLst>
              </a:blip>
              <a:stretch>
                <a:fillRect/>
              </a:stretch>
            </p:blipFill>
            <p:spPr>
              <a:xfrm>
                <a:off x="7108497" y="914380"/>
                <a:ext cx="202448" cy="254238"/>
              </a:xfrm>
              <a:prstGeom prst="rect">
                <a:avLst/>
              </a:prstGeom>
            </p:spPr>
          </p:pic>
          <p:sp>
            <p:nvSpPr>
              <p:cNvPr id="65" name="テキスト ボックス 64">
                <a:extLst>
                  <a:ext uri="{FF2B5EF4-FFF2-40B4-BE49-F238E27FC236}">
                    <a16:creationId xmlns:a16="http://schemas.microsoft.com/office/drawing/2014/main" id="{27FB2256-FBED-B3AA-EDC4-5D734F9D9F4F}"/>
                  </a:ext>
                </a:extLst>
              </p:cNvPr>
              <p:cNvSpPr txBox="1"/>
              <p:nvPr/>
            </p:nvSpPr>
            <p:spPr>
              <a:xfrm>
                <a:off x="7436692" y="887611"/>
                <a:ext cx="902811"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00000000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44" name="グループ化 43">
              <a:extLst>
                <a:ext uri="{FF2B5EF4-FFF2-40B4-BE49-F238E27FC236}">
                  <a16:creationId xmlns:a16="http://schemas.microsoft.com/office/drawing/2014/main" id="{7AEF6CDD-E663-7160-F83D-1C9B97100931}"/>
                </a:ext>
              </a:extLst>
            </p:cNvPr>
            <p:cNvGrpSpPr/>
            <p:nvPr/>
          </p:nvGrpSpPr>
          <p:grpSpPr>
            <a:xfrm>
              <a:off x="10177914" y="650848"/>
              <a:ext cx="1263752" cy="307777"/>
              <a:chOff x="9272844" y="887611"/>
              <a:chExt cx="1263752" cy="307777"/>
            </a:xfrm>
          </p:grpSpPr>
          <p:pic>
            <p:nvPicPr>
              <p:cNvPr id="45" name="図 44">
                <a:extLst>
                  <a:ext uri="{FF2B5EF4-FFF2-40B4-BE49-F238E27FC236}">
                    <a16:creationId xmlns:a16="http://schemas.microsoft.com/office/drawing/2014/main" id="{27DD7DF1-36C7-D6FF-84FA-BA1153221558}"/>
                  </a:ext>
                </a:extLst>
              </p:cNvPr>
              <p:cNvPicPr>
                <a:picLocks noChangeAspect="1"/>
              </p:cNvPicPr>
              <p:nvPr/>
            </p:nvPicPr>
            <p:blipFill>
              <a:blip r:embed="rId9">
                <a:biLevel thresh="25000"/>
                <a:extLst>
                  <a:ext uri="{28A0092B-C50C-407E-A947-70E740481C1C}">
                    <a14:useLocalDpi xmlns:a14="http://schemas.microsoft.com/office/drawing/2010/main" val="0"/>
                  </a:ext>
                </a:extLst>
              </a:blip>
              <a:stretch>
                <a:fillRect/>
              </a:stretch>
            </p:blipFill>
            <p:spPr>
              <a:xfrm>
                <a:off x="9272844" y="905906"/>
                <a:ext cx="273428" cy="271187"/>
              </a:xfrm>
              <a:prstGeom prst="rect">
                <a:avLst/>
              </a:prstGeom>
            </p:spPr>
          </p:pic>
          <p:sp>
            <p:nvSpPr>
              <p:cNvPr id="46" name="テキスト ボックス 45">
                <a:extLst>
                  <a:ext uri="{FF2B5EF4-FFF2-40B4-BE49-F238E27FC236}">
                    <a16:creationId xmlns:a16="http://schemas.microsoft.com/office/drawing/2014/main" id="{069FF49D-F610-9DB5-69A3-BDFA2C8EB458}"/>
                  </a:ext>
                </a:extLst>
              </p:cNvPr>
              <p:cNvSpPr txBox="1"/>
              <p:nvPr/>
            </p:nvSpPr>
            <p:spPr>
              <a:xfrm>
                <a:off x="9633785" y="887611"/>
                <a:ext cx="902811"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00000000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grpSp>
        <p:nvGrpSpPr>
          <p:cNvPr id="52" name="グループ化 51">
            <a:extLst>
              <a:ext uri="{FF2B5EF4-FFF2-40B4-BE49-F238E27FC236}">
                <a16:creationId xmlns:a16="http://schemas.microsoft.com/office/drawing/2014/main" id="{FD15DF90-EED3-327C-9218-144EC967E8F9}"/>
              </a:ext>
            </a:extLst>
          </p:cNvPr>
          <p:cNvGrpSpPr/>
          <p:nvPr/>
        </p:nvGrpSpPr>
        <p:grpSpPr>
          <a:xfrm>
            <a:off x="5776875" y="1454761"/>
            <a:ext cx="5864380" cy="581014"/>
            <a:chOff x="5776875" y="1454761"/>
            <a:chExt cx="5864380" cy="581014"/>
          </a:xfrm>
        </p:grpSpPr>
        <p:grpSp>
          <p:nvGrpSpPr>
            <p:cNvPr id="54" name="グループ化 53">
              <a:extLst>
                <a:ext uri="{FF2B5EF4-FFF2-40B4-BE49-F238E27FC236}">
                  <a16:creationId xmlns:a16="http://schemas.microsoft.com/office/drawing/2014/main" id="{B070E280-B2BA-A7AB-CE1D-D0BCC519513A}"/>
                </a:ext>
              </a:extLst>
            </p:cNvPr>
            <p:cNvGrpSpPr/>
            <p:nvPr/>
          </p:nvGrpSpPr>
          <p:grpSpPr>
            <a:xfrm>
              <a:off x="5776875" y="1454761"/>
              <a:ext cx="5864380" cy="578019"/>
              <a:chOff x="5776875" y="1454761"/>
              <a:chExt cx="5864380" cy="578019"/>
            </a:xfrm>
          </p:grpSpPr>
          <p:grpSp>
            <p:nvGrpSpPr>
              <p:cNvPr id="60" name="グループ化 59">
                <a:extLst>
                  <a:ext uri="{FF2B5EF4-FFF2-40B4-BE49-F238E27FC236}">
                    <a16:creationId xmlns:a16="http://schemas.microsoft.com/office/drawing/2014/main" id="{DDCD3369-65BC-CD3D-98D5-FFFC54E62525}"/>
                  </a:ext>
                </a:extLst>
              </p:cNvPr>
              <p:cNvGrpSpPr/>
              <p:nvPr/>
            </p:nvGrpSpPr>
            <p:grpSpPr>
              <a:xfrm>
                <a:off x="5776875" y="1454761"/>
                <a:ext cx="5864380" cy="578019"/>
                <a:chOff x="1151428" y="1663429"/>
                <a:chExt cx="10129383" cy="553330"/>
              </a:xfrm>
            </p:grpSpPr>
            <p:sp>
              <p:nvSpPr>
                <p:cNvPr id="66" name="四角形: 上の 2 つの角を丸める 65">
                  <a:extLst>
                    <a:ext uri="{FF2B5EF4-FFF2-40B4-BE49-F238E27FC236}">
                      <a16:creationId xmlns:a16="http://schemas.microsoft.com/office/drawing/2014/main" id="{21B45129-19EE-3153-0B8F-787C4C09D882}"/>
                    </a:ext>
                  </a:extLst>
                </p:cNvPr>
                <p:cNvSpPr/>
                <p:nvPr/>
              </p:nvSpPr>
              <p:spPr>
                <a:xfrm>
                  <a:off x="1151428" y="1663429"/>
                  <a:ext cx="2977106" cy="553330"/>
                </a:xfrm>
                <a:prstGeom prst="round2SameRect">
                  <a:avLst/>
                </a:prstGeom>
                <a:solidFill>
                  <a:srgbClr val="7C559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68" name="四角形: 上の 2 つの角を丸める 67">
                  <a:extLst>
                    <a:ext uri="{FF2B5EF4-FFF2-40B4-BE49-F238E27FC236}">
                      <a16:creationId xmlns:a16="http://schemas.microsoft.com/office/drawing/2014/main" id="{78CF0C6A-8C15-89A7-A4A0-B3E711A19114}"/>
                    </a:ext>
                  </a:extLst>
                </p:cNvPr>
                <p:cNvSpPr/>
                <p:nvPr/>
              </p:nvSpPr>
              <p:spPr>
                <a:xfrm>
                  <a:off x="8303705" y="1663429"/>
                  <a:ext cx="2977106" cy="553330"/>
                </a:xfrm>
                <a:prstGeom prst="round2SameRect">
                  <a:avLst/>
                </a:prstGeom>
                <a:solidFill>
                  <a:schemeClr val="accent6">
                    <a:lumMod val="60000"/>
                    <a:lumOff val="4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62" name="テキスト ボックス 61">
                <a:extLst>
                  <a:ext uri="{FF2B5EF4-FFF2-40B4-BE49-F238E27FC236}">
                    <a16:creationId xmlns:a16="http://schemas.microsoft.com/office/drawing/2014/main" id="{E286203A-4C4B-E7C9-CB30-985AA35091A6}"/>
                  </a:ext>
                </a:extLst>
              </p:cNvPr>
              <p:cNvSpPr txBox="1"/>
              <p:nvPr/>
            </p:nvSpPr>
            <p:spPr>
              <a:xfrm>
                <a:off x="10045928" y="1521142"/>
                <a:ext cx="1467069" cy="400110"/>
              </a:xfrm>
              <a:prstGeom prst="rect">
                <a:avLst/>
              </a:prstGeom>
              <a:noFill/>
            </p:spPr>
            <p:txBody>
              <a:bodyPr wrap="none" rtlCol="0">
                <a:spAutoFit/>
              </a:bodyPr>
              <a:lstStyle/>
              <a:p>
                <a:pPr algn="ctr"/>
                <a:r>
                  <a:rPr lang="ja-JP" altLang="en-US" sz="2000">
                    <a:solidFill>
                      <a:schemeClr val="bg1">
                        <a:lumMod val="95000"/>
                      </a:schemeClr>
                    </a:solidFill>
                    <a:latin typeface="原稿用標準書体" panose="03000503000000000000" pitchFamily="66" charset="-128"/>
                    <a:ea typeface="原稿用標準書体" panose="03000503000000000000" pitchFamily="66" charset="-128"/>
                  </a:rPr>
                  <a:t>超ドリンク</a:t>
                </a:r>
                <a:endPar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64" name="テキスト ボックス 63">
                <a:extLst>
                  <a:ext uri="{FF2B5EF4-FFF2-40B4-BE49-F238E27FC236}">
                    <a16:creationId xmlns:a16="http://schemas.microsoft.com/office/drawing/2014/main" id="{B2DEEEDA-3DA8-0E31-4FCE-901FE80FB063}"/>
                  </a:ext>
                </a:extLst>
              </p:cNvPr>
              <p:cNvSpPr txBox="1"/>
              <p:nvPr/>
            </p:nvSpPr>
            <p:spPr>
              <a:xfrm>
                <a:off x="6161616" y="1519921"/>
                <a:ext cx="954107" cy="406432"/>
              </a:xfrm>
              <a:prstGeom prst="rect">
                <a:avLst/>
              </a:prstGeom>
              <a:noFill/>
            </p:spPr>
            <p:txBody>
              <a:bodyPr wrap="none" rtlCol="0">
                <a:spAutoFit/>
              </a:bodyPr>
              <a:lstStyle/>
              <a:p>
                <a:pPr algn="ctr"/>
                <a:r>
                  <a:rPr lang="ja-JP" altLang="en-US" sz="2000">
                    <a:solidFill>
                      <a:schemeClr val="bg1">
                        <a:lumMod val="95000"/>
                      </a:schemeClr>
                    </a:solidFill>
                    <a:latin typeface="原稿用標準書体" panose="03000503000000000000" pitchFamily="66" charset="-128"/>
                    <a:ea typeface="原稿用標準書体" panose="03000503000000000000" pitchFamily="66" charset="-128"/>
                  </a:rPr>
                  <a:t>レベル</a:t>
                </a:r>
                <a:endPar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sp>
          <p:nvSpPr>
            <p:cNvPr id="56" name="四角形: 上の 2 つの角を丸める 55">
              <a:extLst>
                <a:ext uri="{FF2B5EF4-FFF2-40B4-BE49-F238E27FC236}">
                  <a16:creationId xmlns:a16="http://schemas.microsoft.com/office/drawing/2014/main" id="{C2C8D017-99E4-0DDB-A247-43C61F753EDD}"/>
                </a:ext>
              </a:extLst>
            </p:cNvPr>
            <p:cNvSpPr/>
            <p:nvPr/>
          </p:nvSpPr>
          <p:spPr>
            <a:xfrm>
              <a:off x="7859171" y="1457756"/>
              <a:ext cx="1723588" cy="578019"/>
            </a:xfrm>
            <a:prstGeom prst="round2SameRect">
              <a:avLst/>
            </a:prstGeom>
            <a:solidFill>
              <a:srgbClr val="D9D9D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8" name="テキスト ボックス 57">
              <a:extLst>
                <a:ext uri="{FF2B5EF4-FFF2-40B4-BE49-F238E27FC236}">
                  <a16:creationId xmlns:a16="http://schemas.microsoft.com/office/drawing/2014/main" id="{25217E85-BCB1-C517-6B4C-B2173FA363CE}"/>
                </a:ext>
              </a:extLst>
            </p:cNvPr>
            <p:cNvSpPr txBox="1"/>
            <p:nvPr/>
          </p:nvSpPr>
          <p:spPr>
            <a:xfrm>
              <a:off x="8115671" y="1527386"/>
              <a:ext cx="1210588" cy="400110"/>
            </a:xfrm>
            <a:prstGeom prst="rect">
              <a:avLst/>
            </a:prstGeom>
            <a:noFill/>
          </p:spPr>
          <p:txBody>
            <a:bodyPr wrap="none" rtlCol="0">
              <a:spAutoFit/>
            </a:bodyPr>
            <a:lstStyle/>
            <a:p>
              <a:pPr algn="ctr"/>
              <a:r>
                <a:rPr lang="ja-JP" altLang="en-US" sz="2000">
                  <a:solidFill>
                    <a:srgbClr val="7C5599"/>
                  </a:solidFill>
                  <a:latin typeface="原稿用標準書体" panose="03000503000000000000" pitchFamily="66" charset="-128"/>
                  <a:ea typeface="原稿用標準書体" panose="03000503000000000000" pitchFamily="66" charset="-128"/>
                </a:rPr>
                <a:t>才能開花</a:t>
              </a:r>
              <a:endParaRPr lang="ja-JP" altLang="en-US" sz="2000" dirty="0">
                <a:solidFill>
                  <a:srgbClr val="7C5599"/>
                </a:solidFill>
                <a:latin typeface="原稿用標準書体" panose="03000503000000000000" pitchFamily="66" charset="-128"/>
                <a:ea typeface="原稿用標準書体" panose="03000503000000000000" pitchFamily="66" charset="-128"/>
              </a:endParaRPr>
            </a:p>
          </p:txBody>
        </p:sp>
      </p:grpSp>
    </p:spTree>
    <p:extLst>
      <p:ext uri="{BB962C8B-B14F-4D97-AF65-F5344CB8AC3E}">
        <p14:creationId xmlns:p14="http://schemas.microsoft.com/office/powerpoint/2010/main" val="36957515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64" presetClass="path" presetSubtype="0" accel="50000" decel="50000" fill="hold" nodeType="clickEffect">
                                  <p:stCondLst>
                                    <p:cond delay="500"/>
                                  </p:stCondLst>
                                  <p:childTnLst>
                                    <p:animMotion origin="layout" path="M 0 3.33333E-6 L 0 -1.87778 " pathEditMode="relative" rAng="0" ptsTypes="AA">
                                      <p:cBhvr>
                                        <p:cTn id="6" dur="2000" fill="hold"/>
                                        <p:tgtEl>
                                          <p:spTgt spid="50"/>
                                        </p:tgtEl>
                                        <p:attrNameLst>
                                          <p:attrName>ppt_x</p:attrName>
                                          <p:attrName>ppt_y</p:attrName>
                                        </p:attrNameLst>
                                      </p:cBhvr>
                                      <p:rCtr x="0" y="-93935"/>
                                    </p:animMotion>
                                  </p:childTnLst>
                                </p:cTn>
                              </p:par>
                            </p:childTnLst>
                          </p:cTn>
                        </p:par>
                        <p:par>
                          <p:cTn id="7" fill="hold">
                            <p:stCondLst>
                              <p:cond delay="2500"/>
                            </p:stCondLst>
                            <p:childTnLst>
                              <p:par>
                                <p:cTn id="8" presetID="10" presetClass="exit" presetSubtype="0" fill="hold" nodeType="afterEffect">
                                  <p:stCondLst>
                                    <p:cond delay="0"/>
                                  </p:stCondLst>
                                  <p:childTnLst>
                                    <p:animEffect transition="out" filter="fade">
                                      <p:cBhvr>
                                        <p:cTn id="9" dur="500"/>
                                        <p:tgtEl>
                                          <p:spTgt spid="50"/>
                                        </p:tgtEl>
                                      </p:cBhvr>
                                    </p:animEffect>
                                    <p:set>
                                      <p:cBhvr>
                                        <p:cTn id="10" dur="1" fill="hold">
                                          <p:stCondLst>
                                            <p:cond delay="499"/>
                                          </p:stCondLst>
                                        </p:cTn>
                                        <p:tgtEl>
                                          <p:spTgt spid="50"/>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6.xml><?xml version="1.0" encoding="utf-8"?>
<p:sld xmlns:a="http://schemas.openxmlformats.org/drawingml/2006/main" xmlns:r="http://schemas.openxmlformats.org/officeDocument/2006/relationships" xmlns:p="http://schemas.openxmlformats.org/presentationml/2006/main">
  <p:cSld>
    <p:bg>
      <p:bgPr>
        <a:solidFill>
          <a:schemeClr val="tx1">
            <a:lumMod val="95000"/>
            <a:lumOff val="5000"/>
          </a:schemeClr>
        </a:solidFill>
        <a:effectLst/>
      </p:bgPr>
    </p:bg>
    <p:spTree>
      <p:nvGrpSpPr>
        <p:cNvPr id="1" name="">
          <a:extLst>
            <a:ext uri="{FF2B5EF4-FFF2-40B4-BE49-F238E27FC236}">
              <a16:creationId xmlns:a16="http://schemas.microsoft.com/office/drawing/2014/main" id="{6D4CFAFF-1A82-45CC-D7D4-66D4ADB31712}"/>
            </a:ext>
          </a:extLst>
        </p:cNvPr>
        <p:cNvGrpSpPr/>
        <p:nvPr/>
      </p:nvGrpSpPr>
      <p:grpSpPr>
        <a:xfrm>
          <a:off x="0" y="0"/>
          <a:ext cx="0" cy="0"/>
          <a:chOff x="0" y="0"/>
          <a:chExt cx="0" cy="0"/>
        </a:xfrm>
      </p:grpSpPr>
      <p:grpSp>
        <p:nvGrpSpPr>
          <p:cNvPr id="11" name="グループ化 10">
            <a:extLst>
              <a:ext uri="{FF2B5EF4-FFF2-40B4-BE49-F238E27FC236}">
                <a16:creationId xmlns:a16="http://schemas.microsoft.com/office/drawing/2014/main" id="{08919CF7-DAB4-306D-2963-35B62DE8550A}"/>
              </a:ext>
            </a:extLst>
          </p:cNvPr>
          <p:cNvGrpSpPr/>
          <p:nvPr/>
        </p:nvGrpSpPr>
        <p:grpSpPr>
          <a:xfrm>
            <a:off x="5776874" y="1454761"/>
            <a:ext cx="5864381" cy="578019"/>
            <a:chOff x="5776874" y="1454761"/>
            <a:chExt cx="5864381" cy="578019"/>
          </a:xfrm>
        </p:grpSpPr>
        <p:grpSp>
          <p:nvGrpSpPr>
            <p:cNvPr id="17" name="グループ化 16">
              <a:extLst>
                <a:ext uri="{FF2B5EF4-FFF2-40B4-BE49-F238E27FC236}">
                  <a16:creationId xmlns:a16="http://schemas.microsoft.com/office/drawing/2014/main" id="{B95DEF76-98F9-F0CE-532F-D4A0A0500080}"/>
                </a:ext>
              </a:extLst>
            </p:cNvPr>
            <p:cNvGrpSpPr/>
            <p:nvPr/>
          </p:nvGrpSpPr>
          <p:grpSpPr>
            <a:xfrm>
              <a:off x="5776874" y="1454761"/>
              <a:ext cx="5864381" cy="578019"/>
              <a:chOff x="1151426" y="1663429"/>
              <a:chExt cx="10129385" cy="553330"/>
            </a:xfrm>
          </p:grpSpPr>
          <p:sp>
            <p:nvSpPr>
              <p:cNvPr id="33" name="四角形: 上の 2 つの角を丸める 32">
                <a:extLst>
                  <a:ext uri="{FF2B5EF4-FFF2-40B4-BE49-F238E27FC236}">
                    <a16:creationId xmlns:a16="http://schemas.microsoft.com/office/drawing/2014/main" id="{892C2542-59D0-9636-F38A-63F4F91CFB98}"/>
                  </a:ext>
                </a:extLst>
              </p:cNvPr>
              <p:cNvSpPr/>
              <p:nvPr/>
            </p:nvSpPr>
            <p:spPr>
              <a:xfrm>
                <a:off x="1151426" y="1663429"/>
                <a:ext cx="4593302" cy="553330"/>
              </a:xfrm>
              <a:prstGeom prst="round2SameRect">
                <a:avLst/>
              </a:prstGeom>
              <a:solidFill>
                <a:schemeClr val="accent6">
                  <a:lumMod val="60000"/>
                  <a:lumOff val="4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34" name="四角形: 上の 2 つの角を丸める 33">
                <a:extLst>
                  <a:ext uri="{FF2B5EF4-FFF2-40B4-BE49-F238E27FC236}">
                    <a16:creationId xmlns:a16="http://schemas.microsoft.com/office/drawing/2014/main" id="{F314B6E8-B786-594A-58C4-EBB45B20E9F7}"/>
                  </a:ext>
                </a:extLst>
              </p:cNvPr>
              <p:cNvSpPr/>
              <p:nvPr/>
            </p:nvSpPr>
            <p:spPr>
              <a:xfrm>
                <a:off x="6677614" y="1663429"/>
                <a:ext cx="4603197" cy="553330"/>
              </a:xfrm>
              <a:prstGeom prst="round2Same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31" name="テキスト ボックス 30">
              <a:extLst>
                <a:ext uri="{FF2B5EF4-FFF2-40B4-BE49-F238E27FC236}">
                  <a16:creationId xmlns:a16="http://schemas.microsoft.com/office/drawing/2014/main" id="{0430A92C-C6D7-B3C2-7F73-CB6946D9AE62}"/>
                </a:ext>
              </a:extLst>
            </p:cNvPr>
            <p:cNvSpPr txBox="1"/>
            <p:nvPr/>
          </p:nvSpPr>
          <p:spPr>
            <a:xfrm>
              <a:off x="9703456" y="1521142"/>
              <a:ext cx="1210588" cy="400110"/>
            </a:xfrm>
            <a:prstGeom prst="rect">
              <a:avLst/>
            </a:prstGeom>
            <a:noFill/>
          </p:spPr>
          <p:txBody>
            <a:bodyPr wrap="none" rtlCol="0">
              <a:spAutoFit/>
            </a:bodyPr>
            <a:lstStyle/>
            <a:p>
              <a:pPr algn="ctr"/>
              <a:r>
                <a:rPr lang="ja-JP" altLang="en-US" sz="2000">
                  <a:solidFill>
                    <a:schemeClr val="accent6"/>
                  </a:solidFill>
                  <a:latin typeface="原稿用標準書体" panose="03000503000000000000" pitchFamily="66" charset="-128"/>
                  <a:ea typeface="原稿用標準書体" panose="03000503000000000000" pitchFamily="66" charset="-128"/>
                </a:rPr>
                <a:t>才能開花</a:t>
              </a:r>
              <a:endParaRPr lang="ja-JP" altLang="en-US" sz="2000" dirty="0">
                <a:solidFill>
                  <a:schemeClr val="accent6"/>
                </a:solidFill>
                <a:latin typeface="原稿用標準書体" panose="03000503000000000000" pitchFamily="66" charset="-128"/>
                <a:ea typeface="原稿用標準書体" panose="03000503000000000000" pitchFamily="66" charset="-128"/>
              </a:endParaRPr>
            </a:p>
          </p:txBody>
        </p:sp>
        <p:sp>
          <p:nvSpPr>
            <p:cNvPr id="32" name="テキスト ボックス 31">
              <a:extLst>
                <a:ext uri="{FF2B5EF4-FFF2-40B4-BE49-F238E27FC236}">
                  <a16:creationId xmlns:a16="http://schemas.microsoft.com/office/drawing/2014/main" id="{C7A9E4FB-8BBE-4237-FF9A-29AD345EE6A3}"/>
                </a:ext>
              </a:extLst>
            </p:cNvPr>
            <p:cNvSpPr txBox="1"/>
            <p:nvPr/>
          </p:nvSpPr>
          <p:spPr>
            <a:xfrm>
              <a:off x="6629461" y="1519921"/>
              <a:ext cx="954107" cy="406432"/>
            </a:xfrm>
            <a:prstGeom prst="rect">
              <a:avLst/>
            </a:prstGeom>
            <a:noFill/>
          </p:spPr>
          <p:txBody>
            <a:bodyPr wrap="none" rtlCol="0">
              <a:spAutoFit/>
            </a:bodyPr>
            <a:lstStyle/>
            <a:p>
              <a:pPr algn="ctr"/>
              <a:r>
                <a:rPr lang="ja-JP" altLang="en-US" sz="2000">
                  <a:solidFill>
                    <a:schemeClr val="bg1">
                      <a:lumMod val="95000"/>
                    </a:schemeClr>
                  </a:solidFill>
                  <a:latin typeface="原稿用標準書体" panose="03000503000000000000" pitchFamily="66" charset="-128"/>
                  <a:ea typeface="原稿用標準書体" panose="03000503000000000000" pitchFamily="66" charset="-128"/>
                </a:rPr>
                <a:t>レベル</a:t>
              </a:r>
              <a:endPar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pic>
        <p:nvPicPr>
          <p:cNvPr id="3" name="図 2">
            <a:extLst>
              <a:ext uri="{FF2B5EF4-FFF2-40B4-BE49-F238E27FC236}">
                <a16:creationId xmlns:a16="http://schemas.microsoft.com/office/drawing/2014/main" id="{07032B38-AD68-FC11-1103-D13AD191634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38842" y="1454761"/>
            <a:ext cx="5249937" cy="7307233"/>
          </a:xfrm>
          <a:prstGeom prst="rect">
            <a:avLst/>
          </a:prstGeom>
        </p:spPr>
      </p:pic>
      <p:sp>
        <p:nvSpPr>
          <p:cNvPr id="47" name="四角形: 上の 2 つの角を丸める 46">
            <a:extLst>
              <a:ext uri="{FF2B5EF4-FFF2-40B4-BE49-F238E27FC236}">
                <a16:creationId xmlns:a16="http://schemas.microsoft.com/office/drawing/2014/main" id="{49DC2DBE-A4B7-68CD-0868-6F3DCFDE1856}"/>
              </a:ext>
            </a:extLst>
          </p:cNvPr>
          <p:cNvSpPr/>
          <p:nvPr/>
        </p:nvSpPr>
        <p:spPr>
          <a:xfrm flipV="1">
            <a:off x="5776875" y="2032777"/>
            <a:ext cx="5864379" cy="4307252"/>
          </a:xfrm>
          <a:prstGeom prst="round2SameRect">
            <a:avLst>
              <a:gd name="adj1" fmla="val 2338"/>
              <a:gd name="adj2" fmla="val 0"/>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20" name="グループ化 19">
            <a:extLst>
              <a:ext uri="{FF2B5EF4-FFF2-40B4-BE49-F238E27FC236}">
                <a16:creationId xmlns:a16="http://schemas.microsoft.com/office/drawing/2014/main" id="{5F7B61CD-4181-612F-723C-50D3F78F12B4}"/>
              </a:ext>
            </a:extLst>
          </p:cNvPr>
          <p:cNvGrpSpPr/>
          <p:nvPr/>
        </p:nvGrpSpPr>
        <p:grpSpPr>
          <a:xfrm>
            <a:off x="163586" y="134635"/>
            <a:ext cx="3123445" cy="1396119"/>
            <a:chOff x="163586" y="134635"/>
            <a:chExt cx="3123445" cy="1396119"/>
          </a:xfrm>
        </p:grpSpPr>
        <p:sp>
          <p:nvSpPr>
            <p:cNvPr id="21" name="四角形: 角を丸くする 20">
              <a:extLst>
                <a:ext uri="{FF2B5EF4-FFF2-40B4-BE49-F238E27FC236}">
                  <a16:creationId xmlns:a16="http://schemas.microsoft.com/office/drawing/2014/main" id="{681AF890-C50F-2AA7-3390-192FD71B7FFA}"/>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22" name="テキスト ボックス 21">
              <a:extLst>
                <a:ext uri="{FF2B5EF4-FFF2-40B4-BE49-F238E27FC236}">
                  <a16:creationId xmlns:a16="http://schemas.microsoft.com/office/drawing/2014/main" id="{C9A47A26-A7EC-87A0-2DCE-B821D93A1854}"/>
                </a:ext>
              </a:extLst>
            </p:cNvPr>
            <p:cNvSpPr txBox="1"/>
            <p:nvPr/>
          </p:nvSpPr>
          <p:spPr>
            <a:xfrm>
              <a:off x="1624595" y="641390"/>
              <a:ext cx="146706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キャラ強化</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23" name="グループ化 22">
              <a:extLst>
                <a:ext uri="{FF2B5EF4-FFF2-40B4-BE49-F238E27FC236}">
                  <a16:creationId xmlns:a16="http://schemas.microsoft.com/office/drawing/2014/main" id="{05B8DE7D-46A2-6D27-C8CF-BD5C16A95D3E}"/>
                </a:ext>
              </a:extLst>
            </p:cNvPr>
            <p:cNvGrpSpPr/>
            <p:nvPr/>
          </p:nvGrpSpPr>
          <p:grpSpPr>
            <a:xfrm>
              <a:off x="163586" y="134635"/>
              <a:ext cx="1975684" cy="1396119"/>
              <a:chOff x="163586" y="134635"/>
              <a:chExt cx="1975684" cy="1396119"/>
            </a:xfrm>
          </p:grpSpPr>
          <p:grpSp>
            <p:nvGrpSpPr>
              <p:cNvPr id="24" name="グループ化 23">
                <a:extLst>
                  <a:ext uri="{FF2B5EF4-FFF2-40B4-BE49-F238E27FC236}">
                    <a16:creationId xmlns:a16="http://schemas.microsoft.com/office/drawing/2014/main" id="{36F79730-F948-5FA0-B052-BC860462DC1A}"/>
                  </a:ext>
                </a:extLst>
              </p:cNvPr>
              <p:cNvGrpSpPr/>
              <p:nvPr/>
            </p:nvGrpSpPr>
            <p:grpSpPr>
              <a:xfrm>
                <a:off x="163586" y="134635"/>
                <a:ext cx="1975684" cy="1396119"/>
                <a:chOff x="163586" y="134635"/>
                <a:chExt cx="1975684" cy="1396119"/>
              </a:xfrm>
            </p:grpSpPr>
            <p:pic>
              <p:nvPicPr>
                <p:cNvPr id="26" name="図 25">
                  <a:extLst>
                    <a:ext uri="{FF2B5EF4-FFF2-40B4-BE49-F238E27FC236}">
                      <a16:creationId xmlns:a16="http://schemas.microsoft.com/office/drawing/2014/main" id="{D20B37FD-3DD0-F454-2657-2B4B0213796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7" name="楕円 26">
                  <a:extLst>
                    <a:ext uri="{FF2B5EF4-FFF2-40B4-BE49-F238E27FC236}">
                      <a16:creationId xmlns:a16="http://schemas.microsoft.com/office/drawing/2014/main" id="{A196B261-C2A4-02B8-6DEA-E9B5B69B6431}"/>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5" name="図 24">
                <a:extLst>
                  <a:ext uri="{FF2B5EF4-FFF2-40B4-BE49-F238E27FC236}">
                    <a16:creationId xmlns:a16="http://schemas.microsoft.com/office/drawing/2014/main" id="{79A0ED91-7021-B704-441F-394829E1D1E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sp>
        <p:nvSpPr>
          <p:cNvPr id="28" name="フローチャート: 論理積ゲート 27">
            <a:extLst>
              <a:ext uri="{FF2B5EF4-FFF2-40B4-BE49-F238E27FC236}">
                <a16:creationId xmlns:a16="http://schemas.microsoft.com/office/drawing/2014/main" id="{E3832503-5741-E7FD-5423-6798C1304121}"/>
              </a:ext>
            </a:extLst>
          </p:cNvPr>
          <p:cNvSpPr/>
          <p:nvPr/>
        </p:nvSpPr>
        <p:spPr>
          <a:xfrm rot="16200000">
            <a:off x="2344669" y="3412898"/>
            <a:ext cx="1516101" cy="4338157"/>
          </a:xfrm>
          <a:prstGeom prst="flowChartDelay">
            <a:avLst/>
          </a:prstGeom>
          <a:solidFill>
            <a:schemeClr val="tx2">
              <a:lumMod val="20000"/>
              <a:lumOff val="80000"/>
              <a:alpha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8" name="グループ化 17">
            <a:extLst>
              <a:ext uri="{FF2B5EF4-FFF2-40B4-BE49-F238E27FC236}">
                <a16:creationId xmlns:a16="http://schemas.microsoft.com/office/drawing/2014/main" id="{C804D0F2-268C-23F0-EF18-D2BEB07ACBDA}"/>
              </a:ext>
            </a:extLst>
          </p:cNvPr>
          <p:cNvGrpSpPr/>
          <p:nvPr/>
        </p:nvGrpSpPr>
        <p:grpSpPr>
          <a:xfrm>
            <a:off x="2296512" y="4969558"/>
            <a:ext cx="1612416" cy="560146"/>
            <a:chOff x="7098261" y="4231434"/>
            <a:chExt cx="1612416" cy="560146"/>
          </a:xfrm>
        </p:grpSpPr>
        <p:pic>
          <p:nvPicPr>
            <p:cNvPr id="29" name="図 28">
              <a:extLst>
                <a:ext uri="{FF2B5EF4-FFF2-40B4-BE49-F238E27FC236}">
                  <a16:creationId xmlns:a16="http://schemas.microsoft.com/office/drawing/2014/main" id="{5BC3E209-57E6-2DB5-10DF-2710AAB0DAB5}"/>
                </a:ext>
              </a:extLst>
            </p:cNvPr>
            <p:cNvPicPr>
              <a:picLocks noChangeAspect="1"/>
            </p:cNvPicPr>
            <p:nvPr/>
          </p:nvPicPr>
          <p:blipFill>
            <a:blip r:embed="rId5">
              <a:duotone>
                <a:schemeClr val="accent3">
                  <a:shade val="45000"/>
                  <a:satMod val="135000"/>
                </a:schemeClr>
                <a:prstClr val="white"/>
              </a:duotone>
              <a:extLst>
                <a:ext uri="{28A0092B-C50C-407E-A947-70E740481C1C}">
                  <a14:useLocalDpi xmlns:a14="http://schemas.microsoft.com/office/drawing/2010/main" val="0"/>
                </a:ext>
              </a:extLst>
            </a:blip>
            <a:srcRect l="6840" t="30163" r="48646" b="36883"/>
            <a:stretch>
              <a:fillRect/>
            </a:stretch>
          </p:blipFill>
          <p:spPr>
            <a:xfrm>
              <a:off x="7098261" y="4231434"/>
              <a:ext cx="504420" cy="560146"/>
            </a:xfrm>
            <a:prstGeom prst="rect">
              <a:avLst/>
            </a:prstGeom>
          </p:spPr>
        </p:pic>
        <p:sp>
          <p:nvSpPr>
            <p:cNvPr id="30" name="テキスト ボックス 29">
              <a:extLst>
                <a:ext uri="{FF2B5EF4-FFF2-40B4-BE49-F238E27FC236}">
                  <a16:creationId xmlns:a16="http://schemas.microsoft.com/office/drawing/2014/main" id="{62394DA5-1797-5017-3215-ABC7FD4265F0}"/>
                </a:ext>
              </a:extLst>
            </p:cNvPr>
            <p:cNvSpPr txBox="1"/>
            <p:nvPr/>
          </p:nvSpPr>
          <p:spPr>
            <a:xfrm>
              <a:off x="7602681" y="4280675"/>
              <a:ext cx="1107996" cy="461665"/>
            </a:xfrm>
            <a:prstGeom prst="rect">
              <a:avLst/>
            </a:prstGeom>
            <a:noFill/>
            <a:effectLst>
              <a:glow rad="63500">
                <a:schemeClr val="accent3">
                  <a:satMod val="175000"/>
                  <a:alpha val="40000"/>
                </a:schemeClr>
              </a:glow>
            </a:effectLst>
          </p:spPr>
          <p:txBody>
            <a:bodyPr wrap="none" rtlCol="0">
              <a:spAutoFit/>
            </a:bodyPr>
            <a:lstStyle/>
            <a:p>
              <a:r>
                <a:rPr lang="ja-JP" altLang="en-US" sz="2400" dirty="0">
                  <a:solidFill>
                    <a:schemeClr val="tx1">
                      <a:lumMod val="85000"/>
                      <a:lumOff val="15000"/>
                    </a:schemeClr>
                  </a:solidFill>
                  <a:effectLst>
                    <a:glow rad="38100">
                      <a:schemeClr val="accent3">
                        <a:satMod val="175000"/>
                        <a:alpha val="65000"/>
                      </a:schemeClr>
                    </a:glow>
                  </a:effectLst>
                  <a:latin typeface="原稿用標準書体" panose="03000503000000000000" pitchFamily="66" charset="-128"/>
                  <a:ea typeface="原稿用標準書体" panose="03000503000000000000" pitchFamily="66" charset="-128"/>
                </a:rPr>
                <a:t>タンク</a:t>
              </a:r>
              <a:endParaRPr lang="en-US" altLang="ja-JP" dirty="0">
                <a:solidFill>
                  <a:schemeClr val="tx1">
                    <a:lumMod val="85000"/>
                    <a:lumOff val="15000"/>
                  </a:schemeClr>
                </a:solidFill>
                <a:effectLst>
                  <a:glow rad="38100">
                    <a:schemeClr val="accent3">
                      <a:satMod val="175000"/>
                      <a:alpha val="65000"/>
                    </a:schemeClr>
                  </a:glow>
                </a:effectLst>
                <a:latin typeface="原稿用標準書体" panose="03000503000000000000" pitchFamily="66" charset="-128"/>
                <a:ea typeface="原稿用標準書体" panose="03000503000000000000" pitchFamily="66" charset="-128"/>
              </a:endParaRPr>
            </a:p>
          </p:txBody>
        </p:sp>
      </p:grpSp>
      <p:grpSp>
        <p:nvGrpSpPr>
          <p:cNvPr id="38" name="グループ化 37">
            <a:extLst>
              <a:ext uri="{FF2B5EF4-FFF2-40B4-BE49-F238E27FC236}">
                <a16:creationId xmlns:a16="http://schemas.microsoft.com/office/drawing/2014/main" id="{BEA360D5-59A9-7D2B-92D5-8D206E8F0A45}"/>
              </a:ext>
            </a:extLst>
          </p:cNvPr>
          <p:cNvGrpSpPr/>
          <p:nvPr/>
        </p:nvGrpSpPr>
        <p:grpSpPr>
          <a:xfrm>
            <a:off x="1678907" y="5559109"/>
            <a:ext cx="2847626" cy="584775"/>
            <a:chOff x="1959145" y="5400486"/>
            <a:chExt cx="2847626" cy="584775"/>
          </a:xfrm>
        </p:grpSpPr>
        <p:sp>
          <p:nvSpPr>
            <p:cNvPr id="7" name="テキスト ボックス 6">
              <a:extLst>
                <a:ext uri="{FF2B5EF4-FFF2-40B4-BE49-F238E27FC236}">
                  <a16:creationId xmlns:a16="http://schemas.microsoft.com/office/drawing/2014/main" id="{E5E64A0D-C995-D2AC-45AE-7210C3FAAF93}"/>
                </a:ext>
              </a:extLst>
            </p:cNvPr>
            <p:cNvSpPr txBox="1"/>
            <p:nvPr/>
          </p:nvSpPr>
          <p:spPr>
            <a:xfrm>
              <a:off x="3185814" y="5462041"/>
              <a:ext cx="1620957" cy="523220"/>
            </a:xfrm>
            <a:prstGeom prst="rect">
              <a:avLst/>
            </a:prstGeom>
            <a:noFill/>
          </p:spPr>
          <p:txBody>
            <a:bodyPr wrap="none" rtlCol="0">
              <a:spAutoFit/>
            </a:bodyPr>
            <a:lstStyle/>
            <a:p>
              <a:pPr algn="ctr"/>
              <a:r>
                <a:rPr lang="ja-JP" altLang="en-US" sz="2800">
                  <a:solidFill>
                    <a:schemeClr val="tx1">
                      <a:lumMod val="85000"/>
                      <a:lumOff val="15000"/>
                    </a:schemeClr>
                  </a:solidFill>
                  <a:latin typeface="原稿用標準書体" panose="03000503000000000000" pitchFamily="66" charset="-128"/>
                  <a:ea typeface="原稿用標準書体" panose="03000503000000000000" pitchFamily="66" charset="-128"/>
                </a:rPr>
                <a:t>キャラ名</a:t>
              </a:r>
              <a:endParaRPr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3" name="テキスト ボックス 12">
              <a:extLst>
                <a:ext uri="{FF2B5EF4-FFF2-40B4-BE49-F238E27FC236}">
                  <a16:creationId xmlns:a16="http://schemas.microsoft.com/office/drawing/2014/main" id="{0922A759-C3DA-8F73-DF58-0232B776F540}"/>
                </a:ext>
              </a:extLst>
            </p:cNvPr>
            <p:cNvSpPr txBox="1"/>
            <p:nvPr/>
          </p:nvSpPr>
          <p:spPr>
            <a:xfrm>
              <a:off x="1959145" y="5400486"/>
              <a:ext cx="1005404" cy="584775"/>
            </a:xfrm>
            <a:prstGeom prst="rect">
              <a:avLst/>
            </a:prstGeom>
            <a:noFill/>
          </p:spPr>
          <p:txBody>
            <a:bodyPr wrap="none" rtlCol="0">
              <a:spAutoFit/>
            </a:bodyPr>
            <a:lstStyle/>
            <a:p>
              <a:pPr algn="ctr"/>
              <a:r>
                <a:rPr lang="en-US" altLang="ja-JP" sz="3200">
                  <a:solidFill>
                    <a:schemeClr val="tx1">
                      <a:lumMod val="85000"/>
                      <a:lumOff val="15000"/>
                    </a:schemeClr>
                  </a:solidFill>
                  <a:latin typeface="原稿用標準書体" panose="03000503000000000000" pitchFamily="66" charset="-128"/>
                  <a:ea typeface="原稿用標準書体" panose="03000503000000000000" pitchFamily="66" charset="-128"/>
                </a:rPr>
                <a:t>Lv00</a:t>
              </a:r>
              <a:endParaRPr lang="ja-JP" altLang="en-US" sz="32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sp>
        <p:nvSpPr>
          <p:cNvPr id="105" name="正方形/長方形 104">
            <a:extLst>
              <a:ext uri="{FF2B5EF4-FFF2-40B4-BE49-F238E27FC236}">
                <a16:creationId xmlns:a16="http://schemas.microsoft.com/office/drawing/2014/main" id="{F09284DE-FDBF-93DD-62DE-17DC3408076F}"/>
              </a:ext>
            </a:extLst>
          </p:cNvPr>
          <p:cNvSpPr/>
          <p:nvPr/>
        </p:nvSpPr>
        <p:spPr>
          <a:xfrm>
            <a:off x="5779445" y="2032909"/>
            <a:ext cx="5864379" cy="631101"/>
          </a:xfrm>
          <a:prstGeom prst="rect">
            <a:avLst/>
          </a:prstGeom>
          <a:solidFill>
            <a:schemeClr val="accent2">
              <a:lumMod val="60000"/>
              <a:lumOff val="40000"/>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2" name="テキスト ボックス 101">
            <a:extLst>
              <a:ext uri="{FF2B5EF4-FFF2-40B4-BE49-F238E27FC236}">
                <a16:creationId xmlns:a16="http://schemas.microsoft.com/office/drawing/2014/main" id="{20B153B2-F7BC-32AC-DA1B-DFC602477EF4}"/>
              </a:ext>
            </a:extLst>
          </p:cNvPr>
          <p:cNvSpPr txBox="1"/>
          <p:nvPr/>
        </p:nvSpPr>
        <p:spPr>
          <a:xfrm>
            <a:off x="6821727" y="2109105"/>
            <a:ext cx="543739" cy="523220"/>
          </a:xfrm>
          <a:prstGeom prst="rect">
            <a:avLst/>
          </a:prstGeom>
          <a:noFill/>
        </p:spPr>
        <p:txBody>
          <a:bodyPr wrap="none" rtlCol="0">
            <a:spAutoFit/>
          </a:bodyPr>
          <a:lstStyle/>
          <a:p>
            <a:pPr algn="ctr"/>
            <a:r>
              <a:rPr lang="en-US" altLang="ja-JP" sz="2800">
                <a:solidFill>
                  <a:schemeClr val="tx1">
                    <a:lumMod val="85000"/>
                    <a:lumOff val="15000"/>
                  </a:schemeClr>
                </a:solidFill>
                <a:latin typeface="原稿用標準書体" panose="03000503000000000000" pitchFamily="66" charset="-128"/>
                <a:ea typeface="原稿用標準書体" panose="03000503000000000000" pitchFamily="66" charset="-128"/>
              </a:rPr>
              <a:t>Ⅰ</a:t>
            </a:r>
            <a:endParaRPr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07" name="二等辺三角形 106">
            <a:extLst>
              <a:ext uri="{FF2B5EF4-FFF2-40B4-BE49-F238E27FC236}">
                <a16:creationId xmlns:a16="http://schemas.microsoft.com/office/drawing/2014/main" id="{EE21ABD9-DCC2-2DE3-8550-78F013A670DD}"/>
              </a:ext>
            </a:extLst>
          </p:cNvPr>
          <p:cNvSpPr/>
          <p:nvPr/>
        </p:nvSpPr>
        <p:spPr>
          <a:xfrm rot="5400000">
            <a:off x="8504974" y="2171591"/>
            <a:ext cx="431983" cy="372399"/>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8" name="テキスト ボックス 117">
            <a:extLst>
              <a:ext uri="{FF2B5EF4-FFF2-40B4-BE49-F238E27FC236}">
                <a16:creationId xmlns:a16="http://schemas.microsoft.com/office/drawing/2014/main" id="{86B6231B-A70F-4450-524C-BAD9520D1E87}"/>
              </a:ext>
            </a:extLst>
          </p:cNvPr>
          <p:cNvSpPr txBox="1"/>
          <p:nvPr/>
        </p:nvSpPr>
        <p:spPr>
          <a:xfrm>
            <a:off x="10024675" y="2109105"/>
            <a:ext cx="543739" cy="523220"/>
          </a:xfrm>
          <a:prstGeom prst="rect">
            <a:avLst/>
          </a:prstGeom>
          <a:noFill/>
        </p:spPr>
        <p:txBody>
          <a:bodyPr wrap="none" rtlCol="0">
            <a:spAutoFit/>
          </a:bodyPr>
          <a:lstStyle/>
          <a:p>
            <a:pPr algn="ctr"/>
            <a:r>
              <a:rPr lang="en-US" altLang="ja-JP" sz="2800">
                <a:solidFill>
                  <a:srgbClr val="FF00FF"/>
                </a:solidFill>
                <a:latin typeface="原稿用標準書体" panose="03000503000000000000" pitchFamily="66" charset="-128"/>
                <a:ea typeface="原稿用標準書体" panose="03000503000000000000" pitchFamily="66" charset="-128"/>
              </a:rPr>
              <a:t>Ⅱ</a:t>
            </a:r>
            <a:endParaRPr lang="ja-JP" altLang="en-US" sz="2800" dirty="0">
              <a:solidFill>
                <a:srgbClr val="FF00FF"/>
              </a:solidFill>
              <a:latin typeface="原稿用標準書体" panose="03000503000000000000" pitchFamily="66" charset="-128"/>
              <a:ea typeface="原稿用標準書体" panose="03000503000000000000" pitchFamily="66" charset="-128"/>
            </a:endParaRPr>
          </a:p>
        </p:txBody>
      </p:sp>
      <p:sp>
        <p:nvSpPr>
          <p:cNvPr id="134" name="四角形: 上の 2 つの角を丸める 133">
            <a:extLst>
              <a:ext uri="{FF2B5EF4-FFF2-40B4-BE49-F238E27FC236}">
                <a16:creationId xmlns:a16="http://schemas.microsoft.com/office/drawing/2014/main" id="{3F7C899A-0681-ED8C-2B6B-28DC134A0B4D}"/>
              </a:ext>
            </a:extLst>
          </p:cNvPr>
          <p:cNvSpPr/>
          <p:nvPr/>
        </p:nvSpPr>
        <p:spPr>
          <a:xfrm flipV="1">
            <a:off x="5782784" y="5429608"/>
            <a:ext cx="5866298" cy="906664"/>
          </a:xfrm>
          <a:prstGeom prst="round2SameRect">
            <a:avLst/>
          </a:prstGeom>
          <a:solidFill>
            <a:schemeClr val="accent2">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69" name="四角形: 角を丸くする 68">
            <a:extLst>
              <a:ext uri="{FF2B5EF4-FFF2-40B4-BE49-F238E27FC236}">
                <a16:creationId xmlns:a16="http://schemas.microsoft.com/office/drawing/2014/main" id="{FF3624D6-6AE9-E650-10BF-B0D49B90E391}"/>
              </a:ext>
            </a:extLst>
          </p:cNvPr>
          <p:cNvSpPr/>
          <p:nvPr/>
        </p:nvSpPr>
        <p:spPr>
          <a:xfrm>
            <a:off x="9286424" y="5649028"/>
            <a:ext cx="1626626" cy="496239"/>
          </a:xfrm>
          <a:prstGeom prst="roundRect">
            <a:avLst/>
          </a:prstGeom>
          <a:solidFill>
            <a:schemeClr val="accent6"/>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才能開花</a:t>
            </a:r>
          </a:p>
        </p:txBody>
      </p:sp>
      <p:grpSp>
        <p:nvGrpSpPr>
          <p:cNvPr id="99" name="グループ化 98">
            <a:extLst>
              <a:ext uri="{FF2B5EF4-FFF2-40B4-BE49-F238E27FC236}">
                <a16:creationId xmlns:a16="http://schemas.microsoft.com/office/drawing/2014/main" id="{E1B90DAD-F7E2-CA1B-34D4-E242BE9FE3B7}"/>
              </a:ext>
            </a:extLst>
          </p:cNvPr>
          <p:cNvGrpSpPr/>
          <p:nvPr/>
        </p:nvGrpSpPr>
        <p:grpSpPr>
          <a:xfrm>
            <a:off x="6249978" y="5561459"/>
            <a:ext cx="2772407" cy="657068"/>
            <a:chOff x="6445925" y="5486816"/>
            <a:chExt cx="2772407" cy="657068"/>
          </a:xfrm>
        </p:grpSpPr>
        <p:sp>
          <p:nvSpPr>
            <p:cNvPr id="80" name="四角形: 角を丸くする 79">
              <a:extLst>
                <a:ext uri="{FF2B5EF4-FFF2-40B4-BE49-F238E27FC236}">
                  <a16:creationId xmlns:a16="http://schemas.microsoft.com/office/drawing/2014/main" id="{B95ABD34-6A19-AEB4-F1F4-44667C716AB5}"/>
                </a:ext>
              </a:extLst>
            </p:cNvPr>
            <p:cNvSpPr/>
            <p:nvPr/>
          </p:nvSpPr>
          <p:spPr>
            <a:xfrm>
              <a:off x="6445925" y="5486816"/>
              <a:ext cx="2772407" cy="657068"/>
            </a:xfrm>
            <a:prstGeom prst="round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2" name="テキスト ボックス 81">
              <a:extLst>
                <a:ext uri="{FF2B5EF4-FFF2-40B4-BE49-F238E27FC236}">
                  <a16:creationId xmlns:a16="http://schemas.microsoft.com/office/drawing/2014/main" id="{E38BA32B-3546-0F13-0042-119C04388BF8}"/>
                </a:ext>
              </a:extLst>
            </p:cNvPr>
            <p:cNvSpPr txBox="1"/>
            <p:nvPr/>
          </p:nvSpPr>
          <p:spPr>
            <a:xfrm>
              <a:off x="6605165" y="5646073"/>
              <a:ext cx="1922434" cy="338554"/>
            </a:xfrm>
            <a:prstGeom prst="rect">
              <a:avLst/>
            </a:prstGeom>
            <a:noFill/>
          </p:spPr>
          <p:txBody>
            <a:bodyPr wrap="square" rtlCol="0">
              <a:spAutoFit/>
            </a:bodyPr>
            <a:lstStyle/>
            <a:p>
              <a:pPr algn="ctr"/>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消費キーアイテム</a:t>
              </a:r>
            </a:p>
          </p:txBody>
        </p:sp>
      </p:grpSp>
      <p:grpSp>
        <p:nvGrpSpPr>
          <p:cNvPr id="15" name="グループ化 14">
            <a:extLst>
              <a:ext uri="{FF2B5EF4-FFF2-40B4-BE49-F238E27FC236}">
                <a16:creationId xmlns:a16="http://schemas.microsoft.com/office/drawing/2014/main" id="{78311DF5-3913-A9A9-561E-69BA3FB0654A}"/>
              </a:ext>
            </a:extLst>
          </p:cNvPr>
          <p:cNvGrpSpPr/>
          <p:nvPr/>
        </p:nvGrpSpPr>
        <p:grpSpPr>
          <a:xfrm>
            <a:off x="8220768" y="5557702"/>
            <a:ext cx="712008" cy="712008"/>
            <a:chOff x="8220768" y="5557702"/>
            <a:chExt cx="712008" cy="712008"/>
          </a:xfrm>
        </p:grpSpPr>
        <p:pic>
          <p:nvPicPr>
            <p:cNvPr id="36" name="グラフィックス 35" descr="ハート 単色塗りつぶし">
              <a:extLst>
                <a:ext uri="{FF2B5EF4-FFF2-40B4-BE49-F238E27FC236}">
                  <a16:creationId xmlns:a16="http://schemas.microsoft.com/office/drawing/2014/main" id="{222209DE-E190-9891-E3AE-45F8FD839D53}"/>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220768" y="5557702"/>
              <a:ext cx="712008" cy="712008"/>
            </a:xfrm>
            <a:prstGeom prst="rect">
              <a:avLst/>
            </a:prstGeom>
          </p:spPr>
        </p:pic>
        <p:sp>
          <p:nvSpPr>
            <p:cNvPr id="39" name="テキスト ボックス 38">
              <a:extLst>
                <a:ext uri="{FF2B5EF4-FFF2-40B4-BE49-F238E27FC236}">
                  <a16:creationId xmlns:a16="http://schemas.microsoft.com/office/drawing/2014/main" id="{C148C9DC-FD36-6EFB-127D-E519BBEB636D}"/>
                </a:ext>
              </a:extLst>
            </p:cNvPr>
            <p:cNvSpPr txBox="1"/>
            <p:nvPr/>
          </p:nvSpPr>
          <p:spPr>
            <a:xfrm>
              <a:off x="8356199" y="5713651"/>
              <a:ext cx="441146" cy="400110"/>
            </a:xfrm>
            <a:prstGeom prst="rect">
              <a:avLst/>
            </a:prstGeom>
            <a:noFill/>
          </p:spPr>
          <p:txBody>
            <a:bodyPr wrap="none" rtlCol="0">
              <a:spAutoFit/>
            </a:bodyPr>
            <a:lstStyle/>
            <a:p>
              <a:pPr algn="ctr"/>
              <a:r>
                <a:rPr lang="en-US" altLang="ja-JP" sz="2000">
                  <a:solidFill>
                    <a:schemeClr val="bg1">
                      <a:lumMod val="95000"/>
                    </a:schemeClr>
                  </a:solidFill>
                  <a:latin typeface="原稿用標準書体" panose="03000503000000000000" pitchFamily="66" charset="-128"/>
                  <a:ea typeface="原稿用標準書体" panose="03000503000000000000" pitchFamily="66" charset="-128"/>
                </a:rPr>
                <a:t>Ⅱ</a:t>
              </a:r>
              <a:endPar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83" name="グループ化 82">
            <a:extLst>
              <a:ext uri="{FF2B5EF4-FFF2-40B4-BE49-F238E27FC236}">
                <a16:creationId xmlns:a16="http://schemas.microsoft.com/office/drawing/2014/main" id="{F311164F-F82E-9516-4411-04B36962B2B6}"/>
              </a:ext>
            </a:extLst>
          </p:cNvPr>
          <p:cNvGrpSpPr/>
          <p:nvPr/>
        </p:nvGrpSpPr>
        <p:grpSpPr>
          <a:xfrm>
            <a:off x="7687926" y="2760114"/>
            <a:ext cx="2042276" cy="476619"/>
            <a:chOff x="7982399" y="2760114"/>
            <a:chExt cx="2042276" cy="476619"/>
          </a:xfrm>
        </p:grpSpPr>
        <p:sp>
          <p:nvSpPr>
            <p:cNvPr id="74" name="テキスト ボックス 73">
              <a:extLst>
                <a:ext uri="{FF2B5EF4-FFF2-40B4-BE49-F238E27FC236}">
                  <a16:creationId xmlns:a16="http://schemas.microsoft.com/office/drawing/2014/main" id="{D3EECF0B-AFBE-B461-F236-BC3D494D30D0}"/>
                </a:ext>
              </a:extLst>
            </p:cNvPr>
            <p:cNvSpPr txBox="1"/>
            <p:nvPr/>
          </p:nvSpPr>
          <p:spPr>
            <a:xfrm>
              <a:off x="7982399" y="2798368"/>
              <a:ext cx="1467068" cy="400110"/>
            </a:xfrm>
            <a:prstGeom prst="rect">
              <a:avLst/>
            </a:prstGeom>
            <a:noFill/>
          </p:spPr>
          <p:txBody>
            <a:bodyPr wrap="none" rtlCol="0">
              <a:spAutoFit/>
            </a:bodyPr>
            <a:lstStyle/>
            <a:p>
              <a:pPr algn="ctr"/>
              <a:r>
                <a:rPr lang="ja-JP" altLang="en-US" sz="2000">
                  <a:solidFill>
                    <a:schemeClr val="tx2"/>
                  </a:solidFill>
                  <a:latin typeface="原稿用標準書体" panose="03000503000000000000" pitchFamily="66" charset="-128"/>
                  <a:ea typeface="原稿用標準書体" panose="03000503000000000000" pitchFamily="66" charset="-128"/>
                </a:rPr>
                <a:t>才能開花後</a:t>
              </a:r>
              <a:endParaRPr lang="ja-JP" altLang="en-US" sz="2000" dirty="0">
                <a:solidFill>
                  <a:schemeClr val="tx2"/>
                </a:solidFill>
                <a:latin typeface="原稿用標準書体" panose="03000503000000000000" pitchFamily="66" charset="-128"/>
                <a:ea typeface="原稿用標準書体" panose="03000503000000000000" pitchFamily="66" charset="-128"/>
              </a:endParaRPr>
            </a:p>
          </p:txBody>
        </p:sp>
        <p:grpSp>
          <p:nvGrpSpPr>
            <p:cNvPr id="79" name="グループ化 78">
              <a:extLst>
                <a:ext uri="{FF2B5EF4-FFF2-40B4-BE49-F238E27FC236}">
                  <a16:creationId xmlns:a16="http://schemas.microsoft.com/office/drawing/2014/main" id="{6F578C22-CFE2-97B0-686B-CBD1C8F1A8D5}"/>
                </a:ext>
              </a:extLst>
            </p:cNvPr>
            <p:cNvGrpSpPr/>
            <p:nvPr/>
          </p:nvGrpSpPr>
          <p:grpSpPr>
            <a:xfrm>
              <a:off x="9548056" y="2760114"/>
              <a:ext cx="476619" cy="476619"/>
              <a:chOff x="7759179" y="3883224"/>
              <a:chExt cx="914400" cy="914400"/>
            </a:xfrm>
          </p:grpSpPr>
          <p:sp>
            <p:nvSpPr>
              <p:cNvPr id="78" name="楕円 77">
                <a:extLst>
                  <a:ext uri="{FF2B5EF4-FFF2-40B4-BE49-F238E27FC236}">
                    <a16:creationId xmlns:a16="http://schemas.microsoft.com/office/drawing/2014/main" id="{0266093C-EDA8-D4B7-3F6A-FA4A5A9FA3C2}"/>
                  </a:ext>
                </a:extLst>
              </p:cNvPr>
              <p:cNvSpPr/>
              <p:nvPr/>
            </p:nvSpPr>
            <p:spPr>
              <a:xfrm>
                <a:off x="7759179" y="3883224"/>
                <a:ext cx="914400" cy="914400"/>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75" name="グループ化 74">
                <a:extLst>
                  <a:ext uri="{FF2B5EF4-FFF2-40B4-BE49-F238E27FC236}">
                    <a16:creationId xmlns:a16="http://schemas.microsoft.com/office/drawing/2014/main" id="{73C5FFD4-EA3F-E061-9AAE-90BFF9A55500}"/>
                  </a:ext>
                </a:extLst>
              </p:cNvPr>
              <p:cNvGrpSpPr/>
              <p:nvPr/>
            </p:nvGrpSpPr>
            <p:grpSpPr>
              <a:xfrm>
                <a:off x="7959644" y="3976399"/>
                <a:ext cx="513470" cy="728051"/>
                <a:chOff x="8812481" y="694218"/>
                <a:chExt cx="1470606" cy="1692464"/>
              </a:xfrm>
              <a:effectLst/>
            </p:grpSpPr>
            <p:pic>
              <p:nvPicPr>
                <p:cNvPr id="76" name="図 75">
                  <a:extLst>
                    <a:ext uri="{FF2B5EF4-FFF2-40B4-BE49-F238E27FC236}">
                      <a16:creationId xmlns:a16="http://schemas.microsoft.com/office/drawing/2014/main" id="{0FD1A736-D820-5B3B-62D5-AFFCE0A14AA1}"/>
                    </a:ext>
                  </a:extLst>
                </p:cNvPr>
                <p:cNvPicPr>
                  <a:picLocks noChangeAspect="1"/>
                </p:cNvPicPr>
                <p:nvPr/>
              </p:nvPicPr>
              <p:blipFill>
                <a:blip r:embed="rId7">
                  <a:duotone>
                    <a:prstClr val="black"/>
                    <a:schemeClr val="accent2">
                      <a:tint val="45000"/>
                      <a:satMod val="400000"/>
                    </a:schemeClr>
                  </a:duotone>
                  <a:extLst>
                    <a:ext uri="{28A0092B-C50C-407E-A947-70E740481C1C}">
                      <a14:useLocalDpi xmlns:a14="http://schemas.microsoft.com/office/drawing/2010/main" val="0"/>
                    </a:ext>
                  </a:extLst>
                </a:blip>
                <a:stretch>
                  <a:fillRect/>
                </a:stretch>
              </p:blipFill>
              <p:spPr>
                <a:xfrm rot="13959555">
                  <a:off x="8830608" y="676091"/>
                  <a:ext cx="1282845" cy="1319099"/>
                </a:xfrm>
                <a:prstGeom prst="rect">
                  <a:avLst/>
                </a:prstGeom>
              </p:spPr>
            </p:pic>
            <p:pic>
              <p:nvPicPr>
                <p:cNvPr id="77" name="図 76">
                  <a:extLst>
                    <a:ext uri="{FF2B5EF4-FFF2-40B4-BE49-F238E27FC236}">
                      <a16:creationId xmlns:a16="http://schemas.microsoft.com/office/drawing/2014/main" id="{5CC4C3D7-45EC-F4F8-0882-3E74BF72731D}"/>
                    </a:ext>
                  </a:extLst>
                </p:cNvPr>
                <p:cNvPicPr>
                  <a:picLocks noChangeAspect="1"/>
                </p:cNvPicPr>
                <p:nvPr/>
              </p:nvPicPr>
              <p:blipFill>
                <a:blip r:embed="rId7">
                  <a:duotone>
                    <a:prstClr val="black"/>
                    <a:schemeClr val="accent2">
                      <a:tint val="45000"/>
                      <a:satMod val="400000"/>
                    </a:schemeClr>
                  </a:duotone>
                  <a:extLst>
                    <a:ext uri="{28A0092B-C50C-407E-A947-70E740481C1C}">
                      <a14:useLocalDpi xmlns:a14="http://schemas.microsoft.com/office/drawing/2010/main" val="0"/>
                    </a:ext>
                  </a:extLst>
                </a:blip>
                <a:stretch>
                  <a:fillRect/>
                </a:stretch>
              </p:blipFill>
              <p:spPr>
                <a:xfrm rot="13959555" flipH="1" flipV="1">
                  <a:off x="8982115" y="1085710"/>
                  <a:ext cx="1282845" cy="1319099"/>
                </a:xfrm>
                <a:prstGeom prst="rect">
                  <a:avLst/>
                </a:prstGeom>
              </p:spPr>
            </p:pic>
          </p:grpSp>
        </p:grpSp>
      </p:grpSp>
      <p:grpSp>
        <p:nvGrpSpPr>
          <p:cNvPr id="84" name="グループ化 83">
            <a:extLst>
              <a:ext uri="{FF2B5EF4-FFF2-40B4-BE49-F238E27FC236}">
                <a16:creationId xmlns:a16="http://schemas.microsoft.com/office/drawing/2014/main" id="{A13BF191-C519-F31C-C388-1CD15E0552B4}"/>
              </a:ext>
            </a:extLst>
          </p:cNvPr>
          <p:cNvGrpSpPr/>
          <p:nvPr/>
        </p:nvGrpSpPr>
        <p:grpSpPr>
          <a:xfrm>
            <a:off x="6162585" y="3505402"/>
            <a:ext cx="1888606" cy="1341344"/>
            <a:chOff x="6330543" y="3300126"/>
            <a:chExt cx="1888606" cy="1341344"/>
          </a:xfrm>
        </p:grpSpPr>
        <p:grpSp>
          <p:nvGrpSpPr>
            <p:cNvPr id="85" name="グループ化 84">
              <a:extLst>
                <a:ext uri="{FF2B5EF4-FFF2-40B4-BE49-F238E27FC236}">
                  <a16:creationId xmlns:a16="http://schemas.microsoft.com/office/drawing/2014/main" id="{5A55B34F-66AA-71BE-130D-9396E1DD0749}"/>
                </a:ext>
              </a:extLst>
            </p:cNvPr>
            <p:cNvGrpSpPr/>
            <p:nvPr/>
          </p:nvGrpSpPr>
          <p:grpSpPr>
            <a:xfrm>
              <a:off x="6410575" y="4133732"/>
              <a:ext cx="1600302" cy="507738"/>
              <a:chOff x="6638751" y="4049760"/>
              <a:chExt cx="1600302" cy="507738"/>
            </a:xfrm>
          </p:grpSpPr>
          <p:sp>
            <p:nvSpPr>
              <p:cNvPr id="100" name="テキスト ボックス 99">
                <a:extLst>
                  <a:ext uri="{FF2B5EF4-FFF2-40B4-BE49-F238E27FC236}">
                    <a16:creationId xmlns:a16="http://schemas.microsoft.com/office/drawing/2014/main" id="{E916A1C7-B721-2109-1277-F6E5333DD986}"/>
                  </a:ext>
                </a:extLst>
              </p:cNvPr>
              <p:cNvSpPr txBox="1"/>
              <p:nvPr/>
            </p:nvSpPr>
            <p:spPr>
              <a:xfrm>
                <a:off x="6638751" y="4049760"/>
                <a:ext cx="902811" cy="307777"/>
              </a:xfrm>
              <a:prstGeom prst="rect">
                <a:avLst/>
              </a:prstGeom>
              <a:noFill/>
            </p:spPr>
            <p:txBody>
              <a:bodyPr wrap="none" rtlCol="0">
                <a:spAutoFit/>
              </a:bodyPr>
              <a:lstStyle/>
              <a:p>
                <a:r>
                  <a:rPr lang="ja-JP" altLang="en-US" sz="1400" dirty="0">
                    <a:solidFill>
                      <a:schemeClr val="accent6"/>
                    </a:solidFill>
                    <a:latin typeface="原稿用標準書体" panose="03000503000000000000" pitchFamily="66" charset="-128"/>
                    <a:ea typeface="原稿用標準書体" panose="03000503000000000000" pitchFamily="66" charset="-128"/>
                  </a:rPr>
                  <a:t>通常攻撃</a:t>
                </a:r>
                <a:endParaRPr lang="en-US" altLang="ja-JP" sz="1400" dirty="0">
                  <a:solidFill>
                    <a:schemeClr val="accent6"/>
                  </a:solidFill>
                  <a:latin typeface="原稿用標準書体" panose="03000503000000000000" pitchFamily="66" charset="-128"/>
                  <a:ea typeface="原稿用標準書体" panose="03000503000000000000" pitchFamily="66" charset="-128"/>
                </a:endParaRPr>
              </a:p>
            </p:txBody>
          </p:sp>
          <p:sp>
            <p:nvSpPr>
              <p:cNvPr id="101" name="テキスト ボックス 100">
                <a:extLst>
                  <a:ext uri="{FF2B5EF4-FFF2-40B4-BE49-F238E27FC236}">
                    <a16:creationId xmlns:a16="http://schemas.microsoft.com/office/drawing/2014/main" id="{F21C3AD4-79F4-43B6-FB7D-C37EA9152AAD}"/>
                  </a:ext>
                </a:extLst>
              </p:cNvPr>
              <p:cNvSpPr txBox="1"/>
              <p:nvPr/>
            </p:nvSpPr>
            <p:spPr>
              <a:xfrm>
                <a:off x="6643744" y="4311277"/>
                <a:ext cx="1595309" cy="246221"/>
              </a:xfrm>
              <a:prstGeom prst="rect">
                <a:avLst/>
              </a:prstGeom>
              <a:noFill/>
            </p:spPr>
            <p:txBody>
              <a:bodyPr wrap="none" rtlCol="0">
                <a:spAutoFit/>
              </a:bodyPr>
              <a:lstStyle/>
              <a:p>
                <a:r>
                  <a:rPr lang="ja-JP" altLang="en-US" sz="1000">
                    <a:solidFill>
                      <a:schemeClr val="tx1">
                        <a:lumMod val="75000"/>
                        <a:lumOff val="25000"/>
                      </a:schemeClr>
                    </a:solidFill>
                    <a:latin typeface="原稿用標準書体" panose="03000503000000000000" pitchFamily="66" charset="-128"/>
                    <a:ea typeface="原稿用標準書体" panose="03000503000000000000" pitchFamily="66" charset="-128"/>
                  </a:rPr>
                  <a:t>敵</a:t>
                </a:r>
                <a:r>
                  <a:rPr lang="en-US" altLang="ja-JP" sz="1000">
                    <a:solidFill>
                      <a:schemeClr val="tx1">
                        <a:lumMod val="75000"/>
                        <a:lumOff val="25000"/>
                      </a:schemeClr>
                    </a:solidFill>
                    <a:latin typeface="原稿用標準書体" panose="03000503000000000000" pitchFamily="66" charset="-128"/>
                    <a:ea typeface="原稿用標準書体" panose="03000503000000000000" pitchFamily="66" charset="-128"/>
                  </a:rPr>
                  <a:t>1</a:t>
                </a:r>
                <a:r>
                  <a:rPr lang="ja-JP" altLang="en-US" sz="1000">
                    <a:solidFill>
                      <a:schemeClr val="tx1">
                        <a:lumMod val="75000"/>
                        <a:lumOff val="25000"/>
                      </a:schemeClr>
                    </a:solidFill>
                    <a:latin typeface="原稿用標準書体" panose="03000503000000000000" pitchFamily="66" charset="-128"/>
                    <a:ea typeface="原稿用標準書体" panose="03000503000000000000" pitchFamily="66" charset="-128"/>
                  </a:rPr>
                  <a:t>体に</a:t>
                </a:r>
                <a:r>
                  <a:rPr lang="en-US" altLang="ja-JP" sz="1000">
                    <a:solidFill>
                      <a:schemeClr val="tx1">
                        <a:lumMod val="75000"/>
                        <a:lumOff val="25000"/>
                      </a:schemeClr>
                    </a:solidFill>
                    <a:latin typeface="原稿用標準書体" panose="03000503000000000000" pitchFamily="66" charset="-128"/>
                    <a:ea typeface="原稿用標準書体" panose="03000503000000000000" pitchFamily="66" charset="-128"/>
                  </a:rPr>
                  <a:t>ATK×</a:t>
                </a:r>
                <a:r>
                  <a:rPr lang="en-US" altLang="ja-JP" sz="1000">
                    <a:solidFill>
                      <a:schemeClr val="tx2"/>
                    </a:solidFill>
                    <a:latin typeface="原稿用標準書体" panose="03000503000000000000" pitchFamily="66" charset="-128"/>
                    <a:ea typeface="原稿用標準書体" panose="03000503000000000000" pitchFamily="66" charset="-128"/>
                  </a:rPr>
                  <a:t>80</a:t>
                </a:r>
                <a:r>
                  <a:rPr lang="ja-JP" altLang="en-US" sz="1000">
                    <a:solidFill>
                      <a:schemeClr val="tx2"/>
                    </a:solidFill>
                    <a:latin typeface="原稿用標準書体" panose="03000503000000000000" pitchFamily="66" charset="-128"/>
                    <a:ea typeface="原稿用標準書体" panose="03000503000000000000" pitchFamily="66" charset="-128"/>
                  </a:rPr>
                  <a:t>％</a:t>
                </a:r>
                <a:r>
                  <a:rPr lang="ja-JP" altLang="en-US" sz="1000">
                    <a:solidFill>
                      <a:schemeClr val="tx1">
                        <a:lumMod val="75000"/>
                        <a:lumOff val="25000"/>
                      </a:schemeClr>
                    </a:solidFill>
                    <a:latin typeface="原稿用標準書体" panose="03000503000000000000" pitchFamily="66" charset="-128"/>
                    <a:ea typeface="原稿用標準書体" panose="03000503000000000000" pitchFamily="66" charset="-128"/>
                  </a:rPr>
                  <a:t>の攻撃</a:t>
                </a:r>
                <a:endParaRPr lang="en-US" altLang="ja-JP" sz="1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cxnSp>
          <p:nvCxnSpPr>
            <p:cNvPr id="86" name="直線コネクタ 85">
              <a:extLst>
                <a:ext uri="{FF2B5EF4-FFF2-40B4-BE49-F238E27FC236}">
                  <a16:creationId xmlns:a16="http://schemas.microsoft.com/office/drawing/2014/main" id="{34B607A5-0461-3B25-B684-956318BC1874}"/>
                </a:ext>
              </a:extLst>
            </p:cNvPr>
            <p:cNvCxnSpPr>
              <a:cxnSpLocks/>
            </p:cNvCxnSpPr>
            <p:nvPr/>
          </p:nvCxnSpPr>
          <p:spPr>
            <a:xfrm>
              <a:off x="6330543" y="4068293"/>
              <a:ext cx="1888606" cy="0"/>
            </a:xfrm>
            <a:prstGeom prst="line">
              <a:avLst/>
            </a:prstGeom>
            <a:ln>
              <a:solidFill>
                <a:schemeClr val="accent6"/>
              </a:solidFill>
            </a:ln>
          </p:spPr>
          <p:style>
            <a:lnRef idx="2">
              <a:schemeClr val="accent1"/>
            </a:lnRef>
            <a:fillRef idx="0">
              <a:schemeClr val="accent1"/>
            </a:fillRef>
            <a:effectRef idx="1">
              <a:schemeClr val="accent1"/>
            </a:effectRef>
            <a:fontRef idx="minor">
              <a:schemeClr val="tx1"/>
            </a:fontRef>
          </p:style>
        </p:cxnSp>
        <p:grpSp>
          <p:nvGrpSpPr>
            <p:cNvPr id="88" name="グループ化 87">
              <a:extLst>
                <a:ext uri="{FF2B5EF4-FFF2-40B4-BE49-F238E27FC236}">
                  <a16:creationId xmlns:a16="http://schemas.microsoft.com/office/drawing/2014/main" id="{56D91E21-62AF-3E8A-69FB-833D732187C6}"/>
                </a:ext>
              </a:extLst>
            </p:cNvPr>
            <p:cNvGrpSpPr/>
            <p:nvPr/>
          </p:nvGrpSpPr>
          <p:grpSpPr>
            <a:xfrm>
              <a:off x="6410575" y="3300126"/>
              <a:ext cx="1728542" cy="670958"/>
              <a:chOff x="6638751" y="4049760"/>
              <a:chExt cx="1728542" cy="670958"/>
            </a:xfrm>
          </p:grpSpPr>
          <p:sp>
            <p:nvSpPr>
              <p:cNvPr id="92" name="テキスト ボックス 91">
                <a:extLst>
                  <a:ext uri="{FF2B5EF4-FFF2-40B4-BE49-F238E27FC236}">
                    <a16:creationId xmlns:a16="http://schemas.microsoft.com/office/drawing/2014/main" id="{52471C34-8A46-E01A-2D79-F9E7DCAD9B04}"/>
                  </a:ext>
                </a:extLst>
              </p:cNvPr>
              <p:cNvSpPr txBox="1"/>
              <p:nvPr/>
            </p:nvSpPr>
            <p:spPr>
              <a:xfrm>
                <a:off x="6638751" y="4049760"/>
                <a:ext cx="453970" cy="307777"/>
              </a:xfrm>
              <a:prstGeom prst="rect">
                <a:avLst/>
              </a:prstGeom>
              <a:noFill/>
            </p:spPr>
            <p:txBody>
              <a:bodyPr wrap="none" rtlCol="0">
                <a:spAutoFit/>
              </a:bodyPr>
              <a:lstStyle/>
              <a:p>
                <a:r>
                  <a:rPr lang="en-US" altLang="ja-JP" sz="1400">
                    <a:solidFill>
                      <a:schemeClr val="accent6"/>
                    </a:solidFill>
                    <a:latin typeface="原稿用標準書体" panose="03000503000000000000" pitchFamily="66" charset="-128"/>
                    <a:ea typeface="原稿用標準書体" panose="03000503000000000000" pitchFamily="66" charset="-128"/>
                  </a:rPr>
                  <a:t>ENB</a:t>
                </a:r>
                <a:endParaRPr lang="en-US" altLang="ja-JP" sz="1400" dirty="0">
                  <a:solidFill>
                    <a:schemeClr val="accent6"/>
                  </a:solidFill>
                  <a:latin typeface="原稿用標準書体" panose="03000503000000000000" pitchFamily="66" charset="-128"/>
                  <a:ea typeface="原稿用標準書体" panose="03000503000000000000" pitchFamily="66" charset="-128"/>
                </a:endParaRPr>
              </a:p>
            </p:txBody>
          </p:sp>
          <p:sp>
            <p:nvSpPr>
              <p:cNvPr id="97" name="テキスト ボックス 96">
                <a:extLst>
                  <a:ext uri="{FF2B5EF4-FFF2-40B4-BE49-F238E27FC236}">
                    <a16:creationId xmlns:a16="http://schemas.microsoft.com/office/drawing/2014/main" id="{D4535D07-8F2A-5928-69EA-E0902AA995C6}"/>
                  </a:ext>
                </a:extLst>
              </p:cNvPr>
              <p:cNvSpPr txBox="1"/>
              <p:nvPr/>
            </p:nvSpPr>
            <p:spPr>
              <a:xfrm>
                <a:off x="6643744" y="4320608"/>
                <a:ext cx="1723549" cy="400110"/>
              </a:xfrm>
              <a:prstGeom prst="rect">
                <a:avLst/>
              </a:prstGeom>
              <a:noFill/>
            </p:spPr>
            <p:txBody>
              <a:bodyPr wrap="none" rtlCol="0">
                <a:spAutoFit/>
              </a:bodyPr>
              <a:lstStyle/>
              <a:p>
                <a:r>
                  <a:rPr lang="ja-JP" altLang="en-US" sz="1000">
                    <a:solidFill>
                      <a:schemeClr val="tx1">
                        <a:lumMod val="95000"/>
                        <a:lumOff val="5000"/>
                      </a:schemeClr>
                    </a:solidFill>
                    <a:latin typeface="原稿用標準書体" panose="03000503000000000000" pitchFamily="66" charset="-128"/>
                    <a:ea typeface="原稿用標準書体" panose="03000503000000000000" pitchFamily="66" charset="-128"/>
                  </a:rPr>
                  <a:t>効果テキスト効果テキスト</a:t>
                </a:r>
                <a:br>
                  <a:rPr lang="en-US" altLang="ja-JP" sz="1000">
                    <a:solidFill>
                      <a:schemeClr val="tx1">
                        <a:lumMod val="95000"/>
                        <a:lumOff val="5000"/>
                      </a:schemeClr>
                    </a:solidFill>
                    <a:latin typeface="原稿用標準書体" panose="03000503000000000000" pitchFamily="66" charset="-128"/>
                    <a:ea typeface="原稿用標準書体" panose="03000503000000000000" pitchFamily="66" charset="-128"/>
                  </a:rPr>
                </a:br>
                <a:r>
                  <a:rPr lang="ja-JP" altLang="en-US" sz="1000">
                    <a:solidFill>
                      <a:schemeClr val="tx1">
                        <a:lumMod val="95000"/>
                        <a:lumOff val="5000"/>
                      </a:schemeClr>
                    </a:solidFill>
                    <a:latin typeface="原稿用標準書体" panose="03000503000000000000" pitchFamily="66" charset="-128"/>
                    <a:ea typeface="原稿用標準書体" panose="03000503000000000000" pitchFamily="66" charset="-128"/>
                  </a:rPr>
                  <a:t>効果テキスト効果テキスト</a:t>
                </a:r>
                <a:endParaRPr lang="en-US" altLang="ja-JP" sz="1000">
                  <a:solidFill>
                    <a:schemeClr val="tx1">
                      <a:lumMod val="95000"/>
                      <a:lumOff val="5000"/>
                    </a:schemeClr>
                  </a:solidFill>
                  <a:latin typeface="原稿用標準書体" panose="03000503000000000000" pitchFamily="66" charset="-128"/>
                  <a:ea typeface="原稿用標準書体" panose="03000503000000000000" pitchFamily="66" charset="-128"/>
                </a:endParaRPr>
              </a:p>
            </p:txBody>
          </p:sp>
        </p:grpSp>
      </p:grpSp>
      <p:grpSp>
        <p:nvGrpSpPr>
          <p:cNvPr id="106" name="グループ化 105">
            <a:extLst>
              <a:ext uri="{FF2B5EF4-FFF2-40B4-BE49-F238E27FC236}">
                <a16:creationId xmlns:a16="http://schemas.microsoft.com/office/drawing/2014/main" id="{768B31B9-8D6E-B4D3-A893-DB8F5E19AAC0}"/>
              </a:ext>
            </a:extLst>
          </p:cNvPr>
          <p:cNvGrpSpPr/>
          <p:nvPr/>
        </p:nvGrpSpPr>
        <p:grpSpPr>
          <a:xfrm>
            <a:off x="8425578" y="3383973"/>
            <a:ext cx="2512698" cy="550243"/>
            <a:chOff x="6489167" y="2895729"/>
            <a:chExt cx="2512698" cy="550243"/>
          </a:xfrm>
        </p:grpSpPr>
        <p:grpSp>
          <p:nvGrpSpPr>
            <p:cNvPr id="121" name="グループ化 120">
              <a:extLst>
                <a:ext uri="{FF2B5EF4-FFF2-40B4-BE49-F238E27FC236}">
                  <a16:creationId xmlns:a16="http://schemas.microsoft.com/office/drawing/2014/main" id="{067A1A0E-E65B-8E16-2DA3-C33CDF69A755}"/>
                </a:ext>
              </a:extLst>
            </p:cNvPr>
            <p:cNvGrpSpPr/>
            <p:nvPr/>
          </p:nvGrpSpPr>
          <p:grpSpPr>
            <a:xfrm>
              <a:off x="6503882" y="2895729"/>
              <a:ext cx="2497983" cy="517069"/>
              <a:chOff x="6638751" y="4049760"/>
              <a:chExt cx="2497983" cy="517069"/>
            </a:xfrm>
          </p:grpSpPr>
          <p:sp>
            <p:nvSpPr>
              <p:cNvPr id="125" name="テキスト ボックス 124">
                <a:extLst>
                  <a:ext uri="{FF2B5EF4-FFF2-40B4-BE49-F238E27FC236}">
                    <a16:creationId xmlns:a16="http://schemas.microsoft.com/office/drawing/2014/main" id="{A7E4041A-4E0A-5379-42D8-00B042787F2C}"/>
                  </a:ext>
                </a:extLst>
              </p:cNvPr>
              <p:cNvSpPr txBox="1"/>
              <p:nvPr/>
            </p:nvSpPr>
            <p:spPr>
              <a:xfrm>
                <a:off x="6638751" y="4049760"/>
                <a:ext cx="1261884" cy="307777"/>
              </a:xfrm>
              <a:prstGeom prst="rect">
                <a:avLst/>
              </a:prstGeom>
              <a:noFill/>
            </p:spPr>
            <p:txBody>
              <a:bodyPr wrap="none" rtlCol="0">
                <a:spAutoFit/>
              </a:bodyPr>
              <a:lstStyle/>
              <a:p>
                <a:r>
                  <a:rPr lang="ja-JP" altLang="en-US" sz="1400">
                    <a:solidFill>
                      <a:schemeClr val="accent6"/>
                    </a:solidFill>
                    <a:latin typeface="原稿用標準書体" panose="03000503000000000000" pitchFamily="66" charset="-128"/>
                    <a:ea typeface="原稿用標準書体" panose="03000503000000000000" pitchFamily="66" charset="-128"/>
                  </a:rPr>
                  <a:t>特殊スキル</a:t>
                </a:r>
                <a:r>
                  <a:rPr lang="en-US" altLang="ja-JP" sz="1400">
                    <a:solidFill>
                      <a:schemeClr val="accent6"/>
                    </a:solidFill>
                    <a:latin typeface="原稿用標準書体" panose="03000503000000000000" pitchFamily="66" charset="-128"/>
                    <a:ea typeface="原稿用標準書体" panose="03000503000000000000" pitchFamily="66" charset="-128"/>
                  </a:rPr>
                  <a:t>Ⅰ</a:t>
                </a:r>
                <a:endParaRPr lang="en-US" altLang="ja-JP" sz="1400" dirty="0">
                  <a:solidFill>
                    <a:schemeClr val="accent6"/>
                  </a:solidFill>
                  <a:latin typeface="原稿用標準書体" panose="03000503000000000000" pitchFamily="66" charset="-128"/>
                  <a:ea typeface="原稿用標準書体" panose="03000503000000000000" pitchFamily="66" charset="-128"/>
                </a:endParaRPr>
              </a:p>
            </p:txBody>
          </p:sp>
          <p:sp>
            <p:nvSpPr>
              <p:cNvPr id="127" name="テキスト ボックス 126">
                <a:extLst>
                  <a:ext uri="{FF2B5EF4-FFF2-40B4-BE49-F238E27FC236}">
                    <a16:creationId xmlns:a16="http://schemas.microsoft.com/office/drawing/2014/main" id="{A9408E69-53FD-DBF3-733A-46423D898EEB}"/>
                  </a:ext>
                </a:extLst>
              </p:cNvPr>
              <p:cNvSpPr txBox="1"/>
              <p:nvPr/>
            </p:nvSpPr>
            <p:spPr>
              <a:xfrm>
                <a:off x="6643744" y="4320608"/>
                <a:ext cx="2492990" cy="246221"/>
              </a:xfrm>
              <a:prstGeom prst="rect">
                <a:avLst/>
              </a:prstGeom>
              <a:noFill/>
            </p:spPr>
            <p:txBody>
              <a:bodyPr wrap="none" rtlCol="0">
                <a:spAutoFit/>
              </a:bodyPr>
              <a:lstStyle/>
              <a:p>
                <a:r>
                  <a:rPr lang="ja-JP" altLang="en-US" sz="1000">
                    <a:solidFill>
                      <a:schemeClr val="tx1">
                        <a:lumMod val="95000"/>
                        <a:lumOff val="5000"/>
                      </a:schemeClr>
                    </a:solidFill>
                    <a:latin typeface="原稿用標準書体" panose="03000503000000000000" pitchFamily="66" charset="-128"/>
                    <a:ea typeface="原稿用標準書体" panose="03000503000000000000" pitchFamily="66" charset="-128"/>
                  </a:rPr>
                  <a:t>効果テキスト効果テキスト効果テキスト</a:t>
                </a:r>
                <a:endParaRPr lang="en-US" altLang="ja-JP" sz="1000">
                  <a:solidFill>
                    <a:schemeClr val="tx1">
                      <a:lumMod val="95000"/>
                      <a:lumOff val="5000"/>
                    </a:schemeClr>
                  </a:solidFill>
                  <a:latin typeface="原稿用標準書体" panose="03000503000000000000" pitchFamily="66" charset="-128"/>
                  <a:ea typeface="原稿用標準書体" panose="03000503000000000000" pitchFamily="66" charset="-128"/>
                </a:endParaRPr>
              </a:p>
            </p:txBody>
          </p:sp>
        </p:grpSp>
        <p:cxnSp>
          <p:nvCxnSpPr>
            <p:cNvPr id="123" name="直線コネクタ 122">
              <a:extLst>
                <a:ext uri="{FF2B5EF4-FFF2-40B4-BE49-F238E27FC236}">
                  <a16:creationId xmlns:a16="http://schemas.microsoft.com/office/drawing/2014/main" id="{C26CC8C3-D29F-108A-8636-20D8AF2CA543}"/>
                </a:ext>
              </a:extLst>
            </p:cNvPr>
            <p:cNvCxnSpPr>
              <a:cxnSpLocks/>
            </p:cNvCxnSpPr>
            <p:nvPr/>
          </p:nvCxnSpPr>
          <p:spPr>
            <a:xfrm>
              <a:off x="6489167" y="3445972"/>
              <a:ext cx="1888606" cy="0"/>
            </a:xfrm>
            <a:prstGeom prst="line">
              <a:avLst/>
            </a:prstGeom>
            <a:ln>
              <a:solidFill>
                <a:schemeClr val="accent6"/>
              </a:solidFill>
            </a:ln>
          </p:spPr>
          <p:style>
            <a:lnRef idx="2">
              <a:schemeClr val="accent1"/>
            </a:lnRef>
            <a:fillRef idx="0">
              <a:schemeClr val="accent1"/>
            </a:fillRef>
            <a:effectRef idx="1">
              <a:schemeClr val="accent1"/>
            </a:effectRef>
            <a:fontRef idx="minor">
              <a:schemeClr val="tx1"/>
            </a:fontRef>
          </p:style>
        </p:cxnSp>
      </p:grpSp>
      <p:grpSp>
        <p:nvGrpSpPr>
          <p:cNvPr id="129" name="グループ化 128">
            <a:extLst>
              <a:ext uri="{FF2B5EF4-FFF2-40B4-BE49-F238E27FC236}">
                <a16:creationId xmlns:a16="http://schemas.microsoft.com/office/drawing/2014/main" id="{6F66EDC1-AE60-57C4-88DC-1D16B48888F1}"/>
              </a:ext>
            </a:extLst>
          </p:cNvPr>
          <p:cNvGrpSpPr/>
          <p:nvPr/>
        </p:nvGrpSpPr>
        <p:grpSpPr>
          <a:xfrm>
            <a:off x="8425578" y="4050282"/>
            <a:ext cx="2512698" cy="550243"/>
            <a:chOff x="6489167" y="2895729"/>
            <a:chExt cx="2512698" cy="550243"/>
          </a:xfrm>
        </p:grpSpPr>
        <p:grpSp>
          <p:nvGrpSpPr>
            <p:cNvPr id="130" name="グループ化 129">
              <a:extLst>
                <a:ext uri="{FF2B5EF4-FFF2-40B4-BE49-F238E27FC236}">
                  <a16:creationId xmlns:a16="http://schemas.microsoft.com/office/drawing/2014/main" id="{1123C7DB-EADD-C432-62FC-E26D7F38D19F}"/>
                </a:ext>
              </a:extLst>
            </p:cNvPr>
            <p:cNvGrpSpPr/>
            <p:nvPr/>
          </p:nvGrpSpPr>
          <p:grpSpPr>
            <a:xfrm>
              <a:off x="6503882" y="2895729"/>
              <a:ext cx="2497983" cy="517069"/>
              <a:chOff x="6638751" y="4049760"/>
              <a:chExt cx="2497983" cy="517069"/>
            </a:xfrm>
          </p:grpSpPr>
          <p:sp>
            <p:nvSpPr>
              <p:cNvPr id="132" name="テキスト ボックス 131">
                <a:extLst>
                  <a:ext uri="{FF2B5EF4-FFF2-40B4-BE49-F238E27FC236}">
                    <a16:creationId xmlns:a16="http://schemas.microsoft.com/office/drawing/2014/main" id="{AAAFE546-0315-6165-42AB-2AC0EDEB145B}"/>
                  </a:ext>
                </a:extLst>
              </p:cNvPr>
              <p:cNvSpPr txBox="1"/>
              <p:nvPr/>
            </p:nvSpPr>
            <p:spPr>
              <a:xfrm>
                <a:off x="6638751" y="4049760"/>
                <a:ext cx="1261884" cy="307777"/>
              </a:xfrm>
              <a:prstGeom prst="rect">
                <a:avLst/>
              </a:prstGeom>
              <a:noFill/>
            </p:spPr>
            <p:txBody>
              <a:bodyPr wrap="none" rtlCol="0">
                <a:spAutoFit/>
              </a:bodyPr>
              <a:lstStyle/>
              <a:p>
                <a:r>
                  <a:rPr lang="ja-JP" altLang="en-US" sz="1400">
                    <a:solidFill>
                      <a:schemeClr val="tx2"/>
                    </a:solidFill>
                    <a:latin typeface="原稿用標準書体" panose="03000503000000000000" pitchFamily="66" charset="-128"/>
                    <a:ea typeface="原稿用標準書体" panose="03000503000000000000" pitchFamily="66" charset="-128"/>
                  </a:rPr>
                  <a:t>特殊スキル</a:t>
                </a:r>
                <a:r>
                  <a:rPr lang="en-US" altLang="ja-JP" sz="1400">
                    <a:solidFill>
                      <a:schemeClr val="tx2"/>
                    </a:solidFill>
                    <a:latin typeface="原稿用標準書体" panose="03000503000000000000" pitchFamily="66" charset="-128"/>
                    <a:ea typeface="原稿用標準書体" panose="03000503000000000000" pitchFamily="66" charset="-128"/>
                  </a:rPr>
                  <a:t>Ⅱ</a:t>
                </a:r>
                <a:endParaRPr lang="en-US" altLang="ja-JP" sz="1400" dirty="0">
                  <a:solidFill>
                    <a:schemeClr val="tx2"/>
                  </a:solidFill>
                  <a:latin typeface="原稿用標準書体" panose="03000503000000000000" pitchFamily="66" charset="-128"/>
                  <a:ea typeface="原稿用標準書体" panose="03000503000000000000" pitchFamily="66" charset="-128"/>
                </a:endParaRPr>
              </a:p>
            </p:txBody>
          </p:sp>
          <p:sp>
            <p:nvSpPr>
              <p:cNvPr id="133" name="テキスト ボックス 132">
                <a:extLst>
                  <a:ext uri="{FF2B5EF4-FFF2-40B4-BE49-F238E27FC236}">
                    <a16:creationId xmlns:a16="http://schemas.microsoft.com/office/drawing/2014/main" id="{A74DBD6B-8BA7-7F7E-C868-AE798792727F}"/>
                  </a:ext>
                </a:extLst>
              </p:cNvPr>
              <p:cNvSpPr txBox="1"/>
              <p:nvPr/>
            </p:nvSpPr>
            <p:spPr>
              <a:xfrm>
                <a:off x="6643744" y="4320608"/>
                <a:ext cx="2492990" cy="246221"/>
              </a:xfrm>
              <a:prstGeom prst="rect">
                <a:avLst/>
              </a:prstGeom>
              <a:noFill/>
            </p:spPr>
            <p:txBody>
              <a:bodyPr wrap="none" rtlCol="0">
                <a:spAutoFit/>
              </a:bodyPr>
              <a:lstStyle/>
              <a:p>
                <a:r>
                  <a:rPr lang="ja-JP" altLang="en-US" sz="1000">
                    <a:solidFill>
                      <a:schemeClr val="tx2"/>
                    </a:solidFill>
                    <a:latin typeface="原稿用標準書体" panose="03000503000000000000" pitchFamily="66" charset="-128"/>
                    <a:ea typeface="原稿用標準書体" panose="03000503000000000000" pitchFamily="66" charset="-128"/>
                  </a:rPr>
                  <a:t>効果テキスト効果テキスト効果テキスト</a:t>
                </a:r>
                <a:endParaRPr lang="en-US" altLang="ja-JP" sz="1000">
                  <a:solidFill>
                    <a:schemeClr val="tx2"/>
                  </a:solidFill>
                  <a:latin typeface="原稿用標準書体" panose="03000503000000000000" pitchFamily="66" charset="-128"/>
                  <a:ea typeface="原稿用標準書体" panose="03000503000000000000" pitchFamily="66" charset="-128"/>
                </a:endParaRPr>
              </a:p>
            </p:txBody>
          </p:sp>
        </p:grpSp>
        <p:cxnSp>
          <p:nvCxnSpPr>
            <p:cNvPr id="131" name="直線コネクタ 130">
              <a:extLst>
                <a:ext uri="{FF2B5EF4-FFF2-40B4-BE49-F238E27FC236}">
                  <a16:creationId xmlns:a16="http://schemas.microsoft.com/office/drawing/2014/main" id="{082ADE66-CA6D-A84C-8BB1-94BFB6D24598}"/>
                </a:ext>
              </a:extLst>
            </p:cNvPr>
            <p:cNvCxnSpPr>
              <a:cxnSpLocks/>
            </p:cNvCxnSpPr>
            <p:nvPr/>
          </p:nvCxnSpPr>
          <p:spPr>
            <a:xfrm>
              <a:off x="6489167" y="3445972"/>
              <a:ext cx="1888606" cy="0"/>
            </a:xfrm>
            <a:prstGeom prst="line">
              <a:avLst/>
            </a:prstGeom>
            <a:ln>
              <a:solidFill>
                <a:schemeClr val="accent6"/>
              </a:solidFill>
            </a:ln>
          </p:spPr>
          <p:style>
            <a:lnRef idx="2">
              <a:schemeClr val="accent1"/>
            </a:lnRef>
            <a:fillRef idx="0">
              <a:schemeClr val="accent1"/>
            </a:fillRef>
            <a:effectRef idx="1">
              <a:schemeClr val="accent1"/>
            </a:effectRef>
            <a:fontRef idx="minor">
              <a:schemeClr val="tx1"/>
            </a:fontRef>
          </p:style>
        </p:cxnSp>
      </p:grpSp>
      <p:grpSp>
        <p:nvGrpSpPr>
          <p:cNvPr id="137" name="グループ化 136">
            <a:extLst>
              <a:ext uri="{FF2B5EF4-FFF2-40B4-BE49-F238E27FC236}">
                <a16:creationId xmlns:a16="http://schemas.microsoft.com/office/drawing/2014/main" id="{61BCFE60-2CB2-34B1-BB50-F4D5F7A49B1C}"/>
              </a:ext>
            </a:extLst>
          </p:cNvPr>
          <p:cNvGrpSpPr/>
          <p:nvPr/>
        </p:nvGrpSpPr>
        <p:grpSpPr>
          <a:xfrm>
            <a:off x="8425578" y="4736217"/>
            <a:ext cx="1888606" cy="550243"/>
            <a:chOff x="6489167" y="2895729"/>
            <a:chExt cx="1888606" cy="550243"/>
          </a:xfrm>
        </p:grpSpPr>
        <p:grpSp>
          <p:nvGrpSpPr>
            <p:cNvPr id="139" name="グループ化 138">
              <a:extLst>
                <a:ext uri="{FF2B5EF4-FFF2-40B4-BE49-F238E27FC236}">
                  <a16:creationId xmlns:a16="http://schemas.microsoft.com/office/drawing/2014/main" id="{B946B05D-7FA7-B15C-2E91-74F32CC10514}"/>
                </a:ext>
              </a:extLst>
            </p:cNvPr>
            <p:cNvGrpSpPr/>
            <p:nvPr/>
          </p:nvGrpSpPr>
          <p:grpSpPr>
            <a:xfrm>
              <a:off x="6503882" y="2895729"/>
              <a:ext cx="1261884" cy="517069"/>
              <a:chOff x="6638751" y="4049760"/>
              <a:chExt cx="1261884" cy="517069"/>
            </a:xfrm>
          </p:grpSpPr>
          <p:sp>
            <p:nvSpPr>
              <p:cNvPr id="143" name="テキスト ボックス 142">
                <a:extLst>
                  <a:ext uri="{FF2B5EF4-FFF2-40B4-BE49-F238E27FC236}">
                    <a16:creationId xmlns:a16="http://schemas.microsoft.com/office/drawing/2014/main" id="{6A6DAAE7-30AE-0922-8681-37ADAA7F36AB}"/>
                  </a:ext>
                </a:extLst>
              </p:cNvPr>
              <p:cNvSpPr txBox="1"/>
              <p:nvPr/>
            </p:nvSpPr>
            <p:spPr>
              <a:xfrm>
                <a:off x="6638751" y="4049760"/>
                <a:ext cx="1261884" cy="307777"/>
              </a:xfrm>
              <a:prstGeom prst="rect">
                <a:avLst/>
              </a:prstGeom>
              <a:noFill/>
            </p:spPr>
            <p:txBody>
              <a:bodyPr wrap="none" rtlCol="0">
                <a:spAutoFit/>
              </a:bodyPr>
              <a:lstStyle/>
              <a:p>
                <a:r>
                  <a:rPr lang="ja-JP" altLang="en-US" sz="1400">
                    <a:solidFill>
                      <a:schemeClr val="accent6"/>
                    </a:solidFill>
                    <a:latin typeface="原稿用標準書体" panose="03000503000000000000" pitchFamily="66" charset="-128"/>
                    <a:ea typeface="原稿用標準書体" panose="03000503000000000000" pitchFamily="66" charset="-128"/>
                  </a:rPr>
                  <a:t>特殊スキル</a:t>
                </a:r>
                <a:r>
                  <a:rPr lang="en-US" altLang="ja-JP" sz="1400">
                    <a:solidFill>
                      <a:schemeClr val="accent6"/>
                    </a:solidFill>
                    <a:latin typeface="原稿用標準書体" panose="03000503000000000000" pitchFamily="66" charset="-128"/>
                    <a:ea typeface="原稿用標準書体" panose="03000503000000000000" pitchFamily="66" charset="-128"/>
                  </a:rPr>
                  <a:t>Ⅰ</a:t>
                </a:r>
                <a:endParaRPr lang="en-US" altLang="ja-JP" sz="1400" dirty="0">
                  <a:solidFill>
                    <a:schemeClr val="accent6"/>
                  </a:solidFill>
                  <a:latin typeface="原稿用標準書体" panose="03000503000000000000" pitchFamily="66" charset="-128"/>
                  <a:ea typeface="原稿用標準書体" panose="03000503000000000000" pitchFamily="66" charset="-128"/>
                </a:endParaRPr>
              </a:p>
            </p:txBody>
          </p:sp>
          <p:sp>
            <p:nvSpPr>
              <p:cNvPr id="147" name="テキスト ボックス 146">
                <a:extLst>
                  <a:ext uri="{FF2B5EF4-FFF2-40B4-BE49-F238E27FC236}">
                    <a16:creationId xmlns:a16="http://schemas.microsoft.com/office/drawing/2014/main" id="{F573EA2B-4E3E-CAB2-FD0E-AB339DDE5A94}"/>
                  </a:ext>
                </a:extLst>
              </p:cNvPr>
              <p:cNvSpPr txBox="1"/>
              <p:nvPr/>
            </p:nvSpPr>
            <p:spPr>
              <a:xfrm>
                <a:off x="6643744" y="4320608"/>
                <a:ext cx="1236236" cy="246221"/>
              </a:xfrm>
              <a:prstGeom prst="rect">
                <a:avLst/>
              </a:prstGeom>
              <a:noFill/>
            </p:spPr>
            <p:txBody>
              <a:bodyPr wrap="none" rtlCol="0">
                <a:spAutoFit/>
              </a:bodyPr>
              <a:lstStyle/>
              <a:p>
                <a:r>
                  <a:rPr lang="ja-JP" altLang="en-US" sz="1000">
                    <a:solidFill>
                      <a:schemeClr val="tx1">
                        <a:lumMod val="95000"/>
                        <a:lumOff val="5000"/>
                      </a:schemeClr>
                    </a:solidFill>
                    <a:latin typeface="原稿用標準書体" panose="03000503000000000000" pitchFamily="66" charset="-128"/>
                    <a:ea typeface="原稿用標準書体" panose="03000503000000000000" pitchFamily="66" charset="-128"/>
                  </a:rPr>
                  <a:t>才能開花</a:t>
                </a:r>
                <a:r>
                  <a:rPr lang="en-US" altLang="ja-JP" sz="1000">
                    <a:solidFill>
                      <a:schemeClr val="tx1">
                        <a:lumMod val="95000"/>
                        <a:lumOff val="5000"/>
                      </a:schemeClr>
                    </a:solidFill>
                    <a:latin typeface="原稿用標準書体" panose="03000503000000000000" pitchFamily="66" charset="-128"/>
                    <a:ea typeface="原稿用標準書体" panose="03000503000000000000" pitchFamily="66" charset="-128"/>
                  </a:rPr>
                  <a:t>Ⅲ</a:t>
                </a:r>
                <a:r>
                  <a:rPr lang="ja-JP" altLang="en-US" sz="1000">
                    <a:solidFill>
                      <a:schemeClr val="tx1">
                        <a:lumMod val="95000"/>
                        <a:lumOff val="5000"/>
                      </a:schemeClr>
                    </a:solidFill>
                    <a:latin typeface="原稿用標準書体" panose="03000503000000000000" pitchFamily="66" charset="-128"/>
                    <a:ea typeface="原稿用標準書体" panose="03000503000000000000" pitchFamily="66" charset="-128"/>
                  </a:rPr>
                  <a:t>で解放</a:t>
                </a:r>
                <a:endParaRPr lang="en-US" altLang="ja-JP" sz="1000">
                  <a:solidFill>
                    <a:schemeClr val="tx1">
                      <a:lumMod val="95000"/>
                      <a:lumOff val="5000"/>
                    </a:schemeClr>
                  </a:solidFill>
                  <a:latin typeface="原稿用標準書体" panose="03000503000000000000" pitchFamily="66" charset="-128"/>
                  <a:ea typeface="原稿用標準書体" panose="03000503000000000000" pitchFamily="66" charset="-128"/>
                </a:endParaRPr>
              </a:p>
            </p:txBody>
          </p:sp>
        </p:grpSp>
        <p:cxnSp>
          <p:nvCxnSpPr>
            <p:cNvPr id="141" name="直線コネクタ 140">
              <a:extLst>
                <a:ext uri="{FF2B5EF4-FFF2-40B4-BE49-F238E27FC236}">
                  <a16:creationId xmlns:a16="http://schemas.microsoft.com/office/drawing/2014/main" id="{880C7D1E-006F-C02D-90F9-8961DAD9DEF2}"/>
                </a:ext>
              </a:extLst>
            </p:cNvPr>
            <p:cNvCxnSpPr>
              <a:cxnSpLocks/>
            </p:cNvCxnSpPr>
            <p:nvPr/>
          </p:nvCxnSpPr>
          <p:spPr>
            <a:xfrm>
              <a:off x="6489167" y="3445972"/>
              <a:ext cx="1888606" cy="0"/>
            </a:xfrm>
            <a:prstGeom prst="line">
              <a:avLst/>
            </a:prstGeom>
            <a:ln>
              <a:solidFill>
                <a:schemeClr val="accent6"/>
              </a:solidFill>
            </a:ln>
          </p:spPr>
          <p:style>
            <a:lnRef idx="2">
              <a:schemeClr val="accent1"/>
            </a:lnRef>
            <a:fillRef idx="0">
              <a:schemeClr val="accent1"/>
            </a:fillRef>
            <a:effectRef idx="1">
              <a:schemeClr val="accent1"/>
            </a:effectRef>
            <a:fontRef idx="minor">
              <a:schemeClr val="tx1"/>
            </a:fontRef>
          </p:style>
        </p:cxnSp>
      </p:grpSp>
      <p:cxnSp>
        <p:nvCxnSpPr>
          <p:cNvPr id="2" name="直線コネクタ 1">
            <a:extLst>
              <a:ext uri="{FF2B5EF4-FFF2-40B4-BE49-F238E27FC236}">
                <a16:creationId xmlns:a16="http://schemas.microsoft.com/office/drawing/2014/main" id="{64B1951C-7CCF-22B0-56F0-6EEAB906B845}"/>
              </a:ext>
            </a:extLst>
          </p:cNvPr>
          <p:cNvCxnSpPr>
            <a:cxnSpLocks/>
          </p:cNvCxnSpPr>
          <p:nvPr/>
        </p:nvCxnSpPr>
        <p:spPr>
          <a:xfrm>
            <a:off x="6184354" y="4964813"/>
            <a:ext cx="1888606" cy="0"/>
          </a:xfrm>
          <a:prstGeom prst="line">
            <a:avLst/>
          </a:prstGeom>
          <a:ln>
            <a:solidFill>
              <a:schemeClr val="accent6"/>
            </a:solidFill>
          </a:ln>
        </p:spPr>
        <p:style>
          <a:lnRef idx="2">
            <a:schemeClr val="accent1"/>
          </a:lnRef>
          <a:fillRef idx="0">
            <a:schemeClr val="accent1"/>
          </a:fillRef>
          <a:effectRef idx="1">
            <a:schemeClr val="accent1"/>
          </a:effectRef>
          <a:fontRef idx="minor">
            <a:schemeClr val="tx1"/>
          </a:fontRef>
        </p:style>
      </p:cxnSp>
      <p:grpSp>
        <p:nvGrpSpPr>
          <p:cNvPr id="4" name="グループ化 3">
            <a:extLst>
              <a:ext uri="{FF2B5EF4-FFF2-40B4-BE49-F238E27FC236}">
                <a16:creationId xmlns:a16="http://schemas.microsoft.com/office/drawing/2014/main" id="{C1EA0A1C-BE6B-E4B4-DED3-4C557FEEB3FF}"/>
              </a:ext>
            </a:extLst>
          </p:cNvPr>
          <p:cNvGrpSpPr/>
          <p:nvPr/>
        </p:nvGrpSpPr>
        <p:grpSpPr>
          <a:xfrm>
            <a:off x="8331652" y="575834"/>
            <a:ext cx="3994672" cy="408821"/>
            <a:chOff x="8331652" y="600326"/>
            <a:chExt cx="3994672" cy="408821"/>
          </a:xfrm>
        </p:grpSpPr>
        <p:sp>
          <p:nvSpPr>
            <p:cNvPr id="5" name="正方形/長方形 4">
              <a:extLst>
                <a:ext uri="{FF2B5EF4-FFF2-40B4-BE49-F238E27FC236}">
                  <a16:creationId xmlns:a16="http://schemas.microsoft.com/office/drawing/2014/main" id="{244D721A-4953-F1D6-D9BC-2BBA67BD7855}"/>
                </a:ext>
              </a:extLst>
            </p:cNvPr>
            <p:cNvSpPr/>
            <p:nvPr/>
          </p:nvSpPr>
          <p:spPr>
            <a:xfrm>
              <a:off x="8331652" y="600326"/>
              <a:ext cx="3994672" cy="408821"/>
            </a:xfrm>
            <a:prstGeom prst="rect">
              <a:avLst/>
            </a:prstGeom>
            <a:solidFill>
              <a:schemeClr val="bg1">
                <a:lumMod val="65000"/>
                <a:alpha val="20000"/>
              </a:schemeClr>
            </a:solidFill>
            <a:ln>
              <a:noFill/>
            </a:ln>
            <a:effectLst>
              <a:glow rad="63500">
                <a:schemeClr val="bg1">
                  <a:lumMod val="50000"/>
                  <a:alpha val="2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6" name="グループ化 5">
              <a:extLst>
                <a:ext uri="{FF2B5EF4-FFF2-40B4-BE49-F238E27FC236}">
                  <a16:creationId xmlns:a16="http://schemas.microsoft.com/office/drawing/2014/main" id="{A43EAB2F-8589-7515-C67A-BD434B55CAB5}"/>
                </a:ext>
              </a:extLst>
            </p:cNvPr>
            <p:cNvGrpSpPr/>
            <p:nvPr/>
          </p:nvGrpSpPr>
          <p:grpSpPr>
            <a:xfrm>
              <a:off x="8648051" y="650848"/>
              <a:ext cx="1231006" cy="307777"/>
              <a:chOff x="7108497" y="887611"/>
              <a:chExt cx="1231006" cy="307777"/>
            </a:xfrm>
          </p:grpSpPr>
          <p:pic>
            <p:nvPicPr>
              <p:cNvPr id="12" name="図 11">
                <a:extLst>
                  <a:ext uri="{FF2B5EF4-FFF2-40B4-BE49-F238E27FC236}">
                    <a16:creationId xmlns:a16="http://schemas.microsoft.com/office/drawing/2014/main" id="{4C0450C6-E4DA-4DEB-F3F6-6FE622ADD742}"/>
                  </a:ext>
                </a:extLst>
              </p:cNvPr>
              <p:cNvPicPr>
                <a:picLocks noChangeAspect="1"/>
              </p:cNvPicPr>
              <p:nvPr/>
            </p:nvPicPr>
            <p:blipFill>
              <a:blip r:embed="rId8">
                <a:biLevel thresh="25000"/>
                <a:extLst>
                  <a:ext uri="{28A0092B-C50C-407E-A947-70E740481C1C}">
                    <a14:useLocalDpi xmlns:a14="http://schemas.microsoft.com/office/drawing/2010/main" val="0"/>
                  </a:ext>
                </a:extLst>
              </a:blip>
              <a:stretch>
                <a:fillRect/>
              </a:stretch>
            </p:blipFill>
            <p:spPr>
              <a:xfrm>
                <a:off x="7108497" y="914380"/>
                <a:ext cx="202448" cy="254238"/>
              </a:xfrm>
              <a:prstGeom prst="rect">
                <a:avLst/>
              </a:prstGeom>
            </p:spPr>
          </p:pic>
          <p:sp>
            <p:nvSpPr>
              <p:cNvPr id="14" name="テキスト ボックス 13">
                <a:extLst>
                  <a:ext uri="{FF2B5EF4-FFF2-40B4-BE49-F238E27FC236}">
                    <a16:creationId xmlns:a16="http://schemas.microsoft.com/office/drawing/2014/main" id="{24AE4DB8-0CAB-922F-0CF5-799A09AD031A}"/>
                  </a:ext>
                </a:extLst>
              </p:cNvPr>
              <p:cNvSpPr txBox="1"/>
              <p:nvPr/>
            </p:nvSpPr>
            <p:spPr>
              <a:xfrm>
                <a:off x="7436692" y="887611"/>
                <a:ext cx="902811"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00000000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8" name="グループ化 7">
              <a:extLst>
                <a:ext uri="{FF2B5EF4-FFF2-40B4-BE49-F238E27FC236}">
                  <a16:creationId xmlns:a16="http://schemas.microsoft.com/office/drawing/2014/main" id="{A053D03D-6E0D-6007-6270-8B32BBA6A748}"/>
                </a:ext>
              </a:extLst>
            </p:cNvPr>
            <p:cNvGrpSpPr/>
            <p:nvPr/>
          </p:nvGrpSpPr>
          <p:grpSpPr>
            <a:xfrm>
              <a:off x="10177914" y="650848"/>
              <a:ext cx="1263752" cy="307777"/>
              <a:chOff x="9272844" y="887611"/>
              <a:chExt cx="1263752" cy="307777"/>
            </a:xfrm>
          </p:grpSpPr>
          <p:pic>
            <p:nvPicPr>
              <p:cNvPr id="9" name="図 8">
                <a:extLst>
                  <a:ext uri="{FF2B5EF4-FFF2-40B4-BE49-F238E27FC236}">
                    <a16:creationId xmlns:a16="http://schemas.microsoft.com/office/drawing/2014/main" id="{8F7C8407-9F71-2611-651A-56F642BC7DAD}"/>
                  </a:ext>
                </a:extLst>
              </p:cNvPr>
              <p:cNvPicPr>
                <a:picLocks noChangeAspect="1"/>
              </p:cNvPicPr>
              <p:nvPr/>
            </p:nvPicPr>
            <p:blipFill>
              <a:blip r:embed="rId9">
                <a:biLevel thresh="25000"/>
                <a:extLst>
                  <a:ext uri="{28A0092B-C50C-407E-A947-70E740481C1C}">
                    <a14:useLocalDpi xmlns:a14="http://schemas.microsoft.com/office/drawing/2010/main" val="0"/>
                  </a:ext>
                </a:extLst>
              </a:blip>
              <a:stretch>
                <a:fillRect/>
              </a:stretch>
            </p:blipFill>
            <p:spPr>
              <a:xfrm>
                <a:off x="9272844" y="905906"/>
                <a:ext cx="273428" cy="271187"/>
              </a:xfrm>
              <a:prstGeom prst="rect">
                <a:avLst/>
              </a:prstGeom>
            </p:spPr>
          </p:pic>
          <p:sp>
            <p:nvSpPr>
              <p:cNvPr id="10" name="テキスト ボックス 9">
                <a:extLst>
                  <a:ext uri="{FF2B5EF4-FFF2-40B4-BE49-F238E27FC236}">
                    <a16:creationId xmlns:a16="http://schemas.microsoft.com/office/drawing/2014/main" id="{AF06E71C-698C-26EB-BBF7-D2748A6FA856}"/>
                  </a:ext>
                </a:extLst>
              </p:cNvPr>
              <p:cNvSpPr txBox="1"/>
              <p:nvPr/>
            </p:nvSpPr>
            <p:spPr>
              <a:xfrm>
                <a:off x="9633785" y="887611"/>
                <a:ext cx="902811"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00000000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sp>
        <p:nvSpPr>
          <p:cNvPr id="19" name="正方形/長方形 18">
            <a:extLst>
              <a:ext uri="{FF2B5EF4-FFF2-40B4-BE49-F238E27FC236}">
                <a16:creationId xmlns:a16="http://schemas.microsoft.com/office/drawing/2014/main" id="{EBC6A0FA-97C0-E090-5AEA-96CE1C0F939C}"/>
              </a:ext>
            </a:extLst>
          </p:cNvPr>
          <p:cNvSpPr>
            <a:spLocks/>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7" name="四角形: 角を丸くする 36">
            <a:extLst>
              <a:ext uri="{FF2B5EF4-FFF2-40B4-BE49-F238E27FC236}">
                <a16:creationId xmlns:a16="http://schemas.microsoft.com/office/drawing/2014/main" id="{C3730E45-3710-CC68-4D76-531E2F1596E1}"/>
              </a:ext>
            </a:extLst>
          </p:cNvPr>
          <p:cNvSpPr/>
          <p:nvPr/>
        </p:nvSpPr>
        <p:spPr>
          <a:xfrm>
            <a:off x="3155312" y="1230589"/>
            <a:ext cx="5872517" cy="4704845"/>
          </a:xfrm>
          <a:prstGeom prst="roundRect">
            <a:avLst/>
          </a:prstGeom>
          <a:gradFill flip="none" rotWithShape="1">
            <a:gsLst>
              <a:gs pos="70000">
                <a:schemeClr val="accent2">
                  <a:lumMod val="20000"/>
                  <a:lumOff val="80000"/>
                </a:schemeClr>
              </a:gs>
              <a:gs pos="40000">
                <a:schemeClr val="accent6">
                  <a:lumMod val="60000"/>
                  <a:lumOff val="40000"/>
                </a:schemeClr>
              </a:gs>
              <a:gs pos="90000">
                <a:schemeClr val="accent6">
                  <a:lumMod val="40000"/>
                  <a:lumOff val="60000"/>
                </a:schemeClr>
              </a:gs>
            </a:gsLst>
            <a:path path="circle">
              <a:fillToRect l="50000" t="-80000" r="50000" b="18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1" name="テキスト ボックス 40">
            <a:extLst>
              <a:ext uri="{FF2B5EF4-FFF2-40B4-BE49-F238E27FC236}">
                <a16:creationId xmlns:a16="http://schemas.microsoft.com/office/drawing/2014/main" id="{A0B4F059-94D4-91CA-CA5D-8BB3004AA6FF}"/>
              </a:ext>
            </a:extLst>
          </p:cNvPr>
          <p:cNvSpPr txBox="1"/>
          <p:nvPr/>
        </p:nvSpPr>
        <p:spPr>
          <a:xfrm>
            <a:off x="5176610" y="1445974"/>
            <a:ext cx="1826141" cy="584775"/>
          </a:xfrm>
          <a:prstGeom prst="rect">
            <a:avLst/>
          </a:prstGeom>
          <a:noFill/>
        </p:spPr>
        <p:txBody>
          <a:bodyPr wrap="none" rtlCol="0">
            <a:spAutoFit/>
          </a:bodyPr>
          <a:lstStyle/>
          <a:p>
            <a:pPr algn="ctr"/>
            <a:r>
              <a:rPr kumimoji="1" lang="ja-JP" altLang="en-US" sz="3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才能開花</a:t>
            </a:r>
            <a:endParaRPr kumimoji="1" lang="ja-JP" altLang="en-US" sz="32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pic>
        <p:nvPicPr>
          <p:cNvPr id="45" name="図 44">
            <a:extLst>
              <a:ext uri="{FF2B5EF4-FFF2-40B4-BE49-F238E27FC236}">
                <a16:creationId xmlns:a16="http://schemas.microsoft.com/office/drawing/2014/main" id="{03C08BA2-7A79-CF7D-DF8F-68F5311CA251}"/>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4759364" y="2105348"/>
            <a:ext cx="2620672" cy="3700079"/>
          </a:xfrm>
          <a:prstGeom prst="rect">
            <a:avLst/>
          </a:prstGeom>
        </p:spPr>
      </p:pic>
      <p:pic>
        <p:nvPicPr>
          <p:cNvPr id="48" name="図 47">
            <a:extLst>
              <a:ext uri="{FF2B5EF4-FFF2-40B4-BE49-F238E27FC236}">
                <a16:creationId xmlns:a16="http://schemas.microsoft.com/office/drawing/2014/main" id="{082EF52F-8D95-1DAC-9D2A-C12EC898B35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870542" y="804476"/>
            <a:ext cx="1912075" cy="1351170"/>
          </a:xfrm>
          <a:prstGeom prst="rect">
            <a:avLst/>
          </a:prstGeom>
        </p:spPr>
      </p:pic>
    </p:spTree>
    <p:extLst>
      <p:ext uri="{BB962C8B-B14F-4D97-AF65-F5344CB8AC3E}">
        <p14:creationId xmlns:p14="http://schemas.microsoft.com/office/powerpoint/2010/main" val="1997297723"/>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bg>
      <p:bgPr>
        <a:solidFill>
          <a:schemeClr val="tx1">
            <a:lumMod val="95000"/>
            <a:lumOff val="5000"/>
          </a:schemeClr>
        </a:solidFill>
        <a:effectLst/>
      </p:bgPr>
    </p:bg>
    <p:spTree>
      <p:nvGrpSpPr>
        <p:cNvPr id="1" name="">
          <a:extLst>
            <a:ext uri="{FF2B5EF4-FFF2-40B4-BE49-F238E27FC236}">
              <a16:creationId xmlns:a16="http://schemas.microsoft.com/office/drawing/2014/main" id="{145C6A41-E44C-9D23-12A2-BC8F86CB5A7C}"/>
            </a:ext>
          </a:extLst>
        </p:cNvPr>
        <p:cNvGrpSpPr/>
        <p:nvPr/>
      </p:nvGrpSpPr>
      <p:grpSpPr>
        <a:xfrm>
          <a:off x="0" y="0"/>
          <a:ext cx="0" cy="0"/>
          <a:chOff x="0" y="0"/>
          <a:chExt cx="0" cy="0"/>
        </a:xfrm>
      </p:grpSpPr>
      <p:pic>
        <p:nvPicPr>
          <p:cNvPr id="56" name="図 55">
            <a:extLst>
              <a:ext uri="{FF2B5EF4-FFF2-40B4-BE49-F238E27FC236}">
                <a16:creationId xmlns:a16="http://schemas.microsoft.com/office/drawing/2014/main" id="{74BC1833-C2FE-51A7-9D78-C26EA3CBB9E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6941" y="0"/>
            <a:ext cx="12365882" cy="17459163"/>
          </a:xfrm>
          <a:prstGeom prst="rect">
            <a:avLst/>
          </a:prstGeom>
        </p:spPr>
      </p:pic>
      <p:pic>
        <p:nvPicPr>
          <p:cNvPr id="35" name="図 34">
            <a:extLst>
              <a:ext uri="{FF2B5EF4-FFF2-40B4-BE49-F238E27FC236}">
                <a16:creationId xmlns:a16="http://schemas.microsoft.com/office/drawing/2014/main" id="{A2977D47-C435-91F6-22CE-E8BADB12E9F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6941" y="-12877800"/>
            <a:ext cx="12365882" cy="17459163"/>
          </a:xfrm>
          <a:prstGeom prst="rect">
            <a:avLst/>
          </a:prstGeom>
        </p:spPr>
      </p:pic>
      <p:grpSp>
        <p:nvGrpSpPr>
          <p:cNvPr id="55" name="グループ化 54">
            <a:extLst>
              <a:ext uri="{FF2B5EF4-FFF2-40B4-BE49-F238E27FC236}">
                <a16:creationId xmlns:a16="http://schemas.microsoft.com/office/drawing/2014/main" id="{6723722E-032E-04B2-65DA-BCC2225D0094}"/>
              </a:ext>
            </a:extLst>
          </p:cNvPr>
          <p:cNvGrpSpPr/>
          <p:nvPr/>
        </p:nvGrpSpPr>
        <p:grpSpPr>
          <a:xfrm>
            <a:off x="0" y="5194300"/>
            <a:ext cx="12192000" cy="1663700"/>
            <a:chOff x="0" y="5194300"/>
            <a:chExt cx="12192000" cy="1663700"/>
          </a:xfrm>
        </p:grpSpPr>
        <p:sp>
          <p:nvSpPr>
            <p:cNvPr id="42" name="正方形/長方形 41">
              <a:extLst>
                <a:ext uri="{FF2B5EF4-FFF2-40B4-BE49-F238E27FC236}">
                  <a16:creationId xmlns:a16="http://schemas.microsoft.com/office/drawing/2014/main" id="{60CA9F4E-F24C-6497-07A2-158D84261850}"/>
                </a:ext>
              </a:extLst>
            </p:cNvPr>
            <p:cNvSpPr/>
            <p:nvPr/>
          </p:nvSpPr>
          <p:spPr>
            <a:xfrm>
              <a:off x="0" y="5194300"/>
              <a:ext cx="12192000" cy="1663700"/>
            </a:xfrm>
            <a:prstGeom prst="rect">
              <a:avLst/>
            </a:prstGeom>
            <a:solidFill>
              <a:schemeClr val="accent6">
                <a:alpha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400">
                <a:solidFill>
                  <a:schemeClr val="accent2"/>
                </a:solidFill>
                <a:latin typeface="原稿用標準書体" panose="03000503000000000000" pitchFamily="66" charset="-128"/>
                <a:ea typeface="原稿用標準書体" panose="03000503000000000000" pitchFamily="66" charset="-128"/>
              </a:endParaRPr>
            </a:p>
          </p:txBody>
        </p:sp>
        <p:sp>
          <p:nvSpPr>
            <p:cNvPr id="44" name="テキスト ボックス 43">
              <a:extLst>
                <a:ext uri="{FF2B5EF4-FFF2-40B4-BE49-F238E27FC236}">
                  <a16:creationId xmlns:a16="http://schemas.microsoft.com/office/drawing/2014/main" id="{6970C3EE-B8C3-66E4-3C6B-5F2DA5B090F6}"/>
                </a:ext>
              </a:extLst>
            </p:cNvPr>
            <p:cNvSpPr txBox="1"/>
            <p:nvPr/>
          </p:nvSpPr>
          <p:spPr>
            <a:xfrm>
              <a:off x="2905125" y="5291435"/>
              <a:ext cx="6381750" cy="523220"/>
            </a:xfrm>
            <a:prstGeom prst="rect">
              <a:avLst/>
            </a:prstGeom>
            <a:noFill/>
          </p:spPr>
          <p:txBody>
            <a:bodyPr wrap="square">
              <a:spAutoFit/>
            </a:bodyPr>
            <a:lstStyle/>
            <a:p>
              <a:pPr algn="ctr"/>
              <a:r>
                <a:rPr lang="ja-JP" altLang="en-US" sz="2800">
                  <a:solidFill>
                    <a:schemeClr val="accent2"/>
                  </a:solidFill>
                  <a:latin typeface="原稿用標準書体" panose="03000503000000000000" pitchFamily="66" charset="-128"/>
                  <a:ea typeface="原稿用標準書体" panose="03000503000000000000" pitchFamily="66" charset="-128"/>
                </a:rPr>
                <a:t>才能開花完了</a:t>
              </a:r>
              <a:endParaRPr kumimoji="1" lang="ja-JP" altLang="en-US" sz="2800">
                <a:solidFill>
                  <a:schemeClr val="accent2"/>
                </a:solidFill>
                <a:latin typeface="原稿用標準書体" panose="03000503000000000000" pitchFamily="66" charset="-128"/>
                <a:ea typeface="原稿用標準書体" panose="03000503000000000000" pitchFamily="66" charset="-128"/>
              </a:endParaRPr>
            </a:p>
          </p:txBody>
        </p:sp>
        <p:grpSp>
          <p:nvGrpSpPr>
            <p:cNvPr id="54" name="グループ化 53">
              <a:extLst>
                <a:ext uri="{FF2B5EF4-FFF2-40B4-BE49-F238E27FC236}">
                  <a16:creationId xmlns:a16="http://schemas.microsoft.com/office/drawing/2014/main" id="{CB370DA4-577B-77CE-C6C9-35061E04A976}"/>
                </a:ext>
              </a:extLst>
            </p:cNvPr>
            <p:cNvGrpSpPr/>
            <p:nvPr/>
          </p:nvGrpSpPr>
          <p:grpSpPr>
            <a:xfrm>
              <a:off x="4145713" y="5967996"/>
              <a:ext cx="3900575" cy="707886"/>
              <a:chOff x="4119817" y="6196596"/>
              <a:chExt cx="3900575" cy="707886"/>
            </a:xfrm>
          </p:grpSpPr>
          <p:sp>
            <p:nvSpPr>
              <p:cNvPr id="49" name="テキスト ボックス 48">
                <a:extLst>
                  <a:ext uri="{FF2B5EF4-FFF2-40B4-BE49-F238E27FC236}">
                    <a16:creationId xmlns:a16="http://schemas.microsoft.com/office/drawing/2014/main" id="{D07DE16B-DDF9-7400-FF56-EF0C192AE569}"/>
                  </a:ext>
                </a:extLst>
              </p:cNvPr>
              <p:cNvSpPr txBox="1"/>
              <p:nvPr/>
            </p:nvSpPr>
            <p:spPr>
              <a:xfrm>
                <a:off x="4119817" y="6196596"/>
                <a:ext cx="697627" cy="707886"/>
              </a:xfrm>
              <a:prstGeom prst="rect">
                <a:avLst/>
              </a:prstGeom>
              <a:noFill/>
            </p:spPr>
            <p:txBody>
              <a:bodyPr wrap="none" rtlCol="0">
                <a:spAutoFit/>
              </a:bodyPr>
              <a:lstStyle/>
              <a:p>
                <a:pPr algn="ctr"/>
                <a:r>
                  <a:rPr lang="en-US" altLang="ja-JP" sz="4000">
                    <a:solidFill>
                      <a:schemeClr val="bg1">
                        <a:lumMod val="95000"/>
                      </a:schemeClr>
                    </a:solidFill>
                    <a:latin typeface="原稿用標準書体" panose="03000503000000000000" pitchFamily="66" charset="-128"/>
                    <a:ea typeface="原稿用標準書体" panose="03000503000000000000" pitchFamily="66" charset="-128"/>
                  </a:rPr>
                  <a:t>Ⅰ</a:t>
                </a:r>
                <a:endParaRPr lang="ja-JP" altLang="en-US" sz="4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1" name="二等辺三角形 50">
                <a:extLst>
                  <a:ext uri="{FF2B5EF4-FFF2-40B4-BE49-F238E27FC236}">
                    <a16:creationId xmlns:a16="http://schemas.microsoft.com/office/drawing/2014/main" id="{439FA5B9-DF35-18DB-6890-C920F042D033}"/>
                  </a:ext>
                </a:extLst>
              </p:cNvPr>
              <p:cNvSpPr/>
              <p:nvPr/>
            </p:nvSpPr>
            <p:spPr>
              <a:xfrm rot="5400000">
                <a:off x="5880008" y="6364340"/>
                <a:ext cx="431983" cy="372399"/>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800"/>
              </a:p>
            </p:txBody>
          </p:sp>
          <p:sp>
            <p:nvSpPr>
              <p:cNvPr id="53" name="テキスト ボックス 52">
                <a:extLst>
                  <a:ext uri="{FF2B5EF4-FFF2-40B4-BE49-F238E27FC236}">
                    <a16:creationId xmlns:a16="http://schemas.microsoft.com/office/drawing/2014/main" id="{9977A948-6A90-7261-6177-35DB34CDA65B}"/>
                  </a:ext>
                </a:extLst>
              </p:cNvPr>
              <p:cNvSpPr txBox="1"/>
              <p:nvPr/>
            </p:nvSpPr>
            <p:spPr>
              <a:xfrm>
                <a:off x="7322765" y="6196596"/>
                <a:ext cx="697627" cy="707886"/>
              </a:xfrm>
              <a:prstGeom prst="rect">
                <a:avLst/>
              </a:prstGeom>
              <a:noFill/>
            </p:spPr>
            <p:txBody>
              <a:bodyPr wrap="none" rtlCol="0">
                <a:spAutoFit/>
              </a:bodyPr>
              <a:lstStyle/>
              <a:p>
                <a:pPr algn="ctr"/>
                <a:r>
                  <a:rPr lang="en-US" altLang="ja-JP" sz="4000">
                    <a:solidFill>
                      <a:srgbClr val="FF00FF"/>
                    </a:solidFill>
                    <a:latin typeface="原稿用標準書体" panose="03000503000000000000" pitchFamily="66" charset="-128"/>
                    <a:ea typeface="原稿用標準書体" panose="03000503000000000000" pitchFamily="66" charset="-128"/>
                  </a:rPr>
                  <a:t>Ⅱ</a:t>
                </a:r>
                <a:endParaRPr lang="ja-JP" altLang="en-US" sz="4000" dirty="0">
                  <a:solidFill>
                    <a:srgbClr val="FF00FF"/>
                  </a:solidFill>
                  <a:latin typeface="原稿用標準書体" panose="03000503000000000000" pitchFamily="66" charset="-128"/>
                  <a:ea typeface="原稿用標準書体" panose="03000503000000000000" pitchFamily="66" charset="-128"/>
                </a:endParaRPr>
              </a:p>
            </p:txBody>
          </p:sp>
        </p:grpSp>
      </p:grpSp>
      <p:pic>
        <p:nvPicPr>
          <p:cNvPr id="5" name="図 4">
            <a:extLst>
              <a:ext uri="{FF2B5EF4-FFF2-40B4-BE49-F238E27FC236}">
                <a16:creationId xmlns:a16="http://schemas.microsoft.com/office/drawing/2014/main" id="{423803EC-A2C3-B91D-AEC1-7A59369D2CEC}"/>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86941" y="-1"/>
            <a:ext cx="12365881" cy="17459164"/>
          </a:xfrm>
          <a:prstGeom prst="rect">
            <a:avLst/>
          </a:prstGeom>
        </p:spPr>
      </p:pic>
    </p:spTree>
    <p:extLst>
      <p:ext uri="{BB962C8B-B14F-4D97-AF65-F5344CB8AC3E}">
        <p14:creationId xmlns:p14="http://schemas.microsoft.com/office/powerpoint/2010/main" val="15977411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64" presetClass="path" presetSubtype="0" accel="50000" decel="50000" fill="hold" nodeType="clickEffect">
                                  <p:stCondLst>
                                    <p:cond delay="500"/>
                                  </p:stCondLst>
                                  <p:childTnLst>
                                    <p:animMotion origin="layout" path="M 0 3.33333E-6 L 0 -1.87778 " pathEditMode="relative" rAng="0" ptsTypes="AA">
                                      <p:cBhvr>
                                        <p:cTn id="6" dur="2000" fill="hold"/>
                                        <p:tgtEl>
                                          <p:spTgt spid="5"/>
                                        </p:tgtEl>
                                        <p:attrNameLst>
                                          <p:attrName>ppt_x</p:attrName>
                                          <p:attrName>ppt_y</p:attrName>
                                        </p:attrNameLst>
                                      </p:cBhvr>
                                      <p:rCtr x="0" y="-93935"/>
                                    </p:animMotion>
                                  </p:childTnLst>
                                </p:cTn>
                              </p:par>
                            </p:childTnLst>
                          </p:cTn>
                        </p:par>
                        <p:par>
                          <p:cTn id="7" fill="hold">
                            <p:stCondLst>
                              <p:cond delay="2500"/>
                            </p:stCondLst>
                            <p:childTnLst>
                              <p:par>
                                <p:cTn id="8" presetID="10" presetClass="exit" presetSubtype="0" fill="hold" nodeType="afterEffect">
                                  <p:stCondLst>
                                    <p:cond delay="0"/>
                                  </p:stCondLst>
                                  <p:childTnLst>
                                    <p:animEffect transition="out" filter="fade">
                                      <p:cBhvr>
                                        <p:cTn id="9" dur="500"/>
                                        <p:tgtEl>
                                          <p:spTgt spid="5"/>
                                        </p:tgtEl>
                                      </p:cBhvr>
                                    </p:animEffect>
                                    <p:set>
                                      <p:cBhvr>
                                        <p:cTn id="10" dur="1" fill="hold">
                                          <p:stCondLst>
                                            <p:cond delay="499"/>
                                          </p:stCondLst>
                                        </p:cTn>
                                        <p:tgtEl>
                                          <p:spTgt spid="5"/>
                                        </p:tgtEl>
                                        <p:attrNameLst>
                                          <p:attrName>style.visibility</p:attrName>
                                        </p:attrNameLst>
                                      </p:cBhvr>
                                      <p:to>
                                        <p:strVal val="hidden"/>
                                      </p:to>
                                    </p:set>
                                  </p:childTnLst>
                                </p:cTn>
                              </p:par>
                            </p:childTnLst>
                          </p:cTn>
                        </p:par>
                        <p:par>
                          <p:cTn id="11" fill="hold">
                            <p:stCondLst>
                              <p:cond delay="3000"/>
                            </p:stCondLst>
                            <p:childTnLst>
                              <p:par>
                                <p:cTn id="12" presetID="10" presetClass="entr" presetSubtype="0" fill="hold" nodeType="afterEffect">
                                  <p:stCondLst>
                                    <p:cond delay="0"/>
                                  </p:stCondLst>
                                  <p:childTnLst>
                                    <p:set>
                                      <p:cBhvr>
                                        <p:cTn id="13" dur="1" fill="hold">
                                          <p:stCondLst>
                                            <p:cond delay="0"/>
                                          </p:stCondLst>
                                        </p:cTn>
                                        <p:tgtEl>
                                          <p:spTgt spid="35"/>
                                        </p:tgtEl>
                                        <p:attrNameLst>
                                          <p:attrName>style.visibility</p:attrName>
                                        </p:attrNameLst>
                                      </p:cBhvr>
                                      <p:to>
                                        <p:strVal val="visible"/>
                                      </p:to>
                                    </p:set>
                                    <p:animEffect transition="in" filter="fade">
                                      <p:cBhvr>
                                        <p:cTn id="14" dur="500"/>
                                        <p:tgtEl>
                                          <p:spTgt spid="35"/>
                                        </p:tgtEl>
                                      </p:cBhvr>
                                    </p:animEffect>
                                  </p:childTnLst>
                                </p:cTn>
                              </p:par>
                            </p:childTnLst>
                          </p:cTn>
                        </p:par>
                      </p:childTnLst>
                    </p:cTn>
                  </p:par>
                  <p:par>
                    <p:cTn id="15" fill="hold">
                      <p:stCondLst>
                        <p:cond delay="indefinite"/>
                      </p:stCondLst>
                      <p:childTnLst>
                        <p:par>
                          <p:cTn id="16" fill="hold">
                            <p:stCondLst>
                              <p:cond delay="0"/>
                            </p:stCondLst>
                            <p:childTnLst>
                              <p:par>
                                <p:cTn id="17" presetID="42" presetClass="path" presetSubtype="0" accel="50000" decel="50000" fill="hold" nodeType="clickEffect">
                                  <p:stCondLst>
                                    <p:cond delay="0"/>
                                  </p:stCondLst>
                                  <p:childTnLst>
                                    <p:animMotion origin="layout" path="M 0 1.11111E-6 L 0 1.40486 " pathEditMode="relative" rAng="0" ptsTypes="AA">
                                      <p:cBhvr>
                                        <p:cTn id="18" dur="3000" fill="hold"/>
                                        <p:tgtEl>
                                          <p:spTgt spid="35"/>
                                        </p:tgtEl>
                                        <p:attrNameLst>
                                          <p:attrName>ppt_x</p:attrName>
                                          <p:attrName>ppt_y</p:attrName>
                                        </p:attrNameLst>
                                      </p:cBhvr>
                                      <p:rCtr x="0" y="70231"/>
                                    </p:animMotion>
                                  </p:childTnLst>
                                </p:cTn>
                              </p:par>
                            </p:childTnLst>
                          </p:cTn>
                        </p:par>
                        <p:par>
                          <p:cTn id="19" fill="hold">
                            <p:stCondLst>
                              <p:cond delay="3000"/>
                            </p:stCondLst>
                            <p:childTnLst>
                              <p:par>
                                <p:cTn id="20" presetID="1" presetClass="exit" presetSubtype="0" fill="hold" nodeType="afterEffect">
                                  <p:stCondLst>
                                    <p:cond delay="0"/>
                                  </p:stCondLst>
                                  <p:childTnLst>
                                    <p:set>
                                      <p:cBhvr>
                                        <p:cTn id="21" dur="1" fill="hold">
                                          <p:stCondLst>
                                            <p:cond delay="0"/>
                                          </p:stCondLst>
                                        </p:cTn>
                                        <p:tgtEl>
                                          <p:spTgt spid="35"/>
                                        </p:tgtEl>
                                        <p:attrNameLst>
                                          <p:attrName>style.visibility</p:attrName>
                                        </p:attrNameLst>
                                      </p:cBhvr>
                                      <p:to>
                                        <p:strVal val="hidden"/>
                                      </p:to>
                                    </p:se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nodeType="clickEffect">
                                  <p:stCondLst>
                                    <p:cond delay="500"/>
                                  </p:stCondLst>
                                  <p:childTnLst>
                                    <p:set>
                                      <p:cBhvr>
                                        <p:cTn id="25" dur="1" fill="hold">
                                          <p:stCondLst>
                                            <p:cond delay="0"/>
                                          </p:stCondLst>
                                        </p:cTn>
                                        <p:tgtEl>
                                          <p:spTgt spid="56"/>
                                        </p:tgtEl>
                                        <p:attrNameLst>
                                          <p:attrName>style.visibility</p:attrName>
                                        </p:attrNameLst>
                                      </p:cBhvr>
                                      <p:to>
                                        <p:strVal val="visible"/>
                                      </p:to>
                                    </p:set>
                                    <p:animEffect transition="in" filter="fade">
                                      <p:cBhvr>
                                        <p:cTn id="26" dur="1500"/>
                                        <p:tgtEl>
                                          <p:spTgt spid="56"/>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55"/>
                                        </p:tgtEl>
                                        <p:attrNameLst>
                                          <p:attrName>style.visibility</p:attrName>
                                        </p:attrNameLst>
                                      </p:cBhvr>
                                      <p:to>
                                        <p:strVal val="visible"/>
                                      </p:to>
                                    </p:set>
                                    <p:animEffect transition="in" filter="fade">
                                      <p:cBhvr>
                                        <p:cTn id="31" dur="500"/>
                                        <p:tgtEl>
                                          <p:spTgt spid="5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8.xml><?xml version="1.0" encoding="utf-8"?>
<p:sld xmlns:a="http://schemas.openxmlformats.org/drawingml/2006/main" xmlns:r="http://schemas.openxmlformats.org/officeDocument/2006/relationships" xmlns:p="http://schemas.openxmlformats.org/presentationml/2006/main">
  <p:cSld>
    <p:bg>
      <p:bgPr>
        <a:solidFill>
          <a:schemeClr val="tx1">
            <a:lumMod val="95000"/>
            <a:lumOff val="5000"/>
          </a:schemeClr>
        </a:solidFill>
        <a:effectLst/>
      </p:bgPr>
    </p:bg>
    <p:spTree>
      <p:nvGrpSpPr>
        <p:cNvPr id="1" name="">
          <a:extLst>
            <a:ext uri="{FF2B5EF4-FFF2-40B4-BE49-F238E27FC236}">
              <a16:creationId xmlns:a16="http://schemas.microsoft.com/office/drawing/2014/main" id="{C803F253-1EE7-1873-4944-5BBBFBC73555}"/>
            </a:ext>
          </a:extLst>
        </p:cNvPr>
        <p:cNvGrpSpPr/>
        <p:nvPr/>
      </p:nvGrpSpPr>
      <p:grpSpPr>
        <a:xfrm>
          <a:off x="0" y="0"/>
          <a:ext cx="0" cy="0"/>
          <a:chOff x="0" y="0"/>
          <a:chExt cx="0" cy="0"/>
        </a:xfrm>
      </p:grpSpPr>
      <p:grpSp>
        <p:nvGrpSpPr>
          <p:cNvPr id="11" name="グループ化 10">
            <a:extLst>
              <a:ext uri="{FF2B5EF4-FFF2-40B4-BE49-F238E27FC236}">
                <a16:creationId xmlns:a16="http://schemas.microsoft.com/office/drawing/2014/main" id="{1811AFD1-0295-EB49-24FC-49E9E01E953C}"/>
              </a:ext>
            </a:extLst>
          </p:cNvPr>
          <p:cNvGrpSpPr/>
          <p:nvPr/>
        </p:nvGrpSpPr>
        <p:grpSpPr>
          <a:xfrm>
            <a:off x="5776874" y="1454761"/>
            <a:ext cx="5864381" cy="578019"/>
            <a:chOff x="5776874" y="1454761"/>
            <a:chExt cx="5864381" cy="578019"/>
          </a:xfrm>
        </p:grpSpPr>
        <p:grpSp>
          <p:nvGrpSpPr>
            <p:cNvPr id="17" name="グループ化 16">
              <a:extLst>
                <a:ext uri="{FF2B5EF4-FFF2-40B4-BE49-F238E27FC236}">
                  <a16:creationId xmlns:a16="http://schemas.microsoft.com/office/drawing/2014/main" id="{439B4768-2126-71C6-85A5-D3A84267E459}"/>
                </a:ext>
              </a:extLst>
            </p:cNvPr>
            <p:cNvGrpSpPr/>
            <p:nvPr/>
          </p:nvGrpSpPr>
          <p:grpSpPr>
            <a:xfrm>
              <a:off x="5776874" y="1454761"/>
              <a:ext cx="5864381" cy="578019"/>
              <a:chOff x="1151426" y="1663429"/>
              <a:chExt cx="10129385" cy="553330"/>
            </a:xfrm>
          </p:grpSpPr>
          <p:sp>
            <p:nvSpPr>
              <p:cNvPr id="33" name="四角形: 上の 2 つの角を丸める 32">
                <a:extLst>
                  <a:ext uri="{FF2B5EF4-FFF2-40B4-BE49-F238E27FC236}">
                    <a16:creationId xmlns:a16="http://schemas.microsoft.com/office/drawing/2014/main" id="{10289A20-D10B-1A4D-DB50-3641B91CAE7B}"/>
                  </a:ext>
                </a:extLst>
              </p:cNvPr>
              <p:cNvSpPr/>
              <p:nvPr/>
            </p:nvSpPr>
            <p:spPr>
              <a:xfrm>
                <a:off x="1151426" y="1663429"/>
                <a:ext cx="4593302" cy="553330"/>
              </a:xfrm>
              <a:prstGeom prst="round2SameRect">
                <a:avLst/>
              </a:prstGeom>
              <a:solidFill>
                <a:schemeClr val="accent6">
                  <a:lumMod val="60000"/>
                  <a:lumOff val="4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34" name="四角形: 上の 2 つの角を丸める 33">
                <a:extLst>
                  <a:ext uri="{FF2B5EF4-FFF2-40B4-BE49-F238E27FC236}">
                    <a16:creationId xmlns:a16="http://schemas.microsoft.com/office/drawing/2014/main" id="{78DBF810-7AF5-8154-BC47-8CB8F23FE1BA}"/>
                  </a:ext>
                </a:extLst>
              </p:cNvPr>
              <p:cNvSpPr/>
              <p:nvPr/>
            </p:nvSpPr>
            <p:spPr>
              <a:xfrm>
                <a:off x="6677614" y="1663429"/>
                <a:ext cx="4603197" cy="553330"/>
              </a:xfrm>
              <a:prstGeom prst="round2Same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31" name="テキスト ボックス 30">
              <a:extLst>
                <a:ext uri="{FF2B5EF4-FFF2-40B4-BE49-F238E27FC236}">
                  <a16:creationId xmlns:a16="http://schemas.microsoft.com/office/drawing/2014/main" id="{D94C00BA-8658-62CF-2BB4-8CA41514B6A8}"/>
                </a:ext>
              </a:extLst>
            </p:cNvPr>
            <p:cNvSpPr txBox="1"/>
            <p:nvPr/>
          </p:nvSpPr>
          <p:spPr>
            <a:xfrm>
              <a:off x="9703456" y="1521142"/>
              <a:ext cx="1210588" cy="400110"/>
            </a:xfrm>
            <a:prstGeom prst="rect">
              <a:avLst/>
            </a:prstGeom>
            <a:noFill/>
          </p:spPr>
          <p:txBody>
            <a:bodyPr wrap="none" rtlCol="0">
              <a:spAutoFit/>
            </a:bodyPr>
            <a:lstStyle/>
            <a:p>
              <a:pPr algn="ctr"/>
              <a:r>
                <a:rPr lang="ja-JP" altLang="en-US" sz="2000">
                  <a:solidFill>
                    <a:schemeClr val="accent6"/>
                  </a:solidFill>
                  <a:latin typeface="原稿用標準書体" panose="03000503000000000000" pitchFamily="66" charset="-128"/>
                  <a:ea typeface="原稿用標準書体" panose="03000503000000000000" pitchFamily="66" charset="-128"/>
                </a:rPr>
                <a:t>才能開花</a:t>
              </a:r>
              <a:endParaRPr lang="ja-JP" altLang="en-US" sz="2000" dirty="0">
                <a:solidFill>
                  <a:schemeClr val="accent6"/>
                </a:solidFill>
                <a:latin typeface="原稿用標準書体" panose="03000503000000000000" pitchFamily="66" charset="-128"/>
                <a:ea typeface="原稿用標準書体" panose="03000503000000000000" pitchFamily="66" charset="-128"/>
              </a:endParaRPr>
            </a:p>
          </p:txBody>
        </p:sp>
        <p:sp>
          <p:nvSpPr>
            <p:cNvPr id="32" name="テキスト ボックス 31">
              <a:extLst>
                <a:ext uri="{FF2B5EF4-FFF2-40B4-BE49-F238E27FC236}">
                  <a16:creationId xmlns:a16="http://schemas.microsoft.com/office/drawing/2014/main" id="{4EF0EA53-FB37-DEB8-E86D-96589186C0FB}"/>
                </a:ext>
              </a:extLst>
            </p:cNvPr>
            <p:cNvSpPr txBox="1"/>
            <p:nvPr/>
          </p:nvSpPr>
          <p:spPr>
            <a:xfrm>
              <a:off x="6629461" y="1519921"/>
              <a:ext cx="954107" cy="406432"/>
            </a:xfrm>
            <a:prstGeom prst="rect">
              <a:avLst/>
            </a:prstGeom>
            <a:noFill/>
          </p:spPr>
          <p:txBody>
            <a:bodyPr wrap="none" rtlCol="0">
              <a:spAutoFit/>
            </a:bodyPr>
            <a:lstStyle/>
            <a:p>
              <a:pPr algn="ctr"/>
              <a:r>
                <a:rPr lang="ja-JP" altLang="en-US" sz="2000">
                  <a:solidFill>
                    <a:schemeClr val="bg1">
                      <a:lumMod val="95000"/>
                    </a:schemeClr>
                  </a:solidFill>
                  <a:latin typeface="原稿用標準書体" panose="03000503000000000000" pitchFamily="66" charset="-128"/>
                  <a:ea typeface="原稿用標準書体" panose="03000503000000000000" pitchFamily="66" charset="-128"/>
                </a:rPr>
                <a:t>レベル</a:t>
              </a:r>
              <a:endPar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pic>
        <p:nvPicPr>
          <p:cNvPr id="3" name="図 2">
            <a:extLst>
              <a:ext uri="{FF2B5EF4-FFF2-40B4-BE49-F238E27FC236}">
                <a16:creationId xmlns:a16="http://schemas.microsoft.com/office/drawing/2014/main" id="{9640E979-3573-A904-3D1C-24A77B2D64D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38842" y="1454761"/>
            <a:ext cx="5249937" cy="7307233"/>
          </a:xfrm>
          <a:prstGeom prst="rect">
            <a:avLst/>
          </a:prstGeom>
        </p:spPr>
      </p:pic>
      <p:sp>
        <p:nvSpPr>
          <p:cNvPr id="47" name="四角形: 上の 2 つの角を丸める 46">
            <a:extLst>
              <a:ext uri="{FF2B5EF4-FFF2-40B4-BE49-F238E27FC236}">
                <a16:creationId xmlns:a16="http://schemas.microsoft.com/office/drawing/2014/main" id="{A5B29D2F-C4E0-2717-AD1B-1C7A5F91A5A0}"/>
              </a:ext>
            </a:extLst>
          </p:cNvPr>
          <p:cNvSpPr/>
          <p:nvPr/>
        </p:nvSpPr>
        <p:spPr>
          <a:xfrm flipV="1">
            <a:off x="5776875" y="2032777"/>
            <a:ext cx="5864379" cy="4307252"/>
          </a:xfrm>
          <a:prstGeom prst="round2SameRect">
            <a:avLst>
              <a:gd name="adj1" fmla="val 2338"/>
              <a:gd name="adj2" fmla="val 0"/>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20" name="グループ化 19">
            <a:extLst>
              <a:ext uri="{FF2B5EF4-FFF2-40B4-BE49-F238E27FC236}">
                <a16:creationId xmlns:a16="http://schemas.microsoft.com/office/drawing/2014/main" id="{97C9ADB1-62F9-684F-49D0-0E50DBBAB9F1}"/>
              </a:ext>
            </a:extLst>
          </p:cNvPr>
          <p:cNvGrpSpPr/>
          <p:nvPr/>
        </p:nvGrpSpPr>
        <p:grpSpPr>
          <a:xfrm>
            <a:off x="163586" y="134635"/>
            <a:ext cx="3123445" cy="1396119"/>
            <a:chOff x="163586" y="134635"/>
            <a:chExt cx="3123445" cy="1396119"/>
          </a:xfrm>
        </p:grpSpPr>
        <p:sp>
          <p:nvSpPr>
            <p:cNvPr id="21" name="四角形: 角を丸くする 20">
              <a:extLst>
                <a:ext uri="{FF2B5EF4-FFF2-40B4-BE49-F238E27FC236}">
                  <a16:creationId xmlns:a16="http://schemas.microsoft.com/office/drawing/2014/main" id="{423E8DA2-A227-A4D4-20FC-CA82E6F8EC22}"/>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22" name="テキスト ボックス 21">
              <a:extLst>
                <a:ext uri="{FF2B5EF4-FFF2-40B4-BE49-F238E27FC236}">
                  <a16:creationId xmlns:a16="http://schemas.microsoft.com/office/drawing/2014/main" id="{4E43AE7D-2C3D-CA72-1813-62D2FB16B28E}"/>
                </a:ext>
              </a:extLst>
            </p:cNvPr>
            <p:cNvSpPr txBox="1"/>
            <p:nvPr/>
          </p:nvSpPr>
          <p:spPr>
            <a:xfrm>
              <a:off x="1624595" y="641390"/>
              <a:ext cx="146706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キャラ強化</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23" name="グループ化 22">
              <a:extLst>
                <a:ext uri="{FF2B5EF4-FFF2-40B4-BE49-F238E27FC236}">
                  <a16:creationId xmlns:a16="http://schemas.microsoft.com/office/drawing/2014/main" id="{674ACA65-6009-A6FA-B34F-F97FC7885D2D}"/>
                </a:ext>
              </a:extLst>
            </p:cNvPr>
            <p:cNvGrpSpPr/>
            <p:nvPr/>
          </p:nvGrpSpPr>
          <p:grpSpPr>
            <a:xfrm>
              <a:off x="163586" y="134635"/>
              <a:ext cx="1975684" cy="1396119"/>
              <a:chOff x="163586" y="134635"/>
              <a:chExt cx="1975684" cy="1396119"/>
            </a:xfrm>
          </p:grpSpPr>
          <p:grpSp>
            <p:nvGrpSpPr>
              <p:cNvPr id="24" name="グループ化 23">
                <a:extLst>
                  <a:ext uri="{FF2B5EF4-FFF2-40B4-BE49-F238E27FC236}">
                    <a16:creationId xmlns:a16="http://schemas.microsoft.com/office/drawing/2014/main" id="{7EB68469-268F-9121-12D5-350064E25A07}"/>
                  </a:ext>
                </a:extLst>
              </p:cNvPr>
              <p:cNvGrpSpPr/>
              <p:nvPr/>
            </p:nvGrpSpPr>
            <p:grpSpPr>
              <a:xfrm>
                <a:off x="163586" y="134635"/>
                <a:ext cx="1975684" cy="1396119"/>
                <a:chOff x="163586" y="134635"/>
                <a:chExt cx="1975684" cy="1396119"/>
              </a:xfrm>
            </p:grpSpPr>
            <p:pic>
              <p:nvPicPr>
                <p:cNvPr id="26" name="図 25">
                  <a:extLst>
                    <a:ext uri="{FF2B5EF4-FFF2-40B4-BE49-F238E27FC236}">
                      <a16:creationId xmlns:a16="http://schemas.microsoft.com/office/drawing/2014/main" id="{48D629A2-E769-C693-16FA-0430E13689D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7" name="楕円 26">
                  <a:extLst>
                    <a:ext uri="{FF2B5EF4-FFF2-40B4-BE49-F238E27FC236}">
                      <a16:creationId xmlns:a16="http://schemas.microsoft.com/office/drawing/2014/main" id="{C6D8D9ED-ADAC-B218-DF54-78C865C45C5D}"/>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5" name="図 24">
                <a:extLst>
                  <a:ext uri="{FF2B5EF4-FFF2-40B4-BE49-F238E27FC236}">
                    <a16:creationId xmlns:a16="http://schemas.microsoft.com/office/drawing/2014/main" id="{261A625C-5A21-14A5-88B9-3101966DBD0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sp>
        <p:nvSpPr>
          <p:cNvPr id="28" name="フローチャート: 論理積ゲート 27">
            <a:extLst>
              <a:ext uri="{FF2B5EF4-FFF2-40B4-BE49-F238E27FC236}">
                <a16:creationId xmlns:a16="http://schemas.microsoft.com/office/drawing/2014/main" id="{404D1E48-C895-D319-FE08-1CF09ECF315C}"/>
              </a:ext>
            </a:extLst>
          </p:cNvPr>
          <p:cNvSpPr/>
          <p:nvPr/>
        </p:nvSpPr>
        <p:spPr>
          <a:xfrm rot="16200000">
            <a:off x="2344669" y="3412898"/>
            <a:ext cx="1516101" cy="4338157"/>
          </a:xfrm>
          <a:prstGeom prst="flowChartDelay">
            <a:avLst/>
          </a:prstGeom>
          <a:solidFill>
            <a:schemeClr val="tx2">
              <a:lumMod val="20000"/>
              <a:lumOff val="80000"/>
              <a:alpha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8" name="グループ化 17">
            <a:extLst>
              <a:ext uri="{FF2B5EF4-FFF2-40B4-BE49-F238E27FC236}">
                <a16:creationId xmlns:a16="http://schemas.microsoft.com/office/drawing/2014/main" id="{66866147-8724-665F-9512-FD839192D531}"/>
              </a:ext>
            </a:extLst>
          </p:cNvPr>
          <p:cNvGrpSpPr/>
          <p:nvPr/>
        </p:nvGrpSpPr>
        <p:grpSpPr>
          <a:xfrm>
            <a:off x="2296512" y="4969558"/>
            <a:ext cx="1612416" cy="560146"/>
            <a:chOff x="7098261" y="4231434"/>
            <a:chExt cx="1612416" cy="560146"/>
          </a:xfrm>
        </p:grpSpPr>
        <p:pic>
          <p:nvPicPr>
            <p:cNvPr id="29" name="図 28">
              <a:extLst>
                <a:ext uri="{FF2B5EF4-FFF2-40B4-BE49-F238E27FC236}">
                  <a16:creationId xmlns:a16="http://schemas.microsoft.com/office/drawing/2014/main" id="{5DF57DCF-E740-BAE9-F6FC-9FA182AD9986}"/>
                </a:ext>
              </a:extLst>
            </p:cNvPr>
            <p:cNvPicPr>
              <a:picLocks noChangeAspect="1"/>
            </p:cNvPicPr>
            <p:nvPr/>
          </p:nvPicPr>
          <p:blipFill>
            <a:blip r:embed="rId5">
              <a:duotone>
                <a:schemeClr val="accent3">
                  <a:shade val="45000"/>
                  <a:satMod val="135000"/>
                </a:schemeClr>
                <a:prstClr val="white"/>
              </a:duotone>
              <a:extLst>
                <a:ext uri="{28A0092B-C50C-407E-A947-70E740481C1C}">
                  <a14:useLocalDpi xmlns:a14="http://schemas.microsoft.com/office/drawing/2010/main" val="0"/>
                </a:ext>
              </a:extLst>
            </a:blip>
            <a:srcRect l="6840" t="30163" r="48646" b="36883"/>
            <a:stretch>
              <a:fillRect/>
            </a:stretch>
          </p:blipFill>
          <p:spPr>
            <a:xfrm>
              <a:off x="7098261" y="4231434"/>
              <a:ext cx="504420" cy="560146"/>
            </a:xfrm>
            <a:prstGeom prst="rect">
              <a:avLst/>
            </a:prstGeom>
          </p:spPr>
        </p:pic>
        <p:sp>
          <p:nvSpPr>
            <p:cNvPr id="30" name="テキスト ボックス 29">
              <a:extLst>
                <a:ext uri="{FF2B5EF4-FFF2-40B4-BE49-F238E27FC236}">
                  <a16:creationId xmlns:a16="http://schemas.microsoft.com/office/drawing/2014/main" id="{6EFC63C1-2DEE-74D7-0A6A-0F47057361D2}"/>
                </a:ext>
              </a:extLst>
            </p:cNvPr>
            <p:cNvSpPr txBox="1"/>
            <p:nvPr/>
          </p:nvSpPr>
          <p:spPr>
            <a:xfrm>
              <a:off x="7602681" y="4280675"/>
              <a:ext cx="1107996" cy="461665"/>
            </a:xfrm>
            <a:prstGeom prst="rect">
              <a:avLst/>
            </a:prstGeom>
            <a:noFill/>
            <a:effectLst>
              <a:glow rad="63500">
                <a:schemeClr val="accent3">
                  <a:satMod val="175000"/>
                  <a:alpha val="40000"/>
                </a:schemeClr>
              </a:glow>
            </a:effectLst>
          </p:spPr>
          <p:txBody>
            <a:bodyPr wrap="none" rtlCol="0">
              <a:spAutoFit/>
            </a:bodyPr>
            <a:lstStyle/>
            <a:p>
              <a:r>
                <a:rPr lang="ja-JP" altLang="en-US" sz="2400" dirty="0">
                  <a:solidFill>
                    <a:schemeClr val="tx1">
                      <a:lumMod val="85000"/>
                      <a:lumOff val="15000"/>
                    </a:schemeClr>
                  </a:solidFill>
                  <a:effectLst>
                    <a:glow rad="38100">
                      <a:schemeClr val="accent3">
                        <a:satMod val="175000"/>
                        <a:alpha val="65000"/>
                      </a:schemeClr>
                    </a:glow>
                  </a:effectLst>
                  <a:latin typeface="原稿用標準書体" panose="03000503000000000000" pitchFamily="66" charset="-128"/>
                  <a:ea typeface="原稿用標準書体" panose="03000503000000000000" pitchFamily="66" charset="-128"/>
                </a:rPr>
                <a:t>タンク</a:t>
              </a:r>
              <a:endParaRPr lang="en-US" altLang="ja-JP" dirty="0">
                <a:solidFill>
                  <a:schemeClr val="tx1">
                    <a:lumMod val="85000"/>
                    <a:lumOff val="15000"/>
                  </a:schemeClr>
                </a:solidFill>
                <a:effectLst>
                  <a:glow rad="38100">
                    <a:schemeClr val="accent3">
                      <a:satMod val="175000"/>
                      <a:alpha val="65000"/>
                    </a:schemeClr>
                  </a:glow>
                </a:effectLst>
                <a:latin typeface="原稿用標準書体" panose="03000503000000000000" pitchFamily="66" charset="-128"/>
                <a:ea typeface="原稿用標準書体" panose="03000503000000000000" pitchFamily="66" charset="-128"/>
              </a:endParaRPr>
            </a:p>
          </p:txBody>
        </p:sp>
      </p:grpSp>
      <p:grpSp>
        <p:nvGrpSpPr>
          <p:cNvPr id="38" name="グループ化 37">
            <a:extLst>
              <a:ext uri="{FF2B5EF4-FFF2-40B4-BE49-F238E27FC236}">
                <a16:creationId xmlns:a16="http://schemas.microsoft.com/office/drawing/2014/main" id="{0AACCA75-3958-1035-0D7C-11A250ADD65D}"/>
              </a:ext>
            </a:extLst>
          </p:cNvPr>
          <p:cNvGrpSpPr/>
          <p:nvPr/>
        </p:nvGrpSpPr>
        <p:grpSpPr>
          <a:xfrm>
            <a:off x="1678907" y="5559109"/>
            <a:ext cx="2847626" cy="584775"/>
            <a:chOff x="1959145" y="5400486"/>
            <a:chExt cx="2847626" cy="584775"/>
          </a:xfrm>
        </p:grpSpPr>
        <p:sp>
          <p:nvSpPr>
            <p:cNvPr id="7" name="テキスト ボックス 6">
              <a:extLst>
                <a:ext uri="{FF2B5EF4-FFF2-40B4-BE49-F238E27FC236}">
                  <a16:creationId xmlns:a16="http://schemas.microsoft.com/office/drawing/2014/main" id="{CAF5763E-71A2-D5B1-C63A-F07DBE01D5A1}"/>
                </a:ext>
              </a:extLst>
            </p:cNvPr>
            <p:cNvSpPr txBox="1"/>
            <p:nvPr/>
          </p:nvSpPr>
          <p:spPr>
            <a:xfrm>
              <a:off x="3185814" y="5462041"/>
              <a:ext cx="1620957" cy="523220"/>
            </a:xfrm>
            <a:prstGeom prst="rect">
              <a:avLst/>
            </a:prstGeom>
            <a:noFill/>
          </p:spPr>
          <p:txBody>
            <a:bodyPr wrap="none" rtlCol="0">
              <a:spAutoFit/>
            </a:bodyPr>
            <a:lstStyle/>
            <a:p>
              <a:pPr algn="ctr"/>
              <a:r>
                <a:rPr lang="ja-JP" altLang="en-US" sz="2800">
                  <a:solidFill>
                    <a:schemeClr val="tx1">
                      <a:lumMod val="85000"/>
                      <a:lumOff val="15000"/>
                    </a:schemeClr>
                  </a:solidFill>
                  <a:latin typeface="原稿用標準書体" panose="03000503000000000000" pitchFamily="66" charset="-128"/>
                  <a:ea typeface="原稿用標準書体" panose="03000503000000000000" pitchFamily="66" charset="-128"/>
                </a:rPr>
                <a:t>キャラ名</a:t>
              </a:r>
              <a:endParaRPr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3" name="テキスト ボックス 12">
              <a:extLst>
                <a:ext uri="{FF2B5EF4-FFF2-40B4-BE49-F238E27FC236}">
                  <a16:creationId xmlns:a16="http://schemas.microsoft.com/office/drawing/2014/main" id="{E77231F6-69DC-A3FF-1C3E-5B887ACAD6DB}"/>
                </a:ext>
              </a:extLst>
            </p:cNvPr>
            <p:cNvSpPr txBox="1"/>
            <p:nvPr/>
          </p:nvSpPr>
          <p:spPr>
            <a:xfrm>
              <a:off x="1959145" y="5400486"/>
              <a:ext cx="1005404" cy="584775"/>
            </a:xfrm>
            <a:prstGeom prst="rect">
              <a:avLst/>
            </a:prstGeom>
            <a:noFill/>
          </p:spPr>
          <p:txBody>
            <a:bodyPr wrap="none" rtlCol="0">
              <a:spAutoFit/>
            </a:bodyPr>
            <a:lstStyle/>
            <a:p>
              <a:pPr algn="ctr"/>
              <a:r>
                <a:rPr lang="en-US" altLang="ja-JP" sz="3200">
                  <a:solidFill>
                    <a:schemeClr val="tx1">
                      <a:lumMod val="85000"/>
                      <a:lumOff val="15000"/>
                    </a:schemeClr>
                  </a:solidFill>
                  <a:latin typeface="原稿用標準書体" panose="03000503000000000000" pitchFamily="66" charset="-128"/>
                  <a:ea typeface="原稿用標準書体" panose="03000503000000000000" pitchFamily="66" charset="-128"/>
                </a:rPr>
                <a:t>Lv00</a:t>
              </a:r>
              <a:endParaRPr lang="ja-JP" altLang="en-US" sz="32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sp>
        <p:nvSpPr>
          <p:cNvPr id="105" name="正方形/長方形 104">
            <a:extLst>
              <a:ext uri="{FF2B5EF4-FFF2-40B4-BE49-F238E27FC236}">
                <a16:creationId xmlns:a16="http://schemas.microsoft.com/office/drawing/2014/main" id="{C91B1719-83CD-2615-9109-0222F8492E46}"/>
              </a:ext>
            </a:extLst>
          </p:cNvPr>
          <p:cNvSpPr/>
          <p:nvPr/>
        </p:nvSpPr>
        <p:spPr>
          <a:xfrm>
            <a:off x="5779445" y="2032909"/>
            <a:ext cx="5864379" cy="631101"/>
          </a:xfrm>
          <a:prstGeom prst="rect">
            <a:avLst/>
          </a:prstGeom>
          <a:solidFill>
            <a:schemeClr val="accent2">
              <a:lumMod val="60000"/>
              <a:lumOff val="40000"/>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2" name="テキスト ボックス 101">
            <a:extLst>
              <a:ext uri="{FF2B5EF4-FFF2-40B4-BE49-F238E27FC236}">
                <a16:creationId xmlns:a16="http://schemas.microsoft.com/office/drawing/2014/main" id="{0CDDFCC4-5E95-83C1-929E-73EDC0753A93}"/>
              </a:ext>
            </a:extLst>
          </p:cNvPr>
          <p:cNvSpPr txBox="1"/>
          <p:nvPr/>
        </p:nvSpPr>
        <p:spPr>
          <a:xfrm>
            <a:off x="6821727" y="2109105"/>
            <a:ext cx="543739" cy="523220"/>
          </a:xfrm>
          <a:prstGeom prst="rect">
            <a:avLst/>
          </a:prstGeom>
          <a:noFill/>
        </p:spPr>
        <p:txBody>
          <a:bodyPr wrap="none" rtlCol="0">
            <a:spAutoFit/>
          </a:bodyPr>
          <a:lstStyle/>
          <a:p>
            <a:pPr algn="ctr"/>
            <a:r>
              <a:rPr lang="en-US" altLang="ja-JP" sz="2800">
                <a:solidFill>
                  <a:schemeClr val="tx1">
                    <a:lumMod val="85000"/>
                    <a:lumOff val="15000"/>
                  </a:schemeClr>
                </a:solidFill>
                <a:latin typeface="原稿用標準書体" panose="03000503000000000000" pitchFamily="66" charset="-128"/>
                <a:ea typeface="原稿用標準書体" panose="03000503000000000000" pitchFamily="66" charset="-128"/>
              </a:rPr>
              <a:t>Ⅰ</a:t>
            </a:r>
            <a:endParaRPr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07" name="二等辺三角形 106">
            <a:extLst>
              <a:ext uri="{FF2B5EF4-FFF2-40B4-BE49-F238E27FC236}">
                <a16:creationId xmlns:a16="http://schemas.microsoft.com/office/drawing/2014/main" id="{2EA6D9F1-20DC-1EEA-2BED-EE7A8D06A267}"/>
              </a:ext>
            </a:extLst>
          </p:cNvPr>
          <p:cNvSpPr/>
          <p:nvPr/>
        </p:nvSpPr>
        <p:spPr>
          <a:xfrm rot="5400000">
            <a:off x="8504974" y="2171591"/>
            <a:ext cx="431983" cy="372399"/>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8" name="テキスト ボックス 117">
            <a:extLst>
              <a:ext uri="{FF2B5EF4-FFF2-40B4-BE49-F238E27FC236}">
                <a16:creationId xmlns:a16="http://schemas.microsoft.com/office/drawing/2014/main" id="{8F327D80-23A5-FFE9-A77A-A5F9F2532C65}"/>
              </a:ext>
            </a:extLst>
          </p:cNvPr>
          <p:cNvSpPr txBox="1"/>
          <p:nvPr/>
        </p:nvSpPr>
        <p:spPr>
          <a:xfrm>
            <a:off x="10024675" y="2109105"/>
            <a:ext cx="543739" cy="523220"/>
          </a:xfrm>
          <a:prstGeom prst="rect">
            <a:avLst/>
          </a:prstGeom>
          <a:noFill/>
        </p:spPr>
        <p:txBody>
          <a:bodyPr wrap="none" rtlCol="0">
            <a:spAutoFit/>
          </a:bodyPr>
          <a:lstStyle/>
          <a:p>
            <a:pPr algn="ctr"/>
            <a:r>
              <a:rPr lang="en-US" altLang="ja-JP" sz="2800">
                <a:solidFill>
                  <a:srgbClr val="FF00FF"/>
                </a:solidFill>
                <a:latin typeface="原稿用標準書体" panose="03000503000000000000" pitchFamily="66" charset="-128"/>
                <a:ea typeface="原稿用標準書体" panose="03000503000000000000" pitchFamily="66" charset="-128"/>
              </a:rPr>
              <a:t>Ⅱ</a:t>
            </a:r>
            <a:endParaRPr lang="ja-JP" altLang="en-US" sz="2800" dirty="0">
              <a:solidFill>
                <a:srgbClr val="FF00FF"/>
              </a:solidFill>
              <a:latin typeface="原稿用標準書体" panose="03000503000000000000" pitchFamily="66" charset="-128"/>
              <a:ea typeface="原稿用標準書体" panose="03000503000000000000" pitchFamily="66" charset="-128"/>
            </a:endParaRPr>
          </a:p>
        </p:txBody>
      </p:sp>
      <p:sp>
        <p:nvSpPr>
          <p:cNvPr id="134" name="四角形: 上の 2 つの角を丸める 133">
            <a:extLst>
              <a:ext uri="{FF2B5EF4-FFF2-40B4-BE49-F238E27FC236}">
                <a16:creationId xmlns:a16="http://schemas.microsoft.com/office/drawing/2014/main" id="{3EAA1E57-92EE-8C37-68FA-AAA5CE951E51}"/>
              </a:ext>
            </a:extLst>
          </p:cNvPr>
          <p:cNvSpPr/>
          <p:nvPr/>
        </p:nvSpPr>
        <p:spPr>
          <a:xfrm flipV="1">
            <a:off x="5782784" y="5429608"/>
            <a:ext cx="5866298" cy="906664"/>
          </a:xfrm>
          <a:prstGeom prst="round2SameRect">
            <a:avLst/>
          </a:prstGeom>
          <a:solidFill>
            <a:schemeClr val="accent2">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69" name="四角形: 角を丸くする 68">
            <a:extLst>
              <a:ext uri="{FF2B5EF4-FFF2-40B4-BE49-F238E27FC236}">
                <a16:creationId xmlns:a16="http://schemas.microsoft.com/office/drawing/2014/main" id="{1BEEC1EC-4F00-EB4C-46C2-39F8FC4A3FDD}"/>
              </a:ext>
            </a:extLst>
          </p:cNvPr>
          <p:cNvSpPr/>
          <p:nvPr/>
        </p:nvSpPr>
        <p:spPr>
          <a:xfrm>
            <a:off x="9286424" y="5649028"/>
            <a:ext cx="1626626" cy="496239"/>
          </a:xfrm>
          <a:prstGeom prst="roundRect">
            <a:avLst/>
          </a:prstGeom>
          <a:solidFill>
            <a:schemeClr val="accent6"/>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才能開花</a:t>
            </a:r>
          </a:p>
        </p:txBody>
      </p:sp>
      <p:grpSp>
        <p:nvGrpSpPr>
          <p:cNvPr id="99" name="グループ化 98">
            <a:extLst>
              <a:ext uri="{FF2B5EF4-FFF2-40B4-BE49-F238E27FC236}">
                <a16:creationId xmlns:a16="http://schemas.microsoft.com/office/drawing/2014/main" id="{A18E70E4-CD2C-F4D4-C148-D9157554D6B9}"/>
              </a:ext>
            </a:extLst>
          </p:cNvPr>
          <p:cNvGrpSpPr/>
          <p:nvPr/>
        </p:nvGrpSpPr>
        <p:grpSpPr>
          <a:xfrm>
            <a:off x="6249978" y="5561459"/>
            <a:ext cx="2772407" cy="657068"/>
            <a:chOff x="6445925" y="5486816"/>
            <a:chExt cx="2772407" cy="657068"/>
          </a:xfrm>
        </p:grpSpPr>
        <p:sp>
          <p:nvSpPr>
            <p:cNvPr id="80" name="四角形: 角を丸くする 79">
              <a:extLst>
                <a:ext uri="{FF2B5EF4-FFF2-40B4-BE49-F238E27FC236}">
                  <a16:creationId xmlns:a16="http://schemas.microsoft.com/office/drawing/2014/main" id="{5C1F41FA-C376-0AFD-F6E6-4BF09F03E535}"/>
                </a:ext>
              </a:extLst>
            </p:cNvPr>
            <p:cNvSpPr/>
            <p:nvPr/>
          </p:nvSpPr>
          <p:spPr>
            <a:xfrm>
              <a:off x="6445925" y="5486816"/>
              <a:ext cx="2772407" cy="657068"/>
            </a:xfrm>
            <a:prstGeom prst="round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2" name="テキスト ボックス 81">
              <a:extLst>
                <a:ext uri="{FF2B5EF4-FFF2-40B4-BE49-F238E27FC236}">
                  <a16:creationId xmlns:a16="http://schemas.microsoft.com/office/drawing/2014/main" id="{1AEBAD71-F8A6-CDD7-D7A5-2B2CA6B32FC7}"/>
                </a:ext>
              </a:extLst>
            </p:cNvPr>
            <p:cNvSpPr txBox="1"/>
            <p:nvPr/>
          </p:nvSpPr>
          <p:spPr>
            <a:xfrm>
              <a:off x="6605165" y="5646073"/>
              <a:ext cx="1922434" cy="338554"/>
            </a:xfrm>
            <a:prstGeom prst="rect">
              <a:avLst/>
            </a:prstGeom>
            <a:noFill/>
          </p:spPr>
          <p:txBody>
            <a:bodyPr wrap="square" rtlCol="0">
              <a:spAutoFit/>
            </a:bodyPr>
            <a:lstStyle/>
            <a:p>
              <a:pPr algn="ctr"/>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消費キーアイテム</a:t>
              </a:r>
            </a:p>
          </p:txBody>
        </p:sp>
      </p:grpSp>
      <p:pic>
        <p:nvPicPr>
          <p:cNvPr id="36" name="グラフィックス 35" descr="ハート 単色塗りつぶし">
            <a:extLst>
              <a:ext uri="{FF2B5EF4-FFF2-40B4-BE49-F238E27FC236}">
                <a16:creationId xmlns:a16="http://schemas.microsoft.com/office/drawing/2014/main" id="{7BB7843E-A458-729A-D752-98BDE53F6AE2}"/>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220768" y="5557702"/>
            <a:ext cx="712008" cy="712008"/>
          </a:xfrm>
          <a:prstGeom prst="rect">
            <a:avLst/>
          </a:prstGeom>
        </p:spPr>
      </p:pic>
      <p:sp>
        <p:nvSpPr>
          <p:cNvPr id="39" name="テキスト ボックス 38">
            <a:extLst>
              <a:ext uri="{FF2B5EF4-FFF2-40B4-BE49-F238E27FC236}">
                <a16:creationId xmlns:a16="http://schemas.microsoft.com/office/drawing/2014/main" id="{0C2C28F7-7622-E342-7F7E-973909C503DD}"/>
              </a:ext>
            </a:extLst>
          </p:cNvPr>
          <p:cNvSpPr txBox="1"/>
          <p:nvPr/>
        </p:nvSpPr>
        <p:spPr>
          <a:xfrm>
            <a:off x="8356199" y="5713651"/>
            <a:ext cx="441146" cy="400110"/>
          </a:xfrm>
          <a:prstGeom prst="rect">
            <a:avLst/>
          </a:prstGeom>
          <a:noFill/>
        </p:spPr>
        <p:txBody>
          <a:bodyPr wrap="none" rtlCol="0">
            <a:spAutoFit/>
          </a:bodyPr>
          <a:lstStyle/>
          <a:p>
            <a:pPr algn="ctr"/>
            <a:r>
              <a:rPr lang="en-US" altLang="ja-JP" sz="2000">
                <a:solidFill>
                  <a:schemeClr val="bg1">
                    <a:lumMod val="95000"/>
                  </a:schemeClr>
                </a:solidFill>
                <a:latin typeface="原稿用標準書体" panose="03000503000000000000" pitchFamily="66" charset="-128"/>
                <a:ea typeface="原稿用標準書体" panose="03000503000000000000" pitchFamily="66" charset="-128"/>
              </a:rPr>
              <a:t>Ⅱ</a:t>
            </a:r>
            <a:endPar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83" name="グループ化 82">
            <a:extLst>
              <a:ext uri="{FF2B5EF4-FFF2-40B4-BE49-F238E27FC236}">
                <a16:creationId xmlns:a16="http://schemas.microsoft.com/office/drawing/2014/main" id="{4A64843B-DF80-1F7D-8C67-80CFE1798346}"/>
              </a:ext>
            </a:extLst>
          </p:cNvPr>
          <p:cNvGrpSpPr/>
          <p:nvPr/>
        </p:nvGrpSpPr>
        <p:grpSpPr>
          <a:xfrm>
            <a:off x="7687926" y="2760114"/>
            <a:ext cx="2042276" cy="476619"/>
            <a:chOff x="7982399" y="2760114"/>
            <a:chExt cx="2042276" cy="476619"/>
          </a:xfrm>
        </p:grpSpPr>
        <p:sp>
          <p:nvSpPr>
            <p:cNvPr id="74" name="テキスト ボックス 73">
              <a:extLst>
                <a:ext uri="{FF2B5EF4-FFF2-40B4-BE49-F238E27FC236}">
                  <a16:creationId xmlns:a16="http://schemas.microsoft.com/office/drawing/2014/main" id="{F6FEAA48-AC95-3151-9065-F46A754E8DB3}"/>
                </a:ext>
              </a:extLst>
            </p:cNvPr>
            <p:cNvSpPr txBox="1"/>
            <p:nvPr/>
          </p:nvSpPr>
          <p:spPr>
            <a:xfrm>
              <a:off x="7982399" y="2798368"/>
              <a:ext cx="1467068" cy="400110"/>
            </a:xfrm>
            <a:prstGeom prst="rect">
              <a:avLst/>
            </a:prstGeom>
            <a:noFill/>
          </p:spPr>
          <p:txBody>
            <a:bodyPr wrap="none" rtlCol="0">
              <a:spAutoFit/>
            </a:bodyPr>
            <a:lstStyle/>
            <a:p>
              <a:pPr algn="ctr"/>
              <a:r>
                <a:rPr lang="ja-JP" altLang="en-US" sz="2000">
                  <a:solidFill>
                    <a:schemeClr val="tx2"/>
                  </a:solidFill>
                  <a:latin typeface="原稿用標準書体" panose="03000503000000000000" pitchFamily="66" charset="-128"/>
                  <a:ea typeface="原稿用標準書体" panose="03000503000000000000" pitchFamily="66" charset="-128"/>
                </a:rPr>
                <a:t>才能開花後</a:t>
              </a:r>
              <a:endParaRPr lang="ja-JP" altLang="en-US" sz="2000" dirty="0">
                <a:solidFill>
                  <a:schemeClr val="tx2"/>
                </a:solidFill>
                <a:latin typeface="原稿用標準書体" panose="03000503000000000000" pitchFamily="66" charset="-128"/>
                <a:ea typeface="原稿用標準書体" panose="03000503000000000000" pitchFamily="66" charset="-128"/>
              </a:endParaRPr>
            </a:p>
          </p:txBody>
        </p:sp>
        <p:grpSp>
          <p:nvGrpSpPr>
            <p:cNvPr id="79" name="グループ化 78">
              <a:extLst>
                <a:ext uri="{FF2B5EF4-FFF2-40B4-BE49-F238E27FC236}">
                  <a16:creationId xmlns:a16="http://schemas.microsoft.com/office/drawing/2014/main" id="{FBBDF9E4-B4ED-5294-726B-6224A5B6765F}"/>
                </a:ext>
              </a:extLst>
            </p:cNvPr>
            <p:cNvGrpSpPr/>
            <p:nvPr/>
          </p:nvGrpSpPr>
          <p:grpSpPr>
            <a:xfrm>
              <a:off x="9548056" y="2760114"/>
              <a:ext cx="476619" cy="476619"/>
              <a:chOff x="7759179" y="3883224"/>
              <a:chExt cx="914400" cy="914400"/>
            </a:xfrm>
          </p:grpSpPr>
          <p:sp>
            <p:nvSpPr>
              <p:cNvPr id="78" name="楕円 77">
                <a:extLst>
                  <a:ext uri="{FF2B5EF4-FFF2-40B4-BE49-F238E27FC236}">
                    <a16:creationId xmlns:a16="http://schemas.microsoft.com/office/drawing/2014/main" id="{B8D5449A-5366-C4D6-5B98-9B13BD4AE80D}"/>
                  </a:ext>
                </a:extLst>
              </p:cNvPr>
              <p:cNvSpPr/>
              <p:nvPr/>
            </p:nvSpPr>
            <p:spPr>
              <a:xfrm>
                <a:off x="7759179" y="3883224"/>
                <a:ext cx="914400" cy="914400"/>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75" name="グループ化 74">
                <a:extLst>
                  <a:ext uri="{FF2B5EF4-FFF2-40B4-BE49-F238E27FC236}">
                    <a16:creationId xmlns:a16="http://schemas.microsoft.com/office/drawing/2014/main" id="{3C89FEBC-9D4F-85EC-E88F-CBE642D6FCA3}"/>
                  </a:ext>
                </a:extLst>
              </p:cNvPr>
              <p:cNvGrpSpPr/>
              <p:nvPr/>
            </p:nvGrpSpPr>
            <p:grpSpPr>
              <a:xfrm>
                <a:off x="7959644" y="3976399"/>
                <a:ext cx="513470" cy="728051"/>
                <a:chOff x="8812481" y="694218"/>
                <a:chExt cx="1470606" cy="1692464"/>
              </a:xfrm>
              <a:effectLst/>
            </p:grpSpPr>
            <p:pic>
              <p:nvPicPr>
                <p:cNvPr id="76" name="図 75">
                  <a:extLst>
                    <a:ext uri="{FF2B5EF4-FFF2-40B4-BE49-F238E27FC236}">
                      <a16:creationId xmlns:a16="http://schemas.microsoft.com/office/drawing/2014/main" id="{74C9D844-CFD1-829B-0775-3A1FE427D547}"/>
                    </a:ext>
                  </a:extLst>
                </p:cNvPr>
                <p:cNvPicPr>
                  <a:picLocks noChangeAspect="1"/>
                </p:cNvPicPr>
                <p:nvPr/>
              </p:nvPicPr>
              <p:blipFill>
                <a:blip r:embed="rId7">
                  <a:duotone>
                    <a:prstClr val="black"/>
                    <a:schemeClr val="accent2">
                      <a:tint val="45000"/>
                      <a:satMod val="400000"/>
                    </a:schemeClr>
                  </a:duotone>
                  <a:extLst>
                    <a:ext uri="{28A0092B-C50C-407E-A947-70E740481C1C}">
                      <a14:useLocalDpi xmlns:a14="http://schemas.microsoft.com/office/drawing/2010/main" val="0"/>
                    </a:ext>
                  </a:extLst>
                </a:blip>
                <a:stretch>
                  <a:fillRect/>
                </a:stretch>
              </p:blipFill>
              <p:spPr>
                <a:xfrm rot="13959555">
                  <a:off x="8830608" y="676091"/>
                  <a:ext cx="1282845" cy="1319099"/>
                </a:xfrm>
                <a:prstGeom prst="rect">
                  <a:avLst/>
                </a:prstGeom>
              </p:spPr>
            </p:pic>
            <p:pic>
              <p:nvPicPr>
                <p:cNvPr id="77" name="図 76">
                  <a:extLst>
                    <a:ext uri="{FF2B5EF4-FFF2-40B4-BE49-F238E27FC236}">
                      <a16:creationId xmlns:a16="http://schemas.microsoft.com/office/drawing/2014/main" id="{D777913C-A14F-1993-6661-0FCACF9AE983}"/>
                    </a:ext>
                  </a:extLst>
                </p:cNvPr>
                <p:cNvPicPr>
                  <a:picLocks noChangeAspect="1"/>
                </p:cNvPicPr>
                <p:nvPr/>
              </p:nvPicPr>
              <p:blipFill>
                <a:blip r:embed="rId7">
                  <a:duotone>
                    <a:prstClr val="black"/>
                    <a:schemeClr val="accent2">
                      <a:tint val="45000"/>
                      <a:satMod val="400000"/>
                    </a:schemeClr>
                  </a:duotone>
                  <a:extLst>
                    <a:ext uri="{28A0092B-C50C-407E-A947-70E740481C1C}">
                      <a14:useLocalDpi xmlns:a14="http://schemas.microsoft.com/office/drawing/2010/main" val="0"/>
                    </a:ext>
                  </a:extLst>
                </a:blip>
                <a:stretch>
                  <a:fillRect/>
                </a:stretch>
              </p:blipFill>
              <p:spPr>
                <a:xfrm rot="13959555" flipH="1" flipV="1">
                  <a:off x="8982115" y="1085710"/>
                  <a:ext cx="1282845" cy="1319099"/>
                </a:xfrm>
                <a:prstGeom prst="rect">
                  <a:avLst/>
                </a:prstGeom>
              </p:spPr>
            </p:pic>
          </p:grpSp>
        </p:grpSp>
      </p:grpSp>
      <p:grpSp>
        <p:nvGrpSpPr>
          <p:cNvPr id="84" name="グループ化 83">
            <a:extLst>
              <a:ext uri="{FF2B5EF4-FFF2-40B4-BE49-F238E27FC236}">
                <a16:creationId xmlns:a16="http://schemas.microsoft.com/office/drawing/2014/main" id="{EE0FA405-FFBD-C72D-447B-99B3C024EDE1}"/>
              </a:ext>
            </a:extLst>
          </p:cNvPr>
          <p:cNvGrpSpPr/>
          <p:nvPr/>
        </p:nvGrpSpPr>
        <p:grpSpPr>
          <a:xfrm>
            <a:off x="6162585" y="3505402"/>
            <a:ext cx="1888606" cy="1341344"/>
            <a:chOff x="6330543" y="3300126"/>
            <a:chExt cx="1888606" cy="1341344"/>
          </a:xfrm>
        </p:grpSpPr>
        <p:grpSp>
          <p:nvGrpSpPr>
            <p:cNvPr id="85" name="グループ化 84">
              <a:extLst>
                <a:ext uri="{FF2B5EF4-FFF2-40B4-BE49-F238E27FC236}">
                  <a16:creationId xmlns:a16="http://schemas.microsoft.com/office/drawing/2014/main" id="{BF3439A8-AE78-CB13-5B17-DE3C03F1579C}"/>
                </a:ext>
              </a:extLst>
            </p:cNvPr>
            <p:cNvGrpSpPr/>
            <p:nvPr/>
          </p:nvGrpSpPr>
          <p:grpSpPr>
            <a:xfrm>
              <a:off x="6410575" y="4133732"/>
              <a:ext cx="1600302" cy="507738"/>
              <a:chOff x="6638751" y="4049760"/>
              <a:chExt cx="1600302" cy="507738"/>
            </a:xfrm>
          </p:grpSpPr>
          <p:sp>
            <p:nvSpPr>
              <p:cNvPr id="100" name="テキスト ボックス 99">
                <a:extLst>
                  <a:ext uri="{FF2B5EF4-FFF2-40B4-BE49-F238E27FC236}">
                    <a16:creationId xmlns:a16="http://schemas.microsoft.com/office/drawing/2014/main" id="{C4356276-E687-7428-1051-7BEE674FE390}"/>
                  </a:ext>
                </a:extLst>
              </p:cNvPr>
              <p:cNvSpPr txBox="1"/>
              <p:nvPr/>
            </p:nvSpPr>
            <p:spPr>
              <a:xfrm>
                <a:off x="6638751" y="4049760"/>
                <a:ext cx="902811" cy="307777"/>
              </a:xfrm>
              <a:prstGeom prst="rect">
                <a:avLst/>
              </a:prstGeom>
              <a:noFill/>
            </p:spPr>
            <p:txBody>
              <a:bodyPr wrap="none" rtlCol="0">
                <a:spAutoFit/>
              </a:bodyPr>
              <a:lstStyle/>
              <a:p>
                <a:r>
                  <a:rPr lang="ja-JP" altLang="en-US" sz="1400" dirty="0">
                    <a:solidFill>
                      <a:schemeClr val="accent6"/>
                    </a:solidFill>
                    <a:latin typeface="原稿用標準書体" panose="03000503000000000000" pitchFamily="66" charset="-128"/>
                    <a:ea typeface="原稿用標準書体" panose="03000503000000000000" pitchFamily="66" charset="-128"/>
                  </a:rPr>
                  <a:t>通常攻撃</a:t>
                </a:r>
                <a:endParaRPr lang="en-US" altLang="ja-JP" sz="1400" dirty="0">
                  <a:solidFill>
                    <a:schemeClr val="accent6"/>
                  </a:solidFill>
                  <a:latin typeface="原稿用標準書体" panose="03000503000000000000" pitchFamily="66" charset="-128"/>
                  <a:ea typeface="原稿用標準書体" panose="03000503000000000000" pitchFamily="66" charset="-128"/>
                </a:endParaRPr>
              </a:p>
            </p:txBody>
          </p:sp>
          <p:sp>
            <p:nvSpPr>
              <p:cNvPr id="101" name="テキスト ボックス 100">
                <a:extLst>
                  <a:ext uri="{FF2B5EF4-FFF2-40B4-BE49-F238E27FC236}">
                    <a16:creationId xmlns:a16="http://schemas.microsoft.com/office/drawing/2014/main" id="{22110DA6-0E19-42BE-18CB-E085176F486D}"/>
                  </a:ext>
                </a:extLst>
              </p:cNvPr>
              <p:cNvSpPr txBox="1"/>
              <p:nvPr/>
            </p:nvSpPr>
            <p:spPr>
              <a:xfrm>
                <a:off x="6643744" y="4311277"/>
                <a:ext cx="1595309" cy="246221"/>
              </a:xfrm>
              <a:prstGeom prst="rect">
                <a:avLst/>
              </a:prstGeom>
              <a:noFill/>
            </p:spPr>
            <p:txBody>
              <a:bodyPr wrap="none" rtlCol="0">
                <a:spAutoFit/>
              </a:bodyPr>
              <a:lstStyle/>
              <a:p>
                <a:r>
                  <a:rPr lang="ja-JP" altLang="en-US" sz="1000">
                    <a:solidFill>
                      <a:schemeClr val="tx1">
                        <a:lumMod val="75000"/>
                        <a:lumOff val="25000"/>
                      </a:schemeClr>
                    </a:solidFill>
                    <a:latin typeface="原稿用標準書体" panose="03000503000000000000" pitchFamily="66" charset="-128"/>
                    <a:ea typeface="原稿用標準書体" panose="03000503000000000000" pitchFamily="66" charset="-128"/>
                  </a:rPr>
                  <a:t>敵</a:t>
                </a:r>
                <a:r>
                  <a:rPr lang="en-US" altLang="ja-JP" sz="1000">
                    <a:solidFill>
                      <a:schemeClr val="tx1">
                        <a:lumMod val="75000"/>
                        <a:lumOff val="25000"/>
                      </a:schemeClr>
                    </a:solidFill>
                    <a:latin typeface="原稿用標準書体" panose="03000503000000000000" pitchFamily="66" charset="-128"/>
                    <a:ea typeface="原稿用標準書体" panose="03000503000000000000" pitchFamily="66" charset="-128"/>
                  </a:rPr>
                  <a:t>1</a:t>
                </a:r>
                <a:r>
                  <a:rPr lang="ja-JP" altLang="en-US" sz="1000">
                    <a:solidFill>
                      <a:schemeClr val="tx1">
                        <a:lumMod val="75000"/>
                        <a:lumOff val="25000"/>
                      </a:schemeClr>
                    </a:solidFill>
                    <a:latin typeface="原稿用標準書体" panose="03000503000000000000" pitchFamily="66" charset="-128"/>
                    <a:ea typeface="原稿用標準書体" panose="03000503000000000000" pitchFamily="66" charset="-128"/>
                  </a:rPr>
                  <a:t>体に</a:t>
                </a:r>
                <a:r>
                  <a:rPr lang="en-US" altLang="ja-JP" sz="1000">
                    <a:solidFill>
                      <a:schemeClr val="tx1">
                        <a:lumMod val="75000"/>
                        <a:lumOff val="25000"/>
                      </a:schemeClr>
                    </a:solidFill>
                    <a:latin typeface="原稿用標準書体" panose="03000503000000000000" pitchFamily="66" charset="-128"/>
                    <a:ea typeface="原稿用標準書体" panose="03000503000000000000" pitchFamily="66" charset="-128"/>
                  </a:rPr>
                  <a:t>ATK×</a:t>
                </a:r>
                <a:r>
                  <a:rPr lang="en-US" altLang="ja-JP" sz="1000">
                    <a:solidFill>
                      <a:schemeClr val="tx2"/>
                    </a:solidFill>
                    <a:latin typeface="原稿用標準書体" panose="03000503000000000000" pitchFamily="66" charset="-128"/>
                    <a:ea typeface="原稿用標準書体" panose="03000503000000000000" pitchFamily="66" charset="-128"/>
                  </a:rPr>
                  <a:t>80</a:t>
                </a:r>
                <a:r>
                  <a:rPr lang="ja-JP" altLang="en-US" sz="1000">
                    <a:solidFill>
                      <a:schemeClr val="tx2"/>
                    </a:solidFill>
                    <a:latin typeface="原稿用標準書体" panose="03000503000000000000" pitchFamily="66" charset="-128"/>
                    <a:ea typeface="原稿用標準書体" panose="03000503000000000000" pitchFamily="66" charset="-128"/>
                  </a:rPr>
                  <a:t>％</a:t>
                </a:r>
                <a:r>
                  <a:rPr lang="ja-JP" altLang="en-US" sz="1000">
                    <a:solidFill>
                      <a:schemeClr val="tx1">
                        <a:lumMod val="75000"/>
                        <a:lumOff val="25000"/>
                      </a:schemeClr>
                    </a:solidFill>
                    <a:latin typeface="原稿用標準書体" panose="03000503000000000000" pitchFamily="66" charset="-128"/>
                    <a:ea typeface="原稿用標準書体" panose="03000503000000000000" pitchFamily="66" charset="-128"/>
                  </a:rPr>
                  <a:t>の攻撃</a:t>
                </a:r>
                <a:endParaRPr lang="en-US" altLang="ja-JP" sz="1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cxnSp>
          <p:nvCxnSpPr>
            <p:cNvPr id="86" name="直線コネクタ 85">
              <a:extLst>
                <a:ext uri="{FF2B5EF4-FFF2-40B4-BE49-F238E27FC236}">
                  <a16:creationId xmlns:a16="http://schemas.microsoft.com/office/drawing/2014/main" id="{060D63DF-E94F-6901-6425-9248448A391D}"/>
                </a:ext>
              </a:extLst>
            </p:cNvPr>
            <p:cNvCxnSpPr>
              <a:cxnSpLocks/>
            </p:cNvCxnSpPr>
            <p:nvPr/>
          </p:nvCxnSpPr>
          <p:spPr>
            <a:xfrm>
              <a:off x="6330543" y="4068293"/>
              <a:ext cx="1888606" cy="0"/>
            </a:xfrm>
            <a:prstGeom prst="line">
              <a:avLst/>
            </a:prstGeom>
            <a:ln>
              <a:solidFill>
                <a:schemeClr val="accent6"/>
              </a:solidFill>
            </a:ln>
          </p:spPr>
          <p:style>
            <a:lnRef idx="2">
              <a:schemeClr val="accent1"/>
            </a:lnRef>
            <a:fillRef idx="0">
              <a:schemeClr val="accent1"/>
            </a:fillRef>
            <a:effectRef idx="1">
              <a:schemeClr val="accent1"/>
            </a:effectRef>
            <a:fontRef idx="minor">
              <a:schemeClr val="tx1"/>
            </a:fontRef>
          </p:style>
        </p:cxnSp>
        <p:grpSp>
          <p:nvGrpSpPr>
            <p:cNvPr id="88" name="グループ化 87">
              <a:extLst>
                <a:ext uri="{FF2B5EF4-FFF2-40B4-BE49-F238E27FC236}">
                  <a16:creationId xmlns:a16="http://schemas.microsoft.com/office/drawing/2014/main" id="{360ADA1E-400A-3CA7-5943-D5A63E7458B3}"/>
                </a:ext>
              </a:extLst>
            </p:cNvPr>
            <p:cNvGrpSpPr/>
            <p:nvPr/>
          </p:nvGrpSpPr>
          <p:grpSpPr>
            <a:xfrm>
              <a:off x="6410575" y="3300126"/>
              <a:ext cx="1728542" cy="670958"/>
              <a:chOff x="6638751" y="4049760"/>
              <a:chExt cx="1728542" cy="670958"/>
            </a:xfrm>
          </p:grpSpPr>
          <p:sp>
            <p:nvSpPr>
              <p:cNvPr id="92" name="テキスト ボックス 91">
                <a:extLst>
                  <a:ext uri="{FF2B5EF4-FFF2-40B4-BE49-F238E27FC236}">
                    <a16:creationId xmlns:a16="http://schemas.microsoft.com/office/drawing/2014/main" id="{AA87DE64-F7AB-56C1-61DE-428311561394}"/>
                  </a:ext>
                </a:extLst>
              </p:cNvPr>
              <p:cNvSpPr txBox="1"/>
              <p:nvPr/>
            </p:nvSpPr>
            <p:spPr>
              <a:xfrm>
                <a:off x="6638751" y="4049760"/>
                <a:ext cx="453970" cy="307777"/>
              </a:xfrm>
              <a:prstGeom prst="rect">
                <a:avLst/>
              </a:prstGeom>
              <a:noFill/>
            </p:spPr>
            <p:txBody>
              <a:bodyPr wrap="none" rtlCol="0">
                <a:spAutoFit/>
              </a:bodyPr>
              <a:lstStyle/>
              <a:p>
                <a:r>
                  <a:rPr lang="en-US" altLang="ja-JP" sz="1400">
                    <a:solidFill>
                      <a:schemeClr val="accent6"/>
                    </a:solidFill>
                    <a:latin typeface="原稿用標準書体" panose="03000503000000000000" pitchFamily="66" charset="-128"/>
                    <a:ea typeface="原稿用標準書体" panose="03000503000000000000" pitchFamily="66" charset="-128"/>
                  </a:rPr>
                  <a:t>ENB</a:t>
                </a:r>
                <a:endParaRPr lang="en-US" altLang="ja-JP" sz="1400" dirty="0">
                  <a:solidFill>
                    <a:schemeClr val="accent6"/>
                  </a:solidFill>
                  <a:latin typeface="原稿用標準書体" panose="03000503000000000000" pitchFamily="66" charset="-128"/>
                  <a:ea typeface="原稿用標準書体" panose="03000503000000000000" pitchFamily="66" charset="-128"/>
                </a:endParaRPr>
              </a:p>
            </p:txBody>
          </p:sp>
          <p:sp>
            <p:nvSpPr>
              <p:cNvPr id="97" name="テキスト ボックス 96">
                <a:extLst>
                  <a:ext uri="{FF2B5EF4-FFF2-40B4-BE49-F238E27FC236}">
                    <a16:creationId xmlns:a16="http://schemas.microsoft.com/office/drawing/2014/main" id="{7F80C868-18BE-5B95-3A73-C7A00511290A}"/>
                  </a:ext>
                </a:extLst>
              </p:cNvPr>
              <p:cNvSpPr txBox="1"/>
              <p:nvPr/>
            </p:nvSpPr>
            <p:spPr>
              <a:xfrm>
                <a:off x="6643744" y="4320608"/>
                <a:ext cx="1723549" cy="400110"/>
              </a:xfrm>
              <a:prstGeom prst="rect">
                <a:avLst/>
              </a:prstGeom>
              <a:noFill/>
            </p:spPr>
            <p:txBody>
              <a:bodyPr wrap="none" rtlCol="0">
                <a:spAutoFit/>
              </a:bodyPr>
              <a:lstStyle/>
              <a:p>
                <a:r>
                  <a:rPr lang="ja-JP" altLang="en-US" sz="1000">
                    <a:solidFill>
                      <a:schemeClr val="tx1">
                        <a:lumMod val="95000"/>
                        <a:lumOff val="5000"/>
                      </a:schemeClr>
                    </a:solidFill>
                    <a:latin typeface="原稿用標準書体" panose="03000503000000000000" pitchFamily="66" charset="-128"/>
                    <a:ea typeface="原稿用標準書体" panose="03000503000000000000" pitchFamily="66" charset="-128"/>
                  </a:rPr>
                  <a:t>効果テキスト効果テキスト</a:t>
                </a:r>
                <a:br>
                  <a:rPr lang="en-US" altLang="ja-JP" sz="1000">
                    <a:solidFill>
                      <a:schemeClr val="tx1">
                        <a:lumMod val="95000"/>
                        <a:lumOff val="5000"/>
                      </a:schemeClr>
                    </a:solidFill>
                    <a:latin typeface="原稿用標準書体" panose="03000503000000000000" pitchFamily="66" charset="-128"/>
                    <a:ea typeface="原稿用標準書体" panose="03000503000000000000" pitchFamily="66" charset="-128"/>
                  </a:rPr>
                </a:br>
                <a:r>
                  <a:rPr lang="ja-JP" altLang="en-US" sz="1000">
                    <a:solidFill>
                      <a:schemeClr val="tx1">
                        <a:lumMod val="95000"/>
                        <a:lumOff val="5000"/>
                      </a:schemeClr>
                    </a:solidFill>
                    <a:latin typeface="原稿用標準書体" panose="03000503000000000000" pitchFamily="66" charset="-128"/>
                    <a:ea typeface="原稿用標準書体" panose="03000503000000000000" pitchFamily="66" charset="-128"/>
                  </a:rPr>
                  <a:t>効果テキスト効果テキスト</a:t>
                </a:r>
                <a:endParaRPr lang="en-US" altLang="ja-JP" sz="1000">
                  <a:solidFill>
                    <a:schemeClr val="tx1">
                      <a:lumMod val="95000"/>
                      <a:lumOff val="5000"/>
                    </a:schemeClr>
                  </a:solidFill>
                  <a:latin typeface="原稿用標準書体" panose="03000503000000000000" pitchFamily="66" charset="-128"/>
                  <a:ea typeface="原稿用標準書体" panose="03000503000000000000" pitchFamily="66" charset="-128"/>
                </a:endParaRPr>
              </a:p>
            </p:txBody>
          </p:sp>
        </p:grpSp>
      </p:grpSp>
      <p:grpSp>
        <p:nvGrpSpPr>
          <p:cNvPr id="106" name="グループ化 105">
            <a:extLst>
              <a:ext uri="{FF2B5EF4-FFF2-40B4-BE49-F238E27FC236}">
                <a16:creationId xmlns:a16="http://schemas.microsoft.com/office/drawing/2014/main" id="{0B21E875-5062-66ED-690E-2FD9D52E0B32}"/>
              </a:ext>
            </a:extLst>
          </p:cNvPr>
          <p:cNvGrpSpPr/>
          <p:nvPr/>
        </p:nvGrpSpPr>
        <p:grpSpPr>
          <a:xfrm>
            <a:off x="8425578" y="3383973"/>
            <a:ext cx="2512698" cy="550243"/>
            <a:chOff x="6489167" y="2895729"/>
            <a:chExt cx="2512698" cy="550243"/>
          </a:xfrm>
        </p:grpSpPr>
        <p:grpSp>
          <p:nvGrpSpPr>
            <p:cNvPr id="121" name="グループ化 120">
              <a:extLst>
                <a:ext uri="{FF2B5EF4-FFF2-40B4-BE49-F238E27FC236}">
                  <a16:creationId xmlns:a16="http://schemas.microsoft.com/office/drawing/2014/main" id="{F48CBDEA-1965-ACB7-7DB6-14101C780FB1}"/>
                </a:ext>
              </a:extLst>
            </p:cNvPr>
            <p:cNvGrpSpPr/>
            <p:nvPr/>
          </p:nvGrpSpPr>
          <p:grpSpPr>
            <a:xfrm>
              <a:off x="6503882" y="2895729"/>
              <a:ext cx="2497983" cy="517069"/>
              <a:chOff x="6638751" y="4049760"/>
              <a:chExt cx="2497983" cy="517069"/>
            </a:xfrm>
          </p:grpSpPr>
          <p:sp>
            <p:nvSpPr>
              <p:cNvPr id="125" name="テキスト ボックス 124">
                <a:extLst>
                  <a:ext uri="{FF2B5EF4-FFF2-40B4-BE49-F238E27FC236}">
                    <a16:creationId xmlns:a16="http://schemas.microsoft.com/office/drawing/2014/main" id="{078248A2-0098-E4FF-A51D-FE4175BEDE08}"/>
                  </a:ext>
                </a:extLst>
              </p:cNvPr>
              <p:cNvSpPr txBox="1"/>
              <p:nvPr/>
            </p:nvSpPr>
            <p:spPr>
              <a:xfrm>
                <a:off x="6638751" y="4049760"/>
                <a:ext cx="1261884" cy="307777"/>
              </a:xfrm>
              <a:prstGeom prst="rect">
                <a:avLst/>
              </a:prstGeom>
              <a:noFill/>
            </p:spPr>
            <p:txBody>
              <a:bodyPr wrap="none" rtlCol="0">
                <a:spAutoFit/>
              </a:bodyPr>
              <a:lstStyle/>
              <a:p>
                <a:r>
                  <a:rPr lang="ja-JP" altLang="en-US" sz="1400">
                    <a:solidFill>
                      <a:schemeClr val="accent6"/>
                    </a:solidFill>
                    <a:latin typeface="原稿用標準書体" panose="03000503000000000000" pitchFamily="66" charset="-128"/>
                    <a:ea typeface="原稿用標準書体" panose="03000503000000000000" pitchFamily="66" charset="-128"/>
                  </a:rPr>
                  <a:t>特殊スキル</a:t>
                </a:r>
                <a:r>
                  <a:rPr lang="en-US" altLang="ja-JP" sz="1400">
                    <a:solidFill>
                      <a:schemeClr val="accent6"/>
                    </a:solidFill>
                    <a:latin typeface="原稿用標準書体" panose="03000503000000000000" pitchFamily="66" charset="-128"/>
                    <a:ea typeface="原稿用標準書体" panose="03000503000000000000" pitchFamily="66" charset="-128"/>
                  </a:rPr>
                  <a:t>Ⅰ</a:t>
                </a:r>
                <a:endParaRPr lang="en-US" altLang="ja-JP" sz="1400" dirty="0">
                  <a:solidFill>
                    <a:schemeClr val="accent6"/>
                  </a:solidFill>
                  <a:latin typeface="原稿用標準書体" panose="03000503000000000000" pitchFamily="66" charset="-128"/>
                  <a:ea typeface="原稿用標準書体" panose="03000503000000000000" pitchFamily="66" charset="-128"/>
                </a:endParaRPr>
              </a:p>
            </p:txBody>
          </p:sp>
          <p:sp>
            <p:nvSpPr>
              <p:cNvPr id="127" name="テキスト ボックス 126">
                <a:extLst>
                  <a:ext uri="{FF2B5EF4-FFF2-40B4-BE49-F238E27FC236}">
                    <a16:creationId xmlns:a16="http://schemas.microsoft.com/office/drawing/2014/main" id="{A60DE126-D8C6-B58F-F063-06A47BBB9C08}"/>
                  </a:ext>
                </a:extLst>
              </p:cNvPr>
              <p:cNvSpPr txBox="1"/>
              <p:nvPr/>
            </p:nvSpPr>
            <p:spPr>
              <a:xfrm>
                <a:off x="6643744" y="4320608"/>
                <a:ext cx="2492990" cy="246221"/>
              </a:xfrm>
              <a:prstGeom prst="rect">
                <a:avLst/>
              </a:prstGeom>
              <a:noFill/>
            </p:spPr>
            <p:txBody>
              <a:bodyPr wrap="none" rtlCol="0">
                <a:spAutoFit/>
              </a:bodyPr>
              <a:lstStyle/>
              <a:p>
                <a:r>
                  <a:rPr lang="ja-JP" altLang="en-US" sz="1000">
                    <a:solidFill>
                      <a:schemeClr val="tx1">
                        <a:lumMod val="95000"/>
                        <a:lumOff val="5000"/>
                      </a:schemeClr>
                    </a:solidFill>
                    <a:latin typeface="原稿用標準書体" panose="03000503000000000000" pitchFamily="66" charset="-128"/>
                    <a:ea typeface="原稿用標準書体" panose="03000503000000000000" pitchFamily="66" charset="-128"/>
                  </a:rPr>
                  <a:t>効果テキスト効果テキスト効果テキスト</a:t>
                </a:r>
                <a:endParaRPr lang="en-US" altLang="ja-JP" sz="1000">
                  <a:solidFill>
                    <a:schemeClr val="tx1">
                      <a:lumMod val="95000"/>
                      <a:lumOff val="5000"/>
                    </a:schemeClr>
                  </a:solidFill>
                  <a:latin typeface="原稿用標準書体" panose="03000503000000000000" pitchFamily="66" charset="-128"/>
                  <a:ea typeface="原稿用標準書体" panose="03000503000000000000" pitchFamily="66" charset="-128"/>
                </a:endParaRPr>
              </a:p>
            </p:txBody>
          </p:sp>
        </p:grpSp>
        <p:cxnSp>
          <p:nvCxnSpPr>
            <p:cNvPr id="123" name="直線コネクタ 122">
              <a:extLst>
                <a:ext uri="{FF2B5EF4-FFF2-40B4-BE49-F238E27FC236}">
                  <a16:creationId xmlns:a16="http://schemas.microsoft.com/office/drawing/2014/main" id="{35968AD1-A76A-7CF2-4CDE-999F8DACEEFC}"/>
                </a:ext>
              </a:extLst>
            </p:cNvPr>
            <p:cNvCxnSpPr>
              <a:cxnSpLocks/>
            </p:cNvCxnSpPr>
            <p:nvPr/>
          </p:nvCxnSpPr>
          <p:spPr>
            <a:xfrm>
              <a:off x="6489167" y="3445972"/>
              <a:ext cx="1888606" cy="0"/>
            </a:xfrm>
            <a:prstGeom prst="line">
              <a:avLst/>
            </a:prstGeom>
            <a:ln>
              <a:solidFill>
                <a:schemeClr val="accent6"/>
              </a:solidFill>
            </a:ln>
          </p:spPr>
          <p:style>
            <a:lnRef idx="2">
              <a:schemeClr val="accent1"/>
            </a:lnRef>
            <a:fillRef idx="0">
              <a:schemeClr val="accent1"/>
            </a:fillRef>
            <a:effectRef idx="1">
              <a:schemeClr val="accent1"/>
            </a:effectRef>
            <a:fontRef idx="minor">
              <a:schemeClr val="tx1"/>
            </a:fontRef>
          </p:style>
        </p:cxnSp>
      </p:grpSp>
      <p:grpSp>
        <p:nvGrpSpPr>
          <p:cNvPr id="129" name="グループ化 128">
            <a:extLst>
              <a:ext uri="{FF2B5EF4-FFF2-40B4-BE49-F238E27FC236}">
                <a16:creationId xmlns:a16="http://schemas.microsoft.com/office/drawing/2014/main" id="{3EF92A15-FF52-6DBA-9FBF-57731B7A0C4B}"/>
              </a:ext>
            </a:extLst>
          </p:cNvPr>
          <p:cNvGrpSpPr/>
          <p:nvPr/>
        </p:nvGrpSpPr>
        <p:grpSpPr>
          <a:xfrm>
            <a:off x="8425578" y="4050282"/>
            <a:ext cx="2512698" cy="550243"/>
            <a:chOff x="6489167" y="2895729"/>
            <a:chExt cx="2512698" cy="550243"/>
          </a:xfrm>
        </p:grpSpPr>
        <p:grpSp>
          <p:nvGrpSpPr>
            <p:cNvPr id="130" name="グループ化 129">
              <a:extLst>
                <a:ext uri="{FF2B5EF4-FFF2-40B4-BE49-F238E27FC236}">
                  <a16:creationId xmlns:a16="http://schemas.microsoft.com/office/drawing/2014/main" id="{5DD07747-907B-D875-E003-C7B87F8FAC17}"/>
                </a:ext>
              </a:extLst>
            </p:cNvPr>
            <p:cNvGrpSpPr/>
            <p:nvPr/>
          </p:nvGrpSpPr>
          <p:grpSpPr>
            <a:xfrm>
              <a:off x="6503882" y="2895729"/>
              <a:ext cx="2497983" cy="517069"/>
              <a:chOff x="6638751" y="4049760"/>
              <a:chExt cx="2497983" cy="517069"/>
            </a:xfrm>
          </p:grpSpPr>
          <p:sp>
            <p:nvSpPr>
              <p:cNvPr id="132" name="テキスト ボックス 131">
                <a:extLst>
                  <a:ext uri="{FF2B5EF4-FFF2-40B4-BE49-F238E27FC236}">
                    <a16:creationId xmlns:a16="http://schemas.microsoft.com/office/drawing/2014/main" id="{7AE28EE6-A5A0-C96E-01F3-FC5B73F1144D}"/>
                  </a:ext>
                </a:extLst>
              </p:cNvPr>
              <p:cNvSpPr txBox="1"/>
              <p:nvPr/>
            </p:nvSpPr>
            <p:spPr>
              <a:xfrm>
                <a:off x="6638751" y="4049760"/>
                <a:ext cx="1261884" cy="307777"/>
              </a:xfrm>
              <a:prstGeom prst="rect">
                <a:avLst/>
              </a:prstGeom>
              <a:noFill/>
            </p:spPr>
            <p:txBody>
              <a:bodyPr wrap="none" rtlCol="0">
                <a:spAutoFit/>
              </a:bodyPr>
              <a:lstStyle/>
              <a:p>
                <a:r>
                  <a:rPr lang="ja-JP" altLang="en-US" sz="1400">
                    <a:solidFill>
                      <a:schemeClr val="tx2"/>
                    </a:solidFill>
                    <a:latin typeface="原稿用標準書体" panose="03000503000000000000" pitchFamily="66" charset="-128"/>
                    <a:ea typeface="原稿用標準書体" panose="03000503000000000000" pitchFamily="66" charset="-128"/>
                  </a:rPr>
                  <a:t>特殊スキル</a:t>
                </a:r>
                <a:r>
                  <a:rPr lang="en-US" altLang="ja-JP" sz="1400">
                    <a:solidFill>
                      <a:schemeClr val="tx2"/>
                    </a:solidFill>
                    <a:latin typeface="原稿用標準書体" panose="03000503000000000000" pitchFamily="66" charset="-128"/>
                    <a:ea typeface="原稿用標準書体" panose="03000503000000000000" pitchFamily="66" charset="-128"/>
                  </a:rPr>
                  <a:t>Ⅱ</a:t>
                </a:r>
                <a:endParaRPr lang="en-US" altLang="ja-JP" sz="1400" dirty="0">
                  <a:solidFill>
                    <a:schemeClr val="tx2"/>
                  </a:solidFill>
                  <a:latin typeface="原稿用標準書体" panose="03000503000000000000" pitchFamily="66" charset="-128"/>
                  <a:ea typeface="原稿用標準書体" panose="03000503000000000000" pitchFamily="66" charset="-128"/>
                </a:endParaRPr>
              </a:p>
            </p:txBody>
          </p:sp>
          <p:sp>
            <p:nvSpPr>
              <p:cNvPr id="133" name="テキスト ボックス 132">
                <a:extLst>
                  <a:ext uri="{FF2B5EF4-FFF2-40B4-BE49-F238E27FC236}">
                    <a16:creationId xmlns:a16="http://schemas.microsoft.com/office/drawing/2014/main" id="{10D0E245-0743-EBF7-D614-5A472D192A33}"/>
                  </a:ext>
                </a:extLst>
              </p:cNvPr>
              <p:cNvSpPr txBox="1"/>
              <p:nvPr/>
            </p:nvSpPr>
            <p:spPr>
              <a:xfrm>
                <a:off x="6643744" y="4320608"/>
                <a:ext cx="2492990" cy="246221"/>
              </a:xfrm>
              <a:prstGeom prst="rect">
                <a:avLst/>
              </a:prstGeom>
              <a:noFill/>
            </p:spPr>
            <p:txBody>
              <a:bodyPr wrap="none" rtlCol="0">
                <a:spAutoFit/>
              </a:bodyPr>
              <a:lstStyle/>
              <a:p>
                <a:r>
                  <a:rPr lang="ja-JP" altLang="en-US" sz="1000">
                    <a:solidFill>
                      <a:schemeClr val="tx2"/>
                    </a:solidFill>
                    <a:latin typeface="原稿用標準書体" panose="03000503000000000000" pitchFamily="66" charset="-128"/>
                    <a:ea typeface="原稿用標準書体" panose="03000503000000000000" pitchFamily="66" charset="-128"/>
                  </a:rPr>
                  <a:t>効果テキスト効果テキスト効果テキスト</a:t>
                </a:r>
                <a:endParaRPr lang="en-US" altLang="ja-JP" sz="1000">
                  <a:solidFill>
                    <a:schemeClr val="tx2"/>
                  </a:solidFill>
                  <a:latin typeface="原稿用標準書体" panose="03000503000000000000" pitchFamily="66" charset="-128"/>
                  <a:ea typeface="原稿用標準書体" panose="03000503000000000000" pitchFamily="66" charset="-128"/>
                </a:endParaRPr>
              </a:p>
            </p:txBody>
          </p:sp>
        </p:grpSp>
        <p:cxnSp>
          <p:nvCxnSpPr>
            <p:cNvPr id="131" name="直線コネクタ 130">
              <a:extLst>
                <a:ext uri="{FF2B5EF4-FFF2-40B4-BE49-F238E27FC236}">
                  <a16:creationId xmlns:a16="http://schemas.microsoft.com/office/drawing/2014/main" id="{DA8A3D8A-4606-01DD-867F-8D105E058A41}"/>
                </a:ext>
              </a:extLst>
            </p:cNvPr>
            <p:cNvCxnSpPr>
              <a:cxnSpLocks/>
            </p:cNvCxnSpPr>
            <p:nvPr/>
          </p:nvCxnSpPr>
          <p:spPr>
            <a:xfrm>
              <a:off x="6489167" y="3445972"/>
              <a:ext cx="1888606" cy="0"/>
            </a:xfrm>
            <a:prstGeom prst="line">
              <a:avLst/>
            </a:prstGeom>
            <a:ln>
              <a:solidFill>
                <a:schemeClr val="accent6"/>
              </a:solidFill>
            </a:ln>
          </p:spPr>
          <p:style>
            <a:lnRef idx="2">
              <a:schemeClr val="accent1"/>
            </a:lnRef>
            <a:fillRef idx="0">
              <a:schemeClr val="accent1"/>
            </a:fillRef>
            <a:effectRef idx="1">
              <a:schemeClr val="accent1"/>
            </a:effectRef>
            <a:fontRef idx="minor">
              <a:schemeClr val="tx1"/>
            </a:fontRef>
          </p:style>
        </p:cxnSp>
      </p:grpSp>
      <p:grpSp>
        <p:nvGrpSpPr>
          <p:cNvPr id="137" name="グループ化 136">
            <a:extLst>
              <a:ext uri="{FF2B5EF4-FFF2-40B4-BE49-F238E27FC236}">
                <a16:creationId xmlns:a16="http://schemas.microsoft.com/office/drawing/2014/main" id="{CD9D3E13-305B-2E2C-0D5B-D82F643CE1A5}"/>
              </a:ext>
            </a:extLst>
          </p:cNvPr>
          <p:cNvGrpSpPr/>
          <p:nvPr/>
        </p:nvGrpSpPr>
        <p:grpSpPr>
          <a:xfrm>
            <a:off x="8425578" y="4736217"/>
            <a:ext cx="1888606" cy="550243"/>
            <a:chOff x="6489167" y="2895729"/>
            <a:chExt cx="1888606" cy="550243"/>
          </a:xfrm>
        </p:grpSpPr>
        <p:grpSp>
          <p:nvGrpSpPr>
            <p:cNvPr id="139" name="グループ化 138">
              <a:extLst>
                <a:ext uri="{FF2B5EF4-FFF2-40B4-BE49-F238E27FC236}">
                  <a16:creationId xmlns:a16="http://schemas.microsoft.com/office/drawing/2014/main" id="{8B581A65-9C5E-D6FA-E896-6498D788EE58}"/>
                </a:ext>
              </a:extLst>
            </p:cNvPr>
            <p:cNvGrpSpPr/>
            <p:nvPr/>
          </p:nvGrpSpPr>
          <p:grpSpPr>
            <a:xfrm>
              <a:off x="6503882" y="2895729"/>
              <a:ext cx="1261884" cy="517069"/>
              <a:chOff x="6638751" y="4049760"/>
              <a:chExt cx="1261884" cy="517069"/>
            </a:xfrm>
          </p:grpSpPr>
          <p:sp>
            <p:nvSpPr>
              <p:cNvPr id="143" name="テキスト ボックス 142">
                <a:extLst>
                  <a:ext uri="{FF2B5EF4-FFF2-40B4-BE49-F238E27FC236}">
                    <a16:creationId xmlns:a16="http://schemas.microsoft.com/office/drawing/2014/main" id="{EAE2FE98-F446-4871-3B65-8EE1B34CE2D0}"/>
                  </a:ext>
                </a:extLst>
              </p:cNvPr>
              <p:cNvSpPr txBox="1"/>
              <p:nvPr/>
            </p:nvSpPr>
            <p:spPr>
              <a:xfrm>
                <a:off x="6638751" y="4049760"/>
                <a:ext cx="1261884" cy="307777"/>
              </a:xfrm>
              <a:prstGeom prst="rect">
                <a:avLst/>
              </a:prstGeom>
              <a:noFill/>
            </p:spPr>
            <p:txBody>
              <a:bodyPr wrap="none" rtlCol="0">
                <a:spAutoFit/>
              </a:bodyPr>
              <a:lstStyle/>
              <a:p>
                <a:r>
                  <a:rPr lang="ja-JP" altLang="en-US" sz="1400">
                    <a:solidFill>
                      <a:schemeClr val="accent6"/>
                    </a:solidFill>
                    <a:latin typeface="原稿用標準書体" panose="03000503000000000000" pitchFamily="66" charset="-128"/>
                    <a:ea typeface="原稿用標準書体" panose="03000503000000000000" pitchFamily="66" charset="-128"/>
                  </a:rPr>
                  <a:t>特殊スキル</a:t>
                </a:r>
                <a:r>
                  <a:rPr lang="en-US" altLang="ja-JP" sz="1400">
                    <a:solidFill>
                      <a:schemeClr val="accent6"/>
                    </a:solidFill>
                    <a:latin typeface="原稿用標準書体" panose="03000503000000000000" pitchFamily="66" charset="-128"/>
                    <a:ea typeface="原稿用標準書体" panose="03000503000000000000" pitchFamily="66" charset="-128"/>
                  </a:rPr>
                  <a:t>Ⅰ</a:t>
                </a:r>
                <a:endParaRPr lang="en-US" altLang="ja-JP" sz="1400" dirty="0">
                  <a:solidFill>
                    <a:schemeClr val="accent6"/>
                  </a:solidFill>
                  <a:latin typeface="原稿用標準書体" panose="03000503000000000000" pitchFamily="66" charset="-128"/>
                  <a:ea typeface="原稿用標準書体" panose="03000503000000000000" pitchFamily="66" charset="-128"/>
                </a:endParaRPr>
              </a:p>
            </p:txBody>
          </p:sp>
          <p:sp>
            <p:nvSpPr>
              <p:cNvPr id="147" name="テキスト ボックス 146">
                <a:extLst>
                  <a:ext uri="{FF2B5EF4-FFF2-40B4-BE49-F238E27FC236}">
                    <a16:creationId xmlns:a16="http://schemas.microsoft.com/office/drawing/2014/main" id="{4CA46526-B793-5DB5-7EE7-CA33B9AABFEE}"/>
                  </a:ext>
                </a:extLst>
              </p:cNvPr>
              <p:cNvSpPr txBox="1"/>
              <p:nvPr/>
            </p:nvSpPr>
            <p:spPr>
              <a:xfrm>
                <a:off x="6643744" y="4320608"/>
                <a:ext cx="1236236" cy="246221"/>
              </a:xfrm>
              <a:prstGeom prst="rect">
                <a:avLst/>
              </a:prstGeom>
              <a:noFill/>
            </p:spPr>
            <p:txBody>
              <a:bodyPr wrap="none" rtlCol="0">
                <a:spAutoFit/>
              </a:bodyPr>
              <a:lstStyle/>
              <a:p>
                <a:r>
                  <a:rPr lang="ja-JP" altLang="en-US" sz="1000">
                    <a:solidFill>
                      <a:schemeClr val="tx1">
                        <a:lumMod val="95000"/>
                        <a:lumOff val="5000"/>
                      </a:schemeClr>
                    </a:solidFill>
                    <a:latin typeface="原稿用標準書体" panose="03000503000000000000" pitchFamily="66" charset="-128"/>
                    <a:ea typeface="原稿用標準書体" panose="03000503000000000000" pitchFamily="66" charset="-128"/>
                  </a:rPr>
                  <a:t>才能開花</a:t>
                </a:r>
                <a:r>
                  <a:rPr lang="en-US" altLang="ja-JP" sz="1000">
                    <a:solidFill>
                      <a:schemeClr val="tx1">
                        <a:lumMod val="95000"/>
                        <a:lumOff val="5000"/>
                      </a:schemeClr>
                    </a:solidFill>
                    <a:latin typeface="原稿用標準書体" panose="03000503000000000000" pitchFamily="66" charset="-128"/>
                    <a:ea typeface="原稿用標準書体" panose="03000503000000000000" pitchFamily="66" charset="-128"/>
                  </a:rPr>
                  <a:t>Ⅲ</a:t>
                </a:r>
                <a:r>
                  <a:rPr lang="ja-JP" altLang="en-US" sz="1000">
                    <a:solidFill>
                      <a:schemeClr val="tx1">
                        <a:lumMod val="95000"/>
                        <a:lumOff val="5000"/>
                      </a:schemeClr>
                    </a:solidFill>
                    <a:latin typeface="原稿用標準書体" panose="03000503000000000000" pitchFamily="66" charset="-128"/>
                    <a:ea typeface="原稿用標準書体" panose="03000503000000000000" pitchFamily="66" charset="-128"/>
                  </a:rPr>
                  <a:t>で解放</a:t>
                </a:r>
                <a:endParaRPr lang="en-US" altLang="ja-JP" sz="1000">
                  <a:solidFill>
                    <a:schemeClr val="tx1">
                      <a:lumMod val="95000"/>
                      <a:lumOff val="5000"/>
                    </a:schemeClr>
                  </a:solidFill>
                  <a:latin typeface="原稿用標準書体" panose="03000503000000000000" pitchFamily="66" charset="-128"/>
                  <a:ea typeface="原稿用標準書体" panose="03000503000000000000" pitchFamily="66" charset="-128"/>
                </a:endParaRPr>
              </a:p>
            </p:txBody>
          </p:sp>
        </p:grpSp>
        <p:cxnSp>
          <p:nvCxnSpPr>
            <p:cNvPr id="141" name="直線コネクタ 140">
              <a:extLst>
                <a:ext uri="{FF2B5EF4-FFF2-40B4-BE49-F238E27FC236}">
                  <a16:creationId xmlns:a16="http://schemas.microsoft.com/office/drawing/2014/main" id="{31CB8D47-D719-7804-5C8E-F1DD1E9A8CEA}"/>
                </a:ext>
              </a:extLst>
            </p:cNvPr>
            <p:cNvCxnSpPr>
              <a:cxnSpLocks/>
            </p:cNvCxnSpPr>
            <p:nvPr/>
          </p:nvCxnSpPr>
          <p:spPr>
            <a:xfrm>
              <a:off x="6489167" y="3445972"/>
              <a:ext cx="1888606" cy="0"/>
            </a:xfrm>
            <a:prstGeom prst="line">
              <a:avLst/>
            </a:prstGeom>
            <a:ln>
              <a:solidFill>
                <a:schemeClr val="accent6"/>
              </a:solidFill>
            </a:ln>
          </p:spPr>
          <p:style>
            <a:lnRef idx="2">
              <a:schemeClr val="accent1"/>
            </a:lnRef>
            <a:fillRef idx="0">
              <a:schemeClr val="accent1"/>
            </a:fillRef>
            <a:effectRef idx="1">
              <a:schemeClr val="accent1"/>
            </a:effectRef>
            <a:fontRef idx="minor">
              <a:schemeClr val="tx1"/>
            </a:fontRef>
          </p:style>
        </p:cxnSp>
      </p:grpSp>
      <p:cxnSp>
        <p:nvCxnSpPr>
          <p:cNvPr id="2" name="直線コネクタ 1">
            <a:extLst>
              <a:ext uri="{FF2B5EF4-FFF2-40B4-BE49-F238E27FC236}">
                <a16:creationId xmlns:a16="http://schemas.microsoft.com/office/drawing/2014/main" id="{6AECD49E-81A7-6735-2187-3E1D5FFC9077}"/>
              </a:ext>
            </a:extLst>
          </p:cNvPr>
          <p:cNvCxnSpPr>
            <a:cxnSpLocks/>
          </p:cNvCxnSpPr>
          <p:nvPr/>
        </p:nvCxnSpPr>
        <p:spPr>
          <a:xfrm>
            <a:off x="6184354" y="4964813"/>
            <a:ext cx="1888606" cy="0"/>
          </a:xfrm>
          <a:prstGeom prst="line">
            <a:avLst/>
          </a:prstGeom>
          <a:ln>
            <a:solidFill>
              <a:schemeClr val="accent6"/>
            </a:solidFill>
          </a:ln>
        </p:spPr>
        <p:style>
          <a:lnRef idx="2">
            <a:schemeClr val="accent1"/>
          </a:lnRef>
          <a:fillRef idx="0">
            <a:schemeClr val="accent1"/>
          </a:fillRef>
          <a:effectRef idx="1">
            <a:schemeClr val="accent1"/>
          </a:effectRef>
          <a:fontRef idx="minor">
            <a:schemeClr val="tx1"/>
          </a:fontRef>
        </p:style>
      </p:cxnSp>
      <p:grpSp>
        <p:nvGrpSpPr>
          <p:cNvPr id="4" name="グループ化 3">
            <a:extLst>
              <a:ext uri="{FF2B5EF4-FFF2-40B4-BE49-F238E27FC236}">
                <a16:creationId xmlns:a16="http://schemas.microsoft.com/office/drawing/2014/main" id="{FC8DC319-3C33-EC30-2F55-BB34E684B093}"/>
              </a:ext>
            </a:extLst>
          </p:cNvPr>
          <p:cNvGrpSpPr/>
          <p:nvPr/>
        </p:nvGrpSpPr>
        <p:grpSpPr>
          <a:xfrm>
            <a:off x="8331652" y="575834"/>
            <a:ext cx="3994672" cy="408821"/>
            <a:chOff x="8331652" y="600326"/>
            <a:chExt cx="3994672" cy="408821"/>
          </a:xfrm>
        </p:grpSpPr>
        <p:sp>
          <p:nvSpPr>
            <p:cNvPr id="5" name="正方形/長方形 4">
              <a:extLst>
                <a:ext uri="{FF2B5EF4-FFF2-40B4-BE49-F238E27FC236}">
                  <a16:creationId xmlns:a16="http://schemas.microsoft.com/office/drawing/2014/main" id="{CD529004-85B7-64F0-46B6-DED7D123710E}"/>
                </a:ext>
              </a:extLst>
            </p:cNvPr>
            <p:cNvSpPr/>
            <p:nvPr/>
          </p:nvSpPr>
          <p:spPr>
            <a:xfrm>
              <a:off x="8331652" y="600326"/>
              <a:ext cx="3994672" cy="408821"/>
            </a:xfrm>
            <a:prstGeom prst="rect">
              <a:avLst/>
            </a:prstGeom>
            <a:solidFill>
              <a:schemeClr val="bg1">
                <a:lumMod val="65000"/>
                <a:alpha val="20000"/>
              </a:schemeClr>
            </a:solidFill>
            <a:ln>
              <a:noFill/>
            </a:ln>
            <a:effectLst>
              <a:glow rad="63500">
                <a:schemeClr val="bg1">
                  <a:lumMod val="50000"/>
                  <a:alpha val="2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6" name="グループ化 5">
              <a:extLst>
                <a:ext uri="{FF2B5EF4-FFF2-40B4-BE49-F238E27FC236}">
                  <a16:creationId xmlns:a16="http://schemas.microsoft.com/office/drawing/2014/main" id="{121882B1-4CC9-50DC-D0E2-5CBFC5D374AB}"/>
                </a:ext>
              </a:extLst>
            </p:cNvPr>
            <p:cNvGrpSpPr/>
            <p:nvPr/>
          </p:nvGrpSpPr>
          <p:grpSpPr>
            <a:xfrm>
              <a:off x="8648051" y="650848"/>
              <a:ext cx="1231006" cy="307777"/>
              <a:chOff x="7108497" y="887611"/>
              <a:chExt cx="1231006" cy="307777"/>
            </a:xfrm>
          </p:grpSpPr>
          <p:pic>
            <p:nvPicPr>
              <p:cNvPr id="12" name="図 11">
                <a:extLst>
                  <a:ext uri="{FF2B5EF4-FFF2-40B4-BE49-F238E27FC236}">
                    <a16:creationId xmlns:a16="http://schemas.microsoft.com/office/drawing/2014/main" id="{341F063F-E789-1D39-1AE5-04CFC7CAE102}"/>
                  </a:ext>
                </a:extLst>
              </p:cNvPr>
              <p:cNvPicPr>
                <a:picLocks noChangeAspect="1"/>
              </p:cNvPicPr>
              <p:nvPr/>
            </p:nvPicPr>
            <p:blipFill>
              <a:blip r:embed="rId8">
                <a:biLevel thresh="25000"/>
                <a:extLst>
                  <a:ext uri="{28A0092B-C50C-407E-A947-70E740481C1C}">
                    <a14:useLocalDpi xmlns:a14="http://schemas.microsoft.com/office/drawing/2010/main" val="0"/>
                  </a:ext>
                </a:extLst>
              </a:blip>
              <a:stretch>
                <a:fillRect/>
              </a:stretch>
            </p:blipFill>
            <p:spPr>
              <a:xfrm>
                <a:off x="7108497" y="914380"/>
                <a:ext cx="202448" cy="254238"/>
              </a:xfrm>
              <a:prstGeom prst="rect">
                <a:avLst/>
              </a:prstGeom>
            </p:spPr>
          </p:pic>
          <p:sp>
            <p:nvSpPr>
              <p:cNvPr id="14" name="テキスト ボックス 13">
                <a:extLst>
                  <a:ext uri="{FF2B5EF4-FFF2-40B4-BE49-F238E27FC236}">
                    <a16:creationId xmlns:a16="http://schemas.microsoft.com/office/drawing/2014/main" id="{BA9818DE-93BC-B77B-735D-B21552CAB9E6}"/>
                  </a:ext>
                </a:extLst>
              </p:cNvPr>
              <p:cNvSpPr txBox="1"/>
              <p:nvPr/>
            </p:nvSpPr>
            <p:spPr>
              <a:xfrm>
                <a:off x="7436692" y="887611"/>
                <a:ext cx="902811"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00000000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8" name="グループ化 7">
              <a:extLst>
                <a:ext uri="{FF2B5EF4-FFF2-40B4-BE49-F238E27FC236}">
                  <a16:creationId xmlns:a16="http://schemas.microsoft.com/office/drawing/2014/main" id="{A728A898-6907-FC59-5DF6-F05848F7C297}"/>
                </a:ext>
              </a:extLst>
            </p:cNvPr>
            <p:cNvGrpSpPr/>
            <p:nvPr/>
          </p:nvGrpSpPr>
          <p:grpSpPr>
            <a:xfrm>
              <a:off x="10177914" y="650848"/>
              <a:ext cx="1263752" cy="307777"/>
              <a:chOff x="9272844" y="887611"/>
              <a:chExt cx="1263752" cy="307777"/>
            </a:xfrm>
          </p:grpSpPr>
          <p:pic>
            <p:nvPicPr>
              <p:cNvPr id="9" name="図 8">
                <a:extLst>
                  <a:ext uri="{FF2B5EF4-FFF2-40B4-BE49-F238E27FC236}">
                    <a16:creationId xmlns:a16="http://schemas.microsoft.com/office/drawing/2014/main" id="{19C73247-6A5E-3AB3-DF4F-18ED048ECEE1}"/>
                  </a:ext>
                </a:extLst>
              </p:cNvPr>
              <p:cNvPicPr>
                <a:picLocks noChangeAspect="1"/>
              </p:cNvPicPr>
              <p:nvPr/>
            </p:nvPicPr>
            <p:blipFill>
              <a:blip r:embed="rId9">
                <a:biLevel thresh="25000"/>
                <a:extLst>
                  <a:ext uri="{28A0092B-C50C-407E-A947-70E740481C1C}">
                    <a14:useLocalDpi xmlns:a14="http://schemas.microsoft.com/office/drawing/2010/main" val="0"/>
                  </a:ext>
                </a:extLst>
              </a:blip>
              <a:stretch>
                <a:fillRect/>
              </a:stretch>
            </p:blipFill>
            <p:spPr>
              <a:xfrm>
                <a:off x="9272844" y="905906"/>
                <a:ext cx="273428" cy="271187"/>
              </a:xfrm>
              <a:prstGeom prst="rect">
                <a:avLst/>
              </a:prstGeom>
            </p:spPr>
          </p:pic>
          <p:sp>
            <p:nvSpPr>
              <p:cNvPr id="10" name="テキスト ボックス 9">
                <a:extLst>
                  <a:ext uri="{FF2B5EF4-FFF2-40B4-BE49-F238E27FC236}">
                    <a16:creationId xmlns:a16="http://schemas.microsoft.com/office/drawing/2014/main" id="{2757CF19-8F8D-2F1B-4E82-61303877559B}"/>
                  </a:ext>
                </a:extLst>
              </p:cNvPr>
              <p:cNvSpPr txBox="1"/>
              <p:nvPr/>
            </p:nvSpPr>
            <p:spPr>
              <a:xfrm>
                <a:off x="9633785" y="887611"/>
                <a:ext cx="902811"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00000000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grpSp>
        <p:nvGrpSpPr>
          <p:cNvPr id="15" name="グループ化 14">
            <a:extLst>
              <a:ext uri="{FF2B5EF4-FFF2-40B4-BE49-F238E27FC236}">
                <a16:creationId xmlns:a16="http://schemas.microsoft.com/office/drawing/2014/main" id="{C3EBB859-D59A-DA5E-F417-43E963EB0EC0}"/>
              </a:ext>
            </a:extLst>
          </p:cNvPr>
          <p:cNvGrpSpPr/>
          <p:nvPr/>
        </p:nvGrpSpPr>
        <p:grpSpPr>
          <a:xfrm>
            <a:off x="0" y="-1"/>
            <a:ext cx="12192000" cy="6858001"/>
            <a:chOff x="0" y="-1"/>
            <a:chExt cx="12192000" cy="6858001"/>
          </a:xfrm>
        </p:grpSpPr>
        <p:grpSp>
          <p:nvGrpSpPr>
            <p:cNvPr id="16" name="グループ化 15">
              <a:extLst>
                <a:ext uri="{FF2B5EF4-FFF2-40B4-BE49-F238E27FC236}">
                  <a16:creationId xmlns:a16="http://schemas.microsoft.com/office/drawing/2014/main" id="{244A16F2-4FC0-3BF5-88F9-A147EE11541B}"/>
                </a:ext>
              </a:extLst>
            </p:cNvPr>
            <p:cNvGrpSpPr/>
            <p:nvPr/>
          </p:nvGrpSpPr>
          <p:grpSpPr>
            <a:xfrm>
              <a:off x="0" y="-1"/>
              <a:ext cx="12192000" cy="6858001"/>
              <a:chOff x="0" y="-1"/>
              <a:chExt cx="12192000" cy="6858001"/>
            </a:xfrm>
          </p:grpSpPr>
          <p:sp>
            <p:nvSpPr>
              <p:cNvPr id="35" name="正方形/長方形 34">
                <a:extLst>
                  <a:ext uri="{FF2B5EF4-FFF2-40B4-BE49-F238E27FC236}">
                    <a16:creationId xmlns:a16="http://schemas.microsoft.com/office/drawing/2014/main" id="{EFA71A92-C902-D171-D58F-C00F5C9B9812}"/>
                  </a:ext>
                </a:extLst>
              </p:cNvPr>
              <p:cNvSpPr>
                <a:spLocks/>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37" name="グループ化 36">
                <a:extLst>
                  <a:ext uri="{FF2B5EF4-FFF2-40B4-BE49-F238E27FC236}">
                    <a16:creationId xmlns:a16="http://schemas.microsoft.com/office/drawing/2014/main" id="{68F6B7B5-769D-843E-432A-543CA8ECD77C}"/>
                  </a:ext>
                </a:extLst>
              </p:cNvPr>
              <p:cNvGrpSpPr/>
              <p:nvPr/>
            </p:nvGrpSpPr>
            <p:grpSpPr>
              <a:xfrm>
                <a:off x="2616038" y="1823170"/>
                <a:ext cx="6959925" cy="3211661"/>
                <a:chOff x="2616038" y="1823170"/>
                <a:chExt cx="6959925" cy="3211661"/>
              </a:xfrm>
            </p:grpSpPr>
            <p:sp>
              <p:nvSpPr>
                <p:cNvPr id="40" name="四角形: 角を丸くする 39">
                  <a:extLst>
                    <a:ext uri="{FF2B5EF4-FFF2-40B4-BE49-F238E27FC236}">
                      <a16:creationId xmlns:a16="http://schemas.microsoft.com/office/drawing/2014/main" id="{47E5AA52-4481-FB6E-3A83-314D81F48272}"/>
                    </a:ext>
                  </a:extLst>
                </p:cNvPr>
                <p:cNvSpPr/>
                <p:nvPr/>
              </p:nvSpPr>
              <p:spPr>
                <a:xfrm>
                  <a:off x="2616038" y="1823170"/>
                  <a:ext cx="6959925" cy="3211661"/>
                </a:xfrm>
                <a:prstGeom prst="roundRect">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1" name="テキスト ボックス 40">
                  <a:extLst>
                    <a:ext uri="{FF2B5EF4-FFF2-40B4-BE49-F238E27FC236}">
                      <a16:creationId xmlns:a16="http://schemas.microsoft.com/office/drawing/2014/main" id="{6333BC44-3AC6-0A56-DD6A-90E1F60C0C12}"/>
                    </a:ext>
                  </a:extLst>
                </p:cNvPr>
                <p:cNvSpPr txBox="1"/>
                <p:nvPr/>
              </p:nvSpPr>
              <p:spPr>
                <a:xfrm>
                  <a:off x="4362207" y="2384084"/>
                  <a:ext cx="3467617" cy="584775"/>
                </a:xfrm>
                <a:prstGeom prst="rect">
                  <a:avLst/>
                </a:prstGeom>
                <a:noFill/>
              </p:spPr>
              <p:txBody>
                <a:bodyPr wrap="none" rtlCol="0">
                  <a:spAutoFit/>
                </a:bodyPr>
                <a:lstStyle/>
                <a:p>
                  <a:pPr algn="ctr"/>
                  <a:r>
                    <a:rPr kumimoji="1" lang="ja-JP" altLang="en-US" sz="3200">
                      <a:solidFill>
                        <a:schemeClr val="tx1">
                          <a:lumMod val="85000"/>
                          <a:lumOff val="15000"/>
                        </a:schemeClr>
                      </a:solidFill>
                      <a:latin typeface="原稿用標準書体" panose="03000503000000000000" pitchFamily="66" charset="-128"/>
                      <a:ea typeface="原稿用標準書体" panose="03000503000000000000" pitchFamily="66" charset="-128"/>
                    </a:rPr>
                    <a:t>　　が足りません</a:t>
                  </a:r>
                  <a:endParaRPr kumimoji="1" lang="ja-JP" altLang="en-US" sz="40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42" name="テキスト ボックス 41">
                  <a:extLst>
                    <a:ext uri="{FF2B5EF4-FFF2-40B4-BE49-F238E27FC236}">
                      <a16:creationId xmlns:a16="http://schemas.microsoft.com/office/drawing/2014/main" id="{6B421E50-C18E-2983-9A1A-95854709F4CF}"/>
                    </a:ext>
                  </a:extLst>
                </p:cNvPr>
                <p:cNvSpPr txBox="1"/>
                <p:nvPr/>
              </p:nvSpPr>
              <p:spPr>
                <a:xfrm>
                  <a:off x="4503266" y="3233458"/>
                  <a:ext cx="3185487" cy="369332"/>
                </a:xfrm>
                <a:prstGeom prst="rect">
                  <a:avLst/>
                </a:prstGeom>
                <a:noFill/>
              </p:spPr>
              <p:txBody>
                <a:bodyPr wrap="none" rtlCol="0">
                  <a:spAutoFit/>
                </a:bodyPr>
                <a:lstStyle/>
                <a:p>
                  <a:pPr algn="ctr"/>
                  <a:r>
                    <a:rPr kumimoji="1" lang="en-US" altLang="ja-JP">
                      <a:solidFill>
                        <a:srgbClr val="C00000"/>
                      </a:solidFill>
                      <a:latin typeface="原稿用標準書体" panose="03000503000000000000" pitchFamily="66" charset="-128"/>
                      <a:ea typeface="原稿用標準書体" panose="03000503000000000000" pitchFamily="66" charset="-128"/>
                    </a:rPr>
                    <a:t>※</a:t>
                  </a:r>
                  <a:r>
                    <a:rPr kumimoji="1" lang="ja-JP" altLang="en-US">
                      <a:solidFill>
                        <a:srgbClr val="C00000"/>
                      </a:solidFill>
                      <a:latin typeface="原稿用標準書体" panose="03000503000000000000" pitchFamily="66" charset="-128"/>
                      <a:ea typeface="原稿用標準書体" panose="03000503000000000000" pitchFamily="66" charset="-128"/>
                    </a:rPr>
                    <a:t>ストーリーを進行しよう！</a:t>
                  </a:r>
                  <a:endParaRPr kumimoji="1" lang="ja-JP" altLang="en-US" sz="2400" dirty="0">
                    <a:solidFill>
                      <a:srgbClr val="C00000"/>
                    </a:solidFill>
                    <a:latin typeface="原稿用標準書体" panose="03000503000000000000" pitchFamily="66" charset="-128"/>
                    <a:ea typeface="原稿用標準書体" panose="03000503000000000000" pitchFamily="66" charset="-128"/>
                  </a:endParaRPr>
                </a:p>
              </p:txBody>
            </p:sp>
          </p:grpSp>
        </p:grpSp>
        <p:sp>
          <p:nvSpPr>
            <p:cNvPr id="19" name="四角形: 角を丸くする 18">
              <a:extLst>
                <a:ext uri="{FF2B5EF4-FFF2-40B4-BE49-F238E27FC236}">
                  <a16:creationId xmlns:a16="http://schemas.microsoft.com/office/drawing/2014/main" id="{BA4A9898-1BA6-BE71-E34B-AC267CCEFD78}"/>
                </a:ext>
              </a:extLst>
            </p:cNvPr>
            <p:cNvSpPr/>
            <p:nvPr/>
          </p:nvSpPr>
          <p:spPr>
            <a:xfrm>
              <a:off x="5026888" y="3962013"/>
              <a:ext cx="2138224" cy="767022"/>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a:latin typeface="原稿用標準書体" panose="03000503000000000000" pitchFamily="66" charset="-128"/>
                  <a:ea typeface="原稿用標準書体" panose="03000503000000000000" pitchFamily="66" charset="-128"/>
                </a:rPr>
                <a:t>閉じる</a:t>
              </a:r>
              <a:endParaRPr kumimoji="1" lang="ja-JP" altLang="en-US" sz="2400" dirty="0">
                <a:latin typeface="原稿用標準書体" panose="03000503000000000000" pitchFamily="66" charset="-128"/>
                <a:ea typeface="原稿用標準書体" panose="03000503000000000000" pitchFamily="66" charset="-128"/>
              </a:endParaRPr>
            </a:p>
          </p:txBody>
        </p:sp>
      </p:grpSp>
      <p:grpSp>
        <p:nvGrpSpPr>
          <p:cNvPr id="43" name="グループ化 42">
            <a:extLst>
              <a:ext uri="{FF2B5EF4-FFF2-40B4-BE49-F238E27FC236}">
                <a16:creationId xmlns:a16="http://schemas.microsoft.com/office/drawing/2014/main" id="{E3A46C68-E750-A922-7BCF-FEDECABD0657}"/>
              </a:ext>
            </a:extLst>
          </p:cNvPr>
          <p:cNvGrpSpPr/>
          <p:nvPr/>
        </p:nvGrpSpPr>
        <p:grpSpPr>
          <a:xfrm>
            <a:off x="4546550" y="2344959"/>
            <a:ext cx="712008" cy="712008"/>
            <a:chOff x="8220768" y="5557702"/>
            <a:chExt cx="712008" cy="712008"/>
          </a:xfrm>
        </p:grpSpPr>
        <p:pic>
          <p:nvPicPr>
            <p:cNvPr id="44" name="グラフィックス 43" descr="ハート 単色塗りつぶし">
              <a:extLst>
                <a:ext uri="{FF2B5EF4-FFF2-40B4-BE49-F238E27FC236}">
                  <a16:creationId xmlns:a16="http://schemas.microsoft.com/office/drawing/2014/main" id="{DC4DEF51-542B-F43B-D719-1EB16E1F5F73}"/>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220768" y="5557702"/>
              <a:ext cx="712008" cy="712008"/>
            </a:xfrm>
            <a:prstGeom prst="rect">
              <a:avLst/>
            </a:prstGeom>
          </p:spPr>
        </p:pic>
        <p:sp>
          <p:nvSpPr>
            <p:cNvPr id="45" name="テキスト ボックス 44">
              <a:extLst>
                <a:ext uri="{FF2B5EF4-FFF2-40B4-BE49-F238E27FC236}">
                  <a16:creationId xmlns:a16="http://schemas.microsoft.com/office/drawing/2014/main" id="{6B5A23B5-5719-D28E-C289-121B911111A5}"/>
                </a:ext>
              </a:extLst>
            </p:cNvPr>
            <p:cNvSpPr txBox="1"/>
            <p:nvPr/>
          </p:nvSpPr>
          <p:spPr>
            <a:xfrm>
              <a:off x="8356199" y="5713651"/>
              <a:ext cx="441146" cy="400110"/>
            </a:xfrm>
            <a:prstGeom prst="rect">
              <a:avLst/>
            </a:prstGeom>
            <a:noFill/>
          </p:spPr>
          <p:txBody>
            <a:bodyPr wrap="none" rtlCol="0">
              <a:spAutoFit/>
            </a:bodyPr>
            <a:lstStyle/>
            <a:p>
              <a:pPr algn="ctr"/>
              <a:r>
                <a:rPr lang="en-US" altLang="ja-JP" sz="2000">
                  <a:solidFill>
                    <a:schemeClr val="bg1">
                      <a:lumMod val="95000"/>
                    </a:schemeClr>
                  </a:solidFill>
                  <a:latin typeface="原稿用標準書体" panose="03000503000000000000" pitchFamily="66" charset="-128"/>
                  <a:ea typeface="原稿用標準書体" panose="03000503000000000000" pitchFamily="66" charset="-128"/>
                </a:rPr>
                <a:t>Ⅱ</a:t>
              </a:r>
              <a:endPar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spTree>
    <p:extLst>
      <p:ext uri="{BB962C8B-B14F-4D97-AF65-F5344CB8AC3E}">
        <p14:creationId xmlns:p14="http://schemas.microsoft.com/office/powerpoint/2010/main" val="1767379995"/>
      </p:ext>
    </p:extLst>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bg>
      <p:bgPr>
        <a:solidFill>
          <a:schemeClr val="tx1">
            <a:lumMod val="95000"/>
            <a:lumOff val="5000"/>
          </a:schemeClr>
        </a:solidFill>
        <a:effectLst/>
      </p:bgPr>
    </p:bg>
    <p:spTree>
      <p:nvGrpSpPr>
        <p:cNvPr id="1" name="">
          <a:extLst>
            <a:ext uri="{FF2B5EF4-FFF2-40B4-BE49-F238E27FC236}">
              <a16:creationId xmlns:a16="http://schemas.microsoft.com/office/drawing/2014/main" id="{D96467C8-28E0-2C27-C93C-A9E30D31EC9C}"/>
            </a:ext>
          </a:extLst>
        </p:cNvPr>
        <p:cNvGrpSpPr/>
        <p:nvPr/>
      </p:nvGrpSpPr>
      <p:grpSpPr>
        <a:xfrm>
          <a:off x="0" y="0"/>
          <a:ext cx="0" cy="0"/>
          <a:chOff x="0" y="0"/>
          <a:chExt cx="0" cy="0"/>
        </a:xfrm>
      </p:grpSpPr>
      <p:pic>
        <p:nvPicPr>
          <p:cNvPr id="11" name="図 10">
            <a:extLst>
              <a:ext uri="{FF2B5EF4-FFF2-40B4-BE49-F238E27FC236}">
                <a16:creationId xmlns:a16="http://schemas.microsoft.com/office/drawing/2014/main" id="{6445C053-C4B0-24CA-D018-ADA647E29FB0}"/>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362844" y="1540010"/>
            <a:ext cx="5350511" cy="7554290"/>
          </a:xfrm>
          <a:prstGeom prst="rect">
            <a:avLst/>
          </a:prstGeom>
        </p:spPr>
      </p:pic>
      <p:sp>
        <p:nvSpPr>
          <p:cNvPr id="47" name="四角形: 上の 2 つの角を丸める 46">
            <a:extLst>
              <a:ext uri="{FF2B5EF4-FFF2-40B4-BE49-F238E27FC236}">
                <a16:creationId xmlns:a16="http://schemas.microsoft.com/office/drawing/2014/main" id="{1D97A3DD-006E-4665-37D4-DFBE0C19246A}"/>
              </a:ext>
            </a:extLst>
          </p:cNvPr>
          <p:cNvSpPr/>
          <p:nvPr/>
        </p:nvSpPr>
        <p:spPr>
          <a:xfrm flipV="1">
            <a:off x="5776875" y="2032777"/>
            <a:ext cx="5864380" cy="4307252"/>
          </a:xfrm>
          <a:prstGeom prst="round2SameRect">
            <a:avLst>
              <a:gd name="adj1" fmla="val 2338"/>
              <a:gd name="adj2" fmla="val 0"/>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20" name="グループ化 19">
            <a:extLst>
              <a:ext uri="{FF2B5EF4-FFF2-40B4-BE49-F238E27FC236}">
                <a16:creationId xmlns:a16="http://schemas.microsoft.com/office/drawing/2014/main" id="{AC518A7F-9129-3350-FD7E-CE6C7A4D9E0F}"/>
              </a:ext>
            </a:extLst>
          </p:cNvPr>
          <p:cNvGrpSpPr/>
          <p:nvPr/>
        </p:nvGrpSpPr>
        <p:grpSpPr>
          <a:xfrm>
            <a:off x="163586" y="134635"/>
            <a:ext cx="3123445" cy="1396119"/>
            <a:chOff x="163586" y="134635"/>
            <a:chExt cx="3123445" cy="1396119"/>
          </a:xfrm>
        </p:grpSpPr>
        <p:sp>
          <p:nvSpPr>
            <p:cNvPr id="21" name="四角形: 角を丸くする 20">
              <a:extLst>
                <a:ext uri="{FF2B5EF4-FFF2-40B4-BE49-F238E27FC236}">
                  <a16:creationId xmlns:a16="http://schemas.microsoft.com/office/drawing/2014/main" id="{B00C75F0-96A5-ABB6-5481-660A7572BE34}"/>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22" name="テキスト ボックス 21">
              <a:extLst>
                <a:ext uri="{FF2B5EF4-FFF2-40B4-BE49-F238E27FC236}">
                  <a16:creationId xmlns:a16="http://schemas.microsoft.com/office/drawing/2014/main" id="{C04FB550-DE2F-408F-BDB0-17305D855C76}"/>
                </a:ext>
              </a:extLst>
            </p:cNvPr>
            <p:cNvSpPr txBox="1"/>
            <p:nvPr/>
          </p:nvSpPr>
          <p:spPr>
            <a:xfrm>
              <a:off x="1624595" y="641390"/>
              <a:ext cx="146706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キャラ強化</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23" name="グループ化 22">
              <a:extLst>
                <a:ext uri="{FF2B5EF4-FFF2-40B4-BE49-F238E27FC236}">
                  <a16:creationId xmlns:a16="http://schemas.microsoft.com/office/drawing/2014/main" id="{BDC27198-1678-CF1B-BCBA-5E7717F3EF71}"/>
                </a:ext>
              </a:extLst>
            </p:cNvPr>
            <p:cNvGrpSpPr/>
            <p:nvPr/>
          </p:nvGrpSpPr>
          <p:grpSpPr>
            <a:xfrm>
              <a:off x="163586" y="134635"/>
              <a:ext cx="1975684" cy="1396119"/>
              <a:chOff x="163586" y="134635"/>
              <a:chExt cx="1975684" cy="1396119"/>
            </a:xfrm>
          </p:grpSpPr>
          <p:grpSp>
            <p:nvGrpSpPr>
              <p:cNvPr id="24" name="グループ化 23">
                <a:extLst>
                  <a:ext uri="{FF2B5EF4-FFF2-40B4-BE49-F238E27FC236}">
                    <a16:creationId xmlns:a16="http://schemas.microsoft.com/office/drawing/2014/main" id="{ED26CF6B-7E41-81C4-30BB-3FCA6B4D76E1}"/>
                  </a:ext>
                </a:extLst>
              </p:cNvPr>
              <p:cNvGrpSpPr/>
              <p:nvPr/>
            </p:nvGrpSpPr>
            <p:grpSpPr>
              <a:xfrm>
                <a:off x="163586" y="134635"/>
                <a:ext cx="1975684" cy="1396119"/>
                <a:chOff x="163586" y="134635"/>
                <a:chExt cx="1975684" cy="1396119"/>
              </a:xfrm>
            </p:grpSpPr>
            <p:pic>
              <p:nvPicPr>
                <p:cNvPr id="26" name="図 25">
                  <a:extLst>
                    <a:ext uri="{FF2B5EF4-FFF2-40B4-BE49-F238E27FC236}">
                      <a16:creationId xmlns:a16="http://schemas.microsoft.com/office/drawing/2014/main" id="{08BD44FC-3F04-A8D5-374F-D365995FB73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7" name="楕円 26">
                  <a:extLst>
                    <a:ext uri="{FF2B5EF4-FFF2-40B4-BE49-F238E27FC236}">
                      <a16:creationId xmlns:a16="http://schemas.microsoft.com/office/drawing/2014/main" id="{968558F2-88C8-A671-5FA6-192722A8DA00}"/>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5" name="図 24">
                <a:extLst>
                  <a:ext uri="{FF2B5EF4-FFF2-40B4-BE49-F238E27FC236}">
                    <a16:creationId xmlns:a16="http://schemas.microsoft.com/office/drawing/2014/main" id="{CE65FADD-1C7F-9F4D-F630-2D912D454E4C}"/>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sp>
        <p:nvSpPr>
          <p:cNvPr id="28" name="フローチャート: 論理積ゲート 27">
            <a:extLst>
              <a:ext uri="{FF2B5EF4-FFF2-40B4-BE49-F238E27FC236}">
                <a16:creationId xmlns:a16="http://schemas.microsoft.com/office/drawing/2014/main" id="{947ECFE3-73D1-E3DC-ABCA-54B13D1F0730}"/>
              </a:ext>
            </a:extLst>
          </p:cNvPr>
          <p:cNvSpPr/>
          <p:nvPr/>
        </p:nvSpPr>
        <p:spPr>
          <a:xfrm rot="16200000">
            <a:off x="2344669" y="3412898"/>
            <a:ext cx="1516101" cy="4338157"/>
          </a:xfrm>
          <a:prstGeom prst="flowChartDelay">
            <a:avLst/>
          </a:prstGeom>
          <a:solidFill>
            <a:schemeClr val="tx2">
              <a:lumMod val="20000"/>
              <a:lumOff val="80000"/>
              <a:alpha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8" name="グループ化 17">
            <a:extLst>
              <a:ext uri="{FF2B5EF4-FFF2-40B4-BE49-F238E27FC236}">
                <a16:creationId xmlns:a16="http://schemas.microsoft.com/office/drawing/2014/main" id="{13247A0A-F640-BC48-89EC-50256170385E}"/>
              </a:ext>
            </a:extLst>
          </p:cNvPr>
          <p:cNvGrpSpPr/>
          <p:nvPr/>
        </p:nvGrpSpPr>
        <p:grpSpPr>
          <a:xfrm>
            <a:off x="2296512" y="4969558"/>
            <a:ext cx="1612416" cy="560146"/>
            <a:chOff x="7098261" y="4231434"/>
            <a:chExt cx="1612416" cy="560146"/>
          </a:xfrm>
        </p:grpSpPr>
        <p:pic>
          <p:nvPicPr>
            <p:cNvPr id="29" name="図 28">
              <a:extLst>
                <a:ext uri="{FF2B5EF4-FFF2-40B4-BE49-F238E27FC236}">
                  <a16:creationId xmlns:a16="http://schemas.microsoft.com/office/drawing/2014/main" id="{F811F15C-7796-B810-2186-DBAAB2568913}"/>
                </a:ext>
              </a:extLst>
            </p:cNvPr>
            <p:cNvPicPr>
              <a:picLocks noChangeAspect="1"/>
            </p:cNvPicPr>
            <p:nvPr/>
          </p:nvPicPr>
          <p:blipFill>
            <a:blip r:embed="rId5">
              <a:duotone>
                <a:schemeClr val="accent3">
                  <a:shade val="45000"/>
                  <a:satMod val="135000"/>
                </a:schemeClr>
                <a:prstClr val="white"/>
              </a:duotone>
              <a:extLst>
                <a:ext uri="{28A0092B-C50C-407E-A947-70E740481C1C}">
                  <a14:useLocalDpi xmlns:a14="http://schemas.microsoft.com/office/drawing/2010/main" val="0"/>
                </a:ext>
              </a:extLst>
            </a:blip>
            <a:srcRect l="6840" t="30163" r="48646" b="36883"/>
            <a:stretch>
              <a:fillRect/>
            </a:stretch>
          </p:blipFill>
          <p:spPr>
            <a:xfrm>
              <a:off x="7098261" y="4231434"/>
              <a:ext cx="504420" cy="560146"/>
            </a:xfrm>
            <a:prstGeom prst="rect">
              <a:avLst/>
            </a:prstGeom>
          </p:spPr>
        </p:pic>
        <p:sp>
          <p:nvSpPr>
            <p:cNvPr id="30" name="テキスト ボックス 29">
              <a:extLst>
                <a:ext uri="{FF2B5EF4-FFF2-40B4-BE49-F238E27FC236}">
                  <a16:creationId xmlns:a16="http://schemas.microsoft.com/office/drawing/2014/main" id="{4F9FE0B3-3683-9E47-1C3D-1DC3AB90F89A}"/>
                </a:ext>
              </a:extLst>
            </p:cNvPr>
            <p:cNvSpPr txBox="1"/>
            <p:nvPr/>
          </p:nvSpPr>
          <p:spPr>
            <a:xfrm>
              <a:off x="7602681" y="4280675"/>
              <a:ext cx="1107996" cy="461665"/>
            </a:xfrm>
            <a:prstGeom prst="rect">
              <a:avLst/>
            </a:prstGeom>
            <a:noFill/>
            <a:effectLst>
              <a:glow rad="63500">
                <a:schemeClr val="accent3">
                  <a:satMod val="175000"/>
                  <a:alpha val="40000"/>
                </a:schemeClr>
              </a:glow>
            </a:effectLst>
          </p:spPr>
          <p:txBody>
            <a:bodyPr wrap="none" rtlCol="0">
              <a:spAutoFit/>
            </a:bodyPr>
            <a:lstStyle/>
            <a:p>
              <a:r>
                <a:rPr lang="ja-JP" altLang="en-US" sz="2400" dirty="0">
                  <a:solidFill>
                    <a:schemeClr val="tx1">
                      <a:lumMod val="85000"/>
                      <a:lumOff val="15000"/>
                    </a:schemeClr>
                  </a:solidFill>
                  <a:effectLst>
                    <a:glow rad="38100">
                      <a:schemeClr val="accent3">
                        <a:satMod val="175000"/>
                        <a:alpha val="65000"/>
                      </a:schemeClr>
                    </a:glow>
                  </a:effectLst>
                  <a:latin typeface="原稿用標準書体" panose="03000503000000000000" pitchFamily="66" charset="-128"/>
                  <a:ea typeface="原稿用標準書体" panose="03000503000000000000" pitchFamily="66" charset="-128"/>
                </a:rPr>
                <a:t>タンク</a:t>
              </a:r>
              <a:endParaRPr lang="en-US" altLang="ja-JP" dirty="0">
                <a:solidFill>
                  <a:schemeClr val="tx1">
                    <a:lumMod val="85000"/>
                    <a:lumOff val="15000"/>
                  </a:schemeClr>
                </a:solidFill>
                <a:effectLst>
                  <a:glow rad="38100">
                    <a:schemeClr val="accent3">
                      <a:satMod val="175000"/>
                      <a:alpha val="65000"/>
                    </a:schemeClr>
                  </a:glow>
                </a:effectLst>
                <a:latin typeface="原稿用標準書体" panose="03000503000000000000" pitchFamily="66" charset="-128"/>
                <a:ea typeface="原稿用標準書体" panose="03000503000000000000" pitchFamily="66" charset="-128"/>
              </a:endParaRPr>
            </a:p>
          </p:txBody>
        </p:sp>
      </p:grpSp>
      <p:grpSp>
        <p:nvGrpSpPr>
          <p:cNvPr id="38" name="グループ化 37">
            <a:extLst>
              <a:ext uri="{FF2B5EF4-FFF2-40B4-BE49-F238E27FC236}">
                <a16:creationId xmlns:a16="http://schemas.microsoft.com/office/drawing/2014/main" id="{37C31CD5-2D41-09BD-8188-F260D11C6CE0}"/>
              </a:ext>
            </a:extLst>
          </p:cNvPr>
          <p:cNvGrpSpPr/>
          <p:nvPr/>
        </p:nvGrpSpPr>
        <p:grpSpPr>
          <a:xfrm>
            <a:off x="1678907" y="5559109"/>
            <a:ext cx="2847626" cy="584775"/>
            <a:chOff x="1959145" y="5400486"/>
            <a:chExt cx="2847626" cy="584775"/>
          </a:xfrm>
        </p:grpSpPr>
        <p:sp>
          <p:nvSpPr>
            <p:cNvPr id="7" name="テキスト ボックス 6">
              <a:extLst>
                <a:ext uri="{FF2B5EF4-FFF2-40B4-BE49-F238E27FC236}">
                  <a16:creationId xmlns:a16="http://schemas.microsoft.com/office/drawing/2014/main" id="{D015A1D7-3B13-8F7A-2CBD-6C9F54E88462}"/>
                </a:ext>
              </a:extLst>
            </p:cNvPr>
            <p:cNvSpPr txBox="1"/>
            <p:nvPr/>
          </p:nvSpPr>
          <p:spPr>
            <a:xfrm>
              <a:off x="3185814" y="5462041"/>
              <a:ext cx="1620957" cy="523220"/>
            </a:xfrm>
            <a:prstGeom prst="rect">
              <a:avLst/>
            </a:prstGeom>
            <a:noFill/>
          </p:spPr>
          <p:txBody>
            <a:bodyPr wrap="none" rtlCol="0">
              <a:spAutoFit/>
            </a:bodyPr>
            <a:lstStyle/>
            <a:p>
              <a:pPr algn="ctr"/>
              <a:r>
                <a:rPr lang="ja-JP" altLang="en-US" sz="2800">
                  <a:solidFill>
                    <a:schemeClr val="tx1">
                      <a:lumMod val="85000"/>
                      <a:lumOff val="15000"/>
                    </a:schemeClr>
                  </a:solidFill>
                  <a:latin typeface="原稿用標準書体" panose="03000503000000000000" pitchFamily="66" charset="-128"/>
                  <a:ea typeface="原稿用標準書体" panose="03000503000000000000" pitchFamily="66" charset="-128"/>
                </a:rPr>
                <a:t>キャラ名</a:t>
              </a:r>
              <a:endParaRPr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3" name="テキスト ボックス 12">
              <a:extLst>
                <a:ext uri="{FF2B5EF4-FFF2-40B4-BE49-F238E27FC236}">
                  <a16:creationId xmlns:a16="http://schemas.microsoft.com/office/drawing/2014/main" id="{25F43887-7CD3-B066-014D-E2C1173267B8}"/>
                </a:ext>
              </a:extLst>
            </p:cNvPr>
            <p:cNvSpPr txBox="1"/>
            <p:nvPr/>
          </p:nvSpPr>
          <p:spPr>
            <a:xfrm>
              <a:off x="1959145" y="5400486"/>
              <a:ext cx="1005404" cy="584775"/>
            </a:xfrm>
            <a:prstGeom prst="rect">
              <a:avLst/>
            </a:prstGeom>
            <a:noFill/>
          </p:spPr>
          <p:txBody>
            <a:bodyPr wrap="none" rtlCol="0">
              <a:spAutoFit/>
            </a:bodyPr>
            <a:lstStyle/>
            <a:p>
              <a:pPr algn="ctr"/>
              <a:r>
                <a:rPr lang="en-US" altLang="ja-JP" sz="3200">
                  <a:solidFill>
                    <a:schemeClr val="tx1">
                      <a:lumMod val="85000"/>
                      <a:lumOff val="15000"/>
                    </a:schemeClr>
                  </a:solidFill>
                  <a:latin typeface="原稿用標準書体" panose="03000503000000000000" pitchFamily="66" charset="-128"/>
                  <a:ea typeface="原稿用標準書体" panose="03000503000000000000" pitchFamily="66" charset="-128"/>
                </a:rPr>
                <a:t>Lv00</a:t>
              </a:r>
              <a:endParaRPr lang="ja-JP" altLang="en-US" sz="32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sp>
        <p:nvSpPr>
          <p:cNvPr id="105" name="正方形/長方形 104">
            <a:extLst>
              <a:ext uri="{FF2B5EF4-FFF2-40B4-BE49-F238E27FC236}">
                <a16:creationId xmlns:a16="http://schemas.microsoft.com/office/drawing/2014/main" id="{9CECEB7B-6D85-F50D-6B3D-98DDD9B430A7}"/>
              </a:ext>
            </a:extLst>
          </p:cNvPr>
          <p:cNvSpPr/>
          <p:nvPr/>
        </p:nvSpPr>
        <p:spPr>
          <a:xfrm>
            <a:off x="5779445" y="2032909"/>
            <a:ext cx="5864379" cy="631101"/>
          </a:xfrm>
          <a:prstGeom prst="rect">
            <a:avLst/>
          </a:prstGeom>
          <a:solidFill>
            <a:schemeClr val="accent2">
              <a:lumMod val="60000"/>
              <a:lumOff val="40000"/>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03" name="グループ化 102">
            <a:extLst>
              <a:ext uri="{FF2B5EF4-FFF2-40B4-BE49-F238E27FC236}">
                <a16:creationId xmlns:a16="http://schemas.microsoft.com/office/drawing/2014/main" id="{6A63F306-A1C5-8FE0-D5BE-C0B27BF98FD9}"/>
              </a:ext>
            </a:extLst>
          </p:cNvPr>
          <p:cNvGrpSpPr/>
          <p:nvPr/>
        </p:nvGrpSpPr>
        <p:grpSpPr>
          <a:xfrm>
            <a:off x="6154122" y="2806197"/>
            <a:ext cx="2177531" cy="2338570"/>
            <a:chOff x="6277096" y="2699962"/>
            <a:chExt cx="2177531" cy="2338570"/>
          </a:xfrm>
        </p:grpSpPr>
        <p:grpSp>
          <p:nvGrpSpPr>
            <p:cNvPr id="2" name="グループ化 1">
              <a:extLst>
                <a:ext uri="{FF2B5EF4-FFF2-40B4-BE49-F238E27FC236}">
                  <a16:creationId xmlns:a16="http://schemas.microsoft.com/office/drawing/2014/main" id="{A63E2657-F586-EE93-112D-ACA4902A3DC6}"/>
                </a:ext>
              </a:extLst>
            </p:cNvPr>
            <p:cNvGrpSpPr/>
            <p:nvPr/>
          </p:nvGrpSpPr>
          <p:grpSpPr>
            <a:xfrm>
              <a:off x="6277097" y="4298965"/>
              <a:ext cx="2177529" cy="739567"/>
              <a:chOff x="5227712" y="3336557"/>
              <a:chExt cx="1747806" cy="739567"/>
            </a:xfrm>
          </p:grpSpPr>
          <p:sp>
            <p:nvSpPr>
              <p:cNvPr id="4" name="テキスト ボックス 3">
                <a:extLst>
                  <a:ext uri="{FF2B5EF4-FFF2-40B4-BE49-F238E27FC236}">
                    <a16:creationId xmlns:a16="http://schemas.microsoft.com/office/drawing/2014/main" id="{E2BB8789-ED25-2C04-5AB5-59D7A601C238}"/>
                  </a:ext>
                </a:extLst>
              </p:cNvPr>
              <p:cNvSpPr txBox="1"/>
              <p:nvPr/>
            </p:nvSpPr>
            <p:spPr>
              <a:xfrm>
                <a:off x="5227712" y="3336557"/>
                <a:ext cx="917968" cy="400110"/>
              </a:xfrm>
              <a:prstGeom prst="rect">
                <a:avLst/>
              </a:prstGeom>
              <a:noFill/>
            </p:spPr>
            <p:txBody>
              <a:bodyPr wrap="none" rtlCol="0">
                <a:spAutoFit/>
              </a:bodyPr>
              <a:lstStyle/>
              <a:p>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ATK</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a:t>
                </a:r>
                <a:r>
                  <a:rPr lang="en-US" altLang="ja-JP" sz="2000" b="1">
                    <a:solidFill>
                      <a:schemeClr val="tx1">
                        <a:lumMod val="85000"/>
                        <a:lumOff val="15000"/>
                      </a:schemeClr>
                    </a:solidFill>
                    <a:latin typeface="原稿用標準書体" panose="03000503000000000000" pitchFamily="66" charset="-128"/>
                    <a:ea typeface="原稿用標準書体" panose="03000503000000000000" pitchFamily="66" charset="-128"/>
                  </a:rPr>
                  <a:t>0000</a:t>
                </a:r>
                <a:endPar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5" name="四角形: 角を丸くする 4">
                <a:extLst>
                  <a:ext uri="{FF2B5EF4-FFF2-40B4-BE49-F238E27FC236}">
                    <a16:creationId xmlns:a16="http://schemas.microsoft.com/office/drawing/2014/main" id="{48D6F37A-8979-DB35-8540-D51FB461E0B3}"/>
                  </a:ext>
                </a:extLst>
              </p:cNvPr>
              <p:cNvSpPr/>
              <p:nvPr/>
            </p:nvSpPr>
            <p:spPr>
              <a:xfrm rot="5400000">
                <a:off x="5960059" y="3060665"/>
                <a:ext cx="283112" cy="1747806"/>
              </a:xfrm>
              <a:prstGeom prst="roundRect">
                <a:avLst>
                  <a:gd name="adj" fmla="val 9570"/>
                </a:avLst>
              </a:prstGeom>
              <a:solidFill>
                <a:schemeClr val="accent1"/>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6" name="グループ化 5">
              <a:extLst>
                <a:ext uri="{FF2B5EF4-FFF2-40B4-BE49-F238E27FC236}">
                  <a16:creationId xmlns:a16="http://schemas.microsoft.com/office/drawing/2014/main" id="{5A257157-9DD3-8443-682B-F4CC6A1F64CD}"/>
                </a:ext>
              </a:extLst>
            </p:cNvPr>
            <p:cNvGrpSpPr/>
            <p:nvPr/>
          </p:nvGrpSpPr>
          <p:grpSpPr>
            <a:xfrm>
              <a:off x="6277096" y="3501117"/>
              <a:ext cx="2177531" cy="738164"/>
              <a:chOff x="5227711" y="2418059"/>
              <a:chExt cx="1747807" cy="738164"/>
            </a:xfrm>
          </p:grpSpPr>
          <p:sp>
            <p:nvSpPr>
              <p:cNvPr id="8" name="テキスト ボックス 7">
                <a:extLst>
                  <a:ext uri="{FF2B5EF4-FFF2-40B4-BE49-F238E27FC236}">
                    <a16:creationId xmlns:a16="http://schemas.microsoft.com/office/drawing/2014/main" id="{C7CDB10B-0C4D-0097-4483-D16122D7E94D}"/>
                  </a:ext>
                </a:extLst>
              </p:cNvPr>
              <p:cNvSpPr txBox="1"/>
              <p:nvPr/>
            </p:nvSpPr>
            <p:spPr>
              <a:xfrm>
                <a:off x="5227711" y="2418059"/>
                <a:ext cx="917968" cy="400110"/>
              </a:xfrm>
              <a:prstGeom prst="rect">
                <a:avLst/>
              </a:prstGeom>
              <a:noFill/>
            </p:spPr>
            <p:txBody>
              <a:bodyPr wrap="none" rtlCol="0">
                <a:spAutoFit/>
              </a:bodyPr>
              <a:lstStyle/>
              <a:p>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SPD</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a:t>
                </a:r>
                <a:r>
                  <a:rPr lang="en-US" altLang="ja-JP" sz="2000" b="1">
                    <a:solidFill>
                      <a:schemeClr val="tx1">
                        <a:lumMod val="85000"/>
                        <a:lumOff val="15000"/>
                      </a:schemeClr>
                    </a:solidFill>
                    <a:latin typeface="原稿用標準書体" panose="03000503000000000000" pitchFamily="66" charset="-128"/>
                    <a:ea typeface="原稿用標準書体" panose="03000503000000000000" pitchFamily="66" charset="-128"/>
                  </a:rPr>
                  <a:t>0000</a:t>
                </a:r>
                <a:endPar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0" name="四角形: 角を丸くする 9">
                <a:extLst>
                  <a:ext uri="{FF2B5EF4-FFF2-40B4-BE49-F238E27FC236}">
                    <a16:creationId xmlns:a16="http://schemas.microsoft.com/office/drawing/2014/main" id="{B88E0ABF-8F63-EC65-E019-2B54128F479D}"/>
                  </a:ext>
                </a:extLst>
              </p:cNvPr>
              <p:cNvSpPr/>
              <p:nvPr/>
            </p:nvSpPr>
            <p:spPr>
              <a:xfrm rot="5400000">
                <a:off x="5960059" y="2140764"/>
                <a:ext cx="283112" cy="1747806"/>
              </a:xfrm>
              <a:prstGeom prst="roundRect">
                <a:avLst>
                  <a:gd name="adj" fmla="val 9570"/>
                </a:avLst>
              </a:prstGeom>
              <a:solidFill>
                <a:schemeClr val="accent5"/>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12" name="グループ化 11">
              <a:extLst>
                <a:ext uri="{FF2B5EF4-FFF2-40B4-BE49-F238E27FC236}">
                  <a16:creationId xmlns:a16="http://schemas.microsoft.com/office/drawing/2014/main" id="{C84E6901-7D09-20C0-79C7-BF5D640A1546}"/>
                </a:ext>
              </a:extLst>
            </p:cNvPr>
            <p:cNvGrpSpPr/>
            <p:nvPr/>
          </p:nvGrpSpPr>
          <p:grpSpPr>
            <a:xfrm>
              <a:off x="6277096" y="2699962"/>
              <a:ext cx="2177529" cy="741471"/>
              <a:chOff x="5227712" y="1484774"/>
              <a:chExt cx="1747806" cy="741471"/>
            </a:xfrm>
          </p:grpSpPr>
          <p:sp>
            <p:nvSpPr>
              <p:cNvPr id="14" name="テキスト ボックス 13">
                <a:extLst>
                  <a:ext uri="{FF2B5EF4-FFF2-40B4-BE49-F238E27FC236}">
                    <a16:creationId xmlns:a16="http://schemas.microsoft.com/office/drawing/2014/main" id="{90049F61-7316-A892-9D5A-21A2A4239C44}"/>
                  </a:ext>
                </a:extLst>
              </p:cNvPr>
              <p:cNvSpPr txBox="1"/>
              <p:nvPr/>
            </p:nvSpPr>
            <p:spPr>
              <a:xfrm>
                <a:off x="5227712" y="1484774"/>
                <a:ext cx="840175" cy="400110"/>
              </a:xfrm>
              <a:prstGeom prst="rect">
                <a:avLst/>
              </a:prstGeom>
              <a:noFill/>
            </p:spPr>
            <p:txBody>
              <a:bodyPr wrap="none" rtlCol="0">
                <a:spAutoFit/>
              </a:bodyPr>
              <a:lstStyle/>
              <a:p>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HP</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a:t>
                </a:r>
                <a:r>
                  <a:rPr lang="en-US" altLang="ja-JP" sz="2000" b="1">
                    <a:solidFill>
                      <a:schemeClr val="tx1">
                        <a:lumMod val="85000"/>
                        <a:lumOff val="15000"/>
                      </a:schemeClr>
                    </a:solidFill>
                    <a:latin typeface="原稿用標準書体" panose="03000503000000000000" pitchFamily="66" charset="-128"/>
                    <a:ea typeface="原稿用標準書体" panose="03000503000000000000" pitchFamily="66" charset="-128"/>
                  </a:rPr>
                  <a:t>0000</a:t>
                </a:r>
                <a:endPar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6" name="四角形: 角を丸くする 15">
                <a:extLst>
                  <a:ext uri="{FF2B5EF4-FFF2-40B4-BE49-F238E27FC236}">
                    <a16:creationId xmlns:a16="http://schemas.microsoft.com/office/drawing/2014/main" id="{F4173123-DB1E-074B-F02D-5D87DC0F27D6}"/>
                  </a:ext>
                </a:extLst>
              </p:cNvPr>
              <p:cNvSpPr/>
              <p:nvPr/>
            </p:nvSpPr>
            <p:spPr>
              <a:xfrm rot="5400000">
                <a:off x="5960059" y="1210786"/>
                <a:ext cx="283112" cy="1747806"/>
              </a:xfrm>
              <a:prstGeom prst="roundRect">
                <a:avLst>
                  <a:gd name="adj" fmla="val 9570"/>
                </a:avLst>
              </a:prstGeom>
              <a:solidFill>
                <a:srgbClr val="1CB71D"/>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sp>
        <p:nvSpPr>
          <p:cNvPr id="122" name="二等辺三角形 121">
            <a:extLst>
              <a:ext uri="{FF2B5EF4-FFF2-40B4-BE49-F238E27FC236}">
                <a16:creationId xmlns:a16="http://schemas.microsoft.com/office/drawing/2014/main" id="{15E029CC-91AF-5A23-5D12-78B72B937CD3}"/>
              </a:ext>
            </a:extLst>
          </p:cNvPr>
          <p:cNvSpPr/>
          <p:nvPr/>
        </p:nvSpPr>
        <p:spPr>
          <a:xfrm rot="5400000">
            <a:off x="8486952" y="3748928"/>
            <a:ext cx="431983" cy="372399"/>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08" name="グループ化 107">
            <a:extLst>
              <a:ext uri="{FF2B5EF4-FFF2-40B4-BE49-F238E27FC236}">
                <a16:creationId xmlns:a16="http://schemas.microsoft.com/office/drawing/2014/main" id="{70E03B11-6ED2-06A3-C602-CB29C9D16AB0}"/>
              </a:ext>
            </a:extLst>
          </p:cNvPr>
          <p:cNvGrpSpPr/>
          <p:nvPr/>
        </p:nvGrpSpPr>
        <p:grpSpPr>
          <a:xfrm>
            <a:off x="9086477" y="2806197"/>
            <a:ext cx="2177531" cy="2338570"/>
            <a:chOff x="6277096" y="2699962"/>
            <a:chExt cx="2177531" cy="2338570"/>
          </a:xfrm>
        </p:grpSpPr>
        <p:grpSp>
          <p:nvGrpSpPr>
            <p:cNvPr id="109" name="グループ化 108">
              <a:extLst>
                <a:ext uri="{FF2B5EF4-FFF2-40B4-BE49-F238E27FC236}">
                  <a16:creationId xmlns:a16="http://schemas.microsoft.com/office/drawing/2014/main" id="{D8A8E2E3-1C09-142F-0E8B-84F5A507E45B}"/>
                </a:ext>
              </a:extLst>
            </p:cNvPr>
            <p:cNvGrpSpPr/>
            <p:nvPr/>
          </p:nvGrpSpPr>
          <p:grpSpPr>
            <a:xfrm>
              <a:off x="6277097" y="4298965"/>
              <a:ext cx="2177529" cy="739567"/>
              <a:chOff x="5227712" y="3336557"/>
              <a:chExt cx="1747806" cy="739567"/>
            </a:xfrm>
          </p:grpSpPr>
          <p:sp>
            <p:nvSpPr>
              <p:cNvPr id="116" name="テキスト ボックス 115">
                <a:extLst>
                  <a:ext uri="{FF2B5EF4-FFF2-40B4-BE49-F238E27FC236}">
                    <a16:creationId xmlns:a16="http://schemas.microsoft.com/office/drawing/2014/main" id="{69653BBF-4C83-D632-D639-B9E071D7F048}"/>
                  </a:ext>
                </a:extLst>
              </p:cNvPr>
              <p:cNvSpPr txBox="1"/>
              <p:nvPr/>
            </p:nvSpPr>
            <p:spPr>
              <a:xfrm>
                <a:off x="5227712" y="3336557"/>
                <a:ext cx="971685" cy="400110"/>
              </a:xfrm>
              <a:prstGeom prst="rect">
                <a:avLst/>
              </a:prstGeom>
              <a:noFill/>
            </p:spPr>
            <p:txBody>
              <a:bodyPr wrap="none" rtlCol="0">
                <a:spAutoFit/>
              </a:bodyPr>
              <a:lstStyle/>
              <a:p>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ATK</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a:t>
                </a:r>
                <a:r>
                  <a:rPr lang="en-US" altLang="ja-JP" sz="2000" b="1">
                    <a:solidFill>
                      <a:srgbClr val="FF00FF"/>
                    </a:solidFill>
                    <a:latin typeface="原稿用標準書体" panose="03000503000000000000" pitchFamily="66" charset="-128"/>
                    <a:ea typeface="原稿用標準書体" panose="03000503000000000000" pitchFamily="66" charset="-128"/>
                  </a:rPr>
                  <a:t>0000</a:t>
                </a:r>
                <a:endParaRPr lang="en-US" altLang="ja-JP" sz="1600" b="1" dirty="0">
                  <a:solidFill>
                    <a:srgbClr val="FF00FF"/>
                  </a:solidFill>
                  <a:latin typeface="原稿用標準書体" panose="03000503000000000000" pitchFamily="66" charset="-128"/>
                  <a:ea typeface="原稿用標準書体" panose="03000503000000000000" pitchFamily="66" charset="-128"/>
                </a:endParaRPr>
              </a:p>
            </p:txBody>
          </p:sp>
          <p:sp>
            <p:nvSpPr>
              <p:cNvPr id="117" name="四角形: 角を丸くする 116">
                <a:extLst>
                  <a:ext uri="{FF2B5EF4-FFF2-40B4-BE49-F238E27FC236}">
                    <a16:creationId xmlns:a16="http://schemas.microsoft.com/office/drawing/2014/main" id="{FE9ED3A4-B1CF-E2DF-FB26-5C92B3E54BA5}"/>
                  </a:ext>
                </a:extLst>
              </p:cNvPr>
              <p:cNvSpPr/>
              <p:nvPr/>
            </p:nvSpPr>
            <p:spPr>
              <a:xfrm rot="5400000">
                <a:off x="5960059" y="3060665"/>
                <a:ext cx="283112" cy="1747806"/>
              </a:xfrm>
              <a:prstGeom prst="roundRect">
                <a:avLst>
                  <a:gd name="adj" fmla="val 9570"/>
                </a:avLst>
              </a:prstGeom>
              <a:solidFill>
                <a:schemeClr val="accent1"/>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110" name="グループ化 109">
              <a:extLst>
                <a:ext uri="{FF2B5EF4-FFF2-40B4-BE49-F238E27FC236}">
                  <a16:creationId xmlns:a16="http://schemas.microsoft.com/office/drawing/2014/main" id="{294306F6-1D2C-39AF-382B-C8E5F646A21D}"/>
                </a:ext>
              </a:extLst>
            </p:cNvPr>
            <p:cNvGrpSpPr/>
            <p:nvPr/>
          </p:nvGrpSpPr>
          <p:grpSpPr>
            <a:xfrm>
              <a:off x="6277096" y="3501117"/>
              <a:ext cx="2177531" cy="738164"/>
              <a:chOff x="5227711" y="2418059"/>
              <a:chExt cx="1747807" cy="738164"/>
            </a:xfrm>
          </p:grpSpPr>
          <p:sp>
            <p:nvSpPr>
              <p:cNvPr id="114" name="テキスト ボックス 113">
                <a:extLst>
                  <a:ext uri="{FF2B5EF4-FFF2-40B4-BE49-F238E27FC236}">
                    <a16:creationId xmlns:a16="http://schemas.microsoft.com/office/drawing/2014/main" id="{88CC46B9-B602-0BC6-B503-1A58C40FD871}"/>
                  </a:ext>
                </a:extLst>
              </p:cNvPr>
              <p:cNvSpPr txBox="1"/>
              <p:nvPr/>
            </p:nvSpPr>
            <p:spPr>
              <a:xfrm>
                <a:off x="5227711" y="2418059"/>
                <a:ext cx="971685" cy="400110"/>
              </a:xfrm>
              <a:prstGeom prst="rect">
                <a:avLst/>
              </a:prstGeom>
              <a:noFill/>
            </p:spPr>
            <p:txBody>
              <a:bodyPr wrap="none" rtlCol="0">
                <a:spAutoFit/>
              </a:bodyPr>
              <a:lstStyle/>
              <a:p>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SPD</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a:t>
                </a:r>
                <a:r>
                  <a:rPr lang="en-US" altLang="ja-JP" sz="2000" b="1">
                    <a:solidFill>
                      <a:schemeClr val="tx2"/>
                    </a:solidFill>
                    <a:latin typeface="原稿用標準書体" panose="03000503000000000000" pitchFamily="66" charset="-128"/>
                    <a:ea typeface="原稿用標準書体" panose="03000503000000000000" pitchFamily="66" charset="-128"/>
                  </a:rPr>
                  <a:t>0000</a:t>
                </a:r>
                <a:endParaRPr lang="en-US" altLang="ja-JP" sz="1600" b="1" dirty="0">
                  <a:solidFill>
                    <a:schemeClr val="tx2"/>
                  </a:solidFill>
                  <a:latin typeface="原稿用標準書体" panose="03000503000000000000" pitchFamily="66" charset="-128"/>
                  <a:ea typeface="原稿用標準書体" panose="03000503000000000000" pitchFamily="66" charset="-128"/>
                </a:endParaRPr>
              </a:p>
            </p:txBody>
          </p:sp>
          <p:sp>
            <p:nvSpPr>
              <p:cNvPr id="115" name="四角形: 角を丸くする 114">
                <a:extLst>
                  <a:ext uri="{FF2B5EF4-FFF2-40B4-BE49-F238E27FC236}">
                    <a16:creationId xmlns:a16="http://schemas.microsoft.com/office/drawing/2014/main" id="{DC18456C-9F66-BBD0-5A74-D51488991F36}"/>
                  </a:ext>
                </a:extLst>
              </p:cNvPr>
              <p:cNvSpPr/>
              <p:nvPr/>
            </p:nvSpPr>
            <p:spPr>
              <a:xfrm rot="5400000">
                <a:off x="5960059" y="2140764"/>
                <a:ext cx="283112" cy="1747806"/>
              </a:xfrm>
              <a:prstGeom prst="roundRect">
                <a:avLst>
                  <a:gd name="adj" fmla="val 9570"/>
                </a:avLst>
              </a:prstGeom>
              <a:solidFill>
                <a:schemeClr val="accent5"/>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111" name="グループ化 110">
              <a:extLst>
                <a:ext uri="{FF2B5EF4-FFF2-40B4-BE49-F238E27FC236}">
                  <a16:creationId xmlns:a16="http://schemas.microsoft.com/office/drawing/2014/main" id="{80DD6EB4-D90A-2F6F-E278-B25237A7A232}"/>
                </a:ext>
              </a:extLst>
            </p:cNvPr>
            <p:cNvGrpSpPr/>
            <p:nvPr/>
          </p:nvGrpSpPr>
          <p:grpSpPr>
            <a:xfrm>
              <a:off x="6277096" y="2699962"/>
              <a:ext cx="2177529" cy="741471"/>
              <a:chOff x="5227712" y="1484774"/>
              <a:chExt cx="1747806" cy="741471"/>
            </a:xfrm>
          </p:grpSpPr>
          <p:sp>
            <p:nvSpPr>
              <p:cNvPr id="112" name="テキスト ボックス 111">
                <a:extLst>
                  <a:ext uri="{FF2B5EF4-FFF2-40B4-BE49-F238E27FC236}">
                    <a16:creationId xmlns:a16="http://schemas.microsoft.com/office/drawing/2014/main" id="{6209B525-C0BD-B951-8B35-8EC4A12D6960}"/>
                  </a:ext>
                </a:extLst>
              </p:cNvPr>
              <p:cNvSpPr txBox="1"/>
              <p:nvPr/>
            </p:nvSpPr>
            <p:spPr>
              <a:xfrm>
                <a:off x="5227712" y="1484774"/>
                <a:ext cx="889339" cy="400110"/>
              </a:xfrm>
              <a:prstGeom prst="rect">
                <a:avLst/>
              </a:prstGeom>
              <a:noFill/>
            </p:spPr>
            <p:txBody>
              <a:bodyPr wrap="none" rtlCol="0">
                <a:spAutoFit/>
              </a:bodyPr>
              <a:lstStyle/>
              <a:p>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HP</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a:t>
                </a:r>
                <a:r>
                  <a:rPr lang="en-US" altLang="ja-JP" sz="2000" b="1">
                    <a:solidFill>
                      <a:srgbClr val="FF00FF"/>
                    </a:solidFill>
                    <a:latin typeface="原稿用標準書体" panose="03000503000000000000" pitchFamily="66" charset="-128"/>
                    <a:ea typeface="原稿用標準書体" panose="03000503000000000000" pitchFamily="66" charset="-128"/>
                  </a:rPr>
                  <a:t>0000</a:t>
                </a:r>
                <a:endParaRPr lang="en-US" altLang="ja-JP" sz="1600" b="1" dirty="0">
                  <a:solidFill>
                    <a:srgbClr val="FF00FF"/>
                  </a:solidFill>
                  <a:latin typeface="原稿用標準書体" panose="03000503000000000000" pitchFamily="66" charset="-128"/>
                  <a:ea typeface="原稿用標準書体" panose="03000503000000000000" pitchFamily="66" charset="-128"/>
                </a:endParaRPr>
              </a:p>
            </p:txBody>
          </p:sp>
          <p:sp>
            <p:nvSpPr>
              <p:cNvPr id="113" name="四角形: 角を丸くする 112">
                <a:extLst>
                  <a:ext uri="{FF2B5EF4-FFF2-40B4-BE49-F238E27FC236}">
                    <a16:creationId xmlns:a16="http://schemas.microsoft.com/office/drawing/2014/main" id="{2B90C764-C459-9757-3868-2176BCFA6A57}"/>
                  </a:ext>
                </a:extLst>
              </p:cNvPr>
              <p:cNvSpPr/>
              <p:nvPr/>
            </p:nvSpPr>
            <p:spPr>
              <a:xfrm rot="5400000">
                <a:off x="5960059" y="1210786"/>
                <a:ext cx="283112" cy="1747806"/>
              </a:xfrm>
              <a:prstGeom prst="roundRect">
                <a:avLst>
                  <a:gd name="adj" fmla="val 9570"/>
                </a:avLst>
              </a:prstGeom>
              <a:solidFill>
                <a:srgbClr val="1CB71D"/>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sp>
        <p:nvSpPr>
          <p:cNvPr id="126" name="四角形: 角を丸くする 125">
            <a:extLst>
              <a:ext uri="{FF2B5EF4-FFF2-40B4-BE49-F238E27FC236}">
                <a16:creationId xmlns:a16="http://schemas.microsoft.com/office/drawing/2014/main" id="{F11F8974-2B2F-A2BB-C674-66B68DAA64C6}"/>
              </a:ext>
            </a:extLst>
          </p:cNvPr>
          <p:cNvSpPr/>
          <p:nvPr/>
        </p:nvSpPr>
        <p:spPr>
          <a:xfrm rot="5400000">
            <a:off x="10997349" y="3282534"/>
            <a:ext cx="283112" cy="238905"/>
          </a:xfrm>
          <a:prstGeom prst="roundRect">
            <a:avLst>
              <a:gd name="adj" fmla="val 9570"/>
            </a:avLst>
          </a:prstGeom>
          <a:solidFill>
            <a:schemeClr val="tx2"/>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34" name="四角形: 上の 2 つの角を丸める 133">
            <a:extLst>
              <a:ext uri="{FF2B5EF4-FFF2-40B4-BE49-F238E27FC236}">
                <a16:creationId xmlns:a16="http://schemas.microsoft.com/office/drawing/2014/main" id="{80BA01F6-5396-2E64-7C0E-626BDE4EE003}"/>
              </a:ext>
            </a:extLst>
          </p:cNvPr>
          <p:cNvSpPr/>
          <p:nvPr/>
        </p:nvSpPr>
        <p:spPr>
          <a:xfrm flipV="1">
            <a:off x="5782784" y="5429608"/>
            <a:ext cx="5866298" cy="906664"/>
          </a:xfrm>
          <a:prstGeom prst="round2SameRect">
            <a:avLst/>
          </a:prstGeom>
          <a:solidFill>
            <a:schemeClr val="accent2">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31" name="グループ化 30">
            <a:extLst>
              <a:ext uri="{FF2B5EF4-FFF2-40B4-BE49-F238E27FC236}">
                <a16:creationId xmlns:a16="http://schemas.microsoft.com/office/drawing/2014/main" id="{85DEBACF-43C1-226A-0F6E-A4A787F01534}"/>
              </a:ext>
            </a:extLst>
          </p:cNvPr>
          <p:cNvGrpSpPr/>
          <p:nvPr/>
        </p:nvGrpSpPr>
        <p:grpSpPr>
          <a:xfrm>
            <a:off x="8659199" y="5584728"/>
            <a:ext cx="2109311" cy="568256"/>
            <a:chOff x="9255191" y="5584728"/>
            <a:chExt cx="2109311" cy="568256"/>
          </a:xfrm>
        </p:grpSpPr>
        <p:sp>
          <p:nvSpPr>
            <p:cNvPr id="69" name="四角形: 角を丸くする 68">
              <a:extLst>
                <a:ext uri="{FF2B5EF4-FFF2-40B4-BE49-F238E27FC236}">
                  <a16:creationId xmlns:a16="http://schemas.microsoft.com/office/drawing/2014/main" id="{D0BEC530-EC0B-96DA-902F-4664B1BD8ADA}"/>
                </a:ext>
              </a:extLst>
            </p:cNvPr>
            <p:cNvSpPr/>
            <p:nvPr/>
          </p:nvSpPr>
          <p:spPr>
            <a:xfrm>
              <a:off x="9750590" y="5649028"/>
              <a:ext cx="1162460" cy="496239"/>
            </a:xfrm>
            <a:prstGeom prst="roundRect">
              <a:avLst/>
            </a:prstGeom>
            <a:solidFill>
              <a:schemeClr val="accent6"/>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強化</a:t>
              </a:r>
            </a:p>
          </p:txBody>
        </p:sp>
        <p:grpSp>
          <p:nvGrpSpPr>
            <p:cNvPr id="87" name="グループ化 86">
              <a:extLst>
                <a:ext uri="{FF2B5EF4-FFF2-40B4-BE49-F238E27FC236}">
                  <a16:creationId xmlns:a16="http://schemas.microsoft.com/office/drawing/2014/main" id="{9264E988-EDB6-B59E-FA9F-3960DFA08500}"/>
                </a:ext>
              </a:extLst>
            </p:cNvPr>
            <p:cNvGrpSpPr/>
            <p:nvPr/>
          </p:nvGrpSpPr>
          <p:grpSpPr>
            <a:xfrm>
              <a:off x="10894733" y="5584728"/>
              <a:ext cx="469769" cy="568256"/>
              <a:chOff x="9599351" y="4038823"/>
              <a:chExt cx="484632" cy="537478"/>
            </a:xfrm>
          </p:grpSpPr>
          <p:sp>
            <p:nvSpPr>
              <p:cNvPr id="95" name="矢印: 山形 94">
                <a:extLst>
                  <a:ext uri="{FF2B5EF4-FFF2-40B4-BE49-F238E27FC236}">
                    <a16:creationId xmlns:a16="http://schemas.microsoft.com/office/drawing/2014/main" id="{7708A43C-D76D-538E-C4E5-D5CF09B24DF1}"/>
                  </a:ext>
                </a:extLst>
              </p:cNvPr>
              <p:cNvSpPr/>
              <p:nvPr/>
            </p:nvSpPr>
            <p:spPr>
              <a:xfrm>
                <a:off x="9599351" y="4091669"/>
                <a:ext cx="484632" cy="484632"/>
              </a:xfrm>
              <a:prstGeom prst="chevron">
                <a:avLst>
                  <a:gd name="adj" fmla="val 17764"/>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96" name="テキスト ボックス 95">
                <a:extLst>
                  <a:ext uri="{FF2B5EF4-FFF2-40B4-BE49-F238E27FC236}">
                    <a16:creationId xmlns:a16="http://schemas.microsoft.com/office/drawing/2014/main" id="{F7098E55-66A8-A40F-CE14-B4CDB50FAA45}"/>
                  </a:ext>
                </a:extLst>
              </p:cNvPr>
              <p:cNvSpPr txBox="1"/>
              <p:nvPr/>
            </p:nvSpPr>
            <p:spPr>
              <a:xfrm>
                <a:off x="9673351" y="4038823"/>
                <a:ext cx="364202" cy="523220"/>
              </a:xfrm>
              <a:prstGeom prst="rect">
                <a:avLst/>
              </a:prstGeom>
              <a:noFill/>
            </p:spPr>
            <p:txBody>
              <a:bodyPr wrap="none" rtlCol="0">
                <a:spAutoFit/>
              </a:bodyPr>
              <a:lstStyle/>
              <a:p>
                <a:r>
                  <a:rPr kumimoji="1" lang="en-US" altLang="ja-JP" sz="2800">
                    <a:latin typeface="原稿用標準書体" panose="03000503000000000000" pitchFamily="66" charset="-128"/>
                    <a:ea typeface="原稿用標準書体" panose="03000503000000000000" pitchFamily="66" charset="-128"/>
                  </a:rPr>
                  <a:t>+</a:t>
                </a:r>
                <a:endParaRPr kumimoji="1" lang="ja-JP" altLang="en-US" sz="2800">
                  <a:latin typeface="原稿用標準書体" panose="03000503000000000000" pitchFamily="66" charset="-128"/>
                  <a:ea typeface="原稿用標準書体" panose="03000503000000000000" pitchFamily="66" charset="-128"/>
                </a:endParaRPr>
              </a:p>
            </p:txBody>
          </p:sp>
        </p:grpSp>
        <p:grpSp>
          <p:nvGrpSpPr>
            <p:cNvPr id="89" name="グループ化 88">
              <a:extLst>
                <a:ext uri="{FF2B5EF4-FFF2-40B4-BE49-F238E27FC236}">
                  <a16:creationId xmlns:a16="http://schemas.microsoft.com/office/drawing/2014/main" id="{A45DB5D1-C0BA-1E29-E3A9-6556337F83DD}"/>
                </a:ext>
              </a:extLst>
            </p:cNvPr>
            <p:cNvGrpSpPr/>
            <p:nvPr/>
          </p:nvGrpSpPr>
          <p:grpSpPr>
            <a:xfrm flipH="1">
              <a:off x="9255191" y="5584728"/>
              <a:ext cx="527064" cy="568256"/>
              <a:chOff x="9571929" y="4038823"/>
              <a:chExt cx="543739" cy="537478"/>
            </a:xfrm>
          </p:grpSpPr>
          <p:sp>
            <p:nvSpPr>
              <p:cNvPr id="93" name="矢印: 山形 92">
                <a:extLst>
                  <a:ext uri="{FF2B5EF4-FFF2-40B4-BE49-F238E27FC236}">
                    <a16:creationId xmlns:a16="http://schemas.microsoft.com/office/drawing/2014/main" id="{467BAB36-CBA8-31EA-D4DB-1E0C20FDC2CB}"/>
                  </a:ext>
                </a:extLst>
              </p:cNvPr>
              <p:cNvSpPr/>
              <p:nvPr/>
            </p:nvSpPr>
            <p:spPr>
              <a:xfrm>
                <a:off x="9599351" y="4091669"/>
                <a:ext cx="484632" cy="484632"/>
              </a:xfrm>
              <a:prstGeom prst="chevron">
                <a:avLst>
                  <a:gd name="adj" fmla="val 17764"/>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94" name="テキスト ボックス 93">
                <a:extLst>
                  <a:ext uri="{FF2B5EF4-FFF2-40B4-BE49-F238E27FC236}">
                    <a16:creationId xmlns:a16="http://schemas.microsoft.com/office/drawing/2014/main" id="{4EC6EE41-5A3E-1B48-494D-619C1A5FECCC}"/>
                  </a:ext>
                </a:extLst>
              </p:cNvPr>
              <p:cNvSpPr txBox="1"/>
              <p:nvPr/>
            </p:nvSpPr>
            <p:spPr>
              <a:xfrm>
                <a:off x="9571929" y="4038823"/>
                <a:ext cx="543739" cy="523220"/>
              </a:xfrm>
              <a:prstGeom prst="rect">
                <a:avLst/>
              </a:prstGeom>
              <a:noFill/>
            </p:spPr>
            <p:txBody>
              <a:bodyPr wrap="none" rtlCol="0">
                <a:spAutoFit/>
              </a:bodyPr>
              <a:lstStyle/>
              <a:p>
                <a:r>
                  <a:rPr kumimoji="1" lang="ja-JP" altLang="en-US" sz="2800">
                    <a:latin typeface="原稿用標準書体" panose="03000503000000000000" pitchFamily="66" charset="-128"/>
                    <a:ea typeface="原稿用標準書体" panose="03000503000000000000" pitchFamily="66" charset="-128"/>
                  </a:rPr>
                  <a:t>－</a:t>
                </a:r>
              </a:p>
            </p:txBody>
          </p:sp>
        </p:grpSp>
      </p:grpSp>
      <p:sp>
        <p:nvSpPr>
          <p:cNvPr id="80" name="四角形: 角を丸くする 79">
            <a:extLst>
              <a:ext uri="{FF2B5EF4-FFF2-40B4-BE49-F238E27FC236}">
                <a16:creationId xmlns:a16="http://schemas.microsoft.com/office/drawing/2014/main" id="{1C834E18-BFAC-4CE3-F673-5E9D2628B665}"/>
              </a:ext>
            </a:extLst>
          </p:cNvPr>
          <p:cNvSpPr/>
          <p:nvPr/>
        </p:nvSpPr>
        <p:spPr>
          <a:xfrm>
            <a:off x="6894957" y="5561459"/>
            <a:ext cx="1431954" cy="657068"/>
          </a:xfrm>
          <a:prstGeom prst="round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1" name="テキスト ボックス 80">
            <a:extLst>
              <a:ext uri="{FF2B5EF4-FFF2-40B4-BE49-F238E27FC236}">
                <a16:creationId xmlns:a16="http://schemas.microsoft.com/office/drawing/2014/main" id="{817F4FF1-6D73-B901-A111-74F95FD0A084}"/>
              </a:ext>
            </a:extLst>
          </p:cNvPr>
          <p:cNvSpPr txBox="1"/>
          <p:nvPr/>
        </p:nvSpPr>
        <p:spPr>
          <a:xfrm>
            <a:off x="7297238" y="5718861"/>
            <a:ext cx="1039469" cy="338554"/>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消費数</a:t>
            </a:r>
            <a:r>
              <a:rPr lang="ja-JP" altLang="en-US" sz="1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 </a:t>
            </a:r>
            <a:r>
              <a:rPr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a:t>
            </a:r>
            <a:endPar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17" name="グループ化 16">
            <a:extLst>
              <a:ext uri="{FF2B5EF4-FFF2-40B4-BE49-F238E27FC236}">
                <a16:creationId xmlns:a16="http://schemas.microsoft.com/office/drawing/2014/main" id="{41F94024-1FB6-7C59-EC26-4A1DEE58A235}"/>
              </a:ext>
            </a:extLst>
          </p:cNvPr>
          <p:cNvGrpSpPr/>
          <p:nvPr/>
        </p:nvGrpSpPr>
        <p:grpSpPr>
          <a:xfrm>
            <a:off x="7200867" y="575834"/>
            <a:ext cx="5125458" cy="408821"/>
            <a:chOff x="7200867" y="600326"/>
            <a:chExt cx="5125458" cy="408821"/>
          </a:xfrm>
        </p:grpSpPr>
        <p:sp>
          <p:nvSpPr>
            <p:cNvPr id="128" name="正方形/長方形 127">
              <a:extLst>
                <a:ext uri="{FF2B5EF4-FFF2-40B4-BE49-F238E27FC236}">
                  <a16:creationId xmlns:a16="http://schemas.microsoft.com/office/drawing/2014/main" id="{E29DA961-B4DE-F940-2B8B-AF051774E5CA}"/>
                </a:ext>
              </a:extLst>
            </p:cNvPr>
            <p:cNvSpPr/>
            <p:nvPr/>
          </p:nvSpPr>
          <p:spPr>
            <a:xfrm>
              <a:off x="7200867" y="600326"/>
              <a:ext cx="5125458" cy="408821"/>
            </a:xfrm>
            <a:prstGeom prst="rect">
              <a:avLst/>
            </a:prstGeom>
            <a:solidFill>
              <a:schemeClr val="bg1">
                <a:lumMod val="65000"/>
                <a:alpha val="20000"/>
              </a:schemeClr>
            </a:solidFill>
            <a:ln>
              <a:noFill/>
            </a:ln>
            <a:effectLst>
              <a:glow rad="63500">
                <a:schemeClr val="bg1">
                  <a:lumMod val="50000"/>
                  <a:alpha val="2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146" name="グループ化 145">
              <a:extLst>
                <a:ext uri="{FF2B5EF4-FFF2-40B4-BE49-F238E27FC236}">
                  <a16:creationId xmlns:a16="http://schemas.microsoft.com/office/drawing/2014/main" id="{10144B89-C435-9E90-80B1-D69B99C409CE}"/>
                </a:ext>
              </a:extLst>
            </p:cNvPr>
            <p:cNvGrpSpPr/>
            <p:nvPr/>
          </p:nvGrpSpPr>
          <p:grpSpPr>
            <a:xfrm>
              <a:off x="8648051" y="650848"/>
              <a:ext cx="1231006" cy="307777"/>
              <a:chOff x="7108497" y="887611"/>
              <a:chExt cx="1231006" cy="307777"/>
            </a:xfrm>
          </p:grpSpPr>
          <p:pic>
            <p:nvPicPr>
              <p:cNvPr id="140" name="図 139">
                <a:extLst>
                  <a:ext uri="{FF2B5EF4-FFF2-40B4-BE49-F238E27FC236}">
                    <a16:creationId xmlns:a16="http://schemas.microsoft.com/office/drawing/2014/main" id="{8C011830-D741-78F3-34E3-9879097D22A2}"/>
                  </a:ext>
                </a:extLst>
              </p:cNvPr>
              <p:cNvPicPr>
                <a:picLocks noChangeAspect="1"/>
              </p:cNvPicPr>
              <p:nvPr/>
            </p:nvPicPr>
            <p:blipFill>
              <a:blip r:embed="rId6">
                <a:biLevel thresh="25000"/>
                <a:extLst>
                  <a:ext uri="{28A0092B-C50C-407E-A947-70E740481C1C}">
                    <a14:useLocalDpi xmlns:a14="http://schemas.microsoft.com/office/drawing/2010/main" val="0"/>
                  </a:ext>
                </a:extLst>
              </a:blip>
              <a:stretch>
                <a:fillRect/>
              </a:stretch>
            </p:blipFill>
            <p:spPr>
              <a:xfrm>
                <a:off x="7108497" y="914380"/>
                <a:ext cx="202448" cy="254238"/>
              </a:xfrm>
              <a:prstGeom prst="rect">
                <a:avLst/>
              </a:prstGeom>
            </p:spPr>
          </p:pic>
          <p:sp>
            <p:nvSpPr>
              <p:cNvPr id="142" name="テキスト ボックス 141">
                <a:extLst>
                  <a:ext uri="{FF2B5EF4-FFF2-40B4-BE49-F238E27FC236}">
                    <a16:creationId xmlns:a16="http://schemas.microsoft.com/office/drawing/2014/main" id="{BA37A81D-E385-CD35-574A-279A21A93D5E}"/>
                  </a:ext>
                </a:extLst>
              </p:cNvPr>
              <p:cNvSpPr txBox="1"/>
              <p:nvPr/>
            </p:nvSpPr>
            <p:spPr>
              <a:xfrm>
                <a:off x="7436692" y="887611"/>
                <a:ext cx="902811"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00000000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45" name="グループ化 144">
              <a:extLst>
                <a:ext uri="{FF2B5EF4-FFF2-40B4-BE49-F238E27FC236}">
                  <a16:creationId xmlns:a16="http://schemas.microsoft.com/office/drawing/2014/main" id="{9B15D341-F961-2C17-C38B-5A61D36AA93F}"/>
                </a:ext>
              </a:extLst>
            </p:cNvPr>
            <p:cNvGrpSpPr/>
            <p:nvPr/>
          </p:nvGrpSpPr>
          <p:grpSpPr>
            <a:xfrm>
              <a:off x="10177914" y="650848"/>
              <a:ext cx="1263752" cy="307777"/>
              <a:chOff x="9272844" y="887611"/>
              <a:chExt cx="1263752" cy="307777"/>
            </a:xfrm>
          </p:grpSpPr>
          <p:pic>
            <p:nvPicPr>
              <p:cNvPr id="138" name="図 137">
                <a:extLst>
                  <a:ext uri="{FF2B5EF4-FFF2-40B4-BE49-F238E27FC236}">
                    <a16:creationId xmlns:a16="http://schemas.microsoft.com/office/drawing/2014/main" id="{92CF6809-8C89-EABF-8EFB-6A9A41B81151}"/>
                  </a:ext>
                </a:extLst>
              </p:cNvPr>
              <p:cNvPicPr>
                <a:picLocks noChangeAspect="1"/>
              </p:cNvPicPr>
              <p:nvPr/>
            </p:nvPicPr>
            <p:blipFill>
              <a:blip r:embed="rId7">
                <a:biLevel thresh="25000"/>
                <a:extLst>
                  <a:ext uri="{28A0092B-C50C-407E-A947-70E740481C1C}">
                    <a14:useLocalDpi xmlns:a14="http://schemas.microsoft.com/office/drawing/2010/main" val="0"/>
                  </a:ext>
                </a:extLst>
              </a:blip>
              <a:stretch>
                <a:fillRect/>
              </a:stretch>
            </p:blipFill>
            <p:spPr>
              <a:xfrm>
                <a:off x="9272844" y="905906"/>
                <a:ext cx="273428" cy="271187"/>
              </a:xfrm>
              <a:prstGeom prst="rect">
                <a:avLst/>
              </a:prstGeom>
            </p:spPr>
          </p:pic>
          <p:sp>
            <p:nvSpPr>
              <p:cNvPr id="144" name="テキスト ボックス 143">
                <a:extLst>
                  <a:ext uri="{FF2B5EF4-FFF2-40B4-BE49-F238E27FC236}">
                    <a16:creationId xmlns:a16="http://schemas.microsoft.com/office/drawing/2014/main" id="{9F03735E-58FD-DC40-07BB-18D10FBB7C26}"/>
                  </a:ext>
                </a:extLst>
              </p:cNvPr>
              <p:cNvSpPr txBox="1"/>
              <p:nvPr/>
            </p:nvSpPr>
            <p:spPr>
              <a:xfrm>
                <a:off x="9633785" y="887611"/>
                <a:ext cx="902811"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00000000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grpSp>
        <p:nvGrpSpPr>
          <p:cNvPr id="42" name="グループ化 41">
            <a:extLst>
              <a:ext uri="{FF2B5EF4-FFF2-40B4-BE49-F238E27FC236}">
                <a16:creationId xmlns:a16="http://schemas.microsoft.com/office/drawing/2014/main" id="{1876EE23-1F3C-158E-6F07-BD3D46766B31}"/>
              </a:ext>
            </a:extLst>
          </p:cNvPr>
          <p:cNvGrpSpPr/>
          <p:nvPr/>
        </p:nvGrpSpPr>
        <p:grpSpPr>
          <a:xfrm>
            <a:off x="5776875" y="1448425"/>
            <a:ext cx="5864380" cy="584355"/>
            <a:chOff x="5776875" y="1448425"/>
            <a:chExt cx="5864380" cy="584355"/>
          </a:xfrm>
        </p:grpSpPr>
        <p:grpSp>
          <p:nvGrpSpPr>
            <p:cNvPr id="147" name="グループ化 146">
              <a:extLst>
                <a:ext uri="{FF2B5EF4-FFF2-40B4-BE49-F238E27FC236}">
                  <a16:creationId xmlns:a16="http://schemas.microsoft.com/office/drawing/2014/main" id="{9CBE59A4-AEB4-9B38-B52E-7CEF2DC40E5E}"/>
                </a:ext>
              </a:extLst>
            </p:cNvPr>
            <p:cNvGrpSpPr/>
            <p:nvPr/>
          </p:nvGrpSpPr>
          <p:grpSpPr>
            <a:xfrm>
              <a:off x="5776875" y="1454761"/>
              <a:ext cx="5864380" cy="578019"/>
              <a:chOff x="5776875" y="1454761"/>
              <a:chExt cx="5864380" cy="578019"/>
            </a:xfrm>
          </p:grpSpPr>
          <p:grpSp>
            <p:nvGrpSpPr>
              <p:cNvPr id="43" name="グループ化 42">
                <a:extLst>
                  <a:ext uri="{FF2B5EF4-FFF2-40B4-BE49-F238E27FC236}">
                    <a16:creationId xmlns:a16="http://schemas.microsoft.com/office/drawing/2014/main" id="{803191D6-EFF5-5F3C-12A6-787B70C532A4}"/>
                  </a:ext>
                </a:extLst>
              </p:cNvPr>
              <p:cNvGrpSpPr/>
              <p:nvPr/>
            </p:nvGrpSpPr>
            <p:grpSpPr>
              <a:xfrm>
                <a:off x="5776875" y="1454761"/>
                <a:ext cx="5864380" cy="578019"/>
                <a:chOff x="1151428" y="1663429"/>
                <a:chExt cx="10129383" cy="553330"/>
              </a:xfrm>
            </p:grpSpPr>
            <p:sp>
              <p:nvSpPr>
                <p:cNvPr id="44" name="四角形: 上の 2 つの角を丸める 43">
                  <a:extLst>
                    <a:ext uri="{FF2B5EF4-FFF2-40B4-BE49-F238E27FC236}">
                      <a16:creationId xmlns:a16="http://schemas.microsoft.com/office/drawing/2014/main" id="{0EC0A983-03BC-B96B-645D-F6538EF1B9C3}"/>
                    </a:ext>
                  </a:extLst>
                </p:cNvPr>
                <p:cNvSpPr/>
                <p:nvPr/>
              </p:nvSpPr>
              <p:spPr>
                <a:xfrm>
                  <a:off x="1151428" y="1663429"/>
                  <a:ext cx="2977106" cy="553330"/>
                </a:xfrm>
                <a:prstGeom prst="round2SameRect">
                  <a:avLst/>
                </a:prstGeom>
                <a:solidFill>
                  <a:srgbClr val="7C559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46" name="四角形: 上の 2 つの角を丸める 45">
                  <a:extLst>
                    <a:ext uri="{FF2B5EF4-FFF2-40B4-BE49-F238E27FC236}">
                      <a16:creationId xmlns:a16="http://schemas.microsoft.com/office/drawing/2014/main" id="{EBA23E9B-8F87-F9C9-A908-C01F18564988}"/>
                    </a:ext>
                  </a:extLst>
                </p:cNvPr>
                <p:cNvSpPr/>
                <p:nvPr/>
              </p:nvSpPr>
              <p:spPr>
                <a:xfrm>
                  <a:off x="8303705" y="1663429"/>
                  <a:ext cx="2977106" cy="553330"/>
                </a:xfrm>
                <a:prstGeom prst="round2SameRect">
                  <a:avLst/>
                </a:prstGeom>
                <a:solidFill>
                  <a:srgbClr val="D9D9D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9" name="テキスト ボックス 8">
                <a:extLst>
                  <a:ext uri="{FF2B5EF4-FFF2-40B4-BE49-F238E27FC236}">
                    <a16:creationId xmlns:a16="http://schemas.microsoft.com/office/drawing/2014/main" id="{9D9FB973-BF7E-C615-3D71-DFB2DD909ED9}"/>
                  </a:ext>
                </a:extLst>
              </p:cNvPr>
              <p:cNvSpPr txBox="1"/>
              <p:nvPr/>
            </p:nvSpPr>
            <p:spPr>
              <a:xfrm>
                <a:off x="10045928" y="1521142"/>
                <a:ext cx="1467069" cy="400110"/>
              </a:xfrm>
              <a:prstGeom prst="rect">
                <a:avLst/>
              </a:prstGeom>
              <a:noFill/>
            </p:spPr>
            <p:txBody>
              <a:bodyPr wrap="none" rtlCol="0">
                <a:spAutoFit/>
              </a:bodyPr>
              <a:lstStyle/>
              <a:p>
                <a:pPr algn="ctr"/>
                <a:r>
                  <a:rPr lang="ja-JP" altLang="en-US" sz="2000">
                    <a:solidFill>
                      <a:srgbClr val="7C5599"/>
                    </a:solidFill>
                    <a:latin typeface="原稿用標準書体" panose="03000503000000000000" pitchFamily="66" charset="-128"/>
                    <a:ea typeface="原稿用標準書体" panose="03000503000000000000" pitchFamily="66" charset="-128"/>
                  </a:rPr>
                  <a:t>超ドリンク</a:t>
                </a:r>
                <a:endParaRPr lang="ja-JP" altLang="en-US" sz="2000" dirty="0">
                  <a:solidFill>
                    <a:srgbClr val="7C5599"/>
                  </a:solidFill>
                  <a:latin typeface="原稿用標準書体" panose="03000503000000000000" pitchFamily="66" charset="-128"/>
                  <a:ea typeface="原稿用標準書体" panose="03000503000000000000" pitchFamily="66" charset="-128"/>
                </a:endParaRPr>
              </a:p>
            </p:txBody>
          </p:sp>
          <p:sp>
            <p:nvSpPr>
              <p:cNvPr id="15" name="テキスト ボックス 14">
                <a:extLst>
                  <a:ext uri="{FF2B5EF4-FFF2-40B4-BE49-F238E27FC236}">
                    <a16:creationId xmlns:a16="http://schemas.microsoft.com/office/drawing/2014/main" id="{7A23AEBC-30F9-4BB4-E2D6-F268060A9E62}"/>
                  </a:ext>
                </a:extLst>
              </p:cNvPr>
              <p:cNvSpPr txBox="1"/>
              <p:nvPr/>
            </p:nvSpPr>
            <p:spPr>
              <a:xfrm>
                <a:off x="6161616" y="1519921"/>
                <a:ext cx="954107" cy="406432"/>
              </a:xfrm>
              <a:prstGeom prst="rect">
                <a:avLst/>
              </a:prstGeom>
              <a:noFill/>
            </p:spPr>
            <p:txBody>
              <a:bodyPr wrap="none" rtlCol="0">
                <a:spAutoFit/>
              </a:bodyPr>
              <a:lstStyle/>
              <a:p>
                <a:pPr algn="ctr"/>
                <a:r>
                  <a:rPr lang="ja-JP" altLang="en-US" sz="2000">
                    <a:solidFill>
                      <a:schemeClr val="bg1">
                        <a:lumMod val="95000"/>
                      </a:schemeClr>
                    </a:solidFill>
                    <a:latin typeface="原稿用標準書体" panose="03000503000000000000" pitchFamily="66" charset="-128"/>
                    <a:ea typeface="原稿用標準書体" panose="03000503000000000000" pitchFamily="66" charset="-128"/>
                  </a:rPr>
                  <a:t>レベル</a:t>
                </a:r>
                <a:endPar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sp>
          <p:nvSpPr>
            <p:cNvPr id="39" name="四角形: 上の 2 つの角を丸める 38">
              <a:extLst>
                <a:ext uri="{FF2B5EF4-FFF2-40B4-BE49-F238E27FC236}">
                  <a16:creationId xmlns:a16="http://schemas.microsoft.com/office/drawing/2014/main" id="{57062437-C615-7D82-F6F0-95DBD91C2ABC}"/>
                </a:ext>
              </a:extLst>
            </p:cNvPr>
            <p:cNvSpPr/>
            <p:nvPr/>
          </p:nvSpPr>
          <p:spPr>
            <a:xfrm>
              <a:off x="7859171" y="1448425"/>
              <a:ext cx="1723588" cy="578019"/>
            </a:xfrm>
            <a:prstGeom prst="round2SameRect">
              <a:avLst/>
            </a:prstGeom>
            <a:solidFill>
              <a:schemeClr val="accent6">
                <a:lumMod val="60000"/>
                <a:lumOff val="4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1" name="テキスト ボックス 40">
              <a:extLst>
                <a:ext uri="{FF2B5EF4-FFF2-40B4-BE49-F238E27FC236}">
                  <a16:creationId xmlns:a16="http://schemas.microsoft.com/office/drawing/2014/main" id="{71CCFB53-DC95-5D42-F7FA-1FFB27859C15}"/>
                </a:ext>
              </a:extLst>
            </p:cNvPr>
            <p:cNvSpPr txBox="1"/>
            <p:nvPr/>
          </p:nvSpPr>
          <p:spPr>
            <a:xfrm>
              <a:off x="8115671" y="1527386"/>
              <a:ext cx="1210588" cy="400110"/>
            </a:xfrm>
            <a:prstGeom prst="rect">
              <a:avLst/>
            </a:prstGeom>
            <a:noFill/>
          </p:spPr>
          <p:txBody>
            <a:bodyPr wrap="none" rtlCol="0">
              <a:spAutoFit/>
            </a:bodyPr>
            <a:lstStyle/>
            <a:p>
              <a:pPr algn="ctr"/>
              <a:r>
                <a:rPr lang="ja-JP" altLang="en-US" sz="2000">
                  <a:solidFill>
                    <a:schemeClr val="bg1">
                      <a:lumMod val="95000"/>
                    </a:schemeClr>
                  </a:solidFill>
                  <a:latin typeface="原稿用標準書体" panose="03000503000000000000" pitchFamily="66" charset="-128"/>
                  <a:ea typeface="原稿用標準書体" panose="03000503000000000000" pitchFamily="66" charset="-128"/>
                </a:rPr>
                <a:t>才能開花</a:t>
              </a:r>
              <a:endPar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sp>
        <p:nvSpPr>
          <p:cNvPr id="32" name="四角形: 角を丸くする 31">
            <a:extLst>
              <a:ext uri="{FF2B5EF4-FFF2-40B4-BE49-F238E27FC236}">
                <a16:creationId xmlns:a16="http://schemas.microsoft.com/office/drawing/2014/main" id="{29DFA319-EC70-6060-4890-D8AFB55BF9DE}"/>
              </a:ext>
            </a:extLst>
          </p:cNvPr>
          <p:cNvSpPr/>
          <p:nvPr/>
        </p:nvSpPr>
        <p:spPr>
          <a:xfrm rot="5400000">
            <a:off x="10993657" y="4088634"/>
            <a:ext cx="283112" cy="238905"/>
          </a:xfrm>
          <a:prstGeom prst="roundRect">
            <a:avLst>
              <a:gd name="adj" fmla="val 9570"/>
            </a:avLst>
          </a:prstGeom>
          <a:solidFill>
            <a:schemeClr val="tx2"/>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34" name="四角形: 角を丸くする 33">
            <a:extLst>
              <a:ext uri="{FF2B5EF4-FFF2-40B4-BE49-F238E27FC236}">
                <a16:creationId xmlns:a16="http://schemas.microsoft.com/office/drawing/2014/main" id="{CA4C43E7-E191-6763-763A-6179D31ABA1A}"/>
              </a:ext>
            </a:extLst>
          </p:cNvPr>
          <p:cNvSpPr/>
          <p:nvPr/>
        </p:nvSpPr>
        <p:spPr>
          <a:xfrm rot="5400000">
            <a:off x="10993657" y="4883760"/>
            <a:ext cx="283112" cy="238905"/>
          </a:xfrm>
          <a:prstGeom prst="roundRect">
            <a:avLst>
              <a:gd name="adj" fmla="val 9570"/>
            </a:avLst>
          </a:prstGeom>
          <a:solidFill>
            <a:schemeClr val="tx2"/>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pic>
        <p:nvPicPr>
          <p:cNvPr id="40" name="図 39">
            <a:extLst>
              <a:ext uri="{FF2B5EF4-FFF2-40B4-BE49-F238E27FC236}">
                <a16:creationId xmlns:a16="http://schemas.microsoft.com/office/drawing/2014/main" id="{6949AC81-69F2-90EE-C54E-E7ABC3B18AB5}"/>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6881823" y="5549756"/>
            <a:ext cx="656979" cy="656979"/>
          </a:xfrm>
          <a:prstGeom prst="rect">
            <a:avLst/>
          </a:prstGeom>
        </p:spPr>
      </p:pic>
      <p:pic>
        <p:nvPicPr>
          <p:cNvPr id="48" name="図 47">
            <a:extLst>
              <a:ext uri="{FF2B5EF4-FFF2-40B4-BE49-F238E27FC236}">
                <a16:creationId xmlns:a16="http://schemas.microsoft.com/office/drawing/2014/main" id="{D91CBC23-710E-0CAC-9201-79E0CD303BC3}"/>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8476672" y="2034471"/>
            <a:ext cx="656979" cy="656979"/>
          </a:xfrm>
          <a:prstGeom prst="rect">
            <a:avLst/>
          </a:prstGeom>
        </p:spPr>
      </p:pic>
      <p:sp>
        <p:nvSpPr>
          <p:cNvPr id="50" name="テキスト ボックス 49">
            <a:extLst>
              <a:ext uri="{FF2B5EF4-FFF2-40B4-BE49-F238E27FC236}">
                <a16:creationId xmlns:a16="http://schemas.microsoft.com/office/drawing/2014/main" id="{82FED363-C11E-94E4-2E46-1951161377B7}"/>
              </a:ext>
            </a:extLst>
          </p:cNvPr>
          <p:cNvSpPr txBox="1"/>
          <p:nvPr/>
        </p:nvSpPr>
        <p:spPr>
          <a:xfrm>
            <a:off x="6582996" y="2194327"/>
            <a:ext cx="4257276" cy="338554"/>
          </a:xfrm>
          <a:prstGeom prst="rect">
            <a:avLst/>
          </a:prstGeom>
          <a:noFill/>
        </p:spPr>
        <p:txBody>
          <a:bodyPr wrap="square" rtlCol="0">
            <a:spAutoFit/>
          </a:bodyPr>
          <a:lstStyle/>
          <a:p>
            <a:pPr algn="ctr"/>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ミッション達成で　　を獲得しよう！</a:t>
            </a:r>
          </a:p>
        </p:txBody>
      </p:sp>
      <p:pic>
        <p:nvPicPr>
          <p:cNvPr id="52" name="図 51">
            <a:extLst>
              <a:ext uri="{FF2B5EF4-FFF2-40B4-BE49-F238E27FC236}">
                <a16:creationId xmlns:a16="http://schemas.microsoft.com/office/drawing/2014/main" id="{B09510F3-7AFC-8BF1-203A-22730B886153}"/>
              </a:ext>
            </a:extLst>
          </p:cNvPr>
          <p:cNvPicPr>
            <a:picLocks noChangeAspect="1"/>
          </p:cNvPicPr>
          <p:nvPr/>
        </p:nvPicPr>
        <p:blipFill>
          <a:blip r:embed="rId8">
            <a:biLevel thresh="25000"/>
            <a:extLst>
              <a:ext uri="{28A0092B-C50C-407E-A947-70E740481C1C}">
                <a14:useLocalDpi xmlns:a14="http://schemas.microsoft.com/office/drawing/2010/main" val="0"/>
              </a:ext>
            </a:extLst>
          </a:blip>
          <a:stretch>
            <a:fillRect/>
          </a:stretch>
        </p:blipFill>
        <p:spPr>
          <a:xfrm>
            <a:off x="7493470" y="574839"/>
            <a:ext cx="410810" cy="410810"/>
          </a:xfrm>
          <a:prstGeom prst="rect">
            <a:avLst/>
          </a:prstGeom>
        </p:spPr>
      </p:pic>
      <p:sp>
        <p:nvSpPr>
          <p:cNvPr id="54" name="テキスト ボックス 53">
            <a:extLst>
              <a:ext uri="{FF2B5EF4-FFF2-40B4-BE49-F238E27FC236}">
                <a16:creationId xmlns:a16="http://schemas.microsoft.com/office/drawing/2014/main" id="{2F5AD7BA-8D44-F72A-DC03-ECE39EED487F}"/>
              </a:ext>
            </a:extLst>
          </p:cNvPr>
          <p:cNvSpPr txBox="1"/>
          <p:nvPr/>
        </p:nvSpPr>
        <p:spPr>
          <a:xfrm>
            <a:off x="7877938" y="626356"/>
            <a:ext cx="453970"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Tree>
    <p:extLst>
      <p:ext uri="{BB962C8B-B14F-4D97-AF65-F5344CB8AC3E}">
        <p14:creationId xmlns:p14="http://schemas.microsoft.com/office/powerpoint/2010/main" val="38523684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64" presetClass="path" presetSubtype="0" accel="50000" decel="50000" fill="hold" nodeType="clickEffect">
                                  <p:stCondLst>
                                    <p:cond delay="500"/>
                                  </p:stCondLst>
                                  <p:childTnLst>
                                    <p:animMotion origin="layout" path="M 0 3.33333E-6 L 0 -1.87778 " pathEditMode="relative" rAng="0" ptsTypes="AA">
                                      <p:cBhvr>
                                        <p:cTn id="6" dur="2000" fill="hold"/>
                                        <p:tgtEl>
                                          <p:spTgt spid="11"/>
                                        </p:tgtEl>
                                        <p:attrNameLst>
                                          <p:attrName>ppt_x</p:attrName>
                                          <p:attrName>ppt_y</p:attrName>
                                        </p:attrNameLst>
                                      </p:cBhvr>
                                      <p:rCtr x="0" y="-93935"/>
                                    </p:animMotion>
                                  </p:childTnLst>
                                </p:cTn>
                              </p:par>
                            </p:childTnLst>
                          </p:cTn>
                        </p:par>
                        <p:par>
                          <p:cTn id="7" fill="hold">
                            <p:stCondLst>
                              <p:cond delay="2500"/>
                            </p:stCondLst>
                            <p:childTnLst>
                              <p:par>
                                <p:cTn id="8" presetID="10" presetClass="exit" presetSubtype="0" fill="hold" nodeType="afterEffect">
                                  <p:stCondLst>
                                    <p:cond delay="0"/>
                                  </p:stCondLst>
                                  <p:childTnLst>
                                    <p:animEffect transition="out" filter="fade">
                                      <p:cBhvr>
                                        <p:cTn id="9" dur="500"/>
                                        <p:tgtEl>
                                          <p:spTgt spid="11"/>
                                        </p:tgtEl>
                                      </p:cBhvr>
                                    </p:animEffect>
                                    <p:set>
                                      <p:cBhvr>
                                        <p:cTn id="10" dur="1" fill="hold">
                                          <p:stCondLst>
                                            <p:cond delay="499"/>
                                          </p:stCondLst>
                                        </p:cTn>
                                        <p:tgtEl>
                                          <p:spTgt spid="11"/>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0.xml><?xml version="1.0" encoding="utf-8"?>
<p:sld xmlns:a="http://schemas.openxmlformats.org/drawingml/2006/main" xmlns:r="http://schemas.openxmlformats.org/officeDocument/2006/relationships" xmlns:p="http://schemas.openxmlformats.org/presentationml/2006/main">
  <p:cSld>
    <p:bg>
      <p:bgPr>
        <a:solidFill>
          <a:schemeClr val="tx1">
            <a:lumMod val="95000"/>
            <a:lumOff val="5000"/>
          </a:schemeClr>
        </a:solidFill>
        <a:effectLst/>
      </p:bgPr>
    </p:bg>
    <p:spTree>
      <p:nvGrpSpPr>
        <p:cNvPr id="1" name="">
          <a:extLst>
            <a:ext uri="{FF2B5EF4-FFF2-40B4-BE49-F238E27FC236}">
              <a16:creationId xmlns:a16="http://schemas.microsoft.com/office/drawing/2014/main" id="{00E5A1E5-AF98-0BD6-0A93-F2724452596E}"/>
            </a:ext>
          </a:extLst>
        </p:cNvPr>
        <p:cNvGrpSpPr/>
        <p:nvPr/>
      </p:nvGrpSpPr>
      <p:grpSpPr>
        <a:xfrm>
          <a:off x="0" y="0"/>
          <a:ext cx="0" cy="0"/>
          <a:chOff x="0" y="0"/>
          <a:chExt cx="0" cy="0"/>
        </a:xfrm>
      </p:grpSpPr>
      <p:pic>
        <p:nvPicPr>
          <p:cNvPr id="11" name="図 10">
            <a:extLst>
              <a:ext uri="{FF2B5EF4-FFF2-40B4-BE49-F238E27FC236}">
                <a16:creationId xmlns:a16="http://schemas.microsoft.com/office/drawing/2014/main" id="{F201C3DA-64D2-3AE6-A254-AD8065CE4B4C}"/>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362844" y="1540010"/>
            <a:ext cx="5350511" cy="7554290"/>
          </a:xfrm>
          <a:prstGeom prst="rect">
            <a:avLst/>
          </a:prstGeom>
        </p:spPr>
      </p:pic>
      <p:sp>
        <p:nvSpPr>
          <p:cNvPr id="47" name="四角形: 上の 2 つの角を丸める 46">
            <a:extLst>
              <a:ext uri="{FF2B5EF4-FFF2-40B4-BE49-F238E27FC236}">
                <a16:creationId xmlns:a16="http://schemas.microsoft.com/office/drawing/2014/main" id="{EE4A33E0-F429-7B81-615B-818AECBA36E7}"/>
              </a:ext>
            </a:extLst>
          </p:cNvPr>
          <p:cNvSpPr/>
          <p:nvPr/>
        </p:nvSpPr>
        <p:spPr>
          <a:xfrm flipV="1">
            <a:off x="5776875" y="2032777"/>
            <a:ext cx="5864380" cy="4307252"/>
          </a:xfrm>
          <a:prstGeom prst="round2SameRect">
            <a:avLst>
              <a:gd name="adj1" fmla="val 2338"/>
              <a:gd name="adj2" fmla="val 0"/>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20" name="グループ化 19">
            <a:extLst>
              <a:ext uri="{FF2B5EF4-FFF2-40B4-BE49-F238E27FC236}">
                <a16:creationId xmlns:a16="http://schemas.microsoft.com/office/drawing/2014/main" id="{E932A5FB-426B-D783-F6C0-95453F00A1F6}"/>
              </a:ext>
            </a:extLst>
          </p:cNvPr>
          <p:cNvGrpSpPr/>
          <p:nvPr/>
        </p:nvGrpSpPr>
        <p:grpSpPr>
          <a:xfrm>
            <a:off x="163586" y="134635"/>
            <a:ext cx="3123445" cy="1396119"/>
            <a:chOff x="163586" y="134635"/>
            <a:chExt cx="3123445" cy="1396119"/>
          </a:xfrm>
        </p:grpSpPr>
        <p:sp>
          <p:nvSpPr>
            <p:cNvPr id="21" name="四角形: 角を丸くする 20">
              <a:extLst>
                <a:ext uri="{FF2B5EF4-FFF2-40B4-BE49-F238E27FC236}">
                  <a16:creationId xmlns:a16="http://schemas.microsoft.com/office/drawing/2014/main" id="{ADF90094-6BA2-9C25-CFB4-BAFD5C7D4E75}"/>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22" name="テキスト ボックス 21">
              <a:extLst>
                <a:ext uri="{FF2B5EF4-FFF2-40B4-BE49-F238E27FC236}">
                  <a16:creationId xmlns:a16="http://schemas.microsoft.com/office/drawing/2014/main" id="{5ACABFD2-81A4-26C7-9B97-C40873E03543}"/>
                </a:ext>
              </a:extLst>
            </p:cNvPr>
            <p:cNvSpPr txBox="1"/>
            <p:nvPr/>
          </p:nvSpPr>
          <p:spPr>
            <a:xfrm>
              <a:off x="1624595" y="641390"/>
              <a:ext cx="146706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キャラ強化</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23" name="グループ化 22">
              <a:extLst>
                <a:ext uri="{FF2B5EF4-FFF2-40B4-BE49-F238E27FC236}">
                  <a16:creationId xmlns:a16="http://schemas.microsoft.com/office/drawing/2014/main" id="{D8A07711-2EAB-EDDA-2F79-56A18920CE88}"/>
                </a:ext>
              </a:extLst>
            </p:cNvPr>
            <p:cNvGrpSpPr/>
            <p:nvPr/>
          </p:nvGrpSpPr>
          <p:grpSpPr>
            <a:xfrm>
              <a:off x="163586" y="134635"/>
              <a:ext cx="1975684" cy="1396119"/>
              <a:chOff x="163586" y="134635"/>
              <a:chExt cx="1975684" cy="1396119"/>
            </a:xfrm>
          </p:grpSpPr>
          <p:grpSp>
            <p:nvGrpSpPr>
              <p:cNvPr id="24" name="グループ化 23">
                <a:extLst>
                  <a:ext uri="{FF2B5EF4-FFF2-40B4-BE49-F238E27FC236}">
                    <a16:creationId xmlns:a16="http://schemas.microsoft.com/office/drawing/2014/main" id="{7CC6701F-EAFE-D553-B0D3-A768BAAA8FCC}"/>
                  </a:ext>
                </a:extLst>
              </p:cNvPr>
              <p:cNvGrpSpPr/>
              <p:nvPr/>
            </p:nvGrpSpPr>
            <p:grpSpPr>
              <a:xfrm>
                <a:off x="163586" y="134635"/>
                <a:ext cx="1975684" cy="1396119"/>
                <a:chOff x="163586" y="134635"/>
                <a:chExt cx="1975684" cy="1396119"/>
              </a:xfrm>
            </p:grpSpPr>
            <p:pic>
              <p:nvPicPr>
                <p:cNvPr id="26" name="図 25">
                  <a:extLst>
                    <a:ext uri="{FF2B5EF4-FFF2-40B4-BE49-F238E27FC236}">
                      <a16:creationId xmlns:a16="http://schemas.microsoft.com/office/drawing/2014/main" id="{13F39477-9A30-4787-4C4B-C832C2BFB53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7" name="楕円 26">
                  <a:extLst>
                    <a:ext uri="{FF2B5EF4-FFF2-40B4-BE49-F238E27FC236}">
                      <a16:creationId xmlns:a16="http://schemas.microsoft.com/office/drawing/2014/main" id="{E0F36635-A9A7-0B6B-AB93-F86506A43C13}"/>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5" name="図 24">
                <a:extLst>
                  <a:ext uri="{FF2B5EF4-FFF2-40B4-BE49-F238E27FC236}">
                    <a16:creationId xmlns:a16="http://schemas.microsoft.com/office/drawing/2014/main" id="{6E6191BC-5BDF-7C78-9ECA-A646533AA36C}"/>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sp>
        <p:nvSpPr>
          <p:cNvPr id="28" name="フローチャート: 論理積ゲート 27">
            <a:extLst>
              <a:ext uri="{FF2B5EF4-FFF2-40B4-BE49-F238E27FC236}">
                <a16:creationId xmlns:a16="http://schemas.microsoft.com/office/drawing/2014/main" id="{47FDBAD2-EC09-8544-08EF-602F97B92727}"/>
              </a:ext>
            </a:extLst>
          </p:cNvPr>
          <p:cNvSpPr/>
          <p:nvPr/>
        </p:nvSpPr>
        <p:spPr>
          <a:xfrm rot="16200000">
            <a:off x="2344669" y="3412898"/>
            <a:ext cx="1516101" cy="4338157"/>
          </a:xfrm>
          <a:prstGeom prst="flowChartDelay">
            <a:avLst/>
          </a:prstGeom>
          <a:solidFill>
            <a:schemeClr val="tx2">
              <a:lumMod val="20000"/>
              <a:lumOff val="80000"/>
              <a:alpha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8" name="グループ化 17">
            <a:extLst>
              <a:ext uri="{FF2B5EF4-FFF2-40B4-BE49-F238E27FC236}">
                <a16:creationId xmlns:a16="http://schemas.microsoft.com/office/drawing/2014/main" id="{A6469905-B2E7-ABBD-D9B8-76ADB375F3F8}"/>
              </a:ext>
            </a:extLst>
          </p:cNvPr>
          <p:cNvGrpSpPr/>
          <p:nvPr/>
        </p:nvGrpSpPr>
        <p:grpSpPr>
          <a:xfrm>
            <a:off x="2296512" y="4969558"/>
            <a:ext cx="1612416" cy="560146"/>
            <a:chOff x="7098261" y="4231434"/>
            <a:chExt cx="1612416" cy="560146"/>
          </a:xfrm>
        </p:grpSpPr>
        <p:pic>
          <p:nvPicPr>
            <p:cNvPr id="29" name="図 28">
              <a:extLst>
                <a:ext uri="{FF2B5EF4-FFF2-40B4-BE49-F238E27FC236}">
                  <a16:creationId xmlns:a16="http://schemas.microsoft.com/office/drawing/2014/main" id="{D3596BA4-E5A2-3FB6-1643-65892CFBDBE1}"/>
                </a:ext>
              </a:extLst>
            </p:cNvPr>
            <p:cNvPicPr>
              <a:picLocks noChangeAspect="1"/>
            </p:cNvPicPr>
            <p:nvPr/>
          </p:nvPicPr>
          <p:blipFill>
            <a:blip r:embed="rId5">
              <a:duotone>
                <a:schemeClr val="accent3">
                  <a:shade val="45000"/>
                  <a:satMod val="135000"/>
                </a:schemeClr>
                <a:prstClr val="white"/>
              </a:duotone>
              <a:extLst>
                <a:ext uri="{28A0092B-C50C-407E-A947-70E740481C1C}">
                  <a14:useLocalDpi xmlns:a14="http://schemas.microsoft.com/office/drawing/2010/main" val="0"/>
                </a:ext>
              </a:extLst>
            </a:blip>
            <a:srcRect l="6840" t="30163" r="48646" b="36883"/>
            <a:stretch>
              <a:fillRect/>
            </a:stretch>
          </p:blipFill>
          <p:spPr>
            <a:xfrm>
              <a:off x="7098261" y="4231434"/>
              <a:ext cx="504420" cy="560146"/>
            </a:xfrm>
            <a:prstGeom prst="rect">
              <a:avLst/>
            </a:prstGeom>
          </p:spPr>
        </p:pic>
        <p:sp>
          <p:nvSpPr>
            <p:cNvPr id="30" name="テキスト ボックス 29">
              <a:extLst>
                <a:ext uri="{FF2B5EF4-FFF2-40B4-BE49-F238E27FC236}">
                  <a16:creationId xmlns:a16="http://schemas.microsoft.com/office/drawing/2014/main" id="{3421F4D9-39A5-FE43-197D-B1581AB1E14A}"/>
                </a:ext>
              </a:extLst>
            </p:cNvPr>
            <p:cNvSpPr txBox="1"/>
            <p:nvPr/>
          </p:nvSpPr>
          <p:spPr>
            <a:xfrm>
              <a:off x="7602681" y="4280675"/>
              <a:ext cx="1107996" cy="461665"/>
            </a:xfrm>
            <a:prstGeom prst="rect">
              <a:avLst/>
            </a:prstGeom>
            <a:noFill/>
            <a:effectLst>
              <a:glow rad="63500">
                <a:schemeClr val="accent3">
                  <a:satMod val="175000"/>
                  <a:alpha val="40000"/>
                </a:schemeClr>
              </a:glow>
            </a:effectLst>
          </p:spPr>
          <p:txBody>
            <a:bodyPr wrap="none" rtlCol="0">
              <a:spAutoFit/>
            </a:bodyPr>
            <a:lstStyle/>
            <a:p>
              <a:r>
                <a:rPr lang="ja-JP" altLang="en-US" sz="2400" dirty="0">
                  <a:solidFill>
                    <a:schemeClr val="tx1">
                      <a:lumMod val="85000"/>
                      <a:lumOff val="15000"/>
                    </a:schemeClr>
                  </a:solidFill>
                  <a:effectLst>
                    <a:glow rad="38100">
                      <a:schemeClr val="accent3">
                        <a:satMod val="175000"/>
                        <a:alpha val="65000"/>
                      </a:schemeClr>
                    </a:glow>
                  </a:effectLst>
                  <a:latin typeface="原稿用標準書体" panose="03000503000000000000" pitchFamily="66" charset="-128"/>
                  <a:ea typeface="原稿用標準書体" panose="03000503000000000000" pitchFamily="66" charset="-128"/>
                </a:rPr>
                <a:t>タンク</a:t>
              </a:r>
              <a:endParaRPr lang="en-US" altLang="ja-JP" dirty="0">
                <a:solidFill>
                  <a:schemeClr val="tx1">
                    <a:lumMod val="85000"/>
                    <a:lumOff val="15000"/>
                  </a:schemeClr>
                </a:solidFill>
                <a:effectLst>
                  <a:glow rad="38100">
                    <a:schemeClr val="accent3">
                      <a:satMod val="175000"/>
                      <a:alpha val="65000"/>
                    </a:schemeClr>
                  </a:glow>
                </a:effectLst>
                <a:latin typeface="原稿用標準書体" panose="03000503000000000000" pitchFamily="66" charset="-128"/>
                <a:ea typeface="原稿用標準書体" panose="03000503000000000000" pitchFamily="66" charset="-128"/>
              </a:endParaRPr>
            </a:p>
          </p:txBody>
        </p:sp>
      </p:grpSp>
      <p:grpSp>
        <p:nvGrpSpPr>
          <p:cNvPr id="38" name="グループ化 37">
            <a:extLst>
              <a:ext uri="{FF2B5EF4-FFF2-40B4-BE49-F238E27FC236}">
                <a16:creationId xmlns:a16="http://schemas.microsoft.com/office/drawing/2014/main" id="{4070939E-741A-BC6F-353C-CFF596CE8534}"/>
              </a:ext>
            </a:extLst>
          </p:cNvPr>
          <p:cNvGrpSpPr/>
          <p:nvPr/>
        </p:nvGrpSpPr>
        <p:grpSpPr>
          <a:xfrm>
            <a:off x="1678907" y="5559109"/>
            <a:ext cx="2847626" cy="584775"/>
            <a:chOff x="1959145" y="5400486"/>
            <a:chExt cx="2847626" cy="584775"/>
          </a:xfrm>
        </p:grpSpPr>
        <p:sp>
          <p:nvSpPr>
            <p:cNvPr id="7" name="テキスト ボックス 6">
              <a:extLst>
                <a:ext uri="{FF2B5EF4-FFF2-40B4-BE49-F238E27FC236}">
                  <a16:creationId xmlns:a16="http://schemas.microsoft.com/office/drawing/2014/main" id="{3321D702-1792-982C-7298-1ADC24DFA012}"/>
                </a:ext>
              </a:extLst>
            </p:cNvPr>
            <p:cNvSpPr txBox="1"/>
            <p:nvPr/>
          </p:nvSpPr>
          <p:spPr>
            <a:xfrm>
              <a:off x="3185814" y="5462041"/>
              <a:ext cx="1620957" cy="523220"/>
            </a:xfrm>
            <a:prstGeom prst="rect">
              <a:avLst/>
            </a:prstGeom>
            <a:noFill/>
          </p:spPr>
          <p:txBody>
            <a:bodyPr wrap="none" rtlCol="0">
              <a:spAutoFit/>
            </a:bodyPr>
            <a:lstStyle/>
            <a:p>
              <a:pPr algn="ctr"/>
              <a:r>
                <a:rPr lang="ja-JP" altLang="en-US" sz="2800">
                  <a:solidFill>
                    <a:schemeClr val="tx1">
                      <a:lumMod val="85000"/>
                      <a:lumOff val="15000"/>
                    </a:schemeClr>
                  </a:solidFill>
                  <a:latin typeface="原稿用標準書体" panose="03000503000000000000" pitchFamily="66" charset="-128"/>
                  <a:ea typeface="原稿用標準書体" panose="03000503000000000000" pitchFamily="66" charset="-128"/>
                </a:rPr>
                <a:t>キャラ名</a:t>
              </a:r>
              <a:endParaRPr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3" name="テキスト ボックス 12">
              <a:extLst>
                <a:ext uri="{FF2B5EF4-FFF2-40B4-BE49-F238E27FC236}">
                  <a16:creationId xmlns:a16="http://schemas.microsoft.com/office/drawing/2014/main" id="{61BBA779-ED3E-B0FA-AB44-9D566572899F}"/>
                </a:ext>
              </a:extLst>
            </p:cNvPr>
            <p:cNvSpPr txBox="1"/>
            <p:nvPr/>
          </p:nvSpPr>
          <p:spPr>
            <a:xfrm>
              <a:off x="1959145" y="5400486"/>
              <a:ext cx="1005404" cy="584775"/>
            </a:xfrm>
            <a:prstGeom prst="rect">
              <a:avLst/>
            </a:prstGeom>
            <a:noFill/>
          </p:spPr>
          <p:txBody>
            <a:bodyPr wrap="none" rtlCol="0">
              <a:spAutoFit/>
            </a:bodyPr>
            <a:lstStyle/>
            <a:p>
              <a:pPr algn="ctr"/>
              <a:r>
                <a:rPr lang="en-US" altLang="ja-JP" sz="3200">
                  <a:solidFill>
                    <a:schemeClr val="tx1">
                      <a:lumMod val="85000"/>
                      <a:lumOff val="15000"/>
                    </a:schemeClr>
                  </a:solidFill>
                  <a:latin typeface="原稿用標準書体" panose="03000503000000000000" pitchFamily="66" charset="-128"/>
                  <a:ea typeface="原稿用標準書体" panose="03000503000000000000" pitchFamily="66" charset="-128"/>
                </a:rPr>
                <a:t>Lv00</a:t>
              </a:r>
              <a:endParaRPr lang="ja-JP" altLang="en-US" sz="32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sp>
        <p:nvSpPr>
          <p:cNvPr id="105" name="正方形/長方形 104">
            <a:extLst>
              <a:ext uri="{FF2B5EF4-FFF2-40B4-BE49-F238E27FC236}">
                <a16:creationId xmlns:a16="http://schemas.microsoft.com/office/drawing/2014/main" id="{6CB640DF-4E51-FEED-9C2C-3366D1E9FA48}"/>
              </a:ext>
            </a:extLst>
          </p:cNvPr>
          <p:cNvSpPr/>
          <p:nvPr/>
        </p:nvSpPr>
        <p:spPr>
          <a:xfrm>
            <a:off x="5779445" y="2032909"/>
            <a:ext cx="5864379" cy="631101"/>
          </a:xfrm>
          <a:prstGeom prst="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03" name="グループ化 102">
            <a:extLst>
              <a:ext uri="{FF2B5EF4-FFF2-40B4-BE49-F238E27FC236}">
                <a16:creationId xmlns:a16="http://schemas.microsoft.com/office/drawing/2014/main" id="{8EB51BAB-0881-C5D4-0B4B-E3BD9448EC01}"/>
              </a:ext>
            </a:extLst>
          </p:cNvPr>
          <p:cNvGrpSpPr/>
          <p:nvPr/>
        </p:nvGrpSpPr>
        <p:grpSpPr>
          <a:xfrm>
            <a:off x="6154122" y="2806197"/>
            <a:ext cx="2177531" cy="2338570"/>
            <a:chOff x="6277096" y="2699962"/>
            <a:chExt cx="2177531" cy="2338570"/>
          </a:xfrm>
        </p:grpSpPr>
        <p:grpSp>
          <p:nvGrpSpPr>
            <p:cNvPr id="2" name="グループ化 1">
              <a:extLst>
                <a:ext uri="{FF2B5EF4-FFF2-40B4-BE49-F238E27FC236}">
                  <a16:creationId xmlns:a16="http://schemas.microsoft.com/office/drawing/2014/main" id="{6C1FC95B-BC81-5673-ADE3-14ADF9EF9E19}"/>
                </a:ext>
              </a:extLst>
            </p:cNvPr>
            <p:cNvGrpSpPr/>
            <p:nvPr/>
          </p:nvGrpSpPr>
          <p:grpSpPr>
            <a:xfrm>
              <a:off x="6277097" y="4298965"/>
              <a:ext cx="2177529" cy="739567"/>
              <a:chOff x="5227712" y="3336557"/>
              <a:chExt cx="1747806" cy="739567"/>
            </a:xfrm>
          </p:grpSpPr>
          <p:sp>
            <p:nvSpPr>
              <p:cNvPr id="4" name="テキスト ボックス 3">
                <a:extLst>
                  <a:ext uri="{FF2B5EF4-FFF2-40B4-BE49-F238E27FC236}">
                    <a16:creationId xmlns:a16="http://schemas.microsoft.com/office/drawing/2014/main" id="{F112BA1E-C642-2410-CC0C-ECC108306561}"/>
                  </a:ext>
                </a:extLst>
              </p:cNvPr>
              <p:cNvSpPr txBox="1"/>
              <p:nvPr/>
            </p:nvSpPr>
            <p:spPr>
              <a:xfrm>
                <a:off x="5227712" y="3336557"/>
                <a:ext cx="917968" cy="400110"/>
              </a:xfrm>
              <a:prstGeom prst="rect">
                <a:avLst/>
              </a:prstGeom>
              <a:noFill/>
            </p:spPr>
            <p:txBody>
              <a:bodyPr wrap="none" rtlCol="0">
                <a:spAutoFit/>
              </a:bodyPr>
              <a:lstStyle/>
              <a:p>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ATK</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a:t>
                </a:r>
                <a:r>
                  <a:rPr lang="en-US" altLang="ja-JP" sz="2000" b="1">
                    <a:solidFill>
                      <a:schemeClr val="tx1">
                        <a:lumMod val="85000"/>
                        <a:lumOff val="15000"/>
                      </a:schemeClr>
                    </a:solidFill>
                    <a:latin typeface="原稿用標準書体" panose="03000503000000000000" pitchFamily="66" charset="-128"/>
                    <a:ea typeface="原稿用標準書体" panose="03000503000000000000" pitchFamily="66" charset="-128"/>
                  </a:rPr>
                  <a:t>0000</a:t>
                </a:r>
                <a:endPar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5" name="四角形: 角を丸くする 4">
                <a:extLst>
                  <a:ext uri="{FF2B5EF4-FFF2-40B4-BE49-F238E27FC236}">
                    <a16:creationId xmlns:a16="http://schemas.microsoft.com/office/drawing/2014/main" id="{DE57A7A8-E771-C631-7669-989668988435}"/>
                  </a:ext>
                </a:extLst>
              </p:cNvPr>
              <p:cNvSpPr/>
              <p:nvPr/>
            </p:nvSpPr>
            <p:spPr>
              <a:xfrm rot="5400000">
                <a:off x="5960059" y="3060665"/>
                <a:ext cx="283112" cy="1747806"/>
              </a:xfrm>
              <a:prstGeom prst="roundRect">
                <a:avLst>
                  <a:gd name="adj" fmla="val 9570"/>
                </a:avLst>
              </a:prstGeom>
              <a:solidFill>
                <a:schemeClr val="accent1"/>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6" name="グループ化 5">
              <a:extLst>
                <a:ext uri="{FF2B5EF4-FFF2-40B4-BE49-F238E27FC236}">
                  <a16:creationId xmlns:a16="http://schemas.microsoft.com/office/drawing/2014/main" id="{EE5887BF-BD61-6500-865B-1B1944AB9471}"/>
                </a:ext>
              </a:extLst>
            </p:cNvPr>
            <p:cNvGrpSpPr/>
            <p:nvPr/>
          </p:nvGrpSpPr>
          <p:grpSpPr>
            <a:xfrm>
              <a:off x="6277096" y="3501117"/>
              <a:ext cx="2177531" cy="738164"/>
              <a:chOff x="5227711" y="2418059"/>
              <a:chExt cx="1747807" cy="738164"/>
            </a:xfrm>
          </p:grpSpPr>
          <p:sp>
            <p:nvSpPr>
              <p:cNvPr id="8" name="テキスト ボックス 7">
                <a:extLst>
                  <a:ext uri="{FF2B5EF4-FFF2-40B4-BE49-F238E27FC236}">
                    <a16:creationId xmlns:a16="http://schemas.microsoft.com/office/drawing/2014/main" id="{71003E5D-3963-1B19-DC15-0D94EEE3F24D}"/>
                  </a:ext>
                </a:extLst>
              </p:cNvPr>
              <p:cNvSpPr txBox="1"/>
              <p:nvPr/>
            </p:nvSpPr>
            <p:spPr>
              <a:xfrm>
                <a:off x="5227711" y="2418059"/>
                <a:ext cx="917968" cy="400110"/>
              </a:xfrm>
              <a:prstGeom prst="rect">
                <a:avLst/>
              </a:prstGeom>
              <a:noFill/>
            </p:spPr>
            <p:txBody>
              <a:bodyPr wrap="none" rtlCol="0">
                <a:spAutoFit/>
              </a:bodyPr>
              <a:lstStyle/>
              <a:p>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SPD</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a:t>
                </a:r>
                <a:r>
                  <a:rPr lang="en-US" altLang="ja-JP" sz="2000" b="1">
                    <a:solidFill>
                      <a:schemeClr val="tx1">
                        <a:lumMod val="85000"/>
                        <a:lumOff val="15000"/>
                      </a:schemeClr>
                    </a:solidFill>
                    <a:latin typeface="原稿用標準書体" panose="03000503000000000000" pitchFamily="66" charset="-128"/>
                    <a:ea typeface="原稿用標準書体" panose="03000503000000000000" pitchFamily="66" charset="-128"/>
                  </a:rPr>
                  <a:t>0000</a:t>
                </a:r>
                <a:endPar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0" name="四角形: 角を丸くする 9">
                <a:extLst>
                  <a:ext uri="{FF2B5EF4-FFF2-40B4-BE49-F238E27FC236}">
                    <a16:creationId xmlns:a16="http://schemas.microsoft.com/office/drawing/2014/main" id="{239D945E-D3DD-47FE-68F4-1BD220EFD7E4}"/>
                  </a:ext>
                </a:extLst>
              </p:cNvPr>
              <p:cNvSpPr/>
              <p:nvPr/>
            </p:nvSpPr>
            <p:spPr>
              <a:xfrm rot="5400000">
                <a:off x="5960059" y="2140764"/>
                <a:ext cx="283112" cy="1747806"/>
              </a:xfrm>
              <a:prstGeom prst="roundRect">
                <a:avLst>
                  <a:gd name="adj" fmla="val 9570"/>
                </a:avLst>
              </a:prstGeom>
              <a:solidFill>
                <a:schemeClr val="accent5"/>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12" name="グループ化 11">
              <a:extLst>
                <a:ext uri="{FF2B5EF4-FFF2-40B4-BE49-F238E27FC236}">
                  <a16:creationId xmlns:a16="http://schemas.microsoft.com/office/drawing/2014/main" id="{55148A7C-797E-8719-2CAC-8279EAF4BE29}"/>
                </a:ext>
              </a:extLst>
            </p:cNvPr>
            <p:cNvGrpSpPr/>
            <p:nvPr/>
          </p:nvGrpSpPr>
          <p:grpSpPr>
            <a:xfrm>
              <a:off x="6277096" y="2699962"/>
              <a:ext cx="2177529" cy="741471"/>
              <a:chOff x="5227712" y="1484774"/>
              <a:chExt cx="1747806" cy="741471"/>
            </a:xfrm>
          </p:grpSpPr>
          <p:sp>
            <p:nvSpPr>
              <p:cNvPr id="14" name="テキスト ボックス 13">
                <a:extLst>
                  <a:ext uri="{FF2B5EF4-FFF2-40B4-BE49-F238E27FC236}">
                    <a16:creationId xmlns:a16="http://schemas.microsoft.com/office/drawing/2014/main" id="{177BB51B-A83C-EEB1-5442-32EEF0574718}"/>
                  </a:ext>
                </a:extLst>
              </p:cNvPr>
              <p:cNvSpPr txBox="1"/>
              <p:nvPr/>
            </p:nvSpPr>
            <p:spPr>
              <a:xfrm>
                <a:off x="5227712" y="1484774"/>
                <a:ext cx="840175" cy="400110"/>
              </a:xfrm>
              <a:prstGeom prst="rect">
                <a:avLst/>
              </a:prstGeom>
              <a:noFill/>
            </p:spPr>
            <p:txBody>
              <a:bodyPr wrap="none" rtlCol="0">
                <a:spAutoFit/>
              </a:bodyPr>
              <a:lstStyle/>
              <a:p>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HP</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a:t>
                </a:r>
                <a:r>
                  <a:rPr lang="en-US" altLang="ja-JP" sz="2000" b="1">
                    <a:solidFill>
                      <a:schemeClr val="tx1">
                        <a:lumMod val="85000"/>
                        <a:lumOff val="15000"/>
                      </a:schemeClr>
                    </a:solidFill>
                    <a:latin typeface="原稿用標準書体" panose="03000503000000000000" pitchFamily="66" charset="-128"/>
                    <a:ea typeface="原稿用標準書体" panose="03000503000000000000" pitchFamily="66" charset="-128"/>
                  </a:rPr>
                  <a:t>0000</a:t>
                </a:r>
                <a:endPar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6" name="四角形: 角を丸くする 15">
                <a:extLst>
                  <a:ext uri="{FF2B5EF4-FFF2-40B4-BE49-F238E27FC236}">
                    <a16:creationId xmlns:a16="http://schemas.microsoft.com/office/drawing/2014/main" id="{EF7E3321-665F-34C3-9C22-A33BDD0DA1CD}"/>
                  </a:ext>
                </a:extLst>
              </p:cNvPr>
              <p:cNvSpPr/>
              <p:nvPr/>
            </p:nvSpPr>
            <p:spPr>
              <a:xfrm rot="5400000">
                <a:off x="5960059" y="1210786"/>
                <a:ext cx="283112" cy="1747806"/>
              </a:xfrm>
              <a:prstGeom prst="roundRect">
                <a:avLst>
                  <a:gd name="adj" fmla="val 9570"/>
                </a:avLst>
              </a:prstGeom>
              <a:solidFill>
                <a:srgbClr val="1CB71D"/>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sp>
        <p:nvSpPr>
          <p:cNvPr id="122" name="二等辺三角形 121">
            <a:extLst>
              <a:ext uri="{FF2B5EF4-FFF2-40B4-BE49-F238E27FC236}">
                <a16:creationId xmlns:a16="http://schemas.microsoft.com/office/drawing/2014/main" id="{2FC07A75-268A-9869-2FD8-510574E3013B}"/>
              </a:ext>
            </a:extLst>
          </p:cNvPr>
          <p:cNvSpPr/>
          <p:nvPr/>
        </p:nvSpPr>
        <p:spPr>
          <a:xfrm rot="5400000">
            <a:off x="8486952" y="3748928"/>
            <a:ext cx="431983" cy="372399"/>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08" name="グループ化 107">
            <a:extLst>
              <a:ext uri="{FF2B5EF4-FFF2-40B4-BE49-F238E27FC236}">
                <a16:creationId xmlns:a16="http://schemas.microsoft.com/office/drawing/2014/main" id="{A2DE66A4-04B9-4DF5-98F8-7B1E870EB499}"/>
              </a:ext>
            </a:extLst>
          </p:cNvPr>
          <p:cNvGrpSpPr/>
          <p:nvPr/>
        </p:nvGrpSpPr>
        <p:grpSpPr>
          <a:xfrm>
            <a:off x="9086477" y="2806197"/>
            <a:ext cx="2177531" cy="2338570"/>
            <a:chOff x="6277096" y="2699962"/>
            <a:chExt cx="2177531" cy="2338570"/>
          </a:xfrm>
        </p:grpSpPr>
        <p:grpSp>
          <p:nvGrpSpPr>
            <p:cNvPr id="109" name="グループ化 108">
              <a:extLst>
                <a:ext uri="{FF2B5EF4-FFF2-40B4-BE49-F238E27FC236}">
                  <a16:creationId xmlns:a16="http://schemas.microsoft.com/office/drawing/2014/main" id="{68C5B339-77EF-1065-F171-36AEF7587F61}"/>
                </a:ext>
              </a:extLst>
            </p:cNvPr>
            <p:cNvGrpSpPr/>
            <p:nvPr/>
          </p:nvGrpSpPr>
          <p:grpSpPr>
            <a:xfrm>
              <a:off x="6277097" y="4298965"/>
              <a:ext cx="2177529" cy="739567"/>
              <a:chOff x="5227712" y="3336557"/>
              <a:chExt cx="1747806" cy="739567"/>
            </a:xfrm>
          </p:grpSpPr>
          <p:sp>
            <p:nvSpPr>
              <p:cNvPr id="116" name="テキスト ボックス 115">
                <a:extLst>
                  <a:ext uri="{FF2B5EF4-FFF2-40B4-BE49-F238E27FC236}">
                    <a16:creationId xmlns:a16="http://schemas.microsoft.com/office/drawing/2014/main" id="{D1A77AAB-D16B-28C9-B860-B2C7B80F852E}"/>
                  </a:ext>
                </a:extLst>
              </p:cNvPr>
              <p:cNvSpPr txBox="1"/>
              <p:nvPr/>
            </p:nvSpPr>
            <p:spPr>
              <a:xfrm>
                <a:off x="5227712" y="3336557"/>
                <a:ext cx="971685" cy="400110"/>
              </a:xfrm>
              <a:prstGeom prst="rect">
                <a:avLst/>
              </a:prstGeom>
              <a:noFill/>
            </p:spPr>
            <p:txBody>
              <a:bodyPr wrap="none" rtlCol="0">
                <a:spAutoFit/>
              </a:bodyPr>
              <a:lstStyle/>
              <a:p>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ATK</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a:t>
                </a:r>
                <a:r>
                  <a:rPr lang="en-US" altLang="ja-JP" sz="2000" b="1">
                    <a:solidFill>
                      <a:srgbClr val="FF00FF"/>
                    </a:solidFill>
                    <a:latin typeface="原稿用標準書体" panose="03000503000000000000" pitchFamily="66" charset="-128"/>
                    <a:ea typeface="原稿用標準書体" panose="03000503000000000000" pitchFamily="66" charset="-128"/>
                  </a:rPr>
                  <a:t>0000</a:t>
                </a:r>
                <a:endParaRPr lang="en-US" altLang="ja-JP" sz="1600" b="1" dirty="0">
                  <a:solidFill>
                    <a:srgbClr val="FF00FF"/>
                  </a:solidFill>
                  <a:latin typeface="原稿用標準書体" panose="03000503000000000000" pitchFamily="66" charset="-128"/>
                  <a:ea typeface="原稿用標準書体" panose="03000503000000000000" pitchFamily="66" charset="-128"/>
                </a:endParaRPr>
              </a:p>
            </p:txBody>
          </p:sp>
          <p:sp>
            <p:nvSpPr>
              <p:cNvPr id="117" name="四角形: 角を丸くする 116">
                <a:extLst>
                  <a:ext uri="{FF2B5EF4-FFF2-40B4-BE49-F238E27FC236}">
                    <a16:creationId xmlns:a16="http://schemas.microsoft.com/office/drawing/2014/main" id="{8A60E17D-F072-0659-60F4-F3A764E164B1}"/>
                  </a:ext>
                </a:extLst>
              </p:cNvPr>
              <p:cNvSpPr/>
              <p:nvPr/>
            </p:nvSpPr>
            <p:spPr>
              <a:xfrm rot="5400000">
                <a:off x="5960059" y="3060665"/>
                <a:ext cx="283112" cy="1747806"/>
              </a:xfrm>
              <a:prstGeom prst="roundRect">
                <a:avLst>
                  <a:gd name="adj" fmla="val 9570"/>
                </a:avLst>
              </a:prstGeom>
              <a:solidFill>
                <a:schemeClr val="accent1"/>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110" name="グループ化 109">
              <a:extLst>
                <a:ext uri="{FF2B5EF4-FFF2-40B4-BE49-F238E27FC236}">
                  <a16:creationId xmlns:a16="http://schemas.microsoft.com/office/drawing/2014/main" id="{80EDA257-30CD-0E3D-D45A-67AF2BC21321}"/>
                </a:ext>
              </a:extLst>
            </p:cNvPr>
            <p:cNvGrpSpPr/>
            <p:nvPr/>
          </p:nvGrpSpPr>
          <p:grpSpPr>
            <a:xfrm>
              <a:off x="6277096" y="3501117"/>
              <a:ext cx="2177531" cy="738164"/>
              <a:chOff x="5227711" y="2418059"/>
              <a:chExt cx="1747807" cy="738164"/>
            </a:xfrm>
          </p:grpSpPr>
          <p:sp>
            <p:nvSpPr>
              <p:cNvPr id="114" name="テキスト ボックス 113">
                <a:extLst>
                  <a:ext uri="{FF2B5EF4-FFF2-40B4-BE49-F238E27FC236}">
                    <a16:creationId xmlns:a16="http://schemas.microsoft.com/office/drawing/2014/main" id="{255D43BE-FC5A-C0C0-AAAA-13F74BA4B0E6}"/>
                  </a:ext>
                </a:extLst>
              </p:cNvPr>
              <p:cNvSpPr txBox="1"/>
              <p:nvPr/>
            </p:nvSpPr>
            <p:spPr>
              <a:xfrm>
                <a:off x="5227711" y="2418059"/>
                <a:ext cx="971685" cy="400110"/>
              </a:xfrm>
              <a:prstGeom prst="rect">
                <a:avLst/>
              </a:prstGeom>
              <a:noFill/>
            </p:spPr>
            <p:txBody>
              <a:bodyPr wrap="none" rtlCol="0">
                <a:spAutoFit/>
              </a:bodyPr>
              <a:lstStyle/>
              <a:p>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SPD</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a:t>
                </a:r>
                <a:r>
                  <a:rPr lang="en-US" altLang="ja-JP" sz="2000" b="1">
                    <a:solidFill>
                      <a:schemeClr val="tx2"/>
                    </a:solidFill>
                    <a:latin typeface="原稿用標準書体" panose="03000503000000000000" pitchFamily="66" charset="-128"/>
                    <a:ea typeface="原稿用標準書体" panose="03000503000000000000" pitchFamily="66" charset="-128"/>
                  </a:rPr>
                  <a:t>0000</a:t>
                </a:r>
                <a:endParaRPr lang="en-US" altLang="ja-JP" sz="1600" b="1" dirty="0">
                  <a:solidFill>
                    <a:schemeClr val="tx2"/>
                  </a:solidFill>
                  <a:latin typeface="原稿用標準書体" panose="03000503000000000000" pitchFamily="66" charset="-128"/>
                  <a:ea typeface="原稿用標準書体" panose="03000503000000000000" pitchFamily="66" charset="-128"/>
                </a:endParaRPr>
              </a:p>
            </p:txBody>
          </p:sp>
          <p:sp>
            <p:nvSpPr>
              <p:cNvPr id="115" name="四角形: 角を丸くする 114">
                <a:extLst>
                  <a:ext uri="{FF2B5EF4-FFF2-40B4-BE49-F238E27FC236}">
                    <a16:creationId xmlns:a16="http://schemas.microsoft.com/office/drawing/2014/main" id="{4C88902D-FD5F-379F-8D19-AFDEB75DAE67}"/>
                  </a:ext>
                </a:extLst>
              </p:cNvPr>
              <p:cNvSpPr/>
              <p:nvPr/>
            </p:nvSpPr>
            <p:spPr>
              <a:xfrm rot="5400000">
                <a:off x="5960059" y="2140764"/>
                <a:ext cx="283112" cy="1747806"/>
              </a:xfrm>
              <a:prstGeom prst="roundRect">
                <a:avLst>
                  <a:gd name="adj" fmla="val 9570"/>
                </a:avLst>
              </a:prstGeom>
              <a:solidFill>
                <a:schemeClr val="accent5"/>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111" name="グループ化 110">
              <a:extLst>
                <a:ext uri="{FF2B5EF4-FFF2-40B4-BE49-F238E27FC236}">
                  <a16:creationId xmlns:a16="http://schemas.microsoft.com/office/drawing/2014/main" id="{9EFE4460-9D17-A2C6-B8D1-A5354BB5321D}"/>
                </a:ext>
              </a:extLst>
            </p:cNvPr>
            <p:cNvGrpSpPr/>
            <p:nvPr/>
          </p:nvGrpSpPr>
          <p:grpSpPr>
            <a:xfrm>
              <a:off x="6277096" y="2699962"/>
              <a:ext cx="2177529" cy="741471"/>
              <a:chOff x="5227712" y="1484774"/>
              <a:chExt cx="1747806" cy="741471"/>
            </a:xfrm>
          </p:grpSpPr>
          <p:sp>
            <p:nvSpPr>
              <p:cNvPr id="112" name="テキスト ボックス 111">
                <a:extLst>
                  <a:ext uri="{FF2B5EF4-FFF2-40B4-BE49-F238E27FC236}">
                    <a16:creationId xmlns:a16="http://schemas.microsoft.com/office/drawing/2014/main" id="{F48BD7A0-7C18-A9EC-E9A3-7087F71035B5}"/>
                  </a:ext>
                </a:extLst>
              </p:cNvPr>
              <p:cNvSpPr txBox="1"/>
              <p:nvPr/>
            </p:nvSpPr>
            <p:spPr>
              <a:xfrm>
                <a:off x="5227712" y="1484774"/>
                <a:ext cx="889339" cy="400110"/>
              </a:xfrm>
              <a:prstGeom prst="rect">
                <a:avLst/>
              </a:prstGeom>
              <a:noFill/>
            </p:spPr>
            <p:txBody>
              <a:bodyPr wrap="none" rtlCol="0">
                <a:spAutoFit/>
              </a:bodyPr>
              <a:lstStyle/>
              <a:p>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HP</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a:t>
                </a:r>
                <a:r>
                  <a:rPr lang="en-US" altLang="ja-JP" sz="2000" b="1">
                    <a:solidFill>
                      <a:srgbClr val="FF00FF"/>
                    </a:solidFill>
                    <a:latin typeface="原稿用標準書体" panose="03000503000000000000" pitchFamily="66" charset="-128"/>
                    <a:ea typeface="原稿用標準書体" panose="03000503000000000000" pitchFamily="66" charset="-128"/>
                  </a:rPr>
                  <a:t>0000</a:t>
                </a:r>
                <a:endParaRPr lang="en-US" altLang="ja-JP" sz="1600" b="1" dirty="0">
                  <a:solidFill>
                    <a:srgbClr val="FF00FF"/>
                  </a:solidFill>
                  <a:latin typeface="原稿用標準書体" panose="03000503000000000000" pitchFamily="66" charset="-128"/>
                  <a:ea typeface="原稿用標準書体" panose="03000503000000000000" pitchFamily="66" charset="-128"/>
                </a:endParaRPr>
              </a:p>
            </p:txBody>
          </p:sp>
          <p:sp>
            <p:nvSpPr>
              <p:cNvPr id="113" name="四角形: 角を丸くする 112">
                <a:extLst>
                  <a:ext uri="{FF2B5EF4-FFF2-40B4-BE49-F238E27FC236}">
                    <a16:creationId xmlns:a16="http://schemas.microsoft.com/office/drawing/2014/main" id="{DF861439-6E75-0FA4-11AB-457A7E42C131}"/>
                  </a:ext>
                </a:extLst>
              </p:cNvPr>
              <p:cNvSpPr/>
              <p:nvPr/>
            </p:nvSpPr>
            <p:spPr>
              <a:xfrm rot="5400000">
                <a:off x="5960059" y="1210786"/>
                <a:ext cx="283112" cy="1747806"/>
              </a:xfrm>
              <a:prstGeom prst="roundRect">
                <a:avLst>
                  <a:gd name="adj" fmla="val 9570"/>
                </a:avLst>
              </a:prstGeom>
              <a:solidFill>
                <a:srgbClr val="1CB71D"/>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sp>
        <p:nvSpPr>
          <p:cNvPr id="126" name="四角形: 角を丸くする 125">
            <a:extLst>
              <a:ext uri="{FF2B5EF4-FFF2-40B4-BE49-F238E27FC236}">
                <a16:creationId xmlns:a16="http://schemas.microsoft.com/office/drawing/2014/main" id="{A4B04B0A-9D98-A7A2-3303-5A7864E278B5}"/>
              </a:ext>
            </a:extLst>
          </p:cNvPr>
          <p:cNvSpPr/>
          <p:nvPr/>
        </p:nvSpPr>
        <p:spPr>
          <a:xfrm rot="5400000">
            <a:off x="10997349" y="3282534"/>
            <a:ext cx="283112" cy="238905"/>
          </a:xfrm>
          <a:prstGeom prst="roundRect">
            <a:avLst>
              <a:gd name="adj" fmla="val 9570"/>
            </a:avLst>
          </a:prstGeom>
          <a:solidFill>
            <a:schemeClr val="tx2"/>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34" name="四角形: 上の 2 つの角を丸める 133">
            <a:extLst>
              <a:ext uri="{FF2B5EF4-FFF2-40B4-BE49-F238E27FC236}">
                <a16:creationId xmlns:a16="http://schemas.microsoft.com/office/drawing/2014/main" id="{3C9B36F2-96F2-C236-769D-7CE536FE255A}"/>
              </a:ext>
            </a:extLst>
          </p:cNvPr>
          <p:cNvSpPr/>
          <p:nvPr/>
        </p:nvSpPr>
        <p:spPr>
          <a:xfrm flipV="1">
            <a:off x="5782784" y="5429608"/>
            <a:ext cx="5866298" cy="906664"/>
          </a:xfrm>
          <a:prstGeom prst="round2SameRect">
            <a:avLst/>
          </a:prstGeom>
          <a:solidFill>
            <a:schemeClr val="accent2">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31" name="グループ化 30">
            <a:extLst>
              <a:ext uri="{FF2B5EF4-FFF2-40B4-BE49-F238E27FC236}">
                <a16:creationId xmlns:a16="http://schemas.microsoft.com/office/drawing/2014/main" id="{46310A28-DDB2-FBD7-FF50-DCF38CEA3AD1}"/>
              </a:ext>
            </a:extLst>
          </p:cNvPr>
          <p:cNvGrpSpPr/>
          <p:nvPr/>
        </p:nvGrpSpPr>
        <p:grpSpPr>
          <a:xfrm>
            <a:off x="8659199" y="5584728"/>
            <a:ext cx="2109311" cy="568256"/>
            <a:chOff x="9255191" y="5584728"/>
            <a:chExt cx="2109311" cy="568256"/>
          </a:xfrm>
        </p:grpSpPr>
        <p:sp>
          <p:nvSpPr>
            <p:cNvPr id="69" name="四角形: 角を丸くする 68">
              <a:extLst>
                <a:ext uri="{FF2B5EF4-FFF2-40B4-BE49-F238E27FC236}">
                  <a16:creationId xmlns:a16="http://schemas.microsoft.com/office/drawing/2014/main" id="{78A37E88-6D2E-E0FF-3D0A-E2FFAE2B2E11}"/>
                </a:ext>
              </a:extLst>
            </p:cNvPr>
            <p:cNvSpPr/>
            <p:nvPr/>
          </p:nvSpPr>
          <p:spPr>
            <a:xfrm>
              <a:off x="9750590" y="5649028"/>
              <a:ext cx="1162460" cy="496239"/>
            </a:xfrm>
            <a:prstGeom prst="roundRect">
              <a:avLst/>
            </a:prstGeom>
            <a:solidFill>
              <a:schemeClr val="accent6"/>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強化</a:t>
              </a:r>
            </a:p>
          </p:txBody>
        </p:sp>
        <p:grpSp>
          <p:nvGrpSpPr>
            <p:cNvPr id="87" name="グループ化 86">
              <a:extLst>
                <a:ext uri="{FF2B5EF4-FFF2-40B4-BE49-F238E27FC236}">
                  <a16:creationId xmlns:a16="http://schemas.microsoft.com/office/drawing/2014/main" id="{2B628262-7E0D-7CF5-54CE-1D135EA87519}"/>
                </a:ext>
              </a:extLst>
            </p:cNvPr>
            <p:cNvGrpSpPr/>
            <p:nvPr/>
          </p:nvGrpSpPr>
          <p:grpSpPr>
            <a:xfrm>
              <a:off x="10894733" y="5584728"/>
              <a:ext cx="469769" cy="568256"/>
              <a:chOff x="9599351" y="4038823"/>
              <a:chExt cx="484632" cy="537478"/>
            </a:xfrm>
          </p:grpSpPr>
          <p:sp>
            <p:nvSpPr>
              <p:cNvPr id="95" name="矢印: 山形 94">
                <a:extLst>
                  <a:ext uri="{FF2B5EF4-FFF2-40B4-BE49-F238E27FC236}">
                    <a16:creationId xmlns:a16="http://schemas.microsoft.com/office/drawing/2014/main" id="{64DBAF02-6F0F-56BF-2FDE-4636E8CCFE34}"/>
                  </a:ext>
                </a:extLst>
              </p:cNvPr>
              <p:cNvSpPr/>
              <p:nvPr/>
            </p:nvSpPr>
            <p:spPr>
              <a:xfrm>
                <a:off x="9599351" y="4091669"/>
                <a:ext cx="484632" cy="484632"/>
              </a:xfrm>
              <a:prstGeom prst="chevron">
                <a:avLst>
                  <a:gd name="adj" fmla="val 17764"/>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96" name="テキスト ボックス 95">
                <a:extLst>
                  <a:ext uri="{FF2B5EF4-FFF2-40B4-BE49-F238E27FC236}">
                    <a16:creationId xmlns:a16="http://schemas.microsoft.com/office/drawing/2014/main" id="{32F29558-7B1B-EF31-CCCA-22CB14AD094D}"/>
                  </a:ext>
                </a:extLst>
              </p:cNvPr>
              <p:cNvSpPr txBox="1"/>
              <p:nvPr/>
            </p:nvSpPr>
            <p:spPr>
              <a:xfrm>
                <a:off x="9673351" y="4038823"/>
                <a:ext cx="364202" cy="523220"/>
              </a:xfrm>
              <a:prstGeom prst="rect">
                <a:avLst/>
              </a:prstGeom>
              <a:noFill/>
            </p:spPr>
            <p:txBody>
              <a:bodyPr wrap="none" rtlCol="0">
                <a:spAutoFit/>
              </a:bodyPr>
              <a:lstStyle/>
              <a:p>
                <a:r>
                  <a:rPr kumimoji="1" lang="en-US" altLang="ja-JP" sz="2800">
                    <a:latin typeface="原稿用標準書体" panose="03000503000000000000" pitchFamily="66" charset="-128"/>
                    <a:ea typeface="原稿用標準書体" panose="03000503000000000000" pitchFamily="66" charset="-128"/>
                  </a:rPr>
                  <a:t>+</a:t>
                </a:r>
                <a:endParaRPr kumimoji="1" lang="ja-JP" altLang="en-US" sz="2800">
                  <a:latin typeface="原稿用標準書体" panose="03000503000000000000" pitchFamily="66" charset="-128"/>
                  <a:ea typeface="原稿用標準書体" panose="03000503000000000000" pitchFamily="66" charset="-128"/>
                </a:endParaRPr>
              </a:p>
            </p:txBody>
          </p:sp>
        </p:grpSp>
        <p:grpSp>
          <p:nvGrpSpPr>
            <p:cNvPr id="89" name="グループ化 88">
              <a:extLst>
                <a:ext uri="{FF2B5EF4-FFF2-40B4-BE49-F238E27FC236}">
                  <a16:creationId xmlns:a16="http://schemas.microsoft.com/office/drawing/2014/main" id="{6E4C5A16-C603-8214-FBE4-0CEEA13E8CEF}"/>
                </a:ext>
              </a:extLst>
            </p:cNvPr>
            <p:cNvGrpSpPr/>
            <p:nvPr/>
          </p:nvGrpSpPr>
          <p:grpSpPr>
            <a:xfrm flipH="1">
              <a:off x="9255191" y="5584728"/>
              <a:ext cx="527064" cy="568256"/>
              <a:chOff x="9571929" y="4038823"/>
              <a:chExt cx="543739" cy="537478"/>
            </a:xfrm>
          </p:grpSpPr>
          <p:sp>
            <p:nvSpPr>
              <p:cNvPr id="93" name="矢印: 山形 92">
                <a:extLst>
                  <a:ext uri="{FF2B5EF4-FFF2-40B4-BE49-F238E27FC236}">
                    <a16:creationId xmlns:a16="http://schemas.microsoft.com/office/drawing/2014/main" id="{1219EE66-2A81-EB96-19A0-1DCAC57E87B4}"/>
                  </a:ext>
                </a:extLst>
              </p:cNvPr>
              <p:cNvSpPr/>
              <p:nvPr/>
            </p:nvSpPr>
            <p:spPr>
              <a:xfrm>
                <a:off x="9599351" y="4091669"/>
                <a:ext cx="484632" cy="484632"/>
              </a:xfrm>
              <a:prstGeom prst="chevron">
                <a:avLst>
                  <a:gd name="adj" fmla="val 17764"/>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94" name="テキスト ボックス 93">
                <a:extLst>
                  <a:ext uri="{FF2B5EF4-FFF2-40B4-BE49-F238E27FC236}">
                    <a16:creationId xmlns:a16="http://schemas.microsoft.com/office/drawing/2014/main" id="{0CB53AC1-7028-74B1-5C72-BD4B848FF1CD}"/>
                  </a:ext>
                </a:extLst>
              </p:cNvPr>
              <p:cNvSpPr txBox="1"/>
              <p:nvPr/>
            </p:nvSpPr>
            <p:spPr>
              <a:xfrm>
                <a:off x="9571929" y="4038823"/>
                <a:ext cx="543739" cy="523220"/>
              </a:xfrm>
              <a:prstGeom prst="rect">
                <a:avLst/>
              </a:prstGeom>
              <a:noFill/>
            </p:spPr>
            <p:txBody>
              <a:bodyPr wrap="none" rtlCol="0">
                <a:spAutoFit/>
              </a:bodyPr>
              <a:lstStyle/>
              <a:p>
                <a:r>
                  <a:rPr kumimoji="1" lang="ja-JP" altLang="en-US" sz="2800">
                    <a:latin typeface="原稿用標準書体" panose="03000503000000000000" pitchFamily="66" charset="-128"/>
                    <a:ea typeface="原稿用標準書体" panose="03000503000000000000" pitchFamily="66" charset="-128"/>
                  </a:rPr>
                  <a:t>－</a:t>
                </a:r>
              </a:p>
            </p:txBody>
          </p:sp>
        </p:grpSp>
      </p:grpSp>
      <p:sp>
        <p:nvSpPr>
          <p:cNvPr id="80" name="四角形: 角を丸くする 79">
            <a:extLst>
              <a:ext uri="{FF2B5EF4-FFF2-40B4-BE49-F238E27FC236}">
                <a16:creationId xmlns:a16="http://schemas.microsoft.com/office/drawing/2014/main" id="{FF0F6729-03AA-FCBE-A18A-224C17C7DE04}"/>
              </a:ext>
            </a:extLst>
          </p:cNvPr>
          <p:cNvSpPr/>
          <p:nvPr/>
        </p:nvSpPr>
        <p:spPr>
          <a:xfrm>
            <a:off x="6894957" y="5561459"/>
            <a:ext cx="1431954" cy="657068"/>
          </a:xfrm>
          <a:prstGeom prst="round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1" name="テキスト ボックス 80">
            <a:extLst>
              <a:ext uri="{FF2B5EF4-FFF2-40B4-BE49-F238E27FC236}">
                <a16:creationId xmlns:a16="http://schemas.microsoft.com/office/drawing/2014/main" id="{CA691327-BEB1-1811-2D69-7769D227FE85}"/>
              </a:ext>
            </a:extLst>
          </p:cNvPr>
          <p:cNvSpPr txBox="1"/>
          <p:nvPr/>
        </p:nvSpPr>
        <p:spPr>
          <a:xfrm>
            <a:off x="7297238" y="5718861"/>
            <a:ext cx="1039469" cy="338554"/>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消費数</a:t>
            </a:r>
            <a:r>
              <a:rPr lang="ja-JP" altLang="en-US" sz="1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 </a:t>
            </a:r>
            <a:r>
              <a:rPr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a:t>
            </a:r>
            <a:endPar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42" name="グループ化 41">
            <a:extLst>
              <a:ext uri="{FF2B5EF4-FFF2-40B4-BE49-F238E27FC236}">
                <a16:creationId xmlns:a16="http://schemas.microsoft.com/office/drawing/2014/main" id="{3E2023F6-4F0B-A118-3C0D-479862A444E8}"/>
              </a:ext>
            </a:extLst>
          </p:cNvPr>
          <p:cNvGrpSpPr/>
          <p:nvPr/>
        </p:nvGrpSpPr>
        <p:grpSpPr>
          <a:xfrm>
            <a:off x="5776875" y="1448425"/>
            <a:ext cx="5864380" cy="584355"/>
            <a:chOff x="5776875" y="1448425"/>
            <a:chExt cx="5864380" cy="584355"/>
          </a:xfrm>
        </p:grpSpPr>
        <p:grpSp>
          <p:nvGrpSpPr>
            <p:cNvPr id="147" name="グループ化 146">
              <a:extLst>
                <a:ext uri="{FF2B5EF4-FFF2-40B4-BE49-F238E27FC236}">
                  <a16:creationId xmlns:a16="http://schemas.microsoft.com/office/drawing/2014/main" id="{1193AD6F-613D-9779-FCBD-92BE4D0F38D0}"/>
                </a:ext>
              </a:extLst>
            </p:cNvPr>
            <p:cNvGrpSpPr/>
            <p:nvPr/>
          </p:nvGrpSpPr>
          <p:grpSpPr>
            <a:xfrm>
              <a:off x="5776875" y="1454761"/>
              <a:ext cx="5864380" cy="578019"/>
              <a:chOff x="5776875" y="1454761"/>
              <a:chExt cx="5864380" cy="578019"/>
            </a:xfrm>
          </p:grpSpPr>
          <p:grpSp>
            <p:nvGrpSpPr>
              <p:cNvPr id="43" name="グループ化 42">
                <a:extLst>
                  <a:ext uri="{FF2B5EF4-FFF2-40B4-BE49-F238E27FC236}">
                    <a16:creationId xmlns:a16="http://schemas.microsoft.com/office/drawing/2014/main" id="{205F78C9-C551-FBD8-9041-790303F461E6}"/>
                  </a:ext>
                </a:extLst>
              </p:cNvPr>
              <p:cNvGrpSpPr/>
              <p:nvPr/>
            </p:nvGrpSpPr>
            <p:grpSpPr>
              <a:xfrm>
                <a:off x="5776875" y="1454761"/>
                <a:ext cx="5864380" cy="578019"/>
                <a:chOff x="1151428" y="1663429"/>
                <a:chExt cx="10129383" cy="553330"/>
              </a:xfrm>
            </p:grpSpPr>
            <p:sp>
              <p:nvSpPr>
                <p:cNvPr id="44" name="四角形: 上の 2 つの角を丸める 43">
                  <a:extLst>
                    <a:ext uri="{FF2B5EF4-FFF2-40B4-BE49-F238E27FC236}">
                      <a16:creationId xmlns:a16="http://schemas.microsoft.com/office/drawing/2014/main" id="{6856DC82-485E-09B9-035D-EFE12F735664}"/>
                    </a:ext>
                  </a:extLst>
                </p:cNvPr>
                <p:cNvSpPr/>
                <p:nvPr/>
              </p:nvSpPr>
              <p:spPr>
                <a:xfrm>
                  <a:off x="1151428" y="1663429"/>
                  <a:ext cx="2977106" cy="553330"/>
                </a:xfrm>
                <a:prstGeom prst="round2SameRect">
                  <a:avLst/>
                </a:prstGeom>
                <a:solidFill>
                  <a:srgbClr val="7C559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46" name="四角形: 上の 2 つの角を丸める 45">
                  <a:extLst>
                    <a:ext uri="{FF2B5EF4-FFF2-40B4-BE49-F238E27FC236}">
                      <a16:creationId xmlns:a16="http://schemas.microsoft.com/office/drawing/2014/main" id="{5B52E4F2-F488-2230-7834-9619F2D4A0D2}"/>
                    </a:ext>
                  </a:extLst>
                </p:cNvPr>
                <p:cNvSpPr/>
                <p:nvPr/>
              </p:nvSpPr>
              <p:spPr>
                <a:xfrm>
                  <a:off x="8303705" y="1663429"/>
                  <a:ext cx="2977106" cy="553330"/>
                </a:xfrm>
                <a:prstGeom prst="round2SameRect">
                  <a:avLst/>
                </a:prstGeom>
                <a:solidFill>
                  <a:srgbClr val="D9D9D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9" name="テキスト ボックス 8">
                <a:extLst>
                  <a:ext uri="{FF2B5EF4-FFF2-40B4-BE49-F238E27FC236}">
                    <a16:creationId xmlns:a16="http://schemas.microsoft.com/office/drawing/2014/main" id="{2EFFFEF5-60B3-162C-3515-95E16A4447F1}"/>
                  </a:ext>
                </a:extLst>
              </p:cNvPr>
              <p:cNvSpPr txBox="1"/>
              <p:nvPr/>
            </p:nvSpPr>
            <p:spPr>
              <a:xfrm>
                <a:off x="10045928" y="1521142"/>
                <a:ext cx="1467069" cy="400110"/>
              </a:xfrm>
              <a:prstGeom prst="rect">
                <a:avLst/>
              </a:prstGeom>
              <a:noFill/>
            </p:spPr>
            <p:txBody>
              <a:bodyPr wrap="none" rtlCol="0">
                <a:spAutoFit/>
              </a:bodyPr>
              <a:lstStyle/>
              <a:p>
                <a:pPr algn="ctr"/>
                <a:r>
                  <a:rPr lang="ja-JP" altLang="en-US" sz="2000">
                    <a:solidFill>
                      <a:srgbClr val="7C5599"/>
                    </a:solidFill>
                    <a:latin typeface="原稿用標準書体" panose="03000503000000000000" pitchFamily="66" charset="-128"/>
                    <a:ea typeface="原稿用標準書体" panose="03000503000000000000" pitchFamily="66" charset="-128"/>
                  </a:rPr>
                  <a:t>超ドリンク</a:t>
                </a:r>
                <a:endParaRPr lang="ja-JP" altLang="en-US" sz="2000" dirty="0">
                  <a:solidFill>
                    <a:srgbClr val="7C5599"/>
                  </a:solidFill>
                  <a:latin typeface="原稿用標準書体" panose="03000503000000000000" pitchFamily="66" charset="-128"/>
                  <a:ea typeface="原稿用標準書体" panose="03000503000000000000" pitchFamily="66" charset="-128"/>
                </a:endParaRPr>
              </a:p>
            </p:txBody>
          </p:sp>
          <p:sp>
            <p:nvSpPr>
              <p:cNvPr id="15" name="テキスト ボックス 14">
                <a:extLst>
                  <a:ext uri="{FF2B5EF4-FFF2-40B4-BE49-F238E27FC236}">
                    <a16:creationId xmlns:a16="http://schemas.microsoft.com/office/drawing/2014/main" id="{43294A71-82AF-46E9-4FA5-2B43DA7012CC}"/>
                  </a:ext>
                </a:extLst>
              </p:cNvPr>
              <p:cNvSpPr txBox="1"/>
              <p:nvPr/>
            </p:nvSpPr>
            <p:spPr>
              <a:xfrm>
                <a:off x="6161616" y="1519921"/>
                <a:ext cx="954107" cy="406432"/>
              </a:xfrm>
              <a:prstGeom prst="rect">
                <a:avLst/>
              </a:prstGeom>
              <a:noFill/>
            </p:spPr>
            <p:txBody>
              <a:bodyPr wrap="none" rtlCol="0">
                <a:spAutoFit/>
              </a:bodyPr>
              <a:lstStyle/>
              <a:p>
                <a:pPr algn="ctr"/>
                <a:r>
                  <a:rPr lang="ja-JP" altLang="en-US" sz="2000">
                    <a:solidFill>
                      <a:schemeClr val="bg1">
                        <a:lumMod val="95000"/>
                      </a:schemeClr>
                    </a:solidFill>
                    <a:latin typeface="原稿用標準書体" panose="03000503000000000000" pitchFamily="66" charset="-128"/>
                    <a:ea typeface="原稿用標準書体" panose="03000503000000000000" pitchFamily="66" charset="-128"/>
                  </a:rPr>
                  <a:t>レベル</a:t>
                </a:r>
                <a:endPar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sp>
          <p:nvSpPr>
            <p:cNvPr id="39" name="四角形: 上の 2 つの角を丸める 38">
              <a:extLst>
                <a:ext uri="{FF2B5EF4-FFF2-40B4-BE49-F238E27FC236}">
                  <a16:creationId xmlns:a16="http://schemas.microsoft.com/office/drawing/2014/main" id="{F4B2D7D3-DFB2-66C4-3A95-C367A2E9AF25}"/>
                </a:ext>
              </a:extLst>
            </p:cNvPr>
            <p:cNvSpPr/>
            <p:nvPr/>
          </p:nvSpPr>
          <p:spPr>
            <a:xfrm>
              <a:off x="7859171" y="1448425"/>
              <a:ext cx="1723588" cy="578019"/>
            </a:xfrm>
            <a:prstGeom prst="round2SameRect">
              <a:avLst/>
            </a:prstGeom>
            <a:solidFill>
              <a:schemeClr val="accent6">
                <a:lumMod val="60000"/>
                <a:lumOff val="4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1" name="テキスト ボックス 40">
              <a:extLst>
                <a:ext uri="{FF2B5EF4-FFF2-40B4-BE49-F238E27FC236}">
                  <a16:creationId xmlns:a16="http://schemas.microsoft.com/office/drawing/2014/main" id="{52656DDE-9AE5-AD4F-AD73-490E381A8203}"/>
                </a:ext>
              </a:extLst>
            </p:cNvPr>
            <p:cNvSpPr txBox="1"/>
            <p:nvPr/>
          </p:nvSpPr>
          <p:spPr>
            <a:xfrm>
              <a:off x="8115671" y="1527386"/>
              <a:ext cx="1210588" cy="400110"/>
            </a:xfrm>
            <a:prstGeom prst="rect">
              <a:avLst/>
            </a:prstGeom>
            <a:noFill/>
          </p:spPr>
          <p:txBody>
            <a:bodyPr wrap="none" rtlCol="0">
              <a:spAutoFit/>
            </a:bodyPr>
            <a:lstStyle/>
            <a:p>
              <a:pPr algn="ctr"/>
              <a:r>
                <a:rPr lang="ja-JP" altLang="en-US" sz="2000">
                  <a:solidFill>
                    <a:schemeClr val="bg1">
                      <a:lumMod val="95000"/>
                    </a:schemeClr>
                  </a:solidFill>
                  <a:latin typeface="原稿用標準書体" panose="03000503000000000000" pitchFamily="66" charset="-128"/>
                  <a:ea typeface="原稿用標準書体" panose="03000503000000000000" pitchFamily="66" charset="-128"/>
                </a:rPr>
                <a:t>才能開花</a:t>
              </a:r>
              <a:endPar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sp>
        <p:nvSpPr>
          <p:cNvPr id="32" name="四角形: 角を丸くする 31">
            <a:extLst>
              <a:ext uri="{FF2B5EF4-FFF2-40B4-BE49-F238E27FC236}">
                <a16:creationId xmlns:a16="http://schemas.microsoft.com/office/drawing/2014/main" id="{97E467E5-C52A-E5CF-DE2E-4F0ECAFEB564}"/>
              </a:ext>
            </a:extLst>
          </p:cNvPr>
          <p:cNvSpPr/>
          <p:nvPr/>
        </p:nvSpPr>
        <p:spPr>
          <a:xfrm rot="5400000">
            <a:off x="10993657" y="4088634"/>
            <a:ext cx="283112" cy="238905"/>
          </a:xfrm>
          <a:prstGeom prst="roundRect">
            <a:avLst>
              <a:gd name="adj" fmla="val 9570"/>
            </a:avLst>
          </a:prstGeom>
          <a:solidFill>
            <a:schemeClr val="tx2"/>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34" name="四角形: 角を丸くする 33">
            <a:extLst>
              <a:ext uri="{FF2B5EF4-FFF2-40B4-BE49-F238E27FC236}">
                <a16:creationId xmlns:a16="http://schemas.microsoft.com/office/drawing/2014/main" id="{A7F5870D-DBC0-845A-21AF-36A2D2EA3227}"/>
              </a:ext>
            </a:extLst>
          </p:cNvPr>
          <p:cNvSpPr/>
          <p:nvPr/>
        </p:nvSpPr>
        <p:spPr>
          <a:xfrm rot="5400000">
            <a:off x="10993657" y="4883760"/>
            <a:ext cx="283112" cy="238905"/>
          </a:xfrm>
          <a:prstGeom prst="roundRect">
            <a:avLst>
              <a:gd name="adj" fmla="val 9570"/>
            </a:avLst>
          </a:prstGeom>
          <a:solidFill>
            <a:schemeClr val="tx2"/>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pic>
        <p:nvPicPr>
          <p:cNvPr id="40" name="図 39">
            <a:extLst>
              <a:ext uri="{FF2B5EF4-FFF2-40B4-BE49-F238E27FC236}">
                <a16:creationId xmlns:a16="http://schemas.microsoft.com/office/drawing/2014/main" id="{CE0701D0-0BC6-5C01-1CB5-3D9EB227E357}"/>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6881823" y="5549756"/>
            <a:ext cx="656979" cy="656979"/>
          </a:xfrm>
          <a:prstGeom prst="rect">
            <a:avLst/>
          </a:prstGeom>
        </p:spPr>
      </p:pic>
      <p:sp>
        <p:nvSpPr>
          <p:cNvPr id="19" name="四角形: 角を丸くする 18">
            <a:extLst>
              <a:ext uri="{FF2B5EF4-FFF2-40B4-BE49-F238E27FC236}">
                <a16:creationId xmlns:a16="http://schemas.microsoft.com/office/drawing/2014/main" id="{07F511E2-3FE3-0263-7578-6CA03680C8F8}"/>
              </a:ext>
            </a:extLst>
          </p:cNvPr>
          <p:cNvSpPr/>
          <p:nvPr/>
        </p:nvSpPr>
        <p:spPr>
          <a:xfrm>
            <a:off x="9879057" y="2145699"/>
            <a:ext cx="782986" cy="426944"/>
          </a:xfrm>
          <a:prstGeom prst="roundRect">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kumimoji="1" lang="ja-JP" altLang="en-US" sz="1600">
                <a:solidFill>
                  <a:srgbClr val="7030A0"/>
                </a:solidFill>
                <a:latin typeface="原稿用標準書体" panose="03000503000000000000" pitchFamily="66" charset="-128"/>
                <a:ea typeface="原稿用標準書体" panose="03000503000000000000" pitchFamily="66" charset="-128"/>
              </a:rPr>
              <a:t>購入</a:t>
            </a:r>
          </a:p>
        </p:txBody>
      </p:sp>
      <p:grpSp>
        <p:nvGrpSpPr>
          <p:cNvPr id="33" name="グループ化 32">
            <a:extLst>
              <a:ext uri="{FF2B5EF4-FFF2-40B4-BE49-F238E27FC236}">
                <a16:creationId xmlns:a16="http://schemas.microsoft.com/office/drawing/2014/main" id="{6336D87D-CFDA-B6D2-E68D-AD1B6CE3B9E0}"/>
              </a:ext>
            </a:extLst>
          </p:cNvPr>
          <p:cNvGrpSpPr/>
          <p:nvPr/>
        </p:nvGrpSpPr>
        <p:grpSpPr>
          <a:xfrm>
            <a:off x="10692936" y="2090378"/>
            <a:ext cx="404169" cy="488904"/>
            <a:chOff x="9599351" y="4038823"/>
            <a:chExt cx="484632" cy="537478"/>
          </a:xfrm>
        </p:grpSpPr>
        <p:sp>
          <p:nvSpPr>
            <p:cNvPr id="45" name="矢印: 山形 44">
              <a:extLst>
                <a:ext uri="{FF2B5EF4-FFF2-40B4-BE49-F238E27FC236}">
                  <a16:creationId xmlns:a16="http://schemas.microsoft.com/office/drawing/2014/main" id="{14370A7D-FB95-4B1C-3C83-A5AB7DE41CAA}"/>
                </a:ext>
              </a:extLst>
            </p:cNvPr>
            <p:cNvSpPr/>
            <p:nvPr/>
          </p:nvSpPr>
          <p:spPr>
            <a:xfrm>
              <a:off x="9599351" y="4091669"/>
              <a:ext cx="484632" cy="484632"/>
            </a:xfrm>
            <a:prstGeom prst="chevron">
              <a:avLst>
                <a:gd name="adj" fmla="val 17764"/>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49" name="テキスト ボックス 48">
              <a:extLst>
                <a:ext uri="{FF2B5EF4-FFF2-40B4-BE49-F238E27FC236}">
                  <a16:creationId xmlns:a16="http://schemas.microsoft.com/office/drawing/2014/main" id="{DD0DDCDE-7CC6-9E67-014C-EFB2FDB72B66}"/>
                </a:ext>
              </a:extLst>
            </p:cNvPr>
            <p:cNvSpPr txBox="1"/>
            <p:nvPr/>
          </p:nvSpPr>
          <p:spPr>
            <a:xfrm>
              <a:off x="9673351" y="4038823"/>
              <a:ext cx="349265" cy="436660"/>
            </a:xfrm>
            <a:prstGeom prst="rect">
              <a:avLst/>
            </a:prstGeom>
            <a:noFill/>
          </p:spPr>
          <p:txBody>
            <a:bodyPr wrap="none" rtlCol="0">
              <a:spAutoFit/>
            </a:bodyPr>
            <a:lstStyle/>
            <a:p>
              <a:r>
                <a:rPr kumimoji="1" lang="en-US" altLang="ja-JP" sz="2400">
                  <a:latin typeface="原稿用標準書体" panose="03000503000000000000" pitchFamily="66" charset="-128"/>
                  <a:ea typeface="原稿用標準書体" panose="03000503000000000000" pitchFamily="66" charset="-128"/>
                </a:rPr>
                <a:t>+</a:t>
              </a:r>
              <a:endParaRPr kumimoji="1" lang="ja-JP" altLang="en-US" sz="2400">
                <a:latin typeface="原稿用標準書体" panose="03000503000000000000" pitchFamily="66" charset="-128"/>
                <a:ea typeface="原稿用標準書体" panose="03000503000000000000" pitchFamily="66" charset="-128"/>
              </a:endParaRPr>
            </a:p>
          </p:txBody>
        </p:sp>
      </p:grpSp>
      <p:grpSp>
        <p:nvGrpSpPr>
          <p:cNvPr id="35" name="グループ化 34">
            <a:extLst>
              <a:ext uri="{FF2B5EF4-FFF2-40B4-BE49-F238E27FC236}">
                <a16:creationId xmlns:a16="http://schemas.microsoft.com/office/drawing/2014/main" id="{B5E72DE7-F74F-4DCE-8672-D27640406F8B}"/>
              </a:ext>
            </a:extLst>
          </p:cNvPr>
          <p:cNvGrpSpPr/>
          <p:nvPr/>
        </p:nvGrpSpPr>
        <p:grpSpPr>
          <a:xfrm flipH="1">
            <a:off x="8573204" y="2090378"/>
            <a:ext cx="430594" cy="488904"/>
            <a:chOff x="9599351" y="4038823"/>
            <a:chExt cx="516317" cy="537478"/>
          </a:xfrm>
        </p:grpSpPr>
        <p:sp>
          <p:nvSpPr>
            <p:cNvPr id="36" name="矢印: 山形 35">
              <a:extLst>
                <a:ext uri="{FF2B5EF4-FFF2-40B4-BE49-F238E27FC236}">
                  <a16:creationId xmlns:a16="http://schemas.microsoft.com/office/drawing/2014/main" id="{45659354-8129-505B-F654-AB7090502E30}"/>
                </a:ext>
              </a:extLst>
            </p:cNvPr>
            <p:cNvSpPr/>
            <p:nvPr/>
          </p:nvSpPr>
          <p:spPr>
            <a:xfrm>
              <a:off x="9599351" y="4091669"/>
              <a:ext cx="484632" cy="484632"/>
            </a:xfrm>
            <a:prstGeom prst="chevron">
              <a:avLst>
                <a:gd name="adj" fmla="val 17764"/>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37" name="テキスト ボックス 36">
              <a:extLst>
                <a:ext uri="{FF2B5EF4-FFF2-40B4-BE49-F238E27FC236}">
                  <a16:creationId xmlns:a16="http://schemas.microsoft.com/office/drawing/2014/main" id="{145B7F2C-02B7-4B3B-E20F-59D15BF52DED}"/>
                </a:ext>
              </a:extLst>
            </p:cNvPr>
            <p:cNvSpPr txBox="1"/>
            <p:nvPr/>
          </p:nvSpPr>
          <p:spPr>
            <a:xfrm>
              <a:off x="9607645" y="4038823"/>
              <a:ext cx="508023" cy="436660"/>
            </a:xfrm>
            <a:prstGeom prst="rect">
              <a:avLst/>
            </a:prstGeom>
            <a:noFill/>
          </p:spPr>
          <p:txBody>
            <a:bodyPr wrap="none" rtlCol="0">
              <a:spAutoFit/>
            </a:bodyPr>
            <a:lstStyle/>
            <a:p>
              <a:r>
                <a:rPr kumimoji="1" lang="ja-JP" altLang="en-US" sz="2400">
                  <a:latin typeface="原稿用標準書体" panose="03000503000000000000" pitchFamily="66" charset="-128"/>
                  <a:ea typeface="原稿用標準書体" panose="03000503000000000000" pitchFamily="66" charset="-128"/>
                </a:rPr>
                <a:t>－</a:t>
              </a:r>
            </a:p>
          </p:txBody>
        </p:sp>
      </p:grpSp>
      <p:grpSp>
        <p:nvGrpSpPr>
          <p:cNvPr id="56" name="グループ化 55">
            <a:extLst>
              <a:ext uri="{FF2B5EF4-FFF2-40B4-BE49-F238E27FC236}">
                <a16:creationId xmlns:a16="http://schemas.microsoft.com/office/drawing/2014/main" id="{7FF2E765-E2DD-CF10-2BAC-96254BDDFA8B}"/>
              </a:ext>
            </a:extLst>
          </p:cNvPr>
          <p:cNvGrpSpPr/>
          <p:nvPr/>
        </p:nvGrpSpPr>
        <p:grpSpPr>
          <a:xfrm>
            <a:off x="6358337" y="2133007"/>
            <a:ext cx="2112759" cy="435229"/>
            <a:chOff x="6358337" y="2450251"/>
            <a:chExt cx="2112759" cy="435229"/>
          </a:xfrm>
        </p:grpSpPr>
        <p:sp>
          <p:nvSpPr>
            <p:cNvPr id="52" name="四角形: 角を丸くする 51">
              <a:extLst>
                <a:ext uri="{FF2B5EF4-FFF2-40B4-BE49-F238E27FC236}">
                  <a16:creationId xmlns:a16="http://schemas.microsoft.com/office/drawing/2014/main" id="{6DC9D9BF-88F5-DDDD-C01F-8264FFAF3962}"/>
                </a:ext>
              </a:extLst>
            </p:cNvPr>
            <p:cNvSpPr/>
            <p:nvPr/>
          </p:nvSpPr>
          <p:spPr>
            <a:xfrm>
              <a:off x="6358337" y="2450251"/>
              <a:ext cx="2086150" cy="435229"/>
            </a:xfrm>
            <a:prstGeom prst="round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3" name="テキスト ボックス 52">
              <a:extLst>
                <a:ext uri="{FF2B5EF4-FFF2-40B4-BE49-F238E27FC236}">
                  <a16:creationId xmlns:a16="http://schemas.microsoft.com/office/drawing/2014/main" id="{483E67F7-3E45-13F1-4499-85F726885730}"/>
                </a:ext>
              </a:extLst>
            </p:cNvPr>
            <p:cNvSpPr txBox="1"/>
            <p:nvPr/>
          </p:nvSpPr>
          <p:spPr>
            <a:xfrm>
              <a:off x="6506649" y="2542339"/>
              <a:ext cx="1039469"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消費数</a:t>
              </a:r>
            </a:p>
          </p:txBody>
        </p:sp>
        <p:sp>
          <p:nvSpPr>
            <p:cNvPr id="54" name="テキスト ボックス 53">
              <a:extLst>
                <a:ext uri="{FF2B5EF4-FFF2-40B4-BE49-F238E27FC236}">
                  <a16:creationId xmlns:a16="http://schemas.microsoft.com/office/drawing/2014/main" id="{A888A0FD-AF38-6A9E-526D-751F4C59A326}"/>
                </a:ext>
              </a:extLst>
            </p:cNvPr>
            <p:cNvSpPr txBox="1"/>
            <p:nvPr/>
          </p:nvSpPr>
          <p:spPr>
            <a:xfrm>
              <a:off x="7308637" y="2501826"/>
              <a:ext cx="1162459" cy="338554"/>
            </a:xfrm>
            <a:prstGeom prst="rect">
              <a:avLst/>
            </a:prstGeom>
            <a:noFill/>
          </p:spPr>
          <p:txBody>
            <a:bodyPr wrap="square" rtlCol="0">
              <a:spAutoFit/>
            </a:bodyPr>
            <a:lstStyle/>
            <a:p>
              <a:pPr algn="ctr"/>
              <a:r>
                <a:rPr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000000000</a:t>
              </a:r>
              <a:endPar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pic>
        <p:nvPicPr>
          <p:cNvPr id="58" name="図 57">
            <a:extLst>
              <a:ext uri="{FF2B5EF4-FFF2-40B4-BE49-F238E27FC236}">
                <a16:creationId xmlns:a16="http://schemas.microsoft.com/office/drawing/2014/main" id="{69DDED67-AF02-B7B2-6F0B-C7C21E8E979B}"/>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6478020" y="2203753"/>
            <a:ext cx="228912" cy="287472"/>
          </a:xfrm>
          <a:prstGeom prst="rect">
            <a:avLst/>
          </a:prstGeom>
        </p:spPr>
      </p:pic>
      <p:sp>
        <p:nvSpPr>
          <p:cNvPr id="60" name="四角形: 角を丸くする 59">
            <a:extLst>
              <a:ext uri="{FF2B5EF4-FFF2-40B4-BE49-F238E27FC236}">
                <a16:creationId xmlns:a16="http://schemas.microsoft.com/office/drawing/2014/main" id="{34731474-A98A-9169-A3D4-959C7796E72E}"/>
              </a:ext>
            </a:extLst>
          </p:cNvPr>
          <p:cNvSpPr/>
          <p:nvPr/>
        </p:nvSpPr>
        <p:spPr>
          <a:xfrm>
            <a:off x="9003798" y="2148172"/>
            <a:ext cx="877218" cy="426944"/>
          </a:xfrm>
          <a:prstGeom prst="roundRect">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pic>
        <p:nvPicPr>
          <p:cNvPr id="48" name="図 47">
            <a:extLst>
              <a:ext uri="{FF2B5EF4-FFF2-40B4-BE49-F238E27FC236}">
                <a16:creationId xmlns:a16="http://schemas.microsoft.com/office/drawing/2014/main" id="{A9A55F98-B6A9-111F-7D9F-99A9E4F78935}"/>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8985801" y="2108375"/>
            <a:ext cx="509508" cy="509508"/>
          </a:xfrm>
          <a:prstGeom prst="rect">
            <a:avLst/>
          </a:prstGeom>
        </p:spPr>
      </p:pic>
      <p:sp>
        <p:nvSpPr>
          <p:cNvPr id="64" name="テキスト ボックス 63">
            <a:extLst>
              <a:ext uri="{FF2B5EF4-FFF2-40B4-BE49-F238E27FC236}">
                <a16:creationId xmlns:a16="http://schemas.microsoft.com/office/drawing/2014/main" id="{4CC7D014-7282-B1F2-5DCF-81EC2AC26C15}"/>
              </a:ext>
            </a:extLst>
          </p:cNvPr>
          <p:cNvSpPr txBox="1"/>
          <p:nvPr/>
        </p:nvSpPr>
        <p:spPr>
          <a:xfrm>
            <a:off x="9183149" y="2158028"/>
            <a:ext cx="712925" cy="400110"/>
          </a:xfrm>
          <a:prstGeom prst="rect">
            <a:avLst/>
          </a:prstGeom>
          <a:noFill/>
        </p:spPr>
        <p:txBody>
          <a:bodyPr wrap="square" rtlCol="0">
            <a:spAutoFit/>
          </a:bodyPr>
          <a:lstStyle/>
          <a:p>
            <a:pPr algn="ctr"/>
            <a:r>
              <a:rPr lang="en-US" altLang="ja-JP" sz="1600">
                <a:solidFill>
                  <a:srgbClr val="7030A0"/>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2000">
                <a:solidFill>
                  <a:srgbClr val="7030A0"/>
                </a:solidFill>
                <a:latin typeface="原稿用標準書体" panose="03000503000000000000" pitchFamily="66" charset="-128"/>
                <a:ea typeface="原稿用標準書体" panose="03000503000000000000" pitchFamily="66" charset="-128"/>
                <a:cs typeface="叛逆明朝" panose="02000503000000000000" pitchFamily="2" charset="-128"/>
              </a:rPr>
              <a:t>00</a:t>
            </a:r>
            <a:endParaRPr lang="ja-JP" altLang="en-US" sz="1600">
              <a:solidFill>
                <a:srgbClr val="7030A0"/>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76" name="グループ化 75">
            <a:extLst>
              <a:ext uri="{FF2B5EF4-FFF2-40B4-BE49-F238E27FC236}">
                <a16:creationId xmlns:a16="http://schemas.microsoft.com/office/drawing/2014/main" id="{79CDF4CE-FC1B-76B7-F709-29F3CB847CEC}"/>
              </a:ext>
            </a:extLst>
          </p:cNvPr>
          <p:cNvGrpSpPr/>
          <p:nvPr/>
        </p:nvGrpSpPr>
        <p:grpSpPr>
          <a:xfrm>
            <a:off x="7200867" y="574839"/>
            <a:ext cx="5125458" cy="410810"/>
            <a:chOff x="7200867" y="574839"/>
            <a:chExt cx="5125458" cy="410810"/>
          </a:xfrm>
        </p:grpSpPr>
        <p:grpSp>
          <p:nvGrpSpPr>
            <p:cNvPr id="65" name="グループ化 64">
              <a:extLst>
                <a:ext uri="{FF2B5EF4-FFF2-40B4-BE49-F238E27FC236}">
                  <a16:creationId xmlns:a16="http://schemas.microsoft.com/office/drawing/2014/main" id="{155B91A1-AD0D-4E97-CEAA-F912E28A8C21}"/>
                </a:ext>
              </a:extLst>
            </p:cNvPr>
            <p:cNvGrpSpPr/>
            <p:nvPr/>
          </p:nvGrpSpPr>
          <p:grpSpPr>
            <a:xfrm>
              <a:off x="7200867" y="575834"/>
              <a:ext cx="5125458" cy="408821"/>
              <a:chOff x="7200867" y="600326"/>
              <a:chExt cx="5125458" cy="408821"/>
            </a:xfrm>
          </p:grpSpPr>
          <p:sp>
            <p:nvSpPr>
              <p:cNvPr id="66" name="正方形/長方形 65">
                <a:extLst>
                  <a:ext uri="{FF2B5EF4-FFF2-40B4-BE49-F238E27FC236}">
                    <a16:creationId xmlns:a16="http://schemas.microsoft.com/office/drawing/2014/main" id="{B6942641-9C0E-DA88-6FFE-1FCE698BE55B}"/>
                  </a:ext>
                </a:extLst>
              </p:cNvPr>
              <p:cNvSpPr/>
              <p:nvPr/>
            </p:nvSpPr>
            <p:spPr>
              <a:xfrm>
                <a:off x="7200867" y="600326"/>
                <a:ext cx="5125458" cy="408821"/>
              </a:xfrm>
              <a:prstGeom prst="rect">
                <a:avLst/>
              </a:prstGeom>
              <a:solidFill>
                <a:schemeClr val="bg1">
                  <a:lumMod val="65000"/>
                  <a:alpha val="20000"/>
                </a:schemeClr>
              </a:solidFill>
              <a:ln>
                <a:noFill/>
              </a:ln>
              <a:effectLst>
                <a:glow rad="63500">
                  <a:schemeClr val="bg1">
                    <a:lumMod val="50000"/>
                    <a:alpha val="2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67" name="グループ化 66">
                <a:extLst>
                  <a:ext uri="{FF2B5EF4-FFF2-40B4-BE49-F238E27FC236}">
                    <a16:creationId xmlns:a16="http://schemas.microsoft.com/office/drawing/2014/main" id="{39FAD2F6-9445-1695-4E51-AB9A23FFD886}"/>
                  </a:ext>
                </a:extLst>
              </p:cNvPr>
              <p:cNvGrpSpPr/>
              <p:nvPr/>
            </p:nvGrpSpPr>
            <p:grpSpPr>
              <a:xfrm>
                <a:off x="8648051" y="650848"/>
                <a:ext cx="1231006" cy="307777"/>
                <a:chOff x="7108497" y="887611"/>
                <a:chExt cx="1231006" cy="307777"/>
              </a:xfrm>
            </p:grpSpPr>
            <p:pic>
              <p:nvPicPr>
                <p:cNvPr id="72" name="図 71">
                  <a:extLst>
                    <a:ext uri="{FF2B5EF4-FFF2-40B4-BE49-F238E27FC236}">
                      <a16:creationId xmlns:a16="http://schemas.microsoft.com/office/drawing/2014/main" id="{A527ABAB-21D3-DD70-0127-54B29F4C0AF4}"/>
                    </a:ext>
                  </a:extLst>
                </p:cNvPr>
                <p:cNvPicPr>
                  <a:picLocks noChangeAspect="1"/>
                </p:cNvPicPr>
                <p:nvPr/>
              </p:nvPicPr>
              <p:blipFill>
                <a:blip r:embed="rId7">
                  <a:biLevel thresh="25000"/>
                  <a:extLst>
                    <a:ext uri="{28A0092B-C50C-407E-A947-70E740481C1C}">
                      <a14:useLocalDpi xmlns:a14="http://schemas.microsoft.com/office/drawing/2010/main" val="0"/>
                    </a:ext>
                  </a:extLst>
                </a:blip>
                <a:stretch>
                  <a:fillRect/>
                </a:stretch>
              </p:blipFill>
              <p:spPr>
                <a:xfrm>
                  <a:off x="7108497" y="914380"/>
                  <a:ext cx="202448" cy="254238"/>
                </a:xfrm>
                <a:prstGeom prst="rect">
                  <a:avLst/>
                </a:prstGeom>
              </p:spPr>
            </p:pic>
            <p:sp>
              <p:nvSpPr>
                <p:cNvPr id="73" name="テキスト ボックス 72">
                  <a:extLst>
                    <a:ext uri="{FF2B5EF4-FFF2-40B4-BE49-F238E27FC236}">
                      <a16:creationId xmlns:a16="http://schemas.microsoft.com/office/drawing/2014/main" id="{62ED5550-D91A-AB1B-EBDF-EB44E9F7A427}"/>
                    </a:ext>
                  </a:extLst>
                </p:cNvPr>
                <p:cNvSpPr txBox="1"/>
                <p:nvPr/>
              </p:nvSpPr>
              <p:spPr>
                <a:xfrm>
                  <a:off x="7436692" y="887611"/>
                  <a:ext cx="902811"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00000000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68" name="グループ化 67">
                <a:extLst>
                  <a:ext uri="{FF2B5EF4-FFF2-40B4-BE49-F238E27FC236}">
                    <a16:creationId xmlns:a16="http://schemas.microsoft.com/office/drawing/2014/main" id="{76AE5D2B-88E3-B5BF-78A6-ED911A1A6EB7}"/>
                  </a:ext>
                </a:extLst>
              </p:cNvPr>
              <p:cNvGrpSpPr/>
              <p:nvPr/>
            </p:nvGrpSpPr>
            <p:grpSpPr>
              <a:xfrm>
                <a:off x="10177914" y="650848"/>
                <a:ext cx="1263752" cy="307777"/>
                <a:chOff x="9272844" y="887611"/>
                <a:chExt cx="1263752" cy="307777"/>
              </a:xfrm>
            </p:grpSpPr>
            <p:pic>
              <p:nvPicPr>
                <p:cNvPr id="70" name="図 69">
                  <a:extLst>
                    <a:ext uri="{FF2B5EF4-FFF2-40B4-BE49-F238E27FC236}">
                      <a16:creationId xmlns:a16="http://schemas.microsoft.com/office/drawing/2014/main" id="{D606938A-0F15-201D-6573-7F67DC72A4C5}"/>
                    </a:ext>
                  </a:extLst>
                </p:cNvPr>
                <p:cNvPicPr>
                  <a:picLocks noChangeAspect="1"/>
                </p:cNvPicPr>
                <p:nvPr/>
              </p:nvPicPr>
              <p:blipFill>
                <a:blip r:embed="rId8">
                  <a:biLevel thresh="25000"/>
                  <a:extLst>
                    <a:ext uri="{28A0092B-C50C-407E-A947-70E740481C1C}">
                      <a14:useLocalDpi xmlns:a14="http://schemas.microsoft.com/office/drawing/2010/main" val="0"/>
                    </a:ext>
                  </a:extLst>
                </a:blip>
                <a:stretch>
                  <a:fillRect/>
                </a:stretch>
              </p:blipFill>
              <p:spPr>
                <a:xfrm>
                  <a:off x="9272844" y="905906"/>
                  <a:ext cx="273428" cy="271187"/>
                </a:xfrm>
                <a:prstGeom prst="rect">
                  <a:avLst/>
                </a:prstGeom>
              </p:spPr>
            </p:pic>
            <p:sp>
              <p:nvSpPr>
                <p:cNvPr id="71" name="テキスト ボックス 70">
                  <a:extLst>
                    <a:ext uri="{FF2B5EF4-FFF2-40B4-BE49-F238E27FC236}">
                      <a16:creationId xmlns:a16="http://schemas.microsoft.com/office/drawing/2014/main" id="{820B78DC-D612-434A-E510-130D92F8AF4C}"/>
                    </a:ext>
                  </a:extLst>
                </p:cNvPr>
                <p:cNvSpPr txBox="1"/>
                <p:nvPr/>
              </p:nvSpPr>
              <p:spPr>
                <a:xfrm>
                  <a:off x="9633785" y="887611"/>
                  <a:ext cx="902811"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00000000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pic>
          <p:nvPicPr>
            <p:cNvPr id="74" name="図 73">
              <a:extLst>
                <a:ext uri="{FF2B5EF4-FFF2-40B4-BE49-F238E27FC236}">
                  <a16:creationId xmlns:a16="http://schemas.microsoft.com/office/drawing/2014/main" id="{C3D1C69C-9AFB-2221-298B-34A36F880387}"/>
                </a:ext>
              </a:extLst>
            </p:cNvPr>
            <p:cNvPicPr>
              <a:picLocks noChangeAspect="1"/>
            </p:cNvPicPr>
            <p:nvPr/>
          </p:nvPicPr>
          <p:blipFill>
            <a:blip r:embed="rId6">
              <a:biLevel thresh="25000"/>
              <a:extLst>
                <a:ext uri="{28A0092B-C50C-407E-A947-70E740481C1C}">
                  <a14:useLocalDpi xmlns:a14="http://schemas.microsoft.com/office/drawing/2010/main" val="0"/>
                </a:ext>
              </a:extLst>
            </a:blip>
            <a:stretch>
              <a:fillRect/>
            </a:stretch>
          </p:blipFill>
          <p:spPr>
            <a:xfrm>
              <a:off x="7493470" y="574839"/>
              <a:ext cx="410810" cy="410810"/>
            </a:xfrm>
            <a:prstGeom prst="rect">
              <a:avLst/>
            </a:prstGeom>
          </p:spPr>
        </p:pic>
        <p:sp>
          <p:nvSpPr>
            <p:cNvPr id="75" name="テキスト ボックス 74">
              <a:extLst>
                <a:ext uri="{FF2B5EF4-FFF2-40B4-BE49-F238E27FC236}">
                  <a16:creationId xmlns:a16="http://schemas.microsoft.com/office/drawing/2014/main" id="{5891F8E4-2274-9F3B-FD94-D7CDEB74E903}"/>
                </a:ext>
              </a:extLst>
            </p:cNvPr>
            <p:cNvSpPr txBox="1"/>
            <p:nvPr/>
          </p:nvSpPr>
          <p:spPr>
            <a:xfrm>
              <a:off x="7877938" y="626356"/>
              <a:ext cx="453970"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Tree>
    <p:extLst>
      <p:ext uri="{BB962C8B-B14F-4D97-AF65-F5344CB8AC3E}">
        <p14:creationId xmlns:p14="http://schemas.microsoft.com/office/powerpoint/2010/main" val="4379990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64" presetClass="path" presetSubtype="0" accel="50000" decel="50000" fill="hold" nodeType="clickEffect">
                                  <p:stCondLst>
                                    <p:cond delay="500"/>
                                  </p:stCondLst>
                                  <p:childTnLst>
                                    <p:animMotion origin="layout" path="M 0 3.33333E-6 L 0 -1.87778 " pathEditMode="relative" rAng="0" ptsTypes="AA">
                                      <p:cBhvr>
                                        <p:cTn id="6" dur="2000" fill="hold"/>
                                        <p:tgtEl>
                                          <p:spTgt spid="11"/>
                                        </p:tgtEl>
                                        <p:attrNameLst>
                                          <p:attrName>ppt_x</p:attrName>
                                          <p:attrName>ppt_y</p:attrName>
                                        </p:attrNameLst>
                                      </p:cBhvr>
                                      <p:rCtr x="0" y="-93935"/>
                                    </p:animMotion>
                                  </p:childTnLst>
                                </p:cTn>
                              </p:par>
                            </p:childTnLst>
                          </p:cTn>
                        </p:par>
                        <p:par>
                          <p:cTn id="7" fill="hold">
                            <p:stCondLst>
                              <p:cond delay="2500"/>
                            </p:stCondLst>
                            <p:childTnLst>
                              <p:par>
                                <p:cTn id="8" presetID="10" presetClass="exit" presetSubtype="0" fill="hold" nodeType="afterEffect">
                                  <p:stCondLst>
                                    <p:cond delay="0"/>
                                  </p:stCondLst>
                                  <p:childTnLst>
                                    <p:animEffect transition="out" filter="fade">
                                      <p:cBhvr>
                                        <p:cTn id="9" dur="500"/>
                                        <p:tgtEl>
                                          <p:spTgt spid="11"/>
                                        </p:tgtEl>
                                      </p:cBhvr>
                                    </p:animEffect>
                                    <p:set>
                                      <p:cBhvr>
                                        <p:cTn id="10" dur="1" fill="hold">
                                          <p:stCondLst>
                                            <p:cond delay="499"/>
                                          </p:stCondLst>
                                        </p:cTn>
                                        <p:tgtEl>
                                          <p:spTgt spid="11"/>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51983B-E884-B4DF-4241-5D19396A168A}"/>
            </a:ext>
          </a:extLst>
        </p:cNvPr>
        <p:cNvGrpSpPr/>
        <p:nvPr/>
      </p:nvGrpSpPr>
      <p:grpSpPr>
        <a:xfrm>
          <a:off x="0" y="0"/>
          <a:ext cx="0" cy="0"/>
          <a:chOff x="0" y="0"/>
          <a:chExt cx="0" cy="0"/>
        </a:xfrm>
      </p:grpSpPr>
      <p:sp>
        <p:nvSpPr>
          <p:cNvPr id="6" name="テキスト ボックス 5">
            <a:extLst>
              <a:ext uri="{FF2B5EF4-FFF2-40B4-BE49-F238E27FC236}">
                <a16:creationId xmlns:a16="http://schemas.microsoft.com/office/drawing/2014/main" id="{047C3EE4-F9E2-9B32-6918-98AA6F93513D}"/>
              </a:ext>
            </a:extLst>
          </p:cNvPr>
          <p:cNvSpPr txBox="1"/>
          <p:nvPr/>
        </p:nvSpPr>
        <p:spPr>
          <a:xfrm>
            <a:off x="1592202" y="735955"/>
            <a:ext cx="9007595" cy="5386090"/>
          </a:xfrm>
          <a:prstGeom prst="rect">
            <a:avLst/>
          </a:prstGeom>
          <a:noFill/>
        </p:spPr>
        <p:txBody>
          <a:bodyPr wrap="none" rtlCol="0">
            <a:spAutoFit/>
          </a:bodyPr>
          <a:lstStyle/>
          <a:p>
            <a:pPr algn="ctr"/>
            <a:r>
              <a:rPr kumimoji="1" lang="ja-JP" altLang="en-US" sz="344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ボツ</a:t>
            </a:r>
          </a:p>
        </p:txBody>
      </p:sp>
    </p:spTree>
    <p:extLst>
      <p:ext uri="{BB962C8B-B14F-4D97-AF65-F5344CB8AC3E}">
        <p14:creationId xmlns:p14="http://schemas.microsoft.com/office/powerpoint/2010/main" val="183018100"/>
      </p:ext>
    </p:extLst>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E1C337-1404-13DF-B78A-2A0C35061C98}"/>
            </a:ext>
          </a:extLst>
        </p:cNvPr>
        <p:cNvGrpSpPr/>
        <p:nvPr/>
      </p:nvGrpSpPr>
      <p:grpSpPr>
        <a:xfrm>
          <a:off x="0" y="0"/>
          <a:ext cx="0" cy="0"/>
          <a:chOff x="0" y="0"/>
          <a:chExt cx="0" cy="0"/>
        </a:xfrm>
      </p:grpSpPr>
      <p:grpSp>
        <p:nvGrpSpPr>
          <p:cNvPr id="23" name="グループ化 22">
            <a:extLst>
              <a:ext uri="{FF2B5EF4-FFF2-40B4-BE49-F238E27FC236}">
                <a16:creationId xmlns:a16="http://schemas.microsoft.com/office/drawing/2014/main" id="{943E560B-C744-B6A9-509B-8181FF5D59D0}"/>
              </a:ext>
            </a:extLst>
          </p:cNvPr>
          <p:cNvGrpSpPr/>
          <p:nvPr/>
        </p:nvGrpSpPr>
        <p:grpSpPr>
          <a:xfrm>
            <a:off x="2295197" y="869948"/>
            <a:ext cx="8160352" cy="5060484"/>
            <a:chOff x="2295197" y="869948"/>
            <a:chExt cx="8160352" cy="5060484"/>
          </a:xfrm>
        </p:grpSpPr>
        <p:grpSp>
          <p:nvGrpSpPr>
            <p:cNvPr id="10" name="グループ化 9">
              <a:extLst>
                <a:ext uri="{FF2B5EF4-FFF2-40B4-BE49-F238E27FC236}">
                  <a16:creationId xmlns:a16="http://schemas.microsoft.com/office/drawing/2014/main" id="{701853C3-59EB-67C5-78F1-5730541DE997}"/>
                </a:ext>
              </a:extLst>
            </p:cNvPr>
            <p:cNvGrpSpPr/>
            <p:nvPr/>
          </p:nvGrpSpPr>
          <p:grpSpPr>
            <a:xfrm>
              <a:off x="2295197" y="1231181"/>
              <a:ext cx="7601606" cy="4699251"/>
              <a:chOff x="2295197" y="1231181"/>
              <a:chExt cx="7601606" cy="4699251"/>
            </a:xfrm>
          </p:grpSpPr>
          <p:sp>
            <p:nvSpPr>
              <p:cNvPr id="2" name="四角形: 角を丸くする 1">
                <a:extLst>
                  <a:ext uri="{FF2B5EF4-FFF2-40B4-BE49-F238E27FC236}">
                    <a16:creationId xmlns:a16="http://schemas.microsoft.com/office/drawing/2014/main" id="{A4CFE959-4C69-17B8-0807-7B1306D979A7}"/>
                  </a:ext>
                </a:extLst>
              </p:cNvPr>
              <p:cNvSpPr/>
              <p:nvPr/>
            </p:nvSpPr>
            <p:spPr>
              <a:xfrm>
                <a:off x="2295197" y="1231181"/>
                <a:ext cx="7601606" cy="4699251"/>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4" name="グループ化 3">
                <a:extLst>
                  <a:ext uri="{FF2B5EF4-FFF2-40B4-BE49-F238E27FC236}">
                    <a16:creationId xmlns:a16="http://schemas.microsoft.com/office/drawing/2014/main" id="{8F09197E-D423-CD59-9093-0AAA6960D9D1}"/>
                  </a:ext>
                </a:extLst>
              </p:cNvPr>
              <p:cNvGrpSpPr/>
              <p:nvPr/>
            </p:nvGrpSpPr>
            <p:grpSpPr>
              <a:xfrm>
                <a:off x="2512942" y="3045762"/>
                <a:ext cx="7166116" cy="1065397"/>
                <a:chOff x="2536747" y="3045762"/>
                <a:chExt cx="7166116" cy="1065397"/>
              </a:xfrm>
            </p:grpSpPr>
            <p:sp>
              <p:nvSpPr>
                <p:cNvPr id="5" name="二等辺三角形 4">
                  <a:extLst>
                    <a:ext uri="{FF2B5EF4-FFF2-40B4-BE49-F238E27FC236}">
                      <a16:creationId xmlns:a16="http://schemas.microsoft.com/office/drawing/2014/main" id="{638B071E-2EED-870A-A09A-A757E0E717E3}"/>
                    </a:ext>
                  </a:extLst>
                </p:cNvPr>
                <p:cNvSpPr/>
                <p:nvPr/>
              </p:nvSpPr>
              <p:spPr>
                <a:xfrm rot="16200000">
                  <a:off x="2318906" y="3268296"/>
                  <a:ext cx="1060704" cy="625021"/>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二等辺三角形 5">
                  <a:extLst>
                    <a:ext uri="{FF2B5EF4-FFF2-40B4-BE49-F238E27FC236}">
                      <a16:creationId xmlns:a16="http://schemas.microsoft.com/office/drawing/2014/main" id="{A997F567-DCB6-707C-396A-C4A1A47C0195}"/>
                    </a:ext>
                  </a:extLst>
                </p:cNvPr>
                <p:cNvSpPr/>
                <p:nvPr/>
              </p:nvSpPr>
              <p:spPr>
                <a:xfrm rot="5400000" flipH="1">
                  <a:off x="8860001" y="3263603"/>
                  <a:ext cx="1060704" cy="625021"/>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pic>
          <p:nvPicPr>
            <p:cNvPr id="14" name="図 13">
              <a:extLst>
                <a:ext uri="{FF2B5EF4-FFF2-40B4-BE49-F238E27FC236}">
                  <a16:creationId xmlns:a16="http://schemas.microsoft.com/office/drawing/2014/main" id="{F81EBA02-9D93-35D2-7092-C28D3BB504B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849989" y="869948"/>
              <a:ext cx="1605560" cy="1134571"/>
            </a:xfrm>
            <a:prstGeom prst="rect">
              <a:avLst/>
            </a:prstGeom>
          </p:spPr>
        </p:pic>
      </p:grpSp>
      <p:sp>
        <p:nvSpPr>
          <p:cNvPr id="11" name="四角形: 角を丸くする 10">
            <a:extLst>
              <a:ext uri="{FF2B5EF4-FFF2-40B4-BE49-F238E27FC236}">
                <a16:creationId xmlns:a16="http://schemas.microsoft.com/office/drawing/2014/main" id="{D1EE93BA-D5F8-A559-9512-E613D976A876}"/>
              </a:ext>
            </a:extLst>
          </p:cNvPr>
          <p:cNvSpPr>
            <a:spLocks/>
          </p:cNvSpPr>
          <p:nvPr/>
        </p:nvSpPr>
        <p:spPr>
          <a:xfrm>
            <a:off x="6344410" y="5021012"/>
            <a:ext cx="2336019" cy="625904"/>
          </a:xfrm>
          <a:prstGeom prst="roundRect">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latin typeface="和音 Joyo R" panose="00000500000000000000" pitchFamily="50" charset="-128"/>
                <a:ea typeface="和音 Joyo R" panose="00000500000000000000" pitchFamily="50" charset="-128"/>
              </a:rPr>
              <a:t>OK</a:t>
            </a:r>
            <a:endParaRPr kumimoji="1" lang="ja-JP" altLang="en-US" sz="2000" dirty="0">
              <a:latin typeface="和音 Joyo R" panose="00000500000000000000" pitchFamily="50" charset="-128"/>
              <a:ea typeface="和音 Joyo R" panose="00000500000000000000" pitchFamily="50" charset="-128"/>
            </a:endParaRPr>
          </a:p>
        </p:txBody>
      </p:sp>
      <p:sp>
        <p:nvSpPr>
          <p:cNvPr id="15" name="四角形: 角を丸くする 14">
            <a:extLst>
              <a:ext uri="{FF2B5EF4-FFF2-40B4-BE49-F238E27FC236}">
                <a16:creationId xmlns:a16="http://schemas.microsoft.com/office/drawing/2014/main" id="{E3F7E3A7-B705-C935-6A07-8B69706C6CAF}"/>
              </a:ext>
            </a:extLst>
          </p:cNvPr>
          <p:cNvSpPr>
            <a:spLocks/>
          </p:cNvSpPr>
          <p:nvPr/>
        </p:nvSpPr>
        <p:spPr>
          <a:xfrm>
            <a:off x="3511571" y="5021012"/>
            <a:ext cx="2336019" cy="625904"/>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000" dirty="0">
                <a:latin typeface="和音 Joyo R" panose="00000500000000000000" pitchFamily="50" charset="-128"/>
                <a:ea typeface="和音 Joyo R" panose="00000500000000000000" pitchFamily="50" charset="-128"/>
              </a:rPr>
              <a:t>デフォルトに戻す</a:t>
            </a:r>
          </a:p>
        </p:txBody>
      </p:sp>
      <p:sp>
        <p:nvSpPr>
          <p:cNvPr id="18" name="テキスト ボックス 17">
            <a:extLst>
              <a:ext uri="{FF2B5EF4-FFF2-40B4-BE49-F238E27FC236}">
                <a16:creationId xmlns:a16="http://schemas.microsoft.com/office/drawing/2014/main" id="{AE8B1052-51D0-A839-9F37-4BA523B0D846}"/>
              </a:ext>
            </a:extLst>
          </p:cNvPr>
          <p:cNvSpPr txBox="1">
            <a:spLocks/>
          </p:cNvSpPr>
          <p:nvPr/>
        </p:nvSpPr>
        <p:spPr>
          <a:xfrm>
            <a:off x="5056292" y="1323213"/>
            <a:ext cx="2079416" cy="461665"/>
          </a:xfrm>
          <a:prstGeom prst="rect">
            <a:avLst/>
          </a:prstGeom>
          <a:noFill/>
        </p:spPr>
        <p:txBody>
          <a:bodyPr wrap="none" rtlCol="0">
            <a:spAutoFit/>
          </a:bodyPr>
          <a:lstStyle/>
          <a:p>
            <a:pPr algn="ctr"/>
            <a:r>
              <a:rPr kumimoji="1" lang="ja-JP" altLang="en-US" sz="2400" b="1">
                <a:solidFill>
                  <a:srgbClr val="FF00FF"/>
                </a:solidFill>
                <a:latin typeface="和音 Joyo R" panose="00000500000000000000" pitchFamily="50" charset="-128"/>
                <a:ea typeface="和音 Joyo R" panose="00000500000000000000" pitchFamily="50" charset="-128"/>
              </a:rPr>
              <a:t>シナリオ設定</a:t>
            </a:r>
            <a:endParaRPr kumimoji="1" lang="ja-JP" altLang="en-US" sz="3200" b="1" dirty="0">
              <a:solidFill>
                <a:srgbClr val="FF00FF"/>
              </a:solidFill>
              <a:latin typeface="和音 Joyo R" panose="00000500000000000000" pitchFamily="50" charset="-128"/>
              <a:ea typeface="和音 Joyo R" panose="00000500000000000000" pitchFamily="50" charset="-128"/>
            </a:endParaRPr>
          </a:p>
        </p:txBody>
      </p:sp>
      <p:sp>
        <p:nvSpPr>
          <p:cNvPr id="20" name="テキスト ボックス 19">
            <a:extLst>
              <a:ext uri="{FF2B5EF4-FFF2-40B4-BE49-F238E27FC236}">
                <a16:creationId xmlns:a16="http://schemas.microsoft.com/office/drawing/2014/main" id="{ED419F41-B38E-91FA-69DE-79B64184E5A3}"/>
              </a:ext>
            </a:extLst>
          </p:cNvPr>
          <p:cNvSpPr txBox="1">
            <a:spLocks/>
          </p:cNvSpPr>
          <p:nvPr/>
        </p:nvSpPr>
        <p:spPr>
          <a:xfrm>
            <a:off x="3607658" y="1975512"/>
            <a:ext cx="1236236" cy="400110"/>
          </a:xfrm>
          <a:prstGeom prst="rect">
            <a:avLst/>
          </a:prstGeom>
          <a:noFill/>
        </p:spPr>
        <p:txBody>
          <a:bodyPr wrap="none" rtlCol="0">
            <a:spAutoFit/>
          </a:bodyPr>
          <a:lstStyle/>
          <a:p>
            <a:r>
              <a:rPr kumimoji="1" lang="ja-JP" altLang="en-US" sz="2000" b="1" dirty="0">
                <a:solidFill>
                  <a:schemeClr val="tx1">
                    <a:lumMod val="75000"/>
                    <a:lumOff val="25000"/>
                  </a:schemeClr>
                </a:solidFill>
                <a:latin typeface="和音 Joyo R" panose="00000500000000000000" pitchFamily="50" charset="-128"/>
                <a:ea typeface="和音 Joyo R" panose="00000500000000000000" pitchFamily="50" charset="-128"/>
              </a:rPr>
              <a:t>サウンド</a:t>
            </a:r>
            <a:endParaRPr kumimoji="1" lang="ja-JP" altLang="en-US" sz="28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cxnSp>
        <p:nvCxnSpPr>
          <p:cNvPr id="21" name="直線コネクタ 20">
            <a:extLst>
              <a:ext uri="{FF2B5EF4-FFF2-40B4-BE49-F238E27FC236}">
                <a16:creationId xmlns:a16="http://schemas.microsoft.com/office/drawing/2014/main" id="{C77AD0D3-FC05-85AA-C4BF-4D89776F6AB2}"/>
              </a:ext>
            </a:extLst>
          </p:cNvPr>
          <p:cNvCxnSpPr>
            <a:cxnSpLocks/>
          </p:cNvCxnSpPr>
          <p:nvPr/>
        </p:nvCxnSpPr>
        <p:spPr>
          <a:xfrm>
            <a:off x="4363450" y="1820950"/>
            <a:ext cx="3465100" cy="0"/>
          </a:xfrm>
          <a:prstGeom prst="line">
            <a:avLst/>
          </a:prstGeom>
          <a:ln>
            <a:solidFill>
              <a:srgbClr val="FF00FF"/>
            </a:solidFill>
            <a:headEnd type="stealth"/>
            <a:tailEnd type="stealth"/>
          </a:ln>
        </p:spPr>
        <p:style>
          <a:lnRef idx="2">
            <a:schemeClr val="accent1"/>
          </a:lnRef>
          <a:fillRef idx="0">
            <a:schemeClr val="accent1"/>
          </a:fillRef>
          <a:effectRef idx="1">
            <a:schemeClr val="accent1"/>
          </a:effectRef>
          <a:fontRef idx="minor">
            <a:schemeClr val="tx1"/>
          </a:fontRef>
        </p:style>
      </p:cxnSp>
      <p:sp>
        <p:nvSpPr>
          <p:cNvPr id="24" name="テキスト ボックス 23">
            <a:extLst>
              <a:ext uri="{FF2B5EF4-FFF2-40B4-BE49-F238E27FC236}">
                <a16:creationId xmlns:a16="http://schemas.microsoft.com/office/drawing/2014/main" id="{B9CCE8DC-8778-8CBD-303E-D3DBFFD8C1D4}"/>
              </a:ext>
            </a:extLst>
          </p:cNvPr>
          <p:cNvSpPr txBox="1">
            <a:spLocks/>
          </p:cNvSpPr>
          <p:nvPr/>
        </p:nvSpPr>
        <p:spPr>
          <a:xfrm>
            <a:off x="5261149" y="2026089"/>
            <a:ext cx="681597" cy="338554"/>
          </a:xfrm>
          <a:prstGeom prst="rect">
            <a:avLst/>
          </a:prstGeom>
          <a:noFill/>
        </p:spPr>
        <p:txBody>
          <a:bodyPr wrap="none" rtlCol="0">
            <a:spAutoFit/>
          </a:bodyPr>
          <a:lstStyle/>
          <a:p>
            <a:r>
              <a:rPr kumimoji="1" lang="en-US" altLang="ja-JP" sz="1600" b="1" dirty="0">
                <a:solidFill>
                  <a:schemeClr val="tx1">
                    <a:lumMod val="75000"/>
                    <a:lumOff val="25000"/>
                  </a:schemeClr>
                </a:solidFill>
                <a:latin typeface="和音 Joyo R" panose="00000500000000000000" pitchFamily="50" charset="-128"/>
                <a:ea typeface="和音 Joyo R" panose="00000500000000000000" pitchFamily="50" charset="-128"/>
              </a:rPr>
              <a:t>BGM</a:t>
            </a:r>
            <a:endParaRPr kumimoji="1" lang="ja-JP" altLang="en-US" sz="20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sp>
        <p:nvSpPr>
          <p:cNvPr id="26" name="テキスト ボックス 25">
            <a:extLst>
              <a:ext uri="{FF2B5EF4-FFF2-40B4-BE49-F238E27FC236}">
                <a16:creationId xmlns:a16="http://schemas.microsoft.com/office/drawing/2014/main" id="{73536B7E-F7DE-2AB4-C5B3-8A5A8A195825}"/>
              </a:ext>
            </a:extLst>
          </p:cNvPr>
          <p:cNvSpPr txBox="1">
            <a:spLocks/>
          </p:cNvSpPr>
          <p:nvPr/>
        </p:nvSpPr>
        <p:spPr>
          <a:xfrm>
            <a:off x="5261149" y="2441588"/>
            <a:ext cx="452368" cy="338554"/>
          </a:xfrm>
          <a:prstGeom prst="rect">
            <a:avLst/>
          </a:prstGeom>
          <a:noFill/>
        </p:spPr>
        <p:txBody>
          <a:bodyPr wrap="none" rtlCol="0">
            <a:spAutoFit/>
          </a:bodyPr>
          <a:lstStyle/>
          <a:p>
            <a:r>
              <a:rPr kumimoji="1" lang="en-US" altLang="ja-JP" sz="1600" b="1" dirty="0">
                <a:solidFill>
                  <a:schemeClr val="tx1">
                    <a:lumMod val="75000"/>
                    <a:lumOff val="25000"/>
                  </a:schemeClr>
                </a:solidFill>
                <a:latin typeface="和音 Joyo R" panose="00000500000000000000" pitchFamily="50" charset="-128"/>
                <a:ea typeface="和音 Joyo R" panose="00000500000000000000" pitchFamily="50" charset="-128"/>
              </a:rPr>
              <a:t>SE</a:t>
            </a:r>
            <a:endParaRPr kumimoji="1" lang="ja-JP" altLang="en-US" sz="20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sp>
        <p:nvSpPr>
          <p:cNvPr id="28" name="テキスト ボックス 27">
            <a:extLst>
              <a:ext uri="{FF2B5EF4-FFF2-40B4-BE49-F238E27FC236}">
                <a16:creationId xmlns:a16="http://schemas.microsoft.com/office/drawing/2014/main" id="{6A92FA6D-AF39-482F-BCD1-152A8F4BC729}"/>
              </a:ext>
            </a:extLst>
          </p:cNvPr>
          <p:cNvSpPr txBox="1">
            <a:spLocks/>
          </p:cNvSpPr>
          <p:nvPr/>
        </p:nvSpPr>
        <p:spPr>
          <a:xfrm>
            <a:off x="5261149" y="2879760"/>
            <a:ext cx="853119" cy="338554"/>
          </a:xfrm>
          <a:prstGeom prst="rect">
            <a:avLst/>
          </a:prstGeom>
          <a:noFill/>
        </p:spPr>
        <p:txBody>
          <a:bodyPr wrap="none" rtlCol="0">
            <a:spAutoFit/>
          </a:bodyPr>
          <a:lstStyle/>
          <a:p>
            <a:r>
              <a:rPr kumimoji="1" lang="en-US" altLang="ja-JP" sz="1600" b="1" dirty="0">
                <a:solidFill>
                  <a:schemeClr val="tx1">
                    <a:lumMod val="75000"/>
                    <a:lumOff val="25000"/>
                  </a:schemeClr>
                </a:solidFill>
                <a:latin typeface="和音 Joyo R" panose="00000500000000000000" pitchFamily="50" charset="-128"/>
                <a:ea typeface="和音 Joyo R" panose="00000500000000000000" pitchFamily="50" charset="-128"/>
              </a:rPr>
              <a:t>VOICE</a:t>
            </a:r>
            <a:endParaRPr kumimoji="1" lang="ja-JP" altLang="en-US" sz="20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grpSp>
        <p:nvGrpSpPr>
          <p:cNvPr id="31" name="グループ化 30">
            <a:extLst>
              <a:ext uri="{FF2B5EF4-FFF2-40B4-BE49-F238E27FC236}">
                <a16:creationId xmlns:a16="http://schemas.microsoft.com/office/drawing/2014/main" id="{8A71C251-9C30-A0A8-FCE1-699D17D2849C}"/>
              </a:ext>
            </a:extLst>
          </p:cNvPr>
          <p:cNvGrpSpPr>
            <a:grpSpLocks/>
          </p:cNvGrpSpPr>
          <p:nvPr/>
        </p:nvGrpSpPr>
        <p:grpSpPr>
          <a:xfrm rot="5400000">
            <a:off x="7375689" y="1053336"/>
            <a:ext cx="325422" cy="2284060"/>
            <a:chOff x="11000341" y="4022147"/>
            <a:chExt cx="325422" cy="2031812"/>
          </a:xfrm>
        </p:grpSpPr>
        <p:sp>
          <p:nvSpPr>
            <p:cNvPr id="32" name="四角形: 角を丸くする 31">
              <a:extLst>
                <a:ext uri="{FF2B5EF4-FFF2-40B4-BE49-F238E27FC236}">
                  <a16:creationId xmlns:a16="http://schemas.microsoft.com/office/drawing/2014/main" id="{8F225D4D-B807-8C55-83B0-F58FDA0316A0}"/>
                </a:ext>
              </a:extLst>
            </p:cNvPr>
            <p:cNvSpPr>
              <a:spLocks/>
            </p:cNvSpPr>
            <p:nvPr/>
          </p:nvSpPr>
          <p:spPr>
            <a:xfrm>
              <a:off x="11044871" y="4022147"/>
              <a:ext cx="236362" cy="2031812"/>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3" name="四角形: 角を丸くする 32">
              <a:extLst>
                <a:ext uri="{FF2B5EF4-FFF2-40B4-BE49-F238E27FC236}">
                  <a16:creationId xmlns:a16="http://schemas.microsoft.com/office/drawing/2014/main" id="{9CA98E61-F220-00EB-D1A3-1BC526FC95DA}"/>
                </a:ext>
              </a:extLst>
            </p:cNvPr>
            <p:cNvSpPr>
              <a:spLocks/>
            </p:cNvSpPr>
            <p:nvPr/>
          </p:nvSpPr>
          <p:spPr>
            <a:xfrm>
              <a:off x="11000341" y="4648311"/>
              <a:ext cx="325422" cy="263274"/>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34" name="グループ化 33">
            <a:extLst>
              <a:ext uri="{FF2B5EF4-FFF2-40B4-BE49-F238E27FC236}">
                <a16:creationId xmlns:a16="http://schemas.microsoft.com/office/drawing/2014/main" id="{D28CBA85-747F-138B-9F87-56DBC7D62A5A}"/>
              </a:ext>
            </a:extLst>
          </p:cNvPr>
          <p:cNvGrpSpPr>
            <a:grpSpLocks/>
          </p:cNvGrpSpPr>
          <p:nvPr/>
        </p:nvGrpSpPr>
        <p:grpSpPr>
          <a:xfrm rot="5400000">
            <a:off x="7375688" y="1468835"/>
            <a:ext cx="325422" cy="2284060"/>
            <a:chOff x="11000341" y="4022147"/>
            <a:chExt cx="325422" cy="2031812"/>
          </a:xfrm>
        </p:grpSpPr>
        <p:sp>
          <p:nvSpPr>
            <p:cNvPr id="35" name="四角形: 角を丸くする 34">
              <a:extLst>
                <a:ext uri="{FF2B5EF4-FFF2-40B4-BE49-F238E27FC236}">
                  <a16:creationId xmlns:a16="http://schemas.microsoft.com/office/drawing/2014/main" id="{D12DF360-164D-19D2-1997-A1A6ED2269F7}"/>
                </a:ext>
              </a:extLst>
            </p:cNvPr>
            <p:cNvSpPr>
              <a:spLocks/>
            </p:cNvSpPr>
            <p:nvPr/>
          </p:nvSpPr>
          <p:spPr>
            <a:xfrm>
              <a:off x="11044871" y="4022147"/>
              <a:ext cx="236362" cy="2031812"/>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6" name="四角形: 角を丸くする 35">
              <a:extLst>
                <a:ext uri="{FF2B5EF4-FFF2-40B4-BE49-F238E27FC236}">
                  <a16:creationId xmlns:a16="http://schemas.microsoft.com/office/drawing/2014/main" id="{FC9E642B-D5D2-8D38-DD5A-8EF984B67460}"/>
                </a:ext>
              </a:extLst>
            </p:cNvPr>
            <p:cNvSpPr>
              <a:spLocks/>
            </p:cNvSpPr>
            <p:nvPr/>
          </p:nvSpPr>
          <p:spPr>
            <a:xfrm>
              <a:off x="11000341" y="4648311"/>
              <a:ext cx="325422" cy="263274"/>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37" name="グループ化 36">
            <a:extLst>
              <a:ext uri="{FF2B5EF4-FFF2-40B4-BE49-F238E27FC236}">
                <a16:creationId xmlns:a16="http://schemas.microsoft.com/office/drawing/2014/main" id="{4741EF1D-295C-559E-43B8-21DEAC48C361}"/>
              </a:ext>
            </a:extLst>
          </p:cNvPr>
          <p:cNvGrpSpPr>
            <a:grpSpLocks/>
          </p:cNvGrpSpPr>
          <p:nvPr/>
        </p:nvGrpSpPr>
        <p:grpSpPr>
          <a:xfrm rot="5400000">
            <a:off x="7375688" y="1907007"/>
            <a:ext cx="325422" cy="2284060"/>
            <a:chOff x="11000341" y="4022147"/>
            <a:chExt cx="325422" cy="2031812"/>
          </a:xfrm>
        </p:grpSpPr>
        <p:sp>
          <p:nvSpPr>
            <p:cNvPr id="38" name="四角形: 角を丸くする 37">
              <a:extLst>
                <a:ext uri="{FF2B5EF4-FFF2-40B4-BE49-F238E27FC236}">
                  <a16:creationId xmlns:a16="http://schemas.microsoft.com/office/drawing/2014/main" id="{0A9E11B1-F49F-9007-42EE-069EABDBE4D6}"/>
                </a:ext>
              </a:extLst>
            </p:cNvPr>
            <p:cNvSpPr>
              <a:spLocks/>
            </p:cNvSpPr>
            <p:nvPr/>
          </p:nvSpPr>
          <p:spPr>
            <a:xfrm>
              <a:off x="11044871" y="4022147"/>
              <a:ext cx="236362" cy="2031812"/>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9" name="四角形: 角を丸くする 38">
              <a:extLst>
                <a:ext uri="{FF2B5EF4-FFF2-40B4-BE49-F238E27FC236}">
                  <a16:creationId xmlns:a16="http://schemas.microsoft.com/office/drawing/2014/main" id="{19232F0D-4F62-05EA-1EDC-B16E00C3F3B0}"/>
                </a:ext>
              </a:extLst>
            </p:cNvPr>
            <p:cNvSpPr>
              <a:spLocks/>
            </p:cNvSpPr>
            <p:nvPr/>
          </p:nvSpPr>
          <p:spPr>
            <a:xfrm>
              <a:off x="11000341" y="4648311"/>
              <a:ext cx="325422" cy="263274"/>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41" name="テキスト ボックス 40">
            <a:extLst>
              <a:ext uri="{FF2B5EF4-FFF2-40B4-BE49-F238E27FC236}">
                <a16:creationId xmlns:a16="http://schemas.microsoft.com/office/drawing/2014/main" id="{88DCECE1-6B03-47B5-69CB-4279DD51A5B5}"/>
              </a:ext>
            </a:extLst>
          </p:cNvPr>
          <p:cNvSpPr txBox="1">
            <a:spLocks/>
          </p:cNvSpPr>
          <p:nvPr/>
        </p:nvSpPr>
        <p:spPr>
          <a:xfrm>
            <a:off x="3607658" y="3365747"/>
            <a:ext cx="1236236" cy="400110"/>
          </a:xfrm>
          <a:prstGeom prst="rect">
            <a:avLst/>
          </a:prstGeom>
          <a:noFill/>
        </p:spPr>
        <p:txBody>
          <a:bodyPr wrap="none" rtlCol="0">
            <a:spAutoFit/>
          </a:bodyPr>
          <a:lstStyle/>
          <a:p>
            <a:r>
              <a:rPr kumimoji="1" lang="ja-JP" altLang="en-US" sz="2000" b="1">
                <a:solidFill>
                  <a:schemeClr val="tx1">
                    <a:lumMod val="75000"/>
                    <a:lumOff val="25000"/>
                  </a:schemeClr>
                </a:solidFill>
                <a:latin typeface="和音 Joyo R" panose="00000500000000000000" pitchFamily="50" charset="-128"/>
                <a:ea typeface="和音 Joyo R" panose="00000500000000000000" pitchFamily="50" charset="-128"/>
              </a:rPr>
              <a:t>文字送り</a:t>
            </a:r>
            <a:endParaRPr kumimoji="1" lang="ja-JP" altLang="en-US" sz="28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sp>
        <p:nvSpPr>
          <p:cNvPr id="43" name="テキスト ボックス 42">
            <a:extLst>
              <a:ext uri="{FF2B5EF4-FFF2-40B4-BE49-F238E27FC236}">
                <a16:creationId xmlns:a16="http://schemas.microsoft.com/office/drawing/2014/main" id="{E9B66850-2740-D6B8-A12A-E460029C8CF9}"/>
              </a:ext>
            </a:extLst>
          </p:cNvPr>
          <p:cNvSpPr txBox="1">
            <a:spLocks/>
          </p:cNvSpPr>
          <p:nvPr/>
        </p:nvSpPr>
        <p:spPr>
          <a:xfrm>
            <a:off x="3607658" y="3903238"/>
            <a:ext cx="1236236" cy="400110"/>
          </a:xfrm>
          <a:prstGeom prst="rect">
            <a:avLst/>
          </a:prstGeom>
          <a:noFill/>
        </p:spPr>
        <p:txBody>
          <a:bodyPr wrap="none" rtlCol="0">
            <a:spAutoFit/>
          </a:bodyPr>
          <a:lstStyle/>
          <a:p>
            <a:r>
              <a:rPr kumimoji="1" lang="ja-JP" altLang="en-US" sz="2000" b="1">
                <a:solidFill>
                  <a:schemeClr val="tx1">
                    <a:lumMod val="75000"/>
                    <a:lumOff val="25000"/>
                  </a:schemeClr>
                </a:solidFill>
                <a:latin typeface="和音 Joyo R" panose="00000500000000000000" pitchFamily="50" charset="-128"/>
                <a:ea typeface="和音 Joyo R" panose="00000500000000000000" pitchFamily="50" charset="-128"/>
              </a:rPr>
              <a:t>表示速度</a:t>
            </a:r>
            <a:endParaRPr kumimoji="1" lang="ja-JP" altLang="en-US" sz="28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sp>
        <p:nvSpPr>
          <p:cNvPr id="63" name="四角形: 角を丸くする 62">
            <a:extLst>
              <a:ext uri="{FF2B5EF4-FFF2-40B4-BE49-F238E27FC236}">
                <a16:creationId xmlns:a16="http://schemas.microsoft.com/office/drawing/2014/main" id="{8F92B329-DD83-3C82-8D7E-15ABB8A39075}"/>
              </a:ext>
            </a:extLst>
          </p:cNvPr>
          <p:cNvSpPr>
            <a:spLocks/>
          </p:cNvSpPr>
          <p:nvPr/>
        </p:nvSpPr>
        <p:spPr>
          <a:xfrm rot="5400000">
            <a:off x="6352028" y="2891571"/>
            <a:ext cx="342435" cy="1438121"/>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sp>
        <p:nvSpPr>
          <p:cNvPr id="64" name="四角形: 角を丸くする 63">
            <a:extLst>
              <a:ext uri="{FF2B5EF4-FFF2-40B4-BE49-F238E27FC236}">
                <a16:creationId xmlns:a16="http://schemas.microsoft.com/office/drawing/2014/main" id="{0412A1F8-E589-F9A2-DD24-D40D19A5DE93}"/>
              </a:ext>
            </a:extLst>
          </p:cNvPr>
          <p:cNvSpPr>
            <a:spLocks/>
          </p:cNvSpPr>
          <p:nvPr/>
        </p:nvSpPr>
        <p:spPr>
          <a:xfrm rot="5400000">
            <a:off x="7790150" y="2884375"/>
            <a:ext cx="342435" cy="1438121"/>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p>
        </p:txBody>
      </p:sp>
      <p:sp>
        <p:nvSpPr>
          <p:cNvPr id="65" name="テキスト ボックス 64">
            <a:extLst>
              <a:ext uri="{FF2B5EF4-FFF2-40B4-BE49-F238E27FC236}">
                <a16:creationId xmlns:a16="http://schemas.microsoft.com/office/drawing/2014/main" id="{915033A4-28DB-D34E-F4E5-6B1E58BF86ED}"/>
              </a:ext>
            </a:extLst>
          </p:cNvPr>
          <p:cNvSpPr txBox="1">
            <a:spLocks/>
          </p:cNvSpPr>
          <p:nvPr/>
        </p:nvSpPr>
        <p:spPr>
          <a:xfrm>
            <a:off x="7504396" y="3425279"/>
            <a:ext cx="922047" cy="307777"/>
          </a:xfrm>
          <a:prstGeom prst="rect">
            <a:avLst/>
          </a:prstGeom>
          <a:noFill/>
        </p:spPr>
        <p:txBody>
          <a:bodyPr wrap="none" rtlCol="0">
            <a:spAutoFit/>
          </a:bodyPr>
          <a:lstStyle/>
          <a:p>
            <a:pPr algn="ctr"/>
            <a:r>
              <a:rPr kumimoji="1" lang="ja-JP" altLang="en-US" sz="1400" b="1">
                <a:solidFill>
                  <a:schemeClr val="bg1">
                    <a:lumMod val="95000"/>
                  </a:schemeClr>
                </a:solidFill>
                <a:latin typeface="和音 Joyo R" panose="00000500000000000000" pitchFamily="50" charset="-128"/>
                <a:ea typeface="和音 Joyo R" panose="00000500000000000000" pitchFamily="50" charset="-128"/>
              </a:rPr>
              <a:t>逐次表示</a:t>
            </a:r>
            <a:endParaRPr kumimoji="1" lang="ja-JP" altLang="en-US" b="1" dirty="0">
              <a:solidFill>
                <a:schemeClr val="bg1">
                  <a:lumMod val="95000"/>
                </a:schemeClr>
              </a:solidFill>
              <a:latin typeface="和音 Joyo R" panose="00000500000000000000" pitchFamily="50" charset="-128"/>
              <a:ea typeface="和音 Joyo R" panose="00000500000000000000" pitchFamily="50" charset="-128"/>
            </a:endParaRPr>
          </a:p>
        </p:txBody>
      </p:sp>
      <p:sp>
        <p:nvSpPr>
          <p:cNvPr id="66" name="テキスト ボックス 65">
            <a:extLst>
              <a:ext uri="{FF2B5EF4-FFF2-40B4-BE49-F238E27FC236}">
                <a16:creationId xmlns:a16="http://schemas.microsoft.com/office/drawing/2014/main" id="{270EA679-7C1C-8550-64EA-E8A68FAB04FA}"/>
              </a:ext>
            </a:extLst>
          </p:cNvPr>
          <p:cNvSpPr txBox="1">
            <a:spLocks/>
          </p:cNvSpPr>
          <p:nvPr/>
        </p:nvSpPr>
        <p:spPr>
          <a:xfrm>
            <a:off x="6062222" y="3433865"/>
            <a:ext cx="922047" cy="307777"/>
          </a:xfrm>
          <a:prstGeom prst="rect">
            <a:avLst/>
          </a:prstGeom>
          <a:noFill/>
        </p:spPr>
        <p:txBody>
          <a:bodyPr wrap="none" rtlCol="0">
            <a:spAutoFit/>
          </a:bodyPr>
          <a:lstStyle/>
          <a:p>
            <a:pPr algn="ctr"/>
            <a:r>
              <a:rPr kumimoji="1" lang="ja-JP" altLang="en-US" sz="1400" b="1">
                <a:solidFill>
                  <a:schemeClr val="bg1">
                    <a:lumMod val="95000"/>
                  </a:schemeClr>
                </a:solidFill>
                <a:latin typeface="和音 Joyo R" panose="00000500000000000000" pitchFamily="50" charset="-128"/>
                <a:ea typeface="和音 Joyo R" panose="00000500000000000000" pitchFamily="50" charset="-128"/>
              </a:rPr>
              <a:t>全文即時</a:t>
            </a:r>
            <a:endParaRPr kumimoji="1" lang="ja-JP" altLang="en-US" b="1" dirty="0">
              <a:solidFill>
                <a:schemeClr val="bg1">
                  <a:lumMod val="95000"/>
                </a:schemeClr>
              </a:solidFill>
              <a:latin typeface="和音 Joyo R" panose="00000500000000000000" pitchFamily="50" charset="-128"/>
              <a:ea typeface="和音 Joyo R" panose="00000500000000000000" pitchFamily="50" charset="-128"/>
            </a:endParaRPr>
          </a:p>
        </p:txBody>
      </p:sp>
      <p:grpSp>
        <p:nvGrpSpPr>
          <p:cNvPr id="7" name="グループ化 6">
            <a:extLst>
              <a:ext uri="{FF2B5EF4-FFF2-40B4-BE49-F238E27FC236}">
                <a16:creationId xmlns:a16="http://schemas.microsoft.com/office/drawing/2014/main" id="{621BC466-3A66-3DE1-8ABA-F3DA6D85FA41}"/>
              </a:ext>
            </a:extLst>
          </p:cNvPr>
          <p:cNvGrpSpPr>
            <a:grpSpLocks/>
          </p:cNvGrpSpPr>
          <p:nvPr/>
        </p:nvGrpSpPr>
        <p:grpSpPr>
          <a:xfrm rot="5400000">
            <a:off x="7079595" y="2692950"/>
            <a:ext cx="325422" cy="2876243"/>
            <a:chOff x="11000341" y="4022147"/>
            <a:chExt cx="325422" cy="2031812"/>
          </a:xfrm>
        </p:grpSpPr>
        <p:sp>
          <p:nvSpPr>
            <p:cNvPr id="8" name="四角形: 角を丸くする 7">
              <a:extLst>
                <a:ext uri="{FF2B5EF4-FFF2-40B4-BE49-F238E27FC236}">
                  <a16:creationId xmlns:a16="http://schemas.microsoft.com/office/drawing/2014/main" id="{5EA161CC-5A68-2B1C-2806-DD3CD576E424}"/>
                </a:ext>
              </a:extLst>
            </p:cNvPr>
            <p:cNvSpPr>
              <a:spLocks/>
            </p:cNvSpPr>
            <p:nvPr/>
          </p:nvSpPr>
          <p:spPr>
            <a:xfrm>
              <a:off x="11044871" y="4022147"/>
              <a:ext cx="236362" cy="2031812"/>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四角形: 角を丸くする 12">
              <a:extLst>
                <a:ext uri="{FF2B5EF4-FFF2-40B4-BE49-F238E27FC236}">
                  <a16:creationId xmlns:a16="http://schemas.microsoft.com/office/drawing/2014/main" id="{0AF92440-01A5-2B50-1696-EE45DFDA657A}"/>
                </a:ext>
              </a:extLst>
            </p:cNvPr>
            <p:cNvSpPr>
              <a:spLocks/>
            </p:cNvSpPr>
            <p:nvPr/>
          </p:nvSpPr>
          <p:spPr>
            <a:xfrm>
              <a:off x="11000341" y="4648311"/>
              <a:ext cx="325422" cy="263274"/>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6" name="テキスト ボックス 15">
            <a:extLst>
              <a:ext uri="{FF2B5EF4-FFF2-40B4-BE49-F238E27FC236}">
                <a16:creationId xmlns:a16="http://schemas.microsoft.com/office/drawing/2014/main" id="{A4AE1178-FC6E-4CC4-A8C4-620A68D8AFD0}"/>
              </a:ext>
            </a:extLst>
          </p:cNvPr>
          <p:cNvSpPr txBox="1">
            <a:spLocks/>
          </p:cNvSpPr>
          <p:nvPr/>
        </p:nvSpPr>
        <p:spPr>
          <a:xfrm>
            <a:off x="3607658" y="4447521"/>
            <a:ext cx="1499128" cy="400110"/>
          </a:xfrm>
          <a:prstGeom prst="rect">
            <a:avLst/>
          </a:prstGeom>
          <a:noFill/>
        </p:spPr>
        <p:txBody>
          <a:bodyPr wrap="none" rtlCol="0">
            <a:spAutoFit/>
          </a:bodyPr>
          <a:lstStyle/>
          <a:p>
            <a:r>
              <a:rPr lang="ja-JP" altLang="en-US" sz="2000" b="1">
                <a:solidFill>
                  <a:schemeClr val="tx1">
                    <a:lumMod val="75000"/>
                    <a:lumOff val="25000"/>
                  </a:schemeClr>
                </a:solidFill>
                <a:latin typeface="和音 Joyo R" panose="00000500000000000000" pitchFamily="50" charset="-128"/>
                <a:ea typeface="和音 Joyo R" panose="00000500000000000000" pitchFamily="50" charset="-128"/>
              </a:rPr>
              <a:t>早送り</a:t>
            </a:r>
            <a:r>
              <a:rPr kumimoji="1" lang="ja-JP" altLang="en-US" sz="2000" b="1">
                <a:solidFill>
                  <a:schemeClr val="tx1">
                    <a:lumMod val="75000"/>
                    <a:lumOff val="25000"/>
                  </a:schemeClr>
                </a:solidFill>
                <a:latin typeface="和音 Joyo R" panose="00000500000000000000" pitchFamily="50" charset="-128"/>
                <a:ea typeface="和音 Joyo R" panose="00000500000000000000" pitchFamily="50" charset="-128"/>
              </a:rPr>
              <a:t>速度</a:t>
            </a:r>
            <a:endParaRPr kumimoji="1" lang="ja-JP" altLang="en-US" sz="28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grpSp>
        <p:nvGrpSpPr>
          <p:cNvPr id="17" name="グループ化 16">
            <a:extLst>
              <a:ext uri="{FF2B5EF4-FFF2-40B4-BE49-F238E27FC236}">
                <a16:creationId xmlns:a16="http://schemas.microsoft.com/office/drawing/2014/main" id="{184DDBBB-10F6-9A2F-B1AE-3ECC07D216E1}"/>
              </a:ext>
            </a:extLst>
          </p:cNvPr>
          <p:cNvGrpSpPr>
            <a:grpSpLocks/>
          </p:cNvGrpSpPr>
          <p:nvPr/>
        </p:nvGrpSpPr>
        <p:grpSpPr>
          <a:xfrm rot="5400000">
            <a:off x="7079595" y="3237233"/>
            <a:ext cx="325422" cy="2876243"/>
            <a:chOff x="11000341" y="4022147"/>
            <a:chExt cx="325422" cy="2031812"/>
          </a:xfrm>
        </p:grpSpPr>
        <p:sp>
          <p:nvSpPr>
            <p:cNvPr id="19" name="四角形: 角を丸くする 18">
              <a:extLst>
                <a:ext uri="{FF2B5EF4-FFF2-40B4-BE49-F238E27FC236}">
                  <a16:creationId xmlns:a16="http://schemas.microsoft.com/office/drawing/2014/main" id="{CD285890-6161-7476-4CDB-DDF78132CDD5}"/>
                </a:ext>
              </a:extLst>
            </p:cNvPr>
            <p:cNvSpPr>
              <a:spLocks/>
            </p:cNvSpPr>
            <p:nvPr/>
          </p:nvSpPr>
          <p:spPr>
            <a:xfrm>
              <a:off x="11044871" y="4022147"/>
              <a:ext cx="236362" cy="2031812"/>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四角形: 角を丸くする 21">
              <a:extLst>
                <a:ext uri="{FF2B5EF4-FFF2-40B4-BE49-F238E27FC236}">
                  <a16:creationId xmlns:a16="http://schemas.microsoft.com/office/drawing/2014/main" id="{C09436C3-2ACC-774C-784E-ECDBDA0BB04C}"/>
                </a:ext>
              </a:extLst>
            </p:cNvPr>
            <p:cNvSpPr>
              <a:spLocks/>
            </p:cNvSpPr>
            <p:nvPr/>
          </p:nvSpPr>
          <p:spPr>
            <a:xfrm>
              <a:off x="11000341" y="4648311"/>
              <a:ext cx="325422" cy="263274"/>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Tree>
    <p:extLst>
      <p:ext uri="{BB962C8B-B14F-4D97-AF65-F5344CB8AC3E}">
        <p14:creationId xmlns:p14="http://schemas.microsoft.com/office/powerpoint/2010/main" val="3863783985"/>
      </p:ext>
    </p:extLst>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B8C033-48F6-2D3D-BE13-0208A5F3D502}"/>
            </a:ext>
          </a:extLst>
        </p:cNvPr>
        <p:cNvGrpSpPr/>
        <p:nvPr/>
      </p:nvGrpSpPr>
      <p:grpSpPr>
        <a:xfrm>
          <a:off x="0" y="0"/>
          <a:ext cx="0" cy="0"/>
          <a:chOff x="0" y="0"/>
          <a:chExt cx="0" cy="0"/>
        </a:xfrm>
      </p:grpSpPr>
      <p:grpSp>
        <p:nvGrpSpPr>
          <p:cNvPr id="2" name="グループ化 1">
            <a:extLst>
              <a:ext uri="{FF2B5EF4-FFF2-40B4-BE49-F238E27FC236}">
                <a16:creationId xmlns:a16="http://schemas.microsoft.com/office/drawing/2014/main" id="{DBAAFC54-4DD2-9C97-EC31-B482FC725ECC}"/>
              </a:ext>
            </a:extLst>
          </p:cNvPr>
          <p:cNvGrpSpPr/>
          <p:nvPr/>
        </p:nvGrpSpPr>
        <p:grpSpPr>
          <a:xfrm>
            <a:off x="2295197" y="869948"/>
            <a:ext cx="8160352" cy="5060484"/>
            <a:chOff x="2295197" y="869948"/>
            <a:chExt cx="8160352" cy="5060484"/>
          </a:xfrm>
        </p:grpSpPr>
        <p:grpSp>
          <p:nvGrpSpPr>
            <p:cNvPr id="5" name="グループ化 4">
              <a:extLst>
                <a:ext uri="{FF2B5EF4-FFF2-40B4-BE49-F238E27FC236}">
                  <a16:creationId xmlns:a16="http://schemas.microsoft.com/office/drawing/2014/main" id="{5B51C253-7462-3126-4947-5D5A7DC3C8E7}"/>
                </a:ext>
              </a:extLst>
            </p:cNvPr>
            <p:cNvGrpSpPr/>
            <p:nvPr/>
          </p:nvGrpSpPr>
          <p:grpSpPr>
            <a:xfrm>
              <a:off x="2295197" y="1231181"/>
              <a:ext cx="7601606" cy="4699251"/>
              <a:chOff x="2295197" y="1231181"/>
              <a:chExt cx="7601606" cy="4699251"/>
            </a:xfrm>
          </p:grpSpPr>
          <p:sp>
            <p:nvSpPr>
              <p:cNvPr id="10" name="四角形: 角を丸くする 9">
                <a:extLst>
                  <a:ext uri="{FF2B5EF4-FFF2-40B4-BE49-F238E27FC236}">
                    <a16:creationId xmlns:a16="http://schemas.microsoft.com/office/drawing/2014/main" id="{4D786F66-6B23-BC90-927B-E3C6CEC7C127}"/>
                  </a:ext>
                </a:extLst>
              </p:cNvPr>
              <p:cNvSpPr/>
              <p:nvPr/>
            </p:nvSpPr>
            <p:spPr>
              <a:xfrm>
                <a:off x="2295197" y="1231181"/>
                <a:ext cx="7601606" cy="4699251"/>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2" name="グループ化 11">
                <a:extLst>
                  <a:ext uri="{FF2B5EF4-FFF2-40B4-BE49-F238E27FC236}">
                    <a16:creationId xmlns:a16="http://schemas.microsoft.com/office/drawing/2014/main" id="{F6C99199-F186-3595-E1DF-71568C406625}"/>
                  </a:ext>
                </a:extLst>
              </p:cNvPr>
              <p:cNvGrpSpPr/>
              <p:nvPr/>
            </p:nvGrpSpPr>
            <p:grpSpPr>
              <a:xfrm>
                <a:off x="2512942" y="3045762"/>
                <a:ext cx="7166116" cy="1065397"/>
                <a:chOff x="2536747" y="3045762"/>
                <a:chExt cx="7166116" cy="1065397"/>
              </a:xfrm>
            </p:grpSpPr>
            <p:sp>
              <p:nvSpPr>
                <p:cNvPr id="14" name="二等辺三角形 13">
                  <a:extLst>
                    <a:ext uri="{FF2B5EF4-FFF2-40B4-BE49-F238E27FC236}">
                      <a16:creationId xmlns:a16="http://schemas.microsoft.com/office/drawing/2014/main" id="{F732255E-CE0C-F3B2-C58D-86FDBC30B0E1}"/>
                    </a:ext>
                  </a:extLst>
                </p:cNvPr>
                <p:cNvSpPr/>
                <p:nvPr/>
              </p:nvSpPr>
              <p:spPr>
                <a:xfrm rot="16200000">
                  <a:off x="2318906" y="3268296"/>
                  <a:ext cx="1060704" cy="625021"/>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3" name="二等辺三角形 22">
                  <a:extLst>
                    <a:ext uri="{FF2B5EF4-FFF2-40B4-BE49-F238E27FC236}">
                      <a16:creationId xmlns:a16="http://schemas.microsoft.com/office/drawing/2014/main" id="{9DFAE3D1-D80E-5C84-E6C4-654AC230CF3C}"/>
                    </a:ext>
                  </a:extLst>
                </p:cNvPr>
                <p:cNvSpPr/>
                <p:nvPr/>
              </p:nvSpPr>
              <p:spPr>
                <a:xfrm rot="5400000" flipH="1">
                  <a:off x="8860001" y="3263603"/>
                  <a:ext cx="1060704" cy="625021"/>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pic>
          <p:nvPicPr>
            <p:cNvPr id="6" name="図 5">
              <a:extLst>
                <a:ext uri="{FF2B5EF4-FFF2-40B4-BE49-F238E27FC236}">
                  <a16:creationId xmlns:a16="http://schemas.microsoft.com/office/drawing/2014/main" id="{49A6BD69-3BF5-B67F-B61A-90024046DEC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849989" y="869948"/>
              <a:ext cx="1605560" cy="1134571"/>
            </a:xfrm>
            <a:prstGeom prst="rect">
              <a:avLst/>
            </a:prstGeom>
          </p:spPr>
        </p:pic>
      </p:grpSp>
      <p:sp>
        <p:nvSpPr>
          <p:cNvPr id="11" name="四角形: 角を丸くする 10">
            <a:extLst>
              <a:ext uri="{FF2B5EF4-FFF2-40B4-BE49-F238E27FC236}">
                <a16:creationId xmlns:a16="http://schemas.microsoft.com/office/drawing/2014/main" id="{EBC70EFD-BAF9-8F7D-4938-67D79E37AFAA}"/>
              </a:ext>
            </a:extLst>
          </p:cNvPr>
          <p:cNvSpPr>
            <a:spLocks/>
          </p:cNvSpPr>
          <p:nvPr/>
        </p:nvSpPr>
        <p:spPr>
          <a:xfrm>
            <a:off x="6344410" y="5021012"/>
            <a:ext cx="2336019" cy="625904"/>
          </a:xfrm>
          <a:prstGeom prst="roundRect">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latin typeface="和音 Joyo R" panose="00000500000000000000" pitchFamily="50" charset="-128"/>
                <a:ea typeface="和音 Joyo R" panose="00000500000000000000" pitchFamily="50" charset="-128"/>
              </a:rPr>
              <a:t>OK</a:t>
            </a:r>
            <a:endParaRPr kumimoji="1" lang="ja-JP" altLang="en-US" sz="2000" dirty="0">
              <a:latin typeface="和音 Joyo R" panose="00000500000000000000" pitchFamily="50" charset="-128"/>
              <a:ea typeface="和音 Joyo R" panose="00000500000000000000" pitchFamily="50" charset="-128"/>
            </a:endParaRPr>
          </a:p>
        </p:txBody>
      </p:sp>
      <p:sp>
        <p:nvSpPr>
          <p:cNvPr id="15" name="四角形: 角を丸くする 14">
            <a:extLst>
              <a:ext uri="{FF2B5EF4-FFF2-40B4-BE49-F238E27FC236}">
                <a16:creationId xmlns:a16="http://schemas.microsoft.com/office/drawing/2014/main" id="{1DDD9E1C-27B2-5E07-8552-337917479633}"/>
              </a:ext>
            </a:extLst>
          </p:cNvPr>
          <p:cNvSpPr>
            <a:spLocks/>
          </p:cNvSpPr>
          <p:nvPr/>
        </p:nvSpPr>
        <p:spPr>
          <a:xfrm>
            <a:off x="3511571" y="5021012"/>
            <a:ext cx="2336019" cy="625904"/>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000" dirty="0">
                <a:latin typeface="和音 Joyo R" panose="00000500000000000000" pitchFamily="50" charset="-128"/>
                <a:ea typeface="和音 Joyo R" panose="00000500000000000000" pitchFamily="50" charset="-128"/>
              </a:rPr>
              <a:t>デフォルトに戻す</a:t>
            </a:r>
          </a:p>
        </p:txBody>
      </p:sp>
      <p:sp>
        <p:nvSpPr>
          <p:cNvPr id="18" name="テキスト ボックス 17">
            <a:extLst>
              <a:ext uri="{FF2B5EF4-FFF2-40B4-BE49-F238E27FC236}">
                <a16:creationId xmlns:a16="http://schemas.microsoft.com/office/drawing/2014/main" id="{1B30CD77-157F-65AE-1BF7-BDB0A5082ABB}"/>
              </a:ext>
            </a:extLst>
          </p:cNvPr>
          <p:cNvSpPr txBox="1">
            <a:spLocks/>
          </p:cNvSpPr>
          <p:nvPr/>
        </p:nvSpPr>
        <p:spPr>
          <a:xfrm>
            <a:off x="5056292" y="1323213"/>
            <a:ext cx="2079416" cy="461665"/>
          </a:xfrm>
          <a:prstGeom prst="rect">
            <a:avLst/>
          </a:prstGeom>
          <a:noFill/>
        </p:spPr>
        <p:txBody>
          <a:bodyPr wrap="none" rtlCol="0">
            <a:spAutoFit/>
          </a:bodyPr>
          <a:lstStyle/>
          <a:p>
            <a:pPr algn="ctr"/>
            <a:r>
              <a:rPr kumimoji="1" lang="ja-JP" altLang="en-US" sz="2400" b="1">
                <a:solidFill>
                  <a:srgbClr val="FF00FF"/>
                </a:solidFill>
                <a:latin typeface="和音 Joyo R" panose="00000500000000000000" pitchFamily="50" charset="-128"/>
                <a:ea typeface="和音 Joyo R" panose="00000500000000000000" pitchFamily="50" charset="-128"/>
              </a:rPr>
              <a:t>シナリオ設定</a:t>
            </a:r>
            <a:endParaRPr kumimoji="1" lang="ja-JP" altLang="en-US" sz="3200" b="1" dirty="0">
              <a:solidFill>
                <a:srgbClr val="FF00FF"/>
              </a:solidFill>
              <a:latin typeface="和音 Joyo R" panose="00000500000000000000" pitchFamily="50" charset="-128"/>
              <a:ea typeface="和音 Joyo R" panose="00000500000000000000" pitchFamily="50" charset="-128"/>
            </a:endParaRPr>
          </a:p>
        </p:txBody>
      </p:sp>
      <p:sp>
        <p:nvSpPr>
          <p:cNvPr id="20" name="テキスト ボックス 19">
            <a:extLst>
              <a:ext uri="{FF2B5EF4-FFF2-40B4-BE49-F238E27FC236}">
                <a16:creationId xmlns:a16="http://schemas.microsoft.com/office/drawing/2014/main" id="{0B849A0B-71ED-DC38-CB95-C3DC4ED02BB3}"/>
              </a:ext>
            </a:extLst>
          </p:cNvPr>
          <p:cNvSpPr txBox="1">
            <a:spLocks/>
          </p:cNvSpPr>
          <p:nvPr/>
        </p:nvSpPr>
        <p:spPr>
          <a:xfrm>
            <a:off x="3607658" y="1975512"/>
            <a:ext cx="1236236" cy="400110"/>
          </a:xfrm>
          <a:prstGeom prst="rect">
            <a:avLst/>
          </a:prstGeom>
          <a:noFill/>
        </p:spPr>
        <p:txBody>
          <a:bodyPr wrap="none" rtlCol="0">
            <a:spAutoFit/>
          </a:bodyPr>
          <a:lstStyle/>
          <a:p>
            <a:r>
              <a:rPr kumimoji="1" lang="ja-JP" altLang="en-US" sz="2000" b="1" dirty="0">
                <a:solidFill>
                  <a:schemeClr val="tx1">
                    <a:lumMod val="75000"/>
                    <a:lumOff val="25000"/>
                  </a:schemeClr>
                </a:solidFill>
                <a:latin typeface="和音 Joyo R" panose="00000500000000000000" pitchFamily="50" charset="-128"/>
                <a:ea typeface="和音 Joyo R" panose="00000500000000000000" pitchFamily="50" charset="-128"/>
              </a:rPr>
              <a:t>サウンド</a:t>
            </a:r>
            <a:endParaRPr kumimoji="1" lang="ja-JP" altLang="en-US" sz="28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cxnSp>
        <p:nvCxnSpPr>
          <p:cNvPr id="21" name="直線コネクタ 20">
            <a:extLst>
              <a:ext uri="{FF2B5EF4-FFF2-40B4-BE49-F238E27FC236}">
                <a16:creationId xmlns:a16="http://schemas.microsoft.com/office/drawing/2014/main" id="{EACDEBD8-0125-F81A-8A6A-004256506EE8}"/>
              </a:ext>
            </a:extLst>
          </p:cNvPr>
          <p:cNvCxnSpPr>
            <a:cxnSpLocks/>
          </p:cNvCxnSpPr>
          <p:nvPr/>
        </p:nvCxnSpPr>
        <p:spPr>
          <a:xfrm>
            <a:off x="4363450" y="1820950"/>
            <a:ext cx="3465100" cy="0"/>
          </a:xfrm>
          <a:prstGeom prst="line">
            <a:avLst/>
          </a:prstGeom>
          <a:ln>
            <a:solidFill>
              <a:srgbClr val="FF00FF"/>
            </a:solidFill>
            <a:headEnd type="stealth"/>
            <a:tailEnd type="stealth"/>
          </a:ln>
        </p:spPr>
        <p:style>
          <a:lnRef idx="2">
            <a:schemeClr val="accent1"/>
          </a:lnRef>
          <a:fillRef idx="0">
            <a:schemeClr val="accent1"/>
          </a:fillRef>
          <a:effectRef idx="1">
            <a:schemeClr val="accent1"/>
          </a:effectRef>
          <a:fontRef idx="minor">
            <a:schemeClr val="tx1"/>
          </a:fontRef>
        </p:style>
      </p:cxnSp>
      <p:sp>
        <p:nvSpPr>
          <p:cNvPr id="24" name="テキスト ボックス 23">
            <a:extLst>
              <a:ext uri="{FF2B5EF4-FFF2-40B4-BE49-F238E27FC236}">
                <a16:creationId xmlns:a16="http://schemas.microsoft.com/office/drawing/2014/main" id="{DEEC9ED4-260C-C671-E523-0C81A2F89782}"/>
              </a:ext>
            </a:extLst>
          </p:cNvPr>
          <p:cNvSpPr txBox="1">
            <a:spLocks/>
          </p:cNvSpPr>
          <p:nvPr/>
        </p:nvSpPr>
        <p:spPr>
          <a:xfrm>
            <a:off x="5261149" y="2026089"/>
            <a:ext cx="681597" cy="338554"/>
          </a:xfrm>
          <a:prstGeom prst="rect">
            <a:avLst/>
          </a:prstGeom>
          <a:noFill/>
        </p:spPr>
        <p:txBody>
          <a:bodyPr wrap="none" rtlCol="0">
            <a:spAutoFit/>
          </a:bodyPr>
          <a:lstStyle/>
          <a:p>
            <a:r>
              <a:rPr kumimoji="1" lang="en-US" altLang="ja-JP" sz="1600" b="1" dirty="0">
                <a:solidFill>
                  <a:schemeClr val="tx1">
                    <a:lumMod val="75000"/>
                    <a:lumOff val="25000"/>
                  </a:schemeClr>
                </a:solidFill>
                <a:latin typeface="和音 Joyo R" panose="00000500000000000000" pitchFamily="50" charset="-128"/>
                <a:ea typeface="和音 Joyo R" panose="00000500000000000000" pitchFamily="50" charset="-128"/>
              </a:rPr>
              <a:t>BGM</a:t>
            </a:r>
            <a:endParaRPr kumimoji="1" lang="ja-JP" altLang="en-US" sz="20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sp>
        <p:nvSpPr>
          <p:cNvPr id="26" name="テキスト ボックス 25">
            <a:extLst>
              <a:ext uri="{FF2B5EF4-FFF2-40B4-BE49-F238E27FC236}">
                <a16:creationId xmlns:a16="http://schemas.microsoft.com/office/drawing/2014/main" id="{A32D7739-28B8-EA91-8879-C551BDD14B0E}"/>
              </a:ext>
            </a:extLst>
          </p:cNvPr>
          <p:cNvSpPr txBox="1">
            <a:spLocks/>
          </p:cNvSpPr>
          <p:nvPr/>
        </p:nvSpPr>
        <p:spPr>
          <a:xfrm>
            <a:off x="5261149" y="2441588"/>
            <a:ext cx="452368" cy="338554"/>
          </a:xfrm>
          <a:prstGeom prst="rect">
            <a:avLst/>
          </a:prstGeom>
          <a:noFill/>
        </p:spPr>
        <p:txBody>
          <a:bodyPr wrap="none" rtlCol="0">
            <a:spAutoFit/>
          </a:bodyPr>
          <a:lstStyle/>
          <a:p>
            <a:r>
              <a:rPr kumimoji="1" lang="en-US" altLang="ja-JP" sz="1600" b="1" dirty="0">
                <a:solidFill>
                  <a:schemeClr val="tx1">
                    <a:lumMod val="75000"/>
                    <a:lumOff val="25000"/>
                  </a:schemeClr>
                </a:solidFill>
                <a:latin typeface="和音 Joyo R" panose="00000500000000000000" pitchFamily="50" charset="-128"/>
                <a:ea typeface="和音 Joyo R" panose="00000500000000000000" pitchFamily="50" charset="-128"/>
              </a:rPr>
              <a:t>SE</a:t>
            </a:r>
            <a:endParaRPr kumimoji="1" lang="ja-JP" altLang="en-US" sz="20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sp>
        <p:nvSpPr>
          <p:cNvPr id="28" name="テキスト ボックス 27">
            <a:extLst>
              <a:ext uri="{FF2B5EF4-FFF2-40B4-BE49-F238E27FC236}">
                <a16:creationId xmlns:a16="http://schemas.microsoft.com/office/drawing/2014/main" id="{EF3F9179-7736-6B50-853C-1DF87CA9E15C}"/>
              </a:ext>
            </a:extLst>
          </p:cNvPr>
          <p:cNvSpPr txBox="1">
            <a:spLocks/>
          </p:cNvSpPr>
          <p:nvPr/>
        </p:nvSpPr>
        <p:spPr>
          <a:xfrm>
            <a:off x="5261149" y="2879760"/>
            <a:ext cx="853119" cy="338554"/>
          </a:xfrm>
          <a:prstGeom prst="rect">
            <a:avLst/>
          </a:prstGeom>
          <a:noFill/>
        </p:spPr>
        <p:txBody>
          <a:bodyPr wrap="none" rtlCol="0">
            <a:spAutoFit/>
          </a:bodyPr>
          <a:lstStyle/>
          <a:p>
            <a:r>
              <a:rPr kumimoji="1" lang="en-US" altLang="ja-JP" sz="1600" b="1" dirty="0">
                <a:solidFill>
                  <a:schemeClr val="tx1">
                    <a:lumMod val="75000"/>
                    <a:lumOff val="25000"/>
                  </a:schemeClr>
                </a:solidFill>
                <a:latin typeface="和音 Joyo R" panose="00000500000000000000" pitchFamily="50" charset="-128"/>
                <a:ea typeface="和音 Joyo R" panose="00000500000000000000" pitchFamily="50" charset="-128"/>
              </a:rPr>
              <a:t>VOICE</a:t>
            </a:r>
            <a:endParaRPr kumimoji="1" lang="ja-JP" altLang="en-US" sz="20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grpSp>
        <p:nvGrpSpPr>
          <p:cNvPr id="31" name="グループ化 30">
            <a:extLst>
              <a:ext uri="{FF2B5EF4-FFF2-40B4-BE49-F238E27FC236}">
                <a16:creationId xmlns:a16="http://schemas.microsoft.com/office/drawing/2014/main" id="{6C5076BB-978B-447C-603D-57011F5C0217}"/>
              </a:ext>
            </a:extLst>
          </p:cNvPr>
          <p:cNvGrpSpPr>
            <a:grpSpLocks/>
          </p:cNvGrpSpPr>
          <p:nvPr/>
        </p:nvGrpSpPr>
        <p:grpSpPr>
          <a:xfrm rot="5400000">
            <a:off x="7375689" y="1053336"/>
            <a:ext cx="325422" cy="2284060"/>
            <a:chOff x="11000341" y="4022147"/>
            <a:chExt cx="325422" cy="2031812"/>
          </a:xfrm>
        </p:grpSpPr>
        <p:sp>
          <p:nvSpPr>
            <p:cNvPr id="32" name="四角形: 角を丸くする 31">
              <a:extLst>
                <a:ext uri="{FF2B5EF4-FFF2-40B4-BE49-F238E27FC236}">
                  <a16:creationId xmlns:a16="http://schemas.microsoft.com/office/drawing/2014/main" id="{97387D9F-2C91-A7D3-7B4F-8B3B00EE5278}"/>
                </a:ext>
              </a:extLst>
            </p:cNvPr>
            <p:cNvSpPr>
              <a:spLocks/>
            </p:cNvSpPr>
            <p:nvPr/>
          </p:nvSpPr>
          <p:spPr>
            <a:xfrm>
              <a:off x="11044871" y="4022147"/>
              <a:ext cx="236362" cy="2031812"/>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3" name="四角形: 角を丸くする 32">
              <a:extLst>
                <a:ext uri="{FF2B5EF4-FFF2-40B4-BE49-F238E27FC236}">
                  <a16:creationId xmlns:a16="http://schemas.microsoft.com/office/drawing/2014/main" id="{89208D67-4A7A-BD58-79C3-A63F840288B4}"/>
                </a:ext>
              </a:extLst>
            </p:cNvPr>
            <p:cNvSpPr>
              <a:spLocks/>
            </p:cNvSpPr>
            <p:nvPr/>
          </p:nvSpPr>
          <p:spPr>
            <a:xfrm>
              <a:off x="11000341" y="4648311"/>
              <a:ext cx="325422" cy="263274"/>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34" name="グループ化 33">
            <a:extLst>
              <a:ext uri="{FF2B5EF4-FFF2-40B4-BE49-F238E27FC236}">
                <a16:creationId xmlns:a16="http://schemas.microsoft.com/office/drawing/2014/main" id="{3BCB6B9F-3DA9-0344-2701-20A3822E99B9}"/>
              </a:ext>
            </a:extLst>
          </p:cNvPr>
          <p:cNvGrpSpPr>
            <a:grpSpLocks/>
          </p:cNvGrpSpPr>
          <p:nvPr/>
        </p:nvGrpSpPr>
        <p:grpSpPr>
          <a:xfrm rot="5400000">
            <a:off x="7375688" y="1468835"/>
            <a:ext cx="325422" cy="2284060"/>
            <a:chOff x="11000341" y="4022147"/>
            <a:chExt cx="325422" cy="2031812"/>
          </a:xfrm>
        </p:grpSpPr>
        <p:sp>
          <p:nvSpPr>
            <p:cNvPr id="35" name="四角形: 角を丸くする 34">
              <a:extLst>
                <a:ext uri="{FF2B5EF4-FFF2-40B4-BE49-F238E27FC236}">
                  <a16:creationId xmlns:a16="http://schemas.microsoft.com/office/drawing/2014/main" id="{1D13D0BA-1FC1-AE39-120B-CE163EB0962F}"/>
                </a:ext>
              </a:extLst>
            </p:cNvPr>
            <p:cNvSpPr>
              <a:spLocks/>
            </p:cNvSpPr>
            <p:nvPr/>
          </p:nvSpPr>
          <p:spPr>
            <a:xfrm>
              <a:off x="11044871" y="4022147"/>
              <a:ext cx="236362" cy="2031812"/>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6" name="四角形: 角を丸くする 35">
              <a:extLst>
                <a:ext uri="{FF2B5EF4-FFF2-40B4-BE49-F238E27FC236}">
                  <a16:creationId xmlns:a16="http://schemas.microsoft.com/office/drawing/2014/main" id="{27197D87-395E-E369-9C52-AEB23FD22B4B}"/>
                </a:ext>
              </a:extLst>
            </p:cNvPr>
            <p:cNvSpPr>
              <a:spLocks/>
            </p:cNvSpPr>
            <p:nvPr/>
          </p:nvSpPr>
          <p:spPr>
            <a:xfrm>
              <a:off x="11000341" y="4648311"/>
              <a:ext cx="325422" cy="263274"/>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37" name="グループ化 36">
            <a:extLst>
              <a:ext uri="{FF2B5EF4-FFF2-40B4-BE49-F238E27FC236}">
                <a16:creationId xmlns:a16="http://schemas.microsoft.com/office/drawing/2014/main" id="{63EBF363-87E2-50C5-B14F-6AFB098C4C7D}"/>
              </a:ext>
            </a:extLst>
          </p:cNvPr>
          <p:cNvGrpSpPr>
            <a:grpSpLocks/>
          </p:cNvGrpSpPr>
          <p:nvPr/>
        </p:nvGrpSpPr>
        <p:grpSpPr>
          <a:xfrm rot="5400000">
            <a:off x="7375688" y="1907007"/>
            <a:ext cx="325422" cy="2284060"/>
            <a:chOff x="11000341" y="4022147"/>
            <a:chExt cx="325422" cy="2031812"/>
          </a:xfrm>
        </p:grpSpPr>
        <p:sp>
          <p:nvSpPr>
            <p:cNvPr id="38" name="四角形: 角を丸くする 37">
              <a:extLst>
                <a:ext uri="{FF2B5EF4-FFF2-40B4-BE49-F238E27FC236}">
                  <a16:creationId xmlns:a16="http://schemas.microsoft.com/office/drawing/2014/main" id="{114C2D77-0D7E-88D7-C314-D7CDB3A0772C}"/>
                </a:ext>
              </a:extLst>
            </p:cNvPr>
            <p:cNvSpPr>
              <a:spLocks/>
            </p:cNvSpPr>
            <p:nvPr/>
          </p:nvSpPr>
          <p:spPr>
            <a:xfrm>
              <a:off x="11044871" y="4022147"/>
              <a:ext cx="236362" cy="2031812"/>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9" name="四角形: 角を丸くする 38">
              <a:extLst>
                <a:ext uri="{FF2B5EF4-FFF2-40B4-BE49-F238E27FC236}">
                  <a16:creationId xmlns:a16="http://schemas.microsoft.com/office/drawing/2014/main" id="{D8C0004B-E22D-69CE-F9B9-D5460FDD1221}"/>
                </a:ext>
              </a:extLst>
            </p:cNvPr>
            <p:cNvSpPr>
              <a:spLocks/>
            </p:cNvSpPr>
            <p:nvPr/>
          </p:nvSpPr>
          <p:spPr>
            <a:xfrm>
              <a:off x="11000341" y="4648311"/>
              <a:ext cx="325422" cy="263274"/>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41" name="テキスト ボックス 40">
            <a:extLst>
              <a:ext uri="{FF2B5EF4-FFF2-40B4-BE49-F238E27FC236}">
                <a16:creationId xmlns:a16="http://schemas.microsoft.com/office/drawing/2014/main" id="{5A2AE52C-2AF4-7565-1909-94FCAE67F3F5}"/>
              </a:ext>
            </a:extLst>
          </p:cNvPr>
          <p:cNvSpPr txBox="1">
            <a:spLocks/>
          </p:cNvSpPr>
          <p:nvPr/>
        </p:nvSpPr>
        <p:spPr>
          <a:xfrm>
            <a:off x="3607658" y="3356416"/>
            <a:ext cx="1236236" cy="400110"/>
          </a:xfrm>
          <a:prstGeom prst="rect">
            <a:avLst/>
          </a:prstGeom>
          <a:noFill/>
        </p:spPr>
        <p:txBody>
          <a:bodyPr wrap="none" rtlCol="0">
            <a:spAutoFit/>
          </a:bodyPr>
          <a:lstStyle/>
          <a:p>
            <a:r>
              <a:rPr kumimoji="1" lang="ja-JP" altLang="en-US" sz="2000" b="1">
                <a:solidFill>
                  <a:schemeClr val="tx1">
                    <a:lumMod val="75000"/>
                    <a:lumOff val="25000"/>
                  </a:schemeClr>
                </a:solidFill>
                <a:latin typeface="和音 Joyo R" panose="00000500000000000000" pitchFamily="50" charset="-128"/>
                <a:ea typeface="和音 Joyo R" panose="00000500000000000000" pitchFamily="50" charset="-128"/>
              </a:rPr>
              <a:t>文字送り</a:t>
            </a:r>
            <a:endParaRPr kumimoji="1" lang="ja-JP" altLang="en-US" sz="28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sp>
        <p:nvSpPr>
          <p:cNvPr id="43" name="テキスト ボックス 42">
            <a:extLst>
              <a:ext uri="{FF2B5EF4-FFF2-40B4-BE49-F238E27FC236}">
                <a16:creationId xmlns:a16="http://schemas.microsoft.com/office/drawing/2014/main" id="{A908859D-265D-83CE-CB2E-7349862299E9}"/>
              </a:ext>
            </a:extLst>
          </p:cNvPr>
          <p:cNvSpPr txBox="1">
            <a:spLocks/>
          </p:cNvSpPr>
          <p:nvPr/>
        </p:nvSpPr>
        <p:spPr>
          <a:xfrm>
            <a:off x="3607658" y="3903238"/>
            <a:ext cx="1236236" cy="400110"/>
          </a:xfrm>
          <a:prstGeom prst="rect">
            <a:avLst/>
          </a:prstGeom>
          <a:noFill/>
        </p:spPr>
        <p:txBody>
          <a:bodyPr wrap="none" rtlCol="0">
            <a:spAutoFit/>
          </a:bodyPr>
          <a:lstStyle/>
          <a:p>
            <a:r>
              <a:rPr kumimoji="1" lang="ja-JP" altLang="en-US" sz="2000" b="1">
                <a:solidFill>
                  <a:schemeClr val="tx1">
                    <a:lumMod val="75000"/>
                    <a:lumOff val="25000"/>
                  </a:schemeClr>
                </a:solidFill>
                <a:latin typeface="和音 Joyo R" panose="00000500000000000000" pitchFamily="50" charset="-128"/>
                <a:ea typeface="和音 Joyo R" panose="00000500000000000000" pitchFamily="50" charset="-128"/>
              </a:rPr>
              <a:t>表示速度</a:t>
            </a:r>
            <a:endParaRPr kumimoji="1" lang="ja-JP" altLang="en-US" sz="28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sp>
        <p:nvSpPr>
          <p:cNvPr id="63" name="四角形: 角を丸くする 62">
            <a:extLst>
              <a:ext uri="{FF2B5EF4-FFF2-40B4-BE49-F238E27FC236}">
                <a16:creationId xmlns:a16="http://schemas.microsoft.com/office/drawing/2014/main" id="{1D9C8FC3-A39F-50ED-EECD-1768ED269FC7}"/>
              </a:ext>
            </a:extLst>
          </p:cNvPr>
          <p:cNvSpPr>
            <a:spLocks/>
          </p:cNvSpPr>
          <p:nvPr/>
        </p:nvSpPr>
        <p:spPr>
          <a:xfrm rot="5400000">
            <a:off x="6352028" y="2882240"/>
            <a:ext cx="342435" cy="1438121"/>
          </a:xfrm>
          <a:prstGeom prst="round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sp>
        <p:nvSpPr>
          <p:cNvPr id="64" name="四角形: 角を丸くする 63">
            <a:extLst>
              <a:ext uri="{FF2B5EF4-FFF2-40B4-BE49-F238E27FC236}">
                <a16:creationId xmlns:a16="http://schemas.microsoft.com/office/drawing/2014/main" id="{AD451ADE-9276-20DB-EC45-5A4E45EB6DDA}"/>
              </a:ext>
            </a:extLst>
          </p:cNvPr>
          <p:cNvSpPr>
            <a:spLocks/>
          </p:cNvSpPr>
          <p:nvPr/>
        </p:nvSpPr>
        <p:spPr>
          <a:xfrm rot="5400000">
            <a:off x="7790150" y="2875044"/>
            <a:ext cx="342435" cy="1438121"/>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p>
        </p:txBody>
      </p:sp>
      <p:sp>
        <p:nvSpPr>
          <p:cNvPr id="65" name="テキスト ボックス 64">
            <a:extLst>
              <a:ext uri="{FF2B5EF4-FFF2-40B4-BE49-F238E27FC236}">
                <a16:creationId xmlns:a16="http://schemas.microsoft.com/office/drawing/2014/main" id="{0F83D456-1703-D4C9-DF4D-7D2F19BC3452}"/>
              </a:ext>
            </a:extLst>
          </p:cNvPr>
          <p:cNvSpPr txBox="1">
            <a:spLocks/>
          </p:cNvSpPr>
          <p:nvPr/>
        </p:nvSpPr>
        <p:spPr>
          <a:xfrm>
            <a:off x="7504396" y="3415948"/>
            <a:ext cx="922047" cy="307777"/>
          </a:xfrm>
          <a:prstGeom prst="rect">
            <a:avLst/>
          </a:prstGeom>
          <a:noFill/>
        </p:spPr>
        <p:txBody>
          <a:bodyPr wrap="none" rtlCol="0">
            <a:spAutoFit/>
          </a:bodyPr>
          <a:lstStyle/>
          <a:p>
            <a:pPr algn="ctr"/>
            <a:r>
              <a:rPr kumimoji="1" lang="ja-JP" altLang="en-US" sz="1400" b="1">
                <a:solidFill>
                  <a:schemeClr val="bg1">
                    <a:lumMod val="95000"/>
                  </a:schemeClr>
                </a:solidFill>
                <a:latin typeface="和音 Joyo R" panose="00000500000000000000" pitchFamily="50" charset="-128"/>
                <a:ea typeface="和音 Joyo R" panose="00000500000000000000" pitchFamily="50" charset="-128"/>
              </a:rPr>
              <a:t>逐次表示</a:t>
            </a:r>
            <a:endParaRPr kumimoji="1" lang="ja-JP" altLang="en-US" b="1" dirty="0">
              <a:solidFill>
                <a:schemeClr val="bg1">
                  <a:lumMod val="95000"/>
                </a:schemeClr>
              </a:solidFill>
              <a:latin typeface="和音 Joyo R" panose="00000500000000000000" pitchFamily="50" charset="-128"/>
              <a:ea typeface="和音 Joyo R" panose="00000500000000000000" pitchFamily="50" charset="-128"/>
            </a:endParaRPr>
          </a:p>
        </p:txBody>
      </p:sp>
      <p:sp>
        <p:nvSpPr>
          <p:cNvPr id="66" name="テキスト ボックス 65">
            <a:extLst>
              <a:ext uri="{FF2B5EF4-FFF2-40B4-BE49-F238E27FC236}">
                <a16:creationId xmlns:a16="http://schemas.microsoft.com/office/drawing/2014/main" id="{7E9E0FC7-E231-123C-A194-5AD2B0D2CD11}"/>
              </a:ext>
            </a:extLst>
          </p:cNvPr>
          <p:cNvSpPr txBox="1">
            <a:spLocks/>
          </p:cNvSpPr>
          <p:nvPr/>
        </p:nvSpPr>
        <p:spPr>
          <a:xfrm>
            <a:off x="6062222" y="3424534"/>
            <a:ext cx="922047" cy="307777"/>
          </a:xfrm>
          <a:prstGeom prst="rect">
            <a:avLst/>
          </a:prstGeom>
          <a:noFill/>
        </p:spPr>
        <p:txBody>
          <a:bodyPr wrap="none" rtlCol="0">
            <a:spAutoFit/>
          </a:bodyPr>
          <a:lstStyle/>
          <a:p>
            <a:pPr algn="ctr"/>
            <a:r>
              <a:rPr kumimoji="1" lang="ja-JP" altLang="en-US" sz="1400" b="1">
                <a:solidFill>
                  <a:schemeClr val="bg1">
                    <a:lumMod val="95000"/>
                  </a:schemeClr>
                </a:solidFill>
                <a:latin typeface="和音 Joyo R" panose="00000500000000000000" pitchFamily="50" charset="-128"/>
                <a:ea typeface="和音 Joyo R" panose="00000500000000000000" pitchFamily="50" charset="-128"/>
              </a:rPr>
              <a:t>全文即時</a:t>
            </a:r>
            <a:endParaRPr kumimoji="1" lang="ja-JP" altLang="en-US" b="1" dirty="0">
              <a:solidFill>
                <a:schemeClr val="bg1">
                  <a:lumMod val="95000"/>
                </a:schemeClr>
              </a:solidFill>
              <a:latin typeface="和音 Joyo R" panose="00000500000000000000" pitchFamily="50" charset="-128"/>
              <a:ea typeface="和音 Joyo R" panose="00000500000000000000" pitchFamily="50" charset="-128"/>
            </a:endParaRPr>
          </a:p>
        </p:txBody>
      </p:sp>
      <p:grpSp>
        <p:nvGrpSpPr>
          <p:cNvPr id="7" name="グループ化 6">
            <a:extLst>
              <a:ext uri="{FF2B5EF4-FFF2-40B4-BE49-F238E27FC236}">
                <a16:creationId xmlns:a16="http://schemas.microsoft.com/office/drawing/2014/main" id="{2D95BD78-5D18-5C34-E788-D02BFBAF5E9A}"/>
              </a:ext>
            </a:extLst>
          </p:cNvPr>
          <p:cNvGrpSpPr>
            <a:grpSpLocks/>
          </p:cNvGrpSpPr>
          <p:nvPr/>
        </p:nvGrpSpPr>
        <p:grpSpPr>
          <a:xfrm rot="5400000">
            <a:off x="7079595" y="2692951"/>
            <a:ext cx="325422" cy="2876244"/>
            <a:chOff x="11000342" y="4022147"/>
            <a:chExt cx="325422" cy="2031813"/>
          </a:xfrm>
        </p:grpSpPr>
        <p:sp>
          <p:nvSpPr>
            <p:cNvPr id="8" name="四角形: 角を丸くする 7">
              <a:extLst>
                <a:ext uri="{FF2B5EF4-FFF2-40B4-BE49-F238E27FC236}">
                  <a16:creationId xmlns:a16="http://schemas.microsoft.com/office/drawing/2014/main" id="{20417AFD-F348-CD8C-7E9C-6C67D6C21ABC}"/>
                </a:ext>
              </a:extLst>
            </p:cNvPr>
            <p:cNvSpPr>
              <a:spLocks/>
            </p:cNvSpPr>
            <p:nvPr/>
          </p:nvSpPr>
          <p:spPr>
            <a:xfrm>
              <a:off x="11044871" y="4022147"/>
              <a:ext cx="236362" cy="2031812"/>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四角形: 角を丸くする 12">
              <a:extLst>
                <a:ext uri="{FF2B5EF4-FFF2-40B4-BE49-F238E27FC236}">
                  <a16:creationId xmlns:a16="http://schemas.microsoft.com/office/drawing/2014/main" id="{FAAA222E-D897-1B8A-2922-01738B947730}"/>
                </a:ext>
              </a:extLst>
            </p:cNvPr>
            <p:cNvSpPr>
              <a:spLocks/>
            </p:cNvSpPr>
            <p:nvPr/>
          </p:nvSpPr>
          <p:spPr>
            <a:xfrm>
              <a:off x="11000342" y="4022147"/>
              <a:ext cx="325422" cy="2031813"/>
            </a:xfrm>
            <a:prstGeom prst="roundRect">
              <a:avLst/>
            </a:prstGeom>
            <a:solidFill>
              <a:srgbClr val="BFBFB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6" name="テキスト ボックス 15">
            <a:extLst>
              <a:ext uri="{FF2B5EF4-FFF2-40B4-BE49-F238E27FC236}">
                <a16:creationId xmlns:a16="http://schemas.microsoft.com/office/drawing/2014/main" id="{C1221399-F711-0A6E-0DD4-CC2B7B11E92F}"/>
              </a:ext>
            </a:extLst>
          </p:cNvPr>
          <p:cNvSpPr txBox="1">
            <a:spLocks/>
          </p:cNvSpPr>
          <p:nvPr/>
        </p:nvSpPr>
        <p:spPr>
          <a:xfrm>
            <a:off x="3607658" y="4447521"/>
            <a:ext cx="1499128" cy="400110"/>
          </a:xfrm>
          <a:prstGeom prst="rect">
            <a:avLst/>
          </a:prstGeom>
          <a:noFill/>
        </p:spPr>
        <p:txBody>
          <a:bodyPr wrap="none" rtlCol="0">
            <a:spAutoFit/>
          </a:bodyPr>
          <a:lstStyle/>
          <a:p>
            <a:r>
              <a:rPr lang="ja-JP" altLang="en-US" sz="2000" b="1">
                <a:solidFill>
                  <a:schemeClr val="tx1">
                    <a:lumMod val="75000"/>
                    <a:lumOff val="25000"/>
                  </a:schemeClr>
                </a:solidFill>
                <a:latin typeface="和音 Joyo R" panose="00000500000000000000" pitchFamily="50" charset="-128"/>
                <a:ea typeface="和音 Joyo R" panose="00000500000000000000" pitchFamily="50" charset="-128"/>
              </a:rPr>
              <a:t>早送り</a:t>
            </a:r>
            <a:r>
              <a:rPr kumimoji="1" lang="ja-JP" altLang="en-US" sz="2000" b="1">
                <a:solidFill>
                  <a:schemeClr val="tx1">
                    <a:lumMod val="75000"/>
                    <a:lumOff val="25000"/>
                  </a:schemeClr>
                </a:solidFill>
                <a:latin typeface="和音 Joyo R" panose="00000500000000000000" pitchFamily="50" charset="-128"/>
                <a:ea typeface="和音 Joyo R" panose="00000500000000000000" pitchFamily="50" charset="-128"/>
              </a:rPr>
              <a:t>速度</a:t>
            </a:r>
            <a:endParaRPr kumimoji="1" lang="ja-JP" altLang="en-US" sz="28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grpSp>
        <p:nvGrpSpPr>
          <p:cNvPr id="17" name="グループ化 16">
            <a:extLst>
              <a:ext uri="{FF2B5EF4-FFF2-40B4-BE49-F238E27FC236}">
                <a16:creationId xmlns:a16="http://schemas.microsoft.com/office/drawing/2014/main" id="{67371A95-E386-DFF1-C8D9-81F8A08C2C4D}"/>
              </a:ext>
            </a:extLst>
          </p:cNvPr>
          <p:cNvGrpSpPr>
            <a:grpSpLocks/>
          </p:cNvGrpSpPr>
          <p:nvPr/>
        </p:nvGrpSpPr>
        <p:grpSpPr>
          <a:xfrm rot="5400000">
            <a:off x="7079595" y="3237233"/>
            <a:ext cx="325422" cy="2876243"/>
            <a:chOff x="11000341" y="4022147"/>
            <a:chExt cx="325422" cy="2031812"/>
          </a:xfrm>
        </p:grpSpPr>
        <p:sp>
          <p:nvSpPr>
            <p:cNvPr id="19" name="四角形: 角を丸くする 18">
              <a:extLst>
                <a:ext uri="{FF2B5EF4-FFF2-40B4-BE49-F238E27FC236}">
                  <a16:creationId xmlns:a16="http://schemas.microsoft.com/office/drawing/2014/main" id="{A37C6E53-4D1F-AE88-4A2F-E89F11B0327D}"/>
                </a:ext>
              </a:extLst>
            </p:cNvPr>
            <p:cNvSpPr>
              <a:spLocks/>
            </p:cNvSpPr>
            <p:nvPr/>
          </p:nvSpPr>
          <p:spPr>
            <a:xfrm>
              <a:off x="11044871" y="4022147"/>
              <a:ext cx="236362" cy="2031812"/>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四角形: 角を丸くする 21">
              <a:extLst>
                <a:ext uri="{FF2B5EF4-FFF2-40B4-BE49-F238E27FC236}">
                  <a16:creationId xmlns:a16="http://schemas.microsoft.com/office/drawing/2014/main" id="{AA486538-6C88-E8EA-F5AF-DFF8E149687D}"/>
                </a:ext>
              </a:extLst>
            </p:cNvPr>
            <p:cNvSpPr>
              <a:spLocks/>
            </p:cNvSpPr>
            <p:nvPr/>
          </p:nvSpPr>
          <p:spPr>
            <a:xfrm>
              <a:off x="11000341" y="4648311"/>
              <a:ext cx="325422" cy="263274"/>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4" name="テキスト ボックス 3">
            <a:extLst>
              <a:ext uri="{FF2B5EF4-FFF2-40B4-BE49-F238E27FC236}">
                <a16:creationId xmlns:a16="http://schemas.microsoft.com/office/drawing/2014/main" id="{71064CD6-3861-C5EA-516E-C5D7073D8C63}"/>
              </a:ext>
            </a:extLst>
          </p:cNvPr>
          <p:cNvSpPr txBox="1">
            <a:spLocks/>
          </p:cNvSpPr>
          <p:nvPr/>
        </p:nvSpPr>
        <p:spPr>
          <a:xfrm>
            <a:off x="6136075" y="3943589"/>
            <a:ext cx="2212465" cy="307777"/>
          </a:xfrm>
          <a:prstGeom prst="rect">
            <a:avLst/>
          </a:prstGeom>
          <a:noFill/>
        </p:spPr>
        <p:txBody>
          <a:bodyPr wrap="none" rtlCol="0">
            <a:spAutoFit/>
          </a:bodyPr>
          <a:lstStyle/>
          <a:p>
            <a:pPr algn="ctr"/>
            <a:r>
              <a:rPr kumimoji="1" lang="ja-JP" altLang="en-US" sz="1400">
                <a:solidFill>
                  <a:schemeClr val="tx2"/>
                </a:solidFill>
                <a:latin typeface="和音 Joyo R" panose="00000500000000000000" pitchFamily="50" charset="-128"/>
                <a:ea typeface="和音 Joyo R" panose="00000500000000000000" pitchFamily="50" charset="-128"/>
              </a:rPr>
              <a:t>全文即時の為、選択不可</a:t>
            </a:r>
            <a:endParaRPr kumimoji="1" lang="ja-JP" altLang="en-US" dirty="0">
              <a:solidFill>
                <a:schemeClr val="tx2"/>
              </a:solidFill>
              <a:latin typeface="和音 Joyo R" panose="00000500000000000000" pitchFamily="50" charset="-128"/>
              <a:ea typeface="和音 Joyo R" panose="00000500000000000000" pitchFamily="50" charset="-128"/>
            </a:endParaRPr>
          </a:p>
        </p:txBody>
      </p:sp>
    </p:spTree>
    <p:extLst>
      <p:ext uri="{BB962C8B-B14F-4D97-AF65-F5344CB8AC3E}">
        <p14:creationId xmlns:p14="http://schemas.microsoft.com/office/powerpoint/2010/main" val="512051320"/>
      </p:ext>
    </p:extLst>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bg>
      <p:bgPr>
        <a:gradFill>
          <a:gsLst>
            <a:gs pos="46690">
              <a:schemeClr val="accent6">
                <a:lumMod val="75000"/>
              </a:schemeClr>
            </a:gs>
            <a:gs pos="0">
              <a:schemeClr val="accent6">
                <a:lumMod val="50000"/>
              </a:schemeClr>
            </a:gs>
            <a:gs pos="23000">
              <a:schemeClr val="accent6">
                <a:lumMod val="75000"/>
              </a:schemeClr>
            </a:gs>
            <a:gs pos="69000">
              <a:schemeClr val="accent6">
                <a:lumMod val="50000"/>
              </a:schemeClr>
            </a:gs>
            <a:gs pos="97000">
              <a:schemeClr val="tx1">
                <a:lumMod val="85000"/>
                <a:lumOff val="15000"/>
              </a:schemeClr>
            </a:gs>
          </a:gsLst>
          <a:path path="circle">
            <a:fillToRect l="50000" t="50000" r="50000" b="50000"/>
          </a:path>
        </a:gradFill>
        <a:effectLst/>
      </p:bgPr>
    </p:bg>
    <p:spTree>
      <p:nvGrpSpPr>
        <p:cNvPr id="1" name="">
          <a:extLst>
            <a:ext uri="{FF2B5EF4-FFF2-40B4-BE49-F238E27FC236}">
              <a16:creationId xmlns:a16="http://schemas.microsoft.com/office/drawing/2014/main" id="{A45D3627-5F0B-8639-3A25-76DE890C0994}"/>
            </a:ext>
          </a:extLst>
        </p:cNvPr>
        <p:cNvGrpSpPr/>
        <p:nvPr/>
      </p:nvGrpSpPr>
      <p:grpSpPr>
        <a:xfrm>
          <a:off x="0" y="0"/>
          <a:ext cx="0" cy="0"/>
          <a:chOff x="0" y="0"/>
          <a:chExt cx="0" cy="0"/>
        </a:xfrm>
      </p:grpSpPr>
      <p:sp>
        <p:nvSpPr>
          <p:cNvPr id="34" name="四角形: 角を丸くする 33">
            <a:extLst>
              <a:ext uri="{FF2B5EF4-FFF2-40B4-BE49-F238E27FC236}">
                <a16:creationId xmlns:a16="http://schemas.microsoft.com/office/drawing/2014/main" id="{538A9FEB-6824-3BEB-58E4-B0FAD9A39B54}"/>
              </a:ext>
            </a:extLst>
          </p:cNvPr>
          <p:cNvSpPr/>
          <p:nvPr/>
        </p:nvSpPr>
        <p:spPr>
          <a:xfrm>
            <a:off x="816131" y="594830"/>
            <a:ext cx="10559738" cy="5854960"/>
          </a:xfrm>
          <a:prstGeom prst="roundRect">
            <a:avLst>
              <a:gd name="adj" fmla="val 6428"/>
            </a:avLst>
          </a:prstGeom>
          <a:solidFill>
            <a:schemeClr val="tx1">
              <a:lumMod val="75000"/>
              <a:lumOff val="25000"/>
              <a:alpha val="6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latin typeface="原稿用標準書体" panose="03000503000000000000" pitchFamily="66" charset="-128"/>
              <a:ea typeface="原稿用標準書体" panose="03000503000000000000" pitchFamily="66" charset="-128"/>
            </a:endParaRPr>
          </a:p>
        </p:txBody>
      </p:sp>
      <p:sp>
        <p:nvSpPr>
          <p:cNvPr id="8" name="四角形: 角を丸くする 7">
            <a:extLst>
              <a:ext uri="{FF2B5EF4-FFF2-40B4-BE49-F238E27FC236}">
                <a16:creationId xmlns:a16="http://schemas.microsoft.com/office/drawing/2014/main" id="{2DA0CE27-99DE-9B17-0138-6D7E970D4C36}"/>
              </a:ext>
            </a:extLst>
          </p:cNvPr>
          <p:cNvSpPr/>
          <p:nvPr/>
        </p:nvSpPr>
        <p:spPr>
          <a:xfrm>
            <a:off x="996098" y="912842"/>
            <a:ext cx="5110794" cy="5341064"/>
          </a:xfrm>
          <a:prstGeom prst="roundRect">
            <a:avLst>
              <a:gd name="adj" fmla="val 2174"/>
            </a:avLst>
          </a:prstGeom>
          <a:solidFill>
            <a:schemeClr val="accent6">
              <a:lumMod val="40000"/>
              <a:lumOff val="6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20" name="テキスト ボックス 19">
            <a:extLst>
              <a:ext uri="{FF2B5EF4-FFF2-40B4-BE49-F238E27FC236}">
                <a16:creationId xmlns:a16="http://schemas.microsoft.com/office/drawing/2014/main" id="{B9819646-A039-65E7-BB68-A46D77D35605}"/>
              </a:ext>
            </a:extLst>
          </p:cNvPr>
          <p:cNvSpPr txBox="1"/>
          <p:nvPr/>
        </p:nvSpPr>
        <p:spPr>
          <a:xfrm>
            <a:off x="1206202" y="988293"/>
            <a:ext cx="4185761" cy="584775"/>
          </a:xfrm>
          <a:prstGeom prst="rect">
            <a:avLst/>
          </a:prstGeom>
          <a:noFill/>
        </p:spPr>
        <p:txBody>
          <a:bodyPr wrap="none" rtlCol="0">
            <a:spAutoFit/>
          </a:bodyPr>
          <a:lstStyle/>
          <a:p>
            <a:r>
              <a:rPr lang="ja-JP" altLang="en-US" sz="3200" dirty="0">
                <a:solidFill>
                  <a:schemeClr val="tx1">
                    <a:lumMod val="75000"/>
                    <a:lumOff val="25000"/>
                  </a:schemeClr>
                </a:solidFill>
                <a:latin typeface="原稿用標準書体" panose="03000503000000000000" pitchFamily="66" charset="-128"/>
                <a:ea typeface="原稿用標準書体" panose="03000503000000000000" pitchFamily="66" charset="-128"/>
              </a:rPr>
              <a:t>前衛</a:t>
            </a:r>
            <a:r>
              <a:rPr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a:t>
            </a:r>
            <a:r>
              <a:rPr lang="en-US" altLang="ja-JP"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ATK+20%</a:t>
            </a:r>
            <a:r>
              <a:rPr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、注目度</a:t>
            </a:r>
            <a:r>
              <a:rPr lang="en-US" altLang="ja-JP"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+4</a:t>
            </a:r>
            <a:r>
              <a:rPr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、回避率</a:t>
            </a:r>
            <a:r>
              <a:rPr lang="en-US" altLang="ja-JP"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-20%</a:t>
            </a:r>
            <a:endParaRPr kumimoji="1" lang="ja-JP" altLang="en-US" sz="32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21" name="四角形: 角を丸くする 20">
            <a:extLst>
              <a:ext uri="{FF2B5EF4-FFF2-40B4-BE49-F238E27FC236}">
                <a16:creationId xmlns:a16="http://schemas.microsoft.com/office/drawing/2014/main" id="{DDCBFF39-BEAC-E9BE-FF4E-4ABD3C1CC12B}"/>
              </a:ext>
            </a:extLst>
          </p:cNvPr>
          <p:cNvSpPr/>
          <p:nvPr/>
        </p:nvSpPr>
        <p:spPr>
          <a:xfrm>
            <a:off x="1178850" y="1694047"/>
            <a:ext cx="1104265" cy="1100880"/>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22" name="四角形: 角を丸くする 21">
            <a:extLst>
              <a:ext uri="{FF2B5EF4-FFF2-40B4-BE49-F238E27FC236}">
                <a16:creationId xmlns:a16="http://schemas.microsoft.com/office/drawing/2014/main" id="{2BF3CB79-ECB7-7A83-745C-040D23BD1AE9}"/>
              </a:ext>
            </a:extLst>
          </p:cNvPr>
          <p:cNvSpPr/>
          <p:nvPr/>
        </p:nvSpPr>
        <p:spPr>
          <a:xfrm>
            <a:off x="2392525" y="1694047"/>
            <a:ext cx="1104265" cy="1100880"/>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23" name="四角形: 角を丸くする 22">
            <a:extLst>
              <a:ext uri="{FF2B5EF4-FFF2-40B4-BE49-F238E27FC236}">
                <a16:creationId xmlns:a16="http://schemas.microsoft.com/office/drawing/2014/main" id="{C1E167D6-0D6E-F086-5670-36B6EA538C0A}"/>
              </a:ext>
            </a:extLst>
          </p:cNvPr>
          <p:cNvSpPr/>
          <p:nvPr/>
        </p:nvSpPr>
        <p:spPr>
          <a:xfrm>
            <a:off x="3606199" y="1694047"/>
            <a:ext cx="1104265" cy="1100880"/>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24" name="四角形: 角を丸くする 23">
            <a:extLst>
              <a:ext uri="{FF2B5EF4-FFF2-40B4-BE49-F238E27FC236}">
                <a16:creationId xmlns:a16="http://schemas.microsoft.com/office/drawing/2014/main" id="{D815EA87-E739-A95F-4271-BAFE0C50D629}"/>
              </a:ext>
            </a:extLst>
          </p:cNvPr>
          <p:cNvSpPr/>
          <p:nvPr/>
        </p:nvSpPr>
        <p:spPr>
          <a:xfrm>
            <a:off x="4819874" y="1694047"/>
            <a:ext cx="1104265" cy="1100880"/>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25" name="テキスト ボックス 24">
            <a:extLst>
              <a:ext uri="{FF2B5EF4-FFF2-40B4-BE49-F238E27FC236}">
                <a16:creationId xmlns:a16="http://schemas.microsoft.com/office/drawing/2014/main" id="{6B2D4A59-647C-C079-F8C0-9CD14D8D7077}"/>
              </a:ext>
            </a:extLst>
          </p:cNvPr>
          <p:cNvSpPr txBox="1"/>
          <p:nvPr/>
        </p:nvSpPr>
        <p:spPr>
          <a:xfrm>
            <a:off x="1206202" y="3668155"/>
            <a:ext cx="4185761" cy="584775"/>
          </a:xfrm>
          <a:prstGeom prst="rect">
            <a:avLst/>
          </a:prstGeom>
          <a:noFill/>
        </p:spPr>
        <p:txBody>
          <a:bodyPr wrap="none" rtlCol="0">
            <a:spAutoFit/>
          </a:bodyPr>
          <a:lstStyle/>
          <a:p>
            <a:r>
              <a:rPr lang="ja-JP" altLang="en-US" sz="3200" dirty="0">
                <a:solidFill>
                  <a:schemeClr val="bg1">
                    <a:lumMod val="95000"/>
                  </a:schemeClr>
                </a:solidFill>
                <a:latin typeface="原稿用標準書体" panose="03000503000000000000" pitchFamily="66" charset="-128"/>
                <a:ea typeface="原稿用標準書体" panose="03000503000000000000" pitchFamily="66" charset="-128"/>
              </a:rPr>
              <a:t>後衛</a:t>
            </a:r>
            <a:r>
              <a:rPr lang="ja-JP" altLang="en-US" sz="1600" dirty="0">
                <a:solidFill>
                  <a:schemeClr val="bg1">
                    <a:lumMod val="95000"/>
                  </a:schemeClr>
                </a:solidFill>
                <a:latin typeface="原稿用標準書体" panose="03000503000000000000" pitchFamily="66" charset="-128"/>
                <a:ea typeface="原稿用標準書体" panose="03000503000000000000" pitchFamily="66" charset="-128"/>
              </a:rPr>
              <a:t>：回避率</a:t>
            </a:r>
            <a:r>
              <a:rPr lang="en-US" altLang="ja-JP" sz="1600" dirty="0">
                <a:solidFill>
                  <a:schemeClr val="bg1">
                    <a:lumMod val="95000"/>
                  </a:schemeClr>
                </a:solidFill>
                <a:latin typeface="原稿用標準書体" panose="03000503000000000000" pitchFamily="66" charset="-128"/>
                <a:ea typeface="原稿用標準書体" panose="03000503000000000000" pitchFamily="66" charset="-128"/>
              </a:rPr>
              <a:t>+20%</a:t>
            </a:r>
            <a:r>
              <a:rPr lang="ja-JP" altLang="en-US" sz="1600" dirty="0">
                <a:solidFill>
                  <a:schemeClr val="bg1">
                    <a:lumMod val="95000"/>
                  </a:schemeClr>
                </a:solidFill>
                <a:latin typeface="原稿用標準書体" panose="03000503000000000000" pitchFamily="66" charset="-128"/>
                <a:ea typeface="原稿用標準書体" panose="03000503000000000000" pitchFamily="66" charset="-128"/>
              </a:rPr>
              <a:t>、注目度</a:t>
            </a:r>
            <a:r>
              <a:rPr lang="en-US" altLang="ja-JP" sz="1600" dirty="0">
                <a:solidFill>
                  <a:schemeClr val="bg1">
                    <a:lumMod val="95000"/>
                  </a:schemeClr>
                </a:solidFill>
                <a:latin typeface="原稿用標準書体" panose="03000503000000000000" pitchFamily="66" charset="-128"/>
                <a:ea typeface="原稿用標準書体" panose="03000503000000000000" pitchFamily="66" charset="-128"/>
              </a:rPr>
              <a:t>+1</a:t>
            </a:r>
            <a:r>
              <a:rPr lang="ja-JP" altLang="en-US" sz="1600" dirty="0">
                <a:solidFill>
                  <a:schemeClr val="bg1">
                    <a:lumMod val="95000"/>
                  </a:schemeClr>
                </a:solidFill>
                <a:latin typeface="原稿用標準書体" panose="03000503000000000000" pitchFamily="66" charset="-128"/>
                <a:ea typeface="原稿用標準書体" panose="03000503000000000000" pitchFamily="66" charset="-128"/>
              </a:rPr>
              <a:t>、</a:t>
            </a:r>
            <a:r>
              <a:rPr lang="en-US" altLang="ja-JP" sz="1600" dirty="0">
                <a:solidFill>
                  <a:schemeClr val="bg1">
                    <a:lumMod val="95000"/>
                  </a:schemeClr>
                </a:solidFill>
                <a:latin typeface="原稿用標準書体" panose="03000503000000000000" pitchFamily="66" charset="-128"/>
                <a:ea typeface="原稿用標準書体" panose="03000503000000000000" pitchFamily="66" charset="-128"/>
              </a:rPr>
              <a:t>ATK-20%</a:t>
            </a:r>
            <a:endParaRPr kumimoji="1" lang="ja-JP" altLang="en-US" sz="32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26" name="グループ化 25">
            <a:extLst>
              <a:ext uri="{FF2B5EF4-FFF2-40B4-BE49-F238E27FC236}">
                <a16:creationId xmlns:a16="http://schemas.microsoft.com/office/drawing/2014/main" id="{5471BAA3-EAA1-AC82-2783-77CD454B51B5}"/>
              </a:ext>
            </a:extLst>
          </p:cNvPr>
          <p:cNvGrpSpPr/>
          <p:nvPr/>
        </p:nvGrpSpPr>
        <p:grpSpPr>
          <a:xfrm>
            <a:off x="1178850" y="4381282"/>
            <a:ext cx="4745291" cy="1100880"/>
            <a:chOff x="922576" y="2450171"/>
            <a:chExt cx="5301952" cy="1309138"/>
          </a:xfrm>
          <a:solidFill>
            <a:schemeClr val="bg1">
              <a:lumMod val="85000"/>
              <a:alpha val="85000"/>
            </a:schemeClr>
          </a:solidFill>
        </p:grpSpPr>
        <p:sp>
          <p:nvSpPr>
            <p:cNvPr id="173" name="四角形: 角を丸くする 172">
              <a:extLst>
                <a:ext uri="{FF2B5EF4-FFF2-40B4-BE49-F238E27FC236}">
                  <a16:creationId xmlns:a16="http://schemas.microsoft.com/office/drawing/2014/main" id="{85A94B3D-0745-F04D-1FCE-99A2EF6A80C2}"/>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74" name="四角形: 角を丸くする 173">
              <a:extLst>
                <a:ext uri="{FF2B5EF4-FFF2-40B4-BE49-F238E27FC236}">
                  <a16:creationId xmlns:a16="http://schemas.microsoft.com/office/drawing/2014/main" id="{27F11C30-CC0A-8636-6C4A-56596C5F5955}"/>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75" name="四角形: 角を丸くする 174">
              <a:extLst>
                <a:ext uri="{FF2B5EF4-FFF2-40B4-BE49-F238E27FC236}">
                  <a16:creationId xmlns:a16="http://schemas.microsoft.com/office/drawing/2014/main" id="{3C73C7E2-4CA8-691C-1440-AC6374B06275}"/>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76" name="四角形: 角を丸くする 175">
              <a:extLst>
                <a:ext uri="{FF2B5EF4-FFF2-40B4-BE49-F238E27FC236}">
                  <a16:creationId xmlns:a16="http://schemas.microsoft.com/office/drawing/2014/main" id="{4D0B643E-66E4-532F-7A7B-C9B821E135F4}"/>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latin typeface="原稿用標準書体" panose="03000503000000000000" pitchFamily="66" charset="-128"/>
                <a:ea typeface="原稿用標準書体" panose="03000503000000000000" pitchFamily="66" charset="-128"/>
              </a:endParaRPr>
            </a:p>
          </p:txBody>
        </p:sp>
      </p:grpSp>
      <p:cxnSp>
        <p:nvCxnSpPr>
          <p:cNvPr id="27" name="直線コネクタ 26">
            <a:extLst>
              <a:ext uri="{FF2B5EF4-FFF2-40B4-BE49-F238E27FC236}">
                <a16:creationId xmlns:a16="http://schemas.microsoft.com/office/drawing/2014/main" id="{DEFA8694-6ED1-FDFC-3E7D-D8536F9BB09F}"/>
              </a:ext>
            </a:extLst>
          </p:cNvPr>
          <p:cNvCxnSpPr>
            <a:cxnSpLocks/>
          </p:cNvCxnSpPr>
          <p:nvPr/>
        </p:nvCxnSpPr>
        <p:spPr>
          <a:xfrm>
            <a:off x="1151498" y="3583374"/>
            <a:ext cx="4799995" cy="0"/>
          </a:xfrm>
          <a:prstGeom prst="line">
            <a:avLst/>
          </a:prstGeom>
          <a:ln w="12700">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grpSp>
        <p:nvGrpSpPr>
          <p:cNvPr id="28" name="グループ化 27">
            <a:extLst>
              <a:ext uri="{FF2B5EF4-FFF2-40B4-BE49-F238E27FC236}">
                <a16:creationId xmlns:a16="http://schemas.microsoft.com/office/drawing/2014/main" id="{B919ACE1-AD8C-337D-8FF6-3901A964FBD8}"/>
              </a:ext>
            </a:extLst>
          </p:cNvPr>
          <p:cNvGrpSpPr/>
          <p:nvPr/>
        </p:nvGrpSpPr>
        <p:grpSpPr>
          <a:xfrm>
            <a:off x="1176551" y="2871355"/>
            <a:ext cx="4745291" cy="569143"/>
            <a:chOff x="922576" y="2450171"/>
            <a:chExt cx="5301952" cy="1309138"/>
          </a:xfrm>
          <a:solidFill>
            <a:schemeClr val="tx1">
              <a:lumMod val="75000"/>
              <a:lumOff val="25000"/>
              <a:alpha val="85000"/>
            </a:schemeClr>
          </a:solidFill>
        </p:grpSpPr>
        <p:sp>
          <p:nvSpPr>
            <p:cNvPr id="169" name="四角形: 角を丸くする 168">
              <a:extLst>
                <a:ext uri="{FF2B5EF4-FFF2-40B4-BE49-F238E27FC236}">
                  <a16:creationId xmlns:a16="http://schemas.microsoft.com/office/drawing/2014/main" id="{6B6C90A8-A787-BC5E-60E3-829BEB9E93E7}"/>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70" name="四角形: 角を丸くする 169">
              <a:extLst>
                <a:ext uri="{FF2B5EF4-FFF2-40B4-BE49-F238E27FC236}">
                  <a16:creationId xmlns:a16="http://schemas.microsoft.com/office/drawing/2014/main" id="{4E966AF4-4899-3D77-C9E8-F408AF79EB63}"/>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71" name="四角形: 角を丸くする 170">
              <a:extLst>
                <a:ext uri="{FF2B5EF4-FFF2-40B4-BE49-F238E27FC236}">
                  <a16:creationId xmlns:a16="http://schemas.microsoft.com/office/drawing/2014/main" id="{EC551DAE-68C2-9AE3-345F-9174F0034FB0}"/>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72" name="四角形: 角を丸くする 171">
              <a:extLst>
                <a:ext uri="{FF2B5EF4-FFF2-40B4-BE49-F238E27FC236}">
                  <a16:creationId xmlns:a16="http://schemas.microsoft.com/office/drawing/2014/main" id="{2DB24C17-B226-F4D3-1A29-9038803C8EC1}"/>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grpSp>
      <p:grpSp>
        <p:nvGrpSpPr>
          <p:cNvPr id="29" name="グループ化 28">
            <a:extLst>
              <a:ext uri="{FF2B5EF4-FFF2-40B4-BE49-F238E27FC236}">
                <a16:creationId xmlns:a16="http://schemas.microsoft.com/office/drawing/2014/main" id="{498237F3-4CF5-DC82-9398-A23A52ECF229}"/>
              </a:ext>
            </a:extLst>
          </p:cNvPr>
          <p:cNvGrpSpPr/>
          <p:nvPr/>
        </p:nvGrpSpPr>
        <p:grpSpPr>
          <a:xfrm>
            <a:off x="1176551" y="5566940"/>
            <a:ext cx="4745291" cy="569143"/>
            <a:chOff x="922576" y="2450171"/>
            <a:chExt cx="5301952" cy="1309138"/>
          </a:xfrm>
          <a:solidFill>
            <a:schemeClr val="bg1">
              <a:lumMod val="85000"/>
              <a:alpha val="85000"/>
            </a:schemeClr>
          </a:solidFill>
        </p:grpSpPr>
        <p:sp>
          <p:nvSpPr>
            <p:cNvPr id="165" name="四角形: 角を丸くする 164">
              <a:extLst>
                <a:ext uri="{FF2B5EF4-FFF2-40B4-BE49-F238E27FC236}">
                  <a16:creationId xmlns:a16="http://schemas.microsoft.com/office/drawing/2014/main" id="{99AA350C-D812-4C6B-FF0A-3702AD946638}"/>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66" name="四角形: 角を丸くする 165">
              <a:extLst>
                <a:ext uri="{FF2B5EF4-FFF2-40B4-BE49-F238E27FC236}">
                  <a16:creationId xmlns:a16="http://schemas.microsoft.com/office/drawing/2014/main" id="{AC0B06C9-A155-6C42-5BEA-EB170D55085D}"/>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67" name="四角形: 角を丸くする 166">
              <a:extLst>
                <a:ext uri="{FF2B5EF4-FFF2-40B4-BE49-F238E27FC236}">
                  <a16:creationId xmlns:a16="http://schemas.microsoft.com/office/drawing/2014/main" id="{0291375B-30F1-6B10-4556-938A438A8DC8}"/>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68" name="四角形: 角を丸くする 167">
              <a:extLst>
                <a:ext uri="{FF2B5EF4-FFF2-40B4-BE49-F238E27FC236}">
                  <a16:creationId xmlns:a16="http://schemas.microsoft.com/office/drawing/2014/main" id="{182DBEA7-151A-9C5E-02F9-684C08B4B759}"/>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grpSp>
      <p:grpSp>
        <p:nvGrpSpPr>
          <p:cNvPr id="2" name="グループ化 1">
            <a:extLst>
              <a:ext uri="{FF2B5EF4-FFF2-40B4-BE49-F238E27FC236}">
                <a16:creationId xmlns:a16="http://schemas.microsoft.com/office/drawing/2014/main" id="{B606C949-9F59-AF6E-CF4F-7C32CE04389F}"/>
              </a:ext>
            </a:extLst>
          </p:cNvPr>
          <p:cNvGrpSpPr/>
          <p:nvPr/>
        </p:nvGrpSpPr>
        <p:grpSpPr>
          <a:xfrm>
            <a:off x="6292077" y="1068435"/>
            <a:ext cx="893760" cy="1305019"/>
            <a:chOff x="6497359" y="1068435"/>
            <a:chExt cx="1273542" cy="1305019"/>
          </a:xfrm>
        </p:grpSpPr>
        <p:sp>
          <p:nvSpPr>
            <p:cNvPr id="5" name="四角形: 角を丸くする 4">
              <a:extLst>
                <a:ext uri="{FF2B5EF4-FFF2-40B4-BE49-F238E27FC236}">
                  <a16:creationId xmlns:a16="http://schemas.microsoft.com/office/drawing/2014/main" id="{4E4E2E21-1C80-8183-EBCB-DD0EDDF96686}"/>
                </a:ext>
              </a:extLst>
            </p:cNvPr>
            <p:cNvSpPr/>
            <p:nvPr/>
          </p:nvSpPr>
          <p:spPr>
            <a:xfrm>
              <a:off x="6497359" y="1068435"/>
              <a:ext cx="1273542" cy="1305019"/>
            </a:xfrm>
            <a:prstGeom prst="roundRect">
              <a:avLst>
                <a:gd name="adj" fmla="val 4721"/>
              </a:avLst>
            </a:prstGeom>
            <a:solidFill>
              <a:schemeClr val="bg1">
                <a:lumMod val="7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30" name="テキスト ボックス 29">
              <a:extLst>
                <a:ext uri="{FF2B5EF4-FFF2-40B4-BE49-F238E27FC236}">
                  <a16:creationId xmlns:a16="http://schemas.microsoft.com/office/drawing/2014/main" id="{CDC97838-5BCA-152A-4512-29F905DE9CE6}"/>
                </a:ext>
              </a:extLst>
            </p:cNvPr>
            <p:cNvSpPr txBox="1"/>
            <p:nvPr/>
          </p:nvSpPr>
          <p:spPr>
            <a:xfrm>
              <a:off x="6692593" y="1130817"/>
              <a:ext cx="877796" cy="371375"/>
            </a:xfrm>
            <a:prstGeom prst="rect">
              <a:avLst/>
            </a:prstGeom>
            <a:noFill/>
          </p:spPr>
          <p:txBody>
            <a:bodyPr wrap="none" rtlCol="0">
              <a:spAutoFit/>
            </a:bodyP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ゲート</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35" name="グループ化 34">
            <a:extLst>
              <a:ext uri="{FF2B5EF4-FFF2-40B4-BE49-F238E27FC236}">
                <a16:creationId xmlns:a16="http://schemas.microsoft.com/office/drawing/2014/main" id="{8722CA0A-2BC0-4352-1B7F-14DE2555C20B}"/>
              </a:ext>
            </a:extLst>
          </p:cNvPr>
          <p:cNvGrpSpPr/>
          <p:nvPr/>
        </p:nvGrpSpPr>
        <p:grpSpPr>
          <a:xfrm>
            <a:off x="1409404" y="2982844"/>
            <a:ext cx="4293744" cy="371375"/>
            <a:chOff x="1152258" y="2766548"/>
            <a:chExt cx="4797436" cy="414940"/>
          </a:xfrm>
        </p:grpSpPr>
        <p:sp>
          <p:nvSpPr>
            <p:cNvPr id="161" name="テキスト ボックス 160">
              <a:extLst>
                <a:ext uri="{FF2B5EF4-FFF2-40B4-BE49-F238E27FC236}">
                  <a16:creationId xmlns:a16="http://schemas.microsoft.com/office/drawing/2014/main" id="{EA562C03-F937-74FF-0637-C7D41FBB071F}"/>
                </a:ext>
              </a:extLst>
            </p:cNvPr>
            <p:cNvSpPr txBox="1"/>
            <p:nvPr/>
          </p:nvSpPr>
          <p:spPr>
            <a:xfrm>
              <a:off x="1152258" y="2766548"/>
              <a:ext cx="729290" cy="414940"/>
            </a:xfrm>
            <a:prstGeom prst="rect">
              <a:avLst/>
            </a:prstGeom>
            <a:noFill/>
          </p:spPr>
          <p:txBody>
            <a:bodyPr wrap="none" rtlCol="0">
              <a:spAutoFit/>
            </a:bodyP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62" name="テキスト ボックス 161">
              <a:extLst>
                <a:ext uri="{FF2B5EF4-FFF2-40B4-BE49-F238E27FC236}">
                  <a16:creationId xmlns:a16="http://schemas.microsoft.com/office/drawing/2014/main" id="{5311A0FB-88AB-3ABF-327C-B25B9B83651D}"/>
                </a:ext>
              </a:extLst>
            </p:cNvPr>
            <p:cNvSpPr txBox="1"/>
            <p:nvPr/>
          </p:nvSpPr>
          <p:spPr>
            <a:xfrm>
              <a:off x="2508307" y="2766548"/>
              <a:ext cx="729290" cy="414940"/>
            </a:xfrm>
            <a:prstGeom prst="rect">
              <a:avLst/>
            </a:prstGeom>
            <a:noFill/>
          </p:spPr>
          <p:txBody>
            <a:bodyPr wrap="none" rtlCol="0">
              <a:spAutoFit/>
            </a:bodyP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63" name="テキスト ボックス 162">
              <a:extLst>
                <a:ext uri="{FF2B5EF4-FFF2-40B4-BE49-F238E27FC236}">
                  <a16:creationId xmlns:a16="http://schemas.microsoft.com/office/drawing/2014/main" id="{03C1A2C0-A973-1759-5BBE-7AA1CBACF573}"/>
                </a:ext>
              </a:extLst>
            </p:cNvPr>
            <p:cNvSpPr txBox="1"/>
            <p:nvPr/>
          </p:nvSpPr>
          <p:spPr>
            <a:xfrm>
              <a:off x="3864356" y="2766548"/>
              <a:ext cx="729290" cy="414940"/>
            </a:xfrm>
            <a:prstGeom prst="rect">
              <a:avLst/>
            </a:prstGeom>
            <a:noFill/>
          </p:spPr>
          <p:txBody>
            <a:bodyPr wrap="none" rtlCol="0">
              <a:spAutoFit/>
            </a:bodyP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64" name="テキスト ボックス 163">
              <a:extLst>
                <a:ext uri="{FF2B5EF4-FFF2-40B4-BE49-F238E27FC236}">
                  <a16:creationId xmlns:a16="http://schemas.microsoft.com/office/drawing/2014/main" id="{FDE5724F-C5E4-516B-98F5-B7F2B6D0BBC4}"/>
                </a:ext>
              </a:extLst>
            </p:cNvPr>
            <p:cNvSpPr txBox="1"/>
            <p:nvPr/>
          </p:nvSpPr>
          <p:spPr>
            <a:xfrm>
              <a:off x="5220404" y="2766548"/>
              <a:ext cx="729290" cy="414940"/>
            </a:xfrm>
            <a:prstGeom prst="rect">
              <a:avLst/>
            </a:prstGeom>
            <a:noFill/>
          </p:spPr>
          <p:txBody>
            <a:bodyPr wrap="none" rtlCol="0">
              <a:spAutoFit/>
            </a:bodyP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sp>
        <p:nvSpPr>
          <p:cNvPr id="36" name="テキスト ボックス 35">
            <a:extLst>
              <a:ext uri="{FF2B5EF4-FFF2-40B4-BE49-F238E27FC236}">
                <a16:creationId xmlns:a16="http://schemas.microsoft.com/office/drawing/2014/main" id="{F10E1B10-366E-8CAC-A9BF-2CB1E71925AB}"/>
              </a:ext>
            </a:extLst>
          </p:cNvPr>
          <p:cNvSpPr txBox="1"/>
          <p:nvPr/>
        </p:nvSpPr>
        <p:spPr>
          <a:xfrm>
            <a:off x="1409404" y="5672705"/>
            <a:ext cx="652720" cy="371375"/>
          </a:xfrm>
          <a:prstGeom prst="rect">
            <a:avLst/>
          </a:prstGeom>
          <a:noFill/>
        </p:spPr>
        <p:txBody>
          <a:bodyPr wrap="none" rtlCol="0">
            <a:spAutoFit/>
          </a:bodyPr>
          <a:lstStyle/>
          <a:p>
            <a:pPr algn="ct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37" name="テキスト ボックス 36">
            <a:extLst>
              <a:ext uri="{FF2B5EF4-FFF2-40B4-BE49-F238E27FC236}">
                <a16:creationId xmlns:a16="http://schemas.microsoft.com/office/drawing/2014/main" id="{5D703573-0C5F-D3FF-898F-4694D694A193}"/>
              </a:ext>
            </a:extLst>
          </p:cNvPr>
          <p:cNvSpPr txBox="1"/>
          <p:nvPr/>
        </p:nvSpPr>
        <p:spPr>
          <a:xfrm>
            <a:off x="2623078" y="5672705"/>
            <a:ext cx="652720" cy="371375"/>
          </a:xfrm>
          <a:prstGeom prst="rect">
            <a:avLst/>
          </a:prstGeom>
          <a:noFill/>
        </p:spPr>
        <p:txBody>
          <a:bodyPr wrap="none" rtlCol="0">
            <a:spAutoFit/>
          </a:bodyPr>
          <a:lstStyle/>
          <a:p>
            <a:pPr algn="ct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38" name="テキスト ボックス 37">
            <a:extLst>
              <a:ext uri="{FF2B5EF4-FFF2-40B4-BE49-F238E27FC236}">
                <a16:creationId xmlns:a16="http://schemas.microsoft.com/office/drawing/2014/main" id="{0871D257-2314-DB44-5B60-70A357D2F8BA}"/>
              </a:ext>
            </a:extLst>
          </p:cNvPr>
          <p:cNvSpPr txBox="1"/>
          <p:nvPr/>
        </p:nvSpPr>
        <p:spPr>
          <a:xfrm>
            <a:off x="3836753" y="5672705"/>
            <a:ext cx="652720" cy="371375"/>
          </a:xfrm>
          <a:prstGeom prst="rect">
            <a:avLst/>
          </a:prstGeom>
          <a:noFill/>
        </p:spPr>
        <p:txBody>
          <a:bodyPr wrap="none" rtlCol="0">
            <a:spAutoFit/>
          </a:bodyPr>
          <a:lstStyle/>
          <a:p>
            <a:pPr algn="ct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39" name="グループ化 38">
            <a:extLst>
              <a:ext uri="{FF2B5EF4-FFF2-40B4-BE49-F238E27FC236}">
                <a16:creationId xmlns:a16="http://schemas.microsoft.com/office/drawing/2014/main" id="{F92C193D-8A8A-DB45-9BE2-0E7A4ACFE503}"/>
              </a:ext>
            </a:extLst>
          </p:cNvPr>
          <p:cNvGrpSpPr/>
          <p:nvPr/>
        </p:nvGrpSpPr>
        <p:grpSpPr>
          <a:xfrm>
            <a:off x="1292085" y="2047871"/>
            <a:ext cx="4518820" cy="371375"/>
            <a:chOff x="1026519" y="2766548"/>
            <a:chExt cx="5048914" cy="414940"/>
          </a:xfrm>
        </p:grpSpPr>
        <p:sp>
          <p:nvSpPr>
            <p:cNvPr id="157" name="テキスト ボックス 156">
              <a:extLst>
                <a:ext uri="{FF2B5EF4-FFF2-40B4-BE49-F238E27FC236}">
                  <a16:creationId xmlns:a16="http://schemas.microsoft.com/office/drawing/2014/main" id="{0962FC19-636A-6627-37DF-0BCF8CA863CD}"/>
                </a:ext>
              </a:extLst>
            </p:cNvPr>
            <p:cNvSpPr txBox="1"/>
            <p:nvPr/>
          </p:nvSpPr>
          <p:spPr>
            <a:xfrm>
              <a:off x="1026519" y="2766548"/>
              <a:ext cx="980768" cy="414940"/>
            </a:xfrm>
            <a:prstGeom prst="rect">
              <a:avLst/>
            </a:prstGeom>
            <a:noFill/>
          </p:spPr>
          <p:txBody>
            <a:bodyPr wrap="none" rtlCol="0">
              <a:spAutoFit/>
            </a:bodyP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キャラ</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58" name="テキスト ボックス 157">
              <a:extLst>
                <a:ext uri="{FF2B5EF4-FFF2-40B4-BE49-F238E27FC236}">
                  <a16:creationId xmlns:a16="http://schemas.microsoft.com/office/drawing/2014/main" id="{921E25AE-DED1-258D-5DAC-2C681A29C6F8}"/>
                </a:ext>
              </a:extLst>
            </p:cNvPr>
            <p:cNvSpPr txBox="1"/>
            <p:nvPr/>
          </p:nvSpPr>
          <p:spPr>
            <a:xfrm>
              <a:off x="2382568" y="2766548"/>
              <a:ext cx="980768" cy="414940"/>
            </a:xfrm>
            <a:prstGeom prst="rect">
              <a:avLst/>
            </a:prstGeom>
            <a:noFill/>
          </p:spPr>
          <p:txBody>
            <a:bodyPr wrap="none" rtlCol="0">
              <a:spAutoFit/>
            </a:bodyP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sp>
          <p:nvSpPr>
            <p:cNvPr id="159" name="テキスト ボックス 158">
              <a:extLst>
                <a:ext uri="{FF2B5EF4-FFF2-40B4-BE49-F238E27FC236}">
                  <a16:creationId xmlns:a16="http://schemas.microsoft.com/office/drawing/2014/main" id="{CF134867-8EDF-B0C3-2E72-CF47D385B9BC}"/>
                </a:ext>
              </a:extLst>
            </p:cNvPr>
            <p:cNvSpPr txBox="1"/>
            <p:nvPr/>
          </p:nvSpPr>
          <p:spPr>
            <a:xfrm>
              <a:off x="3738618" y="2766548"/>
              <a:ext cx="980768" cy="414940"/>
            </a:xfrm>
            <a:prstGeom prst="rect">
              <a:avLst/>
            </a:prstGeom>
            <a:noFill/>
          </p:spPr>
          <p:txBody>
            <a:bodyPr wrap="none" rtlCol="0">
              <a:spAutoFit/>
            </a:bodyP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sp>
          <p:nvSpPr>
            <p:cNvPr id="160" name="テキスト ボックス 159">
              <a:extLst>
                <a:ext uri="{FF2B5EF4-FFF2-40B4-BE49-F238E27FC236}">
                  <a16:creationId xmlns:a16="http://schemas.microsoft.com/office/drawing/2014/main" id="{A2DB3E66-44FC-E101-5D28-729389EB9908}"/>
                </a:ext>
              </a:extLst>
            </p:cNvPr>
            <p:cNvSpPr txBox="1"/>
            <p:nvPr/>
          </p:nvSpPr>
          <p:spPr>
            <a:xfrm>
              <a:off x="5094665" y="2766548"/>
              <a:ext cx="980768" cy="414940"/>
            </a:xfrm>
            <a:prstGeom prst="rect">
              <a:avLst/>
            </a:prstGeom>
            <a:noFill/>
          </p:spPr>
          <p:txBody>
            <a:bodyPr wrap="none" rtlCol="0">
              <a:spAutoFit/>
            </a:bodyP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nvGrpSpPr>
          <p:cNvPr id="40" name="グループ化 39">
            <a:extLst>
              <a:ext uri="{FF2B5EF4-FFF2-40B4-BE49-F238E27FC236}">
                <a16:creationId xmlns:a16="http://schemas.microsoft.com/office/drawing/2014/main" id="{621106F2-F625-2DD1-B93F-B53B64242E86}"/>
              </a:ext>
            </a:extLst>
          </p:cNvPr>
          <p:cNvGrpSpPr/>
          <p:nvPr/>
        </p:nvGrpSpPr>
        <p:grpSpPr>
          <a:xfrm>
            <a:off x="1261825" y="4778493"/>
            <a:ext cx="4172287" cy="371375"/>
            <a:chOff x="1026519" y="2766548"/>
            <a:chExt cx="4661731" cy="414940"/>
          </a:xfrm>
        </p:grpSpPr>
        <p:sp>
          <p:nvSpPr>
            <p:cNvPr id="153" name="テキスト ボックス 152">
              <a:extLst>
                <a:ext uri="{FF2B5EF4-FFF2-40B4-BE49-F238E27FC236}">
                  <a16:creationId xmlns:a16="http://schemas.microsoft.com/office/drawing/2014/main" id="{57BB87EA-235E-9488-9B1D-1F89DD16ED04}"/>
                </a:ext>
              </a:extLst>
            </p:cNvPr>
            <p:cNvSpPr txBox="1"/>
            <p:nvPr/>
          </p:nvSpPr>
          <p:spPr>
            <a:xfrm>
              <a:off x="1026519" y="2766548"/>
              <a:ext cx="980768" cy="414940"/>
            </a:xfrm>
            <a:prstGeom prst="rect">
              <a:avLst/>
            </a:prstGeom>
            <a:noFill/>
          </p:spPr>
          <p:txBody>
            <a:bodyPr wrap="none" rtlCol="0">
              <a:spAutoFit/>
            </a:bodyPr>
            <a:lstStyle/>
            <a:p>
              <a:pPr algn="ct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endParaRPr kumimoji="1"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154" name="テキスト ボックス 153">
              <a:extLst>
                <a:ext uri="{FF2B5EF4-FFF2-40B4-BE49-F238E27FC236}">
                  <a16:creationId xmlns:a16="http://schemas.microsoft.com/office/drawing/2014/main" id="{E308183C-30B5-3CB1-D881-F8A5B1652E7E}"/>
                </a:ext>
              </a:extLst>
            </p:cNvPr>
            <p:cNvSpPr txBox="1"/>
            <p:nvPr/>
          </p:nvSpPr>
          <p:spPr>
            <a:xfrm>
              <a:off x="2382568" y="2766548"/>
              <a:ext cx="980768" cy="414940"/>
            </a:xfrm>
            <a:prstGeom prst="rect">
              <a:avLst/>
            </a:prstGeom>
            <a:noFill/>
          </p:spPr>
          <p:txBody>
            <a:bodyPr wrap="none" rtlCol="0">
              <a:spAutoFit/>
            </a:bodyPr>
            <a:lstStyle/>
            <a:p>
              <a:pPr algn="ct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sp>
          <p:nvSpPr>
            <p:cNvPr id="155" name="テキスト ボックス 154">
              <a:extLst>
                <a:ext uri="{FF2B5EF4-FFF2-40B4-BE49-F238E27FC236}">
                  <a16:creationId xmlns:a16="http://schemas.microsoft.com/office/drawing/2014/main" id="{2B8F78AF-E73D-59C1-475C-814721FFA8BB}"/>
                </a:ext>
              </a:extLst>
            </p:cNvPr>
            <p:cNvSpPr txBox="1"/>
            <p:nvPr/>
          </p:nvSpPr>
          <p:spPr>
            <a:xfrm>
              <a:off x="3738618" y="2766548"/>
              <a:ext cx="980768" cy="414940"/>
            </a:xfrm>
            <a:prstGeom prst="rect">
              <a:avLst/>
            </a:prstGeom>
            <a:noFill/>
          </p:spPr>
          <p:txBody>
            <a:bodyPr wrap="none" rtlCol="0">
              <a:spAutoFit/>
            </a:bodyPr>
            <a:lstStyle/>
            <a:p>
              <a:pPr algn="ct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sp>
          <p:nvSpPr>
            <p:cNvPr id="156" name="テキスト ボックス 155">
              <a:extLst>
                <a:ext uri="{FF2B5EF4-FFF2-40B4-BE49-F238E27FC236}">
                  <a16:creationId xmlns:a16="http://schemas.microsoft.com/office/drawing/2014/main" id="{8F6EE0F7-63F1-CDBA-11B5-6F1027CD1773}"/>
                </a:ext>
              </a:extLst>
            </p:cNvPr>
            <p:cNvSpPr txBox="1"/>
            <p:nvPr/>
          </p:nvSpPr>
          <p:spPr>
            <a:xfrm>
              <a:off x="5481849" y="2766548"/>
              <a:ext cx="206401" cy="412657"/>
            </a:xfrm>
            <a:prstGeom prst="rect">
              <a:avLst/>
            </a:prstGeom>
            <a:noFill/>
          </p:spPr>
          <p:txBody>
            <a:bodyPr wrap="none" rtlCol="0">
              <a:spAutoFit/>
            </a:bodyPr>
            <a:lstStyle/>
            <a:p>
              <a:pPr algn="ctr"/>
              <a:endPar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55" name="四角形: 角を丸くする 54">
            <a:extLst>
              <a:ext uri="{FF2B5EF4-FFF2-40B4-BE49-F238E27FC236}">
                <a16:creationId xmlns:a16="http://schemas.microsoft.com/office/drawing/2014/main" id="{BA683D64-B345-689B-7ECF-5829FF15960A}"/>
              </a:ext>
            </a:extLst>
          </p:cNvPr>
          <p:cNvSpPr/>
          <p:nvPr/>
        </p:nvSpPr>
        <p:spPr>
          <a:xfrm>
            <a:off x="1178849" y="1691635"/>
            <a:ext cx="1104265" cy="1100880"/>
          </a:xfrm>
          <a:prstGeom prst="roundRect">
            <a:avLst>
              <a:gd name="adj" fmla="val 6896"/>
            </a:avLst>
          </a:prstGeom>
          <a:solidFill>
            <a:srgbClr val="FF00FF">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grpSp>
        <p:nvGrpSpPr>
          <p:cNvPr id="56" name="グループ化 55">
            <a:extLst>
              <a:ext uri="{FF2B5EF4-FFF2-40B4-BE49-F238E27FC236}">
                <a16:creationId xmlns:a16="http://schemas.microsoft.com/office/drawing/2014/main" id="{0313E880-3B2D-0FF7-A6F1-E28AA88617E7}"/>
              </a:ext>
            </a:extLst>
          </p:cNvPr>
          <p:cNvGrpSpPr/>
          <p:nvPr/>
        </p:nvGrpSpPr>
        <p:grpSpPr>
          <a:xfrm>
            <a:off x="1372882" y="1967913"/>
            <a:ext cx="723276" cy="548325"/>
            <a:chOff x="981599" y="1624031"/>
            <a:chExt cx="808122" cy="612648"/>
          </a:xfrm>
        </p:grpSpPr>
        <p:sp>
          <p:nvSpPr>
            <p:cNvPr id="138" name="フローチャート: 他ページ結合子 137">
              <a:extLst>
                <a:ext uri="{FF2B5EF4-FFF2-40B4-BE49-F238E27FC236}">
                  <a16:creationId xmlns:a16="http://schemas.microsoft.com/office/drawing/2014/main" id="{4CFC2792-FB98-B8AF-05C4-34601FDFAA8E}"/>
                </a:ext>
              </a:extLst>
            </p:cNvPr>
            <p:cNvSpPr/>
            <p:nvPr/>
          </p:nvSpPr>
          <p:spPr>
            <a:xfrm>
              <a:off x="1002683" y="1624031"/>
              <a:ext cx="758051" cy="612648"/>
            </a:xfrm>
            <a:prstGeom prst="flowChartOffpageConnector">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sp>
          <p:nvSpPr>
            <p:cNvPr id="139" name="テキスト ボックス 138">
              <a:extLst>
                <a:ext uri="{FF2B5EF4-FFF2-40B4-BE49-F238E27FC236}">
                  <a16:creationId xmlns:a16="http://schemas.microsoft.com/office/drawing/2014/main" id="{6FBD903D-389C-C98C-C454-363BFE92E51F}"/>
                </a:ext>
              </a:extLst>
            </p:cNvPr>
            <p:cNvSpPr txBox="1"/>
            <p:nvPr/>
          </p:nvSpPr>
          <p:spPr>
            <a:xfrm>
              <a:off x="981599" y="1707422"/>
              <a:ext cx="808122" cy="343882"/>
            </a:xfrm>
            <a:prstGeom prst="rect">
              <a:avLst/>
            </a:prstGeom>
            <a:noFill/>
          </p:spPr>
          <p:txBody>
            <a:bodyPr wrap="none" rtlCol="0">
              <a:spAutoFit/>
            </a:bodyPr>
            <a:lstStyle/>
            <a:p>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後衛</a:t>
              </a:r>
              <a:r>
                <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へ</a:t>
              </a:r>
              <a:endParaRPr kumimoji="1" lang="ja-JP" altLang="en-US" sz="14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87" name="グループ化 186">
            <a:extLst>
              <a:ext uri="{FF2B5EF4-FFF2-40B4-BE49-F238E27FC236}">
                <a16:creationId xmlns:a16="http://schemas.microsoft.com/office/drawing/2014/main" id="{7CCE42FC-C98B-E673-A2F6-3B0B43F9149E}"/>
              </a:ext>
            </a:extLst>
          </p:cNvPr>
          <p:cNvGrpSpPr/>
          <p:nvPr/>
        </p:nvGrpSpPr>
        <p:grpSpPr>
          <a:xfrm>
            <a:off x="10306252" y="-26216"/>
            <a:ext cx="1904042" cy="1345494"/>
            <a:chOff x="163586" y="134635"/>
            <a:chExt cx="1975684" cy="1396119"/>
          </a:xfrm>
        </p:grpSpPr>
        <p:grpSp>
          <p:nvGrpSpPr>
            <p:cNvPr id="188" name="グループ化 187">
              <a:extLst>
                <a:ext uri="{FF2B5EF4-FFF2-40B4-BE49-F238E27FC236}">
                  <a16:creationId xmlns:a16="http://schemas.microsoft.com/office/drawing/2014/main" id="{E454557B-5808-FB1D-0E23-3F814562EA22}"/>
                </a:ext>
              </a:extLst>
            </p:cNvPr>
            <p:cNvGrpSpPr/>
            <p:nvPr/>
          </p:nvGrpSpPr>
          <p:grpSpPr>
            <a:xfrm>
              <a:off x="163586" y="134635"/>
              <a:ext cx="1975684" cy="1396119"/>
              <a:chOff x="163586" y="134635"/>
              <a:chExt cx="1975684" cy="1396119"/>
            </a:xfrm>
          </p:grpSpPr>
          <p:pic>
            <p:nvPicPr>
              <p:cNvPr id="190" name="図 189">
                <a:extLst>
                  <a:ext uri="{FF2B5EF4-FFF2-40B4-BE49-F238E27FC236}">
                    <a16:creationId xmlns:a16="http://schemas.microsoft.com/office/drawing/2014/main" id="{10C9C80C-E4B4-24F0-2C21-76E3C975B12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191" name="楕円 190">
                <a:extLst>
                  <a:ext uri="{FF2B5EF4-FFF2-40B4-BE49-F238E27FC236}">
                    <a16:creationId xmlns:a16="http://schemas.microsoft.com/office/drawing/2014/main" id="{C0E2B6C4-7CC5-72E6-6359-E6CA531CFB52}"/>
                  </a:ext>
                </a:extLst>
              </p:cNvPr>
              <p:cNvSpPr/>
              <p:nvPr/>
            </p:nvSpPr>
            <p:spPr>
              <a:xfrm>
                <a:off x="836705" y="560292"/>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189" name="図 188">
              <a:extLst>
                <a:ext uri="{FF2B5EF4-FFF2-40B4-BE49-F238E27FC236}">
                  <a16:creationId xmlns:a16="http://schemas.microsoft.com/office/drawing/2014/main" id="{A7AFDAEE-1F87-016C-C7D2-9FB983494E6F}"/>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
        <p:nvSpPr>
          <p:cNvPr id="32" name="テキスト ボックス 31">
            <a:extLst>
              <a:ext uri="{FF2B5EF4-FFF2-40B4-BE49-F238E27FC236}">
                <a16:creationId xmlns:a16="http://schemas.microsoft.com/office/drawing/2014/main" id="{976E6AB8-2252-97EE-38A7-32F7989A1EAF}"/>
              </a:ext>
            </a:extLst>
          </p:cNvPr>
          <p:cNvSpPr txBox="1"/>
          <p:nvPr/>
        </p:nvSpPr>
        <p:spPr>
          <a:xfrm>
            <a:off x="8113668" y="1130817"/>
            <a:ext cx="877796" cy="371375"/>
          </a:xfrm>
          <a:prstGeom prst="rect">
            <a:avLst/>
          </a:prstGeom>
          <a:noFill/>
        </p:spPr>
        <p:txBody>
          <a:bodyPr wrap="none" rtlCol="0">
            <a:spAutoFit/>
          </a:bodyPr>
          <a:lstStyle/>
          <a:p>
            <a:pPr algn="ct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endParaRPr kumimoji="1"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12" name="グループ化 11">
            <a:extLst>
              <a:ext uri="{FF2B5EF4-FFF2-40B4-BE49-F238E27FC236}">
                <a16:creationId xmlns:a16="http://schemas.microsoft.com/office/drawing/2014/main" id="{0DE059E8-FC66-A5A3-9AD2-4F7C401DAD98}"/>
              </a:ext>
            </a:extLst>
          </p:cNvPr>
          <p:cNvGrpSpPr/>
          <p:nvPr/>
        </p:nvGrpSpPr>
        <p:grpSpPr>
          <a:xfrm>
            <a:off x="7255483" y="1071540"/>
            <a:ext cx="893760" cy="601610"/>
            <a:chOff x="6497359" y="1068436"/>
            <a:chExt cx="1273542" cy="601610"/>
          </a:xfrm>
        </p:grpSpPr>
        <p:sp>
          <p:nvSpPr>
            <p:cNvPr id="13" name="四角形: 角を丸くする 12">
              <a:extLst>
                <a:ext uri="{FF2B5EF4-FFF2-40B4-BE49-F238E27FC236}">
                  <a16:creationId xmlns:a16="http://schemas.microsoft.com/office/drawing/2014/main" id="{46BEC362-DE39-D6FF-4ECB-DDDB78CE2D7B}"/>
                </a:ext>
              </a:extLst>
            </p:cNvPr>
            <p:cNvSpPr/>
            <p:nvPr/>
          </p:nvSpPr>
          <p:spPr>
            <a:xfrm>
              <a:off x="6497359" y="1068436"/>
              <a:ext cx="1273542" cy="601610"/>
            </a:xfrm>
            <a:prstGeom prst="roundRect">
              <a:avLst>
                <a:gd name="adj" fmla="val 4721"/>
              </a:avLst>
            </a:prstGeom>
            <a:solidFill>
              <a:srgbClr val="9B95A0"/>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4" name="テキスト ボックス 13">
              <a:extLst>
                <a:ext uri="{FF2B5EF4-FFF2-40B4-BE49-F238E27FC236}">
                  <a16:creationId xmlns:a16="http://schemas.microsoft.com/office/drawing/2014/main" id="{0AA92305-BAC2-D1EE-9530-AE727F40B386}"/>
                </a:ext>
              </a:extLst>
            </p:cNvPr>
            <p:cNvSpPr txBox="1"/>
            <p:nvPr/>
          </p:nvSpPr>
          <p:spPr>
            <a:xfrm>
              <a:off x="6506545" y="1130817"/>
              <a:ext cx="1249893" cy="369332"/>
            </a:xfrm>
            <a:prstGeom prst="rect">
              <a:avLst/>
            </a:prstGeom>
            <a:noFill/>
          </p:spPr>
          <p:txBody>
            <a:bodyPr wrap="none" rtlCol="0">
              <a:spAutoFit/>
            </a:bodyPr>
            <a:lstStyle/>
            <a:p>
              <a:pPr algn="ctr"/>
              <a:r>
                <a:rPr kumimoji="1" lang="ja-JP" altLang="en-US">
                  <a:solidFill>
                    <a:schemeClr val="bg1">
                      <a:lumMod val="95000"/>
                    </a:schemeClr>
                  </a:solidFill>
                  <a:latin typeface="原稿用標準書体" panose="03000503000000000000" pitchFamily="66" charset="-128"/>
                  <a:ea typeface="原稿用標準書体" panose="03000503000000000000" pitchFamily="66" charset="-128"/>
                </a:rPr>
                <a:t>キャラ</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15" name="グループ化 14">
            <a:extLst>
              <a:ext uri="{FF2B5EF4-FFF2-40B4-BE49-F238E27FC236}">
                <a16:creationId xmlns:a16="http://schemas.microsoft.com/office/drawing/2014/main" id="{05FD6C6C-B154-923D-09C6-6F8C9770A2F5}"/>
              </a:ext>
            </a:extLst>
          </p:cNvPr>
          <p:cNvGrpSpPr/>
          <p:nvPr/>
        </p:nvGrpSpPr>
        <p:grpSpPr>
          <a:xfrm>
            <a:off x="8218889" y="1068435"/>
            <a:ext cx="893760" cy="1305019"/>
            <a:chOff x="6497359" y="1068435"/>
            <a:chExt cx="1273542" cy="1305019"/>
          </a:xfrm>
        </p:grpSpPr>
        <p:sp>
          <p:nvSpPr>
            <p:cNvPr id="16" name="四角形: 角を丸くする 15">
              <a:extLst>
                <a:ext uri="{FF2B5EF4-FFF2-40B4-BE49-F238E27FC236}">
                  <a16:creationId xmlns:a16="http://schemas.microsoft.com/office/drawing/2014/main" id="{C525C453-867B-FC37-7AAC-58EB5C2CEC87}"/>
                </a:ext>
              </a:extLst>
            </p:cNvPr>
            <p:cNvSpPr/>
            <p:nvPr/>
          </p:nvSpPr>
          <p:spPr>
            <a:xfrm>
              <a:off x="6497359" y="1068435"/>
              <a:ext cx="1273542" cy="1305019"/>
            </a:xfrm>
            <a:prstGeom prst="roundRect">
              <a:avLst>
                <a:gd name="adj" fmla="val 4721"/>
              </a:avLst>
            </a:prstGeom>
            <a:solidFill>
              <a:schemeClr val="bg1">
                <a:lumMod val="7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7" name="テキスト ボックス 16">
              <a:extLst>
                <a:ext uri="{FF2B5EF4-FFF2-40B4-BE49-F238E27FC236}">
                  <a16:creationId xmlns:a16="http://schemas.microsoft.com/office/drawing/2014/main" id="{DB0177C4-4C98-4777-0A94-8C87B723FB94}"/>
                </a:ext>
              </a:extLst>
            </p:cNvPr>
            <p:cNvSpPr txBox="1"/>
            <p:nvPr/>
          </p:nvSpPr>
          <p:spPr>
            <a:xfrm>
              <a:off x="6671003" y="1130817"/>
              <a:ext cx="920974" cy="369332"/>
            </a:xfrm>
            <a:prstGeom prst="rect">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18" name="グループ化 17">
            <a:extLst>
              <a:ext uri="{FF2B5EF4-FFF2-40B4-BE49-F238E27FC236}">
                <a16:creationId xmlns:a16="http://schemas.microsoft.com/office/drawing/2014/main" id="{20706A8B-DD76-A4F9-EA94-6B280CC5AC7F}"/>
              </a:ext>
            </a:extLst>
          </p:cNvPr>
          <p:cNvGrpSpPr/>
          <p:nvPr/>
        </p:nvGrpSpPr>
        <p:grpSpPr>
          <a:xfrm>
            <a:off x="9182295" y="1069480"/>
            <a:ext cx="893760" cy="1305019"/>
            <a:chOff x="6497359" y="1068435"/>
            <a:chExt cx="1273542" cy="1305019"/>
          </a:xfrm>
        </p:grpSpPr>
        <p:sp>
          <p:nvSpPr>
            <p:cNvPr id="19" name="四角形: 角を丸くする 18">
              <a:extLst>
                <a:ext uri="{FF2B5EF4-FFF2-40B4-BE49-F238E27FC236}">
                  <a16:creationId xmlns:a16="http://schemas.microsoft.com/office/drawing/2014/main" id="{C6E6AF18-91B6-8506-5455-54C2FACC08B4}"/>
                </a:ext>
              </a:extLst>
            </p:cNvPr>
            <p:cNvSpPr/>
            <p:nvPr/>
          </p:nvSpPr>
          <p:spPr>
            <a:xfrm>
              <a:off x="6497359" y="1068435"/>
              <a:ext cx="1273542" cy="1305019"/>
            </a:xfrm>
            <a:prstGeom prst="roundRect">
              <a:avLst>
                <a:gd name="adj" fmla="val 4721"/>
              </a:avLst>
            </a:prstGeom>
            <a:solidFill>
              <a:schemeClr val="tx2">
                <a:lumMod val="40000"/>
                <a:lumOff val="6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31" name="テキスト ボックス 30">
              <a:extLst>
                <a:ext uri="{FF2B5EF4-FFF2-40B4-BE49-F238E27FC236}">
                  <a16:creationId xmlns:a16="http://schemas.microsoft.com/office/drawing/2014/main" id="{36EF10C3-BAC4-7284-550B-F6F1DC36DD06}"/>
                </a:ext>
              </a:extLst>
            </p:cNvPr>
            <p:cNvSpPr txBox="1"/>
            <p:nvPr/>
          </p:nvSpPr>
          <p:spPr>
            <a:xfrm>
              <a:off x="6671002" y="1130817"/>
              <a:ext cx="920974" cy="369332"/>
            </a:xfrm>
            <a:prstGeom prst="rect">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rPr>
                <a:t>回復</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53" name="グループ化 52">
            <a:extLst>
              <a:ext uri="{FF2B5EF4-FFF2-40B4-BE49-F238E27FC236}">
                <a16:creationId xmlns:a16="http://schemas.microsoft.com/office/drawing/2014/main" id="{06BAC2A8-B2DE-282D-FD57-3D07A9ECF9D3}"/>
              </a:ext>
            </a:extLst>
          </p:cNvPr>
          <p:cNvGrpSpPr/>
          <p:nvPr/>
        </p:nvGrpSpPr>
        <p:grpSpPr>
          <a:xfrm>
            <a:off x="10145700" y="1064065"/>
            <a:ext cx="893760" cy="1305019"/>
            <a:chOff x="6497359" y="1068435"/>
            <a:chExt cx="1273542" cy="1305019"/>
          </a:xfrm>
        </p:grpSpPr>
        <p:sp>
          <p:nvSpPr>
            <p:cNvPr id="142" name="四角形: 角を丸くする 141">
              <a:extLst>
                <a:ext uri="{FF2B5EF4-FFF2-40B4-BE49-F238E27FC236}">
                  <a16:creationId xmlns:a16="http://schemas.microsoft.com/office/drawing/2014/main" id="{676927E8-11A6-B06E-7161-C86249E6EDEC}"/>
                </a:ext>
              </a:extLst>
            </p:cNvPr>
            <p:cNvSpPr/>
            <p:nvPr/>
          </p:nvSpPr>
          <p:spPr>
            <a:xfrm>
              <a:off x="6497359" y="1068435"/>
              <a:ext cx="1273542" cy="1305019"/>
            </a:xfrm>
            <a:prstGeom prst="roundRect">
              <a:avLst>
                <a:gd name="adj" fmla="val 4721"/>
              </a:avLst>
            </a:prstGeom>
            <a:solidFill>
              <a:schemeClr val="accent2">
                <a:lumMod val="60000"/>
                <a:lumOff val="4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43" name="テキスト ボックス 142">
              <a:extLst>
                <a:ext uri="{FF2B5EF4-FFF2-40B4-BE49-F238E27FC236}">
                  <a16:creationId xmlns:a16="http://schemas.microsoft.com/office/drawing/2014/main" id="{2A0EE272-160E-E0FD-7E00-1EE3CFC1199A}"/>
                </a:ext>
              </a:extLst>
            </p:cNvPr>
            <p:cNvSpPr txBox="1"/>
            <p:nvPr/>
          </p:nvSpPr>
          <p:spPr>
            <a:xfrm>
              <a:off x="6671001" y="1130817"/>
              <a:ext cx="920974" cy="369332"/>
            </a:xfrm>
            <a:prstGeom prst="rect">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rPr>
                <a:t>バフ</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sp>
        <p:nvSpPr>
          <p:cNvPr id="11" name="フリーフォーム: 図形 10">
            <a:extLst>
              <a:ext uri="{FF2B5EF4-FFF2-40B4-BE49-F238E27FC236}">
                <a16:creationId xmlns:a16="http://schemas.microsoft.com/office/drawing/2014/main" id="{0E5DBC96-7FDC-743D-4E40-93DF3C4AC87E}"/>
              </a:ext>
            </a:extLst>
          </p:cNvPr>
          <p:cNvSpPr/>
          <p:nvPr/>
        </p:nvSpPr>
        <p:spPr>
          <a:xfrm>
            <a:off x="6282470" y="1660618"/>
            <a:ext cx="4758032" cy="4602552"/>
          </a:xfrm>
          <a:custGeom>
            <a:avLst/>
            <a:gdLst>
              <a:gd name="csX0" fmla="*/ 194678 w 4540192"/>
              <a:gd name="csY0" fmla="*/ 0 h 4602552"/>
              <a:gd name="csX1" fmla="*/ 1160103 w 4540192"/>
              <a:gd name="csY1" fmla="*/ 0 h 4602552"/>
              <a:gd name="csX2" fmla="*/ 1173184 w 4540192"/>
              <a:gd name="csY2" fmla="*/ 2641 h 4602552"/>
              <a:gd name="csX3" fmla="*/ 3074601 w 4540192"/>
              <a:gd name="csY3" fmla="*/ 2641 h 4602552"/>
              <a:gd name="csX4" fmla="*/ 3087682 w 4540192"/>
              <a:gd name="csY4" fmla="*/ 0 h 4602552"/>
              <a:gd name="csX5" fmla="*/ 4345514 w 4540192"/>
              <a:gd name="csY5" fmla="*/ 0 h 4602552"/>
              <a:gd name="csX6" fmla="*/ 4540192 w 4540192"/>
              <a:gd name="csY6" fmla="*/ 217286 h 4602552"/>
              <a:gd name="csX7" fmla="*/ 4540192 w 4540192"/>
              <a:gd name="csY7" fmla="*/ 4385266 h 4602552"/>
              <a:gd name="csX8" fmla="*/ 4345514 w 4540192"/>
              <a:gd name="csY8" fmla="*/ 4602552 h 4602552"/>
              <a:gd name="csX9" fmla="*/ 194678 w 4540192"/>
              <a:gd name="csY9" fmla="*/ 4602552 h 4602552"/>
              <a:gd name="csX10" fmla="*/ 0 w 4540192"/>
              <a:gd name="csY10" fmla="*/ 4385266 h 4602552"/>
              <a:gd name="csX11" fmla="*/ 0 w 4540192"/>
              <a:gd name="csY11" fmla="*/ 217286 h 4602552"/>
              <a:gd name="csX12" fmla="*/ 194678 w 4540192"/>
              <a:gd name="csY12" fmla="*/ 0 h 460255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4540192" h="4602552">
                <a:moveTo>
                  <a:pt x="194678" y="0"/>
                </a:moveTo>
                <a:lnTo>
                  <a:pt x="1160103" y="0"/>
                </a:lnTo>
                <a:lnTo>
                  <a:pt x="1173184" y="2641"/>
                </a:lnTo>
                <a:lnTo>
                  <a:pt x="3074601" y="2641"/>
                </a:lnTo>
                <a:lnTo>
                  <a:pt x="3087682" y="0"/>
                </a:lnTo>
                <a:lnTo>
                  <a:pt x="4345514" y="0"/>
                </a:lnTo>
                <a:cubicBezTo>
                  <a:pt x="4453032" y="0"/>
                  <a:pt x="4540192" y="97283"/>
                  <a:pt x="4540192" y="217286"/>
                </a:cubicBezTo>
                <a:lnTo>
                  <a:pt x="4540192" y="4385266"/>
                </a:lnTo>
                <a:cubicBezTo>
                  <a:pt x="4540192" y="4505270"/>
                  <a:pt x="4453032" y="4602552"/>
                  <a:pt x="4345514" y="4602552"/>
                </a:cubicBezTo>
                <a:lnTo>
                  <a:pt x="194678" y="4602552"/>
                </a:lnTo>
                <a:cubicBezTo>
                  <a:pt x="87161" y="4602552"/>
                  <a:pt x="0" y="4505270"/>
                  <a:pt x="0" y="4385266"/>
                </a:cubicBezTo>
                <a:lnTo>
                  <a:pt x="0" y="217286"/>
                </a:lnTo>
                <a:cubicBezTo>
                  <a:pt x="0" y="97283"/>
                  <a:pt x="87161" y="0"/>
                  <a:pt x="194678" y="0"/>
                </a:cubicBezTo>
                <a:close/>
              </a:path>
            </a:pathLst>
          </a:custGeom>
          <a:solidFill>
            <a:srgbClr val="C5A65D"/>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203" name="テキスト ボックス 202">
            <a:extLst>
              <a:ext uri="{FF2B5EF4-FFF2-40B4-BE49-F238E27FC236}">
                <a16:creationId xmlns:a16="http://schemas.microsoft.com/office/drawing/2014/main" id="{88E37592-DDD9-36C7-AA68-A6BF30C65868}"/>
              </a:ext>
            </a:extLst>
          </p:cNvPr>
          <p:cNvSpPr txBox="1"/>
          <p:nvPr/>
        </p:nvSpPr>
        <p:spPr>
          <a:xfrm>
            <a:off x="6851708" y="4611278"/>
            <a:ext cx="3612653" cy="523220"/>
          </a:xfrm>
          <a:prstGeom prst="rect">
            <a:avLst/>
          </a:prstGeom>
          <a:noFill/>
        </p:spPr>
        <p:txBody>
          <a:bodyPr wrap="square">
            <a:spAutoFit/>
          </a:bodyPr>
          <a:lstStyle/>
          <a:p>
            <a:r>
              <a:rPr kumimoji="1" lang="ja-JP" altLang="en-US" sz="1400" b="1" dirty="0">
                <a:solidFill>
                  <a:schemeClr val="bg1">
                    <a:lumMod val="95000"/>
                  </a:schemeClr>
                </a:solidFill>
                <a:latin typeface="原稿用標準書体" panose="03000503000000000000" pitchFamily="66" charset="-128"/>
                <a:ea typeface="原稿用標準書体" panose="03000503000000000000" pitchFamily="66" charset="-128"/>
              </a:rPr>
              <a:t>バフ効果テキスト</a:t>
            </a:r>
            <a:r>
              <a:rPr lang="ja-JP" altLang="en-US" sz="1400" b="1" dirty="0">
                <a:solidFill>
                  <a:schemeClr val="bg1">
                    <a:lumMod val="95000"/>
                  </a:schemeClr>
                </a:solidFill>
                <a:latin typeface="原稿用標準書体" panose="03000503000000000000" pitchFamily="66" charset="-128"/>
                <a:ea typeface="原稿用標準書体" panose="03000503000000000000" pitchFamily="66" charset="-128"/>
              </a:rPr>
              <a:t>バフ効果テキストバフ効果テキストバフ</a:t>
            </a:r>
            <a:r>
              <a:rPr lang="ja-JP" altLang="en-US" sz="1400" b="1">
                <a:solidFill>
                  <a:schemeClr val="bg1">
                    <a:lumMod val="95000"/>
                  </a:schemeClr>
                </a:solidFill>
                <a:latin typeface="原稿用標準書体" panose="03000503000000000000" pitchFamily="66" charset="-128"/>
                <a:ea typeface="原稿用標準書体" panose="03000503000000000000" pitchFamily="66" charset="-128"/>
              </a:rPr>
              <a:t>効果テキストバフ効果テキ</a:t>
            </a:r>
            <a:endParaRPr lang="ja-JP" altLang="en-US" sz="14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205" name="テキスト ボックス 204">
            <a:extLst>
              <a:ext uri="{FF2B5EF4-FFF2-40B4-BE49-F238E27FC236}">
                <a16:creationId xmlns:a16="http://schemas.microsoft.com/office/drawing/2014/main" id="{9C32CD74-2A8E-96B3-FCBA-F96488567CB9}"/>
              </a:ext>
            </a:extLst>
          </p:cNvPr>
          <p:cNvSpPr txBox="1"/>
          <p:nvPr/>
        </p:nvSpPr>
        <p:spPr>
          <a:xfrm>
            <a:off x="6851708" y="4278406"/>
            <a:ext cx="1495566" cy="338554"/>
          </a:xfrm>
          <a:prstGeom prst="rect">
            <a:avLst/>
          </a:prstGeom>
          <a:noFill/>
        </p:spPr>
        <p:txBody>
          <a:bodyPr wrap="square">
            <a:spAutoFit/>
          </a:bodyPr>
          <a:lstStyle/>
          <a:p>
            <a:r>
              <a:rPr lang="ja-JP" altLang="en-US" sz="1600" b="1">
                <a:solidFill>
                  <a:schemeClr val="bg1">
                    <a:lumMod val="95000"/>
                  </a:schemeClr>
                </a:solidFill>
                <a:latin typeface="原稿用標準書体" panose="03000503000000000000" pitchFamily="66" charset="-128"/>
                <a:ea typeface="原稿用標準書体" panose="03000503000000000000" pitchFamily="66" charset="-128"/>
              </a:rPr>
              <a:t>バフ名称</a:t>
            </a:r>
            <a:endParaRPr lang="ja-JP" altLang="en-US" sz="16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45" name="グループ化 44">
            <a:extLst>
              <a:ext uri="{FF2B5EF4-FFF2-40B4-BE49-F238E27FC236}">
                <a16:creationId xmlns:a16="http://schemas.microsoft.com/office/drawing/2014/main" id="{78874534-A654-E864-1F81-FE064FED0B13}"/>
              </a:ext>
            </a:extLst>
          </p:cNvPr>
          <p:cNvGrpSpPr/>
          <p:nvPr/>
        </p:nvGrpSpPr>
        <p:grpSpPr>
          <a:xfrm>
            <a:off x="6959348" y="3843828"/>
            <a:ext cx="3404276" cy="261665"/>
            <a:chOff x="8367658" y="4562868"/>
            <a:chExt cx="2129276" cy="261665"/>
          </a:xfrm>
        </p:grpSpPr>
        <p:sp>
          <p:nvSpPr>
            <p:cNvPr id="46" name="四角形: 角を丸くする 45">
              <a:extLst>
                <a:ext uri="{FF2B5EF4-FFF2-40B4-BE49-F238E27FC236}">
                  <a16:creationId xmlns:a16="http://schemas.microsoft.com/office/drawing/2014/main" id="{AC33F2FD-09E0-DCD7-0901-920D98B1DA1C}"/>
                </a:ext>
              </a:extLst>
            </p:cNvPr>
            <p:cNvSpPr/>
            <p:nvPr/>
          </p:nvSpPr>
          <p:spPr>
            <a:xfrm>
              <a:off x="8367658" y="4562868"/>
              <a:ext cx="2129276" cy="261665"/>
            </a:xfrm>
            <a:prstGeom prst="roundRect">
              <a:avLst>
                <a:gd name="adj" fmla="val 5000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47" name="四角形: 角を丸くする 46">
              <a:extLst>
                <a:ext uri="{FF2B5EF4-FFF2-40B4-BE49-F238E27FC236}">
                  <a16:creationId xmlns:a16="http://schemas.microsoft.com/office/drawing/2014/main" id="{F932EB4F-1155-0DC7-B527-FD40301E8620}"/>
                </a:ext>
              </a:extLst>
            </p:cNvPr>
            <p:cNvSpPr/>
            <p:nvPr/>
          </p:nvSpPr>
          <p:spPr>
            <a:xfrm>
              <a:off x="9140566" y="4572262"/>
              <a:ext cx="583460" cy="242877"/>
            </a:xfrm>
            <a:prstGeom prst="roundRect">
              <a:avLst>
                <a:gd name="adj" fmla="val 50000"/>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3" name="グループ化 2">
            <a:extLst>
              <a:ext uri="{FF2B5EF4-FFF2-40B4-BE49-F238E27FC236}">
                <a16:creationId xmlns:a16="http://schemas.microsoft.com/office/drawing/2014/main" id="{1038AA53-29E4-A565-4C1E-DF26FA99F609}"/>
              </a:ext>
            </a:extLst>
          </p:cNvPr>
          <p:cNvGrpSpPr/>
          <p:nvPr/>
        </p:nvGrpSpPr>
        <p:grpSpPr>
          <a:xfrm>
            <a:off x="6655794" y="5395178"/>
            <a:ext cx="4011384" cy="488870"/>
            <a:chOff x="6840453" y="5476946"/>
            <a:chExt cx="3642066" cy="443861"/>
          </a:xfrm>
        </p:grpSpPr>
        <p:sp>
          <p:nvSpPr>
            <p:cNvPr id="60" name="四角形: 角を丸くする 59">
              <a:extLst>
                <a:ext uri="{FF2B5EF4-FFF2-40B4-BE49-F238E27FC236}">
                  <a16:creationId xmlns:a16="http://schemas.microsoft.com/office/drawing/2014/main" id="{25CDEBB3-7B98-E2B1-6581-3FAD558C0452}"/>
                </a:ext>
              </a:extLst>
            </p:cNvPr>
            <p:cNvSpPr/>
            <p:nvPr/>
          </p:nvSpPr>
          <p:spPr>
            <a:xfrm>
              <a:off x="6840453" y="5476946"/>
              <a:ext cx="3642066" cy="443861"/>
            </a:xfrm>
            <a:prstGeom prst="roundRect">
              <a:avLst>
                <a:gd name="adj" fmla="val 42708"/>
              </a:avLst>
            </a:prstGeom>
            <a:solidFill>
              <a:schemeClr val="tx2">
                <a:lumMod val="60000"/>
                <a:lumOff val="40000"/>
                <a:alpha val="8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62" name="テキスト ボックス 61">
              <a:extLst>
                <a:ext uri="{FF2B5EF4-FFF2-40B4-BE49-F238E27FC236}">
                  <a16:creationId xmlns:a16="http://schemas.microsoft.com/office/drawing/2014/main" id="{734B47D8-4DFB-2ED9-CE3B-53CB7CC259EF}"/>
                </a:ext>
              </a:extLst>
            </p:cNvPr>
            <p:cNvSpPr txBox="1"/>
            <p:nvPr/>
          </p:nvSpPr>
          <p:spPr>
            <a:xfrm>
              <a:off x="6883873" y="5538912"/>
              <a:ext cx="1495566" cy="307777"/>
            </a:xfrm>
            <a:prstGeom prst="rect">
              <a:avLst/>
            </a:prstGeom>
            <a:noFill/>
          </p:spPr>
          <p:txBody>
            <a:bodyPr wrap="square">
              <a:spAutoFit/>
            </a:bodyPr>
            <a:lstStyle/>
            <a:p>
              <a:r>
                <a:rPr lang="ja-JP" altLang="en-US" sz="1400" b="1">
                  <a:solidFill>
                    <a:schemeClr val="accent2">
                      <a:lumMod val="60000"/>
                      <a:lumOff val="40000"/>
                    </a:schemeClr>
                  </a:solidFill>
                  <a:latin typeface="原稿用標準書体" panose="03000503000000000000" pitchFamily="66" charset="-128"/>
                  <a:ea typeface="原稿用標準書体" panose="03000503000000000000" pitchFamily="66" charset="-128"/>
                </a:rPr>
                <a:t>バフ対象</a:t>
              </a:r>
              <a:endParaRPr lang="ja-JP" altLang="en-US" sz="1400" b="1" dirty="0">
                <a:solidFill>
                  <a:schemeClr val="accent2">
                    <a:lumMod val="60000"/>
                    <a:lumOff val="40000"/>
                  </a:schemeClr>
                </a:solidFill>
                <a:latin typeface="原稿用標準書体" panose="03000503000000000000" pitchFamily="66" charset="-128"/>
                <a:ea typeface="原稿用標準書体" panose="03000503000000000000" pitchFamily="66" charset="-128"/>
              </a:endParaRPr>
            </a:p>
          </p:txBody>
        </p:sp>
        <p:grpSp>
          <p:nvGrpSpPr>
            <p:cNvPr id="131" name="グループ化 130">
              <a:extLst>
                <a:ext uri="{FF2B5EF4-FFF2-40B4-BE49-F238E27FC236}">
                  <a16:creationId xmlns:a16="http://schemas.microsoft.com/office/drawing/2014/main" id="{D1FE8C62-B1DD-3AA8-D182-B4BF06B31B4A}"/>
                </a:ext>
              </a:extLst>
            </p:cNvPr>
            <p:cNvGrpSpPr/>
            <p:nvPr/>
          </p:nvGrpSpPr>
          <p:grpSpPr>
            <a:xfrm>
              <a:off x="7778883" y="5527509"/>
              <a:ext cx="342734" cy="342734"/>
              <a:chOff x="7889163" y="4826545"/>
              <a:chExt cx="1014592" cy="1014592"/>
            </a:xfrm>
          </p:grpSpPr>
          <p:sp>
            <p:nvSpPr>
              <p:cNvPr id="128" name="楕円 127">
                <a:extLst>
                  <a:ext uri="{FF2B5EF4-FFF2-40B4-BE49-F238E27FC236}">
                    <a16:creationId xmlns:a16="http://schemas.microsoft.com/office/drawing/2014/main" id="{19CC67CE-8204-E6E3-F50F-C61618380AC7}"/>
                  </a:ext>
                </a:extLst>
              </p:cNvPr>
              <p:cNvSpPr/>
              <p:nvPr/>
            </p:nvSpPr>
            <p:spPr>
              <a:xfrm>
                <a:off x="7889163" y="4826545"/>
                <a:ext cx="1014592" cy="1014592"/>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pic>
            <p:nvPicPr>
              <p:cNvPr id="130" name="グラフィックス 129" descr="ユーザー 単色塗りつぶし">
                <a:extLst>
                  <a:ext uri="{FF2B5EF4-FFF2-40B4-BE49-F238E27FC236}">
                    <a16:creationId xmlns:a16="http://schemas.microsoft.com/office/drawing/2014/main" id="{A051B252-217D-F510-B509-BE7A19FD2694}"/>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968192" y="4905574"/>
                <a:ext cx="856534" cy="856534"/>
              </a:xfrm>
              <a:prstGeom prst="rect">
                <a:avLst/>
              </a:prstGeom>
            </p:spPr>
          </p:pic>
        </p:grpSp>
        <p:grpSp>
          <p:nvGrpSpPr>
            <p:cNvPr id="132" name="グループ化 131">
              <a:extLst>
                <a:ext uri="{FF2B5EF4-FFF2-40B4-BE49-F238E27FC236}">
                  <a16:creationId xmlns:a16="http://schemas.microsoft.com/office/drawing/2014/main" id="{3BBD23B8-353C-B41B-8E9A-2C4962756549}"/>
                </a:ext>
              </a:extLst>
            </p:cNvPr>
            <p:cNvGrpSpPr/>
            <p:nvPr/>
          </p:nvGrpSpPr>
          <p:grpSpPr>
            <a:xfrm>
              <a:off x="8155490" y="5527509"/>
              <a:ext cx="342734" cy="342734"/>
              <a:chOff x="7889163" y="4826545"/>
              <a:chExt cx="1014592" cy="1014592"/>
            </a:xfrm>
          </p:grpSpPr>
          <p:sp>
            <p:nvSpPr>
              <p:cNvPr id="133" name="楕円 132">
                <a:extLst>
                  <a:ext uri="{FF2B5EF4-FFF2-40B4-BE49-F238E27FC236}">
                    <a16:creationId xmlns:a16="http://schemas.microsoft.com/office/drawing/2014/main" id="{6C82BF0D-E645-476F-C7AA-D54ACC07934A}"/>
                  </a:ext>
                </a:extLst>
              </p:cNvPr>
              <p:cNvSpPr/>
              <p:nvPr/>
            </p:nvSpPr>
            <p:spPr>
              <a:xfrm>
                <a:off x="7889163" y="4826545"/>
                <a:ext cx="1014592" cy="1014592"/>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pic>
            <p:nvPicPr>
              <p:cNvPr id="134" name="グラフィックス 133" descr="ユーザー 単色塗りつぶし">
                <a:extLst>
                  <a:ext uri="{FF2B5EF4-FFF2-40B4-BE49-F238E27FC236}">
                    <a16:creationId xmlns:a16="http://schemas.microsoft.com/office/drawing/2014/main" id="{27177028-9740-C7FD-BFB7-DD8E5EF0410D}"/>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968192" y="4905574"/>
                <a:ext cx="856534" cy="856534"/>
              </a:xfrm>
              <a:prstGeom prst="rect">
                <a:avLst/>
              </a:prstGeom>
            </p:spPr>
          </p:pic>
        </p:grpSp>
        <p:grpSp>
          <p:nvGrpSpPr>
            <p:cNvPr id="135" name="グループ化 134">
              <a:extLst>
                <a:ext uri="{FF2B5EF4-FFF2-40B4-BE49-F238E27FC236}">
                  <a16:creationId xmlns:a16="http://schemas.microsoft.com/office/drawing/2014/main" id="{0DC10E33-3633-43EC-4EFC-905EF5730F4D}"/>
                </a:ext>
              </a:extLst>
            </p:cNvPr>
            <p:cNvGrpSpPr/>
            <p:nvPr/>
          </p:nvGrpSpPr>
          <p:grpSpPr>
            <a:xfrm>
              <a:off x="8532097" y="5527509"/>
              <a:ext cx="342734" cy="342734"/>
              <a:chOff x="7889163" y="4826545"/>
              <a:chExt cx="1014592" cy="1014592"/>
            </a:xfrm>
          </p:grpSpPr>
          <p:sp>
            <p:nvSpPr>
              <p:cNvPr id="136" name="楕円 135">
                <a:extLst>
                  <a:ext uri="{FF2B5EF4-FFF2-40B4-BE49-F238E27FC236}">
                    <a16:creationId xmlns:a16="http://schemas.microsoft.com/office/drawing/2014/main" id="{2EE3C5AF-168C-0D3E-D7A3-417D4F882AA7}"/>
                  </a:ext>
                </a:extLst>
              </p:cNvPr>
              <p:cNvSpPr/>
              <p:nvPr/>
            </p:nvSpPr>
            <p:spPr>
              <a:xfrm>
                <a:off x="7889163" y="4826545"/>
                <a:ext cx="1014592" cy="1014592"/>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pic>
            <p:nvPicPr>
              <p:cNvPr id="137" name="グラフィックス 136" descr="ユーザー 単色塗りつぶし">
                <a:extLst>
                  <a:ext uri="{FF2B5EF4-FFF2-40B4-BE49-F238E27FC236}">
                    <a16:creationId xmlns:a16="http://schemas.microsoft.com/office/drawing/2014/main" id="{98F6C498-A2E9-2AA3-2EA7-91566994F666}"/>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968192" y="4905574"/>
                <a:ext cx="856534" cy="856534"/>
              </a:xfrm>
              <a:prstGeom prst="rect">
                <a:avLst/>
              </a:prstGeom>
            </p:spPr>
          </p:pic>
        </p:grpSp>
        <p:grpSp>
          <p:nvGrpSpPr>
            <p:cNvPr id="144" name="グループ化 143">
              <a:extLst>
                <a:ext uri="{FF2B5EF4-FFF2-40B4-BE49-F238E27FC236}">
                  <a16:creationId xmlns:a16="http://schemas.microsoft.com/office/drawing/2014/main" id="{6BF0C68A-555E-40F2-72C8-BA3349CDD177}"/>
                </a:ext>
              </a:extLst>
            </p:cNvPr>
            <p:cNvGrpSpPr/>
            <p:nvPr/>
          </p:nvGrpSpPr>
          <p:grpSpPr>
            <a:xfrm>
              <a:off x="8908704" y="5527509"/>
              <a:ext cx="342734" cy="342734"/>
              <a:chOff x="7889163" y="4826545"/>
              <a:chExt cx="1014592" cy="1014592"/>
            </a:xfrm>
          </p:grpSpPr>
          <p:sp>
            <p:nvSpPr>
              <p:cNvPr id="146" name="楕円 145">
                <a:extLst>
                  <a:ext uri="{FF2B5EF4-FFF2-40B4-BE49-F238E27FC236}">
                    <a16:creationId xmlns:a16="http://schemas.microsoft.com/office/drawing/2014/main" id="{EA8B5FE1-AB19-0AE7-ECD4-57794B13AC37}"/>
                  </a:ext>
                </a:extLst>
              </p:cNvPr>
              <p:cNvSpPr/>
              <p:nvPr/>
            </p:nvSpPr>
            <p:spPr>
              <a:xfrm>
                <a:off x="7889163" y="4826545"/>
                <a:ext cx="1014592" cy="1014592"/>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pic>
            <p:nvPicPr>
              <p:cNvPr id="147" name="グラフィックス 146" descr="ユーザー 単色塗りつぶし">
                <a:extLst>
                  <a:ext uri="{FF2B5EF4-FFF2-40B4-BE49-F238E27FC236}">
                    <a16:creationId xmlns:a16="http://schemas.microsoft.com/office/drawing/2014/main" id="{15E4D220-D96D-1F4C-5324-4B58C6A1E93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968192" y="4905574"/>
                <a:ext cx="856534" cy="856534"/>
              </a:xfrm>
              <a:prstGeom prst="rect">
                <a:avLst/>
              </a:prstGeom>
            </p:spPr>
          </p:pic>
        </p:grpSp>
        <p:grpSp>
          <p:nvGrpSpPr>
            <p:cNvPr id="148" name="グループ化 147">
              <a:extLst>
                <a:ext uri="{FF2B5EF4-FFF2-40B4-BE49-F238E27FC236}">
                  <a16:creationId xmlns:a16="http://schemas.microsoft.com/office/drawing/2014/main" id="{B7F8FF37-2CB3-D467-D211-D4606068720D}"/>
                </a:ext>
              </a:extLst>
            </p:cNvPr>
            <p:cNvGrpSpPr/>
            <p:nvPr/>
          </p:nvGrpSpPr>
          <p:grpSpPr>
            <a:xfrm>
              <a:off x="9285311" y="5527509"/>
              <a:ext cx="342734" cy="342734"/>
              <a:chOff x="7889163" y="4826545"/>
              <a:chExt cx="1014592" cy="1014592"/>
            </a:xfrm>
          </p:grpSpPr>
          <p:sp>
            <p:nvSpPr>
              <p:cNvPr id="149" name="楕円 148">
                <a:extLst>
                  <a:ext uri="{FF2B5EF4-FFF2-40B4-BE49-F238E27FC236}">
                    <a16:creationId xmlns:a16="http://schemas.microsoft.com/office/drawing/2014/main" id="{B86D845D-A3A0-0088-1F19-29820A77135A}"/>
                  </a:ext>
                </a:extLst>
              </p:cNvPr>
              <p:cNvSpPr/>
              <p:nvPr/>
            </p:nvSpPr>
            <p:spPr>
              <a:xfrm>
                <a:off x="7889163" y="4826545"/>
                <a:ext cx="1014592" cy="1014592"/>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pic>
            <p:nvPicPr>
              <p:cNvPr id="150" name="グラフィックス 149" descr="ユーザー 単色塗りつぶし">
                <a:extLst>
                  <a:ext uri="{FF2B5EF4-FFF2-40B4-BE49-F238E27FC236}">
                    <a16:creationId xmlns:a16="http://schemas.microsoft.com/office/drawing/2014/main" id="{9760D267-56FB-702D-CEA8-551BCCC19A7A}"/>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968192" y="4905574"/>
                <a:ext cx="856534" cy="856534"/>
              </a:xfrm>
              <a:prstGeom prst="rect">
                <a:avLst/>
              </a:prstGeom>
            </p:spPr>
          </p:pic>
        </p:grpSp>
        <p:grpSp>
          <p:nvGrpSpPr>
            <p:cNvPr id="151" name="グループ化 150">
              <a:extLst>
                <a:ext uri="{FF2B5EF4-FFF2-40B4-BE49-F238E27FC236}">
                  <a16:creationId xmlns:a16="http://schemas.microsoft.com/office/drawing/2014/main" id="{A6B44439-35D3-23FA-4090-E9645597DF1B}"/>
                </a:ext>
              </a:extLst>
            </p:cNvPr>
            <p:cNvGrpSpPr/>
            <p:nvPr/>
          </p:nvGrpSpPr>
          <p:grpSpPr>
            <a:xfrm>
              <a:off x="9661918" y="5527509"/>
              <a:ext cx="342734" cy="342734"/>
              <a:chOff x="7889163" y="4826545"/>
              <a:chExt cx="1014592" cy="1014592"/>
            </a:xfrm>
          </p:grpSpPr>
          <p:sp>
            <p:nvSpPr>
              <p:cNvPr id="152" name="楕円 151">
                <a:extLst>
                  <a:ext uri="{FF2B5EF4-FFF2-40B4-BE49-F238E27FC236}">
                    <a16:creationId xmlns:a16="http://schemas.microsoft.com/office/drawing/2014/main" id="{4E0C731D-CE84-5B83-7270-0D8876604660}"/>
                  </a:ext>
                </a:extLst>
              </p:cNvPr>
              <p:cNvSpPr/>
              <p:nvPr/>
            </p:nvSpPr>
            <p:spPr>
              <a:xfrm>
                <a:off x="7889163" y="4826545"/>
                <a:ext cx="1014592" cy="1014592"/>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pic>
            <p:nvPicPr>
              <p:cNvPr id="178" name="グラフィックス 177" descr="ユーザー 単色塗りつぶし">
                <a:extLst>
                  <a:ext uri="{FF2B5EF4-FFF2-40B4-BE49-F238E27FC236}">
                    <a16:creationId xmlns:a16="http://schemas.microsoft.com/office/drawing/2014/main" id="{4D7D0925-E33A-428B-0723-D3848762C5F4}"/>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968192" y="4905574"/>
                <a:ext cx="856534" cy="856534"/>
              </a:xfrm>
              <a:prstGeom prst="rect">
                <a:avLst/>
              </a:prstGeom>
            </p:spPr>
          </p:pic>
        </p:grpSp>
        <p:grpSp>
          <p:nvGrpSpPr>
            <p:cNvPr id="179" name="グループ化 178">
              <a:extLst>
                <a:ext uri="{FF2B5EF4-FFF2-40B4-BE49-F238E27FC236}">
                  <a16:creationId xmlns:a16="http://schemas.microsoft.com/office/drawing/2014/main" id="{99638AEB-5AAE-938F-C283-181B6CF07A9E}"/>
                </a:ext>
              </a:extLst>
            </p:cNvPr>
            <p:cNvGrpSpPr/>
            <p:nvPr/>
          </p:nvGrpSpPr>
          <p:grpSpPr>
            <a:xfrm>
              <a:off x="10038522" y="5527509"/>
              <a:ext cx="342734" cy="342734"/>
              <a:chOff x="7889163" y="4826545"/>
              <a:chExt cx="1014592" cy="1014592"/>
            </a:xfrm>
          </p:grpSpPr>
          <p:sp>
            <p:nvSpPr>
              <p:cNvPr id="180" name="楕円 179">
                <a:extLst>
                  <a:ext uri="{FF2B5EF4-FFF2-40B4-BE49-F238E27FC236}">
                    <a16:creationId xmlns:a16="http://schemas.microsoft.com/office/drawing/2014/main" id="{BE9B364B-5839-C95A-90E7-BAA76C0C48D5}"/>
                  </a:ext>
                </a:extLst>
              </p:cNvPr>
              <p:cNvSpPr/>
              <p:nvPr/>
            </p:nvSpPr>
            <p:spPr>
              <a:xfrm>
                <a:off x="7889163" y="4826545"/>
                <a:ext cx="1014592" cy="1014592"/>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pic>
            <p:nvPicPr>
              <p:cNvPr id="181" name="グラフィックス 180" descr="ユーザー 単色塗りつぶし">
                <a:extLst>
                  <a:ext uri="{FF2B5EF4-FFF2-40B4-BE49-F238E27FC236}">
                    <a16:creationId xmlns:a16="http://schemas.microsoft.com/office/drawing/2014/main" id="{E9A43CC1-3510-DDA3-3017-2A300CA72DB5}"/>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968192" y="4905574"/>
                <a:ext cx="856534" cy="856534"/>
              </a:xfrm>
              <a:prstGeom prst="rect">
                <a:avLst/>
              </a:prstGeom>
            </p:spPr>
          </p:pic>
        </p:grpSp>
      </p:grpSp>
      <p:sp>
        <p:nvSpPr>
          <p:cNvPr id="4" name="正方形/長方形 3">
            <a:extLst>
              <a:ext uri="{FF2B5EF4-FFF2-40B4-BE49-F238E27FC236}">
                <a16:creationId xmlns:a16="http://schemas.microsoft.com/office/drawing/2014/main" id="{A43E4AA6-478A-D0E1-CFE7-11DC635B4AE9}"/>
              </a:ext>
            </a:extLst>
          </p:cNvPr>
          <p:cNvSpPr/>
          <p:nvPr/>
        </p:nvSpPr>
        <p:spPr>
          <a:xfrm>
            <a:off x="6284496" y="2209137"/>
            <a:ext cx="4754963" cy="1436267"/>
          </a:xfrm>
          <a:prstGeom prst="rect">
            <a:avLst/>
          </a:prstGeom>
          <a:solidFill>
            <a:schemeClr val="bg1">
              <a:lumMod val="95000"/>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200" name="グループ化 199">
            <a:extLst>
              <a:ext uri="{FF2B5EF4-FFF2-40B4-BE49-F238E27FC236}">
                <a16:creationId xmlns:a16="http://schemas.microsoft.com/office/drawing/2014/main" id="{B3F145E0-D01F-45C1-60E4-C85260BC558C}"/>
              </a:ext>
            </a:extLst>
          </p:cNvPr>
          <p:cNvGrpSpPr/>
          <p:nvPr/>
        </p:nvGrpSpPr>
        <p:grpSpPr>
          <a:xfrm>
            <a:off x="8125651" y="2391761"/>
            <a:ext cx="1071668" cy="1071668"/>
            <a:chOff x="8374620" y="5203596"/>
            <a:chExt cx="914400" cy="914400"/>
          </a:xfrm>
          <a:effectLst>
            <a:glow rad="88900">
              <a:schemeClr val="bg1">
                <a:lumMod val="95000"/>
                <a:alpha val="50000"/>
              </a:schemeClr>
            </a:glow>
          </a:effectLst>
        </p:grpSpPr>
        <p:sp>
          <p:nvSpPr>
            <p:cNvPr id="201" name="楕円 200">
              <a:extLst>
                <a:ext uri="{FF2B5EF4-FFF2-40B4-BE49-F238E27FC236}">
                  <a16:creationId xmlns:a16="http://schemas.microsoft.com/office/drawing/2014/main" id="{4E0DAF22-68D2-B25F-99C1-72B12C1AE58A}"/>
                </a:ext>
              </a:extLst>
            </p:cNvPr>
            <p:cNvSpPr/>
            <p:nvPr/>
          </p:nvSpPr>
          <p:spPr>
            <a:xfrm>
              <a:off x="8374620" y="5203596"/>
              <a:ext cx="914400" cy="914400"/>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202" name="矢印: 下 201">
              <a:extLst>
                <a:ext uri="{FF2B5EF4-FFF2-40B4-BE49-F238E27FC236}">
                  <a16:creationId xmlns:a16="http://schemas.microsoft.com/office/drawing/2014/main" id="{66140D2E-94AC-97C3-3A99-C447DBFC73F8}"/>
                </a:ext>
              </a:extLst>
            </p:cNvPr>
            <p:cNvSpPr/>
            <p:nvPr/>
          </p:nvSpPr>
          <p:spPr>
            <a:xfrm flipV="1">
              <a:off x="8625104" y="5390466"/>
              <a:ext cx="413433" cy="540661"/>
            </a:xfrm>
            <a:prstGeom prst="downArrow">
              <a:avLst/>
            </a:prstGeom>
            <a:solidFill>
              <a:schemeClr val="bg1">
                <a:lumMod val="95000"/>
              </a:schemeClr>
            </a:solidFill>
            <a:ln w="9525">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48" name="グループ化 47">
            <a:extLst>
              <a:ext uri="{FF2B5EF4-FFF2-40B4-BE49-F238E27FC236}">
                <a16:creationId xmlns:a16="http://schemas.microsoft.com/office/drawing/2014/main" id="{0CA845A4-B051-0351-BA86-363F4C73CDEA}"/>
              </a:ext>
            </a:extLst>
          </p:cNvPr>
          <p:cNvGrpSpPr/>
          <p:nvPr/>
        </p:nvGrpSpPr>
        <p:grpSpPr>
          <a:xfrm>
            <a:off x="6752309" y="2391761"/>
            <a:ext cx="1071668" cy="1071668"/>
            <a:chOff x="8374620" y="5203596"/>
            <a:chExt cx="914400" cy="914400"/>
          </a:xfrm>
          <a:effectLst/>
        </p:grpSpPr>
        <p:sp>
          <p:nvSpPr>
            <p:cNvPr id="49" name="楕円 48">
              <a:extLst>
                <a:ext uri="{FF2B5EF4-FFF2-40B4-BE49-F238E27FC236}">
                  <a16:creationId xmlns:a16="http://schemas.microsoft.com/office/drawing/2014/main" id="{AE59D08D-A897-E5D6-4102-D4F66F0C5567}"/>
                </a:ext>
              </a:extLst>
            </p:cNvPr>
            <p:cNvSpPr/>
            <p:nvPr/>
          </p:nvSpPr>
          <p:spPr>
            <a:xfrm>
              <a:off x="8374620" y="5203596"/>
              <a:ext cx="914400" cy="914400"/>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50" name="矢印: 下 49">
              <a:extLst>
                <a:ext uri="{FF2B5EF4-FFF2-40B4-BE49-F238E27FC236}">
                  <a16:creationId xmlns:a16="http://schemas.microsoft.com/office/drawing/2014/main" id="{5E955132-3E2C-9FC4-E7F6-7875EE2222B1}"/>
                </a:ext>
              </a:extLst>
            </p:cNvPr>
            <p:cNvSpPr/>
            <p:nvPr/>
          </p:nvSpPr>
          <p:spPr>
            <a:xfrm flipV="1">
              <a:off x="8625104" y="5390466"/>
              <a:ext cx="413433" cy="540661"/>
            </a:xfrm>
            <a:prstGeom prst="downArrow">
              <a:avLst/>
            </a:prstGeom>
            <a:solidFill>
              <a:schemeClr val="bg1">
                <a:lumMod val="95000"/>
              </a:schemeClr>
            </a:solidFill>
            <a:ln w="9525">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51" name="グループ化 50">
            <a:extLst>
              <a:ext uri="{FF2B5EF4-FFF2-40B4-BE49-F238E27FC236}">
                <a16:creationId xmlns:a16="http://schemas.microsoft.com/office/drawing/2014/main" id="{98B7E6BC-E43D-C449-714A-C2EA94A50F91}"/>
              </a:ext>
            </a:extLst>
          </p:cNvPr>
          <p:cNvGrpSpPr/>
          <p:nvPr/>
        </p:nvGrpSpPr>
        <p:grpSpPr>
          <a:xfrm>
            <a:off x="9498993" y="2391761"/>
            <a:ext cx="1071668" cy="1071668"/>
            <a:chOff x="8374620" y="5203596"/>
            <a:chExt cx="914400" cy="914400"/>
          </a:xfrm>
          <a:effectLst/>
        </p:grpSpPr>
        <p:sp>
          <p:nvSpPr>
            <p:cNvPr id="57" name="楕円 56">
              <a:extLst>
                <a:ext uri="{FF2B5EF4-FFF2-40B4-BE49-F238E27FC236}">
                  <a16:creationId xmlns:a16="http://schemas.microsoft.com/office/drawing/2014/main" id="{846627D6-C03F-C726-6FCF-D8BFA9E55573}"/>
                </a:ext>
              </a:extLst>
            </p:cNvPr>
            <p:cNvSpPr/>
            <p:nvPr/>
          </p:nvSpPr>
          <p:spPr>
            <a:xfrm>
              <a:off x="8374620" y="5203596"/>
              <a:ext cx="914400" cy="914400"/>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58" name="矢印: 下 57">
              <a:extLst>
                <a:ext uri="{FF2B5EF4-FFF2-40B4-BE49-F238E27FC236}">
                  <a16:creationId xmlns:a16="http://schemas.microsoft.com/office/drawing/2014/main" id="{06A01125-B7F1-5769-168A-6DD4C793160C}"/>
                </a:ext>
              </a:extLst>
            </p:cNvPr>
            <p:cNvSpPr/>
            <p:nvPr/>
          </p:nvSpPr>
          <p:spPr>
            <a:xfrm flipV="1">
              <a:off x="8625104" y="5390466"/>
              <a:ext cx="413433" cy="540661"/>
            </a:xfrm>
            <a:prstGeom prst="downArrow">
              <a:avLst/>
            </a:prstGeom>
            <a:solidFill>
              <a:schemeClr val="bg1">
                <a:lumMod val="95000"/>
              </a:schemeClr>
            </a:solidFill>
            <a:ln w="9525">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216" name="グループ化 215">
            <a:extLst>
              <a:ext uri="{FF2B5EF4-FFF2-40B4-BE49-F238E27FC236}">
                <a16:creationId xmlns:a16="http://schemas.microsoft.com/office/drawing/2014/main" id="{FDE0EC34-5E6C-B9DD-4F67-A19C11DD7157}"/>
              </a:ext>
            </a:extLst>
          </p:cNvPr>
          <p:cNvGrpSpPr/>
          <p:nvPr/>
        </p:nvGrpSpPr>
        <p:grpSpPr>
          <a:xfrm>
            <a:off x="8299848" y="1883848"/>
            <a:ext cx="723275" cy="548325"/>
            <a:chOff x="981599" y="1624031"/>
            <a:chExt cx="808121" cy="612648"/>
          </a:xfrm>
        </p:grpSpPr>
        <p:sp>
          <p:nvSpPr>
            <p:cNvPr id="217" name="フローチャート: 他ページ結合子 216">
              <a:extLst>
                <a:ext uri="{FF2B5EF4-FFF2-40B4-BE49-F238E27FC236}">
                  <a16:creationId xmlns:a16="http://schemas.microsoft.com/office/drawing/2014/main" id="{C36CDF9F-7CF8-8BF8-ED5C-DCDD7AB60BBB}"/>
                </a:ext>
              </a:extLst>
            </p:cNvPr>
            <p:cNvSpPr/>
            <p:nvPr/>
          </p:nvSpPr>
          <p:spPr>
            <a:xfrm>
              <a:off x="1002683" y="1624031"/>
              <a:ext cx="758051" cy="612648"/>
            </a:xfrm>
            <a:prstGeom prst="flowChartOffpageConnector">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sp>
          <p:nvSpPr>
            <p:cNvPr id="218" name="テキスト ボックス 217">
              <a:extLst>
                <a:ext uri="{FF2B5EF4-FFF2-40B4-BE49-F238E27FC236}">
                  <a16:creationId xmlns:a16="http://schemas.microsoft.com/office/drawing/2014/main" id="{FA4B7870-E4C6-89C4-832A-19D16B13A9FA}"/>
                </a:ext>
              </a:extLst>
            </p:cNvPr>
            <p:cNvSpPr txBox="1"/>
            <p:nvPr/>
          </p:nvSpPr>
          <p:spPr>
            <a:xfrm>
              <a:off x="981599" y="1707422"/>
              <a:ext cx="808121" cy="343882"/>
            </a:xfrm>
            <a:prstGeom prst="rect">
              <a:avLst/>
            </a:prstGeom>
            <a:noFill/>
          </p:spPr>
          <p:txBody>
            <a:bodyPr wrap="none" rtlCol="0">
              <a:spAutoFit/>
            </a:bodyPr>
            <a:lstStyle/>
            <a:p>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選択中</a:t>
              </a:r>
              <a:endParaRPr kumimoji="1" lang="ja-JP" altLang="en-US" sz="14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Tree>
    <p:extLst>
      <p:ext uri="{BB962C8B-B14F-4D97-AF65-F5344CB8AC3E}">
        <p14:creationId xmlns:p14="http://schemas.microsoft.com/office/powerpoint/2010/main" val="2679864693"/>
      </p:ext>
    </p:extLst>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bg>
      <p:bgPr>
        <a:gradFill>
          <a:gsLst>
            <a:gs pos="46690">
              <a:schemeClr val="accent6">
                <a:lumMod val="75000"/>
              </a:schemeClr>
            </a:gs>
            <a:gs pos="0">
              <a:schemeClr val="accent6">
                <a:lumMod val="50000"/>
              </a:schemeClr>
            </a:gs>
            <a:gs pos="23000">
              <a:schemeClr val="accent6">
                <a:lumMod val="75000"/>
              </a:schemeClr>
            </a:gs>
            <a:gs pos="69000">
              <a:schemeClr val="accent6">
                <a:lumMod val="50000"/>
              </a:schemeClr>
            </a:gs>
            <a:gs pos="97000">
              <a:schemeClr val="tx1">
                <a:lumMod val="85000"/>
                <a:lumOff val="15000"/>
              </a:schemeClr>
            </a:gs>
          </a:gsLst>
          <a:path path="circle">
            <a:fillToRect l="50000" t="50000" r="50000" b="50000"/>
          </a:path>
        </a:gradFill>
        <a:effectLst/>
      </p:bgPr>
    </p:bg>
    <p:spTree>
      <p:nvGrpSpPr>
        <p:cNvPr id="1" name="">
          <a:extLst>
            <a:ext uri="{FF2B5EF4-FFF2-40B4-BE49-F238E27FC236}">
              <a16:creationId xmlns:a16="http://schemas.microsoft.com/office/drawing/2014/main" id="{9A51103D-7812-0041-22A2-0A0A26E6C600}"/>
            </a:ext>
          </a:extLst>
        </p:cNvPr>
        <p:cNvGrpSpPr/>
        <p:nvPr/>
      </p:nvGrpSpPr>
      <p:grpSpPr>
        <a:xfrm>
          <a:off x="0" y="0"/>
          <a:ext cx="0" cy="0"/>
          <a:chOff x="0" y="0"/>
          <a:chExt cx="0" cy="0"/>
        </a:xfrm>
      </p:grpSpPr>
      <p:sp>
        <p:nvSpPr>
          <p:cNvPr id="34" name="四角形: 角を丸くする 33">
            <a:extLst>
              <a:ext uri="{FF2B5EF4-FFF2-40B4-BE49-F238E27FC236}">
                <a16:creationId xmlns:a16="http://schemas.microsoft.com/office/drawing/2014/main" id="{90CEE3D6-D746-6A60-C233-0B043442A1DD}"/>
              </a:ext>
            </a:extLst>
          </p:cNvPr>
          <p:cNvSpPr/>
          <p:nvPr/>
        </p:nvSpPr>
        <p:spPr>
          <a:xfrm>
            <a:off x="816131" y="594830"/>
            <a:ext cx="10559738" cy="5854960"/>
          </a:xfrm>
          <a:prstGeom prst="roundRect">
            <a:avLst>
              <a:gd name="adj" fmla="val 6428"/>
            </a:avLst>
          </a:prstGeom>
          <a:solidFill>
            <a:schemeClr val="tx1">
              <a:lumMod val="75000"/>
              <a:lumOff val="25000"/>
              <a:alpha val="6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latin typeface="原稿用標準書体" panose="03000503000000000000" pitchFamily="66" charset="-128"/>
              <a:ea typeface="原稿用標準書体" panose="03000503000000000000" pitchFamily="66" charset="-128"/>
            </a:endParaRPr>
          </a:p>
        </p:txBody>
      </p:sp>
      <p:sp>
        <p:nvSpPr>
          <p:cNvPr id="8" name="四角形: 角を丸くする 7">
            <a:extLst>
              <a:ext uri="{FF2B5EF4-FFF2-40B4-BE49-F238E27FC236}">
                <a16:creationId xmlns:a16="http://schemas.microsoft.com/office/drawing/2014/main" id="{D6356EFF-9D69-A880-4DE7-56485F42F969}"/>
              </a:ext>
            </a:extLst>
          </p:cNvPr>
          <p:cNvSpPr/>
          <p:nvPr/>
        </p:nvSpPr>
        <p:spPr>
          <a:xfrm>
            <a:off x="996098" y="912842"/>
            <a:ext cx="5110794" cy="5341064"/>
          </a:xfrm>
          <a:prstGeom prst="roundRect">
            <a:avLst>
              <a:gd name="adj" fmla="val 2174"/>
            </a:avLst>
          </a:prstGeom>
          <a:solidFill>
            <a:schemeClr val="accent6">
              <a:lumMod val="40000"/>
              <a:lumOff val="6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20" name="テキスト ボックス 19">
            <a:extLst>
              <a:ext uri="{FF2B5EF4-FFF2-40B4-BE49-F238E27FC236}">
                <a16:creationId xmlns:a16="http://schemas.microsoft.com/office/drawing/2014/main" id="{DB576137-9B1F-B299-59BA-094E3321966C}"/>
              </a:ext>
            </a:extLst>
          </p:cNvPr>
          <p:cNvSpPr txBox="1"/>
          <p:nvPr/>
        </p:nvSpPr>
        <p:spPr>
          <a:xfrm>
            <a:off x="1206202" y="988293"/>
            <a:ext cx="4185761" cy="584775"/>
          </a:xfrm>
          <a:prstGeom prst="rect">
            <a:avLst/>
          </a:prstGeom>
          <a:noFill/>
        </p:spPr>
        <p:txBody>
          <a:bodyPr wrap="none" rtlCol="0">
            <a:spAutoFit/>
          </a:bodyPr>
          <a:lstStyle/>
          <a:p>
            <a:r>
              <a:rPr lang="ja-JP" altLang="en-US" sz="3200" dirty="0">
                <a:solidFill>
                  <a:schemeClr val="tx1">
                    <a:lumMod val="75000"/>
                    <a:lumOff val="25000"/>
                  </a:schemeClr>
                </a:solidFill>
                <a:latin typeface="原稿用標準書体" panose="03000503000000000000" pitchFamily="66" charset="-128"/>
                <a:ea typeface="原稿用標準書体" panose="03000503000000000000" pitchFamily="66" charset="-128"/>
              </a:rPr>
              <a:t>前衛</a:t>
            </a:r>
            <a:r>
              <a:rPr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a:t>
            </a:r>
            <a:r>
              <a:rPr lang="en-US" altLang="ja-JP"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ATK+20%</a:t>
            </a:r>
            <a:r>
              <a:rPr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、注目度</a:t>
            </a:r>
            <a:r>
              <a:rPr lang="en-US" altLang="ja-JP"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+4</a:t>
            </a:r>
            <a:r>
              <a:rPr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、回避率</a:t>
            </a:r>
            <a:r>
              <a:rPr lang="en-US" altLang="ja-JP"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-20%</a:t>
            </a:r>
            <a:endParaRPr kumimoji="1" lang="ja-JP" altLang="en-US" sz="32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21" name="四角形: 角を丸くする 20">
            <a:extLst>
              <a:ext uri="{FF2B5EF4-FFF2-40B4-BE49-F238E27FC236}">
                <a16:creationId xmlns:a16="http://schemas.microsoft.com/office/drawing/2014/main" id="{E0B82B2D-5DEE-14DD-A0AB-D62C194DD1ED}"/>
              </a:ext>
            </a:extLst>
          </p:cNvPr>
          <p:cNvSpPr/>
          <p:nvPr/>
        </p:nvSpPr>
        <p:spPr>
          <a:xfrm>
            <a:off x="1178850" y="1694047"/>
            <a:ext cx="1104265" cy="1100880"/>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22" name="四角形: 角を丸くする 21">
            <a:extLst>
              <a:ext uri="{FF2B5EF4-FFF2-40B4-BE49-F238E27FC236}">
                <a16:creationId xmlns:a16="http://schemas.microsoft.com/office/drawing/2014/main" id="{C8B057E5-3961-8007-0048-F9174B3C5043}"/>
              </a:ext>
            </a:extLst>
          </p:cNvPr>
          <p:cNvSpPr/>
          <p:nvPr/>
        </p:nvSpPr>
        <p:spPr>
          <a:xfrm>
            <a:off x="2392525" y="1694047"/>
            <a:ext cx="1104265" cy="1100880"/>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23" name="四角形: 角を丸くする 22">
            <a:extLst>
              <a:ext uri="{FF2B5EF4-FFF2-40B4-BE49-F238E27FC236}">
                <a16:creationId xmlns:a16="http://schemas.microsoft.com/office/drawing/2014/main" id="{5C3D736C-3541-129E-B442-E885143F3ECF}"/>
              </a:ext>
            </a:extLst>
          </p:cNvPr>
          <p:cNvSpPr/>
          <p:nvPr/>
        </p:nvSpPr>
        <p:spPr>
          <a:xfrm>
            <a:off x="3606199" y="1694047"/>
            <a:ext cx="1104265" cy="1100880"/>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24" name="四角形: 角を丸くする 23">
            <a:extLst>
              <a:ext uri="{FF2B5EF4-FFF2-40B4-BE49-F238E27FC236}">
                <a16:creationId xmlns:a16="http://schemas.microsoft.com/office/drawing/2014/main" id="{C5A3E880-B504-0EF2-5DCE-744FC46BA2A7}"/>
              </a:ext>
            </a:extLst>
          </p:cNvPr>
          <p:cNvSpPr/>
          <p:nvPr/>
        </p:nvSpPr>
        <p:spPr>
          <a:xfrm>
            <a:off x="4819874" y="1694047"/>
            <a:ext cx="1104265" cy="1100880"/>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25" name="テキスト ボックス 24">
            <a:extLst>
              <a:ext uri="{FF2B5EF4-FFF2-40B4-BE49-F238E27FC236}">
                <a16:creationId xmlns:a16="http://schemas.microsoft.com/office/drawing/2014/main" id="{F0259ED0-946B-D7D1-32F9-8BCFC27E8976}"/>
              </a:ext>
            </a:extLst>
          </p:cNvPr>
          <p:cNvSpPr txBox="1"/>
          <p:nvPr/>
        </p:nvSpPr>
        <p:spPr>
          <a:xfrm>
            <a:off x="1206202" y="3668155"/>
            <a:ext cx="4185761" cy="584775"/>
          </a:xfrm>
          <a:prstGeom prst="rect">
            <a:avLst/>
          </a:prstGeom>
          <a:noFill/>
        </p:spPr>
        <p:txBody>
          <a:bodyPr wrap="none" rtlCol="0">
            <a:spAutoFit/>
          </a:bodyPr>
          <a:lstStyle/>
          <a:p>
            <a:r>
              <a:rPr lang="ja-JP" altLang="en-US" sz="3200" dirty="0">
                <a:solidFill>
                  <a:schemeClr val="bg1">
                    <a:lumMod val="95000"/>
                  </a:schemeClr>
                </a:solidFill>
                <a:latin typeface="原稿用標準書体" panose="03000503000000000000" pitchFamily="66" charset="-128"/>
                <a:ea typeface="原稿用標準書体" panose="03000503000000000000" pitchFamily="66" charset="-128"/>
              </a:rPr>
              <a:t>後衛</a:t>
            </a:r>
            <a:r>
              <a:rPr lang="ja-JP" altLang="en-US" sz="1600" dirty="0">
                <a:solidFill>
                  <a:schemeClr val="bg1">
                    <a:lumMod val="95000"/>
                  </a:schemeClr>
                </a:solidFill>
                <a:latin typeface="原稿用標準書体" panose="03000503000000000000" pitchFamily="66" charset="-128"/>
                <a:ea typeface="原稿用標準書体" panose="03000503000000000000" pitchFamily="66" charset="-128"/>
              </a:rPr>
              <a:t>：回避率</a:t>
            </a:r>
            <a:r>
              <a:rPr lang="en-US" altLang="ja-JP" sz="1600" dirty="0">
                <a:solidFill>
                  <a:schemeClr val="bg1">
                    <a:lumMod val="95000"/>
                  </a:schemeClr>
                </a:solidFill>
                <a:latin typeface="原稿用標準書体" panose="03000503000000000000" pitchFamily="66" charset="-128"/>
                <a:ea typeface="原稿用標準書体" panose="03000503000000000000" pitchFamily="66" charset="-128"/>
              </a:rPr>
              <a:t>+20%</a:t>
            </a:r>
            <a:r>
              <a:rPr lang="ja-JP" altLang="en-US" sz="1600" dirty="0">
                <a:solidFill>
                  <a:schemeClr val="bg1">
                    <a:lumMod val="95000"/>
                  </a:schemeClr>
                </a:solidFill>
                <a:latin typeface="原稿用標準書体" panose="03000503000000000000" pitchFamily="66" charset="-128"/>
                <a:ea typeface="原稿用標準書体" panose="03000503000000000000" pitchFamily="66" charset="-128"/>
              </a:rPr>
              <a:t>、注目度</a:t>
            </a:r>
            <a:r>
              <a:rPr lang="en-US" altLang="ja-JP" sz="1600" dirty="0">
                <a:solidFill>
                  <a:schemeClr val="bg1">
                    <a:lumMod val="95000"/>
                  </a:schemeClr>
                </a:solidFill>
                <a:latin typeface="原稿用標準書体" panose="03000503000000000000" pitchFamily="66" charset="-128"/>
                <a:ea typeface="原稿用標準書体" panose="03000503000000000000" pitchFamily="66" charset="-128"/>
              </a:rPr>
              <a:t>+1</a:t>
            </a:r>
            <a:r>
              <a:rPr lang="ja-JP" altLang="en-US" sz="1600" dirty="0">
                <a:solidFill>
                  <a:schemeClr val="bg1">
                    <a:lumMod val="95000"/>
                  </a:schemeClr>
                </a:solidFill>
                <a:latin typeface="原稿用標準書体" panose="03000503000000000000" pitchFamily="66" charset="-128"/>
                <a:ea typeface="原稿用標準書体" panose="03000503000000000000" pitchFamily="66" charset="-128"/>
              </a:rPr>
              <a:t>、</a:t>
            </a:r>
            <a:r>
              <a:rPr lang="en-US" altLang="ja-JP" sz="1600" dirty="0">
                <a:solidFill>
                  <a:schemeClr val="bg1">
                    <a:lumMod val="95000"/>
                  </a:schemeClr>
                </a:solidFill>
                <a:latin typeface="原稿用標準書体" panose="03000503000000000000" pitchFamily="66" charset="-128"/>
                <a:ea typeface="原稿用標準書体" panose="03000503000000000000" pitchFamily="66" charset="-128"/>
              </a:rPr>
              <a:t>ATK-20%</a:t>
            </a:r>
            <a:endParaRPr kumimoji="1" lang="ja-JP" altLang="en-US" sz="32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26" name="グループ化 25">
            <a:extLst>
              <a:ext uri="{FF2B5EF4-FFF2-40B4-BE49-F238E27FC236}">
                <a16:creationId xmlns:a16="http://schemas.microsoft.com/office/drawing/2014/main" id="{2FDA97FB-E847-7117-66D4-00B475DED420}"/>
              </a:ext>
            </a:extLst>
          </p:cNvPr>
          <p:cNvGrpSpPr/>
          <p:nvPr/>
        </p:nvGrpSpPr>
        <p:grpSpPr>
          <a:xfrm>
            <a:off x="1178850" y="4381282"/>
            <a:ext cx="4745291" cy="1100880"/>
            <a:chOff x="922576" y="2450171"/>
            <a:chExt cx="5301952" cy="1309138"/>
          </a:xfrm>
          <a:solidFill>
            <a:schemeClr val="bg1">
              <a:lumMod val="85000"/>
              <a:alpha val="85000"/>
            </a:schemeClr>
          </a:solidFill>
        </p:grpSpPr>
        <p:sp>
          <p:nvSpPr>
            <p:cNvPr id="173" name="四角形: 角を丸くする 172">
              <a:extLst>
                <a:ext uri="{FF2B5EF4-FFF2-40B4-BE49-F238E27FC236}">
                  <a16:creationId xmlns:a16="http://schemas.microsoft.com/office/drawing/2014/main" id="{BDF122EB-9316-BD76-102B-14FC3B7DB605}"/>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74" name="四角形: 角を丸くする 173">
              <a:extLst>
                <a:ext uri="{FF2B5EF4-FFF2-40B4-BE49-F238E27FC236}">
                  <a16:creationId xmlns:a16="http://schemas.microsoft.com/office/drawing/2014/main" id="{EBDFE654-8574-AE23-7D8F-DA7BC1442409}"/>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75" name="四角形: 角を丸くする 174">
              <a:extLst>
                <a:ext uri="{FF2B5EF4-FFF2-40B4-BE49-F238E27FC236}">
                  <a16:creationId xmlns:a16="http://schemas.microsoft.com/office/drawing/2014/main" id="{87120D21-3A19-7FA3-B3FE-3A8F7D083EAF}"/>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76" name="四角形: 角を丸くする 175">
              <a:extLst>
                <a:ext uri="{FF2B5EF4-FFF2-40B4-BE49-F238E27FC236}">
                  <a16:creationId xmlns:a16="http://schemas.microsoft.com/office/drawing/2014/main" id="{CD0FE1EB-B694-9D91-DF14-F29B6775170E}"/>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latin typeface="原稿用標準書体" panose="03000503000000000000" pitchFamily="66" charset="-128"/>
                <a:ea typeface="原稿用標準書体" panose="03000503000000000000" pitchFamily="66" charset="-128"/>
              </a:endParaRPr>
            </a:p>
          </p:txBody>
        </p:sp>
      </p:grpSp>
      <p:cxnSp>
        <p:nvCxnSpPr>
          <p:cNvPr id="27" name="直線コネクタ 26">
            <a:extLst>
              <a:ext uri="{FF2B5EF4-FFF2-40B4-BE49-F238E27FC236}">
                <a16:creationId xmlns:a16="http://schemas.microsoft.com/office/drawing/2014/main" id="{FE2CA9CF-B02A-EC74-3A27-D6100EC1E732}"/>
              </a:ext>
            </a:extLst>
          </p:cNvPr>
          <p:cNvCxnSpPr>
            <a:cxnSpLocks/>
          </p:cNvCxnSpPr>
          <p:nvPr/>
        </p:nvCxnSpPr>
        <p:spPr>
          <a:xfrm>
            <a:off x="1151498" y="3583374"/>
            <a:ext cx="4799995" cy="0"/>
          </a:xfrm>
          <a:prstGeom prst="line">
            <a:avLst/>
          </a:prstGeom>
          <a:ln w="12700">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grpSp>
        <p:nvGrpSpPr>
          <p:cNvPr id="28" name="グループ化 27">
            <a:extLst>
              <a:ext uri="{FF2B5EF4-FFF2-40B4-BE49-F238E27FC236}">
                <a16:creationId xmlns:a16="http://schemas.microsoft.com/office/drawing/2014/main" id="{3E51D767-7E92-FFC0-50AF-CB241D8DA8E8}"/>
              </a:ext>
            </a:extLst>
          </p:cNvPr>
          <p:cNvGrpSpPr/>
          <p:nvPr/>
        </p:nvGrpSpPr>
        <p:grpSpPr>
          <a:xfrm>
            <a:off x="1176551" y="2871355"/>
            <a:ext cx="4745291" cy="569143"/>
            <a:chOff x="922576" y="2450171"/>
            <a:chExt cx="5301952" cy="1309138"/>
          </a:xfrm>
          <a:solidFill>
            <a:schemeClr val="tx1">
              <a:lumMod val="75000"/>
              <a:lumOff val="25000"/>
              <a:alpha val="85000"/>
            </a:schemeClr>
          </a:solidFill>
        </p:grpSpPr>
        <p:sp>
          <p:nvSpPr>
            <p:cNvPr id="169" name="四角形: 角を丸くする 168">
              <a:extLst>
                <a:ext uri="{FF2B5EF4-FFF2-40B4-BE49-F238E27FC236}">
                  <a16:creationId xmlns:a16="http://schemas.microsoft.com/office/drawing/2014/main" id="{F8998968-7987-2C9C-4E3A-0546E6B701E5}"/>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70" name="四角形: 角を丸くする 169">
              <a:extLst>
                <a:ext uri="{FF2B5EF4-FFF2-40B4-BE49-F238E27FC236}">
                  <a16:creationId xmlns:a16="http://schemas.microsoft.com/office/drawing/2014/main" id="{01F9A702-99A1-291A-B1A8-FAF7BEFB3BA9}"/>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71" name="四角形: 角を丸くする 170">
              <a:extLst>
                <a:ext uri="{FF2B5EF4-FFF2-40B4-BE49-F238E27FC236}">
                  <a16:creationId xmlns:a16="http://schemas.microsoft.com/office/drawing/2014/main" id="{1F6068D6-300A-9688-D29A-042BDC183A38}"/>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72" name="四角形: 角を丸くする 171">
              <a:extLst>
                <a:ext uri="{FF2B5EF4-FFF2-40B4-BE49-F238E27FC236}">
                  <a16:creationId xmlns:a16="http://schemas.microsoft.com/office/drawing/2014/main" id="{35F5EDB7-9A25-79A4-E461-6FF805A820CB}"/>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grpSp>
      <p:grpSp>
        <p:nvGrpSpPr>
          <p:cNvPr id="29" name="グループ化 28">
            <a:extLst>
              <a:ext uri="{FF2B5EF4-FFF2-40B4-BE49-F238E27FC236}">
                <a16:creationId xmlns:a16="http://schemas.microsoft.com/office/drawing/2014/main" id="{494897ED-2E9E-A34E-21C7-F02D71736691}"/>
              </a:ext>
            </a:extLst>
          </p:cNvPr>
          <p:cNvGrpSpPr/>
          <p:nvPr/>
        </p:nvGrpSpPr>
        <p:grpSpPr>
          <a:xfrm>
            <a:off x="1176551" y="5566940"/>
            <a:ext cx="4745291" cy="569143"/>
            <a:chOff x="922576" y="2450171"/>
            <a:chExt cx="5301952" cy="1309138"/>
          </a:xfrm>
          <a:solidFill>
            <a:schemeClr val="bg1">
              <a:lumMod val="85000"/>
              <a:alpha val="85000"/>
            </a:schemeClr>
          </a:solidFill>
        </p:grpSpPr>
        <p:sp>
          <p:nvSpPr>
            <p:cNvPr id="165" name="四角形: 角を丸くする 164">
              <a:extLst>
                <a:ext uri="{FF2B5EF4-FFF2-40B4-BE49-F238E27FC236}">
                  <a16:creationId xmlns:a16="http://schemas.microsoft.com/office/drawing/2014/main" id="{E982C6BE-E37A-3E55-5ABC-5B5A61A2543B}"/>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66" name="四角形: 角を丸くする 165">
              <a:extLst>
                <a:ext uri="{FF2B5EF4-FFF2-40B4-BE49-F238E27FC236}">
                  <a16:creationId xmlns:a16="http://schemas.microsoft.com/office/drawing/2014/main" id="{63051A07-68A6-F9CD-C64C-2934D2FC56FC}"/>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67" name="四角形: 角を丸くする 166">
              <a:extLst>
                <a:ext uri="{FF2B5EF4-FFF2-40B4-BE49-F238E27FC236}">
                  <a16:creationId xmlns:a16="http://schemas.microsoft.com/office/drawing/2014/main" id="{27F004F0-C128-A332-FAE9-A601854CEF97}"/>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68" name="四角形: 角を丸くする 167">
              <a:extLst>
                <a:ext uri="{FF2B5EF4-FFF2-40B4-BE49-F238E27FC236}">
                  <a16:creationId xmlns:a16="http://schemas.microsoft.com/office/drawing/2014/main" id="{2D43F0A1-5EEA-A67A-A2F5-11F1F7CAF498}"/>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grpSp>
      <p:grpSp>
        <p:nvGrpSpPr>
          <p:cNvPr id="2" name="グループ化 1">
            <a:extLst>
              <a:ext uri="{FF2B5EF4-FFF2-40B4-BE49-F238E27FC236}">
                <a16:creationId xmlns:a16="http://schemas.microsoft.com/office/drawing/2014/main" id="{5E459AE4-2C6B-F376-8CBB-6286E6806679}"/>
              </a:ext>
            </a:extLst>
          </p:cNvPr>
          <p:cNvGrpSpPr/>
          <p:nvPr/>
        </p:nvGrpSpPr>
        <p:grpSpPr>
          <a:xfrm>
            <a:off x="6292077" y="1068435"/>
            <a:ext cx="893760" cy="1305019"/>
            <a:chOff x="6497359" y="1068435"/>
            <a:chExt cx="1273542" cy="1305019"/>
          </a:xfrm>
        </p:grpSpPr>
        <p:sp>
          <p:nvSpPr>
            <p:cNvPr id="5" name="四角形: 角を丸くする 4">
              <a:extLst>
                <a:ext uri="{FF2B5EF4-FFF2-40B4-BE49-F238E27FC236}">
                  <a16:creationId xmlns:a16="http://schemas.microsoft.com/office/drawing/2014/main" id="{EDA3BA90-73A3-65CA-11F8-7A20B9CAC132}"/>
                </a:ext>
              </a:extLst>
            </p:cNvPr>
            <p:cNvSpPr/>
            <p:nvPr/>
          </p:nvSpPr>
          <p:spPr>
            <a:xfrm>
              <a:off x="6497359" y="1068435"/>
              <a:ext cx="1273542" cy="1305019"/>
            </a:xfrm>
            <a:prstGeom prst="roundRect">
              <a:avLst>
                <a:gd name="adj" fmla="val 4721"/>
              </a:avLst>
            </a:prstGeom>
            <a:solidFill>
              <a:schemeClr val="bg1">
                <a:lumMod val="7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30" name="テキスト ボックス 29">
              <a:extLst>
                <a:ext uri="{FF2B5EF4-FFF2-40B4-BE49-F238E27FC236}">
                  <a16:creationId xmlns:a16="http://schemas.microsoft.com/office/drawing/2014/main" id="{D4BA3A7B-F2CD-F1C3-C483-E80CC039A7F8}"/>
                </a:ext>
              </a:extLst>
            </p:cNvPr>
            <p:cNvSpPr txBox="1"/>
            <p:nvPr/>
          </p:nvSpPr>
          <p:spPr>
            <a:xfrm>
              <a:off x="6692593" y="1130817"/>
              <a:ext cx="877796" cy="371375"/>
            </a:xfrm>
            <a:prstGeom prst="rect">
              <a:avLst/>
            </a:prstGeom>
            <a:noFill/>
          </p:spPr>
          <p:txBody>
            <a:bodyPr wrap="none" rtlCol="0">
              <a:spAutoFit/>
            </a:bodyP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ゲート</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35" name="グループ化 34">
            <a:extLst>
              <a:ext uri="{FF2B5EF4-FFF2-40B4-BE49-F238E27FC236}">
                <a16:creationId xmlns:a16="http://schemas.microsoft.com/office/drawing/2014/main" id="{93E6E61E-A980-0DCD-C2AD-478A4AD9FC5B}"/>
              </a:ext>
            </a:extLst>
          </p:cNvPr>
          <p:cNvGrpSpPr/>
          <p:nvPr/>
        </p:nvGrpSpPr>
        <p:grpSpPr>
          <a:xfrm>
            <a:off x="1409404" y="2982844"/>
            <a:ext cx="4293744" cy="371375"/>
            <a:chOff x="1152258" y="2766548"/>
            <a:chExt cx="4797436" cy="414940"/>
          </a:xfrm>
        </p:grpSpPr>
        <p:sp>
          <p:nvSpPr>
            <p:cNvPr id="161" name="テキスト ボックス 160">
              <a:extLst>
                <a:ext uri="{FF2B5EF4-FFF2-40B4-BE49-F238E27FC236}">
                  <a16:creationId xmlns:a16="http://schemas.microsoft.com/office/drawing/2014/main" id="{6B575E94-7AE6-319B-0BE4-06987484E985}"/>
                </a:ext>
              </a:extLst>
            </p:cNvPr>
            <p:cNvSpPr txBox="1"/>
            <p:nvPr/>
          </p:nvSpPr>
          <p:spPr>
            <a:xfrm>
              <a:off x="1152258" y="2766548"/>
              <a:ext cx="729290" cy="414940"/>
            </a:xfrm>
            <a:prstGeom prst="rect">
              <a:avLst/>
            </a:prstGeom>
            <a:noFill/>
          </p:spPr>
          <p:txBody>
            <a:bodyPr wrap="none" rtlCol="0">
              <a:spAutoFit/>
            </a:bodyP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62" name="テキスト ボックス 161">
              <a:extLst>
                <a:ext uri="{FF2B5EF4-FFF2-40B4-BE49-F238E27FC236}">
                  <a16:creationId xmlns:a16="http://schemas.microsoft.com/office/drawing/2014/main" id="{C4B38AA9-4D4F-ACC0-0CF2-93CB1F4D314D}"/>
                </a:ext>
              </a:extLst>
            </p:cNvPr>
            <p:cNvSpPr txBox="1"/>
            <p:nvPr/>
          </p:nvSpPr>
          <p:spPr>
            <a:xfrm>
              <a:off x="2508307" y="2766548"/>
              <a:ext cx="729290" cy="414940"/>
            </a:xfrm>
            <a:prstGeom prst="rect">
              <a:avLst/>
            </a:prstGeom>
            <a:noFill/>
          </p:spPr>
          <p:txBody>
            <a:bodyPr wrap="none" rtlCol="0">
              <a:spAutoFit/>
            </a:bodyP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63" name="テキスト ボックス 162">
              <a:extLst>
                <a:ext uri="{FF2B5EF4-FFF2-40B4-BE49-F238E27FC236}">
                  <a16:creationId xmlns:a16="http://schemas.microsoft.com/office/drawing/2014/main" id="{7F25CCB6-7F33-0F02-1DE1-D40FC397A619}"/>
                </a:ext>
              </a:extLst>
            </p:cNvPr>
            <p:cNvSpPr txBox="1"/>
            <p:nvPr/>
          </p:nvSpPr>
          <p:spPr>
            <a:xfrm>
              <a:off x="3864356" y="2766548"/>
              <a:ext cx="729290" cy="414940"/>
            </a:xfrm>
            <a:prstGeom prst="rect">
              <a:avLst/>
            </a:prstGeom>
            <a:noFill/>
          </p:spPr>
          <p:txBody>
            <a:bodyPr wrap="none" rtlCol="0">
              <a:spAutoFit/>
            </a:bodyP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64" name="テキスト ボックス 163">
              <a:extLst>
                <a:ext uri="{FF2B5EF4-FFF2-40B4-BE49-F238E27FC236}">
                  <a16:creationId xmlns:a16="http://schemas.microsoft.com/office/drawing/2014/main" id="{A960F07B-6549-6000-929A-CB9DF5BF3410}"/>
                </a:ext>
              </a:extLst>
            </p:cNvPr>
            <p:cNvSpPr txBox="1"/>
            <p:nvPr/>
          </p:nvSpPr>
          <p:spPr>
            <a:xfrm>
              <a:off x="5220404" y="2766548"/>
              <a:ext cx="729290" cy="414940"/>
            </a:xfrm>
            <a:prstGeom prst="rect">
              <a:avLst/>
            </a:prstGeom>
            <a:noFill/>
          </p:spPr>
          <p:txBody>
            <a:bodyPr wrap="none" rtlCol="0">
              <a:spAutoFit/>
            </a:bodyP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sp>
        <p:nvSpPr>
          <p:cNvPr id="36" name="テキスト ボックス 35">
            <a:extLst>
              <a:ext uri="{FF2B5EF4-FFF2-40B4-BE49-F238E27FC236}">
                <a16:creationId xmlns:a16="http://schemas.microsoft.com/office/drawing/2014/main" id="{50359B6C-5EB2-1D0E-A062-793A64BC8AA5}"/>
              </a:ext>
            </a:extLst>
          </p:cNvPr>
          <p:cNvSpPr txBox="1"/>
          <p:nvPr/>
        </p:nvSpPr>
        <p:spPr>
          <a:xfrm>
            <a:off x="1409404" y="5672705"/>
            <a:ext cx="652720" cy="371375"/>
          </a:xfrm>
          <a:prstGeom prst="rect">
            <a:avLst/>
          </a:prstGeom>
          <a:noFill/>
        </p:spPr>
        <p:txBody>
          <a:bodyPr wrap="none" rtlCol="0">
            <a:spAutoFit/>
          </a:bodyPr>
          <a:lstStyle/>
          <a:p>
            <a:pPr algn="ct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37" name="テキスト ボックス 36">
            <a:extLst>
              <a:ext uri="{FF2B5EF4-FFF2-40B4-BE49-F238E27FC236}">
                <a16:creationId xmlns:a16="http://schemas.microsoft.com/office/drawing/2014/main" id="{36691CBF-E072-68D4-C7AD-57AFFDC6A63E}"/>
              </a:ext>
            </a:extLst>
          </p:cNvPr>
          <p:cNvSpPr txBox="1"/>
          <p:nvPr/>
        </p:nvSpPr>
        <p:spPr>
          <a:xfrm>
            <a:off x="2623078" y="5672705"/>
            <a:ext cx="652720" cy="371375"/>
          </a:xfrm>
          <a:prstGeom prst="rect">
            <a:avLst/>
          </a:prstGeom>
          <a:noFill/>
        </p:spPr>
        <p:txBody>
          <a:bodyPr wrap="none" rtlCol="0">
            <a:spAutoFit/>
          </a:bodyPr>
          <a:lstStyle/>
          <a:p>
            <a:pPr algn="ct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38" name="テキスト ボックス 37">
            <a:extLst>
              <a:ext uri="{FF2B5EF4-FFF2-40B4-BE49-F238E27FC236}">
                <a16:creationId xmlns:a16="http://schemas.microsoft.com/office/drawing/2014/main" id="{F01AFF49-078A-8CA0-4967-D2CE3761A220}"/>
              </a:ext>
            </a:extLst>
          </p:cNvPr>
          <p:cNvSpPr txBox="1"/>
          <p:nvPr/>
        </p:nvSpPr>
        <p:spPr>
          <a:xfrm>
            <a:off x="3836753" y="5672705"/>
            <a:ext cx="652720" cy="371375"/>
          </a:xfrm>
          <a:prstGeom prst="rect">
            <a:avLst/>
          </a:prstGeom>
          <a:noFill/>
        </p:spPr>
        <p:txBody>
          <a:bodyPr wrap="none" rtlCol="0">
            <a:spAutoFit/>
          </a:bodyPr>
          <a:lstStyle/>
          <a:p>
            <a:pPr algn="ct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39" name="グループ化 38">
            <a:extLst>
              <a:ext uri="{FF2B5EF4-FFF2-40B4-BE49-F238E27FC236}">
                <a16:creationId xmlns:a16="http://schemas.microsoft.com/office/drawing/2014/main" id="{F50945FD-B9E7-ADD7-0A44-D36F5C70DA3F}"/>
              </a:ext>
            </a:extLst>
          </p:cNvPr>
          <p:cNvGrpSpPr/>
          <p:nvPr/>
        </p:nvGrpSpPr>
        <p:grpSpPr>
          <a:xfrm>
            <a:off x="1292085" y="2047871"/>
            <a:ext cx="4518820" cy="371375"/>
            <a:chOff x="1026519" y="2766548"/>
            <a:chExt cx="5048914" cy="414940"/>
          </a:xfrm>
        </p:grpSpPr>
        <p:sp>
          <p:nvSpPr>
            <p:cNvPr id="157" name="テキスト ボックス 156">
              <a:extLst>
                <a:ext uri="{FF2B5EF4-FFF2-40B4-BE49-F238E27FC236}">
                  <a16:creationId xmlns:a16="http://schemas.microsoft.com/office/drawing/2014/main" id="{47A974FD-56CB-3F52-143D-2297C60D7362}"/>
                </a:ext>
              </a:extLst>
            </p:cNvPr>
            <p:cNvSpPr txBox="1"/>
            <p:nvPr/>
          </p:nvSpPr>
          <p:spPr>
            <a:xfrm>
              <a:off x="1026519" y="2766548"/>
              <a:ext cx="980768" cy="414940"/>
            </a:xfrm>
            <a:prstGeom prst="rect">
              <a:avLst/>
            </a:prstGeom>
            <a:noFill/>
          </p:spPr>
          <p:txBody>
            <a:bodyPr wrap="none" rtlCol="0">
              <a:spAutoFit/>
            </a:bodyP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キャラ</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58" name="テキスト ボックス 157">
              <a:extLst>
                <a:ext uri="{FF2B5EF4-FFF2-40B4-BE49-F238E27FC236}">
                  <a16:creationId xmlns:a16="http://schemas.microsoft.com/office/drawing/2014/main" id="{2B0E3B0B-1BDD-6124-D613-7D4F9F848071}"/>
                </a:ext>
              </a:extLst>
            </p:cNvPr>
            <p:cNvSpPr txBox="1"/>
            <p:nvPr/>
          </p:nvSpPr>
          <p:spPr>
            <a:xfrm>
              <a:off x="2382568" y="2766548"/>
              <a:ext cx="980768" cy="414940"/>
            </a:xfrm>
            <a:prstGeom prst="rect">
              <a:avLst/>
            </a:prstGeom>
            <a:noFill/>
          </p:spPr>
          <p:txBody>
            <a:bodyPr wrap="none" rtlCol="0">
              <a:spAutoFit/>
            </a:bodyP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sp>
          <p:nvSpPr>
            <p:cNvPr id="159" name="テキスト ボックス 158">
              <a:extLst>
                <a:ext uri="{FF2B5EF4-FFF2-40B4-BE49-F238E27FC236}">
                  <a16:creationId xmlns:a16="http://schemas.microsoft.com/office/drawing/2014/main" id="{8475A903-26D7-B875-589B-212B8BD107EC}"/>
                </a:ext>
              </a:extLst>
            </p:cNvPr>
            <p:cNvSpPr txBox="1"/>
            <p:nvPr/>
          </p:nvSpPr>
          <p:spPr>
            <a:xfrm>
              <a:off x="3738618" y="2766548"/>
              <a:ext cx="980768" cy="414940"/>
            </a:xfrm>
            <a:prstGeom prst="rect">
              <a:avLst/>
            </a:prstGeom>
            <a:noFill/>
          </p:spPr>
          <p:txBody>
            <a:bodyPr wrap="none" rtlCol="0">
              <a:spAutoFit/>
            </a:bodyP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sp>
          <p:nvSpPr>
            <p:cNvPr id="160" name="テキスト ボックス 159">
              <a:extLst>
                <a:ext uri="{FF2B5EF4-FFF2-40B4-BE49-F238E27FC236}">
                  <a16:creationId xmlns:a16="http://schemas.microsoft.com/office/drawing/2014/main" id="{AA1DF8C8-7AE0-6980-D0F7-539736CB82D7}"/>
                </a:ext>
              </a:extLst>
            </p:cNvPr>
            <p:cNvSpPr txBox="1"/>
            <p:nvPr/>
          </p:nvSpPr>
          <p:spPr>
            <a:xfrm>
              <a:off x="5094665" y="2766548"/>
              <a:ext cx="980768" cy="414940"/>
            </a:xfrm>
            <a:prstGeom prst="rect">
              <a:avLst/>
            </a:prstGeom>
            <a:noFill/>
          </p:spPr>
          <p:txBody>
            <a:bodyPr wrap="none" rtlCol="0">
              <a:spAutoFit/>
            </a:bodyP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nvGrpSpPr>
          <p:cNvPr id="40" name="グループ化 39">
            <a:extLst>
              <a:ext uri="{FF2B5EF4-FFF2-40B4-BE49-F238E27FC236}">
                <a16:creationId xmlns:a16="http://schemas.microsoft.com/office/drawing/2014/main" id="{A2C6C3AB-74CE-F78B-F76F-6839BD097645}"/>
              </a:ext>
            </a:extLst>
          </p:cNvPr>
          <p:cNvGrpSpPr/>
          <p:nvPr/>
        </p:nvGrpSpPr>
        <p:grpSpPr>
          <a:xfrm>
            <a:off x="1261825" y="4778493"/>
            <a:ext cx="4172287" cy="371375"/>
            <a:chOff x="1026519" y="2766548"/>
            <a:chExt cx="4661731" cy="414940"/>
          </a:xfrm>
        </p:grpSpPr>
        <p:sp>
          <p:nvSpPr>
            <p:cNvPr id="153" name="テキスト ボックス 152">
              <a:extLst>
                <a:ext uri="{FF2B5EF4-FFF2-40B4-BE49-F238E27FC236}">
                  <a16:creationId xmlns:a16="http://schemas.microsoft.com/office/drawing/2014/main" id="{E48EDE66-59DE-C779-37CC-612BB5C2BBF9}"/>
                </a:ext>
              </a:extLst>
            </p:cNvPr>
            <p:cNvSpPr txBox="1"/>
            <p:nvPr/>
          </p:nvSpPr>
          <p:spPr>
            <a:xfrm>
              <a:off x="1026519" y="2766548"/>
              <a:ext cx="980768" cy="414940"/>
            </a:xfrm>
            <a:prstGeom prst="rect">
              <a:avLst/>
            </a:prstGeom>
            <a:noFill/>
          </p:spPr>
          <p:txBody>
            <a:bodyPr wrap="none" rtlCol="0">
              <a:spAutoFit/>
            </a:bodyPr>
            <a:lstStyle/>
            <a:p>
              <a:pPr algn="ct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endParaRPr kumimoji="1"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154" name="テキスト ボックス 153">
              <a:extLst>
                <a:ext uri="{FF2B5EF4-FFF2-40B4-BE49-F238E27FC236}">
                  <a16:creationId xmlns:a16="http://schemas.microsoft.com/office/drawing/2014/main" id="{A9B4CC8B-3FCA-AB11-AEE4-DE3976571FF5}"/>
                </a:ext>
              </a:extLst>
            </p:cNvPr>
            <p:cNvSpPr txBox="1"/>
            <p:nvPr/>
          </p:nvSpPr>
          <p:spPr>
            <a:xfrm>
              <a:off x="2382568" y="2766548"/>
              <a:ext cx="980768" cy="414940"/>
            </a:xfrm>
            <a:prstGeom prst="rect">
              <a:avLst/>
            </a:prstGeom>
            <a:noFill/>
          </p:spPr>
          <p:txBody>
            <a:bodyPr wrap="none" rtlCol="0">
              <a:spAutoFit/>
            </a:bodyPr>
            <a:lstStyle/>
            <a:p>
              <a:pPr algn="ct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sp>
          <p:nvSpPr>
            <p:cNvPr id="155" name="テキスト ボックス 154">
              <a:extLst>
                <a:ext uri="{FF2B5EF4-FFF2-40B4-BE49-F238E27FC236}">
                  <a16:creationId xmlns:a16="http://schemas.microsoft.com/office/drawing/2014/main" id="{05A7255D-07C7-FF28-E95A-942DEE3A80FB}"/>
                </a:ext>
              </a:extLst>
            </p:cNvPr>
            <p:cNvSpPr txBox="1"/>
            <p:nvPr/>
          </p:nvSpPr>
          <p:spPr>
            <a:xfrm>
              <a:off x="3738618" y="2766548"/>
              <a:ext cx="980768" cy="414940"/>
            </a:xfrm>
            <a:prstGeom prst="rect">
              <a:avLst/>
            </a:prstGeom>
            <a:noFill/>
          </p:spPr>
          <p:txBody>
            <a:bodyPr wrap="none" rtlCol="0">
              <a:spAutoFit/>
            </a:bodyPr>
            <a:lstStyle/>
            <a:p>
              <a:pPr algn="ct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sp>
          <p:nvSpPr>
            <p:cNvPr id="156" name="テキスト ボックス 155">
              <a:extLst>
                <a:ext uri="{FF2B5EF4-FFF2-40B4-BE49-F238E27FC236}">
                  <a16:creationId xmlns:a16="http://schemas.microsoft.com/office/drawing/2014/main" id="{C4629C2F-8AAA-3DC8-4014-24DD437D34DC}"/>
                </a:ext>
              </a:extLst>
            </p:cNvPr>
            <p:cNvSpPr txBox="1"/>
            <p:nvPr/>
          </p:nvSpPr>
          <p:spPr>
            <a:xfrm>
              <a:off x="5481849" y="2766548"/>
              <a:ext cx="206401" cy="412657"/>
            </a:xfrm>
            <a:prstGeom prst="rect">
              <a:avLst/>
            </a:prstGeom>
            <a:noFill/>
          </p:spPr>
          <p:txBody>
            <a:bodyPr wrap="none" rtlCol="0">
              <a:spAutoFit/>
            </a:bodyPr>
            <a:lstStyle/>
            <a:p>
              <a:pPr algn="ctr"/>
              <a:endPar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55" name="四角形: 角を丸くする 54">
            <a:extLst>
              <a:ext uri="{FF2B5EF4-FFF2-40B4-BE49-F238E27FC236}">
                <a16:creationId xmlns:a16="http://schemas.microsoft.com/office/drawing/2014/main" id="{D8AACA5C-000D-2310-4617-8BDA11E3CAA3}"/>
              </a:ext>
            </a:extLst>
          </p:cNvPr>
          <p:cNvSpPr/>
          <p:nvPr/>
        </p:nvSpPr>
        <p:spPr>
          <a:xfrm>
            <a:off x="1178849" y="1691635"/>
            <a:ext cx="1104265" cy="1100880"/>
          </a:xfrm>
          <a:prstGeom prst="roundRect">
            <a:avLst>
              <a:gd name="adj" fmla="val 6896"/>
            </a:avLst>
          </a:prstGeom>
          <a:solidFill>
            <a:srgbClr val="FF00FF">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grpSp>
        <p:nvGrpSpPr>
          <p:cNvPr id="56" name="グループ化 55">
            <a:extLst>
              <a:ext uri="{FF2B5EF4-FFF2-40B4-BE49-F238E27FC236}">
                <a16:creationId xmlns:a16="http://schemas.microsoft.com/office/drawing/2014/main" id="{126974EF-5DD3-1C3E-FBB5-5ACA09065CAF}"/>
              </a:ext>
            </a:extLst>
          </p:cNvPr>
          <p:cNvGrpSpPr/>
          <p:nvPr/>
        </p:nvGrpSpPr>
        <p:grpSpPr>
          <a:xfrm>
            <a:off x="1372882" y="1967913"/>
            <a:ext cx="723276" cy="548325"/>
            <a:chOff x="981599" y="1624031"/>
            <a:chExt cx="808122" cy="612648"/>
          </a:xfrm>
        </p:grpSpPr>
        <p:sp>
          <p:nvSpPr>
            <p:cNvPr id="138" name="フローチャート: 他ページ結合子 137">
              <a:extLst>
                <a:ext uri="{FF2B5EF4-FFF2-40B4-BE49-F238E27FC236}">
                  <a16:creationId xmlns:a16="http://schemas.microsoft.com/office/drawing/2014/main" id="{B12019E2-DD89-201B-263A-208C5C06DE8E}"/>
                </a:ext>
              </a:extLst>
            </p:cNvPr>
            <p:cNvSpPr/>
            <p:nvPr/>
          </p:nvSpPr>
          <p:spPr>
            <a:xfrm>
              <a:off x="1002683" y="1624031"/>
              <a:ext cx="758051" cy="612648"/>
            </a:xfrm>
            <a:prstGeom prst="flowChartOffpageConnector">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sp>
          <p:nvSpPr>
            <p:cNvPr id="139" name="テキスト ボックス 138">
              <a:extLst>
                <a:ext uri="{FF2B5EF4-FFF2-40B4-BE49-F238E27FC236}">
                  <a16:creationId xmlns:a16="http://schemas.microsoft.com/office/drawing/2014/main" id="{FD711FA3-1420-7015-8367-632718F106FE}"/>
                </a:ext>
              </a:extLst>
            </p:cNvPr>
            <p:cNvSpPr txBox="1"/>
            <p:nvPr/>
          </p:nvSpPr>
          <p:spPr>
            <a:xfrm>
              <a:off x="981599" y="1707422"/>
              <a:ext cx="808122" cy="343882"/>
            </a:xfrm>
            <a:prstGeom prst="rect">
              <a:avLst/>
            </a:prstGeom>
            <a:noFill/>
          </p:spPr>
          <p:txBody>
            <a:bodyPr wrap="none" rtlCol="0">
              <a:spAutoFit/>
            </a:bodyPr>
            <a:lstStyle/>
            <a:p>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後衛</a:t>
              </a:r>
              <a:r>
                <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へ</a:t>
              </a:r>
              <a:endParaRPr kumimoji="1" lang="ja-JP" altLang="en-US" sz="14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87" name="グループ化 186">
            <a:extLst>
              <a:ext uri="{FF2B5EF4-FFF2-40B4-BE49-F238E27FC236}">
                <a16:creationId xmlns:a16="http://schemas.microsoft.com/office/drawing/2014/main" id="{BA143DD1-79EA-ED6A-0F1F-C105C911B87A}"/>
              </a:ext>
            </a:extLst>
          </p:cNvPr>
          <p:cNvGrpSpPr/>
          <p:nvPr/>
        </p:nvGrpSpPr>
        <p:grpSpPr>
          <a:xfrm>
            <a:off x="10306252" y="-26216"/>
            <a:ext cx="1904042" cy="1345494"/>
            <a:chOff x="163586" y="134635"/>
            <a:chExt cx="1975684" cy="1396119"/>
          </a:xfrm>
        </p:grpSpPr>
        <p:grpSp>
          <p:nvGrpSpPr>
            <p:cNvPr id="188" name="グループ化 187">
              <a:extLst>
                <a:ext uri="{FF2B5EF4-FFF2-40B4-BE49-F238E27FC236}">
                  <a16:creationId xmlns:a16="http://schemas.microsoft.com/office/drawing/2014/main" id="{BCF4E1ED-A09D-6FF0-3DA8-CE09A83DCB90}"/>
                </a:ext>
              </a:extLst>
            </p:cNvPr>
            <p:cNvGrpSpPr/>
            <p:nvPr/>
          </p:nvGrpSpPr>
          <p:grpSpPr>
            <a:xfrm>
              <a:off x="163586" y="134635"/>
              <a:ext cx="1975684" cy="1396119"/>
              <a:chOff x="163586" y="134635"/>
              <a:chExt cx="1975684" cy="1396119"/>
            </a:xfrm>
          </p:grpSpPr>
          <p:pic>
            <p:nvPicPr>
              <p:cNvPr id="190" name="図 189">
                <a:extLst>
                  <a:ext uri="{FF2B5EF4-FFF2-40B4-BE49-F238E27FC236}">
                    <a16:creationId xmlns:a16="http://schemas.microsoft.com/office/drawing/2014/main" id="{C1913254-5803-E8D4-CB6A-E6CF48BD7DA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191" name="楕円 190">
                <a:extLst>
                  <a:ext uri="{FF2B5EF4-FFF2-40B4-BE49-F238E27FC236}">
                    <a16:creationId xmlns:a16="http://schemas.microsoft.com/office/drawing/2014/main" id="{0F5E65C4-A4C8-6F3C-C1CB-4345E5048896}"/>
                  </a:ext>
                </a:extLst>
              </p:cNvPr>
              <p:cNvSpPr/>
              <p:nvPr/>
            </p:nvSpPr>
            <p:spPr>
              <a:xfrm>
                <a:off x="836705" y="560292"/>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189" name="図 188">
              <a:extLst>
                <a:ext uri="{FF2B5EF4-FFF2-40B4-BE49-F238E27FC236}">
                  <a16:creationId xmlns:a16="http://schemas.microsoft.com/office/drawing/2014/main" id="{D3A74A41-0A88-D89E-A473-3DEAE1ECE236}"/>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
        <p:nvSpPr>
          <p:cNvPr id="32" name="テキスト ボックス 31">
            <a:extLst>
              <a:ext uri="{FF2B5EF4-FFF2-40B4-BE49-F238E27FC236}">
                <a16:creationId xmlns:a16="http://schemas.microsoft.com/office/drawing/2014/main" id="{FFC8EC2D-CE5D-5C7E-6D61-0B3DDA035C0E}"/>
              </a:ext>
            </a:extLst>
          </p:cNvPr>
          <p:cNvSpPr txBox="1"/>
          <p:nvPr/>
        </p:nvSpPr>
        <p:spPr>
          <a:xfrm>
            <a:off x="8113668" y="1130817"/>
            <a:ext cx="877796" cy="371375"/>
          </a:xfrm>
          <a:prstGeom prst="rect">
            <a:avLst/>
          </a:prstGeom>
          <a:noFill/>
        </p:spPr>
        <p:txBody>
          <a:bodyPr wrap="none" rtlCol="0">
            <a:spAutoFit/>
          </a:bodyPr>
          <a:lstStyle/>
          <a:p>
            <a:pPr algn="ct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endParaRPr kumimoji="1"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12" name="グループ化 11">
            <a:extLst>
              <a:ext uri="{FF2B5EF4-FFF2-40B4-BE49-F238E27FC236}">
                <a16:creationId xmlns:a16="http://schemas.microsoft.com/office/drawing/2014/main" id="{E280D15E-5533-D3E7-CDA3-B4BB7A6C1BFF}"/>
              </a:ext>
            </a:extLst>
          </p:cNvPr>
          <p:cNvGrpSpPr/>
          <p:nvPr/>
        </p:nvGrpSpPr>
        <p:grpSpPr>
          <a:xfrm>
            <a:off x="7255483" y="1071540"/>
            <a:ext cx="893760" cy="601610"/>
            <a:chOff x="6497359" y="1068436"/>
            <a:chExt cx="1273542" cy="601610"/>
          </a:xfrm>
        </p:grpSpPr>
        <p:sp>
          <p:nvSpPr>
            <p:cNvPr id="13" name="四角形: 角を丸くする 12">
              <a:extLst>
                <a:ext uri="{FF2B5EF4-FFF2-40B4-BE49-F238E27FC236}">
                  <a16:creationId xmlns:a16="http://schemas.microsoft.com/office/drawing/2014/main" id="{DD7B22D3-B694-7038-D6EC-5205614647D5}"/>
                </a:ext>
              </a:extLst>
            </p:cNvPr>
            <p:cNvSpPr/>
            <p:nvPr/>
          </p:nvSpPr>
          <p:spPr>
            <a:xfrm>
              <a:off x="6497359" y="1068436"/>
              <a:ext cx="1273542" cy="601610"/>
            </a:xfrm>
            <a:prstGeom prst="roundRect">
              <a:avLst>
                <a:gd name="adj" fmla="val 4721"/>
              </a:avLst>
            </a:prstGeom>
            <a:solidFill>
              <a:srgbClr val="9B95A0"/>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4" name="テキスト ボックス 13">
              <a:extLst>
                <a:ext uri="{FF2B5EF4-FFF2-40B4-BE49-F238E27FC236}">
                  <a16:creationId xmlns:a16="http://schemas.microsoft.com/office/drawing/2014/main" id="{09E5C966-92B8-5871-8A51-61258197F62F}"/>
                </a:ext>
              </a:extLst>
            </p:cNvPr>
            <p:cNvSpPr txBox="1"/>
            <p:nvPr/>
          </p:nvSpPr>
          <p:spPr>
            <a:xfrm>
              <a:off x="6506545" y="1130817"/>
              <a:ext cx="1249893" cy="369332"/>
            </a:xfrm>
            <a:prstGeom prst="rect">
              <a:avLst/>
            </a:prstGeom>
            <a:noFill/>
          </p:spPr>
          <p:txBody>
            <a:bodyPr wrap="none" rtlCol="0">
              <a:spAutoFit/>
            </a:bodyPr>
            <a:lstStyle/>
            <a:p>
              <a:pPr algn="ctr"/>
              <a:r>
                <a:rPr kumimoji="1" lang="ja-JP" altLang="en-US">
                  <a:solidFill>
                    <a:schemeClr val="bg1">
                      <a:lumMod val="95000"/>
                    </a:schemeClr>
                  </a:solidFill>
                  <a:latin typeface="原稿用標準書体" panose="03000503000000000000" pitchFamily="66" charset="-128"/>
                  <a:ea typeface="原稿用標準書体" panose="03000503000000000000" pitchFamily="66" charset="-128"/>
                </a:rPr>
                <a:t>キャラ</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15" name="グループ化 14">
            <a:extLst>
              <a:ext uri="{FF2B5EF4-FFF2-40B4-BE49-F238E27FC236}">
                <a16:creationId xmlns:a16="http://schemas.microsoft.com/office/drawing/2014/main" id="{EE54855D-65C6-9E23-CFCD-6FD8CA249747}"/>
              </a:ext>
            </a:extLst>
          </p:cNvPr>
          <p:cNvGrpSpPr/>
          <p:nvPr/>
        </p:nvGrpSpPr>
        <p:grpSpPr>
          <a:xfrm>
            <a:off x="8218889" y="1068435"/>
            <a:ext cx="893760" cy="1305019"/>
            <a:chOff x="6497359" y="1068435"/>
            <a:chExt cx="1273542" cy="1305019"/>
          </a:xfrm>
        </p:grpSpPr>
        <p:sp>
          <p:nvSpPr>
            <p:cNvPr id="16" name="四角形: 角を丸くする 15">
              <a:extLst>
                <a:ext uri="{FF2B5EF4-FFF2-40B4-BE49-F238E27FC236}">
                  <a16:creationId xmlns:a16="http://schemas.microsoft.com/office/drawing/2014/main" id="{9D144D9A-D77F-186A-6B81-3290110401F1}"/>
                </a:ext>
              </a:extLst>
            </p:cNvPr>
            <p:cNvSpPr/>
            <p:nvPr/>
          </p:nvSpPr>
          <p:spPr>
            <a:xfrm>
              <a:off x="6497359" y="1068435"/>
              <a:ext cx="1273542" cy="1305019"/>
            </a:xfrm>
            <a:prstGeom prst="roundRect">
              <a:avLst>
                <a:gd name="adj" fmla="val 4721"/>
              </a:avLst>
            </a:prstGeom>
            <a:solidFill>
              <a:schemeClr val="bg1">
                <a:lumMod val="7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7" name="テキスト ボックス 16">
              <a:extLst>
                <a:ext uri="{FF2B5EF4-FFF2-40B4-BE49-F238E27FC236}">
                  <a16:creationId xmlns:a16="http://schemas.microsoft.com/office/drawing/2014/main" id="{4452060C-1470-CA8B-FF32-39C3C868D2B9}"/>
                </a:ext>
              </a:extLst>
            </p:cNvPr>
            <p:cNvSpPr txBox="1"/>
            <p:nvPr/>
          </p:nvSpPr>
          <p:spPr>
            <a:xfrm>
              <a:off x="6671003" y="1130817"/>
              <a:ext cx="920974" cy="369332"/>
            </a:xfrm>
            <a:prstGeom prst="rect">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18" name="グループ化 17">
            <a:extLst>
              <a:ext uri="{FF2B5EF4-FFF2-40B4-BE49-F238E27FC236}">
                <a16:creationId xmlns:a16="http://schemas.microsoft.com/office/drawing/2014/main" id="{458FA410-8B23-7ECF-954A-B5C628853DB4}"/>
              </a:ext>
            </a:extLst>
          </p:cNvPr>
          <p:cNvGrpSpPr/>
          <p:nvPr/>
        </p:nvGrpSpPr>
        <p:grpSpPr>
          <a:xfrm>
            <a:off x="9182295" y="1069480"/>
            <a:ext cx="893760" cy="1305019"/>
            <a:chOff x="6497359" y="1068435"/>
            <a:chExt cx="1273542" cy="1305019"/>
          </a:xfrm>
        </p:grpSpPr>
        <p:sp>
          <p:nvSpPr>
            <p:cNvPr id="19" name="四角形: 角を丸くする 18">
              <a:extLst>
                <a:ext uri="{FF2B5EF4-FFF2-40B4-BE49-F238E27FC236}">
                  <a16:creationId xmlns:a16="http://schemas.microsoft.com/office/drawing/2014/main" id="{C5C1B2A1-5589-5218-F68C-D13F486DC316}"/>
                </a:ext>
              </a:extLst>
            </p:cNvPr>
            <p:cNvSpPr/>
            <p:nvPr/>
          </p:nvSpPr>
          <p:spPr>
            <a:xfrm>
              <a:off x="6497359" y="1068435"/>
              <a:ext cx="1273542" cy="1305019"/>
            </a:xfrm>
            <a:prstGeom prst="roundRect">
              <a:avLst>
                <a:gd name="adj" fmla="val 4721"/>
              </a:avLst>
            </a:prstGeom>
            <a:solidFill>
              <a:schemeClr val="tx2">
                <a:lumMod val="40000"/>
                <a:lumOff val="6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31" name="テキスト ボックス 30">
              <a:extLst>
                <a:ext uri="{FF2B5EF4-FFF2-40B4-BE49-F238E27FC236}">
                  <a16:creationId xmlns:a16="http://schemas.microsoft.com/office/drawing/2014/main" id="{62813EC2-D7F6-624D-929D-23CC209EA7BC}"/>
                </a:ext>
              </a:extLst>
            </p:cNvPr>
            <p:cNvSpPr txBox="1"/>
            <p:nvPr/>
          </p:nvSpPr>
          <p:spPr>
            <a:xfrm>
              <a:off x="6671002" y="1130817"/>
              <a:ext cx="920974" cy="369332"/>
            </a:xfrm>
            <a:prstGeom prst="rect">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rPr>
                <a:t>回復</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53" name="グループ化 52">
            <a:extLst>
              <a:ext uri="{FF2B5EF4-FFF2-40B4-BE49-F238E27FC236}">
                <a16:creationId xmlns:a16="http://schemas.microsoft.com/office/drawing/2014/main" id="{E7C7B6F6-A883-8125-DB77-1306CDDA122C}"/>
              </a:ext>
            </a:extLst>
          </p:cNvPr>
          <p:cNvGrpSpPr/>
          <p:nvPr/>
        </p:nvGrpSpPr>
        <p:grpSpPr>
          <a:xfrm>
            <a:off x="10145700" y="1064065"/>
            <a:ext cx="893760" cy="1305019"/>
            <a:chOff x="6497359" y="1068435"/>
            <a:chExt cx="1273542" cy="1305019"/>
          </a:xfrm>
        </p:grpSpPr>
        <p:sp>
          <p:nvSpPr>
            <p:cNvPr id="142" name="四角形: 角を丸くする 141">
              <a:extLst>
                <a:ext uri="{FF2B5EF4-FFF2-40B4-BE49-F238E27FC236}">
                  <a16:creationId xmlns:a16="http://schemas.microsoft.com/office/drawing/2014/main" id="{FC185063-A54F-0EF9-4931-8B3D0032A411}"/>
                </a:ext>
              </a:extLst>
            </p:cNvPr>
            <p:cNvSpPr/>
            <p:nvPr/>
          </p:nvSpPr>
          <p:spPr>
            <a:xfrm>
              <a:off x="6497359" y="1068435"/>
              <a:ext cx="1273542" cy="1305019"/>
            </a:xfrm>
            <a:prstGeom prst="roundRect">
              <a:avLst>
                <a:gd name="adj" fmla="val 4721"/>
              </a:avLst>
            </a:prstGeom>
            <a:solidFill>
              <a:schemeClr val="accent2">
                <a:lumMod val="60000"/>
                <a:lumOff val="4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43" name="テキスト ボックス 142">
              <a:extLst>
                <a:ext uri="{FF2B5EF4-FFF2-40B4-BE49-F238E27FC236}">
                  <a16:creationId xmlns:a16="http://schemas.microsoft.com/office/drawing/2014/main" id="{FE3F7C25-52D8-FF7F-5064-D5A471C14F0D}"/>
                </a:ext>
              </a:extLst>
            </p:cNvPr>
            <p:cNvSpPr txBox="1"/>
            <p:nvPr/>
          </p:nvSpPr>
          <p:spPr>
            <a:xfrm>
              <a:off x="6671001" y="1130817"/>
              <a:ext cx="920974" cy="369332"/>
            </a:xfrm>
            <a:prstGeom prst="rect">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rPr>
                <a:t>バフ</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sp>
        <p:nvSpPr>
          <p:cNvPr id="11" name="フリーフォーム: 図形 10">
            <a:extLst>
              <a:ext uri="{FF2B5EF4-FFF2-40B4-BE49-F238E27FC236}">
                <a16:creationId xmlns:a16="http://schemas.microsoft.com/office/drawing/2014/main" id="{0705FB73-B9E1-A5CD-2165-14AE34391060}"/>
              </a:ext>
            </a:extLst>
          </p:cNvPr>
          <p:cNvSpPr/>
          <p:nvPr/>
        </p:nvSpPr>
        <p:spPr>
          <a:xfrm>
            <a:off x="6282470" y="1660618"/>
            <a:ext cx="4758032" cy="4602552"/>
          </a:xfrm>
          <a:custGeom>
            <a:avLst/>
            <a:gdLst>
              <a:gd name="csX0" fmla="*/ 194678 w 4540192"/>
              <a:gd name="csY0" fmla="*/ 0 h 4602552"/>
              <a:gd name="csX1" fmla="*/ 1160103 w 4540192"/>
              <a:gd name="csY1" fmla="*/ 0 h 4602552"/>
              <a:gd name="csX2" fmla="*/ 1173184 w 4540192"/>
              <a:gd name="csY2" fmla="*/ 2641 h 4602552"/>
              <a:gd name="csX3" fmla="*/ 3074601 w 4540192"/>
              <a:gd name="csY3" fmla="*/ 2641 h 4602552"/>
              <a:gd name="csX4" fmla="*/ 3087682 w 4540192"/>
              <a:gd name="csY4" fmla="*/ 0 h 4602552"/>
              <a:gd name="csX5" fmla="*/ 4345514 w 4540192"/>
              <a:gd name="csY5" fmla="*/ 0 h 4602552"/>
              <a:gd name="csX6" fmla="*/ 4540192 w 4540192"/>
              <a:gd name="csY6" fmla="*/ 217286 h 4602552"/>
              <a:gd name="csX7" fmla="*/ 4540192 w 4540192"/>
              <a:gd name="csY7" fmla="*/ 4385266 h 4602552"/>
              <a:gd name="csX8" fmla="*/ 4345514 w 4540192"/>
              <a:gd name="csY8" fmla="*/ 4602552 h 4602552"/>
              <a:gd name="csX9" fmla="*/ 194678 w 4540192"/>
              <a:gd name="csY9" fmla="*/ 4602552 h 4602552"/>
              <a:gd name="csX10" fmla="*/ 0 w 4540192"/>
              <a:gd name="csY10" fmla="*/ 4385266 h 4602552"/>
              <a:gd name="csX11" fmla="*/ 0 w 4540192"/>
              <a:gd name="csY11" fmla="*/ 217286 h 4602552"/>
              <a:gd name="csX12" fmla="*/ 194678 w 4540192"/>
              <a:gd name="csY12" fmla="*/ 0 h 460255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4540192" h="4602552">
                <a:moveTo>
                  <a:pt x="194678" y="0"/>
                </a:moveTo>
                <a:lnTo>
                  <a:pt x="1160103" y="0"/>
                </a:lnTo>
                <a:lnTo>
                  <a:pt x="1173184" y="2641"/>
                </a:lnTo>
                <a:lnTo>
                  <a:pt x="3074601" y="2641"/>
                </a:lnTo>
                <a:lnTo>
                  <a:pt x="3087682" y="0"/>
                </a:lnTo>
                <a:lnTo>
                  <a:pt x="4345514" y="0"/>
                </a:lnTo>
                <a:cubicBezTo>
                  <a:pt x="4453032" y="0"/>
                  <a:pt x="4540192" y="97283"/>
                  <a:pt x="4540192" y="217286"/>
                </a:cubicBezTo>
                <a:lnTo>
                  <a:pt x="4540192" y="4385266"/>
                </a:lnTo>
                <a:cubicBezTo>
                  <a:pt x="4540192" y="4505270"/>
                  <a:pt x="4453032" y="4602552"/>
                  <a:pt x="4345514" y="4602552"/>
                </a:cubicBezTo>
                <a:lnTo>
                  <a:pt x="194678" y="4602552"/>
                </a:lnTo>
                <a:cubicBezTo>
                  <a:pt x="87161" y="4602552"/>
                  <a:pt x="0" y="4505270"/>
                  <a:pt x="0" y="4385266"/>
                </a:cubicBezTo>
                <a:lnTo>
                  <a:pt x="0" y="217286"/>
                </a:lnTo>
                <a:cubicBezTo>
                  <a:pt x="0" y="97283"/>
                  <a:pt x="87161" y="0"/>
                  <a:pt x="194678" y="0"/>
                </a:cubicBezTo>
                <a:close/>
              </a:path>
            </a:pathLst>
          </a:custGeom>
          <a:solidFill>
            <a:srgbClr val="C5A65D"/>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93" name="四角形: 角を丸くする 192">
            <a:extLst>
              <a:ext uri="{FF2B5EF4-FFF2-40B4-BE49-F238E27FC236}">
                <a16:creationId xmlns:a16="http://schemas.microsoft.com/office/drawing/2014/main" id="{CEB73DF4-8A0B-89CD-B576-2EB1DE4C0BBC}"/>
              </a:ext>
            </a:extLst>
          </p:cNvPr>
          <p:cNvSpPr/>
          <p:nvPr/>
        </p:nvSpPr>
        <p:spPr>
          <a:xfrm>
            <a:off x="7788602" y="1893538"/>
            <a:ext cx="1745766" cy="393796"/>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発動中バフ</a:t>
            </a:r>
            <a:endParaRPr kumimoji="1" lang="ja-JP" altLang="en-US" sz="14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44" name="四角形: 角を丸くする 43">
            <a:extLst>
              <a:ext uri="{FF2B5EF4-FFF2-40B4-BE49-F238E27FC236}">
                <a16:creationId xmlns:a16="http://schemas.microsoft.com/office/drawing/2014/main" id="{01B25DE9-6FC6-E939-FD02-17085F0924D6}"/>
              </a:ext>
            </a:extLst>
          </p:cNvPr>
          <p:cNvSpPr/>
          <p:nvPr/>
        </p:nvSpPr>
        <p:spPr>
          <a:xfrm>
            <a:off x="6681336" y="2262228"/>
            <a:ext cx="3960301" cy="3781852"/>
          </a:xfrm>
          <a:prstGeom prst="roundRect">
            <a:avLst>
              <a:gd name="adj" fmla="val 5440"/>
            </a:avLst>
          </a:prstGeom>
          <a:solidFill>
            <a:schemeClr val="tx1">
              <a:lumMod val="85000"/>
              <a:lumOff val="15000"/>
              <a:alpha val="2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203" name="テキスト ボックス 202">
            <a:extLst>
              <a:ext uri="{FF2B5EF4-FFF2-40B4-BE49-F238E27FC236}">
                <a16:creationId xmlns:a16="http://schemas.microsoft.com/office/drawing/2014/main" id="{0C79D191-472A-FE3F-C104-7A3107EFEE44}"/>
              </a:ext>
            </a:extLst>
          </p:cNvPr>
          <p:cNvSpPr txBox="1"/>
          <p:nvPr/>
        </p:nvSpPr>
        <p:spPr>
          <a:xfrm>
            <a:off x="6851708" y="4896168"/>
            <a:ext cx="3612653" cy="523220"/>
          </a:xfrm>
          <a:prstGeom prst="rect">
            <a:avLst/>
          </a:prstGeom>
          <a:noFill/>
        </p:spPr>
        <p:txBody>
          <a:bodyPr wrap="square">
            <a:spAutoFit/>
          </a:bodyPr>
          <a:lstStyle/>
          <a:p>
            <a:r>
              <a:rPr kumimoji="1" lang="ja-JP" altLang="en-US" sz="1400" b="1" dirty="0">
                <a:solidFill>
                  <a:schemeClr val="bg1">
                    <a:lumMod val="95000"/>
                  </a:schemeClr>
                </a:solidFill>
                <a:latin typeface="原稿用標準書体" panose="03000503000000000000" pitchFamily="66" charset="-128"/>
                <a:ea typeface="原稿用標準書体" panose="03000503000000000000" pitchFamily="66" charset="-128"/>
              </a:rPr>
              <a:t>バフ効果テキスト</a:t>
            </a:r>
            <a:r>
              <a:rPr lang="ja-JP" altLang="en-US" sz="1400" b="1" dirty="0">
                <a:solidFill>
                  <a:schemeClr val="bg1">
                    <a:lumMod val="95000"/>
                  </a:schemeClr>
                </a:solidFill>
                <a:latin typeface="原稿用標準書体" panose="03000503000000000000" pitchFamily="66" charset="-128"/>
                <a:ea typeface="原稿用標準書体" panose="03000503000000000000" pitchFamily="66" charset="-128"/>
              </a:rPr>
              <a:t>バフ効果テキストバフ効果テキストバフ</a:t>
            </a:r>
            <a:r>
              <a:rPr lang="ja-JP" altLang="en-US" sz="1400" b="1">
                <a:solidFill>
                  <a:schemeClr val="bg1">
                    <a:lumMod val="95000"/>
                  </a:schemeClr>
                </a:solidFill>
                <a:latin typeface="原稿用標準書体" panose="03000503000000000000" pitchFamily="66" charset="-128"/>
                <a:ea typeface="原稿用標準書体" panose="03000503000000000000" pitchFamily="66" charset="-128"/>
              </a:rPr>
              <a:t>効果テキストバフ効果テキ</a:t>
            </a:r>
            <a:endParaRPr lang="ja-JP" altLang="en-US" sz="14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205" name="テキスト ボックス 204">
            <a:extLst>
              <a:ext uri="{FF2B5EF4-FFF2-40B4-BE49-F238E27FC236}">
                <a16:creationId xmlns:a16="http://schemas.microsoft.com/office/drawing/2014/main" id="{835AEED6-8E38-653E-8855-DC35DAA10CF7}"/>
              </a:ext>
            </a:extLst>
          </p:cNvPr>
          <p:cNvSpPr txBox="1"/>
          <p:nvPr/>
        </p:nvSpPr>
        <p:spPr>
          <a:xfrm>
            <a:off x="6851708" y="4563296"/>
            <a:ext cx="1495566" cy="338554"/>
          </a:xfrm>
          <a:prstGeom prst="rect">
            <a:avLst/>
          </a:prstGeom>
          <a:noFill/>
        </p:spPr>
        <p:txBody>
          <a:bodyPr wrap="square">
            <a:spAutoFit/>
          </a:bodyPr>
          <a:lstStyle/>
          <a:p>
            <a:r>
              <a:rPr lang="ja-JP" altLang="en-US" sz="1600" b="1">
                <a:solidFill>
                  <a:schemeClr val="bg1">
                    <a:lumMod val="95000"/>
                  </a:schemeClr>
                </a:solidFill>
                <a:latin typeface="原稿用標準書体" panose="03000503000000000000" pitchFamily="66" charset="-128"/>
                <a:ea typeface="原稿用標準書体" panose="03000503000000000000" pitchFamily="66" charset="-128"/>
              </a:rPr>
              <a:t>バフ名称</a:t>
            </a:r>
            <a:endParaRPr lang="ja-JP" altLang="en-US" sz="16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200" name="グループ化 199">
            <a:extLst>
              <a:ext uri="{FF2B5EF4-FFF2-40B4-BE49-F238E27FC236}">
                <a16:creationId xmlns:a16="http://schemas.microsoft.com/office/drawing/2014/main" id="{621F6890-47A4-DEE4-57D5-9BB9D005E681}"/>
              </a:ext>
            </a:extLst>
          </p:cNvPr>
          <p:cNvGrpSpPr/>
          <p:nvPr/>
        </p:nvGrpSpPr>
        <p:grpSpPr>
          <a:xfrm>
            <a:off x="8125651" y="2998301"/>
            <a:ext cx="1071668" cy="1071668"/>
            <a:chOff x="8374620" y="5203596"/>
            <a:chExt cx="914400" cy="914400"/>
          </a:xfrm>
          <a:effectLst>
            <a:glow rad="88900">
              <a:schemeClr val="bg1">
                <a:lumMod val="95000"/>
                <a:alpha val="50000"/>
              </a:schemeClr>
            </a:glow>
          </a:effectLst>
        </p:grpSpPr>
        <p:sp>
          <p:nvSpPr>
            <p:cNvPr id="201" name="楕円 200">
              <a:extLst>
                <a:ext uri="{FF2B5EF4-FFF2-40B4-BE49-F238E27FC236}">
                  <a16:creationId xmlns:a16="http://schemas.microsoft.com/office/drawing/2014/main" id="{CAD676C3-5421-59B4-9CF8-094702AE0196}"/>
                </a:ext>
              </a:extLst>
            </p:cNvPr>
            <p:cNvSpPr/>
            <p:nvPr/>
          </p:nvSpPr>
          <p:spPr>
            <a:xfrm>
              <a:off x="8374620" y="5203596"/>
              <a:ext cx="914400" cy="914400"/>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202" name="矢印: 下 201">
              <a:extLst>
                <a:ext uri="{FF2B5EF4-FFF2-40B4-BE49-F238E27FC236}">
                  <a16:creationId xmlns:a16="http://schemas.microsoft.com/office/drawing/2014/main" id="{660AC315-FF1A-AF3E-9EAB-FF8CA5C4C145}"/>
                </a:ext>
              </a:extLst>
            </p:cNvPr>
            <p:cNvSpPr/>
            <p:nvPr/>
          </p:nvSpPr>
          <p:spPr>
            <a:xfrm flipV="1">
              <a:off x="8625104" y="5390466"/>
              <a:ext cx="413433" cy="540661"/>
            </a:xfrm>
            <a:prstGeom prst="downArrow">
              <a:avLst/>
            </a:prstGeom>
            <a:solidFill>
              <a:schemeClr val="bg1">
                <a:lumMod val="95000"/>
              </a:schemeClr>
            </a:solidFill>
            <a:ln w="9525">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216" name="グループ化 215">
            <a:extLst>
              <a:ext uri="{FF2B5EF4-FFF2-40B4-BE49-F238E27FC236}">
                <a16:creationId xmlns:a16="http://schemas.microsoft.com/office/drawing/2014/main" id="{1395C85D-1CE5-4EAB-9739-6C67BED0A8CB}"/>
              </a:ext>
            </a:extLst>
          </p:cNvPr>
          <p:cNvGrpSpPr/>
          <p:nvPr/>
        </p:nvGrpSpPr>
        <p:grpSpPr>
          <a:xfrm>
            <a:off x="8299848" y="2490388"/>
            <a:ext cx="723275" cy="548325"/>
            <a:chOff x="981599" y="1624031"/>
            <a:chExt cx="808121" cy="612648"/>
          </a:xfrm>
        </p:grpSpPr>
        <p:sp>
          <p:nvSpPr>
            <p:cNvPr id="217" name="フローチャート: 他ページ結合子 216">
              <a:extLst>
                <a:ext uri="{FF2B5EF4-FFF2-40B4-BE49-F238E27FC236}">
                  <a16:creationId xmlns:a16="http://schemas.microsoft.com/office/drawing/2014/main" id="{6AA942B8-4658-4D4F-B7BD-68B686904F44}"/>
                </a:ext>
              </a:extLst>
            </p:cNvPr>
            <p:cNvSpPr/>
            <p:nvPr/>
          </p:nvSpPr>
          <p:spPr>
            <a:xfrm>
              <a:off x="1002683" y="1624031"/>
              <a:ext cx="758051" cy="612648"/>
            </a:xfrm>
            <a:prstGeom prst="flowChartOffpageConnector">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sp>
          <p:nvSpPr>
            <p:cNvPr id="218" name="テキスト ボックス 217">
              <a:extLst>
                <a:ext uri="{FF2B5EF4-FFF2-40B4-BE49-F238E27FC236}">
                  <a16:creationId xmlns:a16="http://schemas.microsoft.com/office/drawing/2014/main" id="{B31D1BAC-F07E-8510-DB6C-6B877BB6DF69}"/>
                </a:ext>
              </a:extLst>
            </p:cNvPr>
            <p:cNvSpPr txBox="1"/>
            <p:nvPr/>
          </p:nvSpPr>
          <p:spPr>
            <a:xfrm>
              <a:off x="981599" y="1707422"/>
              <a:ext cx="808121" cy="343882"/>
            </a:xfrm>
            <a:prstGeom prst="rect">
              <a:avLst/>
            </a:prstGeom>
            <a:noFill/>
          </p:spPr>
          <p:txBody>
            <a:bodyPr wrap="none" rtlCol="0">
              <a:spAutoFit/>
            </a:bodyPr>
            <a:lstStyle/>
            <a:p>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選択中</a:t>
              </a:r>
              <a:endParaRPr kumimoji="1" lang="ja-JP" altLang="en-US" sz="14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45" name="グループ化 44">
            <a:extLst>
              <a:ext uri="{FF2B5EF4-FFF2-40B4-BE49-F238E27FC236}">
                <a16:creationId xmlns:a16="http://schemas.microsoft.com/office/drawing/2014/main" id="{55E136AB-CCF5-5808-5620-78EFDB884ACA}"/>
              </a:ext>
            </a:extLst>
          </p:cNvPr>
          <p:cNvGrpSpPr/>
          <p:nvPr/>
        </p:nvGrpSpPr>
        <p:grpSpPr>
          <a:xfrm>
            <a:off x="7596848" y="4253139"/>
            <a:ext cx="2129276" cy="261665"/>
            <a:chOff x="8367658" y="4562868"/>
            <a:chExt cx="2129276" cy="261665"/>
          </a:xfrm>
        </p:grpSpPr>
        <p:sp>
          <p:nvSpPr>
            <p:cNvPr id="46" name="四角形: 角を丸くする 45">
              <a:extLst>
                <a:ext uri="{FF2B5EF4-FFF2-40B4-BE49-F238E27FC236}">
                  <a16:creationId xmlns:a16="http://schemas.microsoft.com/office/drawing/2014/main" id="{A1A36D63-5E91-31EE-80EC-2D2DDA9BE4C8}"/>
                </a:ext>
              </a:extLst>
            </p:cNvPr>
            <p:cNvSpPr/>
            <p:nvPr/>
          </p:nvSpPr>
          <p:spPr>
            <a:xfrm>
              <a:off x="8367658" y="4562868"/>
              <a:ext cx="2129276" cy="261665"/>
            </a:xfrm>
            <a:prstGeom prst="roundRect">
              <a:avLst>
                <a:gd name="adj" fmla="val 5000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47" name="四角形: 角を丸くする 46">
              <a:extLst>
                <a:ext uri="{FF2B5EF4-FFF2-40B4-BE49-F238E27FC236}">
                  <a16:creationId xmlns:a16="http://schemas.microsoft.com/office/drawing/2014/main" id="{96BEA024-AE2C-0078-E17C-1BFC5DA5CA37}"/>
                </a:ext>
              </a:extLst>
            </p:cNvPr>
            <p:cNvSpPr/>
            <p:nvPr/>
          </p:nvSpPr>
          <p:spPr>
            <a:xfrm>
              <a:off x="9140566" y="4572262"/>
              <a:ext cx="583460" cy="242877"/>
            </a:xfrm>
            <a:prstGeom prst="roundRect">
              <a:avLst>
                <a:gd name="adj" fmla="val 50000"/>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48" name="グループ化 47">
            <a:extLst>
              <a:ext uri="{FF2B5EF4-FFF2-40B4-BE49-F238E27FC236}">
                <a16:creationId xmlns:a16="http://schemas.microsoft.com/office/drawing/2014/main" id="{0CD3FBC4-BC14-3F65-EF0B-BDB76929C954}"/>
              </a:ext>
            </a:extLst>
          </p:cNvPr>
          <p:cNvGrpSpPr/>
          <p:nvPr/>
        </p:nvGrpSpPr>
        <p:grpSpPr>
          <a:xfrm>
            <a:off x="6752309" y="2998301"/>
            <a:ext cx="1071668" cy="1071668"/>
            <a:chOff x="8374620" y="5203596"/>
            <a:chExt cx="914400" cy="914400"/>
          </a:xfrm>
          <a:effectLst/>
        </p:grpSpPr>
        <p:sp>
          <p:nvSpPr>
            <p:cNvPr id="49" name="楕円 48">
              <a:extLst>
                <a:ext uri="{FF2B5EF4-FFF2-40B4-BE49-F238E27FC236}">
                  <a16:creationId xmlns:a16="http://schemas.microsoft.com/office/drawing/2014/main" id="{C2E9401A-2D17-BB24-5EC7-277F09839218}"/>
                </a:ext>
              </a:extLst>
            </p:cNvPr>
            <p:cNvSpPr/>
            <p:nvPr/>
          </p:nvSpPr>
          <p:spPr>
            <a:xfrm>
              <a:off x="8374620" y="5203596"/>
              <a:ext cx="914400" cy="914400"/>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50" name="矢印: 下 49">
              <a:extLst>
                <a:ext uri="{FF2B5EF4-FFF2-40B4-BE49-F238E27FC236}">
                  <a16:creationId xmlns:a16="http://schemas.microsoft.com/office/drawing/2014/main" id="{81AAAADF-763D-3D9E-7753-C6487B791E40}"/>
                </a:ext>
              </a:extLst>
            </p:cNvPr>
            <p:cNvSpPr/>
            <p:nvPr/>
          </p:nvSpPr>
          <p:spPr>
            <a:xfrm flipV="1">
              <a:off x="8625104" y="5390466"/>
              <a:ext cx="413433" cy="540661"/>
            </a:xfrm>
            <a:prstGeom prst="downArrow">
              <a:avLst/>
            </a:prstGeom>
            <a:solidFill>
              <a:schemeClr val="bg1">
                <a:lumMod val="95000"/>
              </a:schemeClr>
            </a:solidFill>
            <a:ln w="9525">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51" name="グループ化 50">
            <a:extLst>
              <a:ext uri="{FF2B5EF4-FFF2-40B4-BE49-F238E27FC236}">
                <a16:creationId xmlns:a16="http://schemas.microsoft.com/office/drawing/2014/main" id="{BE3E01F7-96AD-BFBA-B70F-67968B5A7012}"/>
              </a:ext>
            </a:extLst>
          </p:cNvPr>
          <p:cNvGrpSpPr/>
          <p:nvPr/>
        </p:nvGrpSpPr>
        <p:grpSpPr>
          <a:xfrm>
            <a:off x="9498993" y="2998301"/>
            <a:ext cx="1071668" cy="1071668"/>
            <a:chOff x="8374620" y="5203596"/>
            <a:chExt cx="914400" cy="914400"/>
          </a:xfrm>
          <a:effectLst/>
        </p:grpSpPr>
        <p:sp>
          <p:nvSpPr>
            <p:cNvPr id="57" name="楕円 56">
              <a:extLst>
                <a:ext uri="{FF2B5EF4-FFF2-40B4-BE49-F238E27FC236}">
                  <a16:creationId xmlns:a16="http://schemas.microsoft.com/office/drawing/2014/main" id="{BEE84C3A-1041-1BC6-B35B-9244C21EC902}"/>
                </a:ext>
              </a:extLst>
            </p:cNvPr>
            <p:cNvSpPr/>
            <p:nvPr/>
          </p:nvSpPr>
          <p:spPr>
            <a:xfrm>
              <a:off x="8374620" y="5203596"/>
              <a:ext cx="914400" cy="914400"/>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58" name="矢印: 下 57">
              <a:extLst>
                <a:ext uri="{FF2B5EF4-FFF2-40B4-BE49-F238E27FC236}">
                  <a16:creationId xmlns:a16="http://schemas.microsoft.com/office/drawing/2014/main" id="{D3D0D43F-D7E3-C2CD-6CFF-BE9B2EFABC74}"/>
                </a:ext>
              </a:extLst>
            </p:cNvPr>
            <p:cNvSpPr/>
            <p:nvPr/>
          </p:nvSpPr>
          <p:spPr>
            <a:xfrm flipV="1">
              <a:off x="8625104" y="5390466"/>
              <a:ext cx="413433" cy="540661"/>
            </a:xfrm>
            <a:prstGeom prst="downArrow">
              <a:avLst/>
            </a:prstGeom>
            <a:solidFill>
              <a:schemeClr val="bg1">
                <a:lumMod val="95000"/>
              </a:schemeClr>
            </a:solidFill>
            <a:ln w="9525">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60" name="四角形: 角を丸くする 59">
            <a:extLst>
              <a:ext uri="{FF2B5EF4-FFF2-40B4-BE49-F238E27FC236}">
                <a16:creationId xmlns:a16="http://schemas.microsoft.com/office/drawing/2014/main" id="{3C107780-F694-EB27-DE72-8456CF2DF80B}"/>
              </a:ext>
            </a:extLst>
          </p:cNvPr>
          <p:cNvSpPr/>
          <p:nvPr/>
        </p:nvSpPr>
        <p:spPr>
          <a:xfrm>
            <a:off x="6840453" y="5476946"/>
            <a:ext cx="3642066" cy="443861"/>
          </a:xfrm>
          <a:prstGeom prst="roundRect">
            <a:avLst>
              <a:gd name="adj" fmla="val 42708"/>
            </a:avLst>
          </a:prstGeom>
          <a:solidFill>
            <a:schemeClr val="tx2">
              <a:lumMod val="60000"/>
              <a:lumOff val="40000"/>
              <a:alpha val="8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62" name="テキスト ボックス 61">
            <a:extLst>
              <a:ext uri="{FF2B5EF4-FFF2-40B4-BE49-F238E27FC236}">
                <a16:creationId xmlns:a16="http://schemas.microsoft.com/office/drawing/2014/main" id="{80D0C18E-BCA6-359A-57C4-BEC0CBD35DE0}"/>
              </a:ext>
            </a:extLst>
          </p:cNvPr>
          <p:cNvSpPr txBox="1"/>
          <p:nvPr/>
        </p:nvSpPr>
        <p:spPr>
          <a:xfrm>
            <a:off x="6883873" y="5530568"/>
            <a:ext cx="1495566" cy="307777"/>
          </a:xfrm>
          <a:prstGeom prst="rect">
            <a:avLst/>
          </a:prstGeom>
          <a:noFill/>
        </p:spPr>
        <p:txBody>
          <a:bodyPr wrap="square">
            <a:spAutoFit/>
          </a:bodyPr>
          <a:lstStyle/>
          <a:p>
            <a:r>
              <a:rPr lang="ja-JP" altLang="en-US" sz="1400" b="1">
                <a:solidFill>
                  <a:schemeClr val="accent2">
                    <a:lumMod val="60000"/>
                    <a:lumOff val="40000"/>
                  </a:schemeClr>
                </a:solidFill>
                <a:latin typeface="原稿用標準書体" panose="03000503000000000000" pitchFamily="66" charset="-128"/>
                <a:ea typeface="原稿用標準書体" panose="03000503000000000000" pitchFamily="66" charset="-128"/>
              </a:rPr>
              <a:t>バフ対象</a:t>
            </a:r>
            <a:endParaRPr lang="ja-JP" altLang="en-US" sz="1400" b="1" dirty="0">
              <a:solidFill>
                <a:schemeClr val="accent2">
                  <a:lumMod val="60000"/>
                  <a:lumOff val="40000"/>
                </a:schemeClr>
              </a:solidFill>
              <a:latin typeface="原稿用標準書体" panose="03000503000000000000" pitchFamily="66" charset="-128"/>
              <a:ea typeface="原稿用標準書体" panose="03000503000000000000" pitchFamily="66" charset="-128"/>
            </a:endParaRPr>
          </a:p>
        </p:txBody>
      </p:sp>
      <p:grpSp>
        <p:nvGrpSpPr>
          <p:cNvPr id="131" name="グループ化 130">
            <a:extLst>
              <a:ext uri="{FF2B5EF4-FFF2-40B4-BE49-F238E27FC236}">
                <a16:creationId xmlns:a16="http://schemas.microsoft.com/office/drawing/2014/main" id="{3F290838-5F51-9201-2D12-9AEBC53C348A}"/>
              </a:ext>
            </a:extLst>
          </p:cNvPr>
          <p:cNvGrpSpPr/>
          <p:nvPr/>
        </p:nvGrpSpPr>
        <p:grpSpPr>
          <a:xfrm>
            <a:off x="7778883" y="5527509"/>
            <a:ext cx="342734" cy="342734"/>
            <a:chOff x="7889163" y="4826545"/>
            <a:chExt cx="1014592" cy="1014592"/>
          </a:xfrm>
        </p:grpSpPr>
        <p:sp>
          <p:nvSpPr>
            <p:cNvPr id="128" name="楕円 127">
              <a:extLst>
                <a:ext uri="{FF2B5EF4-FFF2-40B4-BE49-F238E27FC236}">
                  <a16:creationId xmlns:a16="http://schemas.microsoft.com/office/drawing/2014/main" id="{45E0CC19-B30C-ED10-18FF-D7247D7D37DE}"/>
                </a:ext>
              </a:extLst>
            </p:cNvPr>
            <p:cNvSpPr/>
            <p:nvPr/>
          </p:nvSpPr>
          <p:spPr>
            <a:xfrm>
              <a:off x="7889163" y="4826545"/>
              <a:ext cx="1014592" cy="1014592"/>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pic>
          <p:nvPicPr>
            <p:cNvPr id="130" name="グラフィックス 129" descr="ユーザー 単色塗りつぶし">
              <a:extLst>
                <a:ext uri="{FF2B5EF4-FFF2-40B4-BE49-F238E27FC236}">
                  <a16:creationId xmlns:a16="http://schemas.microsoft.com/office/drawing/2014/main" id="{313E91D1-21E5-D1B1-C9C9-93C4931DF4F8}"/>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968192" y="4905574"/>
              <a:ext cx="856534" cy="856534"/>
            </a:xfrm>
            <a:prstGeom prst="rect">
              <a:avLst/>
            </a:prstGeom>
          </p:spPr>
        </p:pic>
      </p:grpSp>
      <p:grpSp>
        <p:nvGrpSpPr>
          <p:cNvPr id="132" name="グループ化 131">
            <a:extLst>
              <a:ext uri="{FF2B5EF4-FFF2-40B4-BE49-F238E27FC236}">
                <a16:creationId xmlns:a16="http://schemas.microsoft.com/office/drawing/2014/main" id="{4F3856E7-0E6A-C8F6-FC2B-2089D170F49D}"/>
              </a:ext>
            </a:extLst>
          </p:cNvPr>
          <p:cNvGrpSpPr/>
          <p:nvPr/>
        </p:nvGrpSpPr>
        <p:grpSpPr>
          <a:xfrm>
            <a:off x="8155490" y="5527509"/>
            <a:ext cx="342734" cy="342734"/>
            <a:chOff x="7889163" y="4826545"/>
            <a:chExt cx="1014592" cy="1014592"/>
          </a:xfrm>
        </p:grpSpPr>
        <p:sp>
          <p:nvSpPr>
            <p:cNvPr id="133" name="楕円 132">
              <a:extLst>
                <a:ext uri="{FF2B5EF4-FFF2-40B4-BE49-F238E27FC236}">
                  <a16:creationId xmlns:a16="http://schemas.microsoft.com/office/drawing/2014/main" id="{2E7C76DB-C82E-9BD0-F507-8B9133F1AEB0}"/>
                </a:ext>
              </a:extLst>
            </p:cNvPr>
            <p:cNvSpPr/>
            <p:nvPr/>
          </p:nvSpPr>
          <p:spPr>
            <a:xfrm>
              <a:off x="7889163" y="4826545"/>
              <a:ext cx="1014592" cy="1014592"/>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pic>
          <p:nvPicPr>
            <p:cNvPr id="134" name="グラフィックス 133" descr="ユーザー 単色塗りつぶし">
              <a:extLst>
                <a:ext uri="{FF2B5EF4-FFF2-40B4-BE49-F238E27FC236}">
                  <a16:creationId xmlns:a16="http://schemas.microsoft.com/office/drawing/2014/main" id="{A987C775-8709-5ABE-F296-92CE985BB835}"/>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968192" y="4905574"/>
              <a:ext cx="856534" cy="856534"/>
            </a:xfrm>
            <a:prstGeom prst="rect">
              <a:avLst/>
            </a:prstGeom>
          </p:spPr>
        </p:pic>
      </p:grpSp>
      <p:grpSp>
        <p:nvGrpSpPr>
          <p:cNvPr id="135" name="グループ化 134">
            <a:extLst>
              <a:ext uri="{FF2B5EF4-FFF2-40B4-BE49-F238E27FC236}">
                <a16:creationId xmlns:a16="http://schemas.microsoft.com/office/drawing/2014/main" id="{3E6FB260-D265-A2ED-333D-896B9A789C2C}"/>
              </a:ext>
            </a:extLst>
          </p:cNvPr>
          <p:cNvGrpSpPr/>
          <p:nvPr/>
        </p:nvGrpSpPr>
        <p:grpSpPr>
          <a:xfrm>
            <a:off x="8532097" y="5527509"/>
            <a:ext cx="342734" cy="342734"/>
            <a:chOff x="7889163" y="4826545"/>
            <a:chExt cx="1014592" cy="1014592"/>
          </a:xfrm>
        </p:grpSpPr>
        <p:sp>
          <p:nvSpPr>
            <p:cNvPr id="136" name="楕円 135">
              <a:extLst>
                <a:ext uri="{FF2B5EF4-FFF2-40B4-BE49-F238E27FC236}">
                  <a16:creationId xmlns:a16="http://schemas.microsoft.com/office/drawing/2014/main" id="{9868598D-25E6-D1F8-25DD-726FD31EAE19}"/>
                </a:ext>
              </a:extLst>
            </p:cNvPr>
            <p:cNvSpPr/>
            <p:nvPr/>
          </p:nvSpPr>
          <p:spPr>
            <a:xfrm>
              <a:off x="7889163" y="4826545"/>
              <a:ext cx="1014592" cy="1014592"/>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pic>
          <p:nvPicPr>
            <p:cNvPr id="137" name="グラフィックス 136" descr="ユーザー 単色塗りつぶし">
              <a:extLst>
                <a:ext uri="{FF2B5EF4-FFF2-40B4-BE49-F238E27FC236}">
                  <a16:creationId xmlns:a16="http://schemas.microsoft.com/office/drawing/2014/main" id="{A0109FDE-057B-6325-E687-DD36B9813845}"/>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968192" y="4905574"/>
              <a:ext cx="856534" cy="856534"/>
            </a:xfrm>
            <a:prstGeom prst="rect">
              <a:avLst/>
            </a:prstGeom>
          </p:spPr>
        </p:pic>
      </p:grpSp>
      <p:grpSp>
        <p:nvGrpSpPr>
          <p:cNvPr id="144" name="グループ化 143">
            <a:extLst>
              <a:ext uri="{FF2B5EF4-FFF2-40B4-BE49-F238E27FC236}">
                <a16:creationId xmlns:a16="http://schemas.microsoft.com/office/drawing/2014/main" id="{01282CE9-D315-C4DF-3E4A-A984DDF8B142}"/>
              </a:ext>
            </a:extLst>
          </p:cNvPr>
          <p:cNvGrpSpPr/>
          <p:nvPr/>
        </p:nvGrpSpPr>
        <p:grpSpPr>
          <a:xfrm>
            <a:off x="8908704" y="5527509"/>
            <a:ext cx="342734" cy="342734"/>
            <a:chOff x="7889163" y="4826545"/>
            <a:chExt cx="1014592" cy="1014592"/>
          </a:xfrm>
        </p:grpSpPr>
        <p:sp>
          <p:nvSpPr>
            <p:cNvPr id="146" name="楕円 145">
              <a:extLst>
                <a:ext uri="{FF2B5EF4-FFF2-40B4-BE49-F238E27FC236}">
                  <a16:creationId xmlns:a16="http://schemas.microsoft.com/office/drawing/2014/main" id="{317D1563-C3EA-29CF-C2E3-9ACD28C1ED91}"/>
                </a:ext>
              </a:extLst>
            </p:cNvPr>
            <p:cNvSpPr/>
            <p:nvPr/>
          </p:nvSpPr>
          <p:spPr>
            <a:xfrm>
              <a:off x="7889163" y="4826545"/>
              <a:ext cx="1014592" cy="1014592"/>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pic>
          <p:nvPicPr>
            <p:cNvPr id="147" name="グラフィックス 146" descr="ユーザー 単色塗りつぶし">
              <a:extLst>
                <a:ext uri="{FF2B5EF4-FFF2-40B4-BE49-F238E27FC236}">
                  <a16:creationId xmlns:a16="http://schemas.microsoft.com/office/drawing/2014/main" id="{8B773818-C141-C23D-2D15-2D360C16E747}"/>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968192" y="4905574"/>
              <a:ext cx="856534" cy="856534"/>
            </a:xfrm>
            <a:prstGeom prst="rect">
              <a:avLst/>
            </a:prstGeom>
          </p:spPr>
        </p:pic>
      </p:grpSp>
      <p:grpSp>
        <p:nvGrpSpPr>
          <p:cNvPr id="148" name="グループ化 147">
            <a:extLst>
              <a:ext uri="{FF2B5EF4-FFF2-40B4-BE49-F238E27FC236}">
                <a16:creationId xmlns:a16="http://schemas.microsoft.com/office/drawing/2014/main" id="{D62D2A0A-D25C-C7E6-F9A9-26DB98908FDE}"/>
              </a:ext>
            </a:extLst>
          </p:cNvPr>
          <p:cNvGrpSpPr/>
          <p:nvPr/>
        </p:nvGrpSpPr>
        <p:grpSpPr>
          <a:xfrm>
            <a:off x="9285311" y="5527509"/>
            <a:ext cx="342734" cy="342734"/>
            <a:chOff x="7889163" y="4826545"/>
            <a:chExt cx="1014592" cy="1014592"/>
          </a:xfrm>
        </p:grpSpPr>
        <p:sp>
          <p:nvSpPr>
            <p:cNvPr id="149" name="楕円 148">
              <a:extLst>
                <a:ext uri="{FF2B5EF4-FFF2-40B4-BE49-F238E27FC236}">
                  <a16:creationId xmlns:a16="http://schemas.microsoft.com/office/drawing/2014/main" id="{3AC0B4E0-3251-B745-4DA0-E2BBBAAA1971}"/>
                </a:ext>
              </a:extLst>
            </p:cNvPr>
            <p:cNvSpPr/>
            <p:nvPr/>
          </p:nvSpPr>
          <p:spPr>
            <a:xfrm>
              <a:off x="7889163" y="4826545"/>
              <a:ext cx="1014592" cy="1014592"/>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pic>
          <p:nvPicPr>
            <p:cNvPr id="150" name="グラフィックス 149" descr="ユーザー 単色塗りつぶし">
              <a:extLst>
                <a:ext uri="{FF2B5EF4-FFF2-40B4-BE49-F238E27FC236}">
                  <a16:creationId xmlns:a16="http://schemas.microsoft.com/office/drawing/2014/main" id="{30A49A75-E4AF-601C-52BD-FE6F7AEAC9D3}"/>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968192" y="4905574"/>
              <a:ext cx="856534" cy="856534"/>
            </a:xfrm>
            <a:prstGeom prst="rect">
              <a:avLst/>
            </a:prstGeom>
          </p:spPr>
        </p:pic>
      </p:grpSp>
      <p:grpSp>
        <p:nvGrpSpPr>
          <p:cNvPr id="151" name="グループ化 150">
            <a:extLst>
              <a:ext uri="{FF2B5EF4-FFF2-40B4-BE49-F238E27FC236}">
                <a16:creationId xmlns:a16="http://schemas.microsoft.com/office/drawing/2014/main" id="{AEDCF8EB-ADD4-675E-C0D6-39C0C4A7B39B}"/>
              </a:ext>
            </a:extLst>
          </p:cNvPr>
          <p:cNvGrpSpPr/>
          <p:nvPr/>
        </p:nvGrpSpPr>
        <p:grpSpPr>
          <a:xfrm>
            <a:off x="9661918" y="5527509"/>
            <a:ext cx="342734" cy="342734"/>
            <a:chOff x="7889163" y="4826545"/>
            <a:chExt cx="1014592" cy="1014592"/>
          </a:xfrm>
        </p:grpSpPr>
        <p:sp>
          <p:nvSpPr>
            <p:cNvPr id="152" name="楕円 151">
              <a:extLst>
                <a:ext uri="{FF2B5EF4-FFF2-40B4-BE49-F238E27FC236}">
                  <a16:creationId xmlns:a16="http://schemas.microsoft.com/office/drawing/2014/main" id="{07B3B505-01BC-9CA5-A772-E9D21E789682}"/>
                </a:ext>
              </a:extLst>
            </p:cNvPr>
            <p:cNvSpPr/>
            <p:nvPr/>
          </p:nvSpPr>
          <p:spPr>
            <a:xfrm>
              <a:off x="7889163" y="4826545"/>
              <a:ext cx="1014592" cy="1014592"/>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pic>
          <p:nvPicPr>
            <p:cNvPr id="178" name="グラフィックス 177" descr="ユーザー 単色塗りつぶし">
              <a:extLst>
                <a:ext uri="{FF2B5EF4-FFF2-40B4-BE49-F238E27FC236}">
                  <a16:creationId xmlns:a16="http://schemas.microsoft.com/office/drawing/2014/main" id="{FCA2689D-AFB9-43DA-7D0B-C4A7A772F28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968192" y="4905574"/>
              <a:ext cx="856534" cy="856534"/>
            </a:xfrm>
            <a:prstGeom prst="rect">
              <a:avLst/>
            </a:prstGeom>
          </p:spPr>
        </p:pic>
      </p:grpSp>
      <p:grpSp>
        <p:nvGrpSpPr>
          <p:cNvPr id="179" name="グループ化 178">
            <a:extLst>
              <a:ext uri="{FF2B5EF4-FFF2-40B4-BE49-F238E27FC236}">
                <a16:creationId xmlns:a16="http://schemas.microsoft.com/office/drawing/2014/main" id="{A52B5BE4-C123-CF71-C82F-214C75A13590}"/>
              </a:ext>
            </a:extLst>
          </p:cNvPr>
          <p:cNvGrpSpPr/>
          <p:nvPr/>
        </p:nvGrpSpPr>
        <p:grpSpPr>
          <a:xfrm>
            <a:off x="10038522" y="5527509"/>
            <a:ext cx="342734" cy="342734"/>
            <a:chOff x="7889163" y="4826545"/>
            <a:chExt cx="1014592" cy="1014592"/>
          </a:xfrm>
        </p:grpSpPr>
        <p:sp>
          <p:nvSpPr>
            <p:cNvPr id="180" name="楕円 179">
              <a:extLst>
                <a:ext uri="{FF2B5EF4-FFF2-40B4-BE49-F238E27FC236}">
                  <a16:creationId xmlns:a16="http://schemas.microsoft.com/office/drawing/2014/main" id="{05C4DEBA-53F8-359A-3DC8-11AC97AC7CED}"/>
                </a:ext>
              </a:extLst>
            </p:cNvPr>
            <p:cNvSpPr/>
            <p:nvPr/>
          </p:nvSpPr>
          <p:spPr>
            <a:xfrm>
              <a:off x="7889163" y="4826545"/>
              <a:ext cx="1014592" cy="1014592"/>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pic>
          <p:nvPicPr>
            <p:cNvPr id="181" name="グラフィックス 180" descr="ユーザー 単色塗りつぶし">
              <a:extLst>
                <a:ext uri="{FF2B5EF4-FFF2-40B4-BE49-F238E27FC236}">
                  <a16:creationId xmlns:a16="http://schemas.microsoft.com/office/drawing/2014/main" id="{EABA6A55-D869-492D-BA4E-93FFB33FDB8F}"/>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968192" y="4905574"/>
              <a:ext cx="856534" cy="856534"/>
            </a:xfrm>
            <a:prstGeom prst="rect">
              <a:avLst/>
            </a:prstGeom>
          </p:spPr>
        </p:pic>
      </p:grpSp>
    </p:spTree>
    <p:extLst>
      <p:ext uri="{BB962C8B-B14F-4D97-AF65-F5344CB8AC3E}">
        <p14:creationId xmlns:p14="http://schemas.microsoft.com/office/powerpoint/2010/main" val="4025043516"/>
      </p:ext>
    </p:extLst>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bg>
      <p:bgPr>
        <a:gradFill>
          <a:gsLst>
            <a:gs pos="46690">
              <a:schemeClr val="accent6">
                <a:lumMod val="75000"/>
              </a:schemeClr>
            </a:gs>
            <a:gs pos="0">
              <a:schemeClr val="accent6">
                <a:lumMod val="50000"/>
              </a:schemeClr>
            </a:gs>
            <a:gs pos="23000">
              <a:schemeClr val="accent6">
                <a:lumMod val="75000"/>
              </a:schemeClr>
            </a:gs>
            <a:gs pos="69000">
              <a:schemeClr val="accent6">
                <a:lumMod val="50000"/>
              </a:schemeClr>
            </a:gs>
            <a:gs pos="97000">
              <a:schemeClr val="tx1">
                <a:lumMod val="85000"/>
                <a:lumOff val="15000"/>
              </a:schemeClr>
            </a:gs>
          </a:gsLst>
          <a:path path="circle">
            <a:fillToRect l="50000" t="50000" r="50000" b="50000"/>
          </a:path>
        </a:gradFill>
        <a:effectLst/>
      </p:bgPr>
    </p:bg>
    <p:spTree>
      <p:nvGrpSpPr>
        <p:cNvPr id="1" name="">
          <a:extLst>
            <a:ext uri="{FF2B5EF4-FFF2-40B4-BE49-F238E27FC236}">
              <a16:creationId xmlns:a16="http://schemas.microsoft.com/office/drawing/2014/main" id="{C5D20A8C-5CCD-4379-45EC-3C0D8C1BA0BF}"/>
            </a:ext>
          </a:extLst>
        </p:cNvPr>
        <p:cNvGrpSpPr/>
        <p:nvPr/>
      </p:nvGrpSpPr>
      <p:grpSpPr>
        <a:xfrm>
          <a:off x="0" y="0"/>
          <a:ext cx="0" cy="0"/>
          <a:chOff x="0" y="0"/>
          <a:chExt cx="0" cy="0"/>
        </a:xfrm>
      </p:grpSpPr>
      <p:grpSp>
        <p:nvGrpSpPr>
          <p:cNvPr id="181" name="グループ化 180">
            <a:extLst>
              <a:ext uri="{FF2B5EF4-FFF2-40B4-BE49-F238E27FC236}">
                <a16:creationId xmlns:a16="http://schemas.microsoft.com/office/drawing/2014/main" id="{5AB1258B-CD2C-205D-16F1-D4E5A66B92D8}"/>
              </a:ext>
            </a:extLst>
          </p:cNvPr>
          <p:cNvGrpSpPr/>
          <p:nvPr/>
        </p:nvGrpSpPr>
        <p:grpSpPr>
          <a:xfrm>
            <a:off x="9569319" y="5011901"/>
            <a:ext cx="1755710" cy="810206"/>
            <a:chOff x="9569319" y="5159829"/>
            <a:chExt cx="1755710" cy="810206"/>
          </a:xfrm>
          <a:solidFill>
            <a:schemeClr val="bg1">
              <a:lumMod val="85000"/>
              <a:alpha val="70000"/>
            </a:schemeClr>
          </a:solidFill>
        </p:grpSpPr>
        <p:sp>
          <p:nvSpPr>
            <p:cNvPr id="182" name="四角形: 角を丸くする 181">
              <a:extLst>
                <a:ext uri="{FF2B5EF4-FFF2-40B4-BE49-F238E27FC236}">
                  <a16:creationId xmlns:a16="http://schemas.microsoft.com/office/drawing/2014/main" id="{63263393-C43F-057E-D332-C32EACF40861}"/>
                </a:ext>
              </a:extLst>
            </p:cNvPr>
            <p:cNvSpPr/>
            <p:nvPr/>
          </p:nvSpPr>
          <p:spPr>
            <a:xfrm>
              <a:off x="9569319" y="5159829"/>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83" name="テキスト ボックス 182">
              <a:extLst>
                <a:ext uri="{FF2B5EF4-FFF2-40B4-BE49-F238E27FC236}">
                  <a16:creationId xmlns:a16="http://schemas.microsoft.com/office/drawing/2014/main" id="{01F2B828-EBCE-20FB-BB3C-D9B556FDBFC4}"/>
                </a:ext>
              </a:extLst>
            </p:cNvPr>
            <p:cNvSpPr txBox="1"/>
            <p:nvPr/>
          </p:nvSpPr>
          <p:spPr>
            <a:xfrm>
              <a:off x="9738450" y="5564932"/>
              <a:ext cx="1569660" cy="369332"/>
            </a:xfrm>
            <a:prstGeom prst="rect">
              <a:avLst/>
            </a:prstGeom>
            <a:noFill/>
            <a:ln>
              <a:noFill/>
            </a:ln>
          </p:spPr>
          <p:txBody>
            <a:bodyPr wrap="none" rtlCol="0">
              <a:spAutoFit/>
            </a:bodyPr>
            <a:lstStyle/>
            <a:p>
              <a:pPr algn="r"/>
              <a:r>
                <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ルート画面へ</a:t>
              </a:r>
              <a:endParaRPr kumimoji="1" lang="en-US" altLang="ja-JP"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188" name="四角形: 角を丸くする 187">
            <a:extLst>
              <a:ext uri="{FF2B5EF4-FFF2-40B4-BE49-F238E27FC236}">
                <a16:creationId xmlns:a16="http://schemas.microsoft.com/office/drawing/2014/main" id="{E5357559-5F45-D896-63BB-CC6D96E25753}"/>
              </a:ext>
            </a:extLst>
          </p:cNvPr>
          <p:cNvSpPr/>
          <p:nvPr/>
        </p:nvSpPr>
        <p:spPr>
          <a:xfrm>
            <a:off x="726233" y="695130"/>
            <a:ext cx="8501744" cy="5467739"/>
          </a:xfrm>
          <a:prstGeom prst="roundRect">
            <a:avLst>
              <a:gd name="adj" fmla="val 6428"/>
            </a:avLst>
          </a:prstGeom>
          <a:solidFill>
            <a:schemeClr val="tx1">
              <a:lumMod val="75000"/>
              <a:lumOff val="25000"/>
              <a:alpha val="6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91" name="テキスト ボックス 190">
            <a:extLst>
              <a:ext uri="{FF2B5EF4-FFF2-40B4-BE49-F238E27FC236}">
                <a16:creationId xmlns:a16="http://schemas.microsoft.com/office/drawing/2014/main" id="{D7626693-ECF3-61F1-1945-2012C64FDF74}"/>
              </a:ext>
            </a:extLst>
          </p:cNvPr>
          <p:cNvSpPr txBox="1"/>
          <p:nvPr/>
        </p:nvSpPr>
        <p:spPr>
          <a:xfrm>
            <a:off x="954531" y="873794"/>
            <a:ext cx="1569660" cy="646331"/>
          </a:xfrm>
          <a:prstGeom prst="rect">
            <a:avLst/>
          </a:prstGeom>
          <a:noFill/>
        </p:spPr>
        <p:txBody>
          <a:bodyPr wrap="none" rtlCol="0">
            <a:spAutoFit/>
          </a:bodyPr>
          <a:lstStyle/>
          <a:p>
            <a:r>
              <a:rPr kumimoji="1" lang="ja-JP" altLang="en-US" sz="36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nvGrpSpPr>
          <p:cNvPr id="9" name="グループ化 8">
            <a:extLst>
              <a:ext uri="{FF2B5EF4-FFF2-40B4-BE49-F238E27FC236}">
                <a16:creationId xmlns:a16="http://schemas.microsoft.com/office/drawing/2014/main" id="{A237A55C-4331-B96E-594F-621A71BACDDD}"/>
              </a:ext>
            </a:extLst>
          </p:cNvPr>
          <p:cNvGrpSpPr/>
          <p:nvPr/>
        </p:nvGrpSpPr>
        <p:grpSpPr>
          <a:xfrm>
            <a:off x="9569319" y="2385076"/>
            <a:ext cx="1755710" cy="810206"/>
            <a:chOff x="9569319" y="887965"/>
            <a:chExt cx="1755710" cy="810206"/>
          </a:xfrm>
        </p:grpSpPr>
        <p:sp>
          <p:nvSpPr>
            <p:cNvPr id="10" name="四角形: 角を丸くする 9">
              <a:extLst>
                <a:ext uri="{FF2B5EF4-FFF2-40B4-BE49-F238E27FC236}">
                  <a16:creationId xmlns:a16="http://schemas.microsoft.com/office/drawing/2014/main" id="{160A355E-6C96-0723-BFFA-F96EA7F64367}"/>
                </a:ext>
              </a:extLst>
            </p:cNvPr>
            <p:cNvSpPr/>
            <p:nvPr/>
          </p:nvSpPr>
          <p:spPr>
            <a:xfrm>
              <a:off x="9569319" y="887965"/>
              <a:ext cx="1755710" cy="810206"/>
            </a:xfrm>
            <a:prstGeom prst="roundRect">
              <a:avLst>
                <a:gd name="adj" fmla="val 6428"/>
              </a:avLst>
            </a:prstGeom>
            <a:solidFill>
              <a:schemeClr val="tx1">
                <a:lumMod val="75000"/>
                <a:lumOff val="25000"/>
                <a:alpha val="80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1" name="テキスト ボックス 10">
              <a:extLst>
                <a:ext uri="{FF2B5EF4-FFF2-40B4-BE49-F238E27FC236}">
                  <a16:creationId xmlns:a16="http://schemas.microsoft.com/office/drawing/2014/main" id="{D32C84DA-8F37-7DF2-3FEB-DF1A28863A8E}"/>
                </a:ext>
              </a:extLst>
            </p:cNvPr>
            <p:cNvSpPr txBox="1"/>
            <p:nvPr/>
          </p:nvSpPr>
          <p:spPr>
            <a:xfrm>
              <a:off x="10713075" y="1293068"/>
              <a:ext cx="595035" cy="338554"/>
            </a:xfrm>
            <a:prstGeom prst="rect">
              <a:avLst/>
            </a:prstGeom>
            <a:noFill/>
          </p:spPr>
          <p:txBody>
            <a:bodyPr wrap="none" rtlCol="0">
              <a:spAutoFit/>
            </a:bodyPr>
            <a:lstStyle/>
            <a:p>
              <a:pPr algn="r"/>
              <a:r>
                <a:rPr lang="ja-JP" altLang="en-US" sz="16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回復</a:t>
              </a:r>
              <a:endParaRPr kumimoji="1" lang="en-US" altLang="ja-JP" sz="16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3" name="グループ化 12">
            <a:extLst>
              <a:ext uri="{FF2B5EF4-FFF2-40B4-BE49-F238E27FC236}">
                <a16:creationId xmlns:a16="http://schemas.microsoft.com/office/drawing/2014/main" id="{951CA990-31E4-E6B5-ED6D-ACDD72EFE3A2}"/>
              </a:ext>
            </a:extLst>
          </p:cNvPr>
          <p:cNvGrpSpPr/>
          <p:nvPr/>
        </p:nvGrpSpPr>
        <p:grpSpPr>
          <a:xfrm>
            <a:off x="9569319" y="3698488"/>
            <a:ext cx="1755710" cy="810206"/>
            <a:chOff x="9569319" y="887965"/>
            <a:chExt cx="1755710" cy="810206"/>
          </a:xfrm>
        </p:grpSpPr>
        <p:sp>
          <p:nvSpPr>
            <p:cNvPr id="14" name="四角形: 角を丸くする 13">
              <a:extLst>
                <a:ext uri="{FF2B5EF4-FFF2-40B4-BE49-F238E27FC236}">
                  <a16:creationId xmlns:a16="http://schemas.microsoft.com/office/drawing/2014/main" id="{16713BB9-9D99-6C70-98E5-B149D71627BF}"/>
                </a:ext>
              </a:extLst>
            </p:cNvPr>
            <p:cNvSpPr/>
            <p:nvPr/>
          </p:nvSpPr>
          <p:spPr>
            <a:xfrm>
              <a:off x="9569319" y="887965"/>
              <a:ext cx="1755710" cy="810206"/>
            </a:xfrm>
            <a:prstGeom prst="roundRect">
              <a:avLst>
                <a:gd name="adj" fmla="val 6428"/>
              </a:avLst>
            </a:prstGeom>
            <a:solidFill>
              <a:schemeClr val="tx1">
                <a:lumMod val="75000"/>
                <a:lumOff val="25000"/>
                <a:alpha val="8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5" name="テキスト ボックス 14">
              <a:extLst>
                <a:ext uri="{FF2B5EF4-FFF2-40B4-BE49-F238E27FC236}">
                  <a16:creationId xmlns:a16="http://schemas.microsoft.com/office/drawing/2014/main" id="{F91B5AB2-163F-A216-68BC-0847EEB4CA9B}"/>
                </a:ext>
              </a:extLst>
            </p:cNvPr>
            <p:cNvSpPr txBox="1"/>
            <p:nvPr/>
          </p:nvSpPr>
          <p:spPr>
            <a:xfrm>
              <a:off x="10507890" y="1293068"/>
              <a:ext cx="800220" cy="338554"/>
            </a:xfrm>
            <a:prstGeom prst="rect">
              <a:avLst/>
            </a:prstGeom>
            <a:noFill/>
          </p:spPr>
          <p:txBody>
            <a:bodyPr wrap="none" rtlCol="0">
              <a:spAutoFit/>
            </a:bodyPr>
            <a:lstStyle/>
            <a:p>
              <a:pPr algn="r"/>
              <a:r>
                <a:rPr lang="ja-JP" altLang="en-US" sz="16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a:t>
              </a:r>
              <a:endParaRPr kumimoji="1" lang="en-US" altLang="ja-JP" sz="16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pic>
        <p:nvPicPr>
          <p:cNvPr id="16" name="図 15" descr="アイコン&#10;&#10;AI 生成コンテンツは誤りを含む可能性があります。">
            <a:extLst>
              <a:ext uri="{FF2B5EF4-FFF2-40B4-BE49-F238E27FC236}">
                <a16:creationId xmlns:a16="http://schemas.microsoft.com/office/drawing/2014/main" id="{B61711D0-186E-E517-689A-0E53BE2F6CE3}"/>
              </a:ext>
            </a:extLst>
          </p:cNvPr>
          <p:cNvPicPr>
            <a:picLocks noChangeAspect="1"/>
          </p:cNvPicPr>
          <p:nvPr/>
        </p:nvPicPr>
        <p:blipFill>
          <a:blip r:embed="rId3">
            <a:lum bright="70000" contrast="-70000"/>
            <a:extLst>
              <a:ext uri="{28A0092B-C50C-407E-A947-70E740481C1C}">
                <a14:useLocalDpi xmlns:a14="http://schemas.microsoft.com/office/drawing/2010/main" val="0"/>
              </a:ext>
            </a:extLst>
          </a:blip>
          <a:stretch>
            <a:fillRect/>
          </a:stretch>
        </p:blipFill>
        <p:spPr>
          <a:xfrm>
            <a:off x="9711869" y="3705941"/>
            <a:ext cx="810206" cy="810206"/>
          </a:xfrm>
          <a:prstGeom prst="rect">
            <a:avLst/>
          </a:prstGeom>
        </p:spPr>
      </p:pic>
      <p:pic>
        <p:nvPicPr>
          <p:cNvPr id="17" name="図 16">
            <a:extLst>
              <a:ext uri="{FF2B5EF4-FFF2-40B4-BE49-F238E27FC236}">
                <a16:creationId xmlns:a16="http://schemas.microsoft.com/office/drawing/2014/main" id="{D86DE213-433B-6C64-E59F-C3AF0B33A33A}"/>
              </a:ext>
            </a:extLst>
          </p:cNvPr>
          <p:cNvPicPr>
            <a:picLocks noChangeAspect="1"/>
          </p:cNvPicPr>
          <p:nvPr/>
        </p:nvPicPr>
        <p:blipFill>
          <a:blip r:embed="rId4">
            <a:lum bright="70000" contrast="-70000"/>
            <a:extLst>
              <a:ext uri="{28A0092B-C50C-407E-A947-70E740481C1C}">
                <a14:useLocalDpi xmlns:a14="http://schemas.microsoft.com/office/drawing/2010/main" val="0"/>
              </a:ext>
            </a:extLst>
          </a:blip>
          <a:srcRect l="52651" t="22678" r="27395" b="50636"/>
          <a:stretch>
            <a:fillRect/>
          </a:stretch>
        </p:blipFill>
        <p:spPr>
          <a:xfrm>
            <a:off x="9855544" y="2567145"/>
            <a:ext cx="524800" cy="486373"/>
          </a:xfrm>
          <a:prstGeom prst="rect">
            <a:avLst/>
          </a:prstGeom>
        </p:spPr>
      </p:pic>
      <p:grpSp>
        <p:nvGrpSpPr>
          <p:cNvPr id="8" name="グループ化 7">
            <a:extLst>
              <a:ext uri="{FF2B5EF4-FFF2-40B4-BE49-F238E27FC236}">
                <a16:creationId xmlns:a16="http://schemas.microsoft.com/office/drawing/2014/main" id="{80CB0C52-5F70-F498-8C62-7D606635FD80}"/>
              </a:ext>
            </a:extLst>
          </p:cNvPr>
          <p:cNvGrpSpPr/>
          <p:nvPr/>
        </p:nvGrpSpPr>
        <p:grpSpPr>
          <a:xfrm>
            <a:off x="3142942" y="5257827"/>
            <a:ext cx="3731170" cy="598799"/>
            <a:chOff x="2964023" y="5011901"/>
            <a:chExt cx="4138701" cy="664202"/>
          </a:xfrm>
        </p:grpSpPr>
        <p:sp>
          <p:nvSpPr>
            <p:cNvPr id="2" name="二等辺三角形 1">
              <a:extLst>
                <a:ext uri="{FF2B5EF4-FFF2-40B4-BE49-F238E27FC236}">
                  <a16:creationId xmlns:a16="http://schemas.microsoft.com/office/drawing/2014/main" id="{7FC7B9DA-F503-0458-B1E2-BB836DB7D818}"/>
                </a:ext>
              </a:extLst>
            </p:cNvPr>
            <p:cNvSpPr/>
            <p:nvPr/>
          </p:nvSpPr>
          <p:spPr>
            <a:xfrm rot="16200000">
              <a:off x="2973137" y="5002787"/>
              <a:ext cx="664202" cy="682430"/>
            </a:xfrm>
            <a:prstGeom prst="triangle">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3" name="二等辺三角形 2">
              <a:extLst>
                <a:ext uri="{FF2B5EF4-FFF2-40B4-BE49-F238E27FC236}">
                  <a16:creationId xmlns:a16="http://schemas.microsoft.com/office/drawing/2014/main" id="{54B76833-3801-6F32-346A-2A82B36FC8F9}"/>
                </a:ext>
              </a:extLst>
            </p:cNvPr>
            <p:cNvSpPr/>
            <p:nvPr/>
          </p:nvSpPr>
          <p:spPr>
            <a:xfrm rot="5400000" flipH="1">
              <a:off x="6429408" y="5002787"/>
              <a:ext cx="664202" cy="682430"/>
            </a:xfrm>
            <a:prstGeom prst="triangle">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4" name="テキスト ボックス 3">
              <a:extLst>
                <a:ext uri="{FF2B5EF4-FFF2-40B4-BE49-F238E27FC236}">
                  <a16:creationId xmlns:a16="http://schemas.microsoft.com/office/drawing/2014/main" id="{B65EE77A-49ED-E880-FB25-6BE27E84C468}"/>
                </a:ext>
              </a:extLst>
            </p:cNvPr>
            <p:cNvSpPr txBox="1"/>
            <p:nvPr/>
          </p:nvSpPr>
          <p:spPr>
            <a:xfrm>
              <a:off x="4134371" y="5027649"/>
              <a:ext cx="1798005" cy="580368"/>
            </a:xfrm>
            <a:prstGeom prst="rect">
              <a:avLst/>
            </a:prstGeom>
            <a:noFill/>
          </p:spPr>
          <p:txBody>
            <a:bodyPr wrap="none" rtlCol="0">
              <a:spAutoFit/>
            </a:bodyPr>
            <a:lstStyle/>
            <a:p>
              <a:pPr algn="ctr"/>
              <a:r>
                <a:rPr lang="ja-JP" altLang="en-US" sz="2800" b="1" dirty="0">
                  <a:solidFill>
                    <a:schemeClr val="accent6">
                      <a:lumMod val="60000"/>
                      <a:lumOff val="40000"/>
                    </a:schemeClr>
                  </a:solidFill>
                  <a:latin typeface="原稿用標準書体" panose="03000503000000000000" pitchFamily="66" charset="-128"/>
                  <a:ea typeface="原稿用標準書体" panose="03000503000000000000" pitchFamily="66" charset="-128"/>
                </a:rPr>
                <a:t>キャラ名</a:t>
              </a:r>
            </a:p>
          </p:txBody>
        </p:sp>
      </p:grpSp>
      <p:grpSp>
        <p:nvGrpSpPr>
          <p:cNvPr id="5" name="グループ化 4">
            <a:extLst>
              <a:ext uri="{FF2B5EF4-FFF2-40B4-BE49-F238E27FC236}">
                <a16:creationId xmlns:a16="http://schemas.microsoft.com/office/drawing/2014/main" id="{55545968-BE41-AD34-B0CC-93FF44E354C8}"/>
              </a:ext>
            </a:extLst>
          </p:cNvPr>
          <p:cNvGrpSpPr/>
          <p:nvPr/>
        </p:nvGrpSpPr>
        <p:grpSpPr>
          <a:xfrm>
            <a:off x="3501290" y="3921140"/>
            <a:ext cx="2392001" cy="739567"/>
            <a:chOff x="5227712" y="3336557"/>
            <a:chExt cx="1813814" cy="739567"/>
          </a:xfrm>
        </p:grpSpPr>
        <p:sp>
          <p:nvSpPr>
            <p:cNvPr id="27" name="テキスト ボックス 26">
              <a:extLst>
                <a:ext uri="{FF2B5EF4-FFF2-40B4-BE49-F238E27FC236}">
                  <a16:creationId xmlns:a16="http://schemas.microsoft.com/office/drawing/2014/main" id="{D7FA3BDA-CB9C-7147-C6FC-37DC5243B64E}"/>
                </a:ext>
              </a:extLst>
            </p:cNvPr>
            <p:cNvSpPr txBox="1"/>
            <p:nvPr/>
          </p:nvSpPr>
          <p:spPr>
            <a:xfrm>
              <a:off x="5227712" y="3336557"/>
              <a:ext cx="1813814" cy="461665"/>
            </a:xfrm>
            <a:prstGeom prst="rect">
              <a:avLst/>
            </a:prstGeom>
            <a:noFill/>
          </p:spPr>
          <p:txBody>
            <a:bodyPr wrap="none" rtlCol="0">
              <a:spAutoFit/>
            </a:bodyPr>
            <a:lstStyle/>
            <a:p>
              <a:r>
                <a:rPr lang="en-US" altLang="ja-JP" b="1" dirty="0">
                  <a:solidFill>
                    <a:schemeClr val="bg1">
                      <a:lumMod val="95000"/>
                    </a:schemeClr>
                  </a:solidFill>
                  <a:latin typeface="原稿用標準書体" panose="03000503000000000000" pitchFamily="66" charset="-128"/>
                  <a:ea typeface="原稿用標準書体" panose="03000503000000000000" pitchFamily="66" charset="-128"/>
                </a:rPr>
                <a:t>ATK</a:t>
              </a:r>
              <a:r>
                <a:rPr lang="ja-JP" altLang="en-US" b="1" dirty="0">
                  <a:solidFill>
                    <a:schemeClr val="bg1">
                      <a:lumMod val="95000"/>
                    </a:schemeClr>
                  </a:solidFill>
                  <a:latin typeface="原稿用標準書体" panose="03000503000000000000" pitchFamily="66" charset="-128"/>
                  <a:ea typeface="原稿用標準書体" panose="03000503000000000000" pitchFamily="66" charset="-128"/>
                </a:rPr>
                <a:t>：</a:t>
              </a:r>
              <a:r>
                <a:rPr lang="en-US" altLang="ja-JP" sz="2400" b="1" dirty="0">
                  <a:solidFill>
                    <a:schemeClr val="bg1">
                      <a:lumMod val="95000"/>
                    </a:schemeClr>
                  </a:solidFill>
                  <a:latin typeface="原稿用標準書体" panose="03000503000000000000" pitchFamily="66" charset="-128"/>
                  <a:ea typeface="原稿用標準書体" panose="03000503000000000000" pitchFamily="66" charset="-128"/>
                </a:rPr>
                <a:t>0000</a:t>
              </a:r>
              <a:r>
                <a:rPr lang="en-US" altLang="ja-JP" sz="2400" b="1" dirty="0">
                  <a:solidFill>
                    <a:schemeClr val="accent6">
                      <a:lumMod val="60000"/>
                      <a:lumOff val="40000"/>
                    </a:schemeClr>
                  </a:solidFill>
                  <a:latin typeface="原稿用標準書体" panose="03000503000000000000" pitchFamily="66" charset="-128"/>
                  <a:ea typeface="原稿用標準書体" panose="03000503000000000000" pitchFamily="66" charset="-128"/>
                </a:rPr>
                <a:t>(</a:t>
              </a:r>
              <a:r>
                <a:rPr lang="ja-JP" altLang="en-US" sz="1600" b="1" dirty="0">
                  <a:solidFill>
                    <a:schemeClr val="accent6">
                      <a:lumMod val="60000"/>
                      <a:lumOff val="40000"/>
                    </a:schemeClr>
                  </a:solidFill>
                  <a:latin typeface="原稿用標準書体" panose="03000503000000000000" pitchFamily="66" charset="-128"/>
                  <a:ea typeface="原稿用標準書体" panose="03000503000000000000" pitchFamily="66" charset="-128"/>
                </a:rPr>
                <a:t>↓</a:t>
              </a:r>
              <a:r>
                <a:rPr lang="en-US" altLang="ja-JP" sz="2400" b="1" dirty="0">
                  <a:solidFill>
                    <a:schemeClr val="accent6">
                      <a:lumMod val="60000"/>
                      <a:lumOff val="40000"/>
                    </a:schemeClr>
                  </a:solidFill>
                  <a:latin typeface="原稿用標準書体" panose="03000503000000000000" pitchFamily="66" charset="-128"/>
                  <a:ea typeface="原稿用標準書体" panose="03000503000000000000" pitchFamily="66" charset="-128"/>
                </a:rPr>
                <a:t>000)</a:t>
              </a:r>
              <a:endParaRPr lang="en-US" altLang="ja-JP" b="1" dirty="0">
                <a:solidFill>
                  <a:schemeClr val="accent6">
                    <a:lumMod val="60000"/>
                    <a:lumOff val="40000"/>
                  </a:schemeClr>
                </a:solidFill>
                <a:latin typeface="原稿用標準書体" panose="03000503000000000000" pitchFamily="66" charset="-128"/>
                <a:ea typeface="原稿用標準書体" panose="03000503000000000000" pitchFamily="66" charset="-128"/>
              </a:endParaRPr>
            </a:p>
          </p:txBody>
        </p:sp>
        <p:sp>
          <p:nvSpPr>
            <p:cNvPr id="29" name="四角形: 角を丸くする 28">
              <a:extLst>
                <a:ext uri="{FF2B5EF4-FFF2-40B4-BE49-F238E27FC236}">
                  <a16:creationId xmlns:a16="http://schemas.microsoft.com/office/drawing/2014/main" id="{35A4AD11-CBB7-4B71-23E9-0B539B18B745}"/>
                </a:ext>
              </a:extLst>
            </p:cNvPr>
            <p:cNvSpPr/>
            <p:nvPr/>
          </p:nvSpPr>
          <p:spPr>
            <a:xfrm rot="5400000">
              <a:off x="5960059" y="3060665"/>
              <a:ext cx="283112" cy="1747806"/>
            </a:xfrm>
            <a:prstGeom prst="roundRect">
              <a:avLst>
                <a:gd name="adj" fmla="val 9570"/>
              </a:avLst>
            </a:prstGeom>
            <a:solidFill>
              <a:schemeClr val="accent1"/>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sp>
        <p:nvSpPr>
          <p:cNvPr id="32" name="四角形: 角を丸くする 31">
            <a:extLst>
              <a:ext uri="{FF2B5EF4-FFF2-40B4-BE49-F238E27FC236}">
                <a16:creationId xmlns:a16="http://schemas.microsoft.com/office/drawing/2014/main" id="{2AEC0CF9-9DF7-B9F1-5AB1-C8802F6737A6}"/>
              </a:ext>
            </a:extLst>
          </p:cNvPr>
          <p:cNvSpPr/>
          <p:nvPr/>
        </p:nvSpPr>
        <p:spPr>
          <a:xfrm>
            <a:off x="3325331" y="2154309"/>
            <a:ext cx="2861918" cy="2695213"/>
          </a:xfrm>
          <a:prstGeom prst="roundRect">
            <a:avLst>
              <a:gd name="adj" fmla="val 5178"/>
            </a:avLst>
          </a:prstGeom>
          <a:no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37" name="四角形: 角を丸くする 36">
            <a:extLst>
              <a:ext uri="{FF2B5EF4-FFF2-40B4-BE49-F238E27FC236}">
                <a16:creationId xmlns:a16="http://schemas.microsoft.com/office/drawing/2014/main" id="{E1754C01-0FB3-89F8-714B-2636ABD1AED4}"/>
              </a:ext>
            </a:extLst>
          </p:cNvPr>
          <p:cNvSpPr/>
          <p:nvPr/>
        </p:nvSpPr>
        <p:spPr>
          <a:xfrm>
            <a:off x="3579101" y="1692644"/>
            <a:ext cx="2379811" cy="461665"/>
          </a:xfrm>
          <a:prstGeom prst="roundRect">
            <a:avLst/>
          </a:prstGeom>
          <a:solidFill>
            <a:schemeClr val="bg1">
              <a:lumMod val="95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rPr>
              <a:t>現状パラメータ</a:t>
            </a:r>
          </a:p>
        </p:txBody>
      </p:sp>
      <p:grpSp>
        <p:nvGrpSpPr>
          <p:cNvPr id="38" name="グループ化 37">
            <a:extLst>
              <a:ext uri="{FF2B5EF4-FFF2-40B4-BE49-F238E27FC236}">
                <a16:creationId xmlns:a16="http://schemas.microsoft.com/office/drawing/2014/main" id="{EF90C03C-33BC-707C-2D18-C683FD11A517}"/>
              </a:ext>
            </a:extLst>
          </p:cNvPr>
          <p:cNvGrpSpPr/>
          <p:nvPr/>
        </p:nvGrpSpPr>
        <p:grpSpPr>
          <a:xfrm>
            <a:off x="3501292" y="3069862"/>
            <a:ext cx="2351926" cy="738164"/>
            <a:chOff x="5227711" y="2418059"/>
            <a:chExt cx="1783425" cy="738164"/>
          </a:xfrm>
        </p:grpSpPr>
        <p:sp>
          <p:nvSpPr>
            <p:cNvPr id="42" name="テキスト ボックス 41">
              <a:extLst>
                <a:ext uri="{FF2B5EF4-FFF2-40B4-BE49-F238E27FC236}">
                  <a16:creationId xmlns:a16="http://schemas.microsoft.com/office/drawing/2014/main" id="{BC23B9B9-A4C0-6376-3EBF-0F92360C75AD}"/>
                </a:ext>
              </a:extLst>
            </p:cNvPr>
            <p:cNvSpPr txBox="1"/>
            <p:nvPr/>
          </p:nvSpPr>
          <p:spPr>
            <a:xfrm>
              <a:off x="5227711" y="2418059"/>
              <a:ext cx="1783425" cy="461665"/>
            </a:xfrm>
            <a:prstGeom prst="rect">
              <a:avLst/>
            </a:prstGeom>
            <a:noFill/>
          </p:spPr>
          <p:txBody>
            <a:bodyPr wrap="none" rtlCol="0">
              <a:spAutoFit/>
            </a:bodyPr>
            <a:lstStyle/>
            <a:p>
              <a:r>
                <a:rPr lang="en-US" altLang="ja-JP" b="1" dirty="0">
                  <a:solidFill>
                    <a:schemeClr val="bg1">
                      <a:lumMod val="95000"/>
                    </a:schemeClr>
                  </a:solidFill>
                  <a:latin typeface="原稿用標準書体" panose="03000503000000000000" pitchFamily="66" charset="-128"/>
                  <a:ea typeface="原稿用標準書体" panose="03000503000000000000" pitchFamily="66" charset="-128"/>
                </a:rPr>
                <a:t>SPD</a:t>
              </a:r>
              <a:r>
                <a:rPr lang="ja-JP" altLang="en-US" b="1" dirty="0">
                  <a:solidFill>
                    <a:schemeClr val="bg1">
                      <a:lumMod val="95000"/>
                    </a:schemeClr>
                  </a:solidFill>
                  <a:latin typeface="原稿用標準書体" panose="03000503000000000000" pitchFamily="66" charset="-128"/>
                  <a:ea typeface="原稿用標準書体" panose="03000503000000000000" pitchFamily="66" charset="-128"/>
                </a:rPr>
                <a:t>：</a:t>
              </a:r>
              <a:r>
                <a:rPr lang="en-US" altLang="ja-JP" sz="2400" b="1" dirty="0">
                  <a:solidFill>
                    <a:schemeClr val="bg1">
                      <a:lumMod val="95000"/>
                    </a:schemeClr>
                  </a:solidFill>
                  <a:latin typeface="原稿用標準書体" panose="03000503000000000000" pitchFamily="66" charset="-128"/>
                  <a:ea typeface="原稿用標準書体" panose="03000503000000000000" pitchFamily="66" charset="-128"/>
                </a:rPr>
                <a:t>0000</a:t>
              </a:r>
              <a:r>
                <a:rPr lang="en-US" altLang="ja-JP" sz="2400" b="1" dirty="0">
                  <a:solidFill>
                    <a:schemeClr val="accent2"/>
                  </a:solidFill>
                  <a:latin typeface="原稿用標準書体" panose="03000503000000000000" pitchFamily="66" charset="-128"/>
                  <a:ea typeface="原稿用標準書体" panose="03000503000000000000" pitchFamily="66" charset="-128"/>
                </a:rPr>
                <a:t>(</a:t>
              </a:r>
              <a:r>
                <a:rPr lang="ja-JP" altLang="en-US" sz="1600" b="1" dirty="0">
                  <a:solidFill>
                    <a:schemeClr val="accent2"/>
                  </a:solidFill>
                  <a:latin typeface="原稿用標準書体" panose="03000503000000000000" pitchFamily="66" charset="-128"/>
                  <a:ea typeface="原稿用標準書体" panose="03000503000000000000" pitchFamily="66" charset="-128"/>
                </a:rPr>
                <a:t>↑</a:t>
              </a:r>
              <a:r>
                <a:rPr lang="en-US" altLang="ja-JP" sz="2400" b="1" dirty="0">
                  <a:solidFill>
                    <a:schemeClr val="accent2"/>
                  </a:solidFill>
                  <a:latin typeface="原稿用標準書体" panose="03000503000000000000" pitchFamily="66" charset="-128"/>
                  <a:ea typeface="原稿用標準書体" panose="03000503000000000000" pitchFamily="66" charset="-128"/>
                </a:rPr>
                <a:t>000)</a:t>
              </a:r>
              <a:endParaRPr lang="en-US" altLang="ja-JP"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43" name="四角形: 角を丸くする 42">
              <a:extLst>
                <a:ext uri="{FF2B5EF4-FFF2-40B4-BE49-F238E27FC236}">
                  <a16:creationId xmlns:a16="http://schemas.microsoft.com/office/drawing/2014/main" id="{0B84D772-CF20-7C7B-432A-84A83121C813}"/>
                </a:ext>
              </a:extLst>
            </p:cNvPr>
            <p:cNvSpPr/>
            <p:nvPr/>
          </p:nvSpPr>
          <p:spPr>
            <a:xfrm rot="5400000">
              <a:off x="5960059" y="2140764"/>
              <a:ext cx="283112" cy="1747806"/>
            </a:xfrm>
            <a:prstGeom prst="roundRect">
              <a:avLst>
                <a:gd name="adj" fmla="val 9570"/>
              </a:avLst>
            </a:prstGeom>
            <a:solidFill>
              <a:schemeClr val="accent5"/>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45" name="グループ化 44">
            <a:extLst>
              <a:ext uri="{FF2B5EF4-FFF2-40B4-BE49-F238E27FC236}">
                <a16:creationId xmlns:a16="http://schemas.microsoft.com/office/drawing/2014/main" id="{D23B983E-9D8E-888D-6B44-8952B7E30492}"/>
              </a:ext>
            </a:extLst>
          </p:cNvPr>
          <p:cNvGrpSpPr/>
          <p:nvPr/>
        </p:nvGrpSpPr>
        <p:grpSpPr>
          <a:xfrm>
            <a:off x="3501291" y="2247489"/>
            <a:ext cx="2304952" cy="741471"/>
            <a:chOff x="5227712" y="1484774"/>
            <a:chExt cx="1747806" cy="741471"/>
          </a:xfrm>
        </p:grpSpPr>
        <p:sp>
          <p:nvSpPr>
            <p:cNvPr id="47" name="テキスト ボックス 46">
              <a:extLst>
                <a:ext uri="{FF2B5EF4-FFF2-40B4-BE49-F238E27FC236}">
                  <a16:creationId xmlns:a16="http://schemas.microsoft.com/office/drawing/2014/main" id="{20D3611C-8989-CA03-65F4-2F83AC850459}"/>
                </a:ext>
              </a:extLst>
            </p:cNvPr>
            <p:cNvSpPr txBox="1"/>
            <p:nvPr/>
          </p:nvSpPr>
          <p:spPr>
            <a:xfrm>
              <a:off x="5227712" y="1484774"/>
              <a:ext cx="1703201" cy="461665"/>
            </a:xfrm>
            <a:prstGeom prst="rect">
              <a:avLst/>
            </a:prstGeom>
            <a:noFill/>
          </p:spPr>
          <p:txBody>
            <a:bodyPr wrap="none" rtlCol="0">
              <a:spAutoFit/>
            </a:bodyPr>
            <a:lstStyle/>
            <a:p>
              <a:r>
                <a:rPr lang="en-US" altLang="ja-JP" b="1" dirty="0">
                  <a:solidFill>
                    <a:schemeClr val="bg1">
                      <a:lumMod val="95000"/>
                    </a:schemeClr>
                  </a:solidFill>
                  <a:latin typeface="原稿用標準書体" panose="03000503000000000000" pitchFamily="66" charset="-128"/>
                  <a:ea typeface="原稿用標準書体" panose="03000503000000000000" pitchFamily="66" charset="-128"/>
                </a:rPr>
                <a:t>HP</a:t>
              </a:r>
              <a:r>
                <a:rPr lang="ja-JP" altLang="en-US" b="1" dirty="0">
                  <a:solidFill>
                    <a:schemeClr val="bg1">
                      <a:lumMod val="95000"/>
                    </a:schemeClr>
                  </a:solidFill>
                  <a:latin typeface="原稿用標準書体" panose="03000503000000000000" pitchFamily="66" charset="-128"/>
                  <a:ea typeface="原稿用標準書体" panose="03000503000000000000" pitchFamily="66" charset="-128"/>
                </a:rPr>
                <a:t>：</a:t>
              </a:r>
              <a:r>
                <a:rPr lang="en-US" altLang="ja-JP" sz="2400" b="1" dirty="0">
                  <a:solidFill>
                    <a:schemeClr val="bg1">
                      <a:lumMod val="95000"/>
                    </a:schemeClr>
                  </a:solidFill>
                  <a:latin typeface="原稿用標準書体" panose="03000503000000000000" pitchFamily="66" charset="-128"/>
                  <a:ea typeface="原稿用標準書体" panose="03000503000000000000" pitchFamily="66" charset="-128"/>
                </a:rPr>
                <a:t>0000</a:t>
              </a:r>
              <a:r>
                <a:rPr lang="en-US" altLang="ja-JP" sz="2400" b="1" dirty="0">
                  <a:solidFill>
                    <a:schemeClr val="accent2"/>
                  </a:solidFill>
                  <a:latin typeface="原稿用標準書体" panose="03000503000000000000" pitchFamily="66" charset="-128"/>
                  <a:ea typeface="原稿用標準書体" panose="03000503000000000000" pitchFamily="66" charset="-128"/>
                </a:rPr>
                <a:t>(</a:t>
              </a:r>
              <a:r>
                <a:rPr lang="ja-JP" altLang="en-US" sz="1600" b="1" dirty="0">
                  <a:solidFill>
                    <a:schemeClr val="accent2"/>
                  </a:solidFill>
                  <a:latin typeface="原稿用標準書体" panose="03000503000000000000" pitchFamily="66" charset="-128"/>
                  <a:ea typeface="原稿用標準書体" panose="03000503000000000000" pitchFamily="66" charset="-128"/>
                </a:rPr>
                <a:t>↑</a:t>
              </a:r>
              <a:r>
                <a:rPr lang="en-US" altLang="ja-JP" sz="2400" b="1" dirty="0">
                  <a:solidFill>
                    <a:schemeClr val="accent2"/>
                  </a:solidFill>
                  <a:latin typeface="原稿用標準書体" panose="03000503000000000000" pitchFamily="66" charset="-128"/>
                  <a:ea typeface="原稿用標準書体" panose="03000503000000000000" pitchFamily="66" charset="-128"/>
                </a:rPr>
                <a:t>000)</a:t>
              </a:r>
              <a:endParaRPr lang="en-US" altLang="ja-JP" b="1" dirty="0">
                <a:solidFill>
                  <a:schemeClr val="accent2"/>
                </a:solidFill>
                <a:latin typeface="原稿用標準書体" panose="03000503000000000000" pitchFamily="66" charset="-128"/>
                <a:ea typeface="原稿用標準書体" panose="03000503000000000000" pitchFamily="66" charset="-128"/>
              </a:endParaRPr>
            </a:p>
          </p:txBody>
        </p:sp>
        <p:sp>
          <p:nvSpPr>
            <p:cNvPr id="48" name="四角形: 角を丸くする 47">
              <a:extLst>
                <a:ext uri="{FF2B5EF4-FFF2-40B4-BE49-F238E27FC236}">
                  <a16:creationId xmlns:a16="http://schemas.microsoft.com/office/drawing/2014/main" id="{17B63851-129A-B298-3FC7-F27756EF5DFF}"/>
                </a:ext>
              </a:extLst>
            </p:cNvPr>
            <p:cNvSpPr/>
            <p:nvPr/>
          </p:nvSpPr>
          <p:spPr>
            <a:xfrm rot="5400000">
              <a:off x="5960059" y="1210786"/>
              <a:ext cx="283112" cy="1747806"/>
            </a:xfrm>
            <a:prstGeom prst="roundRect">
              <a:avLst>
                <a:gd name="adj" fmla="val 9570"/>
              </a:avLst>
            </a:prstGeom>
            <a:solidFill>
              <a:srgbClr val="1CB71D"/>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sp>
        <p:nvSpPr>
          <p:cNvPr id="49" name="四角形: 角を丸くする 48">
            <a:extLst>
              <a:ext uri="{FF2B5EF4-FFF2-40B4-BE49-F238E27FC236}">
                <a16:creationId xmlns:a16="http://schemas.microsoft.com/office/drawing/2014/main" id="{5D9A12A4-7754-03CE-1B5D-3B2DA7793214}"/>
              </a:ext>
            </a:extLst>
          </p:cNvPr>
          <p:cNvSpPr/>
          <p:nvPr/>
        </p:nvSpPr>
        <p:spPr>
          <a:xfrm rot="5400000">
            <a:off x="5366597" y="2549310"/>
            <a:ext cx="283112" cy="596180"/>
          </a:xfrm>
          <a:prstGeom prst="roundRect">
            <a:avLst>
              <a:gd name="adj" fmla="val 9570"/>
            </a:avLst>
          </a:prstGeom>
          <a:solidFill>
            <a:schemeClr val="accent2"/>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0" name="四角形: 角を丸くする 49">
            <a:extLst>
              <a:ext uri="{FF2B5EF4-FFF2-40B4-BE49-F238E27FC236}">
                <a16:creationId xmlns:a16="http://schemas.microsoft.com/office/drawing/2014/main" id="{A77D6BCD-FE37-19F2-5DDD-CAE284438D36}"/>
              </a:ext>
            </a:extLst>
          </p:cNvPr>
          <p:cNvSpPr/>
          <p:nvPr/>
        </p:nvSpPr>
        <p:spPr>
          <a:xfrm rot="5400000">
            <a:off x="5252297" y="3253086"/>
            <a:ext cx="283112" cy="824780"/>
          </a:xfrm>
          <a:prstGeom prst="roundRect">
            <a:avLst>
              <a:gd name="adj" fmla="val 9570"/>
            </a:avLst>
          </a:prstGeom>
          <a:solidFill>
            <a:schemeClr val="accent2"/>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7" name="四角形: 角を丸くする 56">
            <a:extLst>
              <a:ext uri="{FF2B5EF4-FFF2-40B4-BE49-F238E27FC236}">
                <a16:creationId xmlns:a16="http://schemas.microsoft.com/office/drawing/2014/main" id="{E90E28FC-D8E9-8B23-7585-CB6E7472382F}"/>
              </a:ext>
            </a:extLst>
          </p:cNvPr>
          <p:cNvSpPr/>
          <p:nvPr/>
        </p:nvSpPr>
        <p:spPr>
          <a:xfrm rot="5400000">
            <a:off x="5366596" y="4221061"/>
            <a:ext cx="283112" cy="596180"/>
          </a:xfrm>
          <a:prstGeom prst="roundRect">
            <a:avLst>
              <a:gd name="adj" fmla="val 9570"/>
            </a:avLst>
          </a:prstGeom>
          <a:solidFill>
            <a:schemeClr val="accent6">
              <a:lumMod val="60000"/>
              <a:lumOff val="40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26" name="グループ化 25">
            <a:extLst>
              <a:ext uri="{FF2B5EF4-FFF2-40B4-BE49-F238E27FC236}">
                <a16:creationId xmlns:a16="http://schemas.microsoft.com/office/drawing/2014/main" id="{0F9E3F9F-D456-7AB5-C6D8-08B2F866DF7E}"/>
              </a:ext>
            </a:extLst>
          </p:cNvPr>
          <p:cNvGrpSpPr/>
          <p:nvPr/>
        </p:nvGrpSpPr>
        <p:grpSpPr>
          <a:xfrm>
            <a:off x="954531" y="1715367"/>
            <a:ext cx="2097798" cy="3390033"/>
            <a:chOff x="954531" y="1715367"/>
            <a:chExt cx="2097798" cy="3390033"/>
          </a:xfrm>
        </p:grpSpPr>
        <p:sp>
          <p:nvSpPr>
            <p:cNvPr id="62" name="四角形: 角を丸くする 61">
              <a:extLst>
                <a:ext uri="{FF2B5EF4-FFF2-40B4-BE49-F238E27FC236}">
                  <a16:creationId xmlns:a16="http://schemas.microsoft.com/office/drawing/2014/main" id="{454A64DD-7326-D92D-99A8-6317543A4EC6}"/>
                </a:ext>
              </a:extLst>
            </p:cNvPr>
            <p:cNvSpPr/>
            <p:nvPr/>
          </p:nvSpPr>
          <p:spPr>
            <a:xfrm>
              <a:off x="1091418" y="1715367"/>
              <a:ext cx="1947688" cy="3390033"/>
            </a:xfrm>
            <a:prstGeom prst="roundRect">
              <a:avLst>
                <a:gd name="adj" fmla="val 5178"/>
              </a:avLst>
            </a:prstGeom>
            <a:solidFill>
              <a:schemeClr val="bg1">
                <a:lumMod val="85000"/>
                <a:alpha val="4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pic>
          <p:nvPicPr>
            <p:cNvPr id="7" name="図 6">
              <a:extLst>
                <a:ext uri="{FF2B5EF4-FFF2-40B4-BE49-F238E27FC236}">
                  <a16:creationId xmlns:a16="http://schemas.microsoft.com/office/drawing/2014/main" id="{0DACDEC7-6724-242F-F58F-B66A234F5413}"/>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54531" y="1948344"/>
              <a:ext cx="2097798" cy="2961311"/>
            </a:xfrm>
            <a:prstGeom prst="rect">
              <a:avLst/>
            </a:prstGeom>
          </p:spPr>
        </p:pic>
      </p:grpSp>
      <p:sp>
        <p:nvSpPr>
          <p:cNvPr id="63" name="テキスト ボックス 62">
            <a:extLst>
              <a:ext uri="{FF2B5EF4-FFF2-40B4-BE49-F238E27FC236}">
                <a16:creationId xmlns:a16="http://schemas.microsoft.com/office/drawing/2014/main" id="{9E761FDF-E11B-951C-E0D4-7FC9B044A0AE}"/>
              </a:ext>
            </a:extLst>
          </p:cNvPr>
          <p:cNvSpPr txBox="1"/>
          <p:nvPr/>
        </p:nvSpPr>
        <p:spPr>
          <a:xfrm>
            <a:off x="8123083" y="998923"/>
            <a:ext cx="902811" cy="523220"/>
          </a:xfrm>
          <a:prstGeom prst="rect">
            <a:avLst/>
          </a:prstGeom>
          <a:noFill/>
        </p:spPr>
        <p:txBody>
          <a:bodyPr wrap="none" rtlCol="0">
            <a:spAutoFit/>
          </a:bodyPr>
          <a:lstStyle/>
          <a:p>
            <a:pPr algn="ctr"/>
            <a:r>
              <a:rPr lang="ja-JP" altLang="en-US" sz="2800" b="1" dirty="0">
                <a:solidFill>
                  <a:schemeClr val="bg1">
                    <a:lumMod val="95000"/>
                  </a:schemeClr>
                </a:solidFill>
                <a:latin typeface="原稿用標準書体" panose="03000503000000000000" pitchFamily="66" charset="-128"/>
                <a:ea typeface="原稿用標準書体" panose="03000503000000000000" pitchFamily="66" charset="-128"/>
              </a:rPr>
              <a:t>前衛</a:t>
            </a:r>
          </a:p>
        </p:txBody>
      </p:sp>
      <p:grpSp>
        <p:nvGrpSpPr>
          <p:cNvPr id="6" name="グループ化 5">
            <a:extLst>
              <a:ext uri="{FF2B5EF4-FFF2-40B4-BE49-F238E27FC236}">
                <a16:creationId xmlns:a16="http://schemas.microsoft.com/office/drawing/2014/main" id="{308DDC0C-3A98-48D4-5D19-7ACFE7BF5D72}"/>
              </a:ext>
            </a:extLst>
          </p:cNvPr>
          <p:cNvGrpSpPr/>
          <p:nvPr/>
        </p:nvGrpSpPr>
        <p:grpSpPr>
          <a:xfrm>
            <a:off x="9568849" y="1115022"/>
            <a:ext cx="1755710" cy="810206"/>
            <a:chOff x="9569319" y="887965"/>
            <a:chExt cx="1755710" cy="810206"/>
          </a:xfrm>
        </p:grpSpPr>
        <p:sp>
          <p:nvSpPr>
            <p:cNvPr id="12" name="四角形: 角を丸くする 11">
              <a:extLst>
                <a:ext uri="{FF2B5EF4-FFF2-40B4-BE49-F238E27FC236}">
                  <a16:creationId xmlns:a16="http://schemas.microsoft.com/office/drawing/2014/main" id="{C4C08600-8423-EB0E-AF25-9CAB38642CB3}"/>
                </a:ext>
              </a:extLst>
            </p:cNvPr>
            <p:cNvSpPr/>
            <p:nvPr/>
          </p:nvSpPr>
          <p:spPr>
            <a:xfrm>
              <a:off x="9569319" y="887965"/>
              <a:ext cx="1755710" cy="810206"/>
            </a:xfrm>
            <a:prstGeom prst="roundRect">
              <a:avLst>
                <a:gd name="adj" fmla="val 6428"/>
              </a:avLst>
            </a:prstGeom>
            <a:solidFill>
              <a:schemeClr val="tx1">
                <a:lumMod val="75000"/>
                <a:lumOff val="25000"/>
                <a:alpha val="80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8" name="テキスト ボックス 17">
              <a:extLst>
                <a:ext uri="{FF2B5EF4-FFF2-40B4-BE49-F238E27FC236}">
                  <a16:creationId xmlns:a16="http://schemas.microsoft.com/office/drawing/2014/main" id="{46512E30-CB08-A651-B02D-BD4F556D8622}"/>
                </a:ext>
              </a:extLst>
            </p:cNvPr>
            <p:cNvSpPr txBox="1"/>
            <p:nvPr/>
          </p:nvSpPr>
          <p:spPr>
            <a:xfrm>
              <a:off x="10713075" y="1293068"/>
              <a:ext cx="595035" cy="338554"/>
            </a:xfrm>
            <a:prstGeom prst="rect">
              <a:avLst/>
            </a:prstGeom>
            <a:noFill/>
            <a:ln>
              <a:noFill/>
            </a:ln>
          </p:spPr>
          <p:txBody>
            <a:bodyPr wrap="none" rtlCol="0">
              <a:spAutoFit/>
            </a:bodyPr>
            <a:lstStyle/>
            <a:p>
              <a:pPr algn="r"/>
              <a:r>
                <a:rPr lang="ja-JP" altLang="en-US" sz="16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バフ</a:t>
              </a:r>
              <a:endParaRPr kumimoji="1" lang="en-US" altLang="ja-JP" sz="16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19" name="矢印: 下 18">
            <a:extLst>
              <a:ext uri="{FF2B5EF4-FFF2-40B4-BE49-F238E27FC236}">
                <a16:creationId xmlns:a16="http://schemas.microsoft.com/office/drawing/2014/main" id="{99A28763-1020-1B6D-188E-F1B37E4FBB1E}"/>
              </a:ext>
            </a:extLst>
          </p:cNvPr>
          <p:cNvSpPr/>
          <p:nvPr/>
        </p:nvSpPr>
        <p:spPr>
          <a:xfrm flipV="1">
            <a:off x="9966747" y="1295783"/>
            <a:ext cx="324024" cy="423737"/>
          </a:xfrm>
          <a:prstGeom prst="downArrow">
            <a:avLst/>
          </a:prstGeom>
          <a:solidFill>
            <a:schemeClr val="bg1">
              <a:lumMod val="95000"/>
            </a:schemeClr>
          </a:solidFill>
          <a:ln w="9525">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20" name="グループ化 19">
            <a:extLst>
              <a:ext uri="{FF2B5EF4-FFF2-40B4-BE49-F238E27FC236}">
                <a16:creationId xmlns:a16="http://schemas.microsoft.com/office/drawing/2014/main" id="{C081627B-0ADF-02B7-886C-24A99EE3CB01}"/>
              </a:ext>
            </a:extLst>
          </p:cNvPr>
          <p:cNvGrpSpPr/>
          <p:nvPr/>
        </p:nvGrpSpPr>
        <p:grpSpPr>
          <a:xfrm>
            <a:off x="7173189" y="5091762"/>
            <a:ext cx="1755710" cy="810206"/>
            <a:chOff x="9569319" y="5150498"/>
            <a:chExt cx="1755710" cy="810206"/>
          </a:xfrm>
          <a:solidFill>
            <a:schemeClr val="bg1">
              <a:lumMod val="85000"/>
              <a:alpha val="70000"/>
            </a:schemeClr>
          </a:solidFill>
        </p:grpSpPr>
        <p:sp>
          <p:nvSpPr>
            <p:cNvPr id="21" name="四角形: 角を丸くする 20">
              <a:extLst>
                <a:ext uri="{FF2B5EF4-FFF2-40B4-BE49-F238E27FC236}">
                  <a16:creationId xmlns:a16="http://schemas.microsoft.com/office/drawing/2014/main" id="{92FFB3DB-0CB0-1CAD-150E-1678F6A03AFD}"/>
                </a:ext>
              </a:extLst>
            </p:cNvPr>
            <p:cNvSpPr/>
            <p:nvPr/>
          </p:nvSpPr>
          <p:spPr>
            <a:xfrm>
              <a:off x="9569319" y="5150498"/>
              <a:ext cx="1755710" cy="810206"/>
            </a:xfrm>
            <a:prstGeom prst="roundRect">
              <a:avLst>
                <a:gd name="adj" fmla="val 50000"/>
              </a:avLst>
            </a:prstGeom>
            <a:solidFill>
              <a:schemeClr val="accent6">
                <a:lumMod val="60000"/>
                <a:lumOff val="40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22" name="テキスト ボックス 21">
              <a:extLst>
                <a:ext uri="{FF2B5EF4-FFF2-40B4-BE49-F238E27FC236}">
                  <a16:creationId xmlns:a16="http://schemas.microsoft.com/office/drawing/2014/main" id="{CEBDFB00-0505-6AB8-9E26-3FD2E1038D75}"/>
                </a:ext>
              </a:extLst>
            </p:cNvPr>
            <p:cNvSpPr txBox="1"/>
            <p:nvPr/>
          </p:nvSpPr>
          <p:spPr>
            <a:xfrm>
              <a:off x="9944473" y="5221639"/>
              <a:ext cx="1005403" cy="338554"/>
            </a:xfrm>
            <a:prstGeom prst="rect">
              <a:avLst/>
            </a:prstGeom>
            <a:noFill/>
            <a:ln>
              <a:noFill/>
            </a:ln>
          </p:spPr>
          <p:txBody>
            <a:bodyPr wrap="none" rtlCol="0">
              <a:spAutoFit/>
            </a:bodyPr>
            <a:lstStyle/>
            <a:p>
              <a:pPr algn="r"/>
              <a:r>
                <a:rPr kumimoji="1" lang="ja-JP" altLang="en-US" sz="16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隊列変更</a:t>
              </a:r>
              <a:endParaRPr kumimoji="1" lang="en-US" altLang="ja-JP" sz="16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23" name="グループ化 22">
            <a:extLst>
              <a:ext uri="{FF2B5EF4-FFF2-40B4-BE49-F238E27FC236}">
                <a16:creationId xmlns:a16="http://schemas.microsoft.com/office/drawing/2014/main" id="{88146B91-B823-2810-133C-EDABE4B94D67}"/>
              </a:ext>
            </a:extLst>
          </p:cNvPr>
          <p:cNvGrpSpPr/>
          <p:nvPr/>
        </p:nvGrpSpPr>
        <p:grpSpPr>
          <a:xfrm>
            <a:off x="7871972" y="5410128"/>
            <a:ext cx="371588" cy="526876"/>
            <a:chOff x="8812481" y="694218"/>
            <a:chExt cx="1470606" cy="1692464"/>
          </a:xfrm>
          <a:effectLst/>
        </p:grpSpPr>
        <p:pic>
          <p:nvPicPr>
            <p:cNvPr id="24" name="図 23">
              <a:extLst>
                <a:ext uri="{FF2B5EF4-FFF2-40B4-BE49-F238E27FC236}">
                  <a16:creationId xmlns:a16="http://schemas.microsoft.com/office/drawing/2014/main" id="{5F3BCF03-0F9E-935C-8580-EE1A8416E6C6}"/>
                </a:ext>
              </a:extLst>
            </p:cNvPr>
            <p:cNvPicPr>
              <a:picLocks noChangeAspect="1"/>
            </p:cNvPicPr>
            <p:nvPr/>
          </p:nvPicPr>
          <p:blipFill>
            <a:blip r:embed="rId6">
              <a:duotone>
                <a:prstClr val="black"/>
                <a:schemeClr val="accent2">
                  <a:tint val="45000"/>
                  <a:satMod val="400000"/>
                </a:schemeClr>
              </a:duotone>
              <a:extLst>
                <a:ext uri="{28A0092B-C50C-407E-A947-70E740481C1C}">
                  <a14:useLocalDpi xmlns:a14="http://schemas.microsoft.com/office/drawing/2010/main" val="0"/>
                </a:ext>
              </a:extLst>
            </a:blip>
            <a:stretch>
              <a:fillRect/>
            </a:stretch>
          </p:blipFill>
          <p:spPr>
            <a:xfrm rot="13959555">
              <a:off x="8830608" y="676091"/>
              <a:ext cx="1282845" cy="1319099"/>
            </a:xfrm>
            <a:prstGeom prst="rect">
              <a:avLst/>
            </a:prstGeom>
          </p:spPr>
        </p:pic>
        <p:pic>
          <p:nvPicPr>
            <p:cNvPr id="25" name="図 24">
              <a:extLst>
                <a:ext uri="{FF2B5EF4-FFF2-40B4-BE49-F238E27FC236}">
                  <a16:creationId xmlns:a16="http://schemas.microsoft.com/office/drawing/2014/main" id="{4CB9A1AC-66C0-9C40-8302-9AD323124387}"/>
                </a:ext>
              </a:extLst>
            </p:cNvPr>
            <p:cNvPicPr>
              <a:picLocks noChangeAspect="1"/>
            </p:cNvPicPr>
            <p:nvPr/>
          </p:nvPicPr>
          <p:blipFill>
            <a:blip r:embed="rId6">
              <a:duotone>
                <a:prstClr val="black"/>
                <a:schemeClr val="accent2">
                  <a:tint val="45000"/>
                  <a:satMod val="400000"/>
                </a:schemeClr>
              </a:duotone>
              <a:extLst>
                <a:ext uri="{28A0092B-C50C-407E-A947-70E740481C1C}">
                  <a14:useLocalDpi xmlns:a14="http://schemas.microsoft.com/office/drawing/2010/main" val="0"/>
                </a:ext>
              </a:extLst>
            </a:blip>
            <a:stretch>
              <a:fillRect/>
            </a:stretch>
          </p:blipFill>
          <p:spPr>
            <a:xfrm rot="13959555" flipH="1" flipV="1">
              <a:off x="8982115" y="1085710"/>
              <a:ext cx="1282845" cy="1319099"/>
            </a:xfrm>
            <a:prstGeom prst="rect">
              <a:avLst/>
            </a:prstGeom>
          </p:spPr>
        </p:pic>
      </p:grpSp>
      <p:sp>
        <p:nvSpPr>
          <p:cNvPr id="141" name="四角形: 角を丸くする 140">
            <a:extLst>
              <a:ext uri="{FF2B5EF4-FFF2-40B4-BE49-F238E27FC236}">
                <a16:creationId xmlns:a16="http://schemas.microsoft.com/office/drawing/2014/main" id="{C7768621-BDEC-343D-6691-0CC3AA32785F}"/>
              </a:ext>
            </a:extLst>
          </p:cNvPr>
          <p:cNvSpPr/>
          <p:nvPr/>
        </p:nvSpPr>
        <p:spPr>
          <a:xfrm>
            <a:off x="6460251" y="2154309"/>
            <a:ext cx="2394303" cy="2755346"/>
          </a:xfrm>
          <a:prstGeom prst="roundRect">
            <a:avLst>
              <a:gd name="adj" fmla="val 6896"/>
            </a:avLst>
          </a:prstGeom>
          <a:no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151" name="グループ化 150">
            <a:extLst>
              <a:ext uri="{FF2B5EF4-FFF2-40B4-BE49-F238E27FC236}">
                <a16:creationId xmlns:a16="http://schemas.microsoft.com/office/drawing/2014/main" id="{09AD9A6D-7E10-F8F3-8743-BDCDB0D22EFB}"/>
              </a:ext>
            </a:extLst>
          </p:cNvPr>
          <p:cNvGrpSpPr/>
          <p:nvPr/>
        </p:nvGrpSpPr>
        <p:grpSpPr>
          <a:xfrm>
            <a:off x="6793131" y="4021767"/>
            <a:ext cx="1728542" cy="661627"/>
            <a:chOff x="6638751" y="4049760"/>
            <a:chExt cx="1728542" cy="661627"/>
          </a:xfrm>
        </p:grpSpPr>
        <p:sp>
          <p:nvSpPr>
            <p:cNvPr id="148" name="テキスト ボックス 147">
              <a:extLst>
                <a:ext uri="{FF2B5EF4-FFF2-40B4-BE49-F238E27FC236}">
                  <a16:creationId xmlns:a16="http://schemas.microsoft.com/office/drawing/2014/main" id="{A52FF719-D065-BB04-7AA7-3228D82BC24C}"/>
                </a:ext>
              </a:extLst>
            </p:cNvPr>
            <p:cNvSpPr txBox="1"/>
            <p:nvPr/>
          </p:nvSpPr>
          <p:spPr>
            <a:xfrm>
              <a:off x="6638751" y="4049760"/>
              <a:ext cx="902811" cy="307777"/>
            </a:xfrm>
            <a:prstGeom prst="rect">
              <a:avLst/>
            </a:prstGeom>
            <a:noFill/>
          </p:spPr>
          <p:txBody>
            <a:bodyPr wrap="none" rtlCol="0">
              <a:spAutoFit/>
            </a:bodyPr>
            <a:lstStyle/>
            <a:p>
              <a:r>
                <a:rPr lang="ja-JP" altLang="en-US" sz="1400" dirty="0">
                  <a:solidFill>
                    <a:schemeClr val="accent2"/>
                  </a:solidFill>
                  <a:latin typeface="原稿用標準書体" panose="03000503000000000000" pitchFamily="66" charset="-128"/>
                  <a:ea typeface="原稿用標準書体" panose="03000503000000000000" pitchFamily="66" charset="-128"/>
                </a:rPr>
                <a:t>通常攻撃</a:t>
              </a:r>
              <a:endParaRPr lang="en-US" altLang="ja-JP" sz="1400" dirty="0">
                <a:solidFill>
                  <a:schemeClr val="accent2"/>
                </a:solidFill>
                <a:latin typeface="原稿用標準書体" panose="03000503000000000000" pitchFamily="66" charset="-128"/>
                <a:ea typeface="原稿用標準書体" panose="03000503000000000000" pitchFamily="66" charset="-128"/>
              </a:endParaRPr>
            </a:p>
          </p:txBody>
        </p:sp>
        <p:sp>
          <p:nvSpPr>
            <p:cNvPr id="146" name="テキスト ボックス 145">
              <a:extLst>
                <a:ext uri="{FF2B5EF4-FFF2-40B4-BE49-F238E27FC236}">
                  <a16:creationId xmlns:a16="http://schemas.microsoft.com/office/drawing/2014/main" id="{E5A80748-B3FA-C829-D6D3-03183A0F1017}"/>
                </a:ext>
              </a:extLst>
            </p:cNvPr>
            <p:cNvSpPr txBox="1"/>
            <p:nvPr/>
          </p:nvSpPr>
          <p:spPr>
            <a:xfrm>
              <a:off x="6643744" y="4311277"/>
              <a:ext cx="1723549" cy="400110"/>
            </a:xfrm>
            <a:prstGeom prst="rect">
              <a:avLst/>
            </a:prstGeom>
            <a:noFill/>
          </p:spPr>
          <p:txBody>
            <a:bodyPr wrap="none" rtlCol="0">
              <a:spAutoFit/>
            </a:bodyPr>
            <a:lstStyle/>
            <a:p>
              <a:r>
                <a:rPr lang="ja-JP" altLang="en-US" sz="1000">
                  <a:solidFill>
                    <a:schemeClr val="bg1">
                      <a:lumMod val="95000"/>
                    </a:schemeClr>
                  </a:solidFill>
                  <a:latin typeface="原稿用標準書体" panose="03000503000000000000" pitchFamily="66" charset="-128"/>
                  <a:ea typeface="原稿用標準書体" panose="03000503000000000000" pitchFamily="66" charset="-128"/>
                </a:rPr>
                <a:t>効果テキスト効果テキスト</a:t>
              </a:r>
              <a:br>
                <a:rPr lang="en-US" altLang="ja-JP" sz="1000">
                  <a:solidFill>
                    <a:schemeClr val="bg1">
                      <a:lumMod val="95000"/>
                    </a:schemeClr>
                  </a:solidFill>
                  <a:latin typeface="原稿用標準書体" panose="03000503000000000000" pitchFamily="66" charset="-128"/>
                  <a:ea typeface="原稿用標準書体" panose="03000503000000000000" pitchFamily="66" charset="-128"/>
                </a:rPr>
              </a:br>
              <a:r>
                <a:rPr lang="ja-JP" altLang="en-US" sz="1000">
                  <a:solidFill>
                    <a:schemeClr val="bg1">
                      <a:lumMod val="95000"/>
                    </a:schemeClr>
                  </a:solidFill>
                  <a:latin typeface="原稿用標準書体" panose="03000503000000000000" pitchFamily="66" charset="-128"/>
                  <a:ea typeface="原稿用標準書体" panose="03000503000000000000" pitchFamily="66" charset="-128"/>
                </a:rPr>
                <a:t>効果テキスト効果テキスト</a:t>
              </a:r>
              <a:endParaRPr lang="en-US" altLang="ja-JP" sz="100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sp>
        <p:nvSpPr>
          <p:cNvPr id="150" name="四角形: 角を丸くする 149">
            <a:extLst>
              <a:ext uri="{FF2B5EF4-FFF2-40B4-BE49-F238E27FC236}">
                <a16:creationId xmlns:a16="http://schemas.microsoft.com/office/drawing/2014/main" id="{2E072D33-0295-757D-835B-0F0E48DF5CA3}"/>
              </a:ext>
            </a:extLst>
          </p:cNvPr>
          <p:cNvSpPr/>
          <p:nvPr/>
        </p:nvSpPr>
        <p:spPr>
          <a:xfrm>
            <a:off x="6760872" y="1717151"/>
            <a:ext cx="1793060" cy="461665"/>
          </a:xfrm>
          <a:prstGeom prst="roundRect">
            <a:avLst/>
          </a:prstGeom>
          <a:solidFill>
            <a:schemeClr val="bg1">
              <a:lumMod val="95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rPr>
              <a:t>スキル</a:t>
            </a: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cxnSp>
        <p:nvCxnSpPr>
          <p:cNvPr id="153" name="直線コネクタ 152">
            <a:extLst>
              <a:ext uri="{FF2B5EF4-FFF2-40B4-BE49-F238E27FC236}">
                <a16:creationId xmlns:a16="http://schemas.microsoft.com/office/drawing/2014/main" id="{1C80605C-2E6E-FC71-6663-0C5DFCB22F10}"/>
              </a:ext>
            </a:extLst>
          </p:cNvPr>
          <p:cNvCxnSpPr>
            <a:cxnSpLocks/>
          </p:cNvCxnSpPr>
          <p:nvPr/>
        </p:nvCxnSpPr>
        <p:spPr>
          <a:xfrm>
            <a:off x="6713099" y="3956328"/>
            <a:ext cx="1888606" cy="0"/>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grpSp>
        <p:nvGrpSpPr>
          <p:cNvPr id="154" name="グループ化 153">
            <a:extLst>
              <a:ext uri="{FF2B5EF4-FFF2-40B4-BE49-F238E27FC236}">
                <a16:creationId xmlns:a16="http://schemas.microsoft.com/office/drawing/2014/main" id="{BE08BE72-B9AE-8478-A44E-26622EF0665E}"/>
              </a:ext>
            </a:extLst>
          </p:cNvPr>
          <p:cNvGrpSpPr/>
          <p:nvPr/>
        </p:nvGrpSpPr>
        <p:grpSpPr>
          <a:xfrm>
            <a:off x="6793131" y="3188161"/>
            <a:ext cx="1728542" cy="670958"/>
            <a:chOff x="6638751" y="4049760"/>
            <a:chExt cx="1728542" cy="670958"/>
          </a:xfrm>
        </p:grpSpPr>
        <p:sp>
          <p:nvSpPr>
            <p:cNvPr id="155" name="テキスト ボックス 154">
              <a:extLst>
                <a:ext uri="{FF2B5EF4-FFF2-40B4-BE49-F238E27FC236}">
                  <a16:creationId xmlns:a16="http://schemas.microsoft.com/office/drawing/2014/main" id="{951D6B99-B7F1-AB38-24F4-D836AA6EDB39}"/>
                </a:ext>
              </a:extLst>
            </p:cNvPr>
            <p:cNvSpPr txBox="1"/>
            <p:nvPr/>
          </p:nvSpPr>
          <p:spPr>
            <a:xfrm>
              <a:off x="6638751" y="4049760"/>
              <a:ext cx="453970" cy="307777"/>
            </a:xfrm>
            <a:prstGeom prst="rect">
              <a:avLst/>
            </a:prstGeom>
            <a:noFill/>
          </p:spPr>
          <p:txBody>
            <a:bodyPr wrap="none" rtlCol="0">
              <a:spAutoFit/>
            </a:bodyPr>
            <a:lstStyle/>
            <a:p>
              <a:r>
                <a:rPr lang="en-US" altLang="ja-JP" sz="1400">
                  <a:solidFill>
                    <a:schemeClr val="accent2"/>
                  </a:solidFill>
                  <a:latin typeface="原稿用標準書体" panose="03000503000000000000" pitchFamily="66" charset="-128"/>
                  <a:ea typeface="原稿用標準書体" panose="03000503000000000000" pitchFamily="66" charset="-128"/>
                </a:rPr>
                <a:t>ENB</a:t>
              </a:r>
              <a:endParaRPr lang="en-US" altLang="ja-JP" sz="1400" dirty="0">
                <a:solidFill>
                  <a:schemeClr val="accent2"/>
                </a:solidFill>
                <a:latin typeface="原稿用標準書体" panose="03000503000000000000" pitchFamily="66" charset="-128"/>
                <a:ea typeface="原稿用標準書体" panose="03000503000000000000" pitchFamily="66" charset="-128"/>
              </a:endParaRPr>
            </a:p>
          </p:txBody>
        </p:sp>
        <p:sp>
          <p:nvSpPr>
            <p:cNvPr id="156" name="テキスト ボックス 155">
              <a:extLst>
                <a:ext uri="{FF2B5EF4-FFF2-40B4-BE49-F238E27FC236}">
                  <a16:creationId xmlns:a16="http://schemas.microsoft.com/office/drawing/2014/main" id="{3CE2C254-F6F4-293C-A227-4528E9F8AD3E}"/>
                </a:ext>
              </a:extLst>
            </p:cNvPr>
            <p:cNvSpPr txBox="1"/>
            <p:nvPr/>
          </p:nvSpPr>
          <p:spPr>
            <a:xfrm>
              <a:off x="6643744" y="4320608"/>
              <a:ext cx="1723549" cy="400110"/>
            </a:xfrm>
            <a:prstGeom prst="rect">
              <a:avLst/>
            </a:prstGeom>
            <a:noFill/>
          </p:spPr>
          <p:txBody>
            <a:bodyPr wrap="none" rtlCol="0">
              <a:spAutoFit/>
            </a:bodyPr>
            <a:lstStyle/>
            <a:p>
              <a:r>
                <a:rPr lang="ja-JP" altLang="en-US" sz="1000">
                  <a:solidFill>
                    <a:schemeClr val="bg1">
                      <a:lumMod val="95000"/>
                    </a:schemeClr>
                  </a:solidFill>
                  <a:latin typeface="原稿用標準書体" panose="03000503000000000000" pitchFamily="66" charset="-128"/>
                  <a:ea typeface="原稿用標準書体" panose="03000503000000000000" pitchFamily="66" charset="-128"/>
                </a:rPr>
                <a:t>効果テキスト効果テキスト</a:t>
              </a:r>
              <a:br>
                <a:rPr lang="en-US" altLang="ja-JP" sz="1000">
                  <a:solidFill>
                    <a:schemeClr val="bg1">
                      <a:lumMod val="95000"/>
                    </a:schemeClr>
                  </a:solidFill>
                  <a:latin typeface="原稿用標準書体" panose="03000503000000000000" pitchFamily="66" charset="-128"/>
                  <a:ea typeface="原稿用標準書体" panose="03000503000000000000" pitchFamily="66" charset="-128"/>
                </a:rPr>
              </a:br>
              <a:r>
                <a:rPr lang="ja-JP" altLang="en-US" sz="1000">
                  <a:solidFill>
                    <a:schemeClr val="bg1">
                      <a:lumMod val="95000"/>
                    </a:schemeClr>
                  </a:solidFill>
                  <a:latin typeface="原稿用標準書体" panose="03000503000000000000" pitchFamily="66" charset="-128"/>
                  <a:ea typeface="原稿用標準書体" panose="03000503000000000000" pitchFamily="66" charset="-128"/>
                </a:rPr>
                <a:t>効果テキスト効果テキスト</a:t>
              </a:r>
              <a:endParaRPr lang="en-US" altLang="ja-JP" sz="100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157" name="グループ化 156">
            <a:extLst>
              <a:ext uri="{FF2B5EF4-FFF2-40B4-BE49-F238E27FC236}">
                <a16:creationId xmlns:a16="http://schemas.microsoft.com/office/drawing/2014/main" id="{F1A4FC58-44C7-0C8F-96F3-71743FE21FF4}"/>
              </a:ext>
            </a:extLst>
          </p:cNvPr>
          <p:cNvGrpSpPr/>
          <p:nvPr/>
        </p:nvGrpSpPr>
        <p:grpSpPr>
          <a:xfrm>
            <a:off x="6793131" y="2354554"/>
            <a:ext cx="1728542" cy="670958"/>
            <a:chOff x="6638751" y="4049760"/>
            <a:chExt cx="1728542" cy="670958"/>
          </a:xfrm>
        </p:grpSpPr>
        <p:sp>
          <p:nvSpPr>
            <p:cNvPr id="158" name="テキスト ボックス 157">
              <a:extLst>
                <a:ext uri="{FF2B5EF4-FFF2-40B4-BE49-F238E27FC236}">
                  <a16:creationId xmlns:a16="http://schemas.microsoft.com/office/drawing/2014/main" id="{5D61F743-45FA-4A07-4F55-01CED8741CCD}"/>
                </a:ext>
              </a:extLst>
            </p:cNvPr>
            <p:cNvSpPr txBox="1"/>
            <p:nvPr/>
          </p:nvSpPr>
          <p:spPr>
            <a:xfrm>
              <a:off x="6638751" y="4049760"/>
              <a:ext cx="1082348" cy="307777"/>
            </a:xfrm>
            <a:prstGeom prst="rect">
              <a:avLst/>
            </a:prstGeom>
            <a:noFill/>
          </p:spPr>
          <p:txBody>
            <a:bodyPr wrap="none" rtlCol="0">
              <a:spAutoFit/>
            </a:bodyPr>
            <a:lstStyle/>
            <a:p>
              <a:r>
                <a:rPr lang="ja-JP" altLang="en-US" sz="1400">
                  <a:solidFill>
                    <a:schemeClr val="accent2"/>
                  </a:solidFill>
                  <a:latin typeface="原稿用標準書体" panose="03000503000000000000" pitchFamily="66" charset="-128"/>
                  <a:ea typeface="原稿用標準書体" panose="03000503000000000000" pitchFamily="66" charset="-128"/>
                </a:rPr>
                <a:t>特殊スキル</a:t>
              </a:r>
              <a:endParaRPr lang="en-US" altLang="ja-JP" sz="1400" dirty="0">
                <a:solidFill>
                  <a:schemeClr val="accent2"/>
                </a:solidFill>
                <a:latin typeface="原稿用標準書体" panose="03000503000000000000" pitchFamily="66" charset="-128"/>
                <a:ea typeface="原稿用標準書体" panose="03000503000000000000" pitchFamily="66" charset="-128"/>
              </a:endParaRPr>
            </a:p>
          </p:txBody>
        </p:sp>
        <p:sp>
          <p:nvSpPr>
            <p:cNvPr id="159" name="テキスト ボックス 158">
              <a:extLst>
                <a:ext uri="{FF2B5EF4-FFF2-40B4-BE49-F238E27FC236}">
                  <a16:creationId xmlns:a16="http://schemas.microsoft.com/office/drawing/2014/main" id="{4801FDE3-D341-DCA1-97F5-DBCE4ED071B5}"/>
                </a:ext>
              </a:extLst>
            </p:cNvPr>
            <p:cNvSpPr txBox="1"/>
            <p:nvPr/>
          </p:nvSpPr>
          <p:spPr>
            <a:xfrm>
              <a:off x="6643744" y="4320608"/>
              <a:ext cx="1723549" cy="400110"/>
            </a:xfrm>
            <a:prstGeom prst="rect">
              <a:avLst/>
            </a:prstGeom>
            <a:noFill/>
          </p:spPr>
          <p:txBody>
            <a:bodyPr wrap="none" rtlCol="0">
              <a:spAutoFit/>
            </a:bodyPr>
            <a:lstStyle/>
            <a:p>
              <a:r>
                <a:rPr lang="ja-JP" altLang="en-US" sz="1000">
                  <a:solidFill>
                    <a:schemeClr val="bg1">
                      <a:lumMod val="95000"/>
                    </a:schemeClr>
                  </a:solidFill>
                  <a:latin typeface="原稿用標準書体" panose="03000503000000000000" pitchFamily="66" charset="-128"/>
                  <a:ea typeface="原稿用標準書体" panose="03000503000000000000" pitchFamily="66" charset="-128"/>
                </a:rPr>
                <a:t>効果テキスト効果テキスト</a:t>
              </a:r>
              <a:br>
                <a:rPr lang="en-US" altLang="ja-JP" sz="1000">
                  <a:solidFill>
                    <a:schemeClr val="bg1">
                      <a:lumMod val="95000"/>
                    </a:schemeClr>
                  </a:solidFill>
                  <a:latin typeface="原稿用標準書体" panose="03000503000000000000" pitchFamily="66" charset="-128"/>
                  <a:ea typeface="原稿用標準書体" panose="03000503000000000000" pitchFamily="66" charset="-128"/>
                </a:rPr>
              </a:br>
              <a:r>
                <a:rPr lang="ja-JP" altLang="en-US" sz="1000">
                  <a:solidFill>
                    <a:schemeClr val="bg1">
                      <a:lumMod val="95000"/>
                    </a:schemeClr>
                  </a:solidFill>
                  <a:latin typeface="原稿用標準書体" panose="03000503000000000000" pitchFamily="66" charset="-128"/>
                  <a:ea typeface="原稿用標準書体" panose="03000503000000000000" pitchFamily="66" charset="-128"/>
                </a:rPr>
                <a:t>効果テキスト効果テキスト</a:t>
              </a:r>
              <a:endParaRPr lang="en-US" altLang="ja-JP" sz="100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cxnSp>
        <p:nvCxnSpPr>
          <p:cNvPr id="160" name="直線コネクタ 159">
            <a:extLst>
              <a:ext uri="{FF2B5EF4-FFF2-40B4-BE49-F238E27FC236}">
                <a16:creationId xmlns:a16="http://schemas.microsoft.com/office/drawing/2014/main" id="{38304017-D1D5-0394-9CAE-ACBABC18EE1D}"/>
              </a:ext>
            </a:extLst>
          </p:cNvPr>
          <p:cNvCxnSpPr>
            <a:cxnSpLocks/>
          </p:cNvCxnSpPr>
          <p:nvPr/>
        </p:nvCxnSpPr>
        <p:spPr>
          <a:xfrm>
            <a:off x="6713099" y="3119402"/>
            <a:ext cx="1888606" cy="0"/>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996669433"/>
      </p:ext>
    </p:extLst>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bg>
      <p:bgPr>
        <a:gradFill>
          <a:gsLst>
            <a:gs pos="46690">
              <a:schemeClr val="accent6">
                <a:lumMod val="75000"/>
              </a:schemeClr>
            </a:gs>
            <a:gs pos="0">
              <a:schemeClr val="accent6">
                <a:lumMod val="50000"/>
              </a:schemeClr>
            </a:gs>
            <a:gs pos="23000">
              <a:schemeClr val="accent6">
                <a:lumMod val="75000"/>
              </a:schemeClr>
            </a:gs>
            <a:gs pos="69000">
              <a:schemeClr val="accent6">
                <a:lumMod val="50000"/>
              </a:schemeClr>
            </a:gs>
            <a:gs pos="97000">
              <a:schemeClr val="tx1">
                <a:lumMod val="85000"/>
                <a:lumOff val="15000"/>
              </a:schemeClr>
            </a:gs>
          </a:gsLst>
          <a:path path="circle">
            <a:fillToRect l="50000" t="50000" r="50000" b="50000"/>
          </a:path>
        </a:gradFill>
        <a:effectLst/>
      </p:bgPr>
    </p:bg>
    <p:spTree>
      <p:nvGrpSpPr>
        <p:cNvPr id="1" name="">
          <a:extLst>
            <a:ext uri="{FF2B5EF4-FFF2-40B4-BE49-F238E27FC236}">
              <a16:creationId xmlns:a16="http://schemas.microsoft.com/office/drawing/2014/main" id="{6442AB80-C4EB-3A9B-FADD-78A8A76B834E}"/>
            </a:ext>
          </a:extLst>
        </p:cNvPr>
        <p:cNvGrpSpPr/>
        <p:nvPr/>
      </p:nvGrpSpPr>
      <p:grpSpPr>
        <a:xfrm>
          <a:off x="0" y="0"/>
          <a:ext cx="0" cy="0"/>
          <a:chOff x="0" y="0"/>
          <a:chExt cx="0" cy="0"/>
        </a:xfrm>
      </p:grpSpPr>
      <p:sp>
        <p:nvSpPr>
          <p:cNvPr id="34" name="四角形: 角を丸くする 33">
            <a:extLst>
              <a:ext uri="{FF2B5EF4-FFF2-40B4-BE49-F238E27FC236}">
                <a16:creationId xmlns:a16="http://schemas.microsoft.com/office/drawing/2014/main" id="{6310313F-8465-0D4E-74B5-D3F2A0CDF7F3}"/>
              </a:ext>
            </a:extLst>
          </p:cNvPr>
          <p:cNvSpPr/>
          <p:nvPr/>
        </p:nvSpPr>
        <p:spPr>
          <a:xfrm>
            <a:off x="816131" y="594830"/>
            <a:ext cx="10559738" cy="5854960"/>
          </a:xfrm>
          <a:prstGeom prst="roundRect">
            <a:avLst>
              <a:gd name="adj" fmla="val 6428"/>
            </a:avLst>
          </a:prstGeom>
          <a:solidFill>
            <a:schemeClr val="tx1">
              <a:lumMod val="75000"/>
              <a:lumOff val="25000"/>
              <a:alpha val="6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latin typeface="原稿用標準書体" panose="03000503000000000000" pitchFamily="66" charset="-128"/>
              <a:ea typeface="原稿用標準書体" panose="03000503000000000000" pitchFamily="66" charset="-128"/>
            </a:endParaRPr>
          </a:p>
        </p:txBody>
      </p:sp>
      <p:sp>
        <p:nvSpPr>
          <p:cNvPr id="8" name="四角形: 角を丸くする 7">
            <a:extLst>
              <a:ext uri="{FF2B5EF4-FFF2-40B4-BE49-F238E27FC236}">
                <a16:creationId xmlns:a16="http://schemas.microsoft.com/office/drawing/2014/main" id="{C18AE5D2-62B8-11E8-1356-4E9F72B52D2A}"/>
              </a:ext>
            </a:extLst>
          </p:cNvPr>
          <p:cNvSpPr/>
          <p:nvPr/>
        </p:nvSpPr>
        <p:spPr>
          <a:xfrm>
            <a:off x="996098" y="912842"/>
            <a:ext cx="5110794" cy="5341064"/>
          </a:xfrm>
          <a:prstGeom prst="roundRect">
            <a:avLst>
              <a:gd name="adj" fmla="val 2174"/>
            </a:avLst>
          </a:prstGeom>
          <a:solidFill>
            <a:schemeClr val="accent6">
              <a:lumMod val="40000"/>
              <a:lumOff val="6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20" name="テキスト ボックス 19">
            <a:extLst>
              <a:ext uri="{FF2B5EF4-FFF2-40B4-BE49-F238E27FC236}">
                <a16:creationId xmlns:a16="http://schemas.microsoft.com/office/drawing/2014/main" id="{617BB1E2-F0B0-1E78-0ACD-6CE5F4FB4260}"/>
              </a:ext>
            </a:extLst>
          </p:cNvPr>
          <p:cNvSpPr txBox="1"/>
          <p:nvPr/>
        </p:nvSpPr>
        <p:spPr>
          <a:xfrm>
            <a:off x="1206202" y="988293"/>
            <a:ext cx="4185761" cy="584775"/>
          </a:xfrm>
          <a:prstGeom prst="rect">
            <a:avLst/>
          </a:prstGeom>
          <a:noFill/>
        </p:spPr>
        <p:txBody>
          <a:bodyPr wrap="none" rtlCol="0">
            <a:spAutoFit/>
          </a:bodyPr>
          <a:lstStyle/>
          <a:p>
            <a:r>
              <a:rPr lang="ja-JP" altLang="en-US" sz="3200" dirty="0">
                <a:solidFill>
                  <a:schemeClr val="tx1">
                    <a:lumMod val="75000"/>
                    <a:lumOff val="25000"/>
                  </a:schemeClr>
                </a:solidFill>
                <a:latin typeface="原稿用標準書体" panose="03000503000000000000" pitchFamily="66" charset="-128"/>
                <a:ea typeface="原稿用標準書体" panose="03000503000000000000" pitchFamily="66" charset="-128"/>
              </a:rPr>
              <a:t>前衛</a:t>
            </a:r>
            <a:r>
              <a:rPr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a:t>
            </a:r>
            <a:r>
              <a:rPr lang="en-US" altLang="ja-JP"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ATK+20%</a:t>
            </a:r>
            <a:r>
              <a:rPr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、注目度</a:t>
            </a:r>
            <a:r>
              <a:rPr lang="en-US" altLang="ja-JP"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+4</a:t>
            </a:r>
            <a:r>
              <a:rPr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、回避率</a:t>
            </a:r>
            <a:r>
              <a:rPr lang="en-US" altLang="ja-JP"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-20%</a:t>
            </a:r>
            <a:endParaRPr kumimoji="1" lang="ja-JP" altLang="en-US" sz="32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21" name="四角形: 角を丸くする 20">
            <a:extLst>
              <a:ext uri="{FF2B5EF4-FFF2-40B4-BE49-F238E27FC236}">
                <a16:creationId xmlns:a16="http://schemas.microsoft.com/office/drawing/2014/main" id="{00347FA2-5D28-BB0B-E8DE-C4C154B025E5}"/>
              </a:ext>
            </a:extLst>
          </p:cNvPr>
          <p:cNvSpPr/>
          <p:nvPr/>
        </p:nvSpPr>
        <p:spPr>
          <a:xfrm>
            <a:off x="1178850" y="1694047"/>
            <a:ext cx="1104265" cy="1100880"/>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22" name="四角形: 角を丸くする 21">
            <a:extLst>
              <a:ext uri="{FF2B5EF4-FFF2-40B4-BE49-F238E27FC236}">
                <a16:creationId xmlns:a16="http://schemas.microsoft.com/office/drawing/2014/main" id="{8D27909E-075D-E4F7-8118-62ABF22F218A}"/>
              </a:ext>
            </a:extLst>
          </p:cNvPr>
          <p:cNvSpPr/>
          <p:nvPr/>
        </p:nvSpPr>
        <p:spPr>
          <a:xfrm>
            <a:off x="2392525" y="1694047"/>
            <a:ext cx="1104265" cy="1100880"/>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23" name="四角形: 角を丸くする 22">
            <a:extLst>
              <a:ext uri="{FF2B5EF4-FFF2-40B4-BE49-F238E27FC236}">
                <a16:creationId xmlns:a16="http://schemas.microsoft.com/office/drawing/2014/main" id="{90DDB33A-8DC2-290B-CEFF-B943B0799D5A}"/>
              </a:ext>
            </a:extLst>
          </p:cNvPr>
          <p:cNvSpPr/>
          <p:nvPr/>
        </p:nvSpPr>
        <p:spPr>
          <a:xfrm>
            <a:off x="3606199" y="1694047"/>
            <a:ext cx="1104265" cy="1100880"/>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24" name="四角形: 角を丸くする 23">
            <a:extLst>
              <a:ext uri="{FF2B5EF4-FFF2-40B4-BE49-F238E27FC236}">
                <a16:creationId xmlns:a16="http://schemas.microsoft.com/office/drawing/2014/main" id="{3F1EA5B9-20FB-2452-7D42-3B54779D728A}"/>
              </a:ext>
            </a:extLst>
          </p:cNvPr>
          <p:cNvSpPr/>
          <p:nvPr/>
        </p:nvSpPr>
        <p:spPr>
          <a:xfrm>
            <a:off x="4819874" y="1694047"/>
            <a:ext cx="1104265" cy="1100880"/>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25" name="テキスト ボックス 24">
            <a:extLst>
              <a:ext uri="{FF2B5EF4-FFF2-40B4-BE49-F238E27FC236}">
                <a16:creationId xmlns:a16="http://schemas.microsoft.com/office/drawing/2014/main" id="{4554A956-9CF7-9AEB-94A4-A583C251B634}"/>
              </a:ext>
            </a:extLst>
          </p:cNvPr>
          <p:cNvSpPr txBox="1"/>
          <p:nvPr/>
        </p:nvSpPr>
        <p:spPr>
          <a:xfrm>
            <a:off x="1206202" y="3668155"/>
            <a:ext cx="4185761" cy="584775"/>
          </a:xfrm>
          <a:prstGeom prst="rect">
            <a:avLst/>
          </a:prstGeom>
          <a:noFill/>
        </p:spPr>
        <p:txBody>
          <a:bodyPr wrap="none" rtlCol="0">
            <a:spAutoFit/>
          </a:bodyPr>
          <a:lstStyle/>
          <a:p>
            <a:r>
              <a:rPr lang="ja-JP" altLang="en-US" sz="3200" dirty="0">
                <a:solidFill>
                  <a:schemeClr val="bg1">
                    <a:lumMod val="95000"/>
                  </a:schemeClr>
                </a:solidFill>
                <a:latin typeface="原稿用標準書体" panose="03000503000000000000" pitchFamily="66" charset="-128"/>
                <a:ea typeface="原稿用標準書体" panose="03000503000000000000" pitchFamily="66" charset="-128"/>
              </a:rPr>
              <a:t>後衛</a:t>
            </a:r>
            <a:r>
              <a:rPr lang="ja-JP" altLang="en-US" sz="1600" dirty="0">
                <a:solidFill>
                  <a:schemeClr val="bg1">
                    <a:lumMod val="95000"/>
                  </a:schemeClr>
                </a:solidFill>
                <a:latin typeface="原稿用標準書体" panose="03000503000000000000" pitchFamily="66" charset="-128"/>
                <a:ea typeface="原稿用標準書体" panose="03000503000000000000" pitchFamily="66" charset="-128"/>
              </a:rPr>
              <a:t>：回避率</a:t>
            </a:r>
            <a:r>
              <a:rPr lang="en-US" altLang="ja-JP" sz="1600" dirty="0">
                <a:solidFill>
                  <a:schemeClr val="bg1">
                    <a:lumMod val="95000"/>
                  </a:schemeClr>
                </a:solidFill>
                <a:latin typeface="原稿用標準書体" panose="03000503000000000000" pitchFamily="66" charset="-128"/>
                <a:ea typeface="原稿用標準書体" panose="03000503000000000000" pitchFamily="66" charset="-128"/>
              </a:rPr>
              <a:t>+20%</a:t>
            </a:r>
            <a:r>
              <a:rPr lang="ja-JP" altLang="en-US" sz="1600" dirty="0">
                <a:solidFill>
                  <a:schemeClr val="bg1">
                    <a:lumMod val="95000"/>
                  </a:schemeClr>
                </a:solidFill>
                <a:latin typeface="原稿用標準書体" panose="03000503000000000000" pitchFamily="66" charset="-128"/>
                <a:ea typeface="原稿用標準書体" panose="03000503000000000000" pitchFamily="66" charset="-128"/>
              </a:rPr>
              <a:t>、注目度</a:t>
            </a:r>
            <a:r>
              <a:rPr lang="en-US" altLang="ja-JP" sz="1600" dirty="0">
                <a:solidFill>
                  <a:schemeClr val="bg1">
                    <a:lumMod val="95000"/>
                  </a:schemeClr>
                </a:solidFill>
                <a:latin typeface="原稿用標準書体" panose="03000503000000000000" pitchFamily="66" charset="-128"/>
                <a:ea typeface="原稿用標準書体" panose="03000503000000000000" pitchFamily="66" charset="-128"/>
              </a:rPr>
              <a:t>+1</a:t>
            </a:r>
            <a:r>
              <a:rPr lang="ja-JP" altLang="en-US" sz="1600" dirty="0">
                <a:solidFill>
                  <a:schemeClr val="bg1">
                    <a:lumMod val="95000"/>
                  </a:schemeClr>
                </a:solidFill>
                <a:latin typeface="原稿用標準書体" panose="03000503000000000000" pitchFamily="66" charset="-128"/>
                <a:ea typeface="原稿用標準書体" panose="03000503000000000000" pitchFamily="66" charset="-128"/>
              </a:rPr>
              <a:t>、</a:t>
            </a:r>
            <a:r>
              <a:rPr lang="en-US" altLang="ja-JP" sz="1600" dirty="0">
                <a:solidFill>
                  <a:schemeClr val="bg1">
                    <a:lumMod val="95000"/>
                  </a:schemeClr>
                </a:solidFill>
                <a:latin typeface="原稿用標準書体" panose="03000503000000000000" pitchFamily="66" charset="-128"/>
                <a:ea typeface="原稿用標準書体" panose="03000503000000000000" pitchFamily="66" charset="-128"/>
              </a:rPr>
              <a:t>ATK-20%</a:t>
            </a:r>
            <a:endParaRPr kumimoji="1" lang="ja-JP" altLang="en-US" sz="32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26" name="グループ化 25">
            <a:extLst>
              <a:ext uri="{FF2B5EF4-FFF2-40B4-BE49-F238E27FC236}">
                <a16:creationId xmlns:a16="http://schemas.microsoft.com/office/drawing/2014/main" id="{A8BD1C14-CFF2-54A3-3AF0-157E64786040}"/>
              </a:ext>
            </a:extLst>
          </p:cNvPr>
          <p:cNvGrpSpPr/>
          <p:nvPr/>
        </p:nvGrpSpPr>
        <p:grpSpPr>
          <a:xfrm>
            <a:off x="1178850" y="4381282"/>
            <a:ext cx="4745291" cy="1100880"/>
            <a:chOff x="922576" y="2450171"/>
            <a:chExt cx="5301952" cy="1309138"/>
          </a:xfrm>
          <a:solidFill>
            <a:schemeClr val="bg1">
              <a:lumMod val="85000"/>
              <a:alpha val="85000"/>
            </a:schemeClr>
          </a:solidFill>
        </p:grpSpPr>
        <p:sp>
          <p:nvSpPr>
            <p:cNvPr id="173" name="四角形: 角を丸くする 172">
              <a:extLst>
                <a:ext uri="{FF2B5EF4-FFF2-40B4-BE49-F238E27FC236}">
                  <a16:creationId xmlns:a16="http://schemas.microsoft.com/office/drawing/2014/main" id="{EAB953D2-4236-B4DA-8F0C-CBD012ED5E42}"/>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74" name="四角形: 角を丸くする 173">
              <a:extLst>
                <a:ext uri="{FF2B5EF4-FFF2-40B4-BE49-F238E27FC236}">
                  <a16:creationId xmlns:a16="http://schemas.microsoft.com/office/drawing/2014/main" id="{8E7770D9-FE44-1514-F780-EF356882CD2F}"/>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75" name="四角形: 角を丸くする 174">
              <a:extLst>
                <a:ext uri="{FF2B5EF4-FFF2-40B4-BE49-F238E27FC236}">
                  <a16:creationId xmlns:a16="http://schemas.microsoft.com/office/drawing/2014/main" id="{A9F95264-B589-8FE4-C765-92A10CAA1F3C}"/>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76" name="四角形: 角を丸くする 175">
              <a:extLst>
                <a:ext uri="{FF2B5EF4-FFF2-40B4-BE49-F238E27FC236}">
                  <a16:creationId xmlns:a16="http://schemas.microsoft.com/office/drawing/2014/main" id="{2FC2590B-CC8B-F635-77DB-0A9519232BCA}"/>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latin typeface="原稿用標準書体" panose="03000503000000000000" pitchFamily="66" charset="-128"/>
                <a:ea typeface="原稿用標準書体" panose="03000503000000000000" pitchFamily="66" charset="-128"/>
              </a:endParaRPr>
            </a:p>
          </p:txBody>
        </p:sp>
      </p:grpSp>
      <p:cxnSp>
        <p:nvCxnSpPr>
          <p:cNvPr id="27" name="直線コネクタ 26">
            <a:extLst>
              <a:ext uri="{FF2B5EF4-FFF2-40B4-BE49-F238E27FC236}">
                <a16:creationId xmlns:a16="http://schemas.microsoft.com/office/drawing/2014/main" id="{7CF4042E-3010-813F-5E0D-E8CD71DDBBA0}"/>
              </a:ext>
            </a:extLst>
          </p:cNvPr>
          <p:cNvCxnSpPr>
            <a:cxnSpLocks/>
          </p:cNvCxnSpPr>
          <p:nvPr/>
        </p:nvCxnSpPr>
        <p:spPr>
          <a:xfrm>
            <a:off x="1151498" y="3583374"/>
            <a:ext cx="4799995" cy="0"/>
          </a:xfrm>
          <a:prstGeom prst="line">
            <a:avLst/>
          </a:prstGeom>
          <a:ln w="12700">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grpSp>
        <p:nvGrpSpPr>
          <p:cNvPr id="28" name="グループ化 27">
            <a:extLst>
              <a:ext uri="{FF2B5EF4-FFF2-40B4-BE49-F238E27FC236}">
                <a16:creationId xmlns:a16="http://schemas.microsoft.com/office/drawing/2014/main" id="{C4B1CA5D-8F25-91CF-8BE0-07AFCFEC1593}"/>
              </a:ext>
            </a:extLst>
          </p:cNvPr>
          <p:cNvGrpSpPr/>
          <p:nvPr/>
        </p:nvGrpSpPr>
        <p:grpSpPr>
          <a:xfrm>
            <a:off x="1176551" y="2871355"/>
            <a:ext cx="4745291" cy="569143"/>
            <a:chOff x="922576" y="2450171"/>
            <a:chExt cx="5301952" cy="1309138"/>
          </a:xfrm>
          <a:solidFill>
            <a:schemeClr val="tx1">
              <a:lumMod val="75000"/>
              <a:lumOff val="25000"/>
              <a:alpha val="85000"/>
            </a:schemeClr>
          </a:solidFill>
        </p:grpSpPr>
        <p:sp>
          <p:nvSpPr>
            <p:cNvPr id="169" name="四角形: 角を丸くする 168">
              <a:extLst>
                <a:ext uri="{FF2B5EF4-FFF2-40B4-BE49-F238E27FC236}">
                  <a16:creationId xmlns:a16="http://schemas.microsoft.com/office/drawing/2014/main" id="{DA51CEBF-F6BF-CDA5-0CDA-F954EE7323F6}"/>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70" name="四角形: 角を丸くする 169">
              <a:extLst>
                <a:ext uri="{FF2B5EF4-FFF2-40B4-BE49-F238E27FC236}">
                  <a16:creationId xmlns:a16="http://schemas.microsoft.com/office/drawing/2014/main" id="{DC16819D-D2A3-6CCC-063F-57CEA6F6C0BB}"/>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71" name="四角形: 角を丸くする 170">
              <a:extLst>
                <a:ext uri="{FF2B5EF4-FFF2-40B4-BE49-F238E27FC236}">
                  <a16:creationId xmlns:a16="http://schemas.microsoft.com/office/drawing/2014/main" id="{3769AEBB-3602-EF8A-CC8F-70A0B0832BB8}"/>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72" name="四角形: 角を丸くする 171">
              <a:extLst>
                <a:ext uri="{FF2B5EF4-FFF2-40B4-BE49-F238E27FC236}">
                  <a16:creationId xmlns:a16="http://schemas.microsoft.com/office/drawing/2014/main" id="{9B10CF7D-85DC-4815-8374-C4199A00602B}"/>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grpSp>
      <p:grpSp>
        <p:nvGrpSpPr>
          <p:cNvPr id="29" name="グループ化 28">
            <a:extLst>
              <a:ext uri="{FF2B5EF4-FFF2-40B4-BE49-F238E27FC236}">
                <a16:creationId xmlns:a16="http://schemas.microsoft.com/office/drawing/2014/main" id="{982ADF0D-B45D-CED5-0540-43EA37D19ACE}"/>
              </a:ext>
            </a:extLst>
          </p:cNvPr>
          <p:cNvGrpSpPr/>
          <p:nvPr/>
        </p:nvGrpSpPr>
        <p:grpSpPr>
          <a:xfrm>
            <a:off x="1176551" y="5566940"/>
            <a:ext cx="4745291" cy="569143"/>
            <a:chOff x="922576" y="2450171"/>
            <a:chExt cx="5301952" cy="1309138"/>
          </a:xfrm>
          <a:solidFill>
            <a:schemeClr val="bg1">
              <a:lumMod val="85000"/>
              <a:alpha val="85000"/>
            </a:schemeClr>
          </a:solidFill>
        </p:grpSpPr>
        <p:sp>
          <p:nvSpPr>
            <p:cNvPr id="165" name="四角形: 角を丸くする 164">
              <a:extLst>
                <a:ext uri="{FF2B5EF4-FFF2-40B4-BE49-F238E27FC236}">
                  <a16:creationId xmlns:a16="http://schemas.microsoft.com/office/drawing/2014/main" id="{BDF00197-18F2-9C23-BA37-154306524E5E}"/>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66" name="四角形: 角を丸くする 165">
              <a:extLst>
                <a:ext uri="{FF2B5EF4-FFF2-40B4-BE49-F238E27FC236}">
                  <a16:creationId xmlns:a16="http://schemas.microsoft.com/office/drawing/2014/main" id="{CF53AF53-B4FA-D084-12AD-91D2CF227B56}"/>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67" name="四角形: 角を丸くする 166">
              <a:extLst>
                <a:ext uri="{FF2B5EF4-FFF2-40B4-BE49-F238E27FC236}">
                  <a16:creationId xmlns:a16="http://schemas.microsoft.com/office/drawing/2014/main" id="{A77EDCBC-60C0-4634-BA56-C514BE77ED29}"/>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68" name="四角形: 角を丸くする 167">
              <a:extLst>
                <a:ext uri="{FF2B5EF4-FFF2-40B4-BE49-F238E27FC236}">
                  <a16:creationId xmlns:a16="http://schemas.microsoft.com/office/drawing/2014/main" id="{48E56FBA-3B41-9BED-4D33-2DA7FE1E68EF}"/>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grpSp>
      <p:grpSp>
        <p:nvGrpSpPr>
          <p:cNvPr id="2" name="グループ化 1">
            <a:extLst>
              <a:ext uri="{FF2B5EF4-FFF2-40B4-BE49-F238E27FC236}">
                <a16:creationId xmlns:a16="http://schemas.microsoft.com/office/drawing/2014/main" id="{B575E5C0-BA16-B69F-CD0B-61FCF9E184AC}"/>
              </a:ext>
            </a:extLst>
          </p:cNvPr>
          <p:cNvGrpSpPr/>
          <p:nvPr/>
        </p:nvGrpSpPr>
        <p:grpSpPr>
          <a:xfrm>
            <a:off x="6292077" y="1068435"/>
            <a:ext cx="893760" cy="1305019"/>
            <a:chOff x="6497359" y="1068435"/>
            <a:chExt cx="1273542" cy="1305019"/>
          </a:xfrm>
        </p:grpSpPr>
        <p:sp>
          <p:nvSpPr>
            <p:cNvPr id="5" name="四角形: 角を丸くする 4">
              <a:extLst>
                <a:ext uri="{FF2B5EF4-FFF2-40B4-BE49-F238E27FC236}">
                  <a16:creationId xmlns:a16="http://schemas.microsoft.com/office/drawing/2014/main" id="{18E16E11-FEEC-0524-4158-539B6207BE22}"/>
                </a:ext>
              </a:extLst>
            </p:cNvPr>
            <p:cNvSpPr/>
            <p:nvPr/>
          </p:nvSpPr>
          <p:spPr>
            <a:xfrm>
              <a:off x="6497359" y="1068435"/>
              <a:ext cx="1273542" cy="1305019"/>
            </a:xfrm>
            <a:prstGeom prst="roundRect">
              <a:avLst>
                <a:gd name="adj" fmla="val 4721"/>
              </a:avLst>
            </a:prstGeom>
            <a:solidFill>
              <a:schemeClr val="bg1">
                <a:lumMod val="7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30" name="テキスト ボックス 29">
              <a:extLst>
                <a:ext uri="{FF2B5EF4-FFF2-40B4-BE49-F238E27FC236}">
                  <a16:creationId xmlns:a16="http://schemas.microsoft.com/office/drawing/2014/main" id="{B99AA126-6CA5-AC88-AC5C-3B55B276D76C}"/>
                </a:ext>
              </a:extLst>
            </p:cNvPr>
            <p:cNvSpPr txBox="1"/>
            <p:nvPr/>
          </p:nvSpPr>
          <p:spPr>
            <a:xfrm>
              <a:off x="6692593" y="1130817"/>
              <a:ext cx="877796" cy="371375"/>
            </a:xfrm>
            <a:prstGeom prst="rect">
              <a:avLst/>
            </a:prstGeom>
            <a:noFill/>
          </p:spPr>
          <p:txBody>
            <a:bodyPr wrap="none" rtlCol="0">
              <a:spAutoFit/>
            </a:bodyP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ゲート</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35" name="グループ化 34">
            <a:extLst>
              <a:ext uri="{FF2B5EF4-FFF2-40B4-BE49-F238E27FC236}">
                <a16:creationId xmlns:a16="http://schemas.microsoft.com/office/drawing/2014/main" id="{F11F0D14-4DBD-BD8A-9B71-C4EA4A9584EB}"/>
              </a:ext>
            </a:extLst>
          </p:cNvPr>
          <p:cNvGrpSpPr/>
          <p:nvPr/>
        </p:nvGrpSpPr>
        <p:grpSpPr>
          <a:xfrm>
            <a:off x="1409404" y="2982844"/>
            <a:ext cx="4293744" cy="371375"/>
            <a:chOff x="1152258" y="2766548"/>
            <a:chExt cx="4797436" cy="414940"/>
          </a:xfrm>
        </p:grpSpPr>
        <p:sp>
          <p:nvSpPr>
            <p:cNvPr id="161" name="テキスト ボックス 160">
              <a:extLst>
                <a:ext uri="{FF2B5EF4-FFF2-40B4-BE49-F238E27FC236}">
                  <a16:creationId xmlns:a16="http://schemas.microsoft.com/office/drawing/2014/main" id="{C0333F9D-650F-E1BD-FB94-5665D64186DC}"/>
                </a:ext>
              </a:extLst>
            </p:cNvPr>
            <p:cNvSpPr txBox="1"/>
            <p:nvPr/>
          </p:nvSpPr>
          <p:spPr>
            <a:xfrm>
              <a:off x="1152258" y="2766548"/>
              <a:ext cx="729290" cy="414940"/>
            </a:xfrm>
            <a:prstGeom prst="rect">
              <a:avLst/>
            </a:prstGeom>
            <a:noFill/>
          </p:spPr>
          <p:txBody>
            <a:bodyPr wrap="none" rtlCol="0">
              <a:spAutoFit/>
            </a:bodyP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62" name="テキスト ボックス 161">
              <a:extLst>
                <a:ext uri="{FF2B5EF4-FFF2-40B4-BE49-F238E27FC236}">
                  <a16:creationId xmlns:a16="http://schemas.microsoft.com/office/drawing/2014/main" id="{1592FAB0-0A7F-0405-462C-D74AAC670A15}"/>
                </a:ext>
              </a:extLst>
            </p:cNvPr>
            <p:cNvSpPr txBox="1"/>
            <p:nvPr/>
          </p:nvSpPr>
          <p:spPr>
            <a:xfrm>
              <a:off x="2508307" y="2766548"/>
              <a:ext cx="729290" cy="414940"/>
            </a:xfrm>
            <a:prstGeom prst="rect">
              <a:avLst/>
            </a:prstGeom>
            <a:noFill/>
          </p:spPr>
          <p:txBody>
            <a:bodyPr wrap="none" rtlCol="0">
              <a:spAutoFit/>
            </a:bodyP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63" name="テキスト ボックス 162">
              <a:extLst>
                <a:ext uri="{FF2B5EF4-FFF2-40B4-BE49-F238E27FC236}">
                  <a16:creationId xmlns:a16="http://schemas.microsoft.com/office/drawing/2014/main" id="{E15EF271-D5BD-735D-4266-8AF6429CE2A9}"/>
                </a:ext>
              </a:extLst>
            </p:cNvPr>
            <p:cNvSpPr txBox="1"/>
            <p:nvPr/>
          </p:nvSpPr>
          <p:spPr>
            <a:xfrm>
              <a:off x="3864356" y="2766548"/>
              <a:ext cx="729290" cy="414940"/>
            </a:xfrm>
            <a:prstGeom prst="rect">
              <a:avLst/>
            </a:prstGeom>
            <a:noFill/>
          </p:spPr>
          <p:txBody>
            <a:bodyPr wrap="none" rtlCol="0">
              <a:spAutoFit/>
            </a:bodyP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64" name="テキスト ボックス 163">
              <a:extLst>
                <a:ext uri="{FF2B5EF4-FFF2-40B4-BE49-F238E27FC236}">
                  <a16:creationId xmlns:a16="http://schemas.microsoft.com/office/drawing/2014/main" id="{1C7C0A1D-A9B8-7781-E02D-810E81BBEFFC}"/>
                </a:ext>
              </a:extLst>
            </p:cNvPr>
            <p:cNvSpPr txBox="1"/>
            <p:nvPr/>
          </p:nvSpPr>
          <p:spPr>
            <a:xfrm>
              <a:off x="5220404" y="2766548"/>
              <a:ext cx="729290" cy="414940"/>
            </a:xfrm>
            <a:prstGeom prst="rect">
              <a:avLst/>
            </a:prstGeom>
            <a:noFill/>
          </p:spPr>
          <p:txBody>
            <a:bodyPr wrap="none" rtlCol="0">
              <a:spAutoFit/>
            </a:bodyP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sp>
        <p:nvSpPr>
          <p:cNvPr id="36" name="テキスト ボックス 35">
            <a:extLst>
              <a:ext uri="{FF2B5EF4-FFF2-40B4-BE49-F238E27FC236}">
                <a16:creationId xmlns:a16="http://schemas.microsoft.com/office/drawing/2014/main" id="{2366F871-6E62-B5F1-BC95-D4960435D61A}"/>
              </a:ext>
            </a:extLst>
          </p:cNvPr>
          <p:cNvSpPr txBox="1"/>
          <p:nvPr/>
        </p:nvSpPr>
        <p:spPr>
          <a:xfrm>
            <a:off x="1409404" y="5672705"/>
            <a:ext cx="652720" cy="371375"/>
          </a:xfrm>
          <a:prstGeom prst="rect">
            <a:avLst/>
          </a:prstGeom>
          <a:noFill/>
        </p:spPr>
        <p:txBody>
          <a:bodyPr wrap="none" rtlCol="0">
            <a:spAutoFit/>
          </a:bodyPr>
          <a:lstStyle/>
          <a:p>
            <a:pPr algn="ct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37" name="テキスト ボックス 36">
            <a:extLst>
              <a:ext uri="{FF2B5EF4-FFF2-40B4-BE49-F238E27FC236}">
                <a16:creationId xmlns:a16="http://schemas.microsoft.com/office/drawing/2014/main" id="{62FBFBD3-3212-6B1D-7F92-9CE5F9909189}"/>
              </a:ext>
            </a:extLst>
          </p:cNvPr>
          <p:cNvSpPr txBox="1"/>
          <p:nvPr/>
        </p:nvSpPr>
        <p:spPr>
          <a:xfrm>
            <a:off x="2623078" y="5672705"/>
            <a:ext cx="652720" cy="371375"/>
          </a:xfrm>
          <a:prstGeom prst="rect">
            <a:avLst/>
          </a:prstGeom>
          <a:noFill/>
        </p:spPr>
        <p:txBody>
          <a:bodyPr wrap="none" rtlCol="0">
            <a:spAutoFit/>
          </a:bodyPr>
          <a:lstStyle/>
          <a:p>
            <a:pPr algn="ct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38" name="テキスト ボックス 37">
            <a:extLst>
              <a:ext uri="{FF2B5EF4-FFF2-40B4-BE49-F238E27FC236}">
                <a16:creationId xmlns:a16="http://schemas.microsoft.com/office/drawing/2014/main" id="{2B79984A-3B35-1ACF-9C18-8767EC3A194F}"/>
              </a:ext>
            </a:extLst>
          </p:cNvPr>
          <p:cNvSpPr txBox="1"/>
          <p:nvPr/>
        </p:nvSpPr>
        <p:spPr>
          <a:xfrm>
            <a:off x="3836753" y="5672705"/>
            <a:ext cx="652720" cy="371375"/>
          </a:xfrm>
          <a:prstGeom prst="rect">
            <a:avLst/>
          </a:prstGeom>
          <a:noFill/>
        </p:spPr>
        <p:txBody>
          <a:bodyPr wrap="none" rtlCol="0">
            <a:spAutoFit/>
          </a:bodyPr>
          <a:lstStyle/>
          <a:p>
            <a:pPr algn="ct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39" name="グループ化 38">
            <a:extLst>
              <a:ext uri="{FF2B5EF4-FFF2-40B4-BE49-F238E27FC236}">
                <a16:creationId xmlns:a16="http://schemas.microsoft.com/office/drawing/2014/main" id="{A74C67B4-E921-44A9-B2FC-CFFC8E084060}"/>
              </a:ext>
            </a:extLst>
          </p:cNvPr>
          <p:cNvGrpSpPr/>
          <p:nvPr/>
        </p:nvGrpSpPr>
        <p:grpSpPr>
          <a:xfrm>
            <a:off x="1292085" y="2047871"/>
            <a:ext cx="4518820" cy="371375"/>
            <a:chOff x="1026519" y="2766548"/>
            <a:chExt cx="5048914" cy="414940"/>
          </a:xfrm>
        </p:grpSpPr>
        <p:sp>
          <p:nvSpPr>
            <p:cNvPr id="157" name="テキスト ボックス 156">
              <a:extLst>
                <a:ext uri="{FF2B5EF4-FFF2-40B4-BE49-F238E27FC236}">
                  <a16:creationId xmlns:a16="http://schemas.microsoft.com/office/drawing/2014/main" id="{936D4E1F-5D0B-93F7-3CEF-6F86CCC36F01}"/>
                </a:ext>
              </a:extLst>
            </p:cNvPr>
            <p:cNvSpPr txBox="1"/>
            <p:nvPr/>
          </p:nvSpPr>
          <p:spPr>
            <a:xfrm>
              <a:off x="1026519" y="2766548"/>
              <a:ext cx="980768" cy="414940"/>
            </a:xfrm>
            <a:prstGeom prst="rect">
              <a:avLst/>
            </a:prstGeom>
            <a:noFill/>
          </p:spPr>
          <p:txBody>
            <a:bodyPr wrap="none" rtlCol="0">
              <a:spAutoFit/>
            </a:bodyP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キャラ</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58" name="テキスト ボックス 157">
              <a:extLst>
                <a:ext uri="{FF2B5EF4-FFF2-40B4-BE49-F238E27FC236}">
                  <a16:creationId xmlns:a16="http://schemas.microsoft.com/office/drawing/2014/main" id="{8FD29A61-7E2B-C83C-4166-87A279B67ACE}"/>
                </a:ext>
              </a:extLst>
            </p:cNvPr>
            <p:cNvSpPr txBox="1"/>
            <p:nvPr/>
          </p:nvSpPr>
          <p:spPr>
            <a:xfrm>
              <a:off x="2382568" y="2766548"/>
              <a:ext cx="980768" cy="414940"/>
            </a:xfrm>
            <a:prstGeom prst="rect">
              <a:avLst/>
            </a:prstGeom>
            <a:noFill/>
          </p:spPr>
          <p:txBody>
            <a:bodyPr wrap="none" rtlCol="0">
              <a:spAutoFit/>
            </a:bodyP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sp>
          <p:nvSpPr>
            <p:cNvPr id="159" name="テキスト ボックス 158">
              <a:extLst>
                <a:ext uri="{FF2B5EF4-FFF2-40B4-BE49-F238E27FC236}">
                  <a16:creationId xmlns:a16="http://schemas.microsoft.com/office/drawing/2014/main" id="{2F4DD87B-064A-CC6E-566E-A64FC3693A37}"/>
                </a:ext>
              </a:extLst>
            </p:cNvPr>
            <p:cNvSpPr txBox="1"/>
            <p:nvPr/>
          </p:nvSpPr>
          <p:spPr>
            <a:xfrm>
              <a:off x="3738618" y="2766548"/>
              <a:ext cx="980768" cy="414940"/>
            </a:xfrm>
            <a:prstGeom prst="rect">
              <a:avLst/>
            </a:prstGeom>
            <a:noFill/>
          </p:spPr>
          <p:txBody>
            <a:bodyPr wrap="none" rtlCol="0">
              <a:spAutoFit/>
            </a:bodyP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sp>
          <p:nvSpPr>
            <p:cNvPr id="160" name="テキスト ボックス 159">
              <a:extLst>
                <a:ext uri="{FF2B5EF4-FFF2-40B4-BE49-F238E27FC236}">
                  <a16:creationId xmlns:a16="http://schemas.microsoft.com/office/drawing/2014/main" id="{65C8C0DD-B23D-51FF-9B25-75750215A856}"/>
                </a:ext>
              </a:extLst>
            </p:cNvPr>
            <p:cNvSpPr txBox="1"/>
            <p:nvPr/>
          </p:nvSpPr>
          <p:spPr>
            <a:xfrm>
              <a:off x="5094665" y="2766548"/>
              <a:ext cx="980768" cy="414940"/>
            </a:xfrm>
            <a:prstGeom prst="rect">
              <a:avLst/>
            </a:prstGeom>
            <a:noFill/>
          </p:spPr>
          <p:txBody>
            <a:bodyPr wrap="none" rtlCol="0">
              <a:spAutoFit/>
            </a:bodyP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nvGrpSpPr>
          <p:cNvPr id="40" name="グループ化 39">
            <a:extLst>
              <a:ext uri="{FF2B5EF4-FFF2-40B4-BE49-F238E27FC236}">
                <a16:creationId xmlns:a16="http://schemas.microsoft.com/office/drawing/2014/main" id="{40D4F3B6-4383-8D7E-3347-BBE0DBE2A1AC}"/>
              </a:ext>
            </a:extLst>
          </p:cNvPr>
          <p:cNvGrpSpPr/>
          <p:nvPr/>
        </p:nvGrpSpPr>
        <p:grpSpPr>
          <a:xfrm>
            <a:off x="1261825" y="4778493"/>
            <a:ext cx="4172287" cy="371375"/>
            <a:chOff x="1026519" y="2766548"/>
            <a:chExt cx="4661731" cy="414940"/>
          </a:xfrm>
        </p:grpSpPr>
        <p:sp>
          <p:nvSpPr>
            <p:cNvPr id="153" name="テキスト ボックス 152">
              <a:extLst>
                <a:ext uri="{FF2B5EF4-FFF2-40B4-BE49-F238E27FC236}">
                  <a16:creationId xmlns:a16="http://schemas.microsoft.com/office/drawing/2014/main" id="{ECCBF3DF-DE1E-D720-A1D4-C6CEDF04346D}"/>
                </a:ext>
              </a:extLst>
            </p:cNvPr>
            <p:cNvSpPr txBox="1"/>
            <p:nvPr/>
          </p:nvSpPr>
          <p:spPr>
            <a:xfrm>
              <a:off x="1026519" y="2766548"/>
              <a:ext cx="980768" cy="414940"/>
            </a:xfrm>
            <a:prstGeom prst="rect">
              <a:avLst/>
            </a:prstGeom>
            <a:noFill/>
          </p:spPr>
          <p:txBody>
            <a:bodyPr wrap="none" rtlCol="0">
              <a:spAutoFit/>
            </a:bodyPr>
            <a:lstStyle/>
            <a:p>
              <a:pPr algn="ct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endParaRPr kumimoji="1"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154" name="テキスト ボックス 153">
              <a:extLst>
                <a:ext uri="{FF2B5EF4-FFF2-40B4-BE49-F238E27FC236}">
                  <a16:creationId xmlns:a16="http://schemas.microsoft.com/office/drawing/2014/main" id="{C8725701-8634-BA43-AB6A-1700E5F6D2C9}"/>
                </a:ext>
              </a:extLst>
            </p:cNvPr>
            <p:cNvSpPr txBox="1"/>
            <p:nvPr/>
          </p:nvSpPr>
          <p:spPr>
            <a:xfrm>
              <a:off x="2382568" y="2766548"/>
              <a:ext cx="980768" cy="414940"/>
            </a:xfrm>
            <a:prstGeom prst="rect">
              <a:avLst/>
            </a:prstGeom>
            <a:noFill/>
          </p:spPr>
          <p:txBody>
            <a:bodyPr wrap="none" rtlCol="0">
              <a:spAutoFit/>
            </a:bodyPr>
            <a:lstStyle/>
            <a:p>
              <a:pPr algn="ct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sp>
          <p:nvSpPr>
            <p:cNvPr id="155" name="テキスト ボックス 154">
              <a:extLst>
                <a:ext uri="{FF2B5EF4-FFF2-40B4-BE49-F238E27FC236}">
                  <a16:creationId xmlns:a16="http://schemas.microsoft.com/office/drawing/2014/main" id="{AD9C2A7A-A522-2751-7615-CF5569DCA999}"/>
                </a:ext>
              </a:extLst>
            </p:cNvPr>
            <p:cNvSpPr txBox="1"/>
            <p:nvPr/>
          </p:nvSpPr>
          <p:spPr>
            <a:xfrm>
              <a:off x="3738618" y="2766548"/>
              <a:ext cx="980768" cy="414940"/>
            </a:xfrm>
            <a:prstGeom prst="rect">
              <a:avLst/>
            </a:prstGeom>
            <a:noFill/>
          </p:spPr>
          <p:txBody>
            <a:bodyPr wrap="none" rtlCol="0">
              <a:spAutoFit/>
            </a:bodyPr>
            <a:lstStyle/>
            <a:p>
              <a:pPr algn="ct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sp>
          <p:nvSpPr>
            <p:cNvPr id="156" name="テキスト ボックス 155">
              <a:extLst>
                <a:ext uri="{FF2B5EF4-FFF2-40B4-BE49-F238E27FC236}">
                  <a16:creationId xmlns:a16="http://schemas.microsoft.com/office/drawing/2014/main" id="{058671F1-A726-F555-21FD-202AAA0EBC5C}"/>
                </a:ext>
              </a:extLst>
            </p:cNvPr>
            <p:cNvSpPr txBox="1"/>
            <p:nvPr/>
          </p:nvSpPr>
          <p:spPr>
            <a:xfrm>
              <a:off x="5481849" y="2766548"/>
              <a:ext cx="206401" cy="412657"/>
            </a:xfrm>
            <a:prstGeom prst="rect">
              <a:avLst/>
            </a:prstGeom>
            <a:noFill/>
          </p:spPr>
          <p:txBody>
            <a:bodyPr wrap="none" rtlCol="0">
              <a:spAutoFit/>
            </a:bodyPr>
            <a:lstStyle/>
            <a:p>
              <a:pPr algn="ctr"/>
              <a:endPar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55" name="四角形: 角を丸くする 54">
            <a:extLst>
              <a:ext uri="{FF2B5EF4-FFF2-40B4-BE49-F238E27FC236}">
                <a16:creationId xmlns:a16="http://schemas.microsoft.com/office/drawing/2014/main" id="{225A4A5B-8193-07EE-8C1F-E293A143291C}"/>
              </a:ext>
            </a:extLst>
          </p:cNvPr>
          <p:cNvSpPr/>
          <p:nvPr/>
        </p:nvSpPr>
        <p:spPr>
          <a:xfrm>
            <a:off x="1178849" y="1691635"/>
            <a:ext cx="1104265" cy="1100880"/>
          </a:xfrm>
          <a:prstGeom prst="roundRect">
            <a:avLst>
              <a:gd name="adj" fmla="val 6896"/>
            </a:avLst>
          </a:prstGeom>
          <a:solidFill>
            <a:srgbClr val="FF00FF">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grpSp>
        <p:nvGrpSpPr>
          <p:cNvPr id="56" name="グループ化 55">
            <a:extLst>
              <a:ext uri="{FF2B5EF4-FFF2-40B4-BE49-F238E27FC236}">
                <a16:creationId xmlns:a16="http://schemas.microsoft.com/office/drawing/2014/main" id="{044B101B-338B-030D-26DF-D9ACF1DB1922}"/>
              </a:ext>
            </a:extLst>
          </p:cNvPr>
          <p:cNvGrpSpPr/>
          <p:nvPr/>
        </p:nvGrpSpPr>
        <p:grpSpPr>
          <a:xfrm>
            <a:off x="1372882" y="1967913"/>
            <a:ext cx="723276" cy="548325"/>
            <a:chOff x="981599" y="1624031"/>
            <a:chExt cx="808122" cy="612648"/>
          </a:xfrm>
        </p:grpSpPr>
        <p:sp>
          <p:nvSpPr>
            <p:cNvPr id="138" name="フローチャート: 他ページ結合子 137">
              <a:extLst>
                <a:ext uri="{FF2B5EF4-FFF2-40B4-BE49-F238E27FC236}">
                  <a16:creationId xmlns:a16="http://schemas.microsoft.com/office/drawing/2014/main" id="{D4062DE4-9439-7804-2816-ABBD70F26A0F}"/>
                </a:ext>
              </a:extLst>
            </p:cNvPr>
            <p:cNvSpPr/>
            <p:nvPr/>
          </p:nvSpPr>
          <p:spPr>
            <a:xfrm>
              <a:off x="1002683" y="1624031"/>
              <a:ext cx="758051" cy="612648"/>
            </a:xfrm>
            <a:prstGeom prst="flowChartOffpageConnector">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sp>
          <p:nvSpPr>
            <p:cNvPr id="139" name="テキスト ボックス 138">
              <a:extLst>
                <a:ext uri="{FF2B5EF4-FFF2-40B4-BE49-F238E27FC236}">
                  <a16:creationId xmlns:a16="http://schemas.microsoft.com/office/drawing/2014/main" id="{111731E4-4AE0-3F9D-3F29-D51B9FBA14F0}"/>
                </a:ext>
              </a:extLst>
            </p:cNvPr>
            <p:cNvSpPr txBox="1"/>
            <p:nvPr/>
          </p:nvSpPr>
          <p:spPr>
            <a:xfrm>
              <a:off x="981599" y="1707422"/>
              <a:ext cx="808122" cy="343882"/>
            </a:xfrm>
            <a:prstGeom prst="rect">
              <a:avLst/>
            </a:prstGeom>
            <a:noFill/>
          </p:spPr>
          <p:txBody>
            <a:bodyPr wrap="none" rtlCol="0">
              <a:spAutoFit/>
            </a:bodyPr>
            <a:lstStyle/>
            <a:p>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後衛</a:t>
              </a:r>
              <a:r>
                <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へ</a:t>
              </a:r>
              <a:endParaRPr kumimoji="1" lang="ja-JP" altLang="en-US" sz="14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87" name="グループ化 186">
            <a:extLst>
              <a:ext uri="{FF2B5EF4-FFF2-40B4-BE49-F238E27FC236}">
                <a16:creationId xmlns:a16="http://schemas.microsoft.com/office/drawing/2014/main" id="{159F06C3-AA8C-3AE2-E79D-690A9E3BAB00}"/>
              </a:ext>
            </a:extLst>
          </p:cNvPr>
          <p:cNvGrpSpPr/>
          <p:nvPr/>
        </p:nvGrpSpPr>
        <p:grpSpPr>
          <a:xfrm>
            <a:off x="10306252" y="-26216"/>
            <a:ext cx="1904042" cy="1345494"/>
            <a:chOff x="163586" y="134635"/>
            <a:chExt cx="1975684" cy="1396119"/>
          </a:xfrm>
        </p:grpSpPr>
        <p:grpSp>
          <p:nvGrpSpPr>
            <p:cNvPr id="188" name="グループ化 187">
              <a:extLst>
                <a:ext uri="{FF2B5EF4-FFF2-40B4-BE49-F238E27FC236}">
                  <a16:creationId xmlns:a16="http://schemas.microsoft.com/office/drawing/2014/main" id="{DBD4C7F1-0E87-1C98-D3D6-588F37DDD0C9}"/>
                </a:ext>
              </a:extLst>
            </p:cNvPr>
            <p:cNvGrpSpPr/>
            <p:nvPr/>
          </p:nvGrpSpPr>
          <p:grpSpPr>
            <a:xfrm>
              <a:off x="163586" y="134635"/>
              <a:ext cx="1975684" cy="1396119"/>
              <a:chOff x="163586" y="134635"/>
              <a:chExt cx="1975684" cy="1396119"/>
            </a:xfrm>
          </p:grpSpPr>
          <p:pic>
            <p:nvPicPr>
              <p:cNvPr id="190" name="図 189">
                <a:extLst>
                  <a:ext uri="{FF2B5EF4-FFF2-40B4-BE49-F238E27FC236}">
                    <a16:creationId xmlns:a16="http://schemas.microsoft.com/office/drawing/2014/main" id="{E3F0318D-A056-70E0-03CB-ED75F6744B7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191" name="楕円 190">
                <a:extLst>
                  <a:ext uri="{FF2B5EF4-FFF2-40B4-BE49-F238E27FC236}">
                    <a16:creationId xmlns:a16="http://schemas.microsoft.com/office/drawing/2014/main" id="{03E4604F-D627-4EB4-569E-4A3A86C909A2}"/>
                  </a:ext>
                </a:extLst>
              </p:cNvPr>
              <p:cNvSpPr/>
              <p:nvPr/>
            </p:nvSpPr>
            <p:spPr>
              <a:xfrm>
                <a:off x="836705" y="560292"/>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189" name="図 188">
              <a:extLst>
                <a:ext uri="{FF2B5EF4-FFF2-40B4-BE49-F238E27FC236}">
                  <a16:creationId xmlns:a16="http://schemas.microsoft.com/office/drawing/2014/main" id="{9FCE9F0D-4AC2-9BD8-084C-75F2098ECA87}"/>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
        <p:nvSpPr>
          <p:cNvPr id="32" name="テキスト ボックス 31">
            <a:extLst>
              <a:ext uri="{FF2B5EF4-FFF2-40B4-BE49-F238E27FC236}">
                <a16:creationId xmlns:a16="http://schemas.microsoft.com/office/drawing/2014/main" id="{D834FD70-6351-6516-4750-A972CB85BFC2}"/>
              </a:ext>
            </a:extLst>
          </p:cNvPr>
          <p:cNvSpPr txBox="1"/>
          <p:nvPr/>
        </p:nvSpPr>
        <p:spPr>
          <a:xfrm>
            <a:off x="8113668" y="1130817"/>
            <a:ext cx="877796" cy="371375"/>
          </a:xfrm>
          <a:prstGeom prst="rect">
            <a:avLst/>
          </a:prstGeom>
          <a:noFill/>
        </p:spPr>
        <p:txBody>
          <a:bodyPr wrap="none" rtlCol="0">
            <a:spAutoFit/>
          </a:bodyPr>
          <a:lstStyle/>
          <a:p>
            <a:pPr algn="ct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endParaRPr kumimoji="1"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12" name="グループ化 11">
            <a:extLst>
              <a:ext uri="{FF2B5EF4-FFF2-40B4-BE49-F238E27FC236}">
                <a16:creationId xmlns:a16="http://schemas.microsoft.com/office/drawing/2014/main" id="{7166DB01-E028-0D7F-994D-4B977DB8AB29}"/>
              </a:ext>
            </a:extLst>
          </p:cNvPr>
          <p:cNvGrpSpPr/>
          <p:nvPr/>
        </p:nvGrpSpPr>
        <p:grpSpPr>
          <a:xfrm>
            <a:off x="7255483" y="1071540"/>
            <a:ext cx="893760" cy="601610"/>
            <a:chOff x="6497359" y="1068436"/>
            <a:chExt cx="1273542" cy="601610"/>
          </a:xfrm>
        </p:grpSpPr>
        <p:sp>
          <p:nvSpPr>
            <p:cNvPr id="13" name="四角形: 角を丸くする 12">
              <a:extLst>
                <a:ext uri="{FF2B5EF4-FFF2-40B4-BE49-F238E27FC236}">
                  <a16:creationId xmlns:a16="http://schemas.microsoft.com/office/drawing/2014/main" id="{371BFBD6-4F29-58D7-0AA9-9E82E9ED9E17}"/>
                </a:ext>
              </a:extLst>
            </p:cNvPr>
            <p:cNvSpPr/>
            <p:nvPr/>
          </p:nvSpPr>
          <p:spPr>
            <a:xfrm>
              <a:off x="6497359" y="1068436"/>
              <a:ext cx="1273542" cy="601610"/>
            </a:xfrm>
            <a:prstGeom prst="roundRect">
              <a:avLst>
                <a:gd name="adj" fmla="val 4721"/>
              </a:avLst>
            </a:prstGeom>
            <a:solidFill>
              <a:srgbClr val="9B95A0"/>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4" name="テキスト ボックス 13">
              <a:extLst>
                <a:ext uri="{FF2B5EF4-FFF2-40B4-BE49-F238E27FC236}">
                  <a16:creationId xmlns:a16="http://schemas.microsoft.com/office/drawing/2014/main" id="{97462D32-C02E-F31C-E384-8F5238790FAE}"/>
                </a:ext>
              </a:extLst>
            </p:cNvPr>
            <p:cNvSpPr txBox="1"/>
            <p:nvPr/>
          </p:nvSpPr>
          <p:spPr>
            <a:xfrm>
              <a:off x="6506545" y="1130817"/>
              <a:ext cx="1249893" cy="369332"/>
            </a:xfrm>
            <a:prstGeom prst="rect">
              <a:avLst/>
            </a:prstGeom>
            <a:noFill/>
          </p:spPr>
          <p:txBody>
            <a:bodyPr wrap="none" rtlCol="0">
              <a:spAutoFit/>
            </a:bodyPr>
            <a:lstStyle/>
            <a:p>
              <a:pPr algn="ctr"/>
              <a:r>
                <a:rPr kumimoji="1" lang="ja-JP" altLang="en-US">
                  <a:solidFill>
                    <a:schemeClr val="bg1">
                      <a:lumMod val="95000"/>
                    </a:schemeClr>
                  </a:solidFill>
                  <a:latin typeface="原稿用標準書体" panose="03000503000000000000" pitchFamily="66" charset="-128"/>
                  <a:ea typeface="原稿用標準書体" panose="03000503000000000000" pitchFamily="66" charset="-128"/>
                </a:rPr>
                <a:t>キャラ</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15" name="グループ化 14">
            <a:extLst>
              <a:ext uri="{FF2B5EF4-FFF2-40B4-BE49-F238E27FC236}">
                <a16:creationId xmlns:a16="http://schemas.microsoft.com/office/drawing/2014/main" id="{135248FC-2E00-705A-D1C9-A12DCEBA7D01}"/>
              </a:ext>
            </a:extLst>
          </p:cNvPr>
          <p:cNvGrpSpPr/>
          <p:nvPr/>
        </p:nvGrpSpPr>
        <p:grpSpPr>
          <a:xfrm>
            <a:off x="8218889" y="1068435"/>
            <a:ext cx="893760" cy="1305019"/>
            <a:chOff x="6497359" y="1068435"/>
            <a:chExt cx="1273542" cy="1305019"/>
          </a:xfrm>
        </p:grpSpPr>
        <p:sp>
          <p:nvSpPr>
            <p:cNvPr id="16" name="四角形: 角を丸くする 15">
              <a:extLst>
                <a:ext uri="{FF2B5EF4-FFF2-40B4-BE49-F238E27FC236}">
                  <a16:creationId xmlns:a16="http://schemas.microsoft.com/office/drawing/2014/main" id="{A10A3988-AAA7-4E2F-FB05-1577A67477C8}"/>
                </a:ext>
              </a:extLst>
            </p:cNvPr>
            <p:cNvSpPr/>
            <p:nvPr/>
          </p:nvSpPr>
          <p:spPr>
            <a:xfrm>
              <a:off x="6497359" y="1068435"/>
              <a:ext cx="1273542" cy="1305019"/>
            </a:xfrm>
            <a:prstGeom prst="roundRect">
              <a:avLst>
                <a:gd name="adj" fmla="val 4721"/>
              </a:avLst>
            </a:prstGeom>
            <a:solidFill>
              <a:schemeClr val="bg1">
                <a:lumMod val="7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7" name="テキスト ボックス 16">
              <a:extLst>
                <a:ext uri="{FF2B5EF4-FFF2-40B4-BE49-F238E27FC236}">
                  <a16:creationId xmlns:a16="http://schemas.microsoft.com/office/drawing/2014/main" id="{F759F7CC-23B1-302C-87F4-E3F7606AD6ED}"/>
                </a:ext>
              </a:extLst>
            </p:cNvPr>
            <p:cNvSpPr txBox="1"/>
            <p:nvPr/>
          </p:nvSpPr>
          <p:spPr>
            <a:xfrm>
              <a:off x="6671003" y="1130817"/>
              <a:ext cx="920974" cy="369332"/>
            </a:xfrm>
            <a:prstGeom prst="rect">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18" name="グループ化 17">
            <a:extLst>
              <a:ext uri="{FF2B5EF4-FFF2-40B4-BE49-F238E27FC236}">
                <a16:creationId xmlns:a16="http://schemas.microsoft.com/office/drawing/2014/main" id="{3D4AEE23-8F2B-9411-A885-CFCA9F22738E}"/>
              </a:ext>
            </a:extLst>
          </p:cNvPr>
          <p:cNvGrpSpPr/>
          <p:nvPr/>
        </p:nvGrpSpPr>
        <p:grpSpPr>
          <a:xfrm>
            <a:off x="9182295" y="1069480"/>
            <a:ext cx="893760" cy="1305019"/>
            <a:chOff x="6497359" y="1068435"/>
            <a:chExt cx="1273542" cy="1305019"/>
          </a:xfrm>
        </p:grpSpPr>
        <p:sp>
          <p:nvSpPr>
            <p:cNvPr id="19" name="四角形: 角を丸くする 18">
              <a:extLst>
                <a:ext uri="{FF2B5EF4-FFF2-40B4-BE49-F238E27FC236}">
                  <a16:creationId xmlns:a16="http://schemas.microsoft.com/office/drawing/2014/main" id="{EE6B9D87-86B3-4FC0-6AF5-8835EFFFC38E}"/>
                </a:ext>
              </a:extLst>
            </p:cNvPr>
            <p:cNvSpPr/>
            <p:nvPr/>
          </p:nvSpPr>
          <p:spPr>
            <a:xfrm>
              <a:off x="6497359" y="1068435"/>
              <a:ext cx="1273542" cy="1305019"/>
            </a:xfrm>
            <a:prstGeom prst="roundRect">
              <a:avLst>
                <a:gd name="adj" fmla="val 4721"/>
              </a:avLst>
            </a:prstGeom>
            <a:solidFill>
              <a:schemeClr val="tx2">
                <a:lumMod val="40000"/>
                <a:lumOff val="6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31" name="テキスト ボックス 30">
              <a:extLst>
                <a:ext uri="{FF2B5EF4-FFF2-40B4-BE49-F238E27FC236}">
                  <a16:creationId xmlns:a16="http://schemas.microsoft.com/office/drawing/2014/main" id="{726F4B7A-521A-3D3A-7C7D-4286DE26A0A4}"/>
                </a:ext>
              </a:extLst>
            </p:cNvPr>
            <p:cNvSpPr txBox="1"/>
            <p:nvPr/>
          </p:nvSpPr>
          <p:spPr>
            <a:xfrm>
              <a:off x="6671002" y="1130817"/>
              <a:ext cx="920974" cy="369332"/>
            </a:xfrm>
            <a:prstGeom prst="rect">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rPr>
                <a:t>回復</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53" name="グループ化 52">
            <a:extLst>
              <a:ext uri="{FF2B5EF4-FFF2-40B4-BE49-F238E27FC236}">
                <a16:creationId xmlns:a16="http://schemas.microsoft.com/office/drawing/2014/main" id="{56D2CFD3-73DC-56A7-FB06-BCAEE73BF7A4}"/>
              </a:ext>
            </a:extLst>
          </p:cNvPr>
          <p:cNvGrpSpPr/>
          <p:nvPr/>
        </p:nvGrpSpPr>
        <p:grpSpPr>
          <a:xfrm>
            <a:off x="10145700" y="1064065"/>
            <a:ext cx="893760" cy="1305019"/>
            <a:chOff x="6497359" y="1068435"/>
            <a:chExt cx="1273542" cy="1305019"/>
          </a:xfrm>
        </p:grpSpPr>
        <p:sp>
          <p:nvSpPr>
            <p:cNvPr id="142" name="四角形: 角を丸くする 141">
              <a:extLst>
                <a:ext uri="{FF2B5EF4-FFF2-40B4-BE49-F238E27FC236}">
                  <a16:creationId xmlns:a16="http://schemas.microsoft.com/office/drawing/2014/main" id="{18B5B2ED-6727-3CC6-9414-A53A11F676C3}"/>
                </a:ext>
              </a:extLst>
            </p:cNvPr>
            <p:cNvSpPr/>
            <p:nvPr/>
          </p:nvSpPr>
          <p:spPr>
            <a:xfrm>
              <a:off x="6497359" y="1068435"/>
              <a:ext cx="1273542" cy="1305019"/>
            </a:xfrm>
            <a:prstGeom prst="roundRect">
              <a:avLst>
                <a:gd name="adj" fmla="val 4721"/>
              </a:avLst>
            </a:prstGeom>
            <a:solidFill>
              <a:schemeClr val="accent2">
                <a:lumMod val="60000"/>
                <a:lumOff val="4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43" name="テキスト ボックス 142">
              <a:extLst>
                <a:ext uri="{FF2B5EF4-FFF2-40B4-BE49-F238E27FC236}">
                  <a16:creationId xmlns:a16="http://schemas.microsoft.com/office/drawing/2014/main" id="{11EC9647-E334-3034-5BD9-FEAB6F6405ED}"/>
                </a:ext>
              </a:extLst>
            </p:cNvPr>
            <p:cNvSpPr txBox="1"/>
            <p:nvPr/>
          </p:nvSpPr>
          <p:spPr>
            <a:xfrm>
              <a:off x="6671001" y="1130817"/>
              <a:ext cx="920974" cy="369332"/>
            </a:xfrm>
            <a:prstGeom prst="rect">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rPr>
                <a:t>バフ</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sp>
        <p:nvSpPr>
          <p:cNvPr id="11" name="フリーフォーム: 図形 10">
            <a:extLst>
              <a:ext uri="{FF2B5EF4-FFF2-40B4-BE49-F238E27FC236}">
                <a16:creationId xmlns:a16="http://schemas.microsoft.com/office/drawing/2014/main" id="{4F1AC53B-7334-62F4-D72F-8E1F956EC79A}"/>
              </a:ext>
            </a:extLst>
          </p:cNvPr>
          <p:cNvSpPr/>
          <p:nvPr/>
        </p:nvSpPr>
        <p:spPr>
          <a:xfrm>
            <a:off x="6282470" y="1660618"/>
            <a:ext cx="4758032" cy="4602552"/>
          </a:xfrm>
          <a:custGeom>
            <a:avLst/>
            <a:gdLst>
              <a:gd name="csX0" fmla="*/ 194678 w 4540192"/>
              <a:gd name="csY0" fmla="*/ 0 h 4602552"/>
              <a:gd name="csX1" fmla="*/ 1160103 w 4540192"/>
              <a:gd name="csY1" fmla="*/ 0 h 4602552"/>
              <a:gd name="csX2" fmla="*/ 1173184 w 4540192"/>
              <a:gd name="csY2" fmla="*/ 2641 h 4602552"/>
              <a:gd name="csX3" fmla="*/ 3074601 w 4540192"/>
              <a:gd name="csY3" fmla="*/ 2641 h 4602552"/>
              <a:gd name="csX4" fmla="*/ 3087682 w 4540192"/>
              <a:gd name="csY4" fmla="*/ 0 h 4602552"/>
              <a:gd name="csX5" fmla="*/ 4345514 w 4540192"/>
              <a:gd name="csY5" fmla="*/ 0 h 4602552"/>
              <a:gd name="csX6" fmla="*/ 4540192 w 4540192"/>
              <a:gd name="csY6" fmla="*/ 217286 h 4602552"/>
              <a:gd name="csX7" fmla="*/ 4540192 w 4540192"/>
              <a:gd name="csY7" fmla="*/ 4385266 h 4602552"/>
              <a:gd name="csX8" fmla="*/ 4345514 w 4540192"/>
              <a:gd name="csY8" fmla="*/ 4602552 h 4602552"/>
              <a:gd name="csX9" fmla="*/ 194678 w 4540192"/>
              <a:gd name="csY9" fmla="*/ 4602552 h 4602552"/>
              <a:gd name="csX10" fmla="*/ 0 w 4540192"/>
              <a:gd name="csY10" fmla="*/ 4385266 h 4602552"/>
              <a:gd name="csX11" fmla="*/ 0 w 4540192"/>
              <a:gd name="csY11" fmla="*/ 217286 h 4602552"/>
              <a:gd name="csX12" fmla="*/ 194678 w 4540192"/>
              <a:gd name="csY12" fmla="*/ 0 h 460255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4540192" h="4602552">
                <a:moveTo>
                  <a:pt x="194678" y="0"/>
                </a:moveTo>
                <a:lnTo>
                  <a:pt x="1160103" y="0"/>
                </a:lnTo>
                <a:lnTo>
                  <a:pt x="1173184" y="2641"/>
                </a:lnTo>
                <a:lnTo>
                  <a:pt x="3074601" y="2641"/>
                </a:lnTo>
                <a:lnTo>
                  <a:pt x="3087682" y="0"/>
                </a:lnTo>
                <a:lnTo>
                  <a:pt x="4345514" y="0"/>
                </a:lnTo>
                <a:cubicBezTo>
                  <a:pt x="4453032" y="0"/>
                  <a:pt x="4540192" y="97283"/>
                  <a:pt x="4540192" y="217286"/>
                </a:cubicBezTo>
                <a:lnTo>
                  <a:pt x="4540192" y="4385266"/>
                </a:lnTo>
                <a:cubicBezTo>
                  <a:pt x="4540192" y="4505270"/>
                  <a:pt x="4453032" y="4602552"/>
                  <a:pt x="4345514" y="4602552"/>
                </a:cubicBezTo>
                <a:lnTo>
                  <a:pt x="194678" y="4602552"/>
                </a:lnTo>
                <a:cubicBezTo>
                  <a:pt x="87161" y="4602552"/>
                  <a:pt x="0" y="4505270"/>
                  <a:pt x="0" y="4385266"/>
                </a:cubicBezTo>
                <a:lnTo>
                  <a:pt x="0" y="217286"/>
                </a:lnTo>
                <a:cubicBezTo>
                  <a:pt x="0" y="97283"/>
                  <a:pt x="87161" y="0"/>
                  <a:pt x="194678" y="0"/>
                </a:cubicBezTo>
                <a:close/>
              </a:path>
            </a:pathLst>
          </a:custGeom>
          <a:solidFill>
            <a:srgbClr val="C5A65D"/>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41" name="テキスト ボックス 40">
            <a:extLst>
              <a:ext uri="{FF2B5EF4-FFF2-40B4-BE49-F238E27FC236}">
                <a16:creationId xmlns:a16="http://schemas.microsoft.com/office/drawing/2014/main" id="{CB4DCF88-E072-41EB-7576-827B2C94613E}"/>
              </a:ext>
            </a:extLst>
          </p:cNvPr>
          <p:cNvSpPr txBox="1"/>
          <p:nvPr/>
        </p:nvSpPr>
        <p:spPr>
          <a:xfrm>
            <a:off x="8001131" y="1777923"/>
            <a:ext cx="1102871" cy="371375"/>
          </a:xfrm>
          <a:prstGeom prst="rect">
            <a:avLst/>
          </a:prstGeom>
          <a:noFill/>
        </p:spPr>
        <p:txBody>
          <a:bodyPr wrap="none" rtlCol="0">
            <a:spAutoFit/>
          </a:bodyPr>
          <a:lstStyle/>
          <a:p>
            <a:pPr algn="ctr"/>
            <a:r>
              <a:rPr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rPr>
              <a:t>キャラ名</a:t>
            </a:r>
          </a:p>
        </p:txBody>
      </p:sp>
      <p:grpSp>
        <p:nvGrpSpPr>
          <p:cNvPr id="54" name="グループ化 53">
            <a:extLst>
              <a:ext uri="{FF2B5EF4-FFF2-40B4-BE49-F238E27FC236}">
                <a16:creationId xmlns:a16="http://schemas.microsoft.com/office/drawing/2014/main" id="{A2218CE8-56D9-739E-C04D-066AA00D8333}"/>
              </a:ext>
            </a:extLst>
          </p:cNvPr>
          <p:cNvGrpSpPr/>
          <p:nvPr/>
        </p:nvGrpSpPr>
        <p:grpSpPr>
          <a:xfrm>
            <a:off x="9360607" y="1791579"/>
            <a:ext cx="1019775" cy="364741"/>
            <a:chOff x="6961435" y="1453494"/>
            <a:chExt cx="1321756" cy="407528"/>
          </a:xfrm>
        </p:grpSpPr>
        <p:sp>
          <p:nvSpPr>
            <p:cNvPr id="140" name="四角形: 角を丸くする 139">
              <a:extLst>
                <a:ext uri="{FF2B5EF4-FFF2-40B4-BE49-F238E27FC236}">
                  <a16:creationId xmlns:a16="http://schemas.microsoft.com/office/drawing/2014/main" id="{E9B80786-803B-B301-A12B-D5502A26578C}"/>
                </a:ext>
              </a:extLst>
            </p:cNvPr>
            <p:cNvSpPr/>
            <p:nvPr/>
          </p:nvSpPr>
          <p:spPr>
            <a:xfrm>
              <a:off x="6961435" y="1453494"/>
              <a:ext cx="1321756" cy="407528"/>
            </a:xfrm>
            <a:prstGeom prst="roundRect">
              <a:avLst>
                <a:gd name="adj" fmla="val 9765"/>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41" name="テキスト ボックス 140">
              <a:extLst>
                <a:ext uri="{FF2B5EF4-FFF2-40B4-BE49-F238E27FC236}">
                  <a16:creationId xmlns:a16="http://schemas.microsoft.com/office/drawing/2014/main" id="{1B54C87E-175A-E92D-7D0F-ACEF86E1585F}"/>
                </a:ext>
              </a:extLst>
            </p:cNvPr>
            <p:cNvSpPr txBox="1"/>
            <p:nvPr/>
          </p:nvSpPr>
          <p:spPr>
            <a:xfrm>
              <a:off x="7222203" y="1487981"/>
              <a:ext cx="937454" cy="343882"/>
            </a:xfrm>
            <a:prstGeom prst="rect">
              <a:avLst/>
            </a:prstGeom>
            <a:noFill/>
          </p:spPr>
          <p:txBody>
            <a:bodyPr wrap="none" rtlCol="0">
              <a:spAutoFit/>
            </a:bodyPr>
            <a:lstStyle/>
            <a:p>
              <a:r>
                <a:rPr kumimoji="1"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Lv</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a:t>
              </a:r>
              <a:r>
                <a:rPr lang="en-US" altLang="ja-JP" sz="14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a:t>
              </a:r>
              <a:endParaRPr kumimoji="1"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45" name="グループ化 144">
            <a:extLst>
              <a:ext uri="{FF2B5EF4-FFF2-40B4-BE49-F238E27FC236}">
                <a16:creationId xmlns:a16="http://schemas.microsoft.com/office/drawing/2014/main" id="{24CD1DDA-7D3B-D850-BB39-3DF915B5640A}"/>
              </a:ext>
            </a:extLst>
          </p:cNvPr>
          <p:cNvGrpSpPr/>
          <p:nvPr/>
        </p:nvGrpSpPr>
        <p:grpSpPr>
          <a:xfrm>
            <a:off x="6526263" y="1777923"/>
            <a:ext cx="1367435" cy="2982545"/>
            <a:chOff x="6799513" y="1821181"/>
            <a:chExt cx="1124683" cy="2209191"/>
          </a:xfrm>
        </p:grpSpPr>
        <p:grpSp>
          <p:nvGrpSpPr>
            <p:cNvPr id="177" name="グループ化 176">
              <a:extLst>
                <a:ext uri="{FF2B5EF4-FFF2-40B4-BE49-F238E27FC236}">
                  <a16:creationId xmlns:a16="http://schemas.microsoft.com/office/drawing/2014/main" id="{1FCF0D88-B1E0-AD62-103D-6DAEFB614F8E}"/>
                </a:ext>
              </a:extLst>
            </p:cNvPr>
            <p:cNvGrpSpPr/>
            <p:nvPr/>
          </p:nvGrpSpPr>
          <p:grpSpPr>
            <a:xfrm>
              <a:off x="6807560" y="1821181"/>
              <a:ext cx="1114968" cy="2209191"/>
              <a:chOff x="7405698" y="1658876"/>
              <a:chExt cx="1145519" cy="2269724"/>
            </a:xfrm>
          </p:grpSpPr>
          <p:sp>
            <p:nvSpPr>
              <p:cNvPr id="183" name="四角形: 角を丸くする 182">
                <a:extLst>
                  <a:ext uri="{FF2B5EF4-FFF2-40B4-BE49-F238E27FC236}">
                    <a16:creationId xmlns:a16="http://schemas.microsoft.com/office/drawing/2014/main" id="{159B3638-2766-6085-DC30-0F126F40BD2C}"/>
                  </a:ext>
                </a:extLst>
              </p:cNvPr>
              <p:cNvSpPr/>
              <p:nvPr/>
            </p:nvSpPr>
            <p:spPr>
              <a:xfrm>
                <a:off x="7405698" y="1934776"/>
                <a:ext cx="1145519" cy="1993824"/>
              </a:xfrm>
              <a:prstGeom prst="roundRect">
                <a:avLst>
                  <a:gd name="adj" fmla="val 5178"/>
                </a:avLst>
              </a:prstGeom>
              <a:solidFill>
                <a:schemeClr val="bg1">
                  <a:lumMod val="85000"/>
                  <a:alpha val="40000"/>
                </a:schemeClr>
              </a:solidFill>
              <a:ln w="25400">
                <a:solidFill>
                  <a:schemeClr val="tx2">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85" name="四角形: 角を丸くする 184">
                <a:extLst>
                  <a:ext uri="{FF2B5EF4-FFF2-40B4-BE49-F238E27FC236}">
                    <a16:creationId xmlns:a16="http://schemas.microsoft.com/office/drawing/2014/main" id="{EF41CE63-5EBE-C215-B1C2-132ADD5CB62C}"/>
                  </a:ext>
                </a:extLst>
              </p:cNvPr>
              <p:cNvSpPr/>
              <p:nvPr/>
            </p:nvSpPr>
            <p:spPr>
              <a:xfrm>
                <a:off x="7492777" y="1658876"/>
                <a:ext cx="971361" cy="284762"/>
              </a:xfrm>
              <a:prstGeom prst="roundRect">
                <a:avLst>
                  <a:gd name="adj" fmla="val 21561"/>
                </a:avLst>
              </a:prstGeom>
              <a:solidFill>
                <a:schemeClr val="tx2">
                  <a:lumMod val="60000"/>
                  <a:lumOff val="40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sp>
          <p:nvSpPr>
            <p:cNvPr id="182" name="テキスト ボックス 181">
              <a:extLst>
                <a:ext uri="{FF2B5EF4-FFF2-40B4-BE49-F238E27FC236}">
                  <a16:creationId xmlns:a16="http://schemas.microsoft.com/office/drawing/2014/main" id="{A6C703F3-4B20-509C-1A0E-DF25D25022C5}"/>
                </a:ext>
              </a:extLst>
            </p:cNvPr>
            <p:cNvSpPr txBox="1"/>
            <p:nvPr/>
          </p:nvSpPr>
          <p:spPr>
            <a:xfrm>
              <a:off x="6799513" y="1854760"/>
              <a:ext cx="1124683" cy="250769"/>
            </a:xfrm>
            <a:prstGeom prst="rect">
              <a:avLst/>
            </a:prstGeom>
            <a:noFill/>
          </p:spPr>
          <p:txBody>
            <a:bodyPr wrap="square">
              <a:spAutoFit/>
            </a:bodyPr>
            <a:lstStyle/>
            <a:p>
              <a:pPr algn="ctr"/>
              <a:r>
                <a:rPr lang="ja-JP" altLang="en-US" sz="1600">
                  <a:solidFill>
                    <a:schemeClr val="bg1">
                      <a:lumMod val="95000"/>
                    </a:schemeClr>
                  </a:solidFill>
                  <a:latin typeface="原稿用標準書体" panose="03000503000000000000" pitchFamily="66" charset="-128"/>
                  <a:ea typeface="原稿用標準書体" panose="03000503000000000000" pitchFamily="66" charset="-128"/>
                </a:rPr>
                <a:t>選択中</a:t>
              </a:r>
              <a:endParaRPr lang="ja-JP" altLang="en-US">
                <a:solidFill>
                  <a:schemeClr val="bg1">
                    <a:lumMod val="95000"/>
                  </a:schemeClr>
                </a:solidFill>
              </a:endParaRPr>
            </a:p>
          </p:txBody>
        </p:sp>
      </p:grpSp>
      <p:pic>
        <p:nvPicPr>
          <p:cNvPr id="52" name="図 51">
            <a:extLst>
              <a:ext uri="{FF2B5EF4-FFF2-40B4-BE49-F238E27FC236}">
                <a16:creationId xmlns:a16="http://schemas.microsoft.com/office/drawing/2014/main" id="{0FBEA88F-90F0-60F8-F0E1-385C94225A1C}"/>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348588" y="2264585"/>
            <a:ext cx="1677297" cy="2367721"/>
          </a:xfrm>
          <a:prstGeom prst="rect">
            <a:avLst/>
          </a:prstGeom>
        </p:spPr>
      </p:pic>
      <p:sp>
        <p:nvSpPr>
          <p:cNvPr id="195" name="フリーフォーム: 図形 194">
            <a:extLst>
              <a:ext uri="{FF2B5EF4-FFF2-40B4-BE49-F238E27FC236}">
                <a16:creationId xmlns:a16="http://schemas.microsoft.com/office/drawing/2014/main" id="{73A61171-BCDA-CB67-896B-17616896EB4E}"/>
              </a:ext>
            </a:extLst>
          </p:cNvPr>
          <p:cNvSpPr/>
          <p:nvPr/>
        </p:nvSpPr>
        <p:spPr>
          <a:xfrm>
            <a:off x="6629929" y="2645802"/>
            <a:ext cx="4063115" cy="3416938"/>
          </a:xfrm>
          <a:custGeom>
            <a:avLst/>
            <a:gdLst>
              <a:gd name="csX0" fmla="*/ 1659742 w 4063115"/>
              <a:gd name="csY0" fmla="*/ 0 h 3416938"/>
              <a:gd name="csX1" fmla="*/ 3938737 w 4063115"/>
              <a:gd name="csY1" fmla="*/ 0 h 3416938"/>
              <a:gd name="csX2" fmla="*/ 4063115 w 4063115"/>
              <a:gd name="csY2" fmla="*/ 124378 h 3416938"/>
              <a:gd name="csX3" fmla="*/ 4063115 w 4063115"/>
              <a:gd name="csY3" fmla="*/ 2277678 h 3416938"/>
              <a:gd name="csX4" fmla="*/ 4058968 w 4063115"/>
              <a:gd name="csY4" fmla="*/ 2298218 h 3416938"/>
              <a:gd name="csX5" fmla="*/ 4063115 w 4063115"/>
              <a:gd name="csY5" fmla="*/ 2318758 h 3416938"/>
              <a:gd name="csX6" fmla="*/ 4063115 w 4063115"/>
              <a:gd name="csY6" fmla="*/ 3356969 h 3416938"/>
              <a:gd name="csX7" fmla="*/ 4003146 w 4063115"/>
              <a:gd name="csY7" fmla="*/ 3416938 h 3416938"/>
              <a:gd name="csX8" fmla="*/ 59969 w 4063115"/>
              <a:gd name="csY8" fmla="*/ 3416938 h 3416938"/>
              <a:gd name="csX9" fmla="*/ 0 w 4063115"/>
              <a:gd name="csY9" fmla="*/ 3356969 h 3416938"/>
              <a:gd name="csX10" fmla="*/ 0 w 4063115"/>
              <a:gd name="csY10" fmla="*/ 2318758 h 3416938"/>
              <a:gd name="csX11" fmla="*/ 59969 w 4063115"/>
              <a:gd name="csY11" fmla="*/ 2258789 h 3416938"/>
              <a:gd name="csX12" fmla="*/ 1535364 w 4063115"/>
              <a:gd name="csY12" fmla="*/ 2258789 h 3416938"/>
              <a:gd name="csX13" fmla="*/ 1535364 w 4063115"/>
              <a:gd name="csY13" fmla="*/ 124378 h 3416938"/>
              <a:gd name="csX14" fmla="*/ 1659742 w 4063115"/>
              <a:gd name="csY14" fmla="*/ 0 h 341693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4063115" h="3416938">
                <a:moveTo>
                  <a:pt x="1659742" y="0"/>
                </a:moveTo>
                <a:lnTo>
                  <a:pt x="3938737" y="0"/>
                </a:lnTo>
                <a:cubicBezTo>
                  <a:pt x="4007429" y="0"/>
                  <a:pt x="4063115" y="55686"/>
                  <a:pt x="4063115" y="124378"/>
                </a:cubicBezTo>
                <a:lnTo>
                  <a:pt x="4063115" y="2277678"/>
                </a:lnTo>
                <a:lnTo>
                  <a:pt x="4058968" y="2298218"/>
                </a:lnTo>
                <a:lnTo>
                  <a:pt x="4063115" y="2318758"/>
                </a:lnTo>
                <a:lnTo>
                  <a:pt x="4063115" y="3356969"/>
                </a:lnTo>
                <a:cubicBezTo>
                  <a:pt x="4063115" y="3390089"/>
                  <a:pt x="4036266" y="3416938"/>
                  <a:pt x="4003146" y="3416938"/>
                </a:cubicBezTo>
                <a:lnTo>
                  <a:pt x="59969" y="3416938"/>
                </a:lnTo>
                <a:cubicBezTo>
                  <a:pt x="26849" y="3416938"/>
                  <a:pt x="0" y="3390089"/>
                  <a:pt x="0" y="3356969"/>
                </a:cubicBezTo>
                <a:lnTo>
                  <a:pt x="0" y="2318758"/>
                </a:lnTo>
                <a:cubicBezTo>
                  <a:pt x="0" y="2285638"/>
                  <a:pt x="26849" y="2258789"/>
                  <a:pt x="59969" y="2258789"/>
                </a:cubicBezTo>
                <a:lnTo>
                  <a:pt x="1535364" y="2258789"/>
                </a:lnTo>
                <a:lnTo>
                  <a:pt x="1535364" y="124378"/>
                </a:lnTo>
                <a:cubicBezTo>
                  <a:pt x="1535364" y="55686"/>
                  <a:pt x="1591050" y="0"/>
                  <a:pt x="1659742" y="0"/>
                </a:cubicBezTo>
                <a:close/>
              </a:path>
            </a:pathLst>
          </a:custGeom>
          <a:solidFill>
            <a:schemeClr val="tx1">
              <a:lumMod val="75000"/>
              <a:lumOff val="25000"/>
              <a:alpha val="2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93" name="四角形: 角を丸くする 192">
            <a:extLst>
              <a:ext uri="{FF2B5EF4-FFF2-40B4-BE49-F238E27FC236}">
                <a16:creationId xmlns:a16="http://schemas.microsoft.com/office/drawing/2014/main" id="{187C8122-E106-100D-AC4B-B6AB587E773F}"/>
              </a:ext>
            </a:extLst>
          </p:cNvPr>
          <p:cNvSpPr/>
          <p:nvPr/>
        </p:nvSpPr>
        <p:spPr>
          <a:xfrm>
            <a:off x="8520542" y="2254070"/>
            <a:ext cx="1745766" cy="393796"/>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発動中バフ</a:t>
            </a:r>
            <a:endParaRPr kumimoji="1" lang="ja-JP" altLang="en-US" sz="14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nvGrpSpPr>
          <p:cNvPr id="200" name="グループ化 199">
            <a:extLst>
              <a:ext uri="{FF2B5EF4-FFF2-40B4-BE49-F238E27FC236}">
                <a16:creationId xmlns:a16="http://schemas.microsoft.com/office/drawing/2014/main" id="{9062C46D-9D22-6E9C-D6CE-9BCED972DB2F}"/>
              </a:ext>
            </a:extLst>
          </p:cNvPr>
          <p:cNvGrpSpPr/>
          <p:nvPr/>
        </p:nvGrpSpPr>
        <p:grpSpPr>
          <a:xfrm>
            <a:off x="8800120" y="3274274"/>
            <a:ext cx="1071668" cy="1071668"/>
            <a:chOff x="8374620" y="5203596"/>
            <a:chExt cx="914400" cy="914400"/>
          </a:xfrm>
          <a:effectLst>
            <a:glow rad="88900">
              <a:schemeClr val="bg1">
                <a:lumMod val="95000"/>
                <a:alpha val="50000"/>
              </a:schemeClr>
            </a:glow>
          </a:effectLst>
        </p:grpSpPr>
        <p:sp>
          <p:nvSpPr>
            <p:cNvPr id="201" name="楕円 200">
              <a:extLst>
                <a:ext uri="{FF2B5EF4-FFF2-40B4-BE49-F238E27FC236}">
                  <a16:creationId xmlns:a16="http://schemas.microsoft.com/office/drawing/2014/main" id="{12239E57-5CD5-06F9-7A1C-3A327BAF11BD}"/>
                </a:ext>
              </a:extLst>
            </p:cNvPr>
            <p:cNvSpPr/>
            <p:nvPr/>
          </p:nvSpPr>
          <p:spPr>
            <a:xfrm>
              <a:off x="8374620" y="5203596"/>
              <a:ext cx="914400" cy="914400"/>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202" name="矢印: 下 201">
              <a:extLst>
                <a:ext uri="{FF2B5EF4-FFF2-40B4-BE49-F238E27FC236}">
                  <a16:creationId xmlns:a16="http://schemas.microsoft.com/office/drawing/2014/main" id="{92015538-AC26-DFBA-DEC8-237A4F7F9701}"/>
                </a:ext>
              </a:extLst>
            </p:cNvPr>
            <p:cNvSpPr/>
            <p:nvPr/>
          </p:nvSpPr>
          <p:spPr>
            <a:xfrm flipV="1">
              <a:off x="8625104" y="5390466"/>
              <a:ext cx="413433" cy="540661"/>
            </a:xfrm>
            <a:prstGeom prst="downArrow">
              <a:avLst/>
            </a:prstGeom>
            <a:solidFill>
              <a:schemeClr val="bg1">
                <a:lumMod val="95000"/>
              </a:schemeClr>
            </a:solidFill>
            <a:ln w="9525">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203" name="テキスト ボックス 202">
            <a:extLst>
              <a:ext uri="{FF2B5EF4-FFF2-40B4-BE49-F238E27FC236}">
                <a16:creationId xmlns:a16="http://schemas.microsoft.com/office/drawing/2014/main" id="{6B8831A0-148E-24CF-1C59-C821A53FF4B4}"/>
              </a:ext>
            </a:extLst>
          </p:cNvPr>
          <p:cNvSpPr txBox="1"/>
          <p:nvPr/>
        </p:nvSpPr>
        <p:spPr>
          <a:xfrm>
            <a:off x="6851708" y="5392428"/>
            <a:ext cx="3612653" cy="523220"/>
          </a:xfrm>
          <a:prstGeom prst="rect">
            <a:avLst/>
          </a:prstGeom>
          <a:noFill/>
        </p:spPr>
        <p:txBody>
          <a:bodyPr wrap="square">
            <a:spAutoFit/>
          </a:bodyPr>
          <a:lstStyle/>
          <a:p>
            <a:r>
              <a:rPr kumimoji="1" lang="ja-JP" altLang="en-US" sz="1400" b="1" dirty="0">
                <a:solidFill>
                  <a:schemeClr val="bg1">
                    <a:lumMod val="95000"/>
                  </a:schemeClr>
                </a:solidFill>
                <a:latin typeface="原稿用標準書体" panose="03000503000000000000" pitchFamily="66" charset="-128"/>
                <a:ea typeface="原稿用標準書体" panose="03000503000000000000" pitchFamily="66" charset="-128"/>
              </a:rPr>
              <a:t>バフ効果テキスト</a:t>
            </a:r>
            <a:r>
              <a:rPr lang="ja-JP" altLang="en-US" sz="1400" b="1" dirty="0">
                <a:solidFill>
                  <a:schemeClr val="bg1">
                    <a:lumMod val="95000"/>
                  </a:schemeClr>
                </a:solidFill>
                <a:latin typeface="原稿用標準書体" panose="03000503000000000000" pitchFamily="66" charset="-128"/>
                <a:ea typeface="原稿用標準書体" panose="03000503000000000000" pitchFamily="66" charset="-128"/>
              </a:rPr>
              <a:t>バフ効果テキストバフ効果テキストバフ</a:t>
            </a:r>
            <a:r>
              <a:rPr lang="ja-JP" altLang="en-US" sz="1400" b="1">
                <a:solidFill>
                  <a:schemeClr val="bg1">
                    <a:lumMod val="95000"/>
                  </a:schemeClr>
                </a:solidFill>
                <a:latin typeface="原稿用標準書体" panose="03000503000000000000" pitchFamily="66" charset="-128"/>
                <a:ea typeface="原稿用標準書体" panose="03000503000000000000" pitchFamily="66" charset="-128"/>
              </a:rPr>
              <a:t>効果テキストバフ効果テキ</a:t>
            </a:r>
            <a:endParaRPr lang="ja-JP" altLang="en-US" sz="14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205" name="テキスト ボックス 204">
            <a:extLst>
              <a:ext uri="{FF2B5EF4-FFF2-40B4-BE49-F238E27FC236}">
                <a16:creationId xmlns:a16="http://schemas.microsoft.com/office/drawing/2014/main" id="{729FA550-0CAA-9AE4-B9E1-C6097A702C70}"/>
              </a:ext>
            </a:extLst>
          </p:cNvPr>
          <p:cNvSpPr txBox="1"/>
          <p:nvPr/>
        </p:nvSpPr>
        <p:spPr>
          <a:xfrm>
            <a:off x="6851708" y="5004416"/>
            <a:ext cx="1495566" cy="338554"/>
          </a:xfrm>
          <a:prstGeom prst="rect">
            <a:avLst/>
          </a:prstGeom>
          <a:noFill/>
        </p:spPr>
        <p:txBody>
          <a:bodyPr wrap="square">
            <a:spAutoFit/>
          </a:bodyPr>
          <a:lstStyle/>
          <a:p>
            <a:r>
              <a:rPr lang="ja-JP" altLang="en-US" sz="1600" b="1">
                <a:solidFill>
                  <a:schemeClr val="bg1">
                    <a:lumMod val="95000"/>
                  </a:schemeClr>
                </a:solidFill>
                <a:latin typeface="原稿用標準書体" panose="03000503000000000000" pitchFamily="66" charset="-128"/>
                <a:ea typeface="原稿用標準書体" panose="03000503000000000000" pitchFamily="66" charset="-128"/>
              </a:rPr>
              <a:t>バフ名称</a:t>
            </a:r>
            <a:endParaRPr lang="ja-JP" altLang="en-US" sz="16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3" name="グループ化 2">
            <a:extLst>
              <a:ext uri="{FF2B5EF4-FFF2-40B4-BE49-F238E27FC236}">
                <a16:creationId xmlns:a16="http://schemas.microsoft.com/office/drawing/2014/main" id="{62C43B04-69B6-9F9E-0577-2DF51AAA7868}"/>
              </a:ext>
            </a:extLst>
          </p:cNvPr>
          <p:cNvGrpSpPr/>
          <p:nvPr/>
        </p:nvGrpSpPr>
        <p:grpSpPr>
          <a:xfrm>
            <a:off x="8367658" y="4562868"/>
            <a:ext cx="2129276" cy="261665"/>
            <a:chOff x="8367658" y="4562868"/>
            <a:chExt cx="2129276" cy="261665"/>
          </a:xfrm>
        </p:grpSpPr>
        <p:sp>
          <p:nvSpPr>
            <p:cNvPr id="207" name="四角形: 角を丸くする 206">
              <a:extLst>
                <a:ext uri="{FF2B5EF4-FFF2-40B4-BE49-F238E27FC236}">
                  <a16:creationId xmlns:a16="http://schemas.microsoft.com/office/drawing/2014/main" id="{A1208F66-B04D-52A9-597C-9309B353CFB6}"/>
                </a:ext>
              </a:extLst>
            </p:cNvPr>
            <p:cNvSpPr/>
            <p:nvPr/>
          </p:nvSpPr>
          <p:spPr>
            <a:xfrm>
              <a:off x="8367658" y="4562868"/>
              <a:ext cx="2129276" cy="261665"/>
            </a:xfrm>
            <a:prstGeom prst="roundRect">
              <a:avLst>
                <a:gd name="adj" fmla="val 5000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209" name="四角形: 角を丸くする 208">
              <a:extLst>
                <a:ext uri="{FF2B5EF4-FFF2-40B4-BE49-F238E27FC236}">
                  <a16:creationId xmlns:a16="http://schemas.microsoft.com/office/drawing/2014/main" id="{7EAC450F-20D8-74B4-2504-E27E44A68972}"/>
                </a:ext>
              </a:extLst>
            </p:cNvPr>
            <p:cNvSpPr/>
            <p:nvPr/>
          </p:nvSpPr>
          <p:spPr>
            <a:xfrm>
              <a:off x="9140566" y="4572262"/>
              <a:ext cx="583460" cy="242877"/>
            </a:xfrm>
            <a:prstGeom prst="roundRect">
              <a:avLst>
                <a:gd name="adj" fmla="val 50000"/>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pic>
        <p:nvPicPr>
          <p:cNvPr id="213" name="図 212">
            <a:extLst>
              <a:ext uri="{FF2B5EF4-FFF2-40B4-BE49-F238E27FC236}">
                <a16:creationId xmlns:a16="http://schemas.microsoft.com/office/drawing/2014/main" id="{B27C3B4F-74C6-A0BF-5F2B-7E9257D7724E}"/>
              </a:ext>
            </a:extLst>
          </p:cNvPr>
          <p:cNvPicPr>
            <a:picLocks noChangeAspect="1"/>
          </p:cNvPicPr>
          <p:nvPr/>
        </p:nvPicPr>
        <p:blipFill>
          <a:blip r:embed="rId6">
            <a:extLst>
              <a:ext uri="{28A0092B-C50C-407E-A947-70E740481C1C}">
                <a14:useLocalDpi xmlns:a14="http://schemas.microsoft.com/office/drawing/2010/main" val="0"/>
              </a:ext>
            </a:extLst>
          </a:blip>
          <a:srcRect r="48815"/>
          <a:stretch>
            <a:fillRect/>
          </a:stretch>
        </p:blipFill>
        <p:spPr>
          <a:xfrm>
            <a:off x="10125128" y="3273932"/>
            <a:ext cx="548888" cy="1072352"/>
          </a:xfrm>
          <a:prstGeom prst="rect">
            <a:avLst/>
          </a:prstGeom>
        </p:spPr>
      </p:pic>
      <p:pic>
        <p:nvPicPr>
          <p:cNvPr id="215" name="図 214">
            <a:extLst>
              <a:ext uri="{FF2B5EF4-FFF2-40B4-BE49-F238E27FC236}">
                <a16:creationId xmlns:a16="http://schemas.microsoft.com/office/drawing/2014/main" id="{7D6AA3E7-AAA3-A0F2-F2BB-69614B7AAC71}"/>
              </a:ext>
            </a:extLst>
          </p:cNvPr>
          <p:cNvPicPr>
            <a:picLocks noChangeAspect="1"/>
          </p:cNvPicPr>
          <p:nvPr/>
        </p:nvPicPr>
        <p:blipFill>
          <a:blip r:embed="rId6">
            <a:extLst>
              <a:ext uri="{28A0092B-C50C-407E-A947-70E740481C1C}">
                <a14:useLocalDpi xmlns:a14="http://schemas.microsoft.com/office/drawing/2010/main" val="0"/>
              </a:ext>
            </a:extLst>
          </a:blip>
          <a:srcRect r="66358"/>
          <a:stretch>
            <a:fillRect/>
          </a:stretch>
        </p:blipFill>
        <p:spPr>
          <a:xfrm flipH="1">
            <a:off x="8185234" y="3274673"/>
            <a:ext cx="360767" cy="1072352"/>
          </a:xfrm>
          <a:prstGeom prst="rect">
            <a:avLst/>
          </a:prstGeom>
        </p:spPr>
      </p:pic>
      <p:grpSp>
        <p:nvGrpSpPr>
          <p:cNvPr id="216" name="グループ化 215">
            <a:extLst>
              <a:ext uri="{FF2B5EF4-FFF2-40B4-BE49-F238E27FC236}">
                <a16:creationId xmlns:a16="http://schemas.microsoft.com/office/drawing/2014/main" id="{2B82F63D-631E-1383-0ED7-7C71D9E1B861}"/>
              </a:ext>
            </a:extLst>
          </p:cNvPr>
          <p:cNvGrpSpPr/>
          <p:nvPr/>
        </p:nvGrpSpPr>
        <p:grpSpPr>
          <a:xfrm>
            <a:off x="8987082" y="2765186"/>
            <a:ext cx="723275" cy="548325"/>
            <a:chOff x="981599" y="1624031"/>
            <a:chExt cx="808121" cy="612648"/>
          </a:xfrm>
        </p:grpSpPr>
        <p:sp>
          <p:nvSpPr>
            <p:cNvPr id="217" name="フローチャート: 他ページ結合子 216">
              <a:extLst>
                <a:ext uri="{FF2B5EF4-FFF2-40B4-BE49-F238E27FC236}">
                  <a16:creationId xmlns:a16="http://schemas.microsoft.com/office/drawing/2014/main" id="{8EA58AC1-A5F2-B9CB-EC07-1C17CF59E5E8}"/>
                </a:ext>
              </a:extLst>
            </p:cNvPr>
            <p:cNvSpPr/>
            <p:nvPr/>
          </p:nvSpPr>
          <p:spPr>
            <a:xfrm>
              <a:off x="1002683" y="1624031"/>
              <a:ext cx="758051" cy="612648"/>
            </a:xfrm>
            <a:prstGeom prst="flowChartOffpageConnector">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sp>
          <p:nvSpPr>
            <p:cNvPr id="218" name="テキスト ボックス 217">
              <a:extLst>
                <a:ext uri="{FF2B5EF4-FFF2-40B4-BE49-F238E27FC236}">
                  <a16:creationId xmlns:a16="http://schemas.microsoft.com/office/drawing/2014/main" id="{C1812C24-4D49-5904-004B-2EE057D21072}"/>
                </a:ext>
              </a:extLst>
            </p:cNvPr>
            <p:cNvSpPr txBox="1"/>
            <p:nvPr/>
          </p:nvSpPr>
          <p:spPr>
            <a:xfrm>
              <a:off x="981599" y="1707422"/>
              <a:ext cx="808121" cy="343882"/>
            </a:xfrm>
            <a:prstGeom prst="rect">
              <a:avLst/>
            </a:prstGeom>
            <a:noFill/>
          </p:spPr>
          <p:txBody>
            <a:bodyPr wrap="none" rtlCol="0">
              <a:spAutoFit/>
            </a:bodyPr>
            <a:lstStyle/>
            <a:p>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選択中</a:t>
              </a:r>
              <a:endParaRPr kumimoji="1" lang="ja-JP" altLang="en-US" sz="14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Tree>
    <p:extLst>
      <p:ext uri="{BB962C8B-B14F-4D97-AF65-F5344CB8AC3E}">
        <p14:creationId xmlns:p14="http://schemas.microsoft.com/office/powerpoint/2010/main" val="2892316644"/>
      </p:ext>
    </p:extLst>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bg>
      <p:bgPr>
        <a:gradFill>
          <a:gsLst>
            <a:gs pos="46690">
              <a:schemeClr val="accent6">
                <a:lumMod val="75000"/>
              </a:schemeClr>
            </a:gs>
            <a:gs pos="0">
              <a:schemeClr val="accent6">
                <a:lumMod val="50000"/>
              </a:schemeClr>
            </a:gs>
            <a:gs pos="23000">
              <a:schemeClr val="accent6">
                <a:lumMod val="75000"/>
              </a:schemeClr>
            </a:gs>
            <a:gs pos="69000">
              <a:schemeClr val="accent6">
                <a:lumMod val="50000"/>
              </a:schemeClr>
            </a:gs>
            <a:gs pos="97000">
              <a:schemeClr val="tx1">
                <a:lumMod val="85000"/>
                <a:lumOff val="15000"/>
              </a:schemeClr>
            </a:gs>
          </a:gsLst>
          <a:path path="circle">
            <a:fillToRect l="50000" t="50000" r="50000" b="50000"/>
          </a:path>
        </a:gradFill>
        <a:effectLst/>
      </p:bgPr>
    </p:bg>
    <p:spTree>
      <p:nvGrpSpPr>
        <p:cNvPr id="1" name="">
          <a:extLst>
            <a:ext uri="{FF2B5EF4-FFF2-40B4-BE49-F238E27FC236}">
              <a16:creationId xmlns:a16="http://schemas.microsoft.com/office/drawing/2014/main" id="{C16C91F1-8F20-438E-64DA-1AE3A20E22ED}"/>
            </a:ext>
          </a:extLst>
        </p:cNvPr>
        <p:cNvGrpSpPr/>
        <p:nvPr/>
      </p:nvGrpSpPr>
      <p:grpSpPr>
        <a:xfrm>
          <a:off x="0" y="0"/>
          <a:ext cx="0" cy="0"/>
          <a:chOff x="0" y="0"/>
          <a:chExt cx="0" cy="0"/>
        </a:xfrm>
      </p:grpSpPr>
      <p:sp>
        <p:nvSpPr>
          <p:cNvPr id="34" name="四角形: 角を丸くする 33">
            <a:extLst>
              <a:ext uri="{FF2B5EF4-FFF2-40B4-BE49-F238E27FC236}">
                <a16:creationId xmlns:a16="http://schemas.microsoft.com/office/drawing/2014/main" id="{F3872A72-1F0E-11AF-033D-48F5C393A1E9}"/>
              </a:ext>
            </a:extLst>
          </p:cNvPr>
          <p:cNvSpPr/>
          <p:nvPr/>
        </p:nvSpPr>
        <p:spPr>
          <a:xfrm>
            <a:off x="816131" y="594830"/>
            <a:ext cx="10559738" cy="5854960"/>
          </a:xfrm>
          <a:prstGeom prst="roundRect">
            <a:avLst>
              <a:gd name="adj" fmla="val 6428"/>
            </a:avLst>
          </a:prstGeom>
          <a:solidFill>
            <a:schemeClr val="tx1">
              <a:lumMod val="75000"/>
              <a:lumOff val="25000"/>
              <a:alpha val="6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latin typeface="原稿用標準書体" panose="03000503000000000000" pitchFamily="66" charset="-128"/>
              <a:ea typeface="原稿用標準書体" panose="03000503000000000000" pitchFamily="66" charset="-128"/>
            </a:endParaRPr>
          </a:p>
        </p:txBody>
      </p:sp>
      <p:sp>
        <p:nvSpPr>
          <p:cNvPr id="4" name="四角形: 角を丸くする 3">
            <a:extLst>
              <a:ext uri="{FF2B5EF4-FFF2-40B4-BE49-F238E27FC236}">
                <a16:creationId xmlns:a16="http://schemas.microsoft.com/office/drawing/2014/main" id="{A7A3B8B0-5A8E-111D-45E6-3BAC6CD33C2E}"/>
              </a:ext>
            </a:extLst>
          </p:cNvPr>
          <p:cNvSpPr/>
          <p:nvPr/>
        </p:nvSpPr>
        <p:spPr>
          <a:xfrm>
            <a:off x="9742233" y="1068436"/>
            <a:ext cx="1273542" cy="1305019"/>
          </a:xfrm>
          <a:prstGeom prst="roundRect">
            <a:avLst>
              <a:gd name="adj" fmla="val 4721"/>
            </a:avLst>
          </a:prstGeom>
          <a:solidFill>
            <a:schemeClr val="bg1">
              <a:lumMod val="6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5" name="四角形: 角を丸くする 4">
            <a:extLst>
              <a:ext uri="{FF2B5EF4-FFF2-40B4-BE49-F238E27FC236}">
                <a16:creationId xmlns:a16="http://schemas.microsoft.com/office/drawing/2014/main" id="{8B1777BC-23B7-CFD1-A631-F9734566EDA9}"/>
              </a:ext>
            </a:extLst>
          </p:cNvPr>
          <p:cNvSpPr/>
          <p:nvPr/>
        </p:nvSpPr>
        <p:spPr>
          <a:xfrm>
            <a:off x="6497359" y="1068435"/>
            <a:ext cx="1273542" cy="1305019"/>
          </a:xfrm>
          <a:prstGeom prst="roundRect">
            <a:avLst>
              <a:gd name="adj" fmla="val 4721"/>
            </a:avLst>
          </a:prstGeom>
          <a:solidFill>
            <a:schemeClr val="bg1">
              <a:lumMod val="7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7" name="フリーフォーム: 図形 6">
            <a:extLst>
              <a:ext uri="{FF2B5EF4-FFF2-40B4-BE49-F238E27FC236}">
                <a16:creationId xmlns:a16="http://schemas.microsoft.com/office/drawing/2014/main" id="{30BDADBA-5353-51B8-CB15-C4A6D2E6B781}"/>
              </a:ext>
            </a:extLst>
          </p:cNvPr>
          <p:cNvSpPr/>
          <p:nvPr/>
        </p:nvSpPr>
        <p:spPr>
          <a:xfrm>
            <a:off x="6487752" y="1068434"/>
            <a:ext cx="4540192" cy="5194736"/>
          </a:xfrm>
          <a:custGeom>
            <a:avLst/>
            <a:gdLst>
              <a:gd name="csX0" fmla="*/ 1668013 w 4616684"/>
              <a:gd name="csY0" fmla="*/ 0 h 4732654"/>
              <a:gd name="csX1" fmla="*/ 2956597 w 4616684"/>
              <a:gd name="csY1" fmla="*/ 0 h 4732654"/>
              <a:gd name="csX2" fmla="*/ 3023774 w 4616684"/>
              <a:gd name="csY2" fmla="*/ 67177 h 4732654"/>
              <a:gd name="csX3" fmla="*/ 3023774 w 4616684"/>
              <a:gd name="csY3" fmla="*/ 539508 h 4732654"/>
              <a:gd name="csX4" fmla="*/ 4418726 w 4616684"/>
              <a:gd name="csY4" fmla="*/ 539508 h 4732654"/>
              <a:gd name="csX5" fmla="*/ 4616684 w 4616684"/>
              <a:gd name="csY5" fmla="*/ 737466 h 4732654"/>
              <a:gd name="csX6" fmla="*/ 4616684 w 4616684"/>
              <a:gd name="csY6" fmla="*/ 4534696 h 4732654"/>
              <a:gd name="csX7" fmla="*/ 4418726 w 4616684"/>
              <a:gd name="csY7" fmla="*/ 4732654 h 4732654"/>
              <a:gd name="csX8" fmla="*/ 197958 w 4616684"/>
              <a:gd name="csY8" fmla="*/ 4732654 h 4732654"/>
              <a:gd name="csX9" fmla="*/ 0 w 4616684"/>
              <a:gd name="csY9" fmla="*/ 4534696 h 4732654"/>
              <a:gd name="csX10" fmla="*/ 0 w 4616684"/>
              <a:gd name="csY10" fmla="*/ 737466 h 4732654"/>
              <a:gd name="csX11" fmla="*/ 197958 w 4616684"/>
              <a:gd name="csY11" fmla="*/ 539508 h 4732654"/>
              <a:gd name="csX12" fmla="*/ 1600836 w 4616684"/>
              <a:gd name="csY12" fmla="*/ 539508 h 4732654"/>
              <a:gd name="csX13" fmla="*/ 1600836 w 4616684"/>
              <a:gd name="csY13" fmla="*/ 67177 h 4732654"/>
              <a:gd name="csX14" fmla="*/ 1668013 w 4616684"/>
              <a:gd name="csY14" fmla="*/ 0 h 473265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4616684" h="4732654">
                <a:moveTo>
                  <a:pt x="1668013" y="0"/>
                </a:moveTo>
                <a:lnTo>
                  <a:pt x="2956597" y="0"/>
                </a:lnTo>
                <a:cubicBezTo>
                  <a:pt x="2993698" y="0"/>
                  <a:pt x="3023774" y="30076"/>
                  <a:pt x="3023774" y="67177"/>
                </a:cubicBezTo>
                <a:lnTo>
                  <a:pt x="3023774" y="539508"/>
                </a:lnTo>
                <a:lnTo>
                  <a:pt x="4418726" y="539508"/>
                </a:lnTo>
                <a:cubicBezTo>
                  <a:pt x="4528055" y="539508"/>
                  <a:pt x="4616684" y="628137"/>
                  <a:pt x="4616684" y="737466"/>
                </a:cubicBezTo>
                <a:lnTo>
                  <a:pt x="4616684" y="4534696"/>
                </a:lnTo>
                <a:cubicBezTo>
                  <a:pt x="4616684" y="4644025"/>
                  <a:pt x="4528055" y="4732654"/>
                  <a:pt x="4418726" y="4732654"/>
                </a:cubicBezTo>
                <a:lnTo>
                  <a:pt x="197958" y="4732654"/>
                </a:lnTo>
                <a:cubicBezTo>
                  <a:pt x="88629" y="4732654"/>
                  <a:pt x="0" y="4644025"/>
                  <a:pt x="0" y="4534696"/>
                </a:cubicBezTo>
                <a:lnTo>
                  <a:pt x="0" y="737466"/>
                </a:lnTo>
                <a:cubicBezTo>
                  <a:pt x="0" y="628137"/>
                  <a:pt x="88629" y="539508"/>
                  <a:pt x="197958" y="539508"/>
                </a:cubicBezTo>
                <a:lnTo>
                  <a:pt x="1600836" y="539508"/>
                </a:lnTo>
                <a:lnTo>
                  <a:pt x="1600836" y="67177"/>
                </a:lnTo>
                <a:cubicBezTo>
                  <a:pt x="1600836" y="30076"/>
                  <a:pt x="1630912" y="0"/>
                  <a:pt x="1668013" y="0"/>
                </a:cubicBezTo>
                <a:close/>
              </a:path>
            </a:pathLst>
          </a:custGeom>
          <a:solidFill>
            <a:schemeClr val="bg1">
              <a:lumMod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8" name="四角形: 角を丸くする 7">
            <a:extLst>
              <a:ext uri="{FF2B5EF4-FFF2-40B4-BE49-F238E27FC236}">
                <a16:creationId xmlns:a16="http://schemas.microsoft.com/office/drawing/2014/main" id="{BBEEDAAC-FE6C-3F25-A7B7-C29B6C6F8F5D}"/>
              </a:ext>
            </a:extLst>
          </p:cNvPr>
          <p:cNvSpPr/>
          <p:nvPr/>
        </p:nvSpPr>
        <p:spPr>
          <a:xfrm>
            <a:off x="1164056" y="912842"/>
            <a:ext cx="5110794" cy="5341064"/>
          </a:xfrm>
          <a:prstGeom prst="roundRect">
            <a:avLst>
              <a:gd name="adj" fmla="val 2174"/>
            </a:avLst>
          </a:prstGeom>
          <a:solidFill>
            <a:schemeClr val="accent6">
              <a:lumMod val="40000"/>
              <a:lumOff val="6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20" name="テキスト ボックス 19">
            <a:extLst>
              <a:ext uri="{FF2B5EF4-FFF2-40B4-BE49-F238E27FC236}">
                <a16:creationId xmlns:a16="http://schemas.microsoft.com/office/drawing/2014/main" id="{DE4293F1-20D1-6699-E0B3-238C5BA15A93}"/>
              </a:ext>
            </a:extLst>
          </p:cNvPr>
          <p:cNvSpPr txBox="1"/>
          <p:nvPr/>
        </p:nvSpPr>
        <p:spPr>
          <a:xfrm>
            <a:off x="1374160" y="988293"/>
            <a:ext cx="4185761" cy="584775"/>
          </a:xfrm>
          <a:prstGeom prst="rect">
            <a:avLst/>
          </a:prstGeom>
          <a:noFill/>
        </p:spPr>
        <p:txBody>
          <a:bodyPr wrap="none" rtlCol="0">
            <a:spAutoFit/>
          </a:bodyPr>
          <a:lstStyle/>
          <a:p>
            <a:r>
              <a:rPr lang="ja-JP" altLang="en-US" sz="3200" dirty="0">
                <a:solidFill>
                  <a:schemeClr val="tx1">
                    <a:lumMod val="75000"/>
                    <a:lumOff val="25000"/>
                  </a:schemeClr>
                </a:solidFill>
                <a:latin typeface="原稿用標準書体" panose="03000503000000000000" pitchFamily="66" charset="-128"/>
                <a:ea typeface="原稿用標準書体" panose="03000503000000000000" pitchFamily="66" charset="-128"/>
              </a:rPr>
              <a:t>前衛</a:t>
            </a:r>
            <a:r>
              <a:rPr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a:t>
            </a:r>
            <a:r>
              <a:rPr lang="en-US" altLang="ja-JP"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ATK+20%</a:t>
            </a:r>
            <a:r>
              <a:rPr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、注目度</a:t>
            </a:r>
            <a:r>
              <a:rPr lang="en-US" altLang="ja-JP"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+4</a:t>
            </a:r>
            <a:r>
              <a:rPr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、回避率</a:t>
            </a:r>
            <a:r>
              <a:rPr lang="en-US" altLang="ja-JP"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-20%</a:t>
            </a:r>
            <a:endParaRPr kumimoji="1" lang="ja-JP" altLang="en-US" sz="32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21" name="四角形: 角を丸くする 20">
            <a:extLst>
              <a:ext uri="{FF2B5EF4-FFF2-40B4-BE49-F238E27FC236}">
                <a16:creationId xmlns:a16="http://schemas.microsoft.com/office/drawing/2014/main" id="{1574BE18-4ECE-7C15-74B4-D26520438554}"/>
              </a:ext>
            </a:extLst>
          </p:cNvPr>
          <p:cNvSpPr/>
          <p:nvPr/>
        </p:nvSpPr>
        <p:spPr>
          <a:xfrm>
            <a:off x="1346808" y="1694047"/>
            <a:ext cx="1104265" cy="1100880"/>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22" name="四角形: 角を丸くする 21">
            <a:extLst>
              <a:ext uri="{FF2B5EF4-FFF2-40B4-BE49-F238E27FC236}">
                <a16:creationId xmlns:a16="http://schemas.microsoft.com/office/drawing/2014/main" id="{00A432D3-B41F-0BB9-6444-56D7B1AFAB7F}"/>
              </a:ext>
            </a:extLst>
          </p:cNvPr>
          <p:cNvSpPr/>
          <p:nvPr/>
        </p:nvSpPr>
        <p:spPr>
          <a:xfrm>
            <a:off x="2560483" y="1694047"/>
            <a:ext cx="1104265" cy="1100880"/>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23" name="四角形: 角を丸くする 22">
            <a:extLst>
              <a:ext uri="{FF2B5EF4-FFF2-40B4-BE49-F238E27FC236}">
                <a16:creationId xmlns:a16="http://schemas.microsoft.com/office/drawing/2014/main" id="{040E79FE-4CCA-0E20-39A7-25EF42EAC61C}"/>
              </a:ext>
            </a:extLst>
          </p:cNvPr>
          <p:cNvSpPr/>
          <p:nvPr/>
        </p:nvSpPr>
        <p:spPr>
          <a:xfrm>
            <a:off x="3774157" y="1694047"/>
            <a:ext cx="1104265" cy="1100880"/>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24" name="四角形: 角を丸くする 23">
            <a:extLst>
              <a:ext uri="{FF2B5EF4-FFF2-40B4-BE49-F238E27FC236}">
                <a16:creationId xmlns:a16="http://schemas.microsoft.com/office/drawing/2014/main" id="{596344D4-14CE-A7E7-70E0-22FFA3F31135}"/>
              </a:ext>
            </a:extLst>
          </p:cNvPr>
          <p:cNvSpPr/>
          <p:nvPr/>
        </p:nvSpPr>
        <p:spPr>
          <a:xfrm>
            <a:off x="4987832" y="1694047"/>
            <a:ext cx="1104265" cy="1100880"/>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25" name="テキスト ボックス 24">
            <a:extLst>
              <a:ext uri="{FF2B5EF4-FFF2-40B4-BE49-F238E27FC236}">
                <a16:creationId xmlns:a16="http://schemas.microsoft.com/office/drawing/2014/main" id="{57696D97-51D1-DAE5-DDFE-7F21F64E6277}"/>
              </a:ext>
            </a:extLst>
          </p:cNvPr>
          <p:cNvSpPr txBox="1"/>
          <p:nvPr/>
        </p:nvSpPr>
        <p:spPr>
          <a:xfrm>
            <a:off x="1374160" y="3668155"/>
            <a:ext cx="4185761" cy="584775"/>
          </a:xfrm>
          <a:prstGeom prst="rect">
            <a:avLst/>
          </a:prstGeom>
          <a:noFill/>
        </p:spPr>
        <p:txBody>
          <a:bodyPr wrap="none" rtlCol="0">
            <a:spAutoFit/>
          </a:bodyPr>
          <a:lstStyle/>
          <a:p>
            <a:r>
              <a:rPr lang="ja-JP" altLang="en-US" sz="3200" dirty="0">
                <a:solidFill>
                  <a:schemeClr val="bg1">
                    <a:lumMod val="95000"/>
                  </a:schemeClr>
                </a:solidFill>
                <a:latin typeface="原稿用標準書体" panose="03000503000000000000" pitchFamily="66" charset="-128"/>
                <a:ea typeface="原稿用標準書体" panose="03000503000000000000" pitchFamily="66" charset="-128"/>
              </a:rPr>
              <a:t>後衛</a:t>
            </a:r>
            <a:r>
              <a:rPr lang="ja-JP" altLang="en-US" sz="1600" dirty="0">
                <a:solidFill>
                  <a:schemeClr val="bg1">
                    <a:lumMod val="95000"/>
                  </a:schemeClr>
                </a:solidFill>
                <a:latin typeface="原稿用標準書体" panose="03000503000000000000" pitchFamily="66" charset="-128"/>
                <a:ea typeface="原稿用標準書体" panose="03000503000000000000" pitchFamily="66" charset="-128"/>
              </a:rPr>
              <a:t>：回避率</a:t>
            </a:r>
            <a:r>
              <a:rPr lang="en-US" altLang="ja-JP" sz="1600" dirty="0">
                <a:solidFill>
                  <a:schemeClr val="bg1">
                    <a:lumMod val="95000"/>
                  </a:schemeClr>
                </a:solidFill>
                <a:latin typeface="原稿用標準書体" panose="03000503000000000000" pitchFamily="66" charset="-128"/>
                <a:ea typeface="原稿用標準書体" panose="03000503000000000000" pitchFamily="66" charset="-128"/>
              </a:rPr>
              <a:t>+20%</a:t>
            </a:r>
            <a:r>
              <a:rPr lang="ja-JP" altLang="en-US" sz="1600" dirty="0">
                <a:solidFill>
                  <a:schemeClr val="bg1">
                    <a:lumMod val="95000"/>
                  </a:schemeClr>
                </a:solidFill>
                <a:latin typeface="原稿用標準書体" panose="03000503000000000000" pitchFamily="66" charset="-128"/>
                <a:ea typeface="原稿用標準書体" panose="03000503000000000000" pitchFamily="66" charset="-128"/>
              </a:rPr>
              <a:t>、注目度</a:t>
            </a:r>
            <a:r>
              <a:rPr lang="en-US" altLang="ja-JP" sz="1600" dirty="0">
                <a:solidFill>
                  <a:schemeClr val="bg1">
                    <a:lumMod val="95000"/>
                  </a:schemeClr>
                </a:solidFill>
                <a:latin typeface="原稿用標準書体" panose="03000503000000000000" pitchFamily="66" charset="-128"/>
                <a:ea typeface="原稿用標準書体" panose="03000503000000000000" pitchFamily="66" charset="-128"/>
              </a:rPr>
              <a:t>+1</a:t>
            </a:r>
            <a:r>
              <a:rPr lang="ja-JP" altLang="en-US" sz="1600" dirty="0">
                <a:solidFill>
                  <a:schemeClr val="bg1">
                    <a:lumMod val="95000"/>
                  </a:schemeClr>
                </a:solidFill>
                <a:latin typeface="原稿用標準書体" panose="03000503000000000000" pitchFamily="66" charset="-128"/>
                <a:ea typeface="原稿用標準書体" panose="03000503000000000000" pitchFamily="66" charset="-128"/>
              </a:rPr>
              <a:t>、</a:t>
            </a:r>
            <a:r>
              <a:rPr lang="en-US" altLang="ja-JP" sz="1600" dirty="0">
                <a:solidFill>
                  <a:schemeClr val="bg1">
                    <a:lumMod val="95000"/>
                  </a:schemeClr>
                </a:solidFill>
                <a:latin typeface="原稿用標準書体" panose="03000503000000000000" pitchFamily="66" charset="-128"/>
                <a:ea typeface="原稿用標準書体" panose="03000503000000000000" pitchFamily="66" charset="-128"/>
              </a:rPr>
              <a:t>ATK-20%</a:t>
            </a:r>
            <a:endParaRPr kumimoji="1" lang="ja-JP" altLang="en-US" sz="32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26" name="グループ化 25">
            <a:extLst>
              <a:ext uri="{FF2B5EF4-FFF2-40B4-BE49-F238E27FC236}">
                <a16:creationId xmlns:a16="http://schemas.microsoft.com/office/drawing/2014/main" id="{E0F06188-5755-A6F3-317A-E313472A8C76}"/>
              </a:ext>
            </a:extLst>
          </p:cNvPr>
          <p:cNvGrpSpPr/>
          <p:nvPr/>
        </p:nvGrpSpPr>
        <p:grpSpPr>
          <a:xfrm>
            <a:off x="1346808" y="4381282"/>
            <a:ext cx="4745291" cy="1100880"/>
            <a:chOff x="922576" y="2450171"/>
            <a:chExt cx="5301952" cy="1309138"/>
          </a:xfrm>
          <a:solidFill>
            <a:schemeClr val="bg1">
              <a:lumMod val="85000"/>
              <a:alpha val="85000"/>
            </a:schemeClr>
          </a:solidFill>
        </p:grpSpPr>
        <p:sp>
          <p:nvSpPr>
            <p:cNvPr id="173" name="四角形: 角を丸くする 172">
              <a:extLst>
                <a:ext uri="{FF2B5EF4-FFF2-40B4-BE49-F238E27FC236}">
                  <a16:creationId xmlns:a16="http://schemas.microsoft.com/office/drawing/2014/main" id="{81E82C73-926F-D8CC-5937-C5BBD4B596F7}"/>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74" name="四角形: 角を丸くする 173">
              <a:extLst>
                <a:ext uri="{FF2B5EF4-FFF2-40B4-BE49-F238E27FC236}">
                  <a16:creationId xmlns:a16="http://schemas.microsoft.com/office/drawing/2014/main" id="{81E3D7AC-E706-F331-9E69-5B7A798B4BBC}"/>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75" name="四角形: 角を丸くする 174">
              <a:extLst>
                <a:ext uri="{FF2B5EF4-FFF2-40B4-BE49-F238E27FC236}">
                  <a16:creationId xmlns:a16="http://schemas.microsoft.com/office/drawing/2014/main" id="{C0AB6998-565D-419D-662B-5FE8ECA3E40F}"/>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76" name="四角形: 角を丸くする 175">
              <a:extLst>
                <a:ext uri="{FF2B5EF4-FFF2-40B4-BE49-F238E27FC236}">
                  <a16:creationId xmlns:a16="http://schemas.microsoft.com/office/drawing/2014/main" id="{DB7CC17C-A538-869A-0A20-6C42A3783DE6}"/>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latin typeface="原稿用標準書体" panose="03000503000000000000" pitchFamily="66" charset="-128"/>
                <a:ea typeface="原稿用標準書体" panose="03000503000000000000" pitchFamily="66" charset="-128"/>
              </a:endParaRPr>
            </a:p>
          </p:txBody>
        </p:sp>
      </p:grpSp>
      <p:cxnSp>
        <p:nvCxnSpPr>
          <p:cNvPr id="27" name="直線コネクタ 26">
            <a:extLst>
              <a:ext uri="{FF2B5EF4-FFF2-40B4-BE49-F238E27FC236}">
                <a16:creationId xmlns:a16="http://schemas.microsoft.com/office/drawing/2014/main" id="{A3B47006-4156-3646-A3C8-F0ED32CAECB3}"/>
              </a:ext>
            </a:extLst>
          </p:cNvPr>
          <p:cNvCxnSpPr>
            <a:cxnSpLocks/>
          </p:cNvCxnSpPr>
          <p:nvPr/>
        </p:nvCxnSpPr>
        <p:spPr>
          <a:xfrm>
            <a:off x="1319456" y="3583374"/>
            <a:ext cx="4799995" cy="0"/>
          </a:xfrm>
          <a:prstGeom prst="line">
            <a:avLst/>
          </a:prstGeom>
          <a:ln w="12700">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grpSp>
        <p:nvGrpSpPr>
          <p:cNvPr id="28" name="グループ化 27">
            <a:extLst>
              <a:ext uri="{FF2B5EF4-FFF2-40B4-BE49-F238E27FC236}">
                <a16:creationId xmlns:a16="http://schemas.microsoft.com/office/drawing/2014/main" id="{1FF005B3-7AA7-21A5-0EDE-96042FAC4F06}"/>
              </a:ext>
            </a:extLst>
          </p:cNvPr>
          <p:cNvGrpSpPr/>
          <p:nvPr/>
        </p:nvGrpSpPr>
        <p:grpSpPr>
          <a:xfrm>
            <a:off x="1344509" y="2871355"/>
            <a:ext cx="4745291" cy="569143"/>
            <a:chOff x="922576" y="2450171"/>
            <a:chExt cx="5301952" cy="1309138"/>
          </a:xfrm>
          <a:solidFill>
            <a:schemeClr val="tx1">
              <a:lumMod val="75000"/>
              <a:lumOff val="25000"/>
              <a:alpha val="85000"/>
            </a:schemeClr>
          </a:solidFill>
        </p:grpSpPr>
        <p:sp>
          <p:nvSpPr>
            <p:cNvPr id="169" name="四角形: 角を丸くする 168">
              <a:extLst>
                <a:ext uri="{FF2B5EF4-FFF2-40B4-BE49-F238E27FC236}">
                  <a16:creationId xmlns:a16="http://schemas.microsoft.com/office/drawing/2014/main" id="{A15F6B44-90F7-1453-0B38-DBC6DFF104B1}"/>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70" name="四角形: 角を丸くする 169">
              <a:extLst>
                <a:ext uri="{FF2B5EF4-FFF2-40B4-BE49-F238E27FC236}">
                  <a16:creationId xmlns:a16="http://schemas.microsoft.com/office/drawing/2014/main" id="{330F8CD7-8FA3-C7CF-A88B-3993165A59F1}"/>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71" name="四角形: 角を丸くする 170">
              <a:extLst>
                <a:ext uri="{FF2B5EF4-FFF2-40B4-BE49-F238E27FC236}">
                  <a16:creationId xmlns:a16="http://schemas.microsoft.com/office/drawing/2014/main" id="{0B40A227-3A97-DCD6-A77C-D955262018DA}"/>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72" name="四角形: 角を丸くする 171">
              <a:extLst>
                <a:ext uri="{FF2B5EF4-FFF2-40B4-BE49-F238E27FC236}">
                  <a16:creationId xmlns:a16="http://schemas.microsoft.com/office/drawing/2014/main" id="{F2FDEC90-8362-9713-B27A-091E3175D8A5}"/>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grpSp>
      <p:grpSp>
        <p:nvGrpSpPr>
          <p:cNvPr id="29" name="グループ化 28">
            <a:extLst>
              <a:ext uri="{FF2B5EF4-FFF2-40B4-BE49-F238E27FC236}">
                <a16:creationId xmlns:a16="http://schemas.microsoft.com/office/drawing/2014/main" id="{D1815A66-C400-3CB2-3157-7162469B50FB}"/>
              </a:ext>
            </a:extLst>
          </p:cNvPr>
          <p:cNvGrpSpPr/>
          <p:nvPr/>
        </p:nvGrpSpPr>
        <p:grpSpPr>
          <a:xfrm>
            <a:off x="1344509" y="5566940"/>
            <a:ext cx="4745291" cy="569143"/>
            <a:chOff x="922576" y="2450171"/>
            <a:chExt cx="5301952" cy="1309138"/>
          </a:xfrm>
          <a:solidFill>
            <a:schemeClr val="bg1">
              <a:lumMod val="85000"/>
              <a:alpha val="85000"/>
            </a:schemeClr>
          </a:solidFill>
        </p:grpSpPr>
        <p:sp>
          <p:nvSpPr>
            <p:cNvPr id="165" name="四角形: 角を丸くする 164">
              <a:extLst>
                <a:ext uri="{FF2B5EF4-FFF2-40B4-BE49-F238E27FC236}">
                  <a16:creationId xmlns:a16="http://schemas.microsoft.com/office/drawing/2014/main" id="{276C9C51-3C55-6074-49CC-F59EC8324BEC}"/>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66" name="四角形: 角を丸くする 165">
              <a:extLst>
                <a:ext uri="{FF2B5EF4-FFF2-40B4-BE49-F238E27FC236}">
                  <a16:creationId xmlns:a16="http://schemas.microsoft.com/office/drawing/2014/main" id="{A3031F60-CC48-20EA-ACCB-83A6BDC0A18B}"/>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67" name="四角形: 角を丸くする 166">
              <a:extLst>
                <a:ext uri="{FF2B5EF4-FFF2-40B4-BE49-F238E27FC236}">
                  <a16:creationId xmlns:a16="http://schemas.microsoft.com/office/drawing/2014/main" id="{250422CC-104E-2F2E-462E-18D6A64F5430}"/>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68" name="四角形: 角を丸くする 167">
              <a:extLst>
                <a:ext uri="{FF2B5EF4-FFF2-40B4-BE49-F238E27FC236}">
                  <a16:creationId xmlns:a16="http://schemas.microsoft.com/office/drawing/2014/main" id="{733EF3D9-EDEE-3130-D36C-6278FFB099F8}"/>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grpSp>
      <p:sp>
        <p:nvSpPr>
          <p:cNvPr id="30" name="テキスト ボックス 29">
            <a:extLst>
              <a:ext uri="{FF2B5EF4-FFF2-40B4-BE49-F238E27FC236}">
                <a16:creationId xmlns:a16="http://schemas.microsoft.com/office/drawing/2014/main" id="{C4BFC82E-1177-2268-4DB0-4C16CA27D056}"/>
              </a:ext>
            </a:extLst>
          </p:cNvPr>
          <p:cNvSpPr txBox="1"/>
          <p:nvPr/>
        </p:nvSpPr>
        <p:spPr>
          <a:xfrm>
            <a:off x="6692593" y="1130817"/>
            <a:ext cx="877796" cy="371375"/>
          </a:xfrm>
          <a:prstGeom prst="rect">
            <a:avLst/>
          </a:prstGeom>
          <a:noFill/>
        </p:spPr>
        <p:txBody>
          <a:bodyPr wrap="none" rtlCol="0">
            <a:spAutoFit/>
          </a:bodyP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ゲート</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32" name="テキスト ボックス 31">
            <a:extLst>
              <a:ext uri="{FF2B5EF4-FFF2-40B4-BE49-F238E27FC236}">
                <a16:creationId xmlns:a16="http://schemas.microsoft.com/office/drawing/2014/main" id="{34A26E06-2D44-96F9-1AD5-4828679956E5}"/>
              </a:ext>
            </a:extLst>
          </p:cNvPr>
          <p:cNvSpPr txBox="1"/>
          <p:nvPr/>
        </p:nvSpPr>
        <p:spPr>
          <a:xfrm>
            <a:off x="8318950" y="1130817"/>
            <a:ext cx="877796" cy="371375"/>
          </a:xfrm>
          <a:prstGeom prst="rect">
            <a:avLst/>
          </a:prstGeom>
          <a:noFill/>
        </p:spPr>
        <p:txBody>
          <a:bodyPr wrap="none" rtlCol="0">
            <a:spAutoFit/>
          </a:bodyPr>
          <a:lstStyle/>
          <a:p>
            <a:pPr algn="ct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endParaRPr kumimoji="1"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33" name="テキスト ボックス 32">
            <a:extLst>
              <a:ext uri="{FF2B5EF4-FFF2-40B4-BE49-F238E27FC236}">
                <a16:creationId xmlns:a16="http://schemas.microsoft.com/office/drawing/2014/main" id="{7D15F04C-F03E-24C5-11E0-EBB4AD96E737}"/>
              </a:ext>
            </a:extLst>
          </p:cNvPr>
          <p:cNvSpPr txBox="1"/>
          <p:nvPr/>
        </p:nvSpPr>
        <p:spPr>
          <a:xfrm>
            <a:off x="10052644" y="1130817"/>
            <a:ext cx="652720" cy="371375"/>
          </a:xfrm>
          <a:prstGeom prst="rect">
            <a:avLst/>
          </a:prstGeom>
          <a:noFill/>
        </p:spPr>
        <p:txBody>
          <a:bodyPr wrap="none" rtlCol="0">
            <a:spAutoFit/>
          </a:bodyP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35" name="グループ化 34">
            <a:extLst>
              <a:ext uri="{FF2B5EF4-FFF2-40B4-BE49-F238E27FC236}">
                <a16:creationId xmlns:a16="http://schemas.microsoft.com/office/drawing/2014/main" id="{037B4504-3543-2C85-35C0-B756430C1A00}"/>
              </a:ext>
            </a:extLst>
          </p:cNvPr>
          <p:cNvGrpSpPr/>
          <p:nvPr/>
        </p:nvGrpSpPr>
        <p:grpSpPr>
          <a:xfrm>
            <a:off x="1577362" y="2982844"/>
            <a:ext cx="4293744" cy="371375"/>
            <a:chOff x="1152258" y="2766548"/>
            <a:chExt cx="4797436" cy="414940"/>
          </a:xfrm>
        </p:grpSpPr>
        <p:sp>
          <p:nvSpPr>
            <p:cNvPr id="161" name="テキスト ボックス 160">
              <a:extLst>
                <a:ext uri="{FF2B5EF4-FFF2-40B4-BE49-F238E27FC236}">
                  <a16:creationId xmlns:a16="http://schemas.microsoft.com/office/drawing/2014/main" id="{A21AB9F4-EAF2-B15F-30CB-77D906547DA4}"/>
                </a:ext>
              </a:extLst>
            </p:cNvPr>
            <p:cNvSpPr txBox="1"/>
            <p:nvPr/>
          </p:nvSpPr>
          <p:spPr>
            <a:xfrm>
              <a:off x="1152258" y="2766548"/>
              <a:ext cx="729290" cy="414940"/>
            </a:xfrm>
            <a:prstGeom prst="rect">
              <a:avLst/>
            </a:prstGeom>
            <a:noFill/>
          </p:spPr>
          <p:txBody>
            <a:bodyPr wrap="none" rtlCol="0">
              <a:spAutoFit/>
            </a:bodyP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62" name="テキスト ボックス 161">
              <a:extLst>
                <a:ext uri="{FF2B5EF4-FFF2-40B4-BE49-F238E27FC236}">
                  <a16:creationId xmlns:a16="http://schemas.microsoft.com/office/drawing/2014/main" id="{C93DCB8A-53BE-E96F-B71B-F20EA55A2BE7}"/>
                </a:ext>
              </a:extLst>
            </p:cNvPr>
            <p:cNvSpPr txBox="1"/>
            <p:nvPr/>
          </p:nvSpPr>
          <p:spPr>
            <a:xfrm>
              <a:off x="2508307" y="2766548"/>
              <a:ext cx="729290" cy="414940"/>
            </a:xfrm>
            <a:prstGeom prst="rect">
              <a:avLst/>
            </a:prstGeom>
            <a:noFill/>
          </p:spPr>
          <p:txBody>
            <a:bodyPr wrap="none" rtlCol="0">
              <a:spAutoFit/>
            </a:bodyP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63" name="テキスト ボックス 162">
              <a:extLst>
                <a:ext uri="{FF2B5EF4-FFF2-40B4-BE49-F238E27FC236}">
                  <a16:creationId xmlns:a16="http://schemas.microsoft.com/office/drawing/2014/main" id="{430BD8A6-3BB3-12DE-E3B4-C29ACF7C2525}"/>
                </a:ext>
              </a:extLst>
            </p:cNvPr>
            <p:cNvSpPr txBox="1"/>
            <p:nvPr/>
          </p:nvSpPr>
          <p:spPr>
            <a:xfrm>
              <a:off x="3864356" y="2766548"/>
              <a:ext cx="729290" cy="414940"/>
            </a:xfrm>
            <a:prstGeom prst="rect">
              <a:avLst/>
            </a:prstGeom>
            <a:noFill/>
          </p:spPr>
          <p:txBody>
            <a:bodyPr wrap="none" rtlCol="0">
              <a:spAutoFit/>
            </a:bodyP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64" name="テキスト ボックス 163">
              <a:extLst>
                <a:ext uri="{FF2B5EF4-FFF2-40B4-BE49-F238E27FC236}">
                  <a16:creationId xmlns:a16="http://schemas.microsoft.com/office/drawing/2014/main" id="{3F84C932-0992-8065-4A86-780FFA19BA9C}"/>
                </a:ext>
              </a:extLst>
            </p:cNvPr>
            <p:cNvSpPr txBox="1"/>
            <p:nvPr/>
          </p:nvSpPr>
          <p:spPr>
            <a:xfrm>
              <a:off x="5220404" y="2766548"/>
              <a:ext cx="729290" cy="414940"/>
            </a:xfrm>
            <a:prstGeom prst="rect">
              <a:avLst/>
            </a:prstGeom>
            <a:noFill/>
          </p:spPr>
          <p:txBody>
            <a:bodyPr wrap="none" rtlCol="0">
              <a:spAutoFit/>
            </a:bodyP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sp>
        <p:nvSpPr>
          <p:cNvPr id="36" name="テキスト ボックス 35">
            <a:extLst>
              <a:ext uri="{FF2B5EF4-FFF2-40B4-BE49-F238E27FC236}">
                <a16:creationId xmlns:a16="http://schemas.microsoft.com/office/drawing/2014/main" id="{25ABDD7F-2CDE-BE33-E294-1928872DA542}"/>
              </a:ext>
            </a:extLst>
          </p:cNvPr>
          <p:cNvSpPr txBox="1"/>
          <p:nvPr/>
        </p:nvSpPr>
        <p:spPr>
          <a:xfrm>
            <a:off x="1577362" y="5672705"/>
            <a:ext cx="652720" cy="371375"/>
          </a:xfrm>
          <a:prstGeom prst="rect">
            <a:avLst/>
          </a:prstGeom>
          <a:noFill/>
        </p:spPr>
        <p:txBody>
          <a:bodyPr wrap="none" rtlCol="0">
            <a:spAutoFit/>
          </a:bodyPr>
          <a:lstStyle/>
          <a:p>
            <a:pPr algn="ct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37" name="テキスト ボックス 36">
            <a:extLst>
              <a:ext uri="{FF2B5EF4-FFF2-40B4-BE49-F238E27FC236}">
                <a16:creationId xmlns:a16="http://schemas.microsoft.com/office/drawing/2014/main" id="{FF1F1AF5-2276-68ED-09A2-2F1D493D41A8}"/>
              </a:ext>
            </a:extLst>
          </p:cNvPr>
          <p:cNvSpPr txBox="1"/>
          <p:nvPr/>
        </p:nvSpPr>
        <p:spPr>
          <a:xfrm>
            <a:off x="2791036" y="5672705"/>
            <a:ext cx="652720" cy="371375"/>
          </a:xfrm>
          <a:prstGeom prst="rect">
            <a:avLst/>
          </a:prstGeom>
          <a:noFill/>
        </p:spPr>
        <p:txBody>
          <a:bodyPr wrap="none" rtlCol="0">
            <a:spAutoFit/>
          </a:bodyPr>
          <a:lstStyle/>
          <a:p>
            <a:pPr algn="ct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38" name="テキスト ボックス 37">
            <a:extLst>
              <a:ext uri="{FF2B5EF4-FFF2-40B4-BE49-F238E27FC236}">
                <a16:creationId xmlns:a16="http://schemas.microsoft.com/office/drawing/2014/main" id="{B6578E5F-5AA3-49DB-A7BF-2EB259127ABA}"/>
              </a:ext>
            </a:extLst>
          </p:cNvPr>
          <p:cNvSpPr txBox="1"/>
          <p:nvPr/>
        </p:nvSpPr>
        <p:spPr>
          <a:xfrm>
            <a:off x="4004711" y="5672705"/>
            <a:ext cx="652720" cy="371375"/>
          </a:xfrm>
          <a:prstGeom prst="rect">
            <a:avLst/>
          </a:prstGeom>
          <a:noFill/>
        </p:spPr>
        <p:txBody>
          <a:bodyPr wrap="none" rtlCol="0">
            <a:spAutoFit/>
          </a:bodyPr>
          <a:lstStyle/>
          <a:p>
            <a:pPr algn="ct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39" name="グループ化 38">
            <a:extLst>
              <a:ext uri="{FF2B5EF4-FFF2-40B4-BE49-F238E27FC236}">
                <a16:creationId xmlns:a16="http://schemas.microsoft.com/office/drawing/2014/main" id="{BE5F56AA-A3D8-F003-040B-4AB0D2468A80}"/>
              </a:ext>
            </a:extLst>
          </p:cNvPr>
          <p:cNvGrpSpPr/>
          <p:nvPr/>
        </p:nvGrpSpPr>
        <p:grpSpPr>
          <a:xfrm>
            <a:off x="1460043" y="2047871"/>
            <a:ext cx="4518820" cy="371375"/>
            <a:chOff x="1026519" y="2766548"/>
            <a:chExt cx="5048914" cy="414940"/>
          </a:xfrm>
        </p:grpSpPr>
        <p:sp>
          <p:nvSpPr>
            <p:cNvPr id="157" name="テキスト ボックス 156">
              <a:extLst>
                <a:ext uri="{FF2B5EF4-FFF2-40B4-BE49-F238E27FC236}">
                  <a16:creationId xmlns:a16="http://schemas.microsoft.com/office/drawing/2014/main" id="{E061E583-74BB-1D5A-5448-BEE5BD0C5C81}"/>
                </a:ext>
              </a:extLst>
            </p:cNvPr>
            <p:cNvSpPr txBox="1"/>
            <p:nvPr/>
          </p:nvSpPr>
          <p:spPr>
            <a:xfrm>
              <a:off x="1026519" y="2766548"/>
              <a:ext cx="980768" cy="414940"/>
            </a:xfrm>
            <a:prstGeom prst="rect">
              <a:avLst/>
            </a:prstGeom>
            <a:noFill/>
          </p:spPr>
          <p:txBody>
            <a:bodyPr wrap="none" rtlCol="0">
              <a:spAutoFit/>
            </a:bodyP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キャラ</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58" name="テキスト ボックス 157">
              <a:extLst>
                <a:ext uri="{FF2B5EF4-FFF2-40B4-BE49-F238E27FC236}">
                  <a16:creationId xmlns:a16="http://schemas.microsoft.com/office/drawing/2014/main" id="{5B5D93EF-94A4-F0E1-0688-BAE335E91B33}"/>
                </a:ext>
              </a:extLst>
            </p:cNvPr>
            <p:cNvSpPr txBox="1"/>
            <p:nvPr/>
          </p:nvSpPr>
          <p:spPr>
            <a:xfrm>
              <a:off x="2382568" y="2766548"/>
              <a:ext cx="980768" cy="414940"/>
            </a:xfrm>
            <a:prstGeom prst="rect">
              <a:avLst/>
            </a:prstGeom>
            <a:noFill/>
          </p:spPr>
          <p:txBody>
            <a:bodyPr wrap="none" rtlCol="0">
              <a:spAutoFit/>
            </a:bodyP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sp>
          <p:nvSpPr>
            <p:cNvPr id="159" name="テキスト ボックス 158">
              <a:extLst>
                <a:ext uri="{FF2B5EF4-FFF2-40B4-BE49-F238E27FC236}">
                  <a16:creationId xmlns:a16="http://schemas.microsoft.com/office/drawing/2014/main" id="{D0F4D7BC-C825-00A2-2192-CBBB98D944B7}"/>
                </a:ext>
              </a:extLst>
            </p:cNvPr>
            <p:cNvSpPr txBox="1"/>
            <p:nvPr/>
          </p:nvSpPr>
          <p:spPr>
            <a:xfrm>
              <a:off x="3738618" y="2766548"/>
              <a:ext cx="980768" cy="414940"/>
            </a:xfrm>
            <a:prstGeom prst="rect">
              <a:avLst/>
            </a:prstGeom>
            <a:noFill/>
          </p:spPr>
          <p:txBody>
            <a:bodyPr wrap="none" rtlCol="0">
              <a:spAutoFit/>
            </a:bodyP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sp>
          <p:nvSpPr>
            <p:cNvPr id="160" name="テキスト ボックス 159">
              <a:extLst>
                <a:ext uri="{FF2B5EF4-FFF2-40B4-BE49-F238E27FC236}">
                  <a16:creationId xmlns:a16="http://schemas.microsoft.com/office/drawing/2014/main" id="{D3489BBB-358E-8AD0-8C8F-F478D4A4942A}"/>
                </a:ext>
              </a:extLst>
            </p:cNvPr>
            <p:cNvSpPr txBox="1"/>
            <p:nvPr/>
          </p:nvSpPr>
          <p:spPr>
            <a:xfrm>
              <a:off x="5094665" y="2766548"/>
              <a:ext cx="980768" cy="414940"/>
            </a:xfrm>
            <a:prstGeom prst="rect">
              <a:avLst/>
            </a:prstGeom>
            <a:noFill/>
          </p:spPr>
          <p:txBody>
            <a:bodyPr wrap="none" rtlCol="0">
              <a:spAutoFit/>
            </a:bodyP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nvGrpSpPr>
          <p:cNvPr id="40" name="グループ化 39">
            <a:extLst>
              <a:ext uri="{FF2B5EF4-FFF2-40B4-BE49-F238E27FC236}">
                <a16:creationId xmlns:a16="http://schemas.microsoft.com/office/drawing/2014/main" id="{88967CD8-D280-5525-90E4-21636E1EAB8C}"/>
              </a:ext>
            </a:extLst>
          </p:cNvPr>
          <p:cNvGrpSpPr/>
          <p:nvPr/>
        </p:nvGrpSpPr>
        <p:grpSpPr>
          <a:xfrm>
            <a:off x="1429783" y="4778493"/>
            <a:ext cx="4172287" cy="371375"/>
            <a:chOff x="1026519" y="2766548"/>
            <a:chExt cx="4661731" cy="414940"/>
          </a:xfrm>
        </p:grpSpPr>
        <p:sp>
          <p:nvSpPr>
            <p:cNvPr id="153" name="テキスト ボックス 152">
              <a:extLst>
                <a:ext uri="{FF2B5EF4-FFF2-40B4-BE49-F238E27FC236}">
                  <a16:creationId xmlns:a16="http://schemas.microsoft.com/office/drawing/2014/main" id="{AF3F7CEF-9398-4478-4C25-D017B9DD2622}"/>
                </a:ext>
              </a:extLst>
            </p:cNvPr>
            <p:cNvSpPr txBox="1"/>
            <p:nvPr/>
          </p:nvSpPr>
          <p:spPr>
            <a:xfrm>
              <a:off x="1026519" y="2766548"/>
              <a:ext cx="980768" cy="414940"/>
            </a:xfrm>
            <a:prstGeom prst="rect">
              <a:avLst/>
            </a:prstGeom>
            <a:noFill/>
          </p:spPr>
          <p:txBody>
            <a:bodyPr wrap="none" rtlCol="0">
              <a:spAutoFit/>
            </a:bodyPr>
            <a:lstStyle/>
            <a:p>
              <a:pPr algn="ct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endParaRPr kumimoji="1"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154" name="テキスト ボックス 153">
              <a:extLst>
                <a:ext uri="{FF2B5EF4-FFF2-40B4-BE49-F238E27FC236}">
                  <a16:creationId xmlns:a16="http://schemas.microsoft.com/office/drawing/2014/main" id="{B6696BC3-4AAA-6B30-EF96-3F8766078A47}"/>
                </a:ext>
              </a:extLst>
            </p:cNvPr>
            <p:cNvSpPr txBox="1"/>
            <p:nvPr/>
          </p:nvSpPr>
          <p:spPr>
            <a:xfrm>
              <a:off x="2382568" y="2766548"/>
              <a:ext cx="980768" cy="414940"/>
            </a:xfrm>
            <a:prstGeom prst="rect">
              <a:avLst/>
            </a:prstGeom>
            <a:noFill/>
          </p:spPr>
          <p:txBody>
            <a:bodyPr wrap="none" rtlCol="0">
              <a:spAutoFit/>
            </a:bodyPr>
            <a:lstStyle/>
            <a:p>
              <a:pPr algn="ct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sp>
          <p:nvSpPr>
            <p:cNvPr id="155" name="テキスト ボックス 154">
              <a:extLst>
                <a:ext uri="{FF2B5EF4-FFF2-40B4-BE49-F238E27FC236}">
                  <a16:creationId xmlns:a16="http://schemas.microsoft.com/office/drawing/2014/main" id="{52929A23-7B84-A017-348E-1018E3E0DA22}"/>
                </a:ext>
              </a:extLst>
            </p:cNvPr>
            <p:cNvSpPr txBox="1"/>
            <p:nvPr/>
          </p:nvSpPr>
          <p:spPr>
            <a:xfrm>
              <a:off x="3738618" y="2766548"/>
              <a:ext cx="980768" cy="414940"/>
            </a:xfrm>
            <a:prstGeom prst="rect">
              <a:avLst/>
            </a:prstGeom>
            <a:noFill/>
          </p:spPr>
          <p:txBody>
            <a:bodyPr wrap="none" rtlCol="0">
              <a:spAutoFit/>
            </a:bodyPr>
            <a:lstStyle/>
            <a:p>
              <a:pPr algn="ct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sp>
          <p:nvSpPr>
            <p:cNvPr id="156" name="テキスト ボックス 155">
              <a:extLst>
                <a:ext uri="{FF2B5EF4-FFF2-40B4-BE49-F238E27FC236}">
                  <a16:creationId xmlns:a16="http://schemas.microsoft.com/office/drawing/2014/main" id="{22CD13E3-922D-C77C-303B-3C71FC6BA142}"/>
                </a:ext>
              </a:extLst>
            </p:cNvPr>
            <p:cNvSpPr txBox="1"/>
            <p:nvPr/>
          </p:nvSpPr>
          <p:spPr>
            <a:xfrm>
              <a:off x="5481849" y="2766548"/>
              <a:ext cx="206401" cy="412657"/>
            </a:xfrm>
            <a:prstGeom prst="rect">
              <a:avLst/>
            </a:prstGeom>
            <a:noFill/>
          </p:spPr>
          <p:txBody>
            <a:bodyPr wrap="none" rtlCol="0">
              <a:spAutoFit/>
            </a:bodyPr>
            <a:lstStyle/>
            <a:p>
              <a:pPr algn="ctr"/>
              <a:endPar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41" name="テキスト ボックス 40">
            <a:extLst>
              <a:ext uri="{FF2B5EF4-FFF2-40B4-BE49-F238E27FC236}">
                <a16:creationId xmlns:a16="http://schemas.microsoft.com/office/drawing/2014/main" id="{9CF8188A-D319-0590-32E6-9B3CFB7740B5}"/>
              </a:ext>
            </a:extLst>
          </p:cNvPr>
          <p:cNvSpPr txBox="1"/>
          <p:nvPr/>
        </p:nvSpPr>
        <p:spPr>
          <a:xfrm>
            <a:off x="8206413" y="1777923"/>
            <a:ext cx="1102871" cy="371375"/>
          </a:xfrm>
          <a:prstGeom prst="rect">
            <a:avLst/>
          </a:prstGeom>
          <a:noFill/>
        </p:spPr>
        <p:txBody>
          <a:bodyPr wrap="none" rtlCol="0">
            <a:spAutoFit/>
          </a:bodyPr>
          <a:lstStyle/>
          <a:p>
            <a:pPr algn="ctr"/>
            <a:r>
              <a:rPr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rPr>
              <a:t>キャラ名</a:t>
            </a:r>
          </a:p>
        </p:txBody>
      </p:sp>
      <p:grpSp>
        <p:nvGrpSpPr>
          <p:cNvPr id="212" name="グループ化 211">
            <a:extLst>
              <a:ext uri="{FF2B5EF4-FFF2-40B4-BE49-F238E27FC236}">
                <a16:creationId xmlns:a16="http://schemas.microsoft.com/office/drawing/2014/main" id="{BB1FF706-35AB-61F6-7B4C-EA0B8F9FE787}"/>
              </a:ext>
            </a:extLst>
          </p:cNvPr>
          <p:cNvGrpSpPr/>
          <p:nvPr/>
        </p:nvGrpSpPr>
        <p:grpSpPr>
          <a:xfrm>
            <a:off x="6819835" y="5045880"/>
            <a:ext cx="1273542" cy="1061217"/>
            <a:chOff x="6892103" y="4612222"/>
            <a:chExt cx="1160990" cy="967430"/>
          </a:xfrm>
        </p:grpSpPr>
        <p:grpSp>
          <p:nvGrpSpPr>
            <p:cNvPr id="43" name="グループ化 42">
              <a:extLst>
                <a:ext uri="{FF2B5EF4-FFF2-40B4-BE49-F238E27FC236}">
                  <a16:creationId xmlns:a16="http://schemas.microsoft.com/office/drawing/2014/main" id="{9DFE5948-AC2C-766B-0B4F-3CA81B2DB181}"/>
                </a:ext>
              </a:extLst>
            </p:cNvPr>
            <p:cNvGrpSpPr/>
            <p:nvPr/>
          </p:nvGrpSpPr>
          <p:grpSpPr>
            <a:xfrm>
              <a:off x="6982331" y="4904322"/>
              <a:ext cx="1050992" cy="622991"/>
              <a:chOff x="7088997" y="4289392"/>
              <a:chExt cx="1288122" cy="763554"/>
            </a:xfrm>
          </p:grpSpPr>
          <p:pic>
            <p:nvPicPr>
              <p:cNvPr id="150" name="図 149">
                <a:extLst>
                  <a:ext uri="{FF2B5EF4-FFF2-40B4-BE49-F238E27FC236}">
                    <a16:creationId xmlns:a16="http://schemas.microsoft.com/office/drawing/2014/main" id="{FB2E5DE8-2CAA-7C04-6ACE-33F8DC46E48E}"/>
                  </a:ext>
                </a:extLst>
              </p:cNvPr>
              <p:cNvPicPr>
                <a:picLocks noChangeAspect="1"/>
              </p:cNvPicPr>
              <p:nvPr/>
            </p:nvPicPr>
            <p:blipFill>
              <a:blip r:embed="rId3">
                <a:duotone>
                  <a:schemeClr val="accent3">
                    <a:shade val="45000"/>
                    <a:satMod val="135000"/>
                  </a:schemeClr>
                  <a:prstClr val="white"/>
                </a:duotone>
                <a:extLst>
                  <a:ext uri="{28A0092B-C50C-407E-A947-70E740481C1C}">
                    <a14:useLocalDpi xmlns:a14="http://schemas.microsoft.com/office/drawing/2010/main" val="0"/>
                  </a:ext>
                </a:extLst>
              </a:blip>
              <a:srcRect l="6840" t="30163" r="48646" b="36883"/>
              <a:stretch>
                <a:fillRect/>
              </a:stretch>
            </p:blipFill>
            <p:spPr>
              <a:xfrm>
                <a:off x="7098261" y="4289392"/>
                <a:ext cx="452228" cy="502188"/>
              </a:xfrm>
              <a:prstGeom prst="rect">
                <a:avLst/>
              </a:prstGeom>
            </p:spPr>
          </p:pic>
          <p:sp>
            <p:nvSpPr>
              <p:cNvPr id="151" name="テキスト ボックス 150">
                <a:extLst>
                  <a:ext uri="{FF2B5EF4-FFF2-40B4-BE49-F238E27FC236}">
                    <a16:creationId xmlns:a16="http://schemas.microsoft.com/office/drawing/2014/main" id="{E645688F-E114-2763-F3FC-1764FEB16F4D}"/>
                  </a:ext>
                </a:extLst>
              </p:cNvPr>
              <p:cNvSpPr txBox="1"/>
              <p:nvPr/>
            </p:nvSpPr>
            <p:spPr>
              <a:xfrm>
                <a:off x="7472052" y="4372863"/>
                <a:ext cx="808121" cy="343882"/>
              </a:xfrm>
              <a:prstGeom prst="rect">
                <a:avLst/>
              </a:prstGeom>
              <a:noFill/>
              <a:effectLst>
                <a:glow rad="63500">
                  <a:schemeClr val="accent3">
                    <a:satMod val="175000"/>
                    <a:alpha val="40000"/>
                  </a:schemeClr>
                </a:glow>
              </a:effectLst>
            </p:spPr>
            <p:txBody>
              <a:bodyPr wrap="none" rtlCol="0">
                <a:spAutoFit/>
              </a:bodyPr>
              <a:lstStyle/>
              <a:p>
                <a:r>
                  <a:rPr lang="ja-JP" altLang="en-US" sz="1400" dirty="0">
                    <a:solidFill>
                      <a:schemeClr val="tx1">
                        <a:lumMod val="85000"/>
                        <a:lumOff val="15000"/>
                      </a:schemeClr>
                    </a:solidFill>
                    <a:effectLst>
                      <a:glow rad="38100">
                        <a:schemeClr val="accent3">
                          <a:satMod val="175000"/>
                          <a:alpha val="65000"/>
                        </a:schemeClr>
                      </a:glow>
                    </a:effectLst>
                    <a:latin typeface="原稿用標準書体" panose="03000503000000000000" pitchFamily="66" charset="-128"/>
                    <a:ea typeface="原稿用標準書体" panose="03000503000000000000" pitchFamily="66" charset="-128"/>
                  </a:rPr>
                  <a:t>タンク</a:t>
                </a:r>
                <a:endParaRPr lang="en-US" altLang="ja-JP" sz="1100" dirty="0">
                  <a:solidFill>
                    <a:schemeClr val="tx1">
                      <a:lumMod val="85000"/>
                      <a:lumOff val="15000"/>
                    </a:schemeClr>
                  </a:solidFill>
                  <a:effectLst>
                    <a:glow rad="38100">
                      <a:schemeClr val="accent3">
                        <a:satMod val="175000"/>
                        <a:alpha val="65000"/>
                      </a:schemeClr>
                    </a:glow>
                  </a:effectLst>
                  <a:latin typeface="原稿用標準書体" panose="03000503000000000000" pitchFamily="66" charset="-128"/>
                  <a:ea typeface="原稿用標準書体" panose="03000503000000000000" pitchFamily="66" charset="-128"/>
                </a:endParaRPr>
              </a:p>
            </p:txBody>
          </p:sp>
          <p:sp>
            <p:nvSpPr>
              <p:cNvPr id="152" name="テキスト ボックス 151">
                <a:extLst>
                  <a:ext uri="{FF2B5EF4-FFF2-40B4-BE49-F238E27FC236}">
                    <a16:creationId xmlns:a16="http://schemas.microsoft.com/office/drawing/2014/main" id="{287078D1-A6E5-31EB-3973-973BA8A35D95}"/>
                  </a:ext>
                </a:extLst>
              </p:cNvPr>
              <p:cNvSpPr txBox="1"/>
              <p:nvPr/>
            </p:nvSpPr>
            <p:spPr>
              <a:xfrm>
                <a:off x="7088997" y="4760647"/>
                <a:ext cx="1288122" cy="292299"/>
              </a:xfrm>
              <a:prstGeom prst="rect">
                <a:avLst/>
              </a:prstGeom>
              <a:noFill/>
            </p:spPr>
            <p:txBody>
              <a:bodyPr wrap="none" rtlCol="0">
                <a:spAutoFit/>
              </a:bodyPr>
              <a:lstStyle/>
              <a:p>
                <a:r>
                  <a:rPr lang="ja-JP" altLang="en-US"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毎ターン</a:t>
                </a:r>
                <a:r>
                  <a:rPr lang="en-US" altLang="ja-JP" sz="1100" dirty="0">
                    <a:solidFill>
                      <a:schemeClr val="tx1">
                        <a:lumMod val="75000"/>
                        <a:lumOff val="25000"/>
                      </a:schemeClr>
                    </a:solidFill>
                    <a:latin typeface="原稿用標準書体" panose="03000503000000000000" pitchFamily="66" charset="-128"/>
                    <a:ea typeface="原稿用標準書体" panose="03000503000000000000" pitchFamily="66" charset="-128"/>
                  </a:rPr>
                  <a:t>5</a:t>
                </a:r>
                <a:r>
                  <a:rPr lang="ja-JP" altLang="en-US"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％回復</a:t>
                </a:r>
                <a:endParaRPr lang="en-US" altLang="ja-JP" sz="1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grpSp>
          <p:nvGrpSpPr>
            <p:cNvPr id="44" name="グループ化 43">
              <a:extLst>
                <a:ext uri="{FF2B5EF4-FFF2-40B4-BE49-F238E27FC236}">
                  <a16:creationId xmlns:a16="http://schemas.microsoft.com/office/drawing/2014/main" id="{49736191-2242-7CD9-8C04-EDB0F5D5A3E5}"/>
                </a:ext>
              </a:extLst>
            </p:cNvPr>
            <p:cNvGrpSpPr/>
            <p:nvPr/>
          </p:nvGrpSpPr>
          <p:grpSpPr>
            <a:xfrm>
              <a:off x="6892103" y="4612222"/>
              <a:ext cx="1160990" cy="967430"/>
              <a:chOff x="4343042" y="2005061"/>
              <a:chExt cx="4595682" cy="1782085"/>
            </a:xfrm>
          </p:grpSpPr>
          <p:sp>
            <p:nvSpPr>
              <p:cNvPr id="148" name="四角形: 角を丸くする 147">
                <a:extLst>
                  <a:ext uri="{FF2B5EF4-FFF2-40B4-BE49-F238E27FC236}">
                    <a16:creationId xmlns:a16="http://schemas.microsoft.com/office/drawing/2014/main" id="{E9528B3F-A908-09BD-2E8B-76446F317ABA}"/>
                  </a:ext>
                </a:extLst>
              </p:cNvPr>
              <p:cNvSpPr/>
              <p:nvPr/>
            </p:nvSpPr>
            <p:spPr>
              <a:xfrm>
                <a:off x="4343042" y="2434991"/>
                <a:ext cx="4595682" cy="1352155"/>
              </a:xfrm>
              <a:prstGeom prst="roundRect">
                <a:avLst>
                  <a:gd name="adj" fmla="val 5178"/>
                </a:avLst>
              </a:prstGeom>
              <a:noFill/>
              <a:ln w="254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50" dirty="0">
                  <a:latin typeface="原稿用標準書体" panose="03000503000000000000" pitchFamily="66" charset="-128"/>
                  <a:ea typeface="原稿用標準書体" panose="03000503000000000000" pitchFamily="66" charset="-128"/>
                </a:endParaRPr>
              </a:p>
            </p:txBody>
          </p:sp>
          <p:sp>
            <p:nvSpPr>
              <p:cNvPr id="149" name="四角形: 角を丸くする 148">
                <a:extLst>
                  <a:ext uri="{FF2B5EF4-FFF2-40B4-BE49-F238E27FC236}">
                    <a16:creationId xmlns:a16="http://schemas.microsoft.com/office/drawing/2014/main" id="{C102F31B-7C61-9C93-8FB5-F46B85795111}"/>
                  </a:ext>
                </a:extLst>
              </p:cNvPr>
              <p:cNvSpPr/>
              <p:nvPr/>
            </p:nvSpPr>
            <p:spPr>
              <a:xfrm>
                <a:off x="5027040" y="2005061"/>
                <a:ext cx="3294263" cy="461666"/>
              </a:xfrm>
              <a:prstGeom prst="round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dirty="0">
                    <a:latin typeface="原稿用標準書体" panose="03000503000000000000" pitchFamily="66" charset="-128"/>
                    <a:ea typeface="原稿用標準書体" panose="03000503000000000000" pitchFamily="66" charset="-128"/>
                  </a:rPr>
                  <a:t>ロール</a:t>
                </a:r>
              </a:p>
            </p:txBody>
          </p:sp>
        </p:grpSp>
      </p:grpSp>
      <p:grpSp>
        <p:nvGrpSpPr>
          <p:cNvPr id="211" name="グループ化 210">
            <a:extLst>
              <a:ext uri="{FF2B5EF4-FFF2-40B4-BE49-F238E27FC236}">
                <a16:creationId xmlns:a16="http://schemas.microsoft.com/office/drawing/2014/main" id="{F65862A7-BF19-949F-85D9-2D9B2D94A7CD}"/>
              </a:ext>
            </a:extLst>
          </p:cNvPr>
          <p:cNvGrpSpPr/>
          <p:nvPr/>
        </p:nvGrpSpPr>
        <p:grpSpPr>
          <a:xfrm>
            <a:off x="8261267" y="4984906"/>
            <a:ext cx="2426488" cy="1151178"/>
            <a:chOff x="8172787" y="4556636"/>
            <a:chExt cx="2049758" cy="1049440"/>
          </a:xfrm>
        </p:grpSpPr>
        <p:pic>
          <p:nvPicPr>
            <p:cNvPr id="42" name="図 41">
              <a:extLst>
                <a:ext uri="{FF2B5EF4-FFF2-40B4-BE49-F238E27FC236}">
                  <a16:creationId xmlns:a16="http://schemas.microsoft.com/office/drawing/2014/main" id="{2FEE3046-CF22-F5F9-5583-B7E0D7A8A967}"/>
                </a:ext>
              </a:extLst>
            </p:cNvPr>
            <p:cNvPicPr>
              <a:picLocks noChangeAspect="1"/>
            </p:cNvPicPr>
            <p:nvPr/>
          </p:nvPicPr>
          <p:blipFill>
            <a:blip r:embed="rId4">
              <a:extLst>
                <a:ext uri="{28A0092B-C50C-407E-A947-70E740481C1C}">
                  <a14:useLocalDpi xmlns:a14="http://schemas.microsoft.com/office/drawing/2010/main" val="0"/>
                </a:ext>
              </a:extLst>
            </a:blip>
            <a:srcRect t="59642"/>
            <a:stretch>
              <a:fillRect/>
            </a:stretch>
          </p:blipFill>
          <p:spPr>
            <a:xfrm>
              <a:off x="8172787" y="4556636"/>
              <a:ext cx="2049758" cy="1049440"/>
            </a:xfrm>
            <a:prstGeom prst="rect">
              <a:avLst/>
            </a:prstGeom>
          </p:spPr>
        </p:pic>
        <p:sp>
          <p:nvSpPr>
            <p:cNvPr id="45" name="テキスト ボックス 44">
              <a:extLst>
                <a:ext uri="{FF2B5EF4-FFF2-40B4-BE49-F238E27FC236}">
                  <a16:creationId xmlns:a16="http://schemas.microsoft.com/office/drawing/2014/main" id="{664D0D51-560A-EA21-4103-B67E5306B7EF}"/>
                </a:ext>
              </a:extLst>
            </p:cNvPr>
            <p:cNvSpPr txBox="1"/>
            <p:nvPr/>
          </p:nvSpPr>
          <p:spPr>
            <a:xfrm>
              <a:off x="8764235" y="4915887"/>
              <a:ext cx="866861" cy="231476"/>
            </a:xfrm>
            <a:prstGeom prst="rect">
              <a:avLst/>
            </a:prstGeom>
            <a:noFill/>
          </p:spPr>
          <p:txBody>
            <a:bodyPr wrap="square">
              <a:spAutoFit/>
            </a:bodyPr>
            <a:lstStyle/>
            <a:p>
              <a:pPr algn="ctr"/>
              <a:r>
                <a:rPr lang="ja-JP" altLang="en-US" sz="1050" dirty="0">
                  <a:solidFill>
                    <a:schemeClr val="bg1">
                      <a:lumMod val="95000"/>
                    </a:schemeClr>
                  </a:solidFill>
                  <a:highlight>
                    <a:srgbClr val="808080"/>
                  </a:highlight>
                  <a:latin typeface="原稿用標準書体" panose="03000503000000000000" pitchFamily="66" charset="-128"/>
                  <a:ea typeface="原稿用標準書体" panose="03000503000000000000" pitchFamily="66" charset="-128"/>
                </a:rPr>
                <a:t>武器</a:t>
              </a:r>
              <a:endParaRPr kumimoji="1" lang="ja-JP" altLang="en-US" sz="1050" dirty="0">
                <a:solidFill>
                  <a:schemeClr val="bg1">
                    <a:lumMod val="95000"/>
                  </a:schemeClr>
                </a:solidFill>
                <a:highlight>
                  <a:srgbClr val="808080"/>
                </a:highlight>
                <a:latin typeface="原稿用標準書体" panose="03000503000000000000" pitchFamily="66" charset="-128"/>
                <a:ea typeface="原稿用標準書体" panose="03000503000000000000" pitchFamily="66" charset="-128"/>
              </a:endParaRPr>
            </a:p>
          </p:txBody>
        </p:sp>
        <p:sp>
          <p:nvSpPr>
            <p:cNvPr id="46" name="四角形: 角を丸くする 45">
              <a:extLst>
                <a:ext uri="{FF2B5EF4-FFF2-40B4-BE49-F238E27FC236}">
                  <a16:creationId xmlns:a16="http://schemas.microsoft.com/office/drawing/2014/main" id="{F9075A71-AB97-13C8-F2D4-B68F6A9B7790}"/>
                </a:ext>
              </a:extLst>
            </p:cNvPr>
            <p:cNvSpPr/>
            <p:nvPr/>
          </p:nvSpPr>
          <p:spPr>
            <a:xfrm>
              <a:off x="8218390" y="4896626"/>
              <a:ext cx="1953536" cy="634373"/>
            </a:xfrm>
            <a:prstGeom prst="roundRect">
              <a:avLst>
                <a:gd name="adj" fmla="val 6896"/>
              </a:avLst>
            </a:prstGeom>
            <a:solidFill>
              <a:srgbClr val="D9D9D9"/>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latin typeface="原稿用標準書体" panose="03000503000000000000" pitchFamily="66" charset="-128"/>
                <a:ea typeface="原稿用標準書体" panose="03000503000000000000" pitchFamily="66" charset="-128"/>
              </a:endParaRPr>
            </a:p>
          </p:txBody>
        </p:sp>
        <p:sp>
          <p:nvSpPr>
            <p:cNvPr id="47" name="四角形: 角を丸くする 46">
              <a:extLst>
                <a:ext uri="{FF2B5EF4-FFF2-40B4-BE49-F238E27FC236}">
                  <a16:creationId xmlns:a16="http://schemas.microsoft.com/office/drawing/2014/main" id="{5A804190-4256-2BEE-3A8C-D95F2731BE38}"/>
                </a:ext>
              </a:extLst>
            </p:cNvPr>
            <p:cNvSpPr/>
            <p:nvPr/>
          </p:nvSpPr>
          <p:spPr>
            <a:xfrm>
              <a:off x="9233504" y="4918997"/>
              <a:ext cx="909463" cy="395069"/>
            </a:xfrm>
            <a:prstGeom prst="roundRect">
              <a:avLst>
                <a:gd name="adj" fmla="val 6896"/>
              </a:avLst>
            </a:prstGeom>
            <a:solidFill>
              <a:schemeClr val="tx1">
                <a:lumMod val="50000"/>
                <a:lumOff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latin typeface="原稿用標準書体" panose="03000503000000000000" pitchFamily="66" charset="-128"/>
                <a:ea typeface="原稿用標準書体" panose="03000503000000000000" pitchFamily="66" charset="-128"/>
              </a:endParaRPr>
            </a:p>
          </p:txBody>
        </p:sp>
        <p:grpSp>
          <p:nvGrpSpPr>
            <p:cNvPr id="48" name="グループ化 47">
              <a:extLst>
                <a:ext uri="{FF2B5EF4-FFF2-40B4-BE49-F238E27FC236}">
                  <a16:creationId xmlns:a16="http://schemas.microsoft.com/office/drawing/2014/main" id="{818EF427-DDE9-A3B6-2863-E1F24D73D8B8}"/>
                </a:ext>
              </a:extLst>
            </p:cNvPr>
            <p:cNvGrpSpPr/>
            <p:nvPr/>
          </p:nvGrpSpPr>
          <p:grpSpPr>
            <a:xfrm>
              <a:off x="8266376" y="4907553"/>
              <a:ext cx="1876591" cy="623445"/>
              <a:chOff x="8756066" y="4312009"/>
              <a:chExt cx="2299997" cy="764110"/>
            </a:xfrm>
          </p:grpSpPr>
          <p:sp>
            <p:nvSpPr>
              <p:cNvPr id="146" name="フリーフォーム: 図形 145">
                <a:extLst>
                  <a:ext uri="{FF2B5EF4-FFF2-40B4-BE49-F238E27FC236}">
                    <a16:creationId xmlns:a16="http://schemas.microsoft.com/office/drawing/2014/main" id="{EC1508A7-DF20-9435-63E8-E32C4AE46F9D}"/>
                  </a:ext>
                </a:extLst>
              </p:cNvPr>
              <p:cNvSpPr/>
              <p:nvPr/>
            </p:nvSpPr>
            <p:spPr>
              <a:xfrm>
                <a:off x="8756066" y="4331554"/>
                <a:ext cx="2299997" cy="744565"/>
              </a:xfrm>
              <a:custGeom>
                <a:avLst/>
                <a:gdLst>
                  <a:gd name="csX0" fmla="*/ 37967 w 2299997"/>
                  <a:gd name="csY0" fmla="*/ 0 h 721131"/>
                  <a:gd name="csX1" fmla="*/ 1085846 w 2299997"/>
                  <a:gd name="csY1" fmla="*/ 0 h 721131"/>
                  <a:gd name="csX2" fmla="*/ 1119237 w 2299997"/>
                  <a:gd name="csY2" fmla="*/ 33391 h 721131"/>
                  <a:gd name="csX3" fmla="*/ 1119237 w 2299997"/>
                  <a:gd name="csY3" fmla="*/ 236925 h 721131"/>
                  <a:gd name="csX4" fmla="*/ 2266606 w 2299997"/>
                  <a:gd name="csY4" fmla="*/ 236925 h 721131"/>
                  <a:gd name="csX5" fmla="*/ 2299997 w 2299997"/>
                  <a:gd name="csY5" fmla="*/ 270316 h 721131"/>
                  <a:gd name="csX6" fmla="*/ 2299997 w 2299997"/>
                  <a:gd name="csY6" fmla="*/ 687740 h 721131"/>
                  <a:gd name="csX7" fmla="*/ 2266606 w 2299997"/>
                  <a:gd name="csY7" fmla="*/ 721131 h 721131"/>
                  <a:gd name="csX8" fmla="*/ 33391 w 2299997"/>
                  <a:gd name="csY8" fmla="*/ 721131 h 721131"/>
                  <a:gd name="csX9" fmla="*/ 0 w 2299997"/>
                  <a:gd name="csY9" fmla="*/ 687740 h 721131"/>
                  <a:gd name="csX10" fmla="*/ 0 w 2299997"/>
                  <a:gd name="csY10" fmla="*/ 270316 h 721131"/>
                  <a:gd name="csX11" fmla="*/ 4576 w 2299997"/>
                  <a:gd name="csY11" fmla="*/ 259269 h 721131"/>
                  <a:gd name="csX12" fmla="*/ 4576 w 2299997"/>
                  <a:gd name="csY12" fmla="*/ 33391 h 721131"/>
                  <a:gd name="csX13" fmla="*/ 37967 w 2299997"/>
                  <a:gd name="csY13" fmla="*/ 0 h 72113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2299997" h="721131">
                    <a:moveTo>
                      <a:pt x="37967" y="0"/>
                    </a:moveTo>
                    <a:lnTo>
                      <a:pt x="1085846" y="0"/>
                    </a:lnTo>
                    <a:cubicBezTo>
                      <a:pt x="1104287" y="0"/>
                      <a:pt x="1119237" y="14950"/>
                      <a:pt x="1119237" y="33391"/>
                    </a:cubicBezTo>
                    <a:lnTo>
                      <a:pt x="1119237" y="236925"/>
                    </a:lnTo>
                    <a:lnTo>
                      <a:pt x="2266606" y="236925"/>
                    </a:lnTo>
                    <a:cubicBezTo>
                      <a:pt x="2285047" y="236925"/>
                      <a:pt x="2299997" y="251875"/>
                      <a:pt x="2299997" y="270316"/>
                    </a:cubicBezTo>
                    <a:lnTo>
                      <a:pt x="2299997" y="687740"/>
                    </a:lnTo>
                    <a:cubicBezTo>
                      <a:pt x="2299997" y="706181"/>
                      <a:pt x="2285047" y="721131"/>
                      <a:pt x="2266606" y="721131"/>
                    </a:cubicBezTo>
                    <a:lnTo>
                      <a:pt x="33391" y="721131"/>
                    </a:lnTo>
                    <a:cubicBezTo>
                      <a:pt x="14950" y="721131"/>
                      <a:pt x="0" y="706181"/>
                      <a:pt x="0" y="687740"/>
                    </a:cubicBezTo>
                    <a:lnTo>
                      <a:pt x="0" y="270316"/>
                    </a:lnTo>
                    <a:lnTo>
                      <a:pt x="4576" y="259269"/>
                    </a:lnTo>
                    <a:lnTo>
                      <a:pt x="4576" y="33391"/>
                    </a:lnTo>
                    <a:cubicBezTo>
                      <a:pt x="4576" y="14950"/>
                      <a:pt x="19526" y="0"/>
                      <a:pt x="37967" y="0"/>
                    </a:cubicBezTo>
                    <a:close/>
                  </a:path>
                </a:pathLst>
              </a:custGeom>
              <a:solidFill>
                <a:srgbClr val="BFBFBF"/>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sz="1600" dirty="0">
                  <a:latin typeface="原稿用標準書体" panose="03000503000000000000" pitchFamily="66" charset="-128"/>
                  <a:ea typeface="原稿用標準書体" panose="03000503000000000000" pitchFamily="66" charset="-128"/>
                </a:endParaRPr>
              </a:p>
            </p:txBody>
          </p:sp>
          <p:sp>
            <p:nvSpPr>
              <p:cNvPr id="147" name="テキスト ボックス 146">
                <a:extLst>
                  <a:ext uri="{FF2B5EF4-FFF2-40B4-BE49-F238E27FC236}">
                    <a16:creationId xmlns:a16="http://schemas.microsoft.com/office/drawing/2014/main" id="{18D4A615-DD75-AFFA-54FC-43D7E044C1C4}"/>
                  </a:ext>
                </a:extLst>
              </p:cNvPr>
              <p:cNvSpPr txBox="1"/>
              <p:nvPr/>
            </p:nvSpPr>
            <p:spPr>
              <a:xfrm>
                <a:off x="8875753" y="4312009"/>
                <a:ext cx="836778" cy="292299"/>
              </a:xfrm>
              <a:prstGeom prst="rect">
                <a:avLst/>
              </a:prstGeom>
              <a:noFill/>
            </p:spPr>
            <p:txBody>
              <a:bodyPr wrap="none" rtlCol="0">
                <a:spAutoFit/>
              </a:bodyPr>
              <a:lstStyle/>
              <a:p>
                <a:r>
                  <a:rPr lang="ja-JP" altLang="en-US" sz="1100" dirty="0">
                    <a:solidFill>
                      <a:schemeClr val="tx1">
                        <a:lumMod val="75000"/>
                        <a:lumOff val="25000"/>
                      </a:schemeClr>
                    </a:solidFill>
                    <a:latin typeface="原稿用標準書体" panose="03000503000000000000" pitchFamily="66" charset="-128"/>
                    <a:ea typeface="原稿用標準書体" panose="03000503000000000000" pitchFamily="66" charset="-128"/>
                  </a:rPr>
                  <a:t>通常攻撃</a:t>
                </a:r>
                <a:endParaRPr lang="en-US" altLang="ja-JP" sz="11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49" name="テキスト ボックス 48">
              <a:extLst>
                <a:ext uri="{FF2B5EF4-FFF2-40B4-BE49-F238E27FC236}">
                  <a16:creationId xmlns:a16="http://schemas.microsoft.com/office/drawing/2014/main" id="{EFD1612B-2E1A-0355-D391-34590B7B20BA}"/>
                </a:ext>
              </a:extLst>
            </p:cNvPr>
            <p:cNvSpPr txBox="1"/>
            <p:nvPr/>
          </p:nvSpPr>
          <p:spPr>
            <a:xfrm>
              <a:off x="9507614" y="4876332"/>
              <a:ext cx="361242" cy="238490"/>
            </a:xfrm>
            <a:prstGeom prst="rect">
              <a:avLst/>
            </a:prstGeom>
            <a:noFill/>
          </p:spPr>
          <p:txBody>
            <a:bodyPr wrap="none" rtlCol="0">
              <a:spAutoFit/>
            </a:bodyPr>
            <a:lstStyle/>
            <a:p>
              <a:pPr algn="ctr"/>
              <a:r>
                <a:rPr lang="en-US" altLang="ja-JP" sz="1100" dirty="0">
                  <a:solidFill>
                    <a:schemeClr val="bg1">
                      <a:lumMod val="95000"/>
                    </a:schemeClr>
                  </a:solidFill>
                  <a:latin typeface="原稿用標準書体" panose="03000503000000000000" pitchFamily="66" charset="-128"/>
                  <a:ea typeface="原稿用標準書体" panose="03000503000000000000" pitchFamily="66" charset="-128"/>
                </a:rPr>
                <a:t>ENB</a:t>
              </a:r>
            </a:p>
          </p:txBody>
        </p:sp>
        <p:sp>
          <p:nvSpPr>
            <p:cNvPr id="50" name="テキスト ボックス 49">
              <a:extLst>
                <a:ext uri="{FF2B5EF4-FFF2-40B4-BE49-F238E27FC236}">
                  <a16:creationId xmlns:a16="http://schemas.microsoft.com/office/drawing/2014/main" id="{F7831FC2-AA67-5E8F-3754-DB925A7B84BA}"/>
                </a:ext>
              </a:extLst>
            </p:cNvPr>
            <p:cNvSpPr txBox="1"/>
            <p:nvPr/>
          </p:nvSpPr>
          <p:spPr>
            <a:xfrm>
              <a:off x="8759499" y="4632244"/>
              <a:ext cx="866861" cy="238490"/>
            </a:xfrm>
            <a:prstGeom prst="rect">
              <a:avLst/>
            </a:prstGeom>
            <a:noFill/>
          </p:spPr>
          <p:txBody>
            <a:bodyPr wrap="square">
              <a:spAutoFit/>
            </a:bodyPr>
            <a:lstStyle/>
            <a:p>
              <a:pPr algn="ctr"/>
              <a:r>
                <a:rPr lang="ja-JP" altLang="en-US" sz="1100" dirty="0">
                  <a:solidFill>
                    <a:schemeClr val="bg1">
                      <a:lumMod val="95000"/>
                    </a:schemeClr>
                  </a:solidFill>
                  <a:highlight>
                    <a:srgbClr val="5C5C5C"/>
                  </a:highlight>
                  <a:latin typeface="原稿用標準書体" panose="03000503000000000000" pitchFamily="66" charset="-128"/>
                  <a:ea typeface="原稿用標準書体" panose="03000503000000000000" pitchFamily="66" charset="-128"/>
                </a:rPr>
                <a:t>固定スキル</a:t>
              </a:r>
              <a:endParaRPr kumimoji="1" lang="ja-JP" altLang="en-US" sz="1100" dirty="0">
                <a:solidFill>
                  <a:schemeClr val="bg1">
                    <a:lumMod val="95000"/>
                  </a:schemeClr>
                </a:solidFill>
                <a:highlight>
                  <a:srgbClr val="5C5C5C"/>
                </a:highlight>
                <a:latin typeface="原稿用標準書体" panose="03000503000000000000" pitchFamily="66" charset="-128"/>
                <a:ea typeface="原稿用標準書体" panose="03000503000000000000" pitchFamily="66" charset="-128"/>
              </a:endParaRPr>
            </a:p>
          </p:txBody>
        </p:sp>
        <p:sp>
          <p:nvSpPr>
            <p:cNvPr id="51" name="テキスト ボックス 50">
              <a:extLst>
                <a:ext uri="{FF2B5EF4-FFF2-40B4-BE49-F238E27FC236}">
                  <a16:creationId xmlns:a16="http://schemas.microsoft.com/office/drawing/2014/main" id="{4814350B-0AB6-31F2-69BD-E2672132DE2A}"/>
                </a:ext>
              </a:extLst>
            </p:cNvPr>
            <p:cNvSpPr txBox="1"/>
            <p:nvPr/>
          </p:nvSpPr>
          <p:spPr>
            <a:xfrm>
              <a:off x="8368104" y="5181833"/>
              <a:ext cx="1454320" cy="224461"/>
            </a:xfrm>
            <a:prstGeom prst="rect">
              <a:avLst/>
            </a:prstGeom>
            <a:noFill/>
          </p:spPr>
          <p:txBody>
            <a:bodyPr wrap="none" rtlCol="0">
              <a:spAutoFit/>
            </a:bodyPr>
            <a:lstStyle/>
            <a:p>
              <a:r>
                <a:rPr lang="ja-JP" altLang="en-US"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敵</a:t>
              </a:r>
              <a:r>
                <a:rPr lang="en-US" altLang="ja-JP"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1</a:t>
              </a:r>
              <a:r>
                <a:rPr lang="ja-JP" altLang="en-US"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体に</a:t>
              </a:r>
              <a:r>
                <a:rPr lang="en-US" altLang="ja-JP"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ATK×80</a:t>
              </a:r>
              <a:r>
                <a:rPr lang="ja-JP" altLang="en-US"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％の攻撃</a:t>
              </a:r>
              <a:endParaRPr lang="en-US" altLang="ja-JP" sz="1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grpSp>
        <p:nvGrpSpPr>
          <p:cNvPr id="54" name="グループ化 53">
            <a:extLst>
              <a:ext uri="{FF2B5EF4-FFF2-40B4-BE49-F238E27FC236}">
                <a16:creationId xmlns:a16="http://schemas.microsoft.com/office/drawing/2014/main" id="{DD27D633-4B44-ABCA-AFA2-64C250013DEA}"/>
              </a:ext>
            </a:extLst>
          </p:cNvPr>
          <p:cNvGrpSpPr/>
          <p:nvPr/>
        </p:nvGrpSpPr>
        <p:grpSpPr>
          <a:xfrm>
            <a:off x="9565889" y="1791579"/>
            <a:ext cx="1019775" cy="364741"/>
            <a:chOff x="6961435" y="1453494"/>
            <a:chExt cx="1321756" cy="407528"/>
          </a:xfrm>
        </p:grpSpPr>
        <p:sp>
          <p:nvSpPr>
            <p:cNvPr id="140" name="四角形: 角を丸くする 139">
              <a:extLst>
                <a:ext uri="{FF2B5EF4-FFF2-40B4-BE49-F238E27FC236}">
                  <a16:creationId xmlns:a16="http://schemas.microsoft.com/office/drawing/2014/main" id="{ABF0EDA8-E22C-6631-9A8F-1FE324436380}"/>
                </a:ext>
              </a:extLst>
            </p:cNvPr>
            <p:cNvSpPr/>
            <p:nvPr/>
          </p:nvSpPr>
          <p:spPr>
            <a:xfrm>
              <a:off x="6961435" y="1453494"/>
              <a:ext cx="1321756" cy="407528"/>
            </a:xfrm>
            <a:prstGeom prst="roundRect">
              <a:avLst>
                <a:gd name="adj" fmla="val 9765"/>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41" name="テキスト ボックス 140">
              <a:extLst>
                <a:ext uri="{FF2B5EF4-FFF2-40B4-BE49-F238E27FC236}">
                  <a16:creationId xmlns:a16="http://schemas.microsoft.com/office/drawing/2014/main" id="{83F72BFD-B57D-3879-8274-4ADBCBAE7B64}"/>
                </a:ext>
              </a:extLst>
            </p:cNvPr>
            <p:cNvSpPr txBox="1"/>
            <p:nvPr/>
          </p:nvSpPr>
          <p:spPr>
            <a:xfrm>
              <a:off x="7222203" y="1487981"/>
              <a:ext cx="937454" cy="343882"/>
            </a:xfrm>
            <a:prstGeom prst="rect">
              <a:avLst/>
            </a:prstGeom>
            <a:noFill/>
          </p:spPr>
          <p:txBody>
            <a:bodyPr wrap="none" rtlCol="0">
              <a:spAutoFit/>
            </a:bodyPr>
            <a:lstStyle/>
            <a:p>
              <a:r>
                <a:rPr kumimoji="1"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Lv</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a:t>
              </a:r>
              <a:r>
                <a:rPr lang="en-US" altLang="ja-JP" sz="14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a:t>
              </a:r>
              <a:endParaRPr kumimoji="1"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55" name="四角形: 角を丸くする 54">
            <a:extLst>
              <a:ext uri="{FF2B5EF4-FFF2-40B4-BE49-F238E27FC236}">
                <a16:creationId xmlns:a16="http://schemas.microsoft.com/office/drawing/2014/main" id="{6A4C4781-4B2C-026D-C99B-9F497B145162}"/>
              </a:ext>
            </a:extLst>
          </p:cNvPr>
          <p:cNvSpPr/>
          <p:nvPr/>
        </p:nvSpPr>
        <p:spPr>
          <a:xfrm>
            <a:off x="1346807" y="1691635"/>
            <a:ext cx="1104265" cy="1100880"/>
          </a:xfrm>
          <a:prstGeom prst="roundRect">
            <a:avLst>
              <a:gd name="adj" fmla="val 6896"/>
            </a:avLst>
          </a:prstGeom>
          <a:solidFill>
            <a:srgbClr val="FF00FF">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grpSp>
        <p:nvGrpSpPr>
          <p:cNvPr id="56" name="グループ化 55">
            <a:extLst>
              <a:ext uri="{FF2B5EF4-FFF2-40B4-BE49-F238E27FC236}">
                <a16:creationId xmlns:a16="http://schemas.microsoft.com/office/drawing/2014/main" id="{EEF5FFFB-3F39-EAA0-D918-66D9FDCD0DF5}"/>
              </a:ext>
            </a:extLst>
          </p:cNvPr>
          <p:cNvGrpSpPr/>
          <p:nvPr/>
        </p:nvGrpSpPr>
        <p:grpSpPr>
          <a:xfrm>
            <a:off x="1540840" y="1967913"/>
            <a:ext cx="723276" cy="548325"/>
            <a:chOff x="981599" y="1624031"/>
            <a:chExt cx="808122" cy="612648"/>
          </a:xfrm>
        </p:grpSpPr>
        <p:sp>
          <p:nvSpPr>
            <p:cNvPr id="138" name="フローチャート: 他ページ結合子 137">
              <a:extLst>
                <a:ext uri="{FF2B5EF4-FFF2-40B4-BE49-F238E27FC236}">
                  <a16:creationId xmlns:a16="http://schemas.microsoft.com/office/drawing/2014/main" id="{E8762967-6A0D-430D-2945-BF15601564A1}"/>
                </a:ext>
              </a:extLst>
            </p:cNvPr>
            <p:cNvSpPr/>
            <p:nvPr/>
          </p:nvSpPr>
          <p:spPr>
            <a:xfrm>
              <a:off x="1002683" y="1624031"/>
              <a:ext cx="758051" cy="612648"/>
            </a:xfrm>
            <a:prstGeom prst="flowChartOffpageConnector">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sp>
          <p:nvSpPr>
            <p:cNvPr id="139" name="テキスト ボックス 138">
              <a:extLst>
                <a:ext uri="{FF2B5EF4-FFF2-40B4-BE49-F238E27FC236}">
                  <a16:creationId xmlns:a16="http://schemas.microsoft.com/office/drawing/2014/main" id="{EFA8DBF6-975B-4621-6EF4-2AB0A3144AB5}"/>
                </a:ext>
              </a:extLst>
            </p:cNvPr>
            <p:cNvSpPr txBox="1"/>
            <p:nvPr/>
          </p:nvSpPr>
          <p:spPr>
            <a:xfrm>
              <a:off x="981599" y="1707422"/>
              <a:ext cx="808122" cy="343882"/>
            </a:xfrm>
            <a:prstGeom prst="rect">
              <a:avLst/>
            </a:prstGeom>
            <a:noFill/>
          </p:spPr>
          <p:txBody>
            <a:bodyPr wrap="none" rtlCol="0">
              <a:spAutoFit/>
            </a:bodyPr>
            <a:lstStyle/>
            <a:p>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後衛</a:t>
              </a:r>
              <a:r>
                <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へ</a:t>
              </a:r>
              <a:endParaRPr kumimoji="1" lang="ja-JP" altLang="en-US" sz="14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217" name="グループ化 216">
            <a:extLst>
              <a:ext uri="{FF2B5EF4-FFF2-40B4-BE49-F238E27FC236}">
                <a16:creationId xmlns:a16="http://schemas.microsoft.com/office/drawing/2014/main" id="{70AA4839-FCAD-A123-4DAA-52839BEE666E}"/>
              </a:ext>
            </a:extLst>
          </p:cNvPr>
          <p:cNvGrpSpPr/>
          <p:nvPr/>
        </p:nvGrpSpPr>
        <p:grpSpPr>
          <a:xfrm>
            <a:off x="6757185" y="1815964"/>
            <a:ext cx="1196129" cy="2214408"/>
            <a:chOff x="6757185" y="1815964"/>
            <a:chExt cx="1196129" cy="2214408"/>
          </a:xfrm>
        </p:grpSpPr>
        <p:grpSp>
          <p:nvGrpSpPr>
            <p:cNvPr id="196" name="グループ化 195">
              <a:extLst>
                <a:ext uri="{FF2B5EF4-FFF2-40B4-BE49-F238E27FC236}">
                  <a16:creationId xmlns:a16="http://schemas.microsoft.com/office/drawing/2014/main" id="{296C8802-ECC3-13A3-C01F-30D277406E67}"/>
                </a:ext>
              </a:extLst>
            </p:cNvPr>
            <p:cNvGrpSpPr/>
            <p:nvPr/>
          </p:nvGrpSpPr>
          <p:grpSpPr>
            <a:xfrm>
              <a:off x="6807560" y="1821181"/>
              <a:ext cx="1114968" cy="2209191"/>
              <a:chOff x="7405698" y="1658876"/>
              <a:chExt cx="1145519" cy="2269724"/>
            </a:xfrm>
          </p:grpSpPr>
          <p:sp>
            <p:nvSpPr>
              <p:cNvPr id="193" name="四角形: 角を丸くする 192">
                <a:extLst>
                  <a:ext uri="{FF2B5EF4-FFF2-40B4-BE49-F238E27FC236}">
                    <a16:creationId xmlns:a16="http://schemas.microsoft.com/office/drawing/2014/main" id="{ABEFFD18-8D53-AF11-C37B-755E47FA11F8}"/>
                  </a:ext>
                </a:extLst>
              </p:cNvPr>
              <p:cNvSpPr/>
              <p:nvPr/>
            </p:nvSpPr>
            <p:spPr>
              <a:xfrm>
                <a:off x="7405698" y="1934776"/>
                <a:ext cx="1145519" cy="1993824"/>
              </a:xfrm>
              <a:prstGeom prst="roundRect">
                <a:avLst>
                  <a:gd name="adj" fmla="val 5178"/>
                </a:avLst>
              </a:prstGeom>
              <a:solidFill>
                <a:schemeClr val="bg1">
                  <a:lumMod val="85000"/>
                  <a:alpha val="40000"/>
                </a:schemeClr>
              </a:solidFill>
              <a:ln w="25400">
                <a:solidFill>
                  <a:schemeClr val="tx2">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95" name="四角形: 角を丸くする 194">
                <a:extLst>
                  <a:ext uri="{FF2B5EF4-FFF2-40B4-BE49-F238E27FC236}">
                    <a16:creationId xmlns:a16="http://schemas.microsoft.com/office/drawing/2014/main" id="{317EA5F7-1C2D-8117-7320-FEC4420163A1}"/>
                  </a:ext>
                </a:extLst>
              </p:cNvPr>
              <p:cNvSpPr/>
              <p:nvPr/>
            </p:nvSpPr>
            <p:spPr>
              <a:xfrm>
                <a:off x="7492777" y="1658876"/>
                <a:ext cx="971361" cy="284762"/>
              </a:xfrm>
              <a:prstGeom prst="roundRect">
                <a:avLst>
                  <a:gd name="adj" fmla="val 21561"/>
                </a:avLst>
              </a:prstGeom>
              <a:solidFill>
                <a:schemeClr val="tx2">
                  <a:lumMod val="60000"/>
                  <a:lumOff val="40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pic>
          <p:nvPicPr>
            <p:cNvPr id="52" name="図 51">
              <a:extLst>
                <a:ext uri="{FF2B5EF4-FFF2-40B4-BE49-F238E27FC236}">
                  <a16:creationId xmlns:a16="http://schemas.microsoft.com/office/drawing/2014/main" id="{E9F38BD5-D1A2-0A62-E2CF-2FB25C7ADFBF}"/>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757185" y="2217531"/>
              <a:ext cx="1196129" cy="1688490"/>
            </a:xfrm>
            <a:prstGeom prst="rect">
              <a:avLst/>
            </a:prstGeom>
          </p:spPr>
        </p:pic>
        <p:sp>
          <p:nvSpPr>
            <p:cNvPr id="178" name="テキスト ボックス 177">
              <a:extLst>
                <a:ext uri="{FF2B5EF4-FFF2-40B4-BE49-F238E27FC236}">
                  <a16:creationId xmlns:a16="http://schemas.microsoft.com/office/drawing/2014/main" id="{D1EE7BF1-9D95-C437-CC5F-7E419E360C1C}"/>
                </a:ext>
              </a:extLst>
            </p:cNvPr>
            <p:cNvSpPr txBox="1"/>
            <p:nvPr/>
          </p:nvSpPr>
          <p:spPr>
            <a:xfrm>
              <a:off x="6799513" y="1815964"/>
              <a:ext cx="1124683" cy="337614"/>
            </a:xfrm>
            <a:prstGeom prst="rect">
              <a:avLst/>
            </a:prstGeom>
            <a:noFill/>
          </p:spPr>
          <p:txBody>
            <a:bodyPr wrap="square">
              <a:spAutoFit/>
            </a:bodyPr>
            <a:lstStyle/>
            <a:p>
              <a:pPr algn="ctr"/>
              <a:r>
                <a:rPr lang="ja-JP" altLang="en-US" sz="1600">
                  <a:solidFill>
                    <a:schemeClr val="bg1">
                      <a:lumMod val="95000"/>
                    </a:schemeClr>
                  </a:solidFill>
                  <a:latin typeface="原稿用標準書体" panose="03000503000000000000" pitchFamily="66" charset="-128"/>
                  <a:ea typeface="原稿用標準書体" panose="03000503000000000000" pitchFamily="66" charset="-128"/>
                </a:rPr>
                <a:t>選択中</a:t>
              </a:r>
              <a:endParaRPr lang="ja-JP" altLang="en-US">
                <a:solidFill>
                  <a:schemeClr val="bg1">
                    <a:lumMod val="95000"/>
                  </a:schemeClr>
                </a:solidFill>
              </a:endParaRPr>
            </a:p>
          </p:txBody>
        </p:sp>
      </p:grpSp>
      <p:grpSp>
        <p:nvGrpSpPr>
          <p:cNvPr id="187" name="グループ化 186">
            <a:extLst>
              <a:ext uri="{FF2B5EF4-FFF2-40B4-BE49-F238E27FC236}">
                <a16:creationId xmlns:a16="http://schemas.microsoft.com/office/drawing/2014/main" id="{33406C01-54EC-1B69-2462-31BF9E6E19F1}"/>
              </a:ext>
            </a:extLst>
          </p:cNvPr>
          <p:cNvGrpSpPr/>
          <p:nvPr/>
        </p:nvGrpSpPr>
        <p:grpSpPr>
          <a:xfrm>
            <a:off x="10306252" y="-26216"/>
            <a:ext cx="1904042" cy="1345494"/>
            <a:chOff x="163586" y="134635"/>
            <a:chExt cx="1975684" cy="1396119"/>
          </a:xfrm>
        </p:grpSpPr>
        <p:grpSp>
          <p:nvGrpSpPr>
            <p:cNvPr id="188" name="グループ化 187">
              <a:extLst>
                <a:ext uri="{FF2B5EF4-FFF2-40B4-BE49-F238E27FC236}">
                  <a16:creationId xmlns:a16="http://schemas.microsoft.com/office/drawing/2014/main" id="{C3111E33-4B6D-7517-373B-F51B38B83B0A}"/>
                </a:ext>
              </a:extLst>
            </p:cNvPr>
            <p:cNvGrpSpPr/>
            <p:nvPr/>
          </p:nvGrpSpPr>
          <p:grpSpPr>
            <a:xfrm>
              <a:off x="163586" y="134635"/>
              <a:ext cx="1975684" cy="1396119"/>
              <a:chOff x="163586" y="134635"/>
              <a:chExt cx="1975684" cy="1396119"/>
            </a:xfrm>
          </p:grpSpPr>
          <p:pic>
            <p:nvPicPr>
              <p:cNvPr id="190" name="図 189">
                <a:extLst>
                  <a:ext uri="{FF2B5EF4-FFF2-40B4-BE49-F238E27FC236}">
                    <a16:creationId xmlns:a16="http://schemas.microsoft.com/office/drawing/2014/main" id="{A1A8408A-7B14-7134-80D3-57C48C0182F4}"/>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191" name="楕円 190">
                <a:extLst>
                  <a:ext uri="{FF2B5EF4-FFF2-40B4-BE49-F238E27FC236}">
                    <a16:creationId xmlns:a16="http://schemas.microsoft.com/office/drawing/2014/main" id="{49A4D4D3-7181-D0DE-023C-0C4DBF1525E7}"/>
                  </a:ext>
                </a:extLst>
              </p:cNvPr>
              <p:cNvSpPr/>
              <p:nvPr/>
            </p:nvSpPr>
            <p:spPr>
              <a:xfrm>
                <a:off x="836705" y="560292"/>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189" name="図 188">
              <a:extLst>
                <a:ext uri="{FF2B5EF4-FFF2-40B4-BE49-F238E27FC236}">
                  <a16:creationId xmlns:a16="http://schemas.microsoft.com/office/drawing/2014/main" id="{1072DC1F-CD9B-980C-FC05-99B55DC4B77D}"/>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nvGrpSpPr>
          <p:cNvPr id="223" name="グループ化 222">
            <a:extLst>
              <a:ext uri="{FF2B5EF4-FFF2-40B4-BE49-F238E27FC236}">
                <a16:creationId xmlns:a16="http://schemas.microsoft.com/office/drawing/2014/main" id="{B16E399B-A6B4-AE02-D4E7-7D3AF04016F9}"/>
              </a:ext>
            </a:extLst>
          </p:cNvPr>
          <p:cNvGrpSpPr/>
          <p:nvPr/>
        </p:nvGrpSpPr>
        <p:grpSpPr>
          <a:xfrm>
            <a:off x="6801326" y="4108971"/>
            <a:ext cx="1897037" cy="866603"/>
            <a:chOff x="6801326" y="4118302"/>
            <a:chExt cx="1897037" cy="866603"/>
          </a:xfrm>
        </p:grpSpPr>
        <p:sp>
          <p:nvSpPr>
            <p:cNvPr id="209" name="四角形: 角を丸くする 208">
              <a:extLst>
                <a:ext uri="{FF2B5EF4-FFF2-40B4-BE49-F238E27FC236}">
                  <a16:creationId xmlns:a16="http://schemas.microsoft.com/office/drawing/2014/main" id="{57BCE4E7-EFF0-0C48-B9B1-6883B82648D9}"/>
                </a:ext>
              </a:extLst>
            </p:cNvPr>
            <p:cNvSpPr/>
            <p:nvPr/>
          </p:nvSpPr>
          <p:spPr>
            <a:xfrm>
              <a:off x="6801326" y="4374323"/>
              <a:ext cx="1897037" cy="610582"/>
            </a:xfrm>
            <a:prstGeom prst="roundRect">
              <a:avLst>
                <a:gd name="adj" fmla="val 5178"/>
              </a:avLst>
            </a:prstGeom>
            <a:noFill/>
            <a:ln w="254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50" dirty="0">
                <a:latin typeface="原稿用標準書体" panose="03000503000000000000" pitchFamily="66" charset="-128"/>
                <a:ea typeface="原稿用標準書体" panose="03000503000000000000" pitchFamily="66" charset="-128"/>
              </a:endParaRPr>
            </a:p>
          </p:txBody>
        </p:sp>
        <p:sp>
          <p:nvSpPr>
            <p:cNvPr id="210" name="四角形: 角を丸くする 209">
              <a:extLst>
                <a:ext uri="{FF2B5EF4-FFF2-40B4-BE49-F238E27FC236}">
                  <a16:creationId xmlns:a16="http://schemas.microsoft.com/office/drawing/2014/main" id="{54AD6245-3CAF-878F-9444-59BFFD04BC1C}"/>
                </a:ext>
              </a:extLst>
            </p:cNvPr>
            <p:cNvSpPr/>
            <p:nvPr/>
          </p:nvSpPr>
          <p:spPr>
            <a:xfrm>
              <a:off x="7289459" y="4118302"/>
              <a:ext cx="912896" cy="274918"/>
            </a:xfrm>
            <a:prstGeom prst="round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a:latin typeface="原稿用標準書体" panose="03000503000000000000" pitchFamily="66" charset="-128"/>
                  <a:ea typeface="原稿用標準書体" panose="03000503000000000000" pitchFamily="66" charset="-128"/>
                </a:rPr>
                <a:t>バフ</a:t>
              </a:r>
              <a:endParaRPr kumimoji="1" lang="ja-JP" altLang="en-US" sz="1050" dirty="0">
                <a:latin typeface="原稿用標準書体" panose="03000503000000000000" pitchFamily="66" charset="-128"/>
                <a:ea typeface="原稿用標準書体" panose="03000503000000000000" pitchFamily="66" charset="-128"/>
              </a:endParaRPr>
            </a:p>
          </p:txBody>
        </p:sp>
        <p:sp>
          <p:nvSpPr>
            <p:cNvPr id="216" name="テキスト ボックス 215">
              <a:extLst>
                <a:ext uri="{FF2B5EF4-FFF2-40B4-BE49-F238E27FC236}">
                  <a16:creationId xmlns:a16="http://schemas.microsoft.com/office/drawing/2014/main" id="{2EC5C664-886F-9722-CA5D-663F6CD75420}"/>
                </a:ext>
              </a:extLst>
            </p:cNvPr>
            <p:cNvSpPr txBox="1"/>
            <p:nvPr/>
          </p:nvSpPr>
          <p:spPr>
            <a:xfrm>
              <a:off x="7461214" y="4386738"/>
              <a:ext cx="569387" cy="246221"/>
            </a:xfrm>
            <a:prstGeom prst="rect">
              <a:avLst/>
            </a:prstGeom>
            <a:noFill/>
          </p:spPr>
          <p:txBody>
            <a:bodyPr wrap="none" rtlCol="0">
              <a:spAutoFit/>
            </a:bodyPr>
            <a:lstStyle/>
            <a:p>
              <a:r>
                <a:rPr lang="ja-JP" altLang="en-US" sz="1000">
                  <a:solidFill>
                    <a:schemeClr val="tx2"/>
                  </a:solidFill>
                  <a:latin typeface="原稿用標準書体" panose="03000503000000000000" pitchFamily="66" charset="-128"/>
                  <a:ea typeface="原稿用標準書体" panose="03000503000000000000" pitchFamily="66" charset="-128"/>
                </a:rPr>
                <a:t>バフ名</a:t>
              </a:r>
              <a:endParaRPr lang="en-US" altLang="ja-JP" sz="1000" dirty="0">
                <a:solidFill>
                  <a:schemeClr val="tx2"/>
                </a:solidFill>
                <a:latin typeface="原稿用標準書体" panose="03000503000000000000" pitchFamily="66" charset="-128"/>
                <a:ea typeface="原稿用標準書体" panose="03000503000000000000" pitchFamily="66" charset="-128"/>
              </a:endParaRPr>
            </a:p>
          </p:txBody>
        </p:sp>
        <p:sp>
          <p:nvSpPr>
            <p:cNvPr id="218" name="二等辺三角形 217">
              <a:extLst>
                <a:ext uri="{FF2B5EF4-FFF2-40B4-BE49-F238E27FC236}">
                  <a16:creationId xmlns:a16="http://schemas.microsoft.com/office/drawing/2014/main" id="{EC60C5B3-2888-8244-4AC5-27ED92F76DCB}"/>
                </a:ext>
              </a:extLst>
            </p:cNvPr>
            <p:cNvSpPr/>
            <p:nvPr/>
          </p:nvSpPr>
          <p:spPr>
            <a:xfrm rot="16200000">
              <a:off x="6778407" y="4576088"/>
              <a:ext cx="459713" cy="207050"/>
            </a:xfrm>
            <a:prstGeom prst="triangle">
              <a:avLst/>
            </a:prstGeom>
            <a:solidFill>
              <a:schemeClr val="tx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0" name="二等辺三角形 219">
              <a:extLst>
                <a:ext uri="{FF2B5EF4-FFF2-40B4-BE49-F238E27FC236}">
                  <a16:creationId xmlns:a16="http://schemas.microsoft.com/office/drawing/2014/main" id="{BDE1C84F-3BF8-B97E-AB78-9667B3164957}"/>
                </a:ext>
              </a:extLst>
            </p:cNvPr>
            <p:cNvSpPr/>
            <p:nvPr/>
          </p:nvSpPr>
          <p:spPr>
            <a:xfrm rot="5400000" flipH="1">
              <a:off x="8262625" y="4576088"/>
              <a:ext cx="459713" cy="207050"/>
            </a:xfrm>
            <a:prstGeom prst="triangle">
              <a:avLst/>
            </a:prstGeom>
            <a:solidFill>
              <a:schemeClr val="tx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2" name="テキスト ボックス 221">
              <a:extLst>
                <a:ext uri="{FF2B5EF4-FFF2-40B4-BE49-F238E27FC236}">
                  <a16:creationId xmlns:a16="http://schemas.microsoft.com/office/drawing/2014/main" id="{CE95A8F5-7E0C-146F-24AA-104AF6453FAF}"/>
                </a:ext>
              </a:extLst>
            </p:cNvPr>
            <p:cNvSpPr txBox="1"/>
            <p:nvPr/>
          </p:nvSpPr>
          <p:spPr>
            <a:xfrm>
              <a:off x="7137753" y="4567131"/>
              <a:ext cx="1210588" cy="400110"/>
            </a:xfrm>
            <a:prstGeom prst="rect">
              <a:avLst/>
            </a:prstGeom>
            <a:noFill/>
          </p:spPr>
          <p:txBody>
            <a:bodyPr wrap="none" rtlCol="0">
              <a:spAutoFit/>
            </a:bodyPr>
            <a:lstStyle/>
            <a:p>
              <a:r>
                <a:rPr lang="ja-JP" altLang="en-US" sz="1000">
                  <a:solidFill>
                    <a:schemeClr val="tx1">
                      <a:lumMod val="75000"/>
                      <a:lumOff val="25000"/>
                    </a:schemeClr>
                  </a:solidFill>
                  <a:latin typeface="原稿用標準書体" panose="03000503000000000000" pitchFamily="66" charset="-128"/>
                  <a:ea typeface="原稿用標準書体" panose="03000503000000000000" pitchFamily="66" charset="-128"/>
                </a:rPr>
                <a:t>効果テキスト効果</a:t>
              </a:r>
              <a:br>
                <a:rPr lang="en-US" altLang="ja-JP" sz="1000">
                  <a:solidFill>
                    <a:schemeClr val="tx1">
                      <a:lumMod val="75000"/>
                      <a:lumOff val="25000"/>
                    </a:schemeClr>
                  </a:solidFill>
                  <a:latin typeface="原稿用標準書体" panose="03000503000000000000" pitchFamily="66" charset="-128"/>
                  <a:ea typeface="原稿用標準書体" panose="03000503000000000000" pitchFamily="66" charset="-128"/>
                </a:rPr>
              </a:br>
              <a:r>
                <a:rPr lang="ja-JP" altLang="en-US" sz="1000">
                  <a:solidFill>
                    <a:schemeClr val="tx1">
                      <a:lumMod val="75000"/>
                      <a:lumOff val="25000"/>
                    </a:schemeClr>
                  </a:solidFill>
                  <a:latin typeface="原稿用標準書体" panose="03000503000000000000" pitchFamily="66" charset="-128"/>
                  <a:ea typeface="原稿用標準書体" panose="03000503000000000000" pitchFamily="66" charset="-128"/>
                </a:rPr>
                <a:t>テキスト効果テキ</a:t>
              </a:r>
              <a:endParaRPr lang="en-US" altLang="ja-JP" sz="1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grpSp>
        <p:nvGrpSpPr>
          <p:cNvPr id="224" name="グループ化 223">
            <a:extLst>
              <a:ext uri="{FF2B5EF4-FFF2-40B4-BE49-F238E27FC236}">
                <a16:creationId xmlns:a16="http://schemas.microsoft.com/office/drawing/2014/main" id="{E6768934-4519-793F-33E0-2B99D48F4146}"/>
              </a:ext>
            </a:extLst>
          </p:cNvPr>
          <p:cNvGrpSpPr/>
          <p:nvPr/>
        </p:nvGrpSpPr>
        <p:grpSpPr>
          <a:xfrm>
            <a:off x="8808327" y="4104431"/>
            <a:ext cx="1897037" cy="866603"/>
            <a:chOff x="6801326" y="4118302"/>
            <a:chExt cx="1897037" cy="866603"/>
          </a:xfrm>
        </p:grpSpPr>
        <p:sp>
          <p:nvSpPr>
            <p:cNvPr id="225" name="四角形: 角を丸くする 224">
              <a:extLst>
                <a:ext uri="{FF2B5EF4-FFF2-40B4-BE49-F238E27FC236}">
                  <a16:creationId xmlns:a16="http://schemas.microsoft.com/office/drawing/2014/main" id="{B1D48591-0CBF-5EDE-59F6-19D0CD1F5544}"/>
                </a:ext>
              </a:extLst>
            </p:cNvPr>
            <p:cNvSpPr/>
            <p:nvPr/>
          </p:nvSpPr>
          <p:spPr>
            <a:xfrm>
              <a:off x="6801326" y="4374323"/>
              <a:ext cx="1897037" cy="610582"/>
            </a:xfrm>
            <a:prstGeom prst="roundRect">
              <a:avLst>
                <a:gd name="adj" fmla="val 5178"/>
              </a:avLst>
            </a:prstGeom>
            <a:noFill/>
            <a:ln w="254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50" dirty="0">
                <a:latin typeface="原稿用標準書体" panose="03000503000000000000" pitchFamily="66" charset="-128"/>
                <a:ea typeface="原稿用標準書体" panose="03000503000000000000" pitchFamily="66" charset="-128"/>
              </a:endParaRPr>
            </a:p>
          </p:txBody>
        </p:sp>
        <p:sp>
          <p:nvSpPr>
            <p:cNvPr id="226" name="四角形: 角を丸くする 225">
              <a:extLst>
                <a:ext uri="{FF2B5EF4-FFF2-40B4-BE49-F238E27FC236}">
                  <a16:creationId xmlns:a16="http://schemas.microsoft.com/office/drawing/2014/main" id="{25E91B81-CB28-3F1C-EBF2-E88C2DEAD86E}"/>
                </a:ext>
              </a:extLst>
            </p:cNvPr>
            <p:cNvSpPr/>
            <p:nvPr/>
          </p:nvSpPr>
          <p:spPr>
            <a:xfrm>
              <a:off x="7289459" y="4118302"/>
              <a:ext cx="912896" cy="274918"/>
            </a:xfrm>
            <a:prstGeom prst="round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a:latin typeface="原稿用標準書体" panose="03000503000000000000" pitchFamily="66" charset="-128"/>
                  <a:ea typeface="原稿用標準書体" panose="03000503000000000000" pitchFamily="66" charset="-128"/>
                </a:rPr>
                <a:t>回復</a:t>
              </a:r>
              <a:endParaRPr kumimoji="1" lang="ja-JP" altLang="en-US" sz="1050" dirty="0">
                <a:latin typeface="原稿用標準書体" panose="03000503000000000000" pitchFamily="66" charset="-128"/>
                <a:ea typeface="原稿用標準書体" panose="03000503000000000000" pitchFamily="66" charset="-128"/>
              </a:endParaRPr>
            </a:p>
          </p:txBody>
        </p:sp>
        <p:sp>
          <p:nvSpPr>
            <p:cNvPr id="230" name="テキスト ボックス 229">
              <a:extLst>
                <a:ext uri="{FF2B5EF4-FFF2-40B4-BE49-F238E27FC236}">
                  <a16:creationId xmlns:a16="http://schemas.microsoft.com/office/drawing/2014/main" id="{ED18DB86-4617-1FDF-FE88-85518E92B70C}"/>
                </a:ext>
              </a:extLst>
            </p:cNvPr>
            <p:cNvSpPr txBox="1"/>
            <p:nvPr/>
          </p:nvSpPr>
          <p:spPr>
            <a:xfrm>
              <a:off x="6829838" y="4492483"/>
              <a:ext cx="825867" cy="400110"/>
            </a:xfrm>
            <a:prstGeom prst="rect">
              <a:avLst/>
            </a:prstGeom>
            <a:noFill/>
          </p:spPr>
          <p:txBody>
            <a:bodyPr wrap="none" rtlCol="0">
              <a:spAutoFit/>
            </a:bodyPr>
            <a:lstStyle/>
            <a:p>
              <a:r>
                <a:rPr lang="ja-JP" altLang="en-US" sz="1000">
                  <a:solidFill>
                    <a:schemeClr val="tx1">
                      <a:lumMod val="75000"/>
                      <a:lumOff val="25000"/>
                    </a:schemeClr>
                  </a:solidFill>
                  <a:latin typeface="原稿用標準書体" panose="03000503000000000000" pitchFamily="66" charset="-128"/>
                  <a:ea typeface="原稿用標準書体" panose="03000503000000000000" pitchFamily="66" charset="-128"/>
                </a:rPr>
                <a:t>最大</a:t>
              </a:r>
              <a:r>
                <a:rPr lang="en-US" altLang="ja-JP" sz="1000">
                  <a:solidFill>
                    <a:schemeClr val="tx1">
                      <a:lumMod val="75000"/>
                      <a:lumOff val="25000"/>
                    </a:schemeClr>
                  </a:solidFill>
                  <a:latin typeface="原稿用標準書体" panose="03000503000000000000" pitchFamily="66" charset="-128"/>
                  <a:ea typeface="原稿用標準書体" panose="03000503000000000000" pitchFamily="66" charset="-128"/>
                </a:rPr>
                <a:t>HP</a:t>
              </a:r>
              <a:r>
                <a:rPr lang="ja-JP" altLang="en-US" sz="1000">
                  <a:solidFill>
                    <a:schemeClr val="tx1">
                      <a:lumMod val="75000"/>
                      <a:lumOff val="25000"/>
                    </a:schemeClr>
                  </a:solidFill>
                  <a:latin typeface="原稿用標準書体" panose="03000503000000000000" pitchFamily="66" charset="-128"/>
                  <a:ea typeface="原稿用標準書体" panose="03000503000000000000" pitchFamily="66" charset="-128"/>
                </a:rPr>
                <a:t>の</a:t>
              </a:r>
              <a:br>
                <a:rPr lang="en-US" altLang="ja-JP" sz="1000">
                  <a:solidFill>
                    <a:schemeClr val="tx1">
                      <a:lumMod val="75000"/>
                      <a:lumOff val="25000"/>
                    </a:schemeClr>
                  </a:solidFill>
                  <a:latin typeface="原稿用標準書体" panose="03000503000000000000" pitchFamily="66" charset="-128"/>
                  <a:ea typeface="原稿用標準書体" panose="03000503000000000000" pitchFamily="66" charset="-128"/>
                </a:rPr>
              </a:br>
              <a:r>
                <a:rPr lang="en-US" altLang="ja-JP" sz="1000">
                  <a:solidFill>
                    <a:schemeClr val="tx1">
                      <a:lumMod val="75000"/>
                      <a:lumOff val="25000"/>
                    </a:schemeClr>
                  </a:solidFill>
                  <a:latin typeface="原稿用標準書体" panose="03000503000000000000" pitchFamily="66" charset="-128"/>
                  <a:ea typeface="原稿用標準書体" panose="03000503000000000000" pitchFamily="66" charset="-128"/>
                </a:rPr>
                <a:t>30</a:t>
              </a:r>
              <a:r>
                <a:rPr lang="ja-JP" altLang="en-US" sz="1000">
                  <a:solidFill>
                    <a:schemeClr val="tx1">
                      <a:lumMod val="75000"/>
                      <a:lumOff val="25000"/>
                    </a:schemeClr>
                  </a:solidFill>
                  <a:latin typeface="原稿用標準書体" panose="03000503000000000000" pitchFamily="66" charset="-128"/>
                  <a:ea typeface="原稿用標準書体" panose="03000503000000000000" pitchFamily="66" charset="-128"/>
                </a:rPr>
                <a:t>％を回復</a:t>
              </a:r>
              <a:endParaRPr lang="en-US" altLang="ja-JP" sz="1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232" name="四角形: 角を丸くする 231">
            <a:extLst>
              <a:ext uri="{FF2B5EF4-FFF2-40B4-BE49-F238E27FC236}">
                <a16:creationId xmlns:a16="http://schemas.microsoft.com/office/drawing/2014/main" id="{EC909DE5-9CE2-5B76-CA3F-9DC96C34B97B}"/>
              </a:ext>
            </a:extLst>
          </p:cNvPr>
          <p:cNvSpPr/>
          <p:nvPr/>
        </p:nvSpPr>
        <p:spPr>
          <a:xfrm>
            <a:off x="9619861" y="4441372"/>
            <a:ext cx="1001533" cy="462092"/>
          </a:xfrm>
          <a:prstGeom prst="roundRect">
            <a:avLst>
              <a:gd name="adj" fmla="val 41923"/>
            </a:avLst>
          </a:prstGeom>
          <a:solidFill>
            <a:schemeClr val="tx2">
              <a:lumMod val="60000"/>
              <a:lumOff val="4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nvGrpSpPr>
          <p:cNvPr id="233" name="グループ化 232">
            <a:extLst>
              <a:ext uri="{FF2B5EF4-FFF2-40B4-BE49-F238E27FC236}">
                <a16:creationId xmlns:a16="http://schemas.microsoft.com/office/drawing/2014/main" id="{E36B03AC-6B37-F317-1860-6875CD88EEAA}"/>
              </a:ext>
            </a:extLst>
          </p:cNvPr>
          <p:cNvGrpSpPr/>
          <p:nvPr/>
        </p:nvGrpSpPr>
        <p:grpSpPr>
          <a:xfrm>
            <a:off x="9688748" y="4467725"/>
            <a:ext cx="512967" cy="431693"/>
            <a:chOff x="1419053" y="4576795"/>
            <a:chExt cx="1631971" cy="1373403"/>
          </a:xfrm>
        </p:grpSpPr>
        <p:pic>
          <p:nvPicPr>
            <p:cNvPr id="234" name="図 233">
              <a:extLst>
                <a:ext uri="{FF2B5EF4-FFF2-40B4-BE49-F238E27FC236}">
                  <a16:creationId xmlns:a16="http://schemas.microsoft.com/office/drawing/2014/main" id="{1E96DFD4-8789-B59C-A3BA-8C120334784F}"/>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1419053" y="4576795"/>
              <a:ext cx="1124312" cy="1124312"/>
            </a:xfrm>
            <a:prstGeom prst="rect">
              <a:avLst/>
            </a:prstGeom>
          </p:spPr>
        </p:pic>
        <p:sp>
          <p:nvSpPr>
            <p:cNvPr id="235" name="テキスト ボックス 234">
              <a:extLst>
                <a:ext uri="{FF2B5EF4-FFF2-40B4-BE49-F238E27FC236}">
                  <a16:creationId xmlns:a16="http://schemas.microsoft.com/office/drawing/2014/main" id="{65832E1A-1417-8C22-0D11-13AAB49E75D9}"/>
                </a:ext>
              </a:extLst>
            </p:cNvPr>
            <p:cNvSpPr txBox="1"/>
            <p:nvPr/>
          </p:nvSpPr>
          <p:spPr>
            <a:xfrm>
              <a:off x="1770118" y="5068944"/>
              <a:ext cx="1280906" cy="881254"/>
            </a:xfrm>
            <a:prstGeom prst="rect">
              <a:avLst/>
            </a:prstGeom>
            <a:noFill/>
          </p:spPr>
          <p:txBody>
            <a:bodyPr wrap="square">
              <a:spAutoFit/>
            </a:bodyPr>
            <a:lstStyle/>
            <a:p>
              <a:r>
                <a:rPr lang="en-US" altLang="ja-JP" sz="1000" b="1" dirty="0">
                  <a:latin typeface="原稿用標準書体" panose="03000503000000000000" pitchFamily="66" charset="-128"/>
                  <a:ea typeface="原稿用標準書体" panose="03000503000000000000" pitchFamily="66" charset="-128"/>
                </a:rPr>
                <a:t>×</a:t>
              </a:r>
              <a:r>
                <a:rPr lang="en-US" altLang="ja-JP" sz="1200" b="1" dirty="0">
                  <a:latin typeface="原稿用標準書体" panose="03000503000000000000" pitchFamily="66" charset="-128"/>
                  <a:ea typeface="原稿用標準書体" panose="03000503000000000000" pitchFamily="66" charset="-128"/>
                </a:rPr>
                <a:t>3</a:t>
              </a:r>
              <a:endParaRPr lang="ja-JP" altLang="en-US" sz="800" b="1" dirty="0">
                <a:latin typeface="原稿用標準書体" panose="03000503000000000000" pitchFamily="66" charset="-128"/>
                <a:ea typeface="原稿用標準書体" panose="03000503000000000000" pitchFamily="66" charset="-128"/>
              </a:endParaRPr>
            </a:p>
          </p:txBody>
        </p:sp>
      </p:grpSp>
      <p:sp>
        <p:nvSpPr>
          <p:cNvPr id="237" name="テキスト ボックス 236">
            <a:extLst>
              <a:ext uri="{FF2B5EF4-FFF2-40B4-BE49-F238E27FC236}">
                <a16:creationId xmlns:a16="http://schemas.microsoft.com/office/drawing/2014/main" id="{01D88592-5C08-C423-5649-5DB402AF7550}"/>
              </a:ext>
            </a:extLst>
          </p:cNvPr>
          <p:cNvSpPr txBox="1"/>
          <p:nvPr/>
        </p:nvSpPr>
        <p:spPr>
          <a:xfrm>
            <a:off x="10041982" y="4550042"/>
            <a:ext cx="607396" cy="307777"/>
          </a:xfrm>
          <a:prstGeom prst="rect">
            <a:avLst/>
          </a:prstGeom>
          <a:noFill/>
        </p:spPr>
        <p:txBody>
          <a:bodyPr wrap="square">
            <a:spAutoFit/>
          </a:bodyPr>
          <a:lstStyle/>
          <a:p>
            <a:pPr algn="ctr"/>
            <a:r>
              <a:rPr kumimoji="1" lang="ja-JP" altLang="en-US" sz="1400" b="1">
                <a:solidFill>
                  <a:schemeClr val="bg1">
                    <a:lumMod val="95000"/>
                  </a:schemeClr>
                </a:solidFill>
                <a:latin typeface="原稿用標準書体" panose="03000503000000000000" pitchFamily="66" charset="-128"/>
                <a:ea typeface="原稿用標準書体" panose="03000503000000000000" pitchFamily="66" charset="-128"/>
              </a:rPr>
              <a:t>回復</a:t>
            </a:r>
            <a:endParaRPr lang="ja-JP" altLang="en-US" sz="1100" b="1">
              <a:solidFill>
                <a:schemeClr val="bg1">
                  <a:lumMod val="95000"/>
                </a:schemeClr>
              </a:solidFill>
            </a:endParaRPr>
          </a:p>
        </p:txBody>
      </p:sp>
      <p:grpSp>
        <p:nvGrpSpPr>
          <p:cNvPr id="244" name="グループ化 243">
            <a:extLst>
              <a:ext uri="{FF2B5EF4-FFF2-40B4-BE49-F238E27FC236}">
                <a16:creationId xmlns:a16="http://schemas.microsoft.com/office/drawing/2014/main" id="{EBE51B0C-7D7E-6BE1-7A58-25026A1556E5}"/>
              </a:ext>
            </a:extLst>
          </p:cNvPr>
          <p:cNvGrpSpPr/>
          <p:nvPr/>
        </p:nvGrpSpPr>
        <p:grpSpPr>
          <a:xfrm>
            <a:off x="8261266" y="2211684"/>
            <a:ext cx="2365918" cy="1883419"/>
            <a:chOff x="8261266" y="2319887"/>
            <a:chExt cx="2365918" cy="1775213"/>
          </a:xfrm>
        </p:grpSpPr>
        <p:pic>
          <p:nvPicPr>
            <p:cNvPr id="57" name="図 56">
              <a:extLst>
                <a:ext uri="{FF2B5EF4-FFF2-40B4-BE49-F238E27FC236}">
                  <a16:creationId xmlns:a16="http://schemas.microsoft.com/office/drawing/2014/main" id="{C3C33DC1-BD80-DDCC-4B98-FDF7EF5F8F65}"/>
                </a:ext>
              </a:extLst>
            </p:cNvPr>
            <p:cNvPicPr>
              <a:picLocks noChangeAspect="1"/>
            </p:cNvPicPr>
            <p:nvPr/>
          </p:nvPicPr>
          <p:blipFill>
            <a:blip r:embed="rId4">
              <a:extLst>
                <a:ext uri="{28A0092B-C50C-407E-A947-70E740481C1C}">
                  <a14:useLocalDpi xmlns:a14="http://schemas.microsoft.com/office/drawing/2010/main" val="0"/>
                </a:ext>
              </a:extLst>
            </a:blip>
            <a:srcRect b="39774"/>
            <a:stretch>
              <a:fillRect/>
            </a:stretch>
          </p:blipFill>
          <p:spPr>
            <a:xfrm>
              <a:off x="8261266" y="2319887"/>
              <a:ext cx="2365918" cy="1775213"/>
            </a:xfrm>
            <a:prstGeom prst="rect">
              <a:avLst/>
            </a:prstGeom>
          </p:spPr>
        </p:pic>
        <p:sp>
          <p:nvSpPr>
            <p:cNvPr id="239" name="四角形: 角を丸くする 238">
              <a:extLst>
                <a:ext uri="{FF2B5EF4-FFF2-40B4-BE49-F238E27FC236}">
                  <a16:creationId xmlns:a16="http://schemas.microsoft.com/office/drawing/2014/main" id="{CD62B1C2-EA94-CF18-34DB-5C74D1DD9C7F}"/>
                </a:ext>
              </a:extLst>
            </p:cNvPr>
            <p:cNvSpPr/>
            <p:nvPr/>
          </p:nvSpPr>
          <p:spPr>
            <a:xfrm rot="5400000">
              <a:off x="9028771" y="3678344"/>
              <a:ext cx="177943" cy="284425"/>
            </a:xfrm>
            <a:prstGeom prst="roundRect">
              <a:avLst>
                <a:gd name="adj" fmla="val 9570"/>
              </a:avLst>
            </a:prstGeom>
            <a:solidFill>
              <a:schemeClr val="accent2"/>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243" name="四角形: 角を丸くする 242">
              <a:extLst>
                <a:ext uri="{FF2B5EF4-FFF2-40B4-BE49-F238E27FC236}">
                  <a16:creationId xmlns:a16="http://schemas.microsoft.com/office/drawing/2014/main" id="{A7C88B25-CD1B-8595-DF47-A64F9A912DEB}"/>
                </a:ext>
              </a:extLst>
            </p:cNvPr>
            <p:cNvSpPr/>
            <p:nvPr/>
          </p:nvSpPr>
          <p:spPr>
            <a:xfrm rot="5400000">
              <a:off x="9028770" y="2860649"/>
              <a:ext cx="177943" cy="284425"/>
            </a:xfrm>
            <a:prstGeom prst="roundRect">
              <a:avLst>
                <a:gd name="adj" fmla="val 9570"/>
              </a:avLst>
            </a:prstGeom>
            <a:solidFill>
              <a:schemeClr val="tx1">
                <a:lumMod val="50000"/>
                <a:lumOff val="50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58" name="グループ化 57">
            <a:extLst>
              <a:ext uri="{FF2B5EF4-FFF2-40B4-BE49-F238E27FC236}">
                <a16:creationId xmlns:a16="http://schemas.microsoft.com/office/drawing/2014/main" id="{9D5D3B37-5004-81F2-46EF-DD943FFF3C6B}"/>
              </a:ext>
            </a:extLst>
          </p:cNvPr>
          <p:cNvGrpSpPr/>
          <p:nvPr/>
        </p:nvGrpSpPr>
        <p:grpSpPr>
          <a:xfrm>
            <a:off x="9564334" y="2238903"/>
            <a:ext cx="990729" cy="1742605"/>
            <a:chOff x="9993616" y="2066911"/>
            <a:chExt cx="1106950" cy="1703395"/>
          </a:xfrm>
        </p:grpSpPr>
        <p:sp>
          <p:nvSpPr>
            <p:cNvPr id="59" name="楕円 58">
              <a:extLst>
                <a:ext uri="{FF2B5EF4-FFF2-40B4-BE49-F238E27FC236}">
                  <a16:creationId xmlns:a16="http://schemas.microsoft.com/office/drawing/2014/main" id="{FE7E1645-A56B-2813-22CB-2E7F79DF14F4}"/>
                </a:ext>
              </a:extLst>
            </p:cNvPr>
            <p:cNvSpPr/>
            <p:nvPr/>
          </p:nvSpPr>
          <p:spPr>
            <a:xfrm>
              <a:off x="10060241" y="2744850"/>
              <a:ext cx="296742" cy="296742"/>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sz="11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60" name="四角形: 角を丸くする 59">
              <a:extLst>
                <a:ext uri="{FF2B5EF4-FFF2-40B4-BE49-F238E27FC236}">
                  <a16:creationId xmlns:a16="http://schemas.microsoft.com/office/drawing/2014/main" id="{8616D938-C486-E629-9C7C-86DA24B45D89}"/>
                </a:ext>
              </a:extLst>
            </p:cNvPr>
            <p:cNvSpPr/>
            <p:nvPr/>
          </p:nvSpPr>
          <p:spPr>
            <a:xfrm>
              <a:off x="9993616" y="2397817"/>
              <a:ext cx="1062447" cy="1372489"/>
            </a:xfrm>
            <a:prstGeom prst="roundRect">
              <a:avLst>
                <a:gd name="adj" fmla="val 6896"/>
              </a:avLst>
            </a:prstGeom>
            <a:solidFill>
              <a:srgbClr val="D9D9D9"/>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latin typeface="原稿用標準書体" panose="03000503000000000000" pitchFamily="66" charset="-128"/>
                <a:ea typeface="原稿用標準書体" panose="03000503000000000000" pitchFamily="66" charset="-128"/>
              </a:endParaRPr>
            </a:p>
          </p:txBody>
        </p:sp>
        <p:sp>
          <p:nvSpPr>
            <p:cNvPr id="61" name="テキスト ボックス 60">
              <a:extLst>
                <a:ext uri="{FF2B5EF4-FFF2-40B4-BE49-F238E27FC236}">
                  <a16:creationId xmlns:a16="http://schemas.microsoft.com/office/drawing/2014/main" id="{3B8450FC-6AC4-6E03-09E6-6962A00DFDB8}"/>
                </a:ext>
              </a:extLst>
            </p:cNvPr>
            <p:cNvSpPr txBox="1"/>
            <p:nvPr/>
          </p:nvSpPr>
          <p:spPr>
            <a:xfrm>
              <a:off x="10002948" y="2066911"/>
              <a:ext cx="1062446" cy="278905"/>
            </a:xfrm>
            <a:prstGeom prst="rect">
              <a:avLst/>
            </a:prstGeom>
            <a:noFill/>
          </p:spPr>
          <p:txBody>
            <a:bodyPr wrap="square">
              <a:spAutoFit/>
            </a:bodyPr>
            <a:lstStyle/>
            <a:p>
              <a:pPr algn="ctr"/>
              <a:r>
                <a:rPr lang="ja-JP" altLang="en-US" sz="1100" dirty="0">
                  <a:solidFill>
                    <a:schemeClr val="bg1">
                      <a:lumMod val="95000"/>
                    </a:schemeClr>
                  </a:solidFill>
                  <a:highlight>
                    <a:srgbClr val="5C5C5C"/>
                  </a:highlight>
                  <a:latin typeface="原稿用標準書体" panose="03000503000000000000" pitchFamily="66" charset="-128"/>
                  <a:ea typeface="原稿用標準書体" panose="03000503000000000000" pitchFamily="66" charset="-128"/>
                </a:rPr>
                <a:t>特殊スキル</a:t>
              </a:r>
              <a:endParaRPr kumimoji="1" lang="ja-JP" altLang="en-US" sz="1100" dirty="0">
                <a:solidFill>
                  <a:schemeClr val="bg1">
                    <a:lumMod val="95000"/>
                  </a:schemeClr>
                </a:solidFill>
                <a:highlight>
                  <a:srgbClr val="5C5C5C"/>
                </a:highlight>
                <a:latin typeface="原稿用標準書体" panose="03000503000000000000" pitchFamily="66" charset="-128"/>
                <a:ea typeface="原稿用標準書体" panose="03000503000000000000" pitchFamily="66" charset="-128"/>
              </a:endParaRPr>
            </a:p>
          </p:txBody>
        </p:sp>
        <p:sp>
          <p:nvSpPr>
            <p:cNvPr id="62" name="四角形: 角を丸くする 61">
              <a:extLst>
                <a:ext uri="{FF2B5EF4-FFF2-40B4-BE49-F238E27FC236}">
                  <a16:creationId xmlns:a16="http://schemas.microsoft.com/office/drawing/2014/main" id="{CFF69E42-44F3-872E-FDEA-D690050E527E}"/>
                </a:ext>
              </a:extLst>
            </p:cNvPr>
            <p:cNvSpPr/>
            <p:nvPr/>
          </p:nvSpPr>
          <p:spPr>
            <a:xfrm>
              <a:off x="10388771" y="2405535"/>
              <a:ext cx="296743" cy="1066156"/>
            </a:xfrm>
            <a:prstGeom prst="roundRect">
              <a:avLst>
                <a:gd name="adj" fmla="val 6896"/>
              </a:avLst>
            </a:prstGeom>
            <a:solidFill>
              <a:schemeClr val="tx1">
                <a:lumMod val="50000"/>
                <a:lumOff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latin typeface="原稿用標準書体" panose="03000503000000000000" pitchFamily="66" charset="-128"/>
                <a:ea typeface="原稿用標準書体" panose="03000503000000000000" pitchFamily="66" charset="-128"/>
              </a:endParaRPr>
            </a:p>
          </p:txBody>
        </p:sp>
        <p:sp>
          <p:nvSpPr>
            <p:cNvPr id="63" name="四角形: 角を丸くする 62">
              <a:extLst>
                <a:ext uri="{FF2B5EF4-FFF2-40B4-BE49-F238E27FC236}">
                  <a16:creationId xmlns:a16="http://schemas.microsoft.com/office/drawing/2014/main" id="{C42843CF-B0C0-D068-E0C7-B0C2BA8512EC}"/>
                </a:ext>
              </a:extLst>
            </p:cNvPr>
            <p:cNvSpPr/>
            <p:nvPr/>
          </p:nvSpPr>
          <p:spPr>
            <a:xfrm>
              <a:off x="10773287" y="2405535"/>
              <a:ext cx="296743" cy="1066156"/>
            </a:xfrm>
            <a:prstGeom prst="roundRect">
              <a:avLst>
                <a:gd name="adj" fmla="val 6896"/>
              </a:avLst>
            </a:prstGeom>
            <a:solidFill>
              <a:schemeClr val="tx1">
                <a:lumMod val="50000"/>
                <a:lumOff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latin typeface="原稿用標準書体" panose="03000503000000000000" pitchFamily="66" charset="-128"/>
                <a:ea typeface="原稿用標準書体" panose="03000503000000000000" pitchFamily="66" charset="-128"/>
              </a:endParaRPr>
            </a:p>
          </p:txBody>
        </p:sp>
        <p:sp>
          <p:nvSpPr>
            <p:cNvPr id="128" name="フリーフォーム: 図形 127">
              <a:extLst>
                <a:ext uri="{FF2B5EF4-FFF2-40B4-BE49-F238E27FC236}">
                  <a16:creationId xmlns:a16="http://schemas.microsoft.com/office/drawing/2014/main" id="{10DB3A67-D5EF-2701-DAF6-C4118C236ABC}"/>
                </a:ext>
              </a:extLst>
            </p:cNvPr>
            <p:cNvSpPr/>
            <p:nvPr/>
          </p:nvSpPr>
          <p:spPr>
            <a:xfrm>
              <a:off x="10011362" y="2405535"/>
              <a:ext cx="1062447" cy="1333377"/>
            </a:xfrm>
            <a:custGeom>
              <a:avLst/>
              <a:gdLst>
                <a:gd name="csX0" fmla="*/ 21769 w 1062447"/>
                <a:gd name="csY0" fmla="*/ 0 h 1333377"/>
                <a:gd name="csX1" fmla="*/ 277586 w 1062447"/>
                <a:gd name="csY1" fmla="*/ 0 h 1333377"/>
                <a:gd name="csX2" fmla="*/ 298049 w 1062447"/>
                <a:gd name="csY2" fmla="*/ 20463 h 1333377"/>
                <a:gd name="csX3" fmla="*/ 298049 w 1062447"/>
                <a:gd name="csY3" fmla="*/ 267221 h 1333377"/>
                <a:gd name="csX4" fmla="*/ 989181 w 1062447"/>
                <a:gd name="csY4" fmla="*/ 267221 h 1333377"/>
                <a:gd name="csX5" fmla="*/ 1062447 w 1062447"/>
                <a:gd name="csY5" fmla="*/ 340487 h 1333377"/>
                <a:gd name="csX6" fmla="*/ 1062447 w 1062447"/>
                <a:gd name="csY6" fmla="*/ 1260111 h 1333377"/>
                <a:gd name="csX7" fmla="*/ 989181 w 1062447"/>
                <a:gd name="csY7" fmla="*/ 1333377 h 1333377"/>
                <a:gd name="csX8" fmla="*/ 73266 w 1062447"/>
                <a:gd name="csY8" fmla="*/ 1333377 h 1333377"/>
                <a:gd name="csX9" fmla="*/ 0 w 1062447"/>
                <a:gd name="csY9" fmla="*/ 1260111 h 1333377"/>
                <a:gd name="csX10" fmla="*/ 0 w 1062447"/>
                <a:gd name="csY10" fmla="*/ 340487 h 1333377"/>
                <a:gd name="csX11" fmla="*/ 1306 w 1062447"/>
                <a:gd name="csY11" fmla="*/ 334018 h 1333377"/>
                <a:gd name="csX12" fmla="*/ 1306 w 1062447"/>
                <a:gd name="csY12" fmla="*/ 20463 h 1333377"/>
                <a:gd name="csX13" fmla="*/ 21769 w 1062447"/>
                <a:gd name="csY13" fmla="*/ 0 h 133337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1062447" h="1333377">
                  <a:moveTo>
                    <a:pt x="21769" y="0"/>
                  </a:moveTo>
                  <a:lnTo>
                    <a:pt x="277586" y="0"/>
                  </a:lnTo>
                  <a:cubicBezTo>
                    <a:pt x="288887" y="0"/>
                    <a:pt x="298049" y="9162"/>
                    <a:pt x="298049" y="20463"/>
                  </a:cubicBezTo>
                  <a:lnTo>
                    <a:pt x="298049" y="267221"/>
                  </a:lnTo>
                  <a:lnTo>
                    <a:pt x="989181" y="267221"/>
                  </a:lnTo>
                  <a:cubicBezTo>
                    <a:pt x="1029645" y="267221"/>
                    <a:pt x="1062447" y="300023"/>
                    <a:pt x="1062447" y="340487"/>
                  </a:cubicBezTo>
                  <a:lnTo>
                    <a:pt x="1062447" y="1260111"/>
                  </a:lnTo>
                  <a:cubicBezTo>
                    <a:pt x="1062447" y="1300575"/>
                    <a:pt x="1029645" y="1333377"/>
                    <a:pt x="989181" y="1333377"/>
                  </a:cubicBezTo>
                  <a:lnTo>
                    <a:pt x="73266" y="1333377"/>
                  </a:lnTo>
                  <a:cubicBezTo>
                    <a:pt x="32802" y="1333377"/>
                    <a:pt x="0" y="1300575"/>
                    <a:pt x="0" y="1260111"/>
                  </a:cubicBezTo>
                  <a:lnTo>
                    <a:pt x="0" y="340487"/>
                  </a:lnTo>
                  <a:lnTo>
                    <a:pt x="1306" y="334018"/>
                  </a:lnTo>
                  <a:lnTo>
                    <a:pt x="1306" y="20463"/>
                  </a:lnTo>
                  <a:cubicBezTo>
                    <a:pt x="1306" y="9162"/>
                    <a:pt x="10468" y="0"/>
                    <a:pt x="21769" y="0"/>
                  </a:cubicBezTo>
                  <a:close/>
                </a:path>
              </a:pathLst>
            </a:custGeom>
            <a:solidFill>
              <a:srgbClr val="BFBFBF"/>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sz="1600" dirty="0">
                <a:latin typeface="原稿用標準書体" panose="03000503000000000000" pitchFamily="66" charset="-128"/>
                <a:ea typeface="原稿用標準書体" panose="03000503000000000000" pitchFamily="66" charset="-128"/>
              </a:endParaRPr>
            </a:p>
          </p:txBody>
        </p:sp>
        <p:sp>
          <p:nvSpPr>
            <p:cNvPr id="129" name="テキスト ボックス 128">
              <a:extLst>
                <a:ext uri="{FF2B5EF4-FFF2-40B4-BE49-F238E27FC236}">
                  <a16:creationId xmlns:a16="http://schemas.microsoft.com/office/drawing/2014/main" id="{2E2856B4-CB92-477C-E664-B891EF215E02}"/>
                </a:ext>
              </a:extLst>
            </p:cNvPr>
            <p:cNvSpPr txBox="1"/>
            <p:nvPr/>
          </p:nvSpPr>
          <p:spPr>
            <a:xfrm>
              <a:off x="10394490" y="2389384"/>
              <a:ext cx="285135" cy="278905"/>
            </a:xfrm>
            <a:prstGeom prst="rect">
              <a:avLst/>
            </a:prstGeom>
            <a:noFill/>
          </p:spPr>
          <p:txBody>
            <a:bodyPr wrap="none" rtlCol="0">
              <a:spAutoFit/>
            </a:bodyPr>
            <a:lstStyle/>
            <a:p>
              <a:pPr algn="ctr"/>
              <a:r>
                <a:rPr lang="en-US" altLang="ja-JP" sz="1100" dirty="0">
                  <a:solidFill>
                    <a:schemeClr val="bg1">
                      <a:lumMod val="95000"/>
                    </a:schemeClr>
                  </a:solidFill>
                  <a:latin typeface="原稿用標準書体" panose="03000503000000000000" pitchFamily="66" charset="-128"/>
                  <a:ea typeface="原稿用標準書体" panose="03000503000000000000" pitchFamily="66" charset="-128"/>
                </a:rPr>
                <a:t>2</a:t>
              </a:r>
            </a:p>
          </p:txBody>
        </p:sp>
        <p:sp>
          <p:nvSpPr>
            <p:cNvPr id="130" name="テキスト ボックス 129">
              <a:extLst>
                <a:ext uri="{FF2B5EF4-FFF2-40B4-BE49-F238E27FC236}">
                  <a16:creationId xmlns:a16="http://schemas.microsoft.com/office/drawing/2014/main" id="{1AD0C19B-52BF-E482-066E-5E05B60C1098}"/>
                </a:ext>
              </a:extLst>
            </p:cNvPr>
            <p:cNvSpPr txBox="1"/>
            <p:nvPr/>
          </p:nvSpPr>
          <p:spPr>
            <a:xfrm>
              <a:off x="10781790" y="2389384"/>
              <a:ext cx="285135" cy="278905"/>
            </a:xfrm>
            <a:prstGeom prst="rect">
              <a:avLst/>
            </a:prstGeom>
            <a:noFill/>
          </p:spPr>
          <p:txBody>
            <a:bodyPr wrap="none" rtlCol="0">
              <a:spAutoFit/>
            </a:bodyPr>
            <a:lstStyle/>
            <a:p>
              <a:pPr algn="ctr"/>
              <a:r>
                <a:rPr lang="en-US" altLang="ja-JP" sz="1100" dirty="0">
                  <a:solidFill>
                    <a:schemeClr val="bg1">
                      <a:lumMod val="95000"/>
                    </a:schemeClr>
                  </a:solidFill>
                  <a:latin typeface="原稿用標準書体" panose="03000503000000000000" pitchFamily="66" charset="-128"/>
                  <a:ea typeface="原稿用標準書体" panose="03000503000000000000" pitchFamily="66" charset="-128"/>
                </a:rPr>
                <a:t>3</a:t>
              </a:r>
            </a:p>
          </p:txBody>
        </p:sp>
        <p:sp>
          <p:nvSpPr>
            <p:cNvPr id="131" name="テキスト ボックス 130">
              <a:extLst>
                <a:ext uri="{FF2B5EF4-FFF2-40B4-BE49-F238E27FC236}">
                  <a16:creationId xmlns:a16="http://schemas.microsoft.com/office/drawing/2014/main" id="{C5A6A516-E154-C450-7F3A-78C1F554D2EB}"/>
                </a:ext>
              </a:extLst>
            </p:cNvPr>
            <p:cNvSpPr txBox="1"/>
            <p:nvPr/>
          </p:nvSpPr>
          <p:spPr>
            <a:xfrm>
              <a:off x="10025851" y="2389384"/>
              <a:ext cx="285135" cy="278905"/>
            </a:xfrm>
            <a:prstGeom prst="rect">
              <a:avLst/>
            </a:prstGeom>
            <a:noFill/>
          </p:spPr>
          <p:txBody>
            <a:bodyPr wrap="none" rtlCol="0">
              <a:spAutoFit/>
            </a:bodyPr>
            <a:lstStyle/>
            <a:p>
              <a:pPr algn="ctr"/>
              <a:r>
                <a:rPr lang="en-US" altLang="ja-JP" sz="1100" dirty="0">
                  <a:solidFill>
                    <a:schemeClr val="tx1">
                      <a:lumMod val="75000"/>
                      <a:lumOff val="25000"/>
                    </a:schemeClr>
                  </a:solidFill>
                  <a:latin typeface="原稿用標準書体" panose="03000503000000000000" pitchFamily="66" charset="-128"/>
                  <a:ea typeface="原稿用標準書体" panose="03000503000000000000" pitchFamily="66" charset="-128"/>
                </a:rPr>
                <a:t>1</a:t>
              </a:r>
            </a:p>
          </p:txBody>
        </p:sp>
        <p:sp>
          <p:nvSpPr>
            <p:cNvPr id="132" name="テキスト ボックス 131">
              <a:extLst>
                <a:ext uri="{FF2B5EF4-FFF2-40B4-BE49-F238E27FC236}">
                  <a16:creationId xmlns:a16="http://schemas.microsoft.com/office/drawing/2014/main" id="{7D4AE1E0-EAD0-18BC-ED50-184EF304E13D}"/>
                </a:ext>
              </a:extLst>
            </p:cNvPr>
            <p:cNvSpPr txBox="1"/>
            <p:nvPr/>
          </p:nvSpPr>
          <p:spPr>
            <a:xfrm>
              <a:off x="10031427" y="2681875"/>
              <a:ext cx="729290" cy="251953"/>
            </a:xfrm>
            <a:prstGeom prst="rect">
              <a:avLst/>
            </a:prstGeom>
            <a:noFill/>
          </p:spPr>
          <p:txBody>
            <a:bodyPr wrap="none" rtlCol="0">
              <a:spAutoFit/>
            </a:bodyPr>
            <a:lstStyle/>
            <a:p>
              <a:r>
                <a:rPr lang="ja-JP" altLang="en-US" sz="900" dirty="0">
                  <a:solidFill>
                    <a:schemeClr val="tx1">
                      <a:lumMod val="75000"/>
                      <a:lumOff val="25000"/>
                    </a:schemeClr>
                  </a:solidFill>
                  <a:latin typeface="原稿用標準書体" panose="03000503000000000000" pitchFamily="66" charset="-128"/>
                  <a:ea typeface="原稿用標準書体" panose="03000503000000000000" pitchFamily="66" charset="-128"/>
                </a:rPr>
                <a:t>スキル名</a:t>
              </a:r>
              <a:endParaRPr lang="en-US" altLang="ja-JP" sz="9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133" name="テキスト ボックス 132">
              <a:extLst>
                <a:ext uri="{FF2B5EF4-FFF2-40B4-BE49-F238E27FC236}">
                  <a16:creationId xmlns:a16="http://schemas.microsoft.com/office/drawing/2014/main" id="{DDE77B63-F06C-496C-56A4-D0F65F4DA06A}"/>
                </a:ext>
              </a:extLst>
            </p:cNvPr>
            <p:cNvSpPr txBox="1"/>
            <p:nvPr/>
          </p:nvSpPr>
          <p:spPr>
            <a:xfrm>
              <a:off x="10034534" y="2862270"/>
              <a:ext cx="1066032" cy="590622"/>
            </a:xfrm>
            <a:prstGeom prst="rect">
              <a:avLst/>
            </a:prstGeom>
            <a:noFill/>
          </p:spPr>
          <p:txBody>
            <a:bodyPr wrap="none" rtlCol="0">
              <a:spAutoFit/>
            </a:bodyPr>
            <a:lstStyle/>
            <a:p>
              <a:r>
                <a:rPr lang="ja-JP" altLang="en-US"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効果テキスト</a:t>
              </a:r>
              <a:br>
                <a:rPr lang="en-US" altLang="ja-JP"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br>
              <a:r>
                <a:rPr lang="ja-JP" altLang="en-US"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効果テキスト</a:t>
              </a:r>
              <a:endParaRPr lang="en-US" altLang="ja-JP" sz="1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a:p>
              <a:r>
                <a:rPr lang="ja-JP" altLang="en-US"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効果テキスト</a:t>
              </a:r>
              <a:endParaRPr lang="en-US" altLang="ja-JP" sz="1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134" name="グループ化 133">
              <a:extLst>
                <a:ext uri="{FF2B5EF4-FFF2-40B4-BE49-F238E27FC236}">
                  <a16:creationId xmlns:a16="http://schemas.microsoft.com/office/drawing/2014/main" id="{4AA6EB11-39FC-075B-B433-7BC61C5C724D}"/>
                </a:ext>
              </a:extLst>
            </p:cNvPr>
            <p:cNvGrpSpPr/>
            <p:nvPr/>
          </p:nvGrpSpPr>
          <p:grpSpPr>
            <a:xfrm>
              <a:off x="10706392" y="2769566"/>
              <a:ext cx="307601" cy="79382"/>
              <a:chOff x="10725054" y="3385387"/>
              <a:chExt cx="569131" cy="146875"/>
            </a:xfrm>
          </p:grpSpPr>
          <p:sp>
            <p:nvSpPr>
              <p:cNvPr id="135" name="楕円 134">
                <a:extLst>
                  <a:ext uri="{FF2B5EF4-FFF2-40B4-BE49-F238E27FC236}">
                    <a16:creationId xmlns:a16="http://schemas.microsoft.com/office/drawing/2014/main" id="{74FD83AB-AC86-9272-0325-60095AC5B01D}"/>
                  </a:ext>
                </a:extLst>
              </p:cNvPr>
              <p:cNvSpPr/>
              <p:nvPr/>
            </p:nvSpPr>
            <p:spPr>
              <a:xfrm>
                <a:off x="10725054" y="3385387"/>
                <a:ext cx="157325" cy="146875"/>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200" dirty="0">
                  <a:latin typeface="原稿用標準書体" panose="03000503000000000000" pitchFamily="66" charset="-128"/>
                  <a:ea typeface="原稿用標準書体" panose="03000503000000000000" pitchFamily="66" charset="-128"/>
                </a:endParaRPr>
              </a:p>
            </p:txBody>
          </p:sp>
          <p:sp>
            <p:nvSpPr>
              <p:cNvPr id="136" name="楕円 135">
                <a:extLst>
                  <a:ext uri="{FF2B5EF4-FFF2-40B4-BE49-F238E27FC236}">
                    <a16:creationId xmlns:a16="http://schemas.microsoft.com/office/drawing/2014/main" id="{9DEE746E-30FB-C7D4-1F82-60C2B3A277D8}"/>
                  </a:ext>
                </a:extLst>
              </p:cNvPr>
              <p:cNvSpPr/>
              <p:nvPr/>
            </p:nvSpPr>
            <p:spPr>
              <a:xfrm>
                <a:off x="10930957" y="3385387"/>
                <a:ext cx="157325" cy="146875"/>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200" dirty="0">
                  <a:latin typeface="原稿用標準書体" panose="03000503000000000000" pitchFamily="66" charset="-128"/>
                  <a:ea typeface="原稿用標準書体" panose="03000503000000000000" pitchFamily="66" charset="-128"/>
                </a:endParaRPr>
              </a:p>
            </p:txBody>
          </p:sp>
          <p:sp>
            <p:nvSpPr>
              <p:cNvPr id="137" name="楕円 136">
                <a:extLst>
                  <a:ext uri="{FF2B5EF4-FFF2-40B4-BE49-F238E27FC236}">
                    <a16:creationId xmlns:a16="http://schemas.microsoft.com/office/drawing/2014/main" id="{EADCB5C0-15AC-2D54-7BA8-D4711DD93544}"/>
                  </a:ext>
                </a:extLst>
              </p:cNvPr>
              <p:cNvSpPr/>
              <p:nvPr/>
            </p:nvSpPr>
            <p:spPr>
              <a:xfrm>
                <a:off x="11136860" y="3385387"/>
                <a:ext cx="157325" cy="146875"/>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200" dirty="0">
                  <a:latin typeface="原稿用標準書体" panose="03000503000000000000" pitchFamily="66" charset="-128"/>
                  <a:ea typeface="原稿用標準書体" panose="03000503000000000000" pitchFamily="66" charset="-128"/>
                </a:endParaRPr>
              </a:p>
            </p:txBody>
          </p:sp>
        </p:grpSp>
      </p:grpSp>
      <p:grpSp>
        <p:nvGrpSpPr>
          <p:cNvPr id="179" name="グループ化 178">
            <a:extLst>
              <a:ext uri="{FF2B5EF4-FFF2-40B4-BE49-F238E27FC236}">
                <a16:creationId xmlns:a16="http://schemas.microsoft.com/office/drawing/2014/main" id="{013C5E2F-5E20-9C05-81CF-1240F69E74AA}"/>
              </a:ext>
            </a:extLst>
          </p:cNvPr>
          <p:cNvGrpSpPr/>
          <p:nvPr/>
        </p:nvGrpSpPr>
        <p:grpSpPr>
          <a:xfrm>
            <a:off x="9702092" y="3602424"/>
            <a:ext cx="698442" cy="307777"/>
            <a:chOff x="10130793" y="3296675"/>
            <a:chExt cx="696970" cy="366793"/>
          </a:xfrm>
        </p:grpSpPr>
        <p:sp>
          <p:nvSpPr>
            <p:cNvPr id="180" name="四角形: 角を丸くする 179">
              <a:extLst>
                <a:ext uri="{FF2B5EF4-FFF2-40B4-BE49-F238E27FC236}">
                  <a16:creationId xmlns:a16="http://schemas.microsoft.com/office/drawing/2014/main" id="{D2B6DA14-EA75-FC47-4318-63CA2ACD8D3B}"/>
                </a:ext>
              </a:extLst>
            </p:cNvPr>
            <p:cNvSpPr/>
            <p:nvPr/>
          </p:nvSpPr>
          <p:spPr>
            <a:xfrm>
              <a:off x="10130793" y="3296675"/>
              <a:ext cx="696970" cy="366793"/>
            </a:xfrm>
            <a:prstGeom prst="roundRect">
              <a:avLst>
                <a:gd name="adj" fmla="val 6896"/>
              </a:avLst>
            </a:prstGeom>
            <a:solidFill>
              <a:schemeClr val="tx2">
                <a:lumMod val="60000"/>
                <a:lumOff val="4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184" name="テキスト ボックス 183">
              <a:extLst>
                <a:ext uri="{FF2B5EF4-FFF2-40B4-BE49-F238E27FC236}">
                  <a16:creationId xmlns:a16="http://schemas.microsoft.com/office/drawing/2014/main" id="{63EF5A0D-8E33-A3A9-5A83-549C2623161D}"/>
                </a:ext>
              </a:extLst>
            </p:cNvPr>
            <p:cNvSpPr txBox="1"/>
            <p:nvPr/>
          </p:nvSpPr>
          <p:spPr>
            <a:xfrm>
              <a:off x="10163561" y="3313445"/>
              <a:ext cx="644969" cy="330113"/>
            </a:xfrm>
            <a:prstGeom prst="rect">
              <a:avLst/>
            </a:prstGeom>
            <a:noFill/>
          </p:spPr>
          <p:txBody>
            <a:bodyPr wrap="none" rtlCol="0">
              <a:spAutoFit/>
            </a:bodyPr>
            <a:lstStyle/>
            <a:p>
              <a:pPr algn="ctr"/>
              <a:r>
                <a:rPr lang="ja-JP" altLang="en-US" sz="1200">
                  <a:solidFill>
                    <a:schemeClr val="tx1">
                      <a:lumMod val="75000"/>
                      <a:lumOff val="25000"/>
                    </a:schemeClr>
                  </a:solidFill>
                  <a:latin typeface="原稿用標準書体" panose="03000503000000000000" pitchFamily="66" charset="-128"/>
                  <a:ea typeface="原稿用標準書体" panose="03000503000000000000" pitchFamily="66" charset="-128"/>
                </a:rPr>
                <a:t>装備中</a:t>
              </a:r>
              <a:endParaRPr lang="en-US" altLang="ja-JP" sz="12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Tree>
    <p:extLst>
      <p:ext uri="{BB962C8B-B14F-4D97-AF65-F5344CB8AC3E}">
        <p14:creationId xmlns:p14="http://schemas.microsoft.com/office/powerpoint/2010/main" val="518676337"/>
      </p:ext>
    </p:extLst>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843C8A-0D19-CB9D-7D64-06EAA7369ED5}"/>
            </a:ext>
          </a:extLst>
        </p:cNvPr>
        <p:cNvGrpSpPr/>
        <p:nvPr/>
      </p:nvGrpSpPr>
      <p:grpSpPr>
        <a:xfrm>
          <a:off x="0" y="0"/>
          <a:ext cx="0" cy="0"/>
          <a:chOff x="0" y="0"/>
          <a:chExt cx="0" cy="0"/>
        </a:xfrm>
      </p:grpSpPr>
      <p:sp>
        <p:nvSpPr>
          <p:cNvPr id="6" name="四角形: 角を丸くする 5">
            <a:extLst>
              <a:ext uri="{FF2B5EF4-FFF2-40B4-BE49-F238E27FC236}">
                <a16:creationId xmlns:a16="http://schemas.microsoft.com/office/drawing/2014/main" id="{343728B2-9724-8B77-9B23-5ECDCDCE43D0}"/>
              </a:ext>
            </a:extLst>
          </p:cNvPr>
          <p:cNvSpPr/>
          <p:nvPr/>
        </p:nvSpPr>
        <p:spPr>
          <a:xfrm>
            <a:off x="6645728" y="445192"/>
            <a:ext cx="4960773" cy="5950564"/>
          </a:xfrm>
          <a:prstGeom prst="roundRect">
            <a:avLst>
              <a:gd name="adj" fmla="val 2570"/>
            </a:avLst>
          </a:prstGeom>
          <a:solidFill>
            <a:schemeClr val="tx1">
              <a:lumMod val="50000"/>
              <a:lumOff val="5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0" name="四角形: 角を丸くする 49">
            <a:extLst>
              <a:ext uri="{FF2B5EF4-FFF2-40B4-BE49-F238E27FC236}">
                <a16:creationId xmlns:a16="http://schemas.microsoft.com/office/drawing/2014/main" id="{B602F803-6879-3CE9-33F7-6254A0FBB6F4}"/>
              </a:ext>
            </a:extLst>
          </p:cNvPr>
          <p:cNvSpPr/>
          <p:nvPr/>
        </p:nvSpPr>
        <p:spPr>
          <a:xfrm>
            <a:off x="10013585" y="619038"/>
            <a:ext cx="1422938" cy="1458109"/>
          </a:xfrm>
          <a:prstGeom prst="roundRect">
            <a:avLst>
              <a:gd name="adj" fmla="val 4721"/>
            </a:avLst>
          </a:prstGeom>
          <a:solidFill>
            <a:schemeClr val="bg1">
              <a:lumMod val="6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 name="四角形: 角を丸くする 3">
            <a:extLst>
              <a:ext uri="{FF2B5EF4-FFF2-40B4-BE49-F238E27FC236}">
                <a16:creationId xmlns:a16="http://schemas.microsoft.com/office/drawing/2014/main" id="{A5330A85-14B5-3C67-EF69-967CF857D9FB}"/>
              </a:ext>
            </a:extLst>
          </p:cNvPr>
          <p:cNvSpPr/>
          <p:nvPr/>
        </p:nvSpPr>
        <p:spPr>
          <a:xfrm>
            <a:off x="6815498" y="619037"/>
            <a:ext cx="1422938" cy="1458109"/>
          </a:xfrm>
          <a:prstGeom prst="roundRect">
            <a:avLst>
              <a:gd name="adj" fmla="val 4721"/>
            </a:avLst>
          </a:prstGeom>
          <a:solidFill>
            <a:schemeClr val="bg1">
              <a:lumMod val="7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 name="フリーフォーム: 図形 9">
            <a:extLst>
              <a:ext uri="{FF2B5EF4-FFF2-40B4-BE49-F238E27FC236}">
                <a16:creationId xmlns:a16="http://schemas.microsoft.com/office/drawing/2014/main" id="{834B0D5F-4BB9-3E98-1929-1AB60FF72171}"/>
              </a:ext>
            </a:extLst>
          </p:cNvPr>
          <p:cNvSpPr/>
          <p:nvPr/>
        </p:nvSpPr>
        <p:spPr>
          <a:xfrm>
            <a:off x="6812549" y="619037"/>
            <a:ext cx="4616684" cy="4732654"/>
          </a:xfrm>
          <a:custGeom>
            <a:avLst/>
            <a:gdLst>
              <a:gd name="csX0" fmla="*/ 1668013 w 4616684"/>
              <a:gd name="csY0" fmla="*/ 0 h 4732654"/>
              <a:gd name="csX1" fmla="*/ 2956597 w 4616684"/>
              <a:gd name="csY1" fmla="*/ 0 h 4732654"/>
              <a:gd name="csX2" fmla="*/ 3023774 w 4616684"/>
              <a:gd name="csY2" fmla="*/ 67177 h 4732654"/>
              <a:gd name="csX3" fmla="*/ 3023774 w 4616684"/>
              <a:gd name="csY3" fmla="*/ 539508 h 4732654"/>
              <a:gd name="csX4" fmla="*/ 4418726 w 4616684"/>
              <a:gd name="csY4" fmla="*/ 539508 h 4732654"/>
              <a:gd name="csX5" fmla="*/ 4616684 w 4616684"/>
              <a:gd name="csY5" fmla="*/ 737466 h 4732654"/>
              <a:gd name="csX6" fmla="*/ 4616684 w 4616684"/>
              <a:gd name="csY6" fmla="*/ 4534696 h 4732654"/>
              <a:gd name="csX7" fmla="*/ 4418726 w 4616684"/>
              <a:gd name="csY7" fmla="*/ 4732654 h 4732654"/>
              <a:gd name="csX8" fmla="*/ 197958 w 4616684"/>
              <a:gd name="csY8" fmla="*/ 4732654 h 4732654"/>
              <a:gd name="csX9" fmla="*/ 0 w 4616684"/>
              <a:gd name="csY9" fmla="*/ 4534696 h 4732654"/>
              <a:gd name="csX10" fmla="*/ 0 w 4616684"/>
              <a:gd name="csY10" fmla="*/ 737466 h 4732654"/>
              <a:gd name="csX11" fmla="*/ 197958 w 4616684"/>
              <a:gd name="csY11" fmla="*/ 539508 h 4732654"/>
              <a:gd name="csX12" fmla="*/ 1600836 w 4616684"/>
              <a:gd name="csY12" fmla="*/ 539508 h 4732654"/>
              <a:gd name="csX13" fmla="*/ 1600836 w 4616684"/>
              <a:gd name="csY13" fmla="*/ 67177 h 4732654"/>
              <a:gd name="csX14" fmla="*/ 1668013 w 4616684"/>
              <a:gd name="csY14" fmla="*/ 0 h 473265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4616684" h="4732654">
                <a:moveTo>
                  <a:pt x="1668013" y="0"/>
                </a:moveTo>
                <a:lnTo>
                  <a:pt x="2956597" y="0"/>
                </a:lnTo>
                <a:cubicBezTo>
                  <a:pt x="2993698" y="0"/>
                  <a:pt x="3023774" y="30076"/>
                  <a:pt x="3023774" y="67177"/>
                </a:cubicBezTo>
                <a:lnTo>
                  <a:pt x="3023774" y="539508"/>
                </a:lnTo>
                <a:lnTo>
                  <a:pt x="4418726" y="539508"/>
                </a:lnTo>
                <a:cubicBezTo>
                  <a:pt x="4528055" y="539508"/>
                  <a:pt x="4616684" y="628137"/>
                  <a:pt x="4616684" y="737466"/>
                </a:cubicBezTo>
                <a:lnTo>
                  <a:pt x="4616684" y="4534696"/>
                </a:lnTo>
                <a:cubicBezTo>
                  <a:pt x="4616684" y="4644025"/>
                  <a:pt x="4528055" y="4732654"/>
                  <a:pt x="4418726" y="4732654"/>
                </a:cubicBezTo>
                <a:lnTo>
                  <a:pt x="197958" y="4732654"/>
                </a:lnTo>
                <a:cubicBezTo>
                  <a:pt x="88629" y="4732654"/>
                  <a:pt x="0" y="4644025"/>
                  <a:pt x="0" y="4534696"/>
                </a:cubicBezTo>
                <a:lnTo>
                  <a:pt x="0" y="737466"/>
                </a:lnTo>
                <a:cubicBezTo>
                  <a:pt x="0" y="628137"/>
                  <a:pt x="88629" y="539508"/>
                  <a:pt x="197958" y="539508"/>
                </a:cubicBezTo>
                <a:lnTo>
                  <a:pt x="1600836" y="539508"/>
                </a:lnTo>
                <a:lnTo>
                  <a:pt x="1600836" y="67177"/>
                </a:lnTo>
                <a:cubicBezTo>
                  <a:pt x="1600836" y="30076"/>
                  <a:pt x="1630912" y="0"/>
                  <a:pt x="1668013" y="0"/>
                </a:cubicBezTo>
                <a:close/>
              </a:path>
            </a:pathLst>
          </a:custGeom>
          <a:solidFill>
            <a:schemeClr val="bg1">
              <a:lumMod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 name="四角形: 角を丸くする 8">
            <a:extLst>
              <a:ext uri="{FF2B5EF4-FFF2-40B4-BE49-F238E27FC236}">
                <a16:creationId xmlns:a16="http://schemas.microsoft.com/office/drawing/2014/main" id="{B8B45A63-BD0D-DC11-A102-2722FA0CFFB8}"/>
              </a:ext>
            </a:extLst>
          </p:cNvPr>
          <p:cNvSpPr/>
          <p:nvPr/>
        </p:nvSpPr>
        <p:spPr>
          <a:xfrm>
            <a:off x="585498" y="445192"/>
            <a:ext cx="5710332" cy="5967615"/>
          </a:xfrm>
          <a:prstGeom prst="roundRect">
            <a:avLst>
              <a:gd name="adj" fmla="val 2174"/>
            </a:avLst>
          </a:prstGeom>
          <a:solidFill>
            <a:schemeClr val="accent6">
              <a:lumMod val="40000"/>
              <a:lumOff val="6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 name="テキスト ボックス 4">
            <a:extLst>
              <a:ext uri="{FF2B5EF4-FFF2-40B4-BE49-F238E27FC236}">
                <a16:creationId xmlns:a16="http://schemas.microsoft.com/office/drawing/2014/main" id="{9B1E1F9E-FAFD-90C4-0F72-8BF99068DD9E}"/>
              </a:ext>
            </a:extLst>
          </p:cNvPr>
          <p:cNvSpPr txBox="1"/>
          <p:nvPr/>
        </p:nvSpPr>
        <p:spPr>
          <a:xfrm>
            <a:off x="820249" y="529494"/>
            <a:ext cx="4685898" cy="646331"/>
          </a:xfrm>
          <a:prstGeom prst="rect">
            <a:avLst/>
          </a:prstGeom>
          <a:noFill/>
        </p:spPr>
        <p:txBody>
          <a:bodyPr wrap="none" rtlCol="0">
            <a:spAutoFit/>
          </a:bodyPr>
          <a:lstStyle/>
          <a:p>
            <a:r>
              <a:rPr lang="ja-JP" altLang="en-US" sz="3600" dirty="0">
                <a:solidFill>
                  <a:schemeClr val="tx1">
                    <a:lumMod val="75000"/>
                    <a:lumOff val="25000"/>
                  </a:schemeClr>
                </a:solidFill>
                <a:latin typeface="原稿用標準書体" panose="03000503000000000000" pitchFamily="66" charset="-128"/>
                <a:ea typeface="原稿用標準書体" panose="03000503000000000000" pitchFamily="66" charset="-128"/>
              </a:rPr>
              <a:t>前衛</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ATK+20%</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、注目度</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+4</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、回避率</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-20%</a:t>
            </a:r>
            <a:endParaRPr kumimoji="1" lang="ja-JP" altLang="en-US" sz="3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12" name="四角形: 角を丸くする 11">
            <a:extLst>
              <a:ext uri="{FF2B5EF4-FFF2-40B4-BE49-F238E27FC236}">
                <a16:creationId xmlns:a16="http://schemas.microsoft.com/office/drawing/2014/main" id="{D7B6D5DE-960A-5CBA-F093-4CE9F5B49467}"/>
              </a:ext>
            </a:extLst>
          </p:cNvPr>
          <p:cNvSpPr/>
          <p:nvPr/>
        </p:nvSpPr>
        <p:spPr>
          <a:xfrm>
            <a:off x="789688" y="1318039"/>
            <a:ext cx="1233805" cy="1230022"/>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3" name="四角形: 角を丸くする 12">
            <a:extLst>
              <a:ext uri="{FF2B5EF4-FFF2-40B4-BE49-F238E27FC236}">
                <a16:creationId xmlns:a16="http://schemas.microsoft.com/office/drawing/2014/main" id="{2C464886-37A5-6A87-99B5-CC5CCCC0AC3C}"/>
              </a:ext>
            </a:extLst>
          </p:cNvPr>
          <p:cNvSpPr/>
          <p:nvPr/>
        </p:nvSpPr>
        <p:spPr>
          <a:xfrm>
            <a:off x="2145737" y="1318039"/>
            <a:ext cx="1233805" cy="1230022"/>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4" name="四角形: 角を丸くする 13">
            <a:extLst>
              <a:ext uri="{FF2B5EF4-FFF2-40B4-BE49-F238E27FC236}">
                <a16:creationId xmlns:a16="http://schemas.microsoft.com/office/drawing/2014/main" id="{2AD64080-48EC-4313-7F34-8B14EF245AE5}"/>
              </a:ext>
            </a:extLst>
          </p:cNvPr>
          <p:cNvSpPr/>
          <p:nvPr/>
        </p:nvSpPr>
        <p:spPr>
          <a:xfrm>
            <a:off x="3501786" y="1318039"/>
            <a:ext cx="1233805" cy="1230022"/>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5" name="四角形: 角を丸くする 14">
            <a:extLst>
              <a:ext uri="{FF2B5EF4-FFF2-40B4-BE49-F238E27FC236}">
                <a16:creationId xmlns:a16="http://schemas.microsoft.com/office/drawing/2014/main" id="{6A650131-D7E0-17F2-50FD-7A3A71EB2362}"/>
              </a:ext>
            </a:extLst>
          </p:cNvPr>
          <p:cNvSpPr/>
          <p:nvPr/>
        </p:nvSpPr>
        <p:spPr>
          <a:xfrm>
            <a:off x="4857835" y="1318039"/>
            <a:ext cx="1233805" cy="1230022"/>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1" name="テキスト ボックス 10">
            <a:extLst>
              <a:ext uri="{FF2B5EF4-FFF2-40B4-BE49-F238E27FC236}">
                <a16:creationId xmlns:a16="http://schemas.microsoft.com/office/drawing/2014/main" id="{762F8B6B-CD46-AF77-7A4C-B7BF1E3B675A}"/>
              </a:ext>
            </a:extLst>
          </p:cNvPr>
          <p:cNvSpPr txBox="1"/>
          <p:nvPr/>
        </p:nvSpPr>
        <p:spPr>
          <a:xfrm>
            <a:off x="820249" y="3523725"/>
            <a:ext cx="4685898" cy="646331"/>
          </a:xfrm>
          <a:prstGeom prst="rect">
            <a:avLst/>
          </a:prstGeom>
          <a:noFill/>
        </p:spPr>
        <p:txBody>
          <a:bodyPr wrap="none" rtlCol="0">
            <a:spAutoFit/>
          </a:bodyPr>
          <a:lstStyle/>
          <a:p>
            <a:r>
              <a:rPr lang="ja-JP" altLang="en-US" sz="3600" dirty="0">
                <a:solidFill>
                  <a:schemeClr val="bg1">
                    <a:lumMod val="95000"/>
                  </a:schemeClr>
                </a:solidFill>
                <a:latin typeface="原稿用標準書体" panose="03000503000000000000" pitchFamily="66" charset="-128"/>
                <a:ea typeface="原稿用標準書体" panose="03000503000000000000" pitchFamily="66" charset="-128"/>
              </a:rPr>
              <a:t>後衛</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：回避率</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+20%</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、注目度</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+1</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ATK-20%</a:t>
            </a:r>
            <a:endParaRPr kumimoji="1" lang="ja-JP" altLang="en-US" sz="36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19" name="グループ化 18">
            <a:extLst>
              <a:ext uri="{FF2B5EF4-FFF2-40B4-BE49-F238E27FC236}">
                <a16:creationId xmlns:a16="http://schemas.microsoft.com/office/drawing/2014/main" id="{F3E9BAE5-92FE-948B-DF93-C43F192E46F0}"/>
              </a:ext>
            </a:extLst>
          </p:cNvPr>
          <p:cNvGrpSpPr/>
          <p:nvPr/>
        </p:nvGrpSpPr>
        <p:grpSpPr>
          <a:xfrm>
            <a:off x="789688" y="4320508"/>
            <a:ext cx="5301952" cy="1230022"/>
            <a:chOff x="922576" y="2450171"/>
            <a:chExt cx="5301952" cy="1309138"/>
          </a:xfrm>
          <a:solidFill>
            <a:schemeClr val="bg1">
              <a:lumMod val="85000"/>
              <a:alpha val="85000"/>
            </a:schemeClr>
          </a:solidFill>
        </p:grpSpPr>
        <p:sp>
          <p:nvSpPr>
            <p:cNvPr id="20" name="四角形: 角を丸くする 19">
              <a:extLst>
                <a:ext uri="{FF2B5EF4-FFF2-40B4-BE49-F238E27FC236}">
                  <a16:creationId xmlns:a16="http://schemas.microsoft.com/office/drawing/2014/main" id="{AF92774F-A547-1043-FB8B-04DB70BCE765}"/>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1" name="四角形: 角を丸くする 20">
              <a:extLst>
                <a:ext uri="{FF2B5EF4-FFF2-40B4-BE49-F238E27FC236}">
                  <a16:creationId xmlns:a16="http://schemas.microsoft.com/office/drawing/2014/main" id="{CB7F2882-1B6D-D416-3561-ED35ED473978}"/>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2" name="四角形: 角を丸くする 21">
              <a:extLst>
                <a:ext uri="{FF2B5EF4-FFF2-40B4-BE49-F238E27FC236}">
                  <a16:creationId xmlns:a16="http://schemas.microsoft.com/office/drawing/2014/main" id="{3C4C1B50-BB35-61C5-7162-00AD95BA9104}"/>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3" name="四角形: 角を丸くする 22">
              <a:extLst>
                <a:ext uri="{FF2B5EF4-FFF2-40B4-BE49-F238E27FC236}">
                  <a16:creationId xmlns:a16="http://schemas.microsoft.com/office/drawing/2014/main" id="{15DD0B25-89CB-AD6C-BC97-9ECDEE4818B4}"/>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cxnSp>
        <p:nvCxnSpPr>
          <p:cNvPr id="25" name="直線コネクタ 24">
            <a:extLst>
              <a:ext uri="{FF2B5EF4-FFF2-40B4-BE49-F238E27FC236}">
                <a16:creationId xmlns:a16="http://schemas.microsoft.com/office/drawing/2014/main" id="{FF789733-F1AA-E93B-039F-AD658EEBE753}"/>
              </a:ext>
            </a:extLst>
          </p:cNvPr>
          <p:cNvCxnSpPr>
            <a:cxnSpLocks/>
          </p:cNvCxnSpPr>
          <p:nvPr/>
        </p:nvCxnSpPr>
        <p:spPr>
          <a:xfrm>
            <a:off x="759127" y="3428999"/>
            <a:ext cx="5363074" cy="0"/>
          </a:xfrm>
          <a:prstGeom prst="line">
            <a:avLst/>
          </a:prstGeom>
          <a:ln w="12700">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grpSp>
        <p:nvGrpSpPr>
          <p:cNvPr id="28" name="グループ化 27">
            <a:extLst>
              <a:ext uri="{FF2B5EF4-FFF2-40B4-BE49-F238E27FC236}">
                <a16:creationId xmlns:a16="http://schemas.microsoft.com/office/drawing/2014/main" id="{89927173-E2C6-800A-1BD3-B4540E0EE82F}"/>
              </a:ext>
            </a:extLst>
          </p:cNvPr>
          <p:cNvGrpSpPr/>
          <p:nvPr/>
        </p:nvGrpSpPr>
        <p:grpSpPr>
          <a:xfrm>
            <a:off x="787120" y="2633455"/>
            <a:ext cx="5301952" cy="635908"/>
            <a:chOff x="922576" y="2450171"/>
            <a:chExt cx="5301952" cy="1309138"/>
          </a:xfrm>
          <a:solidFill>
            <a:schemeClr val="tx1">
              <a:lumMod val="75000"/>
              <a:lumOff val="25000"/>
              <a:alpha val="85000"/>
            </a:schemeClr>
          </a:solidFill>
        </p:grpSpPr>
        <p:sp>
          <p:nvSpPr>
            <p:cNvPr id="29" name="四角形: 角を丸くする 28">
              <a:extLst>
                <a:ext uri="{FF2B5EF4-FFF2-40B4-BE49-F238E27FC236}">
                  <a16:creationId xmlns:a16="http://schemas.microsoft.com/office/drawing/2014/main" id="{A28DB670-917A-EBC5-1332-8D3A4776FBF7}"/>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0" name="四角形: 角を丸くする 29">
              <a:extLst>
                <a:ext uri="{FF2B5EF4-FFF2-40B4-BE49-F238E27FC236}">
                  <a16:creationId xmlns:a16="http://schemas.microsoft.com/office/drawing/2014/main" id="{C2683EE2-E39D-3ACF-8997-D8FFDCEABC0C}"/>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1" name="四角形: 角を丸くする 30">
              <a:extLst>
                <a:ext uri="{FF2B5EF4-FFF2-40B4-BE49-F238E27FC236}">
                  <a16:creationId xmlns:a16="http://schemas.microsoft.com/office/drawing/2014/main" id="{CC768753-CC65-3E27-E876-CA5825F9356B}"/>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2" name="四角形: 角を丸くする 31">
              <a:extLst>
                <a:ext uri="{FF2B5EF4-FFF2-40B4-BE49-F238E27FC236}">
                  <a16:creationId xmlns:a16="http://schemas.microsoft.com/office/drawing/2014/main" id="{D40D8880-934C-8033-7B14-9B1A806E82FF}"/>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33" name="グループ化 32">
            <a:extLst>
              <a:ext uri="{FF2B5EF4-FFF2-40B4-BE49-F238E27FC236}">
                <a16:creationId xmlns:a16="http://schemas.microsoft.com/office/drawing/2014/main" id="{B3A3DC7B-884B-8BC8-548B-66E37F5CCB9D}"/>
              </a:ext>
            </a:extLst>
          </p:cNvPr>
          <p:cNvGrpSpPr/>
          <p:nvPr/>
        </p:nvGrpSpPr>
        <p:grpSpPr>
          <a:xfrm>
            <a:off x="787120" y="5645255"/>
            <a:ext cx="5301952" cy="635908"/>
            <a:chOff x="922576" y="2450171"/>
            <a:chExt cx="5301952" cy="1309138"/>
          </a:xfrm>
          <a:solidFill>
            <a:schemeClr val="bg1">
              <a:lumMod val="85000"/>
              <a:alpha val="85000"/>
            </a:schemeClr>
          </a:solidFill>
        </p:grpSpPr>
        <p:sp>
          <p:nvSpPr>
            <p:cNvPr id="34" name="四角形: 角を丸くする 33">
              <a:extLst>
                <a:ext uri="{FF2B5EF4-FFF2-40B4-BE49-F238E27FC236}">
                  <a16:creationId xmlns:a16="http://schemas.microsoft.com/office/drawing/2014/main" id="{6619F7BD-8041-5851-796A-EE5149E234A0}"/>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5" name="四角形: 角を丸くする 34">
              <a:extLst>
                <a:ext uri="{FF2B5EF4-FFF2-40B4-BE49-F238E27FC236}">
                  <a16:creationId xmlns:a16="http://schemas.microsoft.com/office/drawing/2014/main" id="{6CECD4EE-C100-72A8-E765-CCBDFEFB5AC0}"/>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6" name="四角形: 角を丸くする 35">
              <a:extLst>
                <a:ext uri="{FF2B5EF4-FFF2-40B4-BE49-F238E27FC236}">
                  <a16:creationId xmlns:a16="http://schemas.microsoft.com/office/drawing/2014/main" id="{B7ABD201-1B25-C78C-EF66-4DF15BB1F1EB}"/>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7" name="四角形: 角を丸くする 36">
              <a:extLst>
                <a:ext uri="{FF2B5EF4-FFF2-40B4-BE49-F238E27FC236}">
                  <a16:creationId xmlns:a16="http://schemas.microsoft.com/office/drawing/2014/main" id="{F3CA8DE4-5BC1-0A1D-A861-678DB71C3166}"/>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2" name="テキスト ボックス 1">
            <a:extLst>
              <a:ext uri="{FF2B5EF4-FFF2-40B4-BE49-F238E27FC236}">
                <a16:creationId xmlns:a16="http://schemas.microsoft.com/office/drawing/2014/main" id="{61F6429E-4113-5E7C-0776-976ABA173337}"/>
              </a:ext>
            </a:extLst>
          </p:cNvPr>
          <p:cNvSpPr txBox="1"/>
          <p:nvPr/>
        </p:nvSpPr>
        <p:spPr>
          <a:xfrm>
            <a:off x="7046965" y="688737"/>
            <a:ext cx="954108"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ゲート</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43" name="テキスト ボックス 42">
            <a:extLst>
              <a:ext uri="{FF2B5EF4-FFF2-40B4-BE49-F238E27FC236}">
                <a16:creationId xmlns:a16="http://schemas.microsoft.com/office/drawing/2014/main" id="{2657E3C1-17CE-89EB-C889-5375630BEBD1}"/>
              </a:ext>
            </a:extLst>
          </p:cNvPr>
          <p:cNvSpPr txBox="1"/>
          <p:nvPr/>
        </p:nvSpPr>
        <p:spPr>
          <a:xfrm>
            <a:off x="8643509" y="688737"/>
            <a:ext cx="954108"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44" name="テキスト ボックス 43">
            <a:extLst>
              <a:ext uri="{FF2B5EF4-FFF2-40B4-BE49-F238E27FC236}">
                <a16:creationId xmlns:a16="http://schemas.microsoft.com/office/drawing/2014/main" id="{193C11FE-956B-2EDA-F1BE-574BE43DF961}"/>
              </a:ext>
            </a:extLst>
          </p:cNvPr>
          <p:cNvSpPr txBox="1"/>
          <p:nvPr/>
        </p:nvSpPr>
        <p:spPr>
          <a:xfrm>
            <a:off x="10376241" y="688737"/>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60" name="グループ化 59">
            <a:extLst>
              <a:ext uri="{FF2B5EF4-FFF2-40B4-BE49-F238E27FC236}">
                <a16:creationId xmlns:a16="http://schemas.microsoft.com/office/drawing/2014/main" id="{EA2D785A-08E7-EECD-EDCC-EFFE83FF1299}"/>
              </a:ext>
            </a:extLst>
          </p:cNvPr>
          <p:cNvGrpSpPr/>
          <p:nvPr/>
        </p:nvGrpSpPr>
        <p:grpSpPr>
          <a:xfrm>
            <a:off x="1063119" y="2758022"/>
            <a:ext cx="4765774" cy="400110"/>
            <a:chOff x="1168089" y="2766548"/>
            <a:chExt cx="4765774" cy="400110"/>
          </a:xfrm>
        </p:grpSpPr>
        <p:sp>
          <p:nvSpPr>
            <p:cNvPr id="52" name="テキスト ボックス 51">
              <a:extLst>
                <a:ext uri="{FF2B5EF4-FFF2-40B4-BE49-F238E27FC236}">
                  <a16:creationId xmlns:a16="http://schemas.microsoft.com/office/drawing/2014/main" id="{55025A75-AED5-B0AD-FB99-624FB5B1E088}"/>
                </a:ext>
              </a:extLst>
            </p:cNvPr>
            <p:cNvSpPr txBox="1"/>
            <p:nvPr/>
          </p:nvSpPr>
          <p:spPr>
            <a:xfrm>
              <a:off x="1168089"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3" name="テキスト ボックス 52">
              <a:extLst>
                <a:ext uri="{FF2B5EF4-FFF2-40B4-BE49-F238E27FC236}">
                  <a16:creationId xmlns:a16="http://schemas.microsoft.com/office/drawing/2014/main" id="{AA0E59AC-4C11-EEA3-4C6A-D511D25DFBE8}"/>
                </a:ext>
              </a:extLst>
            </p:cNvPr>
            <p:cNvSpPr txBox="1"/>
            <p:nvPr/>
          </p:nvSpPr>
          <p:spPr>
            <a:xfrm>
              <a:off x="2524138"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4" name="テキスト ボックス 53">
              <a:extLst>
                <a:ext uri="{FF2B5EF4-FFF2-40B4-BE49-F238E27FC236}">
                  <a16:creationId xmlns:a16="http://schemas.microsoft.com/office/drawing/2014/main" id="{EBE31D56-8EB2-FC79-5B8B-A1E734B1E5CF}"/>
                </a:ext>
              </a:extLst>
            </p:cNvPr>
            <p:cNvSpPr txBox="1"/>
            <p:nvPr/>
          </p:nvSpPr>
          <p:spPr>
            <a:xfrm>
              <a:off x="3880187"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5" name="テキスト ボックス 54">
              <a:extLst>
                <a:ext uri="{FF2B5EF4-FFF2-40B4-BE49-F238E27FC236}">
                  <a16:creationId xmlns:a16="http://schemas.microsoft.com/office/drawing/2014/main" id="{A30ACC93-C7A9-EF85-851E-C3C5B415E867}"/>
                </a:ext>
              </a:extLst>
            </p:cNvPr>
            <p:cNvSpPr txBox="1"/>
            <p:nvPr/>
          </p:nvSpPr>
          <p:spPr>
            <a:xfrm>
              <a:off x="5236236"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sp>
        <p:nvSpPr>
          <p:cNvPr id="56" name="テキスト ボックス 55">
            <a:extLst>
              <a:ext uri="{FF2B5EF4-FFF2-40B4-BE49-F238E27FC236}">
                <a16:creationId xmlns:a16="http://schemas.microsoft.com/office/drawing/2014/main" id="{95716854-4192-435B-F384-7FDBCCB86765}"/>
              </a:ext>
            </a:extLst>
          </p:cNvPr>
          <p:cNvSpPr txBox="1"/>
          <p:nvPr/>
        </p:nvSpPr>
        <p:spPr>
          <a:xfrm>
            <a:off x="1063119"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57" name="テキスト ボックス 56">
            <a:extLst>
              <a:ext uri="{FF2B5EF4-FFF2-40B4-BE49-F238E27FC236}">
                <a16:creationId xmlns:a16="http://schemas.microsoft.com/office/drawing/2014/main" id="{F0859F16-BE01-DF18-826C-C81E3C42156E}"/>
              </a:ext>
            </a:extLst>
          </p:cNvPr>
          <p:cNvSpPr txBox="1"/>
          <p:nvPr/>
        </p:nvSpPr>
        <p:spPr>
          <a:xfrm>
            <a:off x="2419168"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58" name="テキスト ボックス 57">
            <a:extLst>
              <a:ext uri="{FF2B5EF4-FFF2-40B4-BE49-F238E27FC236}">
                <a16:creationId xmlns:a16="http://schemas.microsoft.com/office/drawing/2014/main" id="{0642873C-18C7-58B0-1A86-EB29BBE5C4FA}"/>
              </a:ext>
            </a:extLst>
          </p:cNvPr>
          <p:cNvSpPr txBox="1"/>
          <p:nvPr/>
        </p:nvSpPr>
        <p:spPr>
          <a:xfrm>
            <a:off x="3775217"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61" name="グループ化 60">
            <a:extLst>
              <a:ext uri="{FF2B5EF4-FFF2-40B4-BE49-F238E27FC236}">
                <a16:creationId xmlns:a16="http://schemas.microsoft.com/office/drawing/2014/main" id="{3716D51F-34AD-0139-19D2-3B9A8C9C2D12}"/>
              </a:ext>
            </a:extLst>
          </p:cNvPr>
          <p:cNvGrpSpPr/>
          <p:nvPr/>
        </p:nvGrpSpPr>
        <p:grpSpPr>
          <a:xfrm>
            <a:off x="929537" y="1713369"/>
            <a:ext cx="5022254" cy="400110"/>
            <a:chOff x="1039849" y="2766548"/>
            <a:chExt cx="5022254" cy="400110"/>
          </a:xfrm>
        </p:grpSpPr>
        <p:sp>
          <p:nvSpPr>
            <p:cNvPr id="62" name="テキスト ボックス 61">
              <a:extLst>
                <a:ext uri="{FF2B5EF4-FFF2-40B4-BE49-F238E27FC236}">
                  <a16:creationId xmlns:a16="http://schemas.microsoft.com/office/drawing/2014/main" id="{61AC1D0D-C475-E120-6CF4-A73948DE19A8}"/>
                </a:ext>
              </a:extLst>
            </p:cNvPr>
            <p:cNvSpPr txBox="1"/>
            <p:nvPr/>
          </p:nvSpPr>
          <p:spPr>
            <a:xfrm>
              <a:off x="1039849"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63" name="テキスト ボックス 62">
              <a:extLst>
                <a:ext uri="{FF2B5EF4-FFF2-40B4-BE49-F238E27FC236}">
                  <a16:creationId xmlns:a16="http://schemas.microsoft.com/office/drawing/2014/main" id="{F668A8DD-226A-8431-1264-E7FCA97D2147}"/>
                </a:ext>
              </a:extLst>
            </p:cNvPr>
            <p:cNvSpPr txBox="1"/>
            <p:nvPr/>
          </p:nvSpPr>
          <p:spPr>
            <a:xfrm>
              <a:off x="2395898"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sp>
          <p:nvSpPr>
            <p:cNvPr id="64" name="テキスト ボックス 63">
              <a:extLst>
                <a:ext uri="{FF2B5EF4-FFF2-40B4-BE49-F238E27FC236}">
                  <a16:creationId xmlns:a16="http://schemas.microsoft.com/office/drawing/2014/main" id="{35A71FD8-B46D-CA23-3DF2-50BF9C769A3A}"/>
                </a:ext>
              </a:extLst>
            </p:cNvPr>
            <p:cNvSpPr txBox="1"/>
            <p:nvPr/>
          </p:nvSpPr>
          <p:spPr>
            <a:xfrm>
              <a:off x="3751947"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sp>
          <p:nvSpPr>
            <p:cNvPr id="65" name="テキスト ボックス 64">
              <a:extLst>
                <a:ext uri="{FF2B5EF4-FFF2-40B4-BE49-F238E27FC236}">
                  <a16:creationId xmlns:a16="http://schemas.microsoft.com/office/drawing/2014/main" id="{BCDF5398-2C00-544E-4C59-9F1A24620ADA}"/>
                </a:ext>
              </a:extLst>
            </p:cNvPr>
            <p:cNvSpPr txBox="1"/>
            <p:nvPr/>
          </p:nvSpPr>
          <p:spPr>
            <a:xfrm>
              <a:off x="5107996"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nvGrpSpPr>
          <p:cNvPr id="66" name="グループ化 65">
            <a:extLst>
              <a:ext uri="{FF2B5EF4-FFF2-40B4-BE49-F238E27FC236}">
                <a16:creationId xmlns:a16="http://schemas.microsoft.com/office/drawing/2014/main" id="{75819073-6962-8936-E9BB-4C6796325233}"/>
              </a:ext>
            </a:extLst>
          </p:cNvPr>
          <p:cNvGrpSpPr/>
          <p:nvPr/>
        </p:nvGrpSpPr>
        <p:grpSpPr>
          <a:xfrm>
            <a:off x="895727" y="4764316"/>
            <a:ext cx="4637566" cy="400110"/>
            <a:chOff x="1039849" y="2766548"/>
            <a:chExt cx="4637566" cy="400110"/>
          </a:xfrm>
        </p:grpSpPr>
        <p:sp>
          <p:nvSpPr>
            <p:cNvPr id="67" name="テキスト ボックス 66">
              <a:extLst>
                <a:ext uri="{FF2B5EF4-FFF2-40B4-BE49-F238E27FC236}">
                  <a16:creationId xmlns:a16="http://schemas.microsoft.com/office/drawing/2014/main" id="{9A5DA2CE-F9AF-05D4-0916-EC3D2BA88FF1}"/>
                </a:ext>
              </a:extLst>
            </p:cNvPr>
            <p:cNvSpPr txBox="1"/>
            <p:nvPr/>
          </p:nvSpPr>
          <p:spPr>
            <a:xfrm>
              <a:off x="1039849" y="2766548"/>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68" name="テキスト ボックス 67">
              <a:extLst>
                <a:ext uri="{FF2B5EF4-FFF2-40B4-BE49-F238E27FC236}">
                  <a16:creationId xmlns:a16="http://schemas.microsoft.com/office/drawing/2014/main" id="{46A7B78A-6AE3-6E3A-1ADF-262F6E7F3661}"/>
                </a:ext>
              </a:extLst>
            </p:cNvPr>
            <p:cNvSpPr txBox="1"/>
            <p:nvPr/>
          </p:nvSpPr>
          <p:spPr>
            <a:xfrm>
              <a:off x="2395898" y="2766548"/>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sp>
          <p:nvSpPr>
            <p:cNvPr id="69" name="テキスト ボックス 68">
              <a:extLst>
                <a:ext uri="{FF2B5EF4-FFF2-40B4-BE49-F238E27FC236}">
                  <a16:creationId xmlns:a16="http://schemas.microsoft.com/office/drawing/2014/main" id="{168E77D2-4D91-189B-4441-0C3F84E0230F}"/>
                </a:ext>
              </a:extLst>
            </p:cNvPr>
            <p:cNvSpPr txBox="1"/>
            <p:nvPr/>
          </p:nvSpPr>
          <p:spPr>
            <a:xfrm>
              <a:off x="3751947" y="2766548"/>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sp>
          <p:nvSpPr>
            <p:cNvPr id="70" name="テキスト ボックス 69">
              <a:extLst>
                <a:ext uri="{FF2B5EF4-FFF2-40B4-BE49-F238E27FC236}">
                  <a16:creationId xmlns:a16="http://schemas.microsoft.com/office/drawing/2014/main" id="{A4544803-E22C-DC2D-24F7-6E9E1D671D40}"/>
                </a:ext>
              </a:extLst>
            </p:cNvPr>
            <p:cNvSpPr txBox="1"/>
            <p:nvPr/>
          </p:nvSpPr>
          <p:spPr>
            <a:xfrm>
              <a:off x="5492684" y="2766548"/>
              <a:ext cx="184731" cy="400110"/>
            </a:xfrm>
            <a:prstGeom prst="rect">
              <a:avLst/>
            </a:prstGeom>
            <a:noFill/>
          </p:spPr>
          <p:txBody>
            <a:bodyPr wrap="none" rtlCol="0">
              <a:spAutoFit/>
            </a:bodyPr>
            <a:lstStyle/>
            <a:p>
              <a:pPr algn="ctr"/>
              <a:endPar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24" name="テキスト ボックス 23">
            <a:extLst>
              <a:ext uri="{FF2B5EF4-FFF2-40B4-BE49-F238E27FC236}">
                <a16:creationId xmlns:a16="http://schemas.microsoft.com/office/drawing/2014/main" id="{89C88E9D-5E36-2155-568A-370A3E3F9DCF}"/>
              </a:ext>
            </a:extLst>
          </p:cNvPr>
          <p:cNvSpPr txBox="1"/>
          <p:nvPr/>
        </p:nvSpPr>
        <p:spPr>
          <a:xfrm>
            <a:off x="8515269" y="1281120"/>
            <a:ext cx="1210588" cy="400110"/>
          </a:xfrm>
          <a:prstGeom prst="rect">
            <a:avLst/>
          </a:prstGeom>
          <a:noFill/>
        </p:spPr>
        <p:txBody>
          <a:bodyPr wrap="none" rtlCol="0">
            <a:spAutoFit/>
          </a:bodyPr>
          <a:lstStyle/>
          <a:p>
            <a:pPr algn="ctr"/>
            <a:r>
              <a:rPr lang="ja-JP" altLang="en-US" sz="2000" dirty="0">
                <a:solidFill>
                  <a:srgbClr val="FF00FF"/>
                </a:solidFill>
                <a:latin typeface="原稿用標準書体" panose="03000503000000000000" pitchFamily="66" charset="-128"/>
                <a:ea typeface="原稿用標準書体" panose="03000503000000000000" pitchFamily="66" charset="-128"/>
              </a:rPr>
              <a:t>キャラ名</a:t>
            </a:r>
          </a:p>
        </p:txBody>
      </p:sp>
      <p:pic>
        <p:nvPicPr>
          <p:cNvPr id="46" name="図 45">
            <a:extLst>
              <a:ext uri="{FF2B5EF4-FFF2-40B4-BE49-F238E27FC236}">
                <a16:creationId xmlns:a16="http://schemas.microsoft.com/office/drawing/2014/main" id="{215F458D-CEF5-E343-4F62-C16380E946AB}"/>
              </a:ext>
            </a:extLst>
          </p:cNvPr>
          <p:cNvPicPr>
            <a:picLocks noChangeAspect="1"/>
          </p:cNvPicPr>
          <p:nvPr/>
        </p:nvPicPr>
        <p:blipFill>
          <a:blip r:embed="rId2">
            <a:extLst>
              <a:ext uri="{28A0092B-C50C-407E-A947-70E740481C1C}">
                <a14:useLocalDpi xmlns:a14="http://schemas.microsoft.com/office/drawing/2010/main" val="0"/>
              </a:ext>
            </a:extLst>
          </a:blip>
          <a:srcRect r="51049" b="40086"/>
          <a:stretch>
            <a:fillRect/>
          </a:stretch>
        </p:blipFill>
        <p:spPr>
          <a:xfrm>
            <a:off x="8548052" y="1794175"/>
            <a:ext cx="1229770" cy="2124868"/>
          </a:xfrm>
          <a:prstGeom prst="rect">
            <a:avLst/>
          </a:prstGeom>
        </p:spPr>
      </p:pic>
      <p:grpSp>
        <p:nvGrpSpPr>
          <p:cNvPr id="89" name="グループ化 88">
            <a:extLst>
              <a:ext uri="{FF2B5EF4-FFF2-40B4-BE49-F238E27FC236}">
                <a16:creationId xmlns:a16="http://schemas.microsoft.com/office/drawing/2014/main" id="{9A532A5A-B24B-3B3E-5E76-3053038518A3}"/>
              </a:ext>
            </a:extLst>
          </p:cNvPr>
          <p:cNvGrpSpPr/>
          <p:nvPr/>
        </p:nvGrpSpPr>
        <p:grpSpPr>
          <a:xfrm>
            <a:off x="7182307" y="4382702"/>
            <a:ext cx="1226618" cy="748254"/>
            <a:chOff x="7088997" y="4289392"/>
            <a:chExt cx="1226618" cy="748254"/>
          </a:xfrm>
        </p:grpSpPr>
        <p:pic>
          <p:nvPicPr>
            <p:cNvPr id="86" name="図 85">
              <a:extLst>
                <a:ext uri="{FF2B5EF4-FFF2-40B4-BE49-F238E27FC236}">
                  <a16:creationId xmlns:a16="http://schemas.microsoft.com/office/drawing/2014/main" id="{19189FB9-1ECB-E939-EC0B-1C34B13699C6}"/>
                </a:ext>
              </a:extLst>
            </p:cNvPr>
            <p:cNvPicPr>
              <a:picLocks noChangeAspect="1"/>
            </p:cNvPicPr>
            <p:nvPr/>
          </p:nvPicPr>
          <p:blipFill>
            <a:blip r:embed="rId3">
              <a:duotone>
                <a:schemeClr val="accent3">
                  <a:shade val="45000"/>
                  <a:satMod val="135000"/>
                </a:schemeClr>
                <a:prstClr val="white"/>
              </a:duotone>
              <a:extLst>
                <a:ext uri="{28A0092B-C50C-407E-A947-70E740481C1C}">
                  <a14:useLocalDpi xmlns:a14="http://schemas.microsoft.com/office/drawing/2010/main" val="0"/>
                </a:ext>
              </a:extLst>
            </a:blip>
            <a:srcRect l="6840" t="30163" r="48646" b="36883"/>
            <a:stretch>
              <a:fillRect/>
            </a:stretch>
          </p:blipFill>
          <p:spPr>
            <a:xfrm>
              <a:off x="7098261" y="4289392"/>
              <a:ext cx="452228" cy="502188"/>
            </a:xfrm>
            <a:prstGeom prst="rect">
              <a:avLst/>
            </a:prstGeom>
          </p:spPr>
        </p:pic>
        <p:sp>
          <p:nvSpPr>
            <p:cNvPr id="87" name="テキスト ボックス 86">
              <a:extLst>
                <a:ext uri="{FF2B5EF4-FFF2-40B4-BE49-F238E27FC236}">
                  <a16:creationId xmlns:a16="http://schemas.microsoft.com/office/drawing/2014/main" id="{C4C2A425-995D-B868-4143-0AC5D8CA9677}"/>
                </a:ext>
              </a:extLst>
            </p:cNvPr>
            <p:cNvSpPr txBox="1"/>
            <p:nvPr/>
          </p:nvSpPr>
          <p:spPr>
            <a:xfrm>
              <a:off x="7472051" y="4372863"/>
              <a:ext cx="805029" cy="338554"/>
            </a:xfrm>
            <a:prstGeom prst="rect">
              <a:avLst/>
            </a:prstGeom>
            <a:noFill/>
            <a:effectLst>
              <a:glow rad="63500">
                <a:schemeClr val="accent3">
                  <a:satMod val="175000"/>
                  <a:alpha val="40000"/>
                </a:schemeClr>
              </a:glow>
            </a:effectLst>
          </p:spPr>
          <p:txBody>
            <a:bodyPr wrap="none" rtlCol="0">
              <a:spAutoFit/>
            </a:bodyPr>
            <a:lstStyle/>
            <a:p>
              <a:r>
                <a:rPr lang="ja-JP" altLang="en-US" sz="1600" dirty="0">
                  <a:solidFill>
                    <a:schemeClr val="tx1">
                      <a:lumMod val="85000"/>
                      <a:lumOff val="15000"/>
                    </a:schemeClr>
                  </a:solidFill>
                  <a:effectLst>
                    <a:glow rad="38100">
                      <a:schemeClr val="accent3">
                        <a:satMod val="175000"/>
                        <a:alpha val="65000"/>
                      </a:schemeClr>
                    </a:glow>
                  </a:effectLst>
                  <a:latin typeface="原稿用標準書体" panose="03000503000000000000" pitchFamily="66" charset="-128"/>
                  <a:ea typeface="原稿用標準書体" panose="03000503000000000000" pitchFamily="66" charset="-128"/>
                </a:rPr>
                <a:t>タンク</a:t>
              </a:r>
              <a:endParaRPr lang="en-US" altLang="ja-JP" sz="1200" dirty="0">
                <a:solidFill>
                  <a:schemeClr val="tx1">
                    <a:lumMod val="85000"/>
                    <a:lumOff val="15000"/>
                  </a:schemeClr>
                </a:solidFill>
                <a:effectLst>
                  <a:glow rad="38100">
                    <a:schemeClr val="accent3">
                      <a:satMod val="175000"/>
                      <a:alpha val="65000"/>
                    </a:schemeClr>
                  </a:glow>
                </a:effectLst>
                <a:latin typeface="原稿用標準書体" panose="03000503000000000000" pitchFamily="66" charset="-128"/>
                <a:ea typeface="原稿用標準書体" panose="03000503000000000000" pitchFamily="66" charset="-128"/>
              </a:endParaRPr>
            </a:p>
          </p:txBody>
        </p:sp>
        <p:sp>
          <p:nvSpPr>
            <p:cNvPr id="88" name="テキスト ボックス 87">
              <a:extLst>
                <a:ext uri="{FF2B5EF4-FFF2-40B4-BE49-F238E27FC236}">
                  <a16:creationId xmlns:a16="http://schemas.microsoft.com/office/drawing/2014/main" id="{0EF5BA79-622E-D14F-D3AD-A10CB433C781}"/>
                </a:ext>
              </a:extLst>
            </p:cNvPr>
            <p:cNvSpPr txBox="1"/>
            <p:nvPr/>
          </p:nvSpPr>
          <p:spPr>
            <a:xfrm>
              <a:off x="7088997" y="4760647"/>
              <a:ext cx="1226618" cy="276999"/>
            </a:xfrm>
            <a:prstGeom prst="rect">
              <a:avLst/>
            </a:prstGeom>
            <a:noFill/>
          </p:spPr>
          <p:txBody>
            <a:bodyPr wrap="none" rtlCol="0">
              <a:spAutoFit/>
            </a:bodyPr>
            <a:lstStyle/>
            <a:p>
              <a:r>
                <a:rPr lang="ja-JP" altLang="en-US" sz="1050" dirty="0">
                  <a:solidFill>
                    <a:schemeClr val="tx1">
                      <a:lumMod val="75000"/>
                      <a:lumOff val="25000"/>
                    </a:schemeClr>
                  </a:solidFill>
                  <a:latin typeface="原稿用標準書体" panose="03000503000000000000" pitchFamily="66" charset="-128"/>
                  <a:ea typeface="原稿用標準書体" panose="03000503000000000000" pitchFamily="66" charset="-128"/>
                </a:rPr>
                <a:t>毎ターン</a:t>
              </a:r>
              <a:r>
                <a:rPr lang="en-US" altLang="ja-JP" sz="1200" dirty="0">
                  <a:solidFill>
                    <a:schemeClr val="tx1">
                      <a:lumMod val="75000"/>
                      <a:lumOff val="25000"/>
                    </a:schemeClr>
                  </a:solidFill>
                  <a:latin typeface="原稿用標準書体" panose="03000503000000000000" pitchFamily="66" charset="-128"/>
                  <a:ea typeface="原稿用標準書体" panose="03000503000000000000" pitchFamily="66" charset="-128"/>
                </a:rPr>
                <a:t>5</a:t>
              </a:r>
              <a:r>
                <a:rPr lang="ja-JP" altLang="en-US" sz="1050" dirty="0">
                  <a:solidFill>
                    <a:schemeClr val="tx1">
                      <a:lumMod val="75000"/>
                      <a:lumOff val="25000"/>
                    </a:schemeClr>
                  </a:solidFill>
                  <a:latin typeface="原稿用標準書体" panose="03000503000000000000" pitchFamily="66" charset="-128"/>
                  <a:ea typeface="原稿用標準書体" panose="03000503000000000000" pitchFamily="66" charset="-128"/>
                </a:rPr>
                <a:t>％回復</a:t>
              </a:r>
              <a:endParaRPr lang="en-US" altLang="ja-JP" sz="105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grpSp>
        <p:nvGrpSpPr>
          <p:cNvPr id="90" name="グループ化 89">
            <a:extLst>
              <a:ext uri="{FF2B5EF4-FFF2-40B4-BE49-F238E27FC236}">
                <a16:creationId xmlns:a16="http://schemas.microsoft.com/office/drawing/2014/main" id="{757167CE-E92A-B9D5-F81E-4685FC49C2A2}"/>
              </a:ext>
            </a:extLst>
          </p:cNvPr>
          <p:cNvGrpSpPr/>
          <p:nvPr/>
        </p:nvGrpSpPr>
        <p:grpSpPr>
          <a:xfrm>
            <a:off x="7079024" y="4024693"/>
            <a:ext cx="1422939" cy="1185706"/>
            <a:chOff x="4343042" y="2005061"/>
            <a:chExt cx="4595682" cy="1782085"/>
          </a:xfrm>
        </p:grpSpPr>
        <p:sp>
          <p:nvSpPr>
            <p:cNvPr id="91" name="四角形: 角を丸くする 90">
              <a:extLst>
                <a:ext uri="{FF2B5EF4-FFF2-40B4-BE49-F238E27FC236}">
                  <a16:creationId xmlns:a16="http://schemas.microsoft.com/office/drawing/2014/main" id="{F6AB4674-1CF5-DA77-E552-A02F58DF5002}"/>
                </a:ext>
              </a:extLst>
            </p:cNvPr>
            <p:cNvSpPr/>
            <p:nvPr/>
          </p:nvSpPr>
          <p:spPr>
            <a:xfrm>
              <a:off x="4343042" y="2434991"/>
              <a:ext cx="4595682" cy="1352155"/>
            </a:xfrm>
            <a:prstGeom prst="roundRect">
              <a:avLst>
                <a:gd name="adj" fmla="val 5178"/>
              </a:avLst>
            </a:prstGeom>
            <a:noFill/>
            <a:ln w="254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dirty="0">
                <a:latin typeface="原稿用標準書体" panose="03000503000000000000" pitchFamily="66" charset="-128"/>
                <a:ea typeface="原稿用標準書体" panose="03000503000000000000" pitchFamily="66" charset="-128"/>
              </a:endParaRPr>
            </a:p>
          </p:txBody>
        </p:sp>
        <p:sp>
          <p:nvSpPr>
            <p:cNvPr id="92" name="四角形: 角を丸くする 91">
              <a:extLst>
                <a:ext uri="{FF2B5EF4-FFF2-40B4-BE49-F238E27FC236}">
                  <a16:creationId xmlns:a16="http://schemas.microsoft.com/office/drawing/2014/main" id="{86340FB3-56D5-C0B0-DBF3-98523AAD4CC1}"/>
                </a:ext>
              </a:extLst>
            </p:cNvPr>
            <p:cNvSpPr/>
            <p:nvPr/>
          </p:nvSpPr>
          <p:spPr>
            <a:xfrm>
              <a:off x="5027040" y="2005061"/>
              <a:ext cx="3294263" cy="461666"/>
            </a:xfrm>
            <a:prstGeom prst="round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latin typeface="原稿用標準書体" panose="03000503000000000000" pitchFamily="66" charset="-128"/>
                  <a:ea typeface="原稿用標準書体" panose="03000503000000000000" pitchFamily="66" charset="-128"/>
                </a:rPr>
                <a:t>ロール</a:t>
              </a:r>
            </a:p>
          </p:txBody>
        </p:sp>
      </p:grpSp>
      <p:grpSp>
        <p:nvGrpSpPr>
          <p:cNvPr id="119" name="グループ化 118">
            <a:extLst>
              <a:ext uri="{FF2B5EF4-FFF2-40B4-BE49-F238E27FC236}">
                <a16:creationId xmlns:a16="http://schemas.microsoft.com/office/drawing/2014/main" id="{5633A39F-251D-A4DF-1480-9FBA3F3126F7}"/>
              </a:ext>
            </a:extLst>
          </p:cNvPr>
          <p:cNvGrpSpPr/>
          <p:nvPr/>
        </p:nvGrpSpPr>
        <p:grpSpPr>
          <a:xfrm>
            <a:off x="9972935" y="1296378"/>
            <a:ext cx="1139403" cy="407528"/>
            <a:chOff x="6961435" y="1453494"/>
            <a:chExt cx="1321756" cy="407528"/>
          </a:xfrm>
        </p:grpSpPr>
        <p:sp>
          <p:nvSpPr>
            <p:cNvPr id="122" name="四角形: 角を丸くする 121">
              <a:extLst>
                <a:ext uri="{FF2B5EF4-FFF2-40B4-BE49-F238E27FC236}">
                  <a16:creationId xmlns:a16="http://schemas.microsoft.com/office/drawing/2014/main" id="{381C6DB5-6A3A-9970-B0BC-72309B0F25B3}"/>
                </a:ext>
              </a:extLst>
            </p:cNvPr>
            <p:cNvSpPr/>
            <p:nvPr/>
          </p:nvSpPr>
          <p:spPr>
            <a:xfrm>
              <a:off x="6961435" y="1453494"/>
              <a:ext cx="1321756" cy="407528"/>
            </a:xfrm>
            <a:prstGeom prst="roundRect">
              <a:avLst>
                <a:gd name="adj" fmla="val 9765"/>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21" name="テキスト ボックス 120">
              <a:extLst>
                <a:ext uri="{FF2B5EF4-FFF2-40B4-BE49-F238E27FC236}">
                  <a16:creationId xmlns:a16="http://schemas.microsoft.com/office/drawing/2014/main" id="{38CAA7E7-A20F-808D-528E-1AB1762A599C}"/>
                </a:ext>
              </a:extLst>
            </p:cNvPr>
            <p:cNvSpPr txBox="1"/>
            <p:nvPr/>
          </p:nvSpPr>
          <p:spPr>
            <a:xfrm>
              <a:off x="7222204" y="1487981"/>
              <a:ext cx="800219" cy="338554"/>
            </a:xfrm>
            <a:prstGeom prst="rect">
              <a:avLst/>
            </a:prstGeom>
            <a:noFill/>
          </p:spPr>
          <p:txBody>
            <a:bodyPr wrap="none" rtlCol="0">
              <a:spAutoFit/>
            </a:bodyPr>
            <a:lstStyle/>
            <a:p>
              <a:r>
                <a:rPr kumimoji="1" lang="en-US" altLang="ja-JP" sz="16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Lv</a:t>
              </a:r>
              <a:r>
                <a:rPr lang="en-US" altLang="ja-JP" sz="16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.00</a:t>
              </a:r>
              <a:r>
                <a:rPr lang="en-US" altLang="ja-JP" sz="1600"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0</a:t>
              </a:r>
              <a:endParaRPr kumimoji="1" lang="en-US" altLang="ja-JP" sz="16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125" name="四角形: 角を丸くする 124">
            <a:extLst>
              <a:ext uri="{FF2B5EF4-FFF2-40B4-BE49-F238E27FC236}">
                <a16:creationId xmlns:a16="http://schemas.microsoft.com/office/drawing/2014/main" id="{5A840D43-5A32-A9D0-DBB3-7789E47BC336}"/>
              </a:ext>
            </a:extLst>
          </p:cNvPr>
          <p:cNvSpPr/>
          <p:nvPr/>
        </p:nvSpPr>
        <p:spPr>
          <a:xfrm>
            <a:off x="789687" y="1315344"/>
            <a:ext cx="1233805" cy="1230022"/>
          </a:xfrm>
          <a:prstGeom prst="roundRect">
            <a:avLst>
              <a:gd name="adj" fmla="val 6896"/>
            </a:avLst>
          </a:prstGeom>
          <a:solidFill>
            <a:srgbClr val="FF00FF">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130" name="グループ化 129">
            <a:extLst>
              <a:ext uri="{FF2B5EF4-FFF2-40B4-BE49-F238E27FC236}">
                <a16:creationId xmlns:a16="http://schemas.microsoft.com/office/drawing/2014/main" id="{6BF6BBD3-6252-891A-B1EC-7FA223590AE7}"/>
              </a:ext>
            </a:extLst>
          </p:cNvPr>
          <p:cNvGrpSpPr/>
          <p:nvPr/>
        </p:nvGrpSpPr>
        <p:grpSpPr>
          <a:xfrm>
            <a:off x="1006480" y="1624031"/>
            <a:ext cx="800219" cy="612648"/>
            <a:chOff x="981599" y="1624031"/>
            <a:chExt cx="800219" cy="612648"/>
          </a:xfrm>
        </p:grpSpPr>
        <p:sp>
          <p:nvSpPr>
            <p:cNvPr id="127" name="フローチャート: 他ページ結合子 126">
              <a:extLst>
                <a:ext uri="{FF2B5EF4-FFF2-40B4-BE49-F238E27FC236}">
                  <a16:creationId xmlns:a16="http://schemas.microsoft.com/office/drawing/2014/main" id="{48A2332B-F33B-E89B-748E-B637ECFA07AB}"/>
                </a:ext>
              </a:extLst>
            </p:cNvPr>
            <p:cNvSpPr/>
            <p:nvPr/>
          </p:nvSpPr>
          <p:spPr>
            <a:xfrm>
              <a:off x="1002683" y="1624031"/>
              <a:ext cx="758051" cy="612648"/>
            </a:xfrm>
            <a:prstGeom prst="flowChartOffpageConnector">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9" name="テキスト ボックス 128">
              <a:extLst>
                <a:ext uri="{FF2B5EF4-FFF2-40B4-BE49-F238E27FC236}">
                  <a16:creationId xmlns:a16="http://schemas.microsoft.com/office/drawing/2014/main" id="{3ACA54BD-8E4F-E99E-CC45-D453901416AC}"/>
                </a:ext>
              </a:extLst>
            </p:cNvPr>
            <p:cNvSpPr txBox="1"/>
            <p:nvPr/>
          </p:nvSpPr>
          <p:spPr>
            <a:xfrm>
              <a:off x="981599" y="1707423"/>
              <a:ext cx="800219" cy="338554"/>
            </a:xfrm>
            <a:prstGeom prst="rect">
              <a:avLst/>
            </a:prstGeom>
            <a:noFill/>
          </p:spPr>
          <p:txBody>
            <a:bodyPr wrap="none" rtlCol="0">
              <a:spAutoFit/>
            </a:bodyPr>
            <a:lstStyle/>
            <a:p>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後衛</a:t>
              </a:r>
              <a:r>
                <a:rPr kumimoji="1"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へ</a:t>
              </a: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7" name="グループ化 6">
            <a:extLst>
              <a:ext uri="{FF2B5EF4-FFF2-40B4-BE49-F238E27FC236}">
                <a16:creationId xmlns:a16="http://schemas.microsoft.com/office/drawing/2014/main" id="{99EE21B2-2769-D710-943D-1962DCC806BD}"/>
              </a:ext>
            </a:extLst>
          </p:cNvPr>
          <p:cNvGrpSpPr/>
          <p:nvPr/>
        </p:nvGrpSpPr>
        <p:grpSpPr>
          <a:xfrm>
            <a:off x="6847854" y="5498744"/>
            <a:ext cx="4556517" cy="732910"/>
            <a:chOff x="6847854" y="5498744"/>
            <a:chExt cx="4556517" cy="732910"/>
          </a:xfrm>
        </p:grpSpPr>
        <p:sp>
          <p:nvSpPr>
            <p:cNvPr id="16" name="矢印: 五方向 15">
              <a:extLst>
                <a:ext uri="{FF2B5EF4-FFF2-40B4-BE49-F238E27FC236}">
                  <a16:creationId xmlns:a16="http://schemas.microsoft.com/office/drawing/2014/main" id="{113B4F74-9AD0-23C8-6DDC-EF39201C1255}"/>
                </a:ext>
              </a:extLst>
            </p:cNvPr>
            <p:cNvSpPr/>
            <p:nvPr/>
          </p:nvSpPr>
          <p:spPr>
            <a:xfrm>
              <a:off x="9327302" y="5507053"/>
              <a:ext cx="2077069" cy="710476"/>
            </a:xfrm>
            <a:prstGeom prst="homePlate">
              <a:avLst/>
            </a:prstGeom>
            <a:solidFill>
              <a:srgbClr val="FF00FF">
                <a:alpha val="6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latin typeface="原稿用標準書体" panose="03000503000000000000" pitchFamily="66" charset="-128"/>
                <a:ea typeface="原稿用標準書体" panose="03000503000000000000" pitchFamily="66" charset="-128"/>
              </a:endParaRPr>
            </a:p>
          </p:txBody>
        </p:sp>
        <p:sp>
          <p:nvSpPr>
            <p:cNvPr id="17" name="矢印: 五方向 16">
              <a:extLst>
                <a:ext uri="{FF2B5EF4-FFF2-40B4-BE49-F238E27FC236}">
                  <a16:creationId xmlns:a16="http://schemas.microsoft.com/office/drawing/2014/main" id="{5632922B-1357-D040-73E9-EB67DD0FC2F8}"/>
                </a:ext>
              </a:extLst>
            </p:cNvPr>
            <p:cNvSpPr/>
            <p:nvPr/>
          </p:nvSpPr>
          <p:spPr>
            <a:xfrm flipH="1">
              <a:off x="6847854" y="5507053"/>
              <a:ext cx="2077070" cy="710476"/>
            </a:xfrm>
            <a:prstGeom prst="homePlate">
              <a:avLst/>
            </a:prstGeom>
            <a:solidFill>
              <a:schemeClr val="tx1">
                <a:lumMod val="95000"/>
                <a:lumOff val="5000"/>
                <a:alpha val="6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latin typeface="原稿用標準書体" panose="03000503000000000000" pitchFamily="66" charset="-128"/>
                <a:ea typeface="原稿用標準書体" panose="03000503000000000000" pitchFamily="66" charset="-128"/>
              </a:endParaRPr>
            </a:p>
          </p:txBody>
        </p:sp>
        <p:grpSp>
          <p:nvGrpSpPr>
            <p:cNvPr id="18" name="グループ化 17">
              <a:extLst>
                <a:ext uri="{FF2B5EF4-FFF2-40B4-BE49-F238E27FC236}">
                  <a16:creationId xmlns:a16="http://schemas.microsoft.com/office/drawing/2014/main" id="{3225BC7D-2BE0-03AA-A99C-881054A0E8D5}"/>
                </a:ext>
              </a:extLst>
            </p:cNvPr>
            <p:cNvGrpSpPr/>
            <p:nvPr/>
          </p:nvGrpSpPr>
          <p:grpSpPr>
            <a:xfrm>
              <a:off x="6901145" y="5498744"/>
              <a:ext cx="1645326" cy="732910"/>
              <a:chOff x="163586" y="134635"/>
              <a:chExt cx="3134182" cy="1396119"/>
            </a:xfrm>
          </p:grpSpPr>
          <p:sp>
            <p:nvSpPr>
              <p:cNvPr id="40" name="テキスト ボックス 39">
                <a:extLst>
                  <a:ext uri="{FF2B5EF4-FFF2-40B4-BE49-F238E27FC236}">
                    <a16:creationId xmlns:a16="http://schemas.microsoft.com/office/drawing/2014/main" id="{376CAAC2-0D4E-7955-2798-36C031E3337B}"/>
                  </a:ext>
                </a:extLst>
              </p:cNvPr>
              <p:cNvSpPr txBox="1"/>
              <p:nvPr/>
            </p:nvSpPr>
            <p:spPr>
              <a:xfrm>
                <a:off x="2066572" y="480925"/>
                <a:ext cx="1231196" cy="703540"/>
              </a:xfrm>
              <a:prstGeom prst="rect">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戻る</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42" name="グループ化 41">
                <a:extLst>
                  <a:ext uri="{FF2B5EF4-FFF2-40B4-BE49-F238E27FC236}">
                    <a16:creationId xmlns:a16="http://schemas.microsoft.com/office/drawing/2014/main" id="{32402D94-D7F3-5F0C-BC04-021745DB64AA}"/>
                  </a:ext>
                </a:extLst>
              </p:cNvPr>
              <p:cNvGrpSpPr/>
              <p:nvPr/>
            </p:nvGrpSpPr>
            <p:grpSpPr>
              <a:xfrm>
                <a:off x="163586" y="134635"/>
                <a:ext cx="1975684" cy="1396119"/>
                <a:chOff x="163586" y="134635"/>
                <a:chExt cx="1975684" cy="1396119"/>
              </a:xfrm>
            </p:grpSpPr>
            <p:grpSp>
              <p:nvGrpSpPr>
                <p:cNvPr id="59" name="グループ化 58">
                  <a:extLst>
                    <a:ext uri="{FF2B5EF4-FFF2-40B4-BE49-F238E27FC236}">
                      <a16:creationId xmlns:a16="http://schemas.microsoft.com/office/drawing/2014/main" id="{EDDB92C6-2698-CD29-4A96-41B1EA904986}"/>
                    </a:ext>
                  </a:extLst>
                </p:cNvPr>
                <p:cNvGrpSpPr/>
                <p:nvPr/>
              </p:nvGrpSpPr>
              <p:grpSpPr>
                <a:xfrm>
                  <a:off x="163586" y="134635"/>
                  <a:ext cx="1975684" cy="1396119"/>
                  <a:chOff x="163586" y="134635"/>
                  <a:chExt cx="1975684" cy="1396119"/>
                </a:xfrm>
              </p:grpSpPr>
              <p:pic>
                <p:nvPicPr>
                  <p:cNvPr id="111" name="図 110">
                    <a:extLst>
                      <a:ext uri="{FF2B5EF4-FFF2-40B4-BE49-F238E27FC236}">
                        <a16:creationId xmlns:a16="http://schemas.microsoft.com/office/drawing/2014/main" id="{9BE437D3-2BEC-DE62-0080-C814C6CA65F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113" name="楕円 112">
                    <a:extLst>
                      <a:ext uri="{FF2B5EF4-FFF2-40B4-BE49-F238E27FC236}">
                        <a16:creationId xmlns:a16="http://schemas.microsoft.com/office/drawing/2014/main" id="{9BBE36ED-E67B-1867-9C7E-0EB3A87F666C}"/>
                      </a:ext>
                    </a:extLst>
                  </p:cNvPr>
                  <p:cNvSpPr/>
                  <p:nvPr/>
                </p:nvSpPr>
                <p:spPr>
                  <a:xfrm>
                    <a:off x="836705" y="560292"/>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76" name="図 75">
                  <a:extLst>
                    <a:ext uri="{FF2B5EF4-FFF2-40B4-BE49-F238E27FC236}">
                      <a16:creationId xmlns:a16="http://schemas.microsoft.com/office/drawing/2014/main" id="{81987F8D-BFA6-4A68-1197-373AECF1D9FE}"/>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sp>
          <p:nvSpPr>
            <p:cNvPr id="26" name="テキスト ボックス 25">
              <a:extLst>
                <a:ext uri="{FF2B5EF4-FFF2-40B4-BE49-F238E27FC236}">
                  <a16:creationId xmlns:a16="http://schemas.microsoft.com/office/drawing/2014/main" id="{46525CF5-D01A-444B-8A68-4E8B0FFFCF59}"/>
                </a:ext>
              </a:extLst>
            </p:cNvPr>
            <p:cNvSpPr txBox="1"/>
            <p:nvPr/>
          </p:nvSpPr>
          <p:spPr>
            <a:xfrm>
              <a:off x="9503466" y="5680533"/>
              <a:ext cx="1338828" cy="369332"/>
            </a:xfrm>
            <a:prstGeom prst="rect">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ゲート進入</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8" name="二等辺三角形 37">
              <a:extLst>
                <a:ext uri="{FF2B5EF4-FFF2-40B4-BE49-F238E27FC236}">
                  <a16:creationId xmlns:a16="http://schemas.microsoft.com/office/drawing/2014/main" id="{65EC63B7-36C1-04F9-9E52-F6665010674A}"/>
                </a:ext>
              </a:extLst>
            </p:cNvPr>
            <p:cNvSpPr/>
            <p:nvPr/>
          </p:nvSpPr>
          <p:spPr>
            <a:xfrm rot="5400000">
              <a:off x="10948049" y="5733145"/>
              <a:ext cx="299620" cy="258293"/>
            </a:xfrm>
            <a:prstGeom prst="triangl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73" name="図 72">
            <a:extLst>
              <a:ext uri="{FF2B5EF4-FFF2-40B4-BE49-F238E27FC236}">
                <a16:creationId xmlns:a16="http://schemas.microsoft.com/office/drawing/2014/main" id="{CE109C67-BC18-161E-0117-27E2DB3AA607}"/>
              </a:ext>
            </a:extLst>
          </p:cNvPr>
          <p:cNvPicPr>
            <a:picLocks noChangeAspect="1"/>
          </p:cNvPicPr>
          <p:nvPr/>
        </p:nvPicPr>
        <p:blipFill>
          <a:blip r:embed="rId2">
            <a:extLst>
              <a:ext uri="{28A0092B-C50C-407E-A947-70E740481C1C}">
                <a14:useLocalDpi xmlns:a14="http://schemas.microsoft.com/office/drawing/2010/main" val="0"/>
              </a:ext>
            </a:extLst>
          </a:blip>
          <a:srcRect l="49396" r="-851" b="40086"/>
          <a:stretch>
            <a:fillRect/>
          </a:stretch>
        </p:blipFill>
        <p:spPr>
          <a:xfrm>
            <a:off x="9798901" y="1793311"/>
            <a:ext cx="1422937" cy="2124868"/>
          </a:xfrm>
          <a:prstGeom prst="rect">
            <a:avLst/>
          </a:prstGeom>
        </p:spPr>
      </p:pic>
      <p:sp>
        <p:nvSpPr>
          <p:cNvPr id="93" name="楕円 92">
            <a:extLst>
              <a:ext uri="{FF2B5EF4-FFF2-40B4-BE49-F238E27FC236}">
                <a16:creationId xmlns:a16="http://schemas.microsoft.com/office/drawing/2014/main" id="{0F8E20A0-80D7-2302-C937-9C3C2CBDF011}"/>
              </a:ext>
            </a:extLst>
          </p:cNvPr>
          <p:cNvSpPr/>
          <p:nvPr/>
        </p:nvSpPr>
        <p:spPr>
          <a:xfrm>
            <a:off x="9983865" y="2604116"/>
            <a:ext cx="326650" cy="317200"/>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200"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sz="12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3" name="四角形: 角を丸くする 2">
            <a:extLst>
              <a:ext uri="{FF2B5EF4-FFF2-40B4-BE49-F238E27FC236}">
                <a16:creationId xmlns:a16="http://schemas.microsoft.com/office/drawing/2014/main" id="{88725A4D-6D12-4B13-B03A-189D59B11CBC}"/>
              </a:ext>
            </a:extLst>
          </p:cNvPr>
          <p:cNvSpPr/>
          <p:nvPr/>
        </p:nvSpPr>
        <p:spPr>
          <a:xfrm>
            <a:off x="9920797" y="2203235"/>
            <a:ext cx="1169528" cy="1467111"/>
          </a:xfrm>
          <a:prstGeom prst="roundRect">
            <a:avLst>
              <a:gd name="adj" fmla="val 6896"/>
            </a:avLst>
          </a:prstGeom>
          <a:solidFill>
            <a:srgbClr val="D9D9D9"/>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27" name="テキスト ボックス 26">
            <a:extLst>
              <a:ext uri="{FF2B5EF4-FFF2-40B4-BE49-F238E27FC236}">
                <a16:creationId xmlns:a16="http://schemas.microsoft.com/office/drawing/2014/main" id="{4B6781EC-EBF5-1D86-F32C-73AB854BAD23}"/>
              </a:ext>
            </a:extLst>
          </p:cNvPr>
          <p:cNvSpPr txBox="1"/>
          <p:nvPr/>
        </p:nvSpPr>
        <p:spPr>
          <a:xfrm>
            <a:off x="9931069" y="1810517"/>
            <a:ext cx="1169527" cy="296096"/>
          </a:xfrm>
          <a:prstGeom prst="rect">
            <a:avLst/>
          </a:prstGeom>
          <a:noFill/>
        </p:spPr>
        <p:txBody>
          <a:bodyPr wrap="square">
            <a:spAutoFit/>
          </a:bodyPr>
          <a:lstStyle/>
          <a:p>
            <a:pPr algn="ctr"/>
            <a:r>
              <a:rPr lang="ja-JP" altLang="en-US" sz="1200" dirty="0">
                <a:solidFill>
                  <a:schemeClr val="bg1">
                    <a:lumMod val="95000"/>
                  </a:schemeClr>
                </a:solidFill>
                <a:highlight>
                  <a:srgbClr val="5C5C5C"/>
                </a:highlight>
                <a:latin typeface="原稿用標準書体" panose="03000503000000000000" pitchFamily="66" charset="-128"/>
                <a:ea typeface="原稿用標準書体" panose="03000503000000000000" pitchFamily="66" charset="-128"/>
              </a:rPr>
              <a:t>特殊スキル</a:t>
            </a:r>
            <a:endParaRPr kumimoji="1" lang="ja-JP" altLang="en-US" sz="1200" dirty="0">
              <a:solidFill>
                <a:schemeClr val="bg1">
                  <a:lumMod val="95000"/>
                </a:schemeClr>
              </a:solidFill>
              <a:highlight>
                <a:srgbClr val="5C5C5C"/>
              </a:highlight>
              <a:latin typeface="原稿用標準書体" panose="03000503000000000000" pitchFamily="66" charset="-128"/>
              <a:ea typeface="原稿用標準書体" panose="03000503000000000000" pitchFamily="66" charset="-128"/>
            </a:endParaRPr>
          </a:p>
        </p:txBody>
      </p:sp>
      <p:sp>
        <p:nvSpPr>
          <p:cNvPr id="80" name="四角形: 角を丸くする 79">
            <a:extLst>
              <a:ext uri="{FF2B5EF4-FFF2-40B4-BE49-F238E27FC236}">
                <a16:creationId xmlns:a16="http://schemas.microsoft.com/office/drawing/2014/main" id="{B1071915-F318-59D9-FE52-8721EB5A3EF1}"/>
              </a:ext>
            </a:extLst>
          </p:cNvPr>
          <p:cNvSpPr/>
          <p:nvPr/>
        </p:nvSpPr>
        <p:spPr>
          <a:xfrm>
            <a:off x="10355778" y="2211486"/>
            <a:ext cx="326651" cy="1139659"/>
          </a:xfrm>
          <a:prstGeom prst="roundRect">
            <a:avLst>
              <a:gd name="adj" fmla="val 6896"/>
            </a:avLst>
          </a:prstGeom>
          <a:solidFill>
            <a:schemeClr val="tx1">
              <a:lumMod val="50000"/>
              <a:lumOff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81" name="四角形: 角を丸くする 80">
            <a:extLst>
              <a:ext uri="{FF2B5EF4-FFF2-40B4-BE49-F238E27FC236}">
                <a16:creationId xmlns:a16="http://schemas.microsoft.com/office/drawing/2014/main" id="{6C836FC3-05B1-2989-CD5B-6B62B1CA3499}"/>
              </a:ext>
            </a:extLst>
          </p:cNvPr>
          <p:cNvSpPr/>
          <p:nvPr/>
        </p:nvSpPr>
        <p:spPr>
          <a:xfrm>
            <a:off x="10779048" y="2211486"/>
            <a:ext cx="326651" cy="1139659"/>
          </a:xfrm>
          <a:prstGeom prst="roundRect">
            <a:avLst>
              <a:gd name="adj" fmla="val 6896"/>
            </a:avLst>
          </a:prstGeom>
          <a:solidFill>
            <a:schemeClr val="tx1">
              <a:lumMod val="50000"/>
              <a:lumOff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82" name="フリーフォーム: 図形 81">
            <a:extLst>
              <a:ext uri="{FF2B5EF4-FFF2-40B4-BE49-F238E27FC236}">
                <a16:creationId xmlns:a16="http://schemas.microsoft.com/office/drawing/2014/main" id="{CA2DB530-2730-CF8C-EA0D-5EC07F1376C7}"/>
              </a:ext>
            </a:extLst>
          </p:cNvPr>
          <p:cNvSpPr/>
          <p:nvPr/>
        </p:nvSpPr>
        <p:spPr>
          <a:xfrm>
            <a:off x="9940331" y="2211486"/>
            <a:ext cx="1169528" cy="1544447"/>
          </a:xfrm>
          <a:custGeom>
            <a:avLst/>
            <a:gdLst>
              <a:gd name="csX0" fmla="*/ 21769 w 1062447"/>
              <a:gd name="csY0" fmla="*/ 0 h 1333377"/>
              <a:gd name="csX1" fmla="*/ 277586 w 1062447"/>
              <a:gd name="csY1" fmla="*/ 0 h 1333377"/>
              <a:gd name="csX2" fmla="*/ 298049 w 1062447"/>
              <a:gd name="csY2" fmla="*/ 20463 h 1333377"/>
              <a:gd name="csX3" fmla="*/ 298049 w 1062447"/>
              <a:gd name="csY3" fmla="*/ 267221 h 1333377"/>
              <a:gd name="csX4" fmla="*/ 989181 w 1062447"/>
              <a:gd name="csY4" fmla="*/ 267221 h 1333377"/>
              <a:gd name="csX5" fmla="*/ 1062447 w 1062447"/>
              <a:gd name="csY5" fmla="*/ 340487 h 1333377"/>
              <a:gd name="csX6" fmla="*/ 1062447 w 1062447"/>
              <a:gd name="csY6" fmla="*/ 1260111 h 1333377"/>
              <a:gd name="csX7" fmla="*/ 989181 w 1062447"/>
              <a:gd name="csY7" fmla="*/ 1333377 h 1333377"/>
              <a:gd name="csX8" fmla="*/ 73266 w 1062447"/>
              <a:gd name="csY8" fmla="*/ 1333377 h 1333377"/>
              <a:gd name="csX9" fmla="*/ 0 w 1062447"/>
              <a:gd name="csY9" fmla="*/ 1260111 h 1333377"/>
              <a:gd name="csX10" fmla="*/ 0 w 1062447"/>
              <a:gd name="csY10" fmla="*/ 340487 h 1333377"/>
              <a:gd name="csX11" fmla="*/ 1306 w 1062447"/>
              <a:gd name="csY11" fmla="*/ 334018 h 1333377"/>
              <a:gd name="csX12" fmla="*/ 1306 w 1062447"/>
              <a:gd name="csY12" fmla="*/ 20463 h 1333377"/>
              <a:gd name="csX13" fmla="*/ 21769 w 1062447"/>
              <a:gd name="csY13" fmla="*/ 0 h 133337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1062447" h="1333377">
                <a:moveTo>
                  <a:pt x="21769" y="0"/>
                </a:moveTo>
                <a:lnTo>
                  <a:pt x="277586" y="0"/>
                </a:lnTo>
                <a:cubicBezTo>
                  <a:pt x="288887" y="0"/>
                  <a:pt x="298049" y="9162"/>
                  <a:pt x="298049" y="20463"/>
                </a:cubicBezTo>
                <a:lnTo>
                  <a:pt x="298049" y="267221"/>
                </a:lnTo>
                <a:lnTo>
                  <a:pt x="989181" y="267221"/>
                </a:lnTo>
                <a:cubicBezTo>
                  <a:pt x="1029645" y="267221"/>
                  <a:pt x="1062447" y="300023"/>
                  <a:pt x="1062447" y="340487"/>
                </a:cubicBezTo>
                <a:lnTo>
                  <a:pt x="1062447" y="1260111"/>
                </a:lnTo>
                <a:cubicBezTo>
                  <a:pt x="1062447" y="1300575"/>
                  <a:pt x="1029645" y="1333377"/>
                  <a:pt x="989181" y="1333377"/>
                </a:cubicBezTo>
                <a:lnTo>
                  <a:pt x="73266" y="1333377"/>
                </a:lnTo>
                <a:cubicBezTo>
                  <a:pt x="32802" y="1333377"/>
                  <a:pt x="0" y="1300575"/>
                  <a:pt x="0" y="1260111"/>
                </a:cubicBezTo>
                <a:lnTo>
                  <a:pt x="0" y="340487"/>
                </a:lnTo>
                <a:lnTo>
                  <a:pt x="1306" y="334018"/>
                </a:lnTo>
                <a:lnTo>
                  <a:pt x="1306" y="20463"/>
                </a:lnTo>
                <a:cubicBezTo>
                  <a:pt x="1306" y="9162"/>
                  <a:pt x="10468" y="0"/>
                  <a:pt x="21769" y="0"/>
                </a:cubicBezTo>
                <a:close/>
              </a:path>
            </a:pathLst>
          </a:custGeom>
          <a:solidFill>
            <a:srgbClr val="BFBFBF"/>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83" name="テキスト ボックス 82">
            <a:extLst>
              <a:ext uri="{FF2B5EF4-FFF2-40B4-BE49-F238E27FC236}">
                <a16:creationId xmlns:a16="http://schemas.microsoft.com/office/drawing/2014/main" id="{E4AC71EC-D7EB-E653-F5C2-14BCB186CBE5}"/>
              </a:ext>
            </a:extLst>
          </p:cNvPr>
          <p:cNvSpPr txBox="1"/>
          <p:nvPr/>
        </p:nvSpPr>
        <p:spPr>
          <a:xfrm>
            <a:off x="10373256" y="2194220"/>
            <a:ext cx="291506" cy="296096"/>
          </a:xfrm>
          <a:prstGeom prst="rect">
            <a:avLst/>
          </a:prstGeom>
          <a:noFill/>
        </p:spPr>
        <p:txBody>
          <a:bodyPr wrap="none" rtlCol="0">
            <a:spAutoFit/>
          </a:bodyPr>
          <a:lstStyle/>
          <a:p>
            <a:pPr algn="ctr"/>
            <a:r>
              <a:rPr lang="en-US" altLang="ja-JP" sz="1200" dirty="0">
                <a:solidFill>
                  <a:schemeClr val="bg1">
                    <a:lumMod val="95000"/>
                  </a:schemeClr>
                </a:solidFill>
                <a:latin typeface="原稿用標準書体" panose="03000503000000000000" pitchFamily="66" charset="-128"/>
                <a:ea typeface="原稿用標準書体" panose="03000503000000000000" pitchFamily="66" charset="-128"/>
              </a:rPr>
              <a:t>2</a:t>
            </a:r>
          </a:p>
        </p:txBody>
      </p:sp>
      <p:sp>
        <p:nvSpPr>
          <p:cNvPr id="84" name="テキスト ボックス 83">
            <a:extLst>
              <a:ext uri="{FF2B5EF4-FFF2-40B4-BE49-F238E27FC236}">
                <a16:creationId xmlns:a16="http://schemas.microsoft.com/office/drawing/2014/main" id="{76D1B33C-59D5-BA37-E4AE-B9B7ADDCFBA8}"/>
              </a:ext>
            </a:extLst>
          </p:cNvPr>
          <p:cNvSpPr txBox="1"/>
          <p:nvPr/>
        </p:nvSpPr>
        <p:spPr>
          <a:xfrm>
            <a:off x="10799592" y="2194220"/>
            <a:ext cx="291506" cy="296096"/>
          </a:xfrm>
          <a:prstGeom prst="rect">
            <a:avLst/>
          </a:prstGeom>
          <a:noFill/>
        </p:spPr>
        <p:txBody>
          <a:bodyPr wrap="none" rtlCol="0">
            <a:spAutoFit/>
          </a:bodyPr>
          <a:lstStyle/>
          <a:p>
            <a:pPr algn="ctr"/>
            <a:r>
              <a:rPr lang="en-US" altLang="ja-JP" sz="1200" dirty="0">
                <a:solidFill>
                  <a:schemeClr val="bg1">
                    <a:lumMod val="95000"/>
                  </a:schemeClr>
                </a:solidFill>
                <a:latin typeface="原稿用標準書体" panose="03000503000000000000" pitchFamily="66" charset="-128"/>
                <a:ea typeface="原稿用標準書体" panose="03000503000000000000" pitchFamily="66" charset="-128"/>
              </a:rPr>
              <a:t>3</a:t>
            </a:r>
          </a:p>
        </p:txBody>
      </p:sp>
      <p:sp>
        <p:nvSpPr>
          <p:cNvPr id="85" name="テキスト ボックス 84">
            <a:extLst>
              <a:ext uri="{FF2B5EF4-FFF2-40B4-BE49-F238E27FC236}">
                <a16:creationId xmlns:a16="http://schemas.microsoft.com/office/drawing/2014/main" id="{7AC89228-304B-895C-1D97-22D58CF63AEC}"/>
              </a:ext>
            </a:extLst>
          </p:cNvPr>
          <p:cNvSpPr txBox="1"/>
          <p:nvPr/>
        </p:nvSpPr>
        <p:spPr>
          <a:xfrm>
            <a:off x="9967464" y="2194220"/>
            <a:ext cx="291506" cy="296096"/>
          </a:xfrm>
          <a:prstGeom prst="rect">
            <a:avLst/>
          </a:prstGeom>
          <a:noFill/>
        </p:spPr>
        <p:txBody>
          <a:bodyPr wrap="none" rtlCol="0">
            <a:spAutoFit/>
          </a:bodyPr>
          <a:lstStyle/>
          <a:p>
            <a:pPr algn="ctr"/>
            <a:r>
              <a:rPr lang="en-US" altLang="ja-JP" sz="1200" dirty="0">
                <a:solidFill>
                  <a:schemeClr val="tx1">
                    <a:lumMod val="75000"/>
                    <a:lumOff val="25000"/>
                  </a:schemeClr>
                </a:solidFill>
                <a:latin typeface="原稿用標準書体" panose="03000503000000000000" pitchFamily="66" charset="-128"/>
                <a:ea typeface="原稿用標準書体" panose="03000503000000000000" pitchFamily="66" charset="-128"/>
              </a:rPr>
              <a:t>1</a:t>
            </a:r>
          </a:p>
        </p:txBody>
      </p:sp>
      <p:grpSp>
        <p:nvGrpSpPr>
          <p:cNvPr id="95" name="グループ化 94">
            <a:extLst>
              <a:ext uri="{FF2B5EF4-FFF2-40B4-BE49-F238E27FC236}">
                <a16:creationId xmlns:a16="http://schemas.microsoft.com/office/drawing/2014/main" id="{55A93F3E-8BC4-78A8-88C6-E7CCAF7BE9D2}"/>
              </a:ext>
            </a:extLst>
          </p:cNvPr>
          <p:cNvGrpSpPr/>
          <p:nvPr/>
        </p:nvGrpSpPr>
        <p:grpSpPr>
          <a:xfrm>
            <a:off x="10153969" y="3360006"/>
            <a:ext cx="745833" cy="333845"/>
            <a:chOff x="10130793" y="3279791"/>
            <a:chExt cx="696970" cy="383679"/>
          </a:xfrm>
        </p:grpSpPr>
        <p:sp>
          <p:nvSpPr>
            <p:cNvPr id="75" name="四角形: 角を丸くする 74">
              <a:extLst>
                <a:ext uri="{FF2B5EF4-FFF2-40B4-BE49-F238E27FC236}">
                  <a16:creationId xmlns:a16="http://schemas.microsoft.com/office/drawing/2014/main" id="{A7D2311B-D8D6-B456-2AF2-12B3338DE780}"/>
                </a:ext>
              </a:extLst>
            </p:cNvPr>
            <p:cNvSpPr/>
            <p:nvPr/>
          </p:nvSpPr>
          <p:spPr>
            <a:xfrm>
              <a:off x="10130793" y="3298920"/>
              <a:ext cx="696970" cy="364550"/>
            </a:xfrm>
            <a:prstGeom prst="roundRect">
              <a:avLst>
                <a:gd name="adj" fmla="val 6896"/>
              </a:avLst>
            </a:prstGeom>
            <a:solidFill>
              <a:srgbClr val="FFA4F3"/>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latin typeface="原稿用標準書体" panose="03000503000000000000" pitchFamily="66" charset="-128"/>
                <a:ea typeface="原稿用標準書体" panose="03000503000000000000" pitchFamily="66" charset="-128"/>
              </a:endParaRPr>
            </a:p>
          </p:txBody>
        </p:sp>
        <p:sp>
          <p:nvSpPr>
            <p:cNvPr id="94" name="テキスト ボックス 93">
              <a:extLst>
                <a:ext uri="{FF2B5EF4-FFF2-40B4-BE49-F238E27FC236}">
                  <a16:creationId xmlns:a16="http://schemas.microsoft.com/office/drawing/2014/main" id="{7EADF538-C0DD-8B0F-F3AB-73F2D2521DC8}"/>
                </a:ext>
              </a:extLst>
            </p:cNvPr>
            <p:cNvSpPr txBox="1"/>
            <p:nvPr/>
          </p:nvSpPr>
          <p:spPr>
            <a:xfrm>
              <a:off x="10211797" y="3279791"/>
              <a:ext cx="559328" cy="378105"/>
            </a:xfrm>
            <a:prstGeom prst="rect">
              <a:avLst/>
            </a:prstGeom>
            <a:noFill/>
          </p:spPr>
          <p:txBody>
            <a:bodyPr wrap="none" rtlCol="0">
              <a:spAutoFit/>
            </a:bodyPr>
            <a:lstStyle/>
            <a:p>
              <a:r>
                <a:rPr lang="ja-JP" altLang="en-US" sz="1400" dirty="0">
                  <a:solidFill>
                    <a:schemeClr val="tx1">
                      <a:lumMod val="75000"/>
                      <a:lumOff val="25000"/>
                    </a:schemeClr>
                  </a:solidFill>
                  <a:latin typeface="原稿用標準書体" panose="03000503000000000000" pitchFamily="66" charset="-128"/>
                  <a:ea typeface="原稿用標準書体" panose="03000503000000000000" pitchFamily="66" charset="-128"/>
                </a:rPr>
                <a:t>装備</a:t>
              </a:r>
              <a:endParaRPr lang="en-US" altLang="ja-JP" sz="14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96" name="テキスト ボックス 95">
            <a:extLst>
              <a:ext uri="{FF2B5EF4-FFF2-40B4-BE49-F238E27FC236}">
                <a16:creationId xmlns:a16="http://schemas.microsoft.com/office/drawing/2014/main" id="{35251A73-4260-125E-EB95-84D217B5D812}"/>
              </a:ext>
            </a:extLst>
          </p:cNvPr>
          <p:cNvSpPr txBox="1"/>
          <p:nvPr/>
        </p:nvSpPr>
        <p:spPr>
          <a:xfrm>
            <a:off x="9907300" y="2546132"/>
            <a:ext cx="767939" cy="263196"/>
          </a:xfrm>
          <a:prstGeom prst="rect">
            <a:avLst/>
          </a:prstGeom>
          <a:noFill/>
        </p:spPr>
        <p:txBody>
          <a:bodyPr wrap="none" rtlCol="0">
            <a:spAutoFit/>
          </a:bodyPr>
          <a:lstStyle/>
          <a:p>
            <a:r>
              <a:rPr lang="ja-JP" altLang="en-US"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スキル名</a:t>
            </a:r>
            <a:endParaRPr lang="en-US" altLang="ja-JP" sz="1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97" name="テキスト ボックス 96">
            <a:extLst>
              <a:ext uri="{FF2B5EF4-FFF2-40B4-BE49-F238E27FC236}">
                <a16:creationId xmlns:a16="http://schemas.microsoft.com/office/drawing/2014/main" id="{4182B900-F004-0F38-6AFC-ADECAC1D0600}"/>
              </a:ext>
            </a:extLst>
          </p:cNvPr>
          <p:cNvSpPr txBox="1"/>
          <p:nvPr/>
        </p:nvSpPr>
        <p:spPr>
          <a:xfrm>
            <a:off x="9965839" y="2776929"/>
            <a:ext cx="1050268" cy="592192"/>
          </a:xfrm>
          <a:prstGeom prst="rect">
            <a:avLst/>
          </a:prstGeom>
          <a:noFill/>
        </p:spPr>
        <p:txBody>
          <a:bodyPr wrap="none" rtlCol="0">
            <a:spAutoFit/>
          </a:bodyPr>
          <a:lstStyle/>
          <a:p>
            <a:r>
              <a:rPr lang="ja-JP" altLang="en-US"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効果テキスト</a:t>
            </a:r>
            <a:br>
              <a:rPr lang="en-US" altLang="ja-JP"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br>
            <a:r>
              <a:rPr lang="ja-JP" altLang="en-US"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効果テキスト</a:t>
            </a:r>
            <a:endParaRPr lang="en-US" altLang="ja-JP" sz="1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a:p>
            <a:r>
              <a:rPr lang="ja-JP" altLang="en-US"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効果テキスト</a:t>
            </a:r>
            <a:endParaRPr lang="en-US" altLang="ja-JP" sz="1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102" name="グループ化 101">
            <a:extLst>
              <a:ext uri="{FF2B5EF4-FFF2-40B4-BE49-F238E27FC236}">
                <a16:creationId xmlns:a16="http://schemas.microsoft.com/office/drawing/2014/main" id="{7E9EC26B-0D57-F6A8-EAF5-8018F18E787A}"/>
              </a:ext>
            </a:extLst>
          </p:cNvPr>
          <p:cNvGrpSpPr/>
          <p:nvPr/>
        </p:nvGrpSpPr>
        <p:grpSpPr>
          <a:xfrm>
            <a:off x="10583914" y="2621366"/>
            <a:ext cx="449829" cy="112728"/>
            <a:chOff x="10725054" y="3385387"/>
            <a:chExt cx="569131" cy="146875"/>
          </a:xfrm>
        </p:grpSpPr>
        <p:sp>
          <p:nvSpPr>
            <p:cNvPr id="99" name="楕円 98">
              <a:extLst>
                <a:ext uri="{FF2B5EF4-FFF2-40B4-BE49-F238E27FC236}">
                  <a16:creationId xmlns:a16="http://schemas.microsoft.com/office/drawing/2014/main" id="{E6338FE2-57B1-D8EC-100F-9CFA50B1ADD9}"/>
                </a:ext>
              </a:extLst>
            </p:cNvPr>
            <p:cNvSpPr/>
            <p:nvPr/>
          </p:nvSpPr>
          <p:spPr>
            <a:xfrm>
              <a:off x="10725054" y="3385387"/>
              <a:ext cx="157325" cy="146875"/>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100" name="楕円 99">
              <a:extLst>
                <a:ext uri="{FF2B5EF4-FFF2-40B4-BE49-F238E27FC236}">
                  <a16:creationId xmlns:a16="http://schemas.microsoft.com/office/drawing/2014/main" id="{3AC446DB-A3E3-21AC-493E-C31620B979A3}"/>
                </a:ext>
              </a:extLst>
            </p:cNvPr>
            <p:cNvSpPr/>
            <p:nvPr/>
          </p:nvSpPr>
          <p:spPr>
            <a:xfrm>
              <a:off x="10930957" y="3385387"/>
              <a:ext cx="157325" cy="146875"/>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101" name="楕円 100">
              <a:extLst>
                <a:ext uri="{FF2B5EF4-FFF2-40B4-BE49-F238E27FC236}">
                  <a16:creationId xmlns:a16="http://schemas.microsoft.com/office/drawing/2014/main" id="{B0D80A72-10EA-C64C-68E1-4B0694C3F398}"/>
                </a:ext>
              </a:extLst>
            </p:cNvPr>
            <p:cNvSpPr/>
            <p:nvPr/>
          </p:nvSpPr>
          <p:spPr>
            <a:xfrm>
              <a:off x="11136860" y="3385387"/>
              <a:ext cx="157325" cy="146875"/>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pic>
        <p:nvPicPr>
          <p:cNvPr id="137" name="図 136">
            <a:extLst>
              <a:ext uri="{FF2B5EF4-FFF2-40B4-BE49-F238E27FC236}">
                <a16:creationId xmlns:a16="http://schemas.microsoft.com/office/drawing/2014/main" id="{DE72BEB4-0A97-FCF6-72F9-3AFFDF4F22D8}"/>
              </a:ext>
            </a:extLst>
          </p:cNvPr>
          <p:cNvPicPr>
            <a:picLocks noChangeAspect="1"/>
          </p:cNvPicPr>
          <p:nvPr/>
        </p:nvPicPr>
        <p:blipFill>
          <a:blip r:embed="rId2">
            <a:extLst>
              <a:ext uri="{28A0092B-C50C-407E-A947-70E740481C1C}">
                <a14:useLocalDpi xmlns:a14="http://schemas.microsoft.com/office/drawing/2010/main" val="0"/>
              </a:ext>
            </a:extLst>
          </a:blip>
          <a:srcRect l="1" t="59977" r="-1820" b="-602"/>
          <a:stretch>
            <a:fillRect/>
          </a:stretch>
        </p:blipFill>
        <p:spPr>
          <a:xfrm>
            <a:off x="8642490" y="3937660"/>
            <a:ext cx="2579347" cy="1301439"/>
          </a:xfrm>
          <a:prstGeom prst="rect">
            <a:avLst/>
          </a:prstGeom>
        </p:spPr>
      </p:pic>
      <p:grpSp>
        <p:nvGrpSpPr>
          <p:cNvPr id="138" name="グループ化 137">
            <a:extLst>
              <a:ext uri="{FF2B5EF4-FFF2-40B4-BE49-F238E27FC236}">
                <a16:creationId xmlns:a16="http://schemas.microsoft.com/office/drawing/2014/main" id="{E546C796-E2E8-2190-0ECB-D3754DCF41A5}"/>
              </a:ext>
            </a:extLst>
          </p:cNvPr>
          <p:cNvGrpSpPr/>
          <p:nvPr/>
        </p:nvGrpSpPr>
        <p:grpSpPr>
          <a:xfrm>
            <a:off x="8698227" y="4034895"/>
            <a:ext cx="2394303" cy="1120200"/>
            <a:chOff x="8697253" y="4030570"/>
            <a:chExt cx="2394303" cy="1120200"/>
          </a:xfrm>
        </p:grpSpPr>
        <p:sp>
          <p:nvSpPr>
            <p:cNvPr id="8" name="テキスト ボックス 7">
              <a:extLst>
                <a:ext uri="{FF2B5EF4-FFF2-40B4-BE49-F238E27FC236}">
                  <a16:creationId xmlns:a16="http://schemas.microsoft.com/office/drawing/2014/main" id="{C3505EFD-64F3-9C6A-2586-3CE32DD749F5}"/>
                </a:ext>
              </a:extLst>
            </p:cNvPr>
            <p:cNvSpPr txBox="1"/>
            <p:nvPr/>
          </p:nvSpPr>
          <p:spPr>
            <a:xfrm>
              <a:off x="9366255" y="4396872"/>
              <a:ext cx="1062446" cy="261610"/>
            </a:xfrm>
            <a:prstGeom prst="rect">
              <a:avLst/>
            </a:prstGeom>
            <a:noFill/>
          </p:spPr>
          <p:txBody>
            <a:bodyPr wrap="square">
              <a:spAutoFit/>
            </a:bodyPr>
            <a:lstStyle/>
            <a:p>
              <a:pPr algn="ctr"/>
              <a:r>
                <a:rPr lang="ja-JP" altLang="en-US" sz="1100" dirty="0">
                  <a:solidFill>
                    <a:schemeClr val="bg1">
                      <a:lumMod val="95000"/>
                    </a:schemeClr>
                  </a:solidFill>
                  <a:highlight>
                    <a:srgbClr val="808080"/>
                  </a:highlight>
                  <a:latin typeface="原稿用標準書体" panose="03000503000000000000" pitchFamily="66" charset="-128"/>
                  <a:ea typeface="原稿用標準書体" panose="03000503000000000000" pitchFamily="66" charset="-128"/>
                </a:rPr>
                <a:t>武器</a:t>
              </a:r>
              <a:endParaRPr kumimoji="1" lang="ja-JP" altLang="en-US" sz="1100" dirty="0">
                <a:solidFill>
                  <a:schemeClr val="bg1">
                    <a:lumMod val="95000"/>
                  </a:schemeClr>
                </a:solidFill>
                <a:highlight>
                  <a:srgbClr val="808080"/>
                </a:highlight>
                <a:latin typeface="原稿用標準書体" panose="03000503000000000000" pitchFamily="66" charset="-128"/>
                <a:ea typeface="原稿用標準書体" panose="03000503000000000000" pitchFamily="66" charset="-128"/>
              </a:endParaRPr>
            </a:p>
          </p:txBody>
        </p:sp>
        <p:sp>
          <p:nvSpPr>
            <p:cNvPr id="49" name="四角形: 角を丸くする 48">
              <a:extLst>
                <a:ext uri="{FF2B5EF4-FFF2-40B4-BE49-F238E27FC236}">
                  <a16:creationId xmlns:a16="http://schemas.microsoft.com/office/drawing/2014/main" id="{136941F1-7ACE-272E-35FB-20475B277AAB}"/>
                </a:ext>
              </a:extLst>
            </p:cNvPr>
            <p:cNvSpPr/>
            <p:nvPr/>
          </p:nvSpPr>
          <p:spPr>
            <a:xfrm>
              <a:off x="8697253" y="4343611"/>
              <a:ext cx="2394303" cy="807159"/>
            </a:xfrm>
            <a:prstGeom prst="roundRect">
              <a:avLst>
                <a:gd name="adj" fmla="val 6896"/>
              </a:avLst>
            </a:prstGeom>
            <a:solidFill>
              <a:srgbClr val="D9D9D9"/>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41" name="四角形: 角を丸くする 40">
              <a:extLst>
                <a:ext uri="{FF2B5EF4-FFF2-40B4-BE49-F238E27FC236}">
                  <a16:creationId xmlns:a16="http://schemas.microsoft.com/office/drawing/2014/main" id="{1C584CB5-2363-9074-264D-7F18547080C8}"/>
                </a:ext>
              </a:extLst>
            </p:cNvPr>
            <p:cNvSpPr/>
            <p:nvPr/>
          </p:nvSpPr>
          <p:spPr>
            <a:xfrm>
              <a:off x="9941402" y="4400684"/>
              <a:ext cx="1114661" cy="484206"/>
            </a:xfrm>
            <a:prstGeom prst="roundRect">
              <a:avLst>
                <a:gd name="adj" fmla="val 6896"/>
              </a:avLst>
            </a:prstGeom>
            <a:solidFill>
              <a:schemeClr val="tx1">
                <a:lumMod val="50000"/>
                <a:lumOff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48" name="グループ化 47">
              <a:extLst>
                <a:ext uri="{FF2B5EF4-FFF2-40B4-BE49-F238E27FC236}">
                  <a16:creationId xmlns:a16="http://schemas.microsoft.com/office/drawing/2014/main" id="{B7CA30EF-66EC-B6FA-205C-99B3DB1C26A7}"/>
                </a:ext>
              </a:extLst>
            </p:cNvPr>
            <p:cNvGrpSpPr/>
            <p:nvPr/>
          </p:nvGrpSpPr>
          <p:grpSpPr>
            <a:xfrm>
              <a:off x="8756066" y="4386658"/>
              <a:ext cx="2299997" cy="740676"/>
              <a:chOff x="8756066" y="4312009"/>
              <a:chExt cx="2299997" cy="740676"/>
            </a:xfrm>
          </p:grpSpPr>
          <p:sp>
            <p:nvSpPr>
              <p:cNvPr id="45" name="フリーフォーム: 図形 44">
                <a:extLst>
                  <a:ext uri="{FF2B5EF4-FFF2-40B4-BE49-F238E27FC236}">
                    <a16:creationId xmlns:a16="http://schemas.microsoft.com/office/drawing/2014/main" id="{8651FA19-E39D-3C1A-2F15-1923DDFE4BD0}"/>
                  </a:ext>
                </a:extLst>
              </p:cNvPr>
              <p:cNvSpPr/>
              <p:nvPr/>
            </p:nvSpPr>
            <p:spPr>
              <a:xfrm>
                <a:off x="8756066" y="4331554"/>
                <a:ext cx="2299997" cy="721131"/>
              </a:xfrm>
              <a:custGeom>
                <a:avLst/>
                <a:gdLst>
                  <a:gd name="csX0" fmla="*/ 37967 w 2299997"/>
                  <a:gd name="csY0" fmla="*/ 0 h 721131"/>
                  <a:gd name="csX1" fmla="*/ 1085846 w 2299997"/>
                  <a:gd name="csY1" fmla="*/ 0 h 721131"/>
                  <a:gd name="csX2" fmla="*/ 1119237 w 2299997"/>
                  <a:gd name="csY2" fmla="*/ 33391 h 721131"/>
                  <a:gd name="csX3" fmla="*/ 1119237 w 2299997"/>
                  <a:gd name="csY3" fmla="*/ 236925 h 721131"/>
                  <a:gd name="csX4" fmla="*/ 2266606 w 2299997"/>
                  <a:gd name="csY4" fmla="*/ 236925 h 721131"/>
                  <a:gd name="csX5" fmla="*/ 2299997 w 2299997"/>
                  <a:gd name="csY5" fmla="*/ 270316 h 721131"/>
                  <a:gd name="csX6" fmla="*/ 2299997 w 2299997"/>
                  <a:gd name="csY6" fmla="*/ 687740 h 721131"/>
                  <a:gd name="csX7" fmla="*/ 2266606 w 2299997"/>
                  <a:gd name="csY7" fmla="*/ 721131 h 721131"/>
                  <a:gd name="csX8" fmla="*/ 33391 w 2299997"/>
                  <a:gd name="csY8" fmla="*/ 721131 h 721131"/>
                  <a:gd name="csX9" fmla="*/ 0 w 2299997"/>
                  <a:gd name="csY9" fmla="*/ 687740 h 721131"/>
                  <a:gd name="csX10" fmla="*/ 0 w 2299997"/>
                  <a:gd name="csY10" fmla="*/ 270316 h 721131"/>
                  <a:gd name="csX11" fmla="*/ 4576 w 2299997"/>
                  <a:gd name="csY11" fmla="*/ 259269 h 721131"/>
                  <a:gd name="csX12" fmla="*/ 4576 w 2299997"/>
                  <a:gd name="csY12" fmla="*/ 33391 h 721131"/>
                  <a:gd name="csX13" fmla="*/ 37967 w 2299997"/>
                  <a:gd name="csY13" fmla="*/ 0 h 72113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2299997" h="721131">
                    <a:moveTo>
                      <a:pt x="37967" y="0"/>
                    </a:moveTo>
                    <a:lnTo>
                      <a:pt x="1085846" y="0"/>
                    </a:lnTo>
                    <a:cubicBezTo>
                      <a:pt x="1104287" y="0"/>
                      <a:pt x="1119237" y="14950"/>
                      <a:pt x="1119237" y="33391"/>
                    </a:cubicBezTo>
                    <a:lnTo>
                      <a:pt x="1119237" y="236925"/>
                    </a:lnTo>
                    <a:lnTo>
                      <a:pt x="2266606" y="236925"/>
                    </a:lnTo>
                    <a:cubicBezTo>
                      <a:pt x="2285047" y="236925"/>
                      <a:pt x="2299997" y="251875"/>
                      <a:pt x="2299997" y="270316"/>
                    </a:cubicBezTo>
                    <a:lnTo>
                      <a:pt x="2299997" y="687740"/>
                    </a:lnTo>
                    <a:cubicBezTo>
                      <a:pt x="2299997" y="706181"/>
                      <a:pt x="2285047" y="721131"/>
                      <a:pt x="2266606" y="721131"/>
                    </a:cubicBezTo>
                    <a:lnTo>
                      <a:pt x="33391" y="721131"/>
                    </a:lnTo>
                    <a:cubicBezTo>
                      <a:pt x="14950" y="721131"/>
                      <a:pt x="0" y="706181"/>
                      <a:pt x="0" y="687740"/>
                    </a:cubicBezTo>
                    <a:lnTo>
                      <a:pt x="0" y="270316"/>
                    </a:lnTo>
                    <a:lnTo>
                      <a:pt x="4576" y="259269"/>
                    </a:lnTo>
                    <a:lnTo>
                      <a:pt x="4576" y="33391"/>
                    </a:lnTo>
                    <a:cubicBezTo>
                      <a:pt x="4576" y="14950"/>
                      <a:pt x="19526" y="0"/>
                      <a:pt x="37967" y="0"/>
                    </a:cubicBezTo>
                    <a:close/>
                  </a:path>
                </a:pathLst>
              </a:custGeom>
              <a:solidFill>
                <a:srgbClr val="BFBFBF"/>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47" name="テキスト ボックス 46">
                <a:extLst>
                  <a:ext uri="{FF2B5EF4-FFF2-40B4-BE49-F238E27FC236}">
                    <a16:creationId xmlns:a16="http://schemas.microsoft.com/office/drawing/2014/main" id="{CC8F9B89-BC80-40B4-10EB-546099667535}"/>
                  </a:ext>
                </a:extLst>
              </p:cNvPr>
              <p:cNvSpPr txBox="1"/>
              <p:nvPr/>
            </p:nvSpPr>
            <p:spPr>
              <a:xfrm>
                <a:off x="8875753" y="4312009"/>
                <a:ext cx="800219" cy="276999"/>
              </a:xfrm>
              <a:prstGeom prst="rect">
                <a:avLst/>
              </a:prstGeom>
              <a:noFill/>
            </p:spPr>
            <p:txBody>
              <a:bodyPr wrap="none" rtlCol="0">
                <a:spAutoFit/>
              </a:bodyPr>
              <a:lstStyle/>
              <a:p>
                <a:r>
                  <a:rPr lang="ja-JP" altLang="en-US" sz="1200" dirty="0">
                    <a:solidFill>
                      <a:schemeClr val="tx1">
                        <a:lumMod val="75000"/>
                        <a:lumOff val="25000"/>
                      </a:schemeClr>
                    </a:solidFill>
                    <a:latin typeface="原稿用標準書体" panose="03000503000000000000" pitchFamily="66" charset="-128"/>
                    <a:ea typeface="原稿用標準書体" panose="03000503000000000000" pitchFamily="66" charset="-128"/>
                  </a:rPr>
                  <a:t>通常攻撃</a:t>
                </a:r>
                <a:endParaRPr lang="en-US" altLang="ja-JP" sz="12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51" name="テキスト ボックス 50">
              <a:extLst>
                <a:ext uri="{FF2B5EF4-FFF2-40B4-BE49-F238E27FC236}">
                  <a16:creationId xmlns:a16="http://schemas.microsoft.com/office/drawing/2014/main" id="{D820DB5A-77DB-237D-A8CF-6CC9B132E7D5}"/>
                </a:ext>
              </a:extLst>
            </p:cNvPr>
            <p:cNvSpPr txBox="1"/>
            <p:nvPr/>
          </p:nvSpPr>
          <p:spPr>
            <a:xfrm>
              <a:off x="10290983" y="4382702"/>
              <a:ext cx="415498" cy="276999"/>
            </a:xfrm>
            <a:prstGeom prst="rect">
              <a:avLst/>
            </a:prstGeom>
            <a:noFill/>
          </p:spPr>
          <p:txBody>
            <a:bodyPr wrap="none" rtlCol="0">
              <a:spAutoFit/>
            </a:bodyPr>
            <a:lstStyle/>
            <a:p>
              <a:pPr algn="ctr"/>
              <a:r>
                <a:rPr lang="en-US" altLang="ja-JP" sz="1200" dirty="0">
                  <a:solidFill>
                    <a:schemeClr val="bg1">
                      <a:lumMod val="95000"/>
                    </a:schemeClr>
                  </a:solidFill>
                  <a:latin typeface="原稿用標準書体" panose="03000503000000000000" pitchFamily="66" charset="-128"/>
                  <a:ea typeface="原稿用標準書体" panose="03000503000000000000" pitchFamily="66" charset="-128"/>
                </a:rPr>
                <a:t>ENB</a:t>
              </a:r>
            </a:p>
          </p:txBody>
        </p:sp>
        <p:sp>
          <p:nvSpPr>
            <p:cNvPr id="71" name="テキスト ボックス 70">
              <a:extLst>
                <a:ext uri="{FF2B5EF4-FFF2-40B4-BE49-F238E27FC236}">
                  <a16:creationId xmlns:a16="http://schemas.microsoft.com/office/drawing/2014/main" id="{B3EDCE10-89E6-98E5-60B9-25EF573708CB}"/>
                </a:ext>
              </a:extLst>
            </p:cNvPr>
            <p:cNvSpPr txBox="1"/>
            <p:nvPr/>
          </p:nvSpPr>
          <p:spPr>
            <a:xfrm>
              <a:off x="9360450" y="4030570"/>
              <a:ext cx="1062446" cy="276999"/>
            </a:xfrm>
            <a:prstGeom prst="rect">
              <a:avLst/>
            </a:prstGeom>
            <a:noFill/>
          </p:spPr>
          <p:txBody>
            <a:bodyPr wrap="square">
              <a:spAutoFit/>
            </a:bodyPr>
            <a:lstStyle/>
            <a:p>
              <a:pPr algn="ctr"/>
              <a:r>
                <a:rPr lang="ja-JP" altLang="en-US" sz="1200" dirty="0">
                  <a:solidFill>
                    <a:schemeClr val="bg1">
                      <a:lumMod val="95000"/>
                    </a:schemeClr>
                  </a:solidFill>
                  <a:highlight>
                    <a:srgbClr val="5C5C5C"/>
                  </a:highlight>
                  <a:latin typeface="原稿用標準書体" panose="03000503000000000000" pitchFamily="66" charset="-128"/>
                  <a:ea typeface="原稿用標準書体" panose="03000503000000000000" pitchFamily="66" charset="-128"/>
                </a:rPr>
                <a:t>固定スキル</a:t>
              </a:r>
              <a:endParaRPr kumimoji="1" lang="ja-JP" altLang="en-US" sz="1200" dirty="0">
                <a:solidFill>
                  <a:schemeClr val="bg1">
                    <a:lumMod val="95000"/>
                  </a:schemeClr>
                </a:solidFill>
                <a:highlight>
                  <a:srgbClr val="5C5C5C"/>
                </a:highlight>
                <a:latin typeface="原稿用標準書体" panose="03000503000000000000" pitchFamily="66" charset="-128"/>
                <a:ea typeface="原稿用標準書体" panose="03000503000000000000" pitchFamily="66" charset="-128"/>
              </a:endParaRPr>
            </a:p>
          </p:txBody>
        </p:sp>
        <p:sp>
          <p:nvSpPr>
            <p:cNvPr id="103" name="テキスト ボックス 102">
              <a:extLst>
                <a:ext uri="{FF2B5EF4-FFF2-40B4-BE49-F238E27FC236}">
                  <a16:creationId xmlns:a16="http://schemas.microsoft.com/office/drawing/2014/main" id="{A22B7B14-1069-E138-41B3-A16B48C3D068}"/>
                </a:ext>
              </a:extLst>
            </p:cNvPr>
            <p:cNvSpPr txBox="1"/>
            <p:nvPr/>
          </p:nvSpPr>
          <p:spPr>
            <a:xfrm>
              <a:off x="8880746" y="4722823"/>
              <a:ext cx="1657826" cy="246221"/>
            </a:xfrm>
            <a:prstGeom prst="rect">
              <a:avLst/>
            </a:prstGeom>
            <a:noFill/>
          </p:spPr>
          <p:txBody>
            <a:bodyPr wrap="none" rtlCol="0">
              <a:spAutoFit/>
            </a:bodyPr>
            <a:lstStyle/>
            <a:p>
              <a:r>
                <a:rPr lang="ja-JP" altLang="en-US"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敵</a:t>
              </a:r>
              <a:r>
                <a:rPr lang="en-US" altLang="ja-JP"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1</a:t>
              </a:r>
              <a:r>
                <a:rPr lang="ja-JP" altLang="en-US"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体に</a:t>
              </a:r>
              <a:r>
                <a:rPr lang="en-US" altLang="ja-JP"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ATK×80</a:t>
              </a:r>
              <a:r>
                <a:rPr lang="ja-JP" altLang="en-US"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％の攻撃</a:t>
              </a:r>
              <a:endParaRPr lang="en-US" altLang="ja-JP" sz="1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grpSp>
        <p:nvGrpSpPr>
          <p:cNvPr id="143" name="グループ化 142">
            <a:extLst>
              <a:ext uri="{FF2B5EF4-FFF2-40B4-BE49-F238E27FC236}">
                <a16:creationId xmlns:a16="http://schemas.microsoft.com/office/drawing/2014/main" id="{3FFC0166-D8D4-F9AB-127D-AC4341AEFBE8}"/>
              </a:ext>
            </a:extLst>
          </p:cNvPr>
          <p:cNvGrpSpPr/>
          <p:nvPr/>
        </p:nvGrpSpPr>
        <p:grpSpPr>
          <a:xfrm>
            <a:off x="7029630" y="1349900"/>
            <a:ext cx="1340760" cy="2476317"/>
            <a:chOff x="6757185" y="1821181"/>
            <a:chExt cx="1196129" cy="2209191"/>
          </a:xfrm>
        </p:grpSpPr>
        <p:grpSp>
          <p:nvGrpSpPr>
            <p:cNvPr id="144" name="グループ化 143">
              <a:extLst>
                <a:ext uri="{FF2B5EF4-FFF2-40B4-BE49-F238E27FC236}">
                  <a16:creationId xmlns:a16="http://schemas.microsoft.com/office/drawing/2014/main" id="{BBA9CE63-C2EC-62E7-5564-401970D11B0E}"/>
                </a:ext>
              </a:extLst>
            </p:cNvPr>
            <p:cNvGrpSpPr/>
            <p:nvPr/>
          </p:nvGrpSpPr>
          <p:grpSpPr>
            <a:xfrm>
              <a:off x="6807560" y="1821181"/>
              <a:ext cx="1114968" cy="2209191"/>
              <a:chOff x="7405698" y="1658876"/>
              <a:chExt cx="1145519" cy="2269724"/>
            </a:xfrm>
          </p:grpSpPr>
          <p:sp>
            <p:nvSpPr>
              <p:cNvPr id="147" name="四角形: 角を丸くする 146">
                <a:extLst>
                  <a:ext uri="{FF2B5EF4-FFF2-40B4-BE49-F238E27FC236}">
                    <a16:creationId xmlns:a16="http://schemas.microsoft.com/office/drawing/2014/main" id="{3D1118E6-EB2D-36B2-41C9-7B40A4DC7EB0}"/>
                  </a:ext>
                </a:extLst>
              </p:cNvPr>
              <p:cNvSpPr/>
              <p:nvPr/>
            </p:nvSpPr>
            <p:spPr>
              <a:xfrm>
                <a:off x="7405698" y="1934776"/>
                <a:ext cx="1145519" cy="1993824"/>
              </a:xfrm>
              <a:prstGeom prst="roundRect">
                <a:avLst>
                  <a:gd name="adj" fmla="val 5178"/>
                </a:avLst>
              </a:prstGeom>
              <a:solidFill>
                <a:schemeClr val="bg1">
                  <a:lumMod val="85000"/>
                  <a:alpha val="40000"/>
                </a:schemeClr>
              </a:solidFill>
              <a:ln w="25400">
                <a:solidFill>
                  <a:schemeClr val="tx2">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48" name="四角形: 角を丸くする 147">
                <a:extLst>
                  <a:ext uri="{FF2B5EF4-FFF2-40B4-BE49-F238E27FC236}">
                    <a16:creationId xmlns:a16="http://schemas.microsoft.com/office/drawing/2014/main" id="{4E4DABE1-17BC-ABA6-1A64-09BC58253F83}"/>
                  </a:ext>
                </a:extLst>
              </p:cNvPr>
              <p:cNvSpPr/>
              <p:nvPr/>
            </p:nvSpPr>
            <p:spPr>
              <a:xfrm>
                <a:off x="7492777" y="1658876"/>
                <a:ext cx="971361" cy="284762"/>
              </a:xfrm>
              <a:prstGeom prst="roundRect">
                <a:avLst>
                  <a:gd name="adj" fmla="val 21561"/>
                </a:avLst>
              </a:prstGeom>
              <a:solidFill>
                <a:schemeClr val="tx2">
                  <a:lumMod val="60000"/>
                  <a:lumOff val="40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pic>
          <p:nvPicPr>
            <p:cNvPr id="145" name="図 144">
              <a:extLst>
                <a:ext uri="{FF2B5EF4-FFF2-40B4-BE49-F238E27FC236}">
                  <a16:creationId xmlns:a16="http://schemas.microsoft.com/office/drawing/2014/main" id="{716EB4FF-1E24-BA56-5BC4-39BBB7B9D884}"/>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6757185" y="2217531"/>
              <a:ext cx="1196129" cy="1688490"/>
            </a:xfrm>
            <a:prstGeom prst="rect">
              <a:avLst/>
            </a:prstGeom>
          </p:spPr>
        </p:pic>
        <p:sp>
          <p:nvSpPr>
            <p:cNvPr id="146" name="テキスト ボックス 145">
              <a:extLst>
                <a:ext uri="{FF2B5EF4-FFF2-40B4-BE49-F238E27FC236}">
                  <a16:creationId xmlns:a16="http://schemas.microsoft.com/office/drawing/2014/main" id="{2577E769-0772-232E-D4F8-4DA51C898761}"/>
                </a:ext>
              </a:extLst>
            </p:cNvPr>
            <p:cNvSpPr txBox="1"/>
            <p:nvPr/>
          </p:nvSpPr>
          <p:spPr>
            <a:xfrm>
              <a:off x="6799513" y="1840937"/>
              <a:ext cx="1124683" cy="337614"/>
            </a:xfrm>
            <a:prstGeom prst="rect">
              <a:avLst/>
            </a:prstGeom>
            <a:noFill/>
          </p:spPr>
          <p:txBody>
            <a:bodyPr wrap="square">
              <a:spAutoFit/>
            </a:bodyPr>
            <a:lstStyle/>
            <a:p>
              <a:pPr algn="ctr"/>
              <a:r>
                <a:rPr lang="ja-JP" altLang="en-US" sz="1600">
                  <a:solidFill>
                    <a:schemeClr val="bg1">
                      <a:lumMod val="95000"/>
                    </a:schemeClr>
                  </a:solidFill>
                  <a:latin typeface="原稿用標準書体" panose="03000503000000000000" pitchFamily="66" charset="-128"/>
                  <a:ea typeface="原稿用標準書体" panose="03000503000000000000" pitchFamily="66" charset="-128"/>
                </a:rPr>
                <a:t>選択中</a:t>
              </a:r>
              <a:endParaRPr lang="ja-JP" altLang="en-US">
                <a:solidFill>
                  <a:schemeClr val="bg1">
                    <a:lumMod val="95000"/>
                  </a:schemeClr>
                </a:solidFill>
              </a:endParaRPr>
            </a:p>
          </p:txBody>
        </p:sp>
      </p:grpSp>
    </p:spTree>
    <p:extLst>
      <p:ext uri="{BB962C8B-B14F-4D97-AF65-F5344CB8AC3E}">
        <p14:creationId xmlns:p14="http://schemas.microsoft.com/office/powerpoint/2010/main" val="331227374"/>
      </p:ext>
    </p:extLst>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AEB3E1-A608-6EE3-50BB-D68BEB7FAFBD}"/>
            </a:ext>
          </a:extLst>
        </p:cNvPr>
        <p:cNvGrpSpPr/>
        <p:nvPr/>
      </p:nvGrpSpPr>
      <p:grpSpPr>
        <a:xfrm>
          <a:off x="0" y="0"/>
          <a:ext cx="0" cy="0"/>
          <a:chOff x="0" y="0"/>
          <a:chExt cx="0" cy="0"/>
        </a:xfrm>
      </p:grpSpPr>
      <p:sp>
        <p:nvSpPr>
          <p:cNvPr id="6" name="四角形: 角を丸くする 5">
            <a:extLst>
              <a:ext uri="{FF2B5EF4-FFF2-40B4-BE49-F238E27FC236}">
                <a16:creationId xmlns:a16="http://schemas.microsoft.com/office/drawing/2014/main" id="{FA171725-A57F-1EB9-11E3-D5F639BC9F0B}"/>
              </a:ext>
            </a:extLst>
          </p:cNvPr>
          <p:cNvSpPr/>
          <p:nvPr/>
        </p:nvSpPr>
        <p:spPr>
          <a:xfrm>
            <a:off x="6645728" y="445192"/>
            <a:ext cx="4960773" cy="5950564"/>
          </a:xfrm>
          <a:prstGeom prst="roundRect">
            <a:avLst>
              <a:gd name="adj" fmla="val 2570"/>
            </a:avLst>
          </a:prstGeom>
          <a:solidFill>
            <a:schemeClr val="tx1">
              <a:lumMod val="50000"/>
              <a:lumOff val="5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0" name="四角形: 角を丸くする 49">
            <a:extLst>
              <a:ext uri="{FF2B5EF4-FFF2-40B4-BE49-F238E27FC236}">
                <a16:creationId xmlns:a16="http://schemas.microsoft.com/office/drawing/2014/main" id="{D3F5857E-2FF0-3C30-B5DD-4FB8413BEFC3}"/>
              </a:ext>
            </a:extLst>
          </p:cNvPr>
          <p:cNvSpPr/>
          <p:nvPr/>
        </p:nvSpPr>
        <p:spPr>
          <a:xfrm>
            <a:off x="10013585" y="619038"/>
            <a:ext cx="1422938" cy="1458109"/>
          </a:xfrm>
          <a:prstGeom prst="roundRect">
            <a:avLst>
              <a:gd name="adj" fmla="val 4721"/>
            </a:avLst>
          </a:prstGeom>
          <a:solidFill>
            <a:schemeClr val="bg1">
              <a:lumMod val="6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 name="四角形: 角を丸くする 3">
            <a:extLst>
              <a:ext uri="{FF2B5EF4-FFF2-40B4-BE49-F238E27FC236}">
                <a16:creationId xmlns:a16="http://schemas.microsoft.com/office/drawing/2014/main" id="{02AE23AA-DB16-07B6-EADF-37503ADE74FF}"/>
              </a:ext>
            </a:extLst>
          </p:cNvPr>
          <p:cNvSpPr/>
          <p:nvPr/>
        </p:nvSpPr>
        <p:spPr>
          <a:xfrm>
            <a:off x="6815498" y="619037"/>
            <a:ext cx="1422938" cy="1458109"/>
          </a:xfrm>
          <a:prstGeom prst="roundRect">
            <a:avLst>
              <a:gd name="adj" fmla="val 4721"/>
            </a:avLst>
          </a:prstGeom>
          <a:solidFill>
            <a:schemeClr val="bg1">
              <a:lumMod val="7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 name="フリーフォーム: 図形 9">
            <a:extLst>
              <a:ext uri="{FF2B5EF4-FFF2-40B4-BE49-F238E27FC236}">
                <a16:creationId xmlns:a16="http://schemas.microsoft.com/office/drawing/2014/main" id="{1E8FF9F0-1CC6-1CD0-93E8-7F475ECE9EA0}"/>
              </a:ext>
            </a:extLst>
          </p:cNvPr>
          <p:cNvSpPr/>
          <p:nvPr/>
        </p:nvSpPr>
        <p:spPr>
          <a:xfrm>
            <a:off x="6812549" y="619037"/>
            <a:ext cx="4616684" cy="4732654"/>
          </a:xfrm>
          <a:custGeom>
            <a:avLst/>
            <a:gdLst>
              <a:gd name="csX0" fmla="*/ 1668013 w 4616684"/>
              <a:gd name="csY0" fmla="*/ 0 h 4732654"/>
              <a:gd name="csX1" fmla="*/ 2956597 w 4616684"/>
              <a:gd name="csY1" fmla="*/ 0 h 4732654"/>
              <a:gd name="csX2" fmla="*/ 3023774 w 4616684"/>
              <a:gd name="csY2" fmla="*/ 67177 h 4732654"/>
              <a:gd name="csX3" fmla="*/ 3023774 w 4616684"/>
              <a:gd name="csY3" fmla="*/ 539508 h 4732654"/>
              <a:gd name="csX4" fmla="*/ 4418726 w 4616684"/>
              <a:gd name="csY4" fmla="*/ 539508 h 4732654"/>
              <a:gd name="csX5" fmla="*/ 4616684 w 4616684"/>
              <a:gd name="csY5" fmla="*/ 737466 h 4732654"/>
              <a:gd name="csX6" fmla="*/ 4616684 w 4616684"/>
              <a:gd name="csY6" fmla="*/ 4534696 h 4732654"/>
              <a:gd name="csX7" fmla="*/ 4418726 w 4616684"/>
              <a:gd name="csY7" fmla="*/ 4732654 h 4732654"/>
              <a:gd name="csX8" fmla="*/ 197958 w 4616684"/>
              <a:gd name="csY8" fmla="*/ 4732654 h 4732654"/>
              <a:gd name="csX9" fmla="*/ 0 w 4616684"/>
              <a:gd name="csY9" fmla="*/ 4534696 h 4732654"/>
              <a:gd name="csX10" fmla="*/ 0 w 4616684"/>
              <a:gd name="csY10" fmla="*/ 737466 h 4732654"/>
              <a:gd name="csX11" fmla="*/ 197958 w 4616684"/>
              <a:gd name="csY11" fmla="*/ 539508 h 4732654"/>
              <a:gd name="csX12" fmla="*/ 1600836 w 4616684"/>
              <a:gd name="csY12" fmla="*/ 539508 h 4732654"/>
              <a:gd name="csX13" fmla="*/ 1600836 w 4616684"/>
              <a:gd name="csY13" fmla="*/ 67177 h 4732654"/>
              <a:gd name="csX14" fmla="*/ 1668013 w 4616684"/>
              <a:gd name="csY14" fmla="*/ 0 h 473265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4616684" h="4732654">
                <a:moveTo>
                  <a:pt x="1668013" y="0"/>
                </a:moveTo>
                <a:lnTo>
                  <a:pt x="2956597" y="0"/>
                </a:lnTo>
                <a:cubicBezTo>
                  <a:pt x="2993698" y="0"/>
                  <a:pt x="3023774" y="30076"/>
                  <a:pt x="3023774" y="67177"/>
                </a:cubicBezTo>
                <a:lnTo>
                  <a:pt x="3023774" y="539508"/>
                </a:lnTo>
                <a:lnTo>
                  <a:pt x="4418726" y="539508"/>
                </a:lnTo>
                <a:cubicBezTo>
                  <a:pt x="4528055" y="539508"/>
                  <a:pt x="4616684" y="628137"/>
                  <a:pt x="4616684" y="737466"/>
                </a:cubicBezTo>
                <a:lnTo>
                  <a:pt x="4616684" y="4534696"/>
                </a:lnTo>
                <a:cubicBezTo>
                  <a:pt x="4616684" y="4644025"/>
                  <a:pt x="4528055" y="4732654"/>
                  <a:pt x="4418726" y="4732654"/>
                </a:cubicBezTo>
                <a:lnTo>
                  <a:pt x="197958" y="4732654"/>
                </a:lnTo>
                <a:cubicBezTo>
                  <a:pt x="88629" y="4732654"/>
                  <a:pt x="0" y="4644025"/>
                  <a:pt x="0" y="4534696"/>
                </a:cubicBezTo>
                <a:lnTo>
                  <a:pt x="0" y="737466"/>
                </a:lnTo>
                <a:cubicBezTo>
                  <a:pt x="0" y="628137"/>
                  <a:pt x="88629" y="539508"/>
                  <a:pt x="197958" y="539508"/>
                </a:cubicBezTo>
                <a:lnTo>
                  <a:pt x="1600836" y="539508"/>
                </a:lnTo>
                <a:lnTo>
                  <a:pt x="1600836" y="67177"/>
                </a:lnTo>
                <a:cubicBezTo>
                  <a:pt x="1600836" y="30076"/>
                  <a:pt x="1630912" y="0"/>
                  <a:pt x="1668013" y="0"/>
                </a:cubicBezTo>
                <a:close/>
              </a:path>
            </a:pathLst>
          </a:custGeom>
          <a:solidFill>
            <a:schemeClr val="bg1">
              <a:lumMod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 name="四角形: 角を丸くする 8">
            <a:extLst>
              <a:ext uri="{FF2B5EF4-FFF2-40B4-BE49-F238E27FC236}">
                <a16:creationId xmlns:a16="http://schemas.microsoft.com/office/drawing/2014/main" id="{7E6D3627-9ED6-3863-C90B-F9A0A7FE19C3}"/>
              </a:ext>
            </a:extLst>
          </p:cNvPr>
          <p:cNvSpPr/>
          <p:nvPr/>
        </p:nvSpPr>
        <p:spPr>
          <a:xfrm>
            <a:off x="585498" y="445192"/>
            <a:ext cx="5710332" cy="5967615"/>
          </a:xfrm>
          <a:prstGeom prst="roundRect">
            <a:avLst>
              <a:gd name="adj" fmla="val 2174"/>
            </a:avLst>
          </a:prstGeom>
          <a:solidFill>
            <a:schemeClr val="accent6">
              <a:lumMod val="40000"/>
              <a:lumOff val="6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 name="テキスト ボックス 4">
            <a:extLst>
              <a:ext uri="{FF2B5EF4-FFF2-40B4-BE49-F238E27FC236}">
                <a16:creationId xmlns:a16="http://schemas.microsoft.com/office/drawing/2014/main" id="{701C919E-ED8D-4C76-4253-3505F9B39C1E}"/>
              </a:ext>
            </a:extLst>
          </p:cNvPr>
          <p:cNvSpPr txBox="1"/>
          <p:nvPr/>
        </p:nvSpPr>
        <p:spPr>
          <a:xfrm>
            <a:off x="820249" y="529494"/>
            <a:ext cx="4685898" cy="646331"/>
          </a:xfrm>
          <a:prstGeom prst="rect">
            <a:avLst/>
          </a:prstGeom>
          <a:noFill/>
        </p:spPr>
        <p:txBody>
          <a:bodyPr wrap="none" rtlCol="0">
            <a:spAutoFit/>
          </a:bodyPr>
          <a:lstStyle/>
          <a:p>
            <a:r>
              <a:rPr lang="ja-JP" altLang="en-US" sz="3600" dirty="0">
                <a:solidFill>
                  <a:schemeClr val="tx1">
                    <a:lumMod val="75000"/>
                    <a:lumOff val="25000"/>
                  </a:schemeClr>
                </a:solidFill>
                <a:latin typeface="原稿用標準書体" panose="03000503000000000000" pitchFamily="66" charset="-128"/>
                <a:ea typeface="原稿用標準書体" panose="03000503000000000000" pitchFamily="66" charset="-128"/>
              </a:rPr>
              <a:t>前衛</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ATK+20%</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、注目度</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+4</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、回避率</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-20%</a:t>
            </a:r>
            <a:endParaRPr kumimoji="1" lang="ja-JP" altLang="en-US" sz="3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12" name="四角形: 角を丸くする 11">
            <a:extLst>
              <a:ext uri="{FF2B5EF4-FFF2-40B4-BE49-F238E27FC236}">
                <a16:creationId xmlns:a16="http://schemas.microsoft.com/office/drawing/2014/main" id="{23A7E779-9FD9-13C6-B6C8-DF11D9F9D1A8}"/>
              </a:ext>
            </a:extLst>
          </p:cNvPr>
          <p:cNvSpPr/>
          <p:nvPr/>
        </p:nvSpPr>
        <p:spPr>
          <a:xfrm>
            <a:off x="789688" y="1318039"/>
            <a:ext cx="1233805" cy="1230022"/>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3" name="四角形: 角を丸くする 12">
            <a:extLst>
              <a:ext uri="{FF2B5EF4-FFF2-40B4-BE49-F238E27FC236}">
                <a16:creationId xmlns:a16="http://schemas.microsoft.com/office/drawing/2014/main" id="{DE70C4D4-1C2E-6E60-5166-B1386BDCBB04}"/>
              </a:ext>
            </a:extLst>
          </p:cNvPr>
          <p:cNvSpPr/>
          <p:nvPr/>
        </p:nvSpPr>
        <p:spPr>
          <a:xfrm>
            <a:off x="2145737" y="1318039"/>
            <a:ext cx="1233805" cy="1230022"/>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4" name="四角形: 角を丸くする 13">
            <a:extLst>
              <a:ext uri="{FF2B5EF4-FFF2-40B4-BE49-F238E27FC236}">
                <a16:creationId xmlns:a16="http://schemas.microsoft.com/office/drawing/2014/main" id="{1B42DBE1-0508-930D-B57B-AFA858BA1D66}"/>
              </a:ext>
            </a:extLst>
          </p:cNvPr>
          <p:cNvSpPr/>
          <p:nvPr/>
        </p:nvSpPr>
        <p:spPr>
          <a:xfrm>
            <a:off x="3501786" y="1318039"/>
            <a:ext cx="1233805" cy="1230022"/>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5" name="四角形: 角を丸くする 14">
            <a:extLst>
              <a:ext uri="{FF2B5EF4-FFF2-40B4-BE49-F238E27FC236}">
                <a16:creationId xmlns:a16="http://schemas.microsoft.com/office/drawing/2014/main" id="{8F2B995D-952C-488F-01EA-2FA00BA5F4E4}"/>
              </a:ext>
            </a:extLst>
          </p:cNvPr>
          <p:cNvSpPr/>
          <p:nvPr/>
        </p:nvSpPr>
        <p:spPr>
          <a:xfrm>
            <a:off x="4857835" y="1318039"/>
            <a:ext cx="1233805" cy="1230022"/>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1" name="テキスト ボックス 10">
            <a:extLst>
              <a:ext uri="{FF2B5EF4-FFF2-40B4-BE49-F238E27FC236}">
                <a16:creationId xmlns:a16="http://schemas.microsoft.com/office/drawing/2014/main" id="{C6EDA536-7DBF-6B7F-7BFB-54CDE6812F2F}"/>
              </a:ext>
            </a:extLst>
          </p:cNvPr>
          <p:cNvSpPr txBox="1"/>
          <p:nvPr/>
        </p:nvSpPr>
        <p:spPr>
          <a:xfrm>
            <a:off x="820249" y="3523725"/>
            <a:ext cx="4685898" cy="646331"/>
          </a:xfrm>
          <a:prstGeom prst="rect">
            <a:avLst/>
          </a:prstGeom>
          <a:noFill/>
        </p:spPr>
        <p:txBody>
          <a:bodyPr wrap="none" rtlCol="0">
            <a:spAutoFit/>
          </a:bodyPr>
          <a:lstStyle/>
          <a:p>
            <a:r>
              <a:rPr lang="ja-JP" altLang="en-US" sz="3600" dirty="0">
                <a:solidFill>
                  <a:schemeClr val="bg1">
                    <a:lumMod val="95000"/>
                  </a:schemeClr>
                </a:solidFill>
                <a:latin typeface="原稿用標準書体" panose="03000503000000000000" pitchFamily="66" charset="-128"/>
                <a:ea typeface="原稿用標準書体" panose="03000503000000000000" pitchFamily="66" charset="-128"/>
              </a:rPr>
              <a:t>後衛</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：回避率</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+20%</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、注目度</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+1</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ATK-20%</a:t>
            </a:r>
            <a:endParaRPr kumimoji="1" lang="ja-JP" altLang="en-US" sz="36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19" name="グループ化 18">
            <a:extLst>
              <a:ext uri="{FF2B5EF4-FFF2-40B4-BE49-F238E27FC236}">
                <a16:creationId xmlns:a16="http://schemas.microsoft.com/office/drawing/2014/main" id="{ADFD504B-3049-3C9C-2646-B74FC66E4746}"/>
              </a:ext>
            </a:extLst>
          </p:cNvPr>
          <p:cNvGrpSpPr/>
          <p:nvPr/>
        </p:nvGrpSpPr>
        <p:grpSpPr>
          <a:xfrm>
            <a:off x="789688" y="4320508"/>
            <a:ext cx="5301952" cy="1230022"/>
            <a:chOff x="922576" y="2450171"/>
            <a:chExt cx="5301952" cy="1309138"/>
          </a:xfrm>
          <a:solidFill>
            <a:schemeClr val="bg1">
              <a:lumMod val="85000"/>
              <a:alpha val="85000"/>
            </a:schemeClr>
          </a:solidFill>
        </p:grpSpPr>
        <p:sp>
          <p:nvSpPr>
            <p:cNvPr id="20" name="四角形: 角を丸くする 19">
              <a:extLst>
                <a:ext uri="{FF2B5EF4-FFF2-40B4-BE49-F238E27FC236}">
                  <a16:creationId xmlns:a16="http://schemas.microsoft.com/office/drawing/2014/main" id="{DA36AEE2-9C2A-9969-4AED-D1BBB864AB04}"/>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1" name="四角形: 角を丸くする 20">
              <a:extLst>
                <a:ext uri="{FF2B5EF4-FFF2-40B4-BE49-F238E27FC236}">
                  <a16:creationId xmlns:a16="http://schemas.microsoft.com/office/drawing/2014/main" id="{CFD5FBE6-0506-F829-1D52-891B48A3C994}"/>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2" name="四角形: 角を丸くする 21">
              <a:extLst>
                <a:ext uri="{FF2B5EF4-FFF2-40B4-BE49-F238E27FC236}">
                  <a16:creationId xmlns:a16="http://schemas.microsoft.com/office/drawing/2014/main" id="{B86426C3-C940-AD1A-B626-35825EF55A92}"/>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3" name="四角形: 角を丸くする 22">
              <a:extLst>
                <a:ext uri="{FF2B5EF4-FFF2-40B4-BE49-F238E27FC236}">
                  <a16:creationId xmlns:a16="http://schemas.microsoft.com/office/drawing/2014/main" id="{95890FB2-A236-A44F-A32E-B887E96DED97}"/>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cxnSp>
        <p:nvCxnSpPr>
          <p:cNvPr id="25" name="直線コネクタ 24">
            <a:extLst>
              <a:ext uri="{FF2B5EF4-FFF2-40B4-BE49-F238E27FC236}">
                <a16:creationId xmlns:a16="http://schemas.microsoft.com/office/drawing/2014/main" id="{8CC6DF6A-6A11-2105-59E0-A8EAF8AA786C}"/>
              </a:ext>
            </a:extLst>
          </p:cNvPr>
          <p:cNvCxnSpPr>
            <a:cxnSpLocks/>
          </p:cNvCxnSpPr>
          <p:nvPr/>
        </p:nvCxnSpPr>
        <p:spPr>
          <a:xfrm>
            <a:off x="759127" y="3428999"/>
            <a:ext cx="5363074" cy="0"/>
          </a:xfrm>
          <a:prstGeom prst="line">
            <a:avLst/>
          </a:prstGeom>
          <a:ln w="12700">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grpSp>
        <p:nvGrpSpPr>
          <p:cNvPr id="28" name="グループ化 27">
            <a:extLst>
              <a:ext uri="{FF2B5EF4-FFF2-40B4-BE49-F238E27FC236}">
                <a16:creationId xmlns:a16="http://schemas.microsoft.com/office/drawing/2014/main" id="{EC115C99-FCD8-4C54-50AE-1ECBD8658E1C}"/>
              </a:ext>
            </a:extLst>
          </p:cNvPr>
          <p:cNvGrpSpPr/>
          <p:nvPr/>
        </p:nvGrpSpPr>
        <p:grpSpPr>
          <a:xfrm>
            <a:off x="787120" y="2633455"/>
            <a:ext cx="5301952" cy="635908"/>
            <a:chOff x="922576" y="2450171"/>
            <a:chExt cx="5301952" cy="1309138"/>
          </a:xfrm>
          <a:solidFill>
            <a:schemeClr val="tx1">
              <a:lumMod val="75000"/>
              <a:lumOff val="25000"/>
              <a:alpha val="85000"/>
            </a:schemeClr>
          </a:solidFill>
        </p:grpSpPr>
        <p:sp>
          <p:nvSpPr>
            <p:cNvPr id="29" name="四角形: 角を丸くする 28">
              <a:extLst>
                <a:ext uri="{FF2B5EF4-FFF2-40B4-BE49-F238E27FC236}">
                  <a16:creationId xmlns:a16="http://schemas.microsoft.com/office/drawing/2014/main" id="{67ABC36D-95D6-91B6-3151-28309001A982}"/>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0" name="四角形: 角を丸くする 29">
              <a:extLst>
                <a:ext uri="{FF2B5EF4-FFF2-40B4-BE49-F238E27FC236}">
                  <a16:creationId xmlns:a16="http://schemas.microsoft.com/office/drawing/2014/main" id="{B5695587-C1F8-8F25-7BE2-1571E1CE779B}"/>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1" name="四角形: 角を丸くする 30">
              <a:extLst>
                <a:ext uri="{FF2B5EF4-FFF2-40B4-BE49-F238E27FC236}">
                  <a16:creationId xmlns:a16="http://schemas.microsoft.com/office/drawing/2014/main" id="{6400686C-FC57-0341-1181-3C5A4C82DE0B}"/>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2" name="四角形: 角を丸くする 31">
              <a:extLst>
                <a:ext uri="{FF2B5EF4-FFF2-40B4-BE49-F238E27FC236}">
                  <a16:creationId xmlns:a16="http://schemas.microsoft.com/office/drawing/2014/main" id="{B21B1222-EA4D-7970-E699-5BC7C44DAF93}"/>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33" name="グループ化 32">
            <a:extLst>
              <a:ext uri="{FF2B5EF4-FFF2-40B4-BE49-F238E27FC236}">
                <a16:creationId xmlns:a16="http://schemas.microsoft.com/office/drawing/2014/main" id="{A4740C8A-E998-1E2A-73ED-5A32C66C4342}"/>
              </a:ext>
            </a:extLst>
          </p:cNvPr>
          <p:cNvGrpSpPr/>
          <p:nvPr/>
        </p:nvGrpSpPr>
        <p:grpSpPr>
          <a:xfrm>
            <a:off x="787120" y="5645255"/>
            <a:ext cx="5301952" cy="635908"/>
            <a:chOff x="922576" y="2450171"/>
            <a:chExt cx="5301952" cy="1309138"/>
          </a:xfrm>
          <a:solidFill>
            <a:schemeClr val="bg1">
              <a:lumMod val="85000"/>
              <a:alpha val="85000"/>
            </a:schemeClr>
          </a:solidFill>
        </p:grpSpPr>
        <p:sp>
          <p:nvSpPr>
            <p:cNvPr id="34" name="四角形: 角を丸くする 33">
              <a:extLst>
                <a:ext uri="{FF2B5EF4-FFF2-40B4-BE49-F238E27FC236}">
                  <a16:creationId xmlns:a16="http://schemas.microsoft.com/office/drawing/2014/main" id="{CD1AEE4C-322A-EDA8-B9B4-D70C7F0A6E3C}"/>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5" name="四角形: 角を丸くする 34">
              <a:extLst>
                <a:ext uri="{FF2B5EF4-FFF2-40B4-BE49-F238E27FC236}">
                  <a16:creationId xmlns:a16="http://schemas.microsoft.com/office/drawing/2014/main" id="{568F4DAF-F9F0-399A-1F82-AA4D0C4C0281}"/>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6" name="四角形: 角を丸くする 35">
              <a:extLst>
                <a:ext uri="{FF2B5EF4-FFF2-40B4-BE49-F238E27FC236}">
                  <a16:creationId xmlns:a16="http://schemas.microsoft.com/office/drawing/2014/main" id="{56BF0CD6-1603-0E3A-A33D-9B62C547F8B8}"/>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7" name="四角形: 角を丸くする 36">
              <a:extLst>
                <a:ext uri="{FF2B5EF4-FFF2-40B4-BE49-F238E27FC236}">
                  <a16:creationId xmlns:a16="http://schemas.microsoft.com/office/drawing/2014/main" id="{D15F54ED-ACE3-840E-2EFC-6E0EE084867C}"/>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2" name="テキスト ボックス 1">
            <a:extLst>
              <a:ext uri="{FF2B5EF4-FFF2-40B4-BE49-F238E27FC236}">
                <a16:creationId xmlns:a16="http://schemas.microsoft.com/office/drawing/2014/main" id="{268A65B0-94DF-5A73-950E-5A25222C9C9E}"/>
              </a:ext>
            </a:extLst>
          </p:cNvPr>
          <p:cNvSpPr txBox="1"/>
          <p:nvPr/>
        </p:nvSpPr>
        <p:spPr>
          <a:xfrm>
            <a:off x="7046965" y="688737"/>
            <a:ext cx="954108"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ゲート</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43" name="テキスト ボックス 42">
            <a:extLst>
              <a:ext uri="{FF2B5EF4-FFF2-40B4-BE49-F238E27FC236}">
                <a16:creationId xmlns:a16="http://schemas.microsoft.com/office/drawing/2014/main" id="{CA617366-A612-5B1C-70E0-9E60D72A6808}"/>
              </a:ext>
            </a:extLst>
          </p:cNvPr>
          <p:cNvSpPr txBox="1"/>
          <p:nvPr/>
        </p:nvSpPr>
        <p:spPr>
          <a:xfrm>
            <a:off x="8643509" y="688737"/>
            <a:ext cx="954108"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44" name="テキスト ボックス 43">
            <a:extLst>
              <a:ext uri="{FF2B5EF4-FFF2-40B4-BE49-F238E27FC236}">
                <a16:creationId xmlns:a16="http://schemas.microsoft.com/office/drawing/2014/main" id="{6A7D4152-1A3C-0DCD-A0A1-20EB85E8856D}"/>
              </a:ext>
            </a:extLst>
          </p:cNvPr>
          <p:cNvSpPr txBox="1"/>
          <p:nvPr/>
        </p:nvSpPr>
        <p:spPr>
          <a:xfrm>
            <a:off x="10376241" y="688737"/>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60" name="グループ化 59">
            <a:extLst>
              <a:ext uri="{FF2B5EF4-FFF2-40B4-BE49-F238E27FC236}">
                <a16:creationId xmlns:a16="http://schemas.microsoft.com/office/drawing/2014/main" id="{6CD6A736-A873-208D-217D-E9DD350043B7}"/>
              </a:ext>
            </a:extLst>
          </p:cNvPr>
          <p:cNvGrpSpPr/>
          <p:nvPr/>
        </p:nvGrpSpPr>
        <p:grpSpPr>
          <a:xfrm>
            <a:off x="1063119" y="2758022"/>
            <a:ext cx="4765774" cy="400110"/>
            <a:chOff x="1168089" y="2766548"/>
            <a:chExt cx="4765774" cy="400110"/>
          </a:xfrm>
        </p:grpSpPr>
        <p:sp>
          <p:nvSpPr>
            <p:cNvPr id="52" name="テキスト ボックス 51">
              <a:extLst>
                <a:ext uri="{FF2B5EF4-FFF2-40B4-BE49-F238E27FC236}">
                  <a16:creationId xmlns:a16="http://schemas.microsoft.com/office/drawing/2014/main" id="{06DD2BF4-9CAB-9551-E3B0-70B2AF91773A}"/>
                </a:ext>
              </a:extLst>
            </p:cNvPr>
            <p:cNvSpPr txBox="1"/>
            <p:nvPr/>
          </p:nvSpPr>
          <p:spPr>
            <a:xfrm>
              <a:off x="1168089"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3" name="テキスト ボックス 52">
              <a:extLst>
                <a:ext uri="{FF2B5EF4-FFF2-40B4-BE49-F238E27FC236}">
                  <a16:creationId xmlns:a16="http://schemas.microsoft.com/office/drawing/2014/main" id="{68C870A8-53EA-0D94-3CF5-9DF9FC110112}"/>
                </a:ext>
              </a:extLst>
            </p:cNvPr>
            <p:cNvSpPr txBox="1"/>
            <p:nvPr/>
          </p:nvSpPr>
          <p:spPr>
            <a:xfrm>
              <a:off x="2524138"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4" name="テキスト ボックス 53">
              <a:extLst>
                <a:ext uri="{FF2B5EF4-FFF2-40B4-BE49-F238E27FC236}">
                  <a16:creationId xmlns:a16="http://schemas.microsoft.com/office/drawing/2014/main" id="{3805D1E0-188F-C88B-E582-5DA750CDBB98}"/>
                </a:ext>
              </a:extLst>
            </p:cNvPr>
            <p:cNvSpPr txBox="1"/>
            <p:nvPr/>
          </p:nvSpPr>
          <p:spPr>
            <a:xfrm>
              <a:off x="3880187"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5" name="テキスト ボックス 54">
              <a:extLst>
                <a:ext uri="{FF2B5EF4-FFF2-40B4-BE49-F238E27FC236}">
                  <a16:creationId xmlns:a16="http://schemas.microsoft.com/office/drawing/2014/main" id="{5613E750-1296-CD98-747B-9F9E087EAA86}"/>
                </a:ext>
              </a:extLst>
            </p:cNvPr>
            <p:cNvSpPr txBox="1"/>
            <p:nvPr/>
          </p:nvSpPr>
          <p:spPr>
            <a:xfrm>
              <a:off x="5236236"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sp>
        <p:nvSpPr>
          <p:cNvPr id="56" name="テキスト ボックス 55">
            <a:extLst>
              <a:ext uri="{FF2B5EF4-FFF2-40B4-BE49-F238E27FC236}">
                <a16:creationId xmlns:a16="http://schemas.microsoft.com/office/drawing/2014/main" id="{FF13DB81-9FFD-537B-5070-A0C4ABB32232}"/>
              </a:ext>
            </a:extLst>
          </p:cNvPr>
          <p:cNvSpPr txBox="1"/>
          <p:nvPr/>
        </p:nvSpPr>
        <p:spPr>
          <a:xfrm>
            <a:off x="1063119"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57" name="テキスト ボックス 56">
            <a:extLst>
              <a:ext uri="{FF2B5EF4-FFF2-40B4-BE49-F238E27FC236}">
                <a16:creationId xmlns:a16="http://schemas.microsoft.com/office/drawing/2014/main" id="{44418FCC-C927-745B-7FA6-0E49F2B18050}"/>
              </a:ext>
            </a:extLst>
          </p:cNvPr>
          <p:cNvSpPr txBox="1"/>
          <p:nvPr/>
        </p:nvSpPr>
        <p:spPr>
          <a:xfrm>
            <a:off x="2419168"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58" name="テキスト ボックス 57">
            <a:extLst>
              <a:ext uri="{FF2B5EF4-FFF2-40B4-BE49-F238E27FC236}">
                <a16:creationId xmlns:a16="http://schemas.microsoft.com/office/drawing/2014/main" id="{E5ED020B-D8C2-DC19-11D7-A30CC863A1FD}"/>
              </a:ext>
            </a:extLst>
          </p:cNvPr>
          <p:cNvSpPr txBox="1"/>
          <p:nvPr/>
        </p:nvSpPr>
        <p:spPr>
          <a:xfrm>
            <a:off x="3775217"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61" name="グループ化 60">
            <a:extLst>
              <a:ext uri="{FF2B5EF4-FFF2-40B4-BE49-F238E27FC236}">
                <a16:creationId xmlns:a16="http://schemas.microsoft.com/office/drawing/2014/main" id="{45251BA2-6716-ACDB-D528-49E36FCBDA17}"/>
              </a:ext>
            </a:extLst>
          </p:cNvPr>
          <p:cNvGrpSpPr/>
          <p:nvPr/>
        </p:nvGrpSpPr>
        <p:grpSpPr>
          <a:xfrm>
            <a:off x="929537" y="1713369"/>
            <a:ext cx="5022254" cy="400110"/>
            <a:chOff x="1039849" y="2766548"/>
            <a:chExt cx="5022254" cy="400110"/>
          </a:xfrm>
        </p:grpSpPr>
        <p:sp>
          <p:nvSpPr>
            <p:cNvPr id="62" name="テキスト ボックス 61">
              <a:extLst>
                <a:ext uri="{FF2B5EF4-FFF2-40B4-BE49-F238E27FC236}">
                  <a16:creationId xmlns:a16="http://schemas.microsoft.com/office/drawing/2014/main" id="{580EBF28-FBE7-1E75-8F38-DDA7EC40F85F}"/>
                </a:ext>
              </a:extLst>
            </p:cNvPr>
            <p:cNvSpPr txBox="1"/>
            <p:nvPr/>
          </p:nvSpPr>
          <p:spPr>
            <a:xfrm>
              <a:off x="1039849"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63" name="テキスト ボックス 62">
              <a:extLst>
                <a:ext uri="{FF2B5EF4-FFF2-40B4-BE49-F238E27FC236}">
                  <a16:creationId xmlns:a16="http://schemas.microsoft.com/office/drawing/2014/main" id="{0B3959AC-9892-4F02-02E4-134F00104ED8}"/>
                </a:ext>
              </a:extLst>
            </p:cNvPr>
            <p:cNvSpPr txBox="1"/>
            <p:nvPr/>
          </p:nvSpPr>
          <p:spPr>
            <a:xfrm>
              <a:off x="2395898"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sp>
          <p:nvSpPr>
            <p:cNvPr id="64" name="テキスト ボックス 63">
              <a:extLst>
                <a:ext uri="{FF2B5EF4-FFF2-40B4-BE49-F238E27FC236}">
                  <a16:creationId xmlns:a16="http://schemas.microsoft.com/office/drawing/2014/main" id="{405C0359-2534-13F6-5D66-CD246614C522}"/>
                </a:ext>
              </a:extLst>
            </p:cNvPr>
            <p:cNvSpPr txBox="1"/>
            <p:nvPr/>
          </p:nvSpPr>
          <p:spPr>
            <a:xfrm>
              <a:off x="3751947"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sp>
          <p:nvSpPr>
            <p:cNvPr id="65" name="テキスト ボックス 64">
              <a:extLst>
                <a:ext uri="{FF2B5EF4-FFF2-40B4-BE49-F238E27FC236}">
                  <a16:creationId xmlns:a16="http://schemas.microsoft.com/office/drawing/2014/main" id="{47636835-57DD-1465-2E45-5DA29AFDB4A0}"/>
                </a:ext>
              </a:extLst>
            </p:cNvPr>
            <p:cNvSpPr txBox="1"/>
            <p:nvPr/>
          </p:nvSpPr>
          <p:spPr>
            <a:xfrm>
              <a:off x="5107996"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nvGrpSpPr>
          <p:cNvPr id="66" name="グループ化 65">
            <a:extLst>
              <a:ext uri="{FF2B5EF4-FFF2-40B4-BE49-F238E27FC236}">
                <a16:creationId xmlns:a16="http://schemas.microsoft.com/office/drawing/2014/main" id="{0E79F4A1-DD75-5C67-63AA-566B2527512D}"/>
              </a:ext>
            </a:extLst>
          </p:cNvPr>
          <p:cNvGrpSpPr/>
          <p:nvPr/>
        </p:nvGrpSpPr>
        <p:grpSpPr>
          <a:xfrm>
            <a:off x="895727" y="4764316"/>
            <a:ext cx="4637566" cy="400110"/>
            <a:chOff x="1039849" y="2766548"/>
            <a:chExt cx="4637566" cy="400110"/>
          </a:xfrm>
        </p:grpSpPr>
        <p:sp>
          <p:nvSpPr>
            <p:cNvPr id="67" name="テキスト ボックス 66">
              <a:extLst>
                <a:ext uri="{FF2B5EF4-FFF2-40B4-BE49-F238E27FC236}">
                  <a16:creationId xmlns:a16="http://schemas.microsoft.com/office/drawing/2014/main" id="{FBC25499-E320-F594-15A2-EA1E38AAAB30}"/>
                </a:ext>
              </a:extLst>
            </p:cNvPr>
            <p:cNvSpPr txBox="1"/>
            <p:nvPr/>
          </p:nvSpPr>
          <p:spPr>
            <a:xfrm>
              <a:off x="1039849" y="2766548"/>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68" name="テキスト ボックス 67">
              <a:extLst>
                <a:ext uri="{FF2B5EF4-FFF2-40B4-BE49-F238E27FC236}">
                  <a16:creationId xmlns:a16="http://schemas.microsoft.com/office/drawing/2014/main" id="{613E671D-334A-8139-CF89-B115291296D5}"/>
                </a:ext>
              </a:extLst>
            </p:cNvPr>
            <p:cNvSpPr txBox="1"/>
            <p:nvPr/>
          </p:nvSpPr>
          <p:spPr>
            <a:xfrm>
              <a:off x="2395898" y="2766548"/>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sp>
          <p:nvSpPr>
            <p:cNvPr id="69" name="テキスト ボックス 68">
              <a:extLst>
                <a:ext uri="{FF2B5EF4-FFF2-40B4-BE49-F238E27FC236}">
                  <a16:creationId xmlns:a16="http://schemas.microsoft.com/office/drawing/2014/main" id="{5FC5F2A7-1C87-12F7-DD56-92A97EC9AB48}"/>
                </a:ext>
              </a:extLst>
            </p:cNvPr>
            <p:cNvSpPr txBox="1"/>
            <p:nvPr/>
          </p:nvSpPr>
          <p:spPr>
            <a:xfrm>
              <a:off x="3751947" y="2766548"/>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sp>
          <p:nvSpPr>
            <p:cNvPr id="70" name="テキスト ボックス 69">
              <a:extLst>
                <a:ext uri="{FF2B5EF4-FFF2-40B4-BE49-F238E27FC236}">
                  <a16:creationId xmlns:a16="http://schemas.microsoft.com/office/drawing/2014/main" id="{AFB640F4-D7CB-187C-9B84-18F4D47D1DE9}"/>
                </a:ext>
              </a:extLst>
            </p:cNvPr>
            <p:cNvSpPr txBox="1"/>
            <p:nvPr/>
          </p:nvSpPr>
          <p:spPr>
            <a:xfrm>
              <a:off x="5492684" y="2766548"/>
              <a:ext cx="184731" cy="400110"/>
            </a:xfrm>
            <a:prstGeom prst="rect">
              <a:avLst/>
            </a:prstGeom>
            <a:noFill/>
          </p:spPr>
          <p:txBody>
            <a:bodyPr wrap="none" rtlCol="0">
              <a:spAutoFit/>
            </a:bodyPr>
            <a:lstStyle/>
            <a:p>
              <a:pPr algn="ctr"/>
              <a:endPar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24" name="テキスト ボックス 23">
            <a:extLst>
              <a:ext uri="{FF2B5EF4-FFF2-40B4-BE49-F238E27FC236}">
                <a16:creationId xmlns:a16="http://schemas.microsoft.com/office/drawing/2014/main" id="{345CB141-7012-2742-0C22-35E3B4A165DE}"/>
              </a:ext>
            </a:extLst>
          </p:cNvPr>
          <p:cNvSpPr txBox="1"/>
          <p:nvPr/>
        </p:nvSpPr>
        <p:spPr>
          <a:xfrm>
            <a:off x="8515269" y="1411754"/>
            <a:ext cx="1210588" cy="400110"/>
          </a:xfrm>
          <a:prstGeom prst="rect">
            <a:avLst/>
          </a:prstGeom>
          <a:noFill/>
        </p:spPr>
        <p:txBody>
          <a:bodyPr wrap="none" rtlCol="0">
            <a:spAutoFit/>
          </a:bodyPr>
          <a:lstStyle/>
          <a:p>
            <a:pPr algn="ctr"/>
            <a:r>
              <a:rPr lang="ja-JP" altLang="en-US" sz="2000" dirty="0">
                <a:solidFill>
                  <a:srgbClr val="FF00FF"/>
                </a:solidFill>
                <a:latin typeface="原稿用標準書体" panose="03000503000000000000" pitchFamily="66" charset="-128"/>
                <a:ea typeface="原稿用標準書体" panose="03000503000000000000" pitchFamily="66" charset="-128"/>
              </a:rPr>
              <a:t>キャラ名</a:t>
            </a:r>
          </a:p>
        </p:txBody>
      </p:sp>
      <p:pic>
        <p:nvPicPr>
          <p:cNvPr id="46" name="図 45">
            <a:extLst>
              <a:ext uri="{FF2B5EF4-FFF2-40B4-BE49-F238E27FC236}">
                <a16:creationId xmlns:a16="http://schemas.microsoft.com/office/drawing/2014/main" id="{925DC69C-C314-ECA0-A715-0EC45599552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641361" y="2024529"/>
            <a:ext cx="2512235" cy="3129884"/>
          </a:xfrm>
          <a:prstGeom prst="rect">
            <a:avLst/>
          </a:prstGeom>
        </p:spPr>
      </p:pic>
      <p:grpSp>
        <p:nvGrpSpPr>
          <p:cNvPr id="89" name="グループ化 88">
            <a:extLst>
              <a:ext uri="{FF2B5EF4-FFF2-40B4-BE49-F238E27FC236}">
                <a16:creationId xmlns:a16="http://schemas.microsoft.com/office/drawing/2014/main" id="{3C4D0609-D000-EFF0-13FF-932E9E7FB27A}"/>
              </a:ext>
            </a:extLst>
          </p:cNvPr>
          <p:cNvGrpSpPr/>
          <p:nvPr/>
        </p:nvGrpSpPr>
        <p:grpSpPr>
          <a:xfrm>
            <a:off x="7182307" y="4317385"/>
            <a:ext cx="1226618" cy="748254"/>
            <a:chOff x="7088997" y="4289392"/>
            <a:chExt cx="1226618" cy="748254"/>
          </a:xfrm>
        </p:grpSpPr>
        <p:pic>
          <p:nvPicPr>
            <p:cNvPr id="86" name="図 85">
              <a:extLst>
                <a:ext uri="{FF2B5EF4-FFF2-40B4-BE49-F238E27FC236}">
                  <a16:creationId xmlns:a16="http://schemas.microsoft.com/office/drawing/2014/main" id="{26A87A69-0065-CE2E-2292-F5FB644BE4D9}"/>
                </a:ext>
              </a:extLst>
            </p:cNvPr>
            <p:cNvPicPr>
              <a:picLocks noChangeAspect="1"/>
            </p:cNvPicPr>
            <p:nvPr/>
          </p:nvPicPr>
          <p:blipFill>
            <a:blip r:embed="rId3">
              <a:duotone>
                <a:schemeClr val="accent3">
                  <a:shade val="45000"/>
                  <a:satMod val="135000"/>
                </a:schemeClr>
                <a:prstClr val="white"/>
              </a:duotone>
              <a:extLst>
                <a:ext uri="{28A0092B-C50C-407E-A947-70E740481C1C}">
                  <a14:useLocalDpi xmlns:a14="http://schemas.microsoft.com/office/drawing/2010/main" val="0"/>
                </a:ext>
              </a:extLst>
            </a:blip>
            <a:srcRect l="6840" t="30163" r="48646" b="36883"/>
            <a:stretch>
              <a:fillRect/>
            </a:stretch>
          </p:blipFill>
          <p:spPr>
            <a:xfrm>
              <a:off x="7098261" y="4289392"/>
              <a:ext cx="452228" cy="502188"/>
            </a:xfrm>
            <a:prstGeom prst="rect">
              <a:avLst/>
            </a:prstGeom>
          </p:spPr>
        </p:pic>
        <p:sp>
          <p:nvSpPr>
            <p:cNvPr id="87" name="テキスト ボックス 86">
              <a:extLst>
                <a:ext uri="{FF2B5EF4-FFF2-40B4-BE49-F238E27FC236}">
                  <a16:creationId xmlns:a16="http://schemas.microsoft.com/office/drawing/2014/main" id="{77D47B97-3A54-532A-7FB4-E221379724CB}"/>
                </a:ext>
              </a:extLst>
            </p:cNvPr>
            <p:cNvSpPr txBox="1"/>
            <p:nvPr/>
          </p:nvSpPr>
          <p:spPr>
            <a:xfrm>
              <a:off x="7472051" y="4372863"/>
              <a:ext cx="805029" cy="338554"/>
            </a:xfrm>
            <a:prstGeom prst="rect">
              <a:avLst/>
            </a:prstGeom>
            <a:noFill/>
            <a:effectLst>
              <a:glow rad="63500">
                <a:schemeClr val="accent3">
                  <a:satMod val="175000"/>
                  <a:alpha val="40000"/>
                </a:schemeClr>
              </a:glow>
            </a:effectLst>
          </p:spPr>
          <p:txBody>
            <a:bodyPr wrap="none" rtlCol="0">
              <a:spAutoFit/>
            </a:bodyPr>
            <a:lstStyle/>
            <a:p>
              <a:r>
                <a:rPr lang="ja-JP" altLang="en-US" sz="1600" dirty="0">
                  <a:solidFill>
                    <a:schemeClr val="tx1">
                      <a:lumMod val="85000"/>
                      <a:lumOff val="15000"/>
                    </a:schemeClr>
                  </a:solidFill>
                  <a:effectLst>
                    <a:glow rad="38100">
                      <a:schemeClr val="accent3">
                        <a:satMod val="175000"/>
                        <a:alpha val="65000"/>
                      </a:schemeClr>
                    </a:glow>
                  </a:effectLst>
                  <a:latin typeface="原稿用標準書体" panose="03000503000000000000" pitchFamily="66" charset="-128"/>
                  <a:ea typeface="原稿用標準書体" panose="03000503000000000000" pitchFamily="66" charset="-128"/>
                </a:rPr>
                <a:t>タンク</a:t>
              </a:r>
              <a:endParaRPr lang="en-US" altLang="ja-JP" sz="1200" dirty="0">
                <a:solidFill>
                  <a:schemeClr val="tx1">
                    <a:lumMod val="85000"/>
                    <a:lumOff val="15000"/>
                  </a:schemeClr>
                </a:solidFill>
                <a:effectLst>
                  <a:glow rad="38100">
                    <a:schemeClr val="accent3">
                      <a:satMod val="175000"/>
                      <a:alpha val="65000"/>
                    </a:schemeClr>
                  </a:glow>
                </a:effectLst>
                <a:latin typeface="原稿用標準書体" panose="03000503000000000000" pitchFamily="66" charset="-128"/>
                <a:ea typeface="原稿用標準書体" panose="03000503000000000000" pitchFamily="66" charset="-128"/>
              </a:endParaRPr>
            </a:p>
          </p:txBody>
        </p:sp>
        <p:sp>
          <p:nvSpPr>
            <p:cNvPr id="88" name="テキスト ボックス 87">
              <a:extLst>
                <a:ext uri="{FF2B5EF4-FFF2-40B4-BE49-F238E27FC236}">
                  <a16:creationId xmlns:a16="http://schemas.microsoft.com/office/drawing/2014/main" id="{C7BE9F9B-3B46-8901-9B08-077DC9B425C0}"/>
                </a:ext>
              </a:extLst>
            </p:cNvPr>
            <p:cNvSpPr txBox="1"/>
            <p:nvPr/>
          </p:nvSpPr>
          <p:spPr>
            <a:xfrm>
              <a:off x="7088997" y="4760647"/>
              <a:ext cx="1226618" cy="276999"/>
            </a:xfrm>
            <a:prstGeom prst="rect">
              <a:avLst/>
            </a:prstGeom>
            <a:noFill/>
          </p:spPr>
          <p:txBody>
            <a:bodyPr wrap="none" rtlCol="0">
              <a:spAutoFit/>
            </a:bodyPr>
            <a:lstStyle/>
            <a:p>
              <a:r>
                <a:rPr lang="ja-JP" altLang="en-US" sz="1050" dirty="0">
                  <a:solidFill>
                    <a:schemeClr val="tx1">
                      <a:lumMod val="75000"/>
                      <a:lumOff val="25000"/>
                    </a:schemeClr>
                  </a:solidFill>
                  <a:latin typeface="原稿用標準書体" panose="03000503000000000000" pitchFamily="66" charset="-128"/>
                  <a:ea typeface="原稿用標準書体" panose="03000503000000000000" pitchFamily="66" charset="-128"/>
                </a:rPr>
                <a:t>毎ターン</a:t>
              </a:r>
              <a:r>
                <a:rPr lang="en-US" altLang="ja-JP" sz="1200" dirty="0">
                  <a:solidFill>
                    <a:schemeClr val="tx1">
                      <a:lumMod val="75000"/>
                      <a:lumOff val="25000"/>
                    </a:schemeClr>
                  </a:solidFill>
                  <a:latin typeface="原稿用標準書体" panose="03000503000000000000" pitchFamily="66" charset="-128"/>
                  <a:ea typeface="原稿用標準書体" panose="03000503000000000000" pitchFamily="66" charset="-128"/>
                </a:rPr>
                <a:t>5</a:t>
              </a:r>
              <a:r>
                <a:rPr lang="ja-JP" altLang="en-US" sz="1050" dirty="0">
                  <a:solidFill>
                    <a:schemeClr val="tx1">
                      <a:lumMod val="75000"/>
                      <a:lumOff val="25000"/>
                    </a:schemeClr>
                  </a:solidFill>
                  <a:latin typeface="原稿用標準書体" panose="03000503000000000000" pitchFamily="66" charset="-128"/>
                  <a:ea typeface="原稿用標準書体" panose="03000503000000000000" pitchFamily="66" charset="-128"/>
                </a:rPr>
                <a:t>％回復</a:t>
              </a:r>
              <a:endParaRPr lang="en-US" altLang="ja-JP" sz="105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grpSp>
        <p:nvGrpSpPr>
          <p:cNvPr id="90" name="グループ化 89">
            <a:extLst>
              <a:ext uri="{FF2B5EF4-FFF2-40B4-BE49-F238E27FC236}">
                <a16:creationId xmlns:a16="http://schemas.microsoft.com/office/drawing/2014/main" id="{BBA24DA9-2ED9-349A-2C17-EE95EFB5E41B}"/>
              </a:ext>
            </a:extLst>
          </p:cNvPr>
          <p:cNvGrpSpPr/>
          <p:nvPr/>
        </p:nvGrpSpPr>
        <p:grpSpPr>
          <a:xfrm>
            <a:off x="7079024" y="3959376"/>
            <a:ext cx="1422939" cy="1185706"/>
            <a:chOff x="4343042" y="2005061"/>
            <a:chExt cx="4595682" cy="1782085"/>
          </a:xfrm>
        </p:grpSpPr>
        <p:sp>
          <p:nvSpPr>
            <p:cNvPr id="91" name="四角形: 角を丸くする 90">
              <a:extLst>
                <a:ext uri="{FF2B5EF4-FFF2-40B4-BE49-F238E27FC236}">
                  <a16:creationId xmlns:a16="http://schemas.microsoft.com/office/drawing/2014/main" id="{9BEEA265-C37A-49C3-2DFE-35D460E9D78E}"/>
                </a:ext>
              </a:extLst>
            </p:cNvPr>
            <p:cNvSpPr/>
            <p:nvPr/>
          </p:nvSpPr>
          <p:spPr>
            <a:xfrm>
              <a:off x="4343042" y="2434991"/>
              <a:ext cx="4595682" cy="1352155"/>
            </a:xfrm>
            <a:prstGeom prst="roundRect">
              <a:avLst>
                <a:gd name="adj" fmla="val 5178"/>
              </a:avLst>
            </a:prstGeom>
            <a:noFill/>
            <a:ln w="254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dirty="0">
                <a:latin typeface="原稿用標準書体" panose="03000503000000000000" pitchFamily="66" charset="-128"/>
                <a:ea typeface="原稿用標準書体" panose="03000503000000000000" pitchFamily="66" charset="-128"/>
              </a:endParaRPr>
            </a:p>
          </p:txBody>
        </p:sp>
        <p:sp>
          <p:nvSpPr>
            <p:cNvPr id="92" name="四角形: 角を丸くする 91">
              <a:extLst>
                <a:ext uri="{FF2B5EF4-FFF2-40B4-BE49-F238E27FC236}">
                  <a16:creationId xmlns:a16="http://schemas.microsoft.com/office/drawing/2014/main" id="{597AB62D-A6E7-A6C8-8C0C-DB70E0CEB489}"/>
                </a:ext>
              </a:extLst>
            </p:cNvPr>
            <p:cNvSpPr/>
            <p:nvPr/>
          </p:nvSpPr>
          <p:spPr>
            <a:xfrm>
              <a:off x="5027040" y="2005061"/>
              <a:ext cx="3294263" cy="461666"/>
            </a:xfrm>
            <a:prstGeom prst="round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latin typeface="原稿用標準書体" panose="03000503000000000000" pitchFamily="66" charset="-128"/>
                  <a:ea typeface="原稿用標準書体" panose="03000503000000000000" pitchFamily="66" charset="-128"/>
                </a:rPr>
                <a:t>ロール</a:t>
              </a:r>
            </a:p>
          </p:txBody>
        </p:sp>
      </p:grpSp>
      <p:sp>
        <p:nvSpPr>
          <p:cNvPr id="93" name="楕円 92">
            <a:extLst>
              <a:ext uri="{FF2B5EF4-FFF2-40B4-BE49-F238E27FC236}">
                <a16:creationId xmlns:a16="http://schemas.microsoft.com/office/drawing/2014/main" id="{A445CD63-73AC-AE0F-5F4C-6A3FE9710832}"/>
              </a:ext>
            </a:extLst>
          </p:cNvPr>
          <p:cNvSpPr/>
          <p:nvPr/>
        </p:nvSpPr>
        <p:spPr>
          <a:xfrm>
            <a:off x="10060241" y="2744850"/>
            <a:ext cx="296742" cy="296742"/>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200"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sz="12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8" name="テキスト ボックス 7">
            <a:extLst>
              <a:ext uri="{FF2B5EF4-FFF2-40B4-BE49-F238E27FC236}">
                <a16:creationId xmlns:a16="http://schemas.microsoft.com/office/drawing/2014/main" id="{C3A64C17-1F68-8803-2110-4A684EF99A82}"/>
              </a:ext>
            </a:extLst>
          </p:cNvPr>
          <p:cNvSpPr txBox="1"/>
          <p:nvPr/>
        </p:nvSpPr>
        <p:spPr>
          <a:xfrm>
            <a:off x="9366255" y="4331555"/>
            <a:ext cx="1062446" cy="261610"/>
          </a:xfrm>
          <a:prstGeom prst="rect">
            <a:avLst/>
          </a:prstGeom>
          <a:noFill/>
        </p:spPr>
        <p:txBody>
          <a:bodyPr wrap="square">
            <a:spAutoFit/>
          </a:bodyPr>
          <a:lstStyle/>
          <a:p>
            <a:pPr algn="ctr"/>
            <a:r>
              <a:rPr lang="ja-JP" altLang="en-US" sz="1100" dirty="0">
                <a:solidFill>
                  <a:schemeClr val="bg1">
                    <a:lumMod val="95000"/>
                  </a:schemeClr>
                </a:solidFill>
                <a:highlight>
                  <a:srgbClr val="808080"/>
                </a:highlight>
                <a:latin typeface="原稿用標準書体" panose="03000503000000000000" pitchFamily="66" charset="-128"/>
                <a:ea typeface="原稿用標準書体" panose="03000503000000000000" pitchFamily="66" charset="-128"/>
              </a:rPr>
              <a:t>武器</a:t>
            </a:r>
            <a:endParaRPr kumimoji="1" lang="ja-JP" altLang="en-US" sz="1100" dirty="0">
              <a:solidFill>
                <a:schemeClr val="bg1">
                  <a:lumMod val="95000"/>
                </a:schemeClr>
              </a:solidFill>
              <a:highlight>
                <a:srgbClr val="808080"/>
              </a:highlight>
              <a:latin typeface="原稿用標準書体" panose="03000503000000000000" pitchFamily="66" charset="-128"/>
              <a:ea typeface="原稿用標準書体" panose="03000503000000000000" pitchFamily="66" charset="-128"/>
            </a:endParaRPr>
          </a:p>
        </p:txBody>
      </p:sp>
      <p:sp>
        <p:nvSpPr>
          <p:cNvPr id="3" name="四角形: 角を丸くする 2">
            <a:extLst>
              <a:ext uri="{FF2B5EF4-FFF2-40B4-BE49-F238E27FC236}">
                <a16:creationId xmlns:a16="http://schemas.microsoft.com/office/drawing/2014/main" id="{720CBCE0-91DA-AF71-7217-CAAA874B0D4B}"/>
              </a:ext>
            </a:extLst>
          </p:cNvPr>
          <p:cNvSpPr/>
          <p:nvPr/>
        </p:nvSpPr>
        <p:spPr>
          <a:xfrm>
            <a:off x="9993616" y="2397817"/>
            <a:ext cx="1062447" cy="1372489"/>
          </a:xfrm>
          <a:prstGeom prst="roundRect">
            <a:avLst>
              <a:gd name="adj" fmla="val 6896"/>
            </a:avLst>
          </a:prstGeom>
          <a:solidFill>
            <a:srgbClr val="D9D9D9"/>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27" name="テキスト ボックス 26">
            <a:extLst>
              <a:ext uri="{FF2B5EF4-FFF2-40B4-BE49-F238E27FC236}">
                <a16:creationId xmlns:a16="http://schemas.microsoft.com/office/drawing/2014/main" id="{4DBEA565-8499-F681-F3A5-5F4225E9CA98}"/>
              </a:ext>
            </a:extLst>
          </p:cNvPr>
          <p:cNvSpPr txBox="1"/>
          <p:nvPr/>
        </p:nvSpPr>
        <p:spPr>
          <a:xfrm>
            <a:off x="10002948" y="2030427"/>
            <a:ext cx="1062446" cy="276999"/>
          </a:xfrm>
          <a:prstGeom prst="rect">
            <a:avLst/>
          </a:prstGeom>
          <a:noFill/>
        </p:spPr>
        <p:txBody>
          <a:bodyPr wrap="square">
            <a:spAutoFit/>
          </a:bodyPr>
          <a:lstStyle/>
          <a:p>
            <a:pPr algn="ctr"/>
            <a:r>
              <a:rPr lang="ja-JP" altLang="en-US" sz="1200" dirty="0">
                <a:solidFill>
                  <a:schemeClr val="bg1">
                    <a:lumMod val="95000"/>
                  </a:schemeClr>
                </a:solidFill>
                <a:highlight>
                  <a:srgbClr val="5C5C5C"/>
                </a:highlight>
                <a:latin typeface="原稿用標準書体" panose="03000503000000000000" pitchFamily="66" charset="-128"/>
                <a:ea typeface="原稿用標準書体" panose="03000503000000000000" pitchFamily="66" charset="-128"/>
              </a:rPr>
              <a:t>特殊スキル</a:t>
            </a:r>
            <a:endParaRPr kumimoji="1" lang="ja-JP" altLang="en-US" sz="1200" dirty="0">
              <a:solidFill>
                <a:schemeClr val="bg1">
                  <a:lumMod val="95000"/>
                </a:schemeClr>
              </a:solidFill>
              <a:highlight>
                <a:srgbClr val="5C5C5C"/>
              </a:highlight>
              <a:latin typeface="原稿用標準書体" panose="03000503000000000000" pitchFamily="66" charset="-128"/>
              <a:ea typeface="原稿用標準書体" panose="03000503000000000000" pitchFamily="66" charset="-128"/>
            </a:endParaRPr>
          </a:p>
        </p:txBody>
      </p:sp>
      <p:sp>
        <p:nvSpPr>
          <p:cNvPr id="49" name="四角形: 角を丸くする 48">
            <a:extLst>
              <a:ext uri="{FF2B5EF4-FFF2-40B4-BE49-F238E27FC236}">
                <a16:creationId xmlns:a16="http://schemas.microsoft.com/office/drawing/2014/main" id="{D42E354F-536E-85C9-2D5E-BD2E05293613}"/>
              </a:ext>
            </a:extLst>
          </p:cNvPr>
          <p:cNvSpPr/>
          <p:nvPr/>
        </p:nvSpPr>
        <p:spPr>
          <a:xfrm>
            <a:off x="8697253" y="4307949"/>
            <a:ext cx="2394303" cy="777504"/>
          </a:xfrm>
          <a:prstGeom prst="roundRect">
            <a:avLst>
              <a:gd name="adj" fmla="val 6896"/>
            </a:avLst>
          </a:prstGeom>
          <a:solidFill>
            <a:srgbClr val="D9D9D9"/>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41" name="四角形: 角を丸くする 40">
            <a:extLst>
              <a:ext uri="{FF2B5EF4-FFF2-40B4-BE49-F238E27FC236}">
                <a16:creationId xmlns:a16="http://schemas.microsoft.com/office/drawing/2014/main" id="{026610D0-5AE9-4011-6CD4-4EC0009C8E6C}"/>
              </a:ext>
            </a:extLst>
          </p:cNvPr>
          <p:cNvSpPr/>
          <p:nvPr/>
        </p:nvSpPr>
        <p:spPr>
          <a:xfrm>
            <a:off x="9941402" y="4335367"/>
            <a:ext cx="1114661" cy="484206"/>
          </a:xfrm>
          <a:prstGeom prst="roundRect">
            <a:avLst>
              <a:gd name="adj" fmla="val 6896"/>
            </a:avLst>
          </a:prstGeom>
          <a:solidFill>
            <a:schemeClr val="tx1">
              <a:lumMod val="50000"/>
              <a:lumOff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48" name="グループ化 47">
            <a:extLst>
              <a:ext uri="{FF2B5EF4-FFF2-40B4-BE49-F238E27FC236}">
                <a16:creationId xmlns:a16="http://schemas.microsoft.com/office/drawing/2014/main" id="{64CFBA3F-FAB4-04C9-A65C-95E4FA6233C7}"/>
              </a:ext>
            </a:extLst>
          </p:cNvPr>
          <p:cNvGrpSpPr/>
          <p:nvPr/>
        </p:nvGrpSpPr>
        <p:grpSpPr>
          <a:xfrm>
            <a:off x="8756066" y="4321341"/>
            <a:ext cx="2299997" cy="740676"/>
            <a:chOff x="8756066" y="4312009"/>
            <a:chExt cx="2299997" cy="740676"/>
          </a:xfrm>
        </p:grpSpPr>
        <p:sp>
          <p:nvSpPr>
            <p:cNvPr id="45" name="フリーフォーム: 図形 44">
              <a:extLst>
                <a:ext uri="{FF2B5EF4-FFF2-40B4-BE49-F238E27FC236}">
                  <a16:creationId xmlns:a16="http://schemas.microsoft.com/office/drawing/2014/main" id="{901FE61C-1B78-18E3-B104-02FB7A96F0F1}"/>
                </a:ext>
              </a:extLst>
            </p:cNvPr>
            <p:cNvSpPr/>
            <p:nvPr/>
          </p:nvSpPr>
          <p:spPr>
            <a:xfrm>
              <a:off x="8756066" y="4331554"/>
              <a:ext cx="2299997" cy="721131"/>
            </a:xfrm>
            <a:custGeom>
              <a:avLst/>
              <a:gdLst>
                <a:gd name="csX0" fmla="*/ 37967 w 2299997"/>
                <a:gd name="csY0" fmla="*/ 0 h 721131"/>
                <a:gd name="csX1" fmla="*/ 1085846 w 2299997"/>
                <a:gd name="csY1" fmla="*/ 0 h 721131"/>
                <a:gd name="csX2" fmla="*/ 1119237 w 2299997"/>
                <a:gd name="csY2" fmla="*/ 33391 h 721131"/>
                <a:gd name="csX3" fmla="*/ 1119237 w 2299997"/>
                <a:gd name="csY3" fmla="*/ 236925 h 721131"/>
                <a:gd name="csX4" fmla="*/ 2266606 w 2299997"/>
                <a:gd name="csY4" fmla="*/ 236925 h 721131"/>
                <a:gd name="csX5" fmla="*/ 2299997 w 2299997"/>
                <a:gd name="csY5" fmla="*/ 270316 h 721131"/>
                <a:gd name="csX6" fmla="*/ 2299997 w 2299997"/>
                <a:gd name="csY6" fmla="*/ 687740 h 721131"/>
                <a:gd name="csX7" fmla="*/ 2266606 w 2299997"/>
                <a:gd name="csY7" fmla="*/ 721131 h 721131"/>
                <a:gd name="csX8" fmla="*/ 33391 w 2299997"/>
                <a:gd name="csY8" fmla="*/ 721131 h 721131"/>
                <a:gd name="csX9" fmla="*/ 0 w 2299997"/>
                <a:gd name="csY9" fmla="*/ 687740 h 721131"/>
                <a:gd name="csX10" fmla="*/ 0 w 2299997"/>
                <a:gd name="csY10" fmla="*/ 270316 h 721131"/>
                <a:gd name="csX11" fmla="*/ 4576 w 2299997"/>
                <a:gd name="csY11" fmla="*/ 259269 h 721131"/>
                <a:gd name="csX12" fmla="*/ 4576 w 2299997"/>
                <a:gd name="csY12" fmla="*/ 33391 h 721131"/>
                <a:gd name="csX13" fmla="*/ 37967 w 2299997"/>
                <a:gd name="csY13" fmla="*/ 0 h 72113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2299997" h="721131">
                  <a:moveTo>
                    <a:pt x="37967" y="0"/>
                  </a:moveTo>
                  <a:lnTo>
                    <a:pt x="1085846" y="0"/>
                  </a:lnTo>
                  <a:cubicBezTo>
                    <a:pt x="1104287" y="0"/>
                    <a:pt x="1119237" y="14950"/>
                    <a:pt x="1119237" y="33391"/>
                  </a:cubicBezTo>
                  <a:lnTo>
                    <a:pt x="1119237" y="236925"/>
                  </a:lnTo>
                  <a:lnTo>
                    <a:pt x="2266606" y="236925"/>
                  </a:lnTo>
                  <a:cubicBezTo>
                    <a:pt x="2285047" y="236925"/>
                    <a:pt x="2299997" y="251875"/>
                    <a:pt x="2299997" y="270316"/>
                  </a:cubicBezTo>
                  <a:lnTo>
                    <a:pt x="2299997" y="687740"/>
                  </a:lnTo>
                  <a:cubicBezTo>
                    <a:pt x="2299997" y="706181"/>
                    <a:pt x="2285047" y="721131"/>
                    <a:pt x="2266606" y="721131"/>
                  </a:cubicBezTo>
                  <a:lnTo>
                    <a:pt x="33391" y="721131"/>
                  </a:lnTo>
                  <a:cubicBezTo>
                    <a:pt x="14950" y="721131"/>
                    <a:pt x="0" y="706181"/>
                    <a:pt x="0" y="687740"/>
                  </a:cubicBezTo>
                  <a:lnTo>
                    <a:pt x="0" y="270316"/>
                  </a:lnTo>
                  <a:lnTo>
                    <a:pt x="4576" y="259269"/>
                  </a:lnTo>
                  <a:lnTo>
                    <a:pt x="4576" y="33391"/>
                  </a:lnTo>
                  <a:cubicBezTo>
                    <a:pt x="4576" y="14950"/>
                    <a:pt x="19526" y="0"/>
                    <a:pt x="37967" y="0"/>
                  </a:cubicBezTo>
                  <a:close/>
                </a:path>
              </a:pathLst>
            </a:custGeom>
            <a:solidFill>
              <a:srgbClr val="BFBFBF"/>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47" name="テキスト ボックス 46">
              <a:extLst>
                <a:ext uri="{FF2B5EF4-FFF2-40B4-BE49-F238E27FC236}">
                  <a16:creationId xmlns:a16="http://schemas.microsoft.com/office/drawing/2014/main" id="{9CCFE6AC-B2FF-1BAF-3642-BCE3E10DE2ED}"/>
                </a:ext>
              </a:extLst>
            </p:cNvPr>
            <p:cNvSpPr txBox="1"/>
            <p:nvPr/>
          </p:nvSpPr>
          <p:spPr>
            <a:xfrm>
              <a:off x="8875753" y="4312009"/>
              <a:ext cx="800219" cy="276999"/>
            </a:xfrm>
            <a:prstGeom prst="rect">
              <a:avLst/>
            </a:prstGeom>
            <a:noFill/>
          </p:spPr>
          <p:txBody>
            <a:bodyPr wrap="none" rtlCol="0">
              <a:spAutoFit/>
            </a:bodyPr>
            <a:lstStyle/>
            <a:p>
              <a:r>
                <a:rPr lang="ja-JP" altLang="en-US" sz="1200" dirty="0">
                  <a:solidFill>
                    <a:schemeClr val="tx1">
                      <a:lumMod val="75000"/>
                      <a:lumOff val="25000"/>
                    </a:schemeClr>
                  </a:solidFill>
                  <a:latin typeface="原稿用標準書体" panose="03000503000000000000" pitchFamily="66" charset="-128"/>
                  <a:ea typeface="原稿用標準書体" panose="03000503000000000000" pitchFamily="66" charset="-128"/>
                </a:rPr>
                <a:t>通常攻撃</a:t>
              </a:r>
              <a:endParaRPr lang="en-US" altLang="ja-JP" sz="12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51" name="テキスト ボックス 50">
            <a:extLst>
              <a:ext uri="{FF2B5EF4-FFF2-40B4-BE49-F238E27FC236}">
                <a16:creationId xmlns:a16="http://schemas.microsoft.com/office/drawing/2014/main" id="{7A558877-EA6D-81E2-1D06-27993086D848}"/>
              </a:ext>
            </a:extLst>
          </p:cNvPr>
          <p:cNvSpPr txBox="1"/>
          <p:nvPr/>
        </p:nvSpPr>
        <p:spPr>
          <a:xfrm>
            <a:off x="10290983" y="4317385"/>
            <a:ext cx="415498" cy="276999"/>
          </a:xfrm>
          <a:prstGeom prst="rect">
            <a:avLst/>
          </a:prstGeom>
          <a:noFill/>
        </p:spPr>
        <p:txBody>
          <a:bodyPr wrap="none" rtlCol="0">
            <a:spAutoFit/>
          </a:bodyPr>
          <a:lstStyle/>
          <a:p>
            <a:pPr algn="ctr"/>
            <a:r>
              <a:rPr lang="en-US" altLang="ja-JP" sz="1200" dirty="0">
                <a:solidFill>
                  <a:schemeClr val="bg1">
                    <a:lumMod val="95000"/>
                  </a:schemeClr>
                </a:solidFill>
                <a:latin typeface="原稿用標準書体" panose="03000503000000000000" pitchFamily="66" charset="-128"/>
                <a:ea typeface="原稿用標準書体" panose="03000503000000000000" pitchFamily="66" charset="-128"/>
              </a:rPr>
              <a:t>ENB</a:t>
            </a:r>
          </a:p>
        </p:txBody>
      </p:sp>
      <p:sp>
        <p:nvSpPr>
          <p:cNvPr id="71" name="テキスト ボックス 70">
            <a:extLst>
              <a:ext uri="{FF2B5EF4-FFF2-40B4-BE49-F238E27FC236}">
                <a16:creationId xmlns:a16="http://schemas.microsoft.com/office/drawing/2014/main" id="{2D8DECEF-1BDC-EDAC-0147-C03DDCED2318}"/>
              </a:ext>
            </a:extLst>
          </p:cNvPr>
          <p:cNvSpPr txBox="1"/>
          <p:nvPr/>
        </p:nvSpPr>
        <p:spPr>
          <a:xfrm>
            <a:off x="9360450" y="3983915"/>
            <a:ext cx="1062446" cy="276999"/>
          </a:xfrm>
          <a:prstGeom prst="rect">
            <a:avLst/>
          </a:prstGeom>
          <a:noFill/>
        </p:spPr>
        <p:txBody>
          <a:bodyPr wrap="square">
            <a:spAutoFit/>
          </a:bodyPr>
          <a:lstStyle/>
          <a:p>
            <a:pPr algn="ctr"/>
            <a:r>
              <a:rPr lang="ja-JP" altLang="en-US" sz="1200" dirty="0">
                <a:solidFill>
                  <a:schemeClr val="bg1">
                    <a:lumMod val="95000"/>
                  </a:schemeClr>
                </a:solidFill>
                <a:highlight>
                  <a:srgbClr val="5C5C5C"/>
                </a:highlight>
                <a:latin typeface="原稿用標準書体" panose="03000503000000000000" pitchFamily="66" charset="-128"/>
                <a:ea typeface="原稿用標準書体" panose="03000503000000000000" pitchFamily="66" charset="-128"/>
              </a:rPr>
              <a:t>固定スキル</a:t>
            </a:r>
            <a:endParaRPr kumimoji="1" lang="ja-JP" altLang="en-US" sz="1200" dirty="0">
              <a:solidFill>
                <a:schemeClr val="bg1">
                  <a:lumMod val="95000"/>
                </a:schemeClr>
              </a:solidFill>
              <a:highlight>
                <a:srgbClr val="5C5C5C"/>
              </a:highlight>
              <a:latin typeface="原稿用標準書体" panose="03000503000000000000" pitchFamily="66" charset="-128"/>
              <a:ea typeface="原稿用標準書体" panose="03000503000000000000" pitchFamily="66" charset="-128"/>
            </a:endParaRPr>
          </a:p>
        </p:txBody>
      </p:sp>
      <p:sp>
        <p:nvSpPr>
          <p:cNvPr id="80" name="四角形: 角を丸くする 79">
            <a:extLst>
              <a:ext uri="{FF2B5EF4-FFF2-40B4-BE49-F238E27FC236}">
                <a16:creationId xmlns:a16="http://schemas.microsoft.com/office/drawing/2014/main" id="{5EA9BC66-DE57-478A-6736-9C2EC228CE57}"/>
              </a:ext>
            </a:extLst>
          </p:cNvPr>
          <p:cNvSpPr/>
          <p:nvPr/>
        </p:nvSpPr>
        <p:spPr>
          <a:xfrm>
            <a:off x="10388771" y="2405535"/>
            <a:ext cx="296743" cy="1066156"/>
          </a:xfrm>
          <a:prstGeom prst="roundRect">
            <a:avLst>
              <a:gd name="adj" fmla="val 6896"/>
            </a:avLst>
          </a:prstGeom>
          <a:solidFill>
            <a:schemeClr val="tx1">
              <a:lumMod val="50000"/>
              <a:lumOff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81" name="四角形: 角を丸くする 80">
            <a:extLst>
              <a:ext uri="{FF2B5EF4-FFF2-40B4-BE49-F238E27FC236}">
                <a16:creationId xmlns:a16="http://schemas.microsoft.com/office/drawing/2014/main" id="{1BD0774C-AE84-F6C7-D75E-E69DC4EAA073}"/>
              </a:ext>
            </a:extLst>
          </p:cNvPr>
          <p:cNvSpPr/>
          <p:nvPr/>
        </p:nvSpPr>
        <p:spPr>
          <a:xfrm>
            <a:off x="10773287" y="2405535"/>
            <a:ext cx="296743" cy="1066156"/>
          </a:xfrm>
          <a:prstGeom prst="roundRect">
            <a:avLst>
              <a:gd name="adj" fmla="val 6896"/>
            </a:avLst>
          </a:prstGeom>
          <a:solidFill>
            <a:schemeClr val="tx1">
              <a:lumMod val="50000"/>
              <a:lumOff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82" name="フリーフォーム: 図形 81">
            <a:extLst>
              <a:ext uri="{FF2B5EF4-FFF2-40B4-BE49-F238E27FC236}">
                <a16:creationId xmlns:a16="http://schemas.microsoft.com/office/drawing/2014/main" id="{70217278-4333-6897-A0D7-5A968E0747D7}"/>
              </a:ext>
            </a:extLst>
          </p:cNvPr>
          <p:cNvSpPr/>
          <p:nvPr/>
        </p:nvSpPr>
        <p:spPr>
          <a:xfrm>
            <a:off x="10011362" y="2405535"/>
            <a:ext cx="1062447" cy="1333377"/>
          </a:xfrm>
          <a:custGeom>
            <a:avLst/>
            <a:gdLst>
              <a:gd name="csX0" fmla="*/ 21769 w 1062447"/>
              <a:gd name="csY0" fmla="*/ 0 h 1333377"/>
              <a:gd name="csX1" fmla="*/ 277586 w 1062447"/>
              <a:gd name="csY1" fmla="*/ 0 h 1333377"/>
              <a:gd name="csX2" fmla="*/ 298049 w 1062447"/>
              <a:gd name="csY2" fmla="*/ 20463 h 1333377"/>
              <a:gd name="csX3" fmla="*/ 298049 w 1062447"/>
              <a:gd name="csY3" fmla="*/ 267221 h 1333377"/>
              <a:gd name="csX4" fmla="*/ 989181 w 1062447"/>
              <a:gd name="csY4" fmla="*/ 267221 h 1333377"/>
              <a:gd name="csX5" fmla="*/ 1062447 w 1062447"/>
              <a:gd name="csY5" fmla="*/ 340487 h 1333377"/>
              <a:gd name="csX6" fmla="*/ 1062447 w 1062447"/>
              <a:gd name="csY6" fmla="*/ 1260111 h 1333377"/>
              <a:gd name="csX7" fmla="*/ 989181 w 1062447"/>
              <a:gd name="csY7" fmla="*/ 1333377 h 1333377"/>
              <a:gd name="csX8" fmla="*/ 73266 w 1062447"/>
              <a:gd name="csY8" fmla="*/ 1333377 h 1333377"/>
              <a:gd name="csX9" fmla="*/ 0 w 1062447"/>
              <a:gd name="csY9" fmla="*/ 1260111 h 1333377"/>
              <a:gd name="csX10" fmla="*/ 0 w 1062447"/>
              <a:gd name="csY10" fmla="*/ 340487 h 1333377"/>
              <a:gd name="csX11" fmla="*/ 1306 w 1062447"/>
              <a:gd name="csY11" fmla="*/ 334018 h 1333377"/>
              <a:gd name="csX12" fmla="*/ 1306 w 1062447"/>
              <a:gd name="csY12" fmla="*/ 20463 h 1333377"/>
              <a:gd name="csX13" fmla="*/ 21769 w 1062447"/>
              <a:gd name="csY13" fmla="*/ 0 h 133337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1062447" h="1333377">
                <a:moveTo>
                  <a:pt x="21769" y="0"/>
                </a:moveTo>
                <a:lnTo>
                  <a:pt x="277586" y="0"/>
                </a:lnTo>
                <a:cubicBezTo>
                  <a:pt x="288887" y="0"/>
                  <a:pt x="298049" y="9162"/>
                  <a:pt x="298049" y="20463"/>
                </a:cubicBezTo>
                <a:lnTo>
                  <a:pt x="298049" y="267221"/>
                </a:lnTo>
                <a:lnTo>
                  <a:pt x="989181" y="267221"/>
                </a:lnTo>
                <a:cubicBezTo>
                  <a:pt x="1029645" y="267221"/>
                  <a:pt x="1062447" y="300023"/>
                  <a:pt x="1062447" y="340487"/>
                </a:cubicBezTo>
                <a:lnTo>
                  <a:pt x="1062447" y="1260111"/>
                </a:lnTo>
                <a:cubicBezTo>
                  <a:pt x="1062447" y="1300575"/>
                  <a:pt x="1029645" y="1333377"/>
                  <a:pt x="989181" y="1333377"/>
                </a:cubicBezTo>
                <a:lnTo>
                  <a:pt x="73266" y="1333377"/>
                </a:lnTo>
                <a:cubicBezTo>
                  <a:pt x="32802" y="1333377"/>
                  <a:pt x="0" y="1300575"/>
                  <a:pt x="0" y="1260111"/>
                </a:cubicBezTo>
                <a:lnTo>
                  <a:pt x="0" y="340487"/>
                </a:lnTo>
                <a:lnTo>
                  <a:pt x="1306" y="334018"/>
                </a:lnTo>
                <a:lnTo>
                  <a:pt x="1306" y="20463"/>
                </a:lnTo>
                <a:cubicBezTo>
                  <a:pt x="1306" y="9162"/>
                  <a:pt x="10468" y="0"/>
                  <a:pt x="21769" y="0"/>
                </a:cubicBezTo>
                <a:close/>
              </a:path>
            </a:pathLst>
          </a:custGeom>
          <a:solidFill>
            <a:srgbClr val="BFBFBF"/>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83" name="テキスト ボックス 82">
            <a:extLst>
              <a:ext uri="{FF2B5EF4-FFF2-40B4-BE49-F238E27FC236}">
                <a16:creationId xmlns:a16="http://schemas.microsoft.com/office/drawing/2014/main" id="{1D1CFB45-E9D7-ABCD-2EFC-835DF2B521EF}"/>
              </a:ext>
            </a:extLst>
          </p:cNvPr>
          <p:cNvSpPr txBox="1"/>
          <p:nvPr/>
        </p:nvSpPr>
        <p:spPr>
          <a:xfrm>
            <a:off x="10404649" y="2389383"/>
            <a:ext cx="264816" cy="276999"/>
          </a:xfrm>
          <a:prstGeom prst="rect">
            <a:avLst/>
          </a:prstGeom>
          <a:noFill/>
        </p:spPr>
        <p:txBody>
          <a:bodyPr wrap="none" rtlCol="0">
            <a:spAutoFit/>
          </a:bodyPr>
          <a:lstStyle/>
          <a:p>
            <a:pPr algn="ctr"/>
            <a:r>
              <a:rPr lang="en-US" altLang="ja-JP" sz="1200" dirty="0">
                <a:solidFill>
                  <a:schemeClr val="bg1">
                    <a:lumMod val="95000"/>
                  </a:schemeClr>
                </a:solidFill>
                <a:latin typeface="原稿用標準書体" panose="03000503000000000000" pitchFamily="66" charset="-128"/>
                <a:ea typeface="原稿用標準書体" panose="03000503000000000000" pitchFamily="66" charset="-128"/>
              </a:rPr>
              <a:t>2</a:t>
            </a:r>
          </a:p>
        </p:txBody>
      </p:sp>
      <p:sp>
        <p:nvSpPr>
          <p:cNvPr id="84" name="テキスト ボックス 83">
            <a:extLst>
              <a:ext uri="{FF2B5EF4-FFF2-40B4-BE49-F238E27FC236}">
                <a16:creationId xmlns:a16="http://schemas.microsoft.com/office/drawing/2014/main" id="{54A10604-83D4-0B04-26C9-3F3309C90A3F}"/>
              </a:ext>
            </a:extLst>
          </p:cNvPr>
          <p:cNvSpPr txBox="1"/>
          <p:nvPr/>
        </p:nvSpPr>
        <p:spPr>
          <a:xfrm>
            <a:off x="10791950" y="2389383"/>
            <a:ext cx="264816" cy="276999"/>
          </a:xfrm>
          <a:prstGeom prst="rect">
            <a:avLst/>
          </a:prstGeom>
          <a:noFill/>
        </p:spPr>
        <p:txBody>
          <a:bodyPr wrap="none" rtlCol="0">
            <a:spAutoFit/>
          </a:bodyPr>
          <a:lstStyle/>
          <a:p>
            <a:pPr algn="ctr"/>
            <a:r>
              <a:rPr lang="en-US" altLang="ja-JP" sz="1200" dirty="0">
                <a:solidFill>
                  <a:schemeClr val="bg1">
                    <a:lumMod val="95000"/>
                  </a:schemeClr>
                </a:solidFill>
                <a:latin typeface="原稿用標準書体" panose="03000503000000000000" pitchFamily="66" charset="-128"/>
                <a:ea typeface="原稿用標準書体" panose="03000503000000000000" pitchFamily="66" charset="-128"/>
              </a:rPr>
              <a:t>3</a:t>
            </a:r>
          </a:p>
        </p:txBody>
      </p:sp>
      <p:sp>
        <p:nvSpPr>
          <p:cNvPr id="85" name="テキスト ボックス 84">
            <a:extLst>
              <a:ext uri="{FF2B5EF4-FFF2-40B4-BE49-F238E27FC236}">
                <a16:creationId xmlns:a16="http://schemas.microsoft.com/office/drawing/2014/main" id="{3F1288EA-AB8F-41E0-F891-6F825FF8A4D0}"/>
              </a:ext>
            </a:extLst>
          </p:cNvPr>
          <p:cNvSpPr txBox="1"/>
          <p:nvPr/>
        </p:nvSpPr>
        <p:spPr>
          <a:xfrm>
            <a:off x="10036010" y="2389383"/>
            <a:ext cx="264816" cy="276999"/>
          </a:xfrm>
          <a:prstGeom prst="rect">
            <a:avLst/>
          </a:prstGeom>
          <a:noFill/>
        </p:spPr>
        <p:txBody>
          <a:bodyPr wrap="none" rtlCol="0">
            <a:spAutoFit/>
          </a:bodyPr>
          <a:lstStyle/>
          <a:p>
            <a:pPr algn="ctr"/>
            <a:r>
              <a:rPr lang="en-US" altLang="ja-JP" sz="1200" dirty="0">
                <a:solidFill>
                  <a:schemeClr val="tx1">
                    <a:lumMod val="75000"/>
                    <a:lumOff val="25000"/>
                  </a:schemeClr>
                </a:solidFill>
                <a:latin typeface="原稿用標準書体" panose="03000503000000000000" pitchFamily="66" charset="-128"/>
                <a:ea typeface="原稿用標準書体" panose="03000503000000000000" pitchFamily="66" charset="-128"/>
              </a:rPr>
              <a:t>1</a:t>
            </a:r>
          </a:p>
        </p:txBody>
      </p:sp>
      <p:grpSp>
        <p:nvGrpSpPr>
          <p:cNvPr id="95" name="グループ化 94">
            <a:extLst>
              <a:ext uri="{FF2B5EF4-FFF2-40B4-BE49-F238E27FC236}">
                <a16:creationId xmlns:a16="http://schemas.microsoft.com/office/drawing/2014/main" id="{85F0F336-8BD2-F437-00CD-C63E285F247A}"/>
              </a:ext>
            </a:extLst>
          </p:cNvPr>
          <p:cNvGrpSpPr/>
          <p:nvPr/>
        </p:nvGrpSpPr>
        <p:grpSpPr>
          <a:xfrm>
            <a:off x="10205439" y="3369817"/>
            <a:ext cx="677545" cy="312314"/>
            <a:chOff x="10130793" y="3279791"/>
            <a:chExt cx="696970" cy="383679"/>
          </a:xfrm>
        </p:grpSpPr>
        <p:sp>
          <p:nvSpPr>
            <p:cNvPr id="75" name="四角形: 角を丸くする 74">
              <a:extLst>
                <a:ext uri="{FF2B5EF4-FFF2-40B4-BE49-F238E27FC236}">
                  <a16:creationId xmlns:a16="http://schemas.microsoft.com/office/drawing/2014/main" id="{B36C0B9A-2724-F822-72BC-9682CB3194B5}"/>
                </a:ext>
              </a:extLst>
            </p:cNvPr>
            <p:cNvSpPr/>
            <p:nvPr/>
          </p:nvSpPr>
          <p:spPr>
            <a:xfrm>
              <a:off x="10130793" y="3298920"/>
              <a:ext cx="696970" cy="364550"/>
            </a:xfrm>
            <a:prstGeom prst="roundRect">
              <a:avLst>
                <a:gd name="adj" fmla="val 6896"/>
              </a:avLst>
            </a:prstGeom>
            <a:solidFill>
              <a:srgbClr val="FFA4F3"/>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latin typeface="原稿用標準書体" panose="03000503000000000000" pitchFamily="66" charset="-128"/>
                <a:ea typeface="原稿用標準書体" panose="03000503000000000000" pitchFamily="66" charset="-128"/>
              </a:endParaRPr>
            </a:p>
          </p:txBody>
        </p:sp>
        <p:sp>
          <p:nvSpPr>
            <p:cNvPr id="94" name="テキスト ボックス 93">
              <a:extLst>
                <a:ext uri="{FF2B5EF4-FFF2-40B4-BE49-F238E27FC236}">
                  <a16:creationId xmlns:a16="http://schemas.microsoft.com/office/drawing/2014/main" id="{D5BFAB96-A1A0-8FF1-6DD2-3C80BA0028DB}"/>
                </a:ext>
              </a:extLst>
            </p:cNvPr>
            <p:cNvSpPr txBox="1"/>
            <p:nvPr/>
          </p:nvSpPr>
          <p:spPr>
            <a:xfrm>
              <a:off x="10211797" y="3279791"/>
              <a:ext cx="559328" cy="378105"/>
            </a:xfrm>
            <a:prstGeom prst="rect">
              <a:avLst/>
            </a:prstGeom>
            <a:noFill/>
          </p:spPr>
          <p:txBody>
            <a:bodyPr wrap="none" rtlCol="0">
              <a:spAutoFit/>
            </a:bodyPr>
            <a:lstStyle/>
            <a:p>
              <a:r>
                <a:rPr lang="ja-JP" altLang="en-US" sz="1400" dirty="0">
                  <a:solidFill>
                    <a:schemeClr val="tx1">
                      <a:lumMod val="75000"/>
                      <a:lumOff val="25000"/>
                    </a:schemeClr>
                  </a:solidFill>
                  <a:latin typeface="原稿用標準書体" panose="03000503000000000000" pitchFamily="66" charset="-128"/>
                  <a:ea typeface="原稿用標準書体" panose="03000503000000000000" pitchFamily="66" charset="-128"/>
                </a:rPr>
                <a:t>装備</a:t>
              </a:r>
              <a:endParaRPr lang="en-US" altLang="ja-JP" sz="14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96" name="テキスト ボックス 95">
            <a:extLst>
              <a:ext uri="{FF2B5EF4-FFF2-40B4-BE49-F238E27FC236}">
                <a16:creationId xmlns:a16="http://schemas.microsoft.com/office/drawing/2014/main" id="{F1C1BC32-BA7D-B700-CDBB-E727EAF1900A}"/>
              </a:ext>
            </a:extLst>
          </p:cNvPr>
          <p:cNvSpPr txBox="1"/>
          <p:nvPr/>
        </p:nvSpPr>
        <p:spPr>
          <a:xfrm>
            <a:off x="10031426" y="2681876"/>
            <a:ext cx="697627" cy="246221"/>
          </a:xfrm>
          <a:prstGeom prst="rect">
            <a:avLst/>
          </a:prstGeom>
          <a:noFill/>
        </p:spPr>
        <p:txBody>
          <a:bodyPr wrap="none" rtlCol="0">
            <a:spAutoFit/>
          </a:bodyPr>
          <a:lstStyle/>
          <a:p>
            <a:r>
              <a:rPr lang="ja-JP" altLang="en-US"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スキル名</a:t>
            </a:r>
            <a:endParaRPr lang="en-US" altLang="ja-JP" sz="1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97" name="テキスト ボックス 96">
            <a:extLst>
              <a:ext uri="{FF2B5EF4-FFF2-40B4-BE49-F238E27FC236}">
                <a16:creationId xmlns:a16="http://schemas.microsoft.com/office/drawing/2014/main" id="{7633BDF9-4295-4576-7FF4-C708C9EF61AE}"/>
              </a:ext>
            </a:extLst>
          </p:cNvPr>
          <p:cNvSpPr txBox="1"/>
          <p:nvPr/>
        </p:nvSpPr>
        <p:spPr>
          <a:xfrm>
            <a:off x="10034534" y="2862269"/>
            <a:ext cx="877163" cy="507831"/>
          </a:xfrm>
          <a:prstGeom prst="rect">
            <a:avLst/>
          </a:prstGeom>
          <a:noFill/>
        </p:spPr>
        <p:txBody>
          <a:bodyPr wrap="none" rtlCol="0">
            <a:spAutoFit/>
          </a:bodyPr>
          <a:lstStyle/>
          <a:p>
            <a:r>
              <a:rPr lang="ja-JP" altLang="en-US" sz="900" dirty="0">
                <a:solidFill>
                  <a:schemeClr val="tx1">
                    <a:lumMod val="75000"/>
                    <a:lumOff val="25000"/>
                  </a:schemeClr>
                </a:solidFill>
                <a:latin typeface="原稿用標準書体" panose="03000503000000000000" pitchFamily="66" charset="-128"/>
                <a:ea typeface="原稿用標準書体" panose="03000503000000000000" pitchFamily="66" charset="-128"/>
              </a:rPr>
              <a:t>効果テキスト</a:t>
            </a:r>
            <a:br>
              <a:rPr lang="en-US" altLang="ja-JP" sz="900" dirty="0">
                <a:solidFill>
                  <a:schemeClr val="tx1">
                    <a:lumMod val="75000"/>
                    <a:lumOff val="25000"/>
                  </a:schemeClr>
                </a:solidFill>
                <a:latin typeface="原稿用標準書体" panose="03000503000000000000" pitchFamily="66" charset="-128"/>
                <a:ea typeface="原稿用標準書体" panose="03000503000000000000" pitchFamily="66" charset="-128"/>
              </a:rPr>
            </a:br>
            <a:r>
              <a:rPr lang="ja-JP" altLang="en-US" sz="900" dirty="0">
                <a:solidFill>
                  <a:schemeClr val="tx1">
                    <a:lumMod val="75000"/>
                    <a:lumOff val="25000"/>
                  </a:schemeClr>
                </a:solidFill>
                <a:latin typeface="原稿用標準書体" panose="03000503000000000000" pitchFamily="66" charset="-128"/>
                <a:ea typeface="原稿用標準書体" panose="03000503000000000000" pitchFamily="66" charset="-128"/>
              </a:rPr>
              <a:t>効果テキスト</a:t>
            </a:r>
            <a:endParaRPr lang="en-US" altLang="ja-JP" sz="9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a:p>
            <a:r>
              <a:rPr lang="ja-JP" altLang="en-US" sz="900" dirty="0">
                <a:solidFill>
                  <a:schemeClr val="tx1">
                    <a:lumMod val="75000"/>
                    <a:lumOff val="25000"/>
                  </a:schemeClr>
                </a:solidFill>
                <a:latin typeface="原稿用標準書体" panose="03000503000000000000" pitchFamily="66" charset="-128"/>
                <a:ea typeface="原稿用標準書体" panose="03000503000000000000" pitchFamily="66" charset="-128"/>
              </a:rPr>
              <a:t>効果テキスト</a:t>
            </a:r>
            <a:endParaRPr lang="en-US" altLang="ja-JP" sz="9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102" name="グループ化 101">
            <a:extLst>
              <a:ext uri="{FF2B5EF4-FFF2-40B4-BE49-F238E27FC236}">
                <a16:creationId xmlns:a16="http://schemas.microsoft.com/office/drawing/2014/main" id="{34D0CF43-F018-24CC-B392-FC8F00FD1BB0}"/>
              </a:ext>
            </a:extLst>
          </p:cNvPr>
          <p:cNvGrpSpPr/>
          <p:nvPr/>
        </p:nvGrpSpPr>
        <p:grpSpPr>
          <a:xfrm>
            <a:off x="10706392" y="2769566"/>
            <a:ext cx="307601" cy="79382"/>
            <a:chOff x="10725054" y="3385387"/>
            <a:chExt cx="569131" cy="146875"/>
          </a:xfrm>
        </p:grpSpPr>
        <p:sp>
          <p:nvSpPr>
            <p:cNvPr id="99" name="楕円 98">
              <a:extLst>
                <a:ext uri="{FF2B5EF4-FFF2-40B4-BE49-F238E27FC236}">
                  <a16:creationId xmlns:a16="http://schemas.microsoft.com/office/drawing/2014/main" id="{43F91EC5-A548-AFEB-409A-512A42ED7F77}"/>
                </a:ext>
              </a:extLst>
            </p:cNvPr>
            <p:cNvSpPr/>
            <p:nvPr/>
          </p:nvSpPr>
          <p:spPr>
            <a:xfrm>
              <a:off x="10725054" y="3385387"/>
              <a:ext cx="157325" cy="146875"/>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100" name="楕円 99">
              <a:extLst>
                <a:ext uri="{FF2B5EF4-FFF2-40B4-BE49-F238E27FC236}">
                  <a16:creationId xmlns:a16="http://schemas.microsoft.com/office/drawing/2014/main" id="{6FDA53F5-020C-AC41-ABC6-4A027E97FAC4}"/>
                </a:ext>
              </a:extLst>
            </p:cNvPr>
            <p:cNvSpPr/>
            <p:nvPr/>
          </p:nvSpPr>
          <p:spPr>
            <a:xfrm>
              <a:off x="10930957" y="3385387"/>
              <a:ext cx="157325" cy="146875"/>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101" name="楕円 100">
              <a:extLst>
                <a:ext uri="{FF2B5EF4-FFF2-40B4-BE49-F238E27FC236}">
                  <a16:creationId xmlns:a16="http://schemas.microsoft.com/office/drawing/2014/main" id="{397DF8FA-8C2E-3048-3693-C04098637C6A}"/>
                </a:ext>
              </a:extLst>
            </p:cNvPr>
            <p:cNvSpPr/>
            <p:nvPr/>
          </p:nvSpPr>
          <p:spPr>
            <a:xfrm>
              <a:off x="11136860" y="3385387"/>
              <a:ext cx="157325" cy="146875"/>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sp>
        <p:nvSpPr>
          <p:cNvPr id="103" name="テキスト ボックス 102">
            <a:extLst>
              <a:ext uri="{FF2B5EF4-FFF2-40B4-BE49-F238E27FC236}">
                <a16:creationId xmlns:a16="http://schemas.microsoft.com/office/drawing/2014/main" id="{8176E3A6-5554-E458-9B59-55A070C19844}"/>
              </a:ext>
            </a:extLst>
          </p:cNvPr>
          <p:cNvSpPr txBox="1"/>
          <p:nvPr/>
        </p:nvSpPr>
        <p:spPr>
          <a:xfrm>
            <a:off x="8880746" y="4657506"/>
            <a:ext cx="1657826" cy="246221"/>
          </a:xfrm>
          <a:prstGeom prst="rect">
            <a:avLst/>
          </a:prstGeom>
          <a:noFill/>
        </p:spPr>
        <p:txBody>
          <a:bodyPr wrap="none" rtlCol="0">
            <a:spAutoFit/>
          </a:bodyPr>
          <a:lstStyle/>
          <a:p>
            <a:r>
              <a:rPr lang="ja-JP" altLang="en-US"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敵</a:t>
            </a:r>
            <a:r>
              <a:rPr lang="en-US" altLang="ja-JP"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1</a:t>
            </a:r>
            <a:r>
              <a:rPr lang="ja-JP" altLang="en-US"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体に</a:t>
            </a:r>
            <a:r>
              <a:rPr lang="en-US" altLang="ja-JP"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ATK×80</a:t>
            </a:r>
            <a:r>
              <a:rPr lang="ja-JP" altLang="en-US"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％の攻撃</a:t>
            </a:r>
            <a:endParaRPr lang="en-US" altLang="ja-JP" sz="1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pic>
        <p:nvPicPr>
          <p:cNvPr id="39" name="図 38">
            <a:extLst>
              <a:ext uri="{FF2B5EF4-FFF2-40B4-BE49-F238E27FC236}">
                <a16:creationId xmlns:a16="http://schemas.microsoft.com/office/drawing/2014/main" id="{41093C67-0B18-9269-B55D-8B9545DDE6A3}"/>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992219" y="1933050"/>
            <a:ext cx="1387192" cy="1958200"/>
          </a:xfrm>
          <a:prstGeom prst="rect">
            <a:avLst/>
          </a:prstGeom>
        </p:spPr>
      </p:pic>
      <p:grpSp>
        <p:nvGrpSpPr>
          <p:cNvPr id="118" name="グループ化 117">
            <a:extLst>
              <a:ext uri="{FF2B5EF4-FFF2-40B4-BE49-F238E27FC236}">
                <a16:creationId xmlns:a16="http://schemas.microsoft.com/office/drawing/2014/main" id="{59B38E68-5410-9ED9-25AA-C70ED6C9ED21}"/>
              </a:ext>
            </a:extLst>
          </p:cNvPr>
          <p:cNvGrpSpPr/>
          <p:nvPr/>
        </p:nvGrpSpPr>
        <p:grpSpPr>
          <a:xfrm>
            <a:off x="7039550" y="1408045"/>
            <a:ext cx="1321756" cy="407528"/>
            <a:chOff x="6961435" y="1453494"/>
            <a:chExt cx="1321756" cy="407528"/>
          </a:xfrm>
        </p:grpSpPr>
        <p:grpSp>
          <p:nvGrpSpPr>
            <p:cNvPr id="117" name="グループ化 116">
              <a:extLst>
                <a:ext uri="{FF2B5EF4-FFF2-40B4-BE49-F238E27FC236}">
                  <a16:creationId xmlns:a16="http://schemas.microsoft.com/office/drawing/2014/main" id="{97B658A0-7818-BC43-9855-D342E17159E2}"/>
                </a:ext>
              </a:extLst>
            </p:cNvPr>
            <p:cNvGrpSpPr/>
            <p:nvPr/>
          </p:nvGrpSpPr>
          <p:grpSpPr>
            <a:xfrm>
              <a:off x="6961435" y="1453494"/>
              <a:ext cx="1321756" cy="407528"/>
              <a:chOff x="6931430" y="1379411"/>
              <a:chExt cx="1988006" cy="612948"/>
            </a:xfrm>
          </p:grpSpPr>
          <p:sp>
            <p:nvSpPr>
              <p:cNvPr id="112" name="四角形: 角を丸くする 111">
                <a:extLst>
                  <a:ext uri="{FF2B5EF4-FFF2-40B4-BE49-F238E27FC236}">
                    <a16:creationId xmlns:a16="http://schemas.microsoft.com/office/drawing/2014/main" id="{FCAE295A-FB0F-C5B4-4069-DA55F7C76F1C}"/>
                  </a:ext>
                </a:extLst>
              </p:cNvPr>
              <p:cNvSpPr/>
              <p:nvPr/>
            </p:nvSpPr>
            <p:spPr>
              <a:xfrm>
                <a:off x="6931430" y="1379411"/>
                <a:ext cx="1988006" cy="612948"/>
              </a:xfrm>
              <a:prstGeom prst="roundRect">
                <a:avLst>
                  <a:gd name="adj" fmla="val 9765"/>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16" name="二等辺三角形 115">
                <a:extLst>
                  <a:ext uri="{FF2B5EF4-FFF2-40B4-BE49-F238E27FC236}">
                    <a16:creationId xmlns:a16="http://schemas.microsoft.com/office/drawing/2014/main" id="{02E68F0C-EE96-7681-5608-B1D9AE261F3A}"/>
                  </a:ext>
                </a:extLst>
              </p:cNvPr>
              <p:cNvSpPr/>
              <p:nvPr/>
            </p:nvSpPr>
            <p:spPr>
              <a:xfrm rot="16200000" flipH="1">
                <a:off x="7132754" y="1513146"/>
                <a:ext cx="400753" cy="345478"/>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14" name="テキスト ボックス 113">
              <a:extLst>
                <a:ext uri="{FF2B5EF4-FFF2-40B4-BE49-F238E27FC236}">
                  <a16:creationId xmlns:a16="http://schemas.microsoft.com/office/drawing/2014/main" id="{BBFB0261-38FF-ECD3-7888-BD3F3B82408A}"/>
                </a:ext>
              </a:extLst>
            </p:cNvPr>
            <p:cNvSpPr txBox="1"/>
            <p:nvPr/>
          </p:nvSpPr>
          <p:spPr>
            <a:xfrm>
              <a:off x="7434618" y="1487981"/>
              <a:ext cx="800219" cy="338554"/>
            </a:xfrm>
            <a:prstGeom prst="rect">
              <a:avLst/>
            </a:prstGeom>
            <a:noFill/>
          </p:spPr>
          <p:txBody>
            <a:bodyPr wrap="none" rtlCol="0">
              <a:spAutoFit/>
            </a:bodyPr>
            <a:lstStyle/>
            <a:p>
              <a:r>
                <a:rPr kumimoji="1" lang="ja-JP" altLang="en-US" sz="16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一覧へ</a:t>
              </a:r>
              <a:endParaRPr kumimoji="1" lang="ja-JP" altLang="en-US" sz="1600"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19" name="グループ化 118">
            <a:extLst>
              <a:ext uri="{FF2B5EF4-FFF2-40B4-BE49-F238E27FC236}">
                <a16:creationId xmlns:a16="http://schemas.microsoft.com/office/drawing/2014/main" id="{0CD511C4-F9CD-9A44-B6A1-D0028D697216}"/>
              </a:ext>
            </a:extLst>
          </p:cNvPr>
          <p:cNvGrpSpPr/>
          <p:nvPr/>
        </p:nvGrpSpPr>
        <p:grpSpPr>
          <a:xfrm>
            <a:off x="9972935" y="1427012"/>
            <a:ext cx="1139403" cy="407528"/>
            <a:chOff x="6961435" y="1453494"/>
            <a:chExt cx="1321756" cy="407528"/>
          </a:xfrm>
        </p:grpSpPr>
        <p:sp>
          <p:nvSpPr>
            <p:cNvPr id="122" name="四角形: 角を丸くする 121">
              <a:extLst>
                <a:ext uri="{FF2B5EF4-FFF2-40B4-BE49-F238E27FC236}">
                  <a16:creationId xmlns:a16="http://schemas.microsoft.com/office/drawing/2014/main" id="{E5631216-EEFD-BE56-D131-86B1C456F1E8}"/>
                </a:ext>
              </a:extLst>
            </p:cNvPr>
            <p:cNvSpPr/>
            <p:nvPr/>
          </p:nvSpPr>
          <p:spPr>
            <a:xfrm>
              <a:off x="6961435" y="1453494"/>
              <a:ext cx="1321756" cy="407528"/>
            </a:xfrm>
            <a:prstGeom prst="roundRect">
              <a:avLst>
                <a:gd name="adj" fmla="val 9765"/>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21" name="テキスト ボックス 120">
              <a:extLst>
                <a:ext uri="{FF2B5EF4-FFF2-40B4-BE49-F238E27FC236}">
                  <a16:creationId xmlns:a16="http://schemas.microsoft.com/office/drawing/2014/main" id="{00893E93-1EAF-546E-687B-083353026F18}"/>
                </a:ext>
              </a:extLst>
            </p:cNvPr>
            <p:cNvSpPr txBox="1"/>
            <p:nvPr/>
          </p:nvSpPr>
          <p:spPr>
            <a:xfrm>
              <a:off x="7222204" y="1487981"/>
              <a:ext cx="800219" cy="338554"/>
            </a:xfrm>
            <a:prstGeom prst="rect">
              <a:avLst/>
            </a:prstGeom>
            <a:noFill/>
          </p:spPr>
          <p:txBody>
            <a:bodyPr wrap="none" rtlCol="0">
              <a:spAutoFit/>
            </a:bodyPr>
            <a:lstStyle/>
            <a:p>
              <a:r>
                <a:rPr kumimoji="1" lang="en-US" altLang="ja-JP" sz="16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Lv</a:t>
              </a:r>
              <a:r>
                <a:rPr lang="en-US" altLang="ja-JP" sz="16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.00</a:t>
              </a:r>
              <a:r>
                <a:rPr lang="en-US" altLang="ja-JP" sz="1600"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0</a:t>
              </a:r>
              <a:endParaRPr kumimoji="1" lang="en-US" altLang="ja-JP" sz="16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125" name="四角形: 角を丸くする 124">
            <a:extLst>
              <a:ext uri="{FF2B5EF4-FFF2-40B4-BE49-F238E27FC236}">
                <a16:creationId xmlns:a16="http://schemas.microsoft.com/office/drawing/2014/main" id="{F57055EE-DD17-93C0-B785-8483E0012D17}"/>
              </a:ext>
            </a:extLst>
          </p:cNvPr>
          <p:cNvSpPr/>
          <p:nvPr/>
        </p:nvSpPr>
        <p:spPr>
          <a:xfrm>
            <a:off x="789687" y="4320474"/>
            <a:ext cx="1233805" cy="1230022"/>
          </a:xfrm>
          <a:prstGeom prst="roundRect">
            <a:avLst>
              <a:gd name="adj" fmla="val 6896"/>
            </a:avLst>
          </a:prstGeom>
          <a:solidFill>
            <a:srgbClr val="FF00FF">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130" name="グループ化 129">
            <a:extLst>
              <a:ext uri="{FF2B5EF4-FFF2-40B4-BE49-F238E27FC236}">
                <a16:creationId xmlns:a16="http://schemas.microsoft.com/office/drawing/2014/main" id="{6EC24CFC-5B31-3EC4-D98C-34F72EC40500}"/>
              </a:ext>
            </a:extLst>
          </p:cNvPr>
          <p:cNvGrpSpPr/>
          <p:nvPr/>
        </p:nvGrpSpPr>
        <p:grpSpPr>
          <a:xfrm flipV="1">
            <a:off x="1006480" y="4624566"/>
            <a:ext cx="800219" cy="612648"/>
            <a:chOff x="981599" y="1624031"/>
            <a:chExt cx="800219" cy="612648"/>
          </a:xfrm>
        </p:grpSpPr>
        <p:sp>
          <p:nvSpPr>
            <p:cNvPr id="127" name="フローチャート: 他ページ結合子 126">
              <a:extLst>
                <a:ext uri="{FF2B5EF4-FFF2-40B4-BE49-F238E27FC236}">
                  <a16:creationId xmlns:a16="http://schemas.microsoft.com/office/drawing/2014/main" id="{D0A3631B-3270-72EB-F991-C00C61295383}"/>
                </a:ext>
              </a:extLst>
            </p:cNvPr>
            <p:cNvSpPr/>
            <p:nvPr/>
          </p:nvSpPr>
          <p:spPr>
            <a:xfrm>
              <a:off x="1002683" y="1624031"/>
              <a:ext cx="758051" cy="612648"/>
            </a:xfrm>
            <a:prstGeom prst="flowChartOffpageConnector">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9" name="テキスト ボックス 128">
              <a:extLst>
                <a:ext uri="{FF2B5EF4-FFF2-40B4-BE49-F238E27FC236}">
                  <a16:creationId xmlns:a16="http://schemas.microsoft.com/office/drawing/2014/main" id="{7D0D24E2-956F-32C3-74D3-331ABFE22017}"/>
                </a:ext>
              </a:extLst>
            </p:cNvPr>
            <p:cNvSpPr txBox="1"/>
            <p:nvPr/>
          </p:nvSpPr>
          <p:spPr>
            <a:xfrm flipV="1">
              <a:off x="981599" y="1707423"/>
              <a:ext cx="800219" cy="338554"/>
            </a:xfrm>
            <a:prstGeom prst="rect">
              <a:avLst/>
            </a:prstGeom>
            <a:noFill/>
          </p:spPr>
          <p:txBody>
            <a:bodyPr wrap="none" rtlCol="0">
              <a:spAutoFit/>
            </a:bodyPr>
            <a:lstStyle/>
            <a:p>
              <a:r>
                <a:rPr kumimoji="1" lang="ja-JP" altLang="en-US" sz="16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前衛へ</a:t>
              </a:r>
              <a:endParaRPr kumimoji="1" lang="ja-JP" altLang="en-US" sz="16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42" name="グループ化 41">
            <a:extLst>
              <a:ext uri="{FF2B5EF4-FFF2-40B4-BE49-F238E27FC236}">
                <a16:creationId xmlns:a16="http://schemas.microsoft.com/office/drawing/2014/main" id="{310C4EDB-8AF2-2EFC-4C71-1DE627A539C5}"/>
              </a:ext>
            </a:extLst>
          </p:cNvPr>
          <p:cNvGrpSpPr/>
          <p:nvPr/>
        </p:nvGrpSpPr>
        <p:grpSpPr>
          <a:xfrm>
            <a:off x="903889" y="1588680"/>
            <a:ext cx="1005403" cy="708107"/>
            <a:chOff x="903889" y="1561110"/>
            <a:chExt cx="1005403" cy="708107"/>
          </a:xfrm>
        </p:grpSpPr>
        <p:grpSp>
          <p:nvGrpSpPr>
            <p:cNvPr id="7" name="グループ化 6">
              <a:extLst>
                <a:ext uri="{FF2B5EF4-FFF2-40B4-BE49-F238E27FC236}">
                  <a16:creationId xmlns:a16="http://schemas.microsoft.com/office/drawing/2014/main" id="{D8D752DA-3CFA-EDFE-6CC1-B0CEDD81243E}"/>
                </a:ext>
              </a:extLst>
            </p:cNvPr>
            <p:cNvGrpSpPr/>
            <p:nvPr/>
          </p:nvGrpSpPr>
          <p:grpSpPr>
            <a:xfrm>
              <a:off x="903889" y="1624031"/>
              <a:ext cx="1005403" cy="612648"/>
              <a:chOff x="981599" y="1624031"/>
              <a:chExt cx="1005403" cy="612648"/>
            </a:xfrm>
          </p:grpSpPr>
          <p:sp>
            <p:nvSpPr>
              <p:cNvPr id="16" name="フローチャート: 他ページ結合子 15">
                <a:extLst>
                  <a:ext uri="{FF2B5EF4-FFF2-40B4-BE49-F238E27FC236}">
                    <a16:creationId xmlns:a16="http://schemas.microsoft.com/office/drawing/2014/main" id="{314421A8-9E2B-06B6-59A1-028DD9581B3C}"/>
                  </a:ext>
                </a:extLst>
              </p:cNvPr>
              <p:cNvSpPr/>
              <p:nvPr/>
            </p:nvSpPr>
            <p:spPr>
              <a:xfrm>
                <a:off x="1013848" y="1624031"/>
                <a:ext cx="940905" cy="612648"/>
              </a:xfrm>
              <a:prstGeom prst="flowChartOffpageConnector">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テキスト ボックス 16">
                <a:extLst>
                  <a:ext uri="{FF2B5EF4-FFF2-40B4-BE49-F238E27FC236}">
                    <a16:creationId xmlns:a16="http://schemas.microsoft.com/office/drawing/2014/main" id="{F49E0A80-6341-F2C3-700F-147E55823E67}"/>
                  </a:ext>
                </a:extLst>
              </p:cNvPr>
              <p:cNvSpPr txBox="1"/>
              <p:nvPr/>
            </p:nvSpPr>
            <p:spPr>
              <a:xfrm>
                <a:off x="981599" y="1707423"/>
                <a:ext cx="1005403" cy="338554"/>
              </a:xfrm>
              <a:prstGeom prst="rect">
                <a:avLst/>
              </a:prstGeom>
              <a:noFill/>
            </p:spPr>
            <p:txBody>
              <a:bodyPr wrap="none" rtlCol="0">
                <a:spAutoFit/>
              </a:bodyPr>
              <a:lstStyle/>
              <a:p>
                <a:pPr algn="ctr"/>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入れ替え</a:t>
                </a: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40" name="グループ化 39">
              <a:extLst>
                <a:ext uri="{FF2B5EF4-FFF2-40B4-BE49-F238E27FC236}">
                  <a16:creationId xmlns:a16="http://schemas.microsoft.com/office/drawing/2014/main" id="{252631B3-5AEE-D864-2F01-F234EC476CF0}"/>
                </a:ext>
              </a:extLst>
            </p:cNvPr>
            <p:cNvGrpSpPr/>
            <p:nvPr/>
          </p:nvGrpSpPr>
          <p:grpSpPr>
            <a:xfrm>
              <a:off x="1052537" y="1561110"/>
              <a:ext cx="708107" cy="708107"/>
              <a:chOff x="4374416" y="4170056"/>
              <a:chExt cx="914400" cy="914400"/>
            </a:xfrm>
          </p:grpSpPr>
          <p:sp>
            <p:nvSpPr>
              <p:cNvPr id="18" name="楕円 17">
                <a:extLst>
                  <a:ext uri="{FF2B5EF4-FFF2-40B4-BE49-F238E27FC236}">
                    <a16:creationId xmlns:a16="http://schemas.microsoft.com/office/drawing/2014/main" id="{7DCB2FC8-D1ED-A2E4-81F7-44222A889B21}"/>
                  </a:ext>
                </a:extLst>
              </p:cNvPr>
              <p:cNvSpPr/>
              <p:nvPr/>
            </p:nvSpPr>
            <p:spPr>
              <a:xfrm>
                <a:off x="4374416" y="4170056"/>
                <a:ext cx="914400" cy="914400"/>
              </a:xfrm>
              <a:prstGeom prst="ellipse">
                <a:avLst/>
              </a:prstGeom>
              <a:noFill/>
              <a:ln>
                <a:solidFill>
                  <a:srgbClr val="FF00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8" name="楕円 37">
                <a:extLst>
                  <a:ext uri="{FF2B5EF4-FFF2-40B4-BE49-F238E27FC236}">
                    <a16:creationId xmlns:a16="http://schemas.microsoft.com/office/drawing/2014/main" id="{C7487DE4-AE47-3FB6-E23C-F085F6E9CEFC}"/>
                  </a:ext>
                </a:extLst>
              </p:cNvPr>
              <p:cNvSpPr/>
              <p:nvPr/>
            </p:nvSpPr>
            <p:spPr>
              <a:xfrm>
                <a:off x="4575005" y="4370645"/>
                <a:ext cx="513222" cy="513222"/>
              </a:xfrm>
              <a:prstGeom prst="ellipse">
                <a:avLst/>
              </a:prstGeom>
              <a:noFill/>
              <a:ln>
                <a:solidFill>
                  <a:srgbClr val="FF00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grpSp>
        <p:nvGrpSpPr>
          <p:cNvPr id="59" name="グループ化 58">
            <a:extLst>
              <a:ext uri="{FF2B5EF4-FFF2-40B4-BE49-F238E27FC236}">
                <a16:creationId xmlns:a16="http://schemas.microsoft.com/office/drawing/2014/main" id="{20C814A7-9B2E-DEBA-554D-36F3015B5C3E}"/>
              </a:ext>
            </a:extLst>
          </p:cNvPr>
          <p:cNvGrpSpPr/>
          <p:nvPr/>
        </p:nvGrpSpPr>
        <p:grpSpPr>
          <a:xfrm>
            <a:off x="2262882" y="1588680"/>
            <a:ext cx="1005403" cy="708107"/>
            <a:chOff x="903889" y="1561110"/>
            <a:chExt cx="1005403" cy="708107"/>
          </a:xfrm>
        </p:grpSpPr>
        <p:grpSp>
          <p:nvGrpSpPr>
            <p:cNvPr id="76" name="グループ化 75">
              <a:extLst>
                <a:ext uri="{FF2B5EF4-FFF2-40B4-BE49-F238E27FC236}">
                  <a16:creationId xmlns:a16="http://schemas.microsoft.com/office/drawing/2014/main" id="{604845BC-3FDA-DC20-1EDB-20FAC964AAB8}"/>
                </a:ext>
              </a:extLst>
            </p:cNvPr>
            <p:cNvGrpSpPr/>
            <p:nvPr/>
          </p:nvGrpSpPr>
          <p:grpSpPr>
            <a:xfrm>
              <a:off x="903889" y="1624031"/>
              <a:ext cx="1005403" cy="612648"/>
              <a:chOff x="981599" y="1624031"/>
              <a:chExt cx="1005403" cy="612648"/>
            </a:xfrm>
          </p:grpSpPr>
          <p:sp>
            <p:nvSpPr>
              <p:cNvPr id="120" name="フローチャート: 他ページ結合子 119">
                <a:extLst>
                  <a:ext uri="{FF2B5EF4-FFF2-40B4-BE49-F238E27FC236}">
                    <a16:creationId xmlns:a16="http://schemas.microsoft.com/office/drawing/2014/main" id="{DC5DBB85-E805-479E-5C22-81EB37962913}"/>
                  </a:ext>
                </a:extLst>
              </p:cNvPr>
              <p:cNvSpPr/>
              <p:nvPr/>
            </p:nvSpPr>
            <p:spPr>
              <a:xfrm>
                <a:off x="1013848" y="1624031"/>
                <a:ext cx="940905" cy="612648"/>
              </a:xfrm>
              <a:prstGeom prst="flowChartOffpageConnector">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3" name="テキスト ボックス 122">
                <a:extLst>
                  <a:ext uri="{FF2B5EF4-FFF2-40B4-BE49-F238E27FC236}">
                    <a16:creationId xmlns:a16="http://schemas.microsoft.com/office/drawing/2014/main" id="{9C5A1CEC-35FE-C5C6-B63F-31620E4BFE6B}"/>
                  </a:ext>
                </a:extLst>
              </p:cNvPr>
              <p:cNvSpPr txBox="1"/>
              <p:nvPr/>
            </p:nvSpPr>
            <p:spPr>
              <a:xfrm>
                <a:off x="981599" y="1707423"/>
                <a:ext cx="1005403" cy="338554"/>
              </a:xfrm>
              <a:prstGeom prst="rect">
                <a:avLst/>
              </a:prstGeom>
              <a:noFill/>
            </p:spPr>
            <p:txBody>
              <a:bodyPr wrap="none" rtlCol="0">
                <a:spAutoFit/>
              </a:bodyPr>
              <a:lstStyle/>
              <a:p>
                <a:pPr algn="ctr"/>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入れ替え</a:t>
                </a: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11" name="グループ化 110">
              <a:extLst>
                <a:ext uri="{FF2B5EF4-FFF2-40B4-BE49-F238E27FC236}">
                  <a16:creationId xmlns:a16="http://schemas.microsoft.com/office/drawing/2014/main" id="{6B46FC4A-DABE-9E73-B105-BB7D33D4CBBE}"/>
                </a:ext>
              </a:extLst>
            </p:cNvPr>
            <p:cNvGrpSpPr/>
            <p:nvPr/>
          </p:nvGrpSpPr>
          <p:grpSpPr>
            <a:xfrm>
              <a:off x="1052537" y="1561110"/>
              <a:ext cx="708107" cy="708107"/>
              <a:chOff x="4374416" y="4170056"/>
              <a:chExt cx="914400" cy="914400"/>
            </a:xfrm>
          </p:grpSpPr>
          <p:sp>
            <p:nvSpPr>
              <p:cNvPr id="113" name="楕円 112">
                <a:extLst>
                  <a:ext uri="{FF2B5EF4-FFF2-40B4-BE49-F238E27FC236}">
                    <a16:creationId xmlns:a16="http://schemas.microsoft.com/office/drawing/2014/main" id="{127B9100-5310-3379-5664-A5763D4847EC}"/>
                  </a:ext>
                </a:extLst>
              </p:cNvPr>
              <p:cNvSpPr/>
              <p:nvPr/>
            </p:nvSpPr>
            <p:spPr>
              <a:xfrm>
                <a:off x="4374416" y="4170056"/>
                <a:ext cx="914400" cy="914400"/>
              </a:xfrm>
              <a:prstGeom prst="ellipse">
                <a:avLst/>
              </a:prstGeom>
              <a:noFill/>
              <a:ln>
                <a:solidFill>
                  <a:srgbClr val="FF00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5" name="楕円 114">
                <a:extLst>
                  <a:ext uri="{FF2B5EF4-FFF2-40B4-BE49-F238E27FC236}">
                    <a16:creationId xmlns:a16="http://schemas.microsoft.com/office/drawing/2014/main" id="{182293D6-1AE3-4BCE-4D86-3FA4BFC90F4F}"/>
                  </a:ext>
                </a:extLst>
              </p:cNvPr>
              <p:cNvSpPr/>
              <p:nvPr/>
            </p:nvSpPr>
            <p:spPr>
              <a:xfrm>
                <a:off x="4575005" y="4370645"/>
                <a:ext cx="513222" cy="513222"/>
              </a:xfrm>
              <a:prstGeom prst="ellipse">
                <a:avLst/>
              </a:prstGeom>
              <a:noFill/>
              <a:ln>
                <a:solidFill>
                  <a:srgbClr val="FF00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grpSp>
        <p:nvGrpSpPr>
          <p:cNvPr id="124" name="グループ化 123">
            <a:extLst>
              <a:ext uri="{FF2B5EF4-FFF2-40B4-BE49-F238E27FC236}">
                <a16:creationId xmlns:a16="http://schemas.microsoft.com/office/drawing/2014/main" id="{1E63AFDC-85BE-2A22-B7F1-34F746F5BE98}"/>
              </a:ext>
            </a:extLst>
          </p:cNvPr>
          <p:cNvGrpSpPr/>
          <p:nvPr/>
        </p:nvGrpSpPr>
        <p:grpSpPr>
          <a:xfrm>
            <a:off x="3621875" y="1588680"/>
            <a:ext cx="1005403" cy="708107"/>
            <a:chOff x="903889" y="1561110"/>
            <a:chExt cx="1005403" cy="708107"/>
          </a:xfrm>
        </p:grpSpPr>
        <p:grpSp>
          <p:nvGrpSpPr>
            <p:cNvPr id="126" name="グループ化 125">
              <a:extLst>
                <a:ext uri="{FF2B5EF4-FFF2-40B4-BE49-F238E27FC236}">
                  <a16:creationId xmlns:a16="http://schemas.microsoft.com/office/drawing/2014/main" id="{22B05309-7FF4-DC5B-24E6-01D4452F66DA}"/>
                </a:ext>
              </a:extLst>
            </p:cNvPr>
            <p:cNvGrpSpPr/>
            <p:nvPr/>
          </p:nvGrpSpPr>
          <p:grpSpPr>
            <a:xfrm>
              <a:off x="903889" y="1624031"/>
              <a:ext cx="1005403" cy="612648"/>
              <a:chOff x="981599" y="1624031"/>
              <a:chExt cx="1005403" cy="612648"/>
            </a:xfrm>
          </p:grpSpPr>
          <p:sp>
            <p:nvSpPr>
              <p:cNvPr id="133" name="フローチャート: 他ページ結合子 132">
                <a:extLst>
                  <a:ext uri="{FF2B5EF4-FFF2-40B4-BE49-F238E27FC236}">
                    <a16:creationId xmlns:a16="http://schemas.microsoft.com/office/drawing/2014/main" id="{EB424F60-8305-4321-205B-C515DD5E9BD2}"/>
                  </a:ext>
                </a:extLst>
              </p:cNvPr>
              <p:cNvSpPr/>
              <p:nvPr/>
            </p:nvSpPr>
            <p:spPr>
              <a:xfrm>
                <a:off x="1013848" y="1624031"/>
                <a:ext cx="940905" cy="612648"/>
              </a:xfrm>
              <a:prstGeom prst="flowChartOffpageConnector">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4" name="テキスト ボックス 133">
                <a:extLst>
                  <a:ext uri="{FF2B5EF4-FFF2-40B4-BE49-F238E27FC236}">
                    <a16:creationId xmlns:a16="http://schemas.microsoft.com/office/drawing/2014/main" id="{0F31AB9A-B2E1-BA50-5213-E472DDBDB838}"/>
                  </a:ext>
                </a:extLst>
              </p:cNvPr>
              <p:cNvSpPr txBox="1"/>
              <p:nvPr/>
            </p:nvSpPr>
            <p:spPr>
              <a:xfrm>
                <a:off x="981599" y="1707423"/>
                <a:ext cx="1005403" cy="338554"/>
              </a:xfrm>
              <a:prstGeom prst="rect">
                <a:avLst/>
              </a:prstGeom>
              <a:noFill/>
            </p:spPr>
            <p:txBody>
              <a:bodyPr wrap="none" rtlCol="0">
                <a:spAutoFit/>
              </a:bodyPr>
              <a:lstStyle/>
              <a:p>
                <a:pPr algn="ctr"/>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入れ替え</a:t>
                </a: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28" name="グループ化 127">
              <a:extLst>
                <a:ext uri="{FF2B5EF4-FFF2-40B4-BE49-F238E27FC236}">
                  <a16:creationId xmlns:a16="http://schemas.microsoft.com/office/drawing/2014/main" id="{A7798CF4-CE95-C885-F184-D85049418844}"/>
                </a:ext>
              </a:extLst>
            </p:cNvPr>
            <p:cNvGrpSpPr/>
            <p:nvPr/>
          </p:nvGrpSpPr>
          <p:grpSpPr>
            <a:xfrm>
              <a:off x="1052537" y="1561110"/>
              <a:ext cx="708107" cy="708107"/>
              <a:chOff x="4374416" y="4170056"/>
              <a:chExt cx="914400" cy="914400"/>
            </a:xfrm>
          </p:grpSpPr>
          <p:sp>
            <p:nvSpPr>
              <p:cNvPr id="131" name="楕円 130">
                <a:extLst>
                  <a:ext uri="{FF2B5EF4-FFF2-40B4-BE49-F238E27FC236}">
                    <a16:creationId xmlns:a16="http://schemas.microsoft.com/office/drawing/2014/main" id="{E62FBFDD-B863-0DB7-8F22-5E8E1CC8482D}"/>
                  </a:ext>
                </a:extLst>
              </p:cNvPr>
              <p:cNvSpPr/>
              <p:nvPr/>
            </p:nvSpPr>
            <p:spPr>
              <a:xfrm>
                <a:off x="4374416" y="4170056"/>
                <a:ext cx="914400" cy="914400"/>
              </a:xfrm>
              <a:prstGeom prst="ellipse">
                <a:avLst/>
              </a:prstGeom>
              <a:noFill/>
              <a:ln>
                <a:solidFill>
                  <a:srgbClr val="FF00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2" name="楕円 131">
                <a:extLst>
                  <a:ext uri="{FF2B5EF4-FFF2-40B4-BE49-F238E27FC236}">
                    <a16:creationId xmlns:a16="http://schemas.microsoft.com/office/drawing/2014/main" id="{9E483828-9514-E2DC-2DA0-88D09ADF2E9F}"/>
                  </a:ext>
                </a:extLst>
              </p:cNvPr>
              <p:cNvSpPr/>
              <p:nvPr/>
            </p:nvSpPr>
            <p:spPr>
              <a:xfrm>
                <a:off x="4575005" y="4370645"/>
                <a:ext cx="513222" cy="513222"/>
              </a:xfrm>
              <a:prstGeom prst="ellipse">
                <a:avLst/>
              </a:prstGeom>
              <a:noFill/>
              <a:ln>
                <a:solidFill>
                  <a:srgbClr val="FF00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grpSp>
        <p:nvGrpSpPr>
          <p:cNvPr id="135" name="グループ化 134">
            <a:extLst>
              <a:ext uri="{FF2B5EF4-FFF2-40B4-BE49-F238E27FC236}">
                <a16:creationId xmlns:a16="http://schemas.microsoft.com/office/drawing/2014/main" id="{11B66004-1508-8F77-961F-D0C9C2C57A93}"/>
              </a:ext>
            </a:extLst>
          </p:cNvPr>
          <p:cNvGrpSpPr/>
          <p:nvPr/>
        </p:nvGrpSpPr>
        <p:grpSpPr>
          <a:xfrm>
            <a:off x="4980869" y="1588680"/>
            <a:ext cx="1005403" cy="708107"/>
            <a:chOff x="903889" y="1561110"/>
            <a:chExt cx="1005403" cy="708107"/>
          </a:xfrm>
        </p:grpSpPr>
        <p:grpSp>
          <p:nvGrpSpPr>
            <p:cNvPr id="136" name="グループ化 135">
              <a:extLst>
                <a:ext uri="{FF2B5EF4-FFF2-40B4-BE49-F238E27FC236}">
                  <a16:creationId xmlns:a16="http://schemas.microsoft.com/office/drawing/2014/main" id="{84DA1E64-8C12-FBA9-FAB3-8579E549C909}"/>
                </a:ext>
              </a:extLst>
            </p:cNvPr>
            <p:cNvGrpSpPr/>
            <p:nvPr/>
          </p:nvGrpSpPr>
          <p:grpSpPr>
            <a:xfrm>
              <a:off x="903889" y="1624031"/>
              <a:ext cx="1005403" cy="612648"/>
              <a:chOff x="981599" y="1624031"/>
              <a:chExt cx="1005403" cy="612648"/>
            </a:xfrm>
          </p:grpSpPr>
          <p:sp>
            <p:nvSpPr>
              <p:cNvPr id="140" name="フローチャート: 他ページ結合子 139">
                <a:extLst>
                  <a:ext uri="{FF2B5EF4-FFF2-40B4-BE49-F238E27FC236}">
                    <a16:creationId xmlns:a16="http://schemas.microsoft.com/office/drawing/2014/main" id="{CC03AC36-1D27-FF26-ECD0-EE565B4E4071}"/>
                  </a:ext>
                </a:extLst>
              </p:cNvPr>
              <p:cNvSpPr/>
              <p:nvPr/>
            </p:nvSpPr>
            <p:spPr>
              <a:xfrm>
                <a:off x="1013848" y="1624031"/>
                <a:ext cx="940905" cy="612648"/>
              </a:xfrm>
              <a:prstGeom prst="flowChartOffpageConnector">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1" name="テキスト ボックス 140">
                <a:extLst>
                  <a:ext uri="{FF2B5EF4-FFF2-40B4-BE49-F238E27FC236}">
                    <a16:creationId xmlns:a16="http://schemas.microsoft.com/office/drawing/2014/main" id="{B83FB740-AC55-6857-5F55-B2400A67E504}"/>
                  </a:ext>
                </a:extLst>
              </p:cNvPr>
              <p:cNvSpPr txBox="1"/>
              <p:nvPr/>
            </p:nvSpPr>
            <p:spPr>
              <a:xfrm>
                <a:off x="981599" y="1707423"/>
                <a:ext cx="1005403" cy="338554"/>
              </a:xfrm>
              <a:prstGeom prst="rect">
                <a:avLst/>
              </a:prstGeom>
              <a:noFill/>
            </p:spPr>
            <p:txBody>
              <a:bodyPr wrap="none" rtlCol="0">
                <a:spAutoFit/>
              </a:bodyPr>
              <a:lstStyle/>
              <a:p>
                <a:pPr algn="ctr"/>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入れ替え</a:t>
                </a: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37" name="グループ化 136">
              <a:extLst>
                <a:ext uri="{FF2B5EF4-FFF2-40B4-BE49-F238E27FC236}">
                  <a16:creationId xmlns:a16="http://schemas.microsoft.com/office/drawing/2014/main" id="{CFF9223B-7294-1C90-6227-F278BFFD4EB0}"/>
                </a:ext>
              </a:extLst>
            </p:cNvPr>
            <p:cNvGrpSpPr/>
            <p:nvPr/>
          </p:nvGrpSpPr>
          <p:grpSpPr>
            <a:xfrm>
              <a:off x="1052537" y="1561110"/>
              <a:ext cx="708107" cy="708107"/>
              <a:chOff x="4374416" y="4170056"/>
              <a:chExt cx="914400" cy="914400"/>
            </a:xfrm>
          </p:grpSpPr>
          <p:sp>
            <p:nvSpPr>
              <p:cNvPr id="138" name="楕円 137">
                <a:extLst>
                  <a:ext uri="{FF2B5EF4-FFF2-40B4-BE49-F238E27FC236}">
                    <a16:creationId xmlns:a16="http://schemas.microsoft.com/office/drawing/2014/main" id="{6B0A0EB8-7FE2-BEBB-D341-D3458C301059}"/>
                  </a:ext>
                </a:extLst>
              </p:cNvPr>
              <p:cNvSpPr/>
              <p:nvPr/>
            </p:nvSpPr>
            <p:spPr>
              <a:xfrm>
                <a:off x="4374416" y="4170056"/>
                <a:ext cx="914400" cy="914400"/>
              </a:xfrm>
              <a:prstGeom prst="ellipse">
                <a:avLst/>
              </a:prstGeom>
              <a:noFill/>
              <a:ln>
                <a:solidFill>
                  <a:srgbClr val="FF00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9" name="楕円 138">
                <a:extLst>
                  <a:ext uri="{FF2B5EF4-FFF2-40B4-BE49-F238E27FC236}">
                    <a16:creationId xmlns:a16="http://schemas.microsoft.com/office/drawing/2014/main" id="{C66A7D02-41D9-403E-35A7-D64E16DBB17C}"/>
                  </a:ext>
                </a:extLst>
              </p:cNvPr>
              <p:cNvSpPr/>
              <p:nvPr/>
            </p:nvSpPr>
            <p:spPr>
              <a:xfrm>
                <a:off x="4575005" y="4370645"/>
                <a:ext cx="513222" cy="513222"/>
              </a:xfrm>
              <a:prstGeom prst="ellipse">
                <a:avLst/>
              </a:prstGeom>
              <a:noFill/>
              <a:ln>
                <a:solidFill>
                  <a:srgbClr val="FF00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grpSp>
        <p:nvGrpSpPr>
          <p:cNvPr id="26" name="グループ化 25">
            <a:extLst>
              <a:ext uri="{FF2B5EF4-FFF2-40B4-BE49-F238E27FC236}">
                <a16:creationId xmlns:a16="http://schemas.microsoft.com/office/drawing/2014/main" id="{29C99769-142F-4AF8-9699-DCABFBB484A9}"/>
              </a:ext>
            </a:extLst>
          </p:cNvPr>
          <p:cNvGrpSpPr/>
          <p:nvPr/>
        </p:nvGrpSpPr>
        <p:grpSpPr>
          <a:xfrm>
            <a:off x="6847854" y="5498744"/>
            <a:ext cx="4556517" cy="732910"/>
            <a:chOff x="6847854" y="5498744"/>
            <a:chExt cx="4556517" cy="732910"/>
          </a:xfrm>
        </p:grpSpPr>
        <p:sp>
          <p:nvSpPr>
            <p:cNvPr id="142" name="矢印: 五方向 141">
              <a:extLst>
                <a:ext uri="{FF2B5EF4-FFF2-40B4-BE49-F238E27FC236}">
                  <a16:creationId xmlns:a16="http://schemas.microsoft.com/office/drawing/2014/main" id="{6B71B3DE-C30E-BCC3-08B1-3BB87E9C1DE1}"/>
                </a:ext>
              </a:extLst>
            </p:cNvPr>
            <p:cNvSpPr/>
            <p:nvPr/>
          </p:nvSpPr>
          <p:spPr>
            <a:xfrm>
              <a:off x="9327302" y="5507053"/>
              <a:ext cx="2077069" cy="710476"/>
            </a:xfrm>
            <a:prstGeom prst="homePlate">
              <a:avLst/>
            </a:prstGeom>
            <a:solidFill>
              <a:srgbClr val="FF00FF">
                <a:alpha val="6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latin typeface="原稿用標準書体" panose="03000503000000000000" pitchFamily="66" charset="-128"/>
                <a:ea typeface="原稿用標準書体" panose="03000503000000000000" pitchFamily="66" charset="-128"/>
              </a:endParaRPr>
            </a:p>
          </p:txBody>
        </p:sp>
        <p:sp>
          <p:nvSpPr>
            <p:cNvPr id="143" name="矢印: 五方向 142">
              <a:extLst>
                <a:ext uri="{FF2B5EF4-FFF2-40B4-BE49-F238E27FC236}">
                  <a16:creationId xmlns:a16="http://schemas.microsoft.com/office/drawing/2014/main" id="{5AFC9A01-2D62-5638-D33C-4D2FE49232C2}"/>
                </a:ext>
              </a:extLst>
            </p:cNvPr>
            <p:cNvSpPr/>
            <p:nvPr/>
          </p:nvSpPr>
          <p:spPr>
            <a:xfrm flipH="1">
              <a:off x="6847854" y="5507053"/>
              <a:ext cx="2077070" cy="710476"/>
            </a:xfrm>
            <a:prstGeom prst="homePlate">
              <a:avLst/>
            </a:prstGeom>
            <a:solidFill>
              <a:schemeClr val="tx1">
                <a:lumMod val="95000"/>
                <a:lumOff val="5000"/>
                <a:alpha val="6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latin typeface="原稿用標準書体" panose="03000503000000000000" pitchFamily="66" charset="-128"/>
                <a:ea typeface="原稿用標準書体" panose="03000503000000000000" pitchFamily="66" charset="-128"/>
              </a:endParaRPr>
            </a:p>
          </p:txBody>
        </p:sp>
        <p:grpSp>
          <p:nvGrpSpPr>
            <p:cNvPr id="144" name="グループ化 143">
              <a:extLst>
                <a:ext uri="{FF2B5EF4-FFF2-40B4-BE49-F238E27FC236}">
                  <a16:creationId xmlns:a16="http://schemas.microsoft.com/office/drawing/2014/main" id="{AA4A190B-9CC8-93A7-9DEC-0FF41747781E}"/>
                </a:ext>
              </a:extLst>
            </p:cNvPr>
            <p:cNvGrpSpPr/>
            <p:nvPr/>
          </p:nvGrpSpPr>
          <p:grpSpPr>
            <a:xfrm>
              <a:off x="6901145" y="5498744"/>
              <a:ext cx="1645326" cy="732910"/>
              <a:chOff x="163586" y="134635"/>
              <a:chExt cx="3134182" cy="1396119"/>
            </a:xfrm>
          </p:grpSpPr>
          <p:sp>
            <p:nvSpPr>
              <p:cNvPr id="147" name="テキスト ボックス 146">
                <a:extLst>
                  <a:ext uri="{FF2B5EF4-FFF2-40B4-BE49-F238E27FC236}">
                    <a16:creationId xmlns:a16="http://schemas.microsoft.com/office/drawing/2014/main" id="{1512290B-61CA-B135-D11D-17DDDEE2F0D3}"/>
                  </a:ext>
                </a:extLst>
              </p:cNvPr>
              <p:cNvSpPr txBox="1"/>
              <p:nvPr/>
            </p:nvSpPr>
            <p:spPr>
              <a:xfrm>
                <a:off x="2066572" y="480925"/>
                <a:ext cx="1231196" cy="703540"/>
              </a:xfrm>
              <a:prstGeom prst="rect">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戻る</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148" name="グループ化 147">
                <a:extLst>
                  <a:ext uri="{FF2B5EF4-FFF2-40B4-BE49-F238E27FC236}">
                    <a16:creationId xmlns:a16="http://schemas.microsoft.com/office/drawing/2014/main" id="{40CB9D28-1E6A-2FBD-219E-C0CD9A145C50}"/>
                  </a:ext>
                </a:extLst>
              </p:cNvPr>
              <p:cNvGrpSpPr/>
              <p:nvPr/>
            </p:nvGrpSpPr>
            <p:grpSpPr>
              <a:xfrm>
                <a:off x="163586" y="134635"/>
                <a:ext cx="1975684" cy="1396119"/>
                <a:chOff x="163586" y="134635"/>
                <a:chExt cx="1975684" cy="1396119"/>
              </a:xfrm>
            </p:grpSpPr>
            <p:grpSp>
              <p:nvGrpSpPr>
                <p:cNvPr id="149" name="グループ化 148">
                  <a:extLst>
                    <a:ext uri="{FF2B5EF4-FFF2-40B4-BE49-F238E27FC236}">
                      <a16:creationId xmlns:a16="http://schemas.microsoft.com/office/drawing/2014/main" id="{91554A82-BA82-0A6C-CD91-1CBA8793A1BE}"/>
                    </a:ext>
                  </a:extLst>
                </p:cNvPr>
                <p:cNvGrpSpPr/>
                <p:nvPr/>
              </p:nvGrpSpPr>
              <p:grpSpPr>
                <a:xfrm>
                  <a:off x="163586" y="134635"/>
                  <a:ext cx="1975684" cy="1396119"/>
                  <a:chOff x="163586" y="134635"/>
                  <a:chExt cx="1975684" cy="1396119"/>
                </a:xfrm>
              </p:grpSpPr>
              <p:pic>
                <p:nvPicPr>
                  <p:cNvPr id="151" name="図 150">
                    <a:extLst>
                      <a:ext uri="{FF2B5EF4-FFF2-40B4-BE49-F238E27FC236}">
                        <a16:creationId xmlns:a16="http://schemas.microsoft.com/office/drawing/2014/main" id="{9A4D8203-A6C6-CDD0-0BDE-5F08A5DF827D}"/>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152" name="楕円 151">
                    <a:extLst>
                      <a:ext uri="{FF2B5EF4-FFF2-40B4-BE49-F238E27FC236}">
                        <a16:creationId xmlns:a16="http://schemas.microsoft.com/office/drawing/2014/main" id="{CA124B58-D396-6B4C-4466-D2D0E0311184}"/>
                      </a:ext>
                    </a:extLst>
                  </p:cNvPr>
                  <p:cNvSpPr/>
                  <p:nvPr/>
                </p:nvSpPr>
                <p:spPr>
                  <a:xfrm>
                    <a:off x="836705" y="560292"/>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150" name="図 149">
                  <a:extLst>
                    <a:ext uri="{FF2B5EF4-FFF2-40B4-BE49-F238E27FC236}">
                      <a16:creationId xmlns:a16="http://schemas.microsoft.com/office/drawing/2014/main" id="{423BB7F1-9CCD-EC1C-C4D4-1EDB7CE7797F}"/>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sp>
          <p:nvSpPr>
            <p:cNvPr id="145" name="テキスト ボックス 144">
              <a:extLst>
                <a:ext uri="{FF2B5EF4-FFF2-40B4-BE49-F238E27FC236}">
                  <a16:creationId xmlns:a16="http://schemas.microsoft.com/office/drawing/2014/main" id="{EA160E95-69B6-342A-A41F-810A57F7A7A2}"/>
                </a:ext>
              </a:extLst>
            </p:cNvPr>
            <p:cNvSpPr txBox="1"/>
            <p:nvPr/>
          </p:nvSpPr>
          <p:spPr>
            <a:xfrm>
              <a:off x="9503466" y="5680533"/>
              <a:ext cx="1338828" cy="369332"/>
            </a:xfrm>
            <a:prstGeom prst="rect">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ゲート進入</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46" name="二等辺三角形 145">
              <a:extLst>
                <a:ext uri="{FF2B5EF4-FFF2-40B4-BE49-F238E27FC236}">
                  <a16:creationId xmlns:a16="http://schemas.microsoft.com/office/drawing/2014/main" id="{26B0AE87-A319-B6F8-716E-2F2AF772ECCA}"/>
                </a:ext>
              </a:extLst>
            </p:cNvPr>
            <p:cNvSpPr/>
            <p:nvPr/>
          </p:nvSpPr>
          <p:spPr>
            <a:xfrm rot="5400000">
              <a:off x="10948049" y="5733145"/>
              <a:ext cx="299620" cy="258293"/>
            </a:xfrm>
            <a:prstGeom prst="triangl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Tree>
    <p:extLst>
      <p:ext uri="{BB962C8B-B14F-4D97-AF65-F5344CB8AC3E}">
        <p14:creationId xmlns:p14="http://schemas.microsoft.com/office/powerpoint/2010/main" val="3124324632"/>
      </p:ext>
    </p:extLst>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E3A2AA-8C81-8A4B-9506-5DCFECC52025}"/>
            </a:ext>
          </a:extLst>
        </p:cNvPr>
        <p:cNvGrpSpPr/>
        <p:nvPr/>
      </p:nvGrpSpPr>
      <p:grpSpPr>
        <a:xfrm>
          <a:off x="0" y="0"/>
          <a:ext cx="0" cy="0"/>
          <a:chOff x="0" y="0"/>
          <a:chExt cx="0" cy="0"/>
        </a:xfrm>
      </p:grpSpPr>
      <p:sp>
        <p:nvSpPr>
          <p:cNvPr id="6" name="四角形: 角を丸くする 5">
            <a:extLst>
              <a:ext uri="{FF2B5EF4-FFF2-40B4-BE49-F238E27FC236}">
                <a16:creationId xmlns:a16="http://schemas.microsoft.com/office/drawing/2014/main" id="{02A8F19D-394E-4646-BE18-DAA9948F4B53}"/>
              </a:ext>
            </a:extLst>
          </p:cNvPr>
          <p:cNvSpPr/>
          <p:nvPr/>
        </p:nvSpPr>
        <p:spPr>
          <a:xfrm>
            <a:off x="6645728" y="445192"/>
            <a:ext cx="4960773" cy="5950564"/>
          </a:xfrm>
          <a:prstGeom prst="roundRect">
            <a:avLst>
              <a:gd name="adj" fmla="val 2570"/>
            </a:avLst>
          </a:prstGeom>
          <a:solidFill>
            <a:schemeClr val="tx1">
              <a:lumMod val="50000"/>
              <a:lumOff val="5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0" name="四角形: 角を丸くする 49">
            <a:extLst>
              <a:ext uri="{FF2B5EF4-FFF2-40B4-BE49-F238E27FC236}">
                <a16:creationId xmlns:a16="http://schemas.microsoft.com/office/drawing/2014/main" id="{87355063-B89F-A3BF-9932-7C1AF8D83C03}"/>
              </a:ext>
            </a:extLst>
          </p:cNvPr>
          <p:cNvSpPr/>
          <p:nvPr/>
        </p:nvSpPr>
        <p:spPr>
          <a:xfrm>
            <a:off x="10013585" y="619038"/>
            <a:ext cx="1422938" cy="1458109"/>
          </a:xfrm>
          <a:prstGeom prst="roundRect">
            <a:avLst>
              <a:gd name="adj" fmla="val 4721"/>
            </a:avLst>
          </a:prstGeom>
          <a:solidFill>
            <a:schemeClr val="bg1">
              <a:lumMod val="6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 name="四角形: 角を丸くする 3">
            <a:extLst>
              <a:ext uri="{FF2B5EF4-FFF2-40B4-BE49-F238E27FC236}">
                <a16:creationId xmlns:a16="http://schemas.microsoft.com/office/drawing/2014/main" id="{C2B6A75D-21D2-7F14-96AA-E230B271CB02}"/>
              </a:ext>
            </a:extLst>
          </p:cNvPr>
          <p:cNvSpPr/>
          <p:nvPr/>
        </p:nvSpPr>
        <p:spPr>
          <a:xfrm>
            <a:off x="6815498" y="619037"/>
            <a:ext cx="1422938" cy="1458109"/>
          </a:xfrm>
          <a:prstGeom prst="roundRect">
            <a:avLst>
              <a:gd name="adj" fmla="val 4721"/>
            </a:avLst>
          </a:prstGeom>
          <a:solidFill>
            <a:schemeClr val="bg1">
              <a:lumMod val="7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 name="フリーフォーム: 図形 9">
            <a:extLst>
              <a:ext uri="{FF2B5EF4-FFF2-40B4-BE49-F238E27FC236}">
                <a16:creationId xmlns:a16="http://schemas.microsoft.com/office/drawing/2014/main" id="{809E28B7-E6A5-2766-7229-F75D98675950}"/>
              </a:ext>
            </a:extLst>
          </p:cNvPr>
          <p:cNvSpPr/>
          <p:nvPr/>
        </p:nvSpPr>
        <p:spPr>
          <a:xfrm>
            <a:off x="6812549" y="619037"/>
            <a:ext cx="4616684" cy="4732654"/>
          </a:xfrm>
          <a:custGeom>
            <a:avLst/>
            <a:gdLst>
              <a:gd name="csX0" fmla="*/ 1668013 w 4616684"/>
              <a:gd name="csY0" fmla="*/ 0 h 4732654"/>
              <a:gd name="csX1" fmla="*/ 2956597 w 4616684"/>
              <a:gd name="csY1" fmla="*/ 0 h 4732654"/>
              <a:gd name="csX2" fmla="*/ 3023774 w 4616684"/>
              <a:gd name="csY2" fmla="*/ 67177 h 4732654"/>
              <a:gd name="csX3" fmla="*/ 3023774 w 4616684"/>
              <a:gd name="csY3" fmla="*/ 539508 h 4732654"/>
              <a:gd name="csX4" fmla="*/ 4418726 w 4616684"/>
              <a:gd name="csY4" fmla="*/ 539508 h 4732654"/>
              <a:gd name="csX5" fmla="*/ 4616684 w 4616684"/>
              <a:gd name="csY5" fmla="*/ 737466 h 4732654"/>
              <a:gd name="csX6" fmla="*/ 4616684 w 4616684"/>
              <a:gd name="csY6" fmla="*/ 4534696 h 4732654"/>
              <a:gd name="csX7" fmla="*/ 4418726 w 4616684"/>
              <a:gd name="csY7" fmla="*/ 4732654 h 4732654"/>
              <a:gd name="csX8" fmla="*/ 197958 w 4616684"/>
              <a:gd name="csY8" fmla="*/ 4732654 h 4732654"/>
              <a:gd name="csX9" fmla="*/ 0 w 4616684"/>
              <a:gd name="csY9" fmla="*/ 4534696 h 4732654"/>
              <a:gd name="csX10" fmla="*/ 0 w 4616684"/>
              <a:gd name="csY10" fmla="*/ 737466 h 4732654"/>
              <a:gd name="csX11" fmla="*/ 197958 w 4616684"/>
              <a:gd name="csY11" fmla="*/ 539508 h 4732654"/>
              <a:gd name="csX12" fmla="*/ 1600836 w 4616684"/>
              <a:gd name="csY12" fmla="*/ 539508 h 4732654"/>
              <a:gd name="csX13" fmla="*/ 1600836 w 4616684"/>
              <a:gd name="csY13" fmla="*/ 67177 h 4732654"/>
              <a:gd name="csX14" fmla="*/ 1668013 w 4616684"/>
              <a:gd name="csY14" fmla="*/ 0 h 473265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4616684" h="4732654">
                <a:moveTo>
                  <a:pt x="1668013" y="0"/>
                </a:moveTo>
                <a:lnTo>
                  <a:pt x="2956597" y="0"/>
                </a:lnTo>
                <a:cubicBezTo>
                  <a:pt x="2993698" y="0"/>
                  <a:pt x="3023774" y="30076"/>
                  <a:pt x="3023774" y="67177"/>
                </a:cubicBezTo>
                <a:lnTo>
                  <a:pt x="3023774" y="539508"/>
                </a:lnTo>
                <a:lnTo>
                  <a:pt x="4418726" y="539508"/>
                </a:lnTo>
                <a:cubicBezTo>
                  <a:pt x="4528055" y="539508"/>
                  <a:pt x="4616684" y="628137"/>
                  <a:pt x="4616684" y="737466"/>
                </a:cubicBezTo>
                <a:lnTo>
                  <a:pt x="4616684" y="4534696"/>
                </a:lnTo>
                <a:cubicBezTo>
                  <a:pt x="4616684" y="4644025"/>
                  <a:pt x="4528055" y="4732654"/>
                  <a:pt x="4418726" y="4732654"/>
                </a:cubicBezTo>
                <a:lnTo>
                  <a:pt x="197958" y="4732654"/>
                </a:lnTo>
                <a:cubicBezTo>
                  <a:pt x="88629" y="4732654"/>
                  <a:pt x="0" y="4644025"/>
                  <a:pt x="0" y="4534696"/>
                </a:cubicBezTo>
                <a:lnTo>
                  <a:pt x="0" y="737466"/>
                </a:lnTo>
                <a:cubicBezTo>
                  <a:pt x="0" y="628137"/>
                  <a:pt x="88629" y="539508"/>
                  <a:pt x="197958" y="539508"/>
                </a:cubicBezTo>
                <a:lnTo>
                  <a:pt x="1600836" y="539508"/>
                </a:lnTo>
                <a:lnTo>
                  <a:pt x="1600836" y="67177"/>
                </a:lnTo>
                <a:cubicBezTo>
                  <a:pt x="1600836" y="30076"/>
                  <a:pt x="1630912" y="0"/>
                  <a:pt x="1668013" y="0"/>
                </a:cubicBezTo>
                <a:close/>
              </a:path>
            </a:pathLst>
          </a:custGeom>
          <a:solidFill>
            <a:schemeClr val="bg1">
              <a:lumMod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 name="四角形: 角を丸くする 8">
            <a:extLst>
              <a:ext uri="{FF2B5EF4-FFF2-40B4-BE49-F238E27FC236}">
                <a16:creationId xmlns:a16="http://schemas.microsoft.com/office/drawing/2014/main" id="{609E4F10-9B7A-1023-856A-DC87CCF912D8}"/>
              </a:ext>
            </a:extLst>
          </p:cNvPr>
          <p:cNvSpPr/>
          <p:nvPr/>
        </p:nvSpPr>
        <p:spPr>
          <a:xfrm>
            <a:off x="585498" y="445192"/>
            <a:ext cx="5710332" cy="5967615"/>
          </a:xfrm>
          <a:prstGeom prst="roundRect">
            <a:avLst>
              <a:gd name="adj" fmla="val 2174"/>
            </a:avLst>
          </a:prstGeom>
          <a:solidFill>
            <a:schemeClr val="accent6">
              <a:lumMod val="40000"/>
              <a:lumOff val="6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 name="テキスト ボックス 4">
            <a:extLst>
              <a:ext uri="{FF2B5EF4-FFF2-40B4-BE49-F238E27FC236}">
                <a16:creationId xmlns:a16="http://schemas.microsoft.com/office/drawing/2014/main" id="{DC50E245-FDA2-E7E3-3D61-2A33D6ECC5D4}"/>
              </a:ext>
            </a:extLst>
          </p:cNvPr>
          <p:cNvSpPr txBox="1"/>
          <p:nvPr/>
        </p:nvSpPr>
        <p:spPr>
          <a:xfrm>
            <a:off x="820249" y="529494"/>
            <a:ext cx="4685898" cy="646331"/>
          </a:xfrm>
          <a:prstGeom prst="rect">
            <a:avLst/>
          </a:prstGeom>
          <a:noFill/>
        </p:spPr>
        <p:txBody>
          <a:bodyPr wrap="none" rtlCol="0">
            <a:spAutoFit/>
          </a:bodyPr>
          <a:lstStyle/>
          <a:p>
            <a:r>
              <a:rPr lang="ja-JP" altLang="en-US" sz="3600" dirty="0">
                <a:solidFill>
                  <a:schemeClr val="tx1">
                    <a:lumMod val="75000"/>
                    <a:lumOff val="25000"/>
                  </a:schemeClr>
                </a:solidFill>
                <a:latin typeface="原稿用標準書体" panose="03000503000000000000" pitchFamily="66" charset="-128"/>
                <a:ea typeface="原稿用標準書体" panose="03000503000000000000" pitchFamily="66" charset="-128"/>
              </a:rPr>
              <a:t>前衛</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ATK+20%</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、注目度</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+4</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、回避率</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-20%</a:t>
            </a:r>
            <a:endParaRPr kumimoji="1" lang="ja-JP" altLang="en-US" sz="3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12" name="四角形: 角を丸くする 11">
            <a:extLst>
              <a:ext uri="{FF2B5EF4-FFF2-40B4-BE49-F238E27FC236}">
                <a16:creationId xmlns:a16="http://schemas.microsoft.com/office/drawing/2014/main" id="{F52EDC02-FF9C-FE9F-BBD2-4B32F9BAD354}"/>
              </a:ext>
            </a:extLst>
          </p:cNvPr>
          <p:cNvSpPr/>
          <p:nvPr/>
        </p:nvSpPr>
        <p:spPr>
          <a:xfrm>
            <a:off x="789688" y="1318039"/>
            <a:ext cx="1233805" cy="1230022"/>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3" name="四角形: 角を丸くする 12">
            <a:extLst>
              <a:ext uri="{FF2B5EF4-FFF2-40B4-BE49-F238E27FC236}">
                <a16:creationId xmlns:a16="http://schemas.microsoft.com/office/drawing/2014/main" id="{2A0F638F-9DFF-9CD1-83E3-8B3A31965CA5}"/>
              </a:ext>
            </a:extLst>
          </p:cNvPr>
          <p:cNvSpPr/>
          <p:nvPr/>
        </p:nvSpPr>
        <p:spPr>
          <a:xfrm>
            <a:off x="2145737" y="1318039"/>
            <a:ext cx="1233805" cy="1230022"/>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4" name="四角形: 角を丸くする 13">
            <a:extLst>
              <a:ext uri="{FF2B5EF4-FFF2-40B4-BE49-F238E27FC236}">
                <a16:creationId xmlns:a16="http://schemas.microsoft.com/office/drawing/2014/main" id="{9E42C2B1-B9B8-B9A5-180C-16C44DC65DF8}"/>
              </a:ext>
            </a:extLst>
          </p:cNvPr>
          <p:cNvSpPr/>
          <p:nvPr/>
        </p:nvSpPr>
        <p:spPr>
          <a:xfrm>
            <a:off x="3501786" y="1318039"/>
            <a:ext cx="1233805" cy="1230022"/>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5" name="四角形: 角を丸くする 14">
            <a:extLst>
              <a:ext uri="{FF2B5EF4-FFF2-40B4-BE49-F238E27FC236}">
                <a16:creationId xmlns:a16="http://schemas.microsoft.com/office/drawing/2014/main" id="{E3A212EC-F231-913B-089C-0AC5C15C0712}"/>
              </a:ext>
            </a:extLst>
          </p:cNvPr>
          <p:cNvSpPr/>
          <p:nvPr/>
        </p:nvSpPr>
        <p:spPr>
          <a:xfrm>
            <a:off x="4857835" y="1318039"/>
            <a:ext cx="1233805" cy="1230022"/>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1" name="テキスト ボックス 10">
            <a:extLst>
              <a:ext uri="{FF2B5EF4-FFF2-40B4-BE49-F238E27FC236}">
                <a16:creationId xmlns:a16="http://schemas.microsoft.com/office/drawing/2014/main" id="{FC6FAF04-647E-7ED3-7F98-3BB2C4E3305D}"/>
              </a:ext>
            </a:extLst>
          </p:cNvPr>
          <p:cNvSpPr txBox="1"/>
          <p:nvPr/>
        </p:nvSpPr>
        <p:spPr>
          <a:xfrm>
            <a:off x="820249" y="3523725"/>
            <a:ext cx="4685898" cy="646331"/>
          </a:xfrm>
          <a:prstGeom prst="rect">
            <a:avLst/>
          </a:prstGeom>
          <a:noFill/>
        </p:spPr>
        <p:txBody>
          <a:bodyPr wrap="none" rtlCol="0">
            <a:spAutoFit/>
          </a:bodyPr>
          <a:lstStyle/>
          <a:p>
            <a:r>
              <a:rPr lang="ja-JP" altLang="en-US" sz="3600" dirty="0">
                <a:solidFill>
                  <a:schemeClr val="bg1">
                    <a:lumMod val="95000"/>
                  </a:schemeClr>
                </a:solidFill>
                <a:latin typeface="原稿用標準書体" panose="03000503000000000000" pitchFamily="66" charset="-128"/>
                <a:ea typeface="原稿用標準書体" panose="03000503000000000000" pitchFamily="66" charset="-128"/>
              </a:rPr>
              <a:t>後衛</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：回避率</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+20%</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、注目度</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+1</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ATK-20%</a:t>
            </a:r>
            <a:endParaRPr kumimoji="1" lang="ja-JP" altLang="en-US" sz="36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19" name="グループ化 18">
            <a:extLst>
              <a:ext uri="{FF2B5EF4-FFF2-40B4-BE49-F238E27FC236}">
                <a16:creationId xmlns:a16="http://schemas.microsoft.com/office/drawing/2014/main" id="{44A29A17-10BA-8735-E4BA-D9F94F7A4441}"/>
              </a:ext>
            </a:extLst>
          </p:cNvPr>
          <p:cNvGrpSpPr/>
          <p:nvPr/>
        </p:nvGrpSpPr>
        <p:grpSpPr>
          <a:xfrm>
            <a:off x="789688" y="4320508"/>
            <a:ext cx="5301952" cy="1230022"/>
            <a:chOff x="922576" y="2450171"/>
            <a:chExt cx="5301952" cy="1309138"/>
          </a:xfrm>
          <a:solidFill>
            <a:schemeClr val="bg1">
              <a:lumMod val="85000"/>
              <a:alpha val="85000"/>
            </a:schemeClr>
          </a:solidFill>
        </p:grpSpPr>
        <p:sp>
          <p:nvSpPr>
            <p:cNvPr id="20" name="四角形: 角を丸くする 19">
              <a:extLst>
                <a:ext uri="{FF2B5EF4-FFF2-40B4-BE49-F238E27FC236}">
                  <a16:creationId xmlns:a16="http://schemas.microsoft.com/office/drawing/2014/main" id="{086DE5CE-2661-65DB-393D-25F19B609C27}"/>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1" name="四角形: 角を丸くする 20">
              <a:extLst>
                <a:ext uri="{FF2B5EF4-FFF2-40B4-BE49-F238E27FC236}">
                  <a16:creationId xmlns:a16="http://schemas.microsoft.com/office/drawing/2014/main" id="{E1B07B05-24A5-29C9-F8A3-6BCE35E8D8EC}"/>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2" name="四角形: 角を丸くする 21">
              <a:extLst>
                <a:ext uri="{FF2B5EF4-FFF2-40B4-BE49-F238E27FC236}">
                  <a16:creationId xmlns:a16="http://schemas.microsoft.com/office/drawing/2014/main" id="{69AE433E-B9C3-D834-9AED-440DEB094800}"/>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3" name="四角形: 角を丸くする 22">
              <a:extLst>
                <a:ext uri="{FF2B5EF4-FFF2-40B4-BE49-F238E27FC236}">
                  <a16:creationId xmlns:a16="http://schemas.microsoft.com/office/drawing/2014/main" id="{A29F64A0-48F3-22B3-67E6-A709BFDED1CD}"/>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cxnSp>
        <p:nvCxnSpPr>
          <p:cNvPr id="25" name="直線コネクタ 24">
            <a:extLst>
              <a:ext uri="{FF2B5EF4-FFF2-40B4-BE49-F238E27FC236}">
                <a16:creationId xmlns:a16="http://schemas.microsoft.com/office/drawing/2014/main" id="{9D427F6B-7A54-FC4A-60E8-CAA14862266B}"/>
              </a:ext>
            </a:extLst>
          </p:cNvPr>
          <p:cNvCxnSpPr>
            <a:cxnSpLocks/>
          </p:cNvCxnSpPr>
          <p:nvPr/>
        </p:nvCxnSpPr>
        <p:spPr>
          <a:xfrm>
            <a:off x="759127" y="3428999"/>
            <a:ext cx="5363074" cy="0"/>
          </a:xfrm>
          <a:prstGeom prst="line">
            <a:avLst/>
          </a:prstGeom>
          <a:ln w="12700">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grpSp>
        <p:nvGrpSpPr>
          <p:cNvPr id="28" name="グループ化 27">
            <a:extLst>
              <a:ext uri="{FF2B5EF4-FFF2-40B4-BE49-F238E27FC236}">
                <a16:creationId xmlns:a16="http://schemas.microsoft.com/office/drawing/2014/main" id="{8FB52E54-55FD-6D31-A609-C521747ADAF2}"/>
              </a:ext>
            </a:extLst>
          </p:cNvPr>
          <p:cNvGrpSpPr/>
          <p:nvPr/>
        </p:nvGrpSpPr>
        <p:grpSpPr>
          <a:xfrm>
            <a:off x="787120" y="2633455"/>
            <a:ext cx="5301952" cy="635908"/>
            <a:chOff x="922576" y="2450171"/>
            <a:chExt cx="5301952" cy="1309138"/>
          </a:xfrm>
          <a:solidFill>
            <a:schemeClr val="tx1">
              <a:lumMod val="75000"/>
              <a:lumOff val="25000"/>
              <a:alpha val="85000"/>
            </a:schemeClr>
          </a:solidFill>
        </p:grpSpPr>
        <p:sp>
          <p:nvSpPr>
            <p:cNvPr id="29" name="四角形: 角を丸くする 28">
              <a:extLst>
                <a:ext uri="{FF2B5EF4-FFF2-40B4-BE49-F238E27FC236}">
                  <a16:creationId xmlns:a16="http://schemas.microsoft.com/office/drawing/2014/main" id="{773C75AA-8A0E-99E7-D716-FE557CF722B1}"/>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0" name="四角形: 角を丸くする 29">
              <a:extLst>
                <a:ext uri="{FF2B5EF4-FFF2-40B4-BE49-F238E27FC236}">
                  <a16:creationId xmlns:a16="http://schemas.microsoft.com/office/drawing/2014/main" id="{602160A1-6DBB-8FF0-08C2-CBF8FA2FAEE4}"/>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1" name="四角形: 角を丸くする 30">
              <a:extLst>
                <a:ext uri="{FF2B5EF4-FFF2-40B4-BE49-F238E27FC236}">
                  <a16:creationId xmlns:a16="http://schemas.microsoft.com/office/drawing/2014/main" id="{D395872D-451A-ABA1-245D-DD3181E8AB0A}"/>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2" name="四角形: 角を丸くする 31">
              <a:extLst>
                <a:ext uri="{FF2B5EF4-FFF2-40B4-BE49-F238E27FC236}">
                  <a16:creationId xmlns:a16="http://schemas.microsoft.com/office/drawing/2014/main" id="{E35E2D1C-C9DE-F1AE-B125-9D820684E8E2}"/>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33" name="グループ化 32">
            <a:extLst>
              <a:ext uri="{FF2B5EF4-FFF2-40B4-BE49-F238E27FC236}">
                <a16:creationId xmlns:a16="http://schemas.microsoft.com/office/drawing/2014/main" id="{CA763707-E554-31D0-20B0-FDBF21B4A679}"/>
              </a:ext>
            </a:extLst>
          </p:cNvPr>
          <p:cNvGrpSpPr/>
          <p:nvPr/>
        </p:nvGrpSpPr>
        <p:grpSpPr>
          <a:xfrm>
            <a:off x="787120" y="5645255"/>
            <a:ext cx="5301952" cy="635908"/>
            <a:chOff x="922576" y="2450171"/>
            <a:chExt cx="5301952" cy="1309138"/>
          </a:xfrm>
          <a:solidFill>
            <a:schemeClr val="bg1">
              <a:lumMod val="85000"/>
              <a:alpha val="85000"/>
            </a:schemeClr>
          </a:solidFill>
        </p:grpSpPr>
        <p:sp>
          <p:nvSpPr>
            <p:cNvPr id="34" name="四角形: 角を丸くする 33">
              <a:extLst>
                <a:ext uri="{FF2B5EF4-FFF2-40B4-BE49-F238E27FC236}">
                  <a16:creationId xmlns:a16="http://schemas.microsoft.com/office/drawing/2014/main" id="{C1900A2C-81F1-9DC3-BE90-1C5BA2DA53AA}"/>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5" name="四角形: 角を丸くする 34">
              <a:extLst>
                <a:ext uri="{FF2B5EF4-FFF2-40B4-BE49-F238E27FC236}">
                  <a16:creationId xmlns:a16="http://schemas.microsoft.com/office/drawing/2014/main" id="{6F48A032-A6EB-2C59-5CEB-CEF78622CC42}"/>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6" name="四角形: 角を丸くする 35">
              <a:extLst>
                <a:ext uri="{FF2B5EF4-FFF2-40B4-BE49-F238E27FC236}">
                  <a16:creationId xmlns:a16="http://schemas.microsoft.com/office/drawing/2014/main" id="{D1F8113F-F1DA-0542-0BA5-2A9019E7BA14}"/>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7" name="四角形: 角を丸くする 36">
              <a:extLst>
                <a:ext uri="{FF2B5EF4-FFF2-40B4-BE49-F238E27FC236}">
                  <a16:creationId xmlns:a16="http://schemas.microsoft.com/office/drawing/2014/main" id="{C35FEE81-BAC7-D843-61F6-1EE45D76B1CB}"/>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2" name="テキスト ボックス 1">
            <a:extLst>
              <a:ext uri="{FF2B5EF4-FFF2-40B4-BE49-F238E27FC236}">
                <a16:creationId xmlns:a16="http://schemas.microsoft.com/office/drawing/2014/main" id="{B2B6FBA4-FBD2-DB81-975E-59D90DEC8C8B}"/>
              </a:ext>
            </a:extLst>
          </p:cNvPr>
          <p:cNvSpPr txBox="1"/>
          <p:nvPr/>
        </p:nvSpPr>
        <p:spPr>
          <a:xfrm>
            <a:off x="7046965" y="688737"/>
            <a:ext cx="954108"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ゲート</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43" name="テキスト ボックス 42">
            <a:extLst>
              <a:ext uri="{FF2B5EF4-FFF2-40B4-BE49-F238E27FC236}">
                <a16:creationId xmlns:a16="http://schemas.microsoft.com/office/drawing/2014/main" id="{94324567-D3FB-2AA6-A31A-131CC05A0677}"/>
              </a:ext>
            </a:extLst>
          </p:cNvPr>
          <p:cNvSpPr txBox="1"/>
          <p:nvPr/>
        </p:nvSpPr>
        <p:spPr>
          <a:xfrm>
            <a:off x="8643509" y="688737"/>
            <a:ext cx="954108"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44" name="テキスト ボックス 43">
            <a:extLst>
              <a:ext uri="{FF2B5EF4-FFF2-40B4-BE49-F238E27FC236}">
                <a16:creationId xmlns:a16="http://schemas.microsoft.com/office/drawing/2014/main" id="{BC71AB0D-425E-E823-8271-00E475D2482E}"/>
              </a:ext>
            </a:extLst>
          </p:cNvPr>
          <p:cNvSpPr txBox="1"/>
          <p:nvPr/>
        </p:nvSpPr>
        <p:spPr>
          <a:xfrm>
            <a:off x="10376241" y="688737"/>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60" name="グループ化 59">
            <a:extLst>
              <a:ext uri="{FF2B5EF4-FFF2-40B4-BE49-F238E27FC236}">
                <a16:creationId xmlns:a16="http://schemas.microsoft.com/office/drawing/2014/main" id="{0F6E34A0-65CF-6E50-B210-7CBDC2D9C4B6}"/>
              </a:ext>
            </a:extLst>
          </p:cNvPr>
          <p:cNvGrpSpPr/>
          <p:nvPr/>
        </p:nvGrpSpPr>
        <p:grpSpPr>
          <a:xfrm>
            <a:off x="1063119" y="2758022"/>
            <a:ext cx="4509326" cy="400110"/>
            <a:chOff x="1168089" y="2766548"/>
            <a:chExt cx="4509326" cy="400110"/>
          </a:xfrm>
        </p:grpSpPr>
        <p:sp>
          <p:nvSpPr>
            <p:cNvPr id="52" name="テキスト ボックス 51">
              <a:extLst>
                <a:ext uri="{FF2B5EF4-FFF2-40B4-BE49-F238E27FC236}">
                  <a16:creationId xmlns:a16="http://schemas.microsoft.com/office/drawing/2014/main" id="{D99C639B-9590-C54B-865F-A4658F73CC63}"/>
                </a:ext>
              </a:extLst>
            </p:cNvPr>
            <p:cNvSpPr txBox="1"/>
            <p:nvPr/>
          </p:nvSpPr>
          <p:spPr>
            <a:xfrm>
              <a:off x="1168089"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3" name="テキスト ボックス 52">
              <a:extLst>
                <a:ext uri="{FF2B5EF4-FFF2-40B4-BE49-F238E27FC236}">
                  <a16:creationId xmlns:a16="http://schemas.microsoft.com/office/drawing/2014/main" id="{5141A9DF-6217-28F5-4D76-8DD977F233DF}"/>
                </a:ext>
              </a:extLst>
            </p:cNvPr>
            <p:cNvSpPr txBox="1"/>
            <p:nvPr/>
          </p:nvSpPr>
          <p:spPr>
            <a:xfrm>
              <a:off x="2524138"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4" name="テキスト ボックス 53">
              <a:extLst>
                <a:ext uri="{FF2B5EF4-FFF2-40B4-BE49-F238E27FC236}">
                  <a16:creationId xmlns:a16="http://schemas.microsoft.com/office/drawing/2014/main" id="{9EFD8E06-1CB7-D5BB-89D9-36BF678E8291}"/>
                </a:ext>
              </a:extLst>
            </p:cNvPr>
            <p:cNvSpPr txBox="1"/>
            <p:nvPr/>
          </p:nvSpPr>
          <p:spPr>
            <a:xfrm>
              <a:off x="3880187"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5" name="テキスト ボックス 54">
              <a:extLst>
                <a:ext uri="{FF2B5EF4-FFF2-40B4-BE49-F238E27FC236}">
                  <a16:creationId xmlns:a16="http://schemas.microsoft.com/office/drawing/2014/main" id="{8E8CA788-5953-6F3E-B841-8E77EB33E3AD}"/>
                </a:ext>
              </a:extLst>
            </p:cNvPr>
            <p:cNvSpPr txBox="1"/>
            <p:nvPr/>
          </p:nvSpPr>
          <p:spPr>
            <a:xfrm>
              <a:off x="5492684" y="2766548"/>
              <a:ext cx="184731" cy="400110"/>
            </a:xfrm>
            <a:prstGeom prst="rect">
              <a:avLst/>
            </a:prstGeom>
            <a:noFill/>
          </p:spPr>
          <p:txBody>
            <a:bodyPr wrap="none" rtlCol="0">
              <a:spAutoFit/>
            </a:bodyPr>
            <a:lstStyle/>
            <a:p>
              <a:pPr algn="ct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sp>
        <p:nvSpPr>
          <p:cNvPr id="56" name="テキスト ボックス 55">
            <a:extLst>
              <a:ext uri="{FF2B5EF4-FFF2-40B4-BE49-F238E27FC236}">
                <a16:creationId xmlns:a16="http://schemas.microsoft.com/office/drawing/2014/main" id="{D44D0BE5-CCDC-9016-BEC7-8E2F5C8FBCEB}"/>
              </a:ext>
            </a:extLst>
          </p:cNvPr>
          <p:cNvSpPr txBox="1"/>
          <p:nvPr/>
        </p:nvSpPr>
        <p:spPr>
          <a:xfrm>
            <a:off x="1063119"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57" name="テキスト ボックス 56">
            <a:extLst>
              <a:ext uri="{FF2B5EF4-FFF2-40B4-BE49-F238E27FC236}">
                <a16:creationId xmlns:a16="http://schemas.microsoft.com/office/drawing/2014/main" id="{6F846B14-B004-FB23-5B6B-C6938B87D545}"/>
              </a:ext>
            </a:extLst>
          </p:cNvPr>
          <p:cNvSpPr txBox="1"/>
          <p:nvPr/>
        </p:nvSpPr>
        <p:spPr>
          <a:xfrm>
            <a:off x="2419168"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58" name="テキスト ボックス 57">
            <a:extLst>
              <a:ext uri="{FF2B5EF4-FFF2-40B4-BE49-F238E27FC236}">
                <a16:creationId xmlns:a16="http://schemas.microsoft.com/office/drawing/2014/main" id="{92607D2A-9D9A-6236-DDAA-54B5AA25EAC2}"/>
              </a:ext>
            </a:extLst>
          </p:cNvPr>
          <p:cNvSpPr txBox="1"/>
          <p:nvPr/>
        </p:nvSpPr>
        <p:spPr>
          <a:xfrm>
            <a:off x="3775217"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61" name="グループ化 60">
            <a:extLst>
              <a:ext uri="{FF2B5EF4-FFF2-40B4-BE49-F238E27FC236}">
                <a16:creationId xmlns:a16="http://schemas.microsoft.com/office/drawing/2014/main" id="{B556C62D-2E73-0FB9-C418-576C01699A46}"/>
              </a:ext>
            </a:extLst>
          </p:cNvPr>
          <p:cNvGrpSpPr/>
          <p:nvPr/>
        </p:nvGrpSpPr>
        <p:grpSpPr>
          <a:xfrm>
            <a:off x="929537" y="1713369"/>
            <a:ext cx="4637566" cy="400110"/>
            <a:chOff x="1039849" y="2766548"/>
            <a:chExt cx="4637566" cy="400110"/>
          </a:xfrm>
        </p:grpSpPr>
        <p:sp>
          <p:nvSpPr>
            <p:cNvPr id="62" name="テキスト ボックス 61">
              <a:extLst>
                <a:ext uri="{FF2B5EF4-FFF2-40B4-BE49-F238E27FC236}">
                  <a16:creationId xmlns:a16="http://schemas.microsoft.com/office/drawing/2014/main" id="{EB2B2E73-F12E-7629-E7A0-B84E33B7EADF}"/>
                </a:ext>
              </a:extLst>
            </p:cNvPr>
            <p:cNvSpPr txBox="1"/>
            <p:nvPr/>
          </p:nvSpPr>
          <p:spPr>
            <a:xfrm>
              <a:off x="1039849"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63" name="テキスト ボックス 62">
              <a:extLst>
                <a:ext uri="{FF2B5EF4-FFF2-40B4-BE49-F238E27FC236}">
                  <a16:creationId xmlns:a16="http://schemas.microsoft.com/office/drawing/2014/main" id="{6E7A218D-5EE5-1B2B-7167-57C74604F1CC}"/>
                </a:ext>
              </a:extLst>
            </p:cNvPr>
            <p:cNvSpPr txBox="1"/>
            <p:nvPr/>
          </p:nvSpPr>
          <p:spPr>
            <a:xfrm>
              <a:off x="2395898"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sp>
          <p:nvSpPr>
            <p:cNvPr id="64" name="テキスト ボックス 63">
              <a:extLst>
                <a:ext uri="{FF2B5EF4-FFF2-40B4-BE49-F238E27FC236}">
                  <a16:creationId xmlns:a16="http://schemas.microsoft.com/office/drawing/2014/main" id="{545A0DBC-A62E-5E07-B285-D3E751E9BC68}"/>
                </a:ext>
              </a:extLst>
            </p:cNvPr>
            <p:cNvSpPr txBox="1"/>
            <p:nvPr/>
          </p:nvSpPr>
          <p:spPr>
            <a:xfrm>
              <a:off x="3751947"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sp>
          <p:nvSpPr>
            <p:cNvPr id="65" name="テキスト ボックス 64">
              <a:extLst>
                <a:ext uri="{FF2B5EF4-FFF2-40B4-BE49-F238E27FC236}">
                  <a16:creationId xmlns:a16="http://schemas.microsoft.com/office/drawing/2014/main" id="{40345B69-DA76-238A-6E2E-3709E6798496}"/>
                </a:ext>
              </a:extLst>
            </p:cNvPr>
            <p:cNvSpPr txBox="1"/>
            <p:nvPr/>
          </p:nvSpPr>
          <p:spPr>
            <a:xfrm>
              <a:off x="5492684" y="2766548"/>
              <a:ext cx="184731" cy="400110"/>
            </a:xfrm>
            <a:prstGeom prst="rect">
              <a:avLst/>
            </a:prstGeom>
            <a:noFill/>
          </p:spPr>
          <p:txBody>
            <a:bodyPr wrap="none" rtlCol="0">
              <a:spAutoFit/>
            </a:bodyPr>
            <a:lstStyle/>
            <a:p>
              <a:pPr algn="ctr"/>
              <a:endPar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66" name="グループ化 65">
            <a:extLst>
              <a:ext uri="{FF2B5EF4-FFF2-40B4-BE49-F238E27FC236}">
                <a16:creationId xmlns:a16="http://schemas.microsoft.com/office/drawing/2014/main" id="{6E318859-A186-6C65-5705-E3ED8AB8D098}"/>
              </a:ext>
            </a:extLst>
          </p:cNvPr>
          <p:cNvGrpSpPr/>
          <p:nvPr/>
        </p:nvGrpSpPr>
        <p:grpSpPr>
          <a:xfrm>
            <a:off x="895727" y="4764316"/>
            <a:ext cx="4637566" cy="400110"/>
            <a:chOff x="1039849" y="2766548"/>
            <a:chExt cx="4637566" cy="400110"/>
          </a:xfrm>
        </p:grpSpPr>
        <p:sp>
          <p:nvSpPr>
            <p:cNvPr id="67" name="テキスト ボックス 66">
              <a:extLst>
                <a:ext uri="{FF2B5EF4-FFF2-40B4-BE49-F238E27FC236}">
                  <a16:creationId xmlns:a16="http://schemas.microsoft.com/office/drawing/2014/main" id="{7E677580-2B5B-E319-F465-BEED7D6F0F8C}"/>
                </a:ext>
              </a:extLst>
            </p:cNvPr>
            <p:cNvSpPr txBox="1"/>
            <p:nvPr/>
          </p:nvSpPr>
          <p:spPr>
            <a:xfrm>
              <a:off x="1039849" y="2766548"/>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68" name="テキスト ボックス 67">
              <a:extLst>
                <a:ext uri="{FF2B5EF4-FFF2-40B4-BE49-F238E27FC236}">
                  <a16:creationId xmlns:a16="http://schemas.microsoft.com/office/drawing/2014/main" id="{5A9A56A3-14AC-1147-0F49-CAC715A4C534}"/>
                </a:ext>
              </a:extLst>
            </p:cNvPr>
            <p:cNvSpPr txBox="1"/>
            <p:nvPr/>
          </p:nvSpPr>
          <p:spPr>
            <a:xfrm>
              <a:off x="2395898" y="2766548"/>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sp>
          <p:nvSpPr>
            <p:cNvPr id="69" name="テキスト ボックス 68">
              <a:extLst>
                <a:ext uri="{FF2B5EF4-FFF2-40B4-BE49-F238E27FC236}">
                  <a16:creationId xmlns:a16="http://schemas.microsoft.com/office/drawing/2014/main" id="{97DE33EE-E85C-6D9A-475C-AA05CD9D113B}"/>
                </a:ext>
              </a:extLst>
            </p:cNvPr>
            <p:cNvSpPr txBox="1"/>
            <p:nvPr/>
          </p:nvSpPr>
          <p:spPr>
            <a:xfrm>
              <a:off x="3751947" y="2766548"/>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sp>
          <p:nvSpPr>
            <p:cNvPr id="70" name="テキスト ボックス 69">
              <a:extLst>
                <a:ext uri="{FF2B5EF4-FFF2-40B4-BE49-F238E27FC236}">
                  <a16:creationId xmlns:a16="http://schemas.microsoft.com/office/drawing/2014/main" id="{09464B4F-6860-D075-10C2-32F0346B708D}"/>
                </a:ext>
              </a:extLst>
            </p:cNvPr>
            <p:cNvSpPr txBox="1"/>
            <p:nvPr/>
          </p:nvSpPr>
          <p:spPr>
            <a:xfrm>
              <a:off x="5492684" y="2766548"/>
              <a:ext cx="184731" cy="400110"/>
            </a:xfrm>
            <a:prstGeom prst="rect">
              <a:avLst/>
            </a:prstGeom>
            <a:noFill/>
          </p:spPr>
          <p:txBody>
            <a:bodyPr wrap="none" rtlCol="0">
              <a:spAutoFit/>
            </a:bodyPr>
            <a:lstStyle/>
            <a:p>
              <a:pPr algn="ctr"/>
              <a:endPar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24" name="テキスト ボックス 23">
            <a:extLst>
              <a:ext uri="{FF2B5EF4-FFF2-40B4-BE49-F238E27FC236}">
                <a16:creationId xmlns:a16="http://schemas.microsoft.com/office/drawing/2014/main" id="{A20B3F60-8374-7983-C2FA-7DF64C43508B}"/>
              </a:ext>
            </a:extLst>
          </p:cNvPr>
          <p:cNvSpPr txBox="1"/>
          <p:nvPr/>
        </p:nvSpPr>
        <p:spPr>
          <a:xfrm>
            <a:off x="8515269" y="1411754"/>
            <a:ext cx="1210588" cy="400110"/>
          </a:xfrm>
          <a:prstGeom prst="rect">
            <a:avLst/>
          </a:prstGeom>
          <a:noFill/>
        </p:spPr>
        <p:txBody>
          <a:bodyPr wrap="none" rtlCol="0">
            <a:spAutoFit/>
          </a:bodyPr>
          <a:lstStyle/>
          <a:p>
            <a:pPr algn="ctr"/>
            <a:r>
              <a:rPr lang="ja-JP" altLang="en-US" sz="2000" dirty="0">
                <a:solidFill>
                  <a:srgbClr val="FF00FF"/>
                </a:solidFill>
                <a:latin typeface="原稿用標準書体" panose="03000503000000000000" pitchFamily="66" charset="-128"/>
                <a:ea typeface="原稿用標準書体" panose="03000503000000000000" pitchFamily="66" charset="-128"/>
              </a:rPr>
              <a:t>キャラ名</a:t>
            </a:r>
          </a:p>
        </p:txBody>
      </p:sp>
      <p:pic>
        <p:nvPicPr>
          <p:cNvPr id="46" name="図 45">
            <a:extLst>
              <a:ext uri="{FF2B5EF4-FFF2-40B4-BE49-F238E27FC236}">
                <a16:creationId xmlns:a16="http://schemas.microsoft.com/office/drawing/2014/main" id="{786E2053-4382-9104-949F-536914F53BF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641361" y="2024529"/>
            <a:ext cx="2512235" cy="3129884"/>
          </a:xfrm>
          <a:prstGeom prst="rect">
            <a:avLst/>
          </a:prstGeom>
        </p:spPr>
      </p:pic>
      <p:grpSp>
        <p:nvGrpSpPr>
          <p:cNvPr id="89" name="グループ化 88">
            <a:extLst>
              <a:ext uri="{FF2B5EF4-FFF2-40B4-BE49-F238E27FC236}">
                <a16:creationId xmlns:a16="http://schemas.microsoft.com/office/drawing/2014/main" id="{00BB5DE1-3455-D06A-6DE8-11CD7E71F0DA}"/>
              </a:ext>
            </a:extLst>
          </p:cNvPr>
          <p:cNvGrpSpPr/>
          <p:nvPr/>
        </p:nvGrpSpPr>
        <p:grpSpPr>
          <a:xfrm>
            <a:off x="7182307" y="4317385"/>
            <a:ext cx="1226618" cy="748254"/>
            <a:chOff x="7088997" y="4289392"/>
            <a:chExt cx="1226618" cy="748254"/>
          </a:xfrm>
        </p:grpSpPr>
        <p:pic>
          <p:nvPicPr>
            <p:cNvPr id="86" name="図 85">
              <a:extLst>
                <a:ext uri="{FF2B5EF4-FFF2-40B4-BE49-F238E27FC236}">
                  <a16:creationId xmlns:a16="http://schemas.microsoft.com/office/drawing/2014/main" id="{A4387519-AEE2-C4C2-83FF-74D4FD0DC70A}"/>
                </a:ext>
              </a:extLst>
            </p:cNvPr>
            <p:cNvPicPr>
              <a:picLocks noChangeAspect="1"/>
            </p:cNvPicPr>
            <p:nvPr/>
          </p:nvPicPr>
          <p:blipFill>
            <a:blip r:embed="rId3">
              <a:duotone>
                <a:schemeClr val="accent3">
                  <a:shade val="45000"/>
                  <a:satMod val="135000"/>
                </a:schemeClr>
                <a:prstClr val="white"/>
              </a:duotone>
              <a:extLst>
                <a:ext uri="{28A0092B-C50C-407E-A947-70E740481C1C}">
                  <a14:useLocalDpi xmlns:a14="http://schemas.microsoft.com/office/drawing/2010/main" val="0"/>
                </a:ext>
              </a:extLst>
            </a:blip>
            <a:srcRect l="6840" t="30163" r="48646" b="36883"/>
            <a:stretch>
              <a:fillRect/>
            </a:stretch>
          </p:blipFill>
          <p:spPr>
            <a:xfrm>
              <a:off x="7098261" y="4289392"/>
              <a:ext cx="452228" cy="502188"/>
            </a:xfrm>
            <a:prstGeom prst="rect">
              <a:avLst/>
            </a:prstGeom>
          </p:spPr>
        </p:pic>
        <p:sp>
          <p:nvSpPr>
            <p:cNvPr id="87" name="テキスト ボックス 86">
              <a:extLst>
                <a:ext uri="{FF2B5EF4-FFF2-40B4-BE49-F238E27FC236}">
                  <a16:creationId xmlns:a16="http://schemas.microsoft.com/office/drawing/2014/main" id="{F339E092-B0F9-6194-3950-BE39DA3275CD}"/>
                </a:ext>
              </a:extLst>
            </p:cNvPr>
            <p:cNvSpPr txBox="1"/>
            <p:nvPr/>
          </p:nvSpPr>
          <p:spPr>
            <a:xfrm>
              <a:off x="7472051" y="4372863"/>
              <a:ext cx="805029" cy="338554"/>
            </a:xfrm>
            <a:prstGeom prst="rect">
              <a:avLst/>
            </a:prstGeom>
            <a:noFill/>
            <a:effectLst>
              <a:glow rad="63500">
                <a:schemeClr val="accent3">
                  <a:satMod val="175000"/>
                  <a:alpha val="40000"/>
                </a:schemeClr>
              </a:glow>
            </a:effectLst>
          </p:spPr>
          <p:txBody>
            <a:bodyPr wrap="none" rtlCol="0">
              <a:spAutoFit/>
            </a:bodyPr>
            <a:lstStyle/>
            <a:p>
              <a:r>
                <a:rPr lang="ja-JP" altLang="en-US" sz="1600" dirty="0">
                  <a:solidFill>
                    <a:schemeClr val="tx1">
                      <a:lumMod val="85000"/>
                      <a:lumOff val="15000"/>
                    </a:schemeClr>
                  </a:solidFill>
                  <a:effectLst>
                    <a:glow rad="38100">
                      <a:schemeClr val="accent3">
                        <a:satMod val="175000"/>
                        <a:alpha val="65000"/>
                      </a:schemeClr>
                    </a:glow>
                  </a:effectLst>
                  <a:latin typeface="原稿用標準書体" panose="03000503000000000000" pitchFamily="66" charset="-128"/>
                  <a:ea typeface="原稿用標準書体" panose="03000503000000000000" pitchFamily="66" charset="-128"/>
                </a:rPr>
                <a:t>タンク</a:t>
              </a:r>
              <a:endParaRPr lang="en-US" altLang="ja-JP" sz="1200" dirty="0">
                <a:solidFill>
                  <a:schemeClr val="tx1">
                    <a:lumMod val="85000"/>
                    <a:lumOff val="15000"/>
                  </a:schemeClr>
                </a:solidFill>
                <a:effectLst>
                  <a:glow rad="38100">
                    <a:schemeClr val="accent3">
                      <a:satMod val="175000"/>
                      <a:alpha val="65000"/>
                    </a:schemeClr>
                  </a:glow>
                </a:effectLst>
                <a:latin typeface="原稿用標準書体" panose="03000503000000000000" pitchFamily="66" charset="-128"/>
                <a:ea typeface="原稿用標準書体" panose="03000503000000000000" pitchFamily="66" charset="-128"/>
              </a:endParaRPr>
            </a:p>
          </p:txBody>
        </p:sp>
        <p:sp>
          <p:nvSpPr>
            <p:cNvPr id="88" name="テキスト ボックス 87">
              <a:extLst>
                <a:ext uri="{FF2B5EF4-FFF2-40B4-BE49-F238E27FC236}">
                  <a16:creationId xmlns:a16="http://schemas.microsoft.com/office/drawing/2014/main" id="{FF73F831-9CF2-124A-90A1-13CF13DCD833}"/>
                </a:ext>
              </a:extLst>
            </p:cNvPr>
            <p:cNvSpPr txBox="1"/>
            <p:nvPr/>
          </p:nvSpPr>
          <p:spPr>
            <a:xfrm>
              <a:off x="7088997" y="4760647"/>
              <a:ext cx="1226618" cy="276999"/>
            </a:xfrm>
            <a:prstGeom prst="rect">
              <a:avLst/>
            </a:prstGeom>
            <a:noFill/>
          </p:spPr>
          <p:txBody>
            <a:bodyPr wrap="none" rtlCol="0">
              <a:spAutoFit/>
            </a:bodyPr>
            <a:lstStyle/>
            <a:p>
              <a:r>
                <a:rPr lang="ja-JP" altLang="en-US" sz="1050" dirty="0">
                  <a:solidFill>
                    <a:schemeClr val="tx1">
                      <a:lumMod val="75000"/>
                      <a:lumOff val="25000"/>
                    </a:schemeClr>
                  </a:solidFill>
                  <a:latin typeface="原稿用標準書体" panose="03000503000000000000" pitchFamily="66" charset="-128"/>
                  <a:ea typeface="原稿用標準書体" panose="03000503000000000000" pitchFamily="66" charset="-128"/>
                </a:rPr>
                <a:t>毎ターン</a:t>
              </a:r>
              <a:r>
                <a:rPr lang="en-US" altLang="ja-JP" sz="1200" dirty="0">
                  <a:solidFill>
                    <a:schemeClr val="tx1">
                      <a:lumMod val="75000"/>
                      <a:lumOff val="25000"/>
                    </a:schemeClr>
                  </a:solidFill>
                  <a:latin typeface="原稿用標準書体" panose="03000503000000000000" pitchFamily="66" charset="-128"/>
                  <a:ea typeface="原稿用標準書体" panose="03000503000000000000" pitchFamily="66" charset="-128"/>
                </a:rPr>
                <a:t>5</a:t>
              </a:r>
              <a:r>
                <a:rPr lang="ja-JP" altLang="en-US" sz="1050" dirty="0">
                  <a:solidFill>
                    <a:schemeClr val="tx1">
                      <a:lumMod val="75000"/>
                      <a:lumOff val="25000"/>
                    </a:schemeClr>
                  </a:solidFill>
                  <a:latin typeface="原稿用標準書体" panose="03000503000000000000" pitchFamily="66" charset="-128"/>
                  <a:ea typeface="原稿用標準書体" panose="03000503000000000000" pitchFamily="66" charset="-128"/>
                </a:rPr>
                <a:t>％回復</a:t>
              </a:r>
              <a:endParaRPr lang="en-US" altLang="ja-JP" sz="105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grpSp>
        <p:nvGrpSpPr>
          <p:cNvPr id="90" name="グループ化 89">
            <a:extLst>
              <a:ext uri="{FF2B5EF4-FFF2-40B4-BE49-F238E27FC236}">
                <a16:creationId xmlns:a16="http://schemas.microsoft.com/office/drawing/2014/main" id="{7DD13789-92BD-23D4-2194-6541C2EC3C33}"/>
              </a:ext>
            </a:extLst>
          </p:cNvPr>
          <p:cNvGrpSpPr/>
          <p:nvPr/>
        </p:nvGrpSpPr>
        <p:grpSpPr>
          <a:xfrm>
            <a:off x="7079024" y="3959376"/>
            <a:ext cx="1422939" cy="1185706"/>
            <a:chOff x="4343042" y="2005061"/>
            <a:chExt cx="4595682" cy="1782085"/>
          </a:xfrm>
        </p:grpSpPr>
        <p:sp>
          <p:nvSpPr>
            <p:cNvPr id="91" name="四角形: 角を丸くする 90">
              <a:extLst>
                <a:ext uri="{FF2B5EF4-FFF2-40B4-BE49-F238E27FC236}">
                  <a16:creationId xmlns:a16="http://schemas.microsoft.com/office/drawing/2014/main" id="{22AE71C4-1984-6E0C-032E-216AA583723F}"/>
                </a:ext>
              </a:extLst>
            </p:cNvPr>
            <p:cNvSpPr/>
            <p:nvPr/>
          </p:nvSpPr>
          <p:spPr>
            <a:xfrm>
              <a:off x="4343042" y="2434991"/>
              <a:ext cx="4595682" cy="1352155"/>
            </a:xfrm>
            <a:prstGeom prst="roundRect">
              <a:avLst>
                <a:gd name="adj" fmla="val 5178"/>
              </a:avLst>
            </a:prstGeom>
            <a:noFill/>
            <a:ln w="254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dirty="0">
                <a:latin typeface="原稿用標準書体" panose="03000503000000000000" pitchFamily="66" charset="-128"/>
                <a:ea typeface="原稿用標準書体" panose="03000503000000000000" pitchFamily="66" charset="-128"/>
              </a:endParaRPr>
            </a:p>
          </p:txBody>
        </p:sp>
        <p:sp>
          <p:nvSpPr>
            <p:cNvPr id="92" name="四角形: 角を丸くする 91">
              <a:extLst>
                <a:ext uri="{FF2B5EF4-FFF2-40B4-BE49-F238E27FC236}">
                  <a16:creationId xmlns:a16="http://schemas.microsoft.com/office/drawing/2014/main" id="{A1FC5C0E-DB7A-A114-B9FA-0059864EFF48}"/>
                </a:ext>
              </a:extLst>
            </p:cNvPr>
            <p:cNvSpPr/>
            <p:nvPr/>
          </p:nvSpPr>
          <p:spPr>
            <a:xfrm>
              <a:off x="5027040" y="2005061"/>
              <a:ext cx="3294263" cy="461666"/>
            </a:xfrm>
            <a:prstGeom prst="round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latin typeface="原稿用標準書体" panose="03000503000000000000" pitchFamily="66" charset="-128"/>
                  <a:ea typeface="原稿用標準書体" panose="03000503000000000000" pitchFamily="66" charset="-128"/>
                </a:rPr>
                <a:t>ロール</a:t>
              </a:r>
            </a:p>
          </p:txBody>
        </p:sp>
      </p:grpSp>
      <p:sp>
        <p:nvSpPr>
          <p:cNvPr id="93" name="楕円 92">
            <a:extLst>
              <a:ext uri="{FF2B5EF4-FFF2-40B4-BE49-F238E27FC236}">
                <a16:creationId xmlns:a16="http://schemas.microsoft.com/office/drawing/2014/main" id="{F60BBACD-1225-F143-4E05-14FF8EBB1037}"/>
              </a:ext>
            </a:extLst>
          </p:cNvPr>
          <p:cNvSpPr/>
          <p:nvPr/>
        </p:nvSpPr>
        <p:spPr>
          <a:xfrm>
            <a:off x="10060241" y="2744850"/>
            <a:ext cx="296742" cy="296742"/>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200"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sz="12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8" name="テキスト ボックス 7">
            <a:extLst>
              <a:ext uri="{FF2B5EF4-FFF2-40B4-BE49-F238E27FC236}">
                <a16:creationId xmlns:a16="http://schemas.microsoft.com/office/drawing/2014/main" id="{04EAF669-4E38-0DC0-4144-0E219E99A3E2}"/>
              </a:ext>
            </a:extLst>
          </p:cNvPr>
          <p:cNvSpPr txBox="1"/>
          <p:nvPr/>
        </p:nvSpPr>
        <p:spPr>
          <a:xfrm>
            <a:off x="9366255" y="4331555"/>
            <a:ext cx="1062446" cy="261610"/>
          </a:xfrm>
          <a:prstGeom prst="rect">
            <a:avLst/>
          </a:prstGeom>
          <a:noFill/>
        </p:spPr>
        <p:txBody>
          <a:bodyPr wrap="square">
            <a:spAutoFit/>
          </a:bodyPr>
          <a:lstStyle/>
          <a:p>
            <a:pPr algn="ctr"/>
            <a:r>
              <a:rPr lang="ja-JP" altLang="en-US" sz="1100" dirty="0">
                <a:solidFill>
                  <a:schemeClr val="bg1">
                    <a:lumMod val="95000"/>
                  </a:schemeClr>
                </a:solidFill>
                <a:highlight>
                  <a:srgbClr val="808080"/>
                </a:highlight>
                <a:latin typeface="原稿用標準書体" panose="03000503000000000000" pitchFamily="66" charset="-128"/>
                <a:ea typeface="原稿用標準書体" panose="03000503000000000000" pitchFamily="66" charset="-128"/>
              </a:rPr>
              <a:t>武器</a:t>
            </a:r>
            <a:endParaRPr kumimoji="1" lang="ja-JP" altLang="en-US" sz="1100" dirty="0">
              <a:solidFill>
                <a:schemeClr val="bg1">
                  <a:lumMod val="95000"/>
                </a:schemeClr>
              </a:solidFill>
              <a:highlight>
                <a:srgbClr val="808080"/>
              </a:highlight>
              <a:latin typeface="原稿用標準書体" panose="03000503000000000000" pitchFamily="66" charset="-128"/>
              <a:ea typeface="原稿用標準書体" panose="03000503000000000000" pitchFamily="66" charset="-128"/>
            </a:endParaRPr>
          </a:p>
        </p:txBody>
      </p:sp>
      <p:sp>
        <p:nvSpPr>
          <p:cNvPr id="3" name="四角形: 角を丸くする 2">
            <a:extLst>
              <a:ext uri="{FF2B5EF4-FFF2-40B4-BE49-F238E27FC236}">
                <a16:creationId xmlns:a16="http://schemas.microsoft.com/office/drawing/2014/main" id="{6A8DCDBD-F11F-88C4-EC25-76983342D4A3}"/>
              </a:ext>
            </a:extLst>
          </p:cNvPr>
          <p:cNvSpPr/>
          <p:nvPr/>
        </p:nvSpPr>
        <p:spPr>
          <a:xfrm>
            <a:off x="9993616" y="2397817"/>
            <a:ext cx="1062447" cy="1372489"/>
          </a:xfrm>
          <a:prstGeom prst="roundRect">
            <a:avLst>
              <a:gd name="adj" fmla="val 6896"/>
            </a:avLst>
          </a:prstGeom>
          <a:solidFill>
            <a:srgbClr val="D9D9D9"/>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27" name="テキスト ボックス 26">
            <a:extLst>
              <a:ext uri="{FF2B5EF4-FFF2-40B4-BE49-F238E27FC236}">
                <a16:creationId xmlns:a16="http://schemas.microsoft.com/office/drawing/2014/main" id="{781498CD-C0E8-9F73-9D73-7A2D1293AD33}"/>
              </a:ext>
            </a:extLst>
          </p:cNvPr>
          <p:cNvSpPr txBox="1"/>
          <p:nvPr/>
        </p:nvSpPr>
        <p:spPr>
          <a:xfrm>
            <a:off x="10002948" y="2030427"/>
            <a:ext cx="1062446" cy="276999"/>
          </a:xfrm>
          <a:prstGeom prst="rect">
            <a:avLst/>
          </a:prstGeom>
          <a:noFill/>
        </p:spPr>
        <p:txBody>
          <a:bodyPr wrap="square">
            <a:spAutoFit/>
          </a:bodyPr>
          <a:lstStyle/>
          <a:p>
            <a:pPr algn="ctr"/>
            <a:r>
              <a:rPr lang="ja-JP" altLang="en-US" sz="1200" dirty="0">
                <a:solidFill>
                  <a:schemeClr val="bg1">
                    <a:lumMod val="95000"/>
                  </a:schemeClr>
                </a:solidFill>
                <a:highlight>
                  <a:srgbClr val="5C5C5C"/>
                </a:highlight>
                <a:latin typeface="原稿用標準書体" panose="03000503000000000000" pitchFamily="66" charset="-128"/>
                <a:ea typeface="原稿用標準書体" panose="03000503000000000000" pitchFamily="66" charset="-128"/>
              </a:rPr>
              <a:t>特殊スキル</a:t>
            </a:r>
            <a:endParaRPr kumimoji="1" lang="ja-JP" altLang="en-US" sz="1200" dirty="0">
              <a:solidFill>
                <a:schemeClr val="bg1">
                  <a:lumMod val="95000"/>
                </a:schemeClr>
              </a:solidFill>
              <a:highlight>
                <a:srgbClr val="5C5C5C"/>
              </a:highlight>
              <a:latin typeface="原稿用標準書体" panose="03000503000000000000" pitchFamily="66" charset="-128"/>
              <a:ea typeface="原稿用標準書体" panose="03000503000000000000" pitchFamily="66" charset="-128"/>
            </a:endParaRPr>
          </a:p>
        </p:txBody>
      </p:sp>
      <p:sp>
        <p:nvSpPr>
          <p:cNvPr id="49" name="四角形: 角を丸くする 48">
            <a:extLst>
              <a:ext uri="{FF2B5EF4-FFF2-40B4-BE49-F238E27FC236}">
                <a16:creationId xmlns:a16="http://schemas.microsoft.com/office/drawing/2014/main" id="{D73AC570-02E1-2749-78E9-D4BAEB86E39B}"/>
              </a:ext>
            </a:extLst>
          </p:cNvPr>
          <p:cNvSpPr/>
          <p:nvPr/>
        </p:nvSpPr>
        <p:spPr>
          <a:xfrm>
            <a:off x="8697253" y="4307949"/>
            <a:ext cx="2394303" cy="777504"/>
          </a:xfrm>
          <a:prstGeom prst="roundRect">
            <a:avLst>
              <a:gd name="adj" fmla="val 6896"/>
            </a:avLst>
          </a:prstGeom>
          <a:solidFill>
            <a:srgbClr val="D9D9D9"/>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41" name="四角形: 角を丸くする 40">
            <a:extLst>
              <a:ext uri="{FF2B5EF4-FFF2-40B4-BE49-F238E27FC236}">
                <a16:creationId xmlns:a16="http://schemas.microsoft.com/office/drawing/2014/main" id="{FF40A4C9-48CA-6B30-5803-969A1FECB04F}"/>
              </a:ext>
            </a:extLst>
          </p:cNvPr>
          <p:cNvSpPr/>
          <p:nvPr/>
        </p:nvSpPr>
        <p:spPr>
          <a:xfrm>
            <a:off x="9941402" y="4335367"/>
            <a:ext cx="1114661" cy="484206"/>
          </a:xfrm>
          <a:prstGeom prst="roundRect">
            <a:avLst>
              <a:gd name="adj" fmla="val 6896"/>
            </a:avLst>
          </a:prstGeom>
          <a:solidFill>
            <a:schemeClr val="tx1">
              <a:lumMod val="50000"/>
              <a:lumOff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48" name="グループ化 47">
            <a:extLst>
              <a:ext uri="{FF2B5EF4-FFF2-40B4-BE49-F238E27FC236}">
                <a16:creationId xmlns:a16="http://schemas.microsoft.com/office/drawing/2014/main" id="{5F4023D1-A94D-DBA2-8001-D64E44B4AAD4}"/>
              </a:ext>
            </a:extLst>
          </p:cNvPr>
          <p:cNvGrpSpPr/>
          <p:nvPr/>
        </p:nvGrpSpPr>
        <p:grpSpPr>
          <a:xfrm>
            <a:off x="8756066" y="4321341"/>
            <a:ext cx="2299997" cy="740676"/>
            <a:chOff x="8756066" y="4312009"/>
            <a:chExt cx="2299997" cy="740676"/>
          </a:xfrm>
        </p:grpSpPr>
        <p:sp>
          <p:nvSpPr>
            <p:cNvPr id="45" name="フリーフォーム: 図形 44">
              <a:extLst>
                <a:ext uri="{FF2B5EF4-FFF2-40B4-BE49-F238E27FC236}">
                  <a16:creationId xmlns:a16="http://schemas.microsoft.com/office/drawing/2014/main" id="{965209A3-BF0B-187B-CC4E-3AE77EF64151}"/>
                </a:ext>
              </a:extLst>
            </p:cNvPr>
            <p:cNvSpPr/>
            <p:nvPr/>
          </p:nvSpPr>
          <p:spPr>
            <a:xfrm>
              <a:off x="8756066" y="4331554"/>
              <a:ext cx="2299997" cy="721131"/>
            </a:xfrm>
            <a:custGeom>
              <a:avLst/>
              <a:gdLst>
                <a:gd name="csX0" fmla="*/ 37967 w 2299997"/>
                <a:gd name="csY0" fmla="*/ 0 h 721131"/>
                <a:gd name="csX1" fmla="*/ 1085846 w 2299997"/>
                <a:gd name="csY1" fmla="*/ 0 h 721131"/>
                <a:gd name="csX2" fmla="*/ 1119237 w 2299997"/>
                <a:gd name="csY2" fmla="*/ 33391 h 721131"/>
                <a:gd name="csX3" fmla="*/ 1119237 w 2299997"/>
                <a:gd name="csY3" fmla="*/ 236925 h 721131"/>
                <a:gd name="csX4" fmla="*/ 2266606 w 2299997"/>
                <a:gd name="csY4" fmla="*/ 236925 h 721131"/>
                <a:gd name="csX5" fmla="*/ 2299997 w 2299997"/>
                <a:gd name="csY5" fmla="*/ 270316 h 721131"/>
                <a:gd name="csX6" fmla="*/ 2299997 w 2299997"/>
                <a:gd name="csY6" fmla="*/ 687740 h 721131"/>
                <a:gd name="csX7" fmla="*/ 2266606 w 2299997"/>
                <a:gd name="csY7" fmla="*/ 721131 h 721131"/>
                <a:gd name="csX8" fmla="*/ 33391 w 2299997"/>
                <a:gd name="csY8" fmla="*/ 721131 h 721131"/>
                <a:gd name="csX9" fmla="*/ 0 w 2299997"/>
                <a:gd name="csY9" fmla="*/ 687740 h 721131"/>
                <a:gd name="csX10" fmla="*/ 0 w 2299997"/>
                <a:gd name="csY10" fmla="*/ 270316 h 721131"/>
                <a:gd name="csX11" fmla="*/ 4576 w 2299997"/>
                <a:gd name="csY11" fmla="*/ 259269 h 721131"/>
                <a:gd name="csX12" fmla="*/ 4576 w 2299997"/>
                <a:gd name="csY12" fmla="*/ 33391 h 721131"/>
                <a:gd name="csX13" fmla="*/ 37967 w 2299997"/>
                <a:gd name="csY13" fmla="*/ 0 h 72113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2299997" h="721131">
                  <a:moveTo>
                    <a:pt x="37967" y="0"/>
                  </a:moveTo>
                  <a:lnTo>
                    <a:pt x="1085846" y="0"/>
                  </a:lnTo>
                  <a:cubicBezTo>
                    <a:pt x="1104287" y="0"/>
                    <a:pt x="1119237" y="14950"/>
                    <a:pt x="1119237" y="33391"/>
                  </a:cubicBezTo>
                  <a:lnTo>
                    <a:pt x="1119237" y="236925"/>
                  </a:lnTo>
                  <a:lnTo>
                    <a:pt x="2266606" y="236925"/>
                  </a:lnTo>
                  <a:cubicBezTo>
                    <a:pt x="2285047" y="236925"/>
                    <a:pt x="2299997" y="251875"/>
                    <a:pt x="2299997" y="270316"/>
                  </a:cubicBezTo>
                  <a:lnTo>
                    <a:pt x="2299997" y="687740"/>
                  </a:lnTo>
                  <a:cubicBezTo>
                    <a:pt x="2299997" y="706181"/>
                    <a:pt x="2285047" y="721131"/>
                    <a:pt x="2266606" y="721131"/>
                  </a:cubicBezTo>
                  <a:lnTo>
                    <a:pt x="33391" y="721131"/>
                  </a:lnTo>
                  <a:cubicBezTo>
                    <a:pt x="14950" y="721131"/>
                    <a:pt x="0" y="706181"/>
                    <a:pt x="0" y="687740"/>
                  </a:cubicBezTo>
                  <a:lnTo>
                    <a:pt x="0" y="270316"/>
                  </a:lnTo>
                  <a:lnTo>
                    <a:pt x="4576" y="259269"/>
                  </a:lnTo>
                  <a:lnTo>
                    <a:pt x="4576" y="33391"/>
                  </a:lnTo>
                  <a:cubicBezTo>
                    <a:pt x="4576" y="14950"/>
                    <a:pt x="19526" y="0"/>
                    <a:pt x="37967" y="0"/>
                  </a:cubicBezTo>
                  <a:close/>
                </a:path>
              </a:pathLst>
            </a:custGeom>
            <a:solidFill>
              <a:srgbClr val="BFBFBF"/>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47" name="テキスト ボックス 46">
              <a:extLst>
                <a:ext uri="{FF2B5EF4-FFF2-40B4-BE49-F238E27FC236}">
                  <a16:creationId xmlns:a16="http://schemas.microsoft.com/office/drawing/2014/main" id="{7B0D137B-6A53-455A-B496-C6A88459E9E5}"/>
                </a:ext>
              </a:extLst>
            </p:cNvPr>
            <p:cNvSpPr txBox="1"/>
            <p:nvPr/>
          </p:nvSpPr>
          <p:spPr>
            <a:xfrm>
              <a:off x="8875753" y="4312009"/>
              <a:ext cx="800219" cy="276999"/>
            </a:xfrm>
            <a:prstGeom prst="rect">
              <a:avLst/>
            </a:prstGeom>
            <a:noFill/>
          </p:spPr>
          <p:txBody>
            <a:bodyPr wrap="none" rtlCol="0">
              <a:spAutoFit/>
            </a:bodyPr>
            <a:lstStyle/>
            <a:p>
              <a:r>
                <a:rPr lang="ja-JP" altLang="en-US" sz="1200" dirty="0">
                  <a:solidFill>
                    <a:schemeClr val="tx1">
                      <a:lumMod val="75000"/>
                      <a:lumOff val="25000"/>
                    </a:schemeClr>
                  </a:solidFill>
                  <a:latin typeface="原稿用標準書体" panose="03000503000000000000" pitchFamily="66" charset="-128"/>
                  <a:ea typeface="原稿用標準書体" panose="03000503000000000000" pitchFamily="66" charset="-128"/>
                </a:rPr>
                <a:t>通常攻撃</a:t>
              </a:r>
              <a:endParaRPr lang="en-US" altLang="ja-JP" sz="12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51" name="テキスト ボックス 50">
            <a:extLst>
              <a:ext uri="{FF2B5EF4-FFF2-40B4-BE49-F238E27FC236}">
                <a16:creationId xmlns:a16="http://schemas.microsoft.com/office/drawing/2014/main" id="{796BA743-AC74-D6CE-F8D7-6AE580ACC30D}"/>
              </a:ext>
            </a:extLst>
          </p:cNvPr>
          <p:cNvSpPr txBox="1"/>
          <p:nvPr/>
        </p:nvSpPr>
        <p:spPr>
          <a:xfrm>
            <a:off x="10290983" y="4317385"/>
            <a:ext cx="415498" cy="276999"/>
          </a:xfrm>
          <a:prstGeom prst="rect">
            <a:avLst/>
          </a:prstGeom>
          <a:noFill/>
        </p:spPr>
        <p:txBody>
          <a:bodyPr wrap="none" rtlCol="0">
            <a:spAutoFit/>
          </a:bodyPr>
          <a:lstStyle/>
          <a:p>
            <a:pPr algn="ctr"/>
            <a:r>
              <a:rPr lang="en-US" altLang="ja-JP" sz="1200" dirty="0">
                <a:solidFill>
                  <a:schemeClr val="bg1">
                    <a:lumMod val="95000"/>
                  </a:schemeClr>
                </a:solidFill>
                <a:latin typeface="原稿用標準書体" panose="03000503000000000000" pitchFamily="66" charset="-128"/>
                <a:ea typeface="原稿用標準書体" panose="03000503000000000000" pitchFamily="66" charset="-128"/>
              </a:rPr>
              <a:t>ENB</a:t>
            </a:r>
          </a:p>
        </p:txBody>
      </p:sp>
      <p:sp>
        <p:nvSpPr>
          <p:cNvPr id="71" name="テキスト ボックス 70">
            <a:extLst>
              <a:ext uri="{FF2B5EF4-FFF2-40B4-BE49-F238E27FC236}">
                <a16:creationId xmlns:a16="http://schemas.microsoft.com/office/drawing/2014/main" id="{B06386F7-EBE1-C975-6F24-813C16335C3E}"/>
              </a:ext>
            </a:extLst>
          </p:cNvPr>
          <p:cNvSpPr txBox="1"/>
          <p:nvPr/>
        </p:nvSpPr>
        <p:spPr>
          <a:xfrm>
            <a:off x="9360450" y="3983915"/>
            <a:ext cx="1062446" cy="276999"/>
          </a:xfrm>
          <a:prstGeom prst="rect">
            <a:avLst/>
          </a:prstGeom>
          <a:noFill/>
        </p:spPr>
        <p:txBody>
          <a:bodyPr wrap="square">
            <a:spAutoFit/>
          </a:bodyPr>
          <a:lstStyle/>
          <a:p>
            <a:pPr algn="ctr"/>
            <a:r>
              <a:rPr lang="ja-JP" altLang="en-US" sz="1200" dirty="0">
                <a:solidFill>
                  <a:schemeClr val="bg1">
                    <a:lumMod val="95000"/>
                  </a:schemeClr>
                </a:solidFill>
                <a:highlight>
                  <a:srgbClr val="5C5C5C"/>
                </a:highlight>
                <a:latin typeface="原稿用標準書体" panose="03000503000000000000" pitchFamily="66" charset="-128"/>
                <a:ea typeface="原稿用標準書体" panose="03000503000000000000" pitchFamily="66" charset="-128"/>
              </a:rPr>
              <a:t>固定スキル</a:t>
            </a:r>
            <a:endParaRPr kumimoji="1" lang="ja-JP" altLang="en-US" sz="1200" dirty="0">
              <a:solidFill>
                <a:schemeClr val="bg1">
                  <a:lumMod val="95000"/>
                </a:schemeClr>
              </a:solidFill>
              <a:highlight>
                <a:srgbClr val="5C5C5C"/>
              </a:highlight>
              <a:latin typeface="原稿用標準書体" panose="03000503000000000000" pitchFamily="66" charset="-128"/>
              <a:ea typeface="原稿用標準書体" panose="03000503000000000000" pitchFamily="66" charset="-128"/>
            </a:endParaRPr>
          </a:p>
        </p:txBody>
      </p:sp>
      <p:sp>
        <p:nvSpPr>
          <p:cNvPr id="80" name="四角形: 角を丸くする 79">
            <a:extLst>
              <a:ext uri="{FF2B5EF4-FFF2-40B4-BE49-F238E27FC236}">
                <a16:creationId xmlns:a16="http://schemas.microsoft.com/office/drawing/2014/main" id="{3412E091-7780-A88D-AA4C-35DB31A4FFDD}"/>
              </a:ext>
            </a:extLst>
          </p:cNvPr>
          <p:cNvSpPr/>
          <p:nvPr/>
        </p:nvSpPr>
        <p:spPr>
          <a:xfrm>
            <a:off x="10388771" y="2405535"/>
            <a:ext cx="296743" cy="1066156"/>
          </a:xfrm>
          <a:prstGeom prst="roundRect">
            <a:avLst>
              <a:gd name="adj" fmla="val 6896"/>
            </a:avLst>
          </a:prstGeom>
          <a:solidFill>
            <a:schemeClr val="tx1">
              <a:lumMod val="50000"/>
              <a:lumOff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81" name="四角形: 角を丸くする 80">
            <a:extLst>
              <a:ext uri="{FF2B5EF4-FFF2-40B4-BE49-F238E27FC236}">
                <a16:creationId xmlns:a16="http://schemas.microsoft.com/office/drawing/2014/main" id="{0CAB0CEF-2EFB-2D36-8FC4-D144D7F0CCE3}"/>
              </a:ext>
            </a:extLst>
          </p:cNvPr>
          <p:cNvSpPr/>
          <p:nvPr/>
        </p:nvSpPr>
        <p:spPr>
          <a:xfrm>
            <a:off x="10773287" y="2405535"/>
            <a:ext cx="296743" cy="1066156"/>
          </a:xfrm>
          <a:prstGeom prst="roundRect">
            <a:avLst>
              <a:gd name="adj" fmla="val 6896"/>
            </a:avLst>
          </a:prstGeom>
          <a:solidFill>
            <a:schemeClr val="tx1">
              <a:lumMod val="50000"/>
              <a:lumOff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82" name="フリーフォーム: 図形 81">
            <a:extLst>
              <a:ext uri="{FF2B5EF4-FFF2-40B4-BE49-F238E27FC236}">
                <a16:creationId xmlns:a16="http://schemas.microsoft.com/office/drawing/2014/main" id="{B001A41B-C836-94B5-6B29-2B053FAAF44A}"/>
              </a:ext>
            </a:extLst>
          </p:cNvPr>
          <p:cNvSpPr/>
          <p:nvPr/>
        </p:nvSpPr>
        <p:spPr>
          <a:xfrm>
            <a:off x="10011362" y="2405535"/>
            <a:ext cx="1062447" cy="1333377"/>
          </a:xfrm>
          <a:custGeom>
            <a:avLst/>
            <a:gdLst>
              <a:gd name="csX0" fmla="*/ 21769 w 1062447"/>
              <a:gd name="csY0" fmla="*/ 0 h 1333377"/>
              <a:gd name="csX1" fmla="*/ 277586 w 1062447"/>
              <a:gd name="csY1" fmla="*/ 0 h 1333377"/>
              <a:gd name="csX2" fmla="*/ 298049 w 1062447"/>
              <a:gd name="csY2" fmla="*/ 20463 h 1333377"/>
              <a:gd name="csX3" fmla="*/ 298049 w 1062447"/>
              <a:gd name="csY3" fmla="*/ 267221 h 1333377"/>
              <a:gd name="csX4" fmla="*/ 989181 w 1062447"/>
              <a:gd name="csY4" fmla="*/ 267221 h 1333377"/>
              <a:gd name="csX5" fmla="*/ 1062447 w 1062447"/>
              <a:gd name="csY5" fmla="*/ 340487 h 1333377"/>
              <a:gd name="csX6" fmla="*/ 1062447 w 1062447"/>
              <a:gd name="csY6" fmla="*/ 1260111 h 1333377"/>
              <a:gd name="csX7" fmla="*/ 989181 w 1062447"/>
              <a:gd name="csY7" fmla="*/ 1333377 h 1333377"/>
              <a:gd name="csX8" fmla="*/ 73266 w 1062447"/>
              <a:gd name="csY8" fmla="*/ 1333377 h 1333377"/>
              <a:gd name="csX9" fmla="*/ 0 w 1062447"/>
              <a:gd name="csY9" fmla="*/ 1260111 h 1333377"/>
              <a:gd name="csX10" fmla="*/ 0 w 1062447"/>
              <a:gd name="csY10" fmla="*/ 340487 h 1333377"/>
              <a:gd name="csX11" fmla="*/ 1306 w 1062447"/>
              <a:gd name="csY11" fmla="*/ 334018 h 1333377"/>
              <a:gd name="csX12" fmla="*/ 1306 w 1062447"/>
              <a:gd name="csY12" fmla="*/ 20463 h 1333377"/>
              <a:gd name="csX13" fmla="*/ 21769 w 1062447"/>
              <a:gd name="csY13" fmla="*/ 0 h 133337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1062447" h="1333377">
                <a:moveTo>
                  <a:pt x="21769" y="0"/>
                </a:moveTo>
                <a:lnTo>
                  <a:pt x="277586" y="0"/>
                </a:lnTo>
                <a:cubicBezTo>
                  <a:pt x="288887" y="0"/>
                  <a:pt x="298049" y="9162"/>
                  <a:pt x="298049" y="20463"/>
                </a:cubicBezTo>
                <a:lnTo>
                  <a:pt x="298049" y="267221"/>
                </a:lnTo>
                <a:lnTo>
                  <a:pt x="989181" y="267221"/>
                </a:lnTo>
                <a:cubicBezTo>
                  <a:pt x="1029645" y="267221"/>
                  <a:pt x="1062447" y="300023"/>
                  <a:pt x="1062447" y="340487"/>
                </a:cubicBezTo>
                <a:lnTo>
                  <a:pt x="1062447" y="1260111"/>
                </a:lnTo>
                <a:cubicBezTo>
                  <a:pt x="1062447" y="1300575"/>
                  <a:pt x="1029645" y="1333377"/>
                  <a:pt x="989181" y="1333377"/>
                </a:cubicBezTo>
                <a:lnTo>
                  <a:pt x="73266" y="1333377"/>
                </a:lnTo>
                <a:cubicBezTo>
                  <a:pt x="32802" y="1333377"/>
                  <a:pt x="0" y="1300575"/>
                  <a:pt x="0" y="1260111"/>
                </a:cubicBezTo>
                <a:lnTo>
                  <a:pt x="0" y="340487"/>
                </a:lnTo>
                <a:lnTo>
                  <a:pt x="1306" y="334018"/>
                </a:lnTo>
                <a:lnTo>
                  <a:pt x="1306" y="20463"/>
                </a:lnTo>
                <a:cubicBezTo>
                  <a:pt x="1306" y="9162"/>
                  <a:pt x="10468" y="0"/>
                  <a:pt x="21769" y="0"/>
                </a:cubicBezTo>
                <a:close/>
              </a:path>
            </a:pathLst>
          </a:custGeom>
          <a:solidFill>
            <a:srgbClr val="BFBFBF"/>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83" name="テキスト ボックス 82">
            <a:extLst>
              <a:ext uri="{FF2B5EF4-FFF2-40B4-BE49-F238E27FC236}">
                <a16:creationId xmlns:a16="http://schemas.microsoft.com/office/drawing/2014/main" id="{59E3101F-CD97-31C4-49AD-A90D7D318522}"/>
              </a:ext>
            </a:extLst>
          </p:cNvPr>
          <p:cNvSpPr txBox="1"/>
          <p:nvPr/>
        </p:nvSpPr>
        <p:spPr>
          <a:xfrm>
            <a:off x="10404649" y="2389383"/>
            <a:ext cx="264816" cy="276999"/>
          </a:xfrm>
          <a:prstGeom prst="rect">
            <a:avLst/>
          </a:prstGeom>
          <a:noFill/>
        </p:spPr>
        <p:txBody>
          <a:bodyPr wrap="none" rtlCol="0">
            <a:spAutoFit/>
          </a:bodyPr>
          <a:lstStyle/>
          <a:p>
            <a:pPr algn="ctr"/>
            <a:r>
              <a:rPr lang="en-US" altLang="ja-JP" sz="1200" dirty="0">
                <a:solidFill>
                  <a:schemeClr val="bg1">
                    <a:lumMod val="95000"/>
                  </a:schemeClr>
                </a:solidFill>
                <a:latin typeface="原稿用標準書体" panose="03000503000000000000" pitchFamily="66" charset="-128"/>
                <a:ea typeface="原稿用標準書体" panose="03000503000000000000" pitchFamily="66" charset="-128"/>
              </a:rPr>
              <a:t>2</a:t>
            </a:r>
          </a:p>
        </p:txBody>
      </p:sp>
      <p:sp>
        <p:nvSpPr>
          <p:cNvPr id="84" name="テキスト ボックス 83">
            <a:extLst>
              <a:ext uri="{FF2B5EF4-FFF2-40B4-BE49-F238E27FC236}">
                <a16:creationId xmlns:a16="http://schemas.microsoft.com/office/drawing/2014/main" id="{532A45D1-C49A-668A-6552-49ED046B4785}"/>
              </a:ext>
            </a:extLst>
          </p:cNvPr>
          <p:cNvSpPr txBox="1"/>
          <p:nvPr/>
        </p:nvSpPr>
        <p:spPr>
          <a:xfrm>
            <a:off x="10791950" y="2389383"/>
            <a:ext cx="264816" cy="276999"/>
          </a:xfrm>
          <a:prstGeom prst="rect">
            <a:avLst/>
          </a:prstGeom>
          <a:noFill/>
        </p:spPr>
        <p:txBody>
          <a:bodyPr wrap="none" rtlCol="0">
            <a:spAutoFit/>
          </a:bodyPr>
          <a:lstStyle/>
          <a:p>
            <a:pPr algn="ctr"/>
            <a:r>
              <a:rPr lang="en-US" altLang="ja-JP" sz="1200" dirty="0">
                <a:solidFill>
                  <a:schemeClr val="bg1">
                    <a:lumMod val="95000"/>
                  </a:schemeClr>
                </a:solidFill>
                <a:latin typeface="原稿用標準書体" panose="03000503000000000000" pitchFamily="66" charset="-128"/>
                <a:ea typeface="原稿用標準書体" panose="03000503000000000000" pitchFamily="66" charset="-128"/>
              </a:rPr>
              <a:t>3</a:t>
            </a:r>
          </a:p>
        </p:txBody>
      </p:sp>
      <p:sp>
        <p:nvSpPr>
          <p:cNvPr id="85" name="テキスト ボックス 84">
            <a:extLst>
              <a:ext uri="{FF2B5EF4-FFF2-40B4-BE49-F238E27FC236}">
                <a16:creationId xmlns:a16="http://schemas.microsoft.com/office/drawing/2014/main" id="{BBFAF0F5-4E38-5960-251A-1A7945DD60CA}"/>
              </a:ext>
            </a:extLst>
          </p:cNvPr>
          <p:cNvSpPr txBox="1"/>
          <p:nvPr/>
        </p:nvSpPr>
        <p:spPr>
          <a:xfrm>
            <a:off x="10036010" y="2389383"/>
            <a:ext cx="264816" cy="276999"/>
          </a:xfrm>
          <a:prstGeom prst="rect">
            <a:avLst/>
          </a:prstGeom>
          <a:noFill/>
        </p:spPr>
        <p:txBody>
          <a:bodyPr wrap="none" rtlCol="0">
            <a:spAutoFit/>
          </a:bodyPr>
          <a:lstStyle/>
          <a:p>
            <a:pPr algn="ctr"/>
            <a:r>
              <a:rPr lang="en-US" altLang="ja-JP" sz="1200" dirty="0">
                <a:solidFill>
                  <a:schemeClr val="tx1">
                    <a:lumMod val="75000"/>
                    <a:lumOff val="25000"/>
                  </a:schemeClr>
                </a:solidFill>
                <a:latin typeface="原稿用標準書体" panose="03000503000000000000" pitchFamily="66" charset="-128"/>
                <a:ea typeface="原稿用標準書体" panose="03000503000000000000" pitchFamily="66" charset="-128"/>
              </a:rPr>
              <a:t>1</a:t>
            </a:r>
          </a:p>
        </p:txBody>
      </p:sp>
      <p:grpSp>
        <p:nvGrpSpPr>
          <p:cNvPr id="95" name="グループ化 94">
            <a:extLst>
              <a:ext uri="{FF2B5EF4-FFF2-40B4-BE49-F238E27FC236}">
                <a16:creationId xmlns:a16="http://schemas.microsoft.com/office/drawing/2014/main" id="{9F221922-A310-E197-70CC-906B12DCDAE7}"/>
              </a:ext>
            </a:extLst>
          </p:cNvPr>
          <p:cNvGrpSpPr/>
          <p:nvPr/>
        </p:nvGrpSpPr>
        <p:grpSpPr>
          <a:xfrm>
            <a:off x="10205439" y="3369817"/>
            <a:ext cx="677545" cy="312314"/>
            <a:chOff x="10130793" y="3279791"/>
            <a:chExt cx="696970" cy="383679"/>
          </a:xfrm>
        </p:grpSpPr>
        <p:sp>
          <p:nvSpPr>
            <p:cNvPr id="75" name="四角形: 角を丸くする 74">
              <a:extLst>
                <a:ext uri="{FF2B5EF4-FFF2-40B4-BE49-F238E27FC236}">
                  <a16:creationId xmlns:a16="http://schemas.microsoft.com/office/drawing/2014/main" id="{7374C0C2-0F45-4B52-67BD-C2AD9B33FEAF}"/>
                </a:ext>
              </a:extLst>
            </p:cNvPr>
            <p:cNvSpPr/>
            <p:nvPr/>
          </p:nvSpPr>
          <p:spPr>
            <a:xfrm>
              <a:off x="10130793" y="3298920"/>
              <a:ext cx="696970" cy="364550"/>
            </a:xfrm>
            <a:prstGeom prst="roundRect">
              <a:avLst>
                <a:gd name="adj" fmla="val 6896"/>
              </a:avLst>
            </a:prstGeom>
            <a:solidFill>
              <a:srgbClr val="FFA4F3"/>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latin typeface="原稿用標準書体" panose="03000503000000000000" pitchFamily="66" charset="-128"/>
                <a:ea typeface="原稿用標準書体" panose="03000503000000000000" pitchFamily="66" charset="-128"/>
              </a:endParaRPr>
            </a:p>
          </p:txBody>
        </p:sp>
        <p:sp>
          <p:nvSpPr>
            <p:cNvPr id="94" name="テキスト ボックス 93">
              <a:extLst>
                <a:ext uri="{FF2B5EF4-FFF2-40B4-BE49-F238E27FC236}">
                  <a16:creationId xmlns:a16="http://schemas.microsoft.com/office/drawing/2014/main" id="{CE9C98DB-F481-E50E-3DB6-A3DB7BED1E63}"/>
                </a:ext>
              </a:extLst>
            </p:cNvPr>
            <p:cNvSpPr txBox="1"/>
            <p:nvPr/>
          </p:nvSpPr>
          <p:spPr>
            <a:xfrm>
              <a:off x="10211797" y="3279791"/>
              <a:ext cx="559328" cy="378105"/>
            </a:xfrm>
            <a:prstGeom prst="rect">
              <a:avLst/>
            </a:prstGeom>
            <a:noFill/>
          </p:spPr>
          <p:txBody>
            <a:bodyPr wrap="none" rtlCol="0">
              <a:spAutoFit/>
            </a:bodyPr>
            <a:lstStyle/>
            <a:p>
              <a:r>
                <a:rPr lang="ja-JP" altLang="en-US" sz="1400" dirty="0">
                  <a:solidFill>
                    <a:schemeClr val="tx1">
                      <a:lumMod val="75000"/>
                      <a:lumOff val="25000"/>
                    </a:schemeClr>
                  </a:solidFill>
                  <a:latin typeface="原稿用標準書体" panose="03000503000000000000" pitchFamily="66" charset="-128"/>
                  <a:ea typeface="原稿用標準書体" panose="03000503000000000000" pitchFamily="66" charset="-128"/>
                </a:rPr>
                <a:t>装備</a:t>
              </a:r>
              <a:endParaRPr lang="en-US" altLang="ja-JP" sz="14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96" name="テキスト ボックス 95">
            <a:extLst>
              <a:ext uri="{FF2B5EF4-FFF2-40B4-BE49-F238E27FC236}">
                <a16:creationId xmlns:a16="http://schemas.microsoft.com/office/drawing/2014/main" id="{12A81C39-99D5-E80A-B4BD-6CF6270A558B}"/>
              </a:ext>
            </a:extLst>
          </p:cNvPr>
          <p:cNvSpPr txBox="1"/>
          <p:nvPr/>
        </p:nvSpPr>
        <p:spPr>
          <a:xfrm>
            <a:off x="10031426" y="2681876"/>
            <a:ext cx="697627" cy="246221"/>
          </a:xfrm>
          <a:prstGeom prst="rect">
            <a:avLst/>
          </a:prstGeom>
          <a:noFill/>
        </p:spPr>
        <p:txBody>
          <a:bodyPr wrap="none" rtlCol="0">
            <a:spAutoFit/>
          </a:bodyPr>
          <a:lstStyle/>
          <a:p>
            <a:r>
              <a:rPr lang="ja-JP" altLang="en-US"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スキル名</a:t>
            </a:r>
            <a:endParaRPr lang="en-US" altLang="ja-JP" sz="1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97" name="テキスト ボックス 96">
            <a:extLst>
              <a:ext uri="{FF2B5EF4-FFF2-40B4-BE49-F238E27FC236}">
                <a16:creationId xmlns:a16="http://schemas.microsoft.com/office/drawing/2014/main" id="{40BF3F59-E0F7-49FC-48F4-BA8F2B347E5C}"/>
              </a:ext>
            </a:extLst>
          </p:cNvPr>
          <p:cNvSpPr txBox="1"/>
          <p:nvPr/>
        </p:nvSpPr>
        <p:spPr>
          <a:xfrm>
            <a:off x="10034534" y="2862269"/>
            <a:ext cx="877163" cy="507831"/>
          </a:xfrm>
          <a:prstGeom prst="rect">
            <a:avLst/>
          </a:prstGeom>
          <a:noFill/>
        </p:spPr>
        <p:txBody>
          <a:bodyPr wrap="none" rtlCol="0">
            <a:spAutoFit/>
          </a:bodyPr>
          <a:lstStyle/>
          <a:p>
            <a:r>
              <a:rPr lang="ja-JP" altLang="en-US" sz="900" dirty="0">
                <a:solidFill>
                  <a:schemeClr val="tx1">
                    <a:lumMod val="75000"/>
                    <a:lumOff val="25000"/>
                  </a:schemeClr>
                </a:solidFill>
                <a:latin typeface="原稿用標準書体" panose="03000503000000000000" pitchFamily="66" charset="-128"/>
                <a:ea typeface="原稿用標準書体" panose="03000503000000000000" pitchFamily="66" charset="-128"/>
              </a:rPr>
              <a:t>効果テキスト</a:t>
            </a:r>
            <a:br>
              <a:rPr lang="en-US" altLang="ja-JP" sz="900" dirty="0">
                <a:solidFill>
                  <a:schemeClr val="tx1">
                    <a:lumMod val="75000"/>
                    <a:lumOff val="25000"/>
                  </a:schemeClr>
                </a:solidFill>
                <a:latin typeface="原稿用標準書体" panose="03000503000000000000" pitchFamily="66" charset="-128"/>
                <a:ea typeface="原稿用標準書体" panose="03000503000000000000" pitchFamily="66" charset="-128"/>
              </a:rPr>
            </a:br>
            <a:r>
              <a:rPr lang="ja-JP" altLang="en-US" sz="900" dirty="0">
                <a:solidFill>
                  <a:schemeClr val="tx1">
                    <a:lumMod val="75000"/>
                    <a:lumOff val="25000"/>
                  </a:schemeClr>
                </a:solidFill>
                <a:latin typeface="原稿用標準書体" panose="03000503000000000000" pitchFamily="66" charset="-128"/>
                <a:ea typeface="原稿用標準書体" panose="03000503000000000000" pitchFamily="66" charset="-128"/>
              </a:rPr>
              <a:t>効果テキスト</a:t>
            </a:r>
            <a:endParaRPr lang="en-US" altLang="ja-JP" sz="9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a:p>
            <a:r>
              <a:rPr lang="ja-JP" altLang="en-US" sz="900" dirty="0">
                <a:solidFill>
                  <a:schemeClr val="tx1">
                    <a:lumMod val="75000"/>
                    <a:lumOff val="25000"/>
                  </a:schemeClr>
                </a:solidFill>
                <a:latin typeface="原稿用標準書体" panose="03000503000000000000" pitchFamily="66" charset="-128"/>
                <a:ea typeface="原稿用標準書体" panose="03000503000000000000" pitchFamily="66" charset="-128"/>
              </a:rPr>
              <a:t>効果テキスト</a:t>
            </a:r>
            <a:endParaRPr lang="en-US" altLang="ja-JP" sz="9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102" name="グループ化 101">
            <a:extLst>
              <a:ext uri="{FF2B5EF4-FFF2-40B4-BE49-F238E27FC236}">
                <a16:creationId xmlns:a16="http://schemas.microsoft.com/office/drawing/2014/main" id="{7110F75C-2A9F-C7CF-F5FE-DE64D0E73478}"/>
              </a:ext>
            </a:extLst>
          </p:cNvPr>
          <p:cNvGrpSpPr/>
          <p:nvPr/>
        </p:nvGrpSpPr>
        <p:grpSpPr>
          <a:xfrm>
            <a:off x="10706392" y="2769566"/>
            <a:ext cx="307601" cy="79382"/>
            <a:chOff x="10725054" y="3385387"/>
            <a:chExt cx="569131" cy="146875"/>
          </a:xfrm>
        </p:grpSpPr>
        <p:sp>
          <p:nvSpPr>
            <p:cNvPr id="99" name="楕円 98">
              <a:extLst>
                <a:ext uri="{FF2B5EF4-FFF2-40B4-BE49-F238E27FC236}">
                  <a16:creationId xmlns:a16="http://schemas.microsoft.com/office/drawing/2014/main" id="{77331497-58D6-8FBB-9D7B-B9E452E26D60}"/>
                </a:ext>
              </a:extLst>
            </p:cNvPr>
            <p:cNvSpPr/>
            <p:nvPr/>
          </p:nvSpPr>
          <p:spPr>
            <a:xfrm>
              <a:off x="10725054" y="3385387"/>
              <a:ext cx="157325" cy="146875"/>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100" name="楕円 99">
              <a:extLst>
                <a:ext uri="{FF2B5EF4-FFF2-40B4-BE49-F238E27FC236}">
                  <a16:creationId xmlns:a16="http://schemas.microsoft.com/office/drawing/2014/main" id="{B03861B4-A876-22EE-B98C-B4FEE8413C3A}"/>
                </a:ext>
              </a:extLst>
            </p:cNvPr>
            <p:cNvSpPr/>
            <p:nvPr/>
          </p:nvSpPr>
          <p:spPr>
            <a:xfrm>
              <a:off x="10930957" y="3385387"/>
              <a:ext cx="157325" cy="146875"/>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101" name="楕円 100">
              <a:extLst>
                <a:ext uri="{FF2B5EF4-FFF2-40B4-BE49-F238E27FC236}">
                  <a16:creationId xmlns:a16="http://schemas.microsoft.com/office/drawing/2014/main" id="{EF35FE1B-2BB9-B157-88CE-A0376CD7CEC5}"/>
                </a:ext>
              </a:extLst>
            </p:cNvPr>
            <p:cNvSpPr/>
            <p:nvPr/>
          </p:nvSpPr>
          <p:spPr>
            <a:xfrm>
              <a:off x="11136860" y="3385387"/>
              <a:ext cx="157325" cy="146875"/>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sp>
        <p:nvSpPr>
          <p:cNvPr id="103" name="テキスト ボックス 102">
            <a:extLst>
              <a:ext uri="{FF2B5EF4-FFF2-40B4-BE49-F238E27FC236}">
                <a16:creationId xmlns:a16="http://schemas.microsoft.com/office/drawing/2014/main" id="{A56DE1B0-BA97-FDE9-629F-815ADEA2AF8C}"/>
              </a:ext>
            </a:extLst>
          </p:cNvPr>
          <p:cNvSpPr txBox="1"/>
          <p:nvPr/>
        </p:nvSpPr>
        <p:spPr>
          <a:xfrm>
            <a:off x="8880746" y="4657506"/>
            <a:ext cx="1657826" cy="246221"/>
          </a:xfrm>
          <a:prstGeom prst="rect">
            <a:avLst/>
          </a:prstGeom>
          <a:noFill/>
        </p:spPr>
        <p:txBody>
          <a:bodyPr wrap="none" rtlCol="0">
            <a:spAutoFit/>
          </a:bodyPr>
          <a:lstStyle/>
          <a:p>
            <a:r>
              <a:rPr lang="ja-JP" altLang="en-US"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敵</a:t>
            </a:r>
            <a:r>
              <a:rPr lang="en-US" altLang="ja-JP"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1</a:t>
            </a:r>
            <a:r>
              <a:rPr lang="ja-JP" altLang="en-US"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体に</a:t>
            </a:r>
            <a:r>
              <a:rPr lang="en-US" altLang="ja-JP"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ATK×80</a:t>
            </a:r>
            <a:r>
              <a:rPr lang="ja-JP" altLang="en-US"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％の攻撃</a:t>
            </a:r>
            <a:endParaRPr lang="en-US" altLang="ja-JP" sz="1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pic>
        <p:nvPicPr>
          <p:cNvPr id="39" name="図 38">
            <a:extLst>
              <a:ext uri="{FF2B5EF4-FFF2-40B4-BE49-F238E27FC236}">
                <a16:creationId xmlns:a16="http://schemas.microsoft.com/office/drawing/2014/main" id="{635F915A-9BDB-EA60-F3B0-EA775D5C179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992219" y="1933050"/>
            <a:ext cx="1387192" cy="1958200"/>
          </a:xfrm>
          <a:prstGeom prst="rect">
            <a:avLst/>
          </a:prstGeom>
        </p:spPr>
      </p:pic>
      <p:grpSp>
        <p:nvGrpSpPr>
          <p:cNvPr id="118" name="グループ化 117">
            <a:extLst>
              <a:ext uri="{FF2B5EF4-FFF2-40B4-BE49-F238E27FC236}">
                <a16:creationId xmlns:a16="http://schemas.microsoft.com/office/drawing/2014/main" id="{BCF166A6-484B-BCC5-9B6F-D28EB5226474}"/>
              </a:ext>
            </a:extLst>
          </p:cNvPr>
          <p:cNvGrpSpPr/>
          <p:nvPr/>
        </p:nvGrpSpPr>
        <p:grpSpPr>
          <a:xfrm>
            <a:off x="7039550" y="1408045"/>
            <a:ext cx="1321756" cy="407528"/>
            <a:chOff x="6961435" y="1453494"/>
            <a:chExt cx="1321756" cy="407528"/>
          </a:xfrm>
        </p:grpSpPr>
        <p:grpSp>
          <p:nvGrpSpPr>
            <p:cNvPr id="117" name="グループ化 116">
              <a:extLst>
                <a:ext uri="{FF2B5EF4-FFF2-40B4-BE49-F238E27FC236}">
                  <a16:creationId xmlns:a16="http://schemas.microsoft.com/office/drawing/2014/main" id="{ACF9F014-B24C-56A6-0A4B-A37DBB114BD0}"/>
                </a:ext>
              </a:extLst>
            </p:cNvPr>
            <p:cNvGrpSpPr/>
            <p:nvPr/>
          </p:nvGrpSpPr>
          <p:grpSpPr>
            <a:xfrm>
              <a:off x="6961435" y="1453494"/>
              <a:ext cx="1321756" cy="407528"/>
              <a:chOff x="6931430" y="1379411"/>
              <a:chExt cx="1988006" cy="612948"/>
            </a:xfrm>
          </p:grpSpPr>
          <p:sp>
            <p:nvSpPr>
              <p:cNvPr id="112" name="四角形: 角を丸くする 111">
                <a:extLst>
                  <a:ext uri="{FF2B5EF4-FFF2-40B4-BE49-F238E27FC236}">
                    <a16:creationId xmlns:a16="http://schemas.microsoft.com/office/drawing/2014/main" id="{5F1876BF-1077-D095-E742-C108FB14FD34}"/>
                  </a:ext>
                </a:extLst>
              </p:cNvPr>
              <p:cNvSpPr/>
              <p:nvPr/>
            </p:nvSpPr>
            <p:spPr>
              <a:xfrm>
                <a:off x="6931430" y="1379411"/>
                <a:ext cx="1988006" cy="612948"/>
              </a:xfrm>
              <a:prstGeom prst="roundRect">
                <a:avLst>
                  <a:gd name="adj" fmla="val 9765"/>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16" name="二等辺三角形 115">
                <a:extLst>
                  <a:ext uri="{FF2B5EF4-FFF2-40B4-BE49-F238E27FC236}">
                    <a16:creationId xmlns:a16="http://schemas.microsoft.com/office/drawing/2014/main" id="{8144188B-507F-02FC-019C-68F94E1D39E4}"/>
                  </a:ext>
                </a:extLst>
              </p:cNvPr>
              <p:cNvSpPr/>
              <p:nvPr/>
            </p:nvSpPr>
            <p:spPr>
              <a:xfrm rot="16200000" flipH="1">
                <a:off x="7132754" y="1513146"/>
                <a:ext cx="400753" cy="345478"/>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14" name="テキスト ボックス 113">
              <a:extLst>
                <a:ext uri="{FF2B5EF4-FFF2-40B4-BE49-F238E27FC236}">
                  <a16:creationId xmlns:a16="http://schemas.microsoft.com/office/drawing/2014/main" id="{3045C4D0-F2D0-E9E8-6846-1B99F06364EB}"/>
                </a:ext>
              </a:extLst>
            </p:cNvPr>
            <p:cNvSpPr txBox="1"/>
            <p:nvPr/>
          </p:nvSpPr>
          <p:spPr>
            <a:xfrm>
              <a:off x="7434618" y="1487981"/>
              <a:ext cx="800219" cy="338554"/>
            </a:xfrm>
            <a:prstGeom prst="rect">
              <a:avLst/>
            </a:prstGeom>
            <a:noFill/>
          </p:spPr>
          <p:txBody>
            <a:bodyPr wrap="none" rtlCol="0">
              <a:spAutoFit/>
            </a:bodyPr>
            <a:lstStyle/>
            <a:p>
              <a:r>
                <a:rPr kumimoji="1" lang="ja-JP" altLang="en-US" sz="16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一覧へ</a:t>
              </a:r>
              <a:endParaRPr kumimoji="1" lang="ja-JP" altLang="en-US" sz="1600"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19" name="グループ化 118">
            <a:extLst>
              <a:ext uri="{FF2B5EF4-FFF2-40B4-BE49-F238E27FC236}">
                <a16:creationId xmlns:a16="http://schemas.microsoft.com/office/drawing/2014/main" id="{75300636-BE40-F291-2455-12611F853B33}"/>
              </a:ext>
            </a:extLst>
          </p:cNvPr>
          <p:cNvGrpSpPr/>
          <p:nvPr/>
        </p:nvGrpSpPr>
        <p:grpSpPr>
          <a:xfrm>
            <a:off x="9972935" y="1427012"/>
            <a:ext cx="1139403" cy="407528"/>
            <a:chOff x="6961435" y="1453494"/>
            <a:chExt cx="1321756" cy="407528"/>
          </a:xfrm>
        </p:grpSpPr>
        <p:sp>
          <p:nvSpPr>
            <p:cNvPr id="122" name="四角形: 角を丸くする 121">
              <a:extLst>
                <a:ext uri="{FF2B5EF4-FFF2-40B4-BE49-F238E27FC236}">
                  <a16:creationId xmlns:a16="http://schemas.microsoft.com/office/drawing/2014/main" id="{C81292D0-C91D-58D5-7449-C6DC1B3460E0}"/>
                </a:ext>
              </a:extLst>
            </p:cNvPr>
            <p:cNvSpPr/>
            <p:nvPr/>
          </p:nvSpPr>
          <p:spPr>
            <a:xfrm>
              <a:off x="6961435" y="1453494"/>
              <a:ext cx="1321756" cy="407528"/>
            </a:xfrm>
            <a:prstGeom prst="roundRect">
              <a:avLst>
                <a:gd name="adj" fmla="val 9765"/>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21" name="テキスト ボックス 120">
              <a:extLst>
                <a:ext uri="{FF2B5EF4-FFF2-40B4-BE49-F238E27FC236}">
                  <a16:creationId xmlns:a16="http://schemas.microsoft.com/office/drawing/2014/main" id="{399FA3E8-D41F-6C96-490D-A2E2D5D8D745}"/>
                </a:ext>
              </a:extLst>
            </p:cNvPr>
            <p:cNvSpPr txBox="1"/>
            <p:nvPr/>
          </p:nvSpPr>
          <p:spPr>
            <a:xfrm>
              <a:off x="7222204" y="1487981"/>
              <a:ext cx="800219" cy="338554"/>
            </a:xfrm>
            <a:prstGeom prst="rect">
              <a:avLst/>
            </a:prstGeom>
            <a:noFill/>
          </p:spPr>
          <p:txBody>
            <a:bodyPr wrap="none" rtlCol="0">
              <a:spAutoFit/>
            </a:bodyPr>
            <a:lstStyle/>
            <a:p>
              <a:r>
                <a:rPr kumimoji="1" lang="en-US" altLang="ja-JP" sz="16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Lv</a:t>
              </a:r>
              <a:r>
                <a:rPr lang="en-US" altLang="ja-JP" sz="16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.00</a:t>
              </a:r>
              <a:r>
                <a:rPr lang="en-US" altLang="ja-JP" sz="1600"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0</a:t>
              </a:r>
              <a:endParaRPr kumimoji="1" lang="en-US" altLang="ja-JP" sz="16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125" name="四角形: 角を丸くする 124">
            <a:extLst>
              <a:ext uri="{FF2B5EF4-FFF2-40B4-BE49-F238E27FC236}">
                <a16:creationId xmlns:a16="http://schemas.microsoft.com/office/drawing/2014/main" id="{31135C23-38B1-0C9F-56CE-63FDB9458518}"/>
              </a:ext>
            </a:extLst>
          </p:cNvPr>
          <p:cNvSpPr/>
          <p:nvPr/>
        </p:nvSpPr>
        <p:spPr>
          <a:xfrm>
            <a:off x="4858432" y="4321980"/>
            <a:ext cx="1233805" cy="1230022"/>
          </a:xfrm>
          <a:prstGeom prst="roundRect">
            <a:avLst>
              <a:gd name="adj" fmla="val 6896"/>
            </a:avLst>
          </a:prstGeom>
          <a:solidFill>
            <a:srgbClr val="FF00FF">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6" name="テキスト ボックス 15">
            <a:extLst>
              <a:ext uri="{FF2B5EF4-FFF2-40B4-BE49-F238E27FC236}">
                <a16:creationId xmlns:a16="http://schemas.microsoft.com/office/drawing/2014/main" id="{7C5AE944-76AC-B43E-4D4C-A94B85022DBD}"/>
              </a:ext>
            </a:extLst>
          </p:cNvPr>
          <p:cNvSpPr txBox="1"/>
          <p:nvPr/>
        </p:nvSpPr>
        <p:spPr>
          <a:xfrm>
            <a:off x="5131266"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18" name="テキスト ボックス 17">
            <a:extLst>
              <a:ext uri="{FF2B5EF4-FFF2-40B4-BE49-F238E27FC236}">
                <a16:creationId xmlns:a16="http://schemas.microsoft.com/office/drawing/2014/main" id="{98B4A54B-268D-2A7F-5CFB-8ACFEBFFD577}"/>
              </a:ext>
            </a:extLst>
          </p:cNvPr>
          <p:cNvSpPr txBox="1"/>
          <p:nvPr/>
        </p:nvSpPr>
        <p:spPr>
          <a:xfrm>
            <a:off x="4963874" y="4764316"/>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pic>
        <p:nvPicPr>
          <p:cNvPr id="38" name="図 37">
            <a:extLst>
              <a:ext uri="{FF2B5EF4-FFF2-40B4-BE49-F238E27FC236}">
                <a16:creationId xmlns:a16="http://schemas.microsoft.com/office/drawing/2014/main" id="{23244A2F-DE19-8FF8-B6DF-3AB87AC00758}"/>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4730182" y="4385622"/>
            <a:ext cx="1492458" cy="1119343"/>
          </a:xfrm>
          <a:prstGeom prst="rect">
            <a:avLst/>
          </a:prstGeom>
        </p:spPr>
      </p:pic>
      <p:grpSp>
        <p:nvGrpSpPr>
          <p:cNvPr id="7" name="グループ化 6">
            <a:extLst>
              <a:ext uri="{FF2B5EF4-FFF2-40B4-BE49-F238E27FC236}">
                <a16:creationId xmlns:a16="http://schemas.microsoft.com/office/drawing/2014/main" id="{0BA8AEAE-B5D0-42FE-0309-730F96D6ABC4}"/>
              </a:ext>
            </a:extLst>
          </p:cNvPr>
          <p:cNvGrpSpPr/>
          <p:nvPr/>
        </p:nvGrpSpPr>
        <p:grpSpPr>
          <a:xfrm>
            <a:off x="6847854" y="5498744"/>
            <a:ext cx="4556517" cy="732910"/>
            <a:chOff x="6847854" y="5498744"/>
            <a:chExt cx="4556517" cy="732910"/>
          </a:xfrm>
        </p:grpSpPr>
        <p:sp>
          <p:nvSpPr>
            <p:cNvPr id="17" name="矢印: 五方向 16">
              <a:extLst>
                <a:ext uri="{FF2B5EF4-FFF2-40B4-BE49-F238E27FC236}">
                  <a16:creationId xmlns:a16="http://schemas.microsoft.com/office/drawing/2014/main" id="{70BABE1D-7349-AA21-F508-EF30F9E4F790}"/>
                </a:ext>
              </a:extLst>
            </p:cNvPr>
            <p:cNvSpPr/>
            <p:nvPr/>
          </p:nvSpPr>
          <p:spPr>
            <a:xfrm>
              <a:off x="9327302" y="5507053"/>
              <a:ext cx="2077069" cy="710476"/>
            </a:xfrm>
            <a:prstGeom prst="homePlate">
              <a:avLst/>
            </a:prstGeom>
            <a:solidFill>
              <a:srgbClr val="FF00FF">
                <a:alpha val="6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latin typeface="原稿用標準書体" panose="03000503000000000000" pitchFamily="66" charset="-128"/>
                <a:ea typeface="原稿用標準書体" panose="03000503000000000000" pitchFamily="66" charset="-128"/>
              </a:endParaRPr>
            </a:p>
          </p:txBody>
        </p:sp>
        <p:sp>
          <p:nvSpPr>
            <p:cNvPr id="26" name="矢印: 五方向 25">
              <a:extLst>
                <a:ext uri="{FF2B5EF4-FFF2-40B4-BE49-F238E27FC236}">
                  <a16:creationId xmlns:a16="http://schemas.microsoft.com/office/drawing/2014/main" id="{1E29F643-698E-BFA8-056C-F8E5F5405278}"/>
                </a:ext>
              </a:extLst>
            </p:cNvPr>
            <p:cNvSpPr/>
            <p:nvPr/>
          </p:nvSpPr>
          <p:spPr>
            <a:xfrm flipH="1">
              <a:off x="6847854" y="5507053"/>
              <a:ext cx="2077070" cy="710476"/>
            </a:xfrm>
            <a:prstGeom prst="homePlate">
              <a:avLst/>
            </a:prstGeom>
            <a:solidFill>
              <a:schemeClr val="tx1">
                <a:lumMod val="95000"/>
                <a:lumOff val="5000"/>
                <a:alpha val="6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latin typeface="原稿用標準書体" panose="03000503000000000000" pitchFamily="66" charset="-128"/>
                <a:ea typeface="原稿用標準書体" panose="03000503000000000000" pitchFamily="66" charset="-128"/>
              </a:endParaRPr>
            </a:p>
          </p:txBody>
        </p:sp>
        <p:grpSp>
          <p:nvGrpSpPr>
            <p:cNvPr id="40" name="グループ化 39">
              <a:extLst>
                <a:ext uri="{FF2B5EF4-FFF2-40B4-BE49-F238E27FC236}">
                  <a16:creationId xmlns:a16="http://schemas.microsoft.com/office/drawing/2014/main" id="{CFD39DC3-1CA9-6A3E-444D-A7F70BB8EA64}"/>
                </a:ext>
              </a:extLst>
            </p:cNvPr>
            <p:cNvGrpSpPr/>
            <p:nvPr/>
          </p:nvGrpSpPr>
          <p:grpSpPr>
            <a:xfrm>
              <a:off x="6901145" y="5498744"/>
              <a:ext cx="1645326" cy="732910"/>
              <a:chOff x="163586" y="134635"/>
              <a:chExt cx="3134182" cy="1396119"/>
            </a:xfrm>
          </p:grpSpPr>
          <p:sp>
            <p:nvSpPr>
              <p:cNvPr id="76" name="テキスト ボックス 75">
                <a:extLst>
                  <a:ext uri="{FF2B5EF4-FFF2-40B4-BE49-F238E27FC236}">
                    <a16:creationId xmlns:a16="http://schemas.microsoft.com/office/drawing/2014/main" id="{52C522E0-6517-642C-9DB5-EFCFE8F81748}"/>
                  </a:ext>
                </a:extLst>
              </p:cNvPr>
              <p:cNvSpPr txBox="1"/>
              <p:nvPr/>
            </p:nvSpPr>
            <p:spPr>
              <a:xfrm>
                <a:off x="2066572" y="480925"/>
                <a:ext cx="1231196" cy="703540"/>
              </a:xfrm>
              <a:prstGeom prst="rect">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戻る</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111" name="グループ化 110">
                <a:extLst>
                  <a:ext uri="{FF2B5EF4-FFF2-40B4-BE49-F238E27FC236}">
                    <a16:creationId xmlns:a16="http://schemas.microsoft.com/office/drawing/2014/main" id="{38CD5572-5BC5-8C46-2730-900912F7B1BD}"/>
                  </a:ext>
                </a:extLst>
              </p:cNvPr>
              <p:cNvGrpSpPr/>
              <p:nvPr/>
            </p:nvGrpSpPr>
            <p:grpSpPr>
              <a:xfrm>
                <a:off x="163586" y="134635"/>
                <a:ext cx="1975684" cy="1396119"/>
                <a:chOff x="163586" y="134635"/>
                <a:chExt cx="1975684" cy="1396119"/>
              </a:xfrm>
            </p:grpSpPr>
            <p:grpSp>
              <p:nvGrpSpPr>
                <p:cNvPr id="113" name="グループ化 112">
                  <a:extLst>
                    <a:ext uri="{FF2B5EF4-FFF2-40B4-BE49-F238E27FC236}">
                      <a16:creationId xmlns:a16="http://schemas.microsoft.com/office/drawing/2014/main" id="{A2A2FC93-649C-EB26-C17B-AA4B3C5361EB}"/>
                    </a:ext>
                  </a:extLst>
                </p:cNvPr>
                <p:cNvGrpSpPr/>
                <p:nvPr/>
              </p:nvGrpSpPr>
              <p:grpSpPr>
                <a:xfrm>
                  <a:off x="163586" y="134635"/>
                  <a:ext cx="1975684" cy="1396119"/>
                  <a:chOff x="163586" y="134635"/>
                  <a:chExt cx="1975684" cy="1396119"/>
                </a:xfrm>
              </p:grpSpPr>
              <p:pic>
                <p:nvPicPr>
                  <p:cNvPr id="120" name="図 119">
                    <a:extLst>
                      <a:ext uri="{FF2B5EF4-FFF2-40B4-BE49-F238E27FC236}">
                        <a16:creationId xmlns:a16="http://schemas.microsoft.com/office/drawing/2014/main" id="{72BC5391-6695-6D39-6DB3-B0E4DC737BFC}"/>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123" name="楕円 122">
                    <a:extLst>
                      <a:ext uri="{FF2B5EF4-FFF2-40B4-BE49-F238E27FC236}">
                        <a16:creationId xmlns:a16="http://schemas.microsoft.com/office/drawing/2014/main" id="{523BA69B-0D56-7779-F36A-7CA1870F60E2}"/>
                      </a:ext>
                    </a:extLst>
                  </p:cNvPr>
                  <p:cNvSpPr/>
                  <p:nvPr/>
                </p:nvSpPr>
                <p:spPr>
                  <a:xfrm>
                    <a:off x="836705" y="560292"/>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115" name="図 114">
                  <a:extLst>
                    <a:ext uri="{FF2B5EF4-FFF2-40B4-BE49-F238E27FC236}">
                      <a16:creationId xmlns:a16="http://schemas.microsoft.com/office/drawing/2014/main" id="{6959DC38-D4B3-54D6-9E93-9CC69056CBCF}"/>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sp>
          <p:nvSpPr>
            <p:cNvPr id="42" name="テキスト ボックス 41">
              <a:extLst>
                <a:ext uri="{FF2B5EF4-FFF2-40B4-BE49-F238E27FC236}">
                  <a16:creationId xmlns:a16="http://schemas.microsoft.com/office/drawing/2014/main" id="{1F3EFFC7-CCFB-9E41-0D76-973B78313EB7}"/>
                </a:ext>
              </a:extLst>
            </p:cNvPr>
            <p:cNvSpPr txBox="1"/>
            <p:nvPr/>
          </p:nvSpPr>
          <p:spPr>
            <a:xfrm>
              <a:off x="9503466" y="5680533"/>
              <a:ext cx="1338828" cy="369332"/>
            </a:xfrm>
            <a:prstGeom prst="rect">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ゲート進入</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9" name="二等辺三角形 58">
              <a:extLst>
                <a:ext uri="{FF2B5EF4-FFF2-40B4-BE49-F238E27FC236}">
                  <a16:creationId xmlns:a16="http://schemas.microsoft.com/office/drawing/2014/main" id="{D65C7072-403A-72D1-1D7D-20EF80D56E55}"/>
                </a:ext>
              </a:extLst>
            </p:cNvPr>
            <p:cNvSpPr/>
            <p:nvPr/>
          </p:nvSpPr>
          <p:spPr>
            <a:xfrm rot="5400000">
              <a:off x="10948049" y="5733145"/>
              <a:ext cx="299620" cy="258293"/>
            </a:xfrm>
            <a:prstGeom prst="triangl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Tree>
    <p:extLst>
      <p:ext uri="{BB962C8B-B14F-4D97-AF65-F5344CB8AC3E}">
        <p14:creationId xmlns:p14="http://schemas.microsoft.com/office/powerpoint/2010/main" val="799615182"/>
      </p:ext>
    </p:extLst>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FE6122-2792-EFBC-2DA5-9AAFE472E44D}"/>
            </a:ext>
          </a:extLst>
        </p:cNvPr>
        <p:cNvGrpSpPr/>
        <p:nvPr/>
      </p:nvGrpSpPr>
      <p:grpSpPr>
        <a:xfrm>
          <a:off x="0" y="0"/>
          <a:ext cx="0" cy="0"/>
          <a:chOff x="0" y="0"/>
          <a:chExt cx="0" cy="0"/>
        </a:xfrm>
      </p:grpSpPr>
      <p:sp>
        <p:nvSpPr>
          <p:cNvPr id="6" name="四角形: 角を丸くする 5">
            <a:extLst>
              <a:ext uri="{FF2B5EF4-FFF2-40B4-BE49-F238E27FC236}">
                <a16:creationId xmlns:a16="http://schemas.microsoft.com/office/drawing/2014/main" id="{A2302DEC-B8C1-C030-6762-84A7D8EA268B}"/>
              </a:ext>
            </a:extLst>
          </p:cNvPr>
          <p:cNvSpPr/>
          <p:nvPr/>
        </p:nvSpPr>
        <p:spPr>
          <a:xfrm>
            <a:off x="6645728" y="445192"/>
            <a:ext cx="4960773" cy="5950564"/>
          </a:xfrm>
          <a:prstGeom prst="roundRect">
            <a:avLst>
              <a:gd name="adj" fmla="val 2570"/>
            </a:avLst>
          </a:prstGeom>
          <a:solidFill>
            <a:schemeClr val="tx1">
              <a:lumMod val="50000"/>
              <a:lumOff val="5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 name="四角形: 角を丸くする 2">
            <a:extLst>
              <a:ext uri="{FF2B5EF4-FFF2-40B4-BE49-F238E27FC236}">
                <a16:creationId xmlns:a16="http://schemas.microsoft.com/office/drawing/2014/main" id="{2E0F86DC-35F9-CCD1-2F4A-294912E6DC80}"/>
              </a:ext>
            </a:extLst>
          </p:cNvPr>
          <p:cNvSpPr/>
          <p:nvPr/>
        </p:nvSpPr>
        <p:spPr>
          <a:xfrm>
            <a:off x="6820469" y="619037"/>
            <a:ext cx="1422938" cy="1458109"/>
          </a:xfrm>
          <a:prstGeom prst="roundRect">
            <a:avLst>
              <a:gd name="adj" fmla="val 4721"/>
            </a:avLst>
          </a:prstGeom>
          <a:solidFill>
            <a:schemeClr val="bg1">
              <a:lumMod val="6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9" name="四角形: 角を丸くする 48">
            <a:extLst>
              <a:ext uri="{FF2B5EF4-FFF2-40B4-BE49-F238E27FC236}">
                <a16:creationId xmlns:a16="http://schemas.microsoft.com/office/drawing/2014/main" id="{FCC00EAF-B39C-73D8-C58E-5648BF63C8EB}"/>
              </a:ext>
            </a:extLst>
          </p:cNvPr>
          <p:cNvSpPr/>
          <p:nvPr/>
        </p:nvSpPr>
        <p:spPr>
          <a:xfrm>
            <a:off x="8413385" y="619038"/>
            <a:ext cx="1422938" cy="1458109"/>
          </a:xfrm>
          <a:prstGeom prst="roundRect">
            <a:avLst>
              <a:gd name="adj" fmla="val 4721"/>
            </a:avLst>
          </a:prstGeom>
          <a:solidFill>
            <a:schemeClr val="bg1">
              <a:lumMod val="6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7" name="フリーフォーム: 図形 16">
            <a:extLst>
              <a:ext uri="{FF2B5EF4-FFF2-40B4-BE49-F238E27FC236}">
                <a16:creationId xmlns:a16="http://schemas.microsoft.com/office/drawing/2014/main" id="{59D4F009-5BAA-2CF6-5EE7-9EEEDD0B658D}"/>
              </a:ext>
            </a:extLst>
          </p:cNvPr>
          <p:cNvSpPr/>
          <p:nvPr/>
        </p:nvSpPr>
        <p:spPr>
          <a:xfrm>
            <a:off x="6812548" y="619038"/>
            <a:ext cx="4623974" cy="4732653"/>
          </a:xfrm>
          <a:custGeom>
            <a:avLst/>
            <a:gdLst>
              <a:gd name="csX0" fmla="*/ 3268213 w 4623974"/>
              <a:gd name="csY0" fmla="*/ 0 h 4732653"/>
              <a:gd name="csX1" fmla="*/ 4556797 w 4623974"/>
              <a:gd name="csY1" fmla="*/ 0 h 4732653"/>
              <a:gd name="csX2" fmla="*/ 4623974 w 4623974"/>
              <a:gd name="csY2" fmla="*/ 67177 h 4732653"/>
              <a:gd name="csX3" fmla="*/ 4623974 w 4623974"/>
              <a:gd name="csY3" fmla="*/ 1390932 h 4732653"/>
              <a:gd name="csX4" fmla="*/ 4623973 w 4623974"/>
              <a:gd name="csY4" fmla="*/ 1390937 h 4732653"/>
              <a:gd name="csX5" fmla="*/ 4623973 w 4623974"/>
              <a:gd name="csY5" fmla="*/ 4533824 h 4732653"/>
              <a:gd name="csX6" fmla="*/ 4425144 w 4623974"/>
              <a:gd name="csY6" fmla="*/ 4732653 h 4732653"/>
              <a:gd name="csX7" fmla="*/ 198829 w 4623974"/>
              <a:gd name="csY7" fmla="*/ 4732653 h 4732653"/>
              <a:gd name="csX8" fmla="*/ 0 w 4623974"/>
              <a:gd name="csY8" fmla="*/ 4533824 h 4732653"/>
              <a:gd name="csX9" fmla="*/ 0 w 4623974"/>
              <a:gd name="csY9" fmla="*/ 719903 h 4732653"/>
              <a:gd name="csX10" fmla="*/ 198829 w 4623974"/>
              <a:gd name="csY10" fmla="*/ 521074 h 4732653"/>
              <a:gd name="csX11" fmla="*/ 3201036 w 4623974"/>
              <a:gd name="csY11" fmla="*/ 521074 h 4732653"/>
              <a:gd name="csX12" fmla="*/ 3201036 w 4623974"/>
              <a:gd name="csY12" fmla="*/ 67177 h 4732653"/>
              <a:gd name="csX13" fmla="*/ 3268213 w 4623974"/>
              <a:gd name="csY13" fmla="*/ 0 h 473265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4623974" h="4732653">
                <a:moveTo>
                  <a:pt x="3268213" y="0"/>
                </a:moveTo>
                <a:lnTo>
                  <a:pt x="4556797" y="0"/>
                </a:lnTo>
                <a:cubicBezTo>
                  <a:pt x="4593898" y="0"/>
                  <a:pt x="4623974" y="30076"/>
                  <a:pt x="4623974" y="67177"/>
                </a:cubicBezTo>
                <a:lnTo>
                  <a:pt x="4623974" y="1390932"/>
                </a:lnTo>
                <a:lnTo>
                  <a:pt x="4623973" y="1390937"/>
                </a:lnTo>
                <a:lnTo>
                  <a:pt x="4623973" y="4533824"/>
                </a:lnTo>
                <a:cubicBezTo>
                  <a:pt x="4623973" y="4643634"/>
                  <a:pt x="4534954" y="4732653"/>
                  <a:pt x="4425144" y="4732653"/>
                </a:cubicBezTo>
                <a:lnTo>
                  <a:pt x="198829" y="4732653"/>
                </a:lnTo>
                <a:cubicBezTo>
                  <a:pt x="89019" y="4732653"/>
                  <a:pt x="0" y="4643634"/>
                  <a:pt x="0" y="4533824"/>
                </a:cubicBezTo>
                <a:lnTo>
                  <a:pt x="0" y="719903"/>
                </a:lnTo>
                <a:cubicBezTo>
                  <a:pt x="0" y="610093"/>
                  <a:pt x="89019" y="521074"/>
                  <a:pt x="198829" y="521074"/>
                </a:cubicBezTo>
                <a:lnTo>
                  <a:pt x="3201036" y="521074"/>
                </a:lnTo>
                <a:lnTo>
                  <a:pt x="3201036" y="67177"/>
                </a:lnTo>
                <a:cubicBezTo>
                  <a:pt x="3201036" y="30076"/>
                  <a:pt x="3231112" y="0"/>
                  <a:pt x="3268213" y="0"/>
                </a:cubicBezTo>
                <a:close/>
              </a:path>
            </a:pathLst>
          </a:custGeom>
          <a:solidFill>
            <a:schemeClr val="bg1">
              <a:lumMod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4" name="四角形: 角を丸くする 103">
            <a:extLst>
              <a:ext uri="{FF2B5EF4-FFF2-40B4-BE49-F238E27FC236}">
                <a16:creationId xmlns:a16="http://schemas.microsoft.com/office/drawing/2014/main" id="{9567EE4F-50DD-E791-C18D-5DE55057FC1E}"/>
              </a:ext>
            </a:extLst>
          </p:cNvPr>
          <p:cNvSpPr/>
          <p:nvPr/>
        </p:nvSpPr>
        <p:spPr>
          <a:xfrm>
            <a:off x="7078828" y="1420723"/>
            <a:ext cx="3995040" cy="1458109"/>
          </a:xfrm>
          <a:prstGeom prst="roundRect">
            <a:avLst>
              <a:gd name="adj" fmla="val 4721"/>
            </a:avLst>
          </a:prstGeom>
          <a:solidFill>
            <a:schemeClr val="accent6">
              <a:lumMod val="60000"/>
              <a:lumOff val="4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 name="四角形: 角を丸くする 8">
            <a:extLst>
              <a:ext uri="{FF2B5EF4-FFF2-40B4-BE49-F238E27FC236}">
                <a16:creationId xmlns:a16="http://schemas.microsoft.com/office/drawing/2014/main" id="{23B3D02C-22BC-A862-0A56-B9D81BDC202B}"/>
              </a:ext>
            </a:extLst>
          </p:cNvPr>
          <p:cNvSpPr/>
          <p:nvPr/>
        </p:nvSpPr>
        <p:spPr>
          <a:xfrm>
            <a:off x="585498" y="445192"/>
            <a:ext cx="5710332" cy="5967615"/>
          </a:xfrm>
          <a:prstGeom prst="roundRect">
            <a:avLst>
              <a:gd name="adj" fmla="val 2174"/>
            </a:avLst>
          </a:prstGeom>
          <a:solidFill>
            <a:schemeClr val="accent6">
              <a:lumMod val="40000"/>
              <a:lumOff val="6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 name="テキスト ボックス 4">
            <a:extLst>
              <a:ext uri="{FF2B5EF4-FFF2-40B4-BE49-F238E27FC236}">
                <a16:creationId xmlns:a16="http://schemas.microsoft.com/office/drawing/2014/main" id="{12951128-E9A6-65D9-46F3-4D229573BF9C}"/>
              </a:ext>
            </a:extLst>
          </p:cNvPr>
          <p:cNvSpPr txBox="1"/>
          <p:nvPr/>
        </p:nvSpPr>
        <p:spPr>
          <a:xfrm>
            <a:off x="820249" y="529494"/>
            <a:ext cx="4685898" cy="646331"/>
          </a:xfrm>
          <a:prstGeom prst="rect">
            <a:avLst/>
          </a:prstGeom>
          <a:noFill/>
        </p:spPr>
        <p:txBody>
          <a:bodyPr wrap="none" rtlCol="0">
            <a:spAutoFit/>
          </a:bodyPr>
          <a:lstStyle/>
          <a:p>
            <a:r>
              <a:rPr lang="ja-JP" altLang="en-US" sz="3600" dirty="0">
                <a:solidFill>
                  <a:schemeClr val="tx1">
                    <a:lumMod val="75000"/>
                    <a:lumOff val="25000"/>
                  </a:schemeClr>
                </a:solidFill>
                <a:latin typeface="原稿用標準書体" panose="03000503000000000000" pitchFamily="66" charset="-128"/>
                <a:ea typeface="原稿用標準書体" panose="03000503000000000000" pitchFamily="66" charset="-128"/>
              </a:rPr>
              <a:t>前衛</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ATK+20%</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、注目度</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+4</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、回避率</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-20%</a:t>
            </a:r>
            <a:endParaRPr kumimoji="1" lang="ja-JP" altLang="en-US" sz="3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16" name="グループ化 15">
            <a:extLst>
              <a:ext uri="{FF2B5EF4-FFF2-40B4-BE49-F238E27FC236}">
                <a16:creationId xmlns:a16="http://schemas.microsoft.com/office/drawing/2014/main" id="{7D9DE3F2-0A3B-2B01-7D9D-29FF59939157}"/>
              </a:ext>
            </a:extLst>
          </p:cNvPr>
          <p:cNvGrpSpPr/>
          <p:nvPr/>
        </p:nvGrpSpPr>
        <p:grpSpPr>
          <a:xfrm>
            <a:off x="789688" y="1318039"/>
            <a:ext cx="5301952" cy="1230022"/>
            <a:chOff x="922576" y="2450171"/>
            <a:chExt cx="5301952" cy="1309138"/>
          </a:xfrm>
          <a:solidFill>
            <a:schemeClr val="tx1">
              <a:lumMod val="75000"/>
              <a:lumOff val="25000"/>
              <a:alpha val="85000"/>
            </a:schemeClr>
          </a:solidFill>
        </p:grpSpPr>
        <p:sp>
          <p:nvSpPr>
            <p:cNvPr id="12" name="四角形: 角を丸くする 11">
              <a:extLst>
                <a:ext uri="{FF2B5EF4-FFF2-40B4-BE49-F238E27FC236}">
                  <a16:creationId xmlns:a16="http://schemas.microsoft.com/office/drawing/2014/main" id="{D5010FEC-9135-C048-F036-13B7D42EF9CE}"/>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3" name="四角形: 角を丸くする 12">
              <a:extLst>
                <a:ext uri="{FF2B5EF4-FFF2-40B4-BE49-F238E27FC236}">
                  <a16:creationId xmlns:a16="http://schemas.microsoft.com/office/drawing/2014/main" id="{C0243011-4AEF-94FB-9FE1-350B9AB8A388}"/>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4" name="四角形: 角を丸くする 13">
              <a:extLst>
                <a:ext uri="{FF2B5EF4-FFF2-40B4-BE49-F238E27FC236}">
                  <a16:creationId xmlns:a16="http://schemas.microsoft.com/office/drawing/2014/main" id="{C99D677A-248E-610D-4E7D-193E8EABFA43}"/>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5" name="四角形: 角を丸くする 14">
              <a:extLst>
                <a:ext uri="{FF2B5EF4-FFF2-40B4-BE49-F238E27FC236}">
                  <a16:creationId xmlns:a16="http://schemas.microsoft.com/office/drawing/2014/main" id="{058F5997-71A9-E145-52E8-C5AAC4220EB6}"/>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11" name="テキスト ボックス 10">
            <a:extLst>
              <a:ext uri="{FF2B5EF4-FFF2-40B4-BE49-F238E27FC236}">
                <a16:creationId xmlns:a16="http://schemas.microsoft.com/office/drawing/2014/main" id="{DFB83811-A037-A8B8-4ECC-05BF7483B021}"/>
              </a:ext>
            </a:extLst>
          </p:cNvPr>
          <p:cNvSpPr txBox="1"/>
          <p:nvPr/>
        </p:nvSpPr>
        <p:spPr>
          <a:xfrm>
            <a:off x="820249" y="3523725"/>
            <a:ext cx="4685898" cy="646331"/>
          </a:xfrm>
          <a:prstGeom prst="rect">
            <a:avLst/>
          </a:prstGeom>
          <a:noFill/>
        </p:spPr>
        <p:txBody>
          <a:bodyPr wrap="none" rtlCol="0">
            <a:spAutoFit/>
          </a:bodyPr>
          <a:lstStyle/>
          <a:p>
            <a:r>
              <a:rPr lang="ja-JP" altLang="en-US" sz="3600" dirty="0">
                <a:solidFill>
                  <a:schemeClr val="bg1">
                    <a:lumMod val="95000"/>
                  </a:schemeClr>
                </a:solidFill>
                <a:latin typeface="原稿用標準書体" panose="03000503000000000000" pitchFamily="66" charset="-128"/>
                <a:ea typeface="原稿用標準書体" panose="03000503000000000000" pitchFamily="66" charset="-128"/>
              </a:rPr>
              <a:t>後衛</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：回避率</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+20%</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、注目度</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+1</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ATK-20%</a:t>
            </a:r>
            <a:endParaRPr kumimoji="1" lang="ja-JP" altLang="en-US" sz="36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19" name="グループ化 18">
            <a:extLst>
              <a:ext uri="{FF2B5EF4-FFF2-40B4-BE49-F238E27FC236}">
                <a16:creationId xmlns:a16="http://schemas.microsoft.com/office/drawing/2014/main" id="{31363AE8-AE30-2CC4-949C-2CBB245DF7E8}"/>
              </a:ext>
            </a:extLst>
          </p:cNvPr>
          <p:cNvGrpSpPr/>
          <p:nvPr/>
        </p:nvGrpSpPr>
        <p:grpSpPr>
          <a:xfrm>
            <a:off x="789688" y="4320508"/>
            <a:ext cx="5301952" cy="1230022"/>
            <a:chOff x="922576" y="2450171"/>
            <a:chExt cx="5301952" cy="1309138"/>
          </a:xfrm>
          <a:solidFill>
            <a:schemeClr val="bg1">
              <a:lumMod val="85000"/>
              <a:alpha val="85000"/>
            </a:schemeClr>
          </a:solidFill>
        </p:grpSpPr>
        <p:sp>
          <p:nvSpPr>
            <p:cNvPr id="20" name="四角形: 角を丸くする 19">
              <a:extLst>
                <a:ext uri="{FF2B5EF4-FFF2-40B4-BE49-F238E27FC236}">
                  <a16:creationId xmlns:a16="http://schemas.microsoft.com/office/drawing/2014/main" id="{C4A22B47-A52B-E92E-C904-4E0185EF471E}"/>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1" name="四角形: 角を丸くする 20">
              <a:extLst>
                <a:ext uri="{FF2B5EF4-FFF2-40B4-BE49-F238E27FC236}">
                  <a16:creationId xmlns:a16="http://schemas.microsoft.com/office/drawing/2014/main" id="{0146756D-7EF9-5337-5DFD-BC00F880ABF2}"/>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2" name="四角形: 角を丸くする 21">
              <a:extLst>
                <a:ext uri="{FF2B5EF4-FFF2-40B4-BE49-F238E27FC236}">
                  <a16:creationId xmlns:a16="http://schemas.microsoft.com/office/drawing/2014/main" id="{3D8AC406-D87C-557E-398F-366CFA701569}"/>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3" name="四角形: 角を丸くする 22">
              <a:extLst>
                <a:ext uri="{FF2B5EF4-FFF2-40B4-BE49-F238E27FC236}">
                  <a16:creationId xmlns:a16="http://schemas.microsoft.com/office/drawing/2014/main" id="{1FF3BC26-ABE9-885B-843E-18E2730E0558}"/>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cxnSp>
        <p:nvCxnSpPr>
          <p:cNvPr id="25" name="直線コネクタ 24">
            <a:extLst>
              <a:ext uri="{FF2B5EF4-FFF2-40B4-BE49-F238E27FC236}">
                <a16:creationId xmlns:a16="http://schemas.microsoft.com/office/drawing/2014/main" id="{F32BE736-DF5E-7E49-73A1-30F31964AE9F}"/>
              </a:ext>
            </a:extLst>
          </p:cNvPr>
          <p:cNvCxnSpPr>
            <a:cxnSpLocks/>
          </p:cNvCxnSpPr>
          <p:nvPr/>
        </p:nvCxnSpPr>
        <p:spPr>
          <a:xfrm>
            <a:off x="759127" y="3428999"/>
            <a:ext cx="5363074" cy="0"/>
          </a:xfrm>
          <a:prstGeom prst="line">
            <a:avLst/>
          </a:prstGeom>
          <a:ln w="12700">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grpSp>
        <p:nvGrpSpPr>
          <p:cNvPr id="28" name="グループ化 27">
            <a:extLst>
              <a:ext uri="{FF2B5EF4-FFF2-40B4-BE49-F238E27FC236}">
                <a16:creationId xmlns:a16="http://schemas.microsoft.com/office/drawing/2014/main" id="{6A6519C6-B85C-0CCD-76C3-E7796240B940}"/>
              </a:ext>
            </a:extLst>
          </p:cNvPr>
          <p:cNvGrpSpPr/>
          <p:nvPr/>
        </p:nvGrpSpPr>
        <p:grpSpPr>
          <a:xfrm>
            <a:off x="787120" y="2633455"/>
            <a:ext cx="5301952" cy="635908"/>
            <a:chOff x="922576" y="2450171"/>
            <a:chExt cx="5301952" cy="1309138"/>
          </a:xfrm>
          <a:solidFill>
            <a:schemeClr val="tx1">
              <a:lumMod val="75000"/>
              <a:lumOff val="25000"/>
              <a:alpha val="85000"/>
            </a:schemeClr>
          </a:solidFill>
        </p:grpSpPr>
        <p:sp>
          <p:nvSpPr>
            <p:cNvPr id="29" name="四角形: 角を丸くする 28">
              <a:extLst>
                <a:ext uri="{FF2B5EF4-FFF2-40B4-BE49-F238E27FC236}">
                  <a16:creationId xmlns:a16="http://schemas.microsoft.com/office/drawing/2014/main" id="{AA137822-0BD5-3337-7A2A-56D4FE0C573D}"/>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0" name="四角形: 角を丸くする 29">
              <a:extLst>
                <a:ext uri="{FF2B5EF4-FFF2-40B4-BE49-F238E27FC236}">
                  <a16:creationId xmlns:a16="http://schemas.microsoft.com/office/drawing/2014/main" id="{85550938-8EF3-D564-71CD-5FB0A485DB59}"/>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1" name="四角形: 角を丸くする 30">
              <a:extLst>
                <a:ext uri="{FF2B5EF4-FFF2-40B4-BE49-F238E27FC236}">
                  <a16:creationId xmlns:a16="http://schemas.microsoft.com/office/drawing/2014/main" id="{4F0559CB-8912-1849-0D14-078E5E3A92DA}"/>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2" name="四角形: 角を丸くする 31">
              <a:extLst>
                <a:ext uri="{FF2B5EF4-FFF2-40B4-BE49-F238E27FC236}">
                  <a16:creationId xmlns:a16="http://schemas.microsoft.com/office/drawing/2014/main" id="{6F257479-5CD8-3217-1F29-46F8F1600B17}"/>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34" name="四角形: 角を丸くする 33">
            <a:extLst>
              <a:ext uri="{FF2B5EF4-FFF2-40B4-BE49-F238E27FC236}">
                <a16:creationId xmlns:a16="http://schemas.microsoft.com/office/drawing/2014/main" id="{7815B00F-CF9A-EA9A-F5B0-9162B99B15C1}"/>
              </a:ext>
            </a:extLst>
          </p:cNvPr>
          <p:cNvSpPr/>
          <p:nvPr/>
        </p:nvSpPr>
        <p:spPr>
          <a:xfrm>
            <a:off x="787120" y="5645255"/>
            <a:ext cx="1233805" cy="635908"/>
          </a:xfrm>
          <a:prstGeom prst="roundRect">
            <a:avLst>
              <a:gd name="adj" fmla="val 6896"/>
            </a:avLst>
          </a:prstGeom>
          <a:solidFill>
            <a:schemeClr val="bg1">
              <a:lumMod val="8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5" name="四角形: 角を丸くする 34">
            <a:extLst>
              <a:ext uri="{FF2B5EF4-FFF2-40B4-BE49-F238E27FC236}">
                <a16:creationId xmlns:a16="http://schemas.microsoft.com/office/drawing/2014/main" id="{35F5B1CE-A998-B7CE-D394-671701AE750F}"/>
              </a:ext>
            </a:extLst>
          </p:cNvPr>
          <p:cNvSpPr/>
          <p:nvPr/>
        </p:nvSpPr>
        <p:spPr>
          <a:xfrm>
            <a:off x="2143169" y="5645255"/>
            <a:ext cx="1233805" cy="635908"/>
          </a:xfrm>
          <a:prstGeom prst="roundRect">
            <a:avLst>
              <a:gd name="adj" fmla="val 6896"/>
            </a:avLst>
          </a:prstGeom>
          <a:solidFill>
            <a:schemeClr val="bg1">
              <a:lumMod val="8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6" name="四角形: 角を丸くする 35">
            <a:extLst>
              <a:ext uri="{FF2B5EF4-FFF2-40B4-BE49-F238E27FC236}">
                <a16:creationId xmlns:a16="http://schemas.microsoft.com/office/drawing/2014/main" id="{812F9BFA-A018-040D-CF14-533178C8D5C9}"/>
              </a:ext>
            </a:extLst>
          </p:cNvPr>
          <p:cNvSpPr/>
          <p:nvPr/>
        </p:nvSpPr>
        <p:spPr>
          <a:xfrm>
            <a:off x="3499218" y="5645255"/>
            <a:ext cx="1233805" cy="635908"/>
          </a:xfrm>
          <a:prstGeom prst="roundRect">
            <a:avLst>
              <a:gd name="adj" fmla="val 6896"/>
            </a:avLst>
          </a:prstGeom>
          <a:solidFill>
            <a:schemeClr val="bg1">
              <a:lumMod val="8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7" name="四角形: 角を丸くする 36">
            <a:extLst>
              <a:ext uri="{FF2B5EF4-FFF2-40B4-BE49-F238E27FC236}">
                <a16:creationId xmlns:a16="http://schemas.microsoft.com/office/drawing/2014/main" id="{B6C749ED-8CE4-C15C-EFE1-5A0D9C1837D5}"/>
              </a:ext>
            </a:extLst>
          </p:cNvPr>
          <p:cNvSpPr/>
          <p:nvPr/>
        </p:nvSpPr>
        <p:spPr>
          <a:xfrm>
            <a:off x="4855267" y="5645255"/>
            <a:ext cx="1233805" cy="635908"/>
          </a:xfrm>
          <a:prstGeom prst="roundRect">
            <a:avLst>
              <a:gd name="adj" fmla="val 6896"/>
            </a:avLst>
          </a:prstGeom>
          <a:solidFill>
            <a:schemeClr val="bg1">
              <a:lumMod val="8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 name="テキスト ボックス 1">
            <a:extLst>
              <a:ext uri="{FF2B5EF4-FFF2-40B4-BE49-F238E27FC236}">
                <a16:creationId xmlns:a16="http://schemas.microsoft.com/office/drawing/2014/main" id="{D5B0FB84-91A6-8E89-898C-306D075729BE}"/>
              </a:ext>
            </a:extLst>
          </p:cNvPr>
          <p:cNvSpPr txBox="1"/>
          <p:nvPr/>
        </p:nvSpPr>
        <p:spPr>
          <a:xfrm>
            <a:off x="7046965" y="688737"/>
            <a:ext cx="954108"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ゲート</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43" name="テキスト ボックス 42">
            <a:extLst>
              <a:ext uri="{FF2B5EF4-FFF2-40B4-BE49-F238E27FC236}">
                <a16:creationId xmlns:a16="http://schemas.microsoft.com/office/drawing/2014/main" id="{53BC52B3-3AB6-2799-72EF-FB7F8B97E4E0}"/>
              </a:ext>
            </a:extLst>
          </p:cNvPr>
          <p:cNvSpPr txBox="1"/>
          <p:nvPr/>
        </p:nvSpPr>
        <p:spPr>
          <a:xfrm>
            <a:off x="8647800" y="688737"/>
            <a:ext cx="954108"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44" name="テキスト ボックス 43">
            <a:extLst>
              <a:ext uri="{FF2B5EF4-FFF2-40B4-BE49-F238E27FC236}">
                <a16:creationId xmlns:a16="http://schemas.microsoft.com/office/drawing/2014/main" id="{50011448-3FED-8547-C522-CD8CFCDE5495}"/>
              </a:ext>
            </a:extLst>
          </p:cNvPr>
          <p:cNvSpPr txBox="1"/>
          <p:nvPr/>
        </p:nvSpPr>
        <p:spPr>
          <a:xfrm>
            <a:off x="10376241" y="688737"/>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60" name="グループ化 59">
            <a:extLst>
              <a:ext uri="{FF2B5EF4-FFF2-40B4-BE49-F238E27FC236}">
                <a16:creationId xmlns:a16="http://schemas.microsoft.com/office/drawing/2014/main" id="{40972C80-98D6-B8D4-862A-94DA5D96E980}"/>
              </a:ext>
            </a:extLst>
          </p:cNvPr>
          <p:cNvGrpSpPr/>
          <p:nvPr/>
        </p:nvGrpSpPr>
        <p:grpSpPr>
          <a:xfrm>
            <a:off x="1063119" y="2758022"/>
            <a:ext cx="4765774" cy="400110"/>
            <a:chOff x="1168089" y="2766548"/>
            <a:chExt cx="4765774" cy="400110"/>
          </a:xfrm>
        </p:grpSpPr>
        <p:sp>
          <p:nvSpPr>
            <p:cNvPr id="52" name="テキスト ボックス 51">
              <a:extLst>
                <a:ext uri="{FF2B5EF4-FFF2-40B4-BE49-F238E27FC236}">
                  <a16:creationId xmlns:a16="http://schemas.microsoft.com/office/drawing/2014/main" id="{4C197E86-A1C1-7066-03D0-5D93BC44CB91}"/>
                </a:ext>
              </a:extLst>
            </p:cNvPr>
            <p:cNvSpPr txBox="1"/>
            <p:nvPr/>
          </p:nvSpPr>
          <p:spPr>
            <a:xfrm>
              <a:off x="1168089"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3" name="テキスト ボックス 52">
              <a:extLst>
                <a:ext uri="{FF2B5EF4-FFF2-40B4-BE49-F238E27FC236}">
                  <a16:creationId xmlns:a16="http://schemas.microsoft.com/office/drawing/2014/main" id="{FF84BD35-821B-44C4-6192-EEED51BA9546}"/>
                </a:ext>
              </a:extLst>
            </p:cNvPr>
            <p:cNvSpPr txBox="1"/>
            <p:nvPr/>
          </p:nvSpPr>
          <p:spPr>
            <a:xfrm>
              <a:off x="2524138"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4" name="テキスト ボックス 53">
              <a:extLst>
                <a:ext uri="{FF2B5EF4-FFF2-40B4-BE49-F238E27FC236}">
                  <a16:creationId xmlns:a16="http://schemas.microsoft.com/office/drawing/2014/main" id="{B0FEE039-67C3-E3BA-E9C1-1FB6765DF059}"/>
                </a:ext>
              </a:extLst>
            </p:cNvPr>
            <p:cNvSpPr txBox="1"/>
            <p:nvPr/>
          </p:nvSpPr>
          <p:spPr>
            <a:xfrm>
              <a:off x="3880187"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5" name="テキスト ボックス 54">
              <a:extLst>
                <a:ext uri="{FF2B5EF4-FFF2-40B4-BE49-F238E27FC236}">
                  <a16:creationId xmlns:a16="http://schemas.microsoft.com/office/drawing/2014/main" id="{4B037119-EB35-F7FA-D449-CCDF09D608F7}"/>
                </a:ext>
              </a:extLst>
            </p:cNvPr>
            <p:cNvSpPr txBox="1"/>
            <p:nvPr/>
          </p:nvSpPr>
          <p:spPr>
            <a:xfrm>
              <a:off x="5236236"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sp>
        <p:nvSpPr>
          <p:cNvPr id="56" name="テキスト ボックス 55">
            <a:extLst>
              <a:ext uri="{FF2B5EF4-FFF2-40B4-BE49-F238E27FC236}">
                <a16:creationId xmlns:a16="http://schemas.microsoft.com/office/drawing/2014/main" id="{9A74E5CD-4162-5E60-985E-0C3F7C879537}"/>
              </a:ext>
            </a:extLst>
          </p:cNvPr>
          <p:cNvSpPr txBox="1"/>
          <p:nvPr/>
        </p:nvSpPr>
        <p:spPr>
          <a:xfrm>
            <a:off x="1063119"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57" name="テキスト ボックス 56">
            <a:extLst>
              <a:ext uri="{FF2B5EF4-FFF2-40B4-BE49-F238E27FC236}">
                <a16:creationId xmlns:a16="http://schemas.microsoft.com/office/drawing/2014/main" id="{0F8C3740-5CF5-C8D3-A1E4-7620350BFC76}"/>
              </a:ext>
            </a:extLst>
          </p:cNvPr>
          <p:cNvSpPr txBox="1"/>
          <p:nvPr/>
        </p:nvSpPr>
        <p:spPr>
          <a:xfrm>
            <a:off x="2419168"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58" name="テキスト ボックス 57">
            <a:extLst>
              <a:ext uri="{FF2B5EF4-FFF2-40B4-BE49-F238E27FC236}">
                <a16:creationId xmlns:a16="http://schemas.microsoft.com/office/drawing/2014/main" id="{73E8793A-E89D-F785-03FD-19D7491D9BC8}"/>
              </a:ext>
            </a:extLst>
          </p:cNvPr>
          <p:cNvSpPr txBox="1"/>
          <p:nvPr/>
        </p:nvSpPr>
        <p:spPr>
          <a:xfrm>
            <a:off x="3775217"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61" name="グループ化 60">
            <a:extLst>
              <a:ext uri="{FF2B5EF4-FFF2-40B4-BE49-F238E27FC236}">
                <a16:creationId xmlns:a16="http://schemas.microsoft.com/office/drawing/2014/main" id="{1C3284A2-C0D3-7FBA-0F31-D7E08C23A6FE}"/>
              </a:ext>
            </a:extLst>
          </p:cNvPr>
          <p:cNvGrpSpPr/>
          <p:nvPr/>
        </p:nvGrpSpPr>
        <p:grpSpPr>
          <a:xfrm>
            <a:off x="929537" y="1713369"/>
            <a:ext cx="5022254" cy="400110"/>
            <a:chOff x="1039849" y="2766548"/>
            <a:chExt cx="5022254" cy="400110"/>
          </a:xfrm>
        </p:grpSpPr>
        <p:sp>
          <p:nvSpPr>
            <p:cNvPr id="62" name="テキスト ボックス 61">
              <a:extLst>
                <a:ext uri="{FF2B5EF4-FFF2-40B4-BE49-F238E27FC236}">
                  <a16:creationId xmlns:a16="http://schemas.microsoft.com/office/drawing/2014/main" id="{E79A7EC5-62C9-D591-2224-52CFEA09AEE9}"/>
                </a:ext>
              </a:extLst>
            </p:cNvPr>
            <p:cNvSpPr txBox="1"/>
            <p:nvPr/>
          </p:nvSpPr>
          <p:spPr>
            <a:xfrm>
              <a:off x="1039849"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63" name="テキスト ボックス 62">
              <a:extLst>
                <a:ext uri="{FF2B5EF4-FFF2-40B4-BE49-F238E27FC236}">
                  <a16:creationId xmlns:a16="http://schemas.microsoft.com/office/drawing/2014/main" id="{3393C996-A829-A0D4-5D05-78D01B490D50}"/>
                </a:ext>
              </a:extLst>
            </p:cNvPr>
            <p:cNvSpPr txBox="1"/>
            <p:nvPr/>
          </p:nvSpPr>
          <p:spPr>
            <a:xfrm>
              <a:off x="2395898"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sp>
          <p:nvSpPr>
            <p:cNvPr id="64" name="テキスト ボックス 63">
              <a:extLst>
                <a:ext uri="{FF2B5EF4-FFF2-40B4-BE49-F238E27FC236}">
                  <a16:creationId xmlns:a16="http://schemas.microsoft.com/office/drawing/2014/main" id="{30F8C80F-9903-089B-580C-37D11DFB47B5}"/>
                </a:ext>
              </a:extLst>
            </p:cNvPr>
            <p:cNvSpPr txBox="1"/>
            <p:nvPr/>
          </p:nvSpPr>
          <p:spPr>
            <a:xfrm>
              <a:off x="3751947"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sp>
          <p:nvSpPr>
            <p:cNvPr id="65" name="テキスト ボックス 64">
              <a:extLst>
                <a:ext uri="{FF2B5EF4-FFF2-40B4-BE49-F238E27FC236}">
                  <a16:creationId xmlns:a16="http://schemas.microsoft.com/office/drawing/2014/main" id="{E81CB859-E0C6-3A01-44DB-ADFB48830BE6}"/>
                </a:ext>
              </a:extLst>
            </p:cNvPr>
            <p:cNvSpPr txBox="1"/>
            <p:nvPr/>
          </p:nvSpPr>
          <p:spPr>
            <a:xfrm>
              <a:off x="5107996"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sp>
        <p:nvSpPr>
          <p:cNvPr id="67" name="テキスト ボックス 66">
            <a:extLst>
              <a:ext uri="{FF2B5EF4-FFF2-40B4-BE49-F238E27FC236}">
                <a16:creationId xmlns:a16="http://schemas.microsoft.com/office/drawing/2014/main" id="{011D1625-7142-F6E7-D4F6-085E303A3E10}"/>
              </a:ext>
            </a:extLst>
          </p:cNvPr>
          <p:cNvSpPr txBox="1"/>
          <p:nvPr/>
        </p:nvSpPr>
        <p:spPr>
          <a:xfrm>
            <a:off x="895727" y="4764316"/>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68" name="テキスト ボックス 67">
            <a:extLst>
              <a:ext uri="{FF2B5EF4-FFF2-40B4-BE49-F238E27FC236}">
                <a16:creationId xmlns:a16="http://schemas.microsoft.com/office/drawing/2014/main" id="{2084C12C-C9BB-2FFA-8F9D-6346C9577607}"/>
              </a:ext>
            </a:extLst>
          </p:cNvPr>
          <p:cNvSpPr txBox="1"/>
          <p:nvPr/>
        </p:nvSpPr>
        <p:spPr>
          <a:xfrm>
            <a:off x="2251776" y="4764316"/>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sp>
        <p:nvSpPr>
          <p:cNvPr id="69" name="テキスト ボックス 68">
            <a:extLst>
              <a:ext uri="{FF2B5EF4-FFF2-40B4-BE49-F238E27FC236}">
                <a16:creationId xmlns:a16="http://schemas.microsoft.com/office/drawing/2014/main" id="{16C2FD78-E651-5E2C-C035-36763BA2D78E}"/>
              </a:ext>
            </a:extLst>
          </p:cNvPr>
          <p:cNvSpPr txBox="1"/>
          <p:nvPr/>
        </p:nvSpPr>
        <p:spPr>
          <a:xfrm>
            <a:off x="3607825" y="4764316"/>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grpSp>
        <p:nvGrpSpPr>
          <p:cNvPr id="39" name="グループ化 38">
            <a:extLst>
              <a:ext uri="{FF2B5EF4-FFF2-40B4-BE49-F238E27FC236}">
                <a16:creationId xmlns:a16="http://schemas.microsoft.com/office/drawing/2014/main" id="{8C077F16-13CB-EFA9-5DD4-10A6994A76C0}"/>
              </a:ext>
            </a:extLst>
          </p:cNvPr>
          <p:cNvGrpSpPr/>
          <p:nvPr/>
        </p:nvGrpSpPr>
        <p:grpSpPr>
          <a:xfrm>
            <a:off x="7152268" y="3527231"/>
            <a:ext cx="1133594" cy="1104484"/>
            <a:chOff x="7726816" y="3269363"/>
            <a:chExt cx="1349421" cy="1314768"/>
          </a:xfrm>
        </p:grpSpPr>
        <p:sp>
          <p:nvSpPr>
            <p:cNvPr id="26" name="四角形: 角を丸くする 25">
              <a:extLst>
                <a:ext uri="{FF2B5EF4-FFF2-40B4-BE49-F238E27FC236}">
                  <a16:creationId xmlns:a16="http://schemas.microsoft.com/office/drawing/2014/main" id="{6D632DE7-BB0F-C10A-344D-295FF6AE20EF}"/>
                </a:ext>
              </a:extLst>
            </p:cNvPr>
            <p:cNvSpPr/>
            <p:nvPr/>
          </p:nvSpPr>
          <p:spPr>
            <a:xfrm>
              <a:off x="7726816" y="3269363"/>
              <a:ext cx="1349421" cy="1314768"/>
            </a:xfrm>
            <a:prstGeom prst="roundRect">
              <a:avLst>
                <a:gd name="adj" fmla="val 6896"/>
              </a:avLst>
            </a:prstGeom>
            <a:noFill/>
            <a:ln w="25400">
              <a:solidFill>
                <a:schemeClr val="accent6">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27" name="図 26">
              <a:extLst>
                <a:ext uri="{FF2B5EF4-FFF2-40B4-BE49-F238E27FC236}">
                  <a16:creationId xmlns:a16="http://schemas.microsoft.com/office/drawing/2014/main" id="{EDAED07B-941C-D7F9-0B76-41854BC7CE9D}"/>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7883385" y="3371861"/>
              <a:ext cx="1059999" cy="1125304"/>
            </a:xfrm>
            <a:prstGeom prst="rect">
              <a:avLst/>
            </a:prstGeom>
          </p:spPr>
        </p:pic>
      </p:grpSp>
      <p:grpSp>
        <p:nvGrpSpPr>
          <p:cNvPr id="41" name="グループ化 40">
            <a:extLst>
              <a:ext uri="{FF2B5EF4-FFF2-40B4-BE49-F238E27FC236}">
                <a16:creationId xmlns:a16="http://schemas.microsoft.com/office/drawing/2014/main" id="{857406DA-2E47-D690-9C1A-0FB7E3F6162F}"/>
              </a:ext>
            </a:extLst>
          </p:cNvPr>
          <p:cNvGrpSpPr/>
          <p:nvPr/>
        </p:nvGrpSpPr>
        <p:grpSpPr>
          <a:xfrm>
            <a:off x="8557738" y="3527231"/>
            <a:ext cx="1133594" cy="1104484"/>
            <a:chOff x="7726816" y="3269363"/>
            <a:chExt cx="1349421" cy="1314768"/>
          </a:xfrm>
        </p:grpSpPr>
        <p:sp>
          <p:nvSpPr>
            <p:cNvPr id="45" name="四角形: 角を丸くする 44">
              <a:extLst>
                <a:ext uri="{FF2B5EF4-FFF2-40B4-BE49-F238E27FC236}">
                  <a16:creationId xmlns:a16="http://schemas.microsoft.com/office/drawing/2014/main" id="{F29531BB-D00B-8B31-B1E1-20EB6DAC99EF}"/>
                </a:ext>
              </a:extLst>
            </p:cNvPr>
            <p:cNvSpPr/>
            <p:nvPr/>
          </p:nvSpPr>
          <p:spPr>
            <a:xfrm>
              <a:off x="7726816" y="3269363"/>
              <a:ext cx="1349421" cy="1314768"/>
            </a:xfrm>
            <a:prstGeom prst="roundRect">
              <a:avLst>
                <a:gd name="adj" fmla="val 6896"/>
              </a:avLst>
            </a:prstGeom>
            <a:noFill/>
            <a:ln w="25400">
              <a:solidFill>
                <a:schemeClr val="tx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46" name="図 45">
              <a:extLst>
                <a:ext uri="{FF2B5EF4-FFF2-40B4-BE49-F238E27FC236}">
                  <a16:creationId xmlns:a16="http://schemas.microsoft.com/office/drawing/2014/main" id="{0FBFEB0D-ABFA-B9CD-0F17-14BC2472C023}"/>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7883385" y="3371861"/>
              <a:ext cx="1059999" cy="1125304"/>
            </a:xfrm>
            <a:prstGeom prst="rect">
              <a:avLst/>
            </a:prstGeom>
          </p:spPr>
        </p:pic>
      </p:grpSp>
      <p:grpSp>
        <p:nvGrpSpPr>
          <p:cNvPr id="47" name="グループ化 46">
            <a:extLst>
              <a:ext uri="{FF2B5EF4-FFF2-40B4-BE49-F238E27FC236}">
                <a16:creationId xmlns:a16="http://schemas.microsoft.com/office/drawing/2014/main" id="{F6C64C19-0581-11E1-3BF5-A4F3674BFA5C}"/>
              </a:ext>
            </a:extLst>
          </p:cNvPr>
          <p:cNvGrpSpPr/>
          <p:nvPr/>
        </p:nvGrpSpPr>
        <p:grpSpPr>
          <a:xfrm>
            <a:off x="9963209" y="3527231"/>
            <a:ext cx="1133594" cy="1104484"/>
            <a:chOff x="7726816" y="3269363"/>
            <a:chExt cx="1349421" cy="1314768"/>
          </a:xfrm>
        </p:grpSpPr>
        <p:sp>
          <p:nvSpPr>
            <p:cNvPr id="48" name="四角形: 角を丸くする 47">
              <a:extLst>
                <a:ext uri="{FF2B5EF4-FFF2-40B4-BE49-F238E27FC236}">
                  <a16:creationId xmlns:a16="http://schemas.microsoft.com/office/drawing/2014/main" id="{B929A96D-3BE1-6133-D2DB-3255F9892E02}"/>
                </a:ext>
              </a:extLst>
            </p:cNvPr>
            <p:cNvSpPr/>
            <p:nvPr/>
          </p:nvSpPr>
          <p:spPr>
            <a:xfrm>
              <a:off x="7726816" y="3269363"/>
              <a:ext cx="1349421" cy="1314768"/>
            </a:xfrm>
            <a:prstGeom prst="roundRect">
              <a:avLst>
                <a:gd name="adj" fmla="val 6896"/>
              </a:avLst>
            </a:prstGeom>
            <a:noFill/>
            <a:ln w="25400">
              <a:solidFill>
                <a:schemeClr val="tx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76" name="図 75">
              <a:extLst>
                <a:ext uri="{FF2B5EF4-FFF2-40B4-BE49-F238E27FC236}">
                  <a16:creationId xmlns:a16="http://schemas.microsoft.com/office/drawing/2014/main" id="{2BC4E01C-2737-685C-EC2E-7F2045F9FEA1}"/>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7883385" y="3371861"/>
              <a:ext cx="1059999" cy="1125304"/>
            </a:xfrm>
            <a:prstGeom prst="rect">
              <a:avLst/>
            </a:prstGeom>
          </p:spPr>
        </p:pic>
      </p:grpSp>
      <p:sp>
        <p:nvSpPr>
          <p:cNvPr id="89" name="二等辺三角形 88">
            <a:extLst>
              <a:ext uri="{FF2B5EF4-FFF2-40B4-BE49-F238E27FC236}">
                <a16:creationId xmlns:a16="http://schemas.microsoft.com/office/drawing/2014/main" id="{93238922-B148-1A11-3580-E6C89901CC53}"/>
              </a:ext>
            </a:extLst>
          </p:cNvPr>
          <p:cNvSpPr/>
          <p:nvPr/>
        </p:nvSpPr>
        <p:spPr>
          <a:xfrm>
            <a:off x="7429118" y="4553870"/>
            <a:ext cx="625766" cy="366261"/>
          </a:xfrm>
          <a:prstGeom prst="triangle">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2" name="テキスト ボックス 101">
            <a:extLst>
              <a:ext uri="{FF2B5EF4-FFF2-40B4-BE49-F238E27FC236}">
                <a16:creationId xmlns:a16="http://schemas.microsoft.com/office/drawing/2014/main" id="{F5EE6A27-2F69-C03B-B45D-4D13FC5B64CB}"/>
              </a:ext>
            </a:extLst>
          </p:cNvPr>
          <p:cNvSpPr txBox="1"/>
          <p:nvPr/>
        </p:nvSpPr>
        <p:spPr>
          <a:xfrm>
            <a:off x="8490029" y="1481807"/>
            <a:ext cx="800219" cy="338554"/>
          </a:xfrm>
          <a:prstGeom prst="rect">
            <a:avLst/>
          </a:prstGeom>
          <a:noFill/>
        </p:spPr>
        <p:txBody>
          <a:bodyPr wrap="none" rtlCol="0">
            <a:spAutoFit/>
          </a:bodyPr>
          <a:lstStyle/>
          <a:p>
            <a:r>
              <a:rPr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武器名</a:t>
            </a:r>
            <a:endParaRPr kumimoji="1"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103" name="テキスト ボックス 102">
            <a:extLst>
              <a:ext uri="{FF2B5EF4-FFF2-40B4-BE49-F238E27FC236}">
                <a16:creationId xmlns:a16="http://schemas.microsoft.com/office/drawing/2014/main" id="{36EE3F22-CD1B-615C-8715-04D787B4D1D9}"/>
              </a:ext>
            </a:extLst>
          </p:cNvPr>
          <p:cNvSpPr txBox="1"/>
          <p:nvPr/>
        </p:nvSpPr>
        <p:spPr>
          <a:xfrm>
            <a:off x="8490029" y="1751306"/>
            <a:ext cx="1336264" cy="1015663"/>
          </a:xfrm>
          <a:prstGeom prst="rect">
            <a:avLst/>
          </a:prstGeom>
          <a:noFill/>
        </p:spPr>
        <p:txBody>
          <a:bodyPr wrap="square" rtlCol="0">
            <a:spAutoFit/>
          </a:bodyPr>
          <a:lstStyle/>
          <a:p>
            <a:r>
              <a:rPr lang="en-US" altLang="ja-JP" sz="1600" dirty="0">
                <a:ln w="0">
                  <a:solidFill>
                    <a:schemeClr val="tx1">
                      <a:lumMod val="85000"/>
                      <a:lumOff val="15000"/>
                      <a:alpha val="55000"/>
                    </a:schemeClr>
                  </a:solidFill>
                </a:ln>
                <a:solidFill>
                  <a:srgbClr val="00B050"/>
                </a:solidFill>
                <a:latin typeface="原稿用標準書体" panose="03000503000000000000" pitchFamily="66" charset="-128"/>
                <a:ea typeface="原稿用標準書体" panose="03000503000000000000" pitchFamily="66" charset="-128"/>
              </a:rPr>
              <a:t>HP</a:t>
            </a:r>
            <a:r>
              <a:rPr lang="ja-JP" altLang="en-US" sz="1600" dirty="0">
                <a:ln w="0">
                  <a:solidFill>
                    <a:schemeClr val="tx1">
                      <a:lumMod val="85000"/>
                      <a:lumOff val="15000"/>
                      <a:alpha val="55000"/>
                    </a:schemeClr>
                  </a:solidFill>
                </a:ln>
                <a:solidFill>
                  <a:srgbClr val="00B050"/>
                </a:solidFill>
                <a:latin typeface="原稿用標準書体" panose="03000503000000000000" pitchFamily="66" charset="-128"/>
                <a:ea typeface="原稿用標準書体" panose="03000503000000000000" pitchFamily="66" charset="-128"/>
              </a:rPr>
              <a:t>＋</a:t>
            </a:r>
            <a:r>
              <a:rPr lang="en-US" altLang="ja-JP" sz="2000" dirty="0">
                <a:ln w="0">
                  <a:solidFill>
                    <a:schemeClr val="tx1">
                      <a:lumMod val="85000"/>
                      <a:lumOff val="15000"/>
                      <a:alpha val="55000"/>
                    </a:schemeClr>
                  </a:solidFill>
                </a:ln>
                <a:solidFill>
                  <a:srgbClr val="00B050"/>
                </a:solidFill>
                <a:latin typeface="原稿用標準書体" panose="03000503000000000000" pitchFamily="66" charset="-128"/>
                <a:ea typeface="原稿用標準書体" panose="03000503000000000000" pitchFamily="66" charset="-128"/>
              </a:rPr>
              <a:t>100</a:t>
            </a:r>
            <a:br>
              <a:rPr lang="en-US" altLang="ja-JP" sz="1600" dirty="0">
                <a:ln w="0">
                  <a:solidFill>
                    <a:schemeClr val="tx1">
                      <a:lumMod val="85000"/>
                      <a:lumOff val="15000"/>
                      <a:alpha val="55000"/>
                    </a:schemeClr>
                  </a:solidFill>
                </a:ln>
                <a:solidFill>
                  <a:schemeClr val="accent5"/>
                </a:solidFill>
                <a:latin typeface="原稿用標準書体" panose="03000503000000000000" pitchFamily="66" charset="-128"/>
                <a:ea typeface="原稿用標準書体" panose="03000503000000000000" pitchFamily="66" charset="-128"/>
              </a:rPr>
            </a:br>
            <a:r>
              <a:rPr lang="en-US" altLang="ja-JP" sz="1600" dirty="0">
                <a:ln w="0">
                  <a:solidFill>
                    <a:schemeClr val="tx1">
                      <a:lumMod val="85000"/>
                      <a:lumOff val="15000"/>
                      <a:alpha val="55000"/>
                    </a:schemeClr>
                  </a:solidFill>
                </a:ln>
                <a:solidFill>
                  <a:schemeClr val="accent5"/>
                </a:solidFill>
                <a:latin typeface="原稿用標準書体" panose="03000503000000000000" pitchFamily="66" charset="-128"/>
                <a:ea typeface="原稿用標準書体" panose="03000503000000000000" pitchFamily="66" charset="-128"/>
              </a:rPr>
              <a:t>SPD</a:t>
            </a:r>
            <a:r>
              <a:rPr lang="ja-JP" altLang="en-US" sz="1600" dirty="0">
                <a:ln w="0">
                  <a:solidFill>
                    <a:schemeClr val="tx1">
                      <a:lumMod val="85000"/>
                      <a:lumOff val="15000"/>
                      <a:alpha val="55000"/>
                    </a:schemeClr>
                  </a:solidFill>
                </a:ln>
                <a:solidFill>
                  <a:schemeClr val="accent5"/>
                </a:solidFill>
                <a:latin typeface="原稿用標準書体" panose="03000503000000000000" pitchFamily="66" charset="-128"/>
                <a:ea typeface="原稿用標準書体" panose="03000503000000000000" pitchFamily="66" charset="-128"/>
              </a:rPr>
              <a:t>＋</a:t>
            </a:r>
            <a:r>
              <a:rPr lang="en-US" altLang="ja-JP" sz="2000" dirty="0">
                <a:ln w="0">
                  <a:solidFill>
                    <a:schemeClr val="tx1">
                      <a:lumMod val="85000"/>
                      <a:lumOff val="15000"/>
                      <a:alpha val="55000"/>
                    </a:schemeClr>
                  </a:solidFill>
                </a:ln>
                <a:solidFill>
                  <a:schemeClr val="accent5"/>
                </a:solidFill>
                <a:latin typeface="原稿用標準書体" panose="03000503000000000000" pitchFamily="66" charset="-128"/>
                <a:ea typeface="原稿用標準書体" panose="03000503000000000000" pitchFamily="66" charset="-128"/>
              </a:rPr>
              <a:t>20</a:t>
            </a:r>
            <a:br>
              <a:rPr lang="en-US" altLang="ja-JP" sz="1600" dirty="0">
                <a:ln w="0">
                  <a:solidFill>
                    <a:schemeClr val="tx1">
                      <a:lumMod val="85000"/>
                      <a:lumOff val="15000"/>
                      <a:alpha val="55000"/>
                    </a:schemeClr>
                  </a:solidFill>
                </a:ln>
                <a:solidFill>
                  <a:schemeClr val="accent5"/>
                </a:solidFill>
                <a:latin typeface="原稿用標準書体" panose="03000503000000000000" pitchFamily="66" charset="-128"/>
                <a:ea typeface="原稿用標準書体" panose="03000503000000000000" pitchFamily="66" charset="-128"/>
              </a:rPr>
            </a:br>
            <a:r>
              <a:rPr lang="en-US" altLang="ja-JP" sz="1600" dirty="0">
                <a:ln w="0">
                  <a:solidFill>
                    <a:schemeClr val="tx1">
                      <a:lumMod val="85000"/>
                      <a:lumOff val="15000"/>
                      <a:alpha val="55000"/>
                    </a:schemeClr>
                  </a:solidFill>
                </a:ln>
                <a:solidFill>
                  <a:schemeClr val="accent1"/>
                </a:solidFill>
                <a:latin typeface="原稿用標準書体" panose="03000503000000000000" pitchFamily="66" charset="-128"/>
                <a:ea typeface="原稿用標準書体" panose="03000503000000000000" pitchFamily="66" charset="-128"/>
              </a:rPr>
              <a:t>ATK</a:t>
            </a:r>
            <a:r>
              <a:rPr lang="ja-JP" altLang="en-US" sz="1600" dirty="0">
                <a:ln w="0">
                  <a:solidFill>
                    <a:schemeClr val="tx1">
                      <a:lumMod val="85000"/>
                      <a:lumOff val="15000"/>
                      <a:alpha val="55000"/>
                    </a:schemeClr>
                  </a:solidFill>
                </a:ln>
                <a:solidFill>
                  <a:schemeClr val="accent1"/>
                </a:solidFill>
                <a:latin typeface="原稿用標準書体" panose="03000503000000000000" pitchFamily="66" charset="-128"/>
                <a:ea typeface="原稿用標準書体" panose="03000503000000000000" pitchFamily="66" charset="-128"/>
              </a:rPr>
              <a:t>＋</a:t>
            </a:r>
            <a:r>
              <a:rPr lang="en-US" altLang="ja-JP" sz="2000" dirty="0">
                <a:ln w="0">
                  <a:solidFill>
                    <a:schemeClr val="tx1">
                      <a:lumMod val="85000"/>
                      <a:lumOff val="15000"/>
                      <a:alpha val="55000"/>
                    </a:schemeClr>
                  </a:solidFill>
                </a:ln>
                <a:solidFill>
                  <a:schemeClr val="accent1"/>
                </a:solidFill>
                <a:latin typeface="原稿用標準書体" panose="03000503000000000000" pitchFamily="66" charset="-128"/>
                <a:ea typeface="原稿用標準書体" panose="03000503000000000000" pitchFamily="66" charset="-128"/>
              </a:rPr>
              <a:t>50</a:t>
            </a:r>
            <a:endParaRPr lang="en-US" altLang="ja-JP" sz="1600" dirty="0">
              <a:ln w="0">
                <a:solidFill>
                  <a:schemeClr val="tx1">
                    <a:lumMod val="85000"/>
                    <a:lumOff val="15000"/>
                    <a:alpha val="55000"/>
                  </a:schemeClr>
                </a:solidFill>
              </a:ln>
              <a:solidFill>
                <a:schemeClr val="accent1"/>
              </a:solidFill>
              <a:latin typeface="原稿用標準書体" panose="03000503000000000000" pitchFamily="66" charset="-128"/>
              <a:ea typeface="原稿用標準書体" panose="03000503000000000000" pitchFamily="66" charset="-128"/>
            </a:endParaRPr>
          </a:p>
        </p:txBody>
      </p:sp>
      <p:pic>
        <p:nvPicPr>
          <p:cNvPr id="24" name="図 23">
            <a:extLst>
              <a:ext uri="{FF2B5EF4-FFF2-40B4-BE49-F238E27FC236}">
                <a16:creationId xmlns:a16="http://schemas.microsoft.com/office/drawing/2014/main" id="{B155C7D6-866D-698D-69FB-0D7270881209}"/>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7366107" y="1554521"/>
            <a:ext cx="1059999" cy="1125304"/>
          </a:xfrm>
          <a:prstGeom prst="rect">
            <a:avLst/>
          </a:prstGeom>
        </p:spPr>
      </p:pic>
      <p:sp>
        <p:nvSpPr>
          <p:cNvPr id="105" name="楕円 104">
            <a:extLst>
              <a:ext uri="{FF2B5EF4-FFF2-40B4-BE49-F238E27FC236}">
                <a16:creationId xmlns:a16="http://schemas.microsoft.com/office/drawing/2014/main" id="{E6F33E6F-8C90-1CA3-D27E-4EC63A2851DD}"/>
              </a:ext>
            </a:extLst>
          </p:cNvPr>
          <p:cNvSpPr/>
          <p:nvPr/>
        </p:nvSpPr>
        <p:spPr>
          <a:xfrm>
            <a:off x="7245106" y="2250183"/>
            <a:ext cx="454282" cy="454282"/>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pic>
        <p:nvPicPr>
          <p:cNvPr id="18" name="図 17">
            <a:extLst>
              <a:ext uri="{FF2B5EF4-FFF2-40B4-BE49-F238E27FC236}">
                <a16:creationId xmlns:a16="http://schemas.microsoft.com/office/drawing/2014/main" id="{458EBD7E-6008-ACBE-7820-00A2D7789DD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549688" y="1787860"/>
            <a:ext cx="217724" cy="223877"/>
          </a:xfrm>
          <a:prstGeom prst="rect">
            <a:avLst/>
          </a:prstGeom>
        </p:spPr>
      </p:pic>
      <p:pic>
        <p:nvPicPr>
          <p:cNvPr id="50" name="図 49">
            <a:extLst>
              <a:ext uri="{FF2B5EF4-FFF2-40B4-BE49-F238E27FC236}">
                <a16:creationId xmlns:a16="http://schemas.microsoft.com/office/drawing/2014/main" id="{214ECE8C-5C68-B498-BB51-01DD24F2DED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549688" y="2134232"/>
            <a:ext cx="217724" cy="223877"/>
          </a:xfrm>
          <a:prstGeom prst="rect">
            <a:avLst/>
          </a:prstGeom>
        </p:spPr>
      </p:pic>
      <p:pic>
        <p:nvPicPr>
          <p:cNvPr id="51" name="図 50">
            <a:extLst>
              <a:ext uri="{FF2B5EF4-FFF2-40B4-BE49-F238E27FC236}">
                <a16:creationId xmlns:a16="http://schemas.microsoft.com/office/drawing/2014/main" id="{62764A1F-DE21-483E-4474-DB10091DC11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flipV="1">
            <a:off x="9549688" y="2480603"/>
            <a:ext cx="217724" cy="223877"/>
          </a:xfrm>
          <a:prstGeom prst="rect">
            <a:avLst/>
          </a:prstGeom>
        </p:spPr>
      </p:pic>
      <p:sp>
        <p:nvSpPr>
          <p:cNvPr id="71" name="テキスト ボックス 70">
            <a:extLst>
              <a:ext uri="{FF2B5EF4-FFF2-40B4-BE49-F238E27FC236}">
                <a16:creationId xmlns:a16="http://schemas.microsoft.com/office/drawing/2014/main" id="{BA1875A7-2D47-03ED-A77C-4749D1CFA2A2}"/>
              </a:ext>
            </a:extLst>
          </p:cNvPr>
          <p:cNvSpPr txBox="1"/>
          <p:nvPr/>
        </p:nvSpPr>
        <p:spPr>
          <a:xfrm>
            <a:off x="9883967" y="1481807"/>
            <a:ext cx="1005403" cy="338554"/>
          </a:xfrm>
          <a:prstGeom prst="rect">
            <a:avLst/>
          </a:prstGeom>
          <a:noFill/>
        </p:spPr>
        <p:txBody>
          <a:bodyPr wrap="none" rtlCol="0">
            <a:spAutoFit/>
          </a:bodyPr>
          <a:lstStyle/>
          <a:p>
            <a:r>
              <a:rPr lang="ja-JP" altLang="en-US" sz="1600">
                <a:solidFill>
                  <a:schemeClr val="tx1">
                    <a:lumMod val="75000"/>
                    <a:lumOff val="25000"/>
                  </a:schemeClr>
                </a:solidFill>
                <a:latin typeface="原稿用標準書体" panose="03000503000000000000" pitchFamily="66" charset="-128"/>
                <a:ea typeface="原稿用標準書体" panose="03000503000000000000" pitchFamily="66" charset="-128"/>
              </a:rPr>
              <a:t>状態付与</a:t>
            </a:r>
            <a:endParaRPr kumimoji="1"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122" name="四角形: 角を丸くする 121">
            <a:extLst>
              <a:ext uri="{FF2B5EF4-FFF2-40B4-BE49-F238E27FC236}">
                <a16:creationId xmlns:a16="http://schemas.microsoft.com/office/drawing/2014/main" id="{83826C5E-5B06-12C1-0128-A5D309C0CB83}"/>
              </a:ext>
            </a:extLst>
          </p:cNvPr>
          <p:cNvSpPr/>
          <p:nvPr/>
        </p:nvSpPr>
        <p:spPr>
          <a:xfrm>
            <a:off x="790434" y="2633455"/>
            <a:ext cx="1233805" cy="635908"/>
          </a:xfrm>
          <a:prstGeom prst="roundRect">
            <a:avLst>
              <a:gd name="adj" fmla="val 6896"/>
            </a:avLst>
          </a:prstGeom>
          <a:solidFill>
            <a:srgbClr val="FF00FF">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24" name="楕円 123">
            <a:extLst>
              <a:ext uri="{FF2B5EF4-FFF2-40B4-BE49-F238E27FC236}">
                <a16:creationId xmlns:a16="http://schemas.microsoft.com/office/drawing/2014/main" id="{B6B4AB4C-CB55-2C72-9DB7-2B5EF1272C85}"/>
              </a:ext>
            </a:extLst>
          </p:cNvPr>
          <p:cNvSpPr/>
          <p:nvPr/>
        </p:nvSpPr>
        <p:spPr>
          <a:xfrm>
            <a:off x="6998507" y="3158333"/>
            <a:ext cx="454282" cy="454282"/>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26" name="楕円 125">
            <a:extLst>
              <a:ext uri="{FF2B5EF4-FFF2-40B4-BE49-F238E27FC236}">
                <a16:creationId xmlns:a16="http://schemas.microsoft.com/office/drawing/2014/main" id="{7A0717F2-E9F8-05AC-F02E-B93E425035F1}"/>
              </a:ext>
            </a:extLst>
          </p:cNvPr>
          <p:cNvSpPr/>
          <p:nvPr/>
        </p:nvSpPr>
        <p:spPr>
          <a:xfrm>
            <a:off x="8407253" y="3158333"/>
            <a:ext cx="454282" cy="45428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solidFill>
                  <a:schemeClr val="bg1">
                    <a:lumMod val="95000"/>
                  </a:schemeClr>
                </a:solidFill>
                <a:latin typeface="原稿用標準書体" panose="03000503000000000000" pitchFamily="66" charset="-128"/>
                <a:ea typeface="原稿用標準書体" panose="03000503000000000000" pitchFamily="66" charset="-128"/>
              </a:rPr>
              <a:t>速</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28" name="楕円 127">
            <a:extLst>
              <a:ext uri="{FF2B5EF4-FFF2-40B4-BE49-F238E27FC236}">
                <a16:creationId xmlns:a16="http://schemas.microsoft.com/office/drawing/2014/main" id="{AF3AFF81-9AA8-CD80-CA34-E527C798D4D4}"/>
              </a:ext>
            </a:extLst>
          </p:cNvPr>
          <p:cNvSpPr/>
          <p:nvPr/>
        </p:nvSpPr>
        <p:spPr>
          <a:xfrm>
            <a:off x="9816000" y="3158333"/>
            <a:ext cx="454282" cy="454282"/>
          </a:xfrm>
          <a:prstGeom prst="ellipse">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rPr>
              <a:t>技</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143" name="グループ化 142">
            <a:extLst>
              <a:ext uri="{FF2B5EF4-FFF2-40B4-BE49-F238E27FC236}">
                <a16:creationId xmlns:a16="http://schemas.microsoft.com/office/drawing/2014/main" id="{7BD6D20A-C290-6B1E-B5B5-ED428057E113}"/>
              </a:ext>
            </a:extLst>
          </p:cNvPr>
          <p:cNvGrpSpPr/>
          <p:nvPr/>
        </p:nvGrpSpPr>
        <p:grpSpPr>
          <a:xfrm>
            <a:off x="9972029" y="1913159"/>
            <a:ext cx="836714" cy="307777"/>
            <a:chOff x="9966073" y="1885589"/>
            <a:chExt cx="836714" cy="307777"/>
          </a:xfrm>
        </p:grpSpPr>
        <p:sp>
          <p:nvSpPr>
            <p:cNvPr id="132" name="四角形: 角を丸くする 131">
              <a:extLst>
                <a:ext uri="{FF2B5EF4-FFF2-40B4-BE49-F238E27FC236}">
                  <a16:creationId xmlns:a16="http://schemas.microsoft.com/office/drawing/2014/main" id="{825AD075-FAA0-9DDB-583E-5E84FF4157B1}"/>
                </a:ext>
              </a:extLst>
            </p:cNvPr>
            <p:cNvSpPr/>
            <p:nvPr/>
          </p:nvSpPr>
          <p:spPr>
            <a:xfrm>
              <a:off x="9966073" y="1901097"/>
              <a:ext cx="836714" cy="292269"/>
            </a:xfrm>
            <a:prstGeom prst="roundRect">
              <a:avLst>
                <a:gd name="adj" fmla="val 4721"/>
              </a:avLst>
            </a:prstGeom>
            <a:solidFill>
              <a:schemeClr val="bg1">
                <a:lumMod val="9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2" name="テキスト ボックス 71">
              <a:extLst>
                <a:ext uri="{FF2B5EF4-FFF2-40B4-BE49-F238E27FC236}">
                  <a16:creationId xmlns:a16="http://schemas.microsoft.com/office/drawing/2014/main" id="{1F176A51-6CDE-139E-2440-3E0156B687FB}"/>
                </a:ext>
              </a:extLst>
            </p:cNvPr>
            <p:cNvSpPr txBox="1"/>
            <p:nvPr/>
          </p:nvSpPr>
          <p:spPr>
            <a:xfrm>
              <a:off x="10022793" y="1885589"/>
              <a:ext cx="723275" cy="307777"/>
            </a:xfrm>
            <a:prstGeom prst="rect">
              <a:avLst/>
            </a:prstGeom>
            <a:noFill/>
          </p:spPr>
          <p:txBody>
            <a:bodyPr wrap="none" rtlCol="0">
              <a:spAutoFit/>
            </a:bodyPr>
            <a:lstStyle/>
            <a:p>
              <a:pPr algn="ctr"/>
              <a:r>
                <a:rPr lang="ja-JP" altLang="en-US" sz="1400">
                  <a:solidFill>
                    <a:schemeClr val="tx1">
                      <a:lumMod val="75000"/>
                      <a:lumOff val="25000"/>
                    </a:schemeClr>
                  </a:solidFill>
                  <a:latin typeface="原稿用標準書体" panose="03000503000000000000" pitchFamily="66" charset="-128"/>
                  <a:ea typeface="原稿用標準書体" panose="03000503000000000000" pitchFamily="66" charset="-128"/>
                </a:rPr>
                <a:t>状態名</a:t>
              </a:r>
              <a:endParaRPr lang="en-US" altLang="ja-JP" sz="14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134" name="楕円 133">
            <a:extLst>
              <a:ext uri="{FF2B5EF4-FFF2-40B4-BE49-F238E27FC236}">
                <a16:creationId xmlns:a16="http://schemas.microsoft.com/office/drawing/2014/main" id="{B4469BCE-85EC-1C3B-D7A7-AF12C47E09B8}"/>
              </a:ext>
            </a:extLst>
          </p:cNvPr>
          <p:cNvSpPr/>
          <p:nvPr/>
        </p:nvSpPr>
        <p:spPr>
          <a:xfrm>
            <a:off x="8402658" y="4537406"/>
            <a:ext cx="371328" cy="371328"/>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a:solidFill>
                  <a:srgbClr val="FF00FF"/>
                </a:solidFill>
                <a:latin typeface="原稿用標準書体" panose="03000503000000000000" pitchFamily="66" charset="-128"/>
                <a:ea typeface="原稿用標準書体" panose="03000503000000000000" pitchFamily="66" charset="-128"/>
              </a:rPr>
              <a:t>E</a:t>
            </a:r>
            <a:endParaRPr kumimoji="1" lang="ja-JP" altLang="en-US" sz="1400" dirty="0">
              <a:solidFill>
                <a:srgbClr val="FF00FF"/>
              </a:solidFill>
              <a:latin typeface="原稿用標準書体" panose="03000503000000000000" pitchFamily="66" charset="-128"/>
              <a:ea typeface="原稿用標準書体" panose="03000503000000000000" pitchFamily="66" charset="-128"/>
            </a:endParaRPr>
          </a:p>
        </p:txBody>
      </p:sp>
      <p:sp>
        <p:nvSpPr>
          <p:cNvPr id="138" name="テキスト ボックス 137">
            <a:extLst>
              <a:ext uri="{FF2B5EF4-FFF2-40B4-BE49-F238E27FC236}">
                <a16:creationId xmlns:a16="http://schemas.microsoft.com/office/drawing/2014/main" id="{885ED731-DD33-E518-0B38-CD6C5D3B6C1B}"/>
              </a:ext>
            </a:extLst>
          </p:cNvPr>
          <p:cNvSpPr txBox="1"/>
          <p:nvPr/>
        </p:nvSpPr>
        <p:spPr>
          <a:xfrm>
            <a:off x="7434371" y="3118921"/>
            <a:ext cx="569388" cy="400110"/>
          </a:xfrm>
          <a:prstGeom prst="rect">
            <a:avLst/>
          </a:prstGeom>
          <a:noFill/>
        </p:spPr>
        <p:txBody>
          <a:bodyPr wrap="none" rtlCol="0">
            <a:spAutoFit/>
          </a:bodyPr>
          <a:lstStyle/>
          <a:p>
            <a:pPr algn="ctr"/>
            <a:r>
              <a:rPr lang="en-US" altLang="ja-JP" sz="2000" b="1">
                <a:ln>
                  <a:gradFill flip="none" rotWithShape="1">
                    <a:gsLst>
                      <a:gs pos="25000">
                        <a:srgbClr val="FFFF00"/>
                      </a:gs>
                      <a:gs pos="0">
                        <a:srgbClr val="FF0000"/>
                      </a:gs>
                      <a:gs pos="50000">
                        <a:srgbClr val="00B050"/>
                      </a:gs>
                      <a:gs pos="75000">
                        <a:srgbClr val="0070C0"/>
                      </a:gs>
                      <a:gs pos="100000">
                        <a:schemeClr val="accent6"/>
                      </a:gs>
                    </a:gsLst>
                    <a:lin ang="0" scaled="1"/>
                    <a:tileRect/>
                  </a:gradFill>
                </a:ln>
                <a:gradFill flip="none" rotWithShape="1">
                  <a:gsLst>
                    <a:gs pos="0">
                      <a:srgbClr val="FF0000">
                        <a:lumMod val="97000"/>
                        <a:lumOff val="3000"/>
                      </a:srgbClr>
                    </a:gs>
                    <a:gs pos="100000">
                      <a:srgbClr val="7030A0"/>
                    </a:gs>
                    <a:gs pos="75000">
                      <a:srgbClr val="0070C0"/>
                    </a:gs>
                    <a:gs pos="50000">
                      <a:srgbClr val="8EDC23"/>
                    </a:gs>
                    <a:gs pos="25000">
                      <a:srgbClr val="FFFF00"/>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SSR</a:t>
            </a:r>
            <a:endParaRPr kumimoji="1" lang="ja-JP" altLang="en-US" sz="2000" b="1" dirty="0">
              <a:ln>
                <a:gradFill flip="none" rotWithShape="1">
                  <a:gsLst>
                    <a:gs pos="25000">
                      <a:srgbClr val="FFFF00"/>
                    </a:gs>
                    <a:gs pos="0">
                      <a:srgbClr val="FF0000"/>
                    </a:gs>
                    <a:gs pos="50000">
                      <a:srgbClr val="00B050"/>
                    </a:gs>
                    <a:gs pos="75000">
                      <a:srgbClr val="0070C0"/>
                    </a:gs>
                    <a:gs pos="100000">
                      <a:schemeClr val="accent6"/>
                    </a:gs>
                  </a:gsLst>
                  <a:lin ang="0" scaled="1"/>
                  <a:tileRect/>
                </a:gradFill>
              </a:ln>
              <a:gradFill flip="none" rotWithShape="1">
                <a:gsLst>
                  <a:gs pos="0">
                    <a:srgbClr val="FF0000">
                      <a:lumMod val="97000"/>
                      <a:lumOff val="3000"/>
                    </a:srgbClr>
                  </a:gs>
                  <a:gs pos="100000">
                    <a:srgbClr val="7030A0"/>
                  </a:gs>
                  <a:gs pos="75000">
                    <a:srgbClr val="0070C0"/>
                  </a:gs>
                  <a:gs pos="50000">
                    <a:srgbClr val="8EDC23"/>
                  </a:gs>
                  <a:gs pos="25000">
                    <a:srgbClr val="FFFF00"/>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sp>
        <p:nvSpPr>
          <p:cNvPr id="140" name="テキスト ボックス 139">
            <a:extLst>
              <a:ext uri="{FF2B5EF4-FFF2-40B4-BE49-F238E27FC236}">
                <a16:creationId xmlns:a16="http://schemas.microsoft.com/office/drawing/2014/main" id="{1984C104-EBF2-6006-12E7-22469680EDC4}"/>
              </a:ext>
            </a:extLst>
          </p:cNvPr>
          <p:cNvSpPr txBox="1"/>
          <p:nvPr/>
        </p:nvSpPr>
        <p:spPr>
          <a:xfrm>
            <a:off x="8903962" y="3118921"/>
            <a:ext cx="441146" cy="400110"/>
          </a:xfrm>
          <a:prstGeom prst="rect">
            <a:avLst/>
          </a:prstGeom>
          <a:noFill/>
        </p:spPr>
        <p:txBody>
          <a:bodyPr wrap="none" rtlCol="0">
            <a:spAutoFit/>
          </a:bodyPr>
          <a:lstStyle/>
          <a:p>
            <a:pPr algn="ctr"/>
            <a:r>
              <a:rPr lang="en-US" altLang="ja-JP" sz="2000" b="1">
                <a:ln>
                  <a:gradFill flip="none" rotWithShape="1">
                    <a:gsLst>
                      <a:gs pos="0">
                        <a:schemeClr val="accent6">
                          <a:lumMod val="67000"/>
                        </a:schemeClr>
                      </a:gs>
                      <a:gs pos="48000">
                        <a:schemeClr val="accent6">
                          <a:lumMod val="97000"/>
                          <a:lumOff val="3000"/>
                        </a:schemeClr>
                      </a:gs>
                      <a:gs pos="100000">
                        <a:schemeClr val="accent6">
                          <a:lumMod val="60000"/>
                          <a:lumOff val="40000"/>
                        </a:schemeClr>
                      </a:gs>
                    </a:gsLst>
                    <a:lin ang="16200000" scaled="1"/>
                    <a:tileRect/>
                  </a:gradFill>
                </a:ln>
                <a:gradFill flip="none" rotWithShape="1">
                  <a:gsLst>
                    <a:gs pos="0">
                      <a:schemeClr val="accent6">
                        <a:lumMod val="67000"/>
                      </a:schemeClr>
                    </a:gs>
                    <a:gs pos="48000">
                      <a:schemeClr val="accent6">
                        <a:lumMod val="97000"/>
                        <a:lumOff val="3000"/>
                      </a:schemeClr>
                    </a:gs>
                    <a:gs pos="100000">
                      <a:schemeClr val="bg1">
                        <a:lumMod val="75000"/>
                      </a:schemeClr>
                    </a:gs>
                  </a:gsLst>
                  <a:lin ang="1620000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SR</a:t>
            </a:r>
            <a:endParaRPr kumimoji="1" lang="ja-JP" altLang="en-US" sz="2000" b="1" dirty="0">
              <a:ln>
                <a:gradFill flip="none" rotWithShape="1">
                  <a:gsLst>
                    <a:gs pos="0">
                      <a:schemeClr val="accent6">
                        <a:lumMod val="67000"/>
                      </a:schemeClr>
                    </a:gs>
                    <a:gs pos="48000">
                      <a:schemeClr val="accent6">
                        <a:lumMod val="97000"/>
                        <a:lumOff val="3000"/>
                      </a:schemeClr>
                    </a:gs>
                    <a:gs pos="100000">
                      <a:schemeClr val="accent6">
                        <a:lumMod val="60000"/>
                        <a:lumOff val="40000"/>
                      </a:schemeClr>
                    </a:gs>
                  </a:gsLst>
                  <a:lin ang="16200000" scaled="1"/>
                  <a:tileRect/>
                </a:gradFill>
              </a:ln>
              <a:gradFill flip="none" rotWithShape="1">
                <a:gsLst>
                  <a:gs pos="0">
                    <a:schemeClr val="accent6">
                      <a:lumMod val="67000"/>
                    </a:schemeClr>
                  </a:gs>
                  <a:gs pos="48000">
                    <a:schemeClr val="accent6">
                      <a:lumMod val="97000"/>
                      <a:lumOff val="3000"/>
                    </a:schemeClr>
                  </a:gs>
                  <a:gs pos="100000">
                    <a:schemeClr val="bg1">
                      <a:lumMod val="75000"/>
                    </a:schemeClr>
                  </a:gs>
                </a:gsLst>
                <a:lin ang="1620000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sp>
        <p:nvSpPr>
          <p:cNvPr id="142" name="テキスト ボックス 141">
            <a:extLst>
              <a:ext uri="{FF2B5EF4-FFF2-40B4-BE49-F238E27FC236}">
                <a16:creationId xmlns:a16="http://schemas.microsoft.com/office/drawing/2014/main" id="{3EFE6FB3-60C6-53F3-7A4A-E6D5FA4DDC68}"/>
              </a:ext>
            </a:extLst>
          </p:cNvPr>
          <p:cNvSpPr txBox="1"/>
          <p:nvPr/>
        </p:nvSpPr>
        <p:spPr>
          <a:xfrm>
            <a:off x="10245312" y="3118921"/>
            <a:ext cx="569388" cy="400110"/>
          </a:xfrm>
          <a:prstGeom prst="rect">
            <a:avLst/>
          </a:prstGeom>
          <a:noFill/>
        </p:spPr>
        <p:txBody>
          <a:bodyPr wrap="none" rtlCol="0">
            <a:spAutoFit/>
          </a:bodyPr>
          <a:lstStyle/>
          <a:p>
            <a:pPr algn="ctr"/>
            <a:r>
              <a:rPr lang="en-US" altLang="ja-JP" sz="2000" b="1">
                <a:ln>
                  <a:gradFill flip="none" rotWithShape="1">
                    <a:gsLst>
                      <a:gs pos="25000">
                        <a:srgbClr val="FFFF00"/>
                      </a:gs>
                      <a:gs pos="0">
                        <a:srgbClr val="FF0000"/>
                      </a:gs>
                      <a:gs pos="50000">
                        <a:srgbClr val="00B050"/>
                      </a:gs>
                      <a:gs pos="75000">
                        <a:srgbClr val="0070C0"/>
                      </a:gs>
                      <a:gs pos="100000">
                        <a:schemeClr val="accent6"/>
                      </a:gs>
                    </a:gsLst>
                    <a:lin ang="0" scaled="1"/>
                    <a:tileRect/>
                  </a:gradFill>
                </a:ln>
                <a:gradFill flip="none" rotWithShape="1">
                  <a:gsLst>
                    <a:gs pos="0">
                      <a:srgbClr val="FF0000">
                        <a:lumMod val="97000"/>
                        <a:lumOff val="3000"/>
                      </a:srgbClr>
                    </a:gs>
                    <a:gs pos="100000">
                      <a:srgbClr val="7030A0"/>
                    </a:gs>
                    <a:gs pos="75000">
                      <a:srgbClr val="0070C0"/>
                    </a:gs>
                    <a:gs pos="50000">
                      <a:srgbClr val="8EDC23"/>
                    </a:gs>
                    <a:gs pos="25000">
                      <a:srgbClr val="FFFF00"/>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SSR</a:t>
            </a:r>
            <a:endParaRPr kumimoji="1" lang="ja-JP" altLang="en-US" sz="2000" b="1" dirty="0">
              <a:ln>
                <a:gradFill flip="none" rotWithShape="1">
                  <a:gsLst>
                    <a:gs pos="25000">
                      <a:srgbClr val="FFFF00"/>
                    </a:gs>
                    <a:gs pos="0">
                      <a:srgbClr val="FF0000"/>
                    </a:gs>
                    <a:gs pos="50000">
                      <a:srgbClr val="00B050"/>
                    </a:gs>
                    <a:gs pos="75000">
                      <a:srgbClr val="0070C0"/>
                    </a:gs>
                    <a:gs pos="100000">
                      <a:schemeClr val="accent6"/>
                    </a:gs>
                  </a:gsLst>
                  <a:lin ang="0" scaled="1"/>
                  <a:tileRect/>
                </a:gradFill>
              </a:ln>
              <a:gradFill flip="none" rotWithShape="1">
                <a:gsLst>
                  <a:gs pos="0">
                    <a:srgbClr val="FF0000">
                      <a:lumMod val="97000"/>
                      <a:lumOff val="3000"/>
                    </a:srgbClr>
                  </a:gs>
                  <a:gs pos="100000">
                    <a:srgbClr val="7030A0"/>
                  </a:gs>
                  <a:gs pos="75000">
                    <a:srgbClr val="0070C0"/>
                  </a:gs>
                  <a:gs pos="50000">
                    <a:srgbClr val="8EDC23"/>
                  </a:gs>
                  <a:gs pos="25000">
                    <a:srgbClr val="FFFF00"/>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grpSp>
        <p:nvGrpSpPr>
          <p:cNvPr id="144" name="グループ化 143">
            <a:extLst>
              <a:ext uri="{FF2B5EF4-FFF2-40B4-BE49-F238E27FC236}">
                <a16:creationId xmlns:a16="http://schemas.microsoft.com/office/drawing/2014/main" id="{ECA4AEFB-B692-C1B7-0E53-062EA42F56AB}"/>
              </a:ext>
            </a:extLst>
          </p:cNvPr>
          <p:cNvGrpSpPr/>
          <p:nvPr/>
        </p:nvGrpSpPr>
        <p:grpSpPr>
          <a:xfrm>
            <a:off x="9938981" y="2366846"/>
            <a:ext cx="902811" cy="307777"/>
            <a:chOff x="9933025" y="1885589"/>
            <a:chExt cx="902811" cy="307777"/>
          </a:xfrm>
        </p:grpSpPr>
        <p:sp>
          <p:nvSpPr>
            <p:cNvPr id="145" name="四角形: 角を丸くする 144">
              <a:extLst>
                <a:ext uri="{FF2B5EF4-FFF2-40B4-BE49-F238E27FC236}">
                  <a16:creationId xmlns:a16="http://schemas.microsoft.com/office/drawing/2014/main" id="{66D933A3-D258-0236-E4A4-6437DE082E02}"/>
                </a:ext>
              </a:extLst>
            </p:cNvPr>
            <p:cNvSpPr/>
            <p:nvPr/>
          </p:nvSpPr>
          <p:spPr>
            <a:xfrm>
              <a:off x="9966073" y="1901097"/>
              <a:ext cx="836714" cy="292269"/>
            </a:xfrm>
            <a:prstGeom prst="roundRect">
              <a:avLst>
                <a:gd name="adj" fmla="val 4721"/>
              </a:avLst>
            </a:prstGeom>
            <a:solidFill>
              <a:srgbClr val="FF00FF">
                <a:alpha val="6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46" name="テキスト ボックス 145">
              <a:extLst>
                <a:ext uri="{FF2B5EF4-FFF2-40B4-BE49-F238E27FC236}">
                  <a16:creationId xmlns:a16="http://schemas.microsoft.com/office/drawing/2014/main" id="{24E3FAB4-66CE-14AD-FC4F-35F4B3673F41}"/>
                </a:ext>
              </a:extLst>
            </p:cNvPr>
            <p:cNvSpPr txBox="1"/>
            <p:nvPr/>
          </p:nvSpPr>
          <p:spPr>
            <a:xfrm>
              <a:off x="9933025" y="1885589"/>
              <a:ext cx="902811" cy="307777"/>
            </a:xfrm>
            <a:prstGeom prst="rect">
              <a:avLst/>
            </a:prstGeom>
            <a:noFill/>
          </p:spPr>
          <p:txBody>
            <a:bodyPr wrap="none" rtlCol="0">
              <a:spAutoFit/>
            </a:bodyPr>
            <a:lstStyle/>
            <a:p>
              <a:pPr algn="ctr"/>
              <a:r>
                <a:rPr lang="ja-JP" altLang="en-US" sz="1400">
                  <a:solidFill>
                    <a:schemeClr val="accent2"/>
                  </a:solidFill>
                  <a:latin typeface="原稿用標準書体" panose="03000503000000000000" pitchFamily="66" charset="-128"/>
                  <a:ea typeface="原稿用標準書体" panose="03000503000000000000" pitchFamily="66" charset="-128"/>
                </a:rPr>
                <a:t>装備する</a:t>
              </a:r>
              <a:endParaRPr lang="en-US" altLang="ja-JP" sz="1400" dirty="0">
                <a:solidFill>
                  <a:schemeClr val="accent2"/>
                </a:solidFill>
                <a:latin typeface="原稿用標準書体" panose="03000503000000000000" pitchFamily="66" charset="-128"/>
                <a:ea typeface="原稿用標準書体" panose="03000503000000000000" pitchFamily="66" charset="-128"/>
              </a:endParaRPr>
            </a:p>
          </p:txBody>
        </p:sp>
      </p:grpSp>
      <p:grpSp>
        <p:nvGrpSpPr>
          <p:cNvPr id="4" name="グループ化 3">
            <a:extLst>
              <a:ext uri="{FF2B5EF4-FFF2-40B4-BE49-F238E27FC236}">
                <a16:creationId xmlns:a16="http://schemas.microsoft.com/office/drawing/2014/main" id="{4D7165C8-10FB-3F66-2B5F-3A50EA7350E6}"/>
              </a:ext>
            </a:extLst>
          </p:cNvPr>
          <p:cNvGrpSpPr/>
          <p:nvPr/>
        </p:nvGrpSpPr>
        <p:grpSpPr>
          <a:xfrm>
            <a:off x="6847854" y="5498744"/>
            <a:ext cx="4556517" cy="732910"/>
            <a:chOff x="6847854" y="5498744"/>
            <a:chExt cx="4556517" cy="732910"/>
          </a:xfrm>
        </p:grpSpPr>
        <p:sp>
          <p:nvSpPr>
            <p:cNvPr id="7" name="矢印: 五方向 6">
              <a:extLst>
                <a:ext uri="{FF2B5EF4-FFF2-40B4-BE49-F238E27FC236}">
                  <a16:creationId xmlns:a16="http://schemas.microsoft.com/office/drawing/2014/main" id="{EF9AEBA2-9112-9B45-6B7C-785E4ED62350}"/>
                </a:ext>
              </a:extLst>
            </p:cNvPr>
            <p:cNvSpPr/>
            <p:nvPr/>
          </p:nvSpPr>
          <p:spPr>
            <a:xfrm>
              <a:off x="9327302" y="5507053"/>
              <a:ext cx="2077069" cy="710476"/>
            </a:xfrm>
            <a:prstGeom prst="homePlate">
              <a:avLst/>
            </a:prstGeom>
            <a:solidFill>
              <a:srgbClr val="FF00FF">
                <a:alpha val="6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latin typeface="原稿用標準書体" panose="03000503000000000000" pitchFamily="66" charset="-128"/>
                <a:ea typeface="原稿用標準書体" panose="03000503000000000000" pitchFamily="66" charset="-128"/>
              </a:endParaRPr>
            </a:p>
          </p:txBody>
        </p:sp>
        <p:sp>
          <p:nvSpPr>
            <p:cNvPr id="8" name="矢印: 五方向 7">
              <a:extLst>
                <a:ext uri="{FF2B5EF4-FFF2-40B4-BE49-F238E27FC236}">
                  <a16:creationId xmlns:a16="http://schemas.microsoft.com/office/drawing/2014/main" id="{88747E66-7988-E3D8-4427-BAAA450E1495}"/>
                </a:ext>
              </a:extLst>
            </p:cNvPr>
            <p:cNvSpPr/>
            <p:nvPr/>
          </p:nvSpPr>
          <p:spPr>
            <a:xfrm flipH="1">
              <a:off x="6847854" y="5507053"/>
              <a:ext cx="2077070" cy="710476"/>
            </a:xfrm>
            <a:prstGeom prst="homePlate">
              <a:avLst/>
            </a:prstGeom>
            <a:solidFill>
              <a:schemeClr val="tx1">
                <a:lumMod val="95000"/>
                <a:lumOff val="5000"/>
                <a:alpha val="6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latin typeface="原稿用標準書体" panose="03000503000000000000" pitchFamily="66" charset="-128"/>
                <a:ea typeface="原稿用標準書体" panose="03000503000000000000" pitchFamily="66" charset="-128"/>
              </a:endParaRPr>
            </a:p>
          </p:txBody>
        </p:sp>
        <p:grpSp>
          <p:nvGrpSpPr>
            <p:cNvPr id="10" name="グループ化 9">
              <a:extLst>
                <a:ext uri="{FF2B5EF4-FFF2-40B4-BE49-F238E27FC236}">
                  <a16:creationId xmlns:a16="http://schemas.microsoft.com/office/drawing/2014/main" id="{12DB1CBC-B9C7-65A4-255E-A9B7C5A93401}"/>
                </a:ext>
              </a:extLst>
            </p:cNvPr>
            <p:cNvGrpSpPr/>
            <p:nvPr/>
          </p:nvGrpSpPr>
          <p:grpSpPr>
            <a:xfrm>
              <a:off x="6901145" y="5498744"/>
              <a:ext cx="1645326" cy="732910"/>
              <a:chOff x="163586" y="134635"/>
              <a:chExt cx="3134182" cy="1396119"/>
            </a:xfrm>
          </p:grpSpPr>
          <p:sp>
            <p:nvSpPr>
              <p:cNvPr id="40" name="テキスト ボックス 39">
                <a:extLst>
                  <a:ext uri="{FF2B5EF4-FFF2-40B4-BE49-F238E27FC236}">
                    <a16:creationId xmlns:a16="http://schemas.microsoft.com/office/drawing/2014/main" id="{E291A76D-4E73-12C2-6A0A-EB4145DC128C}"/>
                  </a:ext>
                </a:extLst>
              </p:cNvPr>
              <p:cNvSpPr txBox="1"/>
              <p:nvPr/>
            </p:nvSpPr>
            <p:spPr>
              <a:xfrm>
                <a:off x="2066572" y="480925"/>
                <a:ext cx="1231196" cy="703540"/>
              </a:xfrm>
              <a:prstGeom prst="rect">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戻る</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42" name="グループ化 41">
                <a:extLst>
                  <a:ext uri="{FF2B5EF4-FFF2-40B4-BE49-F238E27FC236}">
                    <a16:creationId xmlns:a16="http://schemas.microsoft.com/office/drawing/2014/main" id="{E3E4D4EE-42C6-C7A0-4210-19063971461F}"/>
                  </a:ext>
                </a:extLst>
              </p:cNvPr>
              <p:cNvGrpSpPr/>
              <p:nvPr/>
            </p:nvGrpSpPr>
            <p:grpSpPr>
              <a:xfrm>
                <a:off x="163586" y="134635"/>
                <a:ext cx="1975684" cy="1396119"/>
                <a:chOff x="163586" y="134635"/>
                <a:chExt cx="1975684" cy="1396119"/>
              </a:xfrm>
            </p:grpSpPr>
            <p:grpSp>
              <p:nvGrpSpPr>
                <p:cNvPr id="59" name="グループ化 58">
                  <a:extLst>
                    <a:ext uri="{FF2B5EF4-FFF2-40B4-BE49-F238E27FC236}">
                      <a16:creationId xmlns:a16="http://schemas.microsoft.com/office/drawing/2014/main" id="{97D1E856-8052-4A80-3939-26E9EEE4352B}"/>
                    </a:ext>
                  </a:extLst>
                </p:cNvPr>
                <p:cNvGrpSpPr/>
                <p:nvPr/>
              </p:nvGrpSpPr>
              <p:grpSpPr>
                <a:xfrm>
                  <a:off x="163586" y="134635"/>
                  <a:ext cx="1975684" cy="1396119"/>
                  <a:chOff x="163586" y="134635"/>
                  <a:chExt cx="1975684" cy="1396119"/>
                </a:xfrm>
              </p:grpSpPr>
              <p:pic>
                <p:nvPicPr>
                  <p:cNvPr id="70" name="図 69">
                    <a:extLst>
                      <a:ext uri="{FF2B5EF4-FFF2-40B4-BE49-F238E27FC236}">
                        <a16:creationId xmlns:a16="http://schemas.microsoft.com/office/drawing/2014/main" id="{1C8EC473-9C93-6431-FAE3-9463123C4DA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73" name="楕円 72">
                    <a:extLst>
                      <a:ext uri="{FF2B5EF4-FFF2-40B4-BE49-F238E27FC236}">
                        <a16:creationId xmlns:a16="http://schemas.microsoft.com/office/drawing/2014/main" id="{94348DC8-4C36-E66C-D5D0-737EF9B38B44}"/>
                      </a:ext>
                    </a:extLst>
                  </p:cNvPr>
                  <p:cNvSpPr/>
                  <p:nvPr/>
                </p:nvSpPr>
                <p:spPr>
                  <a:xfrm>
                    <a:off x="836705" y="560292"/>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66" name="図 65">
                  <a:extLst>
                    <a:ext uri="{FF2B5EF4-FFF2-40B4-BE49-F238E27FC236}">
                      <a16:creationId xmlns:a16="http://schemas.microsoft.com/office/drawing/2014/main" id="{11ECED9C-FB72-8F10-3359-9BCD2E453FEE}"/>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sp>
          <p:nvSpPr>
            <p:cNvPr id="33" name="テキスト ボックス 32">
              <a:extLst>
                <a:ext uri="{FF2B5EF4-FFF2-40B4-BE49-F238E27FC236}">
                  <a16:creationId xmlns:a16="http://schemas.microsoft.com/office/drawing/2014/main" id="{EE952BEA-A036-B6EA-A2DC-CCC08292C7A8}"/>
                </a:ext>
              </a:extLst>
            </p:cNvPr>
            <p:cNvSpPr txBox="1"/>
            <p:nvPr/>
          </p:nvSpPr>
          <p:spPr>
            <a:xfrm>
              <a:off x="9503466" y="5680533"/>
              <a:ext cx="1338828" cy="369332"/>
            </a:xfrm>
            <a:prstGeom prst="rect">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ゲート進入</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8" name="二等辺三角形 37">
              <a:extLst>
                <a:ext uri="{FF2B5EF4-FFF2-40B4-BE49-F238E27FC236}">
                  <a16:creationId xmlns:a16="http://schemas.microsoft.com/office/drawing/2014/main" id="{06744F14-897A-12C8-1C2A-1F691E1AEE50}"/>
                </a:ext>
              </a:extLst>
            </p:cNvPr>
            <p:cNvSpPr/>
            <p:nvPr/>
          </p:nvSpPr>
          <p:spPr>
            <a:xfrm rot="5400000">
              <a:off x="10948049" y="5733145"/>
              <a:ext cx="299620" cy="258293"/>
            </a:xfrm>
            <a:prstGeom prst="triangl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Tree>
    <p:extLst>
      <p:ext uri="{BB962C8B-B14F-4D97-AF65-F5344CB8AC3E}">
        <p14:creationId xmlns:p14="http://schemas.microsoft.com/office/powerpoint/2010/main" val="2994204383"/>
      </p:ext>
    </p:extLst>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A9E9A2-0281-AD8B-A665-9F594AEE78DB}"/>
            </a:ext>
          </a:extLst>
        </p:cNvPr>
        <p:cNvGrpSpPr/>
        <p:nvPr/>
      </p:nvGrpSpPr>
      <p:grpSpPr>
        <a:xfrm>
          <a:off x="0" y="0"/>
          <a:ext cx="0" cy="0"/>
          <a:chOff x="0" y="0"/>
          <a:chExt cx="0" cy="0"/>
        </a:xfrm>
      </p:grpSpPr>
      <p:sp>
        <p:nvSpPr>
          <p:cNvPr id="6" name="四角形: 角を丸くする 5">
            <a:extLst>
              <a:ext uri="{FF2B5EF4-FFF2-40B4-BE49-F238E27FC236}">
                <a16:creationId xmlns:a16="http://schemas.microsoft.com/office/drawing/2014/main" id="{D4939385-9894-E339-1A13-1D119445DEC8}"/>
              </a:ext>
            </a:extLst>
          </p:cNvPr>
          <p:cNvSpPr/>
          <p:nvPr/>
        </p:nvSpPr>
        <p:spPr>
          <a:xfrm>
            <a:off x="6645728" y="445192"/>
            <a:ext cx="4960773" cy="5950564"/>
          </a:xfrm>
          <a:prstGeom prst="roundRect">
            <a:avLst>
              <a:gd name="adj" fmla="val 2570"/>
            </a:avLst>
          </a:prstGeom>
          <a:solidFill>
            <a:schemeClr val="tx1">
              <a:lumMod val="50000"/>
              <a:lumOff val="5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 name="四角形: 角を丸くする 2">
            <a:extLst>
              <a:ext uri="{FF2B5EF4-FFF2-40B4-BE49-F238E27FC236}">
                <a16:creationId xmlns:a16="http://schemas.microsoft.com/office/drawing/2014/main" id="{67999392-8B37-6816-8CD3-38BBD628044D}"/>
              </a:ext>
            </a:extLst>
          </p:cNvPr>
          <p:cNvSpPr/>
          <p:nvPr/>
        </p:nvSpPr>
        <p:spPr>
          <a:xfrm>
            <a:off x="6820469" y="619037"/>
            <a:ext cx="1422938" cy="1458109"/>
          </a:xfrm>
          <a:prstGeom prst="roundRect">
            <a:avLst>
              <a:gd name="adj" fmla="val 4721"/>
            </a:avLst>
          </a:prstGeom>
          <a:solidFill>
            <a:schemeClr val="bg1">
              <a:lumMod val="6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9" name="四角形: 角を丸くする 48">
            <a:extLst>
              <a:ext uri="{FF2B5EF4-FFF2-40B4-BE49-F238E27FC236}">
                <a16:creationId xmlns:a16="http://schemas.microsoft.com/office/drawing/2014/main" id="{9044049F-12C3-6FF9-F295-6C0A0CCFE86E}"/>
              </a:ext>
            </a:extLst>
          </p:cNvPr>
          <p:cNvSpPr/>
          <p:nvPr/>
        </p:nvSpPr>
        <p:spPr>
          <a:xfrm>
            <a:off x="8413385" y="619038"/>
            <a:ext cx="1422938" cy="1458109"/>
          </a:xfrm>
          <a:prstGeom prst="roundRect">
            <a:avLst>
              <a:gd name="adj" fmla="val 4721"/>
            </a:avLst>
          </a:prstGeom>
          <a:solidFill>
            <a:schemeClr val="bg1">
              <a:lumMod val="6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7" name="フリーフォーム: 図形 16">
            <a:extLst>
              <a:ext uri="{FF2B5EF4-FFF2-40B4-BE49-F238E27FC236}">
                <a16:creationId xmlns:a16="http://schemas.microsoft.com/office/drawing/2014/main" id="{1A8C9682-073D-DCEB-03E6-7776125E2331}"/>
              </a:ext>
            </a:extLst>
          </p:cNvPr>
          <p:cNvSpPr/>
          <p:nvPr/>
        </p:nvSpPr>
        <p:spPr>
          <a:xfrm>
            <a:off x="6812548" y="619038"/>
            <a:ext cx="4623974" cy="4732653"/>
          </a:xfrm>
          <a:custGeom>
            <a:avLst/>
            <a:gdLst>
              <a:gd name="csX0" fmla="*/ 3268213 w 4623974"/>
              <a:gd name="csY0" fmla="*/ 0 h 4732653"/>
              <a:gd name="csX1" fmla="*/ 4556797 w 4623974"/>
              <a:gd name="csY1" fmla="*/ 0 h 4732653"/>
              <a:gd name="csX2" fmla="*/ 4623974 w 4623974"/>
              <a:gd name="csY2" fmla="*/ 67177 h 4732653"/>
              <a:gd name="csX3" fmla="*/ 4623974 w 4623974"/>
              <a:gd name="csY3" fmla="*/ 1390932 h 4732653"/>
              <a:gd name="csX4" fmla="*/ 4623973 w 4623974"/>
              <a:gd name="csY4" fmla="*/ 1390937 h 4732653"/>
              <a:gd name="csX5" fmla="*/ 4623973 w 4623974"/>
              <a:gd name="csY5" fmla="*/ 4533824 h 4732653"/>
              <a:gd name="csX6" fmla="*/ 4425144 w 4623974"/>
              <a:gd name="csY6" fmla="*/ 4732653 h 4732653"/>
              <a:gd name="csX7" fmla="*/ 198829 w 4623974"/>
              <a:gd name="csY7" fmla="*/ 4732653 h 4732653"/>
              <a:gd name="csX8" fmla="*/ 0 w 4623974"/>
              <a:gd name="csY8" fmla="*/ 4533824 h 4732653"/>
              <a:gd name="csX9" fmla="*/ 0 w 4623974"/>
              <a:gd name="csY9" fmla="*/ 719903 h 4732653"/>
              <a:gd name="csX10" fmla="*/ 198829 w 4623974"/>
              <a:gd name="csY10" fmla="*/ 521074 h 4732653"/>
              <a:gd name="csX11" fmla="*/ 3201036 w 4623974"/>
              <a:gd name="csY11" fmla="*/ 521074 h 4732653"/>
              <a:gd name="csX12" fmla="*/ 3201036 w 4623974"/>
              <a:gd name="csY12" fmla="*/ 67177 h 4732653"/>
              <a:gd name="csX13" fmla="*/ 3268213 w 4623974"/>
              <a:gd name="csY13" fmla="*/ 0 h 473265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4623974" h="4732653">
                <a:moveTo>
                  <a:pt x="3268213" y="0"/>
                </a:moveTo>
                <a:lnTo>
                  <a:pt x="4556797" y="0"/>
                </a:lnTo>
                <a:cubicBezTo>
                  <a:pt x="4593898" y="0"/>
                  <a:pt x="4623974" y="30076"/>
                  <a:pt x="4623974" y="67177"/>
                </a:cubicBezTo>
                <a:lnTo>
                  <a:pt x="4623974" y="1390932"/>
                </a:lnTo>
                <a:lnTo>
                  <a:pt x="4623973" y="1390937"/>
                </a:lnTo>
                <a:lnTo>
                  <a:pt x="4623973" y="4533824"/>
                </a:lnTo>
                <a:cubicBezTo>
                  <a:pt x="4623973" y="4643634"/>
                  <a:pt x="4534954" y="4732653"/>
                  <a:pt x="4425144" y="4732653"/>
                </a:cubicBezTo>
                <a:lnTo>
                  <a:pt x="198829" y="4732653"/>
                </a:lnTo>
                <a:cubicBezTo>
                  <a:pt x="89019" y="4732653"/>
                  <a:pt x="0" y="4643634"/>
                  <a:pt x="0" y="4533824"/>
                </a:cubicBezTo>
                <a:lnTo>
                  <a:pt x="0" y="719903"/>
                </a:lnTo>
                <a:cubicBezTo>
                  <a:pt x="0" y="610093"/>
                  <a:pt x="89019" y="521074"/>
                  <a:pt x="198829" y="521074"/>
                </a:cubicBezTo>
                <a:lnTo>
                  <a:pt x="3201036" y="521074"/>
                </a:lnTo>
                <a:lnTo>
                  <a:pt x="3201036" y="67177"/>
                </a:lnTo>
                <a:cubicBezTo>
                  <a:pt x="3201036" y="30076"/>
                  <a:pt x="3231112" y="0"/>
                  <a:pt x="3268213" y="0"/>
                </a:cubicBezTo>
                <a:close/>
              </a:path>
            </a:pathLst>
          </a:custGeom>
          <a:solidFill>
            <a:schemeClr val="bg1">
              <a:lumMod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4" name="四角形: 角を丸くする 103">
            <a:extLst>
              <a:ext uri="{FF2B5EF4-FFF2-40B4-BE49-F238E27FC236}">
                <a16:creationId xmlns:a16="http://schemas.microsoft.com/office/drawing/2014/main" id="{96794D24-0D24-298D-0CD9-2F2DF61A6167}"/>
              </a:ext>
            </a:extLst>
          </p:cNvPr>
          <p:cNvSpPr/>
          <p:nvPr/>
        </p:nvSpPr>
        <p:spPr>
          <a:xfrm>
            <a:off x="7078828" y="1420723"/>
            <a:ext cx="3995040" cy="1458109"/>
          </a:xfrm>
          <a:prstGeom prst="roundRect">
            <a:avLst>
              <a:gd name="adj" fmla="val 4721"/>
            </a:avLst>
          </a:prstGeom>
          <a:solidFill>
            <a:schemeClr val="accent6">
              <a:lumMod val="60000"/>
              <a:lumOff val="4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 name="四角形: 角を丸くする 8">
            <a:extLst>
              <a:ext uri="{FF2B5EF4-FFF2-40B4-BE49-F238E27FC236}">
                <a16:creationId xmlns:a16="http://schemas.microsoft.com/office/drawing/2014/main" id="{4424DAE3-40B8-D246-5934-7A015FFEF41E}"/>
              </a:ext>
            </a:extLst>
          </p:cNvPr>
          <p:cNvSpPr/>
          <p:nvPr/>
        </p:nvSpPr>
        <p:spPr>
          <a:xfrm>
            <a:off x="585498" y="445192"/>
            <a:ext cx="5710332" cy="5967615"/>
          </a:xfrm>
          <a:prstGeom prst="roundRect">
            <a:avLst>
              <a:gd name="adj" fmla="val 2174"/>
            </a:avLst>
          </a:prstGeom>
          <a:solidFill>
            <a:schemeClr val="accent6">
              <a:lumMod val="40000"/>
              <a:lumOff val="6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 name="テキスト ボックス 4">
            <a:extLst>
              <a:ext uri="{FF2B5EF4-FFF2-40B4-BE49-F238E27FC236}">
                <a16:creationId xmlns:a16="http://schemas.microsoft.com/office/drawing/2014/main" id="{61C8F938-D6CD-E249-9482-4235E0A7DB32}"/>
              </a:ext>
            </a:extLst>
          </p:cNvPr>
          <p:cNvSpPr txBox="1"/>
          <p:nvPr/>
        </p:nvSpPr>
        <p:spPr>
          <a:xfrm>
            <a:off x="820249" y="529494"/>
            <a:ext cx="4685898" cy="646331"/>
          </a:xfrm>
          <a:prstGeom prst="rect">
            <a:avLst/>
          </a:prstGeom>
          <a:noFill/>
        </p:spPr>
        <p:txBody>
          <a:bodyPr wrap="none" rtlCol="0">
            <a:spAutoFit/>
          </a:bodyPr>
          <a:lstStyle/>
          <a:p>
            <a:r>
              <a:rPr lang="ja-JP" altLang="en-US" sz="3600" dirty="0">
                <a:solidFill>
                  <a:schemeClr val="tx1">
                    <a:lumMod val="75000"/>
                    <a:lumOff val="25000"/>
                  </a:schemeClr>
                </a:solidFill>
                <a:latin typeface="原稿用標準書体" panose="03000503000000000000" pitchFamily="66" charset="-128"/>
                <a:ea typeface="原稿用標準書体" panose="03000503000000000000" pitchFamily="66" charset="-128"/>
              </a:rPr>
              <a:t>前衛</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ATK+20%</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、注目度</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+4</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、回避率</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-20%</a:t>
            </a:r>
            <a:endParaRPr kumimoji="1" lang="ja-JP" altLang="en-US" sz="3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16" name="グループ化 15">
            <a:extLst>
              <a:ext uri="{FF2B5EF4-FFF2-40B4-BE49-F238E27FC236}">
                <a16:creationId xmlns:a16="http://schemas.microsoft.com/office/drawing/2014/main" id="{AF9F1329-6C39-A2F0-CFA8-3DA220EBD760}"/>
              </a:ext>
            </a:extLst>
          </p:cNvPr>
          <p:cNvGrpSpPr/>
          <p:nvPr/>
        </p:nvGrpSpPr>
        <p:grpSpPr>
          <a:xfrm>
            <a:off x="789688" y="1318039"/>
            <a:ext cx="5301952" cy="1230022"/>
            <a:chOff x="922576" y="2450171"/>
            <a:chExt cx="5301952" cy="1309138"/>
          </a:xfrm>
          <a:solidFill>
            <a:schemeClr val="tx1">
              <a:lumMod val="75000"/>
              <a:lumOff val="25000"/>
              <a:alpha val="85000"/>
            </a:schemeClr>
          </a:solidFill>
        </p:grpSpPr>
        <p:sp>
          <p:nvSpPr>
            <p:cNvPr id="12" name="四角形: 角を丸くする 11">
              <a:extLst>
                <a:ext uri="{FF2B5EF4-FFF2-40B4-BE49-F238E27FC236}">
                  <a16:creationId xmlns:a16="http://schemas.microsoft.com/office/drawing/2014/main" id="{BCA44AFE-3A59-A2ED-EA66-6AEE10EFAD60}"/>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3" name="四角形: 角を丸くする 12">
              <a:extLst>
                <a:ext uri="{FF2B5EF4-FFF2-40B4-BE49-F238E27FC236}">
                  <a16:creationId xmlns:a16="http://schemas.microsoft.com/office/drawing/2014/main" id="{1EAF37E5-E9FE-A69D-F8D5-BBD4F3B75C14}"/>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4" name="四角形: 角を丸くする 13">
              <a:extLst>
                <a:ext uri="{FF2B5EF4-FFF2-40B4-BE49-F238E27FC236}">
                  <a16:creationId xmlns:a16="http://schemas.microsoft.com/office/drawing/2014/main" id="{F64A784B-4276-F719-5FFF-0D42A4A913A1}"/>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5" name="四角形: 角を丸くする 14">
              <a:extLst>
                <a:ext uri="{FF2B5EF4-FFF2-40B4-BE49-F238E27FC236}">
                  <a16:creationId xmlns:a16="http://schemas.microsoft.com/office/drawing/2014/main" id="{04F0AFAD-C6CC-606A-1BAB-14ECFB24123F}"/>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11" name="テキスト ボックス 10">
            <a:extLst>
              <a:ext uri="{FF2B5EF4-FFF2-40B4-BE49-F238E27FC236}">
                <a16:creationId xmlns:a16="http://schemas.microsoft.com/office/drawing/2014/main" id="{3FC721BF-9C50-4466-BEEB-5198241279EF}"/>
              </a:ext>
            </a:extLst>
          </p:cNvPr>
          <p:cNvSpPr txBox="1"/>
          <p:nvPr/>
        </p:nvSpPr>
        <p:spPr>
          <a:xfrm>
            <a:off x="820249" y="3523725"/>
            <a:ext cx="4685898" cy="646331"/>
          </a:xfrm>
          <a:prstGeom prst="rect">
            <a:avLst/>
          </a:prstGeom>
          <a:noFill/>
        </p:spPr>
        <p:txBody>
          <a:bodyPr wrap="none" rtlCol="0">
            <a:spAutoFit/>
          </a:bodyPr>
          <a:lstStyle/>
          <a:p>
            <a:r>
              <a:rPr lang="ja-JP" altLang="en-US" sz="3600" dirty="0">
                <a:solidFill>
                  <a:schemeClr val="bg1">
                    <a:lumMod val="95000"/>
                  </a:schemeClr>
                </a:solidFill>
                <a:latin typeface="原稿用標準書体" panose="03000503000000000000" pitchFamily="66" charset="-128"/>
                <a:ea typeface="原稿用標準書体" panose="03000503000000000000" pitchFamily="66" charset="-128"/>
              </a:rPr>
              <a:t>後衛</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：回避率</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+20%</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、注目度</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+1</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ATK-20%</a:t>
            </a:r>
            <a:endParaRPr kumimoji="1" lang="ja-JP" altLang="en-US" sz="36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19" name="グループ化 18">
            <a:extLst>
              <a:ext uri="{FF2B5EF4-FFF2-40B4-BE49-F238E27FC236}">
                <a16:creationId xmlns:a16="http://schemas.microsoft.com/office/drawing/2014/main" id="{49363480-A216-4124-E7B5-C79F88DD96B7}"/>
              </a:ext>
            </a:extLst>
          </p:cNvPr>
          <p:cNvGrpSpPr/>
          <p:nvPr/>
        </p:nvGrpSpPr>
        <p:grpSpPr>
          <a:xfrm>
            <a:off x="789688" y="4320508"/>
            <a:ext cx="5301952" cy="1230022"/>
            <a:chOff x="922576" y="2450171"/>
            <a:chExt cx="5301952" cy="1309138"/>
          </a:xfrm>
          <a:solidFill>
            <a:schemeClr val="bg1">
              <a:lumMod val="85000"/>
              <a:alpha val="85000"/>
            </a:schemeClr>
          </a:solidFill>
        </p:grpSpPr>
        <p:sp>
          <p:nvSpPr>
            <p:cNvPr id="20" name="四角形: 角を丸くする 19">
              <a:extLst>
                <a:ext uri="{FF2B5EF4-FFF2-40B4-BE49-F238E27FC236}">
                  <a16:creationId xmlns:a16="http://schemas.microsoft.com/office/drawing/2014/main" id="{CE249604-57F5-72E1-D373-B1CFDE23CC2A}"/>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1" name="四角形: 角を丸くする 20">
              <a:extLst>
                <a:ext uri="{FF2B5EF4-FFF2-40B4-BE49-F238E27FC236}">
                  <a16:creationId xmlns:a16="http://schemas.microsoft.com/office/drawing/2014/main" id="{1D9DBDB4-6324-5C38-F999-46A8113A344B}"/>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2" name="四角形: 角を丸くする 21">
              <a:extLst>
                <a:ext uri="{FF2B5EF4-FFF2-40B4-BE49-F238E27FC236}">
                  <a16:creationId xmlns:a16="http://schemas.microsoft.com/office/drawing/2014/main" id="{016EFE6F-17BD-ABC9-67BD-51D6D5DC4AC4}"/>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3" name="四角形: 角を丸くする 22">
              <a:extLst>
                <a:ext uri="{FF2B5EF4-FFF2-40B4-BE49-F238E27FC236}">
                  <a16:creationId xmlns:a16="http://schemas.microsoft.com/office/drawing/2014/main" id="{CC60E338-FE92-1A3F-4C4A-42DC12748D51}"/>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cxnSp>
        <p:nvCxnSpPr>
          <p:cNvPr id="25" name="直線コネクタ 24">
            <a:extLst>
              <a:ext uri="{FF2B5EF4-FFF2-40B4-BE49-F238E27FC236}">
                <a16:creationId xmlns:a16="http://schemas.microsoft.com/office/drawing/2014/main" id="{EEF1E8A5-F55D-6880-003D-E086AE5658C2}"/>
              </a:ext>
            </a:extLst>
          </p:cNvPr>
          <p:cNvCxnSpPr>
            <a:cxnSpLocks/>
          </p:cNvCxnSpPr>
          <p:nvPr/>
        </p:nvCxnSpPr>
        <p:spPr>
          <a:xfrm>
            <a:off x="759127" y="3428999"/>
            <a:ext cx="5363074" cy="0"/>
          </a:xfrm>
          <a:prstGeom prst="line">
            <a:avLst/>
          </a:prstGeom>
          <a:ln w="12700">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grpSp>
        <p:nvGrpSpPr>
          <p:cNvPr id="28" name="グループ化 27">
            <a:extLst>
              <a:ext uri="{FF2B5EF4-FFF2-40B4-BE49-F238E27FC236}">
                <a16:creationId xmlns:a16="http://schemas.microsoft.com/office/drawing/2014/main" id="{74E82D2D-AA8B-90DD-97B1-774AFF32283E}"/>
              </a:ext>
            </a:extLst>
          </p:cNvPr>
          <p:cNvGrpSpPr/>
          <p:nvPr/>
        </p:nvGrpSpPr>
        <p:grpSpPr>
          <a:xfrm>
            <a:off x="787120" y="2633455"/>
            <a:ext cx="5301952" cy="635908"/>
            <a:chOff x="922576" y="2450171"/>
            <a:chExt cx="5301952" cy="1309138"/>
          </a:xfrm>
          <a:solidFill>
            <a:schemeClr val="tx1">
              <a:lumMod val="75000"/>
              <a:lumOff val="25000"/>
              <a:alpha val="85000"/>
            </a:schemeClr>
          </a:solidFill>
        </p:grpSpPr>
        <p:sp>
          <p:nvSpPr>
            <p:cNvPr id="29" name="四角形: 角を丸くする 28">
              <a:extLst>
                <a:ext uri="{FF2B5EF4-FFF2-40B4-BE49-F238E27FC236}">
                  <a16:creationId xmlns:a16="http://schemas.microsoft.com/office/drawing/2014/main" id="{B18CEC15-4334-EC83-2CF4-7E41FD5502E3}"/>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0" name="四角形: 角を丸くする 29">
              <a:extLst>
                <a:ext uri="{FF2B5EF4-FFF2-40B4-BE49-F238E27FC236}">
                  <a16:creationId xmlns:a16="http://schemas.microsoft.com/office/drawing/2014/main" id="{66CBA371-96B5-7045-A7CC-B3651AF6BF57}"/>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1" name="四角形: 角を丸くする 30">
              <a:extLst>
                <a:ext uri="{FF2B5EF4-FFF2-40B4-BE49-F238E27FC236}">
                  <a16:creationId xmlns:a16="http://schemas.microsoft.com/office/drawing/2014/main" id="{DA70820F-010C-0529-1369-B818824721F5}"/>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2" name="四角形: 角を丸くする 31">
              <a:extLst>
                <a:ext uri="{FF2B5EF4-FFF2-40B4-BE49-F238E27FC236}">
                  <a16:creationId xmlns:a16="http://schemas.microsoft.com/office/drawing/2014/main" id="{AC160A13-9151-E2E9-A039-084F9C6F67AE}"/>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34" name="四角形: 角を丸くする 33">
            <a:extLst>
              <a:ext uri="{FF2B5EF4-FFF2-40B4-BE49-F238E27FC236}">
                <a16:creationId xmlns:a16="http://schemas.microsoft.com/office/drawing/2014/main" id="{564A1357-1CD1-2E86-40D9-B8C19B991184}"/>
              </a:ext>
            </a:extLst>
          </p:cNvPr>
          <p:cNvSpPr/>
          <p:nvPr/>
        </p:nvSpPr>
        <p:spPr>
          <a:xfrm>
            <a:off x="787120" y="5645255"/>
            <a:ext cx="1233805" cy="635908"/>
          </a:xfrm>
          <a:prstGeom prst="roundRect">
            <a:avLst>
              <a:gd name="adj" fmla="val 6896"/>
            </a:avLst>
          </a:prstGeom>
          <a:solidFill>
            <a:schemeClr val="bg1">
              <a:lumMod val="8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5" name="四角形: 角を丸くする 34">
            <a:extLst>
              <a:ext uri="{FF2B5EF4-FFF2-40B4-BE49-F238E27FC236}">
                <a16:creationId xmlns:a16="http://schemas.microsoft.com/office/drawing/2014/main" id="{64B3B318-8862-5FEB-7FFB-09D3BFF4CDBA}"/>
              </a:ext>
            </a:extLst>
          </p:cNvPr>
          <p:cNvSpPr/>
          <p:nvPr/>
        </p:nvSpPr>
        <p:spPr>
          <a:xfrm>
            <a:off x="2143169" y="5645255"/>
            <a:ext cx="1233805" cy="635908"/>
          </a:xfrm>
          <a:prstGeom prst="roundRect">
            <a:avLst>
              <a:gd name="adj" fmla="val 6896"/>
            </a:avLst>
          </a:prstGeom>
          <a:solidFill>
            <a:schemeClr val="bg1">
              <a:lumMod val="8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6" name="四角形: 角を丸くする 35">
            <a:extLst>
              <a:ext uri="{FF2B5EF4-FFF2-40B4-BE49-F238E27FC236}">
                <a16:creationId xmlns:a16="http://schemas.microsoft.com/office/drawing/2014/main" id="{B0C2A165-51C4-F9BB-C659-2500C447473F}"/>
              </a:ext>
            </a:extLst>
          </p:cNvPr>
          <p:cNvSpPr/>
          <p:nvPr/>
        </p:nvSpPr>
        <p:spPr>
          <a:xfrm>
            <a:off x="3499218" y="5645255"/>
            <a:ext cx="1233805" cy="635908"/>
          </a:xfrm>
          <a:prstGeom prst="roundRect">
            <a:avLst>
              <a:gd name="adj" fmla="val 6896"/>
            </a:avLst>
          </a:prstGeom>
          <a:solidFill>
            <a:schemeClr val="bg1">
              <a:lumMod val="8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7" name="四角形: 角を丸くする 36">
            <a:extLst>
              <a:ext uri="{FF2B5EF4-FFF2-40B4-BE49-F238E27FC236}">
                <a16:creationId xmlns:a16="http://schemas.microsoft.com/office/drawing/2014/main" id="{583C3A9B-094D-B1CA-5C61-9EF70E8E217A}"/>
              </a:ext>
            </a:extLst>
          </p:cNvPr>
          <p:cNvSpPr/>
          <p:nvPr/>
        </p:nvSpPr>
        <p:spPr>
          <a:xfrm>
            <a:off x="4855267" y="5645255"/>
            <a:ext cx="1233805" cy="635908"/>
          </a:xfrm>
          <a:prstGeom prst="roundRect">
            <a:avLst>
              <a:gd name="adj" fmla="val 6896"/>
            </a:avLst>
          </a:prstGeom>
          <a:solidFill>
            <a:schemeClr val="bg1">
              <a:lumMod val="8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 name="テキスト ボックス 1">
            <a:extLst>
              <a:ext uri="{FF2B5EF4-FFF2-40B4-BE49-F238E27FC236}">
                <a16:creationId xmlns:a16="http://schemas.microsoft.com/office/drawing/2014/main" id="{ABF60A69-C818-B459-FA2F-39DDAC0874DD}"/>
              </a:ext>
            </a:extLst>
          </p:cNvPr>
          <p:cNvSpPr txBox="1"/>
          <p:nvPr/>
        </p:nvSpPr>
        <p:spPr>
          <a:xfrm>
            <a:off x="7046965" y="688737"/>
            <a:ext cx="954108"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ゲート</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43" name="テキスト ボックス 42">
            <a:extLst>
              <a:ext uri="{FF2B5EF4-FFF2-40B4-BE49-F238E27FC236}">
                <a16:creationId xmlns:a16="http://schemas.microsoft.com/office/drawing/2014/main" id="{9396979F-9B2B-2914-2308-9AF5FD6755E7}"/>
              </a:ext>
            </a:extLst>
          </p:cNvPr>
          <p:cNvSpPr txBox="1"/>
          <p:nvPr/>
        </p:nvSpPr>
        <p:spPr>
          <a:xfrm>
            <a:off x="8647800" y="688737"/>
            <a:ext cx="954108"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44" name="テキスト ボックス 43">
            <a:extLst>
              <a:ext uri="{FF2B5EF4-FFF2-40B4-BE49-F238E27FC236}">
                <a16:creationId xmlns:a16="http://schemas.microsoft.com/office/drawing/2014/main" id="{8F51B741-74A4-B8AA-98B7-794CA3BE8322}"/>
              </a:ext>
            </a:extLst>
          </p:cNvPr>
          <p:cNvSpPr txBox="1"/>
          <p:nvPr/>
        </p:nvSpPr>
        <p:spPr>
          <a:xfrm>
            <a:off x="10376241" y="688737"/>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60" name="グループ化 59">
            <a:extLst>
              <a:ext uri="{FF2B5EF4-FFF2-40B4-BE49-F238E27FC236}">
                <a16:creationId xmlns:a16="http://schemas.microsoft.com/office/drawing/2014/main" id="{E2541E0E-C6C8-6F38-3FBC-FEE42516F684}"/>
              </a:ext>
            </a:extLst>
          </p:cNvPr>
          <p:cNvGrpSpPr/>
          <p:nvPr/>
        </p:nvGrpSpPr>
        <p:grpSpPr>
          <a:xfrm>
            <a:off x="1063119" y="2758022"/>
            <a:ext cx="4765774" cy="400110"/>
            <a:chOff x="1168089" y="2766548"/>
            <a:chExt cx="4765774" cy="400110"/>
          </a:xfrm>
        </p:grpSpPr>
        <p:sp>
          <p:nvSpPr>
            <p:cNvPr id="52" name="テキスト ボックス 51">
              <a:extLst>
                <a:ext uri="{FF2B5EF4-FFF2-40B4-BE49-F238E27FC236}">
                  <a16:creationId xmlns:a16="http://schemas.microsoft.com/office/drawing/2014/main" id="{98F2AAE4-F3CE-3CF8-8A1B-B5E9430D054A}"/>
                </a:ext>
              </a:extLst>
            </p:cNvPr>
            <p:cNvSpPr txBox="1"/>
            <p:nvPr/>
          </p:nvSpPr>
          <p:spPr>
            <a:xfrm>
              <a:off x="1168089"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3" name="テキスト ボックス 52">
              <a:extLst>
                <a:ext uri="{FF2B5EF4-FFF2-40B4-BE49-F238E27FC236}">
                  <a16:creationId xmlns:a16="http://schemas.microsoft.com/office/drawing/2014/main" id="{89811AE1-BD61-DD10-BB4C-85132500F53A}"/>
                </a:ext>
              </a:extLst>
            </p:cNvPr>
            <p:cNvSpPr txBox="1"/>
            <p:nvPr/>
          </p:nvSpPr>
          <p:spPr>
            <a:xfrm>
              <a:off x="2524138"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4" name="テキスト ボックス 53">
              <a:extLst>
                <a:ext uri="{FF2B5EF4-FFF2-40B4-BE49-F238E27FC236}">
                  <a16:creationId xmlns:a16="http://schemas.microsoft.com/office/drawing/2014/main" id="{BA333720-646B-E6D4-414A-C3119F9C59B4}"/>
                </a:ext>
              </a:extLst>
            </p:cNvPr>
            <p:cNvSpPr txBox="1"/>
            <p:nvPr/>
          </p:nvSpPr>
          <p:spPr>
            <a:xfrm>
              <a:off x="3880187"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5" name="テキスト ボックス 54">
              <a:extLst>
                <a:ext uri="{FF2B5EF4-FFF2-40B4-BE49-F238E27FC236}">
                  <a16:creationId xmlns:a16="http://schemas.microsoft.com/office/drawing/2014/main" id="{4A8770CC-E38F-67D9-3BD9-A614B6134A76}"/>
                </a:ext>
              </a:extLst>
            </p:cNvPr>
            <p:cNvSpPr txBox="1"/>
            <p:nvPr/>
          </p:nvSpPr>
          <p:spPr>
            <a:xfrm>
              <a:off x="5236236"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sp>
        <p:nvSpPr>
          <p:cNvPr id="56" name="テキスト ボックス 55">
            <a:extLst>
              <a:ext uri="{FF2B5EF4-FFF2-40B4-BE49-F238E27FC236}">
                <a16:creationId xmlns:a16="http://schemas.microsoft.com/office/drawing/2014/main" id="{5AF9D3E0-74E2-FD68-F21A-04C3EE9D015E}"/>
              </a:ext>
            </a:extLst>
          </p:cNvPr>
          <p:cNvSpPr txBox="1"/>
          <p:nvPr/>
        </p:nvSpPr>
        <p:spPr>
          <a:xfrm>
            <a:off x="1063119"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57" name="テキスト ボックス 56">
            <a:extLst>
              <a:ext uri="{FF2B5EF4-FFF2-40B4-BE49-F238E27FC236}">
                <a16:creationId xmlns:a16="http://schemas.microsoft.com/office/drawing/2014/main" id="{625D780D-A5AA-95A7-16A5-97B98B8F6431}"/>
              </a:ext>
            </a:extLst>
          </p:cNvPr>
          <p:cNvSpPr txBox="1"/>
          <p:nvPr/>
        </p:nvSpPr>
        <p:spPr>
          <a:xfrm>
            <a:off x="2419168"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58" name="テキスト ボックス 57">
            <a:extLst>
              <a:ext uri="{FF2B5EF4-FFF2-40B4-BE49-F238E27FC236}">
                <a16:creationId xmlns:a16="http://schemas.microsoft.com/office/drawing/2014/main" id="{D96C1F67-C804-A2D6-7E35-3DD9B3971105}"/>
              </a:ext>
            </a:extLst>
          </p:cNvPr>
          <p:cNvSpPr txBox="1"/>
          <p:nvPr/>
        </p:nvSpPr>
        <p:spPr>
          <a:xfrm>
            <a:off x="3775217"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61" name="グループ化 60">
            <a:extLst>
              <a:ext uri="{FF2B5EF4-FFF2-40B4-BE49-F238E27FC236}">
                <a16:creationId xmlns:a16="http://schemas.microsoft.com/office/drawing/2014/main" id="{2E26EE6B-76BC-52EE-71EF-5CEB742726C7}"/>
              </a:ext>
            </a:extLst>
          </p:cNvPr>
          <p:cNvGrpSpPr/>
          <p:nvPr/>
        </p:nvGrpSpPr>
        <p:grpSpPr>
          <a:xfrm>
            <a:off x="929537" y="1713369"/>
            <a:ext cx="5022254" cy="400110"/>
            <a:chOff x="1039849" y="2766548"/>
            <a:chExt cx="5022254" cy="400110"/>
          </a:xfrm>
        </p:grpSpPr>
        <p:sp>
          <p:nvSpPr>
            <p:cNvPr id="62" name="テキスト ボックス 61">
              <a:extLst>
                <a:ext uri="{FF2B5EF4-FFF2-40B4-BE49-F238E27FC236}">
                  <a16:creationId xmlns:a16="http://schemas.microsoft.com/office/drawing/2014/main" id="{D74C7E6A-E09E-22BD-3934-87FFAE182DB3}"/>
                </a:ext>
              </a:extLst>
            </p:cNvPr>
            <p:cNvSpPr txBox="1"/>
            <p:nvPr/>
          </p:nvSpPr>
          <p:spPr>
            <a:xfrm>
              <a:off x="1039849"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63" name="テキスト ボックス 62">
              <a:extLst>
                <a:ext uri="{FF2B5EF4-FFF2-40B4-BE49-F238E27FC236}">
                  <a16:creationId xmlns:a16="http://schemas.microsoft.com/office/drawing/2014/main" id="{47C90591-A412-75F0-1663-1AB01587FA03}"/>
                </a:ext>
              </a:extLst>
            </p:cNvPr>
            <p:cNvSpPr txBox="1"/>
            <p:nvPr/>
          </p:nvSpPr>
          <p:spPr>
            <a:xfrm>
              <a:off x="2395898"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sp>
          <p:nvSpPr>
            <p:cNvPr id="64" name="テキスト ボックス 63">
              <a:extLst>
                <a:ext uri="{FF2B5EF4-FFF2-40B4-BE49-F238E27FC236}">
                  <a16:creationId xmlns:a16="http://schemas.microsoft.com/office/drawing/2014/main" id="{465F59C8-1E16-D485-5E18-B20801855B3A}"/>
                </a:ext>
              </a:extLst>
            </p:cNvPr>
            <p:cNvSpPr txBox="1"/>
            <p:nvPr/>
          </p:nvSpPr>
          <p:spPr>
            <a:xfrm>
              <a:off x="3751947"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sp>
          <p:nvSpPr>
            <p:cNvPr id="65" name="テキスト ボックス 64">
              <a:extLst>
                <a:ext uri="{FF2B5EF4-FFF2-40B4-BE49-F238E27FC236}">
                  <a16:creationId xmlns:a16="http://schemas.microsoft.com/office/drawing/2014/main" id="{F32ECBD6-6DCD-4C38-DBC0-A0DDEF45F505}"/>
                </a:ext>
              </a:extLst>
            </p:cNvPr>
            <p:cNvSpPr txBox="1"/>
            <p:nvPr/>
          </p:nvSpPr>
          <p:spPr>
            <a:xfrm>
              <a:off x="5107996"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sp>
        <p:nvSpPr>
          <p:cNvPr id="67" name="テキスト ボックス 66">
            <a:extLst>
              <a:ext uri="{FF2B5EF4-FFF2-40B4-BE49-F238E27FC236}">
                <a16:creationId xmlns:a16="http://schemas.microsoft.com/office/drawing/2014/main" id="{A829E306-9F01-558D-63C8-6D48D6B2A28E}"/>
              </a:ext>
            </a:extLst>
          </p:cNvPr>
          <p:cNvSpPr txBox="1"/>
          <p:nvPr/>
        </p:nvSpPr>
        <p:spPr>
          <a:xfrm>
            <a:off x="895727" y="4764316"/>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68" name="テキスト ボックス 67">
            <a:extLst>
              <a:ext uri="{FF2B5EF4-FFF2-40B4-BE49-F238E27FC236}">
                <a16:creationId xmlns:a16="http://schemas.microsoft.com/office/drawing/2014/main" id="{5643BD91-E995-762B-BBEC-609970BB61A7}"/>
              </a:ext>
            </a:extLst>
          </p:cNvPr>
          <p:cNvSpPr txBox="1"/>
          <p:nvPr/>
        </p:nvSpPr>
        <p:spPr>
          <a:xfrm>
            <a:off x="2251776" y="4764316"/>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sp>
        <p:nvSpPr>
          <p:cNvPr id="69" name="テキスト ボックス 68">
            <a:extLst>
              <a:ext uri="{FF2B5EF4-FFF2-40B4-BE49-F238E27FC236}">
                <a16:creationId xmlns:a16="http://schemas.microsoft.com/office/drawing/2014/main" id="{C9344377-8B69-03E4-8A96-B0765DA0564A}"/>
              </a:ext>
            </a:extLst>
          </p:cNvPr>
          <p:cNvSpPr txBox="1"/>
          <p:nvPr/>
        </p:nvSpPr>
        <p:spPr>
          <a:xfrm>
            <a:off x="3607825" y="4764316"/>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grpSp>
        <p:nvGrpSpPr>
          <p:cNvPr id="39" name="グループ化 38">
            <a:extLst>
              <a:ext uri="{FF2B5EF4-FFF2-40B4-BE49-F238E27FC236}">
                <a16:creationId xmlns:a16="http://schemas.microsoft.com/office/drawing/2014/main" id="{24710275-2A8C-9926-8DEC-7964817F71A1}"/>
              </a:ext>
            </a:extLst>
          </p:cNvPr>
          <p:cNvGrpSpPr/>
          <p:nvPr/>
        </p:nvGrpSpPr>
        <p:grpSpPr>
          <a:xfrm>
            <a:off x="7152268" y="3527231"/>
            <a:ext cx="1133594" cy="1104484"/>
            <a:chOff x="7726816" y="3269363"/>
            <a:chExt cx="1349421" cy="1314768"/>
          </a:xfrm>
        </p:grpSpPr>
        <p:sp>
          <p:nvSpPr>
            <p:cNvPr id="26" name="四角形: 角を丸くする 25">
              <a:extLst>
                <a:ext uri="{FF2B5EF4-FFF2-40B4-BE49-F238E27FC236}">
                  <a16:creationId xmlns:a16="http://schemas.microsoft.com/office/drawing/2014/main" id="{CBB58CF5-D515-D73D-3AC3-1B9EC0713B3F}"/>
                </a:ext>
              </a:extLst>
            </p:cNvPr>
            <p:cNvSpPr/>
            <p:nvPr/>
          </p:nvSpPr>
          <p:spPr>
            <a:xfrm>
              <a:off x="7726816" y="3269363"/>
              <a:ext cx="1349421" cy="1314768"/>
            </a:xfrm>
            <a:prstGeom prst="roundRect">
              <a:avLst>
                <a:gd name="adj" fmla="val 6896"/>
              </a:avLst>
            </a:prstGeom>
            <a:noFill/>
            <a:ln w="25400">
              <a:solidFill>
                <a:schemeClr val="accent6">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27" name="図 26">
              <a:extLst>
                <a:ext uri="{FF2B5EF4-FFF2-40B4-BE49-F238E27FC236}">
                  <a16:creationId xmlns:a16="http://schemas.microsoft.com/office/drawing/2014/main" id="{F6B5609A-492C-9BA3-190E-8B271AD36303}"/>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7883385" y="3371861"/>
              <a:ext cx="1059999" cy="1125304"/>
            </a:xfrm>
            <a:prstGeom prst="rect">
              <a:avLst/>
            </a:prstGeom>
          </p:spPr>
        </p:pic>
      </p:grpSp>
      <p:grpSp>
        <p:nvGrpSpPr>
          <p:cNvPr id="41" name="グループ化 40">
            <a:extLst>
              <a:ext uri="{FF2B5EF4-FFF2-40B4-BE49-F238E27FC236}">
                <a16:creationId xmlns:a16="http://schemas.microsoft.com/office/drawing/2014/main" id="{814CA442-6DDE-D907-27E4-9A0C6005C400}"/>
              </a:ext>
            </a:extLst>
          </p:cNvPr>
          <p:cNvGrpSpPr/>
          <p:nvPr/>
        </p:nvGrpSpPr>
        <p:grpSpPr>
          <a:xfrm>
            <a:off x="8557738" y="3527231"/>
            <a:ext cx="1133594" cy="1104484"/>
            <a:chOff x="7726816" y="3269363"/>
            <a:chExt cx="1349421" cy="1314768"/>
          </a:xfrm>
        </p:grpSpPr>
        <p:sp>
          <p:nvSpPr>
            <p:cNvPr id="45" name="四角形: 角を丸くする 44">
              <a:extLst>
                <a:ext uri="{FF2B5EF4-FFF2-40B4-BE49-F238E27FC236}">
                  <a16:creationId xmlns:a16="http://schemas.microsoft.com/office/drawing/2014/main" id="{4706B7EF-4A82-7F19-8D0B-0FE0141F2812}"/>
                </a:ext>
              </a:extLst>
            </p:cNvPr>
            <p:cNvSpPr/>
            <p:nvPr/>
          </p:nvSpPr>
          <p:spPr>
            <a:xfrm>
              <a:off x="7726816" y="3269363"/>
              <a:ext cx="1349421" cy="1314768"/>
            </a:xfrm>
            <a:prstGeom prst="roundRect">
              <a:avLst>
                <a:gd name="adj" fmla="val 6896"/>
              </a:avLst>
            </a:prstGeom>
            <a:noFill/>
            <a:ln w="25400">
              <a:solidFill>
                <a:schemeClr val="tx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46" name="図 45">
              <a:extLst>
                <a:ext uri="{FF2B5EF4-FFF2-40B4-BE49-F238E27FC236}">
                  <a16:creationId xmlns:a16="http://schemas.microsoft.com/office/drawing/2014/main" id="{1F6DF80B-8067-71A3-AAD5-13A08B3F5092}"/>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7883385" y="3371861"/>
              <a:ext cx="1059999" cy="1125304"/>
            </a:xfrm>
            <a:prstGeom prst="rect">
              <a:avLst/>
            </a:prstGeom>
          </p:spPr>
        </p:pic>
      </p:grpSp>
      <p:grpSp>
        <p:nvGrpSpPr>
          <p:cNvPr id="47" name="グループ化 46">
            <a:extLst>
              <a:ext uri="{FF2B5EF4-FFF2-40B4-BE49-F238E27FC236}">
                <a16:creationId xmlns:a16="http://schemas.microsoft.com/office/drawing/2014/main" id="{08E95854-5328-F429-9148-9CA7ABFEF793}"/>
              </a:ext>
            </a:extLst>
          </p:cNvPr>
          <p:cNvGrpSpPr/>
          <p:nvPr/>
        </p:nvGrpSpPr>
        <p:grpSpPr>
          <a:xfrm>
            <a:off x="9963209" y="3527231"/>
            <a:ext cx="1133594" cy="1104484"/>
            <a:chOff x="7726816" y="3269363"/>
            <a:chExt cx="1349421" cy="1314768"/>
          </a:xfrm>
        </p:grpSpPr>
        <p:sp>
          <p:nvSpPr>
            <p:cNvPr id="48" name="四角形: 角を丸くする 47">
              <a:extLst>
                <a:ext uri="{FF2B5EF4-FFF2-40B4-BE49-F238E27FC236}">
                  <a16:creationId xmlns:a16="http://schemas.microsoft.com/office/drawing/2014/main" id="{EF30C295-B776-92E9-5E6E-54A392249F81}"/>
                </a:ext>
              </a:extLst>
            </p:cNvPr>
            <p:cNvSpPr/>
            <p:nvPr/>
          </p:nvSpPr>
          <p:spPr>
            <a:xfrm>
              <a:off x="7726816" y="3269363"/>
              <a:ext cx="1349421" cy="1314768"/>
            </a:xfrm>
            <a:prstGeom prst="roundRect">
              <a:avLst>
                <a:gd name="adj" fmla="val 6896"/>
              </a:avLst>
            </a:prstGeom>
            <a:noFill/>
            <a:ln w="25400">
              <a:solidFill>
                <a:schemeClr val="tx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76" name="図 75">
              <a:extLst>
                <a:ext uri="{FF2B5EF4-FFF2-40B4-BE49-F238E27FC236}">
                  <a16:creationId xmlns:a16="http://schemas.microsoft.com/office/drawing/2014/main" id="{55299C95-79FB-7417-B777-3F39FE72A4B3}"/>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7883385" y="3371861"/>
              <a:ext cx="1059999" cy="1125304"/>
            </a:xfrm>
            <a:prstGeom prst="rect">
              <a:avLst/>
            </a:prstGeom>
          </p:spPr>
        </p:pic>
      </p:grpSp>
      <p:sp>
        <p:nvSpPr>
          <p:cNvPr id="89" name="二等辺三角形 88">
            <a:extLst>
              <a:ext uri="{FF2B5EF4-FFF2-40B4-BE49-F238E27FC236}">
                <a16:creationId xmlns:a16="http://schemas.microsoft.com/office/drawing/2014/main" id="{830071AD-49B3-5B62-A634-FC83E56B308D}"/>
              </a:ext>
            </a:extLst>
          </p:cNvPr>
          <p:cNvSpPr/>
          <p:nvPr/>
        </p:nvSpPr>
        <p:spPr>
          <a:xfrm>
            <a:off x="7429118" y="4553870"/>
            <a:ext cx="625766" cy="366261"/>
          </a:xfrm>
          <a:prstGeom prst="triangle">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2" name="テキスト ボックス 101">
            <a:extLst>
              <a:ext uri="{FF2B5EF4-FFF2-40B4-BE49-F238E27FC236}">
                <a16:creationId xmlns:a16="http://schemas.microsoft.com/office/drawing/2014/main" id="{EEEBEB6A-F023-24D9-7E38-C9F41F0EDE70}"/>
              </a:ext>
            </a:extLst>
          </p:cNvPr>
          <p:cNvSpPr txBox="1"/>
          <p:nvPr/>
        </p:nvSpPr>
        <p:spPr>
          <a:xfrm>
            <a:off x="8490029" y="1481807"/>
            <a:ext cx="800219" cy="338554"/>
          </a:xfrm>
          <a:prstGeom prst="rect">
            <a:avLst/>
          </a:prstGeom>
          <a:noFill/>
        </p:spPr>
        <p:txBody>
          <a:bodyPr wrap="none" rtlCol="0">
            <a:spAutoFit/>
          </a:bodyPr>
          <a:lstStyle/>
          <a:p>
            <a:r>
              <a:rPr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武器名</a:t>
            </a:r>
            <a:endParaRPr kumimoji="1"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103" name="テキスト ボックス 102">
            <a:extLst>
              <a:ext uri="{FF2B5EF4-FFF2-40B4-BE49-F238E27FC236}">
                <a16:creationId xmlns:a16="http://schemas.microsoft.com/office/drawing/2014/main" id="{40BDF48B-2EF4-B880-DF7E-5CAAF64A7261}"/>
              </a:ext>
            </a:extLst>
          </p:cNvPr>
          <p:cNvSpPr txBox="1"/>
          <p:nvPr/>
        </p:nvSpPr>
        <p:spPr>
          <a:xfrm>
            <a:off x="8490029" y="1751306"/>
            <a:ext cx="1336264" cy="1015663"/>
          </a:xfrm>
          <a:prstGeom prst="rect">
            <a:avLst/>
          </a:prstGeom>
          <a:noFill/>
        </p:spPr>
        <p:txBody>
          <a:bodyPr wrap="square" rtlCol="0">
            <a:spAutoFit/>
          </a:bodyPr>
          <a:lstStyle/>
          <a:p>
            <a:r>
              <a:rPr lang="en-US" altLang="ja-JP" sz="1600" dirty="0">
                <a:ln w="0">
                  <a:solidFill>
                    <a:schemeClr val="tx1">
                      <a:lumMod val="85000"/>
                      <a:lumOff val="15000"/>
                      <a:alpha val="55000"/>
                    </a:schemeClr>
                  </a:solidFill>
                </a:ln>
                <a:solidFill>
                  <a:srgbClr val="00B050"/>
                </a:solidFill>
                <a:latin typeface="原稿用標準書体" panose="03000503000000000000" pitchFamily="66" charset="-128"/>
                <a:ea typeface="原稿用標準書体" panose="03000503000000000000" pitchFamily="66" charset="-128"/>
              </a:rPr>
              <a:t>HP</a:t>
            </a:r>
            <a:r>
              <a:rPr lang="ja-JP" altLang="en-US" sz="1600" dirty="0">
                <a:ln w="0">
                  <a:solidFill>
                    <a:schemeClr val="tx1">
                      <a:lumMod val="85000"/>
                      <a:lumOff val="15000"/>
                      <a:alpha val="55000"/>
                    </a:schemeClr>
                  </a:solidFill>
                </a:ln>
                <a:solidFill>
                  <a:srgbClr val="00B050"/>
                </a:solidFill>
                <a:latin typeface="原稿用標準書体" panose="03000503000000000000" pitchFamily="66" charset="-128"/>
                <a:ea typeface="原稿用標準書体" panose="03000503000000000000" pitchFamily="66" charset="-128"/>
              </a:rPr>
              <a:t>＋</a:t>
            </a:r>
            <a:r>
              <a:rPr lang="en-US" altLang="ja-JP" sz="2000" dirty="0">
                <a:ln w="0">
                  <a:solidFill>
                    <a:schemeClr val="tx1">
                      <a:lumMod val="85000"/>
                      <a:lumOff val="15000"/>
                      <a:alpha val="55000"/>
                    </a:schemeClr>
                  </a:solidFill>
                </a:ln>
                <a:solidFill>
                  <a:srgbClr val="00B050"/>
                </a:solidFill>
                <a:latin typeface="原稿用標準書体" panose="03000503000000000000" pitchFamily="66" charset="-128"/>
                <a:ea typeface="原稿用標準書体" panose="03000503000000000000" pitchFamily="66" charset="-128"/>
              </a:rPr>
              <a:t>100</a:t>
            </a:r>
            <a:br>
              <a:rPr lang="en-US" altLang="ja-JP" sz="1600" dirty="0">
                <a:ln w="0">
                  <a:solidFill>
                    <a:schemeClr val="tx1">
                      <a:lumMod val="85000"/>
                      <a:lumOff val="15000"/>
                      <a:alpha val="55000"/>
                    </a:schemeClr>
                  </a:solidFill>
                </a:ln>
                <a:solidFill>
                  <a:schemeClr val="accent5"/>
                </a:solidFill>
                <a:latin typeface="原稿用標準書体" panose="03000503000000000000" pitchFamily="66" charset="-128"/>
                <a:ea typeface="原稿用標準書体" panose="03000503000000000000" pitchFamily="66" charset="-128"/>
              </a:rPr>
            </a:br>
            <a:r>
              <a:rPr lang="en-US" altLang="ja-JP" sz="1600" dirty="0">
                <a:ln w="0">
                  <a:solidFill>
                    <a:schemeClr val="tx1">
                      <a:lumMod val="85000"/>
                      <a:lumOff val="15000"/>
                      <a:alpha val="55000"/>
                    </a:schemeClr>
                  </a:solidFill>
                </a:ln>
                <a:solidFill>
                  <a:schemeClr val="accent5"/>
                </a:solidFill>
                <a:latin typeface="原稿用標準書体" panose="03000503000000000000" pitchFamily="66" charset="-128"/>
                <a:ea typeface="原稿用標準書体" panose="03000503000000000000" pitchFamily="66" charset="-128"/>
              </a:rPr>
              <a:t>SPD</a:t>
            </a:r>
            <a:r>
              <a:rPr lang="ja-JP" altLang="en-US" sz="1600" dirty="0">
                <a:ln w="0">
                  <a:solidFill>
                    <a:schemeClr val="tx1">
                      <a:lumMod val="85000"/>
                      <a:lumOff val="15000"/>
                      <a:alpha val="55000"/>
                    </a:schemeClr>
                  </a:solidFill>
                </a:ln>
                <a:solidFill>
                  <a:schemeClr val="accent5"/>
                </a:solidFill>
                <a:latin typeface="原稿用標準書体" panose="03000503000000000000" pitchFamily="66" charset="-128"/>
                <a:ea typeface="原稿用標準書体" panose="03000503000000000000" pitchFamily="66" charset="-128"/>
              </a:rPr>
              <a:t>＋</a:t>
            </a:r>
            <a:r>
              <a:rPr lang="en-US" altLang="ja-JP" sz="2000" dirty="0">
                <a:ln w="0">
                  <a:solidFill>
                    <a:schemeClr val="tx1">
                      <a:lumMod val="85000"/>
                      <a:lumOff val="15000"/>
                      <a:alpha val="55000"/>
                    </a:schemeClr>
                  </a:solidFill>
                </a:ln>
                <a:solidFill>
                  <a:schemeClr val="accent5"/>
                </a:solidFill>
                <a:latin typeface="原稿用標準書体" panose="03000503000000000000" pitchFamily="66" charset="-128"/>
                <a:ea typeface="原稿用標準書体" panose="03000503000000000000" pitchFamily="66" charset="-128"/>
              </a:rPr>
              <a:t>20</a:t>
            </a:r>
            <a:br>
              <a:rPr lang="en-US" altLang="ja-JP" sz="1600" dirty="0">
                <a:ln w="0">
                  <a:solidFill>
                    <a:schemeClr val="tx1">
                      <a:lumMod val="85000"/>
                      <a:lumOff val="15000"/>
                      <a:alpha val="55000"/>
                    </a:schemeClr>
                  </a:solidFill>
                </a:ln>
                <a:solidFill>
                  <a:schemeClr val="accent5"/>
                </a:solidFill>
                <a:latin typeface="原稿用標準書体" panose="03000503000000000000" pitchFamily="66" charset="-128"/>
                <a:ea typeface="原稿用標準書体" panose="03000503000000000000" pitchFamily="66" charset="-128"/>
              </a:rPr>
            </a:br>
            <a:r>
              <a:rPr lang="en-US" altLang="ja-JP" sz="1600" dirty="0">
                <a:ln w="0">
                  <a:solidFill>
                    <a:schemeClr val="tx1">
                      <a:lumMod val="85000"/>
                      <a:lumOff val="15000"/>
                      <a:alpha val="55000"/>
                    </a:schemeClr>
                  </a:solidFill>
                </a:ln>
                <a:solidFill>
                  <a:schemeClr val="accent1"/>
                </a:solidFill>
                <a:latin typeface="原稿用標準書体" panose="03000503000000000000" pitchFamily="66" charset="-128"/>
                <a:ea typeface="原稿用標準書体" panose="03000503000000000000" pitchFamily="66" charset="-128"/>
              </a:rPr>
              <a:t>ATK</a:t>
            </a:r>
            <a:r>
              <a:rPr lang="ja-JP" altLang="en-US" sz="1600" dirty="0">
                <a:ln w="0">
                  <a:solidFill>
                    <a:schemeClr val="tx1">
                      <a:lumMod val="85000"/>
                      <a:lumOff val="15000"/>
                      <a:alpha val="55000"/>
                    </a:schemeClr>
                  </a:solidFill>
                </a:ln>
                <a:solidFill>
                  <a:schemeClr val="accent1"/>
                </a:solidFill>
                <a:latin typeface="原稿用標準書体" panose="03000503000000000000" pitchFamily="66" charset="-128"/>
                <a:ea typeface="原稿用標準書体" panose="03000503000000000000" pitchFamily="66" charset="-128"/>
              </a:rPr>
              <a:t>＋</a:t>
            </a:r>
            <a:r>
              <a:rPr lang="en-US" altLang="ja-JP" sz="2000" dirty="0">
                <a:ln w="0">
                  <a:solidFill>
                    <a:schemeClr val="tx1">
                      <a:lumMod val="85000"/>
                      <a:lumOff val="15000"/>
                      <a:alpha val="55000"/>
                    </a:schemeClr>
                  </a:solidFill>
                </a:ln>
                <a:solidFill>
                  <a:schemeClr val="accent1"/>
                </a:solidFill>
                <a:latin typeface="原稿用標準書体" panose="03000503000000000000" pitchFamily="66" charset="-128"/>
                <a:ea typeface="原稿用標準書体" panose="03000503000000000000" pitchFamily="66" charset="-128"/>
              </a:rPr>
              <a:t>50</a:t>
            </a:r>
            <a:endParaRPr lang="en-US" altLang="ja-JP" sz="1600" dirty="0">
              <a:ln w="0">
                <a:solidFill>
                  <a:schemeClr val="tx1">
                    <a:lumMod val="85000"/>
                    <a:lumOff val="15000"/>
                    <a:alpha val="55000"/>
                  </a:schemeClr>
                </a:solidFill>
              </a:ln>
              <a:solidFill>
                <a:schemeClr val="accent1"/>
              </a:solidFill>
              <a:latin typeface="原稿用標準書体" panose="03000503000000000000" pitchFamily="66" charset="-128"/>
              <a:ea typeface="原稿用標準書体" panose="03000503000000000000" pitchFamily="66" charset="-128"/>
            </a:endParaRPr>
          </a:p>
        </p:txBody>
      </p:sp>
      <p:pic>
        <p:nvPicPr>
          <p:cNvPr id="24" name="図 23">
            <a:extLst>
              <a:ext uri="{FF2B5EF4-FFF2-40B4-BE49-F238E27FC236}">
                <a16:creationId xmlns:a16="http://schemas.microsoft.com/office/drawing/2014/main" id="{D3A18431-A7E0-88B7-EF17-B27B47330294}"/>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7366107" y="1554521"/>
            <a:ext cx="1059999" cy="1125304"/>
          </a:xfrm>
          <a:prstGeom prst="rect">
            <a:avLst/>
          </a:prstGeom>
        </p:spPr>
      </p:pic>
      <p:sp>
        <p:nvSpPr>
          <p:cNvPr id="105" name="楕円 104">
            <a:extLst>
              <a:ext uri="{FF2B5EF4-FFF2-40B4-BE49-F238E27FC236}">
                <a16:creationId xmlns:a16="http://schemas.microsoft.com/office/drawing/2014/main" id="{C8061111-B681-318A-EBF3-20A8371B4BAA}"/>
              </a:ext>
            </a:extLst>
          </p:cNvPr>
          <p:cNvSpPr/>
          <p:nvPr/>
        </p:nvSpPr>
        <p:spPr>
          <a:xfrm>
            <a:off x="7245106" y="2250183"/>
            <a:ext cx="454282" cy="454282"/>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71" name="テキスト ボックス 70">
            <a:extLst>
              <a:ext uri="{FF2B5EF4-FFF2-40B4-BE49-F238E27FC236}">
                <a16:creationId xmlns:a16="http://schemas.microsoft.com/office/drawing/2014/main" id="{5E36D9FF-E521-4533-060D-8FF389E1DFC3}"/>
              </a:ext>
            </a:extLst>
          </p:cNvPr>
          <p:cNvSpPr txBox="1"/>
          <p:nvPr/>
        </p:nvSpPr>
        <p:spPr>
          <a:xfrm>
            <a:off x="9883967" y="1481807"/>
            <a:ext cx="1005403" cy="338554"/>
          </a:xfrm>
          <a:prstGeom prst="rect">
            <a:avLst/>
          </a:prstGeom>
          <a:noFill/>
        </p:spPr>
        <p:txBody>
          <a:bodyPr wrap="none" rtlCol="0">
            <a:spAutoFit/>
          </a:bodyPr>
          <a:lstStyle/>
          <a:p>
            <a:r>
              <a:rPr lang="ja-JP" altLang="en-US" sz="1600">
                <a:solidFill>
                  <a:schemeClr val="tx1">
                    <a:lumMod val="75000"/>
                    <a:lumOff val="25000"/>
                  </a:schemeClr>
                </a:solidFill>
                <a:latin typeface="原稿用標準書体" panose="03000503000000000000" pitchFamily="66" charset="-128"/>
                <a:ea typeface="原稿用標準書体" panose="03000503000000000000" pitchFamily="66" charset="-128"/>
              </a:rPr>
              <a:t>状態付与</a:t>
            </a:r>
            <a:endParaRPr kumimoji="1"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122" name="四角形: 角を丸くする 121">
            <a:extLst>
              <a:ext uri="{FF2B5EF4-FFF2-40B4-BE49-F238E27FC236}">
                <a16:creationId xmlns:a16="http://schemas.microsoft.com/office/drawing/2014/main" id="{5E9594BA-6746-DEC1-77EF-4FAD52B40B94}"/>
              </a:ext>
            </a:extLst>
          </p:cNvPr>
          <p:cNvSpPr/>
          <p:nvPr/>
        </p:nvSpPr>
        <p:spPr>
          <a:xfrm>
            <a:off x="790434" y="2633455"/>
            <a:ext cx="1233805" cy="635908"/>
          </a:xfrm>
          <a:prstGeom prst="roundRect">
            <a:avLst>
              <a:gd name="adj" fmla="val 6896"/>
            </a:avLst>
          </a:prstGeom>
          <a:solidFill>
            <a:srgbClr val="FF00FF">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24" name="楕円 123">
            <a:extLst>
              <a:ext uri="{FF2B5EF4-FFF2-40B4-BE49-F238E27FC236}">
                <a16:creationId xmlns:a16="http://schemas.microsoft.com/office/drawing/2014/main" id="{7AC55ABB-5F6C-04DC-8F13-A9710FB4017D}"/>
              </a:ext>
            </a:extLst>
          </p:cNvPr>
          <p:cNvSpPr/>
          <p:nvPr/>
        </p:nvSpPr>
        <p:spPr>
          <a:xfrm>
            <a:off x="6998507" y="3158333"/>
            <a:ext cx="454282" cy="454282"/>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26" name="楕円 125">
            <a:extLst>
              <a:ext uri="{FF2B5EF4-FFF2-40B4-BE49-F238E27FC236}">
                <a16:creationId xmlns:a16="http://schemas.microsoft.com/office/drawing/2014/main" id="{0A0559EA-85B1-A3FC-928A-082090372F19}"/>
              </a:ext>
            </a:extLst>
          </p:cNvPr>
          <p:cNvSpPr/>
          <p:nvPr/>
        </p:nvSpPr>
        <p:spPr>
          <a:xfrm>
            <a:off x="8407253" y="3158333"/>
            <a:ext cx="454282" cy="45428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solidFill>
                  <a:schemeClr val="bg1">
                    <a:lumMod val="95000"/>
                  </a:schemeClr>
                </a:solidFill>
                <a:latin typeface="原稿用標準書体" panose="03000503000000000000" pitchFamily="66" charset="-128"/>
                <a:ea typeface="原稿用標準書体" panose="03000503000000000000" pitchFamily="66" charset="-128"/>
              </a:rPr>
              <a:t>速</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28" name="楕円 127">
            <a:extLst>
              <a:ext uri="{FF2B5EF4-FFF2-40B4-BE49-F238E27FC236}">
                <a16:creationId xmlns:a16="http://schemas.microsoft.com/office/drawing/2014/main" id="{FCCAF495-B535-5C06-836D-12AA36AAC8A7}"/>
              </a:ext>
            </a:extLst>
          </p:cNvPr>
          <p:cNvSpPr/>
          <p:nvPr/>
        </p:nvSpPr>
        <p:spPr>
          <a:xfrm>
            <a:off x="9816000" y="3158333"/>
            <a:ext cx="454282" cy="454282"/>
          </a:xfrm>
          <a:prstGeom prst="ellipse">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rPr>
              <a:t>技</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143" name="グループ化 142">
            <a:extLst>
              <a:ext uri="{FF2B5EF4-FFF2-40B4-BE49-F238E27FC236}">
                <a16:creationId xmlns:a16="http://schemas.microsoft.com/office/drawing/2014/main" id="{83741948-3D31-BA03-92D5-D3575A6C578B}"/>
              </a:ext>
            </a:extLst>
          </p:cNvPr>
          <p:cNvGrpSpPr/>
          <p:nvPr/>
        </p:nvGrpSpPr>
        <p:grpSpPr>
          <a:xfrm>
            <a:off x="9972029" y="1913159"/>
            <a:ext cx="836714" cy="307777"/>
            <a:chOff x="9966073" y="1885589"/>
            <a:chExt cx="836714" cy="307777"/>
          </a:xfrm>
        </p:grpSpPr>
        <p:sp>
          <p:nvSpPr>
            <p:cNvPr id="132" name="四角形: 角を丸くする 131">
              <a:extLst>
                <a:ext uri="{FF2B5EF4-FFF2-40B4-BE49-F238E27FC236}">
                  <a16:creationId xmlns:a16="http://schemas.microsoft.com/office/drawing/2014/main" id="{8B97493E-D415-379B-1212-3D13C515C5B9}"/>
                </a:ext>
              </a:extLst>
            </p:cNvPr>
            <p:cNvSpPr/>
            <p:nvPr/>
          </p:nvSpPr>
          <p:spPr>
            <a:xfrm>
              <a:off x="9966073" y="1901097"/>
              <a:ext cx="836714" cy="292269"/>
            </a:xfrm>
            <a:prstGeom prst="roundRect">
              <a:avLst>
                <a:gd name="adj" fmla="val 4721"/>
              </a:avLst>
            </a:prstGeom>
            <a:solidFill>
              <a:schemeClr val="bg1">
                <a:lumMod val="9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2" name="テキスト ボックス 71">
              <a:extLst>
                <a:ext uri="{FF2B5EF4-FFF2-40B4-BE49-F238E27FC236}">
                  <a16:creationId xmlns:a16="http://schemas.microsoft.com/office/drawing/2014/main" id="{8DA9AF5B-B664-0BC5-7B47-26E2ECCFC737}"/>
                </a:ext>
              </a:extLst>
            </p:cNvPr>
            <p:cNvSpPr txBox="1"/>
            <p:nvPr/>
          </p:nvSpPr>
          <p:spPr>
            <a:xfrm>
              <a:off x="10022793" y="1885589"/>
              <a:ext cx="723275" cy="307777"/>
            </a:xfrm>
            <a:prstGeom prst="rect">
              <a:avLst/>
            </a:prstGeom>
            <a:noFill/>
          </p:spPr>
          <p:txBody>
            <a:bodyPr wrap="none" rtlCol="0">
              <a:spAutoFit/>
            </a:bodyPr>
            <a:lstStyle/>
            <a:p>
              <a:pPr algn="ctr"/>
              <a:r>
                <a:rPr lang="ja-JP" altLang="en-US" sz="1400">
                  <a:solidFill>
                    <a:schemeClr val="tx1">
                      <a:lumMod val="75000"/>
                      <a:lumOff val="25000"/>
                    </a:schemeClr>
                  </a:solidFill>
                  <a:latin typeface="原稿用標準書体" panose="03000503000000000000" pitchFamily="66" charset="-128"/>
                  <a:ea typeface="原稿用標準書体" panose="03000503000000000000" pitchFamily="66" charset="-128"/>
                </a:rPr>
                <a:t>状態名</a:t>
              </a:r>
              <a:endParaRPr lang="en-US" altLang="ja-JP" sz="14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134" name="楕円 133">
            <a:extLst>
              <a:ext uri="{FF2B5EF4-FFF2-40B4-BE49-F238E27FC236}">
                <a16:creationId xmlns:a16="http://schemas.microsoft.com/office/drawing/2014/main" id="{77BEBF30-ED5F-00A3-5431-0DC7FF49B415}"/>
              </a:ext>
            </a:extLst>
          </p:cNvPr>
          <p:cNvSpPr/>
          <p:nvPr/>
        </p:nvSpPr>
        <p:spPr>
          <a:xfrm>
            <a:off x="7001183" y="4537406"/>
            <a:ext cx="371328" cy="371328"/>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a:solidFill>
                  <a:srgbClr val="FF00FF"/>
                </a:solidFill>
                <a:latin typeface="原稿用標準書体" panose="03000503000000000000" pitchFamily="66" charset="-128"/>
                <a:ea typeface="原稿用標準書体" panose="03000503000000000000" pitchFamily="66" charset="-128"/>
              </a:rPr>
              <a:t>E</a:t>
            </a:r>
            <a:endParaRPr kumimoji="1" lang="ja-JP" altLang="en-US" sz="1400" dirty="0">
              <a:solidFill>
                <a:srgbClr val="FF00FF"/>
              </a:solidFill>
              <a:latin typeface="原稿用標準書体" panose="03000503000000000000" pitchFamily="66" charset="-128"/>
              <a:ea typeface="原稿用標準書体" panose="03000503000000000000" pitchFamily="66" charset="-128"/>
            </a:endParaRPr>
          </a:p>
        </p:txBody>
      </p:sp>
      <p:sp>
        <p:nvSpPr>
          <p:cNvPr id="138" name="テキスト ボックス 137">
            <a:extLst>
              <a:ext uri="{FF2B5EF4-FFF2-40B4-BE49-F238E27FC236}">
                <a16:creationId xmlns:a16="http://schemas.microsoft.com/office/drawing/2014/main" id="{D0935A39-ED1F-0D48-8550-B86C1A5A8EF8}"/>
              </a:ext>
            </a:extLst>
          </p:cNvPr>
          <p:cNvSpPr txBox="1"/>
          <p:nvPr/>
        </p:nvSpPr>
        <p:spPr>
          <a:xfrm>
            <a:off x="7434371" y="3118921"/>
            <a:ext cx="569388" cy="400110"/>
          </a:xfrm>
          <a:prstGeom prst="rect">
            <a:avLst/>
          </a:prstGeom>
          <a:noFill/>
        </p:spPr>
        <p:txBody>
          <a:bodyPr wrap="none" rtlCol="0">
            <a:spAutoFit/>
          </a:bodyPr>
          <a:lstStyle/>
          <a:p>
            <a:pPr algn="ctr"/>
            <a:r>
              <a:rPr lang="en-US" altLang="ja-JP" sz="2000" b="1">
                <a:ln>
                  <a:gradFill flip="none" rotWithShape="1">
                    <a:gsLst>
                      <a:gs pos="25000">
                        <a:srgbClr val="FFFF00"/>
                      </a:gs>
                      <a:gs pos="0">
                        <a:srgbClr val="FF0000"/>
                      </a:gs>
                      <a:gs pos="50000">
                        <a:srgbClr val="00B050"/>
                      </a:gs>
                      <a:gs pos="75000">
                        <a:srgbClr val="0070C0"/>
                      </a:gs>
                      <a:gs pos="100000">
                        <a:schemeClr val="accent6"/>
                      </a:gs>
                    </a:gsLst>
                    <a:lin ang="0" scaled="1"/>
                    <a:tileRect/>
                  </a:gradFill>
                </a:ln>
                <a:gradFill flip="none" rotWithShape="1">
                  <a:gsLst>
                    <a:gs pos="0">
                      <a:srgbClr val="FF0000">
                        <a:lumMod val="97000"/>
                        <a:lumOff val="3000"/>
                      </a:srgbClr>
                    </a:gs>
                    <a:gs pos="100000">
                      <a:srgbClr val="7030A0"/>
                    </a:gs>
                    <a:gs pos="75000">
                      <a:srgbClr val="0070C0"/>
                    </a:gs>
                    <a:gs pos="50000">
                      <a:srgbClr val="8EDC23"/>
                    </a:gs>
                    <a:gs pos="25000">
                      <a:srgbClr val="FFFF00"/>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SSR</a:t>
            </a:r>
            <a:endParaRPr kumimoji="1" lang="ja-JP" altLang="en-US" sz="2000" b="1" dirty="0">
              <a:ln>
                <a:gradFill flip="none" rotWithShape="1">
                  <a:gsLst>
                    <a:gs pos="25000">
                      <a:srgbClr val="FFFF00"/>
                    </a:gs>
                    <a:gs pos="0">
                      <a:srgbClr val="FF0000"/>
                    </a:gs>
                    <a:gs pos="50000">
                      <a:srgbClr val="00B050"/>
                    </a:gs>
                    <a:gs pos="75000">
                      <a:srgbClr val="0070C0"/>
                    </a:gs>
                    <a:gs pos="100000">
                      <a:schemeClr val="accent6"/>
                    </a:gs>
                  </a:gsLst>
                  <a:lin ang="0" scaled="1"/>
                  <a:tileRect/>
                </a:gradFill>
              </a:ln>
              <a:gradFill flip="none" rotWithShape="1">
                <a:gsLst>
                  <a:gs pos="0">
                    <a:srgbClr val="FF0000">
                      <a:lumMod val="97000"/>
                      <a:lumOff val="3000"/>
                    </a:srgbClr>
                  </a:gs>
                  <a:gs pos="100000">
                    <a:srgbClr val="7030A0"/>
                  </a:gs>
                  <a:gs pos="75000">
                    <a:srgbClr val="0070C0"/>
                  </a:gs>
                  <a:gs pos="50000">
                    <a:srgbClr val="8EDC23"/>
                  </a:gs>
                  <a:gs pos="25000">
                    <a:srgbClr val="FFFF00"/>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sp>
        <p:nvSpPr>
          <p:cNvPr id="140" name="テキスト ボックス 139">
            <a:extLst>
              <a:ext uri="{FF2B5EF4-FFF2-40B4-BE49-F238E27FC236}">
                <a16:creationId xmlns:a16="http://schemas.microsoft.com/office/drawing/2014/main" id="{0DEEB44F-C8D9-1CD4-CF15-A954E466DA7F}"/>
              </a:ext>
            </a:extLst>
          </p:cNvPr>
          <p:cNvSpPr txBox="1"/>
          <p:nvPr/>
        </p:nvSpPr>
        <p:spPr>
          <a:xfrm>
            <a:off x="8903962" y="3118921"/>
            <a:ext cx="441146" cy="400110"/>
          </a:xfrm>
          <a:prstGeom prst="rect">
            <a:avLst/>
          </a:prstGeom>
          <a:noFill/>
        </p:spPr>
        <p:txBody>
          <a:bodyPr wrap="none" rtlCol="0">
            <a:spAutoFit/>
          </a:bodyPr>
          <a:lstStyle/>
          <a:p>
            <a:pPr algn="ctr"/>
            <a:r>
              <a:rPr lang="en-US" altLang="ja-JP" sz="2000" b="1">
                <a:ln>
                  <a:gradFill flip="none" rotWithShape="1">
                    <a:gsLst>
                      <a:gs pos="0">
                        <a:schemeClr val="accent6">
                          <a:lumMod val="67000"/>
                        </a:schemeClr>
                      </a:gs>
                      <a:gs pos="48000">
                        <a:schemeClr val="accent6">
                          <a:lumMod val="97000"/>
                          <a:lumOff val="3000"/>
                        </a:schemeClr>
                      </a:gs>
                      <a:gs pos="100000">
                        <a:schemeClr val="accent6">
                          <a:lumMod val="60000"/>
                          <a:lumOff val="40000"/>
                        </a:schemeClr>
                      </a:gs>
                    </a:gsLst>
                    <a:lin ang="16200000" scaled="1"/>
                    <a:tileRect/>
                  </a:gradFill>
                </a:ln>
                <a:gradFill flip="none" rotWithShape="1">
                  <a:gsLst>
                    <a:gs pos="0">
                      <a:schemeClr val="accent6">
                        <a:lumMod val="67000"/>
                      </a:schemeClr>
                    </a:gs>
                    <a:gs pos="48000">
                      <a:schemeClr val="accent6">
                        <a:lumMod val="97000"/>
                        <a:lumOff val="3000"/>
                      </a:schemeClr>
                    </a:gs>
                    <a:gs pos="100000">
                      <a:schemeClr val="bg1">
                        <a:lumMod val="75000"/>
                      </a:schemeClr>
                    </a:gs>
                  </a:gsLst>
                  <a:lin ang="1620000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SR</a:t>
            </a:r>
            <a:endParaRPr kumimoji="1" lang="ja-JP" altLang="en-US" sz="2000" b="1" dirty="0">
              <a:ln>
                <a:gradFill flip="none" rotWithShape="1">
                  <a:gsLst>
                    <a:gs pos="0">
                      <a:schemeClr val="accent6">
                        <a:lumMod val="67000"/>
                      </a:schemeClr>
                    </a:gs>
                    <a:gs pos="48000">
                      <a:schemeClr val="accent6">
                        <a:lumMod val="97000"/>
                        <a:lumOff val="3000"/>
                      </a:schemeClr>
                    </a:gs>
                    <a:gs pos="100000">
                      <a:schemeClr val="accent6">
                        <a:lumMod val="60000"/>
                        <a:lumOff val="40000"/>
                      </a:schemeClr>
                    </a:gs>
                  </a:gsLst>
                  <a:lin ang="16200000" scaled="1"/>
                  <a:tileRect/>
                </a:gradFill>
              </a:ln>
              <a:gradFill flip="none" rotWithShape="1">
                <a:gsLst>
                  <a:gs pos="0">
                    <a:schemeClr val="accent6">
                      <a:lumMod val="67000"/>
                    </a:schemeClr>
                  </a:gs>
                  <a:gs pos="48000">
                    <a:schemeClr val="accent6">
                      <a:lumMod val="97000"/>
                      <a:lumOff val="3000"/>
                    </a:schemeClr>
                  </a:gs>
                  <a:gs pos="100000">
                    <a:schemeClr val="bg1">
                      <a:lumMod val="75000"/>
                    </a:schemeClr>
                  </a:gs>
                </a:gsLst>
                <a:lin ang="1620000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sp>
        <p:nvSpPr>
          <p:cNvPr id="142" name="テキスト ボックス 141">
            <a:extLst>
              <a:ext uri="{FF2B5EF4-FFF2-40B4-BE49-F238E27FC236}">
                <a16:creationId xmlns:a16="http://schemas.microsoft.com/office/drawing/2014/main" id="{C947706D-3836-F83C-EC89-02F56FB84130}"/>
              </a:ext>
            </a:extLst>
          </p:cNvPr>
          <p:cNvSpPr txBox="1"/>
          <p:nvPr/>
        </p:nvSpPr>
        <p:spPr>
          <a:xfrm>
            <a:off x="10245312" y="3118921"/>
            <a:ext cx="569388" cy="400110"/>
          </a:xfrm>
          <a:prstGeom prst="rect">
            <a:avLst/>
          </a:prstGeom>
          <a:noFill/>
        </p:spPr>
        <p:txBody>
          <a:bodyPr wrap="none" rtlCol="0">
            <a:spAutoFit/>
          </a:bodyPr>
          <a:lstStyle/>
          <a:p>
            <a:pPr algn="ctr"/>
            <a:r>
              <a:rPr lang="en-US" altLang="ja-JP" sz="2000" b="1">
                <a:ln>
                  <a:gradFill flip="none" rotWithShape="1">
                    <a:gsLst>
                      <a:gs pos="25000">
                        <a:srgbClr val="FFFF00"/>
                      </a:gs>
                      <a:gs pos="0">
                        <a:srgbClr val="FF0000"/>
                      </a:gs>
                      <a:gs pos="50000">
                        <a:srgbClr val="00B050"/>
                      </a:gs>
                      <a:gs pos="75000">
                        <a:srgbClr val="0070C0"/>
                      </a:gs>
                      <a:gs pos="100000">
                        <a:schemeClr val="accent6"/>
                      </a:gs>
                    </a:gsLst>
                    <a:lin ang="0" scaled="1"/>
                    <a:tileRect/>
                  </a:gradFill>
                </a:ln>
                <a:gradFill flip="none" rotWithShape="1">
                  <a:gsLst>
                    <a:gs pos="0">
                      <a:srgbClr val="FF0000">
                        <a:lumMod val="97000"/>
                        <a:lumOff val="3000"/>
                      </a:srgbClr>
                    </a:gs>
                    <a:gs pos="100000">
                      <a:srgbClr val="7030A0"/>
                    </a:gs>
                    <a:gs pos="75000">
                      <a:srgbClr val="0070C0"/>
                    </a:gs>
                    <a:gs pos="50000">
                      <a:srgbClr val="8EDC23"/>
                    </a:gs>
                    <a:gs pos="25000">
                      <a:srgbClr val="FFFF00"/>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SSR</a:t>
            </a:r>
            <a:endParaRPr kumimoji="1" lang="ja-JP" altLang="en-US" sz="2000" b="1" dirty="0">
              <a:ln>
                <a:gradFill flip="none" rotWithShape="1">
                  <a:gsLst>
                    <a:gs pos="25000">
                      <a:srgbClr val="FFFF00"/>
                    </a:gs>
                    <a:gs pos="0">
                      <a:srgbClr val="FF0000"/>
                    </a:gs>
                    <a:gs pos="50000">
                      <a:srgbClr val="00B050"/>
                    </a:gs>
                    <a:gs pos="75000">
                      <a:srgbClr val="0070C0"/>
                    </a:gs>
                    <a:gs pos="100000">
                      <a:schemeClr val="accent6"/>
                    </a:gs>
                  </a:gsLst>
                  <a:lin ang="0" scaled="1"/>
                  <a:tileRect/>
                </a:gradFill>
              </a:ln>
              <a:gradFill flip="none" rotWithShape="1">
                <a:gsLst>
                  <a:gs pos="0">
                    <a:srgbClr val="FF0000">
                      <a:lumMod val="97000"/>
                      <a:lumOff val="3000"/>
                    </a:srgbClr>
                  </a:gs>
                  <a:gs pos="100000">
                    <a:srgbClr val="7030A0"/>
                  </a:gs>
                  <a:gs pos="75000">
                    <a:srgbClr val="0070C0"/>
                  </a:gs>
                  <a:gs pos="50000">
                    <a:srgbClr val="8EDC23"/>
                  </a:gs>
                  <a:gs pos="25000">
                    <a:srgbClr val="FFFF00"/>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grpSp>
        <p:nvGrpSpPr>
          <p:cNvPr id="144" name="グループ化 143">
            <a:extLst>
              <a:ext uri="{FF2B5EF4-FFF2-40B4-BE49-F238E27FC236}">
                <a16:creationId xmlns:a16="http://schemas.microsoft.com/office/drawing/2014/main" id="{C44544C3-357D-42E9-24DE-D824C15137A5}"/>
              </a:ext>
            </a:extLst>
          </p:cNvPr>
          <p:cNvGrpSpPr/>
          <p:nvPr/>
        </p:nvGrpSpPr>
        <p:grpSpPr>
          <a:xfrm>
            <a:off x="9972029" y="2366846"/>
            <a:ext cx="836714" cy="307777"/>
            <a:chOff x="9966073" y="1885589"/>
            <a:chExt cx="836714" cy="307777"/>
          </a:xfrm>
        </p:grpSpPr>
        <p:sp>
          <p:nvSpPr>
            <p:cNvPr id="145" name="四角形: 角を丸くする 144">
              <a:extLst>
                <a:ext uri="{FF2B5EF4-FFF2-40B4-BE49-F238E27FC236}">
                  <a16:creationId xmlns:a16="http://schemas.microsoft.com/office/drawing/2014/main" id="{060BABE7-27D9-12B6-D785-405082A6135A}"/>
                </a:ext>
              </a:extLst>
            </p:cNvPr>
            <p:cNvSpPr/>
            <p:nvPr/>
          </p:nvSpPr>
          <p:spPr>
            <a:xfrm>
              <a:off x="9966073" y="1901097"/>
              <a:ext cx="836714" cy="292269"/>
            </a:xfrm>
            <a:prstGeom prst="roundRect">
              <a:avLst>
                <a:gd name="adj" fmla="val 4721"/>
              </a:avLst>
            </a:prstGeom>
            <a:solidFill>
              <a:schemeClr val="accent2">
                <a:alpha val="6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46" name="テキスト ボックス 145">
              <a:extLst>
                <a:ext uri="{FF2B5EF4-FFF2-40B4-BE49-F238E27FC236}">
                  <a16:creationId xmlns:a16="http://schemas.microsoft.com/office/drawing/2014/main" id="{919A91D9-1461-6BB7-6767-5F3B2B522D9A}"/>
                </a:ext>
              </a:extLst>
            </p:cNvPr>
            <p:cNvSpPr txBox="1"/>
            <p:nvPr/>
          </p:nvSpPr>
          <p:spPr>
            <a:xfrm>
              <a:off x="10022793" y="1885589"/>
              <a:ext cx="723275" cy="307777"/>
            </a:xfrm>
            <a:prstGeom prst="rect">
              <a:avLst/>
            </a:prstGeom>
            <a:noFill/>
          </p:spPr>
          <p:txBody>
            <a:bodyPr wrap="none" rtlCol="0">
              <a:spAutoFit/>
            </a:bodyPr>
            <a:lstStyle/>
            <a:p>
              <a:pPr algn="ctr"/>
              <a:r>
                <a:rPr lang="ja-JP" altLang="en-US" sz="1400">
                  <a:solidFill>
                    <a:srgbClr val="FF00FF"/>
                  </a:solidFill>
                  <a:latin typeface="原稿用標準書体" panose="03000503000000000000" pitchFamily="66" charset="-128"/>
                  <a:ea typeface="原稿用標準書体" panose="03000503000000000000" pitchFamily="66" charset="-128"/>
                </a:rPr>
                <a:t>装備中</a:t>
              </a:r>
              <a:endParaRPr lang="en-US" altLang="ja-JP" sz="1400" dirty="0">
                <a:solidFill>
                  <a:srgbClr val="FF00FF"/>
                </a:solidFill>
                <a:latin typeface="原稿用標準書体" panose="03000503000000000000" pitchFamily="66" charset="-128"/>
                <a:ea typeface="原稿用標準書体" panose="03000503000000000000" pitchFamily="66" charset="-128"/>
              </a:endParaRPr>
            </a:p>
          </p:txBody>
        </p:sp>
      </p:grpSp>
      <p:grpSp>
        <p:nvGrpSpPr>
          <p:cNvPr id="4" name="グループ化 3">
            <a:extLst>
              <a:ext uri="{FF2B5EF4-FFF2-40B4-BE49-F238E27FC236}">
                <a16:creationId xmlns:a16="http://schemas.microsoft.com/office/drawing/2014/main" id="{43D03257-A73B-AAEC-EF08-D4404610EA12}"/>
              </a:ext>
            </a:extLst>
          </p:cNvPr>
          <p:cNvGrpSpPr/>
          <p:nvPr/>
        </p:nvGrpSpPr>
        <p:grpSpPr>
          <a:xfrm>
            <a:off x="6847854" y="5498744"/>
            <a:ext cx="4556517" cy="732910"/>
            <a:chOff x="6847854" y="5498744"/>
            <a:chExt cx="4556517" cy="732910"/>
          </a:xfrm>
        </p:grpSpPr>
        <p:sp>
          <p:nvSpPr>
            <p:cNvPr id="7" name="矢印: 五方向 6">
              <a:extLst>
                <a:ext uri="{FF2B5EF4-FFF2-40B4-BE49-F238E27FC236}">
                  <a16:creationId xmlns:a16="http://schemas.microsoft.com/office/drawing/2014/main" id="{3AACA8D4-0C46-232B-8BD8-0B6FF7AC9B62}"/>
                </a:ext>
              </a:extLst>
            </p:cNvPr>
            <p:cNvSpPr/>
            <p:nvPr/>
          </p:nvSpPr>
          <p:spPr>
            <a:xfrm>
              <a:off x="9327302" y="5507053"/>
              <a:ext cx="2077069" cy="710476"/>
            </a:xfrm>
            <a:prstGeom prst="homePlate">
              <a:avLst/>
            </a:prstGeom>
            <a:solidFill>
              <a:srgbClr val="FF00FF">
                <a:alpha val="6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latin typeface="原稿用標準書体" panose="03000503000000000000" pitchFamily="66" charset="-128"/>
                <a:ea typeface="原稿用標準書体" panose="03000503000000000000" pitchFamily="66" charset="-128"/>
              </a:endParaRPr>
            </a:p>
          </p:txBody>
        </p:sp>
        <p:sp>
          <p:nvSpPr>
            <p:cNvPr id="8" name="矢印: 五方向 7">
              <a:extLst>
                <a:ext uri="{FF2B5EF4-FFF2-40B4-BE49-F238E27FC236}">
                  <a16:creationId xmlns:a16="http://schemas.microsoft.com/office/drawing/2014/main" id="{EB638616-5658-1304-ED2F-0974B75B01D7}"/>
                </a:ext>
              </a:extLst>
            </p:cNvPr>
            <p:cNvSpPr/>
            <p:nvPr/>
          </p:nvSpPr>
          <p:spPr>
            <a:xfrm flipH="1">
              <a:off x="6847854" y="5507053"/>
              <a:ext cx="2077070" cy="710476"/>
            </a:xfrm>
            <a:prstGeom prst="homePlate">
              <a:avLst/>
            </a:prstGeom>
            <a:solidFill>
              <a:schemeClr val="tx1">
                <a:lumMod val="95000"/>
                <a:lumOff val="5000"/>
                <a:alpha val="6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latin typeface="原稿用標準書体" panose="03000503000000000000" pitchFamily="66" charset="-128"/>
                <a:ea typeface="原稿用標準書体" panose="03000503000000000000" pitchFamily="66" charset="-128"/>
              </a:endParaRPr>
            </a:p>
          </p:txBody>
        </p:sp>
        <p:grpSp>
          <p:nvGrpSpPr>
            <p:cNvPr id="10" name="グループ化 9">
              <a:extLst>
                <a:ext uri="{FF2B5EF4-FFF2-40B4-BE49-F238E27FC236}">
                  <a16:creationId xmlns:a16="http://schemas.microsoft.com/office/drawing/2014/main" id="{E6072564-2DE4-4A31-202F-0E9B8D56841E}"/>
                </a:ext>
              </a:extLst>
            </p:cNvPr>
            <p:cNvGrpSpPr/>
            <p:nvPr/>
          </p:nvGrpSpPr>
          <p:grpSpPr>
            <a:xfrm>
              <a:off x="6901145" y="5498744"/>
              <a:ext cx="1645326" cy="732910"/>
              <a:chOff x="163586" y="134635"/>
              <a:chExt cx="3134182" cy="1396119"/>
            </a:xfrm>
          </p:grpSpPr>
          <p:sp>
            <p:nvSpPr>
              <p:cNvPr id="38" name="テキスト ボックス 37">
                <a:extLst>
                  <a:ext uri="{FF2B5EF4-FFF2-40B4-BE49-F238E27FC236}">
                    <a16:creationId xmlns:a16="http://schemas.microsoft.com/office/drawing/2014/main" id="{2828BC9E-CCA6-121A-8BBE-E01BF3EDC944}"/>
                  </a:ext>
                </a:extLst>
              </p:cNvPr>
              <p:cNvSpPr txBox="1"/>
              <p:nvPr/>
            </p:nvSpPr>
            <p:spPr>
              <a:xfrm>
                <a:off x="2066572" y="480925"/>
                <a:ext cx="1231196" cy="703540"/>
              </a:xfrm>
              <a:prstGeom prst="rect">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戻る</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40" name="グループ化 39">
                <a:extLst>
                  <a:ext uri="{FF2B5EF4-FFF2-40B4-BE49-F238E27FC236}">
                    <a16:creationId xmlns:a16="http://schemas.microsoft.com/office/drawing/2014/main" id="{6F5DC08D-C73C-915B-C91A-0A6CB4370A05}"/>
                  </a:ext>
                </a:extLst>
              </p:cNvPr>
              <p:cNvGrpSpPr/>
              <p:nvPr/>
            </p:nvGrpSpPr>
            <p:grpSpPr>
              <a:xfrm>
                <a:off x="163586" y="134635"/>
                <a:ext cx="1975684" cy="1396119"/>
                <a:chOff x="163586" y="134635"/>
                <a:chExt cx="1975684" cy="1396119"/>
              </a:xfrm>
            </p:grpSpPr>
            <p:grpSp>
              <p:nvGrpSpPr>
                <p:cNvPr id="42" name="グループ化 41">
                  <a:extLst>
                    <a:ext uri="{FF2B5EF4-FFF2-40B4-BE49-F238E27FC236}">
                      <a16:creationId xmlns:a16="http://schemas.microsoft.com/office/drawing/2014/main" id="{96493DFC-94B3-D625-388D-1C4936274E41}"/>
                    </a:ext>
                  </a:extLst>
                </p:cNvPr>
                <p:cNvGrpSpPr/>
                <p:nvPr/>
              </p:nvGrpSpPr>
              <p:grpSpPr>
                <a:xfrm>
                  <a:off x="163586" y="134635"/>
                  <a:ext cx="1975684" cy="1396119"/>
                  <a:chOff x="163586" y="134635"/>
                  <a:chExt cx="1975684" cy="1396119"/>
                </a:xfrm>
              </p:grpSpPr>
              <p:pic>
                <p:nvPicPr>
                  <p:cNvPr id="51" name="図 50">
                    <a:extLst>
                      <a:ext uri="{FF2B5EF4-FFF2-40B4-BE49-F238E27FC236}">
                        <a16:creationId xmlns:a16="http://schemas.microsoft.com/office/drawing/2014/main" id="{AD75F7EE-52A3-4C21-3342-5552FF59B6B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59" name="楕円 58">
                    <a:extLst>
                      <a:ext uri="{FF2B5EF4-FFF2-40B4-BE49-F238E27FC236}">
                        <a16:creationId xmlns:a16="http://schemas.microsoft.com/office/drawing/2014/main" id="{ADC8E409-9DE4-1A80-968D-8EB92EE4EADB}"/>
                      </a:ext>
                    </a:extLst>
                  </p:cNvPr>
                  <p:cNvSpPr/>
                  <p:nvPr/>
                </p:nvSpPr>
                <p:spPr>
                  <a:xfrm>
                    <a:off x="836705" y="560292"/>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50" name="図 49">
                  <a:extLst>
                    <a:ext uri="{FF2B5EF4-FFF2-40B4-BE49-F238E27FC236}">
                      <a16:creationId xmlns:a16="http://schemas.microsoft.com/office/drawing/2014/main" id="{F643C38E-9E07-02E0-B4C0-EA8723226C60}"/>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sp>
          <p:nvSpPr>
            <p:cNvPr id="18" name="テキスト ボックス 17">
              <a:extLst>
                <a:ext uri="{FF2B5EF4-FFF2-40B4-BE49-F238E27FC236}">
                  <a16:creationId xmlns:a16="http://schemas.microsoft.com/office/drawing/2014/main" id="{FE6C91E5-2669-96FD-838E-49E82FB78526}"/>
                </a:ext>
              </a:extLst>
            </p:cNvPr>
            <p:cNvSpPr txBox="1"/>
            <p:nvPr/>
          </p:nvSpPr>
          <p:spPr>
            <a:xfrm>
              <a:off x="9503466" y="5680533"/>
              <a:ext cx="1338828" cy="369332"/>
            </a:xfrm>
            <a:prstGeom prst="rect">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ゲート進入</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3" name="二等辺三角形 32">
              <a:extLst>
                <a:ext uri="{FF2B5EF4-FFF2-40B4-BE49-F238E27FC236}">
                  <a16:creationId xmlns:a16="http://schemas.microsoft.com/office/drawing/2014/main" id="{A9F820AB-0ACD-70B9-C729-44489DF69574}"/>
                </a:ext>
              </a:extLst>
            </p:cNvPr>
            <p:cNvSpPr/>
            <p:nvPr/>
          </p:nvSpPr>
          <p:spPr>
            <a:xfrm rot="5400000">
              <a:off x="10948049" y="5733145"/>
              <a:ext cx="299620" cy="258293"/>
            </a:xfrm>
            <a:prstGeom prst="triangl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Tree>
    <p:extLst>
      <p:ext uri="{BB962C8B-B14F-4D97-AF65-F5344CB8AC3E}">
        <p14:creationId xmlns:p14="http://schemas.microsoft.com/office/powerpoint/2010/main" val="3215080557"/>
      </p:ext>
    </p:extLst>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p:bg>
      <p:bgPr>
        <a:gradFill>
          <a:gsLst>
            <a:gs pos="46690">
              <a:schemeClr val="accent6">
                <a:lumMod val="75000"/>
              </a:schemeClr>
            </a:gs>
            <a:gs pos="0">
              <a:schemeClr val="accent6">
                <a:lumMod val="50000"/>
              </a:schemeClr>
            </a:gs>
            <a:gs pos="23000">
              <a:schemeClr val="accent6">
                <a:lumMod val="75000"/>
              </a:schemeClr>
            </a:gs>
            <a:gs pos="69000">
              <a:schemeClr val="accent6">
                <a:lumMod val="50000"/>
              </a:schemeClr>
            </a:gs>
            <a:gs pos="97000">
              <a:schemeClr val="tx1">
                <a:lumMod val="85000"/>
                <a:lumOff val="15000"/>
              </a:schemeClr>
            </a:gs>
          </a:gsLst>
          <a:path path="circle">
            <a:fillToRect l="50000" t="50000" r="50000" b="50000"/>
          </a:path>
        </a:gradFill>
        <a:effectLst/>
      </p:bgPr>
    </p:bg>
    <p:spTree>
      <p:nvGrpSpPr>
        <p:cNvPr id="1" name="">
          <a:extLst>
            <a:ext uri="{FF2B5EF4-FFF2-40B4-BE49-F238E27FC236}">
              <a16:creationId xmlns:a16="http://schemas.microsoft.com/office/drawing/2014/main" id="{D5CC3BFA-21B0-ECE1-6532-7F545A8F04C8}"/>
            </a:ext>
          </a:extLst>
        </p:cNvPr>
        <p:cNvGrpSpPr/>
        <p:nvPr/>
      </p:nvGrpSpPr>
      <p:grpSpPr>
        <a:xfrm>
          <a:off x="0" y="0"/>
          <a:ext cx="0" cy="0"/>
          <a:chOff x="0" y="0"/>
          <a:chExt cx="0" cy="0"/>
        </a:xfrm>
      </p:grpSpPr>
      <p:sp>
        <p:nvSpPr>
          <p:cNvPr id="34" name="四角形: 角を丸くする 33">
            <a:extLst>
              <a:ext uri="{FF2B5EF4-FFF2-40B4-BE49-F238E27FC236}">
                <a16:creationId xmlns:a16="http://schemas.microsoft.com/office/drawing/2014/main" id="{B158DCA1-3DD0-49DC-F803-78AA2A1F27CF}"/>
              </a:ext>
            </a:extLst>
          </p:cNvPr>
          <p:cNvSpPr/>
          <p:nvPr/>
        </p:nvSpPr>
        <p:spPr>
          <a:xfrm>
            <a:off x="730303" y="695130"/>
            <a:ext cx="8501744" cy="5467739"/>
          </a:xfrm>
          <a:prstGeom prst="roundRect">
            <a:avLst>
              <a:gd name="adj" fmla="val 6428"/>
            </a:avLst>
          </a:prstGeom>
          <a:solidFill>
            <a:schemeClr val="tx1">
              <a:lumMod val="75000"/>
              <a:lumOff val="25000"/>
              <a:alpha val="6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181" name="グループ化 180">
            <a:extLst>
              <a:ext uri="{FF2B5EF4-FFF2-40B4-BE49-F238E27FC236}">
                <a16:creationId xmlns:a16="http://schemas.microsoft.com/office/drawing/2014/main" id="{43ECF700-F2E7-6CFC-CD99-00C578978998}"/>
              </a:ext>
            </a:extLst>
          </p:cNvPr>
          <p:cNvGrpSpPr/>
          <p:nvPr/>
        </p:nvGrpSpPr>
        <p:grpSpPr>
          <a:xfrm>
            <a:off x="9569319" y="5011901"/>
            <a:ext cx="1755710" cy="810206"/>
            <a:chOff x="9569319" y="5159829"/>
            <a:chExt cx="1755710" cy="810206"/>
          </a:xfrm>
          <a:solidFill>
            <a:schemeClr val="bg1">
              <a:lumMod val="85000"/>
              <a:alpha val="70000"/>
            </a:schemeClr>
          </a:solidFill>
        </p:grpSpPr>
        <p:sp>
          <p:nvSpPr>
            <p:cNvPr id="182" name="四角形: 角を丸くする 181">
              <a:extLst>
                <a:ext uri="{FF2B5EF4-FFF2-40B4-BE49-F238E27FC236}">
                  <a16:creationId xmlns:a16="http://schemas.microsoft.com/office/drawing/2014/main" id="{B86B72F6-C51D-E0B1-34E1-52F482B553C5}"/>
                </a:ext>
              </a:extLst>
            </p:cNvPr>
            <p:cNvSpPr/>
            <p:nvPr/>
          </p:nvSpPr>
          <p:spPr>
            <a:xfrm>
              <a:off x="9569319" y="5159829"/>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83" name="テキスト ボックス 182">
              <a:extLst>
                <a:ext uri="{FF2B5EF4-FFF2-40B4-BE49-F238E27FC236}">
                  <a16:creationId xmlns:a16="http://schemas.microsoft.com/office/drawing/2014/main" id="{51E93F58-20C5-8240-D167-03661B8433D1}"/>
                </a:ext>
              </a:extLst>
            </p:cNvPr>
            <p:cNvSpPr txBox="1"/>
            <p:nvPr/>
          </p:nvSpPr>
          <p:spPr>
            <a:xfrm>
              <a:off x="9738450" y="5564932"/>
              <a:ext cx="1569660" cy="369332"/>
            </a:xfrm>
            <a:prstGeom prst="rect">
              <a:avLst/>
            </a:prstGeom>
            <a:noFill/>
            <a:ln>
              <a:noFill/>
            </a:ln>
          </p:spPr>
          <p:txBody>
            <a:bodyPr wrap="none" rtlCol="0">
              <a:spAutoFit/>
            </a:bodyPr>
            <a:lstStyle/>
            <a:p>
              <a:pPr algn="r"/>
              <a:r>
                <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ルート画面へ</a:t>
              </a:r>
              <a:endParaRPr kumimoji="1" lang="en-US" altLang="ja-JP"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9" name="グループ化 8">
            <a:extLst>
              <a:ext uri="{FF2B5EF4-FFF2-40B4-BE49-F238E27FC236}">
                <a16:creationId xmlns:a16="http://schemas.microsoft.com/office/drawing/2014/main" id="{71D0022B-5B3C-A70F-DEBA-866330F33D3F}"/>
              </a:ext>
            </a:extLst>
          </p:cNvPr>
          <p:cNvGrpSpPr/>
          <p:nvPr/>
        </p:nvGrpSpPr>
        <p:grpSpPr>
          <a:xfrm>
            <a:off x="9569319" y="2385076"/>
            <a:ext cx="1755710" cy="810206"/>
            <a:chOff x="9569319" y="887965"/>
            <a:chExt cx="1755710" cy="810206"/>
          </a:xfrm>
        </p:grpSpPr>
        <p:sp>
          <p:nvSpPr>
            <p:cNvPr id="10" name="四角形: 角を丸くする 9">
              <a:extLst>
                <a:ext uri="{FF2B5EF4-FFF2-40B4-BE49-F238E27FC236}">
                  <a16:creationId xmlns:a16="http://schemas.microsoft.com/office/drawing/2014/main" id="{91766963-1182-4D09-CADC-9764F6AF563A}"/>
                </a:ext>
              </a:extLst>
            </p:cNvPr>
            <p:cNvSpPr/>
            <p:nvPr/>
          </p:nvSpPr>
          <p:spPr>
            <a:xfrm>
              <a:off x="9569319" y="887965"/>
              <a:ext cx="1755710" cy="810206"/>
            </a:xfrm>
            <a:prstGeom prst="roundRect">
              <a:avLst>
                <a:gd name="adj" fmla="val 6428"/>
              </a:avLst>
            </a:prstGeom>
            <a:solidFill>
              <a:schemeClr val="tx1">
                <a:lumMod val="75000"/>
                <a:lumOff val="25000"/>
                <a:alpha val="80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1" name="テキスト ボックス 10">
              <a:extLst>
                <a:ext uri="{FF2B5EF4-FFF2-40B4-BE49-F238E27FC236}">
                  <a16:creationId xmlns:a16="http://schemas.microsoft.com/office/drawing/2014/main" id="{07AAAB7D-B238-29D0-19F7-BCFD813D3C2A}"/>
                </a:ext>
              </a:extLst>
            </p:cNvPr>
            <p:cNvSpPr txBox="1"/>
            <p:nvPr/>
          </p:nvSpPr>
          <p:spPr>
            <a:xfrm>
              <a:off x="10713075" y="1293068"/>
              <a:ext cx="595035" cy="338554"/>
            </a:xfrm>
            <a:prstGeom prst="rect">
              <a:avLst/>
            </a:prstGeom>
            <a:noFill/>
          </p:spPr>
          <p:txBody>
            <a:bodyPr wrap="none" rtlCol="0">
              <a:spAutoFit/>
            </a:bodyPr>
            <a:lstStyle/>
            <a:p>
              <a:pPr algn="r"/>
              <a:r>
                <a:rPr lang="ja-JP" altLang="en-US" sz="16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回復</a:t>
              </a:r>
              <a:endParaRPr kumimoji="1" lang="en-US" altLang="ja-JP" sz="16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3" name="グループ化 12">
            <a:extLst>
              <a:ext uri="{FF2B5EF4-FFF2-40B4-BE49-F238E27FC236}">
                <a16:creationId xmlns:a16="http://schemas.microsoft.com/office/drawing/2014/main" id="{337B753F-FB11-E82A-67BE-213C1A877273}"/>
              </a:ext>
            </a:extLst>
          </p:cNvPr>
          <p:cNvGrpSpPr/>
          <p:nvPr/>
        </p:nvGrpSpPr>
        <p:grpSpPr>
          <a:xfrm>
            <a:off x="9569319" y="3698488"/>
            <a:ext cx="1755710" cy="810206"/>
            <a:chOff x="9569319" y="887965"/>
            <a:chExt cx="1755710" cy="810206"/>
          </a:xfrm>
        </p:grpSpPr>
        <p:sp>
          <p:nvSpPr>
            <p:cNvPr id="14" name="四角形: 角を丸くする 13">
              <a:extLst>
                <a:ext uri="{FF2B5EF4-FFF2-40B4-BE49-F238E27FC236}">
                  <a16:creationId xmlns:a16="http://schemas.microsoft.com/office/drawing/2014/main" id="{C9FF32EF-84E6-A7B5-EFF2-EAFCF6B231CC}"/>
                </a:ext>
              </a:extLst>
            </p:cNvPr>
            <p:cNvSpPr/>
            <p:nvPr/>
          </p:nvSpPr>
          <p:spPr>
            <a:xfrm>
              <a:off x="9569319" y="887965"/>
              <a:ext cx="1755710" cy="810206"/>
            </a:xfrm>
            <a:prstGeom prst="roundRect">
              <a:avLst>
                <a:gd name="adj" fmla="val 6428"/>
              </a:avLst>
            </a:prstGeom>
            <a:solidFill>
              <a:schemeClr val="tx1">
                <a:lumMod val="75000"/>
                <a:lumOff val="25000"/>
                <a:alpha val="8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5" name="テキスト ボックス 14">
              <a:extLst>
                <a:ext uri="{FF2B5EF4-FFF2-40B4-BE49-F238E27FC236}">
                  <a16:creationId xmlns:a16="http://schemas.microsoft.com/office/drawing/2014/main" id="{C3269604-09ED-5AFE-DA57-CEF889E332F4}"/>
                </a:ext>
              </a:extLst>
            </p:cNvPr>
            <p:cNvSpPr txBox="1"/>
            <p:nvPr/>
          </p:nvSpPr>
          <p:spPr>
            <a:xfrm>
              <a:off x="10507890" y="1293068"/>
              <a:ext cx="800220" cy="338554"/>
            </a:xfrm>
            <a:prstGeom prst="rect">
              <a:avLst/>
            </a:prstGeom>
            <a:noFill/>
          </p:spPr>
          <p:txBody>
            <a:bodyPr wrap="none" rtlCol="0">
              <a:spAutoFit/>
            </a:bodyPr>
            <a:lstStyle/>
            <a:p>
              <a:pPr algn="r"/>
              <a:r>
                <a:rPr lang="ja-JP" altLang="en-US" sz="16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a:t>
              </a:r>
              <a:endParaRPr kumimoji="1" lang="en-US" altLang="ja-JP" sz="16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pic>
        <p:nvPicPr>
          <p:cNvPr id="16" name="図 15" descr="アイコン&#10;&#10;AI 生成コンテンツは誤りを含む可能性があります。">
            <a:extLst>
              <a:ext uri="{FF2B5EF4-FFF2-40B4-BE49-F238E27FC236}">
                <a16:creationId xmlns:a16="http://schemas.microsoft.com/office/drawing/2014/main" id="{C4C59551-4D0E-62C3-FA54-E5E8E45E0DE9}"/>
              </a:ext>
            </a:extLst>
          </p:cNvPr>
          <p:cNvPicPr>
            <a:picLocks noChangeAspect="1"/>
          </p:cNvPicPr>
          <p:nvPr/>
        </p:nvPicPr>
        <p:blipFill>
          <a:blip r:embed="rId3">
            <a:lum bright="70000" contrast="-70000"/>
            <a:extLst>
              <a:ext uri="{28A0092B-C50C-407E-A947-70E740481C1C}">
                <a14:useLocalDpi xmlns:a14="http://schemas.microsoft.com/office/drawing/2010/main" val="0"/>
              </a:ext>
            </a:extLst>
          </a:blip>
          <a:stretch>
            <a:fillRect/>
          </a:stretch>
        </p:blipFill>
        <p:spPr>
          <a:xfrm>
            <a:off x="9711869" y="3705941"/>
            <a:ext cx="810206" cy="810206"/>
          </a:xfrm>
          <a:prstGeom prst="rect">
            <a:avLst/>
          </a:prstGeom>
        </p:spPr>
      </p:pic>
      <p:pic>
        <p:nvPicPr>
          <p:cNvPr id="17" name="図 16">
            <a:extLst>
              <a:ext uri="{FF2B5EF4-FFF2-40B4-BE49-F238E27FC236}">
                <a16:creationId xmlns:a16="http://schemas.microsoft.com/office/drawing/2014/main" id="{58B0C965-CA4E-CCEA-1E99-1591A91603D5}"/>
              </a:ext>
            </a:extLst>
          </p:cNvPr>
          <p:cNvPicPr>
            <a:picLocks noChangeAspect="1"/>
          </p:cNvPicPr>
          <p:nvPr/>
        </p:nvPicPr>
        <p:blipFill>
          <a:blip r:embed="rId4">
            <a:lum bright="70000" contrast="-70000"/>
            <a:extLst>
              <a:ext uri="{28A0092B-C50C-407E-A947-70E740481C1C}">
                <a14:useLocalDpi xmlns:a14="http://schemas.microsoft.com/office/drawing/2010/main" val="0"/>
              </a:ext>
            </a:extLst>
          </a:blip>
          <a:srcRect l="52651" t="22678" r="27395" b="50636"/>
          <a:stretch>
            <a:fillRect/>
          </a:stretch>
        </p:blipFill>
        <p:spPr>
          <a:xfrm>
            <a:off x="9855544" y="2567145"/>
            <a:ext cx="524800" cy="486373"/>
          </a:xfrm>
          <a:prstGeom prst="rect">
            <a:avLst/>
          </a:prstGeom>
        </p:spPr>
      </p:pic>
      <p:grpSp>
        <p:nvGrpSpPr>
          <p:cNvPr id="6" name="グループ化 5">
            <a:extLst>
              <a:ext uri="{FF2B5EF4-FFF2-40B4-BE49-F238E27FC236}">
                <a16:creationId xmlns:a16="http://schemas.microsoft.com/office/drawing/2014/main" id="{EACA471F-D29F-0EB5-2703-10BE0DD5717F}"/>
              </a:ext>
            </a:extLst>
          </p:cNvPr>
          <p:cNvGrpSpPr/>
          <p:nvPr/>
        </p:nvGrpSpPr>
        <p:grpSpPr>
          <a:xfrm>
            <a:off x="9568849" y="1115022"/>
            <a:ext cx="1755710" cy="810206"/>
            <a:chOff x="9569319" y="887965"/>
            <a:chExt cx="1755710" cy="810206"/>
          </a:xfrm>
        </p:grpSpPr>
        <p:sp>
          <p:nvSpPr>
            <p:cNvPr id="12" name="四角形: 角を丸くする 11">
              <a:extLst>
                <a:ext uri="{FF2B5EF4-FFF2-40B4-BE49-F238E27FC236}">
                  <a16:creationId xmlns:a16="http://schemas.microsoft.com/office/drawing/2014/main" id="{E59E5C51-2B43-41D6-AA0E-B804D6952767}"/>
                </a:ext>
              </a:extLst>
            </p:cNvPr>
            <p:cNvSpPr/>
            <p:nvPr/>
          </p:nvSpPr>
          <p:spPr>
            <a:xfrm>
              <a:off x="9569319" y="887965"/>
              <a:ext cx="1755710" cy="810206"/>
            </a:xfrm>
            <a:prstGeom prst="roundRect">
              <a:avLst>
                <a:gd name="adj" fmla="val 6428"/>
              </a:avLst>
            </a:prstGeom>
            <a:solidFill>
              <a:schemeClr val="tx1">
                <a:lumMod val="75000"/>
                <a:lumOff val="25000"/>
                <a:alpha val="80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8" name="テキスト ボックス 17">
              <a:extLst>
                <a:ext uri="{FF2B5EF4-FFF2-40B4-BE49-F238E27FC236}">
                  <a16:creationId xmlns:a16="http://schemas.microsoft.com/office/drawing/2014/main" id="{74EA5D39-1BB8-5E99-9DD3-5F1FB4D635C9}"/>
                </a:ext>
              </a:extLst>
            </p:cNvPr>
            <p:cNvSpPr txBox="1"/>
            <p:nvPr/>
          </p:nvSpPr>
          <p:spPr>
            <a:xfrm>
              <a:off x="10713075" y="1293068"/>
              <a:ext cx="595035" cy="338554"/>
            </a:xfrm>
            <a:prstGeom prst="rect">
              <a:avLst/>
            </a:prstGeom>
            <a:noFill/>
            <a:ln>
              <a:noFill/>
            </a:ln>
          </p:spPr>
          <p:txBody>
            <a:bodyPr wrap="none" rtlCol="0">
              <a:spAutoFit/>
            </a:bodyPr>
            <a:lstStyle/>
            <a:p>
              <a:pPr algn="r"/>
              <a:r>
                <a:rPr lang="ja-JP" altLang="en-US" sz="16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バフ</a:t>
              </a:r>
              <a:endParaRPr kumimoji="1" lang="en-US" altLang="ja-JP" sz="16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19" name="矢印: 下 18">
            <a:extLst>
              <a:ext uri="{FF2B5EF4-FFF2-40B4-BE49-F238E27FC236}">
                <a16:creationId xmlns:a16="http://schemas.microsoft.com/office/drawing/2014/main" id="{4F20B7D3-70D2-F6C9-8F89-9F6B904A4DBD}"/>
              </a:ext>
            </a:extLst>
          </p:cNvPr>
          <p:cNvSpPr/>
          <p:nvPr/>
        </p:nvSpPr>
        <p:spPr>
          <a:xfrm flipV="1">
            <a:off x="9966747" y="1295783"/>
            <a:ext cx="324024" cy="423737"/>
          </a:xfrm>
          <a:prstGeom prst="downArrow">
            <a:avLst/>
          </a:prstGeom>
          <a:solidFill>
            <a:schemeClr val="bg1">
              <a:lumMod val="95000"/>
            </a:schemeClr>
          </a:solidFill>
          <a:ln w="9525">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pic>
        <p:nvPicPr>
          <p:cNvPr id="31" name="図 30">
            <a:extLst>
              <a:ext uri="{FF2B5EF4-FFF2-40B4-BE49-F238E27FC236}">
                <a16:creationId xmlns:a16="http://schemas.microsoft.com/office/drawing/2014/main" id="{36623E2F-79D0-DEB8-142A-F2DE3B1D405E}"/>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876300" y="1215667"/>
            <a:ext cx="8209751" cy="4449528"/>
          </a:xfrm>
          <a:prstGeom prst="rect">
            <a:avLst/>
          </a:prstGeom>
        </p:spPr>
      </p:pic>
      <p:grpSp>
        <p:nvGrpSpPr>
          <p:cNvPr id="35" name="グループ化 34">
            <a:extLst>
              <a:ext uri="{FF2B5EF4-FFF2-40B4-BE49-F238E27FC236}">
                <a16:creationId xmlns:a16="http://schemas.microsoft.com/office/drawing/2014/main" id="{241FACFA-A0C5-5D51-6CDD-0C9020F3A193}"/>
              </a:ext>
            </a:extLst>
          </p:cNvPr>
          <p:cNvGrpSpPr/>
          <p:nvPr/>
        </p:nvGrpSpPr>
        <p:grpSpPr>
          <a:xfrm>
            <a:off x="7938117" y="3656774"/>
            <a:ext cx="636716" cy="278861"/>
            <a:chOff x="10130793" y="3298920"/>
            <a:chExt cx="696970" cy="364550"/>
          </a:xfrm>
        </p:grpSpPr>
        <p:sp>
          <p:nvSpPr>
            <p:cNvPr id="36" name="四角形: 角を丸くする 35">
              <a:extLst>
                <a:ext uri="{FF2B5EF4-FFF2-40B4-BE49-F238E27FC236}">
                  <a16:creationId xmlns:a16="http://schemas.microsoft.com/office/drawing/2014/main" id="{E0587798-C35D-B3D5-695D-09B060F8F49A}"/>
                </a:ext>
              </a:extLst>
            </p:cNvPr>
            <p:cNvSpPr/>
            <p:nvPr/>
          </p:nvSpPr>
          <p:spPr>
            <a:xfrm>
              <a:off x="10130793" y="3298920"/>
              <a:ext cx="696970" cy="364550"/>
            </a:xfrm>
            <a:prstGeom prst="roundRect">
              <a:avLst>
                <a:gd name="adj" fmla="val 6896"/>
              </a:avLst>
            </a:prstGeom>
            <a:solidFill>
              <a:schemeClr val="tx2">
                <a:lumMod val="60000"/>
                <a:lumOff val="4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200" dirty="0">
                <a:latin typeface="原稿用標準書体" panose="03000503000000000000" pitchFamily="66" charset="-128"/>
                <a:ea typeface="原稿用標準書体" panose="03000503000000000000" pitchFamily="66" charset="-128"/>
              </a:endParaRPr>
            </a:p>
          </p:txBody>
        </p:sp>
        <p:sp>
          <p:nvSpPr>
            <p:cNvPr id="39" name="テキスト ボックス 38">
              <a:extLst>
                <a:ext uri="{FF2B5EF4-FFF2-40B4-BE49-F238E27FC236}">
                  <a16:creationId xmlns:a16="http://schemas.microsoft.com/office/drawing/2014/main" id="{D4B12BF5-5864-292F-25D5-07A3A066A700}"/>
                </a:ext>
              </a:extLst>
            </p:cNvPr>
            <p:cNvSpPr txBox="1"/>
            <p:nvPr/>
          </p:nvSpPr>
          <p:spPr>
            <a:xfrm>
              <a:off x="10173402" y="3313445"/>
              <a:ext cx="625285" cy="321389"/>
            </a:xfrm>
            <a:prstGeom prst="rect">
              <a:avLst/>
            </a:prstGeom>
            <a:noFill/>
          </p:spPr>
          <p:txBody>
            <a:bodyPr wrap="none" rtlCol="0">
              <a:spAutoFit/>
            </a:bodyPr>
            <a:lstStyle/>
            <a:p>
              <a:pPr algn="ctr"/>
              <a:r>
                <a:rPr lang="ja-JP" altLang="en-US" sz="1100">
                  <a:solidFill>
                    <a:schemeClr val="tx1">
                      <a:lumMod val="75000"/>
                      <a:lumOff val="25000"/>
                    </a:schemeClr>
                  </a:solidFill>
                  <a:latin typeface="原稿用標準書体" panose="03000503000000000000" pitchFamily="66" charset="-128"/>
                  <a:ea typeface="原稿用標準書体" panose="03000503000000000000" pitchFamily="66" charset="-128"/>
                </a:rPr>
                <a:t>装備中</a:t>
              </a:r>
              <a:endParaRPr lang="en-US" altLang="ja-JP" sz="11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Tree>
    <p:extLst>
      <p:ext uri="{BB962C8B-B14F-4D97-AF65-F5344CB8AC3E}">
        <p14:creationId xmlns:p14="http://schemas.microsoft.com/office/powerpoint/2010/main" val="3967459116"/>
      </p:ext>
    </p:extLst>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p:bg>
      <p:bgPr>
        <a:gradFill>
          <a:gsLst>
            <a:gs pos="46690">
              <a:schemeClr val="accent6">
                <a:lumMod val="75000"/>
              </a:schemeClr>
            </a:gs>
            <a:gs pos="0">
              <a:schemeClr val="accent6">
                <a:lumMod val="50000"/>
              </a:schemeClr>
            </a:gs>
            <a:gs pos="23000">
              <a:schemeClr val="accent6">
                <a:lumMod val="75000"/>
              </a:schemeClr>
            </a:gs>
            <a:gs pos="69000">
              <a:schemeClr val="accent6">
                <a:lumMod val="50000"/>
              </a:schemeClr>
            </a:gs>
            <a:gs pos="97000">
              <a:schemeClr val="tx1">
                <a:lumMod val="85000"/>
                <a:lumOff val="15000"/>
              </a:schemeClr>
            </a:gs>
          </a:gsLst>
          <a:path path="circle">
            <a:fillToRect l="50000" t="50000" r="50000" b="50000"/>
          </a:path>
        </a:gradFill>
        <a:effectLst/>
      </p:bgPr>
    </p:bg>
    <p:spTree>
      <p:nvGrpSpPr>
        <p:cNvPr id="1" name="">
          <a:extLst>
            <a:ext uri="{FF2B5EF4-FFF2-40B4-BE49-F238E27FC236}">
              <a16:creationId xmlns:a16="http://schemas.microsoft.com/office/drawing/2014/main" id="{D0B88081-964D-F317-4B89-EA1FCEA24653}"/>
            </a:ext>
          </a:extLst>
        </p:cNvPr>
        <p:cNvGrpSpPr/>
        <p:nvPr/>
      </p:nvGrpSpPr>
      <p:grpSpPr>
        <a:xfrm>
          <a:off x="0" y="0"/>
          <a:ext cx="0" cy="0"/>
          <a:chOff x="0" y="0"/>
          <a:chExt cx="0" cy="0"/>
        </a:xfrm>
      </p:grpSpPr>
      <p:grpSp>
        <p:nvGrpSpPr>
          <p:cNvPr id="181" name="グループ化 180">
            <a:extLst>
              <a:ext uri="{FF2B5EF4-FFF2-40B4-BE49-F238E27FC236}">
                <a16:creationId xmlns:a16="http://schemas.microsoft.com/office/drawing/2014/main" id="{911B1278-2C46-A1A3-E8CE-6395F2148A00}"/>
              </a:ext>
            </a:extLst>
          </p:cNvPr>
          <p:cNvGrpSpPr/>
          <p:nvPr/>
        </p:nvGrpSpPr>
        <p:grpSpPr>
          <a:xfrm>
            <a:off x="9569319" y="5011901"/>
            <a:ext cx="1755710" cy="810206"/>
            <a:chOff x="9569319" y="5159829"/>
            <a:chExt cx="1755710" cy="810206"/>
          </a:xfrm>
          <a:solidFill>
            <a:schemeClr val="bg1">
              <a:lumMod val="85000"/>
              <a:alpha val="70000"/>
            </a:schemeClr>
          </a:solidFill>
        </p:grpSpPr>
        <p:sp>
          <p:nvSpPr>
            <p:cNvPr id="182" name="四角形: 角を丸くする 181">
              <a:extLst>
                <a:ext uri="{FF2B5EF4-FFF2-40B4-BE49-F238E27FC236}">
                  <a16:creationId xmlns:a16="http://schemas.microsoft.com/office/drawing/2014/main" id="{3C4F5CD6-C9D4-CDEA-1C52-6DBC58F5F00A}"/>
                </a:ext>
              </a:extLst>
            </p:cNvPr>
            <p:cNvSpPr/>
            <p:nvPr/>
          </p:nvSpPr>
          <p:spPr>
            <a:xfrm>
              <a:off x="9569319" y="5159829"/>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83" name="テキスト ボックス 182">
              <a:extLst>
                <a:ext uri="{FF2B5EF4-FFF2-40B4-BE49-F238E27FC236}">
                  <a16:creationId xmlns:a16="http://schemas.microsoft.com/office/drawing/2014/main" id="{1C7C4895-77E2-9500-3B41-8B89253B13EE}"/>
                </a:ext>
              </a:extLst>
            </p:cNvPr>
            <p:cNvSpPr txBox="1"/>
            <p:nvPr/>
          </p:nvSpPr>
          <p:spPr>
            <a:xfrm>
              <a:off x="9738450" y="5564932"/>
              <a:ext cx="1569660" cy="369332"/>
            </a:xfrm>
            <a:prstGeom prst="rect">
              <a:avLst/>
            </a:prstGeom>
            <a:noFill/>
            <a:ln>
              <a:noFill/>
            </a:ln>
          </p:spPr>
          <p:txBody>
            <a:bodyPr wrap="none" rtlCol="0">
              <a:spAutoFit/>
            </a:bodyPr>
            <a:lstStyle/>
            <a:p>
              <a:pPr algn="r"/>
              <a:r>
                <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ルート画面へ</a:t>
              </a:r>
              <a:endParaRPr kumimoji="1" lang="en-US" altLang="ja-JP"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188" name="四角形: 角を丸くする 187">
            <a:extLst>
              <a:ext uri="{FF2B5EF4-FFF2-40B4-BE49-F238E27FC236}">
                <a16:creationId xmlns:a16="http://schemas.microsoft.com/office/drawing/2014/main" id="{ABC5E54D-C0CE-96B7-0F35-631CED1A112D}"/>
              </a:ext>
            </a:extLst>
          </p:cNvPr>
          <p:cNvSpPr/>
          <p:nvPr/>
        </p:nvSpPr>
        <p:spPr>
          <a:xfrm>
            <a:off x="726233" y="695130"/>
            <a:ext cx="8501744" cy="5467739"/>
          </a:xfrm>
          <a:prstGeom prst="roundRect">
            <a:avLst>
              <a:gd name="adj" fmla="val 6428"/>
            </a:avLst>
          </a:prstGeom>
          <a:solidFill>
            <a:schemeClr val="accent6">
              <a:lumMod val="60000"/>
              <a:lumOff val="40000"/>
              <a:alpha val="8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9" name="グループ化 8">
            <a:extLst>
              <a:ext uri="{FF2B5EF4-FFF2-40B4-BE49-F238E27FC236}">
                <a16:creationId xmlns:a16="http://schemas.microsoft.com/office/drawing/2014/main" id="{ACF3FB79-A219-D237-8E6A-C47BA6D4ED4E}"/>
              </a:ext>
            </a:extLst>
          </p:cNvPr>
          <p:cNvGrpSpPr/>
          <p:nvPr/>
        </p:nvGrpSpPr>
        <p:grpSpPr>
          <a:xfrm>
            <a:off x="9569319" y="2385076"/>
            <a:ext cx="1755710" cy="810206"/>
            <a:chOff x="9569319" y="887965"/>
            <a:chExt cx="1755710" cy="810206"/>
          </a:xfrm>
        </p:grpSpPr>
        <p:sp>
          <p:nvSpPr>
            <p:cNvPr id="10" name="四角形: 角を丸くする 9">
              <a:extLst>
                <a:ext uri="{FF2B5EF4-FFF2-40B4-BE49-F238E27FC236}">
                  <a16:creationId xmlns:a16="http://schemas.microsoft.com/office/drawing/2014/main" id="{727DEEEB-7BEA-B3CB-87F0-42E4F3068B82}"/>
                </a:ext>
              </a:extLst>
            </p:cNvPr>
            <p:cNvSpPr/>
            <p:nvPr/>
          </p:nvSpPr>
          <p:spPr>
            <a:xfrm>
              <a:off x="9569319" y="887965"/>
              <a:ext cx="1755710" cy="810206"/>
            </a:xfrm>
            <a:prstGeom prst="roundRect">
              <a:avLst>
                <a:gd name="adj" fmla="val 6428"/>
              </a:avLst>
            </a:prstGeom>
            <a:solidFill>
              <a:schemeClr val="tx1">
                <a:lumMod val="75000"/>
                <a:lumOff val="25000"/>
                <a:alpha val="80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1" name="テキスト ボックス 10">
              <a:extLst>
                <a:ext uri="{FF2B5EF4-FFF2-40B4-BE49-F238E27FC236}">
                  <a16:creationId xmlns:a16="http://schemas.microsoft.com/office/drawing/2014/main" id="{F4FF017A-62FA-4E23-39AF-8BEE3301092B}"/>
                </a:ext>
              </a:extLst>
            </p:cNvPr>
            <p:cNvSpPr txBox="1"/>
            <p:nvPr/>
          </p:nvSpPr>
          <p:spPr>
            <a:xfrm>
              <a:off x="10713075" y="1293068"/>
              <a:ext cx="595035" cy="338554"/>
            </a:xfrm>
            <a:prstGeom prst="rect">
              <a:avLst/>
            </a:prstGeom>
            <a:noFill/>
          </p:spPr>
          <p:txBody>
            <a:bodyPr wrap="none" rtlCol="0">
              <a:spAutoFit/>
            </a:bodyPr>
            <a:lstStyle/>
            <a:p>
              <a:pPr algn="r"/>
              <a:r>
                <a:rPr lang="ja-JP" altLang="en-US" sz="16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回復</a:t>
              </a:r>
              <a:endParaRPr kumimoji="1" lang="en-US" altLang="ja-JP" sz="16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3" name="グループ化 12">
            <a:extLst>
              <a:ext uri="{FF2B5EF4-FFF2-40B4-BE49-F238E27FC236}">
                <a16:creationId xmlns:a16="http://schemas.microsoft.com/office/drawing/2014/main" id="{D1936350-F841-A964-A56D-24321A20FF7D}"/>
              </a:ext>
            </a:extLst>
          </p:cNvPr>
          <p:cNvGrpSpPr/>
          <p:nvPr/>
        </p:nvGrpSpPr>
        <p:grpSpPr>
          <a:xfrm>
            <a:off x="9569319" y="3698488"/>
            <a:ext cx="1755710" cy="810206"/>
            <a:chOff x="9569319" y="887965"/>
            <a:chExt cx="1755710" cy="810206"/>
          </a:xfrm>
        </p:grpSpPr>
        <p:sp>
          <p:nvSpPr>
            <p:cNvPr id="14" name="四角形: 角を丸くする 13">
              <a:extLst>
                <a:ext uri="{FF2B5EF4-FFF2-40B4-BE49-F238E27FC236}">
                  <a16:creationId xmlns:a16="http://schemas.microsoft.com/office/drawing/2014/main" id="{5F1716A6-3839-AED4-783B-5C90E132B395}"/>
                </a:ext>
              </a:extLst>
            </p:cNvPr>
            <p:cNvSpPr/>
            <p:nvPr/>
          </p:nvSpPr>
          <p:spPr>
            <a:xfrm>
              <a:off x="9569319" y="887965"/>
              <a:ext cx="1755710" cy="810206"/>
            </a:xfrm>
            <a:prstGeom prst="roundRect">
              <a:avLst>
                <a:gd name="adj" fmla="val 6428"/>
              </a:avLst>
            </a:prstGeom>
            <a:solidFill>
              <a:schemeClr val="tx1">
                <a:lumMod val="75000"/>
                <a:lumOff val="25000"/>
                <a:alpha val="8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5" name="テキスト ボックス 14">
              <a:extLst>
                <a:ext uri="{FF2B5EF4-FFF2-40B4-BE49-F238E27FC236}">
                  <a16:creationId xmlns:a16="http://schemas.microsoft.com/office/drawing/2014/main" id="{201D9187-AA24-8389-C743-8FA19DDCBC57}"/>
                </a:ext>
              </a:extLst>
            </p:cNvPr>
            <p:cNvSpPr txBox="1"/>
            <p:nvPr/>
          </p:nvSpPr>
          <p:spPr>
            <a:xfrm>
              <a:off x="10507890" y="1293068"/>
              <a:ext cx="800220" cy="338554"/>
            </a:xfrm>
            <a:prstGeom prst="rect">
              <a:avLst/>
            </a:prstGeom>
            <a:noFill/>
          </p:spPr>
          <p:txBody>
            <a:bodyPr wrap="none" rtlCol="0">
              <a:spAutoFit/>
            </a:bodyPr>
            <a:lstStyle/>
            <a:p>
              <a:pPr algn="r"/>
              <a:r>
                <a:rPr lang="ja-JP" altLang="en-US" sz="16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a:t>
              </a:r>
              <a:endParaRPr kumimoji="1" lang="en-US" altLang="ja-JP" sz="16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pic>
        <p:nvPicPr>
          <p:cNvPr id="16" name="図 15" descr="アイコン&#10;&#10;AI 生成コンテンツは誤りを含む可能性があります。">
            <a:extLst>
              <a:ext uri="{FF2B5EF4-FFF2-40B4-BE49-F238E27FC236}">
                <a16:creationId xmlns:a16="http://schemas.microsoft.com/office/drawing/2014/main" id="{896FF1B6-0325-F24A-8334-4C57EBB9E642}"/>
              </a:ext>
            </a:extLst>
          </p:cNvPr>
          <p:cNvPicPr>
            <a:picLocks noChangeAspect="1"/>
          </p:cNvPicPr>
          <p:nvPr/>
        </p:nvPicPr>
        <p:blipFill>
          <a:blip r:embed="rId3">
            <a:lum bright="70000" contrast="-70000"/>
            <a:extLst>
              <a:ext uri="{28A0092B-C50C-407E-A947-70E740481C1C}">
                <a14:useLocalDpi xmlns:a14="http://schemas.microsoft.com/office/drawing/2010/main" val="0"/>
              </a:ext>
            </a:extLst>
          </a:blip>
          <a:stretch>
            <a:fillRect/>
          </a:stretch>
        </p:blipFill>
        <p:spPr>
          <a:xfrm>
            <a:off x="9711869" y="3705941"/>
            <a:ext cx="810206" cy="810206"/>
          </a:xfrm>
          <a:prstGeom prst="rect">
            <a:avLst/>
          </a:prstGeom>
        </p:spPr>
      </p:pic>
      <p:pic>
        <p:nvPicPr>
          <p:cNvPr id="17" name="図 16">
            <a:extLst>
              <a:ext uri="{FF2B5EF4-FFF2-40B4-BE49-F238E27FC236}">
                <a16:creationId xmlns:a16="http://schemas.microsoft.com/office/drawing/2014/main" id="{7C38AC5B-31AD-F3E8-BA32-16D0347DF346}"/>
              </a:ext>
            </a:extLst>
          </p:cNvPr>
          <p:cNvPicPr>
            <a:picLocks noChangeAspect="1"/>
          </p:cNvPicPr>
          <p:nvPr/>
        </p:nvPicPr>
        <p:blipFill>
          <a:blip r:embed="rId4">
            <a:lum bright="70000" contrast="-70000"/>
            <a:extLst>
              <a:ext uri="{28A0092B-C50C-407E-A947-70E740481C1C}">
                <a14:useLocalDpi xmlns:a14="http://schemas.microsoft.com/office/drawing/2010/main" val="0"/>
              </a:ext>
            </a:extLst>
          </a:blip>
          <a:srcRect l="52651" t="22678" r="27395" b="50636"/>
          <a:stretch>
            <a:fillRect/>
          </a:stretch>
        </p:blipFill>
        <p:spPr>
          <a:xfrm>
            <a:off x="9855544" y="2567145"/>
            <a:ext cx="524800" cy="486373"/>
          </a:xfrm>
          <a:prstGeom prst="rect">
            <a:avLst/>
          </a:prstGeom>
        </p:spPr>
      </p:pic>
      <p:grpSp>
        <p:nvGrpSpPr>
          <p:cNvPr id="6" name="グループ化 5">
            <a:extLst>
              <a:ext uri="{FF2B5EF4-FFF2-40B4-BE49-F238E27FC236}">
                <a16:creationId xmlns:a16="http://schemas.microsoft.com/office/drawing/2014/main" id="{FBF98098-7C12-4029-F169-98FBC18D961B}"/>
              </a:ext>
            </a:extLst>
          </p:cNvPr>
          <p:cNvGrpSpPr/>
          <p:nvPr/>
        </p:nvGrpSpPr>
        <p:grpSpPr>
          <a:xfrm>
            <a:off x="9568849" y="1115022"/>
            <a:ext cx="1755710" cy="810206"/>
            <a:chOff x="9569319" y="887965"/>
            <a:chExt cx="1755710" cy="810206"/>
          </a:xfrm>
        </p:grpSpPr>
        <p:sp>
          <p:nvSpPr>
            <p:cNvPr id="12" name="四角形: 角を丸くする 11">
              <a:extLst>
                <a:ext uri="{FF2B5EF4-FFF2-40B4-BE49-F238E27FC236}">
                  <a16:creationId xmlns:a16="http://schemas.microsoft.com/office/drawing/2014/main" id="{9470D5BB-4027-867D-3F58-CC94379FC25F}"/>
                </a:ext>
              </a:extLst>
            </p:cNvPr>
            <p:cNvSpPr/>
            <p:nvPr/>
          </p:nvSpPr>
          <p:spPr>
            <a:xfrm>
              <a:off x="9569319" y="887965"/>
              <a:ext cx="1755710" cy="810206"/>
            </a:xfrm>
            <a:prstGeom prst="roundRect">
              <a:avLst>
                <a:gd name="adj" fmla="val 6428"/>
              </a:avLst>
            </a:prstGeom>
            <a:solidFill>
              <a:schemeClr val="tx1">
                <a:lumMod val="75000"/>
                <a:lumOff val="25000"/>
                <a:alpha val="80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8" name="テキスト ボックス 17">
              <a:extLst>
                <a:ext uri="{FF2B5EF4-FFF2-40B4-BE49-F238E27FC236}">
                  <a16:creationId xmlns:a16="http://schemas.microsoft.com/office/drawing/2014/main" id="{9D2CF596-7D5B-5FD0-9A14-4F9D00697807}"/>
                </a:ext>
              </a:extLst>
            </p:cNvPr>
            <p:cNvSpPr txBox="1"/>
            <p:nvPr/>
          </p:nvSpPr>
          <p:spPr>
            <a:xfrm>
              <a:off x="10713075" y="1293068"/>
              <a:ext cx="595035" cy="338554"/>
            </a:xfrm>
            <a:prstGeom prst="rect">
              <a:avLst/>
            </a:prstGeom>
            <a:noFill/>
            <a:ln>
              <a:noFill/>
            </a:ln>
          </p:spPr>
          <p:txBody>
            <a:bodyPr wrap="none" rtlCol="0">
              <a:spAutoFit/>
            </a:bodyPr>
            <a:lstStyle/>
            <a:p>
              <a:pPr algn="r"/>
              <a:r>
                <a:rPr lang="ja-JP" altLang="en-US" sz="16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バフ</a:t>
              </a:r>
              <a:endParaRPr kumimoji="1" lang="en-US" altLang="ja-JP" sz="16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19" name="矢印: 下 18">
            <a:extLst>
              <a:ext uri="{FF2B5EF4-FFF2-40B4-BE49-F238E27FC236}">
                <a16:creationId xmlns:a16="http://schemas.microsoft.com/office/drawing/2014/main" id="{2D6B6933-C0E5-6CFF-FD8E-816FADAB80F5}"/>
              </a:ext>
            </a:extLst>
          </p:cNvPr>
          <p:cNvSpPr/>
          <p:nvPr/>
        </p:nvSpPr>
        <p:spPr>
          <a:xfrm flipV="1">
            <a:off x="9966747" y="1295783"/>
            <a:ext cx="324024" cy="423737"/>
          </a:xfrm>
          <a:prstGeom prst="downArrow">
            <a:avLst/>
          </a:prstGeom>
          <a:solidFill>
            <a:schemeClr val="bg1">
              <a:lumMod val="95000"/>
            </a:schemeClr>
          </a:solidFill>
          <a:ln w="9525">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26" name="グループ化 25">
            <a:extLst>
              <a:ext uri="{FF2B5EF4-FFF2-40B4-BE49-F238E27FC236}">
                <a16:creationId xmlns:a16="http://schemas.microsoft.com/office/drawing/2014/main" id="{B9060BC2-00B4-7F8E-FFAB-464DFEE07852}"/>
              </a:ext>
            </a:extLst>
          </p:cNvPr>
          <p:cNvGrpSpPr/>
          <p:nvPr/>
        </p:nvGrpSpPr>
        <p:grpSpPr>
          <a:xfrm>
            <a:off x="7047321" y="5091762"/>
            <a:ext cx="1755710" cy="845242"/>
            <a:chOff x="7173189" y="5091762"/>
            <a:chExt cx="1755710" cy="845242"/>
          </a:xfrm>
        </p:grpSpPr>
        <p:grpSp>
          <p:nvGrpSpPr>
            <p:cNvPr id="20" name="グループ化 19">
              <a:extLst>
                <a:ext uri="{FF2B5EF4-FFF2-40B4-BE49-F238E27FC236}">
                  <a16:creationId xmlns:a16="http://schemas.microsoft.com/office/drawing/2014/main" id="{E7523F76-D8DD-172D-CDA7-20733DCA3718}"/>
                </a:ext>
              </a:extLst>
            </p:cNvPr>
            <p:cNvGrpSpPr/>
            <p:nvPr/>
          </p:nvGrpSpPr>
          <p:grpSpPr>
            <a:xfrm>
              <a:off x="7173189" y="5091762"/>
              <a:ext cx="1755710" cy="810206"/>
              <a:chOff x="9569319" y="5150498"/>
              <a:chExt cx="1755710" cy="810206"/>
            </a:xfrm>
            <a:solidFill>
              <a:schemeClr val="bg1">
                <a:lumMod val="85000"/>
                <a:alpha val="70000"/>
              </a:schemeClr>
            </a:solidFill>
          </p:grpSpPr>
          <p:sp>
            <p:nvSpPr>
              <p:cNvPr id="21" name="四角形: 角を丸くする 20">
                <a:extLst>
                  <a:ext uri="{FF2B5EF4-FFF2-40B4-BE49-F238E27FC236}">
                    <a16:creationId xmlns:a16="http://schemas.microsoft.com/office/drawing/2014/main" id="{EE2A1555-F7B7-6854-4B1B-FE96C0932126}"/>
                  </a:ext>
                </a:extLst>
              </p:cNvPr>
              <p:cNvSpPr/>
              <p:nvPr/>
            </p:nvSpPr>
            <p:spPr>
              <a:xfrm>
                <a:off x="9569319" y="5150498"/>
                <a:ext cx="1755710" cy="810206"/>
              </a:xfrm>
              <a:prstGeom prst="roundRect">
                <a:avLst>
                  <a:gd name="adj" fmla="val 50000"/>
                </a:avLst>
              </a:prstGeom>
              <a:solidFill>
                <a:schemeClr val="tx1">
                  <a:lumMod val="75000"/>
                  <a:lumOff val="25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22" name="テキスト ボックス 21">
                <a:extLst>
                  <a:ext uri="{FF2B5EF4-FFF2-40B4-BE49-F238E27FC236}">
                    <a16:creationId xmlns:a16="http://schemas.microsoft.com/office/drawing/2014/main" id="{3F33A8BC-2C3A-0BC6-7EA8-2FF7C10B6AC9}"/>
                  </a:ext>
                </a:extLst>
              </p:cNvPr>
              <p:cNvSpPr txBox="1"/>
              <p:nvPr/>
            </p:nvSpPr>
            <p:spPr>
              <a:xfrm>
                <a:off x="9841929" y="5221639"/>
                <a:ext cx="1210588" cy="338554"/>
              </a:xfrm>
              <a:prstGeom prst="rect">
                <a:avLst/>
              </a:prstGeom>
              <a:noFill/>
              <a:ln>
                <a:noFill/>
              </a:ln>
            </p:spPr>
            <p:txBody>
              <a:bodyPr wrap="none" rtlCol="0">
                <a:spAutoFit/>
              </a:bodyPr>
              <a:lstStyle/>
              <a:p>
                <a:pPr algn="ctr"/>
                <a:r>
                  <a:rPr lang="ja-JP" altLang="en-US" sz="16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キャラ詳細</a:t>
                </a:r>
                <a:endParaRPr kumimoji="1" lang="en-US" altLang="ja-JP" sz="16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23" name="グループ化 22">
              <a:extLst>
                <a:ext uri="{FF2B5EF4-FFF2-40B4-BE49-F238E27FC236}">
                  <a16:creationId xmlns:a16="http://schemas.microsoft.com/office/drawing/2014/main" id="{2391C06E-FE7C-29C4-C2BA-009C12359613}"/>
                </a:ext>
              </a:extLst>
            </p:cNvPr>
            <p:cNvGrpSpPr/>
            <p:nvPr/>
          </p:nvGrpSpPr>
          <p:grpSpPr>
            <a:xfrm>
              <a:off x="7871972" y="5410128"/>
              <a:ext cx="371588" cy="526876"/>
              <a:chOff x="8812481" y="694218"/>
              <a:chExt cx="1470606" cy="1692464"/>
            </a:xfrm>
            <a:effectLst/>
          </p:grpSpPr>
          <p:pic>
            <p:nvPicPr>
              <p:cNvPr id="24" name="図 23">
                <a:extLst>
                  <a:ext uri="{FF2B5EF4-FFF2-40B4-BE49-F238E27FC236}">
                    <a16:creationId xmlns:a16="http://schemas.microsoft.com/office/drawing/2014/main" id="{1D525062-7400-AA01-88D7-C90A3533B30B}"/>
                  </a:ext>
                </a:extLst>
              </p:cNvPr>
              <p:cNvPicPr>
                <a:picLocks noChangeAspect="1"/>
              </p:cNvPicPr>
              <p:nvPr/>
            </p:nvPicPr>
            <p:blipFill>
              <a:blip r:embed="rId5">
                <a:duotone>
                  <a:prstClr val="black"/>
                  <a:schemeClr val="accent2">
                    <a:tint val="45000"/>
                    <a:satMod val="400000"/>
                  </a:schemeClr>
                </a:duotone>
                <a:extLst>
                  <a:ext uri="{28A0092B-C50C-407E-A947-70E740481C1C}">
                    <a14:useLocalDpi xmlns:a14="http://schemas.microsoft.com/office/drawing/2010/main" val="0"/>
                  </a:ext>
                </a:extLst>
              </a:blip>
              <a:stretch>
                <a:fillRect/>
              </a:stretch>
            </p:blipFill>
            <p:spPr>
              <a:xfrm rot="13959555">
                <a:off x="8830608" y="676091"/>
                <a:ext cx="1282845" cy="1319099"/>
              </a:xfrm>
              <a:prstGeom prst="rect">
                <a:avLst/>
              </a:prstGeom>
            </p:spPr>
          </p:pic>
          <p:pic>
            <p:nvPicPr>
              <p:cNvPr id="25" name="図 24">
                <a:extLst>
                  <a:ext uri="{FF2B5EF4-FFF2-40B4-BE49-F238E27FC236}">
                    <a16:creationId xmlns:a16="http://schemas.microsoft.com/office/drawing/2014/main" id="{E7B2420E-A914-374F-9167-CEB3FB0467D3}"/>
                  </a:ext>
                </a:extLst>
              </p:cNvPr>
              <p:cNvPicPr>
                <a:picLocks noChangeAspect="1"/>
              </p:cNvPicPr>
              <p:nvPr/>
            </p:nvPicPr>
            <p:blipFill>
              <a:blip r:embed="rId5">
                <a:duotone>
                  <a:prstClr val="black"/>
                  <a:schemeClr val="accent2">
                    <a:tint val="45000"/>
                    <a:satMod val="400000"/>
                  </a:schemeClr>
                </a:duotone>
                <a:extLst>
                  <a:ext uri="{28A0092B-C50C-407E-A947-70E740481C1C}">
                    <a14:useLocalDpi xmlns:a14="http://schemas.microsoft.com/office/drawing/2010/main" val="0"/>
                  </a:ext>
                </a:extLst>
              </a:blip>
              <a:stretch>
                <a:fillRect/>
              </a:stretch>
            </p:blipFill>
            <p:spPr>
              <a:xfrm rot="13959555" flipH="1" flipV="1">
                <a:off x="8982115" y="1085710"/>
                <a:ext cx="1282845" cy="1319099"/>
              </a:xfrm>
              <a:prstGeom prst="rect">
                <a:avLst/>
              </a:prstGeom>
            </p:spPr>
          </p:pic>
        </p:grpSp>
      </p:grpSp>
      <p:grpSp>
        <p:nvGrpSpPr>
          <p:cNvPr id="165" name="グループ化 164">
            <a:extLst>
              <a:ext uri="{FF2B5EF4-FFF2-40B4-BE49-F238E27FC236}">
                <a16:creationId xmlns:a16="http://schemas.microsoft.com/office/drawing/2014/main" id="{2CB1D161-317D-E013-1D69-97A7A27CBA9D}"/>
              </a:ext>
            </a:extLst>
          </p:cNvPr>
          <p:cNvGrpSpPr/>
          <p:nvPr/>
        </p:nvGrpSpPr>
        <p:grpSpPr>
          <a:xfrm>
            <a:off x="1369744" y="3938662"/>
            <a:ext cx="5305117" cy="1960655"/>
            <a:chOff x="1500605" y="3817359"/>
            <a:chExt cx="5305117" cy="1960655"/>
          </a:xfrm>
        </p:grpSpPr>
        <p:grpSp>
          <p:nvGrpSpPr>
            <p:cNvPr id="28" name="グループ化 27">
              <a:extLst>
                <a:ext uri="{FF2B5EF4-FFF2-40B4-BE49-F238E27FC236}">
                  <a16:creationId xmlns:a16="http://schemas.microsoft.com/office/drawing/2014/main" id="{173996AB-100B-ED00-9317-BD9486CE99D9}"/>
                </a:ext>
              </a:extLst>
            </p:cNvPr>
            <p:cNvGrpSpPr/>
            <p:nvPr/>
          </p:nvGrpSpPr>
          <p:grpSpPr>
            <a:xfrm>
              <a:off x="1503173" y="3817359"/>
              <a:ext cx="5301952" cy="1230022"/>
              <a:chOff x="922576" y="2450171"/>
              <a:chExt cx="5301952" cy="1309138"/>
            </a:xfrm>
            <a:solidFill>
              <a:schemeClr val="bg1">
                <a:lumMod val="85000"/>
                <a:alpha val="85000"/>
              </a:schemeClr>
            </a:solidFill>
          </p:grpSpPr>
          <p:sp>
            <p:nvSpPr>
              <p:cNvPr id="30" name="四角形: 角を丸くする 29">
                <a:extLst>
                  <a:ext uri="{FF2B5EF4-FFF2-40B4-BE49-F238E27FC236}">
                    <a16:creationId xmlns:a16="http://schemas.microsoft.com/office/drawing/2014/main" id="{9B7C2199-CEB7-943D-3D82-A560F7A2E9EC}"/>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3" name="四角形: 角を丸くする 32">
                <a:extLst>
                  <a:ext uri="{FF2B5EF4-FFF2-40B4-BE49-F238E27FC236}">
                    <a16:creationId xmlns:a16="http://schemas.microsoft.com/office/drawing/2014/main" id="{C4EBFF5F-6FBE-3AAE-046F-87BEAE6173E9}"/>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4" name="四角形: 角を丸くする 33">
                <a:extLst>
                  <a:ext uri="{FF2B5EF4-FFF2-40B4-BE49-F238E27FC236}">
                    <a16:creationId xmlns:a16="http://schemas.microsoft.com/office/drawing/2014/main" id="{01F9EAEB-C2DE-E24C-5551-65D30A735EDF}"/>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5" name="四角形: 角を丸くする 34">
                <a:extLst>
                  <a:ext uri="{FF2B5EF4-FFF2-40B4-BE49-F238E27FC236}">
                    <a16:creationId xmlns:a16="http://schemas.microsoft.com/office/drawing/2014/main" id="{2DBAAAD4-0297-2AB6-34AE-E0A56EF04CAC}"/>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grpSp>
          <p:nvGrpSpPr>
            <p:cNvPr id="36" name="グループ化 35">
              <a:extLst>
                <a:ext uri="{FF2B5EF4-FFF2-40B4-BE49-F238E27FC236}">
                  <a16:creationId xmlns:a16="http://schemas.microsoft.com/office/drawing/2014/main" id="{45A35378-4DB3-3D5A-4277-F802BEB081F2}"/>
                </a:ext>
              </a:extLst>
            </p:cNvPr>
            <p:cNvGrpSpPr/>
            <p:nvPr/>
          </p:nvGrpSpPr>
          <p:grpSpPr>
            <a:xfrm>
              <a:off x="1500605" y="5142106"/>
              <a:ext cx="5301952" cy="635908"/>
              <a:chOff x="922576" y="2450171"/>
              <a:chExt cx="5301952" cy="1309138"/>
            </a:xfrm>
            <a:solidFill>
              <a:schemeClr val="bg1">
                <a:lumMod val="85000"/>
                <a:alpha val="85000"/>
              </a:schemeClr>
            </a:solidFill>
          </p:grpSpPr>
          <p:sp>
            <p:nvSpPr>
              <p:cNvPr id="44" name="四角形: 角を丸くする 43">
                <a:extLst>
                  <a:ext uri="{FF2B5EF4-FFF2-40B4-BE49-F238E27FC236}">
                    <a16:creationId xmlns:a16="http://schemas.microsoft.com/office/drawing/2014/main" id="{DD27AF64-386D-B839-F8BA-37402E530ED5}"/>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6" name="四角形: 角を丸くする 55">
                <a:extLst>
                  <a:ext uri="{FF2B5EF4-FFF2-40B4-BE49-F238E27FC236}">
                    <a16:creationId xmlns:a16="http://schemas.microsoft.com/office/drawing/2014/main" id="{512B1EE3-42D3-7E68-4CD6-848A1F553764}"/>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9" name="四角形: 角を丸くする 58">
                <a:extLst>
                  <a:ext uri="{FF2B5EF4-FFF2-40B4-BE49-F238E27FC236}">
                    <a16:creationId xmlns:a16="http://schemas.microsoft.com/office/drawing/2014/main" id="{D852C0F4-7C8E-8171-FC14-0E80A1E54BCC}"/>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28" name="四角形: 角を丸くする 127">
                <a:extLst>
                  <a:ext uri="{FF2B5EF4-FFF2-40B4-BE49-F238E27FC236}">
                    <a16:creationId xmlns:a16="http://schemas.microsoft.com/office/drawing/2014/main" id="{D447422D-1651-6272-F4F0-F2491AA5A9EF}"/>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129" name="テキスト ボックス 128">
              <a:extLst>
                <a:ext uri="{FF2B5EF4-FFF2-40B4-BE49-F238E27FC236}">
                  <a16:creationId xmlns:a16="http://schemas.microsoft.com/office/drawing/2014/main" id="{6B938114-F3E0-8119-DBBA-D1E0C17E9B5C}"/>
                </a:ext>
              </a:extLst>
            </p:cNvPr>
            <p:cNvSpPr txBox="1"/>
            <p:nvPr/>
          </p:nvSpPr>
          <p:spPr>
            <a:xfrm>
              <a:off x="1776604" y="5260277"/>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130" name="テキスト ボックス 129">
              <a:extLst>
                <a:ext uri="{FF2B5EF4-FFF2-40B4-BE49-F238E27FC236}">
                  <a16:creationId xmlns:a16="http://schemas.microsoft.com/office/drawing/2014/main" id="{2F31BB30-D72C-746C-CC07-7AF215B073C0}"/>
                </a:ext>
              </a:extLst>
            </p:cNvPr>
            <p:cNvSpPr txBox="1"/>
            <p:nvPr/>
          </p:nvSpPr>
          <p:spPr>
            <a:xfrm>
              <a:off x="3132653" y="5260277"/>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131" name="テキスト ボックス 130">
              <a:extLst>
                <a:ext uri="{FF2B5EF4-FFF2-40B4-BE49-F238E27FC236}">
                  <a16:creationId xmlns:a16="http://schemas.microsoft.com/office/drawing/2014/main" id="{327464A5-3060-FA06-9107-59E7264407D1}"/>
                </a:ext>
              </a:extLst>
            </p:cNvPr>
            <p:cNvSpPr txBox="1"/>
            <p:nvPr/>
          </p:nvSpPr>
          <p:spPr>
            <a:xfrm>
              <a:off x="4488702" y="5260277"/>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132" name="グループ化 131">
              <a:extLst>
                <a:ext uri="{FF2B5EF4-FFF2-40B4-BE49-F238E27FC236}">
                  <a16:creationId xmlns:a16="http://schemas.microsoft.com/office/drawing/2014/main" id="{E5913D29-CFEF-4FBC-98F7-EE7E930FADC1}"/>
                </a:ext>
              </a:extLst>
            </p:cNvPr>
            <p:cNvGrpSpPr/>
            <p:nvPr/>
          </p:nvGrpSpPr>
          <p:grpSpPr>
            <a:xfrm>
              <a:off x="1609212" y="4261167"/>
              <a:ext cx="4637566" cy="400110"/>
              <a:chOff x="1039849" y="2766548"/>
              <a:chExt cx="4637566" cy="400110"/>
            </a:xfrm>
          </p:grpSpPr>
          <p:sp>
            <p:nvSpPr>
              <p:cNvPr id="133" name="テキスト ボックス 132">
                <a:extLst>
                  <a:ext uri="{FF2B5EF4-FFF2-40B4-BE49-F238E27FC236}">
                    <a16:creationId xmlns:a16="http://schemas.microsoft.com/office/drawing/2014/main" id="{049A7CA0-BE5D-D3A1-F238-9BC23C91BCAF}"/>
                  </a:ext>
                </a:extLst>
              </p:cNvPr>
              <p:cNvSpPr txBox="1"/>
              <p:nvPr/>
            </p:nvSpPr>
            <p:spPr>
              <a:xfrm>
                <a:off x="1039849" y="2766548"/>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134" name="テキスト ボックス 133">
                <a:extLst>
                  <a:ext uri="{FF2B5EF4-FFF2-40B4-BE49-F238E27FC236}">
                    <a16:creationId xmlns:a16="http://schemas.microsoft.com/office/drawing/2014/main" id="{95A56E4E-0F1D-6207-3287-6B5DBFE7375A}"/>
                  </a:ext>
                </a:extLst>
              </p:cNvPr>
              <p:cNvSpPr txBox="1"/>
              <p:nvPr/>
            </p:nvSpPr>
            <p:spPr>
              <a:xfrm>
                <a:off x="2395898" y="2766548"/>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sp>
            <p:nvSpPr>
              <p:cNvPr id="135" name="テキスト ボックス 134">
                <a:extLst>
                  <a:ext uri="{FF2B5EF4-FFF2-40B4-BE49-F238E27FC236}">
                    <a16:creationId xmlns:a16="http://schemas.microsoft.com/office/drawing/2014/main" id="{3CFB9865-67B6-2829-17FE-A6ADD45C3330}"/>
                  </a:ext>
                </a:extLst>
              </p:cNvPr>
              <p:cNvSpPr txBox="1"/>
              <p:nvPr/>
            </p:nvSpPr>
            <p:spPr>
              <a:xfrm>
                <a:off x="3751947" y="2766548"/>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sp>
            <p:nvSpPr>
              <p:cNvPr id="136" name="テキスト ボックス 135">
                <a:extLst>
                  <a:ext uri="{FF2B5EF4-FFF2-40B4-BE49-F238E27FC236}">
                    <a16:creationId xmlns:a16="http://schemas.microsoft.com/office/drawing/2014/main" id="{4AAED06E-082F-4CB9-45B0-EBC47D312BCB}"/>
                  </a:ext>
                </a:extLst>
              </p:cNvPr>
              <p:cNvSpPr txBox="1"/>
              <p:nvPr/>
            </p:nvSpPr>
            <p:spPr>
              <a:xfrm>
                <a:off x="5492684" y="2766548"/>
                <a:ext cx="184731" cy="400110"/>
              </a:xfrm>
              <a:prstGeom prst="rect">
                <a:avLst/>
              </a:prstGeom>
              <a:noFill/>
            </p:spPr>
            <p:txBody>
              <a:bodyPr wrap="none" rtlCol="0">
                <a:spAutoFit/>
              </a:bodyPr>
              <a:lstStyle/>
              <a:p>
                <a:pPr algn="ctr"/>
                <a:endPar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137" name="四角形: 角を丸くする 136">
              <a:extLst>
                <a:ext uri="{FF2B5EF4-FFF2-40B4-BE49-F238E27FC236}">
                  <a16:creationId xmlns:a16="http://schemas.microsoft.com/office/drawing/2014/main" id="{1F7087DD-3244-72BF-AB09-955AFD76C6DB}"/>
                </a:ext>
              </a:extLst>
            </p:cNvPr>
            <p:cNvSpPr/>
            <p:nvPr/>
          </p:nvSpPr>
          <p:spPr>
            <a:xfrm>
              <a:off x="5571917" y="3818831"/>
              <a:ext cx="1233805" cy="1230022"/>
            </a:xfrm>
            <a:prstGeom prst="roundRect">
              <a:avLst>
                <a:gd name="adj" fmla="val 6896"/>
              </a:avLst>
            </a:prstGeom>
            <a:solidFill>
              <a:srgbClr val="FF00FF">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38" name="テキスト ボックス 137">
              <a:extLst>
                <a:ext uri="{FF2B5EF4-FFF2-40B4-BE49-F238E27FC236}">
                  <a16:creationId xmlns:a16="http://schemas.microsoft.com/office/drawing/2014/main" id="{7F218F8B-A1E0-F2C9-3B29-CA7840DB9763}"/>
                </a:ext>
              </a:extLst>
            </p:cNvPr>
            <p:cNvSpPr txBox="1"/>
            <p:nvPr/>
          </p:nvSpPr>
          <p:spPr>
            <a:xfrm>
              <a:off x="5844751" y="5260277"/>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139" name="テキスト ボックス 138">
              <a:extLst>
                <a:ext uri="{FF2B5EF4-FFF2-40B4-BE49-F238E27FC236}">
                  <a16:creationId xmlns:a16="http://schemas.microsoft.com/office/drawing/2014/main" id="{9E3D1A5F-7C15-D192-42E4-D6F62C487B3E}"/>
                </a:ext>
              </a:extLst>
            </p:cNvPr>
            <p:cNvSpPr txBox="1"/>
            <p:nvPr/>
          </p:nvSpPr>
          <p:spPr>
            <a:xfrm>
              <a:off x="5677359" y="4261167"/>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grpSp>
      <p:pic>
        <p:nvPicPr>
          <p:cNvPr id="140" name="図 139">
            <a:extLst>
              <a:ext uri="{FF2B5EF4-FFF2-40B4-BE49-F238E27FC236}">
                <a16:creationId xmlns:a16="http://schemas.microsoft.com/office/drawing/2014/main" id="{762F9E2E-D127-547C-9C66-5DE3ACCC9E27}"/>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5303704" y="4003771"/>
            <a:ext cx="1492458" cy="1119343"/>
          </a:xfrm>
          <a:prstGeom prst="rect">
            <a:avLst/>
          </a:prstGeom>
        </p:spPr>
      </p:pic>
      <p:grpSp>
        <p:nvGrpSpPr>
          <p:cNvPr id="164" name="グループ化 163">
            <a:extLst>
              <a:ext uri="{FF2B5EF4-FFF2-40B4-BE49-F238E27FC236}">
                <a16:creationId xmlns:a16="http://schemas.microsoft.com/office/drawing/2014/main" id="{FF814AD4-5769-7EE6-2C26-3B7AC86368A0}"/>
              </a:ext>
            </a:extLst>
          </p:cNvPr>
          <p:cNvGrpSpPr/>
          <p:nvPr/>
        </p:nvGrpSpPr>
        <p:grpSpPr>
          <a:xfrm>
            <a:off x="1369744" y="1408122"/>
            <a:ext cx="5304520" cy="1951324"/>
            <a:chOff x="1631605" y="1313140"/>
            <a:chExt cx="5304520" cy="1951324"/>
          </a:xfrm>
        </p:grpSpPr>
        <p:sp>
          <p:nvSpPr>
            <p:cNvPr id="141" name="四角形: 角を丸くする 140">
              <a:extLst>
                <a:ext uri="{FF2B5EF4-FFF2-40B4-BE49-F238E27FC236}">
                  <a16:creationId xmlns:a16="http://schemas.microsoft.com/office/drawing/2014/main" id="{39E436D6-6084-AC2A-98AF-F938535F1D0D}"/>
                </a:ext>
              </a:extLst>
            </p:cNvPr>
            <p:cNvSpPr/>
            <p:nvPr/>
          </p:nvSpPr>
          <p:spPr>
            <a:xfrm>
              <a:off x="1634173" y="1313140"/>
              <a:ext cx="1233805" cy="1230022"/>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42" name="四角形: 角を丸くする 141">
              <a:extLst>
                <a:ext uri="{FF2B5EF4-FFF2-40B4-BE49-F238E27FC236}">
                  <a16:creationId xmlns:a16="http://schemas.microsoft.com/office/drawing/2014/main" id="{C7EA3EC4-5A77-B24D-6948-FB12FAE72345}"/>
                </a:ext>
              </a:extLst>
            </p:cNvPr>
            <p:cNvSpPr/>
            <p:nvPr/>
          </p:nvSpPr>
          <p:spPr>
            <a:xfrm>
              <a:off x="2990222" y="1313140"/>
              <a:ext cx="1233805" cy="1230022"/>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43" name="四角形: 角を丸くする 142">
              <a:extLst>
                <a:ext uri="{FF2B5EF4-FFF2-40B4-BE49-F238E27FC236}">
                  <a16:creationId xmlns:a16="http://schemas.microsoft.com/office/drawing/2014/main" id="{663EAF7B-D107-30CD-4903-3EB441E262B9}"/>
                </a:ext>
              </a:extLst>
            </p:cNvPr>
            <p:cNvSpPr/>
            <p:nvPr/>
          </p:nvSpPr>
          <p:spPr>
            <a:xfrm>
              <a:off x="4346271" y="1313140"/>
              <a:ext cx="1233805" cy="1230022"/>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44" name="四角形: 角を丸くする 143">
              <a:extLst>
                <a:ext uri="{FF2B5EF4-FFF2-40B4-BE49-F238E27FC236}">
                  <a16:creationId xmlns:a16="http://schemas.microsoft.com/office/drawing/2014/main" id="{8EAAFEFF-290F-90BE-86CB-3C5A872456E4}"/>
                </a:ext>
              </a:extLst>
            </p:cNvPr>
            <p:cNvSpPr/>
            <p:nvPr/>
          </p:nvSpPr>
          <p:spPr>
            <a:xfrm>
              <a:off x="5702320" y="1313140"/>
              <a:ext cx="1233805" cy="1230022"/>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145" name="グループ化 144">
              <a:extLst>
                <a:ext uri="{FF2B5EF4-FFF2-40B4-BE49-F238E27FC236}">
                  <a16:creationId xmlns:a16="http://schemas.microsoft.com/office/drawing/2014/main" id="{540B2294-E7F6-5859-E633-DD364B87CCB7}"/>
                </a:ext>
              </a:extLst>
            </p:cNvPr>
            <p:cNvGrpSpPr/>
            <p:nvPr/>
          </p:nvGrpSpPr>
          <p:grpSpPr>
            <a:xfrm>
              <a:off x="1631605" y="2628556"/>
              <a:ext cx="5301952" cy="635908"/>
              <a:chOff x="922576" y="2450171"/>
              <a:chExt cx="5301952" cy="1309138"/>
            </a:xfrm>
            <a:solidFill>
              <a:schemeClr val="tx1">
                <a:lumMod val="75000"/>
                <a:lumOff val="25000"/>
                <a:alpha val="85000"/>
              </a:schemeClr>
            </a:solidFill>
          </p:grpSpPr>
          <p:sp>
            <p:nvSpPr>
              <p:cNvPr id="146" name="四角形: 角を丸くする 145">
                <a:extLst>
                  <a:ext uri="{FF2B5EF4-FFF2-40B4-BE49-F238E27FC236}">
                    <a16:creationId xmlns:a16="http://schemas.microsoft.com/office/drawing/2014/main" id="{6F418E18-A10C-B1F6-C182-4031949FF288}"/>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47" name="四角形: 角を丸くする 146">
                <a:extLst>
                  <a:ext uri="{FF2B5EF4-FFF2-40B4-BE49-F238E27FC236}">
                    <a16:creationId xmlns:a16="http://schemas.microsoft.com/office/drawing/2014/main" id="{3C799632-2B3B-F647-3EF3-E47361F73E78}"/>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48" name="四角形: 角を丸くする 147">
                <a:extLst>
                  <a:ext uri="{FF2B5EF4-FFF2-40B4-BE49-F238E27FC236}">
                    <a16:creationId xmlns:a16="http://schemas.microsoft.com/office/drawing/2014/main" id="{BC6D024B-E3B5-0ABA-306C-6323CA47FE5F}"/>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49" name="四角形: 角を丸くする 148">
                <a:extLst>
                  <a:ext uri="{FF2B5EF4-FFF2-40B4-BE49-F238E27FC236}">
                    <a16:creationId xmlns:a16="http://schemas.microsoft.com/office/drawing/2014/main" id="{1F35CC6F-D504-E8AB-5880-9860B782D79B}"/>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150" name="グループ化 149">
              <a:extLst>
                <a:ext uri="{FF2B5EF4-FFF2-40B4-BE49-F238E27FC236}">
                  <a16:creationId xmlns:a16="http://schemas.microsoft.com/office/drawing/2014/main" id="{E32E90D7-3147-D302-1C39-547E01F2261B}"/>
                </a:ext>
              </a:extLst>
            </p:cNvPr>
            <p:cNvGrpSpPr/>
            <p:nvPr/>
          </p:nvGrpSpPr>
          <p:grpSpPr>
            <a:xfrm>
              <a:off x="1907604" y="2753123"/>
              <a:ext cx="3409725" cy="400110"/>
              <a:chOff x="1168089" y="2766548"/>
              <a:chExt cx="3409725" cy="400110"/>
            </a:xfrm>
          </p:grpSpPr>
          <p:sp>
            <p:nvSpPr>
              <p:cNvPr id="151" name="テキスト ボックス 150">
                <a:extLst>
                  <a:ext uri="{FF2B5EF4-FFF2-40B4-BE49-F238E27FC236}">
                    <a16:creationId xmlns:a16="http://schemas.microsoft.com/office/drawing/2014/main" id="{AA309C6F-7C55-9491-001A-05682024CCF1}"/>
                  </a:ext>
                </a:extLst>
              </p:cNvPr>
              <p:cNvSpPr txBox="1"/>
              <p:nvPr/>
            </p:nvSpPr>
            <p:spPr>
              <a:xfrm>
                <a:off x="1168089"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52" name="テキスト ボックス 151">
                <a:extLst>
                  <a:ext uri="{FF2B5EF4-FFF2-40B4-BE49-F238E27FC236}">
                    <a16:creationId xmlns:a16="http://schemas.microsoft.com/office/drawing/2014/main" id="{5E8AC0AB-5C80-CC6F-F41B-E50D6898F33B}"/>
                  </a:ext>
                </a:extLst>
              </p:cNvPr>
              <p:cNvSpPr txBox="1"/>
              <p:nvPr/>
            </p:nvSpPr>
            <p:spPr>
              <a:xfrm>
                <a:off x="2524138"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53" name="テキスト ボックス 152">
                <a:extLst>
                  <a:ext uri="{FF2B5EF4-FFF2-40B4-BE49-F238E27FC236}">
                    <a16:creationId xmlns:a16="http://schemas.microsoft.com/office/drawing/2014/main" id="{D6208B2A-4C3B-C167-3046-B730F4982EC6}"/>
                  </a:ext>
                </a:extLst>
              </p:cNvPr>
              <p:cNvSpPr txBox="1"/>
              <p:nvPr/>
            </p:nvSpPr>
            <p:spPr>
              <a:xfrm>
                <a:off x="3880187"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155" name="グループ化 154">
              <a:extLst>
                <a:ext uri="{FF2B5EF4-FFF2-40B4-BE49-F238E27FC236}">
                  <a16:creationId xmlns:a16="http://schemas.microsoft.com/office/drawing/2014/main" id="{472FF57B-AB2B-896E-D18A-01319D90545F}"/>
                </a:ext>
              </a:extLst>
            </p:cNvPr>
            <p:cNvGrpSpPr/>
            <p:nvPr/>
          </p:nvGrpSpPr>
          <p:grpSpPr>
            <a:xfrm>
              <a:off x="1774022" y="1708470"/>
              <a:ext cx="4637566" cy="400110"/>
              <a:chOff x="1039849" y="2766548"/>
              <a:chExt cx="4637566" cy="400110"/>
            </a:xfrm>
          </p:grpSpPr>
          <p:sp>
            <p:nvSpPr>
              <p:cNvPr id="156" name="テキスト ボックス 155">
                <a:extLst>
                  <a:ext uri="{FF2B5EF4-FFF2-40B4-BE49-F238E27FC236}">
                    <a16:creationId xmlns:a16="http://schemas.microsoft.com/office/drawing/2014/main" id="{E7375AED-AA68-DC8B-C20D-C5E1C6D60DC3}"/>
                  </a:ext>
                </a:extLst>
              </p:cNvPr>
              <p:cNvSpPr txBox="1"/>
              <p:nvPr/>
            </p:nvSpPr>
            <p:spPr>
              <a:xfrm>
                <a:off x="1039849"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57" name="テキスト ボックス 156">
                <a:extLst>
                  <a:ext uri="{FF2B5EF4-FFF2-40B4-BE49-F238E27FC236}">
                    <a16:creationId xmlns:a16="http://schemas.microsoft.com/office/drawing/2014/main" id="{C4E27C3F-1BDE-C324-0708-BD0560E8D671}"/>
                  </a:ext>
                </a:extLst>
              </p:cNvPr>
              <p:cNvSpPr txBox="1"/>
              <p:nvPr/>
            </p:nvSpPr>
            <p:spPr>
              <a:xfrm>
                <a:off x="2395898"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sp>
            <p:nvSpPr>
              <p:cNvPr id="158" name="テキスト ボックス 157">
                <a:extLst>
                  <a:ext uri="{FF2B5EF4-FFF2-40B4-BE49-F238E27FC236}">
                    <a16:creationId xmlns:a16="http://schemas.microsoft.com/office/drawing/2014/main" id="{BEFA096E-A3F4-FED0-DA92-5D36E2140E79}"/>
                  </a:ext>
                </a:extLst>
              </p:cNvPr>
              <p:cNvSpPr txBox="1"/>
              <p:nvPr/>
            </p:nvSpPr>
            <p:spPr>
              <a:xfrm>
                <a:off x="3751947"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sp>
            <p:nvSpPr>
              <p:cNvPr id="159" name="テキスト ボックス 158">
                <a:extLst>
                  <a:ext uri="{FF2B5EF4-FFF2-40B4-BE49-F238E27FC236}">
                    <a16:creationId xmlns:a16="http://schemas.microsoft.com/office/drawing/2014/main" id="{6230F37B-10A2-FA20-9588-A5156825CB47}"/>
                  </a:ext>
                </a:extLst>
              </p:cNvPr>
              <p:cNvSpPr txBox="1"/>
              <p:nvPr/>
            </p:nvSpPr>
            <p:spPr>
              <a:xfrm>
                <a:off x="5492684" y="2766548"/>
                <a:ext cx="184731" cy="400110"/>
              </a:xfrm>
              <a:prstGeom prst="rect">
                <a:avLst/>
              </a:prstGeom>
              <a:noFill/>
            </p:spPr>
            <p:txBody>
              <a:bodyPr wrap="none" rtlCol="0">
                <a:spAutoFit/>
              </a:bodyPr>
              <a:lstStyle/>
              <a:p>
                <a:pPr algn="ctr"/>
                <a:endPar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sp>
        <p:nvSpPr>
          <p:cNvPr id="161" name="テキスト ボックス 160">
            <a:extLst>
              <a:ext uri="{FF2B5EF4-FFF2-40B4-BE49-F238E27FC236}">
                <a16:creationId xmlns:a16="http://schemas.microsoft.com/office/drawing/2014/main" id="{6F5E0283-B3BE-4971-8456-6EA5789444A3}"/>
              </a:ext>
            </a:extLst>
          </p:cNvPr>
          <p:cNvSpPr txBox="1"/>
          <p:nvPr/>
        </p:nvSpPr>
        <p:spPr>
          <a:xfrm>
            <a:off x="1360728" y="796718"/>
            <a:ext cx="3685624" cy="523220"/>
          </a:xfrm>
          <a:prstGeom prst="rect">
            <a:avLst/>
          </a:prstGeom>
          <a:noFill/>
        </p:spPr>
        <p:txBody>
          <a:bodyPr wrap="none" rtlCol="0">
            <a:spAutoFit/>
          </a:bodyPr>
          <a:lstStyle/>
          <a:p>
            <a:r>
              <a:rPr lang="ja-JP" altLang="en-US" sz="2800" dirty="0">
                <a:solidFill>
                  <a:schemeClr val="tx1">
                    <a:lumMod val="75000"/>
                    <a:lumOff val="25000"/>
                  </a:schemeClr>
                </a:solidFill>
                <a:latin typeface="原稿用標準書体" panose="03000503000000000000" pitchFamily="66" charset="-128"/>
                <a:ea typeface="原稿用標準書体" panose="03000503000000000000" pitchFamily="66" charset="-128"/>
              </a:rPr>
              <a:t>前衛</a:t>
            </a:r>
            <a:r>
              <a:rPr lang="ja-JP" altLang="en-US" sz="1400" dirty="0">
                <a:solidFill>
                  <a:schemeClr val="tx1">
                    <a:lumMod val="75000"/>
                    <a:lumOff val="25000"/>
                  </a:schemeClr>
                </a:solidFill>
                <a:latin typeface="原稿用標準書体" panose="03000503000000000000" pitchFamily="66" charset="-128"/>
                <a:ea typeface="原稿用標準書体" panose="03000503000000000000" pitchFamily="66" charset="-128"/>
              </a:rPr>
              <a:t>：</a:t>
            </a:r>
            <a:r>
              <a:rPr lang="en-US" altLang="ja-JP" sz="1400" dirty="0">
                <a:solidFill>
                  <a:schemeClr val="tx1">
                    <a:lumMod val="75000"/>
                    <a:lumOff val="25000"/>
                  </a:schemeClr>
                </a:solidFill>
                <a:latin typeface="原稿用標準書体" panose="03000503000000000000" pitchFamily="66" charset="-128"/>
                <a:ea typeface="原稿用標準書体" panose="03000503000000000000" pitchFamily="66" charset="-128"/>
              </a:rPr>
              <a:t>ATK+20%</a:t>
            </a:r>
            <a:r>
              <a:rPr lang="ja-JP" altLang="en-US" sz="1400" dirty="0">
                <a:solidFill>
                  <a:schemeClr val="tx1">
                    <a:lumMod val="75000"/>
                    <a:lumOff val="25000"/>
                  </a:schemeClr>
                </a:solidFill>
                <a:latin typeface="原稿用標準書体" panose="03000503000000000000" pitchFamily="66" charset="-128"/>
                <a:ea typeface="原稿用標準書体" panose="03000503000000000000" pitchFamily="66" charset="-128"/>
              </a:rPr>
              <a:t>、注目度</a:t>
            </a:r>
            <a:r>
              <a:rPr lang="en-US" altLang="ja-JP" sz="1400" dirty="0">
                <a:solidFill>
                  <a:schemeClr val="tx1">
                    <a:lumMod val="75000"/>
                    <a:lumOff val="25000"/>
                  </a:schemeClr>
                </a:solidFill>
                <a:latin typeface="原稿用標準書体" panose="03000503000000000000" pitchFamily="66" charset="-128"/>
                <a:ea typeface="原稿用標準書体" panose="03000503000000000000" pitchFamily="66" charset="-128"/>
              </a:rPr>
              <a:t>+4</a:t>
            </a:r>
            <a:r>
              <a:rPr lang="ja-JP" altLang="en-US" sz="1400" dirty="0">
                <a:solidFill>
                  <a:schemeClr val="tx1">
                    <a:lumMod val="75000"/>
                    <a:lumOff val="25000"/>
                  </a:schemeClr>
                </a:solidFill>
                <a:latin typeface="原稿用標準書体" panose="03000503000000000000" pitchFamily="66" charset="-128"/>
                <a:ea typeface="原稿用標準書体" panose="03000503000000000000" pitchFamily="66" charset="-128"/>
              </a:rPr>
              <a:t>、回避率</a:t>
            </a:r>
            <a:r>
              <a:rPr lang="en-US" altLang="ja-JP" sz="1400" dirty="0">
                <a:solidFill>
                  <a:schemeClr val="tx1">
                    <a:lumMod val="75000"/>
                    <a:lumOff val="25000"/>
                  </a:schemeClr>
                </a:solidFill>
                <a:latin typeface="原稿用標準書体" panose="03000503000000000000" pitchFamily="66" charset="-128"/>
                <a:ea typeface="原稿用標準書体" panose="03000503000000000000" pitchFamily="66" charset="-128"/>
              </a:rPr>
              <a:t>-20%</a:t>
            </a:r>
            <a:endParaRPr kumimoji="1" lang="ja-JP" altLang="en-US" sz="28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163" name="テキスト ボックス 162">
            <a:extLst>
              <a:ext uri="{FF2B5EF4-FFF2-40B4-BE49-F238E27FC236}">
                <a16:creationId xmlns:a16="http://schemas.microsoft.com/office/drawing/2014/main" id="{EAC9DE2A-7C1F-28AD-253D-DCE671FAA841}"/>
              </a:ext>
            </a:extLst>
          </p:cNvPr>
          <p:cNvSpPr txBox="1"/>
          <p:nvPr/>
        </p:nvSpPr>
        <p:spPr>
          <a:xfrm>
            <a:off x="1360728" y="3359446"/>
            <a:ext cx="3685624" cy="523220"/>
          </a:xfrm>
          <a:prstGeom prst="rect">
            <a:avLst/>
          </a:prstGeom>
          <a:noFill/>
        </p:spPr>
        <p:txBody>
          <a:bodyPr wrap="none" rtlCol="0">
            <a:spAutoFit/>
          </a:bodyPr>
          <a:lstStyle/>
          <a:p>
            <a:r>
              <a:rPr lang="ja-JP" altLang="en-US" sz="2800" dirty="0">
                <a:solidFill>
                  <a:schemeClr val="bg1">
                    <a:lumMod val="95000"/>
                  </a:schemeClr>
                </a:solidFill>
                <a:latin typeface="原稿用標準書体" panose="03000503000000000000" pitchFamily="66" charset="-128"/>
                <a:ea typeface="原稿用標準書体" panose="03000503000000000000" pitchFamily="66" charset="-128"/>
              </a:rPr>
              <a:t>後衛</a:t>
            </a:r>
            <a:r>
              <a:rPr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：回避率</a:t>
            </a:r>
            <a:r>
              <a:rPr lang="en-US" altLang="ja-JP" sz="1400" dirty="0">
                <a:solidFill>
                  <a:schemeClr val="bg1">
                    <a:lumMod val="95000"/>
                  </a:schemeClr>
                </a:solidFill>
                <a:latin typeface="原稿用標準書体" panose="03000503000000000000" pitchFamily="66" charset="-128"/>
                <a:ea typeface="原稿用標準書体" panose="03000503000000000000" pitchFamily="66" charset="-128"/>
              </a:rPr>
              <a:t>+20%</a:t>
            </a:r>
            <a:r>
              <a:rPr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、注目度</a:t>
            </a:r>
            <a:r>
              <a:rPr lang="en-US" altLang="ja-JP" sz="1400" dirty="0">
                <a:solidFill>
                  <a:schemeClr val="bg1">
                    <a:lumMod val="95000"/>
                  </a:schemeClr>
                </a:solidFill>
                <a:latin typeface="原稿用標準書体" panose="03000503000000000000" pitchFamily="66" charset="-128"/>
                <a:ea typeface="原稿用標準書体" panose="03000503000000000000" pitchFamily="66" charset="-128"/>
              </a:rPr>
              <a:t>+1</a:t>
            </a:r>
            <a:r>
              <a:rPr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a:t>
            </a:r>
            <a:r>
              <a:rPr lang="en-US" altLang="ja-JP" sz="1400" dirty="0">
                <a:solidFill>
                  <a:schemeClr val="bg1">
                    <a:lumMod val="95000"/>
                  </a:schemeClr>
                </a:solidFill>
                <a:latin typeface="原稿用標準書体" panose="03000503000000000000" pitchFamily="66" charset="-128"/>
                <a:ea typeface="原稿用標準書体" panose="03000503000000000000" pitchFamily="66" charset="-128"/>
              </a:rPr>
              <a:t>ATK-20%</a:t>
            </a:r>
            <a:endParaRPr kumimoji="1" lang="ja-JP" altLang="en-US" sz="28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67" name="テキスト ボックス 166">
            <a:extLst>
              <a:ext uri="{FF2B5EF4-FFF2-40B4-BE49-F238E27FC236}">
                <a16:creationId xmlns:a16="http://schemas.microsoft.com/office/drawing/2014/main" id="{698F7715-3B37-6076-32DC-9ABFA623ED4F}"/>
              </a:ext>
            </a:extLst>
          </p:cNvPr>
          <p:cNvSpPr txBox="1"/>
          <p:nvPr/>
        </p:nvSpPr>
        <p:spPr>
          <a:xfrm>
            <a:off x="6909514" y="901021"/>
            <a:ext cx="2031325" cy="646331"/>
          </a:xfrm>
          <a:prstGeom prst="rect">
            <a:avLst/>
          </a:prstGeom>
          <a:noFill/>
        </p:spPr>
        <p:txBody>
          <a:bodyPr wrap="none" rtlCol="0">
            <a:spAutoFit/>
          </a:bodyPr>
          <a:lstStyle/>
          <a:p>
            <a:pPr algn="ctr"/>
            <a:r>
              <a:rPr kumimoji="1" lang="ja-JP" altLang="en-US" sz="3600">
                <a:solidFill>
                  <a:schemeClr val="bg1">
                    <a:lumMod val="95000"/>
                  </a:schemeClr>
                </a:solidFill>
                <a:latin typeface="原稿用標準書体" panose="03000503000000000000" pitchFamily="66" charset="-128"/>
                <a:ea typeface="原稿用標準書体" panose="03000503000000000000" pitchFamily="66" charset="-128"/>
              </a:rPr>
              <a:t>隊列変更</a:t>
            </a:r>
            <a:endParaRPr kumimoji="1" lang="ja-JP" altLang="en-US" sz="36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Tree>
    <p:extLst>
      <p:ext uri="{BB962C8B-B14F-4D97-AF65-F5344CB8AC3E}">
        <p14:creationId xmlns:p14="http://schemas.microsoft.com/office/powerpoint/2010/main" val="3035630618"/>
      </p:ext>
    </p:extLst>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p:bg>
      <p:bgPr>
        <a:gradFill flip="none" rotWithShape="1">
          <a:gsLst>
            <a:gs pos="46690">
              <a:schemeClr val="accent6">
                <a:lumMod val="75000"/>
              </a:schemeClr>
            </a:gs>
            <a:gs pos="0">
              <a:schemeClr val="accent6">
                <a:lumMod val="50000"/>
              </a:schemeClr>
            </a:gs>
            <a:gs pos="23000">
              <a:schemeClr val="accent6">
                <a:lumMod val="75000"/>
              </a:schemeClr>
            </a:gs>
            <a:gs pos="69000">
              <a:schemeClr val="accent6">
                <a:lumMod val="50000"/>
              </a:schemeClr>
            </a:gs>
            <a:gs pos="97000">
              <a:schemeClr val="tx1">
                <a:lumMod val="85000"/>
                <a:lumOff val="15000"/>
              </a:schemeClr>
            </a:gs>
          </a:gsLst>
          <a:path path="circle">
            <a:fillToRect l="50000" t="50000" r="50000" b="50000"/>
          </a:path>
          <a:tileRect/>
        </a:gradFill>
        <a:effectLst/>
      </p:bgPr>
    </p:bg>
    <p:spTree>
      <p:nvGrpSpPr>
        <p:cNvPr id="1" name="">
          <a:extLst>
            <a:ext uri="{FF2B5EF4-FFF2-40B4-BE49-F238E27FC236}">
              <a16:creationId xmlns:a16="http://schemas.microsoft.com/office/drawing/2014/main" id="{D7725206-3567-D771-5FE8-ECDEEED8B688}"/>
            </a:ext>
          </a:extLst>
        </p:cNvPr>
        <p:cNvGrpSpPr/>
        <p:nvPr/>
      </p:nvGrpSpPr>
      <p:grpSpPr>
        <a:xfrm>
          <a:off x="0" y="0"/>
          <a:ext cx="0" cy="0"/>
          <a:chOff x="0" y="0"/>
          <a:chExt cx="0" cy="0"/>
        </a:xfrm>
      </p:grpSpPr>
      <p:sp>
        <p:nvSpPr>
          <p:cNvPr id="188" name="四角形: 角を丸くする 187">
            <a:extLst>
              <a:ext uri="{FF2B5EF4-FFF2-40B4-BE49-F238E27FC236}">
                <a16:creationId xmlns:a16="http://schemas.microsoft.com/office/drawing/2014/main" id="{E675277F-A5F1-8035-6429-25F34FDB7CAE}"/>
              </a:ext>
            </a:extLst>
          </p:cNvPr>
          <p:cNvSpPr/>
          <p:nvPr/>
        </p:nvSpPr>
        <p:spPr>
          <a:xfrm>
            <a:off x="726233" y="695130"/>
            <a:ext cx="8501744" cy="5467739"/>
          </a:xfrm>
          <a:prstGeom prst="roundRect">
            <a:avLst>
              <a:gd name="adj" fmla="val 6428"/>
            </a:avLst>
          </a:prstGeom>
          <a:solidFill>
            <a:schemeClr val="tx1">
              <a:lumMod val="75000"/>
              <a:lumOff val="25000"/>
              <a:alpha val="6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33" name="四角形: 角を丸くする 32">
            <a:extLst>
              <a:ext uri="{FF2B5EF4-FFF2-40B4-BE49-F238E27FC236}">
                <a16:creationId xmlns:a16="http://schemas.microsoft.com/office/drawing/2014/main" id="{06FEBF0F-5403-647C-4B44-C2D6D80ACA96}"/>
              </a:ext>
            </a:extLst>
          </p:cNvPr>
          <p:cNvSpPr/>
          <p:nvPr/>
        </p:nvSpPr>
        <p:spPr>
          <a:xfrm>
            <a:off x="1184988" y="4282728"/>
            <a:ext cx="7598296" cy="1701477"/>
          </a:xfrm>
          <a:prstGeom prst="roundRect">
            <a:avLst>
              <a:gd name="adj" fmla="val 6428"/>
            </a:avLst>
          </a:prstGeom>
          <a:solidFill>
            <a:schemeClr val="bg1">
              <a:lumMod val="8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nvGrpSpPr>
          <p:cNvPr id="181" name="グループ化 180">
            <a:extLst>
              <a:ext uri="{FF2B5EF4-FFF2-40B4-BE49-F238E27FC236}">
                <a16:creationId xmlns:a16="http://schemas.microsoft.com/office/drawing/2014/main" id="{B1855E4D-C76D-FF9F-2E9B-CDEAF56C7EF9}"/>
              </a:ext>
            </a:extLst>
          </p:cNvPr>
          <p:cNvGrpSpPr/>
          <p:nvPr/>
        </p:nvGrpSpPr>
        <p:grpSpPr>
          <a:xfrm>
            <a:off x="9569319" y="5011901"/>
            <a:ext cx="1755710" cy="810206"/>
            <a:chOff x="9569319" y="5159829"/>
            <a:chExt cx="1755710" cy="810206"/>
          </a:xfrm>
          <a:solidFill>
            <a:schemeClr val="bg1">
              <a:lumMod val="85000"/>
              <a:alpha val="70000"/>
            </a:schemeClr>
          </a:solidFill>
        </p:grpSpPr>
        <p:sp>
          <p:nvSpPr>
            <p:cNvPr id="182" name="四角形: 角を丸くする 181">
              <a:extLst>
                <a:ext uri="{FF2B5EF4-FFF2-40B4-BE49-F238E27FC236}">
                  <a16:creationId xmlns:a16="http://schemas.microsoft.com/office/drawing/2014/main" id="{0584C8BD-0410-2F89-083A-4E3FE19BCEFE}"/>
                </a:ext>
              </a:extLst>
            </p:cNvPr>
            <p:cNvSpPr/>
            <p:nvPr/>
          </p:nvSpPr>
          <p:spPr>
            <a:xfrm>
              <a:off x="9569319" y="5159829"/>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83" name="テキスト ボックス 182">
              <a:extLst>
                <a:ext uri="{FF2B5EF4-FFF2-40B4-BE49-F238E27FC236}">
                  <a16:creationId xmlns:a16="http://schemas.microsoft.com/office/drawing/2014/main" id="{082CF11A-F7A4-3AE2-097C-5CB46B67D27C}"/>
                </a:ext>
              </a:extLst>
            </p:cNvPr>
            <p:cNvSpPr txBox="1"/>
            <p:nvPr/>
          </p:nvSpPr>
          <p:spPr>
            <a:xfrm>
              <a:off x="9738450" y="5564932"/>
              <a:ext cx="1569660" cy="369332"/>
            </a:xfrm>
            <a:prstGeom prst="rect">
              <a:avLst/>
            </a:prstGeom>
            <a:noFill/>
            <a:ln>
              <a:noFill/>
            </a:ln>
          </p:spPr>
          <p:txBody>
            <a:bodyPr wrap="none" rtlCol="0">
              <a:spAutoFit/>
            </a:bodyPr>
            <a:lstStyle/>
            <a:p>
              <a:pPr algn="r"/>
              <a:r>
                <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ルート画面へ</a:t>
              </a:r>
              <a:endParaRPr kumimoji="1" lang="en-US" altLang="ja-JP"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191" name="テキスト ボックス 190">
            <a:extLst>
              <a:ext uri="{FF2B5EF4-FFF2-40B4-BE49-F238E27FC236}">
                <a16:creationId xmlns:a16="http://schemas.microsoft.com/office/drawing/2014/main" id="{77D2051A-BCBF-3C23-53BA-AA0D8DB7ABF1}"/>
              </a:ext>
            </a:extLst>
          </p:cNvPr>
          <p:cNvSpPr txBox="1"/>
          <p:nvPr/>
        </p:nvSpPr>
        <p:spPr>
          <a:xfrm>
            <a:off x="954531" y="873794"/>
            <a:ext cx="1107996" cy="646331"/>
          </a:xfrm>
          <a:prstGeom prst="rect">
            <a:avLst/>
          </a:prstGeom>
          <a:noFill/>
        </p:spPr>
        <p:txBody>
          <a:bodyPr wrap="none" rtlCol="0">
            <a:spAutoFit/>
          </a:bodyPr>
          <a:lstStyle/>
          <a:p>
            <a:r>
              <a:rPr kumimoji="1" lang="ja-JP" altLang="en-US" sz="3600" dirty="0">
                <a:solidFill>
                  <a:schemeClr val="bg1">
                    <a:lumMod val="95000"/>
                  </a:schemeClr>
                </a:solidFill>
                <a:latin typeface="原稿用標準書体" panose="03000503000000000000" pitchFamily="66" charset="-128"/>
                <a:ea typeface="原稿用標準書体" panose="03000503000000000000" pitchFamily="66" charset="-128"/>
              </a:rPr>
              <a:t>回復</a:t>
            </a:r>
          </a:p>
        </p:txBody>
      </p:sp>
      <p:grpSp>
        <p:nvGrpSpPr>
          <p:cNvPr id="9" name="グループ化 8">
            <a:extLst>
              <a:ext uri="{FF2B5EF4-FFF2-40B4-BE49-F238E27FC236}">
                <a16:creationId xmlns:a16="http://schemas.microsoft.com/office/drawing/2014/main" id="{4A5736CA-C4D8-3427-E9D9-D925C7B2731C}"/>
              </a:ext>
            </a:extLst>
          </p:cNvPr>
          <p:cNvGrpSpPr/>
          <p:nvPr/>
        </p:nvGrpSpPr>
        <p:grpSpPr>
          <a:xfrm>
            <a:off x="9569319" y="2385076"/>
            <a:ext cx="1755710" cy="810206"/>
            <a:chOff x="9569319" y="887965"/>
            <a:chExt cx="1755710" cy="810206"/>
          </a:xfrm>
        </p:grpSpPr>
        <p:sp>
          <p:nvSpPr>
            <p:cNvPr id="10" name="四角形: 角を丸くする 9">
              <a:extLst>
                <a:ext uri="{FF2B5EF4-FFF2-40B4-BE49-F238E27FC236}">
                  <a16:creationId xmlns:a16="http://schemas.microsoft.com/office/drawing/2014/main" id="{5539DB11-5643-46F0-ECDC-4F8D23C37A2E}"/>
                </a:ext>
              </a:extLst>
            </p:cNvPr>
            <p:cNvSpPr/>
            <p:nvPr/>
          </p:nvSpPr>
          <p:spPr>
            <a:xfrm>
              <a:off x="9569319" y="887965"/>
              <a:ext cx="1755710" cy="810206"/>
            </a:xfrm>
            <a:prstGeom prst="roundRect">
              <a:avLst>
                <a:gd name="adj" fmla="val 6428"/>
              </a:avLst>
            </a:prstGeom>
            <a:solidFill>
              <a:schemeClr val="tx1">
                <a:lumMod val="75000"/>
                <a:lumOff val="25000"/>
                <a:alpha val="8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1" name="テキスト ボックス 10">
              <a:extLst>
                <a:ext uri="{FF2B5EF4-FFF2-40B4-BE49-F238E27FC236}">
                  <a16:creationId xmlns:a16="http://schemas.microsoft.com/office/drawing/2014/main" id="{B7954414-9DB9-CFB2-0FE1-051962DCB1A2}"/>
                </a:ext>
              </a:extLst>
            </p:cNvPr>
            <p:cNvSpPr txBox="1"/>
            <p:nvPr/>
          </p:nvSpPr>
          <p:spPr>
            <a:xfrm>
              <a:off x="10713075" y="1293068"/>
              <a:ext cx="595035" cy="338554"/>
            </a:xfrm>
            <a:prstGeom prst="rect">
              <a:avLst/>
            </a:prstGeom>
            <a:noFill/>
          </p:spPr>
          <p:txBody>
            <a:bodyPr wrap="none" rtlCol="0">
              <a:spAutoFit/>
            </a:bodyPr>
            <a:lstStyle/>
            <a:p>
              <a:pPr algn="r"/>
              <a:r>
                <a:rPr lang="ja-JP" altLang="en-US" sz="16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回復</a:t>
              </a:r>
              <a:endParaRPr kumimoji="1" lang="en-US" altLang="ja-JP" sz="16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3" name="グループ化 12">
            <a:extLst>
              <a:ext uri="{FF2B5EF4-FFF2-40B4-BE49-F238E27FC236}">
                <a16:creationId xmlns:a16="http://schemas.microsoft.com/office/drawing/2014/main" id="{8D7B6B1E-9D03-09C9-2489-E0389959AF15}"/>
              </a:ext>
            </a:extLst>
          </p:cNvPr>
          <p:cNvGrpSpPr/>
          <p:nvPr/>
        </p:nvGrpSpPr>
        <p:grpSpPr>
          <a:xfrm>
            <a:off x="9569319" y="3698488"/>
            <a:ext cx="1755710" cy="810206"/>
            <a:chOff x="9569319" y="887965"/>
            <a:chExt cx="1755710" cy="810206"/>
          </a:xfrm>
        </p:grpSpPr>
        <p:sp>
          <p:nvSpPr>
            <p:cNvPr id="14" name="四角形: 角を丸くする 13">
              <a:extLst>
                <a:ext uri="{FF2B5EF4-FFF2-40B4-BE49-F238E27FC236}">
                  <a16:creationId xmlns:a16="http://schemas.microsoft.com/office/drawing/2014/main" id="{0421F7C3-FBC2-F666-811F-47E8F25C80DA}"/>
                </a:ext>
              </a:extLst>
            </p:cNvPr>
            <p:cNvSpPr/>
            <p:nvPr/>
          </p:nvSpPr>
          <p:spPr>
            <a:xfrm>
              <a:off x="9569319" y="887965"/>
              <a:ext cx="1755710" cy="810206"/>
            </a:xfrm>
            <a:prstGeom prst="roundRect">
              <a:avLst>
                <a:gd name="adj" fmla="val 6428"/>
              </a:avLst>
            </a:prstGeom>
            <a:solidFill>
              <a:schemeClr val="tx1">
                <a:lumMod val="75000"/>
                <a:lumOff val="25000"/>
                <a:alpha val="80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5" name="テキスト ボックス 14">
              <a:extLst>
                <a:ext uri="{FF2B5EF4-FFF2-40B4-BE49-F238E27FC236}">
                  <a16:creationId xmlns:a16="http://schemas.microsoft.com/office/drawing/2014/main" id="{EDDF7BCA-BE80-AE06-BDA3-186B22E87819}"/>
                </a:ext>
              </a:extLst>
            </p:cNvPr>
            <p:cNvSpPr txBox="1"/>
            <p:nvPr/>
          </p:nvSpPr>
          <p:spPr>
            <a:xfrm>
              <a:off x="10713076" y="1293068"/>
              <a:ext cx="595035" cy="338554"/>
            </a:xfrm>
            <a:prstGeom prst="rect">
              <a:avLst/>
            </a:prstGeom>
            <a:noFill/>
          </p:spPr>
          <p:txBody>
            <a:bodyPr wrap="none" rtlCol="0">
              <a:spAutoFit/>
            </a:bodyPr>
            <a:lstStyle/>
            <a:p>
              <a:pPr algn="r"/>
              <a:r>
                <a:rPr kumimoji="1" lang="ja-JP" altLang="en-US" sz="16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編成</a:t>
              </a:r>
              <a:endParaRPr kumimoji="1" lang="en-US" altLang="ja-JP" sz="16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pic>
        <p:nvPicPr>
          <p:cNvPr id="16" name="図 15" descr="アイコン&#10;&#10;AI 生成コンテンツは誤りを含む可能性があります。">
            <a:extLst>
              <a:ext uri="{FF2B5EF4-FFF2-40B4-BE49-F238E27FC236}">
                <a16:creationId xmlns:a16="http://schemas.microsoft.com/office/drawing/2014/main" id="{B79BA1D9-2875-781A-B21E-8514734F5556}"/>
              </a:ext>
            </a:extLst>
          </p:cNvPr>
          <p:cNvPicPr>
            <a:picLocks noChangeAspect="1"/>
          </p:cNvPicPr>
          <p:nvPr/>
        </p:nvPicPr>
        <p:blipFill>
          <a:blip r:embed="rId3">
            <a:lum bright="70000" contrast="-70000"/>
            <a:extLst>
              <a:ext uri="{28A0092B-C50C-407E-A947-70E740481C1C}">
                <a14:useLocalDpi xmlns:a14="http://schemas.microsoft.com/office/drawing/2010/main" val="0"/>
              </a:ext>
            </a:extLst>
          </a:blip>
          <a:stretch>
            <a:fillRect/>
          </a:stretch>
        </p:blipFill>
        <p:spPr>
          <a:xfrm>
            <a:off x="9711869" y="3705941"/>
            <a:ext cx="810206" cy="810206"/>
          </a:xfrm>
          <a:prstGeom prst="rect">
            <a:avLst/>
          </a:prstGeom>
        </p:spPr>
      </p:pic>
      <p:pic>
        <p:nvPicPr>
          <p:cNvPr id="17" name="図 16">
            <a:extLst>
              <a:ext uri="{FF2B5EF4-FFF2-40B4-BE49-F238E27FC236}">
                <a16:creationId xmlns:a16="http://schemas.microsoft.com/office/drawing/2014/main" id="{51377486-3C2C-90EA-1A73-0FD67CC76AA2}"/>
              </a:ext>
            </a:extLst>
          </p:cNvPr>
          <p:cNvPicPr>
            <a:picLocks noChangeAspect="1"/>
          </p:cNvPicPr>
          <p:nvPr/>
        </p:nvPicPr>
        <p:blipFill>
          <a:blip r:embed="rId4">
            <a:lum bright="70000" contrast="-70000"/>
            <a:extLst>
              <a:ext uri="{28A0092B-C50C-407E-A947-70E740481C1C}">
                <a14:useLocalDpi xmlns:a14="http://schemas.microsoft.com/office/drawing/2010/main" val="0"/>
              </a:ext>
            </a:extLst>
          </a:blip>
          <a:srcRect l="52651" t="22678" r="27395" b="50636"/>
          <a:stretch>
            <a:fillRect/>
          </a:stretch>
        </p:blipFill>
        <p:spPr>
          <a:xfrm>
            <a:off x="9855544" y="2567145"/>
            <a:ext cx="524800" cy="486373"/>
          </a:xfrm>
          <a:prstGeom prst="rect">
            <a:avLst/>
          </a:prstGeom>
        </p:spPr>
      </p:pic>
      <p:pic>
        <p:nvPicPr>
          <p:cNvPr id="22" name="図 21">
            <a:extLst>
              <a:ext uri="{FF2B5EF4-FFF2-40B4-BE49-F238E27FC236}">
                <a16:creationId xmlns:a16="http://schemas.microsoft.com/office/drawing/2014/main" id="{C87D6867-FE14-3F00-5755-ED0AD39FAEC4}"/>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419053" y="4576795"/>
            <a:ext cx="1124312" cy="1124312"/>
          </a:xfrm>
          <a:prstGeom prst="rect">
            <a:avLst/>
          </a:prstGeom>
        </p:spPr>
      </p:pic>
      <p:grpSp>
        <p:nvGrpSpPr>
          <p:cNvPr id="23" name="グループ化 22">
            <a:extLst>
              <a:ext uri="{FF2B5EF4-FFF2-40B4-BE49-F238E27FC236}">
                <a16:creationId xmlns:a16="http://schemas.microsoft.com/office/drawing/2014/main" id="{070F914C-C690-308C-4880-A288EE26431E}"/>
              </a:ext>
            </a:extLst>
          </p:cNvPr>
          <p:cNvGrpSpPr/>
          <p:nvPr/>
        </p:nvGrpSpPr>
        <p:grpSpPr>
          <a:xfrm>
            <a:off x="1419053" y="1719520"/>
            <a:ext cx="7116105" cy="1040826"/>
            <a:chOff x="922576" y="2450171"/>
            <a:chExt cx="5301952" cy="1309138"/>
          </a:xfrm>
          <a:solidFill>
            <a:schemeClr val="bg1">
              <a:lumMod val="65000"/>
              <a:alpha val="85000"/>
            </a:schemeClr>
          </a:solidFill>
        </p:grpSpPr>
        <p:sp>
          <p:nvSpPr>
            <p:cNvPr id="24" name="四角形: 角を丸くする 23">
              <a:extLst>
                <a:ext uri="{FF2B5EF4-FFF2-40B4-BE49-F238E27FC236}">
                  <a16:creationId xmlns:a16="http://schemas.microsoft.com/office/drawing/2014/main" id="{D49C8A8C-53AE-81D8-7A89-E03F2A5B8DB9}"/>
                </a:ext>
              </a:extLst>
            </p:cNvPr>
            <p:cNvSpPr/>
            <p:nvPr/>
          </p:nvSpPr>
          <p:spPr>
            <a:xfrm>
              <a:off x="922576" y="2450171"/>
              <a:ext cx="1233805" cy="1309138"/>
            </a:xfrm>
            <a:prstGeom prst="roundRect">
              <a:avLst>
                <a:gd name="adj" fmla="val 6896"/>
              </a:avLst>
            </a:prstGeom>
            <a:grp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キャラ</a:t>
              </a:r>
            </a:p>
          </p:txBody>
        </p:sp>
        <p:sp>
          <p:nvSpPr>
            <p:cNvPr id="25" name="四角形: 角を丸くする 24">
              <a:extLst>
                <a:ext uri="{FF2B5EF4-FFF2-40B4-BE49-F238E27FC236}">
                  <a16:creationId xmlns:a16="http://schemas.microsoft.com/office/drawing/2014/main" id="{D6541E1F-5416-9725-8DCB-199D6FBC9207}"/>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キャラ</a:t>
              </a:r>
            </a:p>
          </p:txBody>
        </p:sp>
        <p:sp>
          <p:nvSpPr>
            <p:cNvPr id="26" name="四角形: 角を丸くする 25">
              <a:extLst>
                <a:ext uri="{FF2B5EF4-FFF2-40B4-BE49-F238E27FC236}">
                  <a16:creationId xmlns:a16="http://schemas.microsoft.com/office/drawing/2014/main" id="{3AE58CE6-595B-F3E6-D34A-4613BC2B4767}"/>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キャラ</a:t>
              </a:r>
            </a:p>
          </p:txBody>
        </p:sp>
        <p:sp>
          <p:nvSpPr>
            <p:cNvPr id="27" name="四角形: 角を丸くする 26">
              <a:extLst>
                <a:ext uri="{FF2B5EF4-FFF2-40B4-BE49-F238E27FC236}">
                  <a16:creationId xmlns:a16="http://schemas.microsoft.com/office/drawing/2014/main" id="{7A451FF5-F873-0841-6E38-D823B46B08CA}"/>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キャラ</a:t>
              </a:r>
            </a:p>
          </p:txBody>
        </p:sp>
      </p:grpSp>
      <p:grpSp>
        <p:nvGrpSpPr>
          <p:cNvPr id="28" name="グループ化 27">
            <a:extLst>
              <a:ext uri="{FF2B5EF4-FFF2-40B4-BE49-F238E27FC236}">
                <a16:creationId xmlns:a16="http://schemas.microsoft.com/office/drawing/2014/main" id="{5F1D7554-35DD-9BC6-F9E1-7A053E7E79FC}"/>
              </a:ext>
            </a:extLst>
          </p:cNvPr>
          <p:cNvGrpSpPr/>
          <p:nvPr/>
        </p:nvGrpSpPr>
        <p:grpSpPr>
          <a:xfrm>
            <a:off x="1419053" y="3001124"/>
            <a:ext cx="5296061" cy="1040826"/>
            <a:chOff x="922576" y="2450171"/>
            <a:chExt cx="3945903" cy="1309138"/>
          </a:xfrm>
          <a:solidFill>
            <a:schemeClr val="bg1">
              <a:lumMod val="65000"/>
              <a:alpha val="85000"/>
            </a:schemeClr>
          </a:solidFill>
        </p:grpSpPr>
        <p:sp>
          <p:nvSpPr>
            <p:cNvPr id="29" name="四角形: 角を丸くする 28">
              <a:extLst>
                <a:ext uri="{FF2B5EF4-FFF2-40B4-BE49-F238E27FC236}">
                  <a16:creationId xmlns:a16="http://schemas.microsoft.com/office/drawing/2014/main" id="{33A4CDDF-1661-9427-3EFC-874F5E6273EC}"/>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キャラ</a:t>
              </a:r>
            </a:p>
          </p:txBody>
        </p:sp>
        <p:sp>
          <p:nvSpPr>
            <p:cNvPr id="30" name="四角形: 角を丸くする 29">
              <a:extLst>
                <a:ext uri="{FF2B5EF4-FFF2-40B4-BE49-F238E27FC236}">
                  <a16:creationId xmlns:a16="http://schemas.microsoft.com/office/drawing/2014/main" id="{5A49AAE5-2B3C-0C77-8499-1C9AC660C2E6}"/>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キャラ</a:t>
              </a:r>
            </a:p>
          </p:txBody>
        </p:sp>
        <p:sp>
          <p:nvSpPr>
            <p:cNvPr id="31" name="四角形: 角を丸くする 30">
              <a:extLst>
                <a:ext uri="{FF2B5EF4-FFF2-40B4-BE49-F238E27FC236}">
                  <a16:creationId xmlns:a16="http://schemas.microsoft.com/office/drawing/2014/main" id="{8DB273F0-D140-0B39-BB34-C2E63B9A260D}"/>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キャラ</a:t>
              </a:r>
            </a:p>
          </p:txBody>
        </p:sp>
      </p:grpSp>
      <p:sp>
        <p:nvSpPr>
          <p:cNvPr id="2" name="フローチャート: 端子 1">
            <a:extLst>
              <a:ext uri="{FF2B5EF4-FFF2-40B4-BE49-F238E27FC236}">
                <a16:creationId xmlns:a16="http://schemas.microsoft.com/office/drawing/2014/main" id="{229D8BB3-C293-C7CC-3DA3-A9206BE98573}"/>
              </a:ext>
            </a:extLst>
          </p:cNvPr>
          <p:cNvSpPr/>
          <p:nvPr/>
        </p:nvSpPr>
        <p:spPr>
          <a:xfrm>
            <a:off x="1639727" y="2060211"/>
            <a:ext cx="1214624" cy="400826"/>
          </a:xfrm>
          <a:prstGeom prst="flowChartTerminator">
            <a:avLst/>
          </a:prstGeom>
          <a:ln>
            <a:noFill/>
          </a:ln>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選択中</a:t>
            </a:r>
          </a:p>
        </p:txBody>
      </p:sp>
      <p:sp>
        <p:nvSpPr>
          <p:cNvPr id="5" name="テキスト ボックス 4">
            <a:extLst>
              <a:ext uri="{FF2B5EF4-FFF2-40B4-BE49-F238E27FC236}">
                <a16:creationId xmlns:a16="http://schemas.microsoft.com/office/drawing/2014/main" id="{6F127CA7-D9C2-8988-4555-C9CBD1589C8C}"/>
              </a:ext>
            </a:extLst>
          </p:cNvPr>
          <p:cNvSpPr txBox="1"/>
          <p:nvPr/>
        </p:nvSpPr>
        <p:spPr>
          <a:xfrm>
            <a:off x="2156035" y="5098631"/>
            <a:ext cx="1222209" cy="707886"/>
          </a:xfrm>
          <a:prstGeom prst="rect">
            <a:avLst/>
          </a:prstGeom>
          <a:noFill/>
        </p:spPr>
        <p:txBody>
          <a:bodyPr wrap="square">
            <a:spAutoFit/>
          </a:bodyPr>
          <a:lstStyle/>
          <a:p>
            <a:r>
              <a:rPr lang="en-US" altLang="ja-JP" sz="2800" b="1" dirty="0">
                <a:latin typeface="原稿用標準書体" panose="03000503000000000000" pitchFamily="66" charset="-128"/>
                <a:ea typeface="原稿用標準書体" panose="03000503000000000000" pitchFamily="66" charset="-128"/>
              </a:rPr>
              <a:t>×</a:t>
            </a:r>
            <a:r>
              <a:rPr lang="en-US" altLang="ja-JP" sz="4000" b="1" dirty="0">
                <a:latin typeface="原稿用標準書体" panose="03000503000000000000" pitchFamily="66" charset="-128"/>
                <a:ea typeface="原稿用標準書体" panose="03000503000000000000" pitchFamily="66" charset="-128"/>
              </a:rPr>
              <a:t>3</a:t>
            </a:r>
            <a:endParaRPr lang="ja-JP" altLang="en-US" sz="2000" b="1" dirty="0">
              <a:latin typeface="原稿用標準書体" panose="03000503000000000000" pitchFamily="66" charset="-128"/>
              <a:ea typeface="原稿用標準書体" panose="03000503000000000000" pitchFamily="66" charset="-128"/>
            </a:endParaRPr>
          </a:p>
        </p:txBody>
      </p:sp>
      <p:sp>
        <p:nvSpPr>
          <p:cNvPr id="7" name="フローチャート: 端子 6">
            <a:extLst>
              <a:ext uri="{FF2B5EF4-FFF2-40B4-BE49-F238E27FC236}">
                <a16:creationId xmlns:a16="http://schemas.microsoft.com/office/drawing/2014/main" id="{01874CA1-579B-04B7-4F76-EF9B60C7215A}"/>
              </a:ext>
            </a:extLst>
          </p:cNvPr>
          <p:cNvSpPr/>
          <p:nvPr/>
        </p:nvSpPr>
        <p:spPr>
          <a:xfrm>
            <a:off x="5767475" y="4848267"/>
            <a:ext cx="2619521" cy="628027"/>
          </a:xfrm>
          <a:prstGeom prst="flowChartTerminator">
            <a:avLst/>
          </a:prstGeom>
          <a:ln>
            <a:noFill/>
          </a:ln>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r>
              <a:rPr kumimoji="1" lang="ja-JP" altLang="en-US" sz="2400" dirty="0">
                <a:latin typeface="原稿用標準書体" panose="03000503000000000000" pitchFamily="66" charset="-128"/>
                <a:ea typeface="原稿用標準書体" panose="03000503000000000000" pitchFamily="66" charset="-128"/>
              </a:rPr>
              <a:t>回復する</a:t>
            </a:r>
          </a:p>
        </p:txBody>
      </p:sp>
      <p:sp>
        <p:nvSpPr>
          <p:cNvPr id="8" name="テキスト ボックス 7">
            <a:extLst>
              <a:ext uri="{FF2B5EF4-FFF2-40B4-BE49-F238E27FC236}">
                <a16:creationId xmlns:a16="http://schemas.microsoft.com/office/drawing/2014/main" id="{26D62F3C-DBF2-3C63-E84F-2045F963C36E}"/>
              </a:ext>
            </a:extLst>
          </p:cNvPr>
          <p:cNvSpPr txBox="1"/>
          <p:nvPr/>
        </p:nvSpPr>
        <p:spPr>
          <a:xfrm>
            <a:off x="3315968" y="4413370"/>
            <a:ext cx="1620957" cy="523220"/>
          </a:xfrm>
          <a:prstGeom prst="rect">
            <a:avLst/>
          </a:prstGeom>
          <a:noFill/>
        </p:spPr>
        <p:txBody>
          <a:bodyPr wrap="none" rtlCol="0">
            <a:spAutoFit/>
          </a:bodyPr>
          <a:lstStyle/>
          <a:p>
            <a:r>
              <a:rPr kumimoji="1"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rPr>
              <a:t>回復効果</a:t>
            </a:r>
          </a:p>
        </p:txBody>
      </p:sp>
      <p:sp>
        <p:nvSpPr>
          <p:cNvPr id="19" name="テキスト ボックス 18">
            <a:extLst>
              <a:ext uri="{FF2B5EF4-FFF2-40B4-BE49-F238E27FC236}">
                <a16:creationId xmlns:a16="http://schemas.microsoft.com/office/drawing/2014/main" id="{14633AFE-F125-4955-6B8D-E8270D8D4DB1}"/>
              </a:ext>
            </a:extLst>
          </p:cNvPr>
          <p:cNvSpPr txBox="1"/>
          <p:nvPr/>
        </p:nvSpPr>
        <p:spPr>
          <a:xfrm>
            <a:off x="3315968" y="4969283"/>
            <a:ext cx="2082621" cy="830997"/>
          </a:xfrm>
          <a:prstGeom prst="rect">
            <a:avLst/>
          </a:prstGeom>
          <a:noFill/>
        </p:spPr>
        <p:txBody>
          <a:bodyPr wrap="none" rtlCol="0">
            <a:spAutoFit/>
          </a:bodyPr>
          <a:lstStyle/>
          <a:p>
            <a:r>
              <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最大</a:t>
            </a:r>
            <a:r>
              <a:rPr kumimoji="1" lang="en-US" altLang="ja-JP"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HP</a:t>
            </a:r>
            <a:r>
              <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の</a:t>
            </a:r>
            <a:r>
              <a:rPr kumimoji="1" lang="en-US" altLang="ja-JP" sz="2800" dirty="0">
                <a:solidFill>
                  <a:schemeClr val="tx1">
                    <a:lumMod val="85000"/>
                    <a:lumOff val="15000"/>
                  </a:schemeClr>
                </a:solidFill>
                <a:latin typeface="原稿用標準書体" panose="03000503000000000000" pitchFamily="66" charset="-128"/>
                <a:ea typeface="原稿用標準書体" panose="03000503000000000000" pitchFamily="66" charset="-128"/>
              </a:rPr>
              <a:t>20</a:t>
            </a:r>
            <a:r>
              <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％を</a:t>
            </a:r>
            <a:br>
              <a:rPr kumimoji="1" lang="en-US" altLang="ja-JP"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br>
            <a:r>
              <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回復する</a:t>
            </a:r>
          </a:p>
        </p:txBody>
      </p:sp>
      <p:grpSp>
        <p:nvGrpSpPr>
          <p:cNvPr id="20" name="グループ化 19">
            <a:extLst>
              <a:ext uri="{FF2B5EF4-FFF2-40B4-BE49-F238E27FC236}">
                <a16:creationId xmlns:a16="http://schemas.microsoft.com/office/drawing/2014/main" id="{E445F669-1706-D47A-BD84-3C099332B771}"/>
              </a:ext>
            </a:extLst>
          </p:cNvPr>
          <p:cNvGrpSpPr/>
          <p:nvPr/>
        </p:nvGrpSpPr>
        <p:grpSpPr>
          <a:xfrm>
            <a:off x="9568849" y="1115022"/>
            <a:ext cx="1755710" cy="810206"/>
            <a:chOff x="9569319" y="887965"/>
            <a:chExt cx="1755710" cy="810206"/>
          </a:xfrm>
        </p:grpSpPr>
        <p:sp>
          <p:nvSpPr>
            <p:cNvPr id="21" name="四角形: 角を丸くする 20">
              <a:extLst>
                <a:ext uri="{FF2B5EF4-FFF2-40B4-BE49-F238E27FC236}">
                  <a16:creationId xmlns:a16="http://schemas.microsoft.com/office/drawing/2014/main" id="{548FF180-6B09-037F-38DF-00BCDEDD86E4}"/>
                </a:ext>
              </a:extLst>
            </p:cNvPr>
            <p:cNvSpPr/>
            <p:nvPr/>
          </p:nvSpPr>
          <p:spPr>
            <a:xfrm>
              <a:off x="9569319" y="887965"/>
              <a:ext cx="1755710" cy="810206"/>
            </a:xfrm>
            <a:prstGeom prst="roundRect">
              <a:avLst>
                <a:gd name="adj" fmla="val 6428"/>
              </a:avLst>
            </a:prstGeom>
            <a:solidFill>
              <a:schemeClr val="tx1">
                <a:lumMod val="75000"/>
                <a:lumOff val="25000"/>
                <a:alpha val="80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34" name="テキスト ボックス 33">
              <a:extLst>
                <a:ext uri="{FF2B5EF4-FFF2-40B4-BE49-F238E27FC236}">
                  <a16:creationId xmlns:a16="http://schemas.microsoft.com/office/drawing/2014/main" id="{72169317-EA0B-6C23-2E55-A5F8886B023E}"/>
                </a:ext>
              </a:extLst>
            </p:cNvPr>
            <p:cNvSpPr txBox="1"/>
            <p:nvPr/>
          </p:nvSpPr>
          <p:spPr>
            <a:xfrm>
              <a:off x="10713075" y="1293068"/>
              <a:ext cx="595035" cy="338554"/>
            </a:xfrm>
            <a:prstGeom prst="rect">
              <a:avLst/>
            </a:prstGeom>
            <a:noFill/>
            <a:ln>
              <a:noFill/>
            </a:ln>
          </p:spPr>
          <p:txBody>
            <a:bodyPr wrap="none" rtlCol="0">
              <a:spAutoFit/>
            </a:bodyPr>
            <a:lstStyle/>
            <a:p>
              <a:pPr algn="r"/>
              <a:r>
                <a:rPr lang="ja-JP" altLang="en-US" sz="16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バフ</a:t>
              </a:r>
              <a:endParaRPr kumimoji="1" lang="en-US" altLang="ja-JP" sz="16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35" name="矢印: 下 34">
            <a:extLst>
              <a:ext uri="{FF2B5EF4-FFF2-40B4-BE49-F238E27FC236}">
                <a16:creationId xmlns:a16="http://schemas.microsoft.com/office/drawing/2014/main" id="{6CCD0A5F-7075-3DE2-F92C-986FE3E193B9}"/>
              </a:ext>
            </a:extLst>
          </p:cNvPr>
          <p:cNvSpPr/>
          <p:nvPr/>
        </p:nvSpPr>
        <p:spPr>
          <a:xfrm flipV="1">
            <a:off x="9966747" y="1295783"/>
            <a:ext cx="324024" cy="423737"/>
          </a:xfrm>
          <a:prstGeom prst="downArrow">
            <a:avLst/>
          </a:prstGeom>
          <a:solidFill>
            <a:schemeClr val="bg1">
              <a:lumMod val="95000"/>
            </a:schemeClr>
          </a:solidFill>
          <a:ln w="9525">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Tree>
    <p:extLst>
      <p:ext uri="{BB962C8B-B14F-4D97-AF65-F5344CB8AC3E}">
        <p14:creationId xmlns:p14="http://schemas.microsoft.com/office/powerpoint/2010/main" val="140970092"/>
      </p:ext>
    </p:extLst>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p:bg>
      <p:bgPr>
        <a:gradFill flip="none" rotWithShape="1">
          <a:gsLst>
            <a:gs pos="46690">
              <a:schemeClr val="accent6">
                <a:lumMod val="75000"/>
              </a:schemeClr>
            </a:gs>
            <a:gs pos="0">
              <a:schemeClr val="accent6">
                <a:lumMod val="50000"/>
              </a:schemeClr>
            </a:gs>
            <a:gs pos="23000">
              <a:schemeClr val="accent6">
                <a:lumMod val="75000"/>
              </a:schemeClr>
            </a:gs>
            <a:gs pos="69000">
              <a:schemeClr val="accent6">
                <a:lumMod val="50000"/>
              </a:schemeClr>
            </a:gs>
            <a:gs pos="97000">
              <a:schemeClr val="tx1">
                <a:lumMod val="85000"/>
                <a:lumOff val="15000"/>
              </a:schemeClr>
            </a:gs>
          </a:gsLst>
          <a:path path="circle">
            <a:fillToRect l="50000" t="50000" r="50000" b="50000"/>
          </a:path>
          <a:tileRect/>
        </a:gradFill>
        <a:effectLst/>
      </p:bgPr>
    </p:bg>
    <p:spTree>
      <p:nvGrpSpPr>
        <p:cNvPr id="1" name="">
          <a:extLst>
            <a:ext uri="{FF2B5EF4-FFF2-40B4-BE49-F238E27FC236}">
              <a16:creationId xmlns:a16="http://schemas.microsoft.com/office/drawing/2014/main" id="{D9BCD3EE-E8D8-FA06-E43D-09AF29B88754}"/>
            </a:ext>
          </a:extLst>
        </p:cNvPr>
        <p:cNvGrpSpPr/>
        <p:nvPr/>
      </p:nvGrpSpPr>
      <p:grpSpPr>
        <a:xfrm>
          <a:off x="0" y="0"/>
          <a:ext cx="0" cy="0"/>
          <a:chOff x="0" y="0"/>
          <a:chExt cx="0" cy="0"/>
        </a:xfrm>
      </p:grpSpPr>
      <p:sp>
        <p:nvSpPr>
          <p:cNvPr id="188" name="四角形: 角を丸くする 187">
            <a:extLst>
              <a:ext uri="{FF2B5EF4-FFF2-40B4-BE49-F238E27FC236}">
                <a16:creationId xmlns:a16="http://schemas.microsoft.com/office/drawing/2014/main" id="{0B376266-27FF-CB1E-2266-87A90816CA54}"/>
              </a:ext>
            </a:extLst>
          </p:cNvPr>
          <p:cNvSpPr/>
          <p:nvPr/>
        </p:nvSpPr>
        <p:spPr>
          <a:xfrm>
            <a:off x="726233" y="695130"/>
            <a:ext cx="8501744" cy="5467739"/>
          </a:xfrm>
          <a:prstGeom prst="roundRect">
            <a:avLst>
              <a:gd name="adj" fmla="val 6428"/>
            </a:avLst>
          </a:prstGeom>
          <a:solidFill>
            <a:schemeClr val="tx1">
              <a:lumMod val="75000"/>
              <a:lumOff val="25000"/>
              <a:alpha val="6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33" name="四角形: 角を丸くする 32">
            <a:extLst>
              <a:ext uri="{FF2B5EF4-FFF2-40B4-BE49-F238E27FC236}">
                <a16:creationId xmlns:a16="http://schemas.microsoft.com/office/drawing/2014/main" id="{30B6D6E7-042E-D6CB-D2EC-3856D955B1CF}"/>
              </a:ext>
            </a:extLst>
          </p:cNvPr>
          <p:cNvSpPr/>
          <p:nvPr/>
        </p:nvSpPr>
        <p:spPr>
          <a:xfrm>
            <a:off x="1419053" y="4282728"/>
            <a:ext cx="7116106" cy="1701477"/>
          </a:xfrm>
          <a:prstGeom prst="roundRect">
            <a:avLst>
              <a:gd name="adj" fmla="val 6428"/>
            </a:avLst>
          </a:prstGeom>
          <a:solidFill>
            <a:schemeClr val="bg1">
              <a:lumMod val="8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nvGrpSpPr>
          <p:cNvPr id="181" name="グループ化 180">
            <a:extLst>
              <a:ext uri="{FF2B5EF4-FFF2-40B4-BE49-F238E27FC236}">
                <a16:creationId xmlns:a16="http://schemas.microsoft.com/office/drawing/2014/main" id="{5A6A2255-83A8-4E80-789B-7D67571E2501}"/>
              </a:ext>
            </a:extLst>
          </p:cNvPr>
          <p:cNvGrpSpPr/>
          <p:nvPr/>
        </p:nvGrpSpPr>
        <p:grpSpPr>
          <a:xfrm>
            <a:off x="9569319" y="5011901"/>
            <a:ext cx="1755710" cy="810206"/>
            <a:chOff x="9569319" y="5159829"/>
            <a:chExt cx="1755710" cy="810206"/>
          </a:xfrm>
          <a:solidFill>
            <a:schemeClr val="bg1">
              <a:lumMod val="85000"/>
              <a:alpha val="70000"/>
            </a:schemeClr>
          </a:solidFill>
        </p:grpSpPr>
        <p:sp>
          <p:nvSpPr>
            <p:cNvPr id="182" name="四角形: 角を丸くする 181">
              <a:extLst>
                <a:ext uri="{FF2B5EF4-FFF2-40B4-BE49-F238E27FC236}">
                  <a16:creationId xmlns:a16="http://schemas.microsoft.com/office/drawing/2014/main" id="{E2745547-1AEF-28E0-33EE-04CF17B6B513}"/>
                </a:ext>
              </a:extLst>
            </p:cNvPr>
            <p:cNvSpPr/>
            <p:nvPr/>
          </p:nvSpPr>
          <p:spPr>
            <a:xfrm>
              <a:off x="9569319" y="5159829"/>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83" name="テキスト ボックス 182">
              <a:extLst>
                <a:ext uri="{FF2B5EF4-FFF2-40B4-BE49-F238E27FC236}">
                  <a16:creationId xmlns:a16="http://schemas.microsoft.com/office/drawing/2014/main" id="{41381EE8-308E-68FF-E87B-5B898463CA7D}"/>
                </a:ext>
              </a:extLst>
            </p:cNvPr>
            <p:cNvSpPr txBox="1"/>
            <p:nvPr/>
          </p:nvSpPr>
          <p:spPr>
            <a:xfrm>
              <a:off x="10661779" y="5564932"/>
              <a:ext cx="646331" cy="369332"/>
            </a:xfrm>
            <a:prstGeom prst="rect">
              <a:avLst/>
            </a:prstGeom>
            <a:noFill/>
            <a:ln>
              <a:noFill/>
            </a:ln>
          </p:spPr>
          <p:txBody>
            <a:bodyPr wrap="none" rtlCol="0">
              <a:spAutoFit/>
            </a:bodyPr>
            <a:lstStyle/>
            <a:p>
              <a:pPr algn="r"/>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戻る</a:t>
              </a:r>
              <a:endParaRPr kumimoji="1" lang="en-US" altLang="ja-JP"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191" name="テキスト ボックス 190">
            <a:extLst>
              <a:ext uri="{FF2B5EF4-FFF2-40B4-BE49-F238E27FC236}">
                <a16:creationId xmlns:a16="http://schemas.microsoft.com/office/drawing/2014/main" id="{C3673C8F-9B96-1C0E-B7B2-0E2847C62B6F}"/>
              </a:ext>
            </a:extLst>
          </p:cNvPr>
          <p:cNvSpPr txBox="1"/>
          <p:nvPr/>
        </p:nvSpPr>
        <p:spPr>
          <a:xfrm>
            <a:off x="954531" y="873794"/>
            <a:ext cx="1107996" cy="646331"/>
          </a:xfrm>
          <a:prstGeom prst="rect">
            <a:avLst/>
          </a:prstGeom>
          <a:noFill/>
        </p:spPr>
        <p:txBody>
          <a:bodyPr wrap="none" rtlCol="0">
            <a:spAutoFit/>
          </a:bodyPr>
          <a:lstStyle/>
          <a:p>
            <a:r>
              <a:rPr kumimoji="1" lang="ja-JP" altLang="en-US" sz="3600">
                <a:solidFill>
                  <a:schemeClr val="bg1">
                    <a:lumMod val="95000"/>
                  </a:schemeClr>
                </a:solidFill>
                <a:latin typeface="原稿用標準書体" panose="03000503000000000000" pitchFamily="66" charset="-128"/>
                <a:ea typeface="原稿用標準書体" panose="03000503000000000000" pitchFamily="66" charset="-128"/>
              </a:rPr>
              <a:t>バフ</a:t>
            </a:r>
            <a:endParaRPr kumimoji="1" lang="ja-JP" altLang="en-US" sz="36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9" name="グループ化 8">
            <a:extLst>
              <a:ext uri="{FF2B5EF4-FFF2-40B4-BE49-F238E27FC236}">
                <a16:creationId xmlns:a16="http://schemas.microsoft.com/office/drawing/2014/main" id="{88566E6C-2F39-50FA-226B-DB07F2100A90}"/>
              </a:ext>
            </a:extLst>
          </p:cNvPr>
          <p:cNvGrpSpPr/>
          <p:nvPr/>
        </p:nvGrpSpPr>
        <p:grpSpPr>
          <a:xfrm>
            <a:off x="9569319" y="2406755"/>
            <a:ext cx="1755710" cy="810206"/>
            <a:chOff x="9569319" y="887965"/>
            <a:chExt cx="1755710" cy="810206"/>
          </a:xfrm>
        </p:grpSpPr>
        <p:sp>
          <p:nvSpPr>
            <p:cNvPr id="10" name="四角形: 角を丸くする 9">
              <a:extLst>
                <a:ext uri="{FF2B5EF4-FFF2-40B4-BE49-F238E27FC236}">
                  <a16:creationId xmlns:a16="http://schemas.microsoft.com/office/drawing/2014/main" id="{959F6941-FCE7-E3CA-D298-647AABC34A5B}"/>
                </a:ext>
              </a:extLst>
            </p:cNvPr>
            <p:cNvSpPr/>
            <p:nvPr/>
          </p:nvSpPr>
          <p:spPr>
            <a:xfrm>
              <a:off x="9569319" y="887965"/>
              <a:ext cx="1755710" cy="810206"/>
            </a:xfrm>
            <a:prstGeom prst="roundRect">
              <a:avLst>
                <a:gd name="adj" fmla="val 6428"/>
              </a:avLst>
            </a:prstGeom>
            <a:solidFill>
              <a:schemeClr val="tx1">
                <a:lumMod val="75000"/>
                <a:lumOff val="25000"/>
                <a:alpha val="80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1" name="テキスト ボックス 10">
              <a:extLst>
                <a:ext uri="{FF2B5EF4-FFF2-40B4-BE49-F238E27FC236}">
                  <a16:creationId xmlns:a16="http://schemas.microsoft.com/office/drawing/2014/main" id="{08063FDB-F327-5817-454C-4305D4613DDE}"/>
                </a:ext>
              </a:extLst>
            </p:cNvPr>
            <p:cNvSpPr txBox="1"/>
            <p:nvPr/>
          </p:nvSpPr>
          <p:spPr>
            <a:xfrm>
              <a:off x="10713075" y="1293068"/>
              <a:ext cx="595035" cy="338554"/>
            </a:xfrm>
            <a:prstGeom prst="rect">
              <a:avLst/>
            </a:prstGeom>
            <a:noFill/>
            <a:ln>
              <a:noFill/>
            </a:ln>
          </p:spPr>
          <p:txBody>
            <a:bodyPr wrap="none" rtlCol="0">
              <a:spAutoFit/>
            </a:bodyPr>
            <a:lstStyle/>
            <a:p>
              <a:pPr algn="r"/>
              <a:r>
                <a:rPr lang="ja-JP" altLang="en-US" sz="16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回復</a:t>
              </a:r>
              <a:endParaRPr kumimoji="1" lang="en-US" altLang="ja-JP" sz="16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3" name="グループ化 12">
            <a:extLst>
              <a:ext uri="{FF2B5EF4-FFF2-40B4-BE49-F238E27FC236}">
                <a16:creationId xmlns:a16="http://schemas.microsoft.com/office/drawing/2014/main" id="{918F5F43-1D00-7F68-85AA-4838BF4FA8DC}"/>
              </a:ext>
            </a:extLst>
          </p:cNvPr>
          <p:cNvGrpSpPr/>
          <p:nvPr/>
        </p:nvGrpSpPr>
        <p:grpSpPr>
          <a:xfrm>
            <a:off x="9569319" y="3698488"/>
            <a:ext cx="1755710" cy="810206"/>
            <a:chOff x="9569319" y="887965"/>
            <a:chExt cx="1755710" cy="810206"/>
          </a:xfrm>
        </p:grpSpPr>
        <p:sp>
          <p:nvSpPr>
            <p:cNvPr id="14" name="四角形: 角を丸くする 13">
              <a:extLst>
                <a:ext uri="{FF2B5EF4-FFF2-40B4-BE49-F238E27FC236}">
                  <a16:creationId xmlns:a16="http://schemas.microsoft.com/office/drawing/2014/main" id="{33695C97-AC58-D155-07D6-C32BB5161018}"/>
                </a:ext>
              </a:extLst>
            </p:cNvPr>
            <p:cNvSpPr/>
            <p:nvPr/>
          </p:nvSpPr>
          <p:spPr>
            <a:xfrm>
              <a:off x="9569319" y="887965"/>
              <a:ext cx="1755710" cy="810206"/>
            </a:xfrm>
            <a:prstGeom prst="roundRect">
              <a:avLst>
                <a:gd name="adj" fmla="val 6428"/>
              </a:avLst>
            </a:prstGeom>
            <a:solidFill>
              <a:schemeClr val="tx1">
                <a:lumMod val="75000"/>
                <a:lumOff val="25000"/>
                <a:alpha val="80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5" name="テキスト ボックス 14">
              <a:extLst>
                <a:ext uri="{FF2B5EF4-FFF2-40B4-BE49-F238E27FC236}">
                  <a16:creationId xmlns:a16="http://schemas.microsoft.com/office/drawing/2014/main" id="{F6CDAEB7-B2C9-3620-E3B5-6B420E1AC2BF}"/>
                </a:ext>
              </a:extLst>
            </p:cNvPr>
            <p:cNvSpPr txBox="1"/>
            <p:nvPr/>
          </p:nvSpPr>
          <p:spPr>
            <a:xfrm>
              <a:off x="10713075" y="1293068"/>
              <a:ext cx="595035" cy="338554"/>
            </a:xfrm>
            <a:prstGeom prst="rect">
              <a:avLst/>
            </a:prstGeom>
            <a:noFill/>
          </p:spPr>
          <p:txBody>
            <a:bodyPr wrap="none" rtlCol="0">
              <a:spAutoFit/>
            </a:bodyPr>
            <a:lstStyle/>
            <a:p>
              <a:pPr algn="r"/>
              <a:r>
                <a:rPr lang="ja-JP" altLang="en-US" sz="16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編成</a:t>
              </a:r>
              <a:endParaRPr kumimoji="1" lang="en-US" altLang="ja-JP" sz="16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pic>
        <p:nvPicPr>
          <p:cNvPr id="16" name="図 15" descr="アイコン&#10;&#10;AI 生成コンテンツは誤りを含む可能性があります。">
            <a:extLst>
              <a:ext uri="{FF2B5EF4-FFF2-40B4-BE49-F238E27FC236}">
                <a16:creationId xmlns:a16="http://schemas.microsoft.com/office/drawing/2014/main" id="{8BE56BB8-8D22-440B-2529-F8B59C91BF02}"/>
              </a:ext>
            </a:extLst>
          </p:cNvPr>
          <p:cNvPicPr>
            <a:picLocks noChangeAspect="1"/>
          </p:cNvPicPr>
          <p:nvPr/>
        </p:nvPicPr>
        <p:blipFill>
          <a:blip r:embed="rId3">
            <a:lum bright="70000" contrast="-70000"/>
            <a:extLst>
              <a:ext uri="{28A0092B-C50C-407E-A947-70E740481C1C}">
                <a14:useLocalDpi xmlns:a14="http://schemas.microsoft.com/office/drawing/2010/main" val="0"/>
              </a:ext>
            </a:extLst>
          </a:blip>
          <a:stretch>
            <a:fillRect/>
          </a:stretch>
        </p:blipFill>
        <p:spPr>
          <a:xfrm>
            <a:off x="9711869" y="3705941"/>
            <a:ext cx="810206" cy="810206"/>
          </a:xfrm>
          <a:prstGeom prst="rect">
            <a:avLst/>
          </a:prstGeom>
        </p:spPr>
      </p:pic>
      <p:pic>
        <p:nvPicPr>
          <p:cNvPr id="17" name="図 16">
            <a:extLst>
              <a:ext uri="{FF2B5EF4-FFF2-40B4-BE49-F238E27FC236}">
                <a16:creationId xmlns:a16="http://schemas.microsoft.com/office/drawing/2014/main" id="{CC5DBAEF-7D7B-F507-2F95-50A0A96820C6}"/>
              </a:ext>
            </a:extLst>
          </p:cNvPr>
          <p:cNvPicPr>
            <a:picLocks noChangeAspect="1"/>
          </p:cNvPicPr>
          <p:nvPr/>
        </p:nvPicPr>
        <p:blipFill>
          <a:blip r:embed="rId4">
            <a:lum bright="70000" contrast="-70000"/>
            <a:extLst>
              <a:ext uri="{28A0092B-C50C-407E-A947-70E740481C1C}">
                <a14:useLocalDpi xmlns:a14="http://schemas.microsoft.com/office/drawing/2010/main" val="0"/>
              </a:ext>
            </a:extLst>
          </a:blip>
          <a:srcRect l="52651" t="22678" r="27395" b="50636"/>
          <a:stretch>
            <a:fillRect/>
          </a:stretch>
        </p:blipFill>
        <p:spPr>
          <a:xfrm>
            <a:off x="9855544" y="2580930"/>
            <a:ext cx="524800" cy="486373"/>
          </a:xfrm>
          <a:prstGeom prst="rect">
            <a:avLst/>
          </a:prstGeom>
        </p:spPr>
      </p:pic>
      <p:grpSp>
        <p:nvGrpSpPr>
          <p:cNvPr id="23" name="グループ化 22">
            <a:extLst>
              <a:ext uri="{FF2B5EF4-FFF2-40B4-BE49-F238E27FC236}">
                <a16:creationId xmlns:a16="http://schemas.microsoft.com/office/drawing/2014/main" id="{3CE23F3A-B31D-A557-F314-AC77FC49D8D3}"/>
              </a:ext>
            </a:extLst>
          </p:cNvPr>
          <p:cNvGrpSpPr/>
          <p:nvPr/>
        </p:nvGrpSpPr>
        <p:grpSpPr>
          <a:xfrm>
            <a:off x="1419053" y="1719520"/>
            <a:ext cx="7116105" cy="1040826"/>
            <a:chOff x="922576" y="2450171"/>
            <a:chExt cx="5301952" cy="1309138"/>
          </a:xfrm>
          <a:solidFill>
            <a:schemeClr val="bg1">
              <a:lumMod val="65000"/>
              <a:alpha val="85000"/>
            </a:schemeClr>
          </a:solidFill>
        </p:grpSpPr>
        <p:sp>
          <p:nvSpPr>
            <p:cNvPr id="24" name="四角形: 角を丸くする 23">
              <a:extLst>
                <a:ext uri="{FF2B5EF4-FFF2-40B4-BE49-F238E27FC236}">
                  <a16:creationId xmlns:a16="http://schemas.microsoft.com/office/drawing/2014/main" id="{36E974D6-8F81-01D7-F55A-6E0CBC6D3D2B}"/>
                </a:ext>
              </a:extLst>
            </p:cNvPr>
            <p:cNvSpPr/>
            <p:nvPr/>
          </p:nvSpPr>
          <p:spPr>
            <a:xfrm>
              <a:off x="922576" y="2450171"/>
              <a:ext cx="1233805" cy="1309138"/>
            </a:xfrm>
            <a:prstGeom prst="roundRect">
              <a:avLst>
                <a:gd name="adj" fmla="val 6896"/>
              </a:avLst>
            </a:prstGeom>
            <a:grp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キャラ</a:t>
              </a:r>
            </a:p>
          </p:txBody>
        </p:sp>
        <p:sp>
          <p:nvSpPr>
            <p:cNvPr id="25" name="四角形: 角を丸くする 24">
              <a:extLst>
                <a:ext uri="{FF2B5EF4-FFF2-40B4-BE49-F238E27FC236}">
                  <a16:creationId xmlns:a16="http://schemas.microsoft.com/office/drawing/2014/main" id="{6E348B71-6674-0135-8812-7FBBB7EEC79B}"/>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br>
                <a:rPr lang="en-US" altLang="ja-JP">
                  <a:latin typeface="原稿用標準書体" panose="03000503000000000000" pitchFamily="66" charset="-128"/>
                  <a:ea typeface="原稿用標準書体" panose="03000503000000000000" pitchFamily="66" charset="-128"/>
                </a:rPr>
              </a:br>
              <a:r>
                <a:rPr lang="ja-JP" altLang="en-US">
                  <a:latin typeface="原稿用標準書体" panose="03000503000000000000" pitchFamily="66" charset="-128"/>
                  <a:ea typeface="原稿用標準書体" panose="03000503000000000000" pitchFamily="66" charset="-128"/>
                </a:rPr>
                <a:t>バフ名</a:t>
              </a:r>
              <a:endParaRPr lang="ja-JP" altLang="en-US" dirty="0">
                <a:latin typeface="原稿用標準書体" panose="03000503000000000000" pitchFamily="66" charset="-128"/>
                <a:ea typeface="原稿用標準書体" panose="03000503000000000000" pitchFamily="66" charset="-128"/>
              </a:endParaRPr>
            </a:p>
          </p:txBody>
        </p:sp>
        <p:sp>
          <p:nvSpPr>
            <p:cNvPr id="26" name="四角形: 角を丸くする 25">
              <a:extLst>
                <a:ext uri="{FF2B5EF4-FFF2-40B4-BE49-F238E27FC236}">
                  <a16:creationId xmlns:a16="http://schemas.microsoft.com/office/drawing/2014/main" id="{8AB07F00-3FAB-D63D-23CE-A8A07395F01C}"/>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br>
                <a:rPr lang="en-US" altLang="ja-JP">
                  <a:latin typeface="原稿用標準書体" panose="03000503000000000000" pitchFamily="66" charset="-128"/>
                  <a:ea typeface="原稿用標準書体" panose="03000503000000000000" pitchFamily="66" charset="-128"/>
                </a:rPr>
              </a:br>
              <a:r>
                <a:rPr lang="ja-JP" altLang="en-US">
                  <a:latin typeface="原稿用標準書体" panose="03000503000000000000" pitchFamily="66" charset="-128"/>
                  <a:ea typeface="原稿用標準書体" panose="03000503000000000000" pitchFamily="66" charset="-128"/>
                </a:rPr>
                <a:t>バフ名</a:t>
              </a:r>
              <a:endParaRPr lang="ja-JP" altLang="en-US" dirty="0">
                <a:latin typeface="原稿用標準書体" panose="03000503000000000000" pitchFamily="66" charset="-128"/>
                <a:ea typeface="原稿用標準書体" panose="03000503000000000000" pitchFamily="66" charset="-128"/>
              </a:endParaRPr>
            </a:p>
          </p:txBody>
        </p:sp>
        <p:sp>
          <p:nvSpPr>
            <p:cNvPr id="27" name="四角形: 角を丸くする 26">
              <a:extLst>
                <a:ext uri="{FF2B5EF4-FFF2-40B4-BE49-F238E27FC236}">
                  <a16:creationId xmlns:a16="http://schemas.microsoft.com/office/drawing/2014/main" id="{F4BFFD92-0E3A-F529-4A62-1E8C2970168B}"/>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br>
                <a:rPr lang="en-US" altLang="ja-JP">
                  <a:latin typeface="原稿用標準書体" panose="03000503000000000000" pitchFamily="66" charset="-128"/>
                  <a:ea typeface="原稿用標準書体" panose="03000503000000000000" pitchFamily="66" charset="-128"/>
                </a:rPr>
              </a:br>
              <a:r>
                <a:rPr lang="ja-JP" altLang="en-US">
                  <a:latin typeface="原稿用標準書体" panose="03000503000000000000" pitchFamily="66" charset="-128"/>
                  <a:ea typeface="原稿用標準書体" panose="03000503000000000000" pitchFamily="66" charset="-128"/>
                </a:rPr>
                <a:t>バフ名</a:t>
              </a:r>
              <a:endParaRPr lang="ja-JP" altLang="en-US" dirty="0">
                <a:latin typeface="原稿用標準書体" panose="03000503000000000000" pitchFamily="66" charset="-128"/>
                <a:ea typeface="原稿用標準書体" panose="03000503000000000000" pitchFamily="66" charset="-128"/>
              </a:endParaRPr>
            </a:p>
          </p:txBody>
        </p:sp>
      </p:grpSp>
      <p:grpSp>
        <p:nvGrpSpPr>
          <p:cNvPr id="28" name="グループ化 27">
            <a:extLst>
              <a:ext uri="{FF2B5EF4-FFF2-40B4-BE49-F238E27FC236}">
                <a16:creationId xmlns:a16="http://schemas.microsoft.com/office/drawing/2014/main" id="{207DF48E-92A7-7DA4-C616-704534F5742D}"/>
              </a:ext>
            </a:extLst>
          </p:cNvPr>
          <p:cNvGrpSpPr/>
          <p:nvPr/>
        </p:nvGrpSpPr>
        <p:grpSpPr>
          <a:xfrm>
            <a:off x="1419053" y="3001124"/>
            <a:ext cx="7116105" cy="1040826"/>
            <a:chOff x="922576" y="2450171"/>
            <a:chExt cx="5301952" cy="1309138"/>
          </a:xfrm>
          <a:solidFill>
            <a:schemeClr val="bg1">
              <a:lumMod val="65000"/>
              <a:alpha val="85000"/>
            </a:schemeClr>
          </a:solidFill>
        </p:grpSpPr>
        <p:sp>
          <p:nvSpPr>
            <p:cNvPr id="29" name="四角形: 角を丸くする 28">
              <a:extLst>
                <a:ext uri="{FF2B5EF4-FFF2-40B4-BE49-F238E27FC236}">
                  <a16:creationId xmlns:a16="http://schemas.microsoft.com/office/drawing/2014/main" id="{E870FE54-6D1E-F9A2-90D0-12CEEBAFA9ED}"/>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br>
                <a:rPr lang="en-US" altLang="ja-JP">
                  <a:latin typeface="原稿用標準書体" panose="03000503000000000000" pitchFamily="66" charset="-128"/>
                  <a:ea typeface="原稿用標準書体" panose="03000503000000000000" pitchFamily="66" charset="-128"/>
                </a:rPr>
              </a:br>
              <a:r>
                <a:rPr lang="ja-JP" altLang="en-US">
                  <a:latin typeface="原稿用標準書体" panose="03000503000000000000" pitchFamily="66" charset="-128"/>
                  <a:ea typeface="原稿用標準書体" panose="03000503000000000000" pitchFamily="66" charset="-128"/>
                </a:rPr>
                <a:t>バフ名</a:t>
              </a:r>
              <a:endParaRPr lang="ja-JP" altLang="en-US" dirty="0">
                <a:latin typeface="原稿用標準書体" panose="03000503000000000000" pitchFamily="66" charset="-128"/>
                <a:ea typeface="原稿用標準書体" panose="03000503000000000000" pitchFamily="66" charset="-128"/>
              </a:endParaRPr>
            </a:p>
          </p:txBody>
        </p:sp>
        <p:sp>
          <p:nvSpPr>
            <p:cNvPr id="30" name="四角形: 角を丸くする 29">
              <a:extLst>
                <a:ext uri="{FF2B5EF4-FFF2-40B4-BE49-F238E27FC236}">
                  <a16:creationId xmlns:a16="http://schemas.microsoft.com/office/drawing/2014/main" id="{CCE8B59E-CACA-1EF6-93E1-FDCCEC4E327B}"/>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br>
                <a:rPr lang="en-US" altLang="ja-JP">
                  <a:latin typeface="原稿用標準書体" panose="03000503000000000000" pitchFamily="66" charset="-128"/>
                  <a:ea typeface="原稿用標準書体" panose="03000503000000000000" pitchFamily="66" charset="-128"/>
                </a:rPr>
              </a:br>
              <a:r>
                <a:rPr lang="ja-JP" altLang="en-US">
                  <a:latin typeface="原稿用標準書体" panose="03000503000000000000" pitchFamily="66" charset="-128"/>
                  <a:ea typeface="原稿用標準書体" panose="03000503000000000000" pitchFamily="66" charset="-128"/>
                </a:rPr>
                <a:t>バフ名</a:t>
              </a:r>
              <a:endParaRPr lang="ja-JP" altLang="en-US" dirty="0">
                <a:latin typeface="原稿用標準書体" panose="03000503000000000000" pitchFamily="66" charset="-128"/>
                <a:ea typeface="原稿用標準書体" panose="03000503000000000000" pitchFamily="66" charset="-128"/>
              </a:endParaRPr>
            </a:p>
          </p:txBody>
        </p:sp>
        <p:sp>
          <p:nvSpPr>
            <p:cNvPr id="31" name="四角形: 角を丸くする 30">
              <a:extLst>
                <a:ext uri="{FF2B5EF4-FFF2-40B4-BE49-F238E27FC236}">
                  <a16:creationId xmlns:a16="http://schemas.microsoft.com/office/drawing/2014/main" id="{7101E584-73F4-D82C-9B0A-CF88B587ACDE}"/>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br>
                <a:rPr lang="en-US" altLang="ja-JP">
                  <a:latin typeface="原稿用標準書体" panose="03000503000000000000" pitchFamily="66" charset="-128"/>
                  <a:ea typeface="原稿用標準書体" panose="03000503000000000000" pitchFamily="66" charset="-128"/>
                </a:rPr>
              </a:br>
              <a:r>
                <a:rPr lang="ja-JP" altLang="en-US">
                  <a:latin typeface="原稿用標準書体" panose="03000503000000000000" pitchFamily="66" charset="-128"/>
                  <a:ea typeface="原稿用標準書体" panose="03000503000000000000" pitchFamily="66" charset="-128"/>
                </a:rPr>
                <a:t>バフ名</a:t>
              </a:r>
              <a:endParaRPr lang="ja-JP" altLang="en-US" dirty="0">
                <a:latin typeface="原稿用標準書体" panose="03000503000000000000" pitchFamily="66" charset="-128"/>
                <a:ea typeface="原稿用標準書体" panose="03000503000000000000" pitchFamily="66" charset="-128"/>
              </a:endParaRPr>
            </a:p>
          </p:txBody>
        </p:sp>
        <p:sp>
          <p:nvSpPr>
            <p:cNvPr id="32" name="四角形: 角を丸くする 31">
              <a:extLst>
                <a:ext uri="{FF2B5EF4-FFF2-40B4-BE49-F238E27FC236}">
                  <a16:creationId xmlns:a16="http://schemas.microsoft.com/office/drawing/2014/main" id="{BDC740C8-4AE4-6CD3-2A0A-999BF3DAF37B}"/>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br>
                <a:rPr lang="en-US" altLang="ja-JP">
                  <a:latin typeface="原稿用標準書体" panose="03000503000000000000" pitchFamily="66" charset="-128"/>
                  <a:ea typeface="原稿用標準書体" panose="03000503000000000000" pitchFamily="66" charset="-128"/>
                </a:rPr>
              </a:br>
              <a:r>
                <a:rPr lang="ja-JP" altLang="en-US">
                  <a:latin typeface="原稿用標準書体" panose="03000503000000000000" pitchFamily="66" charset="-128"/>
                  <a:ea typeface="原稿用標準書体" panose="03000503000000000000" pitchFamily="66" charset="-128"/>
                </a:rPr>
                <a:t>バフ名</a:t>
              </a:r>
              <a:endParaRPr lang="ja-JP" altLang="en-US" dirty="0">
                <a:latin typeface="原稿用標準書体" panose="03000503000000000000" pitchFamily="66" charset="-128"/>
                <a:ea typeface="原稿用標準書体" panose="03000503000000000000" pitchFamily="66" charset="-128"/>
              </a:endParaRPr>
            </a:p>
          </p:txBody>
        </p:sp>
      </p:grpSp>
      <p:sp>
        <p:nvSpPr>
          <p:cNvPr id="2" name="フローチャート: 端子 1">
            <a:extLst>
              <a:ext uri="{FF2B5EF4-FFF2-40B4-BE49-F238E27FC236}">
                <a16:creationId xmlns:a16="http://schemas.microsoft.com/office/drawing/2014/main" id="{18F33C9C-4F8F-538C-006D-8EAEC68895BA}"/>
              </a:ext>
            </a:extLst>
          </p:cNvPr>
          <p:cNvSpPr/>
          <p:nvPr/>
        </p:nvSpPr>
        <p:spPr>
          <a:xfrm>
            <a:off x="1639727" y="2060211"/>
            <a:ext cx="1214624" cy="400826"/>
          </a:xfrm>
          <a:prstGeom prst="flowChartTerminator">
            <a:avLst/>
          </a:prstGeom>
          <a:ln>
            <a:noFill/>
          </a:ln>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選択中</a:t>
            </a:r>
          </a:p>
        </p:txBody>
      </p:sp>
      <p:sp>
        <p:nvSpPr>
          <p:cNvPr id="8" name="テキスト ボックス 7">
            <a:extLst>
              <a:ext uri="{FF2B5EF4-FFF2-40B4-BE49-F238E27FC236}">
                <a16:creationId xmlns:a16="http://schemas.microsoft.com/office/drawing/2014/main" id="{7DD59602-EACF-8FCF-9CB8-070193D3A350}"/>
              </a:ext>
            </a:extLst>
          </p:cNvPr>
          <p:cNvSpPr txBox="1"/>
          <p:nvPr/>
        </p:nvSpPr>
        <p:spPr>
          <a:xfrm>
            <a:off x="3315968" y="4413370"/>
            <a:ext cx="1261884" cy="523220"/>
          </a:xfrm>
          <a:prstGeom prst="rect">
            <a:avLst/>
          </a:prstGeom>
          <a:noFill/>
        </p:spPr>
        <p:txBody>
          <a:bodyPr wrap="none" rtlCol="0">
            <a:spAutoFit/>
          </a:bodyPr>
          <a:lstStyle/>
          <a:p>
            <a:r>
              <a:rPr kumimoji="1" lang="ja-JP" altLang="en-US" sz="2800">
                <a:solidFill>
                  <a:schemeClr val="tx1">
                    <a:lumMod val="85000"/>
                    <a:lumOff val="15000"/>
                  </a:schemeClr>
                </a:solidFill>
                <a:latin typeface="原稿用標準書体" panose="03000503000000000000" pitchFamily="66" charset="-128"/>
                <a:ea typeface="原稿用標準書体" panose="03000503000000000000" pitchFamily="66" charset="-128"/>
              </a:rPr>
              <a:t>バフ名</a:t>
            </a:r>
            <a:endParaRPr kumimoji="1"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9" name="テキスト ボックス 18">
            <a:extLst>
              <a:ext uri="{FF2B5EF4-FFF2-40B4-BE49-F238E27FC236}">
                <a16:creationId xmlns:a16="http://schemas.microsoft.com/office/drawing/2014/main" id="{27515F5F-BF6A-2926-D4C3-D8B9B27417BA}"/>
              </a:ext>
            </a:extLst>
          </p:cNvPr>
          <p:cNvSpPr txBox="1"/>
          <p:nvPr/>
        </p:nvSpPr>
        <p:spPr>
          <a:xfrm>
            <a:off x="3315968" y="4969283"/>
            <a:ext cx="4801314" cy="707886"/>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rPr>
              <a:t>効果テキスト効果テキスト効果テキスト</a:t>
            </a:r>
          </a:p>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rPr>
              <a:t>効果テキスト効果テキスト効果テキスト</a:t>
            </a:r>
          </a:p>
        </p:txBody>
      </p:sp>
      <p:sp>
        <p:nvSpPr>
          <p:cNvPr id="4" name="矢印: 下 3">
            <a:extLst>
              <a:ext uri="{FF2B5EF4-FFF2-40B4-BE49-F238E27FC236}">
                <a16:creationId xmlns:a16="http://schemas.microsoft.com/office/drawing/2014/main" id="{772B6029-9E81-D7E2-0F93-ABA5E2A4D133}"/>
              </a:ext>
            </a:extLst>
          </p:cNvPr>
          <p:cNvSpPr/>
          <p:nvPr/>
        </p:nvSpPr>
        <p:spPr>
          <a:xfrm flipV="1">
            <a:off x="3926962" y="1837990"/>
            <a:ext cx="282721" cy="369724"/>
          </a:xfrm>
          <a:prstGeom prst="downArrow">
            <a:avLst/>
          </a:prstGeom>
          <a:solidFill>
            <a:schemeClr val="accent2"/>
          </a:solidFill>
          <a:ln w="9525">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2" name="矢印: 下 11">
            <a:extLst>
              <a:ext uri="{FF2B5EF4-FFF2-40B4-BE49-F238E27FC236}">
                <a16:creationId xmlns:a16="http://schemas.microsoft.com/office/drawing/2014/main" id="{4162851C-A1E7-3FDF-1E1B-29EE86D204EC}"/>
              </a:ext>
            </a:extLst>
          </p:cNvPr>
          <p:cNvSpPr/>
          <p:nvPr/>
        </p:nvSpPr>
        <p:spPr>
          <a:xfrm flipV="1">
            <a:off x="2117307" y="3125544"/>
            <a:ext cx="282721" cy="369724"/>
          </a:xfrm>
          <a:prstGeom prst="downArrow">
            <a:avLst/>
          </a:prstGeom>
          <a:solidFill>
            <a:schemeClr val="accent2"/>
          </a:solidFill>
          <a:ln w="9525">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20" name="矢印: 下 19">
            <a:extLst>
              <a:ext uri="{FF2B5EF4-FFF2-40B4-BE49-F238E27FC236}">
                <a16:creationId xmlns:a16="http://schemas.microsoft.com/office/drawing/2014/main" id="{385A4CD3-B2F8-C5EC-B330-CE113A5F1883}"/>
              </a:ext>
            </a:extLst>
          </p:cNvPr>
          <p:cNvSpPr/>
          <p:nvPr/>
        </p:nvSpPr>
        <p:spPr>
          <a:xfrm flipV="1">
            <a:off x="3936921" y="3125544"/>
            <a:ext cx="282721" cy="369724"/>
          </a:xfrm>
          <a:prstGeom prst="downArrow">
            <a:avLst/>
          </a:prstGeom>
          <a:solidFill>
            <a:schemeClr val="accent4"/>
          </a:solidFill>
          <a:ln w="9525">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34" name="矢印: 下 33">
            <a:extLst>
              <a:ext uri="{FF2B5EF4-FFF2-40B4-BE49-F238E27FC236}">
                <a16:creationId xmlns:a16="http://schemas.microsoft.com/office/drawing/2014/main" id="{77ED1810-8B79-573A-0072-B21AAA2BDEC3}"/>
              </a:ext>
            </a:extLst>
          </p:cNvPr>
          <p:cNvSpPr/>
          <p:nvPr/>
        </p:nvSpPr>
        <p:spPr>
          <a:xfrm flipV="1">
            <a:off x="5756535" y="3125544"/>
            <a:ext cx="282721" cy="369724"/>
          </a:xfrm>
          <a:prstGeom prst="downArrow">
            <a:avLst/>
          </a:prstGeom>
          <a:solidFill>
            <a:schemeClr val="accent2"/>
          </a:solidFill>
          <a:ln w="9525">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36" name="矢印: 下 35">
            <a:extLst>
              <a:ext uri="{FF2B5EF4-FFF2-40B4-BE49-F238E27FC236}">
                <a16:creationId xmlns:a16="http://schemas.microsoft.com/office/drawing/2014/main" id="{6ED2B963-FDEE-E588-94E4-8148889DDD72}"/>
              </a:ext>
            </a:extLst>
          </p:cNvPr>
          <p:cNvSpPr/>
          <p:nvPr/>
        </p:nvSpPr>
        <p:spPr>
          <a:xfrm flipV="1">
            <a:off x="7576148" y="3125544"/>
            <a:ext cx="282721" cy="369724"/>
          </a:xfrm>
          <a:prstGeom prst="downArrow">
            <a:avLst/>
          </a:prstGeom>
          <a:solidFill>
            <a:schemeClr val="accent3"/>
          </a:solidFill>
          <a:ln w="9525">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38" name="矢印: 下 37">
            <a:extLst>
              <a:ext uri="{FF2B5EF4-FFF2-40B4-BE49-F238E27FC236}">
                <a16:creationId xmlns:a16="http://schemas.microsoft.com/office/drawing/2014/main" id="{64B51EDF-6E5D-D799-2425-8BAB78B339B7}"/>
              </a:ext>
            </a:extLst>
          </p:cNvPr>
          <p:cNvSpPr/>
          <p:nvPr/>
        </p:nvSpPr>
        <p:spPr>
          <a:xfrm flipV="1">
            <a:off x="5764963" y="1829948"/>
            <a:ext cx="282721" cy="369724"/>
          </a:xfrm>
          <a:prstGeom prst="downArrow">
            <a:avLst/>
          </a:prstGeom>
          <a:solidFill>
            <a:schemeClr val="accent1"/>
          </a:solidFill>
          <a:ln w="9525">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40" name="矢印: 下 39">
            <a:extLst>
              <a:ext uri="{FF2B5EF4-FFF2-40B4-BE49-F238E27FC236}">
                <a16:creationId xmlns:a16="http://schemas.microsoft.com/office/drawing/2014/main" id="{E381158B-21E7-F7AA-225B-9F186EE99F94}"/>
              </a:ext>
            </a:extLst>
          </p:cNvPr>
          <p:cNvSpPr/>
          <p:nvPr/>
        </p:nvSpPr>
        <p:spPr>
          <a:xfrm flipV="1">
            <a:off x="7584576" y="1829948"/>
            <a:ext cx="282721" cy="369724"/>
          </a:xfrm>
          <a:prstGeom prst="downArrow">
            <a:avLst/>
          </a:prstGeom>
          <a:solidFill>
            <a:schemeClr val="accent2"/>
          </a:solidFill>
          <a:ln w="9525">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42" name="矢印: 下 41">
            <a:extLst>
              <a:ext uri="{FF2B5EF4-FFF2-40B4-BE49-F238E27FC236}">
                <a16:creationId xmlns:a16="http://schemas.microsoft.com/office/drawing/2014/main" id="{64243C48-D1ED-2EFD-C5AC-09757DBF4047}"/>
              </a:ext>
            </a:extLst>
          </p:cNvPr>
          <p:cNvSpPr/>
          <p:nvPr/>
        </p:nvSpPr>
        <p:spPr>
          <a:xfrm flipV="1">
            <a:off x="2020299" y="4584384"/>
            <a:ext cx="749348" cy="979948"/>
          </a:xfrm>
          <a:prstGeom prst="downArrow">
            <a:avLst/>
          </a:prstGeom>
          <a:solidFill>
            <a:schemeClr val="accent2"/>
          </a:solidFill>
          <a:ln w="9525">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43" name="グループ化 42">
            <a:extLst>
              <a:ext uri="{FF2B5EF4-FFF2-40B4-BE49-F238E27FC236}">
                <a16:creationId xmlns:a16="http://schemas.microsoft.com/office/drawing/2014/main" id="{B149F601-D280-2795-4FA0-70B99655AB84}"/>
              </a:ext>
            </a:extLst>
          </p:cNvPr>
          <p:cNvGrpSpPr/>
          <p:nvPr/>
        </p:nvGrpSpPr>
        <p:grpSpPr>
          <a:xfrm>
            <a:off x="9568849" y="1115022"/>
            <a:ext cx="1755710" cy="810206"/>
            <a:chOff x="9569319" y="887965"/>
            <a:chExt cx="1755710" cy="810206"/>
          </a:xfrm>
        </p:grpSpPr>
        <p:sp>
          <p:nvSpPr>
            <p:cNvPr id="45" name="四角形: 角を丸くする 44">
              <a:extLst>
                <a:ext uri="{FF2B5EF4-FFF2-40B4-BE49-F238E27FC236}">
                  <a16:creationId xmlns:a16="http://schemas.microsoft.com/office/drawing/2014/main" id="{1B2D222D-3601-1D67-B68C-EBD89D1D15DA}"/>
                </a:ext>
              </a:extLst>
            </p:cNvPr>
            <p:cNvSpPr/>
            <p:nvPr/>
          </p:nvSpPr>
          <p:spPr>
            <a:xfrm>
              <a:off x="9569319" y="887965"/>
              <a:ext cx="1755710" cy="810206"/>
            </a:xfrm>
            <a:prstGeom prst="roundRect">
              <a:avLst>
                <a:gd name="adj" fmla="val 6428"/>
              </a:avLst>
            </a:prstGeom>
            <a:solidFill>
              <a:schemeClr val="tx1">
                <a:lumMod val="75000"/>
                <a:lumOff val="25000"/>
                <a:alpha val="8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46" name="テキスト ボックス 45">
              <a:extLst>
                <a:ext uri="{FF2B5EF4-FFF2-40B4-BE49-F238E27FC236}">
                  <a16:creationId xmlns:a16="http://schemas.microsoft.com/office/drawing/2014/main" id="{D6F6BE8F-E1EF-5334-7D9F-3787C6C97634}"/>
                </a:ext>
              </a:extLst>
            </p:cNvPr>
            <p:cNvSpPr txBox="1"/>
            <p:nvPr/>
          </p:nvSpPr>
          <p:spPr>
            <a:xfrm>
              <a:off x="10713075" y="1293068"/>
              <a:ext cx="595035" cy="338554"/>
            </a:xfrm>
            <a:prstGeom prst="rect">
              <a:avLst/>
            </a:prstGeom>
            <a:noFill/>
          </p:spPr>
          <p:txBody>
            <a:bodyPr wrap="none" rtlCol="0">
              <a:spAutoFit/>
            </a:bodyPr>
            <a:lstStyle/>
            <a:p>
              <a:pPr algn="r"/>
              <a:r>
                <a:rPr lang="ja-JP" altLang="en-US" sz="16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バフ</a:t>
              </a:r>
              <a:endParaRPr kumimoji="1" lang="en-US" altLang="ja-JP" sz="16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49" name="矢印: 下 48">
            <a:extLst>
              <a:ext uri="{FF2B5EF4-FFF2-40B4-BE49-F238E27FC236}">
                <a16:creationId xmlns:a16="http://schemas.microsoft.com/office/drawing/2014/main" id="{4385FD72-F9FC-1C80-DE1B-99180D4D8846}"/>
              </a:ext>
            </a:extLst>
          </p:cNvPr>
          <p:cNvSpPr/>
          <p:nvPr/>
        </p:nvSpPr>
        <p:spPr>
          <a:xfrm flipV="1">
            <a:off x="9966747" y="1295783"/>
            <a:ext cx="324024" cy="423737"/>
          </a:xfrm>
          <a:prstGeom prst="downArrow">
            <a:avLst/>
          </a:prstGeom>
          <a:solidFill>
            <a:schemeClr val="bg1">
              <a:lumMod val="95000"/>
            </a:schemeClr>
          </a:solidFill>
          <a:ln w="9525">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50" name="グループ化 49">
            <a:extLst>
              <a:ext uri="{FF2B5EF4-FFF2-40B4-BE49-F238E27FC236}">
                <a16:creationId xmlns:a16="http://schemas.microsoft.com/office/drawing/2014/main" id="{B450D405-0EC6-1296-FA8E-41D5BF4CF796}"/>
              </a:ext>
            </a:extLst>
          </p:cNvPr>
          <p:cNvGrpSpPr/>
          <p:nvPr/>
        </p:nvGrpSpPr>
        <p:grpSpPr>
          <a:xfrm>
            <a:off x="8774691" y="1614125"/>
            <a:ext cx="236362" cy="3814823"/>
            <a:chOff x="11044871" y="4022147"/>
            <a:chExt cx="236362" cy="2031812"/>
          </a:xfrm>
        </p:grpSpPr>
        <p:sp>
          <p:nvSpPr>
            <p:cNvPr id="51" name="四角形: 角を丸くする 50">
              <a:extLst>
                <a:ext uri="{FF2B5EF4-FFF2-40B4-BE49-F238E27FC236}">
                  <a16:creationId xmlns:a16="http://schemas.microsoft.com/office/drawing/2014/main" id="{29258875-DC91-1F7F-B759-100884A71520}"/>
                </a:ext>
              </a:extLst>
            </p:cNvPr>
            <p:cNvSpPr/>
            <p:nvPr/>
          </p:nvSpPr>
          <p:spPr>
            <a:xfrm>
              <a:off x="11044871" y="4022147"/>
              <a:ext cx="236362" cy="2031812"/>
            </a:xfrm>
            <a:prstGeom prst="roundRect">
              <a:avLst/>
            </a:prstGeom>
            <a:noFill/>
            <a:ln>
              <a:solidFill>
                <a:srgbClr val="CC00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2" name="四角形: 角を丸くする 51">
              <a:extLst>
                <a:ext uri="{FF2B5EF4-FFF2-40B4-BE49-F238E27FC236}">
                  <a16:creationId xmlns:a16="http://schemas.microsoft.com/office/drawing/2014/main" id="{48593697-6B86-E609-AAA9-EB2523A65872}"/>
                </a:ext>
              </a:extLst>
            </p:cNvPr>
            <p:cNvSpPr/>
            <p:nvPr/>
          </p:nvSpPr>
          <p:spPr>
            <a:xfrm>
              <a:off x="11066205" y="4094529"/>
              <a:ext cx="193695" cy="571313"/>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pic>
        <p:nvPicPr>
          <p:cNvPr id="22" name="図 21">
            <a:extLst>
              <a:ext uri="{FF2B5EF4-FFF2-40B4-BE49-F238E27FC236}">
                <a16:creationId xmlns:a16="http://schemas.microsoft.com/office/drawing/2014/main" id="{BE715860-0D79-2AF2-17FB-4B926FC84C3E}"/>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950262" y="5195071"/>
            <a:ext cx="452925" cy="443865"/>
          </a:xfrm>
          <a:prstGeom prst="rect">
            <a:avLst/>
          </a:prstGeom>
        </p:spPr>
      </p:pic>
    </p:spTree>
    <p:extLst>
      <p:ext uri="{BB962C8B-B14F-4D97-AF65-F5344CB8AC3E}">
        <p14:creationId xmlns:p14="http://schemas.microsoft.com/office/powerpoint/2010/main" val="2130819318"/>
      </p:ext>
    </p:extLst>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F364A7-5675-E6A6-24FA-7355322C2B9C}"/>
            </a:ext>
          </a:extLst>
        </p:cNvPr>
        <p:cNvGrpSpPr/>
        <p:nvPr/>
      </p:nvGrpSpPr>
      <p:grpSpPr>
        <a:xfrm>
          <a:off x="0" y="0"/>
          <a:ext cx="0" cy="0"/>
          <a:chOff x="0" y="0"/>
          <a:chExt cx="0" cy="0"/>
        </a:xfrm>
      </p:grpSpPr>
      <p:sp>
        <p:nvSpPr>
          <p:cNvPr id="6" name="四角形: 角を丸くする 5">
            <a:extLst>
              <a:ext uri="{FF2B5EF4-FFF2-40B4-BE49-F238E27FC236}">
                <a16:creationId xmlns:a16="http://schemas.microsoft.com/office/drawing/2014/main" id="{8B2DFA10-96C2-2A23-5CC8-EC99740B50C8}"/>
              </a:ext>
            </a:extLst>
          </p:cNvPr>
          <p:cNvSpPr/>
          <p:nvPr/>
        </p:nvSpPr>
        <p:spPr>
          <a:xfrm>
            <a:off x="6645728" y="445192"/>
            <a:ext cx="4960773" cy="5950564"/>
          </a:xfrm>
          <a:prstGeom prst="roundRect">
            <a:avLst>
              <a:gd name="adj" fmla="val 2570"/>
            </a:avLst>
          </a:prstGeom>
          <a:solidFill>
            <a:schemeClr val="tx1">
              <a:lumMod val="50000"/>
              <a:lumOff val="5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9" name="四角形: 角を丸くする 48">
            <a:extLst>
              <a:ext uri="{FF2B5EF4-FFF2-40B4-BE49-F238E27FC236}">
                <a16:creationId xmlns:a16="http://schemas.microsoft.com/office/drawing/2014/main" id="{C51CBE90-4BD6-364A-80AE-7E4AFD4BEF2D}"/>
              </a:ext>
            </a:extLst>
          </p:cNvPr>
          <p:cNvSpPr/>
          <p:nvPr/>
        </p:nvSpPr>
        <p:spPr>
          <a:xfrm>
            <a:off x="8413385" y="619038"/>
            <a:ext cx="1422938" cy="1458109"/>
          </a:xfrm>
          <a:prstGeom prst="roundRect">
            <a:avLst>
              <a:gd name="adj" fmla="val 4721"/>
            </a:avLst>
          </a:prstGeom>
          <a:solidFill>
            <a:schemeClr val="bg1">
              <a:lumMod val="6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0" name="四角形: 角を丸くする 49">
            <a:extLst>
              <a:ext uri="{FF2B5EF4-FFF2-40B4-BE49-F238E27FC236}">
                <a16:creationId xmlns:a16="http://schemas.microsoft.com/office/drawing/2014/main" id="{4FA3A036-B50C-3EE0-834B-641E0C1965C2}"/>
              </a:ext>
            </a:extLst>
          </p:cNvPr>
          <p:cNvSpPr/>
          <p:nvPr/>
        </p:nvSpPr>
        <p:spPr>
          <a:xfrm>
            <a:off x="10013585" y="619038"/>
            <a:ext cx="1422938" cy="1458109"/>
          </a:xfrm>
          <a:prstGeom prst="roundRect">
            <a:avLst>
              <a:gd name="adj" fmla="val 4721"/>
            </a:avLst>
          </a:prstGeom>
          <a:solidFill>
            <a:schemeClr val="bg1">
              <a:lumMod val="6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1" name="フリーフォーム: 図形 50">
            <a:extLst>
              <a:ext uri="{FF2B5EF4-FFF2-40B4-BE49-F238E27FC236}">
                <a16:creationId xmlns:a16="http://schemas.microsoft.com/office/drawing/2014/main" id="{C4580C6C-D2B8-816A-41A0-435839A51AEE}"/>
              </a:ext>
            </a:extLst>
          </p:cNvPr>
          <p:cNvSpPr/>
          <p:nvPr/>
        </p:nvSpPr>
        <p:spPr>
          <a:xfrm>
            <a:off x="6822990" y="619039"/>
            <a:ext cx="4606243" cy="4732652"/>
          </a:xfrm>
          <a:custGeom>
            <a:avLst/>
            <a:gdLst>
              <a:gd name="csX0" fmla="*/ 67177 w 4606243"/>
              <a:gd name="csY0" fmla="*/ 0 h 4873817"/>
              <a:gd name="csX1" fmla="*/ 1355761 w 4606243"/>
              <a:gd name="csY1" fmla="*/ 0 h 4873817"/>
              <a:gd name="csX2" fmla="*/ 1422938 w 4606243"/>
              <a:gd name="csY2" fmla="*/ 67177 h 4873817"/>
              <a:gd name="csX3" fmla="*/ 1422938 w 4606243"/>
              <a:gd name="csY3" fmla="*/ 556787 h 4873817"/>
              <a:gd name="csX4" fmla="*/ 4402436 w 4606243"/>
              <a:gd name="csY4" fmla="*/ 556787 h 4873817"/>
              <a:gd name="csX5" fmla="*/ 4606243 w 4606243"/>
              <a:gd name="csY5" fmla="*/ 760594 h 4873817"/>
              <a:gd name="csX6" fmla="*/ 4606243 w 4606243"/>
              <a:gd name="csY6" fmla="*/ 4670010 h 4873817"/>
              <a:gd name="csX7" fmla="*/ 4402436 w 4606243"/>
              <a:gd name="csY7" fmla="*/ 4873817 h 4873817"/>
              <a:gd name="csX8" fmla="*/ 203807 w 4606243"/>
              <a:gd name="csY8" fmla="*/ 4873817 h 4873817"/>
              <a:gd name="csX9" fmla="*/ 0 w 4606243"/>
              <a:gd name="csY9" fmla="*/ 4670010 h 4873817"/>
              <a:gd name="csX10" fmla="*/ 0 w 4606243"/>
              <a:gd name="csY10" fmla="*/ 1390932 h 4873817"/>
              <a:gd name="csX11" fmla="*/ 0 w 4606243"/>
              <a:gd name="csY11" fmla="*/ 760594 h 4873817"/>
              <a:gd name="csX12" fmla="*/ 0 w 4606243"/>
              <a:gd name="csY12" fmla="*/ 67177 h 4873817"/>
              <a:gd name="csX13" fmla="*/ 67177 w 4606243"/>
              <a:gd name="csY13" fmla="*/ 0 h 4873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4606243" h="4873817">
                <a:moveTo>
                  <a:pt x="67177" y="0"/>
                </a:moveTo>
                <a:lnTo>
                  <a:pt x="1355761" y="0"/>
                </a:lnTo>
                <a:cubicBezTo>
                  <a:pt x="1392862" y="0"/>
                  <a:pt x="1422938" y="30076"/>
                  <a:pt x="1422938" y="67177"/>
                </a:cubicBezTo>
                <a:lnTo>
                  <a:pt x="1422938" y="556787"/>
                </a:lnTo>
                <a:lnTo>
                  <a:pt x="4402436" y="556787"/>
                </a:lnTo>
                <a:cubicBezTo>
                  <a:pt x="4514995" y="556787"/>
                  <a:pt x="4606243" y="648035"/>
                  <a:pt x="4606243" y="760594"/>
                </a:cubicBezTo>
                <a:lnTo>
                  <a:pt x="4606243" y="4670010"/>
                </a:lnTo>
                <a:cubicBezTo>
                  <a:pt x="4606243" y="4782569"/>
                  <a:pt x="4514995" y="4873817"/>
                  <a:pt x="4402436" y="4873817"/>
                </a:cubicBezTo>
                <a:lnTo>
                  <a:pt x="203807" y="4873817"/>
                </a:lnTo>
                <a:cubicBezTo>
                  <a:pt x="91248" y="4873817"/>
                  <a:pt x="0" y="4782569"/>
                  <a:pt x="0" y="4670010"/>
                </a:cubicBezTo>
                <a:lnTo>
                  <a:pt x="0" y="1390932"/>
                </a:lnTo>
                <a:lnTo>
                  <a:pt x="0" y="760594"/>
                </a:lnTo>
                <a:lnTo>
                  <a:pt x="0" y="67177"/>
                </a:lnTo>
                <a:cubicBezTo>
                  <a:pt x="0" y="30076"/>
                  <a:pt x="30076" y="0"/>
                  <a:pt x="67177" y="0"/>
                </a:cubicBezTo>
                <a:close/>
              </a:path>
            </a:pathLst>
          </a:custGeom>
          <a:solidFill>
            <a:schemeClr val="bg1">
              <a:lumMod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 name="四角形: 角を丸くする 8">
            <a:extLst>
              <a:ext uri="{FF2B5EF4-FFF2-40B4-BE49-F238E27FC236}">
                <a16:creationId xmlns:a16="http://schemas.microsoft.com/office/drawing/2014/main" id="{6E515457-74D3-BFD6-FA43-FDF7FC279C5F}"/>
              </a:ext>
            </a:extLst>
          </p:cNvPr>
          <p:cNvSpPr/>
          <p:nvPr/>
        </p:nvSpPr>
        <p:spPr>
          <a:xfrm>
            <a:off x="585498" y="445192"/>
            <a:ext cx="5710332" cy="5967615"/>
          </a:xfrm>
          <a:prstGeom prst="roundRect">
            <a:avLst>
              <a:gd name="adj" fmla="val 2174"/>
            </a:avLst>
          </a:prstGeom>
          <a:solidFill>
            <a:schemeClr val="accent6">
              <a:lumMod val="40000"/>
              <a:lumOff val="6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 name="テキスト ボックス 4">
            <a:extLst>
              <a:ext uri="{FF2B5EF4-FFF2-40B4-BE49-F238E27FC236}">
                <a16:creationId xmlns:a16="http://schemas.microsoft.com/office/drawing/2014/main" id="{11DBFAD4-473D-EDDC-E6E3-AC047EA34081}"/>
              </a:ext>
            </a:extLst>
          </p:cNvPr>
          <p:cNvSpPr txBox="1"/>
          <p:nvPr/>
        </p:nvSpPr>
        <p:spPr>
          <a:xfrm>
            <a:off x="820249" y="529494"/>
            <a:ext cx="4685898" cy="646331"/>
          </a:xfrm>
          <a:prstGeom prst="rect">
            <a:avLst/>
          </a:prstGeom>
          <a:noFill/>
        </p:spPr>
        <p:txBody>
          <a:bodyPr wrap="none" rtlCol="0">
            <a:spAutoFit/>
          </a:bodyPr>
          <a:lstStyle/>
          <a:p>
            <a:r>
              <a:rPr lang="ja-JP" altLang="en-US" sz="3600" dirty="0">
                <a:solidFill>
                  <a:schemeClr val="tx1">
                    <a:lumMod val="75000"/>
                    <a:lumOff val="25000"/>
                  </a:schemeClr>
                </a:solidFill>
                <a:latin typeface="原稿用標準書体" panose="03000503000000000000" pitchFamily="66" charset="-128"/>
                <a:ea typeface="原稿用標準書体" panose="03000503000000000000" pitchFamily="66" charset="-128"/>
              </a:rPr>
              <a:t>前衛</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ATK+20%</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、注目度</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+4</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、回避率</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-20%</a:t>
            </a:r>
            <a:endParaRPr kumimoji="1" lang="ja-JP" altLang="en-US" sz="3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16" name="グループ化 15">
            <a:extLst>
              <a:ext uri="{FF2B5EF4-FFF2-40B4-BE49-F238E27FC236}">
                <a16:creationId xmlns:a16="http://schemas.microsoft.com/office/drawing/2014/main" id="{7D4C168C-6E66-B8EE-48F8-4C8F85F6077B}"/>
              </a:ext>
            </a:extLst>
          </p:cNvPr>
          <p:cNvGrpSpPr/>
          <p:nvPr/>
        </p:nvGrpSpPr>
        <p:grpSpPr>
          <a:xfrm>
            <a:off x="789688" y="1318039"/>
            <a:ext cx="5301952" cy="1230022"/>
            <a:chOff x="922576" y="2450171"/>
            <a:chExt cx="5301952" cy="1309138"/>
          </a:xfrm>
          <a:solidFill>
            <a:schemeClr val="tx1">
              <a:lumMod val="75000"/>
              <a:lumOff val="25000"/>
              <a:alpha val="85000"/>
            </a:schemeClr>
          </a:solidFill>
        </p:grpSpPr>
        <p:sp>
          <p:nvSpPr>
            <p:cNvPr id="12" name="四角形: 角を丸くする 11">
              <a:extLst>
                <a:ext uri="{FF2B5EF4-FFF2-40B4-BE49-F238E27FC236}">
                  <a16:creationId xmlns:a16="http://schemas.microsoft.com/office/drawing/2014/main" id="{BF4D541A-AC01-FAE2-4F2A-0E7DB7594172}"/>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3" name="四角形: 角を丸くする 12">
              <a:extLst>
                <a:ext uri="{FF2B5EF4-FFF2-40B4-BE49-F238E27FC236}">
                  <a16:creationId xmlns:a16="http://schemas.microsoft.com/office/drawing/2014/main" id="{9210215C-E2B5-E894-D166-BC2A265A9A04}"/>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4" name="四角形: 角を丸くする 13">
              <a:extLst>
                <a:ext uri="{FF2B5EF4-FFF2-40B4-BE49-F238E27FC236}">
                  <a16:creationId xmlns:a16="http://schemas.microsoft.com/office/drawing/2014/main" id="{DF9F91B4-71B5-EF95-26BF-2C64680BCAF0}"/>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5" name="四角形: 角を丸くする 14">
              <a:extLst>
                <a:ext uri="{FF2B5EF4-FFF2-40B4-BE49-F238E27FC236}">
                  <a16:creationId xmlns:a16="http://schemas.microsoft.com/office/drawing/2014/main" id="{23E5B702-3CD7-C15E-03BE-18B62EF3CD3C}"/>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11" name="テキスト ボックス 10">
            <a:extLst>
              <a:ext uri="{FF2B5EF4-FFF2-40B4-BE49-F238E27FC236}">
                <a16:creationId xmlns:a16="http://schemas.microsoft.com/office/drawing/2014/main" id="{03D0DE6C-23C8-861F-2288-90AE9C363760}"/>
              </a:ext>
            </a:extLst>
          </p:cNvPr>
          <p:cNvSpPr txBox="1"/>
          <p:nvPr/>
        </p:nvSpPr>
        <p:spPr>
          <a:xfrm>
            <a:off x="820249" y="3523725"/>
            <a:ext cx="4685898" cy="646331"/>
          </a:xfrm>
          <a:prstGeom prst="rect">
            <a:avLst/>
          </a:prstGeom>
          <a:noFill/>
        </p:spPr>
        <p:txBody>
          <a:bodyPr wrap="none" rtlCol="0">
            <a:spAutoFit/>
          </a:bodyPr>
          <a:lstStyle/>
          <a:p>
            <a:r>
              <a:rPr lang="ja-JP" altLang="en-US" sz="3600" dirty="0">
                <a:solidFill>
                  <a:schemeClr val="bg1">
                    <a:lumMod val="95000"/>
                  </a:schemeClr>
                </a:solidFill>
                <a:latin typeface="原稿用標準書体" panose="03000503000000000000" pitchFamily="66" charset="-128"/>
                <a:ea typeface="原稿用標準書体" panose="03000503000000000000" pitchFamily="66" charset="-128"/>
              </a:rPr>
              <a:t>後衛</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：回避率</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+20%</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、注目度</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+1</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ATK-20%</a:t>
            </a:r>
            <a:endParaRPr kumimoji="1" lang="ja-JP" altLang="en-US" sz="36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19" name="グループ化 18">
            <a:extLst>
              <a:ext uri="{FF2B5EF4-FFF2-40B4-BE49-F238E27FC236}">
                <a16:creationId xmlns:a16="http://schemas.microsoft.com/office/drawing/2014/main" id="{31BBFA5D-E400-CE11-CACE-E22F0057ED99}"/>
              </a:ext>
            </a:extLst>
          </p:cNvPr>
          <p:cNvGrpSpPr/>
          <p:nvPr/>
        </p:nvGrpSpPr>
        <p:grpSpPr>
          <a:xfrm>
            <a:off x="789688" y="4320508"/>
            <a:ext cx="5301952" cy="1230022"/>
            <a:chOff x="922576" y="2450171"/>
            <a:chExt cx="5301952" cy="1309138"/>
          </a:xfrm>
          <a:solidFill>
            <a:schemeClr val="bg1">
              <a:lumMod val="85000"/>
              <a:alpha val="85000"/>
            </a:schemeClr>
          </a:solidFill>
        </p:grpSpPr>
        <p:sp>
          <p:nvSpPr>
            <p:cNvPr id="20" name="四角形: 角を丸くする 19">
              <a:extLst>
                <a:ext uri="{FF2B5EF4-FFF2-40B4-BE49-F238E27FC236}">
                  <a16:creationId xmlns:a16="http://schemas.microsoft.com/office/drawing/2014/main" id="{C1B306CD-9C52-D667-E954-24F958020824}"/>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1" name="四角形: 角を丸くする 20">
              <a:extLst>
                <a:ext uri="{FF2B5EF4-FFF2-40B4-BE49-F238E27FC236}">
                  <a16:creationId xmlns:a16="http://schemas.microsoft.com/office/drawing/2014/main" id="{57C87918-3FD3-3C3B-12EB-6555E5BFF32A}"/>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2" name="四角形: 角を丸くする 21">
              <a:extLst>
                <a:ext uri="{FF2B5EF4-FFF2-40B4-BE49-F238E27FC236}">
                  <a16:creationId xmlns:a16="http://schemas.microsoft.com/office/drawing/2014/main" id="{399C23A0-C06D-B811-7CDD-31B22F8BEFB2}"/>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3" name="四角形: 角を丸くする 22">
              <a:extLst>
                <a:ext uri="{FF2B5EF4-FFF2-40B4-BE49-F238E27FC236}">
                  <a16:creationId xmlns:a16="http://schemas.microsoft.com/office/drawing/2014/main" id="{0E85CDB9-5C96-2CE4-8A0E-1E86BF8FB0EC}"/>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cxnSp>
        <p:nvCxnSpPr>
          <p:cNvPr id="25" name="直線コネクタ 24">
            <a:extLst>
              <a:ext uri="{FF2B5EF4-FFF2-40B4-BE49-F238E27FC236}">
                <a16:creationId xmlns:a16="http://schemas.microsoft.com/office/drawing/2014/main" id="{D63D02AB-DD83-6D76-A9AF-CE81DC8BD25B}"/>
              </a:ext>
            </a:extLst>
          </p:cNvPr>
          <p:cNvCxnSpPr>
            <a:cxnSpLocks/>
          </p:cNvCxnSpPr>
          <p:nvPr/>
        </p:nvCxnSpPr>
        <p:spPr>
          <a:xfrm>
            <a:off x="759127" y="3428999"/>
            <a:ext cx="5363074" cy="0"/>
          </a:xfrm>
          <a:prstGeom prst="line">
            <a:avLst/>
          </a:prstGeom>
          <a:ln w="12700">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grpSp>
        <p:nvGrpSpPr>
          <p:cNvPr id="28" name="グループ化 27">
            <a:extLst>
              <a:ext uri="{FF2B5EF4-FFF2-40B4-BE49-F238E27FC236}">
                <a16:creationId xmlns:a16="http://schemas.microsoft.com/office/drawing/2014/main" id="{79C8F608-E41E-AEAC-9CE6-3CD968CE1A36}"/>
              </a:ext>
            </a:extLst>
          </p:cNvPr>
          <p:cNvGrpSpPr/>
          <p:nvPr/>
        </p:nvGrpSpPr>
        <p:grpSpPr>
          <a:xfrm>
            <a:off x="787120" y="2633455"/>
            <a:ext cx="5301952" cy="635908"/>
            <a:chOff x="922576" y="2450171"/>
            <a:chExt cx="5301952" cy="1309138"/>
          </a:xfrm>
          <a:solidFill>
            <a:schemeClr val="tx1">
              <a:lumMod val="75000"/>
              <a:lumOff val="25000"/>
              <a:alpha val="85000"/>
            </a:schemeClr>
          </a:solidFill>
        </p:grpSpPr>
        <p:sp>
          <p:nvSpPr>
            <p:cNvPr id="29" name="四角形: 角を丸くする 28">
              <a:extLst>
                <a:ext uri="{FF2B5EF4-FFF2-40B4-BE49-F238E27FC236}">
                  <a16:creationId xmlns:a16="http://schemas.microsoft.com/office/drawing/2014/main" id="{B5E32641-7D29-2177-6C92-F51A7BBCDC53}"/>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0" name="四角形: 角を丸くする 29">
              <a:extLst>
                <a:ext uri="{FF2B5EF4-FFF2-40B4-BE49-F238E27FC236}">
                  <a16:creationId xmlns:a16="http://schemas.microsoft.com/office/drawing/2014/main" id="{8FC06C66-4ADC-696D-C319-A512414977EF}"/>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1" name="四角形: 角を丸くする 30">
              <a:extLst>
                <a:ext uri="{FF2B5EF4-FFF2-40B4-BE49-F238E27FC236}">
                  <a16:creationId xmlns:a16="http://schemas.microsoft.com/office/drawing/2014/main" id="{E9E8C49A-E495-5667-1F39-675B0A1EC7FE}"/>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2" name="四角形: 角を丸くする 31">
              <a:extLst>
                <a:ext uri="{FF2B5EF4-FFF2-40B4-BE49-F238E27FC236}">
                  <a16:creationId xmlns:a16="http://schemas.microsoft.com/office/drawing/2014/main" id="{E0AF950E-F31E-A9FB-F32A-7CB411B66961}"/>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33" name="グループ化 32">
            <a:extLst>
              <a:ext uri="{FF2B5EF4-FFF2-40B4-BE49-F238E27FC236}">
                <a16:creationId xmlns:a16="http://schemas.microsoft.com/office/drawing/2014/main" id="{23300A24-7DDA-E294-BF12-9D9AD30C761A}"/>
              </a:ext>
            </a:extLst>
          </p:cNvPr>
          <p:cNvGrpSpPr/>
          <p:nvPr/>
        </p:nvGrpSpPr>
        <p:grpSpPr>
          <a:xfrm>
            <a:off x="787120" y="5645255"/>
            <a:ext cx="5301952" cy="635908"/>
            <a:chOff x="922576" y="2450171"/>
            <a:chExt cx="5301952" cy="1309138"/>
          </a:xfrm>
          <a:solidFill>
            <a:schemeClr val="bg1">
              <a:lumMod val="85000"/>
              <a:alpha val="85000"/>
            </a:schemeClr>
          </a:solidFill>
        </p:grpSpPr>
        <p:sp>
          <p:nvSpPr>
            <p:cNvPr id="34" name="四角形: 角を丸くする 33">
              <a:extLst>
                <a:ext uri="{FF2B5EF4-FFF2-40B4-BE49-F238E27FC236}">
                  <a16:creationId xmlns:a16="http://schemas.microsoft.com/office/drawing/2014/main" id="{78805F51-6972-B0D9-00F9-82EA4EF352FD}"/>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5" name="四角形: 角を丸くする 34">
              <a:extLst>
                <a:ext uri="{FF2B5EF4-FFF2-40B4-BE49-F238E27FC236}">
                  <a16:creationId xmlns:a16="http://schemas.microsoft.com/office/drawing/2014/main" id="{04309B8A-94C5-6570-29B7-3DCA28B75FD6}"/>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6" name="四角形: 角を丸くする 35">
              <a:extLst>
                <a:ext uri="{FF2B5EF4-FFF2-40B4-BE49-F238E27FC236}">
                  <a16:creationId xmlns:a16="http://schemas.microsoft.com/office/drawing/2014/main" id="{E4DC1B09-6345-6E0B-ACF8-A32CBB7162E1}"/>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7" name="四角形: 角を丸くする 36">
              <a:extLst>
                <a:ext uri="{FF2B5EF4-FFF2-40B4-BE49-F238E27FC236}">
                  <a16:creationId xmlns:a16="http://schemas.microsoft.com/office/drawing/2014/main" id="{C91C5D99-437F-149C-811E-9DAD016F4ADD}"/>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2" name="テキスト ボックス 1">
            <a:extLst>
              <a:ext uri="{FF2B5EF4-FFF2-40B4-BE49-F238E27FC236}">
                <a16:creationId xmlns:a16="http://schemas.microsoft.com/office/drawing/2014/main" id="{8CBFA00C-EEF9-9AB0-0E0A-85B118BDF467}"/>
              </a:ext>
            </a:extLst>
          </p:cNvPr>
          <p:cNvSpPr txBox="1"/>
          <p:nvPr/>
        </p:nvSpPr>
        <p:spPr>
          <a:xfrm>
            <a:off x="7046965" y="688737"/>
            <a:ext cx="954108"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ゲート</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43" name="テキスト ボックス 42">
            <a:extLst>
              <a:ext uri="{FF2B5EF4-FFF2-40B4-BE49-F238E27FC236}">
                <a16:creationId xmlns:a16="http://schemas.microsoft.com/office/drawing/2014/main" id="{8B12EFAC-1D2D-F7A8-CFEE-D797F709C7D5}"/>
              </a:ext>
            </a:extLst>
          </p:cNvPr>
          <p:cNvSpPr txBox="1"/>
          <p:nvPr/>
        </p:nvSpPr>
        <p:spPr>
          <a:xfrm>
            <a:off x="8647800" y="688737"/>
            <a:ext cx="954108"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44" name="テキスト ボックス 43">
            <a:extLst>
              <a:ext uri="{FF2B5EF4-FFF2-40B4-BE49-F238E27FC236}">
                <a16:creationId xmlns:a16="http://schemas.microsoft.com/office/drawing/2014/main" id="{7AFF91E9-4864-8013-8571-7CC673382FD6}"/>
              </a:ext>
            </a:extLst>
          </p:cNvPr>
          <p:cNvSpPr txBox="1"/>
          <p:nvPr/>
        </p:nvSpPr>
        <p:spPr>
          <a:xfrm>
            <a:off x="10376241" y="688737"/>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60" name="グループ化 59">
            <a:extLst>
              <a:ext uri="{FF2B5EF4-FFF2-40B4-BE49-F238E27FC236}">
                <a16:creationId xmlns:a16="http://schemas.microsoft.com/office/drawing/2014/main" id="{99FD1972-50CB-16F5-0E2A-36ABAEF53CC0}"/>
              </a:ext>
            </a:extLst>
          </p:cNvPr>
          <p:cNvGrpSpPr/>
          <p:nvPr/>
        </p:nvGrpSpPr>
        <p:grpSpPr>
          <a:xfrm>
            <a:off x="1063119" y="2758022"/>
            <a:ext cx="4765774" cy="400110"/>
            <a:chOff x="1168089" y="2766548"/>
            <a:chExt cx="4765774" cy="400110"/>
          </a:xfrm>
        </p:grpSpPr>
        <p:sp>
          <p:nvSpPr>
            <p:cNvPr id="52" name="テキスト ボックス 51">
              <a:extLst>
                <a:ext uri="{FF2B5EF4-FFF2-40B4-BE49-F238E27FC236}">
                  <a16:creationId xmlns:a16="http://schemas.microsoft.com/office/drawing/2014/main" id="{25A26BE3-2BF5-2755-B248-48A7353B49B4}"/>
                </a:ext>
              </a:extLst>
            </p:cNvPr>
            <p:cNvSpPr txBox="1"/>
            <p:nvPr/>
          </p:nvSpPr>
          <p:spPr>
            <a:xfrm>
              <a:off x="1168089"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3" name="テキスト ボックス 52">
              <a:extLst>
                <a:ext uri="{FF2B5EF4-FFF2-40B4-BE49-F238E27FC236}">
                  <a16:creationId xmlns:a16="http://schemas.microsoft.com/office/drawing/2014/main" id="{9E263304-1778-0B4C-A0E0-F496D2AC3EA6}"/>
                </a:ext>
              </a:extLst>
            </p:cNvPr>
            <p:cNvSpPr txBox="1"/>
            <p:nvPr/>
          </p:nvSpPr>
          <p:spPr>
            <a:xfrm>
              <a:off x="2524138"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4" name="テキスト ボックス 53">
              <a:extLst>
                <a:ext uri="{FF2B5EF4-FFF2-40B4-BE49-F238E27FC236}">
                  <a16:creationId xmlns:a16="http://schemas.microsoft.com/office/drawing/2014/main" id="{79946916-2C4E-3A51-5A7B-DB472BA8C310}"/>
                </a:ext>
              </a:extLst>
            </p:cNvPr>
            <p:cNvSpPr txBox="1"/>
            <p:nvPr/>
          </p:nvSpPr>
          <p:spPr>
            <a:xfrm>
              <a:off x="3880187"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5" name="テキスト ボックス 54">
              <a:extLst>
                <a:ext uri="{FF2B5EF4-FFF2-40B4-BE49-F238E27FC236}">
                  <a16:creationId xmlns:a16="http://schemas.microsoft.com/office/drawing/2014/main" id="{2A87B96E-991C-F71E-3368-51CC1C01B1D1}"/>
                </a:ext>
              </a:extLst>
            </p:cNvPr>
            <p:cNvSpPr txBox="1"/>
            <p:nvPr/>
          </p:nvSpPr>
          <p:spPr>
            <a:xfrm>
              <a:off x="5236236"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sp>
        <p:nvSpPr>
          <p:cNvPr id="56" name="テキスト ボックス 55">
            <a:extLst>
              <a:ext uri="{FF2B5EF4-FFF2-40B4-BE49-F238E27FC236}">
                <a16:creationId xmlns:a16="http://schemas.microsoft.com/office/drawing/2014/main" id="{834EA233-1546-24B5-D756-2D3BD25551A5}"/>
              </a:ext>
            </a:extLst>
          </p:cNvPr>
          <p:cNvSpPr txBox="1"/>
          <p:nvPr/>
        </p:nvSpPr>
        <p:spPr>
          <a:xfrm>
            <a:off x="1063119"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57" name="テキスト ボックス 56">
            <a:extLst>
              <a:ext uri="{FF2B5EF4-FFF2-40B4-BE49-F238E27FC236}">
                <a16:creationId xmlns:a16="http://schemas.microsoft.com/office/drawing/2014/main" id="{AE686E5C-4CC1-4C7C-29C0-15E5ADF27AA6}"/>
              </a:ext>
            </a:extLst>
          </p:cNvPr>
          <p:cNvSpPr txBox="1"/>
          <p:nvPr/>
        </p:nvSpPr>
        <p:spPr>
          <a:xfrm>
            <a:off x="2419168"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58" name="テキスト ボックス 57">
            <a:extLst>
              <a:ext uri="{FF2B5EF4-FFF2-40B4-BE49-F238E27FC236}">
                <a16:creationId xmlns:a16="http://schemas.microsoft.com/office/drawing/2014/main" id="{B29AE734-A3C4-8CF2-3BA5-BF95859B44FF}"/>
              </a:ext>
            </a:extLst>
          </p:cNvPr>
          <p:cNvSpPr txBox="1"/>
          <p:nvPr/>
        </p:nvSpPr>
        <p:spPr>
          <a:xfrm>
            <a:off x="3775217"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61" name="グループ化 60">
            <a:extLst>
              <a:ext uri="{FF2B5EF4-FFF2-40B4-BE49-F238E27FC236}">
                <a16:creationId xmlns:a16="http://schemas.microsoft.com/office/drawing/2014/main" id="{E7D884DB-2C23-28E4-5B46-26FF48995A3E}"/>
              </a:ext>
            </a:extLst>
          </p:cNvPr>
          <p:cNvGrpSpPr/>
          <p:nvPr/>
        </p:nvGrpSpPr>
        <p:grpSpPr>
          <a:xfrm>
            <a:off x="929537" y="1713369"/>
            <a:ext cx="5022254" cy="400110"/>
            <a:chOff x="1039849" y="2766548"/>
            <a:chExt cx="5022254" cy="400110"/>
          </a:xfrm>
        </p:grpSpPr>
        <p:sp>
          <p:nvSpPr>
            <p:cNvPr id="62" name="テキスト ボックス 61">
              <a:extLst>
                <a:ext uri="{FF2B5EF4-FFF2-40B4-BE49-F238E27FC236}">
                  <a16:creationId xmlns:a16="http://schemas.microsoft.com/office/drawing/2014/main" id="{70808104-798C-2F2D-6B39-C943C2B18011}"/>
                </a:ext>
              </a:extLst>
            </p:cNvPr>
            <p:cNvSpPr txBox="1"/>
            <p:nvPr/>
          </p:nvSpPr>
          <p:spPr>
            <a:xfrm>
              <a:off x="1039849"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63" name="テキスト ボックス 62">
              <a:extLst>
                <a:ext uri="{FF2B5EF4-FFF2-40B4-BE49-F238E27FC236}">
                  <a16:creationId xmlns:a16="http://schemas.microsoft.com/office/drawing/2014/main" id="{D279121A-37A2-5993-BC53-C4042C0BFF6E}"/>
                </a:ext>
              </a:extLst>
            </p:cNvPr>
            <p:cNvSpPr txBox="1"/>
            <p:nvPr/>
          </p:nvSpPr>
          <p:spPr>
            <a:xfrm>
              <a:off x="2395898"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sp>
          <p:nvSpPr>
            <p:cNvPr id="64" name="テキスト ボックス 63">
              <a:extLst>
                <a:ext uri="{FF2B5EF4-FFF2-40B4-BE49-F238E27FC236}">
                  <a16:creationId xmlns:a16="http://schemas.microsoft.com/office/drawing/2014/main" id="{7FE18714-48A6-FF53-93FF-D5A54AA03434}"/>
                </a:ext>
              </a:extLst>
            </p:cNvPr>
            <p:cNvSpPr txBox="1"/>
            <p:nvPr/>
          </p:nvSpPr>
          <p:spPr>
            <a:xfrm>
              <a:off x="3751947"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sp>
          <p:nvSpPr>
            <p:cNvPr id="65" name="テキスト ボックス 64">
              <a:extLst>
                <a:ext uri="{FF2B5EF4-FFF2-40B4-BE49-F238E27FC236}">
                  <a16:creationId xmlns:a16="http://schemas.microsoft.com/office/drawing/2014/main" id="{1B3F3C63-9680-E755-CFD0-C0037DC8BC30}"/>
                </a:ext>
              </a:extLst>
            </p:cNvPr>
            <p:cNvSpPr txBox="1"/>
            <p:nvPr/>
          </p:nvSpPr>
          <p:spPr>
            <a:xfrm>
              <a:off x="5107996"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nvGrpSpPr>
          <p:cNvPr id="66" name="グループ化 65">
            <a:extLst>
              <a:ext uri="{FF2B5EF4-FFF2-40B4-BE49-F238E27FC236}">
                <a16:creationId xmlns:a16="http://schemas.microsoft.com/office/drawing/2014/main" id="{37A0C3A2-4458-D27D-1031-6AF44152D618}"/>
              </a:ext>
            </a:extLst>
          </p:cNvPr>
          <p:cNvGrpSpPr/>
          <p:nvPr/>
        </p:nvGrpSpPr>
        <p:grpSpPr>
          <a:xfrm>
            <a:off x="895727" y="4764316"/>
            <a:ext cx="4637566" cy="400110"/>
            <a:chOff x="1039849" y="2766548"/>
            <a:chExt cx="4637566" cy="400110"/>
          </a:xfrm>
        </p:grpSpPr>
        <p:sp>
          <p:nvSpPr>
            <p:cNvPr id="67" name="テキスト ボックス 66">
              <a:extLst>
                <a:ext uri="{FF2B5EF4-FFF2-40B4-BE49-F238E27FC236}">
                  <a16:creationId xmlns:a16="http://schemas.microsoft.com/office/drawing/2014/main" id="{83DABFB6-2F9E-03A4-E2D5-C5E6DDE58512}"/>
                </a:ext>
              </a:extLst>
            </p:cNvPr>
            <p:cNvSpPr txBox="1"/>
            <p:nvPr/>
          </p:nvSpPr>
          <p:spPr>
            <a:xfrm>
              <a:off x="1039849" y="2766548"/>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68" name="テキスト ボックス 67">
              <a:extLst>
                <a:ext uri="{FF2B5EF4-FFF2-40B4-BE49-F238E27FC236}">
                  <a16:creationId xmlns:a16="http://schemas.microsoft.com/office/drawing/2014/main" id="{6B4DEE54-5C24-E22C-386A-2173106CC56E}"/>
                </a:ext>
              </a:extLst>
            </p:cNvPr>
            <p:cNvSpPr txBox="1"/>
            <p:nvPr/>
          </p:nvSpPr>
          <p:spPr>
            <a:xfrm>
              <a:off x="2395898" y="2766548"/>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sp>
          <p:nvSpPr>
            <p:cNvPr id="69" name="テキスト ボックス 68">
              <a:extLst>
                <a:ext uri="{FF2B5EF4-FFF2-40B4-BE49-F238E27FC236}">
                  <a16:creationId xmlns:a16="http://schemas.microsoft.com/office/drawing/2014/main" id="{93E70BDE-524E-68B9-CFDB-A28C77A4B586}"/>
                </a:ext>
              </a:extLst>
            </p:cNvPr>
            <p:cNvSpPr txBox="1"/>
            <p:nvPr/>
          </p:nvSpPr>
          <p:spPr>
            <a:xfrm>
              <a:off x="3751947" y="2766548"/>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sp>
          <p:nvSpPr>
            <p:cNvPr id="70" name="テキスト ボックス 69">
              <a:extLst>
                <a:ext uri="{FF2B5EF4-FFF2-40B4-BE49-F238E27FC236}">
                  <a16:creationId xmlns:a16="http://schemas.microsoft.com/office/drawing/2014/main" id="{2871DDB1-82FB-A3E9-2885-0B47F95FD7F2}"/>
                </a:ext>
              </a:extLst>
            </p:cNvPr>
            <p:cNvSpPr txBox="1"/>
            <p:nvPr/>
          </p:nvSpPr>
          <p:spPr>
            <a:xfrm>
              <a:off x="5492684" y="2766548"/>
              <a:ext cx="184731" cy="400110"/>
            </a:xfrm>
            <a:prstGeom prst="rect">
              <a:avLst/>
            </a:prstGeom>
            <a:noFill/>
          </p:spPr>
          <p:txBody>
            <a:bodyPr wrap="none" rtlCol="0">
              <a:spAutoFit/>
            </a:bodyPr>
            <a:lstStyle/>
            <a:p>
              <a:pPr algn="ctr"/>
              <a:endPar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73" name="四角形: 角を丸くする 72">
            <a:extLst>
              <a:ext uri="{FF2B5EF4-FFF2-40B4-BE49-F238E27FC236}">
                <a16:creationId xmlns:a16="http://schemas.microsoft.com/office/drawing/2014/main" id="{14693A4F-5F5A-89A1-4074-63AED3479C98}"/>
              </a:ext>
            </a:extLst>
          </p:cNvPr>
          <p:cNvSpPr/>
          <p:nvPr/>
        </p:nvSpPr>
        <p:spPr>
          <a:xfrm>
            <a:off x="6995131" y="1366108"/>
            <a:ext cx="4259444" cy="1937731"/>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2" name="テキスト ボックス 71">
            <a:extLst>
              <a:ext uri="{FF2B5EF4-FFF2-40B4-BE49-F238E27FC236}">
                <a16:creationId xmlns:a16="http://schemas.microsoft.com/office/drawing/2014/main" id="{67840415-9ACD-77F4-5B59-460678C3152D}"/>
              </a:ext>
            </a:extLst>
          </p:cNvPr>
          <p:cNvSpPr txBox="1"/>
          <p:nvPr/>
        </p:nvSpPr>
        <p:spPr>
          <a:xfrm>
            <a:off x="8006599" y="1489258"/>
            <a:ext cx="2236510"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ゲートアビリティ</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77" name="四角形: 角を丸くする 76">
            <a:extLst>
              <a:ext uri="{FF2B5EF4-FFF2-40B4-BE49-F238E27FC236}">
                <a16:creationId xmlns:a16="http://schemas.microsoft.com/office/drawing/2014/main" id="{9210B66B-45BE-F1CB-EE9F-7A9E0D90EBD4}"/>
              </a:ext>
            </a:extLst>
          </p:cNvPr>
          <p:cNvSpPr/>
          <p:nvPr/>
        </p:nvSpPr>
        <p:spPr>
          <a:xfrm>
            <a:off x="6995132" y="3374433"/>
            <a:ext cx="2090552" cy="1789993"/>
          </a:xfrm>
          <a:prstGeom prst="roundRect">
            <a:avLst>
              <a:gd name="adj" fmla="val 6896"/>
            </a:avLst>
          </a:prstGeom>
          <a:solidFill>
            <a:schemeClr val="accent6">
              <a:lumMod val="60000"/>
              <a:lumOff val="40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1" name="テキスト ボックス 70">
            <a:extLst>
              <a:ext uri="{FF2B5EF4-FFF2-40B4-BE49-F238E27FC236}">
                <a16:creationId xmlns:a16="http://schemas.microsoft.com/office/drawing/2014/main" id="{A7A5075C-0CCE-F068-1813-6A93338E72A6}"/>
              </a:ext>
            </a:extLst>
          </p:cNvPr>
          <p:cNvSpPr txBox="1"/>
          <p:nvPr/>
        </p:nvSpPr>
        <p:spPr>
          <a:xfrm>
            <a:off x="7306874" y="3520465"/>
            <a:ext cx="1467068"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総ノード数</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74" name="テキスト ボックス 73">
            <a:extLst>
              <a:ext uri="{FF2B5EF4-FFF2-40B4-BE49-F238E27FC236}">
                <a16:creationId xmlns:a16="http://schemas.microsoft.com/office/drawing/2014/main" id="{2496704F-12EE-57C4-267C-24B1CECF040E}"/>
              </a:ext>
            </a:extLst>
          </p:cNvPr>
          <p:cNvSpPr txBox="1"/>
          <p:nvPr/>
        </p:nvSpPr>
        <p:spPr>
          <a:xfrm>
            <a:off x="7563354" y="3970342"/>
            <a:ext cx="954107" cy="1015663"/>
          </a:xfrm>
          <a:prstGeom prst="rect">
            <a:avLst/>
          </a:prstGeom>
          <a:noFill/>
        </p:spPr>
        <p:txBody>
          <a:bodyPr wrap="none" rtlCol="0">
            <a:spAutoFit/>
          </a:bodyPr>
          <a:lstStyle/>
          <a:p>
            <a:pPr algn="ctr"/>
            <a:r>
              <a:rPr lang="en-US" altLang="ja-JP" sz="6000" dirty="0">
                <a:solidFill>
                  <a:schemeClr val="tx1">
                    <a:lumMod val="75000"/>
                    <a:lumOff val="25000"/>
                  </a:schemeClr>
                </a:solidFill>
                <a:latin typeface="原稿用標準書体" panose="03000503000000000000" pitchFamily="66" charset="-128"/>
                <a:ea typeface="原稿用標準書体" panose="03000503000000000000" pitchFamily="66" charset="-128"/>
              </a:rPr>
              <a:t>00</a:t>
            </a:r>
            <a:endParaRPr kumimoji="1" lang="ja-JP" altLang="en-US" sz="6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81" name="四角形: 角を丸くする 80">
            <a:extLst>
              <a:ext uri="{FF2B5EF4-FFF2-40B4-BE49-F238E27FC236}">
                <a16:creationId xmlns:a16="http://schemas.microsoft.com/office/drawing/2014/main" id="{5DC9C4B9-B37A-15FD-5CDB-8F09C23C8DE4}"/>
              </a:ext>
            </a:extLst>
          </p:cNvPr>
          <p:cNvSpPr/>
          <p:nvPr/>
        </p:nvSpPr>
        <p:spPr>
          <a:xfrm>
            <a:off x="9164023" y="3374433"/>
            <a:ext cx="2090552" cy="1789993"/>
          </a:xfrm>
          <a:prstGeom prst="roundRect">
            <a:avLst>
              <a:gd name="adj" fmla="val 6896"/>
            </a:avLst>
          </a:prstGeom>
          <a:solidFill>
            <a:schemeClr val="accent6">
              <a:lumMod val="60000"/>
              <a:lumOff val="40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3" name="テキスト ボックス 82">
            <a:extLst>
              <a:ext uri="{FF2B5EF4-FFF2-40B4-BE49-F238E27FC236}">
                <a16:creationId xmlns:a16="http://schemas.microsoft.com/office/drawing/2014/main" id="{ABF2853E-4A48-C83A-B948-C8761F104005}"/>
              </a:ext>
            </a:extLst>
          </p:cNvPr>
          <p:cNvSpPr txBox="1"/>
          <p:nvPr/>
        </p:nvSpPr>
        <p:spPr>
          <a:xfrm>
            <a:off x="7236355" y="2453991"/>
            <a:ext cx="3877985" cy="646331"/>
          </a:xfrm>
          <a:prstGeom prst="rect">
            <a:avLst/>
          </a:prstGeom>
          <a:noFill/>
        </p:spPr>
        <p:txBody>
          <a:bodyPr wrap="none" rtlCol="0">
            <a:spAutoFit/>
          </a:bodyPr>
          <a:lstStyle/>
          <a:p>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全ての剛属性キャラクターは</a:t>
            </a:r>
            <a:b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b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与ダメージ＆被ダメージが</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20</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％上昇</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84" name="テキスト ボックス 83">
            <a:extLst>
              <a:ext uri="{FF2B5EF4-FFF2-40B4-BE49-F238E27FC236}">
                <a16:creationId xmlns:a16="http://schemas.microsoft.com/office/drawing/2014/main" id="{BD721D7F-C2A3-882B-AB46-B40E793EB558}"/>
              </a:ext>
            </a:extLst>
          </p:cNvPr>
          <p:cNvSpPr txBox="1"/>
          <p:nvPr/>
        </p:nvSpPr>
        <p:spPr>
          <a:xfrm>
            <a:off x="7994474" y="1913465"/>
            <a:ext cx="2339102" cy="523220"/>
          </a:xfrm>
          <a:prstGeom prst="rect">
            <a:avLst/>
          </a:prstGeom>
          <a:noFill/>
        </p:spPr>
        <p:txBody>
          <a:bodyPr wrap="none" rtlCol="0">
            <a:spAutoFit/>
          </a:bodyPr>
          <a:lstStyle/>
          <a:p>
            <a:pPr algn="ctr"/>
            <a:r>
              <a:rPr lang="ja-JP" altLang="en-US" sz="2800" dirty="0">
                <a:solidFill>
                  <a:schemeClr val="accent6">
                    <a:lumMod val="60000"/>
                    <a:lumOff val="40000"/>
                  </a:schemeClr>
                </a:solidFill>
                <a:latin typeface="原稿用標準書体" panose="03000503000000000000" pitchFamily="66" charset="-128"/>
                <a:ea typeface="原稿用標準書体" panose="03000503000000000000" pitchFamily="66" charset="-128"/>
              </a:rPr>
              <a:t>アビリティ名</a:t>
            </a:r>
            <a:endParaRPr kumimoji="1" lang="ja-JP" altLang="en-US" sz="2800" dirty="0">
              <a:solidFill>
                <a:schemeClr val="accent6">
                  <a:lumMod val="60000"/>
                  <a:lumOff val="40000"/>
                </a:schemeClr>
              </a:solidFill>
              <a:latin typeface="原稿用標準書体" panose="03000503000000000000" pitchFamily="66" charset="-128"/>
              <a:ea typeface="原稿用標準書体" panose="03000503000000000000" pitchFamily="66" charset="-128"/>
            </a:endParaRPr>
          </a:p>
        </p:txBody>
      </p:sp>
      <p:grpSp>
        <p:nvGrpSpPr>
          <p:cNvPr id="39" name="グループ化 38">
            <a:extLst>
              <a:ext uri="{FF2B5EF4-FFF2-40B4-BE49-F238E27FC236}">
                <a16:creationId xmlns:a16="http://schemas.microsoft.com/office/drawing/2014/main" id="{F8ED0A6E-553B-3A85-8929-8BA588D023E1}"/>
              </a:ext>
            </a:extLst>
          </p:cNvPr>
          <p:cNvGrpSpPr/>
          <p:nvPr/>
        </p:nvGrpSpPr>
        <p:grpSpPr>
          <a:xfrm>
            <a:off x="9732245" y="3520465"/>
            <a:ext cx="954109" cy="1465540"/>
            <a:chOff x="7715754" y="3672865"/>
            <a:chExt cx="954109" cy="1465540"/>
          </a:xfrm>
        </p:grpSpPr>
        <p:sp>
          <p:nvSpPr>
            <p:cNvPr id="10" name="テキスト ボックス 9">
              <a:extLst>
                <a:ext uri="{FF2B5EF4-FFF2-40B4-BE49-F238E27FC236}">
                  <a16:creationId xmlns:a16="http://schemas.microsoft.com/office/drawing/2014/main" id="{BDF13904-3F47-D102-8C73-7DCA0548E1CD}"/>
                </a:ext>
              </a:extLst>
            </p:cNvPr>
            <p:cNvSpPr txBox="1"/>
            <p:nvPr/>
          </p:nvSpPr>
          <p:spPr>
            <a:xfrm>
              <a:off x="7715756" y="3672865"/>
              <a:ext cx="954107" cy="400110"/>
            </a:xfrm>
            <a:prstGeom prst="rect">
              <a:avLst/>
            </a:prstGeom>
            <a:noFill/>
          </p:spPr>
          <p:txBody>
            <a:bodyPr wrap="none" rtlCol="0">
              <a:spAutoFit/>
            </a:bodyPr>
            <a:lstStyle/>
            <a:p>
              <a:pPr algn="ctr"/>
              <a:r>
                <a:rPr lang="ja-JP" altLang="en-US" sz="2000">
                  <a:solidFill>
                    <a:schemeClr val="tx1">
                      <a:lumMod val="75000"/>
                      <a:lumOff val="25000"/>
                    </a:schemeClr>
                  </a:solidFill>
                  <a:latin typeface="原稿用標準書体" panose="03000503000000000000" pitchFamily="66" charset="-128"/>
                  <a:ea typeface="原稿用標準書体" panose="03000503000000000000" pitchFamily="66" charset="-128"/>
                </a:rPr>
                <a:t>難易度</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26" name="テキスト ボックス 25">
              <a:extLst>
                <a:ext uri="{FF2B5EF4-FFF2-40B4-BE49-F238E27FC236}">
                  <a16:creationId xmlns:a16="http://schemas.microsoft.com/office/drawing/2014/main" id="{C983F8B0-5572-C061-CF41-BFE779BDFB04}"/>
                </a:ext>
              </a:extLst>
            </p:cNvPr>
            <p:cNvSpPr txBox="1"/>
            <p:nvPr/>
          </p:nvSpPr>
          <p:spPr>
            <a:xfrm>
              <a:off x="7715754" y="4122742"/>
              <a:ext cx="954107" cy="1015663"/>
            </a:xfrm>
            <a:prstGeom prst="rect">
              <a:avLst/>
            </a:prstGeom>
            <a:noFill/>
          </p:spPr>
          <p:txBody>
            <a:bodyPr wrap="none" rtlCol="0">
              <a:spAutoFit/>
            </a:bodyPr>
            <a:lstStyle/>
            <a:p>
              <a:pPr algn="ctr"/>
              <a:r>
                <a:rPr lang="ja-JP" altLang="en-US" sz="6000">
                  <a:solidFill>
                    <a:schemeClr val="tx1">
                      <a:lumMod val="75000"/>
                      <a:lumOff val="25000"/>
                    </a:schemeClr>
                  </a:solidFill>
                  <a:latin typeface="原稿用標準書体" panose="03000503000000000000" pitchFamily="66" charset="-128"/>
                  <a:ea typeface="原稿用標準書体" panose="03000503000000000000" pitchFamily="66" charset="-128"/>
                </a:rPr>
                <a:t>高</a:t>
              </a:r>
              <a:endParaRPr kumimoji="1" lang="ja-JP" altLang="en-US" sz="6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76" name="四角形: 角を丸くする 75">
            <a:extLst>
              <a:ext uri="{FF2B5EF4-FFF2-40B4-BE49-F238E27FC236}">
                <a16:creationId xmlns:a16="http://schemas.microsoft.com/office/drawing/2014/main" id="{9307DB24-A80E-BE12-BF25-1EF19FA83196}"/>
              </a:ext>
            </a:extLst>
          </p:cNvPr>
          <p:cNvSpPr/>
          <p:nvPr/>
        </p:nvSpPr>
        <p:spPr>
          <a:xfrm>
            <a:off x="10376241" y="5491892"/>
            <a:ext cx="946856" cy="810206"/>
          </a:xfrm>
          <a:prstGeom prst="roundRect">
            <a:avLst>
              <a:gd name="adj" fmla="val 6428"/>
            </a:avLst>
          </a:prstGeom>
          <a:solidFill>
            <a:schemeClr val="bg1">
              <a:lumMod val="8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79" name="四角形: 角を丸くする 78">
            <a:extLst>
              <a:ext uri="{FF2B5EF4-FFF2-40B4-BE49-F238E27FC236}">
                <a16:creationId xmlns:a16="http://schemas.microsoft.com/office/drawing/2014/main" id="{69AB7C75-2987-1398-7B31-0C2A54A15846}"/>
              </a:ext>
            </a:extLst>
          </p:cNvPr>
          <p:cNvSpPr/>
          <p:nvPr/>
        </p:nvSpPr>
        <p:spPr>
          <a:xfrm>
            <a:off x="8083779" y="5491892"/>
            <a:ext cx="946856" cy="810206"/>
          </a:xfrm>
          <a:prstGeom prst="roundRect">
            <a:avLst>
              <a:gd name="adj" fmla="val 6428"/>
            </a:avLst>
          </a:prstGeom>
          <a:solidFill>
            <a:schemeClr val="tx1">
              <a:lumMod val="95000"/>
              <a:lumOff val="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82" name="四角形: 角を丸くする 81">
            <a:extLst>
              <a:ext uri="{FF2B5EF4-FFF2-40B4-BE49-F238E27FC236}">
                <a16:creationId xmlns:a16="http://schemas.microsoft.com/office/drawing/2014/main" id="{E93AF1EA-F3E2-A51D-D4A7-825F516F00EB}"/>
              </a:ext>
            </a:extLst>
          </p:cNvPr>
          <p:cNvSpPr/>
          <p:nvPr/>
        </p:nvSpPr>
        <p:spPr>
          <a:xfrm>
            <a:off x="9230010" y="5491892"/>
            <a:ext cx="946856" cy="810206"/>
          </a:xfrm>
          <a:prstGeom prst="roundRect">
            <a:avLst>
              <a:gd name="adj" fmla="val 6428"/>
            </a:avLst>
          </a:prstGeom>
          <a:solidFill>
            <a:schemeClr val="tx1">
              <a:lumMod val="95000"/>
              <a:lumOff val="5000"/>
              <a:alpha val="7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86" name="四角形: 角を丸くする 85">
            <a:extLst>
              <a:ext uri="{FF2B5EF4-FFF2-40B4-BE49-F238E27FC236}">
                <a16:creationId xmlns:a16="http://schemas.microsoft.com/office/drawing/2014/main" id="{C45416EB-03EF-0BCA-7993-C62D5D9F0E7C}"/>
              </a:ext>
            </a:extLst>
          </p:cNvPr>
          <p:cNvSpPr/>
          <p:nvPr/>
        </p:nvSpPr>
        <p:spPr>
          <a:xfrm>
            <a:off x="6937548" y="5491892"/>
            <a:ext cx="946856" cy="810206"/>
          </a:xfrm>
          <a:prstGeom prst="roundRect">
            <a:avLst>
              <a:gd name="adj" fmla="val 6428"/>
            </a:avLst>
          </a:prstGeom>
          <a:solidFill>
            <a:schemeClr val="tx1">
              <a:lumMod val="95000"/>
              <a:lumOff val="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pic>
        <p:nvPicPr>
          <p:cNvPr id="88" name="図 87">
            <a:extLst>
              <a:ext uri="{FF2B5EF4-FFF2-40B4-BE49-F238E27FC236}">
                <a16:creationId xmlns:a16="http://schemas.microsoft.com/office/drawing/2014/main" id="{BEE0A30C-7DD3-85C4-BB97-320575AEC86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664859" y="5669719"/>
            <a:ext cx="452925" cy="443865"/>
          </a:xfrm>
          <a:prstGeom prst="rect">
            <a:avLst/>
          </a:prstGeom>
        </p:spPr>
      </p:pic>
      <p:pic>
        <p:nvPicPr>
          <p:cNvPr id="92" name="図 91" descr="アイコン&#10;&#10;AI 生成コンテンツは誤りを含む可能性があります。">
            <a:extLst>
              <a:ext uri="{FF2B5EF4-FFF2-40B4-BE49-F238E27FC236}">
                <a16:creationId xmlns:a16="http://schemas.microsoft.com/office/drawing/2014/main" id="{D4A947A6-42B7-5147-00B6-3AA057F64F29}"/>
              </a:ext>
            </a:extLst>
          </p:cNvPr>
          <p:cNvPicPr>
            <a:picLocks noChangeAspect="1"/>
          </p:cNvPicPr>
          <p:nvPr/>
        </p:nvPicPr>
        <p:blipFill>
          <a:blip r:embed="rId3">
            <a:lum bright="70000" contrast="-70000"/>
            <a:extLst>
              <a:ext uri="{28A0092B-C50C-407E-A947-70E740481C1C}">
                <a14:useLocalDpi xmlns:a14="http://schemas.microsoft.com/office/drawing/2010/main" val="0"/>
              </a:ext>
            </a:extLst>
          </a:blip>
          <a:stretch>
            <a:fillRect/>
          </a:stretch>
        </p:blipFill>
        <p:spPr>
          <a:xfrm>
            <a:off x="9292112" y="5510480"/>
            <a:ext cx="810206" cy="810206"/>
          </a:xfrm>
          <a:prstGeom prst="rect">
            <a:avLst/>
          </a:prstGeom>
        </p:spPr>
      </p:pic>
      <p:pic>
        <p:nvPicPr>
          <p:cNvPr id="94" name="図 93">
            <a:extLst>
              <a:ext uri="{FF2B5EF4-FFF2-40B4-BE49-F238E27FC236}">
                <a16:creationId xmlns:a16="http://schemas.microsoft.com/office/drawing/2014/main" id="{6228BE97-82AF-1A15-41E5-E9CAB35BA395}"/>
              </a:ext>
            </a:extLst>
          </p:cNvPr>
          <p:cNvPicPr>
            <a:picLocks noChangeAspect="1"/>
          </p:cNvPicPr>
          <p:nvPr/>
        </p:nvPicPr>
        <p:blipFill>
          <a:blip r:embed="rId4">
            <a:lum bright="70000" contrast="-70000"/>
            <a:extLst>
              <a:ext uri="{28A0092B-C50C-407E-A947-70E740481C1C}">
                <a14:useLocalDpi xmlns:a14="http://schemas.microsoft.com/office/drawing/2010/main" val="0"/>
              </a:ext>
            </a:extLst>
          </a:blip>
          <a:srcRect l="52651" t="22678" r="27395" b="50636"/>
          <a:stretch>
            <a:fillRect/>
          </a:stretch>
        </p:blipFill>
        <p:spPr>
          <a:xfrm>
            <a:off x="8263756" y="5666197"/>
            <a:ext cx="524800" cy="486373"/>
          </a:xfrm>
          <a:prstGeom prst="rect">
            <a:avLst/>
          </a:prstGeom>
        </p:spPr>
      </p:pic>
      <p:sp>
        <p:nvSpPr>
          <p:cNvPr id="96" name="矢印: 下 95">
            <a:extLst>
              <a:ext uri="{FF2B5EF4-FFF2-40B4-BE49-F238E27FC236}">
                <a16:creationId xmlns:a16="http://schemas.microsoft.com/office/drawing/2014/main" id="{0770A654-857D-B337-E1B1-F80A9C51C6BC}"/>
              </a:ext>
            </a:extLst>
          </p:cNvPr>
          <p:cNvSpPr/>
          <p:nvPr/>
        </p:nvSpPr>
        <p:spPr>
          <a:xfrm flipV="1">
            <a:off x="7235878" y="5675023"/>
            <a:ext cx="324024" cy="423737"/>
          </a:xfrm>
          <a:prstGeom prst="downArrow">
            <a:avLst/>
          </a:prstGeom>
          <a:solidFill>
            <a:schemeClr val="bg1">
              <a:lumMod val="95000"/>
            </a:schemeClr>
          </a:solidFill>
          <a:ln w="9525">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Tree>
    <p:extLst>
      <p:ext uri="{BB962C8B-B14F-4D97-AF65-F5344CB8AC3E}">
        <p14:creationId xmlns:p14="http://schemas.microsoft.com/office/powerpoint/2010/main" val="2469729594"/>
      </p:ext>
    </p:extLst>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98DEA8-980B-93D2-259A-B01ED638DB4E}"/>
            </a:ext>
          </a:extLst>
        </p:cNvPr>
        <p:cNvGrpSpPr/>
        <p:nvPr/>
      </p:nvGrpSpPr>
      <p:grpSpPr>
        <a:xfrm>
          <a:off x="0" y="0"/>
          <a:ext cx="0" cy="0"/>
          <a:chOff x="0" y="0"/>
          <a:chExt cx="0" cy="0"/>
        </a:xfrm>
      </p:grpSpPr>
      <p:grpSp>
        <p:nvGrpSpPr>
          <p:cNvPr id="173" name="グループ化 172">
            <a:extLst>
              <a:ext uri="{FF2B5EF4-FFF2-40B4-BE49-F238E27FC236}">
                <a16:creationId xmlns:a16="http://schemas.microsoft.com/office/drawing/2014/main" id="{C1B640EF-D0C0-F99F-DD4E-94C767562225}"/>
              </a:ext>
            </a:extLst>
          </p:cNvPr>
          <p:cNvGrpSpPr/>
          <p:nvPr/>
        </p:nvGrpSpPr>
        <p:grpSpPr>
          <a:xfrm>
            <a:off x="585498" y="445192"/>
            <a:ext cx="11021003" cy="5967615"/>
            <a:chOff x="585498" y="445192"/>
            <a:chExt cx="11021003" cy="5967615"/>
          </a:xfrm>
        </p:grpSpPr>
        <p:sp>
          <p:nvSpPr>
            <p:cNvPr id="6" name="四角形: 角を丸くする 5">
              <a:extLst>
                <a:ext uri="{FF2B5EF4-FFF2-40B4-BE49-F238E27FC236}">
                  <a16:creationId xmlns:a16="http://schemas.microsoft.com/office/drawing/2014/main" id="{5283C7B8-A3E0-4CDC-8D7C-CEB1F067112A}"/>
                </a:ext>
              </a:extLst>
            </p:cNvPr>
            <p:cNvSpPr/>
            <p:nvPr/>
          </p:nvSpPr>
          <p:spPr>
            <a:xfrm>
              <a:off x="6645728" y="445192"/>
              <a:ext cx="4960773" cy="5950564"/>
            </a:xfrm>
            <a:prstGeom prst="roundRect">
              <a:avLst>
                <a:gd name="adj" fmla="val 2570"/>
              </a:avLst>
            </a:prstGeom>
            <a:solidFill>
              <a:schemeClr val="tx1">
                <a:lumMod val="50000"/>
                <a:lumOff val="5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0" name="四角形: 角を丸くする 49">
              <a:extLst>
                <a:ext uri="{FF2B5EF4-FFF2-40B4-BE49-F238E27FC236}">
                  <a16:creationId xmlns:a16="http://schemas.microsoft.com/office/drawing/2014/main" id="{B3F45C67-6CDD-1D21-9728-EA0B301FFE73}"/>
                </a:ext>
              </a:extLst>
            </p:cNvPr>
            <p:cNvSpPr/>
            <p:nvPr/>
          </p:nvSpPr>
          <p:spPr>
            <a:xfrm>
              <a:off x="10013585" y="619038"/>
              <a:ext cx="1422938" cy="1458109"/>
            </a:xfrm>
            <a:prstGeom prst="roundRect">
              <a:avLst>
                <a:gd name="adj" fmla="val 4721"/>
              </a:avLst>
            </a:prstGeom>
            <a:solidFill>
              <a:schemeClr val="bg1">
                <a:lumMod val="6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 name="四角形: 角を丸くする 3">
              <a:extLst>
                <a:ext uri="{FF2B5EF4-FFF2-40B4-BE49-F238E27FC236}">
                  <a16:creationId xmlns:a16="http://schemas.microsoft.com/office/drawing/2014/main" id="{0DA1749C-B7B7-D40E-1FBA-71F0D073F730}"/>
                </a:ext>
              </a:extLst>
            </p:cNvPr>
            <p:cNvSpPr/>
            <p:nvPr/>
          </p:nvSpPr>
          <p:spPr>
            <a:xfrm>
              <a:off x="6815498" y="619037"/>
              <a:ext cx="1422938" cy="1458109"/>
            </a:xfrm>
            <a:prstGeom prst="roundRect">
              <a:avLst>
                <a:gd name="adj" fmla="val 4721"/>
              </a:avLst>
            </a:prstGeom>
            <a:solidFill>
              <a:schemeClr val="bg1">
                <a:lumMod val="7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 name="フリーフォーム: 図形 9">
              <a:extLst>
                <a:ext uri="{FF2B5EF4-FFF2-40B4-BE49-F238E27FC236}">
                  <a16:creationId xmlns:a16="http://schemas.microsoft.com/office/drawing/2014/main" id="{D65FB0E9-8045-B148-7DA9-157012BA2DDD}"/>
                </a:ext>
              </a:extLst>
            </p:cNvPr>
            <p:cNvSpPr/>
            <p:nvPr/>
          </p:nvSpPr>
          <p:spPr>
            <a:xfrm>
              <a:off x="6812549" y="619036"/>
              <a:ext cx="4616684" cy="5619925"/>
            </a:xfrm>
            <a:custGeom>
              <a:avLst/>
              <a:gdLst>
                <a:gd name="csX0" fmla="*/ 1668013 w 4616684"/>
                <a:gd name="csY0" fmla="*/ 0 h 4732654"/>
                <a:gd name="csX1" fmla="*/ 2956597 w 4616684"/>
                <a:gd name="csY1" fmla="*/ 0 h 4732654"/>
                <a:gd name="csX2" fmla="*/ 3023774 w 4616684"/>
                <a:gd name="csY2" fmla="*/ 67177 h 4732654"/>
                <a:gd name="csX3" fmla="*/ 3023774 w 4616684"/>
                <a:gd name="csY3" fmla="*/ 539508 h 4732654"/>
                <a:gd name="csX4" fmla="*/ 4418726 w 4616684"/>
                <a:gd name="csY4" fmla="*/ 539508 h 4732654"/>
                <a:gd name="csX5" fmla="*/ 4616684 w 4616684"/>
                <a:gd name="csY5" fmla="*/ 737466 h 4732654"/>
                <a:gd name="csX6" fmla="*/ 4616684 w 4616684"/>
                <a:gd name="csY6" fmla="*/ 4534696 h 4732654"/>
                <a:gd name="csX7" fmla="*/ 4418726 w 4616684"/>
                <a:gd name="csY7" fmla="*/ 4732654 h 4732654"/>
                <a:gd name="csX8" fmla="*/ 197958 w 4616684"/>
                <a:gd name="csY8" fmla="*/ 4732654 h 4732654"/>
                <a:gd name="csX9" fmla="*/ 0 w 4616684"/>
                <a:gd name="csY9" fmla="*/ 4534696 h 4732654"/>
                <a:gd name="csX10" fmla="*/ 0 w 4616684"/>
                <a:gd name="csY10" fmla="*/ 737466 h 4732654"/>
                <a:gd name="csX11" fmla="*/ 197958 w 4616684"/>
                <a:gd name="csY11" fmla="*/ 539508 h 4732654"/>
                <a:gd name="csX12" fmla="*/ 1600836 w 4616684"/>
                <a:gd name="csY12" fmla="*/ 539508 h 4732654"/>
                <a:gd name="csX13" fmla="*/ 1600836 w 4616684"/>
                <a:gd name="csY13" fmla="*/ 67177 h 4732654"/>
                <a:gd name="csX14" fmla="*/ 1668013 w 4616684"/>
                <a:gd name="csY14" fmla="*/ 0 h 473265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4616684" h="4732654">
                  <a:moveTo>
                    <a:pt x="1668013" y="0"/>
                  </a:moveTo>
                  <a:lnTo>
                    <a:pt x="2956597" y="0"/>
                  </a:lnTo>
                  <a:cubicBezTo>
                    <a:pt x="2993698" y="0"/>
                    <a:pt x="3023774" y="30076"/>
                    <a:pt x="3023774" y="67177"/>
                  </a:cubicBezTo>
                  <a:lnTo>
                    <a:pt x="3023774" y="539508"/>
                  </a:lnTo>
                  <a:lnTo>
                    <a:pt x="4418726" y="539508"/>
                  </a:lnTo>
                  <a:cubicBezTo>
                    <a:pt x="4528055" y="539508"/>
                    <a:pt x="4616684" y="628137"/>
                    <a:pt x="4616684" y="737466"/>
                  </a:cubicBezTo>
                  <a:lnTo>
                    <a:pt x="4616684" y="4534696"/>
                  </a:lnTo>
                  <a:cubicBezTo>
                    <a:pt x="4616684" y="4644025"/>
                    <a:pt x="4528055" y="4732654"/>
                    <a:pt x="4418726" y="4732654"/>
                  </a:cubicBezTo>
                  <a:lnTo>
                    <a:pt x="197958" y="4732654"/>
                  </a:lnTo>
                  <a:cubicBezTo>
                    <a:pt x="88629" y="4732654"/>
                    <a:pt x="0" y="4644025"/>
                    <a:pt x="0" y="4534696"/>
                  </a:cubicBezTo>
                  <a:lnTo>
                    <a:pt x="0" y="737466"/>
                  </a:lnTo>
                  <a:cubicBezTo>
                    <a:pt x="0" y="628137"/>
                    <a:pt x="88629" y="539508"/>
                    <a:pt x="197958" y="539508"/>
                  </a:cubicBezTo>
                  <a:lnTo>
                    <a:pt x="1600836" y="539508"/>
                  </a:lnTo>
                  <a:lnTo>
                    <a:pt x="1600836" y="67177"/>
                  </a:lnTo>
                  <a:cubicBezTo>
                    <a:pt x="1600836" y="30076"/>
                    <a:pt x="1630912" y="0"/>
                    <a:pt x="1668013" y="0"/>
                  </a:cubicBezTo>
                  <a:close/>
                </a:path>
              </a:pathLst>
            </a:custGeom>
            <a:solidFill>
              <a:schemeClr val="bg1">
                <a:lumMod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 name="四角形: 角を丸くする 8">
              <a:extLst>
                <a:ext uri="{FF2B5EF4-FFF2-40B4-BE49-F238E27FC236}">
                  <a16:creationId xmlns:a16="http://schemas.microsoft.com/office/drawing/2014/main" id="{B61A503D-648C-359B-A7B8-41665F8D9DC4}"/>
                </a:ext>
              </a:extLst>
            </p:cNvPr>
            <p:cNvSpPr/>
            <p:nvPr/>
          </p:nvSpPr>
          <p:spPr>
            <a:xfrm>
              <a:off x="585498" y="445192"/>
              <a:ext cx="5710332" cy="5967615"/>
            </a:xfrm>
            <a:prstGeom prst="roundRect">
              <a:avLst>
                <a:gd name="adj" fmla="val 2174"/>
              </a:avLst>
            </a:prstGeom>
            <a:solidFill>
              <a:schemeClr val="accent6">
                <a:lumMod val="40000"/>
                <a:lumOff val="6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 name="テキスト ボックス 4">
              <a:extLst>
                <a:ext uri="{FF2B5EF4-FFF2-40B4-BE49-F238E27FC236}">
                  <a16:creationId xmlns:a16="http://schemas.microsoft.com/office/drawing/2014/main" id="{981556DA-3C3D-CDBA-BF3A-8945E69A37DA}"/>
                </a:ext>
              </a:extLst>
            </p:cNvPr>
            <p:cNvSpPr txBox="1"/>
            <p:nvPr/>
          </p:nvSpPr>
          <p:spPr>
            <a:xfrm>
              <a:off x="820249" y="529494"/>
              <a:ext cx="4685898" cy="646331"/>
            </a:xfrm>
            <a:prstGeom prst="rect">
              <a:avLst/>
            </a:prstGeom>
            <a:noFill/>
          </p:spPr>
          <p:txBody>
            <a:bodyPr wrap="none" rtlCol="0">
              <a:spAutoFit/>
            </a:bodyPr>
            <a:lstStyle/>
            <a:p>
              <a:r>
                <a:rPr lang="ja-JP" altLang="en-US" sz="3600" dirty="0">
                  <a:solidFill>
                    <a:schemeClr val="tx1">
                      <a:lumMod val="75000"/>
                      <a:lumOff val="25000"/>
                    </a:schemeClr>
                  </a:solidFill>
                  <a:latin typeface="原稿用標準書体" panose="03000503000000000000" pitchFamily="66" charset="-128"/>
                  <a:ea typeface="原稿用標準書体" panose="03000503000000000000" pitchFamily="66" charset="-128"/>
                </a:rPr>
                <a:t>前衛</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ATK+20%</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、注目度</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+4</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、回避率</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-20%</a:t>
              </a:r>
              <a:endParaRPr kumimoji="1" lang="ja-JP" altLang="en-US" sz="3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12" name="四角形: 角を丸くする 11">
              <a:extLst>
                <a:ext uri="{FF2B5EF4-FFF2-40B4-BE49-F238E27FC236}">
                  <a16:creationId xmlns:a16="http://schemas.microsoft.com/office/drawing/2014/main" id="{0E8DA84A-A5E6-07CC-7F32-0145A68AFD76}"/>
                </a:ext>
              </a:extLst>
            </p:cNvPr>
            <p:cNvSpPr/>
            <p:nvPr/>
          </p:nvSpPr>
          <p:spPr>
            <a:xfrm>
              <a:off x="789688" y="1318039"/>
              <a:ext cx="1233805" cy="1230022"/>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3" name="四角形: 角を丸くする 12">
              <a:extLst>
                <a:ext uri="{FF2B5EF4-FFF2-40B4-BE49-F238E27FC236}">
                  <a16:creationId xmlns:a16="http://schemas.microsoft.com/office/drawing/2014/main" id="{D7CF5AB2-469C-0C7C-DD7E-ADC82A3FACD6}"/>
                </a:ext>
              </a:extLst>
            </p:cNvPr>
            <p:cNvSpPr/>
            <p:nvPr/>
          </p:nvSpPr>
          <p:spPr>
            <a:xfrm>
              <a:off x="2145737" y="1318039"/>
              <a:ext cx="1233805" cy="1230022"/>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4" name="四角形: 角を丸くする 13">
              <a:extLst>
                <a:ext uri="{FF2B5EF4-FFF2-40B4-BE49-F238E27FC236}">
                  <a16:creationId xmlns:a16="http://schemas.microsoft.com/office/drawing/2014/main" id="{B66058DC-7A4A-2EC6-A16F-61F300028432}"/>
                </a:ext>
              </a:extLst>
            </p:cNvPr>
            <p:cNvSpPr/>
            <p:nvPr/>
          </p:nvSpPr>
          <p:spPr>
            <a:xfrm>
              <a:off x="3501786" y="1318039"/>
              <a:ext cx="1233805" cy="1230022"/>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5" name="四角形: 角を丸くする 14">
              <a:extLst>
                <a:ext uri="{FF2B5EF4-FFF2-40B4-BE49-F238E27FC236}">
                  <a16:creationId xmlns:a16="http://schemas.microsoft.com/office/drawing/2014/main" id="{E6776835-FE3D-CDB1-C229-F30D72CF93E1}"/>
                </a:ext>
              </a:extLst>
            </p:cNvPr>
            <p:cNvSpPr/>
            <p:nvPr/>
          </p:nvSpPr>
          <p:spPr>
            <a:xfrm>
              <a:off x="4857835" y="1318039"/>
              <a:ext cx="1233805" cy="1230022"/>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1" name="テキスト ボックス 10">
              <a:extLst>
                <a:ext uri="{FF2B5EF4-FFF2-40B4-BE49-F238E27FC236}">
                  <a16:creationId xmlns:a16="http://schemas.microsoft.com/office/drawing/2014/main" id="{BFF17A71-7FA0-3EC6-9CCA-04D9484B688A}"/>
                </a:ext>
              </a:extLst>
            </p:cNvPr>
            <p:cNvSpPr txBox="1"/>
            <p:nvPr/>
          </p:nvSpPr>
          <p:spPr>
            <a:xfrm>
              <a:off x="820249" y="3523725"/>
              <a:ext cx="4685898" cy="646331"/>
            </a:xfrm>
            <a:prstGeom prst="rect">
              <a:avLst/>
            </a:prstGeom>
            <a:noFill/>
          </p:spPr>
          <p:txBody>
            <a:bodyPr wrap="none" rtlCol="0">
              <a:spAutoFit/>
            </a:bodyPr>
            <a:lstStyle/>
            <a:p>
              <a:r>
                <a:rPr lang="ja-JP" altLang="en-US" sz="3600" dirty="0">
                  <a:solidFill>
                    <a:schemeClr val="bg1">
                      <a:lumMod val="95000"/>
                    </a:schemeClr>
                  </a:solidFill>
                  <a:latin typeface="原稿用標準書体" panose="03000503000000000000" pitchFamily="66" charset="-128"/>
                  <a:ea typeface="原稿用標準書体" panose="03000503000000000000" pitchFamily="66" charset="-128"/>
                </a:rPr>
                <a:t>後衛</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：回避率</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+20%</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、注目度</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+1</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ATK-20%</a:t>
              </a:r>
              <a:endParaRPr kumimoji="1" lang="ja-JP" altLang="en-US" sz="36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19" name="グループ化 18">
              <a:extLst>
                <a:ext uri="{FF2B5EF4-FFF2-40B4-BE49-F238E27FC236}">
                  <a16:creationId xmlns:a16="http://schemas.microsoft.com/office/drawing/2014/main" id="{19A463BD-AD20-CB4D-A536-1BE725B83E34}"/>
                </a:ext>
              </a:extLst>
            </p:cNvPr>
            <p:cNvGrpSpPr/>
            <p:nvPr/>
          </p:nvGrpSpPr>
          <p:grpSpPr>
            <a:xfrm>
              <a:off x="789688" y="4320508"/>
              <a:ext cx="5301952" cy="1230022"/>
              <a:chOff x="922576" y="2450171"/>
              <a:chExt cx="5301952" cy="1309138"/>
            </a:xfrm>
            <a:solidFill>
              <a:schemeClr val="bg1">
                <a:lumMod val="85000"/>
                <a:alpha val="85000"/>
              </a:schemeClr>
            </a:solidFill>
          </p:grpSpPr>
          <p:sp>
            <p:nvSpPr>
              <p:cNvPr id="20" name="四角形: 角を丸くする 19">
                <a:extLst>
                  <a:ext uri="{FF2B5EF4-FFF2-40B4-BE49-F238E27FC236}">
                    <a16:creationId xmlns:a16="http://schemas.microsoft.com/office/drawing/2014/main" id="{0E616510-4C07-BF8D-7B65-FDD6A4AE121F}"/>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1" name="四角形: 角を丸くする 20">
                <a:extLst>
                  <a:ext uri="{FF2B5EF4-FFF2-40B4-BE49-F238E27FC236}">
                    <a16:creationId xmlns:a16="http://schemas.microsoft.com/office/drawing/2014/main" id="{EFA1E416-4344-28FA-3DF9-F585E55FA8CC}"/>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2" name="四角形: 角を丸くする 21">
                <a:extLst>
                  <a:ext uri="{FF2B5EF4-FFF2-40B4-BE49-F238E27FC236}">
                    <a16:creationId xmlns:a16="http://schemas.microsoft.com/office/drawing/2014/main" id="{8C09C84C-BFD5-C2D9-BBE1-D401FB19514A}"/>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3" name="四角形: 角を丸くする 22">
                <a:extLst>
                  <a:ext uri="{FF2B5EF4-FFF2-40B4-BE49-F238E27FC236}">
                    <a16:creationId xmlns:a16="http://schemas.microsoft.com/office/drawing/2014/main" id="{CCE1F26F-E320-B387-9950-4310CC87453B}"/>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cxnSp>
          <p:nvCxnSpPr>
            <p:cNvPr id="25" name="直線コネクタ 24">
              <a:extLst>
                <a:ext uri="{FF2B5EF4-FFF2-40B4-BE49-F238E27FC236}">
                  <a16:creationId xmlns:a16="http://schemas.microsoft.com/office/drawing/2014/main" id="{E4A60E83-4C4F-11C1-FA0E-8599D3A00CA3}"/>
                </a:ext>
              </a:extLst>
            </p:cNvPr>
            <p:cNvCxnSpPr>
              <a:cxnSpLocks/>
            </p:cNvCxnSpPr>
            <p:nvPr/>
          </p:nvCxnSpPr>
          <p:spPr>
            <a:xfrm>
              <a:off x="759127" y="3428999"/>
              <a:ext cx="5363074" cy="0"/>
            </a:xfrm>
            <a:prstGeom prst="line">
              <a:avLst/>
            </a:prstGeom>
            <a:ln w="12700">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grpSp>
          <p:nvGrpSpPr>
            <p:cNvPr id="28" name="グループ化 27">
              <a:extLst>
                <a:ext uri="{FF2B5EF4-FFF2-40B4-BE49-F238E27FC236}">
                  <a16:creationId xmlns:a16="http://schemas.microsoft.com/office/drawing/2014/main" id="{7058491C-D37F-980E-E499-C5846B8D968B}"/>
                </a:ext>
              </a:extLst>
            </p:cNvPr>
            <p:cNvGrpSpPr/>
            <p:nvPr/>
          </p:nvGrpSpPr>
          <p:grpSpPr>
            <a:xfrm>
              <a:off x="787120" y="2633455"/>
              <a:ext cx="5301952" cy="635908"/>
              <a:chOff x="922576" y="2450171"/>
              <a:chExt cx="5301952" cy="1309138"/>
            </a:xfrm>
            <a:solidFill>
              <a:schemeClr val="tx1">
                <a:lumMod val="75000"/>
                <a:lumOff val="25000"/>
                <a:alpha val="85000"/>
              </a:schemeClr>
            </a:solidFill>
          </p:grpSpPr>
          <p:sp>
            <p:nvSpPr>
              <p:cNvPr id="29" name="四角形: 角を丸くする 28">
                <a:extLst>
                  <a:ext uri="{FF2B5EF4-FFF2-40B4-BE49-F238E27FC236}">
                    <a16:creationId xmlns:a16="http://schemas.microsoft.com/office/drawing/2014/main" id="{3FA89947-B551-E9E3-1610-36BD98E5665E}"/>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0" name="四角形: 角を丸くする 29">
                <a:extLst>
                  <a:ext uri="{FF2B5EF4-FFF2-40B4-BE49-F238E27FC236}">
                    <a16:creationId xmlns:a16="http://schemas.microsoft.com/office/drawing/2014/main" id="{3B60E68E-0C5C-A175-D318-308A9F844260}"/>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1" name="四角形: 角を丸くする 30">
                <a:extLst>
                  <a:ext uri="{FF2B5EF4-FFF2-40B4-BE49-F238E27FC236}">
                    <a16:creationId xmlns:a16="http://schemas.microsoft.com/office/drawing/2014/main" id="{C87FF103-EECF-498F-BB41-4F1F260089D7}"/>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2" name="四角形: 角を丸くする 31">
                <a:extLst>
                  <a:ext uri="{FF2B5EF4-FFF2-40B4-BE49-F238E27FC236}">
                    <a16:creationId xmlns:a16="http://schemas.microsoft.com/office/drawing/2014/main" id="{7BE8792A-FE5D-E56C-A3AA-7F273F601807}"/>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33" name="グループ化 32">
              <a:extLst>
                <a:ext uri="{FF2B5EF4-FFF2-40B4-BE49-F238E27FC236}">
                  <a16:creationId xmlns:a16="http://schemas.microsoft.com/office/drawing/2014/main" id="{2C867738-319F-7A36-CF3B-56117D254E45}"/>
                </a:ext>
              </a:extLst>
            </p:cNvPr>
            <p:cNvGrpSpPr/>
            <p:nvPr/>
          </p:nvGrpSpPr>
          <p:grpSpPr>
            <a:xfrm>
              <a:off x="787120" y="5645255"/>
              <a:ext cx="5301952" cy="635908"/>
              <a:chOff x="922576" y="2450171"/>
              <a:chExt cx="5301952" cy="1309138"/>
            </a:xfrm>
            <a:solidFill>
              <a:schemeClr val="bg1">
                <a:lumMod val="85000"/>
                <a:alpha val="85000"/>
              </a:schemeClr>
            </a:solidFill>
          </p:grpSpPr>
          <p:sp>
            <p:nvSpPr>
              <p:cNvPr id="34" name="四角形: 角を丸くする 33">
                <a:extLst>
                  <a:ext uri="{FF2B5EF4-FFF2-40B4-BE49-F238E27FC236}">
                    <a16:creationId xmlns:a16="http://schemas.microsoft.com/office/drawing/2014/main" id="{4B05343E-7E03-8DD6-9E36-D330290AAFA7}"/>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5" name="四角形: 角を丸くする 34">
                <a:extLst>
                  <a:ext uri="{FF2B5EF4-FFF2-40B4-BE49-F238E27FC236}">
                    <a16:creationId xmlns:a16="http://schemas.microsoft.com/office/drawing/2014/main" id="{7C6EF982-9969-9958-4884-C67FCF359DBA}"/>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6" name="四角形: 角を丸くする 35">
                <a:extLst>
                  <a:ext uri="{FF2B5EF4-FFF2-40B4-BE49-F238E27FC236}">
                    <a16:creationId xmlns:a16="http://schemas.microsoft.com/office/drawing/2014/main" id="{FECCD395-385E-4E14-3DC4-6C5AC415C074}"/>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7" name="四角形: 角を丸くする 36">
                <a:extLst>
                  <a:ext uri="{FF2B5EF4-FFF2-40B4-BE49-F238E27FC236}">
                    <a16:creationId xmlns:a16="http://schemas.microsoft.com/office/drawing/2014/main" id="{8BF14C81-5006-4E31-EF14-C09B5DA10B6B}"/>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2" name="テキスト ボックス 1">
              <a:extLst>
                <a:ext uri="{FF2B5EF4-FFF2-40B4-BE49-F238E27FC236}">
                  <a16:creationId xmlns:a16="http://schemas.microsoft.com/office/drawing/2014/main" id="{9683269A-F017-F7B8-E3C6-DDFFDD1A804D}"/>
                </a:ext>
              </a:extLst>
            </p:cNvPr>
            <p:cNvSpPr txBox="1"/>
            <p:nvPr/>
          </p:nvSpPr>
          <p:spPr>
            <a:xfrm>
              <a:off x="7046965" y="688737"/>
              <a:ext cx="954108"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ゲート</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43" name="テキスト ボックス 42">
              <a:extLst>
                <a:ext uri="{FF2B5EF4-FFF2-40B4-BE49-F238E27FC236}">
                  <a16:creationId xmlns:a16="http://schemas.microsoft.com/office/drawing/2014/main" id="{AAB44BA2-AFA5-E038-78C2-91A0650A1708}"/>
                </a:ext>
              </a:extLst>
            </p:cNvPr>
            <p:cNvSpPr txBox="1"/>
            <p:nvPr/>
          </p:nvSpPr>
          <p:spPr>
            <a:xfrm>
              <a:off x="8643509" y="688737"/>
              <a:ext cx="954108"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44" name="テキスト ボックス 43">
              <a:extLst>
                <a:ext uri="{FF2B5EF4-FFF2-40B4-BE49-F238E27FC236}">
                  <a16:creationId xmlns:a16="http://schemas.microsoft.com/office/drawing/2014/main" id="{5B7ED2A1-6A27-A65C-AFA3-6E3D19AC4B44}"/>
                </a:ext>
              </a:extLst>
            </p:cNvPr>
            <p:cNvSpPr txBox="1"/>
            <p:nvPr/>
          </p:nvSpPr>
          <p:spPr>
            <a:xfrm>
              <a:off x="10376241" y="688737"/>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60" name="グループ化 59">
              <a:extLst>
                <a:ext uri="{FF2B5EF4-FFF2-40B4-BE49-F238E27FC236}">
                  <a16:creationId xmlns:a16="http://schemas.microsoft.com/office/drawing/2014/main" id="{AD6DB712-B76B-8D46-2DF1-77EC976DE2DC}"/>
                </a:ext>
              </a:extLst>
            </p:cNvPr>
            <p:cNvGrpSpPr/>
            <p:nvPr/>
          </p:nvGrpSpPr>
          <p:grpSpPr>
            <a:xfrm>
              <a:off x="1063119" y="2758022"/>
              <a:ext cx="4765774" cy="400110"/>
              <a:chOff x="1168089" y="2766548"/>
              <a:chExt cx="4765774" cy="400110"/>
            </a:xfrm>
          </p:grpSpPr>
          <p:sp>
            <p:nvSpPr>
              <p:cNvPr id="52" name="テキスト ボックス 51">
                <a:extLst>
                  <a:ext uri="{FF2B5EF4-FFF2-40B4-BE49-F238E27FC236}">
                    <a16:creationId xmlns:a16="http://schemas.microsoft.com/office/drawing/2014/main" id="{B9C26414-9158-AF59-4642-AD64684A62FE}"/>
                  </a:ext>
                </a:extLst>
              </p:cNvPr>
              <p:cNvSpPr txBox="1"/>
              <p:nvPr/>
            </p:nvSpPr>
            <p:spPr>
              <a:xfrm>
                <a:off x="1168089"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3" name="テキスト ボックス 52">
                <a:extLst>
                  <a:ext uri="{FF2B5EF4-FFF2-40B4-BE49-F238E27FC236}">
                    <a16:creationId xmlns:a16="http://schemas.microsoft.com/office/drawing/2014/main" id="{93723204-1CE5-AFE2-22E7-481DD2408ADF}"/>
                  </a:ext>
                </a:extLst>
              </p:cNvPr>
              <p:cNvSpPr txBox="1"/>
              <p:nvPr/>
            </p:nvSpPr>
            <p:spPr>
              <a:xfrm>
                <a:off x="2524138"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4" name="テキスト ボックス 53">
                <a:extLst>
                  <a:ext uri="{FF2B5EF4-FFF2-40B4-BE49-F238E27FC236}">
                    <a16:creationId xmlns:a16="http://schemas.microsoft.com/office/drawing/2014/main" id="{0D7E5161-CCA5-223A-B88D-6F4E04DDB246}"/>
                  </a:ext>
                </a:extLst>
              </p:cNvPr>
              <p:cNvSpPr txBox="1"/>
              <p:nvPr/>
            </p:nvSpPr>
            <p:spPr>
              <a:xfrm>
                <a:off x="3880187"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5" name="テキスト ボックス 54">
                <a:extLst>
                  <a:ext uri="{FF2B5EF4-FFF2-40B4-BE49-F238E27FC236}">
                    <a16:creationId xmlns:a16="http://schemas.microsoft.com/office/drawing/2014/main" id="{4BEA08A2-69E4-551D-3142-338817817AB9}"/>
                  </a:ext>
                </a:extLst>
              </p:cNvPr>
              <p:cNvSpPr txBox="1"/>
              <p:nvPr/>
            </p:nvSpPr>
            <p:spPr>
              <a:xfrm>
                <a:off x="5236236"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sp>
          <p:nvSpPr>
            <p:cNvPr id="56" name="テキスト ボックス 55">
              <a:extLst>
                <a:ext uri="{FF2B5EF4-FFF2-40B4-BE49-F238E27FC236}">
                  <a16:creationId xmlns:a16="http://schemas.microsoft.com/office/drawing/2014/main" id="{FF9F23CD-31E0-F9B4-F34E-77768630A00D}"/>
                </a:ext>
              </a:extLst>
            </p:cNvPr>
            <p:cNvSpPr txBox="1"/>
            <p:nvPr/>
          </p:nvSpPr>
          <p:spPr>
            <a:xfrm>
              <a:off x="1063119"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57" name="テキスト ボックス 56">
              <a:extLst>
                <a:ext uri="{FF2B5EF4-FFF2-40B4-BE49-F238E27FC236}">
                  <a16:creationId xmlns:a16="http://schemas.microsoft.com/office/drawing/2014/main" id="{DC329874-3F86-C374-508B-1D0011A23A09}"/>
                </a:ext>
              </a:extLst>
            </p:cNvPr>
            <p:cNvSpPr txBox="1"/>
            <p:nvPr/>
          </p:nvSpPr>
          <p:spPr>
            <a:xfrm>
              <a:off x="2419168"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58" name="テキスト ボックス 57">
              <a:extLst>
                <a:ext uri="{FF2B5EF4-FFF2-40B4-BE49-F238E27FC236}">
                  <a16:creationId xmlns:a16="http://schemas.microsoft.com/office/drawing/2014/main" id="{15F8FD64-2AD7-EEBE-531D-F16C89C7873F}"/>
                </a:ext>
              </a:extLst>
            </p:cNvPr>
            <p:cNvSpPr txBox="1"/>
            <p:nvPr/>
          </p:nvSpPr>
          <p:spPr>
            <a:xfrm>
              <a:off x="3775217"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61" name="グループ化 60">
              <a:extLst>
                <a:ext uri="{FF2B5EF4-FFF2-40B4-BE49-F238E27FC236}">
                  <a16:creationId xmlns:a16="http://schemas.microsoft.com/office/drawing/2014/main" id="{0018814E-FD7C-8018-EE15-73511A6B58AB}"/>
                </a:ext>
              </a:extLst>
            </p:cNvPr>
            <p:cNvGrpSpPr/>
            <p:nvPr/>
          </p:nvGrpSpPr>
          <p:grpSpPr>
            <a:xfrm>
              <a:off x="929537" y="1713369"/>
              <a:ext cx="5022254" cy="400110"/>
              <a:chOff x="1039849" y="2766548"/>
              <a:chExt cx="5022254" cy="400110"/>
            </a:xfrm>
          </p:grpSpPr>
          <p:sp>
            <p:nvSpPr>
              <p:cNvPr id="62" name="テキスト ボックス 61">
                <a:extLst>
                  <a:ext uri="{FF2B5EF4-FFF2-40B4-BE49-F238E27FC236}">
                    <a16:creationId xmlns:a16="http://schemas.microsoft.com/office/drawing/2014/main" id="{32A9EBE9-A8E2-15CA-D572-E93C1214C737}"/>
                  </a:ext>
                </a:extLst>
              </p:cNvPr>
              <p:cNvSpPr txBox="1"/>
              <p:nvPr/>
            </p:nvSpPr>
            <p:spPr>
              <a:xfrm>
                <a:off x="1039849"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63" name="テキスト ボックス 62">
                <a:extLst>
                  <a:ext uri="{FF2B5EF4-FFF2-40B4-BE49-F238E27FC236}">
                    <a16:creationId xmlns:a16="http://schemas.microsoft.com/office/drawing/2014/main" id="{63CC1A14-9461-32C6-C6EC-99BDFA4C3B00}"/>
                  </a:ext>
                </a:extLst>
              </p:cNvPr>
              <p:cNvSpPr txBox="1"/>
              <p:nvPr/>
            </p:nvSpPr>
            <p:spPr>
              <a:xfrm>
                <a:off x="2395898"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sp>
            <p:nvSpPr>
              <p:cNvPr id="64" name="テキスト ボックス 63">
                <a:extLst>
                  <a:ext uri="{FF2B5EF4-FFF2-40B4-BE49-F238E27FC236}">
                    <a16:creationId xmlns:a16="http://schemas.microsoft.com/office/drawing/2014/main" id="{83A8D780-5AF6-2A5E-E7AC-B698CDFF59A4}"/>
                  </a:ext>
                </a:extLst>
              </p:cNvPr>
              <p:cNvSpPr txBox="1"/>
              <p:nvPr/>
            </p:nvSpPr>
            <p:spPr>
              <a:xfrm>
                <a:off x="3751947"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sp>
            <p:nvSpPr>
              <p:cNvPr id="65" name="テキスト ボックス 64">
                <a:extLst>
                  <a:ext uri="{FF2B5EF4-FFF2-40B4-BE49-F238E27FC236}">
                    <a16:creationId xmlns:a16="http://schemas.microsoft.com/office/drawing/2014/main" id="{FA33938F-296E-3AE9-A3DA-1B153D971F4F}"/>
                  </a:ext>
                </a:extLst>
              </p:cNvPr>
              <p:cNvSpPr txBox="1"/>
              <p:nvPr/>
            </p:nvSpPr>
            <p:spPr>
              <a:xfrm>
                <a:off x="5107996"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nvGrpSpPr>
            <p:cNvPr id="66" name="グループ化 65">
              <a:extLst>
                <a:ext uri="{FF2B5EF4-FFF2-40B4-BE49-F238E27FC236}">
                  <a16:creationId xmlns:a16="http://schemas.microsoft.com/office/drawing/2014/main" id="{33E4942B-D574-9BC5-094A-5C9A2E5108F0}"/>
                </a:ext>
              </a:extLst>
            </p:cNvPr>
            <p:cNvGrpSpPr/>
            <p:nvPr/>
          </p:nvGrpSpPr>
          <p:grpSpPr>
            <a:xfrm>
              <a:off x="895727" y="4764316"/>
              <a:ext cx="4637566" cy="400110"/>
              <a:chOff x="1039849" y="2766548"/>
              <a:chExt cx="4637566" cy="400110"/>
            </a:xfrm>
          </p:grpSpPr>
          <p:sp>
            <p:nvSpPr>
              <p:cNvPr id="67" name="テキスト ボックス 66">
                <a:extLst>
                  <a:ext uri="{FF2B5EF4-FFF2-40B4-BE49-F238E27FC236}">
                    <a16:creationId xmlns:a16="http://schemas.microsoft.com/office/drawing/2014/main" id="{30278A5F-A8E5-1007-1EF7-C0BAAC3F918F}"/>
                  </a:ext>
                </a:extLst>
              </p:cNvPr>
              <p:cNvSpPr txBox="1"/>
              <p:nvPr/>
            </p:nvSpPr>
            <p:spPr>
              <a:xfrm>
                <a:off x="1039849" y="2766548"/>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68" name="テキスト ボックス 67">
                <a:extLst>
                  <a:ext uri="{FF2B5EF4-FFF2-40B4-BE49-F238E27FC236}">
                    <a16:creationId xmlns:a16="http://schemas.microsoft.com/office/drawing/2014/main" id="{A5417918-8191-5D50-BB36-38611A721264}"/>
                  </a:ext>
                </a:extLst>
              </p:cNvPr>
              <p:cNvSpPr txBox="1"/>
              <p:nvPr/>
            </p:nvSpPr>
            <p:spPr>
              <a:xfrm>
                <a:off x="2395898" y="2766548"/>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sp>
            <p:nvSpPr>
              <p:cNvPr id="69" name="テキスト ボックス 68">
                <a:extLst>
                  <a:ext uri="{FF2B5EF4-FFF2-40B4-BE49-F238E27FC236}">
                    <a16:creationId xmlns:a16="http://schemas.microsoft.com/office/drawing/2014/main" id="{AC982CDD-5752-A314-145B-9B904BFE6E68}"/>
                  </a:ext>
                </a:extLst>
              </p:cNvPr>
              <p:cNvSpPr txBox="1"/>
              <p:nvPr/>
            </p:nvSpPr>
            <p:spPr>
              <a:xfrm>
                <a:off x="3751947" y="2766548"/>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sp>
            <p:nvSpPr>
              <p:cNvPr id="70" name="テキスト ボックス 69">
                <a:extLst>
                  <a:ext uri="{FF2B5EF4-FFF2-40B4-BE49-F238E27FC236}">
                    <a16:creationId xmlns:a16="http://schemas.microsoft.com/office/drawing/2014/main" id="{A0E1FEB1-64B1-EE23-2C65-AE8CB03FFA8F}"/>
                  </a:ext>
                </a:extLst>
              </p:cNvPr>
              <p:cNvSpPr txBox="1"/>
              <p:nvPr/>
            </p:nvSpPr>
            <p:spPr>
              <a:xfrm>
                <a:off x="5492684" y="2766548"/>
                <a:ext cx="184731" cy="400110"/>
              </a:xfrm>
              <a:prstGeom prst="rect">
                <a:avLst/>
              </a:prstGeom>
              <a:noFill/>
            </p:spPr>
            <p:txBody>
              <a:bodyPr wrap="none" rtlCol="0">
                <a:spAutoFit/>
              </a:bodyPr>
              <a:lstStyle/>
              <a:p>
                <a:pPr algn="ctr"/>
                <a:endPar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24" name="テキスト ボックス 23">
              <a:extLst>
                <a:ext uri="{FF2B5EF4-FFF2-40B4-BE49-F238E27FC236}">
                  <a16:creationId xmlns:a16="http://schemas.microsoft.com/office/drawing/2014/main" id="{1B4AF548-762B-4B9B-8DF4-7987230AF5DA}"/>
                </a:ext>
              </a:extLst>
            </p:cNvPr>
            <p:cNvSpPr txBox="1"/>
            <p:nvPr/>
          </p:nvSpPr>
          <p:spPr>
            <a:xfrm>
              <a:off x="8515269" y="1411754"/>
              <a:ext cx="1210588" cy="400110"/>
            </a:xfrm>
            <a:prstGeom prst="rect">
              <a:avLst/>
            </a:prstGeom>
            <a:noFill/>
          </p:spPr>
          <p:txBody>
            <a:bodyPr wrap="none" rtlCol="0">
              <a:spAutoFit/>
            </a:bodyPr>
            <a:lstStyle/>
            <a:p>
              <a:pPr algn="ctr"/>
              <a:r>
                <a:rPr lang="ja-JP" altLang="en-US" sz="2000" dirty="0">
                  <a:solidFill>
                    <a:srgbClr val="FF00FF"/>
                  </a:solidFill>
                  <a:latin typeface="原稿用標準書体" panose="03000503000000000000" pitchFamily="66" charset="-128"/>
                  <a:ea typeface="原稿用標準書体" panose="03000503000000000000" pitchFamily="66" charset="-128"/>
                </a:rPr>
                <a:t>キャラ名</a:t>
              </a:r>
            </a:p>
          </p:txBody>
        </p:sp>
        <p:pic>
          <p:nvPicPr>
            <p:cNvPr id="46" name="図 45">
              <a:extLst>
                <a:ext uri="{FF2B5EF4-FFF2-40B4-BE49-F238E27FC236}">
                  <a16:creationId xmlns:a16="http://schemas.microsoft.com/office/drawing/2014/main" id="{A744A693-AA75-8F48-ED39-8E86937A349F}"/>
                </a:ext>
              </a:extLst>
            </p:cNvPr>
            <p:cNvPicPr>
              <a:picLocks noChangeAspect="1"/>
            </p:cNvPicPr>
            <p:nvPr/>
          </p:nvPicPr>
          <p:blipFill>
            <a:blip r:embed="rId2">
              <a:extLst>
                <a:ext uri="{28A0092B-C50C-407E-A947-70E740481C1C}">
                  <a14:useLocalDpi xmlns:a14="http://schemas.microsoft.com/office/drawing/2010/main" val="0"/>
                </a:ext>
              </a:extLst>
            </a:blip>
            <a:srcRect t="59642"/>
            <a:stretch>
              <a:fillRect/>
            </a:stretch>
          </p:blipFill>
          <p:spPr>
            <a:xfrm>
              <a:off x="8641361" y="4731006"/>
              <a:ext cx="2512235" cy="1263163"/>
            </a:xfrm>
            <a:prstGeom prst="rect">
              <a:avLst/>
            </a:prstGeom>
          </p:spPr>
        </p:pic>
        <p:grpSp>
          <p:nvGrpSpPr>
            <p:cNvPr id="89" name="グループ化 88">
              <a:extLst>
                <a:ext uri="{FF2B5EF4-FFF2-40B4-BE49-F238E27FC236}">
                  <a16:creationId xmlns:a16="http://schemas.microsoft.com/office/drawing/2014/main" id="{BA8B29C0-44E4-9358-8B34-ACFE32A3357F}"/>
                </a:ext>
              </a:extLst>
            </p:cNvPr>
            <p:cNvGrpSpPr/>
            <p:nvPr/>
          </p:nvGrpSpPr>
          <p:grpSpPr>
            <a:xfrm>
              <a:off x="7182307" y="5157142"/>
              <a:ext cx="1226618" cy="748254"/>
              <a:chOff x="7088997" y="4289392"/>
              <a:chExt cx="1226618" cy="748254"/>
            </a:xfrm>
          </p:grpSpPr>
          <p:pic>
            <p:nvPicPr>
              <p:cNvPr id="86" name="図 85">
                <a:extLst>
                  <a:ext uri="{FF2B5EF4-FFF2-40B4-BE49-F238E27FC236}">
                    <a16:creationId xmlns:a16="http://schemas.microsoft.com/office/drawing/2014/main" id="{DBE1EA7A-A07A-B1F8-BF6B-43BDC144C022}"/>
                  </a:ext>
                </a:extLst>
              </p:cNvPr>
              <p:cNvPicPr>
                <a:picLocks noChangeAspect="1"/>
              </p:cNvPicPr>
              <p:nvPr/>
            </p:nvPicPr>
            <p:blipFill>
              <a:blip r:embed="rId3">
                <a:duotone>
                  <a:schemeClr val="accent3">
                    <a:shade val="45000"/>
                    <a:satMod val="135000"/>
                  </a:schemeClr>
                  <a:prstClr val="white"/>
                </a:duotone>
                <a:extLst>
                  <a:ext uri="{28A0092B-C50C-407E-A947-70E740481C1C}">
                    <a14:useLocalDpi xmlns:a14="http://schemas.microsoft.com/office/drawing/2010/main" val="0"/>
                  </a:ext>
                </a:extLst>
              </a:blip>
              <a:srcRect l="6840" t="30163" r="48646" b="36883"/>
              <a:stretch>
                <a:fillRect/>
              </a:stretch>
            </p:blipFill>
            <p:spPr>
              <a:xfrm>
                <a:off x="7098261" y="4289392"/>
                <a:ext cx="452228" cy="502188"/>
              </a:xfrm>
              <a:prstGeom prst="rect">
                <a:avLst/>
              </a:prstGeom>
            </p:spPr>
          </p:pic>
          <p:sp>
            <p:nvSpPr>
              <p:cNvPr id="87" name="テキスト ボックス 86">
                <a:extLst>
                  <a:ext uri="{FF2B5EF4-FFF2-40B4-BE49-F238E27FC236}">
                    <a16:creationId xmlns:a16="http://schemas.microsoft.com/office/drawing/2014/main" id="{2B407020-41A4-5CD6-A810-A31DD38176C3}"/>
                  </a:ext>
                </a:extLst>
              </p:cNvPr>
              <p:cNvSpPr txBox="1"/>
              <p:nvPr/>
            </p:nvSpPr>
            <p:spPr>
              <a:xfrm>
                <a:off x="7472051" y="4372863"/>
                <a:ext cx="805029" cy="338554"/>
              </a:xfrm>
              <a:prstGeom prst="rect">
                <a:avLst/>
              </a:prstGeom>
              <a:noFill/>
              <a:effectLst>
                <a:glow rad="63500">
                  <a:schemeClr val="accent3">
                    <a:satMod val="175000"/>
                    <a:alpha val="40000"/>
                  </a:schemeClr>
                </a:glow>
              </a:effectLst>
            </p:spPr>
            <p:txBody>
              <a:bodyPr wrap="none" rtlCol="0">
                <a:spAutoFit/>
              </a:bodyPr>
              <a:lstStyle/>
              <a:p>
                <a:r>
                  <a:rPr lang="ja-JP" altLang="en-US" sz="1600" dirty="0">
                    <a:solidFill>
                      <a:schemeClr val="tx1">
                        <a:lumMod val="85000"/>
                        <a:lumOff val="15000"/>
                      </a:schemeClr>
                    </a:solidFill>
                    <a:effectLst>
                      <a:glow rad="38100">
                        <a:schemeClr val="accent3">
                          <a:satMod val="175000"/>
                          <a:alpha val="65000"/>
                        </a:schemeClr>
                      </a:glow>
                    </a:effectLst>
                    <a:latin typeface="原稿用標準書体" panose="03000503000000000000" pitchFamily="66" charset="-128"/>
                    <a:ea typeface="原稿用標準書体" panose="03000503000000000000" pitchFamily="66" charset="-128"/>
                  </a:rPr>
                  <a:t>タンク</a:t>
                </a:r>
                <a:endParaRPr lang="en-US" altLang="ja-JP" sz="1200" dirty="0">
                  <a:solidFill>
                    <a:schemeClr val="tx1">
                      <a:lumMod val="85000"/>
                      <a:lumOff val="15000"/>
                    </a:schemeClr>
                  </a:solidFill>
                  <a:effectLst>
                    <a:glow rad="38100">
                      <a:schemeClr val="accent3">
                        <a:satMod val="175000"/>
                        <a:alpha val="65000"/>
                      </a:schemeClr>
                    </a:glow>
                  </a:effectLst>
                  <a:latin typeface="原稿用標準書体" panose="03000503000000000000" pitchFamily="66" charset="-128"/>
                  <a:ea typeface="原稿用標準書体" panose="03000503000000000000" pitchFamily="66" charset="-128"/>
                </a:endParaRPr>
              </a:p>
            </p:txBody>
          </p:sp>
          <p:sp>
            <p:nvSpPr>
              <p:cNvPr id="88" name="テキスト ボックス 87">
                <a:extLst>
                  <a:ext uri="{FF2B5EF4-FFF2-40B4-BE49-F238E27FC236}">
                    <a16:creationId xmlns:a16="http://schemas.microsoft.com/office/drawing/2014/main" id="{8AABD795-F9A3-ADCA-E40D-C4E8B32A433A}"/>
                  </a:ext>
                </a:extLst>
              </p:cNvPr>
              <p:cNvSpPr txBox="1"/>
              <p:nvPr/>
            </p:nvSpPr>
            <p:spPr>
              <a:xfrm>
                <a:off x="7088997" y="4760647"/>
                <a:ext cx="1226618" cy="276999"/>
              </a:xfrm>
              <a:prstGeom prst="rect">
                <a:avLst/>
              </a:prstGeom>
              <a:noFill/>
            </p:spPr>
            <p:txBody>
              <a:bodyPr wrap="none" rtlCol="0">
                <a:spAutoFit/>
              </a:bodyPr>
              <a:lstStyle/>
              <a:p>
                <a:r>
                  <a:rPr lang="ja-JP" altLang="en-US" sz="1050" dirty="0">
                    <a:solidFill>
                      <a:schemeClr val="tx1">
                        <a:lumMod val="75000"/>
                        <a:lumOff val="25000"/>
                      </a:schemeClr>
                    </a:solidFill>
                    <a:latin typeface="原稿用標準書体" panose="03000503000000000000" pitchFamily="66" charset="-128"/>
                    <a:ea typeface="原稿用標準書体" panose="03000503000000000000" pitchFamily="66" charset="-128"/>
                  </a:rPr>
                  <a:t>毎ターン</a:t>
                </a:r>
                <a:r>
                  <a:rPr lang="en-US" altLang="ja-JP" sz="1200" dirty="0">
                    <a:solidFill>
                      <a:schemeClr val="tx1">
                        <a:lumMod val="75000"/>
                        <a:lumOff val="25000"/>
                      </a:schemeClr>
                    </a:solidFill>
                    <a:latin typeface="原稿用標準書体" panose="03000503000000000000" pitchFamily="66" charset="-128"/>
                    <a:ea typeface="原稿用標準書体" panose="03000503000000000000" pitchFamily="66" charset="-128"/>
                  </a:rPr>
                  <a:t>5</a:t>
                </a:r>
                <a:r>
                  <a:rPr lang="ja-JP" altLang="en-US" sz="1050" dirty="0">
                    <a:solidFill>
                      <a:schemeClr val="tx1">
                        <a:lumMod val="75000"/>
                        <a:lumOff val="25000"/>
                      </a:schemeClr>
                    </a:solidFill>
                    <a:latin typeface="原稿用標準書体" panose="03000503000000000000" pitchFamily="66" charset="-128"/>
                    <a:ea typeface="原稿用標準書体" panose="03000503000000000000" pitchFamily="66" charset="-128"/>
                  </a:rPr>
                  <a:t>％回復</a:t>
                </a:r>
                <a:endParaRPr lang="en-US" altLang="ja-JP" sz="105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grpSp>
          <p:nvGrpSpPr>
            <p:cNvPr id="90" name="グループ化 89">
              <a:extLst>
                <a:ext uri="{FF2B5EF4-FFF2-40B4-BE49-F238E27FC236}">
                  <a16:creationId xmlns:a16="http://schemas.microsoft.com/office/drawing/2014/main" id="{04332E8C-D6E2-4682-8880-5177DC17B1E9}"/>
                </a:ext>
              </a:extLst>
            </p:cNvPr>
            <p:cNvGrpSpPr/>
            <p:nvPr/>
          </p:nvGrpSpPr>
          <p:grpSpPr>
            <a:xfrm>
              <a:off x="7079024" y="4799133"/>
              <a:ext cx="1422939" cy="1185706"/>
              <a:chOff x="4343042" y="2005061"/>
              <a:chExt cx="4595682" cy="1782085"/>
            </a:xfrm>
          </p:grpSpPr>
          <p:sp>
            <p:nvSpPr>
              <p:cNvPr id="91" name="四角形: 角を丸くする 90">
                <a:extLst>
                  <a:ext uri="{FF2B5EF4-FFF2-40B4-BE49-F238E27FC236}">
                    <a16:creationId xmlns:a16="http://schemas.microsoft.com/office/drawing/2014/main" id="{2C83FFDE-46F9-8F34-7E26-58AD7247A636}"/>
                  </a:ext>
                </a:extLst>
              </p:cNvPr>
              <p:cNvSpPr/>
              <p:nvPr/>
            </p:nvSpPr>
            <p:spPr>
              <a:xfrm>
                <a:off x="4343042" y="2434991"/>
                <a:ext cx="4595682" cy="1352155"/>
              </a:xfrm>
              <a:prstGeom prst="roundRect">
                <a:avLst>
                  <a:gd name="adj" fmla="val 5178"/>
                </a:avLst>
              </a:prstGeom>
              <a:noFill/>
              <a:ln w="254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dirty="0">
                  <a:latin typeface="原稿用標準書体" panose="03000503000000000000" pitchFamily="66" charset="-128"/>
                  <a:ea typeface="原稿用標準書体" panose="03000503000000000000" pitchFamily="66" charset="-128"/>
                </a:endParaRPr>
              </a:p>
            </p:txBody>
          </p:sp>
          <p:sp>
            <p:nvSpPr>
              <p:cNvPr id="92" name="四角形: 角を丸くする 91">
                <a:extLst>
                  <a:ext uri="{FF2B5EF4-FFF2-40B4-BE49-F238E27FC236}">
                    <a16:creationId xmlns:a16="http://schemas.microsoft.com/office/drawing/2014/main" id="{838CD67F-8D2A-A2D5-9845-B8B6FDF7E1AD}"/>
                  </a:ext>
                </a:extLst>
              </p:cNvPr>
              <p:cNvSpPr/>
              <p:nvPr/>
            </p:nvSpPr>
            <p:spPr>
              <a:xfrm>
                <a:off x="5027040" y="2005061"/>
                <a:ext cx="3294263" cy="461666"/>
              </a:xfrm>
              <a:prstGeom prst="round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latin typeface="原稿用標準書体" panose="03000503000000000000" pitchFamily="66" charset="-128"/>
                    <a:ea typeface="原稿用標準書体" panose="03000503000000000000" pitchFamily="66" charset="-128"/>
                  </a:rPr>
                  <a:t>ロール</a:t>
                </a:r>
              </a:p>
            </p:txBody>
          </p:sp>
        </p:grpSp>
        <p:sp>
          <p:nvSpPr>
            <p:cNvPr id="8" name="テキスト ボックス 7">
              <a:extLst>
                <a:ext uri="{FF2B5EF4-FFF2-40B4-BE49-F238E27FC236}">
                  <a16:creationId xmlns:a16="http://schemas.microsoft.com/office/drawing/2014/main" id="{C8C1B023-7831-D3E6-CF65-554BD8F25097}"/>
                </a:ext>
              </a:extLst>
            </p:cNvPr>
            <p:cNvSpPr txBox="1"/>
            <p:nvPr/>
          </p:nvSpPr>
          <p:spPr>
            <a:xfrm>
              <a:off x="9366255" y="5171312"/>
              <a:ext cx="1062446" cy="261610"/>
            </a:xfrm>
            <a:prstGeom prst="rect">
              <a:avLst/>
            </a:prstGeom>
            <a:noFill/>
          </p:spPr>
          <p:txBody>
            <a:bodyPr wrap="square">
              <a:spAutoFit/>
            </a:bodyPr>
            <a:lstStyle/>
            <a:p>
              <a:pPr algn="ctr"/>
              <a:r>
                <a:rPr lang="ja-JP" altLang="en-US" sz="1100" dirty="0">
                  <a:solidFill>
                    <a:schemeClr val="bg1">
                      <a:lumMod val="95000"/>
                    </a:schemeClr>
                  </a:solidFill>
                  <a:highlight>
                    <a:srgbClr val="808080"/>
                  </a:highlight>
                  <a:latin typeface="原稿用標準書体" panose="03000503000000000000" pitchFamily="66" charset="-128"/>
                  <a:ea typeface="原稿用標準書体" panose="03000503000000000000" pitchFamily="66" charset="-128"/>
                </a:rPr>
                <a:t>武器</a:t>
              </a:r>
              <a:endParaRPr kumimoji="1" lang="ja-JP" altLang="en-US" sz="1100" dirty="0">
                <a:solidFill>
                  <a:schemeClr val="bg1">
                    <a:lumMod val="95000"/>
                  </a:schemeClr>
                </a:solidFill>
                <a:highlight>
                  <a:srgbClr val="808080"/>
                </a:highlight>
                <a:latin typeface="原稿用標準書体" panose="03000503000000000000" pitchFamily="66" charset="-128"/>
                <a:ea typeface="原稿用標準書体" panose="03000503000000000000" pitchFamily="66" charset="-128"/>
              </a:endParaRPr>
            </a:p>
          </p:txBody>
        </p:sp>
        <p:sp>
          <p:nvSpPr>
            <p:cNvPr id="49" name="四角形: 角を丸くする 48">
              <a:extLst>
                <a:ext uri="{FF2B5EF4-FFF2-40B4-BE49-F238E27FC236}">
                  <a16:creationId xmlns:a16="http://schemas.microsoft.com/office/drawing/2014/main" id="{902D5E27-F74D-604E-2954-D279D27F9B72}"/>
                </a:ext>
              </a:extLst>
            </p:cNvPr>
            <p:cNvSpPr/>
            <p:nvPr/>
          </p:nvSpPr>
          <p:spPr>
            <a:xfrm>
              <a:off x="8697253" y="5147706"/>
              <a:ext cx="2394303" cy="777504"/>
            </a:xfrm>
            <a:prstGeom prst="roundRect">
              <a:avLst>
                <a:gd name="adj" fmla="val 6896"/>
              </a:avLst>
            </a:prstGeom>
            <a:solidFill>
              <a:srgbClr val="D9D9D9"/>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41" name="四角形: 角を丸くする 40">
              <a:extLst>
                <a:ext uri="{FF2B5EF4-FFF2-40B4-BE49-F238E27FC236}">
                  <a16:creationId xmlns:a16="http://schemas.microsoft.com/office/drawing/2014/main" id="{4D48BCBA-BF21-D8FB-564B-61E3E57B44DE}"/>
                </a:ext>
              </a:extLst>
            </p:cNvPr>
            <p:cNvSpPr/>
            <p:nvPr/>
          </p:nvSpPr>
          <p:spPr>
            <a:xfrm>
              <a:off x="9941402" y="5175124"/>
              <a:ext cx="1114661" cy="484206"/>
            </a:xfrm>
            <a:prstGeom prst="roundRect">
              <a:avLst>
                <a:gd name="adj" fmla="val 6896"/>
              </a:avLst>
            </a:prstGeom>
            <a:solidFill>
              <a:schemeClr val="tx1">
                <a:lumMod val="50000"/>
                <a:lumOff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48" name="グループ化 47">
              <a:extLst>
                <a:ext uri="{FF2B5EF4-FFF2-40B4-BE49-F238E27FC236}">
                  <a16:creationId xmlns:a16="http://schemas.microsoft.com/office/drawing/2014/main" id="{896B556D-9D54-8C6B-11C9-E6DBAB3F5523}"/>
                </a:ext>
              </a:extLst>
            </p:cNvPr>
            <p:cNvGrpSpPr/>
            <p:nvPr/>
          </p:nvGrpSpPr>
          <p:grpSpPr>
            <a:xfrm>
              <a:off x="8756066" y="5161098"/>
              <a:ext cx="2299997" cy="740676"/>
              <a:chOff x="8756066" y="4312009"/>
              <a:chExt cx="2299997" cy="740676"/>
            </a:xfrm>
          </p:grpSpPr>
          <p:sp>
            <p:nvSpPr>
              <p:cNvPr id="45" name="フリーフォーム: 図形 44">
                <a:extLst>
                  <a:ext uri="{FF2B5EF4-FFF2-40B4-BE49-F238E27FC236}">
                    <a16:creationId xmlns:a16="http://schemas.microsoft.com/office/drawing/2014/main" id="{959A00C4-981C-B906-F205-2834DE5F621C}"/>
                  </a:ext>
                </a:extLst>
              </p:cNvPr>
              <p:cNvSpPr/>
              <p:nvPr/>
            </p:nvSpPr>
            <p:spPr>
              <a:xfrm>
                <a:off x="8756066" y="4331554"/>
                <a:ext cx="2299997" cy="721131"/>
              </a:xfrm>
              <a:custGeom>
                <a:avLst/>
                <a:gdLst>
                  <a:gd name="csX0" fmla="*/ 37967 w 2299997"/>
                  <a:gd name="csY0" fmla="*/ 0 h 721131"/>
                  <a:gd name="csX1" fmla="*/ 1085846 w 2299997"/>
                  <a:gd name="csY1" fmla="*/ 0 h 721131"/>
                  <a:gd name="csX2" fmla="*/ 1119237 w 2299997"/>
                  <a:gd name="csY2" fmla="*/ 33391 h 721131"/>
                  <a:gd name="csX3" fmla="*/ 1119237 w 2299997"/>
                  <a:gd name="csY3" fmla="*/ 236925 h 721131"/>
                  <a:gd name="csX4" fmla="*/ 2266606 w 2299997"/>
                  <a:gd name="csY4" fmla="*/ 236925 h 721131"/>
                  <a:gd name="csX5" fmla="*/ 2299997 w 2299997"/>
                  <a:gd name="csY5" fmla="*/ 270316 h 721131"/>
                  <a:gd name="csX6" fmla="*/ 2299997 w 2299997"/>
                  <a:gd name="csY6" fmla="*/ 687740 h 721131"/>
                  <a:gd name="csX7" fmla="*/ 2266606 w 2299997"/>
                  <a:gd name="csY7" fmla="*/ 721131 h 721131"/>
                  <a:gd name="csX8" fmla="*/ 33391 w 2299997"/>
                  <a:gd name="csY8" fmla="*/ 721131 h 721131"/>
                  <a:gd name="csX9" fmla="*/ 0 w 2299997"/>
                  <a:gd name="csY9" fmla="*/ 687740 h 721131"/>
                  <a:gd name="csX10" fmla="*/ 0 w 2299997"/>
                  <a:gd name="csY10" fmla="*/ 270316 h 721131"/>
                  <a:gd name="csX11" fmla="*/ 4576 w 2299997"/>
                  <a:gd name="csY11" fmla="*/ 259269 h 721131"/>
                  <a:gd name="csX12" fmla="*/ 4576 w 2299997"/>
                  <a:gd name="csY12" fmla="*/ 33391 h 721131"/>
                  <a:gd name="csX13" fmla="*/ 37967 w 2299997"/>
                  <a:gd name="csY13" fmla="*/ 0 h 72113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2299997" h="721131">
                    <a:moveTo>
                      <a:pt x="37967" y="0"/>
                    </a:moveTo>
                    <a:lnTo>
                      <a:pt x="1085846" y="0"/>
                    </a:lnTo>
                    <a:cubicBezTo>
                      <a:pt x="1104287" y="0"/>
                      <a:pt x="1119237" y="14950"/>
                      <a:pt x="1119237" y="33391"/>
                    </a:cubicBezTo>
                    <a:lnTo>
                      <a:pt x="1119237" y="236925"/>
                    </a:lnTo>
                    <a:lnTo>
                      <a:pt x="2266606" y="236925"/>
                    </a:lnTo>
                    <a:cubicBezTo>
                      <a:pt x="2285047" y="236925"/>
                      <a:pt x="2299997" y="251875"/>
                      <a:pt x="2299997" y="270316"/>
                    </a:cubicBezTo>
                    <a:lnTo>
                      <a:pt x="2299997" y="687740"/>
                    </a:lnTo>
                    <a:cubicBezTo>
                      <a:pt x="2299997" y="706181"/>
                      <a:pt x="2285047" y="721131"/>
                      <a:pt x="2266606" y="721131"/>
                    </a:cubicBezTo>
                    <a:lnTo>
                      <a:pt x="33391" y="721131"/>
                    </a:lnTo>
                    <a:cubicBezTo>
                      <a:pt x="14950" y="721131"/>
                      <a:pt x="0" y="706181"/>
                      <a:pt x="0" y="687740"/>
                    </a:cubicBezTo>
                    <a:lnTo>
                      <a:pt x="0" y="270316"/>
                    </a:lnTo>
                    <a:lnTo>
                      <a:pt x="4576" y="259269"/>
                    </a:lnTo>
                    <a:lnTo>
                      <a:pt x="4576" y="33391"/>
                    </a:lnTo>
                    <a:cubicBezTo>
                      <a:pt x="4576" y="14950"/>
                      <a:pt x="19526" y="0"/>
                      <a:pt x="37967" y="0"/>
                    </a:cubicBezTo>
                    <a:close/>
                  </a:path>
                </a:pathLst>
              </a:custGeom>
              <a:solidFill>
                <a:srgbClr val="BFBFBF"/>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47" name="テキスト ボックス 46">
                <a:extLst>
                  <a:ext uri="{FF2B5EF4-FFF2-40B4-BE49-F238E27FC236}">
                    <a16:creationId xmlns:a16="http://schemas.microsoft.com/office/drawing/2014/main" id="{B2CB0444-035B-83D2-C6AE-C654B17D576E}"/>
                  </a:ext>
                </a:extLst>
              </p:cNvPr>
              <p:cNvSpPr txBox="1"/>
              <p:nvPr/>
            </p:nvSpPr>
            <p:spPr>
              <a:xfrm>
                <a:off x="8875753" y="4312009"/>
                <a:ext cx="800219" cy="276999"/>
              </a:xfrm>
              <a:prstGeom prst="rect">
                <a:avLst/>
              </a:prstGeom>
              <a:noFill/>
            </p:spPr>
            <p:txBody>
              <a:bodyPr wrap="none" rtlCol="0">
                <a:spAutoFit/>
              </a:bodyPr>
              <a:lstStyle/>
              <a:p>
                <a:r>
                  <a:rPr lang="ja-JP" altLang="en-US" sz="1200" dirty="0">
                    <a:solidFill>
                      <a:schemeClr val="tx1">
                        <a:lumMod val="75000"/>
                        <a:lumOff val="25000"/>
                      </a:schemeClr>
                    </a:solidFill>
                    <a:latin typeface="原稿用標準書体" panose="03000503000000000000" pitchFamily="66" charset="-128"/>
                    <a:ea typeface="原稿用標準書体" panose="03000503000000000000" pitchFamily="66" charset="-128"/>
                  </a:rPr>
                  <a:t>通常攻撃</a:t>
                </a:r>
                <a:endParaRPr lang="en-US" altLang="ja-JP" sz="12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51" name="テキスト ボックス 50">
              <a:extLst>
                <a:ext uri="{FF2B5EF4-FFF2-40B4-BE49-F238E27FC236}">
                  <a16:creationId xmlns:a16="http://schemas.microsoft.com/office/drawing/2014/main" id="{BB712629-4CEA-A84F-AC58-49E16F125C2B}"/>
                </a:ext>
              </a:extLst>
            </p:cNvPr>
            <p:cNvSpPr txBox="1"/>
            <p:nvPr/>
          </p:nvSpPr>
          <p:spPr>
            <a:xfrm>
              <a:off x="10290983" y="5157142"/>
              <a:ext cx="415498" cy="276999"/>
            </a:xfrm>
            <a:prstGeom prst="rect">
              <a:avLst/>
            </a:prstGeom>
            <a:noFill/>
          </p:spPr>
          <p:txBody>
            <a:bodyPr wrap="none" rtlCol="0">
              <a:spAutoFit/>
            </a:bodyPr>
            <a:lstStyle/>
            <a:p>
              <a:pPr algn="ctr"/>
              <a:r>
                <a:rPr lang="en-US" altLang="ja-JP" sz="1200" dirty="0">
                  <a:solidFill>
                    <a:schemeClr val="bg1">
                      <a:lumMod val="95000"/>
                    </a:schemeClr>
                  </a:solidFill>
                  <a:latin typeface="原稿用標準書体" panose="03000503000000000000" pitchFamily="66" charset="-128"/>
                  <a:ea typeface="原稿用標準書体" panose="03000503000000000000" pitchFamily="66" charset="-128"/>
                </a:rPr>
                <a:t>ENB</a:t>
              </a:r>
            </a:p>
          </p:txBody>
        </p:sp>
        <p:sp>
          <p:nvSpPr>
            <p:cNvPr id="71" name="テキスト ボックス 70">
              <a:extLst>
                <a:ext uri="{FF2B5EF4-FFF2-40B4-BE49-F238E27FC236}">
                  <a16:creationId xmlns:a16="http://schemas.microsoft.com/office/drawing/2014/main" id="{01E145C8-571B-FFDA-40D2-FADCFEDD290C}"/>
                </a:ext>
              </a:extLst>
            </p:cNvPr>
            <p:cNvSpPr txBox="1"/>
            <p:nvPr/>
          </p:nvSpPr>
          <p:spPr>
            <a:xfrm>
              <a:off x="9360450" y="4823672"/>
              <a:ext cx="1062446" cy="276999"/>
            </a:xfrm>
            <a:prstGeom prst="rect">
              <a:avLst/>
            </a:prstGeom>
            <a:noFill/>
          </p:spPr>
          <p:txBody>
            <a:bodyPr wrap="square">
              <a:spAutoFit/>
            </a:bodyPr>
            <a:lstStyle/>
            <a:p>
              <a:pPr algn="ctr"/>
              <a:r>
                <a:rPr lang="ja-JP" altLang="en-US" sz="1200" dirty="0">
                  <a:solidFill>
                    <a:schemeClr val="bg1">
                      <a:lumMod val="95000"/>
                    </a:schemeClr>
                  </a:solidFill>
                  <a:highlight>
                    <a:srgbClr val="5C5C5C"/>
                  </a:highlight>
                  <a:latin typeface="原稿用標準書体" panose="03000503000000000000" pitchFamily="66" charset="-128"/>
                  <a:ea typeface="原稿用標準書体" panose="03000503000000000000" pitchFamily="66" charset="-128"/>
                </a:rPr>
                <a:t>固定スキル</a:t>
              </a:r>
              <a:endParaRPr kumimoji="1" lang="ja-JP" altLang="en-US" sz="1200" dirty="0">
                <a:solidFill>
                  <a:schemeClr val="bg1">
                    <a:lumMod val="95000"/>
                  </a:schemeClr>
                </a:solidFill>
                <a:highlight>
                  <a:srgbClr val="5C5C5C"/>
                </a:highlight>
                <a:latin typeface="原稿用標準書体" panose="03000503000000000000" pitchFamily="66" charset="-128"/>
                <a:ea typeface="原稿用標準書体" panose="03000503000000000000" pitchFamily="66" charset="-128"/>
              </a:endParaRPr>
            </a:p>
          </p:txBody>
        </p:sp>
        <p:sp>
          <p:nvSpPr>
            <p:cNvPr id="103" name="テキスト ボックス 102">
              <a:extLst>
                <a:ext uri="{FF2B5EF4-FFF2-40B4-BE49-F238E27FC236}">
                  <a16:creationId xmlns:a16="http://schemas.microsoft.com/office/drawing/2014/main" id="{E5E0A717-A671-0B3E-FA06-F83F6AD7B999}"/>
                </a:ext>
              </a:extLst>
            </p:cNvPr>
            <p:cNvSpPr txBox="1"/>
            <p:nvPr/>
          </p:nvSpPr>
          <p:spPr>
            <a:xfrm>
              <a:off x="8880746" y="5497263"/>
              <a:ext cx="1657826" cy="246221"/>
            </a:xfrm>
            <a:prstGeom prst="rect">
              <a:avLst/>
            </a:prstGeom>
            <a:noFill/>
          </p:spPr>
          <p:txBody>
            <a:bodyPr wrap="none" rtlCol="0">
              <a:spAutoFit/>
            </a:bodyPr>
            <a:lstStyle/>
            <a:p>
              <a:r>
                <a:rPr lang="ja-JP" altLang="en-US"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敵</a:t>
              </a:r>
              <a:r>
                <a:rPr lang="en-US" altLang="ja-JP"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1</a:t>
              </a:r>
              <a:r>
                <a:rPr lang="ja-JP" altLang="en-US"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体に</a:t>
              </a:r>
              <a:r>
                <a:rPr lang="en-US" altLang="ja-JP"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ATK×80</a:t>
              </a:r>
              <a:r>
                <a:rPr lang="ja-JP" altLang="en-US"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％の攻撃</a:t>
              </a:r>
              <a:endParaRPr lang="en-US" altLang="ja-JP" sz="1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pic>
          <p:nvPicPr>
            <p:cNvPr id="39" name="図 38">
              <a:extLst>
                <a:ext uri="{FF2B5EF4-FFF2-40B4-BE49-F238E27FC236}">
                  <a16:creationId xmlns:a16="http://schemas.microsoft.com/office/drawing/2014/main" id="{40097E79-1964-CDC7-6FD5-CE9C4A93A525}"/>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749618" y="2017023"/>
              <a:ext cx="1859182" cy="2624475"/>
            </a:xfrm>
            <a:prstGeom prst="rect">
              <a:avLst/>
            </a:prstGeom>
          </p:spPr>
        </p:pic>
        <p:grpSp>
          <p:nvGrpSpPr>
            <p:cNvPr id="118" name="グループ化 117">
              <a:extLst>
                <a:ext uri="{FF2B5EF4-FFF2-40B4-BE49-F238E27FC236}">
                  <a16:creationId xmlns:a16="http://schemas.microsoft.com/office/drawing/2014/main" id="{F2CB1B34-1F4B-7FE7-86E4-4F5CB5C4FFE8}"/>
                </a:ext>
              </a:extLst>
            </p:cNvPr>
            <p:cNvGrpSpPr/>
            <p:nvPr/>
          </p:nvGrpSpPr>
          <p:grpSpPr>
            <a:xfrm>
              <a:off x="7039550" y="1408045"/>
              <a:ext cx="1321756" cy="407528"/>
              <a:chOff x="6961435" y="1453494"/>
              <a:chExt cx="1321756" cy="407528"/>
            </a:xfrm>
          </p:grpSpPr>
          <p:grpSp>
            <p:nvGrpSpPr>
              <p:cNvPr id="117" name="グループ化 116">
                <a:extLst>
                  <a:ext uri="{FF2B5EF4-FFF2-40B4-BE49-F238E27FC236}">
                    <a16:creationId xmlns:a16="http://schemas.microsoft.com/office/drawing/2014/main" id="{E32CC8B8-AFEB-6BFE-49C9-8C45F4C613C3}"/>
                  </a:ext>
                </a:extLst>
              </p:cNvPr>
              <p:cNvGrpSpPr/>
              <p:nvPr/>
            </p:nvGrpSpPr>
            <p:grpSpPr>
              <a:xfrm>
                <a:off x="6961435" y="1453494"/>
                <a:ext cx="1321756" cy="407528"/>
                <a:chOff x="6931430" y="1379411"/>
                <a:chExt cx="1988006" cy="612948"/>
              </a:xfrm>
            </p:grpSpPr>
            <p:sp>
              <p:nvSpPr>
                <p:cNvPr id="112" name="四角形: 角を丸くする 111">
                  <a:extLst>
                    <a:ext uri="{FF2B5EF4-FFF2-40B4-BE49-F238E27FC236}">
                      <a16:creationId xmlns:a16="http://schemas.microsoft.com/office/drawing/2014/main" id="{144E39A8-9A2A-54A3-C7F6-CE68AA0BB717}"/>
                    </a:ext>
                  </a:extLst>
                </p:cNvPr>
                <p:cNvSpPr/>
                <p:nvPr/>
              </p:nvSpPr>
              <p:spPr>
                <a:xfrm>
                  <a:off x="6931430" y="1379411"/>
                  <a:ext cx="1988006" cy="612948"/>
                </a:xfrm>
                <a:prstGeom prst="roundRect">
                  <a:avLst>
                    <a:gd name="adj" fmla="val 9765"/>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16" name="二等辺三角形 115">
                  <a:extLst>
                    <a:ext uri="{FF2B5EF4-FFF2-40B4-BE49-F238E27FC236}">
                      <a16:creationId xmlns:a16="http://schemas.microsoft.com/office/drawing/2014/main" id="{CB828A1F-30D2-F86E-EE18-1722A3E9C90E}"/>
                    </a:ext>
                  </a:extLst>
                </p:cNvPr>
                <p:cNvSpPr/>
                <p:nvPr/>
              </p:nvSpPr>
              <p:spPr>
                <a:xfrm rot="16200000" flipH="1">
                  <a:off x="7132754" y="1513146"/>
                  <a:ext cx="400753" cy="345478"/>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14" name="テキスト ボックス 113">
                <a:extLst>
                  <a:ext uri="{FF2B5EF4-FFF2-40B4-BE49-F238E27FC236}">
                    <a16:creationId xmlns:a16="http://schemas.microsoft.com/office/drawing/2014/main" id="{F59678BA-FEAE-06C7-9A29-AFFE308C7467}"/>
                  </a:ext>
                </a:extLst>
              </p:cNvPr>
              <p:cNvSpPr txBox="1"/>
              <p:nvPr/>
            </p:nvSpPr>
            <p:spPr>
              <a:xfrm>
                <a:off x="7434618" y="1487981"/>
                <a:ext cx="800219" cy="338554"/>
              </a:xfrm>
              <a:prstGeom prst="rect">
                <a:avLst/>
              </a:prstGeom>
              <a:noFill/>
            </p:spPr>
            <p:txBody>
              <a:bodyPr wrap="none" rtlCol="0">
                <a:spAutoFit/>
              </a:bodyPr>
              <a:lstStyle/>
              <a:p>
                <a:r>
                  <a:rPr kumimoji="1" lang="ja-JP" altLang="en-US" sz="16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一覧へ</a:t>
                </a:r>
                <a:endParaRPr kumimoji="1" lang="ja-JP" altLang="en-US" sz="1600"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19" name="グループ化 118">
              <a:extLst>
                <a:ext uri="{FF2B5EF4-FFF2-40B4-BE49-F238E27FC236}">
                  <a16:creationId xmlns:a16="http://schemas.microsoft.com/office/drawing/2014/main" id="{5FF88BBE-BD96-7DBF-3DCE-FCA0494ECDB8}"/>
                </a:ext>
              </a:extLst>
            </p:cNvPr>
            <p:cNvGrpSpPr/>
            <p:nvPr/>
          </p:nvGrpSpPr>
          <p:grpSpPr>
            <a:xfrm>
              <a:off x="9972935" y="1427012"/>
              <a:ext cx="1139403" cy="407528"/>
              <a:chOff x="6961435" y="1453494"/>
              <a:chExt cx="1321756" cy="407528"/>
            </a:xfrm>
          </p:grpSpPr>
          <p:sp>
            <p:nvSpPr>
              <p:cNvPr id="122" name="四角形: 角を丸くする 121">
                <a:extLst>
                  <a:ext uri="{FF2B5EF4-FFF2-40B4-BE49-F238E27FC236}">
                    <a16:creationId xmlns:a16="http://schemas.microsoft.com/office/drawing/2014/main" id="{9CCBE60E-5C1E-657E-26CC-22BEC6BC3504}"/>
                  </a:ext>
                </a:extLst>
              </p:cNvPr>
              <p:cNvSpPr/>
              <p:nvPr/>
            </p:nvSpPr>
            <p:spPr>
              <a:xfrm>
                <a:off x="6961435" y="1453494"/>
                <a:ext cx="1321756" cy="407528"/>
              </a:xfrm>
              <a:prstGeom prst="roundRect">
                <a:avLst>
                  <a:gd name="adj" fmla="val 9765"/>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21" name="テキスト ボックス 120">
                <a:extLst>
                  <a:ext uri="{FF2B5EF4-FFF2-40B4-BE49-F238E27FC236}">
                    <a16:creationId xmlns:a16="http://schemas.microsoft.com/office/drawing/2014/main" id="{EB5B6BEA-E1C7-4FCF-3227-7CFD07089FAA}"/>
                  </a:ext>
                </a:extLst>
              </p:cNvPr>
              <p:cNvSpPr txBox="1"/>
              <p:nvPr/>
            </p:nvSpPr>
            <p:spPr>
              <a:xfrm>
                <a:off x="7222204" y="1487981"/>
                <a:ext cx="800219" cy="338554"/>
              </a:xfrm>
              <a:prstGeom prst="rect">
                <a:avLst/>
              </a:prstGeom>
              <a:noFill/>
            </p:spPr>
            <p:txBody>
              <a:bodyPr wrap="none" rtlCol="0">
                <a:spAutoFit/>
              </a:bodyPr>
              <a:lstStyle/>
              <a:p>
                <a:r>
                  <a:rPr kumimoji="1" lang="en-US" altLang="ja-JP" sz="16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Lv</a:t>
                </a:r>
                <a:r>
                  <a:rPr lang="en-US" altLang="ja-JP" sz="16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.00</a:t>
                </a:r>
                <a:r>
                  <a:rPr lang="en-US" altLang="ja-JP" sz="1600"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0</a:t>
                </a:r>
                <a:endParaRPr kumimoji="1" lang="en-US" altLang="ja-JP" sz="16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125" name="四角形: 角を丸くする 124">
              <a:extLst>
                <a:ext uri="{FF2B5EF4-FFF2-40B4-BE49-F238E27FC236}">
                  <a16:creationId xmlns:a16="http://schemas.microsoft.com/office/drawing/2014/main" id="{140C964E-B767-A585-28EF-A4EF4351132B}"/>
                </a:ext>
              </a:extLst>
            </p:cNvPr>
            <p:cNvSpPr/>
            <p:nvPr/>
          </p:nvSpPr>
          <p:spPr>
            <a:xfrm>
              <a:off x="789687" y="1315344"/>
              <a:ext cx="1233805" cy="1230022"/>
            </a:xfrm>
            <a:prstGeom prst="roundRect">
              <a:avLst>
                <a:gd name="adj" fmla="val 6896"/>
              </a:avLst>
            </a:prstGeom>
            <a:solidFill>
              <a:srgbClr val="FF00FF">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130" name="グループ化 129">
              <a:extLst>
                <a:ext uri="{FF2B5EF4-FFF2-40B4-BE49-F238E27FC236}">
                  <a16:creationId xmlns:a16="http://schemas.microsoft.com/office/drawing/2014/main" id="{A31663AE-A6BE-C17F-2E3B-AB8641D9B275}"/>
                </a:ext>
              </a:extLst>
            </p:cNvPr>
            <p:cNvGrpSpPr/>
            <p:nvPr/>
          </p:nvGrpSpPr>
          <p:grpSpPr>
            <a:xfrm>
              <a:off x="1006480" y="1624031"/>
              <a:ext cx="800219" cy="612648"/>
              <a:chOff x="981599" y="1624031"/>
              <a:chExt cx="800219" cy="612648"/>
            </a:xfrm>
          </p:grpSpPr>
          <p:sp>
            <p:nvSpPr>
              <p:cNvPr id="127" name="フローチャート: 他ページ結合子 126">
                <a:extLst>
                  <a:ext uri="{FF2B5EF4-FFF2-40B4-BE49-F238E27FC236}">
                    <a16:creationId xmlns:a16="http://schemas.microsoft.com/office/drawing/2014/main" id="{A8879F8C-D5C3-7F95-990D-AACD130CD549}"/>
                  </a:ext>
                </a:extLst>
              </p:cNvPr>
              <p:cNvSpPr/>
              <p:nvPr/>
            </p:nvSpPr>
            <p:spPr>
              <a:xfrm>
                <a:off x="1002683" y="1624031"/>
                <a:ext cx="758051" cy="612648"/>
              </a:xfrm>
              <a:prstGeom prst="flowChartOffpageConnector">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9" name="テキスト ボックス 128">
                <a:extLst>
                  <a:ext uri="{FF2B5EF4-FFF2-40B4-BE49-F238E27FC236}">
                    <a16:creationId xmlns:a16="http://schemas.microsoft.com/office/drawing/2014/main" id="{A0E6FC49-C324-47BC-40B9-A553200B9CB9}"/>
                  </a:ext>
                </a:extLst>
              </p:cNvPr>
              <p:cNvSpPr txBox="1"/>
              <p:nvPr/>
            </p:nvSpPr>
            <p:spPr>
              <a:xfrm>
                <a:off x="981599" y="1707423"/>
                <a:ext cx="800219" cy="338554"/>
              </a:xfrm>
              <a:prstGeom prst="rect">
                <a:avLst/>
              </a:prstGeom>
              <a:noFill/>
            </p:spPr>
            <p:txBody>
              <a:bodyPr wrap="none" rtlCol="0">
                <a:spAutoFit/>
              </a:bodyPr>
              <a:lstStyle/>
              <a:p>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後衛</a:t>
                </a:r>
                <a:r>
                  <a:rPr kumimoji="1"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へ</a:t>
                </a: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pic>
          <p:nvPicPr>
            <p:cNvPr id="142" name="図 141">
              <a:extLst>
                <a:ext uri="{FF2B5EF4-FFF2-40B4-BE49-F238E27FC236}">
                  <a16:creationId xmlns:a16="http://schemas.microsoft.com/office/drawing/2014/main" id="{EDA2C603-66E3-5E05-36EF-098EDEA6B9EA}"/>
                </a:ext>
              </a:extLst>
            </p:cNvPr>
            <p:cNvPicPr>
              <a:picLocks noChangeAspect="1"/>
            </p:cNvPicPr>
            <p:nvPr/>
          </p:nvPicPr>
          <p:blipFill>
            <a:blip r:embed="rId2">
              <a:extLst>
                <a:ext uri="{28A0092B-C50C-407E-A947-70E740481C1C}">
                  <a14:useLocalDpi xmlns:a14="http://schemas.microsoft.com/office/drawing/2010/main" val="0"/>
                </a:ext>
              </a:extLst>
            </a:blip>
            <a:srcRect b="39774"/>
            <a:stretch>
              <a:fillRect/>
            </a:stretch>
          </p:blipFill>
          <p:spPr>
            <a:xfrm>
              <a:off x="8515269" y="2326066"/>
              <a:ext cx="2643460" cy="1983460"/>
            </a:xfrm>
            <a:prstGeom prst="rect">
              <a:avLst/>
            </a:prstGeom>
          </p:spPr>
        </p:pic>
        <p:grpSp>
          <p:nvGrpSpPr>
            <p:cNvPr id="172" name="グループ化 171">
              <a:extLst>
                <a:ext uri="{FF2B5EF4-FFF2-40B4-BE49-F238E27FC236}">
                  <a16:creationId xmlns:a16="http://schemas.microsoft.com/office/drawing/2014/main" id="{863965AE-29AA-0F73-00ED-46C4481A5546}"/>
                </a:ext>
              </a:extLst>
            </p:cNvPr>
            <p:cNvGrpSpPr/>
            <p:nvPr/>
          </p:nvGrpSpPr>
          <p:grpSpPr>
            <a:xfrm>
              <a:off x="9971195" y="2348742"/>
              <a:ext cx="1080193" cy="1823437"/>
              <a:chOff x="9993616" y="2030427"/>
              <a:chExt cx="1080193" cy="1739879"/>
            </a:xfrm>
          </p:grpSpPr>
          <p:sp>
            <p:nvSpPr>
              <p:cNvPr id="154" name="楕円 153">
                <a:extLst>
                  <a:ext uri="{FF2B5EF4-FFF2-40B4-BE49-F238E27FC236}">
                    <a16:creationId xmlns:a16="http://schemas.microsoft.com/office/drawing/2014/main" id="{396FE749-73F7-1DF4-8C7D-AAAA5835EFC5}"/>
                  </a:ext>
                </a:extLst>
              </p:cNvPr>
              <p:cNvSpPr/>
              <p:nvPr/>
            </p:nvSpPr>
            <p:spPr>
              <a:xfrm>
                <a:off x="10060241" y="2744850"/>
                <a:ext cx="296742" cy="296742"/>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200"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sz="12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55" name="四角形: 角を丸くする 154">
                <a:extLst>
                  <a:ext uri="{FF2B5EF4-FFF2-40B4-BE49-F238E27FC236}">
                    <a16:creationId xmlns:a16="http://schemas.microsoft.com/office/drawing/2014/main" id="{F8D2E537-C93C-CDC5-1F11-CF0DF93A0592}"/>
                  </a:ext>
                </a:extLst>
              </p:cNvPr>
              <p:cNvSpPr/>
              <p:nvPr/>
            </p:nvSpPr>
            <p:spPr>
              <a:xfrm>
                <a:off x="9993616" y="2397817"/>
                <a:ext cx="1062447" cy="1372489"/>
              </a:xfrm>
              <a:prstGeom prst="roundRect">
                <a:avLst>
                  <a:gd name="adj" fmla="val 6896"/>
                </a:avLst>
              </a:prstGeom>
              <a:solidFill>
                <a:srgbClr val="D9D9D9"/>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56" name="テキスト ボックス 155">
                <a:extLst>
                  <a:ext uri="{FF2B5EF4-FFF2-40B4-BE49-F238E27FC236}">
                    <a16:creationId xmlns:a16="http://schemas.microsoft.com/office/drawing/2014/main" id="{245E7601-91A3-91A0-19AE-97C53599092F}"/>
                  </a:ext>
                </a:extLst>
              </p:cNvPr>
              <p:cNvSpPr txBox="1"/>
              <p:nvPr/>
            </p:nvSpPr>
            <p:spPr>
              <a:xfrm>
                <a:off x="10002948" y="2030427"/>
                <a:ext cx="1062446" cy="276999"/>
              </a:xfrm>
              <a:prstGeom prst="rect">
                <a:avLst/>
              </a:prstGeom>
              <a:noFill/>
            </p:spPr>
            <p:txBody>
              <a:bodyPr wrap="square">
                <a:spAutoFit/>
              </a:bodyPr>
              <a:lstStyle/>
              <a:p>
                <a:pPr algn="ctr"/>
                <a:r>
                  <a:rPr lang="ja-JP" altLang="en-US" sz="1200" dirty="0">
                    <a:solidFill>
                      <a:schemeClr val="bg1">
                        <a:lumMod val="95000"/>
                      </a:schemeClr>
                    </a:solidFill>
                    <a:highlight>
                      <a:srgbClr val="5C5C5C"/>
                    </a:highlight>
                    <a:latin typeface="原稿用標準書体" panose="03000503000000000000" pitchFamily="66" charset="-128"/>
                    <a:ea typeface="原稿用標準書体" panose="03000503000000000000" pitchFamily="66" charset="-128"/>
                  </a:rPr>
                  <a:t>特殊スキル</a:t>
                </a:r>
                <a:endParaRPr kumimoji="1" lang="ja-JP" altLang="en-US" sz="1200" dirty="0">
                  <a:solidFill>
                    <a:schemeClr val="bg1">
                      <a:lumMod val="95000"/>
                    </a:schemeClr>
                  </a:solidFill>
                  <a:highlight>
                    <a:srgbClr val="5C5C5C"/>
                  </a:highlight>
                  <a:latin typeface="原稿用標準書体" panose="03000503000000000000" pitchFamily="66" charset="-128"/>
                  <a:ea typeface="原稿用標準書体" panose="03000503000000000000" pitchFamily="66" charset="-128"/>
                </a:endParaRPr>
              </a:p>
            </p:txBody>
          </p:sp>
          <p:sp>
            <p:nvSpPr>
              <p:cNvPr id="157" name="四角形: 角を丸くする 156">
                <a:extLst>
                  <a:ext uri="{FF2B5EF4-FFF2-40B4-BE49-F238E27FC236}">
                    <a16:creationId xmlns:a16="http://schemas.microsoft.com/office/drawing/2014/main" id="{DFACC6F6-81D7-9101-1CA3-736590191000}"/>
                  </a:ext>
                </a:extLst>
              </p:cNvPr>
              <p:cNvSpPr/>
              <p:nvPr/>
            </p:nvSpPr>
            <p:spPr>
              <a:xfrm>
                <a:off x="10388771" y="2405535"/>
                <a:ext cx="296743" cy="1066156"/>
              </a:xfrm>
              <a:prstGeom prst="roundRect">
                <a:avLst>
                  <a:gd name="adj" fmla="val 6896"/>
                </a:avLst>
              </a:prstGeom>
              <a:solidFill>
                <a:schemeClr val="tx1">
                  <a:lumMod val="50000"/>
                  <a:lumOff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58" name="四角形: 角を丸くする 157">
                <a:extLst>
                  <a:ext uri="{FF2B5EF4-FFF2-40B4-BE49-F238E27FC236}">
                    <a16:creationId xmlns:a16="http://schemas.microsoft.com/office/drawing/2014/main" id="{270D34C6-ABB4-3693-8A97-669A1D840A00}"/>
                  </a:ext>
                </a:extLst>
              </p:cNvPr>
              <p:cNvSpPr/>
              <p:nvPr/>
            </p:nvSpPr>
            <p:spPr>
              <a:xfrm>
                <a:off x="10773287" y="2405535"/>
                <a:ext cx="296743" cy="1066156"/>
              </a:xfrm>
              <a:prstGeom prst="roundRect">
                <a:avLst>
                  <a:gd name="adj" fmla="val 6896"/>
                </a:avLst>
              </a:prstGeom>
              <a:solidFill>
                <a:schemeClr val="tx1">
                  <a:lumMod val="50000"/>
                  <a:lumOff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59" name="フリーフォーム: 図形 158">
                <a:extLst>
                  <a:ext uri="{FF2B5EF4-FFF2-40B4-BE49-F238E27FC236}">
                    <a16:creationId xmlns:a16="http://schemas.microsoft.com/office/drawing/2014/main" id="{61C6490C-852F-6433-DB45-967D95F3221A}"/>
                  </a:ext>
                </a:extLst>
              </p:cNvPr>
              <p:cNvSpPr/>
              <p:nvPr/>
            </p:nvSpPr>
            <p:spPr>
              <a:xfrm>
                <a:off x="10011362" y="2405535"/>
                <a:ext cx="1062447" cy="1333377"/>
              </a:xfrm>
              <a:custGeom>
                <a:avLst/>
                <a:gdLst>
                  <a:gd name="csX0" fmla="*/ 21769 w 1062447"/>
                  <a:gd name="csY0" fmla="*/ 0 h 1333377"/>
                  <a:gd name="csX1" fmla="*/ 277586 w 1062447"/>
                  <a:gd name="csY1" fmla="*/ 0 h 1333377"/>
                  <a:gd name="csX2" fmla="*/ 298049 w 1062447"/>
                  <a:gd name="csY2" fmla="*/ 20463 h 1333377"/>
                  <a:gd name="csX3" fmla="*/ 298049 w 1062447"/>
                  <a:gd name="csY3" fmla="*/ 267221 h 1333377"/>
                  <a:gd name="csX4" fmla="*/ 989181 w 1062447"/>
                  <a:gd name="csY4" fmla="*/ 267221 h 1333377"/>
                  <a:gd name="csX5" fmla="*/ 1062447 w 1062447"/>
                  <a:gd name="csY5" fmla="*/ 340487 h 1333377"/>
                  <a:gd name="csX6" fmla="*/ 1062447 w 1062447"/>
                  <a:gd name="csY6" fmla="*/ 1260111 h 1333377"/>
                  <a:gd name="csX7" fmla="*/ 989181 w 1062447"/>
                  <a:gd name="csY7" fmla="*/ 1333377 h 1333377"/>
                  <a:gd name="csX8" fmla="*/ 73266 w 1062447"/>
                  <a:gd name="csY8" fmla="*/ 1333377 h 1333377"/>
                  <a:gd name="csX9" fmla="*/ 0 w 1062447"/>
                  <a:gd name="csY9" fmla="*/ 1260111 h 1333377"/>
                  <a:gd name="csX10" fmla="*/ 0 w 1062447"/>
                  <a:gd name="csY10" fmla="*/ 340487 h 1333377"/>
                  <a:gd name="csX11" fmla="*/ 1306 w 1062447"/>
                  <a:gd name="csY11" fmla="*/ 334018 h 1333377"/>
                  <a:gd name="csX12" fmla="*/ 1306 w 1062447"/>
                  <a:gd name="csY12" fmla="*/ 20463 h 1333377"/>
                  <a:gd name="csX13" fmla="*/ 21769 w 1062447"/>
                  <a:gd name="csY13" fmla="*/ 0 h 133337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1062447" h="1333377">
                    <a:moveTo>
                      <a:pt x="21769" y="0"/>
                    </a:moveTo>
                    <a:lnTo>
                      <a:pt x="277586" y="0"/>
                    </a:lnTo>
                    <a:cubicBezTo>
                      <a:pt x="288887" y="0"/>
                      <a:pt x="298049" y="9162"/>
                      <a:pt x="298049" y="20463"/>
                    </a:cubicBezTo>
                    <a:lnTo>
                      <a:pt x="298049" y="267221"/>
                    </a:lnTo>
                    <a:lnTo>
                      <a:pt x="989181" y="267221"/>
                    </a:lnTo>
                    <a:cubicBezTo>
                      <a:pt x="1029645" y="267221"/>
                      <a:pt x="1062447" y="300023"/>
                      <a:pt x="1062447" y="340487"/>
                    </a:cubicBezTo>
                    <a:lnTo>
                      <a:pt x="1062447" y="1260111"/>
                    </a:lnTo>
                    <a:cubicBezTo>
                      <a:pt x="1062447" y="1300575"/>
                      <a:pt x="1029645" y="1333377"/>
                      <a:pt x="989181" y="1333377"/>
                    </a:cubicBezTo>
                    <a:lnTo>
                      <a:pt x="73266" y="1333377"/>
                    </a:lnTo>
                    <a:cubicBezTo>
                      <a:pt x="32802" y="1333377"/>
                      <a:pt x="0" y="1300575"/>
                      <a:pt x="0" y="1260111"/>
                    </a:cubicBezTo>
                    <a:lnTo>
                      <a:pt x="0" y="340487"/>
                    </a:lnTo>
                    <a:lnTo>
                      <a:pt x="1306" y="334018"/>
                    </a:lnTo>
                    <a:lnTo>
                      <a:pt x="1306" y="20463"/>
                    </a:lnTo>
                    <a:cubicBezTo>
                      <a:pt x="1306" y="9162"/>
                      <a:pt x="10468" y="0"/>
                      <a:pt x="21769" y="0"/>
                    </a:cubicBezTo>
                    <a:close/>
                  </a:path>
                </a:pathLst>
              </a:custGeom>
              <a:solidFill>
                <a:srgbClr val="BFBFBF"/>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60" name="テキスト ボックス 159">
                <a:extLst>
                  <a:ext uri="{FF2B5EF4-FFF2-40B4-BE49-F238E27FC236}">
                    <a16:creationId xmlns:a16="http://schemas.microsoft.com/office/drawing/2014/main" id="{F834FA3D-A16F-B123-6CA0-0B867EBC2291}"/>
                  </a:ext>
                </a:extLst>
              </p:cNvPr>
              <p:cNvSpPr txBox="1"/>
              <p:nvPr/>
            </p:nvSpPr>
            <p:spPr>
              <a:xfrm>
                <a:off x="10404649" y="2389383"/>
                <a:ext cx="264816" cy="276999"/>
              </a:xfrm>
              <a:prstGeom prst="rect">
                <a:avLst/>
              </a:prstGeom>
              <a:noFill/>
            </p:spPr>
            <p:txBody>
              <a:bodyPr wrap="none" rtlCol="0">
                <a:spAutoFit/>
              </a:bodyPr>
              <a:lstStyle/>
              <a:p>
                <a:pPr algn="ctr"/>
                <a:r>
                  <a:rPr lang="en-US" altLang="ja-JP" sz="1200" dirty="0">
                    <a:solidFill>
                      <a:schemeClr val="bg1">
                        <a:lumMod val="95000"/>
                      </a:schemeClr>
                    </a:solidFill>
                    <a:latin typeface="原稿用標準書体" panose="03000503000000000000" pitchFamily="66" charset="-128"/>
                    <a:ea typeface="原稿用標準書体" panose="03000503000000000000" pitchFamily="66" charset="-128"/>
                  </a:rPr>
                  <a:t>2</a:t>
                </a:r>
              </a:p>
            </p:txBody>
          </p:sp>
          <p:sp>
            <p:nvSpPr>
              <p:cNvPr id="161" name="テキスト ボックス 160">
                <a:extLst>
                  <a:ext uri="{FF2B5EF4-FFF2-40B4-BE49-F238E27FC236}">
                    <a16:creationId xmlns:a16="http://schemas.microsoft.com/office/drawing/2014/main" id="{158AB6C7-6ED3-98F8-B7F9-7308F85B34F4}"/>
                  </a:ext>
                </a:extLst>
              </p:cNvPr>
              <p:cNvSpPr txBox="1"/>
              <p:nvPr/>
            </p:nvSpPr>
            <p:spPr>
              <a:xfrm>
                <a:off x="10791950" y="2389383"/>
                <a:ext cx="264816" cy="276999"/>
              </a:xfrm>
              <a:prstGeom prst="rect">
                <a:avLst/>
              </a:prstGeom>
              <a:noFill/>
            </p:spPr>
            <p:txBody>
              <a:bodyPr wrap="none" rtlCol="0">
                <a:spAutoFit/>
              </a:bodyPr>
              <a:lstStyle/>
              <a:p>
                <a:pPr algn="ctr"/>
                <a:r>
                  <a:rPr lang="en-US" altLang="ja-JP" sz="1200" dirty="0">
                    <a:solidFill>
                      <a:schemeClr val="bg1">
                        <a:lumMod val="95000"/>
                      </a:schemeClr>
                    </a:solidFill>
                    <a:latin typeface="原稿用標準書体" panose="03000503000000000000" pitchFamily="66" charset="-128"/>
                    <a:ea typeface="原稿用標準書体" panose="03000503000000000000" pitchFamily="66" charset="-128"/>
                  </a:rPr>
                  <a:t>3</a:t>
                </a:r>
              </a:p>
            </p:txBody>
          </p:sp>
          <p:sp>
            <p:nvSpPr>
              <p:cNvPr id="162" name="テキスト ボックス 161">
                <a:extLst>
                  <a:ext uri="{FF2B5EF4-FFF2-40B4-BE49-F238E27FC236}">
                    <a16:creationId xmlns:a16="http://schemas.microsoft.com/office/drawing/2014/main" id="{620A0AA1-FE3A-7F02-DBDE-080C2CFD8432}"/>
                  </a:ext>
                </a:extLst>
              </p:cNvPr>
              <p:cNvSpPr txBox="1"/>
              <p:nvPr/>
            </p:nvSpPr>
            <p:spPr>
              <a:xfrm>
                <a:off x="10036010" y="2389383"/>
                <a:ext cx="264816" cy="276999"/>
              </a:xfrm>
              <a:prstGeom prst="rect">
                <a:avLst/>
              </a:prstGeom>
              <a:noFill/>
            </p:spPr>
            <p:txBody>
              <a:bodyPr wrap="none" rtlCol="0">
                <a:spAutoFit/>
              </a:bodyPr>
              <a:lstStyle/>
              <a:p>
                <a:pPr algn="ctr"/>
                <a:r>
                  <a:rPr lang="en-US" altLang="ja-JP" sz="1200" dirty="0">
                    <a:solidFill>
                      <a:schemeClr val="tx1">
                        <a:lumMod val="75000"/>
                        <a:lumOff val="25000"/>
                      </a:schemeClr>
                    </a:solidFill>
                    <a:latin typeface="原稿用標準書体" panose="03000503000000000000" pitchFamily="66" charset="-128"/>
                    <a:ea typeface="原稿用標準書体" panose="03000503000000000000" pitchFamily="66" charset="-128"/>
                  </a:rPr>
                  <a:t>1</a:t>
                </a:r>
              </a:p>
            </p:txBody>
          </p:sp>
          <p:sp>
            <p:nvSpPr>
              <p:cNvPr id="166" name="テキスト ボックス 165">
                <a:extLst>
                  <a:ext uri="{FF2B5EF4-FFF2-40B4-BE49-F238E27FC236}">
                    <a16:creationId xmlns:a16="http://schemas.microsoft.com/office/drawing/2014/main" id="{5E3314A5-D976-EFED-D529-7BAC655F4096}"/>
                  </a:ext>
                </a:extLst>
              </p:cNvPr>
              <p:cNvSpPr txBox="1"/>
              <p:nvPr/>
            </p:nvSpPr>
            <p:spPr>
              <a:xfrm>
                <a:off x="10031426" y="2681876"/>
                <a:ext cx="697627" cy="246221"/>
              </a:xfrm>
              <a:prstGeom prst="rect">
                <a:avLst/>
              </a:prstGeom>
              <a:noFill/>
            </p:spPr>
            <p:txBody>
              <a:bodyPr wrap="none" rtlCol="0">
                <a:spAutoFit/>
              </a:bodyPr>
              <a:lstStyle/>
              <a:p>
                <a:r>
                  <a:rPr lang="ja-JP" altLang="en-US"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スキル名</a:t>
                </a:r>
                <a:endParaRPr lang="en-US" altLang="ja-JP" sz="1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167" name="テキスト ボックス 166">
                <a:extLst>
                  <a:ext uri="{FF2B5EF4-FFF2-40B4-BE49-F238E27FC236}">
                    <a16:creationId xmlns:a16="http://schemas.microsoft.com/office/drawing/2014/main" id="{47DF70F3-666F-539D-9FDE-0D8E062FCDDD}"/>
                  </a:ext>
                </a:extLst>
              </p:cNvPr>
              <p:cNvSpPr txBox="1"/>
              <p:nvPr/>
            </p:nvSpPr>
            <p:spPr>
              <a:xfrm>
                <a:off x="10034534" y="2862269"/>
                <a:ext cx="877163" cy="507831"/>
              </a:xfrm>
              <a:prstGeom prst="rect">
                <a:avLst/>
              </a:prstGeom>
              <a:noFill/>
            </p:spPr>
            <p:txBody>
              <a:bodyPr wrap="none" rtlCol="0">
                <a:spAutoFit/>
              </a:bodyPr>
              <a:lstStyle/>
              <a:p>
                <a:r>
                  <a:rPr lang="ja-JP" altLang="en-US" sz="900" dirty="0">
                    <a:solidFill>
                      <a:schemeClr val="tx1">
                        <a:lumMod val="75000"/>
                        <a:lumOff val="25000"/>
                      </a:schemeClr>
                    </a:solidFill>
                    <a:latin typeface="原稿用標準書体" panose="03000503000000000000" pitchFamily="66" charset="-128"/>
                    <a:ea typeface="原稿用標準書体" panose="03000503000000000000" pitchFamily="66" charset="-128"/>
                  </a:rPr>
                  <a:t>効果テキスト</a:t>
                </a:r>
                <a:br>
                  <a:rPr lang="en-US" altLang="ja-JP" sz="900" dirty="0">
                    <a:solidFill>
                      <a:schemeClr val="tx1">
                        <a:lumMod val="75000"/>
                        <a:lumOff val="25000"/>
                      </a:schemeClr>
                    </a:solidFill>
                    <a:latin typeface="原稿用標準書体" panose="03000503000000000000" pitchFamily="66" charset="-128"/>
                    <a:ea typeface="原稿用標準書体" panose="03000503000000000000" pitchFamily="66" charset="-128"/>
                  </a:rPr>
                </a:br>
                <a:r>
                  <a:rPr lang="ja-JP" altLang="en-US" sz="900" dirty="0">
                    <a:solidFill>
                      <a:schemeClr val="tx1">
                        <a:lumMod val="75000"/>
                        <a:lumOff val="25000"/>
                      </a:schemeClr>
                    </a:solidFill>
                    <a:latin typeface="原稿用標準書体" panose="03000503000000000000" pitchFamily="66" charset="-128"/>
                    <a:ea typeface="原稿用標準書体" panose="03000503000000000000" pitchFamily="66" charset="-128"/>
                  </a:rPr>
                  <a:t>効果テキスト</a:t>
                </a:r>
                <a:endParaRPr lang="en-US" altLang="ja-JP" sz="9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a:p>
                <a:r>
                  <a:rPr lang="ja-JP" altLang="en-US" sz="900" dirty="0">
                    <a:solidFill>
                      <a:schemeClr val="tx1">
                        <a:lumMod val="75000"/>
                        <a:lumOff val="25000"/>
                      </a:schemeClr>
                    </a:solidFill>
                    <a:latin typeface="原稿用標準書体" panose="03000503000000000000" pitchFamily="66" charset="-128"/>
                    <a:ea typeface="原稿用標準書体" panose="03000503000000000000" pitchFamily="66" charset="-128"/>
                  </a:rPr>
                  <a:t>効果テキスト</a:t>
                </a:r>
                <a:endParaRPr lang="en-US" altLang="ja-JP" sz="9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168" name="グループ化 167">
                <a:extLst>
                  <a:ext uri="{FF2B5EF4-FFF2-40B4-BE49-F238E27FC236}">
                    <a16:creationId xmlns:a16="http://schemas.microsoft.com/office/drawing/2014/main" id="{EA014A15-A26F-5FCD-3148-FE5D089A237A}"/>
                  </a:ext>
                </a:extLst>
              </p:cNvPr>
              <p:cNvGrpSpPr/>
              <p:nvPr/>
            </p:nvGrpSpPr>
            <p:grpSpPr>
              <a:xfrm>
                <a:off x="10706392" y="2769566"/>
                <a:ext cx="307601" cy="79382"/>
                <a:chOff x="10725054" y="3385387"/>
                <a:chExt cx="569131" cy="146875"/>
              </a:xfrm>
            </p:grpSpPr>
            <p:sp>
              <p:nvSpPr>
                <p:cNvPr id="169" name="楕円 168">
                  <a:extLst>
                    <a:ext uri="{FF2B5EF4-FFF2-40B4-BE49-F238E27FC236}">
                      <a16:creationId xmlns:a16="http://schemas.microsoft.com/office/drawing/2014/main" id="{7D6AA66F-0174-39B6-13D3-465BC18A07ED}"/>
                    </a:ext>
                  </a:extLst>
                </p:cNvPr>
                <p:cNvSpPr/>
                <p:nvPr/>
              </p:nvSpPr>
              <p:spPr>
                <a:xfrm>
                  <a:off x="10725054" y="3385387"/>
                  <a:ext cx="157325" cy="146875"/>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170" name="楕円 169">
                  <a:extLst>
                    <a:ext uri="{FF2B5EF4-FFF2-40B4-BE49-F238E27FC236}">
                      <a16:creationId xmlns:a16="http://schemas.microsoft.com/office/drawing/2014/main" id="{A0374BF9-56CA-580D-666F-05FA6CA78BF4}"/>
                    </a:ext>
                  </a:extLst>
                </p:cNvPr>
                <p:cNvSpPr/>
                <p:nvPr/>
              </p:nvSpPr>
              <p:spPr>
                <a:xfrm>
                  <a:off x="10930957" y="3385387"/>
                  <a:ext cx="157325" cy="146875"/>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171" name="楕円 170">
                  <a:extLst>
                    <a:ext uri="{FF2B5EF4-FFF2-40B4-BE49-F238E27FC236}">
                      <a16:creationId xmlns:a16="http://schemas.microsoft.com/office/drawing/2014/main" id="{9C4C9C11-4322-6F37-DA85-05FE95395583}"/>
                    </a:ext>
                  </a:extLst>
                </p:cNvPr>
                <p:cNvSpPr/>
                <p:nvPr/>
              </p:nvSpPr>
              <p:spPr>
                <a:xfrm>
                  <a:off x="11136860" y="3385387"/>
                  <a:ext cx="157325" cy="146875"/>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grpSp>
      </p:grpSp>
    </p:spTree>
    <p:extLst>
      <p:ext uri="{BB962C8B-B14F-4D97-AF65-F5344CB8AC3E}">
        <p14:creationId xmlns:p14="http://schemas.microsoft.com/office/powerpoint/2010/main" val="385984440"/>
      </p:ext>
    </p:extLst>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bg>
      <p:bgPr>
        <a:gradFill>
          <a:gsLst>
            <a:gs pos="46690">
              <a:schemeClr val="accent6">
                <a:lumMod val="75000"/>
              </a:schemeClr>
            </a:gs>
            <a:gs pos="0">
              <a:schemeClr val="accent6">
                <a:lumMod val="50000"/>
              </a:schemeClr>
            </a:gs>
            <a:gs pos="23000">
              <a:schemeClr val="accent6">
                <a:lumMod val="75000"/>
              </a:schemeClr>
            </a:gs>
            <a:gs pos="69000">
              <a:schemeClr val="accent6">
                <a:lumMod val="50000"/>
              </a:schemeClr>
            </a:gs>
            <a:gs pos="97000">
              <a:schemeClr val="tx1">
                <a:lumMod val="85000"/>
                <a:lumOff val="15000"/>
              </a:schemeClr>
            </a:gs>
          </a:gsLst>
          <a:path path="circle">
            <a:fillToRect l="50000" t="50000" r="50000" b="50000"/>
          </a:path>
        </a:gradFill>
        <a:effectLst/>
      </p:bgPr>
    </p:bg>
    <p:spTree>
      <p:nvGrpSpPr>
        <p:cNvPr id="1" name="">
          <a:extLst>
            <a:ext uri="{FF2B5EF4-FFF2-40B4-BE49-F238E27FC236}">
              <a16:creationId xmlns:a16="http://schemas.microsoft.com/office/drawing/2014/main" id="{AC2D65DD-79AF-16A2-6997-FFB0AA0909B3}"/>
            </a:ext>
          </a:extLst>
        </p:cNvPr>
        <p:cNvGrpSpPr/>
        <p:nvPr/>
      </p:nvGrpSpPr>
      <p:grpSpPr>
        <a:xfrm>
          <a:off x="0" y="0"/>
          <a:ext cx="0" cy="0"/>
          <a:chOff x="0" y="0"/>
          <a:chExt cx="0" cy="0"/>
        </a:xfrm>
      </p:grpSpPr>
      <p:grpSp>
        <p:nvGrpSpPr>
          <p:cNvPr id="181" name="グループ化 180">
            <a:extLst>
              <a:ext uri="{FF2B5EF4-FFF2-40B4-BE49-F238E27FC236}">
                <a16:creationId xmlns:a16="http://schemas.microsoft.com/office/drawing/2014/main" id="{AFAC067F-C9C3-5B1A-8185-39850836D81F}"/>
              </a:ext>
            </a:extLst>
          </p:cNvPr>
          <p:cNvGrpSpPr/>
          <p:nvPr/>
        </p:nvGrpSpPr>
        <p:grpSpPr>
          <a:xfrm>
            <a:off x="9569319" y="5011901"/>
            <a:ext cx="1755710" cy="810206"/>
            <a:chOff x="9569319" y="5159829"/>
            <a:chExt cx="1755710" cy="810206"/>
          </a:xfrm>
          <a:solidFill>
            <a:schemeClr val="bg1">
              <a:lumMod val="85000"/>
              <a:alpha val="70000"/>
            </a:schemeClr>
          </a:solidFill>
        </p:grpSpPr>
        <p:sp>
          <p:nvSpPr>
            <p:cNvPr id="182" name="四角形: 角を丸くする 181">
              <a:extLst>
                <a:ext uri="{FF2B5EF4-FFF2-40B4-BE49-F238E27FC236}">
                  <a16:creationId xmlns:a16="http://schemas.microsoft.com/office/drawing/2014/main" id="{0C1779AE-FB83-65A2-C25C-97940346D75C}"/>
                </a:ext>
              </a:extLst>
            </p:cNvPr>
            <p:cNvSpPr/>
            <p:nvPr/>
          </p:nvSpPr>
          <p:spPr>
            <a:xfrm>
              <a:off x="9569319" y="5159829"/>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83" name="テキスト ボックス 182">
              <a:extLst>
                <a:ext uri="{FF2B5EF4-FFF2-40B4-BE49-F238E27FC236}">
                  <a16:creationId xmlns:a16="http://schemas.microsoft.com/office/drawing/2014/main" id="{2C470886-4F38-091B-2279-F2483EFD208E}"/>
                </a:ext>
              </a:extLst>
            </p:cNvPr>
            <p:cNvSpPr txBox="1"/>
            <p:nvPr/>
          </p:nvSpPr>
          <p:spPr>
            <a:xfrm>
              <a:off x="9738450" y="5564932"/>
              <a:ext cx="1569660" cy="369332"/>
            </a:xfrm>
            <a:prstGeom prst="rect">
              <a:avLst/>
            </a:prstGeom>
            <a:noFill/>
            <a:ln>
              <a:noFill/>
            </a:ln>
          </p:spPr>
          <p:txBody>
            <a:bodyPr wrap="none" rtlCol="0">
              <a:spAutoFit/>
            </a:bodyPr>
            <a:lstStyle/>
            <a:p>
              <a:pPr algn="r"/>
              <a:r>
                <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ルート画面へ</a:t>
              </a:r>
              <a:endParaRPr kumimoji="1" lang="en-US" altLang="ja-JP"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188" name="四角形: 角を丸くする 187">
            <a:extLst>
              <a:ext uri="{FF2B5EF4-FFF2-40B4-BE49-F238E27FC236}">
                <a16:creationId xmlns:a16="http://schemas.microsoft.com/office/drawing/2014/main" id="{BF2C2170-29C3-ADFA-256A-0E7AA2CA7B97}"/>
              </a:ext>
            </a:extLst>
          </p:cNvPr>
          <p:cNvSpPr/>
          <p:nvPr/>
        </p:nvSpPr>
        <p:spPr>
          <a:xfrm>
            <a:off x="726233" y="695130"/>
            <a:ext cx="8501744" cy="5467739"/>
          </a:xfrm>
          <a:prstGeom prst="roundRect">
            <a:avLst>
              <a:gd name="adj" fmla="val 6428"/>
            </a:avLst>
          </a:prstGeom>
          <a:solidFill>
            <a:schemeClr val="accent6">
              <a:lumMod val="60000"/>
              <a:lumOff val="40000"/>
              <a:alpha val="8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9" name="グループ化 8">
            <a:extLst>
              <a:ext uri="{FF2B5EF4-FFF2-40B4-BE49-F238E27FC236}">
                <a16:creationId xmlns:a16="http://schemas.microsoft.com/office/drawing/2014/main" id="{862E6315-2322-75F1-1EEB-0DBEBDA3D3AB}"/>
              </a:ext>
            </a:extLst>
          </p:cNvPr>
          <p:cNvGrpSpPr/>
          <p:nvPr/>
        </p:nvGrpSpPr>
        <p:grpSpPr>
          <a:xfrm>
            <a:off x="9569319" y="2385076"/>
            <a:ext cx="1755710" cy="810206"/>
            <a:chOff x="9569319" y="887965"/>
            <a:chExt cx="1755710" cy="810206"/>
          </a:xfrm>
        </p:grpSpPr>
        <p:sp>
          <p:nvSpPr>
            <p:cNvPr id="10" name="四角形: 角を丸くする 9">
              <a:extLst>
                <a:ext uri="{FF2B5EF4-FFF2-40B4-BE49-F238E27FC236}">
                  <a16:creationId xmlns:a16="http://schemas.microsoft.com/office/drawing/2014/main" id="{A72A1A4D-BC49-A156-B1C2-182934296A34}"/>
                </a:ext>
              </a:extLst>
            </p:cNvPr>
            <p:cNvSpPr/>
            <p:nvPr/>
          </p:nvSpPr>
          <p:spPr>
            <a:xfrm>
              <a:off x="9569319" y="887965"/>
              <a:ext cx="1755710" cy="810206"/>
            </a:xfrm>
            <a:prstGeom prst="roundRect">
              <a:avLst>
                <a:gd name="adj" fmla="val 6428"/>
              </a:avLst>
            </a:prstGeom>
            <a:solidFill>
              <a:schemeClr val="tx1">
                <a:lumMod val="75000"/>
                <a:lumOff val="25000"/>
                <a:alpha val="80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1" name="テキスト ボックス 10">
              <a:extLst>
                <a:ext uri="{FF2B5EF4-FFF2-40B4-BE49-F238E27FC236}">
                  <a16:creationId xmlns:a16="http://schemas.microsoft.com/office/drawing/2014/main" id="{60CBD610-8B99-5D4E-CE65-940243F98F91}"/>
                </a:ext>
              </a:extLst>
            </p:cNvPr>
            <p:cNvSpPr txBox="1"/>
            <p:nvPr/>
          </p:nvSpPr>
          <p:spPr>
            <a:xfrm>
              <a:off x="10713075" y="1293068"/>
              <a:ext cx="595035" cy="338554"/>
            </a:xfrm>
            <a:prstGeom prst="rect">
              <a:avLst/>
            </a:prstGeom>
            <a:noFill/>
          </p:spPr>
          <p:txBody>
            <a:bodyPr wrap="none" rtlCol="0">
              <a:spAutoFit/>
            </a:bodyPr>
            <a:lstStyle/>
            <a:p>
              <a:pPr algn="r"/>
              <a:r>
                <a:rPr lang="ja-JP" altLang="en-US" sz="16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回復</a:t>
              </a:r>
              <a:endParaRPr kumimoji="1" lang="en-US" altLang="ja-JP" sz="16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3" name="グループ化 12">
            <a:extLst>
              <a:ext uri="{FF2B5EF4-FFF2-40B4-BE49-F238E27FC236}">
                <a16:creationId xmlns:a16="http://schemas.microsoft.com/office/drawing/2014/main" id="{B46FF158-1F58-B4DD-C578-D08C11C017FF}"/>
              </a:ext>
            </a:extLst>
          </p:cNvPr>
          <p:cNvGrpSpPr/>
          <p:nvPr/>
        </p:nvGrpSpPr>
        <p:grpSpPr>
          <a:xfrm>
            <a:off x="9569319" y="3698488"/>
            <a:ext cx="1755710" cy="810206"/>
            <a:chOff x="9569319" y="887965"/>
            <a:chExt cx="1755710" cy="810206"/>
          </a:xfrm>
        </p:grpSpPr>
        <p:sp>
          <p:nvSpPr>
            <p:cNvPr id="14" name="四角形: 角を丸くする 13">
              <a:extLst>
                <a:ext uri="{FF2B5EF4-FFF2-40B4-BE49-F238E27FC236}">
                  <a16:creationId xmlns:a16="http://schemas.microsoft.com/office/drawing/2014/main" id="{F23BEB5B-8BE9-D2B4-A29B-F1053C335728}"/>
                </a:ext>
              </a:extLst>
            </p:cNvPr>
            <p:cNvSpPr/>
            <p:nvPr/>
          </p:nvSpPr>
          <p:spPr>
            <a:xfrm>
              <a:off x="9569319" y="887965"/>
              <a:ext cx="1755710" cy="810206"/>
            </a:xfrm>
            <a:prstGeom prst="roundRect">
              <a:avLst>
                <a:gd name="adj" fmla="val 6428"/>
              </a:avLst>
            </a:prstGeom>
            <a:solidFill>
              <a:schemeClr val="tx1">
                <a:lumMod val="75000"/>
                <a:lumOff val="25000"/>
                <a:alpha val="8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5" name="テキスト ボックス 14">
              <a:extLst>
                <a:ext uri="{FF2B5EF4-FFF2-40B4-BE49-F238E27FC236}">
                  <a16:creationId xmlns:a16="http://schemas.microsoft.com/office/drawing/2014/main" id="{0736E9F1-0248-062E-8F85-2D01142634F4}"/>
                </a:ext>
              </a:extLst>
            </p:cNvPr>
            <p:cNvSpPr txBox="1"/>
            <p:nvPr/>
          </p:nvSpPr>
          <p:spPr>
            <a:xfrm>
              <a:off x="10507890" y="1293068"/>
              <a:ext cx="800220" cy="338554"/>
            </a:xfrm>
            <a:prstGeom prst="rect">
              <a:avLst/>
            </a:prstGeom>
            <a:noFill/>
          </p:spPr>
          <p:txBody>
            <a:bodyPr wrap="none" rtlCol="0">
              <a:spAutoFit/>
            </a:bodyPr>
            <a:lstStyle/>
            <a:p>
              <a:pPr algn="r"/>
              <a:r>
                <a:rPr lang="ja-JP" altLang="en-US" sz="16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a:t>
              </a:r>
              <a:endParaRPr kumimoji="1" lang="en-US" altLang="ja-JP" sz="16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pic>
        <p:nvPicPr>
          <p:cNvPr id="16" name="図 15" descr="アイコン&#10;&#10;AI 生成コンテンツは誤りを含む可能性があります。">
            <a:extLst>
              <a:ext uri="{FF2B5EF4-FFF2-40B4-BE49-F238E27FC236}">
                <a16:creationId xmlns:a16="http://schemas.microsoft.com/office/drawing/2014/main" id="{4479CC05-4B0C-4293-BF10-78A3E697FD5C}"/>
              </a:ext>
            </a:extLst>
          </p:cNvPr>
          <p:cNvPicPr>
            <a:picLocks noChangeAspect="1"/>
          </p:cNvPicPr>
          <p:nvPr/>
        </p:nvPicPr>
        <p:blipFill>
          <a:blip r:embed="rId3">
            <a:lum bright="70000" contrast="-70000"/>
            <a:extLst>
              <a:ext uri="{28A0092B-C50C-407E-A947-70E740481C1C}">
                <a14:useLocalDpi xmlns:a14="http://schemas.microsoft.com/office/drawing/2010/main" val="0"/>
              </a:ext>
            </a:extLst>
          </a:blip>
          <a:stretch>
            <a:fillRect/>
          </a:stretch>
        </p:blipFill>
        <p:spPr>
          <a:xfrm>
            <a:off x="9711869" y="3705941"/>
            <a:ext cx="810206" cy="810206"/>
          </a:xfrm>
          <a:prstGeom prst="rect">
            <a:avLst/>
          </a:prstGeom>
        </p:spPr>
      </p:pic>
      <p:pic>
        <p:nvPicPr>
          <p:cNvPr id="17" name="図 16">
            <a:extLst>
              <a:ext uri="{FF2B5EF4-FFF2-40B4-BE49-F238E27FC236}">
                <a16:creationId xmlns:a16="http://schemas.microsoft.com/office/drawing/2014/main" id="{803C88ED-5F1B-FDDE-B688-7DBE81BA4857}"/>
              </a:ext>
            </a:extLst>
          </p:cNvPr>
          <p:cNvPicPr>
            <a:picLocks noChangeAspect="1"/>
          </p:cNvPicPr>
          <p:nvPr/>
        </p:nvPicPr>
        <p:blipFill>
          <a:blip r:embed="rId4">
            <a:lum bright="70000" contrast="-70000"/>
            <a:extLst>
              <a:ext uri="{28A0092B-C50C-407E-A947-70E740481C1C}">
                <a14:useLocalDpi xmlns:a14="http://schemas.microsoft.com/office/drawing/2010/main" val="0"/>
              </a:ext>
            </a:extLst>
          </a:blip>
          <a:srcRect l="52651" t="22678" r="27395" b="50636"/>
          <a:stretch>
            <a:fillRect/>
          </a:stretch>
        </p:blipFill>
        <p:spPr>
          <a:xfrm>
            <a:off x="9855544" y="2567145"/>
            <a:ext cx="524800" cy="486373"/>
          </a:xfrm>
          <a:prstGeom prst="rect">
            <a:avLst/>
          </a:prstGeom>
        </p:spPr>
      </p:pic>
      <p:grpSp>
        <p:nvGrpSpPr>
          <p:cNvPr id="6" name="グループ化 5">
            <a:extLst>
              <a:ext uri="{FF2B5EF4-FFF2-40B4-BE49-F238E27FC236}">
                <a16:creationId xmlns:a16="http://schemas.microsoft.com/office/drawing/2014/main" id="{3D221FDF-4DB5-993D-6A17-166ED5360AF7}"/>
              </a:ext>
            </a:extLst>
          </p:cNvPr>
          <p:cNvGrpSpPr/>
          <p:nvPr/>
        </p:nvGrpSpPr>
        <p:grpSpPr>
          <a:xfrm>
            <a:off x="9568849" y="1115022"/>
            <a:ext cx="1755710" cy="810206"/>
            <a:chOff x="9569319" y="887965"/>
            <a:chExt cx="1755710" cy="810206"/>
          </a:xfrm>
        </p:grpSpPr>
        <p:sp>
          <p:nvSpPr>
            <p:cNvPr id="12" name="四角形: 角を丸くする 11">
              <a:extLst>
                <a:ext uri="{FF2B5EF4-FFF2-40B4-BE49-F238E27FC236}">
                  <a16:creationId xmlns:a16="http://schemas.microsoft.com/office/drawing/2014/main" id="{CDC984D8-6B36-8D37-6CDB-FF91A0A56576}"/>
                </a:ext>
              </a:extLst>
            </p:cNvPr>
            <p:cNvSpPr/>
            <p:nvPr/>
          </p:nvSpPr>
          <p:spPr>
            <a:xfrm>
              <a:off x="9569319" y="887965"/>
              <a:ext cx="1755710" cy="810206"/>
            </a:xfrm>
            <a:prstGeom prst="roundRect">
              <a:avLst>
                <a:gd name="adj" fmla="val 6428"/>
              </a:avLst>
            </a:prstGeom>
            <a:solidFill>
              <a:schemeClr val="tx1">
                <a:lumMod val="75000"/>
                <a:lumOff val="25000"/>
                <a:alpha val="80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8" name="テキスト ボックス 17">
              <a:extLst>
                <a:ext uri="{FF2B5EF4-FFF2-40B4-BE49-F238E27FC236}">
                  <a16:creationId xmlns:a16="http://schemas.microsoft.com/office/drawing/2014/main" id="{0A518682-E44E-D4A2-7053-8E3F4B056689}"/>
                </a:ext>
              </a:extLst>
            </p:cNvPr>
            <p:cNvSpPr txBox="1"/>
            <p:nvPr/>
          </p:nvSpPr>
          <p:spPr>
            <a:xfrm>
              <a:off x="10713075" y="1293068"/>
              <a:ext cx="595035" cy="338554"/>
            </a:xfrm>
            <a:prstGeom prst="rect">
              <a:avLst/>
            </a:prstGeom>
            <a:noFill/>
            <a:ln>
              <a:noFill/>
            </a:ln>
          </p:spPr>
          <p:txBody>
            <a:bodyPr wrap="none" rtlCol="0">
              <a:spAutoFit/>
            </a:bodyPr>
            <a:lstStyle/>
            <a:p>
              <a:pPr algn="r"/>
              <a:r>
                <a:rPr lang="ja-JP" altLang="en-US" sz="16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バフ</a:t>
              </a:r>
              <a:endParaRPr kumimoji="1" lang="en-US" altLang="ja-JP" sz="16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19" name="矢印: 下 18">
            <a:extLst>
              <a:ext uri="{FF2B5EF4-FFF2-40B4-BE49-F238E27FC236}">
                <a16:creationId xmlns:a16="http://schemas.microsoft.com/office/drawing/2014/main" id="{225FC4CD-30BA-1E43-453C-273132EE7192}"/>
              </a:ext>
            </a:extLst>
          </p:cNvPr>
          <p:cNvSpPr/>
          <p:nvPr/>
        </p:nvSpPr>
        <p:spPr>
          <a:xfrm flipV="1">
            <a:off x="9966747" y="1295783"/>
            <a:ext cx="324024" cy="423737"/>
          </a:xfrm>
          <a:prstGeom prst="downArrow">
            <a:avLst/>
          </a:prstGeom>
          <a:solidFill>
            <a:schemeClr val="bg1">
              <a:lumMod val="95000"/>
            </a:schemeClr>
          </a:solidFill>
          <a:ln w="9525">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26" name="グループ化 25">
            <a:extLst>
              <a:ext uri="{FF2B5EF4-FFF2-40B4-BE49-F238E27FC236}">
                <a16:creationId xmlns:a16="http://schemas.microsoft.com/office/drawing/2014/main" id="{27E4D0CC-301F-76E2-7B5E-CC11AC4F0ABC}"/>
              </a:ext>
            </a:extLst>
          </p:cNvPr>
          <p:cNvGrpSpPr/>
          <p:nvPr/>
        </p:nvGrpSpPr>
        <p:grpSpPr>
          <a:xfrm>
            <a:off x="7047321" y="5091762"/>
            <a:ext cx="1755710" cy="845242"/>
            <a:chOff x="7173189" y="5091762"/>
            <a:chExt cx="1755710" cy="845242"/>
          </a:xfrm>
        </p:grpSpPr>
        <p:grpSp>
          <p:nvGrpSpPr>
            <p:cNvPr id="20" name="グループ化 19">
              <a:extLst>
                <a:ext uri="{FF2B5EF4-FFF2-40B4-BE49-F238E27FC236}">
                  <a16:creationId xmlns:a16="http://schemas.microsoft.com/office/drawing/2014/main" id="{CC24EE42-29DE-61AD-83E0-630CC968AAA7}"/>
                </a:ext>
              </a:extLst>
            </p:cNvPr>
            <p:cNvGrpSpPr/>
            <p:nvPr/>
          </p:nvGrpSpPr>
          <p:grpSpPr>
            <a:xfrm>
              <a:off x="7173189" y="5091762"/>
              <a:ext cx="1755710" cy="810206"/>
              <a:chOff x="9569319" y="5150498"/>
              <a:chExt cx="1755710" cy="810206"/>
            </a:xfrm>
            <a:solidFill>
              <a:schemeClr val="bg1">
                <a:lumMod val="85000"/>
                <a:alpha val="70000"/>
              </a:schemeClr>
            </a:solidFill>
          </p:grpSpPr>
          <p:sp>
            <p:nvSpPr>
              <p:cNvPr id="21" name="四角形: 角を丸くする 20">
                <a:extLst>
                  <a:ext uri="{FF2B5EF4-FFF2-40B4-BE49-F238E27FC236}">
                    <a16:creationId xmlns:a16="http://schemas.microsoft.com/office/drawing/2014/main" id="{BC795042-7867-6F72-729B-C70A5DC2D05D}"/>
                  </a:ext>
                </a:extLst>
              </p:cNvPr>
              <p:cNvSpPr/>
              <p:nvPr/>
            </p:nvSpPr>
            <p:spPr>
              <a:xfrm>
                <a:off x="9569319" y="5150498"/>
                <a:ext cx="1755710" cy="810206"/>
              </a:xfrm>
              <a:prstGeom prst="roundRect">
                <a:avLst>
                  <a:gd name="adj" fmla="val 50000"/>
                </a:avLst>
              </a:prstGeom>
              <a:solidFill>
                <a:schemeClr val="tx1">
                  <a:lumMod val="75000"/>
                  <a:lumOff val="25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22" name="テキスト ボックス 21">
                <a:extLst>
                  <a:ext uri="{FF2B5EF4-FFF2-40B4-BE49-F238E27FC236}">
                    <a16:creationId xmlns:a16="http://schemas.microsoft.com/office/drawing/2014/main" id="{A0093E4B-8FF7-757E-C7B7-5C3A9612B1FE}"/>
                  </a:ext>
                </a:extLst>
              </p:cNvPr>
              <p:cNvSpPr txBox="1"/>
              <p:nvPr/>
            </p:nvSpPr>
            <p:spPr>
              <a:xfrm>
                <a:off x="9841929" y="5221639"/>
                <a:ext cx="1210588" cy="338554"/>
              </a:xfrm>
              <a:prstGeom prst="rect">
                <a:avLst/>
              </a:prstGeom>
              <a:noFill/>
              <a:ln>
                <a:noFill/>
              </a:ln>
            </p:spPr>
            <p:txBody>
              <a:bodyPr wrap="none" rtlCol="0">
                <a:spAutoFit/>
              </a:bodyPr>
              <a:lstStyle/>
              <a:p>
                <a:pPr algn="ctr"/>
                <a:r>
                  <a:rPr lang="ja-JP" altLang="en-US" sz="16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キャラ詳細</a:t>
                </a:r>
                <a:endParaRPr kumimoji="1" lang="en-US" altLang="ja-JP" sz="16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23" name="グループ化 22">
              <a:extLst>
                <a:ext uri="{FF2B5EF4-FFF2-40B4-BE49-F238E27FC236}">
                  <a16:creationId xmlns:a16="http://schemas.microsoft.com/office/drawing/2014/main" id="{FE8FD19C-FD15-523C-8013-82A21AB4F54B}"/>
                </a:ext>
              </a:extLst>
            </p:cNvPr>
            <p:cNvGrpSpPr/>
            <p:nvPr/>
          </p:nvGrpSpPr>
          <p:grpSpPr>
            <a:xfrm>
              <a:off x="7871972" y="5410128"/>
              <a:ext cx="371588" cy="526876"/>
              <a:chOff x="8812481" y="694218"/>
              <a:chExt cx="1470606" cy="1692464"/>
            </a:xfrm>
            <a:effectLst/>
          </p:grpSpPr>
          <p:pic>
            <p:nvPicPr>
              <p:cNvPr id="24" name="図 23">
                <a:extLst>
                  <a:ext uri="{FF2B5EF4-FFF2-40B4-BE49-F238E27FC236}">
                    <a16:creationId xmlns:a16="http://schemas.microsoft.com/office/drawing/2014/main" id="{13FA7FA6-E7DB-0188-647B-C0918976D568}"/>
                  </a:ext>
                </a:extLst>
              </p:cNvPr>
              <p:cNvPicPr>
                <a:picLocks noChangeAspect="1"/>
              </p:cNvPicPr>
              <p:nvPr/>
            </p:nvPicPr>
            <p:blipFill>
              <a:blip r:embed="rId5">
                <a:duotone>
                  <a:prstClr val="black"/>
                  <a:schemeClr val="accent2">
                    <a:tint val="45000"/>
                    <a:satMod val="400000"/>
                  </a:schemeClr>
                </a:duotone>
                <a:extLst>
                  <a:ext uri="{28A0092B-C50C-407E-A947-70E740481C1C}">
                    <a14:useLocalDpi xmlns:a14="http://schemas.microsoft.com/office/drawing/2010/main" val="0"/>
                  </a:ext>
                </a:extLst>
              </a:blip>
              <a:stretch>
                <a:fillRect/>
              </a:stretch>
            </p:blipFill>
            <p:spPr>
              <a:xfrm rot="13959555">
                <a:off x="8830608" y="676091"/>
                <a:ext cx="1282845" cy="1319099"/>
              </a:xfrm>
              <a:prstGeom prst="rect">
                <a:avLst/>
              </a:prstGeom>
            </p:spPr>
          </p:pic>
          <p:pic>
            <p:nvPicPr>
              <p:cNvPr id="25" name="図 24">
                <a:extLst>
                  <a:ext uri="{FF2B5EF4-FFF2-40B4-BE49-F238E27FC236}">
                    <a16:creationId xmlns:a16="http://schemas.microsoft.com/office/drawing/2014/main" id="{EAADAA7F-C5E6-C809-917B-EA0E7E45D146}"/>
                  </a:ext>
                </a:extLst>
              </p:cNvPr>
              <p:cNvPicPr>
                <a:picLocks noChangeAspect="1"/>
              </p:cNvPicPr>
              <p:nvPr/>
            </p:nvPicPr>
            <p:blipFill>
              <a:blip r:embed="rId5">
                <a:duotone>
                  <a:prstClr val="black"/>
                  <a:schemeClr val="accent2">
                    <a:tint val="45000"/>
                    <a:satMod val="400000"/>
                  </a:schemeClr>
                </a:duotone>
                <a:extLst>
                  <a:ext uri="{28A0092B-C50C-407E-A947-70E740481C1C}">
                    <a14:useLocalDpi xmlns:a14="http://schemas.microsoft.com/office/drawing/2010/main" val="0"/>
                  </a:ext>
                </a:extLst>
              </a:blip>
              <a:stretch>
                <a:fillRect/>
              </a:stretch>
            </p:blipFill>
            <p:spPr>
              <a:xfrm rot="13959555" flipH="1" flipV="1">
                <a:off x="8982115" y="1085710"/>
                <a:ext cx="1282845" cy="1319099"/>
              </a:xfrm>
              <a:prstGeom prst="rect">
                <a:avLst/>
              </a:prstGeom>
            </p:spPr>
          </p:pic>
        </p:grpSp>
      </p:grpSp>
      <p:grpSp>
        <p:nvGrpSpPr>
          <p:cNvPr id="165" name="グループ化 164">
            <a:extLst>
              <a:ext uri="{FF2B5EF4-FFF2-40B4-BE49-F238E27FC236}">
                <a16:creationId xmlns:a16="http://schemas.microsoft.com/office/drawing/2014/main" id="{23262A16-80FC-3353-9EC8-F808511C09A2}"/>
              </a:ext>
            </a:extLst>
          </p:cNvPr>
          <p:cNvGrpSpPr/>
          <p:nvPr/>
        </p:nvGrpSpPr>
        <p:grpSpPr>
          <a:xfrm>
            <a:off x="1369744" y="3938662"/>
            <a:ext cx="5304520" cy="1960655"/>
            <a:chOff x="1500605" y="3817359"/>
            <a:chExt cx="5304520" cy="1960655"/>
          </a:xfrm>
        </p:grpSpPr>
        <p:grpSp>
          <p:nvGrpSpPr>
            <p:cNvPr id="28" name="グループ化 27">
              <a:extLst>
                <a:ext uri="{FF2B5EF4-FFF2-40B4-BE49-F238E27FC236}">
                  <a16:creationId xmlns:a16="http://schemas.microsoft.com/office/drawing/2014/main" id="{970AC042-8A56-EAB6-4A36-EBE20BB771A5}"/>
                </a:ext>
              </a:extLst>
            </p:cNvPr>
            <p:cNvGrpSpPr/>
            <p:nvPr/>
          </p:nvGrpSpPr>
          <p:grpSpPr>
            <a:xfrm>
              <a:off x="1503173" y="3817359"/>
              <a:ext cx="5301952" cy="1230022"/>
              <a:chOff x="922576" y="2450171"/>
              <a:chExt cx="5301952" cy="1309138"/>
            </a:xfrm>
            <a:solidFill>
              <a:schemeClr val="bg1">
                <a:lumMod val="85000"/>
                <a:alpha val="85000"/>
              </a:schemeClr>
            </a:solidFill>
          </p:grpSpPr>
          <p:sp>
            <p:nvSpPr>
              <p:cNvPr id="30" name="四角形: 角を丸くする 29">
                <a:extLst>
                  <a:ext uri="{FF2B5EF4-FFF2-40B4-BE49-F238E27FC236}">
                    <a16:creationId xmlns:a16="http://schemas.microsoft.com/office/drawing/2014/main" id="{10FF54F1-2902-24CC-8DCF-31EEB2AF1CDA}"/>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3" name="四角形: 角を丸くする 32">
                <a:extLst>
                  <a:ext uri="{FF2B5EF4-FFF2-40B4-BE49-F238E27FC236}">
                    <a16:creationId xmlns:a16="http://schemas.microsoft.com/office/drawing/2014/main" id="{70DE13AE-9EE5-5AD9-741B-9D2C516D8ED7}"/>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4" name="四角形: 角を丸くする 33">
                <a:extLst>
                  <a:ext uri="{FF2B5EF4-FFF2-40B4-BE49-F238E27FC236}">
                    <a16:creationId xmlns:a16="http://schemas.microsoft.com/office/drawing/2014/main" id="{68930610-FB0F-D174-AB60-4DA445897419}"/>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5" name="四角形: 角を丸くする 34">
                <a:extLst>
                  <a:ext uri="{FF2B5EF4-FFF2-40B4-BE49-F238E27FC236}">
                    <a16:creationId xmlns:a16="http://schemas.microsoft.com/office/drawing/2014/main" id="{0071BE9D-D5F0-C37C-FE2A-64C7C0E45226}"/>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grpSp>
          <p:nvGrpSpPr>
            <p:cNvPr id="36" name="グループ化 35">
              <a:extLst>
                <a:ext uri="{FF2B5EF4-FFF2-40B4-BE49-F238E27FC236}">
                  <a16:creationId xmlns:a16="http://schemas.microsoft.com/office/drawing/2014/main" id="{5180F606-05BB-FA7C-8DFD-2B933AC48B51}"/>
                </a:ext>
              </a:extLst>
            </p:cNvPr>
            <p:cNvGrpSpPr/>
            <p:nvPr/>
          </p:nvGrpSpPr>
          <p:grpSpPr>
            <a:xfrm>
              <a:off x="1500605" y="5142106"/>
              <a:ext cx="5301952" cy="635908"/>
              <a:chOff x="922576" y="2450171"/>
              <a:chExt cx="5301952" cy="1309138"/>
            </a:xfrm>
            <a:solidFill>
              <a:schemeClr val="bg1">
                <a:lumMod val="85000"/>
                <a:alpha val="85000"/>
              </a:schemeClr>
            </a:solidFill>
          </p:grpSpPr>
          <p:sp>
            <p:nvSpPr>
              <p:cNvPr id="44" name="四角形: 角を丸くする 43">
                <a:extLst>
                  <a:ext uri="{FF2B5EF4-FFF2-40B4-BE49-F238E27FC236}">
                    <a16:creationId xmlns:a16="http://schemas.microsoft.com/office/drawing/2014/main" id="{4D784E37-04A1-2E40-BA6A-879B65C2377B}"/>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6" name="四角形: 角を丸くする 55">
                <a:extLst>
                  <a:ext uri="{FF2B5EF4-FFF2-40B4-BE49-F238E27FC236}">
                    <a16:creationId xmlns:a16="http://schemas.microsoft.com/office/drawing/2014/main" id="{51780A88-9FA4-BB31-7BE0-59FE29E83AC5}"/>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9" name="四角形: 角を丸くする 58">
                <a:extLst>
                  <a:ext uri="{FF2B5EF4-FFF2-40B4-BE49-F238E27FC236}">
                    <a16:creationId xmlns:a16="http://schemas.microsoft.com/office/drawing/2014/main" id="{6BE9DEF8-EEEA-0543-6D2B-B942E961D1A9}"/>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28" name="四角形: 角を丸くする 127">
                <a:extLst>
                  <a:ext uri="{FF2B5EF4-FFF2-40B4-BE49-F238E27FC236}">
                    <a16:creationId xmlns:a16="http://schemas.microsoft.com/office/drawing/2014/main" id="{9114F6CC-B8D2-5C3F-1245-A1EAE599F1FF}"/>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129" name="テキスト ボックス 128">
              <a:extLst>
                <a:ext uri="{FF2B5EF4-FFF2-40B4-BE49-F238E27FC236}">
                  <a16:creationId xmlns:a16="http://schemas.microsoft.com/office/drawing/2014/main" id="{97AB0D33-4B70-38BF-3667-7641495E094D}"/>
                </a:ext>
              </a:extLst>
            </p:cNvPr>
            <p:cNvSpPr txBox="1"/>
            <p:nvPr/>
          </p:nvSpPr>
          <p:spPr>
            <a:xfrm>
              <a:off x="1776604" y="5260277"/>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130" name="テキスト ボックス 129">
              <a:extLst>
                <a:ext uri="{FF2B5EF4-FFF2-40B4-BE49-F238E27FC236}">
                  <a16:creationId xmlns:a16="http://schemas.microsoft.com/office/drawing/2014/main" id="{4D4741E9-92B3-DA05-63B1-EF0E9F31C037}"/>
                </a:ext>
              </a:extLst>
            </p:cNvPr>
            <p:cNvSpPr txBox="1"/>
            <p:nvPr/>
          </p:nvSpPr>
          <p:spPr>
            <a:xfrm>
              <a:off x="3132653" y="5260277"/>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131" name="テキスト ボックス 130">
              <a:extLst>
                <a:ext uri="{FF2B5EF4-FFF2-40B4-BE49-F238E27FC236}">
                  <a16:creationId xmlns:a16="http://schemas.microsoft.com/office/drawing/2014/main" id="{6533094F-AC3D-D688-C4DA-D28CA2453A55}"/>
                </a:ext>
              </a:extLst>
            </p:cNvPr>
            <p:cNvSpPr txBox="1"/>
            <p:nvPr/>
          </p:nvSpPr>
          <p:spPr>
            <a:xfrm>
              <a:off x="4488702" y="5260277"/>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132" name="グループ化 131">
              <a:extLst>
                <a:ext uri="{FF2B5EF4-FFF2-40B4-BE49-F238E27FC236}">
                  <a16:creationId xmlns:a16="http://schemas.microsoft.com/office/drawing/2014/main" id="{94F2A53A-C677-303B-BC71-8F271E24CC35}"/>
                </a:ext>
              </a:extLst>
            </p:cNvPr>
            <p:cNvGrpSpPr/>
            <p:nvPr/>
          </p:nvGrpSpPr>
          <p:grpSpPr>
            <a:xfrm>
              <a:off x="1609212" y="4261167"/>
              <a:ext cx="4637566" cy="400110"/>
              <a:chOff x="1039849" y="2766548"/>
              <a:chExt cx="4637566" cy="400110"/>
            </a:xfrm>
          </p:grpSpPr>
          <p:sp>
            <p:nvSpPr>
              <p:cNvPr id="133" name="テキスト ボックス 132">
                <a:extLst>
                  <a:ext uri="{FF2B5EF4-FFF2-40B4-BE49-F238E27FC236}">
                    <a16:creationId xmlns:a16="http://schemas.microsoft.com/office/drawing/2014/main" id="{F98FDD84-A7AE-4DD7-07D5-A6A5D1B55383}"/>
                  </a:ext>
                </a:extLst>
              </p:cNvPr>
              <p:cNvSpPr txBox="1"/>
              <p:nvPr/>
            </p:nvSpPr>
            <p:spPr>
              <a:xfrm>
                <a:off x="1039849" y="2766548"/>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134" name="テキスト ボックス 133">
                <a:extLst>
                  <a:ext uri="{FF2B5EF4-FFF2-40B4-BE49-F238E27FC236}">
                    <a16:creationId xmlns:a16="http://schemas.microsoft.com/office/drawing/2014/main" id="{28C41258-6367-D781-37AB-8EA8D2A12597}"/>
                  </a:ext>
                </a:extLst>
              </p:cNvPr>
              <p:cNvSpPr txBox="1"/>
              <p:nvPr/>
            </p:nvSpPr>
            <p:spPr>
              <a:xfrm>
                <a:off x="2395898" y="2766548"/>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sp>
            <p:nvSpPr>
              <p:cNvPr id="135" name="テキスト ボックス 134">
                <a:extLst>
                  <a:ext uri="{FF2B5EF4-FFF2-40B4-BE49-F238E27FC236}">
                    <a16:creationId xmlns:a16="http://schemas.microsoft.com/office/drawing/2014/main" id="{F0567CE4-2170-E30D-6836-BFDD65307F02}"/>
                  </a:ext>
                </a:extLst>
              </p:cNvPr>
              <p:cNvSpPr txBox="1"/>
              <p:nvPr/>
            </p:nvSpPr>
            <p:spPr>
              <a:xfrm>
                <a:off x="3751947" y="2766548"/>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sp>
            <p:nvSpPr>
              <p:cNvPr id="136" name="テキスト ボックス 135">
                <a:extLst>
                  <a:ext uri="{FF2B5EF4-FFF2-40B4-BE49-F238E27FC236}">
                    <a16:creationId xmlns:a16="http://schemas.microsoft.com/office/drawing/2014/main" id="{5B6BFAA1-1B04-1F71-8A1D-E6992C1BB295}"/>
                  </a:ext>
                </a:extLst>
              </p:cNvPr>
              <p:cNvSpPr txBox="1"/>
              <p:nvPr/>
            </p:nvSpPr>
            <p:spPr>
              <a:xfrm>
                <a:off x="5492684" y="2766548"/>
                <a:ext cx="184731" cy="400110"/>
              </a:xfrm>
              <a:prstGeom prst="rect">
                <a:avLst/>
              </a:prstGeom>
              <a:noFill/>
            </p:spPr>
            <p:txBody>
              <a:bodyPr wrap="none" rtlCol="0">
                <a:spAutoFit/>
              </a:bodyPr>
              <a:lstStyle/>
              <a:p>
                <a:pPr algn="ctr"/>
                <a:endPar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grpSp>
      <p:grpSp>
        <p:nvGrpSpPr>
          <p:cNvPr id="164" name="グループ化 163">
            <a:extLst>
              <a:ext uri="{FF2B5EF4-FFF2-40B4-BE49-F238E27FC236}">
                <a16:creationId xmlns:a16="http://schemas.microsoft.com/office/drawing/2014/main" id="{15CD1CD4-6F9D-C70D-2464-35BF09C7DEB7}"/>
              </a:ext>
            </a:extLst>
          </p:cNvPr>
          <p:cNvGrpSpPr/>
          <p:nvPr/>
        </p:nvGrpSpPr>
        <p:grpSpPr>
          <a:xfrm>
            <a:off x="1369744" y="1408122"/>
            <a:ext cx="5304520" cy="1951324"/>
            <a:chOff x="1631605" y="1313140"/>
            <a:chExt cx="5304520" cy="1951324"/>
          </a:xfrm>
        </p:grpSpPr>
        <p:sp>
          <p:nvSpPr>
            <p:cNvPr id="141" name="四角形: 角を丸くする 140">
              <a:extLst>
                <a:ext uri="{FF2B5EF4-FFF2-40B4-BE49-F238E27FC236}">
                  <a16:creationId xmlns:a16="http://schemas.microsoft.com/office/drawing/2014/main" id="{95022319-863D-3E91-46FC-FC68BF46E534}"/>
                </a:ext>
              </a:extLst>
            </p:cNvPr>
            <p:cNvSpPr/>
            <p:nvPr/>
          </p:nvSpPr>
          <p:spPr>
            <a:xfrm>
              <a:off x="1634173" y="1313140"/>
              <a:ext cx="1233805" cy="1230022"/>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42" name="四角形: 角を丸くする 141">
              <a:extLst>
                <a:ext uri="{FF2B5EF4-FFF2-40B4-BE49-F238E27FC236}">
                  <a16:creationId xmlns:a16="http://schemas.microsoft.com/office/drawing/2014/main" id="{5C4C541B-1992-7FE4-1A19-EB00AD0DDA42}"/>
                </a:ext>
              </a:extLst>
            </p:cNvPr>
            <p:cNvSpPr/>
            <p:nvPr/>
          </p:nvSpPr>
          <p:spPr>
            <a:xfrm>
              <a:off x="2990222" y="1313140"/>
              <a:ext cx="1233805" cy="1230022"/>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43" name="四角形: 角を丸くする 142">
              <a:extLst>
                <a:ext uri="{FF2B5EF4-FFF2-40B4-BE49-F238E27FC236}">
                  <a16:creationId xmlns:a16="http://schemas.microsoft.com/office/drawing/2014/main" id="{8F786575-1B10-FEA4-CC6A-2D35DA130609}"/>
                </a:ext>
              </a:extLst>
            </p:cNvPr>
            <p:cNvSpPr/>
            <p:nvPr/>
          </p:nvSpPr>
          <p:spPr>
            <a:xfrm>
              <a:off x="4346271" y="1313140"/>
              <a:ext cx="1233805" cy="1230022"/>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44" name="四角形: 角を丸くする 143">
              <a:extLst>
                <a:ext uri="{FF2B5EF4-FFF2-40B4-BE49-F238E27FC236}">
                  <a16:creationId xmlns:a16="http://schemas.microsoft.com/office/drawing/2014/main" id="{0A1B9B08-1544-0E41-85BF-4BCEEB8963F7}"/>
                </a:ext>
              </a:extLst>
            </p:cNvPr>
            <p:cNvSpPr/>
            <p:nvPr/>
          </p:nvSpPr>
          <p:spPr>
            <a:xfrm>
              <a:off x="5702320" y="1313140"/>
              <a:ext cx="1233805" cy="1230022"/>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145" name="グループ化 144">
              <a:extLst>
                <a:ext uri="{FF2B5EF4-FFF2-40B4-BE49-F238E27FC236}">
                  <a16:creationId xmlns:a16="http://schemas.microsoft.com/office/drawing/2014/main" id="{91D098AC-A08D-335E-4BBE-F93163D23F23}"/>
                </a:ext>
              </a:extLst>
            </p:cNvPr>
            <p:cNvGrpSpPr/>
            <p:nvPr/>
          </p:nvGrpSpPr>
          <p:grpSpPr>
            <a:xfrm>
              <a:off x="1631605" y="2628556"/>
              <a:ext cx="5301952" cy="635908"/>
              <a:chOff x="922576" y="2450171"/>
              <a:chExt cx="5301952" cy="1309138"/>
            </a:xfrm>
            <a:solidFill>
              <a:schemeClr val="tx1">
                <a:lumMod val="75000"/>
                <a:lumOff val="25000"/>
                <a:alpha val="85000"/>
              </a:schemeClr>
            </a:solidFill>
          </p:grpSpPr>
          <p:sp>
            <p:nvSpPr>
              <p:cNvPr id="146" name="四角形: 角を丸くする 145">
                <a:extLst>
                  <a:ext uri="{FF2B5EF4-FFF2-40B4-BE49-F238E27FC236}">
                    <a16:creationId xmlns:a16="http://schemas.microsoft.com/office/drawing/2014/main" id="{21983932-A1F2-9445-18B5-E07E1B848E49}"/>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47" name="四角形: 角を丸くする 146">
                <a:extLst>
                  <a:ext uri="{FF2B5EF4-FFF2-40B4-BE49-F238E27FC236}">
                    <a16:creationId xmlns:a16="http://schemas.microsoft.com/office/drawing/2014/main" id="{FF09F2AD-5A1E-65F1-E627-9D4D8959CE02}"/>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48" name="四角形: 角を丸くする 147">
                <a:extLst>
                  <a:ext uri="{FF2B5EF4-FFF2-40B4-BE49-F238E27FC236}">
                    <a16:creationId xmlns:a16="http://schemas.microsoft.com/office/drawing/2014/main" id="{EAEB23A0-6DFE-30DC-EFD5-27CE4B342BD6}"/>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49" name="四角形: 角を丸くする 148">
                <a:extLst>
                  <a:ext uri="{FF2B5EF4-FFF2-40B4-BE49-F238E27FC236}">
                    <a16:creationId xmlns:a16="http://schemas.microsoft.com/office/drawing/2014/main" id="{F5DA6DB8-5F16-AB0F-37D4-298444DA70B1}"/>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150" name="グループ化 149">
              <a:extLst>
                <a:ext uri="{FF2B5EF4-FFF2-40B4-BE49-F238E27FC236}">
                  <a16:creationId xmlns:a16="http://schemas.microsoft.com/office/drawing/2014/main" id="{D4C85327-AB0D-9338-57AD-F4514A10ACE9}"/>
                </a:ext>
              </a:extLst>
            </p:cNvPr>
            <p:cNvGrpSpPr/>
            <p:nvPr/>
          </p:nvGrpSpPr>
          <p:grpSpPr>
            <a:xfrm>
              <a:off x="1907604" y="2753123"/>
              <a:ext cx="3409725" cy="400110"/>
              <a:chOff x="1168089" y="2766548"/>
              <a:chExt cx="3409725" cy="400110"/>
            </a:xfrm>
          </p:grpSpPr>
          <p:sp>
            <p:nvSpPr>
              <p:cNvPr id="151" name="テキスト ボックス 150">
                <a:extLst>
                  <a:ext uri="{FF2B5EF4-FFF2-40B4-BE49-F238E27FC236}">
                    <a16:creationId xmlns:a16="http://schemas.microsoft.com/office/drawing/2014/main" id="{549FA844-2B24-4483-647A-C8D8FC2C1BE0}"/>
                  </a:ext>
                </a:extLst>
              </p:cNvPr>
              <p:cNvSpPr txBox="1"/>
              <p:nvPr/>
            </p:nvSpPr>
            <p:spPr>
              <a:xfrm>
                <a:off x="1168089"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52" name="テキスト ボックス 151">
                <a:extLst>
                  <a:ext uri="{FF2B5EF4-FFF2-40B4-BE49-F238E27FC236}">
                    <a16:creationId xmlns:a16="http://schemas.microsoft.com/office/drawing/2014/main" id="{46E66A68-670B-F52C-08C0-BB2337AACDAA}"/>
                  </a:ext>
                </a:extLst>
              </p:cNvPr>
              <p:cNvSpPr txBox="1"/>
              <p:nvPr/>
            </p:nvSpPr>
            <p:spPr>
              <a:xfrm>
                <a:off x="2524138"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53" name="テキスト ボックス 152">
                <a:extLst>
                  <a:ext uri="{FF2B5EF4-FFF2-40B4-BE49-F238E27FC236}">
                    <a16:creationId xmlns:a16="http://schemas.microsoft.com/office/drawing/2014/main" id="{80EC483A-28A0-E48F-3F3B-F43E4A70B2CA}"/>
                  </a:ext>
                </a:extLst>
              </p:cNvPr>
              <p:cNvSpPr txBox="1"/>
              <p:nvPr/>
            </p:nvSpPr>
            <p:spPr>
              <a:xfrm>
                <a:off x="3880187"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155" name="グループ化 154">
              <a:extLst>
                <a:ext uri="{FF2B5EF4-FFF2-40B4-BE49-F238E27FC236}">
                  <a16:creationId xmlns:a16="http://schemas.microsoft.com/office/drawing/2014/main" id="{A4832618-69D0-849F-288E-1DCFB7089DDE}"/>
                </a:ext>
              </a:extLst>
            </p:cNvPr>
            <p:cNvGrpSpPr/>
            <p:nvPr/>
          </p:nvGrpSpPr>
          <p:grpSpPr>
            <a:xfrm>
              <a:off x="1774022" y="1708470"/>
              <a:ext cx="4637566" cy="400110"/>
              <a:chOff x="1039849" y="2766548"/>
              <a:chExt cx="4637566" cy="400110"/>
            </a:xfrm>
          </p:grpSpPr>
          <p:sp>
            <p:nvSpPr>
              <p:cNvPr id="156" name="テキスト ボックス 155">
                <a:extLst>
                  <a:ext uri="{FF2B5EF4-FFF2-40B4-BE49-F238E27FC236}">
                    <a16:creationId xmlns:a16="http://schemas.microsoft.com/office/drawing/2014/main" id="{E7221088-B54C-EE61-263B-8D2E185D286A}"/>
                  </a:ext>
                </a:extLst>
              </p:cNvPr>
              <p:cNvSpPr txBox="1"/>
              <p:nvPr/>
            </p:nvSpPr>
            <p:spPr>
              <a:xfrm>
                <a:off x="1039849"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57" name="テキスト ボックス 156">
                <a:extLst>
                  <a:ext uri="{FF2B5EF4-FFF2-40B4-BE49-F238E27FC236}">
                    <a16:creationId xmlns:a16="http://schemas.microsoft.com/office/drawing/2014/main" id="{C80D48BC-39D0-FDBB-86DE-79746BB8A86F}"/>
                  </a:ext>
                </a:extLst>
              </p:cNvPr>
              <p:cNvSpPr txBox="1"/>
              <p:nvPr/>
            </p:nvSpPr>
            <p:spPr>
              <a:xfrm>
                <a:off x="2395898"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sp>
            <p:nvSpPr>
              <p:cNvPr id="158" name="テキスト ボックス 157">
                <a:extLst>
                  <a:ext uri="{FF2B5EF4-FFF2-40B4-BE49-F238E27FC236}">
                    <a16:creationId xmlns:a16="http://schemas.microsoft.com/office/drawing/2014/main" id="{3288EA8A-AAF9-0C94-35C6-FF4A0D92F28B}"/>
                  </a:ext>
                </a:extLst>
              </p:cNvPr>
              <p:cNvSpPr txBox="1"/>
              <p:nvPr/>
            </p:nvSpPr>
            <p:spPr>
              <a:xfrm>
                <a:off x="3751947"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sp>
            <p:nvSpPr>
              <p:cNvPr id="159" name="テキスト ボックス 158">
                <a:extLst>
                  <a:ext uri="{FF2B5EF4-FFF2-40B4-BE49-F238E27FC236}">
                    <a16:creationId xmlns:a16="http://schemas.microsoft.com/office/drawing/2014/main" id="{5282727B-5C5B-3E4C-0EA7-FFC4359C0481}"/>
                  </a:ext>
                </a:extLst>
              </p:cNvPr>
              <p:cNvSpPr txBox="1"/>
              <p:nvPr/>
            </p:nvSpPr>
            <p:spPr>
              <a:xfrm>
                <a:off x="5492684" y="2766548"/>
                <a:ext cx="184731" cy="400110"/>
              </a:xfrm>
              <a:prstGeom prst="rect">
                <a:avLst/>
              </a:prstGeom>
              <a:noFill/>
            </p:spPr>
            <p:txBody>
              <a:bodyPr wrap="none" rtlCol="0">
                <a:spAutoFit/>
              </a:bodyPr>
              <a:lstStyle/>
              <a:p>
                <a:pPr algn="ctr"/>
                <a:endPar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sp>
        <p:nvSpPr>
          <p:cNvPr id="161" name="テキスト ボックス 160">
            <a:extLst>
              <a:ext uri="{FF2B5EF4-FFF2-40B4-BE49-F238E27FC236}">
                <a16:creationId xmlns:a16="http://schemas.microsoft.com/office/drawing/2014/main" id="{15CC2177-A8A9-E82F-53CE-A312BB5DFA45}"/>
              </a:ext>
            </a:extLst>
          </p:cNvPr>
          <p:cNvSpPr txBox="1"/>
          <p:nvPr/>
        </p:nvSpPr>
        <p:spPr>
          <a:xfrm>
            <a:off x="1360728" y="796718"/>
            <a:ext cx="3685624" cy="523220"/>
          </a:xfrm>
          <a:prstGeom prst="rect">
            <a:avLst/>
          </a:prstGeom>
          <a:noFill/>
        </p:spPr>
        <p:txBody>
          <a:bodyPr wrap="none" rtlCol="0">
            <a:spAutoFit/>
          </a:bodyPr>
          <a:lstStyle/>
          <a:p>
            <a:r>
              <a:rPr lang="ja-JP" altLang="en-US" sz="2800" dirty="0">
                <a:solidFill>
                  <a:schemeClr val="tx1">
                    <a:lumMod val="75000"/>
                    <a:lumOff val="25000"/>
                  </a:schemeClr>
                </a:solidFill>
                <a:latin typeface="原稿用標準書体" panose="03000503000000000000" pitchFamily="66" charset="-128"/>
                <a:ea typeface="原稿用標準書体" panose="03000503000000000000" pitchFamily="66" charset="-128"/>
              </a:rPr>
              <a:t>前衛</a:t>
            </a:r>
            <a:r>
              <a:rPr lang="ja-JP" altLang="en-US" sz="1400" dirty="0">
                <a:solidFill>
                  <a:schemeClr val="tx1">
                    <a:lumMod val="75000"/>
                    <a:lumOff val="25000"/>
                  </a:schemeClr>
                </a:solidFill>
                <a:latin typeface="原稿用標準書体" panose="03000503000000000000" pitchFamily="66" charset="-128"/>
                <a:ea typeface="原稿用標準書体" panose="03000503000000000000" pitchFamily="66" charset="-128"/>
              </a:rPr>
              <a:t>：</a:t>
            </a:r>
            <a:r>
              <a:rPr lang="en-US" altLang="ja-JP" sz="1400" dirty="0">
                <a:solidFill>
                  <a:schemeClr val="tx1">
                    <a:lumMod val="75000"/>
                    <a:lumOff val="25000"/>
                  </a:schemeClr>
                </a:solidFill>
                <a:latin typeface="原稿用標準書体" panose="03000503000000000000" pitchFamily="66" charset="-128"/>
                <a:ea typeface="原稿用標準書体" panose="03000503000000000000" pitchFamily="66" charset="-128"/>
              </a:rPr>
              <a:t>ATK+20%</a:t>
            </a:r>
            <a:r>
              <a:rPr lang="ja-JP" altLang="en-US" sz="1400" dirty="0">
                <a:solidFill>
                  <a:schemeClr val="tx1">
                    <a:lumMod val="75000"/>
                    <a:lumOff val="25000"/>
                  </a:schemeClr>
                </a:solidFill>
                <a:latin typeface="原稿用標準書体" panose="03000503000000000000" pitchFamily="66" charset="-128"/>
                <a:ea typeface="原稿用標準書体" panose="03000503000000000000" pitchFamily="66" charset="-128"/>
              </a:rPr>
              <a:t>、注目度</a:t>
            </a:r>
            <a:r>
              <a:rPr lang="en-US" altLang="ja-JP" sz="1400" dirty="0">
                <a:solidFill>
                  <a:schemeClr val="tx1">
                    <a:lumMod val="75000"/>
                    <a:lumOff val="25000"/>
                  </a:schemeClr>
                </a:solidFill>
                <a:latin typeface="原稿用標準書体" panose="03000503000000000000" pitchFamily="66" charset="-128"/>
                <a:ea typeface="原稿用標準書体" panose="03000503000000000000" pitchFamily="66" charset="-128"/>
              </a:rPr>
              <a:t>+4</a:t>
            </a:r>
            <a:r>
              <a:rPr lang="ja-JP" altLang="en-US" sz="1400" dirty="0">
                <a:solidFill>
                  <a:schemeClr val="tx1">
                    <a:lumMod val="75000"/>
                    <a:lumOff val="25000"/>
                  </a:schemeClr>
                </a:solidFill>
                <a:latin typeface="原稿用標準書体" panose="03000503000000000000" pitchFamily="66" charset="-128"/>
                <a:ea typeface="原稿用標準書体" panose="03000503000000000000" pitchFamily="66" charset="-128"/>
              </a:rPr>
              <a:t>、回避率</a:t>
            </a:r>
            <a:r>
              <a:rPr lang="en-US" altLang="ja-JP" sz="1400" dirty="0">
                <a:solidFill>
                  <a:schemeClr val="tx1">
                    <a:lumMod val="75000"/>
                    <a:lumOff val="25000"/>
                  </a:schemeClr>
                </a:solidFill>
                <a:latin typeface="原稿用標準書体" panose="03000503000000000000" pitchFamily="66" charset="-128"/>
                <a:ea typeface="原稿用標準書体" panose="03000503000000000000" pitchFamily="66" charset="-128"/>
              </a:rPr>
              <a:t>-20%</a:t>
            </a:r>
            <a:endParaRPr kumimoji="1" lang="ja-JP" altLang="en-US" sz="28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163" name="テキスト ボックス 162">
            <a:extLst>
              <a:ext uri="{FF2B5EF4-FFF2-40B4-BE49-F238E27FC236}">
                <a16:creationId xmlns:a16="http://schemas.microsoft.com/office/drawing/2014/main" id="{64A1F704-812E-1BCD-BFE6-09E8855369CE}"/>
              </a:ext>
            </a:extLst>
          </p:cNvPr>
          <p:cNvSpPr txBox="1"/>
          <p:nvPr/>
        </p:nvSpPr>
        <p:spPr>
          <a:xfrm>
            <a:off x="1360728" y="3359446"/>
            <a:ext cx="3685624" cy="523220"/>
          </a:xfrm>
          <a:prstGeom prst="rect">
            <a:avLst/>
          </a:prstGeom>
          <a:noFill/>
        </p:spPr>
        <p:txBody>
          <a:bodyPr wrap="none" rtlCol="0">
            <a:spAutoFit/>
          </a:bodyPr>
          <a:lstStyle/>
          <a:p>
            <a:r>
              <a:rPr lang="ja-JP" altLang="en-US" sz="2800" dirty="0">
                <a:solidFill>
                  <a:schemeClr val="bg1">
                    <a:lumMod val="95000"/>
                  </a:schemeClr>
                </a:solidFill>
                <a:latin typeface="原稿用標準書体" panose="03000503000000000000" pitchFamily="66" charset="-128"/>
                <a:ea typeface="原稿用標準書体" panose="03000503000000000000" pitchFamily="66" charset="-128"/>
              </a:rPr>
              <a:t>後衛</a:t>
            </a:r>
            <a:r>
              <a:rPr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：回避率</a:t>
            </a:r>
            <a:r>
              <a:rPr lang="en-US" altLang="ja-JP" sz="1400" dirty="0">
                <a:solidFill>
                  <a:schemeClr val="bg1">
                    <a:lumMod val="95000"/>
                  </a:schemeClr>
                </a:solidFill>
                <a:latin typeface="原稿用標準書体" panose="03000503000000000000" pitchFamily="66" charset="-128"/>
                <a:ea typeface="原稿用標準書体" panose="03000503000000000000" pitchFamily="66" charset="-128"/>
              </a:rPr>
              <a:t>+20%</a:t>
            </a:r>
            <a:r>
              <a:rPr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、注目度</a:t>
            </a:r>
            <a:r>
              <a:rPr lang="en-US" altLang="ja-JP" sz="1400" dirty="0">
                <a:solidFill>
                  <a:schemeClr val="bg1">
                    <a:lumMod val="95000"/>
                  </a:schemeClr>
                </a:solidFill>
                <a:latin typeface="原稿用標準書体" panose="03000503000000000000" pitchFamily="66" charset="-128"/>
                <a:ea typeface="原稿用標準書体" panose="03000503000000000000" pitchFamily="66" charset="-128"/>
              </a:rPr>
              <a:t>+1</a:t>
            </a:r>
            <a:r>
              <a:rPr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a:t>
            </a:r>
            <a:r>
              <a:rPr lang="en-US" altLang="ja-JP" sz="1400" dirty="0">
                <a:solidFill>
                  <a:schemeClr val="bg1">
                    <a:lumMod val="95000"/>
                  </a:schemeClr>
                </a:solidFill>
                <a:latin typeface="原稿用標準書体" panose="03000503000000000000" pitchFamily="66" charset="-128"/>
                <a:ea typeface="原稿用標準書体" panose="03000503000000000000" pitchFamily="66" charset="-128"/>
              </a:rPr>
              <a:t>ATK-20%</a:t>
            </a:r>
            <a:endParaRPr kumimoji="1" lang="ja-JP" altLang="en-US" sz="28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67" name="テキスト ボックス 166">
            <a:extLst>
              <a:ext uri="{FF2B5EF4-FFF2-40B4-BE49-F238E27FC236}">
                <a16:creationId xmlns:a16="http://schemas.microsoft.com/office/drawing/2014/main" id="{E9B2014C-AAB3-7CEE-3EFB-6594C993B3B2}"/>
              </a:ext>
            </a:extLst>
          </p:cNvPr>
          <p:cNvSpPr txBox="1"/>
          <p:nvPr/>
        </p:nvSpPr>
        <p:spPr>
          <a:xfrm>
            <a:off x="6909514" y="901021"/>
            <a:ext cx="2031325" cy="646331"/>
          </a:xfrm>
          <a:prstGeom prst="rect">
            <a:avLst/>
          </a:prstGeom>
          <a:noFill/>
        </p:spPr>
        <p:txBody>
          <a:bodyPr wrap="none" rtlCol="0">
            <a:spAutoFit/>
          </a:bodyPr>
          <a:lstStyle/>
          <a:p>
            <a:pPr algn="ctr"/>
            <a:r>
              <a:rPr kumimoji="1" lang="ja-JP" altLang="en-US" sz="3600">
                <a:solidFill>
                  <a:schemeClr val="bg1">
                    <a:lumMod val="95000"/>
                  </a:schemeClr>
                </a:solidFill>
                <a:latin typeface="原稿用標準書体" panose="03000503000000000000" pitchFamily="66" charset="-128"/>
                <a:ea typeface="原稿用標準書体" panose="03000503000000000000" pitchFamily="66" charset="-128"/>
              </a:rPr>
              <a:t>隊列変更</a:t>
            </a:r>
            <a:endParaRPr kumimoji="1" lang="ja-JP" altLang="en-US" sz="36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3" name="四角形: 角を丸くする 2">
            <a:extLst>
              <a:ext uri="{FF2B5EF4-FFF2-40B4-BE49-F238E27FC236}">
                <a16:creationId xmlns:a16="http://schemas.microsoft.com/office/drawing/2014/main" id="{8250CED9-0136-63A7-CE91-494CF7E554F8}"/>
              </a:ext>
            </a:extLst>
          </p:cNvPr>
          <p:cNvSpPr/>
          <p:nvPr/>
        </p:nvSpPr>
        <p:spPr>
          <a:xfrm>
            <a:off x="1377516" y="1417985"/>
            <a:ext cx="1233805" cy="1230022"/>
          </a:xfrm>
          <a:prstGeom prst="roundRect">
            <a:avLst>
              <a:gd name="adj" fmla="val 6896"/>
            </a:avLst>
          </a:prstGeom>
          <a:solidFill>
            <a:srgbClr val="FF00FF">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 name="フローチャート: 他ページ結合子 4">
            <a:extLst>
              <a:ext uri="{FF2B5EF4-FFF2-40B4-BE49-F238E27FC236}">
                <a16:creationId xmlns:a16="http://schemas.microsoft.com/office/drawing/2014/main" id="{A8213CC1-2564-0B84-10EB-37AC5E1FA4BB}"/>
              </a:ext>
            </a:extLst>
          </p:cNvPr>
          <p:cNvSpPr/>
          <p:nvPr/>
        </p:nvSpPr>
        <p:spPr>
          <a:xfrm>
            <a:off x="1615393" y="1726672"/>
            <a:ext cx="758051" cy="612648"/>
          </a:xfrm>
          <a:prstGeom prst="flowChartOffpageConnector">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テキスト ボックス 7">
            <a:extLst>
              <a:ext uri="{FF2B5EF4-FFF2-40B4-BE49-F238E27FC236}">
                <a16:creationId xmlns:a16="http://schemas.microsoft.com/office/drawing/2014/main" id="{0064339D-3911-5085-94A2-5F4D8E9DB389}"/>
              </a:ext>
            </a:extLst>
          </p:cNvPr>
          <p:cNvSpPr txBox="1"/>
          <p:nvPr/>
        </p:nvSpPr>
        <p:spPr>
          <a:xfrm>
            <a:off x="1603637" y="1800733"/>
            <a:ext cx="800219" cy="338554"/>
          </a:xfrm>
          <a:prstGeom prst="rect">
            <a:avLst/>
          </a:prstGeom>
          <a:noFill/>
        </p:spPr>
        <p:txBody>
          <a:bodyPr wrap="none" rtlCol="0">
            <a:spAutoFit/>
          </a:bodyPr>
          <a:lstStyle/>
          <a:p>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後衛</a:t>
            </a:r>
            <a:r>
              <a:rPr kumimoji="1"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へ</a:t>
            </a: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2" name="四角形: 角を丸くする 31">
            <a:extLst>
              <a:ext uri="{FF2B5EF4-FFF2-40B4-BE49-F238E27FC236}">
                <a16:creationId xmlns:a16="http://schemas.microsoft.com/office/drawing/2014/main" id="{0311B039-F16A-AA1B-251B-178513E6EE35}"/>
              </a:ext>
            </a:extLst>
          </p:cNvPr>
          <p:cNvSpPr/>
          <p:nvPr/>
        </p:nvSpPr>
        <p:spPr>
          <a:xfrm>
            <a:off x="7405698" y="1934776"/>
            <a:ext cx="1145519" cy="1993824"/>
          </a:xfrm>
          <a:prstGeom prst="roundRect">
            <a:avLst>
              <a:gd name="adj" fmla="val 5178"/>
            </a:avLst>
          </a:prstGeom>
          <a:solidFill>
            <a:schemeClr val="bg1">
              <a:lumMod val="85000"/>
              <a:alpha val="4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pic>
        <p:nvPicPr>
          <p:cNvPr id="37" name="図 36">
            <a:extLst>
              <a:ext uri="{FF2B5EF4-FFF2-40B4-BE49-F238E27FC236}">
                <a16:creationId xmlns:a16="http://schemas.microsoft.com/office/drawing/2014/main" id="{FC722104-21E0-115C-87CE-2BED7E877A09}"/>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325189" y="2071800"/>
            <a:ext cx="1233805" cy="1741674"/>
          </a:xfrm>
          <a:prstGeom prst="rect">
            <a:avLst/>
          </a:prstGeom>
        </p:spPr>
      </p:pic>
      <p:sp>
        <p:nvSpPr>
          <p:cNvPr id="39" name="楕円 38">
            <a:extLst>
              <a:ext uri="{FF2B5EF4-FFF2-40B4-BE49-F238E27FC236}">
                <a16:creationId xmlns:a16="http://schemas.microsoft.com/office/drawing/2014/main" id="{B0287B7E-5E50-9DF2-C1E1-2D0F75EB8180}"/>
              </a:ext>
            </a:extLst>
          </p:cNvPr>
          <p:cNvSpPr/>
          <p:nvPr/>
        </p:nvSpPr>
        <p:spPr>
          <a:xfrm>
            <a:off x="8323157" y="3691945"/>
            <a:ext cx="454282" cy="454282"/>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41" name="テキスト ボックス 40">
            <a:extLst>
              <a:ext uri="{FF2B5EF4-FFF2-40B4-BE49-F238E27FC236}">
                <a16:creationId xmlns:a16="http://schemas.microsoft.com/office/drawing/2014/main" id="{EEA9A329-A6B1-6D71-3EF5-0810037E1693}"/>
              </a:ext>
            </a:extLst>
          </p:cNvPr>
          <p:cNvSpPr txBox="1"/>
          <p:nvPr/>
        </p:nvSpPr>
        <p:spPr>
          <a:xfrm>
            <a:off x="7345744" y="4209760"/>
            <a:ext cx="1210588" cy="769441"/>
          </a:xfrm>
          <a:prstGeom prst="rect">
            <a:avLst/>
          </a:prstGeom>
          <a:noFill/>
        </p:spPr>
        <p:txBody>
          <a:bodyPr wrap="none" rtlCol="0">
            <a:spAutoFit/>
          </a:bodyPr>
          <a:lstStyle/>
          <a:p>
            <a:pPr algn="ctr"/>
            <a:r>
              <a:rPr lang="ja-JP" altLang="en-US" sz="1600">
                <a:solidFill>
                  <a:srgbClr val="FFFF00"/>
                </a:solidFill>
                <a:latin typeface="原稿用標準書体" panose="03000503000000000000" pitchFamily="66" charset="-128"/>
                <a:ea typeface="原稿用標準書体" panose="03000503000000000000" pitchFamily="66" charset="-128"/>
              </a:rPr>
              <a:t>現在の隊列</a:t>
            </a:r>
            <a:br>
              <a:rPr lang="en-US" altLang="ja-JP" sz="2800" b="1">
                <a:solidFill>
                  <a:schemeClr val="bg1">
                    <a:lumMod val="95000"/>
                  </a:schemeClr>
                </a:solidFill>
                <a:latin typeface="原稿用標準書体" panose="03000503000000000000" pitchFamily="66" charset="-128"/>
                <a:ea typeface="原稿用標準書体" panose="03000503000000000000" pitchFamily="66" charset="-128"/>
              </a:rPr>
            </a:br>
            <a:r>
              <a:rPr lang="ja-JP" altLang="en-US" sz="2800" b="1">
                <a:solidFill>
                  <a:schemeClr val="bg1">
                    <a:lumMod val="95000"/>
                  </a:schemeClr>
                </a:solidFill>
                <a:latin typeface="原稿用標準書体" panose="03000503000000000000" pitchFamily="66" charset="-128"/>
                <a:ea typeface="原稿用標準書体" panose="03000503000000000000" pitchFamily="66" charset="-128"/>
              </a:rPr>
              <a:t>前衛</a:t>
            </a:r>
            <a:endParaRPr lang="ja-JP" altLang="en-US" sz="28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43" name="四角形: 角を丸くする 42">
            <a:extLst>
              <a:ext uri="{FF2B5EF4-FFF2-40B4-BE49-F238E27FC236}">
                <a16:creationId xmlns:a16="http://schemas.microsoft.com/office/drawing/2014/main" id="{38B42FFD-CA1C-725B-33F5-02C195E6CE5F}"/>
              </a:ext>
            </a:extLst>
          </p:cNvPr>
          <p:cNvSpPr/>
          <p:nvPr/>
        </p:nvSpPr>
        <p:spPr>
          <a:xfrm>
            <a:off x="7492777" y="1658876"/>
            <a:ext cx="971361" cy="284762"/>
          </a:xfrm>
          <a:prstGeom prst="roundRect">
            <a:avLst>
              <a:gd name="adj" fmla="val 21561"/>
            </a:avLst>
          </a:prstGeom>
          <a:solidFill>
            <a:schemeClr val="bg1">
              <a:lumMod val="95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46" name="テキスト ボックス 45">
            <a:extLst>
              <a:ext uri="{FF2B5EF4-FFF2-40B4-BE49-F238E27FC236}">
                <a16:creationId xmlns:a16="http://schemas.microsoft.com/office/drawing/2014/main" id="{80C7514F-81AB-237A-DD40-C64EA3D0DA1E}"/>
              </a:ext>
            </a:extLst>
          </p:cNvPr>
          <p:cNvSpPr txBox="1"/>
          <p:nvPr/>
        </p:nvSpPr>
        <p:spPr>
          <a:xfrm>
            <a:off x="7459041" y="1668292"/>
            <a:ext cx="1025287" cy="307777"/>
          </a:xfrm>
          <a:prstGeom prst="rect">
            <a:avLst/>
          </a:prstGeom>
          <a:noFill/>
        </p:spPr>
        <p:txBody>
          <a:bodyPr wrap="square">
            <a:spAutoFit/>
          </a:bodyPr>
          <a:lstStyle/>
          <a:p>
            <a:pPr algn="ctr"/>
            <a:r>
              <a:rPr lang="ja-JP" altLang="en-US" sz="1400">
                <a:solidFill>
                  <a:schemeClr val="tx2"/>
                </a:solidFill>
                <a:latin typeface="原稿用標準書体" panose="03000503000000000000" pitchFamily="66" charset="-128"/>
                <a:ea typeface="原稿用標準書体" panose="03000503000000000000" pitchFamily="66" charset="-128"/>
              </a:rPr>
              <a:t>選択中</a:t>
            </a:r>
            <a:endParaRPr lang="ja-JP" altLang="en-US" sz="1600">
              <a:solidFill>
                <a:schemeClr val="tx2"/>
              </a:solidFill>
            </a:endParaRPr>
          </a:p>
        </p:txBody>
      </p:sp>
    </p:spTree>
    <p:extLst>
      <p:ext uri="{BB962C8B-B14F-4D97-AF65-F5344CB8AC3E}">
        <p14:creationId xmlns:p14="http://schemas.microsoft.com/office/powerpoint/2010/main" val="2360820573"/>
      </p:ext>
    </p:extLst>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6D674B-213C-E44C-46E7-7A3BE99E030A}"/>
            </a:ext>
          </a:extLst>
        </p:cNvPr>
        <p:cNvGrpSpPr/>
        <p:nvPr/>
      </p:nvGrpSpPr>
      <p:grpSpPr>
        <a:xfrm>
          <a:off x="0" y="0"/>
          <a:ext cx="0" cy="0"/>
          <a:chOff x="0" y="0"/>
          <a:chExt cx="0" cy="0"/>
        </a:xfrm>
      </p:grpSpPr>
      <p:sp>
        <p:nvSpPr>
          <p:cNvPr id="188" name="四角形: 角を丸くする 187">
            <a:extLst>
              <a:ext uri="{FF2B5EF4-FFF2-40B4-BE49-F238E27FC236}">
                <a16:creationId xmlns:a16="http://schemas.microsoft.com/office/drawing/2014/main" id="{903496FD-E5FD-1AC7-FC32-4AD954D669BF}"/>
              </a:ext>
            </a:extLst>
          </p:cNvPr>
          <p:cNvSpPr/>
          <p:nvPr/>
        </p:nvSpPr>
        <p:spPr>
          <a:xfrm>
            <a:off x="726233" y="695130"/>
            <a:ext cx="8501744" cy="5467739"/>
          </a:xfrm>
          <a:prstGeom prst="roundRect">
            <a:avLst>
              <a:gd name="adj" fmla="val 6428"/>
            </a:avLst>
          </a:prstGeom>
          <a:solidFill>
            <a:schemeClr val="tx1">
              <a:lumMod val="75000"/>
              <a:lumOff val="25000"/>
              <a:alpha val="6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33" name="四角形: 角を丸くする 32">
            <a:extLst>
              <a:ext uri="{FF2B5EF4-FFF2-40B4-BE49-F238E27FC236}">
                <a16:creationId xmlns:a16="http://schemas.microsoft.com/office/drawing/2014/main" id="{CE7E22CE-A75A-5C48-74B4-52BA1D266BD4}"/>
              </a:ext>
            </a:extLst>
          </p:cNvPr>
          <p:cNvSpPr/>
          <p:nvPr/>
        </p:nvSpPr>
        <p:spPr>
          <a:xfrm>
            <a:off x="1184988" y="4282728"/>
            <a:ext cx="7598296" cy="1701477"/>
          </a:xfrm>
          <a:prstGeom prst="roundRect">
            <a:avLst>
              <a:gd name="adj" fmla="val 6428"/>
            </a:avLst>
          </a:prstGeom>
          <a:solidFill>
            <a:schemeClr val="bg1">
              <a:lumMod val="8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nvGrpSpPr>
          <p:cNvPr id="181" name="グループ化 180">
            <a:extLst>
              <a:ext uri="{FF2B5EF4-FFF2-40B4-BE49-F238E27FC236}">
                <a16:creationId xmlns:a16="http://schemas.microsoft.com/office/drawing/2014/main" id="{F0CEB06C-01AF-DDF6-5877-8CD607AA6227}"/>
              </a:ext>
            </a:extLst>
          </p:cNvPr>
          <p:cNvGrpSpPr/>
          <p:nvPr/>
        </p:nvGrpSpPr>
        <p:grpSpPr>
          <a:xfrm>
            <a:off x="9569319" y="5011901"/>
            <a:ext cx="1755710" cy="810206"/>
            <a:chOff x="9569319" y="5159829"/>
            <a:chExt cx="1755710" cy="810206"/>
          </a:xfrm>
          <a:solidFill>
            <a:schemeClr val="bg1">
              <a:lumMod val="85000"/>
              <a:alpha val="70000"/>
            </a:schemeClr>
          </a:solidFill>
        </p:grpSpPr>
        <p:sp>
          <p:nvSpPr>
            <p:cNvPr id="182" name="四角形: 角を丸くする 181">
              <a:extLst>
                <a:ext uri="{FF2B5EF4-FFF2-40B4-BE49-F238E27FC236}">
                  <a16:creationId xmlns:a16="http://schemas.microsoft.com/office/drawing/2014/main" id="{B88F5B53-51EB-0474-7C24-2B9596F92DB7}"/>
                </a:ext>
              </a:extLst>
            </p:cNvPr>
            <p:cNvSpPr/>
            <p:nvPr/>
          </p:nvSpPr>
          <p:spPr>
            <a:xfrm>
              <a:off x="9569319" y="5159829"/>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83" name="テキスト ボックス 182">
              <a:extLst>
                <a:ext uri="{FF2B5EF4-FFF2-40B4-BE49-F238E27FC236}">
                  <a16:creationId xmlns:a16="http://schemas.microsoft.com/office/drawing/2014/main" id="{CCAF8D96-B327-2FAA-0B78-3C922B7269E2}"/>
                </a:ext>
              </a:extLst>
            </p:cNvPr>
            <p:cNvSpPr txBox="1"/>
            <p:nvPr/>
          </p:nvSpPr>
          <p:spPr>
            <a:xfrm>
              <a:off x="9738450" y="5564932"/>
              <a:ext cx="1569660" cy="369332"/>
            </a:xfrm>
            <a:prstGeom prst="rect">
              <a:avLst/>
            </a:prstGeom>
            <a:noFill/>
            <a:ln>
              <a:noFill/>
            </a:ln>
          </p:spPr>
          <p:txBody>
            <a:bodyPr wrap="none" rtlCol="0">
              <a:spAutoFit/>
            </a:bodyPr>
            <a:lstStyle/>
            <a:p>
              <a:pPr algn="r"/>
              <a:r>
                <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ルート画面へ</a:t>
              </a:r>
              <a:endParaRPr kumimoji="1" lang="en-US" altLang="ja-JP"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191" name="テキスト ボックス 190">
            <a:extLst>
              <a:ext uri="{FF2B5EF4-FFF2-40B4-BE49-F238E27FC236}">
                <a16:creationId xmlns:a16="http://schemas.microsoft.com/office/drawing/2014/main" id="{D354A9FC-049B-1CFD-40A4-563ED7DBE677}"/>
              </a:ext>
            </a:extLst>
          </p:cNvPr>
          <p:cNvSpPr txBox="1"/>
          <p:nvPr/>
        </p:nvSpPr>
        <p:spPr>
          <a:xfrm>
            <a:off x="954531" y="873794"/>
            <a:ext cx="1107996" cy="646331"/>
          </a:xfrm>
          <a:prstGeom prst="rect">
            <a:avLst/>
          </a:prstGeom>
          <a:noFill/>
        </p:spPr>
        <p:txBody>
          <a:bodyPr wrap="none" rtlCol="0">
            <a:spAutoFit/>
          </a:bodyPr>
          <a:lstStyle/>
          <a:p>
            <a:r>
              <a:rPr kumimoji="1" lang="ja-JP" altLang="en-US" sz="3600" dirty="0">
                <a:solidFill>
                  <a:schemeClr val="bg1">
                    <a:lumMod val="95000"/>
                  </a:schemeClr>
                </a:solidFill>
                <a:latin typeface="原稿用標準書体" panose="03000503000000000000" pitchFamily="66" charset="-128"/>
                <a:ea typeface="原稿用標準書体" panose="03000503000000000000" pitchFamily="66" charset="-128"/>
              </a:rPr>
              <a:t>回復</a:t>
            </a:r>
          </a:p>
        </p:txBody>
      </p:sp>
      <p:grpSp>
        <p:nvGrpSpPr>
          <p:cNvPr id="9" name="グループ化 8">
            <a:extLst>
              <a:ext uri="{FF2B5EF4-FFF2-40B4-BE49-F238E27FC236}">
                <a16:creationId xmlns:a16="http://schemas.microsoft.com/office/drawing/2014/main" id="{D3895D80-B09D-7EDD-3AF0-8CCF13F73F69}"/>
              </a:ext>
            </a:extLst>
          </p:cNvPr>
          <p:cNvGrpSpPr/>
          <p:nvPr/>
        </p:nvGrpSpPr>
        <p:grpSpPr>
          <a:xfrm>
            <a:off x="9569319" y="2385076"/>
            <a:ext cx="1755710" cy="810206"/>
            <a:chOff x="9569319" y="887965"/>
            <a:chExt cx="1755710" cy="810206"/>
          </a:xfrm>
        </p:grpSpPr>
        <p:sp>
          <p:nvSpPr>
            <p:cNvPr id="10" name="四角形: 角を丸くする 9">
              <a:extLst>
                <a:ext uri="{FF2B5EF4-FFF2-40B4-BE49-F238E27FC236}">
                  <a16:creationId xmlns:a16="http://schemas.microsoft.com/office/drawing/2014/main" id="{B72D1DFF-D87F-F037-810F-13076276D621}"/>
                </a:ext>
              </a:extLst>
            </p:cNvPr>
            <p:cNvSpPr/>
            <p:nvPr/>
          </p:nvSpPr>
          <p:spPr>
            <a:xfrm>
              <a:off x="9569319" y="887965"/>
              <a:ext cx="1755710" cy="810206"/>
            </a:xfrm>
            <a:prstGeom prst="roundRect">
              <a:avLst>
                <a:gd name="adj" fmla="val 6428"/>
              </a:avLst>
            </a:prstGeom>
            <a:solidFill>
              <a:schemeClr val="tx1">
                <a:lumMod val="75000"/>
                <a:lumOff val="25000"/>
                <a:alpha val="8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1" name="テキスト ボックス 10">
              <a:extLst>
                <a:ext uri="{FF2B5EF4-FFF2-40B4-BE49-F238E27FC236}">
                  <a16:creationId xmlns:a16="http://schemas.microsoft.com/office/drawing/2014/main" id="{0FE2621A-54A1-5DEE-A752-E44475E31EB2}"/>
                </a:ext>
              </a:extLst>
            </p:cNvPr>
            <p:cNvSpPr txBox="1"/>
            <p:nvPr/>
          </p:nvSpPr>
          <p:spPr>
            <a:xfrm>
              <a:off x="10713075" y="1293068"/>
              <a:ext cx="595035" cy="338554"/>
            </a:xfrm>
            <a:prstGeom prst="rect">
              <a:avLst/>
            </a:prstGeom>
            <a:noFill/>
          </p:spPr>
          <p:txBody>
            <a:bodyPr wrap="none" rtlCol="0">
              <a:spAutoFit/>
            </a:bodyPr>
            <a:lstStyle/>
            <a:p>
              <a:pPr algn="r"/>
              <a:r>
                <a:rPr lang="ja-JP" altLang="en-US" sz="16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回復</a:t>
              </a:r>
              <a:endParaRPr kumimoji="1" lang="en-US" altLang="ja-JP" sz="16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3" name="グループ化 12">
            <a:extLst>
              <a:ext uri="{FF2B5EF4-FFF2-40B4-BE49-F238E27FC236}">
                <a16:creationId xmlns:a16="http://schemas.microsoft.com/office/drawing/2014/main" id="{3151ED38-DE22-43DB-486D-9822BFBE97B7}"/>
              </a:ext>
            </a:extLst>
          </p:cNvPr>
          <p:cNvGrpSpPr/>
          <p:nvPr/>
        </p:nvGrpSpPr>
        <p:grpSpPr>
          <a:xfrm>
            <a:off x="9569319" y="3698488"/>
            <a:ext cx="1755710" cy="810206"/>
            <a:chOff x="9569319" y="887965"/>
            <a:chExt cx="1755710" cy="810206"/>
          </a:xfrm>
        </p:grpSpPr>
        <p:sp>
          <p:nvSpPr>
            <p:cNvPr id="14" name="四角形: 角を丸くする 13">
              <a:extLst>
                <a:ext uri="{FF2B5EF4-FFF2-40B4-BE49-F238E27FC236}">
                  <a16:creationId xmlns:a16="http://schemas.microsoft.com/office/drawing/2014/main" id="{FCD08DD2-EADF-4C52-7BE3-0C432866AB2F}"/>
                </a:ext>
              </a:extLst>
            </p:cNvPr>
            <p:cNvSpPr/>
            <p:nvPr/>
          </p:nvSpPr>
          <p:spPr>
            <a:xfrm>
              <a:off x="9569319" y="887965"/>
              <a:ext cx="1755710" cy="810206"/>
            </a:xfrm>
            <a:prstGeom prst="roundRect">
              <a:avLst>
                <a:gd name="adj" fmla="val 6428"/>
              </a:avLst>
            </a:prstGeom>
            <a:solidFill>
              <a:schemeClr val="tx1">
                <a:lumMod val="75000"/>
                <a:lumOff val="25000"/>
                <a:alpha val="80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5" name="テキスト ボックス 14">
              <a:extLst>
                <a:ext uri="{FF2B5EF4-FFF2-40B4-BE49-F238E27FC236}">
                  <a16:creationId xmlns:a16="http://schemas.microsoft.com/office/drawing/2014/main" id="{75310536-5760-B3F5-64C6-F0CED272ECEA}"/>
                </a:ext>
              </a:extLst>
            </p:cNvPr>
            <p:cNvSpPr txBox="1"/>
            <p:nvPr/>
          </p:nvSpPr>
          <p:spPr>
            <a:xfrm>
              <a:off x="10507890" y="1293068"/>
              <a:ext cx="800220" cy="338554"/>
            </a:xfrm>
            <a:prstGeom prst="rect">
              <a:avLst/>
            </a:prstGeom>
            <a:noFill/>
          </p:spPr>
          <p:txBody>
            <a:bodyPr wrap="none" rtlCol="0">
              <a:spAutoFit/>
            </a:bodyPr>
            <a:lstStyle/>
            <a:p>
              <a:pPr algn="r"/>
              <a:r>
                <a:rPr lang="ja-JP" altLang="en-US" sz="16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a:t>
              </a:r>
              <a:endParaRPr kumimoji="1" lang="en-US" altLang="ja-JP" sz="16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pic>
        <p:nvPicPr>
          <p:cNvPr id="16" name="図 15" descr="アイコン&#10;&#10;AI 生成コンテンツは誤りを含む可能性があります。">
            <a:extLst>
              <a:ext uri="{FF2B5EF4-FFF2-40B4-BE49-F238E27FC236}">
                <a16:creationId xmlns:a16="http://schemas.microsoft.com/office/drawing/2014/main" id="{72C82C3A-8EC7-661D-4052-D7C1FC5F1102}"/>
              </a:ext>
            </a:extLst>
          </p:cNvPr>
          <p:cNvPicPr>
            <a:picLocks noChangeAspect="1"/>
          </p:cNvPicPr>
          <p:nvPr/>
        </p:nvPicPr>
        <p:blipFill>
          <a:blip r:embed="rId3">
            <a:lum bright="70000" contrast="-70000"/>
            <a:extLst>
              <a:ext uri="{28A0092B-C50C-407E-A947-70E740481C1C}">
                <a14:useLocalDpi xmlns:a14="http://schemas.microsoft.com/office/drawing/2010/main" val="0"/>
              </a:ext>
            </a:extLst>
          </a:blip>
          <a:stretch>
            <a:fillRect/>
          </a:stretch>
        </p:blipFill>
        <p:spPr>
          <a:xfrm>
            <a:off x="9711869" y="3705941"/>
            <a:ext cx="810206" cy="810206"/>
          </a:xfrm>
          <a:prstGeom prst="rect">
            <a:avLst/>
          </a:prstGeom>
        </p:spPr>
      </p:pic>
      <p:pic>
        <p:nvPicPr>
          <p:cNvPr id="17" name="図 16">
            <a:extLst>
              <a:ext uri="{FF2B5EF4-FFF2-40B4-BE49-F238E27FC236}">
                <a16:creationId xmlns:a16="http://schemas.microsoft.com/office/drawing/2014/main" id="{50E5D43E-D053-A5E8-C9ED-DB9E143E992F}"/>
              </a:ext>
            </a:extLst>
          </p:cNvPr>
          <p:cNvPicPr>
            <a:picLocks noChangeAspect="1"/>
          </p:cNvPicPr>
          <p:nvPr/>
        </p:nvPicPr>
        <p:blipFill>
          <a:blip r:embed="rId4">
            <a:lum bright="70000" contrast="-70000"/>
            <a:extLst>
              <a:ext uri="{28A0092B-C50C-407E-A947-70E740481C1C}">
                <a14:useLocalDpi xmlns:a14="http://schemas.microsoft.com/office/drawing/2010/main" val="0"/>
              </a:ext>
            </a:extLst>
          </a:blip>
          <a:srcRect l="52651" t="22678" r="27395" b="50636"/>
          <a:stretch>
            <a:fillRect/>
          </a:stretch>
        </p:blipFill>
        <p:spPr>
          <a:xfrm>
            <a:off x="9855544" y="2567145"/>
            <a:ext cx="524800" cy="486373"/>
          </a:xfrm>
          <a:prstGeom prst="rect">
            <a:avLst/>
          </a:prstGeom>
        </p:spPr>
      </p:pic>
      <p:grpSp>
        <p:nvGrpSpPr>
          <p:cNvPr id="23" name="グループ化 22">
            <a:extLst>
              <a:ext uri="{FF2B5EF4-FFF2-40B4-BE49-F238E27FC236}">
                <a16:creationId xmlns:a16="http://schemas.microsoft.com/office/drawing/2014/main" id="{B4118EF7-F99D-A6C2-6598-DA7295F1005E}"/>
              </a:ext>
            </a:extLst>
          </p:cNvPr>
          <p:cNvGrpSpPr/>
          <p:nvPr/>
        </p:nvGrpSpPr>
        <p:grpSpPr>
          <a:xfrm>
            <a:off x="1419053" y="1719520"/>
            <a:ext cx="7116105" cy="1040826"/>
            <a:chOff x="922576" y="2450171"/>
            <a:chExt cx="5301952" cy="1309138"/>
          </a:xfrm>
          <a:solidFill>
            <a:schemeClr val="bg1">
              <a:lumMod val="65000"/>
              <a:alpha val="85000"/>
            </a:schemeClr>
          </a:solidFill>
        </p:grpSpPr>
        <p:sp>
          <p:nvSpPr>
            <p:cNvPr id="24" name="四角形: 角を丸くする 23">
              <a:extLst>
                <a:ext uri="{FF2B5EF4-FFF2-40B4-BE49-F238E27FC236}">
                  <a16:creationId xmlns:a16="http://schemas.microsoft.com/office/drawing/2014/main" id="{D34507F0-B3ED-66C4-0C73-975FC2744D04}"/>
                </a:ext>
              </a:extLst>
            </p:cNvPr>
            <p:cNvSpPr/>
            <p:nvPr/>
          </p:nvSpPr>
          <p:spPr>
            <a:xfrm>
              <a:off x="922576" y="2450171"/>
              <a:ext cx="1233805" cy="1309138"/>
            </a:xfrm>
            <a:prstGeom prst="roundRect">
              <a:avLst>
                <a:gd name="adj" fmla="val 6896"/>
              </a:avLst>
            </a:prstGeom>
            <a:grp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キャラ</a:t>
              </a:r>
            </a:p>
          </p:txBody>
        </p:sp>
        <p:sp>
          <p:nvSpPr>
            <p:cNvPr id="25" name="四角形: 角を丸くする 24">
              <a:extLst>
                <a:ext uri="{FF2B5EF4-FFF2-40B4-BE49-F238E27FC236}">
                  <a16:creationId xmlns:a16="http://schemas.microsoft.com/office/drawing/2014/main" id="{8EF90986-6A03-8BEA-8414-D52B86782A5F}"/>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キャラ</a:t>
              </a:r>
            </a:p>
          </p:txBody>
        </p:sp>
        <p:sp>
          <p:nvSpPr>
            <p:cNvPr id="26" name="四角形: 角を丸くする 25">
              <a:extLst>
                <a:ext uri="{FF2B5EF4-FFF2-40B4-BE49-F238E27FC236}">
                  <a16:creationId xmlns:a16="http://schemas.microsoft.com/office/drawing/2014/main" id="{ABA14307-FBA1-833C-AE61-C18966C5C1E8}"/>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キャラ</a:t>
              </a:r>
            </a:p>
          </p:txBody>
        </p:sp>
        <p:sp>
          <p:nvSpPr>
            <p:cNvPr id="27" name="四角形: 角を丸くする 26">
              <a:extLst>
                <a:ext uri="{FF2B5EF4-FFF2-40B4-BE49-F238E27FC236}">
                  <a16:creationId xmlns:a16="http://schemas.microsoft.com/office/drawing/2014/main" id="{1ADE9B00-13E8-937E-2A3E-CDA77EC8222D}"/>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キャラ</a:t>
              </a:r>
            </a:p>
          </p:txBody>
        </p:sp>
      </p:grpSp>
      <p:grpSp>
        <p:nvGrpSpPr>
          <p:cNvPr id="28" name="グループ化 27">
            <a:extLst>
              <a:ext uri="{FF2B5EF4-FFF2-40B4-BE49-F238E27FC236}">
                <a16:creationId xmlns:a16="http://schemas.microsoft.com/office/drawing/2014/main" id="{35709AE7-54B0-BAC1-D9D4-BB50569292D8}"/>
              </a:ext>
            </a:extLst>
          </p:cNvPr>
          <p:cNvGrpSpPr/>
          <p:nvPr/>
        </p:nvGrpSpPr>
        <p:grpSpPr>
          <a:xfrm>
            <a:off x="1419053" y="3001124"/>
            <a:ext cx="5296061" cy="1040826"/>
            <a:chOff x="922576" y="2450171"/>
            <a:chExt cx="3945903" cy="1309138"/>
          </a:xfrm>
          <a:solidFill>
            <a:schemeClr val="bg1">
              <a:lumMod val="65000"/>
              <a:alpha val="85000"/>
            </a:schemeClr>
          </a:solidFill>
        </p:grpSpPr>
        <p:sp>
          <p:nvSpPr>
            <p:cNvPr id="29" name="四角形: 角を丸くする 28">
              <a:extLst>
                <a:ext uri="{FF2B5EF4-FFF2-40B4-BE49-F238E27FC236}">
                  <a16:creationId xmlns:a16="http://schemas.microsoft.com/office/drawing/2014/main" id="{B47013F2-6023-93CA-B724-2066541B542D}"/>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キャラ</a:t>
              </a:r>
            </a:p>
          </p:txBody>
        </p:sp>
        <p:sp>
          <p:nvSpPr>
            <p:cNvPr id="30" name="四角形: 角を丸くする 29">
              <a:extLst>
                <a:ext uri="{FF2B5EF4-FFF2-40B4-BE49-F238E27FC236}">
                  <a16:creationId xmlns:a16="http://schemas.microsoft.com/office/drawing/2014/main" id="{8D5D0056-A176-64F8-C844-E2B6D42C6C93}"/>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キャラ</a:t>
              </a:r>
            </a:p>
          </p:txBody>
        </p:sp>
        <p:sp>
          <p:nvSpPr>
            <p:cNvPr id="31" name="四角形: 角を丸くする 30">
              <a:extLst>
                <a:ext uri="{FF2B5EF4-FFF2-40B4-BE49-F238E27FC236}">
                  <a16:creationId xmlns:a16="http://schemas.microsoft.com/office/drawing/2014/main" id="{977D9625-84E0-4A5B-835F-CD6BB24A52DF}"/>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キャラ</a:t>
              </a:r>
            </a:p>
          </p:txBody>
        </p:sp>
      </p:grpSp>
      <p:sp>
        <p:nvSpPr>
          <p:cNvPr id="2" name="フローチャート: 端子 1">
            <a:extLst>
              <a:ext uri="{FF2B5EF4-FFF2-40B4-BE49-F238E27FC236}">
                <a16:creationId xmlns:a16="http://schemas.microsoft.com/office/drawing/2014/main" id="{FBA65349-9547-1970-19A1-601930CB8D00}"/>
              </a:ext>
            </a:extLst>
          </p:cNvPr>
          <p:cNvSpPr/>
          <p:nvPr/>
        </p:nvSpPr>
        <p:spPr>
          <a:xfrm>
            <a:off x="1639727" y="2060211"/>
            <a:ext cx="1214624" cy="400826"/>
          </a:xfrm>
          <a:prstGeom prst="flowChartTerminator">
            <a:avLst/>
          </a:prstGeom>
          <a:ln>
            <a:noFill/>
          </a:ln>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選択中</a:t>
            </a:r>
          </a:p>
        </p:txBody>
      </p:sp>
      <p:grpSp>
        <p:nvGrpSpPr>
          <p:cNvPr id="3" name="グループ化 2">
            <a:extLst>
              <a:ext uri="{FF2B5EF4-FFF2-40B4-BE49-F238E27FC236}">
                <a16:creationId xmlns:a16="http://schemas.microsoft.com/office/drawing/2014/main" id="{751950B9-F00F-1FF7-33EE-6827B2F3C66D}"/>
              </a:ext>
            </a:extLst>
          </p:cNvPr>
          <p:cNvGrpSpPr/>
          <p:nvPr/>
        </p:nvGrpSpPr>
        <p:grpSpPr>
          <a:xfrm>
            <a:off x="1419053" y="4576795"/>
            <a:ext cx="1959191" cy="1229722"/>
            <a:chOff x="1419053" y="4576795"/>
            <a:chExt cx="1959191" cy="1229722"/>
          </a:xfrm>
        </p:grpSpPr>
        <p:pic>
          <p:nvPicPr>
            <p:cNvPr id="22" name="図 21">
              <a:extLst>
                <a:ext uri="{FF2B5EF4-FFF2-40B4-BE49-F238E27FC236}">
                  <a16:creationId xmlns:a16="http://schemas.microsoft.com/office/drawing/2014/main" id="{0D9B4C8B-E79C-F5AD-D71B-1D7C4220890C}"/>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419053" y="4576795"/>
              <a:ext cx="1124312" cy="1124312"/>
            </a:xfrm>
            <a:prstGeom prst="rect">
              <a:avLst/>
            </a:prstGeom>
          </p:spPr>
        </p:pic>
        <p:sp>
          <p:nvSpPr>
            <p:cNvPr id="5" name="テキスト ボックス 4">
              <a:extLst>
                <a:ext uri="{FF2B5EF4-FFF2-40B4-BE49-F238E27FC236}">
                  <a16:creationId xmlns:a16="http://schemas.microsoft.com/office/drawing/2014/main" id="{30C6D031-77CF-C549-517A-2676FA6231F6}"/>
                </a:ext>
              </a:extLst>
            </p:cNvPr>
            <p:cNvSpPr txBox="1"/>
            <p:nvPr/>
          </p:nvSpPr>
          <p:spPr>
            <a:xfrm>
              <a:off x="2156035" y="5098631"/>
              <a:ext cx="1222209" cy="707886"/>
            </a:xfrm>
            <a:prstGeom prst="rect">
              <a:avLst/>
            </a:prstGeom>
            <a:noFill/>
          </p:spPr>
          <p:txBody>
            <a:bodyPr wrap="square">
              <a:spAutoFit/>
            </a:bodyPr>
            <a:lstStyle/>
            <a:p>
              <a:r>
                <a:rPr lang="en-US" altLang="ja-JP" sz="2800" b="1" dirty="0">
                  <a:latin typeface="原稿用標準書体" panose="03000503000000000000" pitchFamily="66" charset="-128"/>
                  <a:ea typeface="原稿用標準書体" panose="03000503000000000000" pitchFamily="66" charset="-128"/>
                </a:rPr>
                <a:t>×</a:t>
              </a:r>
              <a:r>
                <a:rPr lang="en-US" altLang="ja-JP" sz="4000" b="1" dirty="0">
                  <a:latin typeface="原稿用標準書体" panose="03000503000000000000" pitchFamily="66" charset="-128"/>
                  <a:ea typeface="原稿用標準書体" panose="03000503000000000000" pitchFamily="66" charset="-128"/>
                </a:rPr>
                <a:t>3</a:t>
              </a:r>
              <a:endParaRPr lang="ja-JP" altLang="en-US" sz="2000" b="1" dirty="0">
                <a:latin typeface="原稿用標準書体" panose="03000503000000000000" pitchFamily="66" charset="-128"/>
                <a:ea typeface="原稿用標準書体" panose="03000503000000000000" pitchFamily="66" charset="-128"/>
              </a:endParaRPr>
            </a:p>
          </p:txBody>
        </p:sp>
      </p:grpSp>
      <p:sp>
        <p:nvSpPr>
          <p:cNvPr id="7" name="フローチャート: 端子 6">
            <a:extLst>
              <a:ext uri="{FF2B5EF4-FFF2-40B4-BE49-F238E27FC236}">
                <a16:creationId xmlns:a16="http://schemas.microsoft.com/office/drawing/2014/main" id="{624C984A-EB19-9138-1C2E-32B4C6A0A6F4}"/>
              </a:ext>
            </a:extLst>
          </p:cNvPr>
          <p:cNvSpPr/>
          <p:nvPr/>
        </p:nvSpPr>
        <p:spPr>
          <a:xfrm>
            <a:off x="5767475" y="4848267"/>
            <a:ext cx="2619521" cy="628027"/>
          </a:xfrm>
          <a:prstGeom prst="flowChartTerminator">
            <a:avLst/>
          </a:prstGeom>
          <a:ln>
            <a:noFill/>
          </a:ln>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r>
              <a:rPr kumimoji="1" lang="ja-JP" altLang="en-US" sz="2400" dirty="0">
                <a:latin typeface="原稿用標準書体" panose="03000503000000000000" pitchFamily="66" charset="-128"/>
                <a:ea typeface="原稿用標準書体" panose="03000503000000000000" pitchFamily="66" charset="-128"/>
              </a:rPr>
              <a:t>回復する</a:t>
            </a:r>
          </a:p>
        </p:txBody>
      </p:sp>
      <p:sp>
        <p:nvSpPr>
          <p:cNvPr id="8" name="テキスト ボックス 7">
            <a:extLst>
              <a:ext uri="{FF2B5EF4-FFF2-40B4-BE49-F238E27FC236}">
                <a16:creationId xmlns:a16="http://schemas.microsoft.com/office/drawing/2014/main" id="{CFF9C226-C7EC-5297-589F-96B7F411BA30}"/>
              </a:ext>
            </a:extLst>
          </p:cNvPr>
          <p:cNvSpPr txBox="1"/>
          <p:nvPr/>
        </p:nvSpPr>
        <p:spPr>
          <a:xfrm>
            <a:off x="3315968" y="4413370"/>
            <a:ext cx="1620957" cy="523220"/>
          </a:xfrm>
          <a:prstGeom prst="rect">
            <a:avLst/>
          </a:prstGeom>
          <a:noFill/>
        </p:spPr>
        <p:txBody>
          <a:bodyPr wrap="none" rtlCol="0">
            <a:spAutoFit/>
          </a:bodyPr>
          <a:lstStyle/>
          <a:p>
            <a:r>
              <a:rPr kumimoji="1"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rPr>
              <a:t>回復効果</a:t>
            </a:r>
          </a:p>
        </p:txBody>
      </p:sp>
      <p:sp>
        <p:nvSpPr>
          <p:cNvPr id="19" name="テキスト ボックス 18">
            <a:extLst>
              <a:ext uri="{FF2B5EF4-FFF2-40B4-BE49-F238E27FC236}">
                <a16:creationId xmlns:a16="http://schemas.microsoft.com/office/drawing/2014/main" id="{5C82796C-A15B-F774-99D7-CDE0A827747D}"/>
              </a:ext>
            </a:extLst>
          </p:cNvPr>
          <p:cNvSpPr txBox="1"/>
          <p:nvPr/>
        </p:nvSpPr>
        <p:spPr>
          <a:xfrm>
            <a:off x="3315968" y="4969283"/>
            <a:ext cx="2082621" cy="830997"/>
          </a:xfrm>
          <a:prstGeom prst="rect">
            <a:avLst/>
          </a:prstGeom>
          <a:noFill/>
        </p:spPr>
        <p:txBody>
          <a:bodyPr wrap="none" rtlCol="0">
            <a:spAutoFit/>
          </a:bodyPr>
          <a:lstStyle/>
          <a:p>
            <a:r>
              <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最大</a:t>
            </a:r>
            <a:r>
              <a:rPr kumimoji="1" lang="en-US" altLang="ja-JP"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HP</a:t>
            </a:r>
            <a:r>
              <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の</a:t>
            </a:r>
            <a:r>
              <a:rPr kumimoji="1" lang="en-US" altLang="ja-JP" sz="2800" dirty="0">
                <a:solidFill>
                  <a:schemeClr val="tx1">
                    <a:lumMod val="85000"/>
                    <a:lumOff val="15000"/>
                  </a:schemeClr>
                </a:solidFill>
                <a:latin typeface="原稿用標準書体" panose="03000503000000000000" pitchFamily="66" charset="-128"/>
                <a:ea typeface="原稿用標準書体" panose="03000503000000000000" pitchFamily="66" charset="-128"/>
              </a:rPr>
              <a:t>20</a:t>
            </a:r>
            <a:r>
              <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％を</a:t>
            </a:r>
            <a:br>
              <a:rPr kumimoji="1" lang="en-US" altLang="ja-JP"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br>
            <a:r>
              <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回復する</a:t>
            </a:r>
          </a:p>
        </p:txBody>
      </p:sp>
      <p:grpSp>
        <p:nvGrpSpPr>
          <p:cNvPr id="20" name="グループ化 19">
            <a:extLst>
              <a:ext uri="{FF2B5EF4-FFF2-40B4-BE49-F238E27FC236}">
                <a16:creationId xmlns:a16="http://schemas.microsoft.com/office/drawing/2014/main" id="{AACE887D-C2CB-BD25-F224-B83A91BF235D}"/>
              </a:ext>
            </a:extLst>
          </p:cNvPr>
          <p:cNvGrpSpPr/>
          <p:nvPr/>
        </p:nvGrpSpPr>
        <p:grpSpPr>
          <a:xfrm>
            <a:off x="9568849" y="1115022"/>
            <a:ext cx="1755710" cy="810206"/>
            <a:chOff x="9569319" y="887965"/>
            <a:chExt cx="1755710" cy="810206"/>
          </a:xfrm>
        </p:grpSpPr>
        <p:sp>
          <p:nvSpPr>
            <p:cNvPr id="21" name="四角形: 角を丸くする 20">
              <a:extLst>
                <a:ext uri="{FF2B5EF4-FFF2-40B4-BE49-F238E27FC236}">
                  <a16:creationId xmlns:a16="http://schemas.microsoft.com/office/drawing/2014/main" id="{44C490A1-69D8-89E8-85E6-EBB5B4A7A024}"/>
                </a:ext>
              </a:extLst>
            </p:cNvPr>
            <p:cNvSpPr/>
            <p:nvPr/>
          </p:nvSpPr>
          <p:spPr>
            <a:xfrm>
              <a:off x="9569319" y="887965"/>
              <a:ext cx="1755710" cy="810206"/>
            </a:xfrm>
            <a:prstGeom prst="roundRect">
              <a:avLst>
                <a:gd name="adj" fmla="val 6428"/>
              </a:avLst>
            </a:prstGeom>
            <a:solidFill>
              <a:schemeClr val="tx1">
                <a:lumMod val="75000"/>
                <a:lumOff val="25000"/>
                <a:alpha val="80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34" name="テキスト ボックス 33">
              <a:extLst>
                <a:ext uri="{FF2B5EF4-FFF2-40B4-BE49-F238E27FC236}">
                  <a16:creationId xmlns:a16="http://schemas.microsoft.com/office/drawing/2014/main" id="{2C818ADB-E9D5-36E8-6E60-DEB8ACF19226}"/>
                </a:ext>
              </a:extLst>
            </p:cNvPr>
            <p:cNvSpPr txBox="1"/>
            <p:nvPr/>
          </p:nvSpPr>
          <p:spPr>
            <a:xfrm>
              <a:off x="10713075" y="1293068"/>
              <a:ext cx="595035" cy="338554"/>
            </a:xfrm>
            <a:prstGeom prst="rect">
              <a:avLst/>
            </a:prstGeom>
            <a:noFill/>
            <a:ln>
              <a:noFill/>
            </a:ln>
          </p:spPr>
          <p:txBody>
            <a:bodyPr wrap="none" rtlCol="0">
              <a:spAutoFit/>
            </a:bodyPr>
            <a:lstStyle/>
            <a:p>
              <a:pPr algn="r"/>
              <a:r>
                <a:rPr lang="ja-JP" altLang="en-US" sz="16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バフ</a:t>
              </a:r>
              <a:endParaRPr kumimoji="1" lang="en-US" altLang="ja-JP" sz="16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35" name="矢印: 下 34">
            <a:extLst>
              <a:ext uri="{FF2B5EF4-FFF2-40B4-BE49-F238E27FC236}">
                <a16:creationId xmlns:a16="http://schemas.microsoft.com/office/drawing/2014/main" id="{DBADF508-3027-25DA-C684-2BA89F7A19A0}"/>
              </a:ext>
            </a:extLst>
          </p:cNvPr>
          <p:cNvSpPr/>
          <p:nvPr/>
        </p:nvSpPr>
        <p:spPr>
          <a:xfrm flipV="1">
            <a:off x="9966747" y="1295783"/>
            <a:ext cx="324024" cy="423737"/>
          </a:xfrm>
          <a:prstGeom prst="downArrow">
            <a:avLst/>
          </a:prstGeom>
          <a:solidFill>
            <a:schemeClr val="bg1">
              <a:lumMod val="95000"/>
            </a:schemeClr>
          </a:solidFill>
          <a:ln w="9525">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Tree>
    <p:extLst>
      <p:ext uri="{BB962C8B-B14F-4D97-AF65-F5344CB8AC3E}">
        <p14:creationId xmlns:p14="http://schemas.microsoft.com/office/powerpoint/2010/main" val="3658257274"/>
      </p:ext>
    </p:extLst>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1E1282-EA0F-B8B4-DFB5-F02D020603DB}"/>
            </a:ext>
          </a:extLst>
        </p:cNvPr>
        <p:cNvGrpSpPr/>
        <p:nvPr/>
      </p:nvGrpSpPr>
      <p:grpSpPr>
        <a:xfrm>
          <a:off x="0" y="0"/>
          <a:ext cx="0" cy="0"/>
          <a:chOff x="0" y="0"/>
          <a:chExt cx="0" cy="0"/>
        </a:xfrm>
      </p:grpSpPr>
      <p:sp>
        <p:nvSpPr>
          <p:cNvPr id="188" name="四角形: 角を丸くする 187">
            <a:extLst>
              <a:ext uri="{FF2B5EF4-FFF2-40B4-BE49-F238E27FC236}">
                <a16:creationId xmlns:a16="http://schemas.microsoft.com/office/drawing/2014/main" id="{8445913C-7B5E-2855-CE00-985CB551D875}"/>
              </a:ext>
            </a:extLst>
          </p:cNvPr>
          <p:cNvSpPr/>
          <p:nvPr/>
        </p:nvSpPr>
        <p:spPr>
          <a:xfrm>
            <a:off x="726233" y="695130"/>
            <a:ext cx="8501744" cy="5467739"/>
          </a:xfrm>
          <a:prstGeom prst="roundRect">
            <a:avLst>
              <a:gd name="adj" fmla="val 6428"/>
            </a:avLst>
          </a:prstGeom>
          <a:solidFill>
            <a:schemeClr val="tx1">
              <a:lumMod val="75000"/>
              <a:lumOff val="25000"/>
              <a:alpha val="6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33" name="四角形: 角を丸くする 32">
            <a:extLst>
              <a:ext uri="{FF2B5EF4-FFF2-40B4-BE49-F238E27FC236}">
                <a16:creationId xmlns:a16="http://schemas.microsoft.com/office/drawing/2014/main" id="{AC5599BC-218A-798E-E083-EEA44A3A95FC}"/>
              </a:ext>
            </a:extLst>
          </p:cNvPr>
          <p:cNvSpPr/>
          <p:nvPr/>
        </p:nvSpPr>
        <p:spPr>
          <a:xfrm>
            <a:off x="1419053" y="4282728"/>
            <a:ext cx="7116106" cy="1701477"/>
          </a:xfrm>
          <a:prstGeom prst="roundRect">
            <a:avLst>
              <a:gd name="adj" fmla="val 6428"/>
            </a:avLst>
          </a:prstGeom>
          <a:solidFill>
            <a:schemeClr val="bg1">
              <a:lumMod val="8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nvGrpSpPr>
          <p:cNvPr id="181" name="グループ化 180">
            <a:extLst>
              <a:ext uri="{FF2B5EF4-FFF2-40B4-BE49-F238E27FC236}">
                <a16:creationId xmlns:a16="http://schemas.microsoft.com/office/drawing/2014/main" id="{1473C4B5-B149-82EA-C2FC-44127C4982F7}"/>
              </a:ext>
            </a:extLst>
          </p:cNvPr>
          <p:cNvGrpSpPr/>
          <p:nvPr/>
        </p:nvGrpSpPr>
        <p:grpSpPr>
          <a:xfrm>
            <a:off x="9569319" y="5011901"/>
            <a:ext cx="1755710" cy="810206"/>
            <a:chOff x="9569319" y="5159829"/>
            <a:chExt cx="1755710" cy="810206"/>
          </a:xfrm>
          <a:solidFill>
            <a:schemeClr val="bg1">
              <a:lumMod val="85000"/>
              <a:alpha val="70000"/>
            </a:schemeClr>
          </a:solidFill>
        </p:grpSpPr>
        <p:sp>
          <p:nvSpPr>
            <p:cNvPr id="182" name="四角形: 角を丸くする 181">
              <a:extLst>
                <a:ext uri="{FF2B5EF4-FFF2-40B4-BE49-F238E27FC236}">
                  <a16:creationId xmlns:a16="http://schemas.microsoft.com/office/drawing/2014/main" id="{3A355C04-132D-F8A9-50D2-3E041E3DAC15}"/>
                </a:ext>
              </a:extLst>
            </p:cNvPr>
            <p:cNvSpPr/>
            <p:nvPr/>
          </p:nvSpPr>
          <p:spPr>
            <a:xfrm>
              <a:off x="9569319" y="5159829"/>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83" name="テキスト ボックス 182">
              <a:extLst>
                <a:ext uri="{FF2B5EF4-FFF2-40B4-BE49-F238E27FC236}">
                  <a16:creationId xmlns:a16="http://schemas.microsoft.com/office/drawing/2014/main" id="{DD7100AF-60E1-D8B2-0C92-01DE8CEBF179}"/>
                </a:ext>
              </a:extLst>
            </p:cNvPr>
            <p:cNvSpPr txBox="1"/>
            <p:nvPr/>
          </p:nvSpPr>
          <p:spPr>
            <a:xfrm>
              <a:off x="9738450" y="5564932"/>
              <a:ext cx="1569660" cy="369332"/>
            </a:xfrm>
            <a:prstGeom prst="rect">
              <a:avLst/>
            </a:prstGeom>
            <a:noFill/>
            <a:ln>
              <a:noFill/>
            </a:ln>
          </p:spPr>
          <p:txBody>
            <a:bodyPr wrap="none" rtlCol="0">
              <a:spAutoFit/>
            </a:bodyPr>
            <a:lstStyle/>
            <a:p>
              <a:pPr algn="r"/>
              <a:r>
                <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ルート画面へ</a:t>
              </a:r>
              <a:endParaRPr kumimoji="1" lang="en-US" altLang="ja-JP"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191" name="テキスト ボックス 190">
            <a:extLst>
              <a:ext uri="{FF2B5EF4-FFF2-40B4-BE49-F238E27FC236}">
                <a16:creationId xmlns:a16="http://schemas.microsoft.com/office/drawing/2014/main" id="{E7014DBC-B5DA-4506-FE96-B43B33AF0C43}"/>
              </a:ext>
            </a:extLst>
          </p:cNvPr>
          <p:cNvSpPr txBox="1"/>
          <p:nvPr/>
        </p:nvSpPr>
        <p:spPr>
          <a:xfrm>
            <a:off x="954531" y="873794"/>
            <a:ext cx="1107996" cy="646331"/>
          </a:xfrm>
          <a:prstGeom prst="rect">
            <a:avLst/>
          </a:prstGeom>
          <a:noFill/>
        </p:spPr>
        <p:txBody>
          <a:bodyPr wrap="none" rtlCol="0">
            <a:spAutoFit/>
          </a:bodyPr>
          <a:lstStyle/>
          <a:p>
            <a:r>
              <a:rPr kumimoji="1" lang="ja-JP" altLang="en-US" sz="3600">
                <a:solidFill>
                  <a:schemeClr val="bg1">
                    <a:lumMod val="95000"/>
                  </a:schemeClr>
                </a:solidFill>
                <a:latin typeface="原稿用標準書体" panose="03000503000000000000" pitchFamily="66" charset="-128"/>
                <a:ea typeface="原稿用標準書体" panose="03000503000000000000" pitchFamily="66" charset="-128"/>
              </a:rPr>
              <a:t>バフ</a:t>
            </a:r>
            <a:endParaRPr kumimoji="1" lang="ja-JP" altLang="en-US" sz="36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9" name="グループ化 8">
            <a:extLst>
              <a:ext uri="{FF2B5EF4-FFF2-40B4-BE49-F238E27FC236}">
                <a16:creationId xmlns:a16="http://schemas.microsoft.com/office/drawing/2014/main" id="{BC615DCF-9FD8-EEC4-72C8-53CCE40CE82B}"/>
              </a:ext>
            </a:extLst>
          </p:cNvPr>
          <p:cNvGrpSpPr/>
          <p:nvPr/>
        </p:nvGrpSpPr>
        <p:grpSpPr>
          <a:xfrm>
            <a:off x="9569319" y="2406755"/>
            <a:ext cx="1755710" cy="810206"/>
            <a:chOff x="9569319" y="887965"/>
            <a:chExt cx="1755710" cy="810206"/>
          </a:xfrm>
        </p:grpSpPr>
        <p:sp>
          <p:nvSpPr>
            <p:cNvPr id="10" name="四角形: 角を丸くする 9">
              <a:extLst>
                <a:ext uri="{FF2B5EF4-FFF2-40B4-BE49-F238E27FC236}">
                  <a16:creationId xmlns:a16="http://schemas.microsoft.com/office/drawing/2014/main" id="{5BE2D26A-E515-9CA0-798B-EEEF6965EC58}"/>
                </a:ext>
              </a:extLst>
            </p:cNvPr>
            <p:cNvSpPr/>
            <p:nvPr/>
          </p:nvSpPr>
          <p:spPr>
            <a:xfrm>
              <a:off x="9569319" y="887965"/>
              <a:ext cx="1755710" cy="810206"/>
            </a:xfrm>
            <a:prstGeom prst="roundRect">
              <a:avLst>
                <a:gd name="adj" fmla="val 6428"/>
              </a:avLst>
            </a:prstGeom>
            <a:solidFill>
              <a:schemeClr val="tx1">
                <a:lumMod val="75000"/>
                <a:lumOff val="25000"/>
                <a:alpha val="80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1" name="テキスト ボックス 10">
              <a:extLst>
                <a:ext uri="{FF2B5EF4-FFF2-40B4-BE49-F238E27FC236}">
                  <a16:creationId xmlns:a16="http://schemas.microsoft.com/office/drawing/2014/main" id="{57F96457-0495-B196-A02B-1391EDE7CDD4}"/>
                </a:ext>
              </a:extLst>
            </p:cNvPr>
            <p:cNvSpPr txBox="1"/>
            <p:nvPr/>
          </p:nvSpPr>
          <p:spPr>
            <a:xfrm>
              <a:off x="10713075" y="1293068"/>
              <a:ext cx="595035" cy="338554"/>
            </a:xfrm>
            <a:prstGeom prst="rect">
              <a:avLst/>
            </a:prstGeom>
            <a:noFill/>
            <a:ln>
              <a:noFill/>
            </a:ln>
          </p:spPr>
          <p:txBody>
            <a:bodyPr wrap="none" rtlCol="0">
              <a:spAutoFit/>
            </a:bodyPr>
            <a:lstStyle/>
            <a:p>
              <a:pPr algn="r"/>
              <a:r>
                <a:rPr lang="ja-JP" altLang="en-US" sz="16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回復</a:t>
              </a:r>
              <a:endParaRPr kumimoji="1" lang="en-US" altLang="ja-JP" sz="16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3" name="グループ化 12">
            <a:extLst>
              <a:ext uri="{FF2B5EF4-FFF2-40B4-BE49-F238E27FC236}">
                <a16:creationId xmlns:a16="http://schemas.microsoft.com/office/drawing/2014/main" id="{2DCDC8F5-0817-3F77-92C1-E0999D7EA48A}"/>
              </a:ext>
            </a:extLst>
          </p:cNvPr>
          <p:cNvGrpSpPr/>
          <p:nvPr/>
        </p:nvGrpSpPr>
        <p:grpSpPr>
          <a:xfrm>
            <a:off x="9569319" y="3698488"/>
            <a:ext cx="1755710" cy="810206"/>
            <a:chOff x="9569319" y="887965"/>
            <a:chExt cx="1755710" cy="810206"/>
          </a:xfrm>
        </p:grpSpPr>
        <p:sp>
          <p:nvSpPr>
            <p:cNvPr id="14" name="四角形: 角を丸くする 13">
              <a:extLst>
                <a:ext uri="{FF2B5EF4-FFF2-40B4-BE49-F238E27FC236}">
                  <a16:creationId xmlns:a16="http://schemas.microsoft.com/office/drawing/2014/main" id="{1758DFCE-D516-B53F-FCDD-13DBDE48F44C}"/>
                </a:ext>
              </a:extLst>
            </p:cNvPr>
            <p:cNvSpPr/>
            <p:nvPr/>
          </p:nvSpPr>
          <p:spPr>
            <a:xfrm>
              <a:off x="9569319" y="887965"/>
              <a:ext cx="1755710" cy="810206"/>
            </a:xfrm>
            <a:prstGeom prst="roundRect">
              <a:avLst>
                <a:gd name="adj" fmla="val 6428"/>
              </a:avLst>
            </a:prstGeom>
            <a:solidFill>
              <a:schemeClr val="tx1">
                <a:lumMod val="75000"/>
                <a:lumOff val="25000"/>
                <a:alpha val="80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5" name="テキスト ボックス 14">
              <a:extLst>
                <a:ext uri="{FF2B5EF4-FFF2-40B4-BE49-F238E27FC236}">
                  <a16:creationId xmlns:a16="http://schemas.microsoft.com/office/drawing/2014/main" id="{CC8D323B-621E-CD79-F979-0B061815AFBD}"/>
                </a:ext>
              </a:extLst>
            </p:cNvPr>
            <p:cNvSpPr txBox="1"/>
            <p:nvPr/>
          </p:nvSpPr>
          <p:spPr>
            <a:xfrm>
              <a:off x="10507890" y="1293068"/>
              <a:ext cx="800220" cy="338554"/>
            </a:xfrm>
            <a:prstGeom prst="rect">
              <a:avLst/>
            </a:prstGeom>
            <a:noFill/>
          </p:spPr>
          <p:txBody>
            <a:bodyPr wrap="none" rtlCol="0">
              <a:spAutoFit/>
            </a:bodyPr>
            <a:lstStyle/>
            <a:p>
              <a:pPr algn="r"/>
              <a:r>
                <a:rPr lang="ja-JP" altLang="en-US" sz="16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a:t>
              </a:r>
              <a:endParaRPr kumimoji="1" lang="en-US" altLang="ja-JP" sz="16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pic>
        <p:nvPicPr>
          <p:cNvPr id="16" name="図 15" descr="アイコン&#10;&#10;AI 生成コンテンツは誤りを含む可能性があります。">
            <a:extLst>
              <a:ext uri="{FF2B5EF4-FFF2-40B4-BE49-F238E27FC236}">
                <a16:creationId xmlns:a16="http://schemas.microsoft.com/office/drawing/2014/main" id="{7C34B251-80F2-A94A-3F38-0124B4383B9F}"/>
              </a:ext>
            </a:extLst>
          </p:cNvPr>
          <p:cNvPicPr>
            <a:picLocks noChangeAspect="1"/>
          </p:cNvPicPr>
          <p:nvPr/>
        </p:nvPicPr>
        <p:blipFill>
          <a:blip r:embed="rId3">
            <a:lum bright="70000" contrast="-70000"/>
            <a:extLst>
              <a:ext uri="{28A0092B-C50C-407E-A947-70E740481C1C}">
                <a14:useLocalDpi xmlns:a14="http://schemas.microsoft.com/office/drawing/2010/main" val="0"/>
              </a:ext>
            </a:extLst>
          </a:blip>
          <a:stretch>
            <a:fillRect/>
          </a:stretch>
        </p:blipFill>
        <p:spPr>
          <a:xfrm>
            <a:off x="9711869" y="3705941"/>
            <a:ext cx="810206" cy="810206"/>
          </a:xfrm>
          <a:prstGeom prst="rect">
            <a:avLst/>
          </a:prstGeom>
        </p:spPr>
      </p:pic>
      <p:pic>
        <p:nvPicPr>
          <p:cNvPr id="17" name="図 16">
            <a:extLst>
              <a:ext uri="{FF2B5EF4-FFF2-40B4-BE49-F238E27FC236}">
                <a16:creationId xmlns:a16="http://schemas.microsoft.com/office/drawing/2014/main" id="{28C0D97F-697A-CBDF-696C-EAA918F0404A}"/>
              </a:ext>
            </a:extLst>
          </p:cNvPr>
          <p:cNvPicPr>
            <a:picLocks noChangeAspect="1"/>
          </p:cNvPicPr>
          <p:nvPr/>
        </p:nvPicPr>
        <p:blipFill>
          <a:blip r:embed="rId4">
            <a:lum bright="70000" contrast="-70000"/>
            <a:extLst>
              <a:ext uri="{28A0092B-C50C-407E-A947-70E740481C1C}">
                <a14:useLocalDpi xmlns:a14="http://schemas.microsoft.com/office/drawing/2010/main" val="0"/>
              </a:ext>
            </a:extLst>
          </a:blip>
          <a:srcRect l="52651" t="22678" r="27395" b="50636"/>
          <a:stretch>
            <a:fillRect/>
          </a:stretch>
        </p:blipFill>
        <p:spPr>
          <a:xfrm>
            <a:off x="9855544" y="2580930"/>
            <a:ext cx="524800" cy="486373"/>
          </a:xfrm>
          <a:prstGeom prst="rect">
            <a:avLst/>
          </a:prstGeom>
        </p:spPr>
      </p:pic>
      <p:grpSp>
        <p:nvGrpSpPr>
          <p:cNvPr id="23" name="グループ化 22">
            <a:extLst>
              <a:ext uri="{FF2B5EF4-FFF2-40B4-BE49-F238E27FC236}">
                <a16:creationId xmlns:a16="http://schemas.microsoft.com/office/drawing/2014/main" id="{48E1E094-0B73-BECA-F766-8237C6E5F819}"/>
              </a:ext>
            </a:extLst>
          </p:cNvPr>
          <p:cNvGrpSpPr/>
          <p:nvPr/>
        </p:nvGrpSpPr>
        <p:grpSpPr>
          <a:xfrm>
            <a:off x="1419053" y="1719520"/>
            <a:ext cx="7116105" cy="1040826"/>
            <a:chOff x="922576" y="2450171"/>
            <a:chExt cx="5301952" cy="1309138"/>
          </a:xfrm>
          <a:solidFill>
            <a:schemeClr val="bg1">
              <a:lumMod val="65000"/>
              <a:alpha val="85000"/>
            </a:schemeClr>
          </a:solidFill>
        </p:grpSpPr>
        <p:sp>
          <p:nvSpPr>
            <p:cNvPr id="24" name="四角形: 角を丸くする 23">
              <a:extLst>
                <a:ext uri="{FF2B5EF4-FFF2-40B4-BE49-F238E27FC236}">
                  <a16:creationId xmlns:a16="http://schemas.microsoft.com/office/drawing/2014/main" id="{52AE3A1E-B5BC-E87B-220F-D9C8BF86F380}"/>
                </a:ext>
              </a:extLst>
            </p:cNvPr>
            <p:cNvSpPr/>
            <p:nvPr/>
          </p:nvSpPr>
          <p:spPr>
            <a:xfrm>
              <a:off x="922576" y="2450171"/>
              <a:ext cx="1233805" cy="1309138"/>
            </a:xfrm>
            <a:prstGeom prst="roundRect">
              <a:avLst>
                <a:gd name="adj" fmla="val 6896"/>
              </a:avLst>
            </a:prstGeom>
            <a:grp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キャラ</a:t>
              </a:r>
            </a:p>
          </p:txBody>
        </p:sp>
        <p:sp>
          <p:nvSpPr>
            <p:cNvPr id="25" name="四角形: 角を丸くする 24">
              <a:extLst>
                <a:ext uri="{FF2B5EF4-FFF2-40B4-BE49-F238E27FC236}">
                  <a16:creationId xmlns:a16="http://schemas.microsoft.com/office/drawing/2014/main" id="{83DCA878-5267-079D-42F1-3AA8E6AC3243}"/>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br>
                <a:rPr lang="en-US" altLang="ja-JP">
                  <a:latin typeface="原稿用標準書体" panose="03000503000000000000" pitchFamily="66" charset="-128"/>
                  <a:ea typeface="原稿用標準書体" panose="03000503000000000000" pitchFamily="66" charset="-128"/>
                </a:rPr>
              </a:br>
              <a:r>
                <a:rPr lang="ja-JP" altLang="en-US">
                  <a:latin typeface="原稿用標準書体" panose="03000503000000000000" pitchFamily="66" charset="-128"/>
                  <a:ea typeface="原稿用標準書体" panose="03000503000000000000" pitchFamily="66" charset="-128"/>
                </a:rPr>
                <a:t>バフ名</a:t>
              </a:r>
              <a:endParaRPr lang="ja-JP" altLang="en-US" dirty="0">
                <a:latin typeface="原稿用標準書体" panose="03000503000000000000" pitchFamily="66" charset="-128"/>
                <a:ea typeface="原稿用標準書体" panose="03000503000000000000" pitchFamily="66" charset="-128"/>
              </a:endParaRPr>
            </a:p>
          </p:txBody>
        </p:sp>
        <p:sp>
          <p:nvSpPr>
            <p:cNvPr id="26" name="四角形: 角を丸くする 25">
              <a:extLst>
                <a:ext uri="{FF2B5EF4-FFF2-40B4-BE49-F238E27FC236}">
                  <a16:creationId xmlns:a16="http://schemas.microsoft.com/office/drawing/2014/main" id="{FFE1B89F-EBD0-04A0-5741-FCCBB861A413}"/>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br>
                <a:rPr lang="en-US" altLang="ja-JP">
                  <a:latin typeface="原稿用標準書体" panose="03000503000000000000" pitchFamily="66" charset="-128"/>
                  <a:ea typeface="原稿用標準書体" panose="03000503000000000000" pitchFamily="66" charset="-128"/>
                </a:rPr>
              </a:br>
              <a:r>
                <a:rPr lang="ja-JP" altLang="en-US">
                  <a:latin typeface="原稿用標準書体" panose="03000503000000000000" pitchFamily="66" charset="-128"/>
                  <a:ea typeface="原稿用標準書体" panose="03000503000000000000" pitchFamily="66" charset="-128"/>
                </a:rPr>
                <a:t>バフ名</a:t>
              </a:r>
              <a:endParaRPr lang="ja-JP" altLang="en-US" dirty="0">
                <a:latin typeface="原稿用標準書体" panose="03000503000000000000" pitchFamily="66" charset="-128"/>
                <a:ea typeface="原稿用標準書体" panose="03000503000000000000" pitchFamily="66" charset="-128"/>
              </a:endParaRPr>
            </a:p>
          </p:txBody>
        </p:sp>
        <p:sp>
          <p:nvSpPr>
            <p:cNvPr id="27" name="四角形: 角を丸くする 26">
              <a:extLst>
                <a:ext uri="{FF2B5EF4-FFF2-40B4-BE49-F238E27FC236}">
                  <a16:creationId xmlns:a16="http://schemas.microsoft.com/office/drawing/2014/main" id="{CFE5962E-8EDB-2529-724D-AE7BAEFEFEC2}"/>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br>
                <a:rPr lang="en-US" altLang="ja-JP">
                  <a:latin typeface="原稿用標準書体" panose="03000503000000000000" pitchFamily="66" charset="-128"/>
                  <a:ea typeface="原稿用標準書体" panose="03000503000000000000" pitchFamily="66" charset="-128"/>
                </a:rPr>
              </a:br>
              <a:r>
                <a:rPr lang="ja-JP" altLang="en-US">
                  <a:latin typeface="原稿用標準書体" panose="03000503000000000000" pitchFamily="66" charset="-128"/>
                  <a:ea typeface="原稿用標準書体" panose="03000503000000000000" pitchFamily="66" charset="-128"/>
                </a:rPr>
                <a:t>バフ名</a:t>
              </a:r>
              <a:endParaRPr lang="ja-JP" altLang="en-US" dirty="0">
                <a:latin typeface="原稿用標準書体" panose="03000503000000000000" pitchFamily="66" charset="-128"/>
                <a:ea typeface="原稿用標準書体" panose="03000503000000000000" pitchFamily="66" charset="-128"/>
              </a:endParaRPr>
            </a:p>
          </p:txBody>
        </p:sp>
      </p:grpSp>
      <p:grpSp>
        <p:nvGrpSpPr>
          <p:cNvPr id="28" name="グループ化 27">
            <a:extLst>
              <a:ext uri="{FF2B5EF4-FFF2-40B4-BE49-F238E27FC236}">
                <a16:creationId xmlns:a16="http://schemas.microsoft.com/office/drawing/2014/main" id="{7998FC84-D687-C984-A920-1EE7D83AB328}"/>
              </a:ext>
            </a:extLst>
          </p:cNvPr>
          <p:cNvGrpSpPr/>
          <p:nvPr/>
        </p:nvGrpSpPr>
        <p:grpSpPr>
          <a:xfrm>
            <a:off x="1419053" y="3001124"/>
            <a:ext cx="7116105" cy="1040826"/>
            <a:chOff x="922576" y="2450171"/>
            <a:chExt cx="5301952" cy="1309138"/>
          </a:xfrm>
          <a:solidFill>
            <a:schemeClr val="bg1">
              <a:lumMod val="65000"/>
              <a:alpha val="85000"/>
            </a:schemeClr>
          </a:solidFill>
        </p:grpSpPr>
        <p:sp>
          <p:nvSpPr>
            <p:cNvPr id="29" name="四角形: 角を丸くする 28">
              <a:extLst>
                <a:ext uri="{FF2B5EF4-FFF2-40B4-BE49-F238E27FC236}">
                  <a16:creationId xmlns:a16="http://schemas.microsoft.com/office/drawing/2014/main" id="{53297DA2-5C7E-431B-BB1D-5DA16BA9CD47}"/>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br>
                <a:rPr lang="en-US" altLang="ja-JP">
                  <a:latin typeface="原稿用標準書体" panose="03000503000000000000" pitchFamily="66" charset="-128"/>
                  <a:ea typeface="原稿用標準書体" panose="03000503000000000000" pitchFamily="66" charset="-128"/>
                </a:rPr>
              </a:br>
              <a:r>
                <a:rPr lang="ja-JP" altLang="en-US">
                  <a:latin typeface="原稿用標準書体" panose="03000503000000000000" pitchFamily="66" charset="-128"/>
                  <a:ea typeface="原稿用標準書体" panose="03000503000000000000" pitchFamily="66" charset="-128"/>
                </a:rPr>
                <a:t>バフ名</a:t>
              </a:r>
              <a:endParaRPr lang="ja-JP" altLang="en-US" dirty="0">
                <a:latin typeface="原稿用標準書体" panose="03000503000000000000" pitchFamily="66" charset="-128"/>
                <a:ea typeface="原稿用標準書体" panose="03000503000000000000" pitchFamily="66" charset="-128"/>
              </a:endParaRPr>
            </a:p>
          </p:txBody>
        </p:sp>
        <p:sp>
          <p:nvSpPr>
            <p:cNvPr id="30" name="四角形: 角を丸くする 29">
              <a:extLst>
                <a:ext uri="{FF2B5EF4-FFF2-40B4-BE49-F238E27FC236}">
                  <a16:creationId xmlns:a16="http://schemas.microsoft.com/office/drawing/2014/main" id="{BB38F409-DD87-6528-024C-65C05E1FFAC8}"/>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br>
                <a:rPr lang="en-US" altLang="ja-JP">
                  <a:latin typeface="原稿用標準書体" panose="03000503000000000000" pitchFamily="66" charset="-128"/>
                  <a:ea typeface="原稿用標準書体" panose="03000503000000000000" pitchFamily="66" charset="-128"/>
                </a:rPr>
              </a:br>
              <a:r>
                <a:rPr lang="ja-JP" altLang="en-US">
                  <a:latin typeface="原稿用標準書体" panose="03000503000000000000" pitchFamily="66" charset="-128"/>
                  <a:ea typeface="原稿用標準書体" panose="03000503000000000000" pitchFamily="66" charset="-128"/>
                </a:rPr>
                <a:t>バフ名</a:t>
              </a:r>
              <a:endParaRPr lang="ja-JP" altLang="en-US" dirty="0">
                <a:latin typeface="原稿用標準書体" panose="03000503000000000000" pitchFamily="66" charset="-128"/>
                <a:ea typeface="原稿用標準書体" panose="03000503000000000000" pitchFamily="66" charset="-128"/>
              </a:endParaRPr>
            </a:p>
          </p:txBody>
        </p:sp>
        <p:sp>
          <p:nvSpPr>
            <p:cNvPr id="31" name="四角形: 角を丸くする 30">
              <a:extLst>
                <a:ext uri="{FF2B5EF4-FFF2-40B4-BE49-F238E27FC236}">
                  <a16:creationId xmlns:a16="http://schemas.microsoft.com/office/drawing/2014/main" id="{9A969E10-B3F0-05C5-4ECA-5A1B41ECD3D1}"/>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br>
                <a:rPr lang="en-US" altLang="ja-JP">
                  <a:latin typeface="原稿用標準書体" panose="03000503000000000000" pitchFamily="66" charset="-128"/>
                  <a:ea typeface="原稿用標準書体" panose="03000503000000000000" pitchFamily="66" charset="-128"/>
                </a:rPr>
              </a:br>
              <a:r>
                <a:rPr lang="ja-JP" altLang="en-US">
                  <a:latin typeface="原稿用標準書体" panose="03000503000000000000" pitchFamily="66" charset="-128"/>
                  <a:ea typeface="原稿用標準書体" panose="03000503000000000000" pitchFamily="66" charset="-128"/>
                </a:rPr>
                <a:t>バフ名</a:t>
              </a:r>
              <a:endParaRPr lang="ja-JP" altLang="en-US" dirty="0">
                <a:latin typeface="原稿用標準書体" panose="03000503000000000000" pitchFamily="66" charset="-128"/>
                <a:ea typeface="原稿用標準書体" panose="03000503000000000000" pitchFamily="66" charset="-128"/>
              </a:endParaRPr>
            </a:p>
          </p:txBody>
        </p:sp>
        <p:sp>
          <p:nvSpPr>
            <p:cNvPr id="32" name="四角形: 角を丸くする 31">
              <a:extLst>
                <a:ext uri="{FF2B5EF4-FFF2-40B4-BE49-F238E27FC236}">
                  <a16:creationId xmlns:a16="http://schemas.microsoft.com/office/drawing/2014/main" id="{54FF088C-C239-DF9B-BC0D-791957C30A1F}"/>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br>
                <a:rPr lang="en-US" altLang="ja-JP">
                  <a:latin typeface="原稿用標準書体" panose="03000503000000000000" pitchFamily="66" charset="-128"/>
                  <a:ea typeface="原稿用標準書体" panose="03000503000000000000" pitchFamily="66" charset="-128"/>
                </a:rPr>
              </a:br>
              <a:r>
                <a:rPr lang="ja-JP" altLang="en-US">
                  <a:latin typeface="原稿用標準書体" panose="03000503000000000000" pitchFamily="66" charset="-128"/>
                  <a:ea typeface="原稿用標準書体" panose="03000503000000000000" pitchFamily="66" charset="-128"/>
                </a:rPr>
                <a:t>バフ名</a:t>
              </a:r>
              <a:endParaRPr lang="ja-JP" altLang="en-US" dirty="0">
                <a:latin typeface="原稿用標準書体" panose="03000503000000000000" pitchFamily="66" charset="-128"/>
                <a:ea typeface="原稿用標準書体" panose="03000503000000000000" pitchFamily="66" charset="-128"/>
              </a:endParaRPr>
            </a:p>
          </p:txBody>
        </p:sp>
      </p:grpSp>
      <p:sp>
        <p:nvSpPr>
          <p:cNvPr id="2" name="フローチャート: 端子 1">
            <a:extLst>
              <a:ext uri="{FF2B5EF4-FFF2-40B4-BE49-F238E27FC236}">
                <a16:creationId xmlns:a16="http://schemas.microsoft.com/office/drawing/2014/main" id="{0984E0F0-9B01-D8AF-1BDC-EF6FEB1D5618}"/>
              </a:ext>
            </a:extLst>
          </p:cNvPr>
          <p:cNvSpPr/>
          <p:nvPr/>
        </p:nvSpPr>
        <p:spPr>
          <a:xfrm>
            <a:off x="1639727" y="2060211"/>
            <a:ext cx="1214624" cy="400826"/>
          </a:xfrm>
          <a:prstGeom prst="flowChartTerminator">
            <a:avLst/>
          </a:prstGeom>
          <a:ln>
            <a:noFill/>
          </a:ln>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選択中</a:t>
            </a:r>
          </a:p>
        </p:txBody>
      </p:sp>
      <p:sp>
        <p:nvSpPr>
          <p:cNvPr id="8" name="テキスト ボックス 7">
            <a:extLst>
              <a:ext uri="{FF2B5EF4-FFF2-40B4-BE49-F238E27FC236}">
                <a16:creationId xmlns:a16="http://schemas.microsoft.com/office/drawing/2014/main" id="{FCBA2FD1-E68A-95B5-2956-F46E2491AC71}"/>
              </a:ext>
            </a:extLst>
          </p:cNvPr>
          <p:cNvSpPr txBox="1"/>
          <p:nvPr/>
        </p:nvSpPr>
        <p:spPr>
          <a:xfrm>
            <a:off x="3315968" y="4413370"/>
            <a:ext cx="1261884" cy="523220"/>
          </a:xfrm>
          <a:prstGeom prst="rect">
            <a:avLst/>
          </a:prstGeom>
          <a:noFill/>
        </p:spPr>
        <p:txBody>
          <a:bodyPr wrap="none" rtlCol="0">
            <a:spAutoFit/>
          </a:bodyPr>
          <a:lstStyle/>
          <a:p>
            <a:r>
              <a:rPr kumimoji="1" lang="ja-JP" altLang="en-US" sz="2800">
                <a:solidFill>
                  <a:schemeClr val="tx1">
                    <a:lumMod val="85000"/>
                    <a:lumOff val="15000"/>
                  </a:schemeClr>
                </a:solidFill>
                <a:latin typeface="原稿用標準書体" panose="03000503000000000000" pitchFamily="66" charset="-128"/>
                <a:ea typeface="原稿用標準書体" panose="03000503000000000000" pitchFamily="66" charset="-128"/>
              </a:rPr>
              <a:t>バフ名</a:t>
            </a:r>
            <a:endParaRPr kumimoji="1"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9" name="テキスト ボックス 18">
            <a:extLst>
              <a:ext uri="{FF2B5EF4-FFF2-40B4-BE49-F238E27FC236}">
                <a16:creationId xmlns:a16="http://schemas.microsoft.com/office/drawing/2014/main" id="{DB74199A-1A4C-C88E-3768-EBA71495ADB9}"/>
              </a:ext>
            </a:extLst>
          </p:cNvPr>
          <p:cNvSpPr txBox="1"/>
          <p:nvPr/>
        </p:nvSpPr>
        <p:spPr>
          <a:xfrm>
            <a:off x="3315968" y="4969283"/>
            <a:ext cx="4801314" cy="707886"/>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rPr>
              <a:t>効果テキスト効果テキスト効果テキスト</a:t>
            </a:r>
          </a:p>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rPr>
              <a:t>効果テキスト効果テキスト効果テキスト</a:t>
            </a:r>
          </a:p>
        </p:txBody>
      </p:sp>
      <p:sp>
        <p:nvSpPr>
          <p:cNvPr id="4" name="矢印: 下 3">
            <a:extLst>
              <a:ext uri="{FF2B5EF4-FFF2-40B4-BE49-F238E27FC236}">
                <a16:creationId xmlns:a16="http://schemas.microsoft.com/office/drawing/2014/main" id="{14FC0720-96CB-97E0-1A11-97F23768C1A7}"/>
              </a:ext>
            </a:extLst>
          </p:cNvPr>
          <p:cNvSpPr/>
          <p:nvPr/>
        </p:nvSpPr>
        <p:spPr>
          <a:xfrm flipV="1">
            <a:off x="3926962" y="1837990"/>
            <a:ext cx="282721" cy="369724"/>
          </a:xfrm>
          <a:prstGeom prst="downArrow">
            <a:avLst/>
          </a:prstGeom>
          <a:solidFill>
            <a:schemeClr val="accent2"/>
          </a:solidFill>
          <a:ln w="9525">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2" name="矢印: 下 11">
            <a:extLst>
              <a:ext uri="{FF2B5EF4-FFF2-40B4-BE49-F238E27FC236}">
                <a16:creationId xmlns:a16="http://schemas.microsoft.com/office/drawing/2014/main" id="{968162D0-CDB0-6FC4-79C2-D07B175D773D}"/>
              </a:ext>
            </a:extLst>
          </p:cNvPr>
          <p:cNvSpPr/>
          <p:nvPr/>
        </p:nvSpPr>
        <p:spPr>
          <a:xfrm flipV="1">
            <a:off x="2117307" y="3125544"/>
            <a:ext cx="282721" cy="369724"/>
          </a:xfrm>
          <a:prstGeom prst="downArrow">
            <a:avLst/>
          </a:prstGeom>
          <a:solidFill>
            <a:schemeClr val="accent2"/>
          </a:solidFill>
          <a:ln w="9525">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20" name="矢印: 下 19">
            <a:extLst>
              <a:ext uri="{FF2B5EF4-FFF2-40B4-BE49-F238E27FC236}">
                <a16:creationId xmlns:a16="http://schemas.microsoft.com/office/drawing/2014/main" id="{65DB4B6E-E416-4368-1B09-C94E1F13C32A}"/>
              </a:ext>
            </a:extLst>
          </p:cNvPr>
          <p:cNvSpPr/>
          <p:nvPr/>
        </p:nvSpPr>
        <p:spPr>
          <a:xfrm flipV="1">
            <a:off x="3936921" y="3125544"/>
            <a:ext cx="282721" cy="369724"/>
          </a:xfrm>
          <a:prstGeom prst="downArrow">
            <a:avLst/>
          </a:prstGeom>
          <a:solidFill>
            <a:schemeClr val="accent4"/>
          </a:solidFill>
          <a:ln w="9525">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34" name="矢印: 下 33">
            <a:extLst>
              <a:ext uri="{FF2B5EF4-FFF2-40B4-BE49-F238E27FC236}">
                <a16:creationId xmlns:a16="http://schemas.microsoft.com/office/drawing/2014/main" id="{BA4D0FEC-6B8C-B279-4A00-EF5BF2046A3B}"/>
              </a:ext>
            </a:extLst>
          </p:cNvPr>
          <p:cNvSpPr/>
          <p:nvPr/>
        </p:nvSpPr>
        <p:spPr>
          <a:xfrm flipV="1">
            <a:off x="5756535" y="3125544"/>
            <a:ext cx="282721" cy="369724"/>
          </a:xfrm>
          <a:prstGeom prst="downArrow">
            <a:avLst/>
          </a:prstGeom>
          <a:solidFill>
            <a:schemeClr val="accent2"/>
          </a:solidFill>
          <a:ln w="9525">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36" name="矢印: 下 35">
            <a:extLst>
              <a:ext uri="{FF2B5EF4-FFF2-40B4-BE49-F238E27FC236}">
                <a16:creationId xmlns:a16="http://schemas.microsoft.com/office/drawing/2014/main" id="{B1BF082B-8042-DF49-C48F-E22F8231B1BB}"/>
              </a:ext>
            </a:extLst>
          </p:cNvPr>
          <p:cNvSpPr/>
          <p:nvPr/>
        </p:nvSpPr>
        <p:spPr>
          <a:xfrm flipV="1">
            <a:off x="7576148" y="3125544"/>
            <a:ext cx="282721" cy="369724"/>
          </a:xfrm>
          <a:prstGeom prst="downArrow">
            <a:avLst/>
          </a:prstGeom>
          <a:solidFill>
            <a:schemeClr val="accent3"/>
          </a:solidFill>
          <a:ln w="9525">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38" name="矢印: 下 37">
            <a:extLst>
              <a:ext uri="{FF2B5EF4-FFF2-40B4-BE49-F238E27FC236}">
                <a16:creationId xmlns:a16="http://schemas.microsoft.com/office/drawing/2014/main" id="{7E4DC1A7-7980-C9FC-A66F-9DF236FE5152}"/>
              </a:ext>
            </a:extLst>
          </p:cNvPr>
          <p:cNvSpPr/>
          <p:nvPr/>
        </p:nvSpPr>
        <p:spPr>
          <a:xfrm flipV="1">
            <a:off x="5764963" y="1829948"/>
            <a:ext cx="282721" cy="369724"/>
          </a:xfrm>
          <a:prstGeom prst="downArrow">
            <a:avLst/>
          </a:prstGeom>
          <a:solidFill>
            <a:schemeClr val="accent1"/>
          </a:solidFill>
          <a:ln w="9525">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40" name="矢印: 下 39">
            <a:extLst>
              <a:ext uri="{FF2B5EF4-FFF2-40B4-BE49-F238E27FC236}">
                <a16:creationId xmlns:a16="http://schemas.microsoft.com/office/drawing/2014/main" id="{798D2705-598A-BD23-A556-1A0E772D1679}"/>
              </a:ext>
            </a:extLst>
          </p:cNvPr>
          <p:cNvSpPr/>
          <p:nvPr/>
        </p:nvSpPr>
        <p:spPr>
          <a:xfrm flipV="1">
            <a:off x="7584576" y="1829948"/>
            <a:ext cx="282721" cy="369724"/>
          </a:xfrm>
          <a:prstGeom prst="downArrow">
            <a:avLst/>
          </a:prstGeom>
          <a:solidFill>
            <a:schemeClr val="accent2"/>
          </a:solidFill>
          <a:ln w="9525">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42" name="矢印: 下 41">
            <a:extLst>
              <a:ext uri="{FF2B5EF4-FFF2-40B4-BE49-F238E27FC236}">
                <a16:creationId xmlns:a16="http://schemas.microsoft.com/office/drawing/2014/main" id="{4705FAC4-70DC-CFD1-E0F0-64608414980E}"/>
              </a:ext>
            </a:extLst>
          </p:cNvPr>
          <p:cNvSpPr/>
          <p:nvPr/>
        </p:nvSpPr>
        <p:spPr>
          <a:xfrm flipV="1">
            <a:off x="2020299" y="4584384"/>
            <a:ext cx="749348" cy="979948"/>
          </a:xfrm>
          <a:prstGeom prst="downArrow">
            <a:avLst/>
          </a:prstGeom>
          <a:solidFill>
            <a:schemeClr val="accent2"/>
          </a:solidFill>
          <a:ln w="9525">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43" name="グループ化 42">
            <a:extLst>
              <a:ext uri="{FF2B5EF4-FFF2-40B4-BE49-F238E27FC236}">
                <a16:creationId xmlns:a16="http://schemas.microsoft.com/office/drawing/2014/main" id="{D6C1156E-88C4-DA82-C88E-CD382D408B2E}"/>
              </a:ext>
            </a:extLst>
          </p:cNvPr>
          <p:cNvGrpSpPr/>
          <p:nvPr/>
        </p:nvGrpSpPr>
        <p:grpSpPr>
          <a:xfrm>
            <a:off x="9568849" y="1115022"/>
            <a:ext cx="1755710" cy="810206"/>
            <a:chOff x="9569319" y="887965"/>
            <a:chExt cx="1755710" cy="810206"/>
          </a:xfrm>
        </p:grpSpPr>
        <p:sp>
          <p:nvSpPr>
            <p:cNvPr id="45" name="四角形: 角を丸くする 44">
              <a:extLst>
                <a:ext uri="{FF2B5EF4-FFF2-40B4-BE49-F238E27FC236}">
                  <a16:creationId xmlns:a16="http://schemas.microsoft.com/office/drawing/2014/main" id="{238AFF57-45D6-482D-621D-E845D6AACB68}"/>
                </a:ext>
              </a:extLst>
            </p:cNvPr>
            <p:cNvSpPr/>
            <p:nvPr/>
          </p:nvSpPr>
          <p:spPr>
            <a:xfrm>
              <a:off x="9569319" y="887965"/>
              <a:ext cx="1755710" cy="810206"/>
            </a:xfrm>
            <a:prstGeom prst="roundRect">
              <a:avLst>
                <a:gd name="adj" fmla="val 6428"/>
              </a:avLst>
            </a:prstGeom>
            <a:solidFill>
              <a:schemeClr val="tx1">
                <a:lumMod val="75000"/>
                <a:lumOff val="25000"/>
                <a:alpha val="8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46" name="テキスト ボックス 45">
              <a:extLst>
                <a:ext uri="{FF2B5EF4-FFF2-40B4-BE49-F238E27FC236}">
                  <a16:creationId xmlns:a16="http://schemas.microsoft.com/office/drawing/2014/main" id="{8B98231D-9E4B-977A-F5E9-F1E80C75A307}"/>
                </a:ext>
              </a:extLst>
            </p:cNvPr>
            <p:cNvSpPr txBox="1"/>
            <p:nvPr/>
          </p:nvSpPr>
          <p:spPr>
            <a:xfrm>
              <a:off x="10713075" y="1293068"/>
              <a:ext cx="595035" cy="338554"/>
            </a:xfrm>
            <a:prstGeom prst="rect">
              <a:avLst/>
            </a:prstGeom>
            <a:noFill/>
          </p:spPr>
          <p:txBody>
            <a:bodyPr wrap="none" rtlCol="0">
              <a:spAutoFit/>
            </a:bodyPr>
            <a:lstStyle/>
            <a:p>
              <a:pPr algn="r"/>
              <a:r>
                <a:rPr lang="ja-JP" altLang="en-US" sz="16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バフ</a:t>
              </a:r>
              <a:endParaRPr kumimoji="1" lang="en-US" altLang="ja-JP" sz="16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49" name="矢印: 下 48">
            <a:extLst>
              <a:ext uri="{FF2B5EF4-FFF2-40B4-BE49-F238E27FC236}">
                <a16:creationId xmlns:a16="http://schemas.microsoft.com/office/drawing/2014/main" id="{09B24478-26F4-5022-6CE1-F320805E3F39}"/>
              </a:ext>
            </a:extLst>
          </p:cNvPr>
          <p:cNvSpPr/>
          <p:nvPr/>
        </p:nvSpPr>
        <p:spPr>
          <a:xfrm flipV="1">
            <a:off x="9966747" y="1295783"/>
            <a:ext cx="324024" cy="423737"/>
          </a:xfrm>
          <a:prstGeom prst="downArrow">
            <a:avLst/>
          </a:prstGeom>
          <a:solidFill>
            <a:schemeClr val="bg1">
              <a:lumMod val="95000"/>
            </a:schemeClr>
          </a:solidFill>
          <a:ln w="9525">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50" name="グループ化 49">
            <a:extLst>
              <a:ext uri="{FF2B5EF4-FFF2-40B4-BE49-F238E27FC236}">
                <a16:creationId xmlns:a16="http://schemas.microsoft.com/office/drawing/2014/main" id="{BD834D89-0A9E-F331-B41A-EE35125E3FE6}"/>
              </a:ext>
            </a:extLst>
          </p:cNvPr>
          <p:cNvGrpSpPr/>
          <p:nvPr/>
        </p:nvGrpSpPr>
        <p:grpSpPr>
          <a:xfrm>
            <a:off x="8774691" y="1614125"/>
            <a:ext cx="236362" cy="3814823"/>
            <a:chOff x="11044871" y="4022147"/>
            <a:chExt cx="236362" cy="2031812"/>
          </a:xfrm>
        </p:grpSpPr>
        <p:sp>
          <p:nvSpPr>
            <p:cNvPr id="51" name="四角形: 角を丸くする 50">
              <a:extLst>
                <a:ext uri="{FF2B5EF4-FFF2-40B4-BE49-F238E27FC236}">
                  <a16:creationId xmlns:a16="http://schemas.microsoft.com/office/drawing/2014/main" id="{4B4DBE6A-40D7-E3BB-35DC-0B5C1CEE4B74}"/>
                </a:ext>
              </a:extLst>
            </p:cNvPr>
            <p:cNvSpPr/>
            <p:nvPr/>
          </p:nvSpPr>
          <p:spPr>
            <a:xfrm>
              <a:off x="11044871" y="4022147"/>
              <a:ext cx="236362" cy="2031812"/>
            </a:xfrm>
            <a:prstGeom prst="roundRect">
              <a:avLst/>
            </a:prstGeom>
            <a:noFill/>
            <a:ln>
              <a:solidFill>
                <a:srgbClr val="CC00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2" name="四角形: 角を丸くする 51">
              <a:extLst>
                <a:ext uri="{FF2B5EF4-FFF2-40B4-BE49-F238E27FC236}">
                  <a16:creationId xmlns:a16="http://schemas.microsoft.com/office/drawing/2014/main" id="{AF1D791D-1FA6-24E7-EAA0-F6EDE1709281}"/>
                </a:ext>
              </a:extLst>
            </p:cNvPr>
            <p:cNvSpPr/>
            <p:nvPr/>
          </p:nvSpPr>
          <p:spPr>
            <a:xfrm>
              <a:off x="11066205" y="4094529"/>
              <a:ext cx="193695" cy="571313"/>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Tree>
    <p:extLst>
      <p:ext uri="{BB962C8B-B14F-4D97-AF65-F5344CB8AC3E}">
        <p14:creationId xmlns:p14="http://schemas.microsoft.com/office/powerpoint/2010/main" val="2921906002"/>
      </p:ext>
    </p:extLst>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p:bg>
      <p:bgPr>
        <a:gradFill>
          <a:gsLst>
            <a:gs pos="46690">
              <a:schemeClr val="accent6">
                <a:lumMod val="75000"/>
              </a:schemeClr>
            </a:gs>
            <a:gs pos="0">
              <a:schemeClr val="accent6">
                <a:lumMod val="50000"/>
              </a:schemeClr>
            </a:gs>
            <a:gs pos="23000">
              <a:schemeClr val="accent6">
                <a:lumMod val="75000"/>
              </a:schemeClr>
            </a:gs>
            <a:gs pos="69000">
              <a:schemeClr val="accent6">
                <a:lumMod val="50000"/>
              </a:schemeClr>
            </a:gs>
            <a:gs pos="97000">
              <a:schemeClr val="tx1">
                <a:lumMod val="85000"/>
                <a:lumOff val="15000"/>
              </a:schemeClr>
            </a:gs>
          </a:gsLst>
          <a:path path="circle">
            <a:fillToRect l="50000" t="50000" r="50000" b="50000"/>
          </a:path>
        </a:gradFill>
        <a:effectLst/>
      </p:bgPr>
    </p:bg>
    <p:spTree>
      <p:nvGrpSpPr>
        <p:cNvPr id="1" name="">
          <a:extLst>
            <a:ext uri="{FF2B5EF4-FFF2-40B4-BE49-F238E27FC236}">
              <a16:creationId xmlns:a16="http://schemas.microsoft.com/office/drawing/2014/main" id="{0B0CF5A9-383E-D298-1F50-79171CCECFFD}"/>
            </a:ext>
          </a:extLst>
        </p:cNvPr>
        <p:cNvGrpSpPr/>
        <p:nvPr/>
      </p:nvGrpSpPr>
      <p:grpSpPr>
        <a:xfrm>
          <a:off x="0" y="0"/>
          <a:ext cx="0" cy="0"/>
          <a:chOff x="0" y="0"/>
          <a:chExt cx="0" cy="0"/>
        </a:xfrm>
      </p:grpSpPr>
      <p:grpSp>
        <p:nvGrpSpPr>
          <p:cNvPr id="181" name="グループ化 180">
            <a:extLst>
              <a:ext uri="{FF2B5EF4-FFF2-40B4-BE49-F238E27FC236}">
                <a16:creationId xmlns:a16="http://schemas.microsoft.com/office/drawing/2014/main" id="{2D8A8D5B-5C0B-7C2D-2070-906C4F8969BA}"/>
              </a:ext>
            </a:extLst>
          </p:cNvPr>
          <p:cNvGrpSpPr/>
          <p:nvPr/>
        </p:nvGrpSpPr>
        <p:grpSpPr>
          <a:xfrm>
            <a:off x="9569319" y="5011901"/>
            <a:ext cx="1755710" cy="810206"/>
            <a:chOff x="9569319" y="5159829"/>
            <a:chExt cx="1755710" cy="810206"/>
          </a:xfrm>
          <a:solidFill>
            <a:schemeClr val="bg1">
              <a:lumMod val="85000"/>
              <a:alpha val="70000"/>
            </a:schemeClr>
          </a:solidFill>
        </p:grpSpPr>
        <p:sp>
          <p:nvSpPr>
            <p:cNvPr id="182" name="四角形: 角を丸くする 181">
              <a:extLst>
                <a:ext uri="{FF2B5EF4-FFF2-40B4-BE49-F238E27FC236}">
                  <a16:creationId xmlns:a16="http://schemas.microsoft.com/office/drawing/2014/main" id="{68C1D220-CD3C-105F-8C15-864E4B19F3CA}"/>
                </a:ext>
              </a:extLst>
            </p:cNvPr>
            <p:cNvSpPr/>
            <p:nvPr/>
          </p:nvSpPr>
          <p:spPr>
            <a:xfrm>
              <a:off x="9569319" y="5159829"/>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83" name="テキスト ボックス 182">
              <a:extLst>
                <a:ext uri="{FF2B5EF4-FFF2-40B4-BE49-F238E27FC236}">
                  <a16:creationId xmlns:a16="http://schemas.microsoft.com/office/drawing/2014/main" id="{FF941B55-F2BC-ABAB-9AE3-84F73AB7916F}"/>
                </a:ext>
              </a:extLst>
            </p:cNvPr>
            <p:cNvSpPr txBox="1"/>
            <p:nvPr/>
          </p:nvSpPr>
          <p:spPr>
            <a:xfrm>
              <a:off x="9738450" y="5564932"/>
              <a:ext cx="1569660" cy="369332"/>
            </a:xfrm>
            <a:prstGeom prst="rect">
              <a:avLst/>
            </a:prstGeom>
            <a:noFill/>
            <a:ln>
              <a:noFill/>
            </a:ln>
          </p:spPr>
          <p:txBody>
            <a:bodyPr wrap="none" rtlCol="0">
              <a:spAutoFit/>
            </a:bodyPr>
            <a:lstStyle/>
            <a:p>
              <a:pPr algn="r"/>
              <a:r>
                <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ルート画面へ</a:t>
              </a:r>
              <a:endParaRPr kumimoji="1" lang="en-US" altLang="ja-JP"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188" name="四角形: 角を丸くする 187">
            <a:extLst>
              <a:ext uri="{FF2B5EF4-FFF2-40B4-BE49-F238E27FC236}">
                <a16:creationId xmlns:a16="http://schemas.microsoft.com/office/drawing/2014/main" id="{84120693-BD6B-B803-B096-88B346EB3BF5}"/>
              </a:ext>
            </a:extLst>
          </p:cNvPr>
          <p:cNvSpPr/>
          <p:nvPr/>
        </p:nvSpPr>
        <p:spPr>
          <a:xfrm>
            <a:off x="726233" y="695130"/>
            <a:ext cx="8501744" cy="5467739"/>
          </a:xfrm>
          <a:prstGeom prst="roundRect">
            <a:avLst>
              <a:gd name="adj" fmla="val 6428"/>
            </a:avLst>
          </a:prstGeom>
          <a:solidFill>
            <a:schemeClr val="tx1">
              <a:lumMod val="75000"/>
              <a:lumOff val="25000"/>
              <a:alpha val="6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91" name="テキスト ボックス 190">
            <a:extLst>
              <a:ext uri="{FF2B5EF4-FFF2-40B4-BE49-F238E27FC236}">
                <a16:creationId xmlns:a16="http://schemas.microsoft.com/office/drawing/2014/main" id="{34AE325E-8D8F-3ADC-EB21-C77752DBF9B0}"/>
              </a:ext>
            </a:extLst>
          </p:cNvPr>
          <p:cNvSpPr txBox="1"/>
          <p:nvPr/>
        </p:nvSpPr>
        <p:spPr>
          <a:xfrm>
            <a:off x="954531" y="873794"/>
            <a:ext cx="1569660" cy="646331"/>
          </a:xfrm>
          <a:prstGeom prst="rect">
            <a:avLst/>
          </a:prstGeom>
          <a:noFill/>
        </p:spPr>
        <p:txBody>
          <a:bodyPr wrap="none" rtlCol="0">
            <a:spAutoFit/>
          </a:bodyPr>
          <a:lstStyle/>
          <a:p>
            <a:r>
              <a:rPr kumimoji="1" lang="ja-JP" altLang="en-US" sz="36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nvGrpSpPr>
          <p:cNvPr id="9" name="グループ化 8">
            <a:extLst>
              <a:ext uri="{FF2B5EF4-FFF2-40B4-BE49-F238E27FC236}">
                <a16:creationId xmlns:a16="http://schemas.microsoft.com/office/drawing/2014/main" id="{A19D38B1-2E9F-DBAA-8E50-77BA5582A6B0}"/>
              </a:ext>
            </a:extLst>
          </p:cNvPr>
          <p:cNvGrpSpPr/>
          <p:nvPr/>
        </p:nvGrpSpPr>
        <p:grpSpPr>
          <a:xfrm>
            <a:off x="9569319" y="2385076"/>
            <a:ext cx="1755710" cy="810206"/>
            <a:chOff x="9569319" y="887965"/>
            <a:chExt cx="1755710" cy="810206"/>
          </a:xfrm>
        </p:grpSpPr>
        <p:sp>
          <p:nvSpPr>
            <p:cNvPr id="10" name="四角形: 角を丸くする 9">
              <a:extLst>
                <a:ext uri="{FF2B5EF4-FFF2-40B4-BE49-F238E27FC236}">
                  <a16:creationId xmlns:a16="http://schemas.microsoft.com/office/drawing/2014/main" id="{AC237593-FC87-7927-3B15-724699D42F13}"/>
                </a:ext>
              </a:extLst>
            </p:cNvPr>
            <p:cNvSpPr/>
            <p:nvPr/>
          </p:nvSpPr>
          <p:spPr>
            <a:xfrm>
              <a:off x="9569319" y="887965"/>
              <a:ext cx="1755710" cy="810206"/>
            </a:xfrm>
            <a:prstGeom prst="roundRect">
              <a:avLst>
                <a:gd name="adj" fmla="val 6428"/>
              </a:avLst>
            </a:prstGeom>
            <a:solidFill>
              <a:schemeClr val="tx1">
                <a:lumMod val="75000"/>
                <a:lumOff val="25000"/>
                <a:alpha val="80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1" name="テキスト ボックス 10">
              <a:extLst>
                <a:ext uri="{FF2B5EF4-FFF2-40B4-BE49-F238E27FC236}">
                  <a16:creationId xmlns:a16="http://schemas.microsoft.com/office/drawing/2014/main" id="{C3682BE4-FA60-FA43-A504-5E369BA51073}"/>
                </a:ext>
              </a:extLst>
            </p:cNvPr>
            <p:cNvSpPr txBox="1"/>
            <p:nvPr/>
          </p:nvSpPr>
          <p:spPr>
            <a:xfrm>
              <a:off x="10713075" y="1293068"/>
              <a:ext cx="595035" cy="338554"/>
            </a:xfrm>
            <a:prstGeom prst="rect">
              <a:avLst/>
            </a:prstGeom>
            <a:noFill/>
          </p:spPr>
          <p:txBody>
            <a:bodyPr wrap="none" rtlCol="0">
              <a:spAutoFit/>
            </a:bodyPr>
            <a:lstStyle/>
            <a:p>
              <a:pPr algn="r"/>
              <a:r>
                <a:rPr lang="ja-JP" altLang="en-US" sz="16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回復</a:t>
              </a:r>
              <a:endParaRPr kumimoji="1" lang="en-US" altLang="ja-JP" sz="16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3" name="グループ化 12">
            <a:extLst>
              <a:ext uri="{FF2B5EF4-FFF2-40B4-BE49-F238E27FC236}">
                <a16:creationId xmlns:a16="http://schemas.microsoft.com/office/drawing/2014/main" id="{96D8B12D-4B0F-A5C4-DFB6-3D6C8A2FA5C7}"/>
              </a:ext>
            </a:extLst>
          </p:cNvPr>
          <p:cNvGrpSpPr/>
          <p:nvPr/>
        </p:nvGrpSpPr>
        <p:grpSpPr>
          <a:xfrm>
            <a:off x="9569319" y="3698488"/>
            <a:ext cx="1755710" cy="810206"/>
            <a:chOff x="9569319" y="887965"/>
            <a:chExt cx="1755710" cy="810206"/>
          </a:xfrm>
        </p:grpSpPr>
        <p:sp>
          <p:nvSpPr>
            <p:cNvPr id="14" name="四角形: 角を丸くする 13">
              <a:extLst>
                <a:ext uri="{FF2B5EF4-FFF2-40B4-BE49-F238E27FC236}">
                  <a16:creationId xmlns:a16="http://schemas.microsoft.com/office/drawing/2014/main" id="{D2A3580F-D392-2C19-5A05-CBC617ED5044}"/>
                </a:ext>
              </a:extLst>
            </p:cNvPr>
            <p:cNvSpPr/>
            <p:nvPr/>
          </p:nvSpPr>
          <p:spPr>
            <a:xfrm>
              <a:off x="9569319" y="887965"/>
              <a:ext cx="1755710" cy="810206"/>
            </a:xfrm>
            <a:prstGeom prst="roundRect">
              <a:avLst>
                <a:gd name="adj" fmla="val 6428"/>
              </a:avLst>
            </a:prstGeom>
            <a:solidFill>
              <a:schemeClr val="tx1">
                <a:lumMod val="75000"/>
                <a:lumOff val="25000"/>
                <a:alpha val="8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5" name="テキスト ボックス 14">
              <a:extLst>
                <a:ext uri="{FF2B5EF4-FFF2-40B4-BE49-F238E27FC236}">
                  <a16:creationId xmlns:a16="http://schemas.microsoft.com/office/drawing/2014/main" id="{0B043F2B-7CFD-0E78-3AE0-1E7FCF4A6342}"/>
                </a:ext>
              </a:extLst>
            </p:cNvPr>
            <p:cNvSpPr txBox="1"/>
            <p:nvPr/>
          </p:nvSpPr>
          <p:spPr>
            <a:xfrm>
              <a:off x="10507890" y="1293068"/>
              <a:ext cx="800220" cy="338554"/>
            </a:xfrm>
            <a:prstGeom prst="rect">
              <a:avLst/>
            </a:prstGeom>
            <a:noFill/>
          </p:spPr>
          <p:txBody>
            <a:bodyPr wrap="none" rtlCol="0">
              <a:spAutoFit/>
            </a:bodyPr>
            <a:lstStyle/>
            <a:p>
              <a:pPr algn="r"/>
              <a:r>
                <a:rPr lang="ja-JP" altLang="en-US" sz="16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a:t>
              </a:r>
              <a:endParaRPr kumimoji="1" lang="en-US" altLang="ja-JP" sz="16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pic>
        <p:nvPicPr>
          <p:cNvPr id="16" name="図 15" descr="アイコン&#10;&#10;AI 生成コンテンツは誤りを含む可能性があります。">
            <a:extLst>
              <a:ext uri="{FF2B5EF4-FFF2-40B4-BE49-F238E27FC236}">
                <a16:creationId xmlns:a16="http://schemas.microsoft.com/office/drawing/2014/main" id="{EC64959E-4436-99A9-6E4A-DB298DC72201}"/>
              </a:ext>
            </a:extLst>
          </p:cNvPr>
          <p:cNvPicPr>
            <a:picLocks noChangeAspect="1"/>
          </p:cNvPicPr>
          <p:nvPr/>
        </p:nvPicPr>
        <p:blipFill>
          <a:blip r:embed="rId3">
            <a:lum bright="70000" contrast="-70000"/>
            <a:extLst>
              <a:ext uri="{28A0092B-C50C-407E-A947-70E740481C1C}">
                <a14:useLocalDpi xmlns:a14="http://schemas.microsoft.com/office/drawing/2010/main" val="0"/>
              </a:ext>
            </a:extLst>
          </a:blip>
          <a:stretch>
            <a:fillRect/>
          </a:stretch>
        </p:blipFill>
        <p:spPr>
          <a:xfrm>
            <a:off x="9711869" y="3705941"/>
            <a:ext cx="810206" cy="810206"/>
          </a:xfrm>
          <a:prstGeom prst="rect">
            <a:avLst/>
          </a:prstGeom>
        </p:spPr>
      </p:pic>
      <p:pic>
        <p:nvPicPr>
          <p:cNvPr id="17" name="図 16">
            <a:extLst>
              <a:ext uri="{FF2B5EF4-FFF2-40B4-BE49-F238E27FC236}">
                <a16:creationId xmlns:a16="http://schemas.microsoft.com/office/drawing/2014/main" id="{49EF5EAF-B137-E6B5-4238-CB07AC26149A}"/>
              </a:ext>
            </a:extLst>
          </p:cNvPr>
          <p:cNvPicPr>
            <a:picLocks noChangeAspect="1"/>
          </p:cNvPicPr>
          <p:nvPr/>
        </p:nvPicPr>
        <p:blipFill>
          <a:blip r:embed="rId4">
            <a:lum bright="70000" contrast="-70000"/>
            <a:extLst>
              <a:ext uri="{28A0092B-C50C-407E-A947-70E740481C1C}">
                <a14:useLocalDpi xmlns:a14="http://schemas.microsoft.com/office/drawing/2010/main" val="0"/>
              </a:ext>
            </a:extLst>
          </a:blip>
          <a:srcRect l="52651" t="22678" r="27395" b="50636"/>
          <a:stretch>
            <a:fillRect/>
          </a:stretch>
        </p:blipFill>
        <p:spPr>
          <a:xfrm>
            <a:off x="9855544" y="2567145"/>
            <a:ext cx="524800" cy="486373"/>
          </a:xfrm>
          <a:prstGeom prst="rect">
            <a:avLst/>
          </a:prstGeom>
        </p:spPr>
      </p:pic>
      <p:grpSp>
        <p:nvGrpSpPr>
          <p:cNvPr id="8" name="グループ化 7">
            <a:extLst>
              <a:ext uri="{FF2B5EF4-FFF2-40B4-BE49-F238E27FC236}">
                <a16:creationId xmlns:a16="http://schemas.microsoft.com/office/drawing/2014/main" id="{BB2EA5E4-939B-534D-3BBF-AE9F555EBECD}"/>
              </a:ext>
            </a:extLst>
          </p:cNvPr>
          <p:cNvGrpSpPr/>
          <p:nvPr/>
        </p:nvGrpSpPr>
        <p:grpSpPr>
          <a:xfrm>
            <a:off x="3142942" y="5257827"/>
            <a:ext cx="3731170" cy="598799"/>
            <a:chOff x="2964023" y="5011901"/>
            <a:chExt cx="4138701" cy="664202"/>
          </a:xfrm>
        </p:grpSpPr>
        <p:sp>
          <p:nvSpPr>
            <p:cNvPr id="2" name="二等辺三角形 1">
              <a:extLst>
                <a:ext uri="{FF2B5EF4-FFF2-40B4-BE49-F238E27FC236}">
                  <a16:creationId xmlns:a16="http://schemas.microsoft.com/office/drawing/2014/main" id="{BB765C24-3553-A330-0528-115631F1A976}"/>
                </a:ext>
              </a:extLst>
            </p:cNvPr>
            <p:cNvSpPr/>
            <p:nvPr/>
          </p:nvSpPr>
          <p:spPr>
            <a:xfrm rot="16200000">
              <a:off x="2973137" y="5002787"/>
              <a:ext cx="664202" cy="682430"/>
            </a:xfrm>
            <a:prstGeom prst="triangle">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3" name="二等辺三角形 2">
              <a:extLst>
                <a:ext uri="{FF2B5EF4-FFF2-40B4-BE49-F238E27FC236}">
                  <a16:creationId xmlns:a16="http://schemas.microsoft.com/office/drawing/2014/main" id="{C1B3E52A-68FD-C432-455B-9C34FF9566B9}"/>
                </a:ext>
              </a:extLst>
            </p:cNvPr>
            <p:cNvSpPr/>
            <p:nvPr/>
          </p:nvSpPr>
          <p:spPr>
            <a:xfrm rot="5400000" flipH="1">
              <a:off x="6429408" y="5002787"/>
              <a:ext cx="664202" cy="682430"/>
            </a:xfrm>
            <a:prstGeom prst="triangle">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4" name="テキスト ボックス 3">
              <a:extLst>
                <a:ext uri="{FF2B5EF4-FFF2-40B4-BE49-F238E27FC236}">
                  <a16:creationId xmlns:a16="http://schemas.microsoft.com/office/drawing/2014/main" id="{D785222F-2357-B4A1-F7BC-C585E9CAF83C}"/>
                </a:ext>
              </a:extLst>
            </p:cNvPr>
            <p:cNvSpPr txBox="1"/>
            <p:nvPr/>
          </p:nvSpPr>
          <p:spPr>
            <a:xfrm>
              <a:off x="4134371" y="5027649"/>
              <a:ext cx="1798005" cy="580368"/>
            </a:xfrm>
            <a:prstGeom prst="rect">
              <a:avLst/>
            </a:prstGeom>
            <a:noFill/>
          </p:spPr>
          <p:txBody>
            <a:bodyPr wrap="none" rtlCol="0">
              <a:spAutoFit/>
            </a:bodyPr>
            <a:lstStyle/>
            <a:p>
              <a:pPr algn="ctr"/>
              <a:r>
                <a:rPr lang="ja-JP" altLang="en-US" sz="2800" b="1" dirty="0">
                  <a:solidFill>
                    <a:schemeClr val="accent6">
                      <a:lumMod val="60000"/>
                      <a:lumOff val="40000"/>
                    </a:schemeClr>
                  </a:solidFill>
                  <a:latin typeface="原稿用標準書体" panose="03000503000000000000" pitchFamily="66" charset="-128"/>
                  <a:ea typeface="原稿用標準書体" panose="03000503000000000000" pitchFamily="66" charset="-128"/>
                </a:rPr>
                <a:t>キャラ名</a:t>
              </a:r>
            </a:p>
          </p:txBody>
        </p:sp>
      </p:grpSp>
      <p:grpSp>
        <p:nvGrpSpPr>
          <p:cNvPr id="39" name="グループ化 38">
            <a:extLst>
              <a:ext uri="{FF2B5EF4-FFF2-40B4-BE49-F238E27FC236}">
                <a16:creationId xmlns:a16="http://schemas.microsoft.com/office/drawing/2014/main" id="{6F6E686E-6EF4-D534-6629-CB6DFC794092}"/>
              </a:ext>
            </a:extLst>
          </p:cNvPr>
          <p:cNvGrpSpPr/>
          <p:nvPr/>
        </p:nvGrpSpPr>
        <p:grpSpPr>
          <a:xfrm>
            <a:off x="6473474" y="1972568"/>
            <a:ext cx="2435441" cy="2876955"/>
            <a:chOff x="4343042" y="2003341"/>
            <a:chExt cx="4595682" cy="2481119"/>
          </a:xfrm>
        </p:grpSpPr>
        <p:sp>
          <p:nvSpPr>
            <p:cNvPr id="40" name="四角形: 角を丸くする 39">
              <a:extLst>
                <a:ext uri="{FF2B5EF4-FFF2-40B4-BE49-F238E27FC236}">
                  <a16:creationId xmlns:a16="http://schemas.microsoft.com/office/drawing/2014/main" id="{1ACD0403-FA6B-BC09-3A45-037E94F78D57}"/>
                </a:ext>
              </a:extLst>
            </p:cNvPr>
            <p:cNvSpPr/>
            <p:nvPr/>
          </p:nvSpPr>
          <p:spPr>
            <a:xfrm>
              <a:off x="4343042" y="2399403"/>
              <a:ext cx="4595682" cy="2085057"/>
            </a:xfrm>
            <a:prstGeom prst="roundRect">
              <a:avLst>
                <a:gd name="adj" fmla="val 5178"/>
              </a:avLst>
            </a:prstGeom>
            <a:no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latin typeface="原稿用標準書体" panose="03000503000000000000" pitchFamily="66" charset="-128"/>
                <a:ea typeface="原稿用標準書体" panose="03000503000000000000" pitchFamily="66" charset="-128"/>
              </a:endParaRPr>
            </a:p>
          </p:txBody>
        </p:sp>
        <p:sp>
          <p:nvSpPr>
            <p:cNvPr id="41" name="四角形: 角を丸くする 40">
              <a:extLst>
                <a:ext uri="{FF2B5EF4-FFF2-40B4-BE49-F238E27FC236}">
                  <a16:creationId xmlns:a16="http://schemas.microsoft.com/office/drawing/2014/main" id="{BBFE3B44-DAFC-A798-0E19-9CAD4C5B9EEA}"/>
                </a:ext>
              </a:extLst>
            </p:cNvPr>
            <p:cNvSpPr/>
            <p:nvPr/>
          </p:nvSpPr>
          <p:spPr>
            <a:xfrm>
              <a:off x="5013397" y="2003341"/>
              <a:ext cx="3294263" cy="398146"/>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rPr>
                <a:t>発動バフ</a:t>
              </a: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sp>
        <p:nvSpPr>
          <p:cNvPr id="46" name="テキスト ボックス 45">
            <a:extLst>
              <a:ext uri="{FF2B5EF4-FFF2-40B4-BE49-F238E27FC236}">
                <a16:creationId xmlns:a16="http://schemas.microsoft.com/office/drawing/2014/main" id="{C8AAB25D-2C45-C39E-A42A-0182AF617D15}"/>
              </a:ext>
            </a:extLst>
          </p:cNvPr>
          <p:cNvSpPr txBox="1"/>
          <p:nvPr/>
        </p:nvSpPr>
        <p:spPr>
          <a:xfrm>
            <a:off x="6906030" y="2542727"/>
            <a:ext cx="1570329" cy="369332"/>
          </a:xfrm>
          <a:prstGeom prst="rect">
            <a:avLst/>
          </a:prstGeom>
          <a:noFill/>
        </p:spPr>
        <p:txBody>
          <a:bodyPr wrap="square">
            <a:spAutoFit/>
          </a:bodyPr>
          <a:lstStyle/>
          <a:p>
            <a:pPr algn="ctr"/>
            <a:r>
              <a:rPr lang="en-US" altLang="ja-JP" b="1" dirty="0">
                <a:solidFill>
                  <a:schemeClr val="bg1">
                    <a:lumMod val="95000"/>
                  </a:schemeClr>
                </a:solidFill>
                <a:latin typeface="原稿用標準書体" panose="03000503000000000000" pitchFamily="66" charset="-128"/>
                <a:ea typeface="原稿用標準書体" panose="03000503000000000000" pitchFamily="66" charset="-128"/>
              </a:rPr>
              <a:t>00/00</a:t>
            </a:r>
            <a:endParaRPr kumimoji="1" lang="ja-JP" altLang="en-US"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60" name="グループ化 59">
            <a:extLst>
              <a:ext uri="{FF2B5EF4-FFF2-40B4-BE49-F238E27FC236}">
                <a16:creationId xmlns:a16="http://schemas.microsoft.com/office/drawing/2014/main" id="{E77FFBB9-E2C5-C069-4589-D66398273842}"/>
              </a:ext>
            </a:extLst>
          </p:cNvPr>
          <p:cNvGrpSpPr/>
          <p:nvPr/>
        </p:nvGrpSpPr>
        <p:grpSpPr>
          <a:xfrm>
            <a:off x="6862185" y="3014800"/>
            <a:ext cx="1658018" cy="839665"/>
            <a:chOff x="6999576" y="2746909"/>
            <a:chExt cx="1658018" cy="839665"/>
          </a:xfrm>
        </p:grpSpPr>
        <p:sp>
          <p:nvSpPr>
            <p:cNvPr id="51" name="フレーム (半分) 50">
              <a:extLst>
                <a:ext uri="{FF2B5EF4-FFF2-40B4-BE49-F238E27FC236}">
                  <a16:creationId xmlns:a16="http://schemas.microsoft.com/office/drawing/2014/main" id="{6A8CD01A-1C26-63DF-3182-3120E4A4799D}"/>
                </a:ext>
              </a:extLst>
            </p:cNvPr>
            <p:cNvSpPr/>
            <p:nvPr/>
          </p:nvSpPr>
          <p:spPr>
            <a:xfrm rot="18906493">
              <a:off x="6999576" y="2928479"/>
              <a:ext cx="463779" cy="463778"/>
            </a:xfrm>
            <a:prstGeom prst="halfFrame">
              <a:avLst>
                <a:gd name="adj1" fmla="val 18585"/>
                <a:gd name="adj2" fmla="val 19356"/>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latin typeface="原稿用標準書体" panose="03000503000000000000" pitchFamily="66" charset="-128"/>
                <a:ea typeface="原稿用標準書体" panose="03000503000000000000" pitchFamily="66" charset="-128"/>
              </a:endParaRPr>
            </a:p>
          </p:txBody>
        </p:sp>
        <p:sp>
          <p:nvSpPr>
            <p:cNvPr id="52" name="フレーム (半分) 51">
              <a:extLst>
                <a:ext uri="{FF2B5EF4-FFF2-40B4-BE49-F238E27FC236}">
                  <a16:creationId xmlns:a16="http://schemas.microsoft.com/office/drawing/2014/main" id="{471DAD70-84D0-C23C-C71B-6D2E1FBCE046}"/>
                </a:ext>
              </a:extLst>
            </p:cNvPr>
            <p:cNvSpPr/>
            <p:nvPr/>
          </p:nvSpPr>
          <p:spPr>
            <a:xfrm rot="2693507" flipH="1">
              <a:off x="8193815" y="2928479"/>
              <a:ext cx="463779" cy="463778"/>
            </a:xfrm>
            <a:prstGeom prst="halfFrame">
              <a:avLst>
                <a:gd name="adj1" fmla="val 18585"/>
                <a:gd name="adj2" fmla="val 19356"/>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latin typeface="原稿用標準書体" panose="03000503000000000000" pitchFamily="66" charset="-128"/>
                <a:ea typeface="原稿用標準書体" panose="03000503000000000000" pitchFamily="66" charset="-128"/>
              </a:endParaRPr>
            </a:p>
          </p:txBody>
        </p:sp>
        <p:grpSp>
          <p:nvGrpSpPr>
            <p:cNvPr id="55" name="グループ化 54">
              <a:extLst>
                <a:ext uri="{FF2B5EF4-FFF2-40B4-BE49-F238E27FC236}">
                  <a16:creationId xmlns:a16="http://schemas.microsoft.com/office/drawing/2014/main" id="{7AAE8357-03B1-7134-ECF2-CD9134EDDC96}"/>
                </a:ext>
              </a:extLst>
            </p:cNvPr>
            <p:cNvGrpSpPr/>
            <p:nvPr/>
          </p:nvGrpSpPr>
          <p:grpSpPr>
            <a:xfrm>
              <a:off x="7404475" y="2746909"/>
              <a:ext cx="839665" cy="839665"/>
              <a:chOff x="8374620" y="5203596"/>
              <a:chExt cx="914400" cy="914400"/>
            </a:xfrm>
          </p:grpSpPr>
          <p:sp>
            <p:nvSpPr>
              <p:cNvPr id="54" name="楕円 53">
                <a:extLst>
                  <a:ext uri="{FF2B5EF4-FFF2-40B4-BE49-F238E27FC236}">
                    <a16:creationId xmlns:a16="http://schemas.microsoft.com/office/drawing/2014/main" id="{2DD8330A-C9AD-7ACE-1B9A-9C1D92BF58BE}"/>
                  </a:ext>
                </a:extLst>
              </p:cNvPr>
              <p:cNvSpPr/>
              <p:nvPr/>
            </p:nvSpPr>
            <p:spPr>
              <a:xfrm>
                <a:off x="8374620" y="5203596"/>
                <a:ext cx="914400" cy="914400"/>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53" name="矢印: 下 52">
                <a:extLst>
                  <a:ext uri="{FF2B5EF4-FFF2-40B4-BE49-F238E27FC236}">
                    <a16:creationId xmlns:a16="http://schemas.microsoft.com/office/drawing/2014/main" id="{54B0651F-663F-3A42-699C-52800514575F}"/>
                  </a:ext>
                </a:extLst>
              </p:cNvPr>
              <p:cNvSpPr/>
              <p:nvPr/>
            </p:nvSpPr>
            <p:spPr>
              <a:xfrm flipV="1">
                <a:off x="8625104" y="5390466"/>
                <a:ext cx="413433" cy="540661"/>
              </a:xfrm>
              <a:prstGeom prst="downArrow">
                <a:avLst/>
              </a:prstGeom>
              <a:solidFill>
                <a:schemeClr val="bg1">
                  <a:lumMod val="95000"/>
                </a:schemeClr>
              </a:solidFill>
              <a:ln w="9525">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grpSp>
        <p:nvGrpSpPr>
          <p:cNvPr id="58" name="グループ化 57">
            <a:extLst>
              <a:ext uri="{FF2B5EF4-FFF2-40B4-BE49-F238E27FC236}">
                <a16:creationId xmlns:a16="http://schemas.microsoft.com/office/drawing/2014/main" id="{0F255176-5B9D-F79A-F220-B96530A6E22D}"/>
              </a:ext>
            </a:extLst>
          </p:cNvPr>
          <p:cNvGrpSpPr/>
          <p:nvPr/>
        </p:nvGrpSpPr>
        <p:grpSpPr>
          <a:xfrm>
            <a:off x="3325331" y="1972568"/>
            <a:ext cx="2861918" cy="2876954"/>
            <a:chOff x="3315918" y="969267"/>
            <a:chExt cx="2861918" cy="2876954"/>
          </a:xfrm>
        </p:grpSpPr>
        <p:grpSp>
          <p:nvGrpSpPr>
            <p:cNvPr id="5" name="グループ化 4">
              <a:extLst>
                <a:ext uri="{FF2B5EF4-FFF2-40B4-BE49-F238E27FC236}">
                  <a16:creationId xmlns:a16="http://schemas.microsoft.com/office/drawing/2014/main" id="{212A379D-C34D-93EE-7A6E-231A7BFD7033}"/>
                </a:ext>
              </a:extLst>
            </p:cNvPr>
            <p:cNvGrpSpPr/>
            <p:nvPr/>
          </p:nvGrpSpPr>
          <p:grpSpPr>
            <a:xfrm>
              <a:off x="3491877" y="2917839"/>
              <a:ext cx="2392001" cy="739567"/>
              <a:chOff x="5227712" y="3336557"/>
              <a:chExt cx="1813814" cy="739567"/>
            </a:xfrm>
          </p:grpSpPr>
          <p:sp>
            <p:nvSpPr>
              <p:cNvPr id="27" name="テキスト ボックス 26">
                <a:extLst>
                  <a:ext uri="{FF2B5EF4-FFF2-40B4-BE49-F238E27FC236}">
                    <a16:creationId xmlns:a16="http://schemas.microsoft.com/office/drawing/2014/main" id="{8A268684-6DE3-D00A-BA16-B76967B54134}"/>
                  </a:ext>
                </a:extLst>
              </p:cNvPr>
              <p:cNvSpPr txBox="1"/>
              <p:nvPr/>
            </p:nvSpPr>
            <p:spPr>
              <a:xfrm>
                <a:off x="5227712" y="3336557"/>
                <a:ext cx="1813814" cy="461665"/>
              </a:xfrm>
              <a:prstGeom prst="rect">
                <a:avLst/>
              </a:prstGeom>
              <a:noFill/>
            </p:spPr>
            <p:txBody>
              <a:bodyPr wrap="none" rtlCol="0">
                <a:spAutoFit/>
              </a:bodyPr>
              <a:lstStyle/>
              <a:p>
                <a:r>
                  <a:rPr lang="en-US" altLang="ja-JP" b="1" dirty="0">
                    <a:solidFill>
                      <a:schemeClr val="bg1">
                        <a:lumMod val="95000"/>
                      </a:schemeClr>
                    </a:solidFill>
                    <a:latin typeface="原稿用標準書体" panose="03000503000000000000" pitchFamily="66" charset="-128"/>
                    <a:ea typeface="原稿用標準書体" panose="03000503000000000000" pitchFamily="66" charset="-128"/>
                  </a:rPr>
                  <a:t>ATK</a:t>
                </a:r>
                <a:r>
                  <a:rPr lang="ja-JP" altLang="en-US" b="1" dirty="0">
                    <a:solidFill>
                      <a:schemeClr val="bg1">
                        <a:lumMod val="95000"/>
                      </a:schemeClr>
                    </a:solidFill>
                    <a:latin typeface="原稿用標準書体" panose="03000503000000000000" pitchFamily="66" charset="-128"/>
                    <a:ea typeface="原稿用標準書体" panose="03000503000000000000" pitchFamily="66" charset="-128"/>
                  </a:rPr>
                  <a:t>：</a:t>
                </a:r>
                <a:r>
                  <a:rPr lang="en-US" altLang="ja-JP" sz="2400" b="1" dirty="0">
                    <a:solidFill>
                      <a:schemeClr val="bg1">
                        <a:lumMod val="95000"/>
                      </a:schemeClr>
                    </a:solidFill>
                    <a:latin typeface="原稿用標準書体" panose="03000503000000000000" pitchFamily="66" charset="-128"/>
                    <a:ea typeface="原稿用標準書体" panose="03000503000000000000" pitchFamily="66" charset="-128"/>
                  </a:rPr>
                  <a:t>0000</a:t>
                </a:r>
                <a:r>
                  <a:rPr lang="en-US" altLang="ja-JP" sz="2400" b="1" dirty="0">
                    <a:solidFill>
                      <a:schemeClr val="accent6">
                        <a:lumMod val="60000"/>
                        <a:lumOff val="40000"/>
                      </a:schemeClr>
                    </a:solidFill>
                    <a:latin typeface="原稿用標準書体" panose="03000503000000000000" pitchFamily="66" charset="-128"/>
                    <a:ea typeface="原稿用標準書体" panose="03000503000000000000" pitchFamily="66" charset="-128"/>
                  </a:rPr>
                  <a:t>(</a:t>
                </a:r>
                <a:r>
                  <a:rPr lang="ja-JP" altLang="en-US" sz="1600" b="1" dirty="0">
                    <a:solidFill>
                      <a:schemeClr val="accent6">
                        <a:lumMod val="60000"/>
                        <a:lumOff val="40000"/>
                      </a:schemeClr>
                    </a:solidFill>
                    <a:latin typeface="原稿用標準書体" panose="03000503000000000000" pitchFamily="66" charset="-128"/>
                    <a:ea typeface="原稿用標準書体" panose="03000503000000000000" pitchFamily="66" charset="-128"/>
                  </a:rPr>
                  <a:t>↓</a:t>
                </a:r>
                <a:r>
                  <a:rPr lang="en-US" altLang="ja-JP" sz="2400" b="1" dirty="0">
                    <a:solidFill>
                      <a:schemeClr val="accent6">
                        <a:lumMod val="60000"/>
                        <a:lumOff val="40000"/>
                      </a:schemeClr>
                    </a:solidFill>
                    <a:latin typeface="原稿用標準書体" panose="03000503000000000000" pitchFamily="66" charset="-128"/>
                    <a:ea typeface="原稿用標準書体" panose="03000503000000000000" pitchFamily="66" charset="-128"/>
                  </a:rPr>
                  <a:t>000)</a:t>
                </a:r>
                <a:endParaRPr lang="en-US" altLang="ja-JP" b="1" dirty="0">
                  <a:solidFill>
                    <a:schemeClr val="accent6">
                      <a:lumMod val="60000"/>
                      <a:lumOff val="40000"/>
                    </a:schemeClr>
                  </a:solidFill>
                  <a:latin typeface="原稿用標準書体" panose="03000503000000000000" pitchFamily="66" charset="-128"/>
                  <a:ea typeface="原稿用標準書体" panose="03000503000000000000" pitchFamily="66" charset="-128"/>
                </a:endParaRPr>
              </a:p>
            </p:txBody>
          </p:sp>
          <p:sp>
            <p:nvSpPr>
              <p:cNvPr id="29" name="四角形: 角を丸くする 28">
                <a:extLst>
                  <a:ext uri="{FF2B5EF4-FFF2-40B4-BE49-F238E27FC236}">
                    <a16:creationId xmlns:a16="http://schemas.microsoft.com/office/drawing/2014/main" id="{D5203169-5930-0240-51D4-06C9789BAF91}"/>
                  </a:ext>
                </a:extLst>
              </p:cNvPr>
              <p:cNvSpPr/>
              <p:nvPr/>
            </p:nvSpPr>
            <p:spPr>
              <a:xfrm rot="5400000">
                <a:off x="5960059" y="3060665"/>
                <a:ext cx="283112" cy="1747806"/>
              </a:xfrm>
              <a:prstGeom prst="roundRect">
                <a:avLst>
                  <a:gd name="adj" fmla="val 9570"/>
                </a:avLst>
              </a:prstGeom>
              <a:solidFill>
                <a:schemeClr val="accent1"/>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31" name="グループ化 30">
              <a:extLst>
                <a:ext uri="{FF2B5EF4-FFF2-40B4-BE49-F238E27FC236}">
                  <a16:creationId xmlns:a16="http://schemas.microsoft.com/office/drawing/2014/main" id="{FFAD8A72-8790-DF92-9D65-081049ABE6E8}"/>
                </a:ext>
              </a:extLst>
            </p:cNvPr>
            <p:cNvGrpSpPr/>
            <p:nvPr/>
          </p:nvGrpSpPr>
          <p:grpSpPr>
            <a:xfrm>
              <a:off x="3315918" y="969267"/>
              <a:ext cx="2861918" cy="2876954"/>
              <a:chOff x="4977105" y="939266"/>
              <a:chExt cx="3961622" cy="2876954"/>
            </a:xfrm>
          </p:grpSpPr>
          <p:sp>
            <p:nvSpPr>
              <p:cNvPr id="32" name="四角形: 角を丸くする 31">
                <a:extLst>
                  <a:ext uri="{FF2B5EF4-FFF2-40B4-BE49-F238E27FC236}">
                    <a16:creationId xmlns:a16="http://schemas.microsoft.com/office/drawing/2014/main" id="{64C536A8-F210-63AD-3DC9-97607B1498AC}"/>
                  </a:ext>
                </a:extLst>
              </p:cNvPr>
              <p:cNvSpPr/>
              <p:nvPr/>
            </p:nvSpPr>
            <p:spPr>
              <a:xfrm>
                <a:off x="4977105" y="1398515"/>
                <a:ext cx="3961622" cy="2417705"/>
              </a:xfrm>
              <a:prstGeom prst="roundRect">
                <a:avLst>
                  <a:gd name="adj" fmla="val 5178"/>
                </a:avLst>
              </a:prstGeom>
              <a:no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37" name="四角形: 角を丸くする 36">
                <a:extLst>
                  <a:ext uri="{FF2B5EF4-FFF2-40B4-BE49-F238E27FC236}">
                    <a16:creationId xmlns:a16="http://schemas.microsoft.com/office/drawing/2014/main" id="{1E584AE6-0717-50D7-C04E-74E8ECD44A3B}"/>
                  </a:ext>
                </a:extLst>
              </p:cNvPr>
              <p:cNvSpPr/>
              <p:nvPr/>
            </p:nvSpPr>
            <p:spPr>
              <a:xfrm>
                <a:off x="5328387" y="939266"/>
                <a:ext cx="3294264" cy="461665"/>
              </a:xfrm>
              <a:prstGeom prst="roundRect">
                <a:avLst/>
              </a:prstGeom>
              <a:solidFill>
                <a:schemeClr val="bg1">
                  <a:lumMod val="95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rPr>
                  <a:t>現状パラメータ</a:t>
                </a:r>
              </a:p>
            </p:txBody>
          </p:sp>
        </p:grpSp>
        <p:grpSp>
          <p:nvGrpSpPr>
            <p:cNvPr id="38" name="グループ化 37">
              <a:extLst>
                <a:ext uri="{FF2B5EF4-FFF2-40B4-BE49-F238E27FC236}">
                  <a16:creationId xmlns:a16="http://schemas.microsoft.com/office/drawing/2014/main" id="{4B8169C9-F0FA-DE1E-2A24-21021F7ECD20}"/>
                </a:ext>
              </a:extLst>
            </p:cNvPr>
            <p:cNvGrpSpPr/>
            <p:nvPr/>
          </p:nvGrpSpPr>
          <p:grpSpPr>
            <a:xfrm>
              <a:off x="3491879" y="2215857"/>
              <a:ext cx="2351926" cy="738164"/>
              <a:chOff x="5227711" y="2418059"/>
              <a:chExt cx="1783425" cy="738164"/>
            </a:xfrm>
          </p:grpSpPr>
          <p:sp>
            <p:nvSpPr>
              <p:cNvPr id="42" name="テキスト ボックス 41">
                <a:extLst>
                  <a:ext uri="{FF2B5EF4-FFF2-40B4-BE49-F238E27FC236}">
                    <a16:creationId xmlns:a16="http://schemas.microsoft.com/office/drawing/2014/main" id="{565DE896-C253-05C8-BC94-8597A91A4B87}"/>
                  </a:ext>
                </a:extLst>
              </p:cNvPr>
              <p:cNvSpPr txBox="1"/>
              <p:nvPr/>
            </p:nvSpPr>
            <p:spPr>
              <a:xfrm>
                <a:off x="5227711" y="2418059"/>
                <a:ext cx="1783425" cy="461665"/>
              </a:xfrm>
              <a:prstGeom prst="rect">
                <a:avLst/>
              </a:prstGeom>
              <a:noFill/>
            </p:spPr>
            <p:txBody>
              <a:bodyPr wrap="none" rtlCol="0">
                <a:spAutoFit/>
              </a:bodyPr>
              <a:lstStyle/>
              <a:p>
                <a:r>
                  <a:rPr lang="en-US" altLang="ja-JP" b="1" dirty="0">
                    <a:solidFill>
                      <a:schemeClr val="bg1">
                        <a:lumMod val="95000"/>
                      </a:schemeClr>
                    </a:solidFill>
                    <a:latin typeface="原稿用標準書体" panose="03000503000000000000" pitchFamily="66" charset="-128"/>
                    <a:ea typeface="原稿用標準書体" panose="03000503000000000000" pitchFamily="66" charset="-128"/>
                  </a:rPr>
                  <a:t>SPD</a:t>
                </a:r>
                <a:r>
                  <a:rPr lang="ja-JP" altLang="en-US" b="1" dirty="0">
                    <a:solidFill>
                      <a:schemeClr val="bg1">
                        <a:lumMod val="95000"/>
                      </a:schemeClr>
                    </a:solidFill>
                    <a:latin typeface="原稿用標準書体" panose="03000503000000000000" pitchFamily="66" charset="-128"/>
                    <a:ea typeface="原稿用標準書体" panose="03000503000000000000" pitchFamily="66" charset="-128"/>
                  </a:rPr>
                  <a:t>：</a:t>
                </a:r>
                <a:r>
                  <a:rPr lang="en-US" altLang="ja-JP" sz="2400" b="1" dirty="0">
                    <a:solidFill>
                      <a:schemeClr val="bg1">
                        <a:lumMod val="95000"/>
                      </a:schemeClr>
                    </a:solidFill>
                    <a:latin typeface="原稿用標準書体" panose="03000503000000000000" pitchFamily="66" charset="-128"/>
                    <a:ea typeface="原稿用標準書体" panose="03000503000000000000" pitchFamily="66" charset="-128"/>
                  </a:rPr>
                  <a:t>0000</a:t>
                </a:r>
                <a:r>
                  <a:rPr lang="en-US" altLang="ja-JP" sz="2400" b="1" dirty="0">
                    <a:solidFill>
                      <a:schemeClr val="accent2"/>
                    </a:solidFill>
                    <a:latin typeface="原稿用標準書体" panose="03000503000000000000" pitchFamily="66" charset="-128"/>
                    <a:ea typeface="原稿用標準書体" panose="03000503000000000000" pitchFamily="66" charset="-128"/>
                  </a:rPr>
                  <a:t>(</a:t>
                </a:r>
                <a:r>
                  <a:rPr lang="ja-JP" altLang="en-US" sz="1600" b="1" dirty="0">
                    <a:solidFill>
                      <a:schemeClr val="accent2"/>
                    </a:solidFill>
                    <a:latin typeface="原稿用標準書体" panose="03000503000000000000" pitchFamily="66" charset="-128"/>
                    <a:ea typeface="原稿用標準書体" panose="03000503000000000000" pitchFamily="66" charset="-128"/>
                  </a:rPr>
                  <a:t>↑</a:t>
                </a:r>
                <a:r>
                  <a:rPr lang="en-US" altLang="ja-JP" sz="2400" b="1" dirty="0">
                    <a:solidFill>
                      <a:schemeClr val="accent2"/>
                    </a:solidFill>
                    <a:latin typeface="原稿用標準書体" panose="03000503000000000000" pitchFamily="66" charset="-128"/>
                    <a:ea typeface="原稿用標準書体" panose="03000503000000000000" pitchFamily="66" charset="-128"/>
                  </a:rPr>
                  <a:t>000)</a:t>
                </a:r>
                <a:endParaRPr lang="en-US" altLang="ja-JP"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43" name="四角形: 角を丸くする 42">
                <a:extLst>
                  <a:ext uri="{FF2B5EF4-FFF2-40B4-BE49-F238E27FC236}">
                    <a16:creationId xmlns:a16="http://schemas.microsoft.com/office/drawing/2014/main" id="{1A6B9D0D-D0E5-4D05-DCB3-2B2B9BAA4E1B}"/>
                  </a:ext>
                </a:extLst>
              </p:cNvPr>
              <p:cNvSpPr/>
              <p:nvPr/>
            </p:nvSpPr>
            <p:spPr>
              <a:xfrm rot="5400000">
                <a:off x="5960059" y="2140764"/>
                <a:ext cx="283112" cy="1747806"/>
              </a:xfrm>
              <a:prstGeom prst="roundRect">
                <a:avLst>
                  <a:gd name="adj" fmla="val 9570"/>
                </a:avLst>
              </a:prstGeom>
              <a:solidFill>
                <a:schemeClr val="accent5"/>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45" name="グループ化 44">
              <a:extLst>
                <a:ext uri="{FF2B5EF4-FFF2-40B4-BE49-F238E27FC236}">
                  <a16:creationId xmlns:a16="http://schemas.microsoft.com/office/drawing/2014/main" id="{4E28E043-DD3E-C14C-24C1-672E43862141}"/>
                </a:ext>
              </a:extLst>
            </p:cNvPr>
            <p:cNvGrpSpPr/>
            <p:nvPr/>
          </p:nvGrpSpPr>
          <p:grpSpPr>
            <a:xfrm>
              <a:off x="3491878" y="1514775"/>
              <a:ext cx="2304952" cy="741471"/>
              <a:chOff x="5227712" y="1484774"/>
              <a:chExt cx="1747806" cy="741471"/>
            </a:xfrm>
          </p:grpSpPr>
          <p:sp>
            <p:nvSpPr>
              <p:cNvPr id="47" name="テキスト ボックス 46">
                <a:extLst>
                  <a:ext uri="{FF2B5EF4-FFF2-40B4-BE49-F238E27FC236}">
                    <a16:creationId xmlns:a16="http://schemas.microsoft.com/office/drawing/2014/main" id="{E4B8C97F-00EE-82D0-FEF0-D8A31683699F}"/>
                  </a:ext>
                </a:extLst>
              </p:cNvPr>
              <p:cNvSpPr txBox="1"/>
              <p:nvPr/>
            </p:nvSpPr>
            <p:spPr>
              <a:xfrm>
                <a:off x="5227712" y="1484774"/>
                <a:ext cx="1703201" cy="461665"/>
              </a:xfrm>
              <a:prstGeom prst="rect">
                <a:avLst/>
              </a:prstGeom>
              <a:noFill/>
            </p:spPr>
            <p:txBody>
              <a:bodyPr wrap="none" rtlCol="0">
                <a:spAutoFit/>
              </a:bodyPr>
              <a:lstStyle/>
              <a:p>
                <a:r>
                  <a:rPr lang="en-US" altLang="ja-JP" b="1" dirty="0">
                    <a:solidFill>
                      <a:schemeClr val="bg1">
                        <a:lumMod val="95000"/>
                      </a:schemeClr>
                    </a:solidFill>
                    <a:latin typeface="原稿用標準書体" panose="03000503000000000000" pitchFamily="66" charset="-128"/>
                    <a:ea typeface="原稿用標準書体" panose="03000503000000000000" pitchFamily="66" charset="-128"/>
                  </a:rPr>
                  <a:t>HP</a:t>
                </a:r>
                <a:r>
                  <a:rPr lang="ja-JP" altLang="en-US" b="1" dirty="0">
                    <a:solidFill>
                      <a:schemeClr val="bg1">
                        <a:lumMod val="95000"/>
                      </a:schemeClr>
                    </a:solidFill>
                    <a:latin typeface="原稿用標準書体" panose="03000503000000000000" pitchFamily="66" charset="-128"/>
                    <a:ea typeface="原稿用標準書体" panose="03000503000000000000" pitchFamily="66" charset="-128"/>
                  </a:rPr>
                  <a:t>：</a:t>
                </a:r>
                <a:r>
                  <a:rPr lang="en-US" altLang="ja-JP" sz="2400" b="1" dirty="0">
                    <a:solidFill>
                      <a:schemeClr val="bg1">
                        <a:lumMod val="95000"/>
                      </a:schemeClr>
                    </a:solidFill>
                    <a:latin typeface="原稿用標準書体" panose="03000503000000000000" pitchFamily="66" charset="-128"/>
                    <a:ea typeface="原稿用標準書体" panose="03000503000000000000" pitchFamily="66" charset="-128"/>
                  </a:rPr>
                  <a:t>0000</a:t>
                </a:r>
                <a:r>
                  <a:rPr lang="en-US" altLang="ja-JP" sz="2400" b="1" dirty="0">
                    <a:solidFill>
                      <a:schemeClr val="accent2"/>
                    </a:solidFill>
                    <a:latin typeface="原稿用標準書体" panose="03000503000000000000" pitchFamily="66" charset="-128"/>
                    <a:ea typeface="原稿用標準書体" panose="03000503000000000000" pitchFamily="66" charset="-128"/>
                  </a:rPr>
                  <a:t>(</a:t>
                </a:r>
                <a:r>
                  <a:rPr lang="ja-JP" altLang="en-US" sz="1600" b="1" dirty="0">
                    <a:solidFill>
                      <a:schemeClr val="accent2"/>
                    </a:solidFill>
                    <a:latin typeface="原稿用標準書体" panose="03000503000000000000" pitchFamily="66" charset="-128"/>
                    <a:ea typeface="原稿用標準書体" panose="03000503000000000000" pitchFamily="66" charset="-128"/>
                  </a:rPr>
                  <a:t>↑</a:t>
                </a:r>
                <a:r>
                  <a:rPr lang="en-US" altLang="ja-JP" sz="2400" b="1" dirty="0">
                    <a:solidFill>
                      <a:schemeClr val="accent2"/>
                    </a:solidFill>
                    <a:latin typeface="原稿用標準書体" panose="03000503000000000000" pitchFamily="66" charset="-128"/>
                    <a:ea typeface="原稿用標準書体" panose="03000503000000000000" pitchFamily="66" charset="-128"/>
                  </a:rPr>
                  <a:t>000)</a:t>
                </a:r>
                <a:endParaRPr lang="en-US" altLang="ja-JP" b="1" dirty="0">
                  <a:solidFill>
                    <a:schemeClr val="accent2"/>
                  </a:solidFill>
                  <a:latin typeface="原稿用標準書体" panose="03000503000000000000" pitchFamily="66" charset="-128"/>
                  <a:ea typeface="原稿用標準書体" panose="03000503000000000000" pitchFamily="66" charset="-128"/>
                </a:endParaRPr>
              </a:p>
            </p:txBody>
          </p:sp>
          <p:sp>
            <p:nvSpPr>
              <p:cNvPr id="48" name="四角形: 角を丸くする 47">
                <a:extLst>
                  <a:ext uri="{FF2B5EF4-FFF2-40B4-BE49-F238E27FC236}">
                    <a16:creationId xmlns:a16="http://schemas.microsoft.com/office/drawing/2014/main" id="{5A447BD6-AE46-2B32-36B3-21CEFC71FED3}"/>
                  </a:ext>
                </a:extLst>
              </p:cNvPr>
              <p:cNvSpPr/>
              <p:nvPr/>
            </p:nvSpPr>
            <p:spPr>
              <a:xfrm rot="5400000">
                <a:off x="5960059" y="1210786"/>
                <a:ext cx="283112" cy="1747806"/>
              </a:xfrm>
              <a:prstGeom prst="roundRect">
                <a:avLst>
                  <a:gd name="adj" fmla="val 9570"/>
                </a:avLst>
              </a:prstGeom>
              <a:solidFill>
                <a:srgbClr val="1CB71D"/>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sp>
          <p:nvSpPr>
            <p:cNvPr id="49" name="四角形: 角を丸くする 48">
              <a:extLst>
                <a:ext uri="{FF2B5EF4-FFF2-40B4-BE49-F238E27FC236}">
                  <a16:creationId xmlns:a16="http://schemas.microsoft.com/office/drawing/2014/main" id="{640B5EC0-1B20-002C-1B1D-71606B790407}"/>
                </a:ext>
              </a:extLst>
            </p:cNvPr>
            <p:cNvSpPr/>
            <p:nvPr/>
          </p:nvSpPr>
          <p:spPr>
            <a:xfrm rot="5400000">
              <a:off x="5357184" y="1816600"/>
              <a:ext cx="283112" cy="596180"/>
            </a:xfrm>
            <a:prstGeom prst="roundRect">
              <a:avLst>
                <a:gd name="adj" fmla="val 9570"/>
              </a:avLst>
            </a:prstGeom>
            <a:solidFill>
              <a:schemeClr val="accent2"/>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0" name="四角形: 角を丸くする 49">
              <a:extLst>
                <a:ext uri="{FF2B5EF4-FFF2-40B4-BE49-F238E27FC236}">
                  <a16:creationId xmlns:a16="http://schemas.microsoft.com/office/drawing/2014/main" id="{54AF874B-C47B-DF2C-74F3-3B90C061550C}"/>
                </a:ext>
              </a:extLst>
            </p:cNvPr>
            <p:cNvSpPr/>
            <p:nvPr/>
          </p:nvSpPr>
          <p:spPr>
            <a:xfrm rot="5400000">
              <a:off x="5242884" y="2399081"/>
              <a:ext cx="283112" cy="824780"/>
            </a:xfrm>
            <a:prstGeom prst="roundRect">
              <a:avLst>
                <a:gd name="adj" fmla="val 9570"/>
              </a:avLst>
            </a:prstGeom>
            <a:solidFill>
              <a:schemeClr val="accent2"/>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7" name="四角形: 角を丸くする 56">
              <a:extLst>
                <a:ext uri="{FF2B5EF4-FFF2-40B4-BE49-F238E27FC236}">
                  <a16:creationId xmlns:a16="http://schemas.microsoft.com/office/drawing/2014/main" id="{48148C95-30BA-481D-354A-400C4EEFF53A}"/>
                </a:ext>
              </a:extLst>
            </p:cNvPr>
            <p:cNvSpPr/>
            <p:nvPr/>
          </p:nvSpPr>
          <p:spPr>
            <a:xfrm rot="5400000">
              <a:off x="5357183" y="3217760"/>
              <a:ext cx="283112" cy="596180"/>
            </a:xfrm>
            <a:prstGeom prst="roundRect">
              <a:avLst>
                <a:gd name="adj" fmla="val 9570"/>
              </a:avLst>
            </a:prstGeom>
            <a:solidFill>
              <a:schemeClr val="accent6">
                <a:lumMod val="60000"/>
                <a:lumOff val="40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sp>
        <p:nvSpPr>
          <p:cNvPr id="61" name="テキスト ボックス 60">
            <a:extLst>
              <a:ext uri="{FF2B5EF4-FFF2-40B4-BE49-F238E27FC236}">
                <a16:creationId xmlns:a16="http://schemas.microsoft.com/office/drawing/2014/main" id="{693D6F77-D72A-F82A-6CBC-44C2B932E0A1}"/>
              </a:ext>
            </a:extLst>
          </p:cNvPr>
          <p:cNvSpPr txBox="1"/>
          <p:nvPr/>
        </p:nvSpPr>
        <p:spPr>
          <a:xfrm>
            <a:off x="6705761" y="3961065"/>
            <a:ext cx="1970866" cy="738664"/>
          </a:xfrm>
          <a:prstGeom prst="rect">
            <a:avLst/>
          </a:prstGeom>
          <a:noFill/>
        </p:spPr>
        <p:txBody>
          <a:bodyPr wrap="square">
            <a:spAutoFit/>
          </a:bodyPr>
          <a:lstStyle/>
          <a:p>
            <a:r>
              <a:rPr kumimoji="1" lang="ja-JP" altLang="en-US" sz="1400" b="1" dirty="0">
                <a:solidFill>
                  <a:schemeClr val="bg1">
                    <a:lumMod val="95000"/>
                  </a:schemeClr>
                </a:solidFill>
                <a:latin typeface="原稿用標準書体" panose="03000503000000000000" pitchFamily="66" charset="-128"/>
                <a:ea typeface="原稿用標準書体" panose="03000503000000000000" pitchFamily="66" charset="-128"/>
              </a:rPr>
              <a:t>バフ効果テキスト</a:t>
            </a:r>
            <a:r>
              <a:rPr lang="ja-JP" altLang="en-US" sz="1400" b="1" dirty="0">
                <a:solidFill>
                  <a:schemeClr val="bg1">
                    <a:lumMod val="95000"/>
                  </a:schemeClr>
                </a:solidFill>
                <a:latin typeface="原稿用標準書体" panose="03000503000000000000" pitchFamily="66" charset="-128"/>
                <a:ea typeface="原稿用標準書体" panose="03000503000000000000" pitchFamily="66" charset="-128"/>
              </a:rPr>
              <a:t>バフ効果テキストバフ効果テキストバフ</a:t>
            </a:r>
            <a:r>
              <a:rPr lang="ja-JP" altLang="en-US" sz="1400" b="1">
                <a:solidFill>
                  <a:schemeClr val="bg1">
                    <a:lumMod val="95000"/>
                  </a:schemeClr>
                </a:solidFill>
                <a:latin typeface="原稿用標準書体" panose="03000503000000000000" pitchFamily="66" charset="-128"/>
                <a:ea typeface="原稿用標準書体" panose="03000503000000000000" pitchFamily="66" charset="-128"/>
              </a:rPr>
              <a:t>効果テキ</a:t>
            </a:r>
            <a:endParaRPr lang="ja-JP" altLang="en-US" sz="14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62" name="四角形: 角を丸くする 61">
            <a:extLst>
              <a:ext uri="{FF2B5EF4-FFF2-40B4-BE49-F238E27FC236}">
                <a16:creationId xmlns:a16="http://schemas.microsoft.com/office/drawing/2014/main" id="{8318F9BF-BA36-C9FE-0928-AC7581F9C1F5}"/>
              </a:ext>
            </a:extLst>
          </p:cNvPr>
          <p:cNvSpPr/>
          <p:nvPr/>
        </p:nvSpPr>
        <p:spPr>
          <a:xfrm>
            <a:off x="1091418" y="1715367"/>
            <a:ext cx="1947688" cy="3390033"/>
          </a:xfrm>
          <a:prstGeom prst="roundRect">
            <a:avLst>
              <a:gd name="adj" fmla="val 5178"/>
            </a:avLst>
          </a:prstGeom>
          <a:solidFill>
            <a:schemeClr val="bg1">
              <a:lumMod val="85000"/>
              <a:alpha val="4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pic>
        <p:nvPicPr>
          <p:cNvPr id="7" name="図 6">
            <a:extLst>
              <a:ext uri="{FF2B5EF4-FFF2-40B4-BE49-F238E27FC236}">
                <a16:creationId xmlns:a16="http://schemas.microsoft.com/office/drawing/2014/main" id="{6A1A6695-F3CA-D04E-6417-0887F7409DD4}"/>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54531" y="1948344"/>
            <a:ext cx="2097798" cy="2961311"/>
          </a:xfrm>
          <a:prstGeom prst="rect">
            <a:avLst/>
          </a:prstGeom>
        </p:spPr>
      </p:pic>
      <p:sp>
        <p:nvSpPr>
          <p:cNvPr id="63" name="テキスト ボックス 62">
            <a:extLst>
              <a:ext uri="{FF2B5EF4-FFF2-40B4-BE49-F238E27FC236}">
                <a16:creationId xmlns:a16="http://schemas.microsoft.com/office/drawing/2014/main" id="{C76161DF-0569-9934-178E-D5BCD0F45F2A}"/>
              </a:ext>
            </a:extLst>
          </p:cNvPr>
          <p:cNvSpPr txBox="1"/>
          <p:nvPr/>
        </p:nvSpPr>
        <p:spPr>
          <a:xfrm>
            <a:off x="8123083" y="998923"/>
            <a:ext cx="902811" cy="523220"/>
          </a:xfrm>
          <a:prstGeom prst="rect">
            <a:avLst/>
          </a:prstGeom>
          <a:noFill/>
        </p:spPr>
        <p:txBody>
          <a:bodyPr wrap="none" rtlCol="0">
            <a:spAutoFit/>
          </a:bodyPr>
          <a:lstStyle/>
          <a:p>
            <a:pPr algn="ctr"/>
            <a:r>
              <a:rPr lang="ja-JP" altLang="en-US" sz="2800" b="1" dirty="0">
                <a:solidFill>
                  <a:srgbClr val="FF0000"/>
                </a:solidFill>
                <a:latin typeface="原稿用標準書体" panose="03000503000000000000" pitchFamily="66" charset="-128"/>
                <a:ea typeface="原稿用標準書体" panose="03000503000000000000" pitchFamily="66" charset="-128"/>
              </a:rPr>
              <a:t>前衛</a:t>
            </a:r>
          </a:p>
        </p:txBody>
      </p:sp>
      <p:grpSp>
        <p:nvGrpSpPr>
          <p:cNvPr id="6" name="グループ化 5">
            <a:extLst>
              <a:ext uri="{FF2B5EF4-FFF2-40B4-BE49-F238E27FC236}">
                <a16:creationId xmlns:a16="http://schemas.microsoft.com/office/drawing/2014/main" id="{5881A70A-A07A-0AED-4A8D-A3F95610E6F1}"/>
              </a:ext>
            </a:extLst>
          </p:cNvPr>
          <p:cNvGrpSpPr/>
          <p:nvPr/>
        </p:nvGrpSpPr>
        <p:grpSpPr>
          <a:xfrm>
            <a:off x="9568849" y="1115022"/>
            <a:ext cx="1755710" cy="810206"/>
            <a:chOff x="9569319" y="887965"/>
            <a:chExt cx="1755710" cy="810206"/>
          </a:xfrm>
        </p:grpSpPr>
        <p:sp>
          <p:nvSpPr>
            <p:cNvPr id="12" name="四角形: 角を丸くする 11">
              <a:extLst>
                <a:ext uri="{FF2B5EF4-FFF2-40B4-BE49-F238E27FC236}">
                  <a16:creationId xmlns:a16="http://schemas.microsoft.com/office/drawing/2014/main" id="{F7AB570E-F0E5-24F7-48D6-9EFA8AAC6046}"/>
                </a:ext>
              </a:extLst>
            </p:cNvPr>
            <p:cNvSpPr/>
            <p:nvPr/>
          </p:nvSpPr>
          <p:spPr>
            <a:xfrm>
              <a:off x="9569319" y="887965"/>
              <a:ext cx="1755710" cy="810206"/>
            </a:xfrm>
            <a:prstGeom prst="roundRect">
              <a:avLst>
                <a:gd name="adj" fmla="val 6428"/>
              </a:avLst>
            </a:prstGeom>
            <a:solidFill>
              <a:schemeClr val="tx1">
                <a:lumMod val="75000"/>
                <a:lumOff val="25000"/>
                <a:alpha val="80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8" name="テキスト ボックス 17">
              <a:extLst>
                <a:ext uri="{FF2B5EF4-FFF2-40B4-BE49-F238E27FC236}">
                  <a16:creationId xmlns:a16="http://schemas.microsoft.com/office/drawing/2014/main" id="{FF843256-0423-0983-E80D-A13F0DFF43B5}"/>
                </a:ext>
              </a:extLst>
            </p:cNvPr>
            <p:cNvSpPr txBox="1"/>
            <p:nvPr/>
          </p:nvSpPr>
          <p:spPr>
            <a:xfrm>
              <a:off x="10713075" y="1293068"/>
              <a:ext cx="595035" cy="338554"/>
            </a:xfrm>
            <a:prstGeom prst="rect">
              <a:avLst/>
            </a:prstGeom>
            <a:noFill/>
            <a:ln>
              <a:noFill/>
            </a:ln>
          </p:spPr>
          <p:txBody>
            <a:bodyPr wrap="none" rtlCol="0">
              <a:spAutoFit/>
            </a:bodyPr>
            <a:lstStyle/>
            <a:p>
              <a:pPr algn="r"/>
              <a:r>
                <a:rPr lang="ja-JP" altLang="en-US" sz="16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バフ</a:t>
              </a:r>
              <a:endParaRPr kumimoji="1" lang="en-US" altLang="ja-JP" sz="16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19" name="矢印: 下 18">
            <a:extLst>
              <a:ext uri="{FF2B5EF4-FFF2-40B4-BE49-F238E27FC236}">
                <a16:creationId xmlns:a16="http://schemas.microsoft.com/office/drawing/2014/main" id="{D78DEC4C-A642-5EB7-4DEF-1D55B29D77A4}"/>
              </a:ext>
            </a:extLst>
          </p:cNvPr>
          <p:cNvSpPr/>
          <p:nvPr/>
        </p:nvSpPr>
        <p:spPr>
          <a:xfrm flipV="1">
            <a:off x="9966747" y="1295783"/>
            <a:ext cx="324024" cy="423737"/>
          </a:xfrm>
          <a:prstGeom prst="downArrow">
            <a:avLst/>
          </a:prstGeom>
          <a:solidFill>
            <a:schemeClr val="bg1">
              <a:lumMod val="95000"/>
            </a:schemeClr>
          </a:solidFill>
          <a:ln w="9525">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Tree>
    <p:extLst>
      <p:ext uri="{BB962C8B-B14F-4D97-AF65-F5344CB8AC3E}">
        <p14:creationId xmlns:p14="http://schemas.microsoft.com/office/powerpoint/2010/main" val="1276362146"/>
      </p:ext>
    </p:extLst>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p:bg>
      <p:bgPr>
        <a:gradFill>
          <a:gsLst>
            <a:gs pos="0">
              <a:schemeClr val="tx1">
                <a:lumMod val="85000"/>
                <a:lumOff val="15000"/>
              </a:schemeClr>
            </a:gs>
            <a:gs pos="23000">
              <a:schemeClr val="accent6">
                <a:lumMod val="89000"/>
              </a:schemeClr>
            </a:gs>
            <a:gs pos="69000">
              <a:schemeClr val="accent6">
                <a:lumMod val="75000"/>
              </a:schemeClr>
            </a:gs>
            <a:gs pos="97000">
              <a:schemeClr val="tx1">
                <a:lumMod val="85000"/>
                <a:lumOff val="15000"/>
              </a:schemeClr>
            </a:gs>
          </a:gsLst>
          <a:path path="circle">
            <a:fillToRect l="50000" t="50000" r="50000" b="50000"/>
          </a:path>
        </a:gradFill>
        <a:effectLst/>
      </p:bgPr>
    </p:bg>
    <p:spTree>
      <p:nvGrpSpPr>
        <p:cNvPr id="1" name="">
          <a:extLst>
            <a:ext uri="{FF2B5EF4-FFF2-40B4-BE49-F238E27FC236}">
              <a16:creationId xmlns:a16="http://schemas.microsoft.com/office/drawing/2014/main" id="{94A47069-67D3-46FB-95AC-3EFB8A68DAEB}"/>
            </a:ext>
          </a:extLst>
        </p:cNvPr>
        <p:cNvGrpSpPr/>
        <p:nvPr/>
      </p:nvGrpSpPr>
      <p:grpSpPr>
        <a:xfrm>
          <a:off x="0" y="0"/>
          <a:ext cx="0" cy="0"/>
          <a:chOff x="0" y="0"/>
          <a:chExt cx="0" cy="0"/>
        </a:xfrm>
      </p:grpSpPr>
      <p:sp>
        <p:nvSpPr>
          <p:cNvPr id="6" name="四角形: 角を丸くする 5">
            <a:extLst>
              <a:ext uri="{FF2B5EF4-FFF2-40B4-BE49-F238E27FC236}">
                <a16:creationId xmlns:a16="http://schemas.microsoft.com/office/drawing/2014/main" id="{0AEFBCC6-8B3A-C761-5AC4-BF728B6636A5}"/>
              </a:ext>
            </a:extLst>
          </p:cNvPr>
          <p:cNvSpPr/>
          <p:nvPr/>
        </p:nvSpPr>
        <p:spPr>
          <a:xfrm>
            <a:off x="6645728" y="445192"/>
            <a:ext cx="4960773" cy="5950564"/>
          </a:xfrm>
          <a:prstGeom prst="roundRect">
            <a:avLst>
              <a:gd name="adj" fmla="val 2570"/>
            </a:avLst>
          </a:prstGeom>
          <a:solidFill>
            <a:schemeClr val="tx1">
              <a:lumMod val="50000"/>
              <a:lumOff val="5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0" name="四角形: 角を丸くする 49">
            <a:extLst>
              <a:ext uri="{FF2B5EF4-FFF2-40B4-BE49-F238E27FC236}">
                <a16:creationId xmlns:a16="http://schemas.microsoft.com/office/drawing/2014/main" id="{79818DDC-7477-28B6-DF0F-98CD06213A71}"/>
              </a:ext>
            </a:extLst>
          </p:cNvPr>
          <p:cNvSpPr/>
          <p:nvPr/>
        </p:nvSpPr>
        <p:spPr>
          <a:xfrm>
            <a:off x="10013585" y="619038"/>
            <a:ext cx="1422938" cy="1458109"/>
          </a:xfrm>
          <a:prstGeom prst="roundRect">
            <a:avLst>
              <a:gd name="adj" fmla="val 4721"/>
            </a:avLst>
          </a:prstGeom>
          <a:solidFill>
            <a:schemeClr val="bg1">
              <a:lumMod val="6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 name="四角形: 角を丸くする 3">
            <a:extLst>
              <a:ext uri="{FF2B5EF4-FFF2-40B4-BE49-F238E27FC236}">
                <a16:creationId xmlns:a16="http://schemas.microsoft.com/office/drawing/2014/main" id="{51E46860-C7B8-213D-520F-6498667786AD}"/>
              </a:ext>
            </a:extLst>
          </p:cNvPr>
          <p:cNvSpPr/>
          <p:nvPr/>
        </p:nvSpPr>
        <p:spPr>
          <a:xfrm>
            <a:off x="6815498" y="619037"/>
            <a:ext cx="1422938" cy="1458109"/>
          </a:xfrm>
          <a:prstGeom prst="roundRect">
            <a:avLst>
              <a:gd name="adj" fmla="val 4721"/>
            </a:avLst>
          </a:prstGeom>
          <a:solidFill>
            <a:schemeClr val="bg1">
              <a:lumMod val="7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 name="フリーフォーム: 図形 9">
            <a:extLst>
              <a:ext uri="{FF2B5EF4-FFF2-40B4-BE49-F238E27FC236}">
                <a16:creationId xmlns:a16="http://schemas.microsoft.com/office/drawing/2014/main" id="{42FE213E-3043-151A-A864-ECF5393E190E}"/>
              </a:ext>
            </a:extLst>
          </p:cNvPr>
          <p:cNvSpPr/>
          <p:nvPr/>
        </p:nvSpPr>
        <p:spPr>
          <a:xfrm>
            <a:off x="6812549" y="619037"/>
            <a:ext cx="4616684" cy="4732654"/>
          </a:xfrm>
          <a:custGeom>
            <a:avLst/>
            <a:gdLst>
              <a:gd name="csX0" fmla="*/ 1668013 w 4616684"/>
              <a:gd name="csY0" fmla="*/ 0 h 4732654"/>
              <a:gd name="csX1" fmla="*/ 2956597 w 4616684"/>
              <a:gd name="csY1" fmla="*/ 0 h 4732654"/>
              <a:gd name="csX2" fmla="*/ 3023774 w 4616684"/>
              <a:gd name="csY2" fmla="*/ 67177 h 4732654"/>
              <a:gd name="csX3" fmla="*/ 3023774 w 4616684"/>
              <a:gd name="csY3" fmla="*/ 539508 h 4732654"/>
              <a:gd name="csX4" fmla="*/ 4418726 w 4616684"/>
              <a:gd name="csY4" fmla="*/ 539508 h 4732654"/>
              <a:gd name="csX5" fmla="*/ 4616684 w 4616684"/>
              <a:gd name="csY5" fmla="*/ 737466 h 4732654"/>
              <a:gd name="csX6" fmla="*/ 4616684 w 4616684"/>
              <a:gd name="csY6" fmla="*/ 4534696 h 4732654"/>
              <a:gd name="csX7" fmla="*/ 4418726 w 4616684"/>
              <a:gd name="csY7" fmla="*/ 4732654 h 4732654"/>
              <a:gd name="csX8" fmla="*/ 197958 w 4616684"/>
              <a:gd name="csY8" fmla="*/ 4732654 h 4732654"/>
              <a:gd name="csX9" fmla="*/ 0 w 4616684"/>
              <a:gd name="csY9" fmla="*/ 4534696 h 4732654"/>
              <a:gd name="csX10" fmla="*/ 0 w 4616684"/>
              <a:gd name="csY10" fmla="*/ 737466 h 4732654"/>
              <a:gd name="csX11" fmla="*/ 197958 w 4616684"/>
              <a:gd name="csY11" fmla="*/ 539508 h 4732654"/>
              <a:gd name="csX12" fmla="*/ 1600836 w 4616684"/>
              <a:gd name="csY12" fmla="*/ 539508 h 4732654"/>
              <a:gd name="csX13" fmla="*/ 1600836 w 4616684"/>
              <a:gd name="csY13" fmla="*/ 67177 h 4732654"/>
              <a:gd name="csX14" fmla="*/ 1668013 w 4616684"/>
              <a:gd name="csY14" fmla="*/ 0 h 473265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4616684" h="4732654">
                <a:moveTo>
                  <a:pt x="1668013" y="0"/>
                </a:moveTo>
                <a:lnTo>
                  <a:pt x="2956597" y="0"/>
                </a:lnTo>
                <a:cubicBezTo>
                  <a:pt x="2993698" y="0"/>
                  <a:pt x="3023774" y="30076"/>
                  <a:pt x="3023774" y="67177"/>
                </a:cubicBezTo>
                <a:lnTo>
                  <a:pt x="3023774" y="539508"/>
                </a:lnTo>
                <a:lnTo>
                  <a:pt x="4418726" y="539508"/>
                </a:lnTo>
                <a:cubicBezTo>
                  <a:pt x="4528055" y="539508"/>
                  <a:pt x="4616684" y="628137"/>
                  <a:pt x="4616684" y="737466"/>
                </a:cubicBezTo>
                <a:lnTo>
                  <a:pt x="4616684" y="4534696"/>
                </a:lnTo>
                <a:cubicBezTo>
                  <a:pt x="4616684" y="4644025"/>
                  <a:pt x="4528055" y="4732654"/>
                  <a:pt x="4418726" y="4732654"/>
                </a:cubicBezTo>
                <a:lnTo>
                  <a:pt x="197958" y="4732654"/>
                </a:lnTo>
                <a:cubicBezTo>
                  <a:pt x="88629" y="4732654"/>
                  <a:pt x="0" y="4644025"/>
                  <a:pt x="0" y="4534696"/>
                </a:cubicBezTo>
                <a:lnTo>
                  <a:pt x="0" y="737466"/>
                </a:lnTo>
                <a:cubicBezTo>
                  <a:pt x="0" y="628137"/>
                  <a:pt x="88629" y="539508"/>
                  <a:pt x="197958" y="539508"/>
                </a:cubicBezTo>
                <a:lnTo>
                  <a:pt x="1600836" y="539508"/>
                </a:lnTo>
                <a:lnTo>
                  <a:pt x="1600836" y="67177"/>
                </a:lnTo>
                <a:cubicBezTo>
                  <a:pt x="1600836" y="30076"/>
                  <a:pt x="1630912" y="0"/>
                  <a:pt x="1668013" y="0"/>
                </a:cubicBezTo>
                <a:close/>
              </a:path>
            </a:pathLst>
          </a:custGeom>
          <a:solidFill>
            <a:schemeClr val="bg1">
              <a:lumMod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 name="四角形: 角を丸くする 8">
            <a:extLst>
              <a:ext uri="{FF2B5EF4-FFF2-40B4-BE49-F238E27FC236}">
                <a16:creationId xmlns:a16="http://schemas.microsoft.com/office/drawing/2014/main" id="{7F457ACB-BB94-15B6-BF53-175873AEE38B}"/>
              </a:ext>
            </a:extLst>
          </p:cNvPr>
          <p:cNvSpPr/>
          <p:nvPr/>
        </p:nvSpPr>
        <p:spPr>
          <a:xfrm>
            <a:off x="585498" y="445192"/>
            <a:ext cx="5710332" cy="5967615"/>
          </a:xfrm>
          <a:prstGeom prst="roundRect">
            <a:avLst>
              <a:gd name="adj" fmla="val 2174"/>
            </a:avLst>
          </a:prstGeom>
          <a:solidFill>
            <a:schemeClr val="accent6">
              <a:lumMod val="40000"/>
              <a:lumOff val="6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 name="テキスト ボックス 4">
            <a:extLst>
              <a:ext uri="{FF2B5EF4-FFF2-40B4-BE49-F238E27FC236}">
                <a16:creationId xmlns:a16="http://schemas.microsoft.com/office/drawing/2014/main" id="{7DA638E5-CFB2-8534-2EDD-5F12B9652D7F}"/>
              </a:ext>
            </a:extLst>
          </p:cNvPr>
          <p:cNvSpPr txBox="1"/>
          <p:nvPr/>
        </p:nvSpPr>
        <p:spPr>
          <a:xfrm>
            <a:off x="820249" y="529494"/>
            <a:ext cx="4685898" cy="646331"/>
          </a:xfrm>
          <a:prstGeom prst="rect">
            <a:avLst/>
          </a:prstGeom>
          <a:noFill/>
        </p:spPr>
        <p:txBody>
          <a:bodyPr wrap="none" rtlCol="0">
            <a:spAutoFit/>
          </a:bodyPr>
          <a:lstStyle/>
          <a:p>
            <a:r>
              <a:rPr lang="ja-JP" altLang="en-US" sz="3600" dirty="0">
                <a:solidFill>
                  <a:schemeClr val="tx1">
                    <a:lumMod val="75000"/>
                    <a:lumOff val="25000"/>
                  </a:schemeClr>
                </a:solidFill>
                <a:latin typeface="原稿用標準書体" panose="03000503000000000000" pitchFamily="66" charset="-128"/>
                <a:ea typeface="原稿用標準書体" panose="03000503000000000000" pitchFamily="66" charset="-128"/>
              </a:rPr>
              <a:t>前衛</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ATK+20%</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、注目度</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+4</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、回避率</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-20%</a:t>
            </a:r>
            <a:endParaRPr kumimoji="1" lang="ja-JP" altLang="en-US" sz="3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12" name="四角形: 角を丸くする 11">
            <a:extLst>
              <a:ext uri="{FF2B5EF4-FFF2-40B4-BE49-F238E27FC236}">
                <a16:creationId xmlns:a16="http://schemas.microsoft.com/office/drawing/2014/main" id="{E6A330B4-5B5D-CA88-6A09-761A899026D4}"/>
              </a:ext>
            </a:extLst>
          </p:cNvPr>
          <p:cNvSpPr/>
          <p:nvPr/>
        </p:nvSpPr>
        <p:spPr>
          <a:xfrm>
            <a:off x="789688" y="1318039"/>
            <a:ext cx="1233805" cy="1230022"/>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3" name="四角形: 角を丸くする 12">
            <a:extLst>
              <a:ext uri="{FF2B5EF4-FFF2-40B4-BE49-F238E27FC236}">
                <a16:creationId xmlns:a16="http://schemas.microsoft.com/office/drawing/2014/main" id="{4DE70960-827B-C608-5A9D-9ED0003504AB}"/>
              </a:ext>
            </a:extLst>
          </p:cNvPr>
          <p:cNvSpPr/>
          <p:nvPr/>
        </p:nvSpPr>
        <p:spPr>
          <a:xfrm>
            <a:off x="2145737" y="1318039"/>
            <a:ext cx="1233805" cy="1230022"/>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4" name="四角形: 角を丸くする 13">
            <a:extLst>
              <a:ext uri="{FF2B5EF4-FFF2-40B4-BE49-F238E27FC236}">
                <a16:creationId xmlns:a16="http://schemas.microsoft.com/office/drawing/2014/main" id="{81E14C16-B16E-96B5-92FB-8EFD85B87A4E}"/>
              </a:ext>
            </a:extLst>
          </p:cNvPr>
          <p:cNvSpPr/>
          <p:nvPr/>
        </p:nvSpPr>
        <p:spPr>
          <a:xfrm>
            <a:off x="3501786" y="1318039"/>
            <a:ext cx="1233805" cy="1230022"/>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5" name="四角形: 角を丸くする 14">
            <a:extLst>
              <a:ext uri="{FF2B5EF4-FFF2-40B4-BE49-F238E27FC236}">
                <a16:creationId xmlns:a16="http://schemas.microsoft.com/office/drawing/2014/main" id="{3DD8BFFB-163A-1F98-EFA9-93D32F55166A}"/>
              </a:ext>
            </a:extLst>
          </p:cNvPr>
          <p:cNvSpPr/>
          <p:nvPr/>
        </p:nvSpPr>
        <p:spPr>
          <a:xfrm>
            <a:off x="4857835" y="1318039"/>
            <a:ext cx="1233805" cy="1230022"/>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1" name="テキスト ボックス 10">
            <a:extLst>
              <a:ext uri="{FF2B5EF4-FFF2-40B4-BE49-F238E27FC236}">
                <a16:creationId xmlns:a16="http://schemas.microsoft.com/office/drawing/2014/main" id="{85F2E68C-4B13-22D6-E458-E0E4FA858898}"/>
              </a:ext>
            </a:extLst>
          </p:cNvPr>
          <p:cNvSpPr txBox="1"/>
          <p:nvPr/>
        </p:nvSpPr>
        <p:spPr>
          <a:xfrm>
            <a:off x="820249" y="3523725"/>
            <a:ext cx="4685898" cy="646331"/>
          </a:xfrm>
          <a:prstGeom prst="rect">
            <a:avLst/>
          </a:prstGeom>
          <a:noFill/>
        </p:spPr>
        <p:txBody>
          <a:bodyPr wrap="none" rtlCol="0">
            <a:spAutoFit/>
          </a:bodyPr>
          <a:lstStyle/>
          <a:p>
            <a:r>
              <a:rPr lang="ja-JP" altLang="en-US" sz="3600" dirty="0">
                <a:solidFill>
                  <a:schemeClr val="bg1">
                    <a:lumMod val="95000"/>
                  </a:schemeClr>
                </a:solidFill>
                <a:latin typeface="原稿用標準書体" panose="03000503000000000000" pitchFamily="66" charset="-128"/>
                <a:ea typeface="原稿用標準書体" panose="03000503000000000000" pitchFamily="66" charset="-128"/>
              </a:rPr>
              <a:t>後衛</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：回避率</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+20%</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、注目度</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+1</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ATK-20%</a:t>
            </a:r>
            <a:endParaRPr kumimoji="1" lang="ja-JP" altLang="en-US" sz="36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19" name="グループ化 18">
            <a:extLst>
              <a:ext uri="{FF2B5EF4-FFF2-40B4-BE49-F238E27FC236}">
                <a16:creationId xmlns:a16="http://schemas.microsoft.com/office/drawing/2014/main" id="{89BFC306-49B5-6C68-2A56-F2DA58B74604}"/>
              </a:ext>
            </a:extLst>
          </p:cNvPr>
          <p:cNvGrpSpPr/>
          <p:nvPr/>
        </p:nvGrpSpPr>
        <p:grpSpPr>
          <a:xfrm>
            <a:off x="789688" y="4320508"/>
            <a:ext cx="5301952" cy="1230022"/>
            <a:chOff x="922576" y="2450171"/>
            <a:chExt cx="5301952" cy="1309138"/>
          </a:xfrm>
          <a:solidFill>
            <a:schemeClr val="bg1">
              <a:lumMod val="85000"/>
              <a:alpha val="85000"/>
            </a:schemeClr>
          </a:solidFill>
        </p:grpSpPr>
        <p:sp>
          <p:nvSpPr>
            <p:cNvPr id="20" name="四角形: 角を丸くする 19">
              <a:extLst>
                <a:ext uri="{FF2B5EF4-FFF2-40B4-BE49-F238E27FC236}">
                  <a16:creationId xmlns:a16="http://schemas.microsoft.com/office/drawing/2014/main" id="{F6A7E1C5-294E-7936-4CF4-1A8F4598B45E}"/>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1" name="四角形: 角を丸くする 20">
              <a:extLst>
                <a:ext uri="{FF2B5EF4-FFF2-40B4-BE49-F238E27FC236}">
                  <a16:creationId xmlns:a16="http://schemas.microsoft.com/office/drawing/2014/main" id="{1B36608B-D342-05DD-440A-9614ED7B5CD8}"/>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2" name="四角形: 角を丸くする 21">
              <a:extLst>
                <a:ext uri="{FF2B5EF4-FFF2-40B4-BE49-F238E27FC236}">
                  <a16:creationId xmlns:a16="http://schemas.microsoft.com/office/drawing/2014/main" id="{4A53DB1C-B772-AC8B-DAD8-6A678AE13F1A}"/>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3" name="四角形: 角を丸くする 22">
              <a:extLst>
                <a:ext uri="{FF2B5EF4-FFF2-40B4-BE49-F238E27FC236}">
                  <a16:creationId xmlns:a16="http://schemas.microsoft.com/office/drawing/2014/main" id="{814806B5-67FF-BEA8-EDB4-ED16B6FBB962}"/>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cxnSp>
        <p:nvCxnSpPr>
          <p:cNvPr id="25" name="直線コネクタ 24">
            <a:extLst>
              <a:ext uri="{FF2B5EF4-FFF2-40B4-BE49-F238E27FC236}">
                <a16:creationId xmlns:a16="http://schemas.microsoft.com/office/drawing/2014/main" id="{397289FC-E4AA-B0B5-1EB3-7E8ECDB0FA9E}"/>
              </a:ext>
            </a:extLst>
          </p:cNvPr>
          <p:cNvCxnSpPr>
            <a:cxnSpLocks/>
          </p:cNvCxnSpPr>
          <p:nvPr/>
        </p:nvCxnSpPr>
        <p:spPr>
          <a:xfrm>
            <a:off x="759127" y="3428999"/>
            <a:ext cx="5363074" cy="0"/>
          </a:xfrm>
          <a:prstGeom prst="line">
            <a:avLst/>
          </a:prstGeom>
          <a:ln w="12700">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grpSp>
        <p:nvGrpSpPr>
          <p:cNvPr id="28" name="グループ化 27">
            <a:extLst>
              <a:ext uri="{FF2B5EF4-FFF2-40B4-BE49-F238E27FC236}">
                <a16:creationId xmlns:a16="http://schemas.microsoft.com/office/drawing/2014/main" id="{FC15F3EE-8724-9A08-6033-04C5E78ACB55}"/>
              </a:ext>
            </a:extLst>
          </p:cNvPr>
          <p:cNvGrpSpPr/>
          <p:nvPr/>
        </p:nvGrpSpPr>
        <p:grpSpPr>
          <a:xfrm>
            <a:off x="787120" y="2633455"/>
            <a:ext cx="5301952" cy="635908"/>
            <a:chOff x="922576" y="2450171"/>
            <a:chExt cx="5301952" cy="1309138"/>
          </a:xfrm>
          <a:solidFill>
            <a:schemeClr val="tx1">
              <a:lumMod val="75000"/>
              <a:lumOff val="25000"/>
              <a:alpha val="85000"/>
            </a:schemeClr>
          </a:solidFill>
        </p:grpSpPr>
        <p:sp>
          <p:nvSpPr>
            <p:cNvPr id="29" name="四角形: 角を丸くする 28">
              <a:extLst>
                <a:ext uri="{FF2B5EF4-FFF2-40B4-BE49-F238E27FC236}">
                  <a16:creationId xmlns:a16="http://schemas.microsoft.com/office/drawing/2014/main" id="{F616C536-0B7B-ECDD-A8A0-007A0436A356}"/>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0" name="四角形: 角を丸くする 29">
              <a:extLst>
                <a:ext uri="{FF2B5EF4-FFF2-40B4-BE49-F238E27FC236}">
                  <a16:creationId xmlns:a16="http://schemas.microsoft.com/office/drawing/2014/main" id="{7DC3C687-D6B2-DF5B-6193-03227241E808}"/>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1" name="四角形: 角を丸くする 30">
              <a:extLst>
                <a:ext uri="{FF2B5EF4-FFF2-40B4-BE49-F238E27FC236}">
                  <a16:creationId xmlns:a16="http://schemas.microsoft.com/office/drawing/2014/main" id="{F49CC184-AE49-2D2E-A61C-0D86E65E338E}"/>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2" name="四角形: 角を丸くする 31">
              <a:extLst>
                <a:ext uri="{FF2B5EF4-FFF2-40B4-BE49-F238E27FC236}">
                  <a16:creationId xmlns:a16="http://schemas.microsoft.com/office/drawing/2014/main" id="{479821E7-0747-12A7-955A-EB5437DC8CBD}"/>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33" name="グループ化 32">
            <a:extLst>
              <a:ext uri="{FF2B5EF4-FFF2-40B4-BE49-F238E27FC236}">
                <a16:creationId xmlns:a16="http://schemas.microsoft.com/office/drawing/2014/main" id="{5687FB5E-ACD0-8381-75C1-97A31CE707F8}"/>
              </a:ext>
            </a:extLst>
          </p:cNvPr>
          <p:cNvGrpSpPr/>
          <p:nvPr/>
        </p:nvGrpSpPr>
        <p:grpSpPr>
          <a:xfrm>
            <a:off x="787120" y="5645255"/>
            <a:ext cx="5301952" cy="635908"/>
            <a:chOff x="922576" y="2450171"/>
            <a:chExt cx="5301952" cy="1309138"/>
          </a:xfrm>
          <a:solidFill>
            <a:schemeClr val="bg1">
              <a:lumMod val="85000"/>
              <a:alpha val="85000"/>
            </a:schemeClr>
          </a:solidFill>
        </p:grpSpPr>
        <p:sp>
          <p:nvSpPr>
            <p:cNvPr id="34" name="四角形: 角を丸くする 33">
              <a:extLst>
                <a:ext uri="{FF2B5EF4-FFF2-40B4-BE49-F238E27FC236}">
                  <a16:creationId xmlns:a16="http://schemas.microsoft.com/office/drawing/2014/main" id="{D0FBC5A1-4AA6-633A-2FBA-CBB50481E69A}"/>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5" name="四角形: 角を丸くする 34">
              <a:extLst>
                <a:ext uri="{FF2B5EF4-FFF2-40B4-BE49-F238E27FC236}">
                  <a16:creationId xmlns:a16="http://schemas.microsoft.com/office/drawing/2014/main" id="{40F2DBF8-278A-68AC-B1D4-ABB00C7799F9}"/>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6" name="四角形: 角を丸くする 35">
              <a:extLst>
                <a:ext uri="{FF2B5EF4-FFF2-40B4-BE49-F238E27FC236}">
                  <a16:creationId xmlns:a16="http://schemas.microsoft.com/office/drawing/2014/main" id="{9778D5EB-B0C4-45D2-B414-8094C44DCDCD}"/>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7" name="四角形: 角を丸くする 36">
              <a:extLst>
                <a:ext uri="{FF2B5EF4-FFF2-40B4-BE49-F238E27FC236}">
                  <a16:creationId xmlns:a16="http://schemas.microsoft.com/office/drawing/2014/main" id="{FFBCD7AB-AAC2-39F9-CDF9-F1C38AB5B5F1}"/>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2" name="テキスト ボックス 1">
            <a:extLst>
              <a:ext uri="{FF2B5EF4-FFF2-40B4-BE49-F238E27FC236}">
                <a16:creationId xmlns:a16="http://schemas.microsoft.com/office/drawing/2014/main" id="{078BEA93-0081-1050-9B7B-582E785A02F4}"/>
              </a:ext>
            </a:extLst>
          </p:cNvPr>
          <p:cNvSpPr txBox="1"/>
          <p:nvPr/>
        </p:nvSpPr>
        <p:spPr>
          <a:xfrm>
            <a:off x="7046965" y="688737"/>
            <a:ext cx="954108"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ゲート</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43" name="テキスト ボックス 42">
            <a:extLst>
              <a:ext uri="{FF2B5EF4-FFF2-40B4-BE49-F238E27FC236}">
                <a16:creationId xmlns:a16="http://schemas.microsoft.com/office/drawing/2014/main" id="{5E873618-EC3D-0477-EE5B-4EB4FFC4EF0F}"/>
              </a:ext>
            </a:extLst>
          </p:cNvPr>
          <p:cNvSpPr txBox="1"/>
          <p:nvPr/>
        </p:nvSpPr>
        <p:spPr>
          <a:xfrm>
            <a:off x="8643509" y="688737"/>
            <a:ext cx="954108"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44" name="テキスト ボックス 43">
            <a:extLst>
              <a:ext uri="{FF2B5EF4-FFF2-40B4-BE49-F238E27FC236}">
                <a16:creationId xmlns:a16="http://schemas.microsoft.com/office/drawing/2014/main" id="{25B765E1-84D6-CDA9-9576-6DF1185D3290}"/>
              </a:ext>
            </a:extLst>
          </p:cNvPr>
          <p:cNvSpPr txBox="1"/>
          <p:nvPr/>
        </p:nvSpPr>
        <p:spPr>
          <a:xfrm>
            <a:off x="10376241" y="688737"/>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60" name="グループ化 59">
            <a:extLst>
              <a:ext uri="{FF2B5EF4-FFF2-40B4-BE49-F238E27FC236}">
                <a16:creationId xmlns:a16="http://schemas.microsoft.com/office/drawing/2014/main" id="{B13344E0-002D-A713-B2D5-7DA85F39620F}"/>
              </a:ext>
            </a:extLst>
          </p:cNvPr>
          <p:cNvGrpSpPr/>
          <p:nvPr/>
        </p:nvGrpSpPr>
        <p:grpSpPr>
          <a:xfrm>
            <a:off x="1063119" y="2758022"/>
            <a:ext cx="4509326" cy="400110"/>
            <a:chOff x="1168089" y="2766548"/>
            <a:chExt cx="4509326" cy="400110"/>
          </a:xfrm>
        </p:grpSpPr>
        <p:sp>
          <p:nvSpPr>
            <p:cNvPr id="52" name="テキスト ボックス 51">
              <a:extLst>
                <a:ext uri="{FF2B5EF4-FFF2-40B4-BE49-F238E27FC236}">
                  <a16:creationId xmlns:a16="http://schemas.microsoft.com/office/drawing/2014/main" id="{7644914C-6540-BB78-512F-05FE77D43B26}"/>
                </a:ext>
              </a:extLst>
            </p:cNvPr>
            <p:cNvSpPr txBox="1"/>
            <p:nvPr/>
          </p:nvSpPr>
          <p:spPr>
            <a:xfrm>
              <a:off x="1168089"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3" name="テキスト ボックス 52">
              <a:extLst>
                <a:ext uri="{FF2B5EF4-FFF2-40B4-BE49-F238E27FC236}">
                  <a16:creationId xmlns:a16="http://schemas.microsoft.com/office/drawing/2014/main" id="{B320F00C-65CD-9124-B645-F10B9E5E13DB}"/>
                </a:ext>
              </a:extLst>
            </p:cNvPr>
            <p:cNvSpPr txBox="1"/>
            <p:nvPr/>
          </p:nvSpPr>
          <p:spPr>
            <a:xfrm>
              <a:off x="2524138"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4" name="テキスト ボックス 53">
              <a:extLst>
                <a:ext uri="{FF2B5EF4-FFF2-40B4-BE49-F238E27FC236}">
                  <a16:creationId xmlns:a16="http://schemas.microsoft.com/office/drawing/2014/main" id="{87BF748C-1B45-DFFA-C196-6BEA8AC8E309}"/>
                </a:ext>
              </a:extLst>
            </p:cNvPr>
            <p:cNvSpPr txBox="1"/>
            <p:nvPr/>
          </p:nvSpPr>
          <p:spPr>
            <a:xfrm>
              <a:off x="3880187"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5" name="テキスト ボックス 54">
              <a:extLst>
                <a:ext uri="{FF2B5EF4-FFF2-40B4-BE49-F238E27FC236}">
                  <a16:creationId xmlns:a16="http://schemas.microsoft.com/office/drawing/2014/main" id="{01F47871-3DF5-5BB7-3923-89E4C6427530}"/>
                </a:ext>
              </a:extLst>
            </p:cNvPr>
            <p:cNvSpPr txBox="1"/>
            <p:nvPr/>
          </p:nvSpPr>
          <p:spPr>
            <a:xfrm>
              <a:off x="5492684" y="2766548"/>
              <a:ext cx="184731" cy="400110"/>
            </a:xfrm>
            <a:prstGeom prst="rect">
              <a:avLst/>
            </a:prstGeom>
            <a:noFill/>
          </p:spPr>
          <p:txBody>
            <a:bodyPr wrap="none" rtlCol="0">
              <a:spAutoFit/>
            </a:bodyPr>
            <a:lstStyle/>
            <a:p>
              <a:pPr algn="ct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sp>
        <p:nvSpPr>
          <p:cNvPr id="56" name="テキスト ボックス 55">
            <a:extLst>
              <a:ext uri="{FF2B5EF4-FFF2-40B4-BE49-F238E27FC236}">
                <a16:creationId xmlns:a16="http://schemas.microsoft.com/office/drawing/2014/main" id="{3F634A5A-C1AC-6679-F405-75DBF5D9AE1A}"/>
              </a:ext>
            </a:extLst>
          </p:cNvPr>
          <p:cNvSpPr txBox="1"/>
          <p:nvPr/>
        </p:nvSpPr>
        <p:spPr>
          <a:xfrm>
            <a:off x="1063119"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57" name="テキスト ボックス 56">
            <a:extLst>
              <a:ext uri="{FF2B5EF4-FFF2-40B4-BE49-F238E27FC236}">
                <a16:creationId xmlns:a16="http://schemas.microsoft.com/office/drawing/2014/main" id="{27FB72AB-9318-F73D-8CF5-12BB3B00495F}"/>
              </a:ext>
            </a:extLst>
          </p:cNvPr>
          <p:cNvSpPr txBox="1"/>
          <p:nvPr/>
        </p:nvSpPr>
        <p:spPr>
          <a:xfrm>
            <a:off x="2419168"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58" name="テキスト ボックス 57">
            <a:extLst>
              <a:ext uri="{FF2B5EF4-FFF2-40B4-BE49-F238E27FC236}">
                <a16:creationId xmlns:a16="http://schemas.microsoft.com/office/drawing/2014/main" id="{B8680E54-0D91-53CD-10CE-6983E9E1A719}"/>
              </a:ext>
            </a:extLst>
          </p:cNvPr>
          <p:cNvSpPr txBox="1"/>
          <p:nvPr/>
        </p:nvSpPr>
        <p:spPr>
          <a:xfrm>
            <a:off x="3775217"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61" name="グループ化 60">
            <a:extLst>
              <a:ext uri="{FF2B5EF4-FFF2-40B4-BE49-F238E27FC236}">
                <a16:creationId xmlns:a16="http://schemas.microsoft.com/office/drawing/2014/main" id="{91B4D245-9943-CD84-7930-8B9FF5335A60}"/>
              </a:ext>
            </a:extLst>
          </p:cNvPr>
          <p:cNvGrpSpPr/>
          <p:nvPr/>
        </p:nvGrpSpPr>
        <p:grpSpPr>
          <a:xfrm>
            <a:off x="929537" y="1713369"/>
            <a:ext cx="4637566" cy="400110"/>
            <a:chOff x="1039849" y="2766548"/>
            <a:chExt cx="4637566" cy="400110"/>
          </a:xfrm>
        </p:grpSpPr>
        <p:sp>
          <p:nvSpPr>
            <p:cNvPr id="62" name="テキスト ボックス 61">
              <a:extLst>
                <a:ext uri="{FF2B5EF4-FFF2-40B4-BE49-F238E27FC236}">
                  <a16:creationId xmlns:a16="http://schemas.microsoft.com/office/drawing/2014/main" id="{0F477FFF-AEBF-1D81-CC8F-F6F175E4239C}"/>
                </a:ext>
              </a:extLst>
            </p:cNvPr>
            <p:cNvSpPr txBox="1"/>
            <p:nvPr/>
          </p:nvSpPr>
          <p:spPr>
            <a:xfrm>
              <a:off x="1039849"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63" name="テキスト ボックス 62">
              <a:extLst>
                <a:ext uri="{FF2B5EF4-FFF2-40B4-BE49-F238E27FC236}">
                  <a16:creationId xmlns:a16="http://schemas.microsoft.com/office/drawing/2014/main" id="{8F53EC83-F141-4CE8-D46C-B317765D63BF}"/>
                </a:ext>
              </a:extLst>
            </p:cNvPr>
            <p:cNvSpPr txBox="1"/>
            <p:nvPr/>
          </p:nvSpPr>
          <p:spPr>
            <a:xfrm>
              <a:off x="2395898"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sp>
          <p:nvSpPr>
            <p:cNvPr id="64" name="テキスト ボックス 63">
              <a:extLst>
                <a:ext uri="{FF2B5EF4-FFF2-40B4-BE49-F238E27FC236}">
                  <a16:creationId xmlns:a16="http://schemas.microsoft.com/office/drawing/2014/main" id="{C4CCB782-38A7-9110-6D9D-85932728C5FA}"/>
                </a:ext>
              </a:extLst>
            </p:cNvPr>
            <p:cNvSpPr txBox="1"/>
            <p:nvPr/>
          </p:nvSpPr>
          <p:spPr>
            <a:xfrm>
              <a:off x="3751947"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sp>
          <p:nvSpPr>
            <p:cNvPr id="65" name="テキスト ボックス 64">
              <a:extLst>
                <a:ext uri="{FF2B5EF4-FFF2-40B4-BE49-F238E27FC236}">
                  <a16:creationId xmlns:a16="http://schemas.microsoft.com/office/drawing/2014/main" id="{A7C2D9F7-B3D6-95B8-DAE2-3E1056A067B5}"/>
                </a:ext>
              </a:extLst>
            </p:cNvPr>
            <p:cNvSpPr txBox="1"/>
            <p:nvPr/>
          </p:nvSpPr>
          <p:spPr>
            <a:xfrm>
              <a:off x="5492684" y="2766548"/>
              <a:ext cx="184731" cy="400110"/>
            </a:xfrm>
            <a:prstGeom prst="rect">
              <a:avLst/>
            </a:prstGeom>
            <a:noFill/>
          </p:spPr>
          <p:txBody>
            <a:bodyPr wrap="none" rtlCol="0">
              <a:spAutoFit/>
            </a:bodyPr>
            <a:lstStyle/>
            <a:p>
              <a:pPr algn="ctr"/>
              <a:endPar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66" name="グループ化 65">
            <a:extLst>
              <a:ext uri="{FF2B5EF4-FFF2-40B4-BE49-F238E27FC236}">
                <a16:creationId xmlns:a16="http://schemas.microsoft.com/office/drawing/2014/main" id="{AD959B2B-0428-787D-4374-72872350F1F5}"/>
              </a:ext>
            </a:extLst>
          </p:cNvPr>
          <p:cNvGrpSpPr/>
          <p:nvPr/>
        </p:nvGrpSpPr>
        <p:grpSpPr>
          <a:xfrm>
            <a:off x="895727" y="4764316"/>
            <a:ext cx="4637566" cy="400110"/>
            <a:chOff x="1039849" y="2766548"/>
            <a:chExt cx="4637566" cy="400110"/>
          </a:xfrm>
        </p:grpSpPr>
        <p:sp>
          <p:nvSpPr>
            <p:cNvPr id="67" name="テキスト ボックス 66">
              <a:extLst>
                <a:ext uri="{FF2B5EF4-FFF2-40B4-BE49-F238E27FC236}">
                  <a16:creationId xmlns:a16="http://schemas.microsoft.com/office/drawing/2014/main" id="{C0196376-04C9-F54A-CEFA-57B5AD9A3260}"/>
                </a:ext>
              </a:extLst>
            </p:cNvPr>
            <p:cNvSpPr txBox="1"/>
            <p:nvPr/>
          </p:nvSpPr>
          <p:spPr>
            <a:xfrm>
              <a:off x="1039849" y="2766548"/>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68" name="テキスト ボックス 67">
              <a:extLst>
                <a:ext uri="{FF2B5EF4-FFF2-40B4-BE49-F238E27FC236}">
                  <a16:creationId xmlns:a16="http://schemas.microsoft.com/office/drawing/2014/main" id="{87E0320E-D14B-53AC-6F9B-0AE2627D4B43}"/>
                </a:ext>
              </a:extLst>
            </p:cNvPr>
            <p:cNvSpPr txBox="1"/>
            <p:nvPr/>
          </p:nvSpPr>
          <p:spPr>
            <a:xfrm>
              <a:off x="2395898" y="2766548"/>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sp>
          <p:nvSpPr>
            <p:cNvPr id="69" name="テキスト ボックス 68">
              <a:extLst>
                <a:ext uri="{FF2B5EF4-FFF2-40B4-BE49-F238E27FC236}">
                  <a16:creationId xmlns:a16="http://schemas.microsoft.com/office/drawing/2014/main" id="{971672A0-148E-7E34-D9AC-2F2D56B1F85C}"/>
                </a:ext>
              </a:extLst>
            </p:cNvPr>
            <p:cNvSpPr txBox="1"/>
            <p:nvPr/>
          </p:nvSpPr>
          <p:spPr>
            <a:xfrm>
              <a:off x="3751947" y="2766548"/>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sp>
          <p:nvSpPr>
            <p:cNvPr id="70" name="テキスト ボックス 69">
              <a:extLst>
                <a:ext uri="{FF2B5EF4-FFF2-40B4-BE49-F238E27FC236}">
                  <a16:creationId xmlns:a16="http://schemas.microsoft.com/office/drawing/2014/main" id="{C40C56BD-F81D-FC4A-5720-1EFB6B9391E4}"/>
                </a:ext>
              </a:extLst>
            </p:cNvPr>
            <p:cNvSpPr txBox="1"/>
            <p:nvPr/>
          </p:nvSpPr>
          <p:spPr>
            <a:xfrm>
              <a:off x="5492684" y="2766548"/>
              <a:ext cx="184731" cy="400110"/>
            </a:xfrm>
            <a:prstGeom prst="rect">
              <a:avLst/>
            </a:prstGeom>
            <a:noFill/>
          </p:spPr>
          <p:txBody>
            <a:bodyPr wrap="none" rtlCol="0">
              <a:spAutoFit/>
            </a:bodyPr>
            <a:lstStyle/>
            <a:p>
              <a:pPr algn="ctr"/>
              <a:endPar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24" name="テキスト ボックス 23">
            <a:extLst>
              <a:ext uri="{FF2B5EF4-FFF2-40B4-BE49-F238E27FC236}">
                <a16:creationId xmlns:a16="http://schemas.microsoft.com/office/drawing/2014/main" id="{389A1E04-53EF-D82C-6400-F7002175AEFE}"/>
              </a:ext>
            </a:extLst>
          </p:cNvPr>
          <p:cNvSpPr txBox="1"/>
          <p:nvPr/>
        </p:nvSpPr>
        <p:spPr>
          <a:xfrm>
            <a:off x="8515269" y="1411754"/>
            <a:ext cx="1210588" cy="400110"/>
          </a:xfrm>
          <a:prstGeom prst="rect">
            <a:avLst/>
          </a:prstGeom>
          <a:noFill/>
        </p:spPr>
        <p:txBody>
          <a:bodyPr wrap="none" rtlCol="0">
            <a:spAutoFit/>
          </a:bodyPr>
          <a:lstStyle/>
          <a:p>
            <a:pPr algn="ctr"/>
            <a:r>
              <a:rPr lang="ja-JP" altLang="en-US" sz="2000" dirty="0">
                <a:solidFill>
                  <a:srgbClr val="FF00FF"/>
                </a:solidFill>
                <a:latin typeface="原稿用標準書体" panose="03000503000000000000" pitchFamily="66" charset="-128"/>
                <a:ea typeface="原稿用標準書体" panose="03000503000000000000" pitchFamily="66" charset="-128"/>
              </a:rPr>
              <a:t>キャラ名</a:t>
            </a:r>
          </a:p>
        </p:txBody>
      </p:sp>
      <p:pic>
        <p:nvPicPr>
          <p:cNvPr id="46" name="図 45">
            <a:extLst>
              <a:ext uri="{FF2B5EF4-FFF2-40B4-BE49-F238E27FC236}">
                <a16:creationId xmlns:a16="http://schemas.microsoft.com/office/drawing/2014/main" id="{8F6D04E6-4077-F41D-9E44-31115144BC6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641361" y="2024529"/>
            <a:ext cx="2512235" cy="3129884"/>
          </a:xfrm>
          <a:prstGeom prst="rect">
            <a:avLst/>
          </a:prstGeom>
        </p:spPr>
      </p:pic>
      <p:grpSp>
        <p:nvGrpSpPr>
          <p:cNvPr id="89" name="グループ化 88">
            <a:extLst>
              <a:ext uri="{FF2B5EF4-FFF2-40B4-BE49-F238E27FC236}">
                <a16:creationId xmlns:a16="http://schemas.microsoft.com/office/drawing/2014/main" id="{81700802-9017-CC18-BEEB-F7E0BE7890C7}"/>
              </a:ext>
            </a:extLst>
          </p:cNvPr>
          <p:cNvGrpSpPr/>
          <p:nvPr/>
        </p:nvGrpSpPr>
        <p:grpSpPr>
          <a:xfrm>
            <a:off x="7182307" y="4317385"/>
            <a:ext cx="1226618" cy="748254"/>
            <a:chOff x="7088997" y="4289392"/>
            <a:chExt cx="1226618" cy="748254"/>
          </a:xfrm>
        </p:grpSpPr>
        <p:pic>
          <p:nvPicPr>
            <p:cNvPr id="86" name="図 85">
              <a:extLst>
                <a:ext uri="{FF2B5EF4-FFF2-40B4-BE49-F238E27FC236}">
                  <a16:creationId xmlns:a16="http://schemas.microsoft.com/office/drawing/2014/main" id="{5C7095F8-2022-D695-69CD-799DC4E81CCE}"/>
                </a:ext>
              </a:extLst>
            </p:cNvPr>
            <p:cNvPicPr>
              <a:picLocks noChangeAspect="1"/>
            </p:cNvPicPr>
            <p:nvPr/>
          </p:nvPicPr>
          <p:blipFill>
            <a:blip r:embed="rId3">
              <a:duotone>
                <a:schemeClr val="accent3">
                  <a:shade val="45000"/>
                  <a:satMod val="135000"/>
                </a:schemeClr>
                <a:prstClr val="white"/>
              </a:duotone>
              <a:extLst>
                <a:ext uri="{28A0092B-C50C-407E-A947-70E740481C1C}">
                  <a14:useLocalDpi xmlns:a14="http://schemas.microsoft.com/office/drawing/2010/main" val="0"/>
                </a:ext>
              </a:extLst>
            </a:blip>
            <a:srcRect l="6840" t="30163" r="48646" b="36883"/>
            <a:stretch>
              <a:fillRect/>
            </a:stretch>
          </p:blipFill>
          <p:spPr>
            <a:xfrm>
              <a:off x="7098261" y="4289392"/>
              <a:ext cx="452228" cy="502188"/>
            </a:xfrm>
            <a:prstGeom prst="rect">
              <a:avLst/>
            </a:prstGeom>
          </p:spPr>
        </p:pic>
        <p:sp>
          <p:nvSpPr>
            <p:cNvPr id="87" name="テキスト ボックス 86">
              <a:extLst>
                <a:ext uri="{FF2B5EF4-FFF2-40B4-BE49-F238E27FC236}">
                  <a16:creationId xmlns:a16="http://schemas.microsoft.com/office/drawing/2014/main" id="{4345599C-4AA8-A8F4-E1DB-20982B2B84EB}"/>
                </a:ext>
              </a:extLst>
            </p:cNvPr>
            <p:cNvSpPr txBox="1"/>
            <p:nvPr/>
          </p:nvSpPr>
          <p:spPr>
            <a:xfrm>
              <a:off x="7472051" y="4372863"/>
              <a:ext cx="805029" cy="338554"/>
            </a:xfrm>
            <a:prstGeom prst="rect">
              <a:avLst/>
            </a:prstGeom>
            <a:noFill/>
            <a:effectLst>
              <a:glow rad="63500">
                <a:schemeClr val="accent3">
                  <a:satMod val="175000"/>
                  <a:alpha val="40000"/>
                </a:schemeClr>
              </a:glow>
            </a:effectLst>
          </p:spPr>
          <p:txBody>
            <a:bodyPr wrap="none" rtlCol="0">
              <a:spAutoFit/>
            </a:bodyPr>
            <a:lstStyle/>
            <a:p>
              <a:r>
                <a:rPr lang="ja-JP" altLang="en-US" sz="1600" dirty="0">
                  <a:solidFill>
                    <a:schemeClr val="tx1">
                      <a:lumMod val="85000"/>
                      <a:lumOff val="15000"/>
                    </a:schemeClr>
                  </a:solidFill>
                  <a:effectLst>
                    <a:glow rad="38100">
                      <a:schemeClr val="accent3">
                        <a:satMod val="175000"/>
                        <a:alpha val="65000"/>
                      </a:schemeClr>
                    </a:glow>
                  </a:effectLst>
                  <a:latin typeface="原稿用標準書体" panose="03000503000000000000" pitchFamily="66" charset="-128"/>
                  <a:ea typeface="原稿用標準書体" panose="03000503000000000000" pitchFamily="66" charset="-128"/>
                </a:rPr>
                <a:t>タンク</a:t>
              </a:r>
              <a:endParaRPr lang="en-US" altLang="ja-JP" sz="1200" dirty="0">
                <a:solidFill>
                  <a:schemeClr val="tx1">
                    <a:lumMod val="85000"/>
                    <a:lumOff val="15000"/>
                  </a:schemeClr>
                </a:solidFill>
                <a:effectLst>
                  <a:glow rad="38100">
                    <a:schemeClr val="accent3">
                      <a:satMod val="175000"/>
                      <a:alpha val="65000"/>
                    </a:schemeClr>
                  </a:glow>
                </a:effectLst>
                <a:latin typeface="原稿用標準書体" panose="03000503000000000000" pitchFamily="66" charset="-128"/>
                <a:ea typeface="原稿用標準書体" panose="03000503000000000000" pitchFamily="66" charset="-128"/>
              </a:endParaRPr>
            </a:p>
          </p:txBody>
        </p:sp>
        <p:sp>
          <p:nvSpPr>
            <p:cNvPr id="88" name="テキスト ボックス 87">
              <a:extLst>
                <a:ext uri="{FF2B5EF4-FFF2-40B4-BE49-F238E27FC236}">
                  <a16:creationId xmlns:a16="http://schemas.microsoft.com/office/drawing/2014/main" id="{86697A42-8A3E-7348-C296-5D92BA28779F}"/>
                </a:ext>
              </a:extLst>
            </p:cNvPr>
            <p:cNvSpPr txBox="1"/>
            <p:nvPr/>
          </p:nvSpPr>
          <p:spPr>
            <a:xfrm>
              <a:off x="7088997" y="4760647"/>
              <a:ext cx="1226618" cy="276999"/>
            </a:xfrm>
            <a:prstGeom prst="rect">
              <a:avLst/>
            </a:prstGeom>
            <a:noFill/>
          </p:spPr>
          <p:txBody>
            <a:bodyPr wrap="none" rtlCol="0">
              <a:spAutoFit/>
            </a:bodyPr>
            <a:lstStyle/>
            <a:p>
              <a:r>
                <a:rPr lang="ja-JP" altLang="en-US" sz="1050" dirty="0">
                  <a:solidFill>
                    <a:schemeClr val="tx1">
                      <a:lumMod val="75000"/>
                      <a:lumOff val="25000"/>
                    </a:schemeClr>
                  </a:solidFill>
                  <a:latin typeface="原稿用標準書体" panose="03000503000000000000" pitchFamily="66" charset="-128"/>
                  <a:ea typeface="原稿用標準書体" panose="03000503000000000000" pitchFamily="66" charset="-128"/>
                </a:rPr>
                <a:t>毎ターン</a:t>
              </a:r>
              <a:r>
                <a:rPr lang="en-US" altLang="ja-JP" sz="1200" dirty="0">
                  <a:solidFill>
                    <a:schemeClr val="tx1">
                      <a:lumMod val="75000"/>
                      <a:lumOff val="25000"/>
                    </a:schemeClr>
                  </a:solidFill>
                  <a:latin typeface="原稿用標準書体" panose="03000503000000000000" pitchFamily="66" charset="-128"/>
                  <a:ea typeface="原稿用標準書体" panose="03000503000000000000" pitchFamily="66" charset="-128"/>
                </a:rPr>
                <a:t>5</a:t>
              </a:r>
              <a:r>
                <a:rPr lang="ja-JP" altLang="en-US" sz="1050" dirty="0">
                  <a:solidFill>
                    <a:schemeClr val="tx1">
                      <a:lumMod val="75000"/>
                      <a:lumOff val="25000"/>
                    </a:schemeClr>
                  </a:solidFill>
                  <a:latin typeface="原稿用標準書体" panose="03000503000000000000" pitchFamily="66" charset="-128"/>
                  <a:ea typeface="原稿用標準書体" panose="03000503000000000000" pitchFamily="66" charset="-128"/>
                </a:rPr>
                <a:t>％回復</a:t>
              </a:r>
              <a:endParaRPr lang="en-US" altLang="ja-JP" sz="105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grpSp>
        <p:nvGrpSpPr>
          <p:cNvPr id="90" name="グループ化 89">
            <a:extLst>
              <a:ext uri="{FF2B5EF4-FFF2-40B4-BE49-F238E27FC236}">
                <a16:creationId xmlns:a16="http://schemas.microsoft.com/office/drawing/2014/main" id="{A0A1DFF4-AD74-9208-E450-4FBC72E183AD}"/>
              </a:ext>
            </a:extLst>
          </p:cNvPr>
          <p:cNvGrpSpPr/>
          <p:nvPr/>
        </p:nvGrpSpPr>
        <p:grpSpPr>
          <a:xfrm>
            <a:off x="7079024" y="3959376"/>
            <a:ext cx="1422939" cy="1185706"/>
            <a:chOff x="4343042" y="2005061"/>
            <a:chExt cx="4595682" cy="1782085"/>
          </a:xfrm>
        </p:grpSpPr>
        <p:sp>
          <p:nvSpPr>
            <p:cNvPr id="91" name="四角形: 角を丸くする 90">
              <a:extLst>
                <a:ext uri="{FF2B5EF4-FFF2-40B4-BE49-F238E27FC236}">
                  <a16:creationId xmlns:a16="http://schemas.microsoft.com/office/drawing/2014/main" id="{47737842-2A5F-57C1-D28D-DBC805CE4FCE}"/>
                </a:ext>
              </a:extLst>
            </p:cNvPr>
            <p:cNvSpPr/>
            <p:nvPr/>
          </p:nvSpPr>
          <p:spPr>
            <a:xfrm>
              <a:off x="4343042" y="2434991"/>
              <a:ext cx="4595682" cy="1352155"/>
            </a:xfrm>
            <a:prstGeom prst="roundRect">
              <a:avLst>
                <a:gd name="adj" fmla="val 5178"/>
              </a:avLst>
            </a:prstGeom>
            <a:noFill/>
            <a:ln w="254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dirty="0">
                <a:latin typeface="原稿用標準書体" panose="03000503000000000000" pitchFamily="66" charset="-128"/>
                <a:ea typeface="原稿用標準書体" panose="03000503000000000000" pitchFamily="66" charset="-128"/>
              </a:endParaRPr>
            </a:p>
          </p:txBody>
        </p:sp>
        <p:sp>
          <p:nvSpPr>
            <p:cNvPr id="92" name="四角形: 角を丸くする 91">
              <a:extLst>
                <a:ext uri="{FF2B5EF4-FFF2-40B4-BE49-F238E27FC236}">
                  <a16:creationId xmlns:a16="http://schemas.microsoft.com/office/drawing/2014/main" id="{EE5A13E3-647E-D072-4E37-FF89657D48BF}"/>
                </a:ext>
              </a:extLst>
            </p:cNvPr>
            <p:cNvSpPr/>
            <p:nvPr/>
          </p:nvSpPr>
          <p:spPr>
            <a:xfrm>
              <a:off x="5027040" y="2005061"/>
              <a:ext cx="3294263" cy="461666"/>
            </a:xfrm>
            <a:prstGeom prst="round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latin typeface="原稿用標準書体" panose="03000503000000000000" pitchFamily="66" charset="-128"/>
                  <a:ea typeface="原稿用標準書体" panose="03000503000000000000" pitchFamily="66" charset="-128"/>
                </a:rPr>
                <a:t>ロール</a:t>
              </a:r>
            </a:p>
          </p:txBody>
        </p:sp>
      </p:grpSp>
      <p:grpSp>
        <p:nvGrpSpPr>
          <p:cNvPr id="7" name="グループ化 6">
            <a:extLst>
              <a:ext uri="{FF2B5EF4-FFF2-40B4-BE49-F238E27FC236}">
                <a16:creationId xmlns:a16="http://schemas.microsoft.com/office/drawing/2014/main" id="{2F47D33D-CA2A-0B4B-9C48-F5AE52CD56C7}"/>
              </a:ext>
            </a:extLst>
          </p:cNvPr>
          <p:cNvGrpSpPr/>
          <p:nvPr/>
        </p:nvGrpSpPr>
        <p:grpSpPr>
          <a:xfrm>
            <a:off x="9993616" y="2030427"/>
            <a:ext cx="1080193" cy="1739879"/>
            <a:chOff x="9993616" y="2030427"/>
            <a:chExt cx="1080193" cy="1739879"/>
          </a:xfrm>
        </p:grpSpPr>
        <p:sp>
          <p:nvSpPr>
            <p:cNvPr id="93" name="楕円 92">
              <a:extLst>
                <a:ext uri="{FF2B5EF4-FFF2-40B4-BE49-F238E27FC236}">
                  <a16:creationId xmlns:a16="http://schemas.microsoft.com/office/drawing/2014/main" id="{D405C7B3-A7B1-838A-7CD9-E00EE06C162B}"/>
                </a:ext>
              </a:extLst>
            </p:cNvPr>
            <p:cNvSpPr/>
            <p:nvPr/>
          </p:nvSpPr>
          <p:spPr>
            <a:xfrm>
              <a:off x="10060241" y="2744850"/>
              <a:ext cx="296742" cy="296742"/>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200"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sz="12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3" name="四角形: 角を丸くする 2">
              <a:extLst>
                <a:ext uri="{FF2B5EF4-FFF2-40B4-BE49-F238E27FC236}">
                  <a16:creationId xmlns:a16="http://schemas.microsoft.com/office/drawing/2014/main" id="{B891C476-784F-6D34-C106-9413E0C460CA}"/>
                </a:ext>
              </a:extLst>
            </p:cNvPr>
            <p:cNvSpPr/>
            <p:nvPr/>
          </p:nvSpPr>
          <p:spPr>
            <a:xfrm>
              <a:off x="9993616" y="2397817"/>
              <a:ext cx="1062447" cy="1372489"/>
            </a:xfrm>
            <a:prstGeom prst="roundRect">
              <a:avLst>
                <a:gd name="adj" fmla="val 6896"/>
              </a:avLst>
            </a:prstGeom>
            <a:solidFill>
              <a:srgbClr val="D9D9D9"/>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27" name="テキスト ボックス 26">
              <a:extLst>
                <a:ext uri="{FF2B5EF4-FFF2-40B4-BE49-F238E27FC236}">
                  <a16:creationId xmlns:a16="http://schemas.microsoft.com/office/drawing/2014/main" id="{61D26D16-7ABF-C2AF-BE9A-4E2E8DDC9810}"/>
                </a:ext>
              </a:extLst>
            </p:cNvPr>
            <p:cNvSpPr txBox="1"/>
            <p:nvPr/>
          </p:nvSpPr>
          <p:spPr>
            <a:xfrm>
              <a:off x="10002948" y="2030427"/>
              <a:ext cx="1062446" cy="276999"/>
            </a:xfrm>
            <a:prstGeom prst="rect">
              <a:avLst/>
            </a:prstGeom>
            <a:noFill/>
          </p:spPr>
          <p:txBody>
            <a:bodyPr wrap="square">
              <a:spAutoFit/>
            </a:bodyPr>
            <a:lstStyle/>
            <a:p>
              <a:pPr algn="ctr"/>
              <a:r>
                <a:rPr lang="ja-JP" altLang="en-US" sz="1200" dirty="0">
                  <a:solidFill>
                    <a:schemeClr val="bg1">
                      <a:lumMod val="95000"/>
                    </a:schemeClr>
                  </a:solidFill>
                  <a:highlight>
                    <a:srgbClr val="5C5C5C"/>
                  </a:highlight>
                  <a:latin typeface="原稿用標準書体" panose="03000503000000000000" pitchFamily="66" charset="-128"/>
                  <a:ea typeface="原稿用標準書体" panose="03000503000000000000" pitchFamily="66" charset="-128"/>
                </a:rPr>
                <a:t>特殊スキル</a:t>
              </a:r>
              <a:endParaRPr kumimoji="1" lang="ja-JP" altLang="en-US" sz="1200" dirty="0">
                <a:solidFill>
                  <a:schemeClr val="bg1">
                    <a:lumMod val="95000"/>
                  </a:schemeClr>
                </a:solidFill>
                <a:highlight>
                  <a:srgbClr val="5C5C5C"/>
                </a:highlight>
                <a:latin typeface="原稿用標準書体" panose="03000503000000000000" pitchFamily="66" charset="-128"/>
                <a:ea typeface="原稿用標準書体" panose="03000503000000000000" pitchFamily="66" charset="-128"/>
              </a:endParaRPr>
            </a:p>
          </p:txBody>
        </p:sp>
        <p:sp>
          <p:nvSpPr>
            <p:cNvPr id="80" name="四角形: 角を丸くする 79">
              <a:extLst>
                <a:ext uri="{FF2B5EF4-FFF2-40B4-BE49-F238E27FC236}">
                  <a16:creationId xmlns:a16="http://schemas.microsoft.com/office/drawing/2014/main" id="{3CBA70E6-9A66-119B-36FE-2280D4C9CC05}"/>
                </a:ext>
              </a:extLst>
            </p:cNvPr>
            <p:cNvSpPr/>
            <p:nvPr/>
          </p:nvSpPr>
          <p:spPr>
            <a:xfrm>
              <a:off x="10388771" y="2405535"/>
              <a:ext cx="296743" cy="1066156"/>
            </a:xfrm>
            <a:prstGeom prst="roundRect">
              <a:avLst>
                <a:gd name="adj" fmla="val 6896"/>
              </a:avLst>
            </a:prstGeom>
            <a:solidFill>
              <a:schemeClr val="tx1">
                <a:lumMod val="50000"/>
                <a:lumOff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81" name="四角形: 角を丸くする 80">
              <a:extLst>
                <a:ext uri="{FF2B5EF4-FFF2-40B4-BE49-F238E27FC236}">
                  <a16:creationId xmlns:a16="http://schemas.microsoft.com/office/drawing/2014/main" id="{4B2DA692-2C95-5C04-64D6-3C0786894C50}"/>
                </a:ext>
              </a:extLst>
            </p:cNvPr>
            <p:cNvSpPr/>
            <p:nvPr/>
          </p:nvSpPr>
          <p:spPr>
            <a:xfrm>
              <a:off x="10773287" y="2405535"/>
              <a:ext cx="296743" cy="1066156"/>
            </a:xfrm>
            <a:prstGeom prst="roundRect">
              <a:avLst>
                <a:gd name="adj" fmla="val 6896"/>
              </a:avLst>
            </a:prstGeom>
            <a:solidFill>
              <a:schemeClr val="tx1">
                <a:lumMod val="50000"/>
                <a:lumOff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82" name="フリーフォーム: 図形 81">
              <a:extLst>
                <a:ext uri="{FF2B5EF4-FFF2-40B4-BE49-F238E27FC236}">
                  <a16:creationId xmlns:a16="http://schemas.microsoft.com/office/drawing/2014/main" id="{D68279EB-FC48-7FEF-6C2C-D40D4A0E5A66}"/>
                </a:ext>
              </a:extLst>
            </p:cNvPr>
            <p:cNvSpPr/>
            <p:nvPr/>
          </p:nvSpPr>
          <p:spPr>
            <a:xfrm>
              <a:off x="10011362" y="2405535"/>
              <a:ext cx="1062447" cy="1333377"/>
            </a:xfrm>
            <a:custGeom>
              <a:avLst/>
              <a:gdLst>
                <a:gd name="csX0" fmla="*/ 21769 w 1062447"/>
                <a:gd name="csY0" fmla="*/ 0 h 1333377"/>
                <a:gd name="csX1" fmla="*/ 277586 w 1062447"/>
                <a:gd name="csY1" fmla="*/ 0 h 1333377"/>
                <a:gd name="csX2" fmla="*/ 298049 w 1062447"/>
                <a:gd name="csY2" fmla="*/ 20463 h 1333377"/>
                <a:gd name="csX3" fmla="*/ 298049 w 1062447"/>
                <a:gd name="csY3" fmla="*/ 267221 h 1333377"/>
                <a:gd name="csX4" fmla="*/ 989181 w 1062447"/>
                <a:gd name="csY4" fmla="*/ 267221 h 1333377"/>
                <a:gd name="csX5" fmla="*/ 1062447 w 1062447"/>
                <a:gd name="csY5" fmla="*/ 340487 h 1333377"/>
                <a:gd name="csX6" fmla="*/ 1062447 w 1062447"/>
                <a:gd name="csY6" fmla="*/ 1260111 h 1333377"/>
                <a:gd name="csX7" fmla="*/ 989181 w 1062447"/>
                <a:gd name="csY7" fmla="*/ 1333377 h 1333377"/>
                <a:gd name="csX8" fmla="*/ 73266 w 1062447"/>
                <a:gd name="csY8" fmla="*/ 1333377 h 1333377"/>
                <a:gd name="csX9" fmla="*/ 0 w 1062447"/>
                <a:gd name="csY9" fmla="*/ 1260111 h 1333377"/>
                <a:gd name="csX10" fmla="*/ 0 w 1062447"/>
                <a:gd name="csY10" fmla="*/ 340487 h 1333377"/>
                <a:gd name="csX11" fmla="*/ 1306 w 1062447"/>
                <a:gd name="csY11" fmla="*/ 334018 h 1333377"/>
                <a:gd name="csX12" fmla="*/ 1306 w 1062447"/>
                <a:gd name="csY12" fmla="*/ 20463 h 1333377"/>
                <a:gd name="csX13" fmla="*/ 21769 w 1062447"/>
                <a:gd name="csY13" fmla="*/ 0 h 133337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1062447" h="1333377">
                  <a:moveTo>
                    <a:pt x="21769" y="0"/>
                  </a:moveTo>
                  <a:lnTo>
                    <a:pt x="277586" y="0"/>
                  </a:lnTo>
                  <a:cubicBezTo>
                    <a:pt x="288887" y="0"/>
                    <a:pt x="298049" y="9162"/>
                    <a:pt x="298049" y="20463"/>
                  </a:cubicBezTo>
                  <a:lnTo>
                    <a:pt x="298049" y="267221"/>
                  </a:lnTo>
                  <a:lnTo>
                    <a:pt x="989181" y="267221"/>
                  </a:lnTo>
                  <a:cubicBezTo>
                    <a:pt x="1029645" y="267221"/>
                    <a:pt x="1062447" y="300023"/>
                    <a:pt x="1062447" y="340487"/>
                  </a:cubicBezTo>
                  <a:lnTo>
                    <a:pt x="1062447" y="1260111"/>
                  </a:lnTo>
                  <a:cubicBezTo>
                    <a:pt x="1062447" y="1300575"/>
                    <a:pt x="1029645" y="1333377"/>
                    <a:pt x="989181" y="1333377"/>
                  </a:cubicBezTo>
                  <a:lnTo>
                    <a:pt x="73266" y="1333377"/>
                  </a:lnTo>
                  <a:cubicBezTo>
                    <a:pt x="32802" y="1333377"/>
                    <a:pt x="0" y="1300575"/>
                    <a:pt x="0" y="1260111"/>
                  </a:cubicBezTo>
                  <a:lnTo>
                    <a:pt x="0" y="340487"/>
                  </a:lnTo>
                  <a:lnTo>
                    <a:pt x="1306" y="334018"/>
                  </a:lnTo>
                  <a:lnTo>
                    <a:pt x="1306" y="20463"/>
                  </a:lnTo>
                  <a:cubicBezTo>
                    <a:pt x="1306" y="9162"/>
                    <a:pt x="10468" y="0"/>
                    <a:pt x="21769" y="0"/>
                  </a:cubicBezTo>
                  <a:close/>
                </a:path>
              </a:pathLst>
            </a:custGeom>
            <a:solidFill>
              <a:srgbClr val="BFBFBF"/>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83" name="テキスト ボックス 82">
              <a:extLst>
                <a:ext uri="{FF2B5EF4-FFF2-40B4-BE49-F238E27FC236}">
                  <a16:creationId xmlns:a16="http://schemas.microsoft.com/office/drawing/2014/main" id="{F1013512-79D0-AC55-4563-4886C0E05002}"/>
                </a:ext>
              </a:extLst>
            </p:cNvPr>
            <p:cNvSpPr txBox="1"/>
            <p:nvPr/>
          </p:nvSpPr>
          <p:spPr>
            <a:xfrm>
              <a:off x="10404649" y="2389383"/>
              <a:ext cx="264816" cy="276999"/>
            </a:xfrm>
            <a:prstGeom prst="rect">
              <a:avLst/>
            </a:prstGeom>
            <a:noFill/>
          </p:spPr>
          <p:txBody>
            <a:bodyPr wrap="none" rtlCol="0">
              <a:spAutoFit/>
            </a:bodyPr>
            <a:lstStyle/>
            <a:p>
              <a:pPr algn="ctr"/>
              <a:r>
                <a:rPr lang="en-US" altLang="ja-JP" sz="1200" dirty="0">
                  <a:solidFill>
                    <a:schemeClr val="bg1">
                      <a:lumMod val="95000"/>
                    </a:schemeClr>
                  </a:solidFill>
                  <a:latin typeface="原稿用標準書体" panose="03000503000000000000" pitchFamily="66" charset="-128"/>
                  <a:ea typeface="原稿用標準書体" panose="03000503000000000000" pitchFamily="66" charset="-128"/>
                </a:rPr>
                <a:t>2</a:t>
              </a:r>
            </a:p>
          </p:txBody>
        </p:sp>
        <p:sp>
          <p:nvSpPr>
            <p:cNvPr id="84" name="テキスト ボックス 83">
              <a:extLst>
                <a:ext uri="{FF2B5EF4-FFF2-40B4-BE49-F238E27FC236}">
                  <a16:creationId xmlns:a16="http://schemas.microsoft.com/office/drawing/2014/main" id="{4660AF0D-FAF2-0D0F-E451-FB06E8A91367}"/>
                </a:ext>
              </a:extLst>
            </p:cNvPr>
            <p:cNvSpPr txBox="1"/>
            <p:nvPr/>
          </p:nvSpPr>
          <p:spPr>
            <a:xfrm>
              <a:off x="10791950" y="2389383"/>
              <a:ext cx="264816" cy="276999"/>
            </a:xfrm>
            <a:prstGeom prst="rect">
              <a:avLst/>
            </a:prstGeom>
            <a:noFill/>
          </p:spPr>
          <p:txBody>
            <a:bodyPr wrap="none" rtlCol="0">
              <a:spAutoFit/>
            </a:bodyPr>
            <a:lstStyle/>
            <a:p>
              <a:pPr algn="ctr"/>
              <a:r>
                <a:rPr lang="en-US" altLang="ja-JP" sz="1200" dirty="0">
                  <a:solidFill>
                    <a:schemeClr val="bg1">
                      <a:lumMod val="95000"/>
                    </a:schemeClr>
                  </a:solidFill>
                  <a:latin typeface="原稿用標準書体" panose="03000503000000000000" pitchFamily="66" charset="-128"/>
                  <a:ea typeface="原稿用標準書体" panose="03000503000000000000" pitchFamily="66" charset="-128"/>
                </a:rPr>
                <a:t>3</a:t>
              </a:r>
            </a:p>
          </p:txBody>
        </p:sp>
        <p:sp>
          <p:nvSpPr>
            <p:cNvPr id="85" name="テキスト ボックス 84">
              <a:extLst>
                <a:ext uri="{FF2B5EF4-FFF2-40B4-BE49-F238E27FC236}">
                  <a16:creationId xmlns:a16="http://schemas.microsoft.com/office/drawing/2014/main" id="{84D13B30-9750-35FC-ACD2-45C2C13910CE}"/>
                </a:ext>
              </a:extLst>
            </p:cNvPr>
            <p:cNvSpPr txBox="1"/>
            <p:nvPr/>
          </p:nvSpPr>
          <p:spPr>
            <a:xfrm>
              <a:off x="10036010" y="2389383"/>
              <a:ext cx="264816" cy="276999"/>
            </a:xfrm>
            <a:prstGeom prst="rect">
              <a:avLst/>
            </a:prstGeom>
            <a:noFill/>
          </p:spPr>
          <p:txBody>
            <a:bodyPr wrap="none" rtlCol="0">
              <a:spAutoFit/>
            </a:bodyPr>
            <a:lstStyle/>
            <a:p>
              <a:pPr algn="ctr"/>
              <a:r>
                <a:rPr lang="en-US" altLang="ja-JP" sz="1200" dirty="0">
                  <a:solidFill>
                    <a:schemeClr val="tx1">
                      <a:lumMod val="75000"/>
                      <a:lumOff val="25000"/>
                    </a:schemeClr>
                  </a:solidFill>
                  <a:latin typeface="原稿用標準書体" panose="03000503000000000000" pitchFamily="66" charset="-128"/>
                  <a:ea typeface="原稿用標準書体" panose="03000503000000000000" pitchFamily="66" charset="-128"/>
                </a:rPr>
                <a:t>1</a:t>
              </a:r>
            </a:p>
          </p:txBody>
        </p:sp>
        <p:grpSp>
          <p:nvGrpSpPr>
            <p:cNvPr id="95" name="グループ化 94">
              <a:extLst>
                <a:ext uri="{FF2B5EF4-FFF2-40B4-BE49-F238E27FC236}">
                  <a16:creationId xmlns:a16="http://schemas.microsoft.com/office/drawing/2014/main" id="{7698A922-05B6-11E9-B30F-25515D02972C}"/>
                </a:ext>
              </a:extLst>
            </p:cNvPr>
            <p:cNvGrpSpPr/>
            <p:nvPr/>
          </p:nvGrpSpPr>
          <p:grpSpPr>
            <a:xfrm>
              <a:off x="10205439" y="3369817"/>
              <a:ext cx="677545" cy="312314"/>
              <a:chOff x="10130793" y="3279791"/>
              <a:chExt cx="696970" cy="383679"/>
            </a:xfrm>
          </p:grpSpPr>
          <p:sp>
            <p:nvSpPr>
              <p:cNvPr id="75" name="四角形: 角を丸くする 74">
                <a:extLst>
                  <a:ext uri="{FF2B5EF4-FFF2-40B4-BE49-F238E27FC236}">
                    <a16:creationId xmlns:a16="http://schemas.microsoft.com/office/drawing/2014/main" id="{3A052B45-FD29-41CC-4735-042DA808F251}"/>
                  </a:ext>
                </a:extLst>
              </p:cNvPr>
              <p:cNvSpPr/>
              <p:nvPr/>
            </p:nvSpPr>
            <p:spPr>
              <a:xfrm>
                <a:off x="10130793" y="3298920"/>
                <a:ext cx="696970" cy="364550"/>
              </a:xfrm>
              <a:prstGeom prst="roundRect">
                <a:avLst>
                  <a:gd name="adj" fmla="val 6896"/>
                </a:avLst>
              </a:prstGeom>
              <a:solidFill>
                <a:srgbClr val="FFA4F3"/>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latin typeface="原稿用標準書体" panose="03000503000000000000" pitchFamily="66" charset="-128"/>
                  <a:ea typeface="原稿用標準書体" panose="03000503000000000000" pitchFamily="66" charset="-128"/>
                </a:endParaRPr>
              </a:p>
            </p:txBody>
          </p:sp>
          <p:sp>
            <p:nvSpPr>
              <p:cNvPr id="94" name="テキスト ボックス 93">
                <a:extLst>
                  <a:ext uri="{FF2B5EF4-FFF2-40B4-BE49-F238E27FC236}">
                    <a16:creationId xmlns:a16="http://schemas.microsoft.com/office/drawing/2014/main" id="{5A1851DA-0DF9-49E4-E957-06B3CEC069D7}"/>
                  </a:ext>
                </a:extLst>
              </p:cNvPr>
              <p:cNvSpPr txBox="1"/>
              <p:nvPr/>
            </p:nvSpPr>
            <p:spPr>
              <a:xfrm>
                <a:off x="10211797" y="3279791"/>
                <a:ext cx="559328" cy="378105"/>
              </a:xfrm>
              <a:prstGeom prst="rect">
                <a:avLst/>
              </a:prstGeom>
              <a:noFill/>
            </p:spPr>
            <p:txBody>
              <a:bodyPr wrap="none" rtlCol="0">
                <a:spAutoFit/>
              </a:bodyPr>
              <a:lstStyle/>
              <a:p>
                <a:r>
                  <a:rPr lang="ja-JP" altLang="en-US" sz="1400" dirty="0">
                    <a:solidFill>
                      <a:schemeClr val="tx1">
                        <a:lumMod val="75000"/>
                        <a:lumOff val="25000"/>
                      </a:schemeClr>
                    </a:solidFill>
                    <a:latin typeface="原稿用標準書体" panose="03000503000000000000" pitchFamily="66" charset="-128"/>
                    <a:ea typeface="原稿用標準書体" panose="03000503000000000000" pitchFamily="66" charset="-128"/>
                  </a:rPr>
                  <a:t>装備</a:t>
                </a:r>
                <a:endParaRPr lang="en-US" altLang="ja-JP" sz="14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96" name="テキスト ボックス 95">
              <a:extLst>
                <a:ext uri="{FF2B5EF4-FFF2-40B4-BE49-F238E27FC236}">
                  <a16:creationId xmlns:a16="http://schemas.microsoft.com/office/drawing/2014/main" id="{AAEE1EC6-634C-08D8-6B14-51BA41A93E2F}"/>
                </a:ext>
              </a:extLst>
            </p:cNvPr>
            <p:cNvSpPr txBox="1"/>
            <p:nvPr/>
          </p:nvSpPr>
          <p:spPr>
            <a:xfrm>
              <a:off x="10031426" y="2681876"/>
              <a:ext cx="697627" cy="246221"/>
            </a:xfrm>
            <a:prstGeom prst="rect">
              <a:avLst/>
            </a:prstGeom>
            <a:noFill/>
          </p:spPr>
          <p:txBody>
            <a:bodyPr wrap="none" rtlCol="0">
              <a:spAutoFit/>
            </a:bodyPr>
            <a:lstStyle/>
            <a:p>
              <a:r>
                <a:rPr lang="ja-JP" altLang="en-US"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スキル名</a:t>
              </a:r>
              <a:endParaRPr lang="en-US" altLang="ja-JP" sz="1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97" name="テキスト ボックス 96">
              <a:extLst>
                <a:ext uri="{FF2B5EF4-FFF2-40B4-BE49-F238E27FC236}">
                  <a16:creationId xmlns:a16="http://schemas.microsoft.com/office/drawing/2014/main" id="{FA187427-E993-EF84-E57D-6D824BD2801E}"/>
                </a:ext>
              </a:extLst>
            </p:cNvPr>
            <p:cNvSpPr txBox="1"/>
            <p:nvPr/>
          </p:nvSpPr>
          <p:spPr>
            <a:xfrm>
              <a:off x="10034534" y="2862269"/>
              <a:ext cx="877163" cy="507831"/>
            </a:xfrm>
            <a:prstGeom prst="rect">
              <a:avLst/>
            </a:prstGeom>
            <a:noFill/>
          </p:spPr>
          <p:txBody>
            <a:bodyPr wrap="none" rtlCol="0">
              <a:spAutoFit/>
            </a:bodyPr>
            <a:lstStyle/>
            <a:p>
              <a:r>
                <a:rPr lang="ja-JP" altLang="en-US" sz="900" dirty="0">
                  <a:solidFill>
                    <a:schemeClr val="tx1">
                      <a:lumMod val="75000"/>
                      <a:lumOff val="25000"/>
                    </a:schemeClr>
                  </a:solidFill>
                  <a:latin typeface="原稿用標準書体" panose="03000503000000000000" pitchFamily="66" charset="-128"/>
                  <a:ea typeface="原稿用標準書体" panose="03000503000000000000" pitchFamily="66" charset="-128"/>
                </a:rPr>
                <a:t>効果テキスト</a:t>
              </a:r>
              <a:br>
                <a:rPr lang="en-US" altLang="ja-JP" sz="900" dirty="0">
                  <a:solidFill>
                    <a:schemeClr val="tx1">
                      <a:lumMod val="75000"/>
                      <a:lumOff val="25000"/>
                    </a:schemeClr>
                  </a:solidFill>
                  <a:latin typeface="原稿用標準書体" panose="03000503000000000000" pitchFamily="66" charset="-128"/>
                  <a:ea typeface="原稿用標準書体" panose="03000503000000000000" pitchFamily="66" charset="-128"/>
                </a:rPr>
              </a:br>
              <a:r>
                <a:rPr lang="ja-JP" altLang="en-US" sz="900" dirty="0">
                  <a:solidFill>
                    <a:schemeClr val="tx1">
                      <a:lumMod val="75000"/>
                      <a:lumOff val="25000"/>
                    </a:schemeClr>
                  </a:solidFill>
                  <a:latin typeface="原稿用標準書体" panose="03000503000000000000" pitchFamily="66" charset="-128"/>
                  <a:ea typeface="原稿用標準書体" panose="03000503000000000000" pitchFamily="66" charset="-128"/>
                </a:rPr>
                <a:t>効果テキスト</a:t>
              </a:r>
              <a:endParaRPr lang="en-US" altLang="ja-JP" sz="9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a:p>
              <a:r>
                <a:rPr lang="ja-JP" altLang="en-US" sz="900" dirty="0">
                  <a:solidFill>
                    <a:schemeClr val="tx1">
                      <a:lumMod val="75000"/>
                      <a:lumOff val="25000"/>
                    </a:schemeClr>
                  </a:solidFill>
                  <a:latin typeface="原稿用標準書体" panose="03000503000000000000" pitchFamily="66" charset="-128"/>
                  <a:ea typeface="原稿用標準書体" panose="03000503000000000000" pitchFamily="66" charset="-128"/>
                </a:rPr>
                <a:t>効果テキスト</a:t>
              </a:r>
              <a:endParaRPr lang="en-US" altLang="ja-JP" sz="9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102" name="グループ化 101">
              <a:extLst>
                <a:ext uri="{FF2B5EF4-FFF2-40B4-BE49-F238E27FC236}">
                  <a16:creationId xmlns:a16="http://schemas.microsoft.com/office/drawing/2014/main" id="{DF084CAF-979D-297A-7522-11B15291008E}"/>
                </a:ext>
              </a:extLst>
            </p:cNvPr>
            <p:cNvGrpSpPr/>
            <p:nvPr/>
          </p:nvGrpSpPr>
          <p:grpSpPr>
            <a:xfrm>
              <a:off x="10706392" y="2769566"/>
              <a:ext cx="307601" cy="79382"/>
              <a:chOff x="10725054" y="3385387"/>
              <a:chExt cx="569131" cy="146875"/>
            </a:xfrm>
          </p:grpSpPr>
          <p:sp>
            <p:nvSpPr>
              <p:cNvPr id="99" name="楕円 98">
                <a:extLst>
                  <a:ext uri="{FF2B5EF4-FFF2-40B4-BE49-F238E27FC236}">
                    <a16:creationId xmlns:a16="http://schemas.microsoft.com/office/drawing/2014/main" id="{C39D87E7-06CE-748C-3E30-86C9BBA86D85}"/>
                  </a:ext>
                </a:extLst>
              </p:cNvPr>
              <p:cNvSpPr/>
              <p:nvPr/>
            </p:nvSpPr>
            <p:spPr>
              <a:xfrm>
                <a:off x="10725054" y="3385387"/>
                <a:ext cx="157325" cy="146875"/>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100" name="楕円 99">
                <a:extLst>
                  <a:ext uri="{FF2B5EF4-FFF2-40B4-BE49-F238E27FC236}">
                    <a16:creationId xmlns:a16="http://schemas.microsoft.com/office/drawing/2014/main" id="{B0A3D007-A4A6-E61D-E673-B18D6CCC3667}"/>
                  </a:ext>
                </a:extLst>
              </p:cNvPr>
              <p:cNvSpPr/>
              <p:nvPr/>
            </p:nvSpPr>
            <p:spPr>
              <a:xfrm>
                <a:off x="10930957" y="3385387"/>
                <a:ext cx="157325" cy="146875"/>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101" name="楕円 100">
                <a:extLst>
                  <a:ext uri="{FF2B5EF4-FFF2-40B4-BE49-F238E27FC236}">
                    <a16:creationId xmlns:a16="http://schemas.microsoft.com/office/drawing/2014/main" id="{8424E82F-9AB1-1093-D484-6C1AB1D776F8}"/>
                  </a:ext>
                </a:extLst>
              </p:cNvPr>
              <p:cNvSpPr/>
              <p:nvPr/>
            </p:nvSpPr>
            <p:spPr>
              <a:xfrm>
                <a:off x="11136860" y="3385387"/>
                <a:ext cx="157325" cy="146875"/>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grpSp>
      <p:grpSp>
        <p:nvGrpSpPr>
          <p:cNvPr id="17" name="グループ化 16">
            <a:extLst>
              <a:ext uri="{FF2B5EF4-FFF2-40B4-BE49-F238E27FC236}">
                <a16:creationId xmlns:a16="http://schemas.microsoft.com/office/drawing/2014/main" id="{9478A7B3-58B0-4CDD-9673-DB062B1A2FC6}"/>
              </a:ext>
            </a:extLst>
          </p:cNvPr>
          <p:cNvGrpSpPr/>
          <p:nvPr/>
        </p:nvGrpSpPr>
        <p:grpSpPr>
          <a:xfrm>
            <a:off x="8697253" y="3983915"/>
            <a:ext cx="2394303" cy="1101538"/>
            <a:chOff x="8697253" y="3983915"/>
            <a:chExt cx="2394303" cy="1101538"/>
          </a:xfrm>
        </p:grpSpPr>
        <p:sp>
          <p:nvSpPr>
            <p:cNvPr id="8" name="テキスト ボックス 7">
              <a:extLst>
                <a:ext uri="{FF2B5EF4-FFF2-40B4-BE49-F238E27FC236}">
                  <a16:creationId xmlns:a16="http://schemas.microsoft.com/office/drawing/2014/main" id="{C00C67F5-07D4-032F-B040-585DDAE1C304}"/>
                </a:ext>
              </a:extLst>
            </p:cNvPr>
            <p:cNvSpPr txBox="1"/>
            <p:nvPr/>
          </p:nvSpPr>
          <p:spPr>
            <a:xfrm>
              <a:off x="9366255" y="4331555"/>
              <a:ext cx="1062446" cy="261610"/>
            </a:xfrm>
            <a:prstGeom prst="rect">
              <a:avLst/>
            </a:prstGeom>
            <a:noFill/>
          </p:spPr>
          <p:txBody>
            <a:bodyPr wrap="square">
              <a:spAutoFit/>
            </a:bodyPr>
            <a:lstStyle/>
            <a:p>
              <a:pPr algn="ctr"/>
              <a:r>
                <a:rPr lang="ja-JP" altLang="en-US" sz="1100" dirty="0">
                  <a:solidFill>
                    <a:schemeClr val="bg1">
                      <a:lumMod val="95000"/>
                    </a:schemeClr>
                  </a:solidFill>
                  <a:highlight>
                    <a:srgbClr val="808080"/>
                  </a:highlight>
                  <a:latin typeface="原稿用標準書体" panose="03000503000000000000" pitchFamily="66" charset="-128"/>
                  <a:ea typeface="原稿用標準書体" panose="03000503000000000000" pitchFamily="66" charset="-128"/>
                </a:rPr>
                <a:t>武器</a:t>
              </a:r>
              <a:endParaRPr kumimoji="1" lang="ja-JP" altLang="en-US" sz="1100" dirty="0">
                <a:solidFill>
                  <a:schemeClr val="bg1">
                    <a:lumMod val="95000"/>
                  </a:schemeClr>
                </a:solidFill>
                <a:highlight>
                  <a:srgbClr val="808080"/>
                </a:highlight>
                <a:latin typeface="原稿用標準書体" panose="03000503000000000000" pitchFamily="66" charset="-128"/>
                <a:ea typeface="原稿用標準書体" panose="03000503000000000000" pitchFamily="66" charset="-128"/>
              </a:endParaRPr>
            </a:p>
          </p:txBody>
        </p:sp>
        <p:sp>
          <p:nvSpPr>
            <p:cNvPr id="49" name="四角形: 角を丸くする 48">
              <a:extLst>
                <a:ext uri="{FF2B5EF4-FFF2-40B4-BE49-F238E27FC236}">
                  <a16:creationId xmlns:a16="http://schemas.microsoft.com/office/drawing/2014/main" id="{5C80DD32-8632-3A60-F619-8C5D167BB8C3}"/>
                </a:ext>
              </a:extLst>
            </p:cNvPr>
            <p:cNvSpPr/>
            <p:nvPr/>
          </p:nvSpPr>
          <p:spPr>
            <a:xfrm>
              <a:off x="8697253" y="4307949"/>
              <a:ext cx="2394303" cy="777504"/>
            </a:xfrm>
            <a:prstGeom prst="roundRect">
              <a:avLst>
                <a:gd name="adj" fmla="val 6896"/>
              </a:avLst>
            </a:prstGeom>
            <a:solidFill>
              <a:srgbClr val="D9D9D9"/>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41" name="四角形: 角を丸くする 40">
              <a:extLst>
                <a:ext uri="{FF2B5EF4-FFF2-40B4-BE49-F238E27FC236}">
                  <a16:creationId xmlns:a16="http://schemas.microsoft.com/office/drawing/2014/main" id="{C486DE59-08D1-617D-DF81-07FF48043C9D}"/>
                </a:ext>
              </a:extLst>
            </p:cNvPr>
            <p:cNvSpPr/>
            <p:nvPr/>
          </p:nvSpPr>
          <p:spPr>
            <a:xfrm>
              <a:off x="9941402" y="4335367"/>
              <a:ext cx="1114661" cy="484206"/>
            </a:xfrm>
            <a:prstGeom prst="roundRect">
              <a:avLst>
                <a:gd name="adj" fmla="val 6896"/>
              </a:avLst>
            </a:prstGeom>
            <a:solidFill>
              <a:schemeClr val="tx1">
                <a:lumMod val="50000"/>
                <a:lumOff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48" name="グループ化 47">
              <a:extLst>
                <a:ext uri="{FF2B5EF4-FFF2-40B4-BE49-F238E27FC236}">
                  <a16:creationId xmlns:a16="http://schemas.microsoft.com/office/drawing/2014/main" id="{92AAEB16-1F2E-4C05-47C1-30A8880C8BFB}"/>
                </a:ext>
              </a:extLst>
            </p:cNvPr>
            <p:cNvGrpSpPr/>
            <p:nvPr/>
          </p:nvGrpSpPr>
          <p:grpSpPr>
            <a:xfrm>
              <a:off x="8756066" y="4321341"/>
              <a:ext cx="2299997" cy="740676"/>
              <a:chOff x="8756066" y="4312009"/>
              <a:chExt cx="2299997" cy="740676"/>
            </a:xfrm>
          </p:grpSpPr>
          <p:sp>
            <p:nvSpPr>
              <p:cNvPr id="45" name="フリーフォーム: 図形 44">
                <a:extLst>
                  <a:ext uri="{FF2B5EF4-FFF2-40B4-BE49-F238E27FC236}">
                    <a16:creationId xmlns:a16="http://schemas.microsoft.com/office/drawing/2014/main" id="{04466A66-444E-BC1F-4507-FDB8754CC21B}"/>
                  </a:ext>
                </a:extLst>
              </p:cNvPr>
              <p:cNvSpPr/>
              <p:nvPr/>
            </p:nvSpPr>
            <p:spPr>
              <a:xfrm>
                <a:off x="8756066" y="4331554"/>
                <a:ext cx="2299997" cy="721131"/>
              </a:xfrm>
              <a:custGeom>
                <a:avLst/>
                <a:gdLst>
                  <a:gd name="csX0" fmla="*/ 37967 w 2299997"/>
                  <a:gd name="csY0" fmla="*/ 0 h 721131"/>
                  <a:gd name="csX1" fmla="*/ 1085846 w 2299997"/>
                  <a:gd name="csY1" fmla="*/ 0 h 721131"/>
                  <a:gd name="csX2" fmla="*/ 1119237 w 2299997"/>
                  <a:gd name="csY2" fmla="*/ 33391 h 721131"/>
                  <a:gd name="csX3" fmla="*/ 1119237 w 2299997"/>
                  <a:gd name="csY3" fmla="*/ 236925 h 721131"/>
                  <a:gd name="csX4" fmla="*/ 2266606 w 2299997"/>
                  <a:gd name="csY4" fmla="*/ 236925 h 721131"/>
                  <a:gd name="csX5" fmla="*/ 2299997 w 2299997"/>
                  <a:gd name="csY5" fmla="*/ 270316 h 721131"/>
                  <a:gd name="csX6" fmla="*/ 2299997 w 2299997"/>
                  <a:gd name="csY6" fmla="*/ 687740 h 721131"/>
                  <a:gd name="csX7" fmla="*/ 2266606 w 2299997"/>
                  <a:gd name="csY7" fmla="*/ 721131 h 721131"/>
                  <a:gd name="csX8" fmla="*/ 33391 w 2299997"/>
                  <a:gd name="csY8" fmla="*/ 721131 h 721131"/>
                  <a:gd name="csX9" fmla="*/ 0 w 2299997"/>
                  <a:gd name="csY9" fmla="*/ 687740 h 721131"/>
                  <a:gd name="csX10" fmla="*/ 0 w 2299997"/>
                  <a:gd name="csY10" fmla="*/ 270316 h 721131"/>
                  <a:gd name="csX11" fmla="*/ 4576 w 2299997"/>
                  <a:gd name="csY11" fmla="*/ 259269 h 721131"/>
                  <a:gd name="csX12" fmla="*/ 4576 w 2299997"/>
                  <a:gd name="csY12" fmla="*/ 33391 h 721131"/>
                  <a:gd name="csX13" fmla="*/ 37967 w 2299997"/>
                  <a:gd name="csY13" fmla="*/ 0 h 72113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2299997" h="721131">
                    <a:moveTo>
                      <a:pt x="37967" y="0"/>
                    </a:moveTo>
                    <a:lnTo>
                      <a:pt x="1085846" y="0"/>
                    </a:lnTo>
                    <a:cubicBezTo>
                      <a:pt x="1104287" y="0"/>
                      <a:pt x="1119237" y="14950"/>
                      <a:pt x="1119237" y="33391"/>
                    </a:cubicBezTo>
                    <a:lnTo>
                      <a:pt x="1119237" y="236925"/>
                    </a:lnTo>
                    <a:lnTo>
                      <a:pt x="2266606" y="236925"/>
                    </a:lnTo>
                    <a:cubicBezTo>
                      <a:pt x="2285047" y="236925"/>
                      <a:pt x="2299997" y="251875"/>
                      <a:pt x="2299997" y="270316"/>
                    </a:cubicBezTo>
                    <a:lnTo>
                      <a:pt x="2299997" y="687740"/>
                    </a:lnTo>
                    <a:cubicBezTo>
                      <a:pt x="2299997" y="706181"/>
                      <a:pt x="2285047" y="721131"/>
                      <a:pt x="2266606" y="721131"/>
                    </a:cubicBezTo>
                    <a:lnTo>
                      <a:pt x="33391" y="721131"/>
                    </a:lnTo>
                    <a:cubicBezTo>
                      <a:pt x="14950" y="721131"/>
                      <a:pt x="0" y="706181"/>
                      <a:pt x="0" y="687740"/>
                    </a:cubicBezTo>
                    <a:lnTo>
                      <a:pt x="0" y="270316"/>
                    </a:lnTo>
                    <a:lnTo>
                      <a:pt x="4576" y="259269"/>
                    </a:lnTo>
                    <a:lnTo>
                      <a:pt x="4576" y="33391"/>
                    </a:lnTo>
                    <a:cubicBezTo>
                      <a:pt x="4576" y="14950"/>
                      <a:pt x="19526" y="0"/>
                      <a:pt x="37967" y="0"/>
                    </a:cubicBezTo>
                    <a:close/>
                  </a:path>
                </a:pathLst>
              </a:custGeom>
              <a:solidFill>
                <a:srgbClr val="BFBFBF"/>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47" name="テキスト ボックス 46">
                <a:extLst>
                  <a:ext uri="{FF2B5EF4-FFF2-40B4-BE49-F238E27FC236}">
                    <a16:creationId xmlns:a16="http://schemas.microsoft.com/office/drawing/2014/main" id="{B609AD13-4BB3-6981-09AF-8CAAA116ED34}"/>
                  </a:ext>
                </a:extLst>
              </p:cNvPr>
              <p:cNvSpPr txBox="1"/>
              <p:nvPr/>
            </p:nvSpPr>
            <p:spPr>
              <a:xfrm>
                <a:off x="8875753" y="4312009"/>
                <a:ext cx="800219" cy="276999"/>
              </a:xfrm>
              <a:prstGeom prst="rect">
                <a:avLst/>
              </a:prstGeom>
              <a:noFill/>
            </p:spPr>
            <p:txBody>
              <a:bodyPr wrap="none" rtlCol="0">
                <a:spAutoFit/>
              </a:bodyPr>
              <a:lstStyle/>
              <a:p>
                <a:r>
                  <a:rPr lang="ja-JP" altLang="en-US" sz="1200" dirty="0">
                    <a:solidFill>
                      <a:schemeClr val="tx1">
                        <a:lumMod val="75000"/>
                        <a:lumOff val="25000"/>
                      </a:schemeClr>
                    </a:solidFill>
                    <a:latin typeface="原稿用標準書体" panose="03000503000000000000" pitchFamily="66" charset="-128"/>
                    <a:ea typeface="原稿用標準書体" panose="03000503000000000000" pitchFamily="66" charset="-128"/>
                  </a:rPr>
                  <a:t>通常攻撃</a:t>
                </a:r>
                <a:endParaRPr lang="en-US" altLang="ja-JP" sz="12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51" name="テキスト ボックス 50">
              <a:extLst>
                <a:ext uri="{FF2B5EF4-FFF2-40B4-BE49-F238E27FC236}">
                  <a16:creationId xmlns:a16="http://schemas.microsoft.com/office/drawing/2014/main" id="{CA1F04C5-1FD0-9193-B9A9-C2A5BD588DBB}"/>
                </a:ext>
              </a:extLst>
            </p:cNvPr>
            <p:cNvSpPr txBox="1"/>
            <p:nvPr/>
          </p:nvSpPr>
          <p:spPr>
            <a:xfrm>
              <a:off x="10290983" y="4317385"/>
              <a:ext cx="415498" cy="276999"/>
            </a:xfrm>
            <a:prstGeom prst="rect">
              <a:avLst/>
            </a:prstGeom>
            <a:noFill/>
          </p:spPr>
          <p:txBody>
            <a:bodyPr wrap="none" rtlCol="0">
              <a:spAutoFit/>
            </a:bodyPr>
            <a:lstStyle/>
            <a:p>
              <a:pPr algn="ctr"/>
              <a:r>
                <a:rPr lang="en-US" altLang="ja-JP" sz="1200" dirty="0">
                  <a:solidFill>
                    <a:schemeClr val="bg1">
                      <a:lumMod val="95000"/>
                    </a:schemeClr>
                  </a:solidFill>
                  <a:latin typeface="原稿用標準書体" panose="03000503000000000000" pitchFamily="66" charset="-128"/>
                  <a:ea typeface="原稿用標準書体" panose="03000503000000000000" pitchFamily="66" charset="-128"/>
                </a:rPr>
                <a:t>ENB</a:t>
              </a:r>
            </a:p>
          </p:txBody>
        </p:sp>
        <p:sp>
          <p:nvSpPr>
            <p:cNvPr id="71" name="テキスト ボックス 70">
              <a:extLst>
                <a:ext uri="{FF2B5EF4-FFF2-40B4-BE49-F238E27FC236}">
                  <a16:creationId xmlns:a16="http://schemas.microsoft.com/office/drawing/2014/main" id="{056D89E1-F9F2-55D4-23E2-061433393D81}"/>
                </a:ext>
              </a:extLst>
            </p:cNvPr>
            <p:cNvSpPr txBox="1"/>
            <p:nvPr/>
          </p:nvSpPr>
          <p:spPr>
            <a:xfrm>
              <a:off x="9360450" y="3983915"/>
              <a:ext cx="1062446" cy="276999"/>
            </a:xfrm>
            <a:prstGeom prst="rect">
              <a:avLst/>
            </a:prstGeom>
            <a:noFill/>
          </p:spPr>
          <p:txBody>
            <a:bodyPr wrap="square">
              <a:spAutoFit/>
            </a:bodyPr>
            <a:lstStyle/>
            <a:p>
              <a:pPr algn="ctr"/>
              <a:r>
                <a:rPr lang="ja-JP" altLang="en-US" sz="1200" dirty="0">
                  <a:solidFill>
                    <a:schemeClr val="bg1">
                      <a:lumMod val="95000"/>
                    </a:schemeClr>
                  </a:solidFill>
                  <a:highlight>
                    <a:srgbClr val="5C5C5C"/>
                  </a:highlight>
                  <a:latin typeface="原稿用標準書体" panose="03000503000000000000" pitchFamily="66" charset="-128"/>
                  <a:ea typeface="原稿用標準書体" panose="03000503000000000000" pitchFamily="66" charset="-128"/>
                </a:rPr>
                <a:t>固定スキル</a:t>
              </a:r>
              <a:endParaRPr kumimoji="1" lang="ja-JP" altLang="en-US" sz="1200" dirty="0">
                <a:solidFill>
                  <a:schemeClr val="bg1">
                    <a:lumMod val="95000"/>
                  </a:schemeClr>
                </a:solidFill>
                <a:highlight>
                  <a:srgbClr val="5C5C5C"/>
                </a:highlight>
                <a:latin typeface="原稿用標準書体" panose="03000503000000000000" pitchFamily="66" charset="-128"/>
                <a:ea typeface="原稿用標準書体" panose="03000503000000000000" pitchFamily="66" charset="-128"/>
              </a:endParaRPr>
            </a:p>
          </p:txBody>
        </p:sp>
        <p:sp>
          <p:nvSpPr>
            <p:cNvPr id="103" name="テキスト ボックス 102">
              <a:extLst>
                <a:ext uri="{FF2B5EF4-FFF2-40B4-BE49-F238E27FC236}">
                  <a16:creationId xmlns:a16="http://schemas.microsoft.com/office/drawing/2014/main" id="{E79E53F9-7F3C-7797-0888-47BC7E0672EE}"/>
                </a:ext>
              </a:extLst>
            </p:cNvPr>
            <p:cNvSpPr txBox="1"/>
            <p:nvPr/>
          </p:nvSpPr>
          <p:spPr>
            <a:xfrm>
              <a:off x="8880746" y="4657506"/>
              <a:ext cx="1657826" cy="246221"/>
            </a:xfrm>
            <a:prstGeom prst="rect">
              <a:avLst/>
            </a:prstGeom>
            <a:noFill/>
          </p:spPr>
          <p:txBody>
            <a:bodyPr wrap="none" rtlCol="0">
              <a:spAutoFit/>
            </a:bodyPr>
            <a:lstStyle/>
            <a:p>
              <a:r>
                <a:rPr lang="ja-JP" altLang="en-US"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敵</a:t>
              </a:r>
              <a:r>
                <a:rPr lang="en-US" altLang="ja-JP"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1</a:t>
              </a:r>
              <a:r>
                <a:rPr lang="ja-JP" altLang="en-US"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体に</a:t>
              </a:r>
              <a:r>
                <a:rPr lang="en-US" altLang="ja-JP"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ATK×80</a:t>
              </a:r>
              <a:r>
                <a:rPr lang="ja-JP" altLang="en-US"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％の攻撃</a:t>
              </a:r>
              <a:endParaRPr lang="en-US" altLang="ja-JP" sz="1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pic>
        <p:nvPicPr>
          <p:cNvPr id="39" name="図 38">
            <a:extLst>
              <a:ext uri="{FF2B5EF4-FFF2-40B4-BE49-F238E27FC236}">
                <a16:creationId xmlns:a16="http://schemas.microsoft.com/office/drawing/2014/main" id="{CFDD7139-4807-C090-0634-216C9FB35285}"/>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992219" y="1933050"/>
            <a:ext cx="1387192" cy="1958200"/>
          </a:xfrm>
          <a:prstGeom prst="rect">
            <a:avLst/>
          </a:prstGeom>
        </p:spPr>
      </p:pic>
      <p:grpSp>
        <p:nvGrpSpPr>
          <p:cNvPr id="72" name="グループ化 71">
            <a:extLst>
              <a:ext uri="{FF2B5EF4-FFF2-40B4-BE49-F238E27FC236}">
                <a16:creationId xmlns:a16="http://schemas.microsoft.com/office/drawing/2014/main" id="{F8BCA0F3-6CCD-0AC6-8427-3B9DFB777662}"/>
              </a:ext>
            </a:extLst>
          </p:cNvPr>
          <p:cNvGrpSpPr/>
          <p:nvPr/>
        </p:nvGrpSpPr>
        <p:grpSpPr>
          <a:xfrm>
            <a:off x="6847855" y="5498744"/>
            <a:ext cx="4556516" cy="732910"/>
            <a:chOff x="6847855" y="5498744"/>
            <a:chExt cx="4556516" cy="732910"/>
          </a:xfrm>
        </p:grpSpPr>
        <p:sp>
          <p:nvSpPr>
            <p:cNvPr id="73" name="矢印: 五方向 72">
              <a:extLst>
                <a:ext uri="{FF2B5EF4-FFF2-40B4-BE49-F238E27FC236}">
                  <a16:creationId xmlns:a16="http://schemas.microsoft.com/office/drawing/2014/main" id="{B5FC32BA-B6E7-4367-C134-92DF9ADA32B5}"/>
                </a:ext>
              </a:extLst>
            </p:cNvPr>
            <p:cNvSpPr/>
            <p:nvPr/>
          </p:nvSpPr>
          <p:spPr>
            <a:xfrm>
              <a:off x="9670398" y="5507053"/>
              <a:ext cx="1733973" cy="710476"/>
            </a:xfrm>
            <a:prstGeom prst="homePlate">
              <a:avLst/>
            </a:prstGeom>
            <a:solidFill>
              <a:srgbClr val="FF00FF">
                <a:alpha val="6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latin typeface="原稿用標準書体" panose="03000503000000000000" pitchFamily="66" charset="-128"/>
                <a:ea typeface="原稿用標準書体" panose="03000503000000000000" pitchFamily="66" charset="-128"/>
              </a:endParaRPr>
            </a:p>
          </p:txBody>
        </p:sp>
        <p:sp>
          <p:nvSpPr>
            <p:cNvPr id="74" name="矢印: 五方向 73">
              <a:extLst>
                <a:ext uri="{FF2B5EF4-FFF2-40B4-BE49-F238E27FC236}">
                  <a16:creationId xmlns:a16="http://schemas.microsoft.com/office/drawing/2014/main" id="{FF252BE3-91DD-F5C6-7ADF-72ACF461C33B}"/>
                </a:ext>
              </a:extLst>
            </p:cNvPr>
            <p:cNvSpPr/>
            <p:nvPr/>
          </p:nvSpPr>
          <p:spPr>
            <a:xfrm flipH="1">
              <a:off x="6847855" y="5507053"/>
              <a:ext cx="1733973" cy="710476"/>
            </a:xfrm>
            <a:prstGeom prst="homePlate">
              <a:avLst/>
            </a:prstGeom>
            <a:solidFill>
              <a:schemeClr val="tx1">
                <a:lumMod val="95000"/>
                <a:lumOff val="5000"/>
                <a:alpha val="6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latin typeface="原稿用標準書体" panose="03000503000000000000" pitchFamily="66" charset="-128"/>
                <a:ea typeface="原稿用標準書体" panose="03000503000000000000" pitchFamily="66" charset="-128"/>
              </a:endParaRPr>
            </a:p>
          </p:txBody>
        </p:sp>
        <p:sp>
          <p:nvSpPr>
            <p:cNvPr id="77" name="四角形: 角を丸くする 76">
              <a:extLst>
                <a:ext uri="{FF2B5EF4-FFF2-40B4-BE49-F238E27FC236}">
                  <a16:creationId xmlns:a16="http://schemas.microsoft.com/office/drawing/2014/main" id="{11598215-4749-175D-BDCE-6B73B41727FC}"/>
                </a:ext>
              </a:extLst>
            </p:cNvPr>
            <p:cNvSpPr/>
            <p:nvPr/>
          </p:nvSpPr>
          <p:spPr>
            <a:xfrm>
              <a:off x="8778581" y="5507053"/>
              <a:ext cx="695066" cy="710476"/>
            </a:xfrm>
            <a:prstGeom prst="roundRect">
              <a:avLst>
                <a:gd name="adj" fmla="val 5579"/>
              </a:avLst>
            </a:prstGeom>
            <a:solidFill>
              <a:schemeClr val="bg1">
                <a:lumMod val="8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78" name="グラフィックス 77" descr="家 単色塗りつぶし">
              <a:extLst>
                <a:ext uri="{FF2B5EF4-FFF2-40B4-BE49-F238E27FC236}">
                  <a16:creationId xmlns:a16="http://schemas.microsoft.com/office/drawing/2014/main" id="{658CBB44-7524-4CFC-54CF-9F1D4657A42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852321" y="5578162"/>
              <a:ext cx="545063" cy="545063"/>
            </a:xfrm>
            <a:prstGeom prst="rect">
              <a:avLst/>
            </a:prstGeom>
          </p:spPr>
        </p:pic>
        <p:grpSp>
          <p:nvGrpSpPr>
            <p:cNvPr id="79" name="グループ化 78">
              <a:extLst>
                <a:ext uri="{FF2B5EF4-FFF2-40B4-BE49-F238E27FC236}">
                  <a16:creationId xmlns:a16="http://schemas.microsoft.com/office/drawing/2014/main" id="{70076E08-EA15-F557-E7AC-B62897B044C1}"/>
                </a:ext>
              </a:extLst>
            </p:cNvPr>
            <p:cNvGrpSpPr/>
            <p:nvPr/>
          </p:nvGrpSpPr>
          <p:grpSpPr>
            <a:xfrm>
              <a:off x="6901145" y="5498744"/>
              <a:ext cx="1511976" cy="732910"/>
              <a:chOff x="163586" y="134635"/>
              <a:chExt cx="2880164" cy="1396119"/>
            </a:xfrm>
          </p:grpSpPr>
          <p:sp>
            <p:nvSpPr>
              <p:cNvPr id="105" name="テキスト ボックス 104">
                <a:extLst>
                  <a:ext uri="{FF2B5EF4-FFF2-40B4-BE49-F238E27FC236}">
                    <a16:creationId xmlns:a16="http://schemas.microsoft.com/office/drawing/2014/main" id="{394C2953-B710-1A98-B0D4-29530E75D3CB}"/>
                  </a:ext>
                </a:extLst>
              </p:cNvPr>
              <p:cNvSpPr txBox="1"/>
              <p:nvPr/>
            </p:nvSpPr>
            <p:spPr>
              <a:xfrm>
                <a:off x="1812554" y="480925"/>
                <a:ext cx="1231196" cy="703540"/>
              </a:xfrm>
              <a:prstGeom prst="rect">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戻る</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106" name="グループ化 105">
                <a:extLst>
                  <a:ext uri="{FF2B5EF4-FFF2-40B4-BE49-F238E27FC236}">
                    <a16:creationId xmlns:a16="http://schemas.microsoft.com/office/drawing/2014/main" id="{EE28799D-E3EE-37F0-945C-5804071317D7}"/>
                  </a:ext>
                </a:extLst>
              </p:cNvPr>
              <p:cNvGrpSpPr/>
              <p:nvPr/>
            </p:nvGrpSpPr>
            <p:grpSpPr>
              <a:xfrm>
                <a:off x="163586" y="134635"/>
                <a:ext cx="1975684" cy="1396119"/>
                <a:chOff x="163586" y="134635"/>
                <a:chExt cx="1975684" cy="1396119"/>
              </a:xfrm>
            </p:grpSpPr>
            <p:grpSp>
              <p:nvGrpSpPr>
                <p:cNvPr id="107" name="グループ化 106">
                  <a:extLst>
                    <a:ext uri="{FF2B5EF4-FFF2-40B4-BE49-F238E27FC236}">
                      <a16:creationId xmlns:a16="http://schemas.microsoft.com/office/drawing/2014/main" id="{631EC174-DE2B-D288-2EE5-EEAA817FAEA0}"/>
                    </a:ext>
                  </a:extLst>
                </p:cNvPr>
                <p:cNvGrpSpPr/>
                <p:nvPr/>
              </p:nvGrpSpPr>
              <p:grpSpPr>
                <a:xfrm>
                  <a:off x="163586" y="134635"/>
                  <a:ext cx="1975684" cy="1396119"/>
                  <a:chOff x="163586" y="134635"/>
                  <a:chExt cx="1975684" cy="1396119"/>
                </a:xfrm>
              </p:grpSpPr>
              <p:pic>
                <p:nvPicPr>
                  <p:cNvPr id="109" name="図 108">
                    <a:extLst>
                      <a:ext uri="{FF2B5EF4-FFF2-40B4-BE49-F238E27FC236}">
                        <a16:creationId xmlns:a16="http://schemas.microsoft.com/office/drawing/2014/main" id="{1C0D7B7D-0BF1-6E9F-A673-C03DA6DA14B7}"/>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110" name="楕円 109">
                    <a:extLst>
                      <a:ext uri="{FF2B5EF4-FFF2-40B4-BE49-F238E27FC236}">
                        <a16:creationId xmlns:a16="http://schemas.microsoft.com/office/drawing/2014/main" id="{55C07130-02FC-FF50-7B68-42EAF2DBD0A6}"/>
                      </a:ext>
                    </a:extLst>
                  </p:cNvPr>
                  <p:cNvSpPr/>
                  <p:nvPr/>
                </p:nvSpPr>
                <p:spPr>
                  <a:xfrm>
                    <a:off x="836705" y="560292"/>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108" name="図 107">
                  <a:extLst>
                    <a:ext uri="{FF2B5EF4-FFF2-40B4-BE49-F238E27FC236}">
                      <a16:creationId xmlns:a16="http://schemas.microsoft.com/office/drawing/2014/main" id="{DDB2653B-6BBC-1D22-4EA5-552576A341E3}"/>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sp>
          <p:nvSpPr>
            <p:cNvPr id="98" name="テキスト ボックス 97">
              <a:extLst>
                <a:ext uri="{FF2B5EF4-FFF2-40B4-BE49-F238E27FC236}">
                  <a16:creationId xmlns:a16="http://schemas.microsoft.com/office/drawing/2014/main" id="{96B3F1B0-A64B-F910-BAF1-5FB62F8F67DF}"/>
                </a:ext>
              </a:extLst>
            </p:cNvPr>
            <p:cNvSpPr txBox="1"/>
            <p:nvPr/>
          </p:nvSpPr>
          <p:spPr>
            <a:xfrm>
              <a:off x="9646341" y="5680533"/>
              <a:ext cx="1338828" cy="369332"/>
            </a:xfrm>
            <a:prstGeom prst="rect">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ゲート進入</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04" name="二等辺三角形 103">
              <a:extLst>
                <a:ext uri="{FF2B5EF4-FFF2-40B4-BE49-F238E27FC236}">
                  <a16:creationId xmlns:a16="http://schemas.microsoft.com/office/drawing/2014/main" id="{8BD56E84-8EF1-BE96-97E5-0B5714423524}"/>
                </a:ext>
              </a:extLst>
            </p:cNvPr>
            <p:cNvSpPr/>
            <p:nvPr/>
          </p:nvSpPr>
          <p:spPr>
            <a:xfrm rot="5400000">
              <a:off x="10948049" y="5733145"/>
              <a:ext cx="299620" cy="258293"/>
            </a:xfrm>
            <a:prstGeom prst="triangl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118" name="グループ化 117">
            <a:extLst>
              <a:ext uri="{FF2B5EF4-FFF2-40B4-BE49-F238E27FC236}">
                <a16:creationId xmlns:a16="http://schemas.microsoft.com/office/drawing/2014/main" id="{F7E344F7-41B6-3C0B-90D3-6567FAB4E734}"/>
              </a:ext>
            </a:extLst>
          </p:cNvPr>
          <p:cNvGrpSpPr/>
          <p:nvPr/>
        </p:nvGrpSpPr>
        <p:grpSpPr>
          <a:xfrm>
            <a:off x="7039550" y="1408045"/>
            <a:ext cx="1321756" cy="407528"/>
            <a:chOff x="6961435" y="1453494"/>
            <a:chExt cx="1321756" cy="407528"/>
          </a:xfrm>
        </p:grpSpPr>
        <p:grpSp>
          <p:nvGrpSpPr>
            <p:cNvPr id="117" name="グループ化 116">
              <a:extLst>
                <a:ext uri="{FF2B5EF4-FFF2-40B4-BE49-F238E27FC236}">
                  <a16:creationId xmlns:a16="http://schemas.microsoft.com/office/drawing/2014/main" id="{F424577C-985C-3EBA-751D-11EA4DD31E6E}"/>
                </a:ext>
              </a:extLst>
            </p:cNvPr>
            <p:cNvGrpSpPr/>
            <p:nvPr/>
          </p:nvGrpSpPr>
          <p:grpSpPr>
            <a:xfrm>
              <a:off x="6961435" y="1453494"/>
              <a:ext cx="1321756" cy="407528"/>
              <a:chOff x="6931430" y="1379411"/>
              <a:chExt cx="1988006" cy="612948"/>
            </a:xfrm>
          </p:grpSpPr>
          <p:sp>
            <p:nvSpPr>
              <p:cNvPr id="112" name="四角形: 角を丸くする 111">
                <a:extLst>
                  <a:ext uri="{FF2B5EF4-FFF2-40B4-BE49-F238E27FC236}">
                    <a16:creationId xmlns:a16="http://schemas.microsoft.com/office/drawing/2014/main" id="{2815B9D9-3339-D818-9C71-4C89342F1542}"/>
                  </a:ext>
                </a:extLst>
              </p:cNvPr>
              <p:cNvSpPr/>
              <p:nvPr/>
            </p:nvSpPr>
            <p:spPr>
              <a:xfrm>
                <a:off x="6931430" y="1379411"/>
                <a:ext cx="1988006" cy="612948"/>
              </a:xfrm>
              <a:prstGeom prst="roundRect">
                <a:avLst>
                  <a:gd name="adj" fmla="val 9765"/>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16" name="二等辺三角形 115">
                <a:extLst>
                  <a:ext uri="{FF2B5EF4-FFF2-40B4-BE49-F238E27FC236}">
                    <a16:creationId xmlns:a16="http://schemas.microsoft.com/office/drawing/2014/main" id="{17D4E467-D35B-B304-9E08-07B9757C4973}"/>
                  </a:ext>
                </a:extLst>
              </p:cNvPr>
              <p:cNvSpPr/>
              <p:nvPr/>
            </p:nvSpPr>
            <p:spPr>
              <a:xfrm rot="16200000" flipH="1">
                <a:off x="7132754" y="1513146"/>
                <a:ext cx="400753" cy="345478"/>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14" name="テキスト ボックス 113">
              <a:extLst>
                <a:ext uri="{FF2B5EF4-FFF2-40B4-BE49-F238E27FC236}">
                  <a16:creationId xmlns:a16="http://schemas.microsoft.com/office/drawing/2014/main" id="{5500DB33-CAA8-EBB3-7DA0-7B7D5ED2E4F6}"/>
                </a:ext>
              </a:extLst>
            </p:cNvPr>
            <p:cNvSpPr txBox="1"/>
            <p:nvPr/>
          </p:nvSpPr>
          <p:spPr>
            <a:xfrm>
              <a:off x="7434618" y="1487981"/>
              <a:ext cx="800219" cy="338554"/>
            </a:xfrm>
            <a:prstGeom prst="rect">
              <a:avLst/>
            </a:prstGeom>
            <a:noFill/>
          </p:spPr>
          <p:txBody>
            <a:bodyPr wrap="none" rtlCol="0">
              <a:spAutoFit/>
            </a:bodyPr>
            <a:lstStyle/>
            <a:p>
              <a:r>
                <a:rPr kumimoji="1" lang="ja-JP" altLang="en-US" sz="16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一覧へ</a:t>
              </a:r>
              <a:endParaRPr kumimoji="1" lang="ja-JP" altLang="en-US" sz="1600"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19" name="グループ化 118">
            <a:extLst>
              <a:ext uri="{FF2B5EF4-FFF2-40B4-BE49-F238E27FC236}">
                <a16:creationId xmlns:a16="http://schemas.microsoft.com/office/drawing/2014/main" id="{2785A5E8-7B03-D71C-CA2A-F690625A8543}"/>
              </a:ext>
            </a:extLst>
          </p:cNvPr>
          <p:cNvGrpSpPr/>
          <p:nvPr/>
        </p:nvGrpSpPr>
        <p:grpSpPr>
          <a:xfrm>
            <a:off x="9972935" y="1427012"/>
            <a:ext cx="1139403" cy="407528"/>
            <a:chOff x="6961435" y="1453494"/>
            <a:chExt cx="1321756" cy="407528"/>
          </a:xfrm>
        </p:grpSpPr>
        <p:sp>
          <p:nvSpPr>
            <p:cNvPr id="122" name="四角形: 角を丸くする 121">
              <a:extLst>
                <a:ext uri="{FF2B5EF4-FFF2-40B4-BE49-F238E27FC236}">
                  <a16:creationId xmlns:a16="http://schemas.microsoft.com/office/drawing/2014/main" id="{7BC6C75D-D8C4-9E58-5EC7-38103214683F}"/>
                </a:ext>
              </a:extLst>
            </p:cNvPr>
            <p:cNvSpPr/>
            <p:nvPr/>
          </p:nvSpPr>
          <p:spPr>
            <a:xfrm>
              <a:off x="6961435" y="1453494"/>
              <a:ext cx="1321756" cy="407528"/>
            </a:xfrm>
            <a:prstGeom prst="roundRect">
              <a:avLst>
                <a:gd name="adj" fmla="val 9765"/>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21" name="テキスト ボックス 120">
              <a:extLst>
                <a:ext uri="{FF2B5EF4-FFF2-40B4-BE49-F238E27FC236}">
                  <a16:creationId xmlns:a16="http://schemas.microsoft.com/office/drawing/2014/main" id="{659B4324-651C-0EB5-C752-05DAF955EBCB}"/>
                </a:ext>
              </a:extLst>
            </p:cNvPr>
            <p:cNvSpPr txBox="1"/>
            <p:nvPr/>
          </p:nvSpPr>
          <p:spPr>
            <a:xfrm>
              <a:off x="7222204" y="1487981"/>
              <a:ext cx="800219" cy="338554"/>
            </a:xfrm>
            <a:prstGeom prst="rect">
              <a:avLst/>
            </a:prstGeom>
            <a:noFill/>
          </p:spPr>
          <p:txBody>
            <a:bodyPr wrap="none" rtlCol="0">
              <a:spAutoFit/>
            </a:bodyPr>
            <a:lstStyle/>
            <a:p>
              <a:r>
                <a:rPr kumimoji="1" lang="en-US" altLang="ja-JP" sz="16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Lv</a:t>
              </a:r>
              <a:r>
                <a:rPr lang="en-US" altLang="ja-JP" sz="16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.00</a:t>
              </a:r>
              <a:r>
                <a:rPr lang="en-US" altLang="ja-JP" sz="1600"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0</a:t>
              </a:r>
              <a:endParaRPr kumimoji="1" lang="en-US" altLang="ja-JP" sz="16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125" name="四角形: 角を丸くする 124">
            <a:extLst>
              <a:ext uri="{FF2B5EF4-FFF2-40B4-BE49-F238E27FC236}">
                <a16:creationId xmlns:a16="http://schemas.microsoft.com/office/drawing/2014/main" id="{B4CB395D-B243-4F80-6B66-77C16BF3494D}"/>
              </a:ext>
            </a:extLst>
          </p:cNvPr>
          <p:cNvSpPr/>
          <p:nvPr/>
        </p:nvSpPr>
        <p:spPr>
          <a:xfrm>
            <a:off x="4858432" y="4321980"/>
            <a:ext cx="1233805" cy="1230022"/>
          </a:xfrm>
          <a:prstGeom prst="roundRect">
            <a:avLst>
              <a:gd name="adj" fmla="val 6896"/>
            </a:avLst>
          </a:prstGeom>
          <a:solidFill>
            <a:srgbClr val="FF00FF">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6" name="テキスト ボックス 15">
            <a:extLst>
              <a:ext uri="{FF2B5EF4-FFF2-40B4-BE49-F238E27FC236}">
                <a16:creationId xmlns:a16="http://schemas.microsoft.com/office/drawing/2014/main" id="{56EA16EF-5C66-6B0B-6FCA-71A5486B3B52}"/>
              </a:ext>
            </a:extLst>
          </p:cNvPr>
          <p:cNvSpPr txBox="1"/>
          <p:nvPr/>
        </p:nvSpPr>
        <p:spPr>
          <a:xfrm>
            <a:off x="5131266"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18" name="テキスト ボックス 17">
            <a:extLst>
              <a:ext uri="{FF2B5EF4-FFF2-40B4-BE49-F238E27FC236}">
                <a16:creationId xmlns:a16="http://schemas.microsoft.com/office/drawing/2014/main" id="{DB9C5552-182F-D153-B875-30056102878B}"/>
              </a:ext>
            </a:extLst>
          </p:cNvPr>
          <p:cNvSpPr txBox="1"/>
          <p:nvPr/>
        </p:nvSpPr>
        <p:spPr>
          <a:xfrm>
            <a:off x="4963874" y="4764316"/>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pic>
        <p:nvPicPr>
          <p:cNvPr id="38" name="図 37">
            <a:extLst>
              <a:ext uri="{FF2B5EF4-FFF2-40B4-BE49-F238E27FC236}">
                <a16:creationId xmlns:a16="http://schemas.microsoft.com/office/drawing/2014/main" id="{A97F2E17-BDE0-E6BF-3271-AE14F0C3F3EA}"/>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4730182" y="4385622"/>
            <a:ext cx="1492458" cy="1119343"/>
          </a:xfrm>
          <a:prstGeom prst="rect">
            <a:avLst/>
          </a:prstGeom>
        </p:spPr>
      </p:pic>
    </p:spTree>
    <p:extLst>
      <p:ext uri="{BB962C8B-B14F-4D97-AF65-F5344CB8AC3E}">
        <p14:creationId xmlns:p14="http://schemas.microsoft.com/office/powerpoint/2010/main" val="3092050737"/>
      </p:ext>
    </p:extLst>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p:bg>
      <p:bgPr>
        <a:gradFill flip="none" rotWithShape="1">
          <a:gsLst>
            <a:gs pos="0">
              <a:srgbClr val="660066"/>
            </a:gs>
            <a:gs pos="10000">
              <a:schemeClr val="tx1">
                <a:lumMod val="85000"/>
                <a:lumOff val="15000"/>
              </a:schemeClr>
            </a:gs>
            <a:gs pos="90000">
              <a:srgbClr val="262626"/>
            </a:gs>
            <a:gs pos="80000">
              <a:srgbClr val="660066"/>
            </a:gs>
            <a:gs pos="70000">
              <a:srgbClr val="262626"/>
            </a:gs>
            <a:gs pos="60000">
              <a:schemeClr val="accent6">
                <a:lumMod val="75000"/>
              </a:schemeClr>
            </a:gs>
            <a:gs pos="50000">
              <a:srgbClr val="262626"/>
            </a:gs>
            <a:gs pos="40000">
              <a:srgbClr val="660066"/>
            </a:gs>
            <a:gs pos="30000">
              <a:srgbClr val="262626"/>
            </a:gs>
            <a:gs pos="20000">
              <a:schemeClr val="accent6">
                <a:lumMod val="75000"/>
              </a:schemeClr>
            </a:gs>
          </a:gsLst>
          <a:path path="rect">
            <a:fillToRect l="50000" t="50000" r="50000" b="50000"/>
          </a:path>
          <a:tileRect/>
        </a:gradFill>
        <a:effectLst/>
      </p:bgPr>
    </p:bg>
    <p:spTree>
      <p:nvGrpSpPr>
        <p:cNvPr id="1" name="">
          <a:extLst>
            <a:ext uri="{FF2B5EF4-FFF2-40B4-BE49-F238E27FC236}">
              <a16:creationId xmlns:a16="http://schemas.microsoft.com/office/drawing/2014/main" id="{BF063DA7-5867-0ED6-CC3C-52DA4CF50A14}"/>
            </a:ext>
          </a:extLst>
        </p:cNvPr>
        <p:cNvGrpSpPr/>
        <p:nvPr/>
      </p:nvGrpSpPr>
      <p:grpSpPr>
        <a:xfrm>
          <a:off x="0" y="0"/>
          <a:ext cx="0" cy="0"/>
          <a:chOff x="0" y="0"/>
          <a:chExt cx="0" cy="0"/>
        </a:xfrm>
      </p:grpSpPr>
      <p:sp>
        <p:nvSpPr>
          <p:cNvPr id="135" name="フリーフォーム: 図形 134">
            <a:extLst>
              <a:ext uri="{FF2B5EF4-FFF2-40B4-BE49-F238E27FC236}">
                <a16:creationId xmlns:a16="http://schemas.microsoft.com/office/drawing/2014/main" id="{1CF3FDBC-93FC-AA03-4773-26CA19FADC1A}"/>
              </a:ext>
            </a:extLst>
          </p:cNvPr>
          <p:cNvSpPr/>
          <p:nvPr/>
        </p:nvSpPr>
        <p:spPr>
          <a:xfrm rot="10800000" flipH="1">
            <a:off x="6522788" y="987094"/>
            <a:ext cx="4350180" cy="2548579"/>
          </a:xfrm>
          <a:custGeom>
            <a:avLst/>
            <a:gdLst>
              <a:gd name="csX0" fmla="*/ 125042 w 4350180"/>
              <a:gd name="csY0" fmla="*/ 2548579 h 2548579"/>
              <a:gd name="csX1" fmla="*/ 4225138 w 4350180"/>
              <a:gd name="csY1" fmla="*/ 2548579 h 2548579"/>
              <a:gd name="csX2" fmla="*/ 4350180 w 4350180"/>
              <a:gd name="csY2" fmla="*/ 2423537 h 2548579"/>
              <a:gd name="csX3" fmla="*/ 4350180 w 4350180"/>
              <a:gd name="csY3" fmla="*/ 860365 h 2548579"/>
              <a:gd name="csX4" fmla="*/ 4225138 w 4350180"/>
              <a:gd name="csY4" fmla="*/ 735323 h 2548579"/>
              <a:gd name="csX5" fmla="*/ 2437450 w 4350180"/>
              <a:gd name="csY5" fmla="*/ 735323 h 2548579"/>
              <a:gd name="csX6" fmla="*/ 2437450 w 4350180"/>
              <a:gd name="csY6" fmla="*/ 365699 h 2548579"/>
              <a:gd name="csX7" fmla="*/ 2619422 w 4350180"/>
              <a:gd name="csY7" fmla="*/ 365699 h 2548579"/>
              <a:gd name="csX8" fmla="*/ 2175090 w 4350180"/>
              <a:gd name="csY8" fmla="*/ 0 h 2548579"/>
              <a:gd name="csX9" fmla="*/ 1730758 w 4350180"/>
              <a:gd name="csY9" fmla="*/ 365699 h 2548579"/>
              <a:gd name="csX10" fmla="*/ 1912731 w 4350180"/>
              <a:gd name="csY10" fmla="*/ 365699 h 2548579"/>
              <a:gd name="csX11" fmla="*/ 1912731 w 4350180"/>
              <a:gd name="csY11" fmla="*/ 735323 h 2548579"/>
              <a:gd name="csX12" fmla="*/ 125042 w 4350180"/>
              <a:gd name="csY12" fmla="*/ 735323 h 2548579"/>
              <a:gd name="csX13" fmla="*/ 0 w 4350180"/>
              <a:gd name="csY13" fmla="*/ 860365 h 2548579"/>
              <a:gd name="csX14" fmla="*/ 0 w 4350180"/>
              <a:gd name="csY14" fmla="*/ 2423537 h 2548579"/>
              <a:gd name="csX15" fmla="*/ 125042 w 4350180"/>
              <a:gd name="csY15" fmla="*/ 2548579 h 254857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4350180" h="2548579">
                <a:moveTo>
                  <a:pt x="125042" y="2548579"/>
                </a:moveTo>
                <a:lnTo>
                  <a:pt x="4225138" y="2548579"/>
                </a:lnTo>
                <a:cubicBezTo>
                  <a:pt x="4294197" y="2548579"/>
                  <a:pt x="4350180" y="2492596"/>
                  <a:pt x="4350180" y="2423537"/>
                </a:cubicBezTo>
                <a:lnTo>
                  <a:pt x="4350180" y="860365"/>
                </a:lnTo>
                <a:cubicBezTo>
                  <a:pt x="4350180" y="791306"/>
                  <a:pt x="4294197" y="735323"/>
                  <a:pt x="4225138" y="735323"/>
                </a:cubicBezTo>
                <a:lnTo>
                  <a:pt x="2437450" y="735323"/>
                </a:lnTo>
                <a:lnTo>
                  <a:pt x="2437450" y="365699"/>
                </a:lnTo>
                <a:lnTo>
                  <a:pt x="2619422" y="365699"/>
                </a:lnTo>
                <a:lnTo>
                  <a:pt x="2175090" y="0"/>
                </a:lnTo>
                <a:lnTo>
                  <a:pt x="1730758" y="365699"/>
                </a:lnTo>
                <a:lnTo>
                  <a:pt x="1912731" y="365699"/>
                </a:lnTo>
                <a:lnTo>
                  <a:pt x="1912731" y="735323"/>
                </a:lnTo>
                <a:lnTo>
                  <a:pt x="125042" y="735323"/>
                </a:lnTo>
                <a:cubicBezTo>
                  <a:pt x="55983" y="735323"/>
                  <a:pt x="0" y="791306"/>
                  <a:pt x="0" y="860365"/>
                </a:cubicBezTo>
                <a:lnTo>
                  <a:pt x="0" y="2423537"/>
                </a:lnTo>
                <a:cubicBezTo>
                  <a:pt x="0" y="2492596"/>
                  <a:pt x="55983" y="2548579"/>
                  <a:pt x="125042" y="2548579"/>
                </a:cubicBezTo>
                <a:close/>
              </a:path>
            </a:pathLst>
          </a:custGeom>
          <a:solidFill>
            <a:schemeClr val="bg1">
              <a:lumMod val="95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a:solidFill>
                <a:schemeClr val="tx1">
                  <a:lumMod val="95000"/>
                  <a:lumOff val="5000"/>
                </a:schemeClr>
              </a:solidFill>
              <a:latin typeface="原稿用標準書体" panose="03000503000000000000" pitchFamily="66" charset="-128"/>
              <a:ea typeface="原稿用標準書体" panose="03000503000000000000" pitchFamily="66" charset="-128"/>
            </a:endParaRPr>
          </a:p>
        </p:txBody>
      </p:sp>
      <p:grpSp>
        <p:nvGrpSpPr>
          <p:cNvPr id="15" name="グループ化 14">
            <a:extLst>
              <a:ext uri="{FF2B5EF4-FFF2-40B4-BE49-F238E27FC236}">
                <a16:creationId xmlns:a16="http://schemas.microsoft.com/office/drawing/2014/main" id="{A854998D-017D-BAE3-2399-78B3ACC5AB6C}"/>
              </a:ext>
            </a:extLst>
          </p:cNvPr>
          <p:cNvGrpSpPr/>
          <p:nvPr/>
        </p:nvGrpSpPr>
        <p:grpSpPr>
          <a:xfrm>
            <a:off x="876956" y="1883114"/>
            <a:ext cx="4801783" cy="4343027"/>
            <a:chOff x="988928" y="1883114"/>
            <a:chExt cx="4860780" cy="4396387"/>
          </a:xfrm>
        </p:grpSpPr>
        <p:pic>
          <p:nvPicPr>
            <p:cNvPr id="17" name="図 16">
              <a:extLst>
                <a:ext uri="{FF2B5EF4-FFF2-40B4-BE49-F238E27FC236}">
                  <a16:creationId xmlns:a16="http://schemas.microsoft.com/office/drawing/2014/main" id="{8334C6FD-CE89-239D-9860-C467512AA5A2}"/>
                </a:ext>
              </a:extLst>
            </p:cNvPr>
            <p:cNvPicPr>
              <a:picLocks noChangeAspect="1"/>
            </p:cNvPicPr>
            <p:nvPr/>
          </p:nvPicPr>
          <p:blipFill>
            <a:blip r:embed="rId2">
              <a:extLst>
                <a:ext uri="{28A0092B-C50C-407E-A947-70E740481C1C}">
                  <a14:useLocalDpi xmlns:a14="http://schemas.microsoft.com/office/drawing/2010/main" val="0"/>
                </a:ext>
              </a:extLst>
            </a:blip>
            <a:srcRect t="9554"/>
            <a:stretch>
              <a:fillRect/>
            </a:stretch>
          </p:blipFill>
          <p:spPr>
            <a:xfrm>
              <a:off x="988928" y="1883114"/>
              <a:ext cx="4860780" cy="4396387"/>
            </a:xfrm>
            <a:prstGeom prst="rect">
              <a:avLst/>
            </a:prstGeom>
            <a:effectLst>
              <a:glow rad="63500">
                <a:schemeClr val="bg1">
                  <a:lumMod val="95000"/>
                  <a:alpha val="40000"/>
                </a:schemeClr>
              </a:glow>
            </a:effectLst>
          </p:spPr>
        </p:pic>
        <p:sp>
          <p:nvSpPr>
            <p:cNvPr id="18" name="正方形/長方形 17">
              <a:extLst>
                <a:ext uri="{FF2B5EF4-FFF2-40B4-BE49-F238E27FC236}">
                  <a16:creationId xmlns:a16="http://schemas.microsoft.com/office/drawing/2014/main" id="{C891EF4A-3CBC-2542-5FC9-3F687BF788F9}"/>
                </a:ext>
              </a:extLst>
            </p:cNvPr>
            <p:cNvSpPr/>
            <p:nvPr/>
          </p:nvSpPr>
          <p:spPr>
            <a:xfrm>
              <a:off x="1302803" y="2692443"/>
              <a:ext cx="4269724" cy="2792385"/>
            </a:xfrm>
            <a:prstGeom prst="rect">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sp>
        <p:nvSpPr>
          <p:cNvPr id="21" name="四角形: 角を丸くする 20">
            <a:extLst>
              <a:ext uri="{FF2B5EF4-FFF2-40B4-BE49-F238E27FC236}">
                <a16:creationId xmlns:a16="http://schemas.microsoft.com/office/drawing/2014/main" id="{F711C80B-438A-E9B6-97A9-E5D089D29ABF}"/>
              </a:ext>
            </a:extLst>
          </p:cNvPr>
          <p:cNvSpPr/>
          <p:nvPr/>
        </p:nvSpPr>
        <p:spPr>
          <a:xfrm>
            <a:off x="8862861" y="5716570"/>
            <a:ext cx="2729924" cy="631055"/>
          </a:xfrm>
          <a:prstGeom prst="roundRect">
            <a:avLst>
              <a:gd name="adj" fmla="val 9570"/>
            </a:avLst>
          </a:prstGeom>
          <a:solidFill>
            <a:srgbClr val="FF00FF"/>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b="1" dirty="0">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endParaRPr>
          </a:p>
        </p:txBody>
      </p:sp>
      <p:grpSp>
        <p:nvGrpSpPr>
          <p:cNvPr id="49" name="グループ化 48">
            <a:extLst>
              <a:ext uri="{FF2B5EF4-FFF2-40B4-BE49-F238E27FC236}">
                <a16:creationId xmlns:a16="http://schemas.microsoft.com/office/drawing/2014/main" id="{7E79B5E6-CC38-99C8-882E-FC2EC2D9A55C}"/>
              </a:ext>
            </a:extLst>
          </p:cNvPr>
          <p:cNvGrpSpPr/>
          <p:nvPr/>
        </p:nvGrpSpPr>
        <p:grpSpPr>
          <a:xfrm>
            <a:off x="9164096" y="5847431"/>
            <a:ext cx="1815744" cy="369332"/>
            <a:chOff x="9026246" y="5847431"/>
            <a:chExt cx="1815744" cy="369332"/>
          </a:xfrm>
        </p:grpSpPr>
        <p:sp>
          <p:nvSpPr>
            <p:cNvPr id="50" name="二等辺三角形 49">
              <a:extLst>
                <a:ext uri="{FF2B5EF4-FFF2-40B4-BE49-F238E27FC236}">
                  <a16:creationId xmlns:a16="http://schemas.microsoft.com/office/drawing/2014/main" id="{5F357474-396B-4811-4B32-4553523487BF}"/>
                </a:ext>
              </a:extLst>
            </p:cNvPr>
            <p:cNvSpPr/>
            <p:nvPr/>
          </p:nvSpPr>
          <p:spPr>
            <a:xfrm rot="5400000">
              <a:off x="10369271" y="5875196"/>
              <a:ext cx="364010" cy="313802"/>
            </a:xfrm>
            <a:prstGeom prst="triangl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2" name="テキスト ボックス 51">
              <a:extLst>
                <a:ext uri="{FF2B5EF4-FFF2-40B4-BE49-F238E27FC236}">
                  <a16:creationId xmlns:a16="http://schemas.microsoft.com/office/drawing/2014/main" id="{B4107D48-B455-8EF9-CDA4-4B66752BA48B}"/>
                </a:ext>
              </a:extLst>
            </p:cNvPr>
            <p:cNvSpPr txBox="1"/>
            <p:nvPr/>
          </p:nvSpPr>
          <p:spPr>
            <a:xfrm>
              <a:off x="9026246" y="5847431"/>
              <a:ext cx="1815744" cy="369332"/>
            </a:xfrm>
            <a:prstGeom prst="rect">
              <a:avLst/>
            </a:prstGeom>
            <a:noFill/>
          </p:spPr>
          <p:txBody>
            <a:bodyPr wrap="square">
              <a:spAutoFit/>
            </a:bodyPr>
            <a:lstStyle/>
            <a:p>
              <a:pPr algn="ctr"/>
              <a:r>
                <a:rPr lang="ja-JP" altLang="en-US" b="1">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rPr>
                <a:t>進む</a:t>
              </a:r>
              <a:endParaRPr lang="ja-JP" altLang="en-US" sz="1800" b="1" dirty="0">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endParaRPr>
            </a:p>
          </p:txBody>
        </p:sp>
      </p:grpSp>
      <p:sp>
        <p:nvSpPr>
          <p:cNvPr id="58" name="テキスト ボックス 57">
            <a:extLst>
              <a:ext uri="{FF2B5EF4-FFF2-40B4-BE49-F238E27FC236}">
                <a16:creationId xmlns:a16="http://schemas.microsoft.com/office/drawing/2014/main" id="{9A83F32A-6B62-DC5B-D6A6-DF218CEE31AB}"/>
              </a:ext>
            </a:extLst>
          </p:cNvPr>
          <p:cNvSpPr txBox="1"/>
          <p:nvPr/>
        </p:nvSpPr>
        <p:spPr>
          <a:xfrm>
            <a:off x="884467" y="438009"/>
            <a:ext cx="4801314" cy="1200329"/>
          </a:xfrm>
          <a:prstGeom prst="rect">
            <a:avLst/>
          </a:prstGeom>
          <a:noFill/>
        </p:spPr>
        <p:txBody>
          <a:bodyPr wrap="none" rtlCol="0">
            <a:spAutoFit/>
          </a:bodyPr>
          <a:lstStyle/>
          <a:p>
            <a:pPr algn="ctr"/>
            <a:r>
              <a:rPr lang="ja-JP" altLang="en-US" sz="7200" b="1">
                <a:solidFill>
                  <a:schemeClr val="bg1">
                    <a:lumMod val="95000"/>
                  </a:schemeClr>
                </a:solidFill>
                <a:latin typeface="原稿用標準書体" panose="03000503000000000000" pitchFamily="66" charset="-128"/>
                <a:ea typeface="原稿用標準書体" panose="03000503000000000000" pitchFamily="66" charset="-128"/>
              </a:rPr>
              <a:t>リサイクル</a:t>
            </a:r>
            <a:endParaRPr kumimoji="1" lang="ja-JP" altLang="en-US" sz="7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79" name="四角形: 角を丸くする 78">
            <a:extLst>
              <a:ext uri="{FF2B5EF4-FFF2-40B4-BE49-F238E27FC236}">
                <a16:creationId xmlns:a16="http://schemas.microsoft.com/office/drawing/2014/main" id="{2128F0BF-1806-594C-4627-BC2394F029D5}"/>
              </a:ext>
            </a:extLst>
          </p:cNvPr>
          <p:cNvSpPr/>
          <p:nvPr/>
        </p:nvSpPr>
        <p:spPr>
          <a:xfrm>
            <a:off x="5903929" y="5716570"/>
            <a:ext cx="2729924" cy="631055"/>
          </a:xfrm>
          <a:prstGeom prst="roundRect">
            <a:avLst>
              <a:gd name="adj" fmla="val 9570"/>
            </a:avLst>
          </a:prstGeom>
          <a:solidFill>
            <a:schemeClr val="bg1">
              <a:lumMod val="85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b="1" dirty="0">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endParaRPr>
          </a:p>
        </p:txBody>
      </p:sp>
      <p:grpSp>
        <p:nvGrpSpPr>
          <p:cNvPr id="80" name="グループ化 79">
            <a:extLst>
              <a:ext uri="{FF2B5EF4-FFF2-40B4-BE49-F238E27FC236}">
                <a16:creationId xmlns:a16="http://schemas.microsoft.com/office/drawing/2014/main" id="{E0FCDADE-3141-838D-FE15-BE56D822934B}"/>
              </a:ext>
            </a:extLst>
          </p:cNvPr>
          <p:cNvGrpSpPr/>
          <p:nvPr/>
        </p:nvGrpSpPr>
        <p:grpSpPr>
          <a:xfrm flipH="1">
            <a:off x="6361019" y="5847431"/>
            <a:ext cx="1815744" cy="369332"/>
            <a:chOff x="9026246" y="5847431"/>
            <a:chExt cx="1815744" cy="369332"/>
          </a:xfrm>
        </p:grpSpPr>
        <p:sp>
          <p:nvSpPr>
            <p:cNvPr id="82" name="テキスト ボックス 81">
              <a:extLst>
                <a:ext uri="{FF2B5EF4-FFF2-40B4-BE49-F238E27FC236}">
                  <a16:creationId xmlns:a16="http://schemas.microsoft.com/office/drawing/2014/main" id="{82DF72E9-B8C0-5992-74DC-CD16C532C774}"/>
                </a:ext>
              </a:extLst>
            </p:cNvPr>
            <p:cNvSpPr txBox="1"/>
            <p:nvPr/>
          </p:nvSpPr>
          <p:spPr>
            <a:xfrm>
              <a:off x="9026246" y="5847431"/>
              <a:ext cx="1815744" cy="369332"/>
            </a:xfrm>
            <a:prstGeom prst="rect">
              <a:avLst/>
            </a:prstGeom>
            <a:noFill/>
          </p:spPr>
          <p:txBody>
            <a:bodyPr wrap="square">
              <a:spAutoFit/>
            </a:bodyPr>
            <a:lstStyle/>
            <a:p>
              <a:pPr algn="ctr"/>
              <a:r>
                <a:rPr lang="ja-JP" altLang="en-US" b="1">
                  <a:solidFill>
                    <a:schemeClr val="tx1">
                      <a:lumMod val="95000"/>
                      <a:lumOff val="5000"/>
                    </a:schemeClr>
                  </a:solidFill>
                  <a:latin typeface="原稿用標準書体" panose="03000503000000000000" pitchFamily="66" charset="-128"/>
                  <a:ea typeface="原稿用標準書体" panose="03000503000000000000" pitchFamily="66" charset="-128"/>
                  <a:cs typeface="Arial" panose="020B0604020202020204" pitchFamily="34" charset="0"/>
                </a:rPr>
                <a:t>戻る</a:t>
              </a:r>
              <a:endParaRPr lang="ja-JP" altLang="en-US" sz="1800" b="1" dirty="0">
                <a:solidFill>
                  <a:schemeClr val="tx1">
                    <a:lumMod val="95000"/>
                    <a:lumOff val="5000"/>
                  </a:schemeClr>
                </a:solidFill>
                <a:latin typeface="原稿用標準書体" panose="03000503000000000000" pitchFamily="66" charset="-128"/>
                <a:ea typeface="原稿用標準書体" panose="03000503000000000000" pitchFamily="66" charset="-128"/>
                <a:cs typeface="Arial" panose="020B0604020202020204" pitchFamily="34" charset="0"/>
              </a:endParaRPr>
            </a:p>
          </p:txBody>
        </p:sp>
        <p:sp>
          <p:nvSpPr>
            <p:cNvPr id="81" name="二等辺三角形 80">
              <a:extLst>
                <a:ext uri="{FF2B5EF4-FFF2-40B4-BE49-F238E27FC236}">
                  <a16:creationId xmlns:a16="http://schemas.microsoft.com/office/drawing/2014/main" id="{C64029A2-2E19-E023-35BC-CC12403C6E4B}"/>
                </a:ext>
              </a:extLst>
            </p:cNvPr>
            <p:cNvSpPr/>
            <p:nvPr/>
          </p:nvSpPr>
          <p:spPr>
            <a:xfrm rot="5400000">
              <a:off x="10369271" y="5875196"/>
              <a:ext cx="364010" cy="313802"/>
            </a:xfrm>
            <a:prstGeom prst="triangl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95000"/>
                    <a:lumOff val="5000"/>
                  </a:schemeClr>
                </a:solidFill>
                <a:latin typeface="原稿用標準書体" panose="03000503000000000000" pitchFamily="66" charset="-128"/>
                <a:ea typeface="原稿用標準書体" panose="03000503000000000000" pitchFamily="66" charset="-128"/>
              </a:endParaRPr>
            </a:p>
          </p:txBody>
        </p:sp>
      </p:grpSp>
      <p:sp>
        <p:nvSpPr>
          <p:cNvPr id="85" name="テキスト ボックス 84">
            <a:extLst>
              <a:ext uri="{FF2B5EF4-FFF2-40B4-BE49-F238E27FC236}">
                <a16:creationId xmlns:a16="http://schemas.microsoft.com/office/drawing/2014/main" id="{75C2CDC2-106E-09A2-8284-22AED7163278}"/>
              </a:ext>
            </a:extLst>
          </p:cNvPr>
          <p:cNvSpPr txBox="1"/>
          <p:nvPr/>
        </p:nvSpPr>
        <p:spPr>
          <a:xfrm>
            <a:off x="6832817" y="1102552"/>
            <a:ext cx="1723549" cy="584775"/>
          </a:xfrm>
          <a:prstGeom prst="rect">
            <a:avLst/>
          </a:prstGeom>
          <a:noFill/>
        </p:spPr>
        <p:txBody>
          <a:bodyPr wrap="none" rtlCol="0">
            <a:spAutoFit/>
          </a:bodyPr>
          <a:lstStyle/>
          <a:p>
            <a:pPr algn="ctr"/>
            <a:r>
              <a:rPr lang="ja-JP" altLang="en-US" sz="28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製造</a:t>
            </a:r>
            <a:r>
              <a:rPr lang="en-US" altLang="ja-JP" sz="3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Lv00</a:t>
            </a:r>
            <a:endParaRPr kumimoji="1" lang="ja-JP" altLang="en-US" sz="32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97" name="グループ化 96">
            <a:extLst>
              <a:ext uri="{FF2B5EF4-FFF2-40B4-BE49-F238E27FC236}">
                <a16:creationId xmlns:a16="http://schemas.microsoft.com/office/drawing/2014/main" id="{8F4E350F-4EE2-B850-44A5-87613A05B33D}"/>
              </a:ext>
            </a:extLst>
          </p:cNvPr>
          <p:cNvGrpSpPr/>
          <p:nvPr/>
        </p:nvGrpSpPr>
        <p:grpSpPr>
          <a:xfrm>
            <a:off x="7100788" y="2100993"/>
            <a:ext cx="3194181" cy="775731"/>
            <a:chOff x="8314140" y="1734826"/>
            <a:chExt cx="2573986" cy="775731"/>
          </a:xfrm>
        </p:grpSpPr>
        <p:sp>
          <p:nvSpPr>
            <p:cNvPr id="86" name="テキスト ボックス 85">
              <a:extLst>
                <a:ext uri="{FF2B5EF4-FFF2-40B4-BE49-F238E27FC236}">
                  <a16:creationId xmlns:a16="http://schemas.microsoft.com/office/drawing/2014/main" id="{D75B9303-1A05-513D-47B9-C86BE7463ECB}"/>
                </a:ext>
              </a:extLst>
            </p:cNvPr>
            <p:cNvSpPr txBox="1"/>
            <p:nvPr/>
          </p:nvSpPr>
          <p:spPr>
            <a:xfrm>
              <a:off x="8314140" y="1734826"/>
              <a:ext cx="723275" cy="523220"/>
            </a:xfrm>
            <a:prstGeom prst="rect">
              <a:avLst/>
            </a:prstGeom>
            <a:noFill/>
          </p:spPr>
          <p:txBody>
            <a:bodyPr wrap="none" rtlCol="0">
              <a:spAutoFit/>
            </a:bodyPr>
            <a:lstStyle/>
            <a:p>
              <a:pPr algn="ctr"/>
              <a:r>
                <a:rPr lang="en-US" altLang="ja-JP" sz="2800" b="1">
                  <a:ln>
                    <a:gradFill flip="none" rotWithShape="1">
                      <a:gsLst>
                        <a:gs pos="25000">
                          <a:srgbClr val="FFFF00"/>
                        </a:gs>
                        <a:gs pos="0">
                          <a:srgbClr val="FF0000"/>
                        </a:gs>
                        <a:gs pos="50000">
                          <a:srgbClr val="00B050"/>
                        </a:gs>
                        <a:gs pos="75000">
                          <a:srgbClr val="0070C0"/>
                        </a:gs>
                        <a:gs pos="100000">
                          <a:schemeClr val="accent6"/>
                        </a:gs>
                      </a:gsLst>
                      <a:lin ang="0" scaled="1"/>
                      <a:tileRect/>
                    </a:gradFill>
                  </a:ln>
                  <a:gradFill flip="none" rotWithShape="1">
                    <a:gsLst>
                      <a:gs pos="0">
                        <a:srgbClr val="FF0000">
                          <a:lumMod val="97000"/>
                          <a:lumOff val="3000"/>
                        </a:srgbClr>
                      </a:gs>
                      <a:gs pos="100000">
                        <a:srgbClr val="7030A0"/>
                      </a:gs>
                      <a:gs pos="75000">
                        <a:srgbClr val="0070C0"/>
                      </a:gs>
                      <a:gs pos="50000">
                        <a:srgbClr val="8EDC23"/>
                      </a:gs>
                      <a:gs pos="25000">
                        <a:srgbClr val="FFFF00"/>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SSR</a:t>
              </a:r>
              <a:endParaRPr kumimoji="1" lang="ja-JP" altLang="en-US" sz="2800" b="1" dirty="0">
                <a:ln>
                  <a:gradFill flip="none" rotWithShape="1">
                    <a:gsLst>
                      <a:gs pos="25000">
                        <a:srgbClr val="FFFF00"/>
                      </a:gs>
                      <a:gs pos="0">
                        <a:srgbClr val="FF0000"/>
                      </a:gs>
                      <a:gs pos="50000">
                        <a:srgbClr val="00B050"/>
                      </a:gs>
                      <a:gs pos="75000">
                        <a:srgbClr val="0070C0"/>
                      </a:gs>
                      <a:gs pos="100000">
                        <a:schemeClr val="accent6"/>
                      </a:gs>
                    </a:gsLst>
                    <a:lin ang="0" scaled="1"/>
                    <a:tileRect/>
                  </a:gradFill>
                </a:ln>
                <a:gradFill flip="none" rotWithShape="1">
                  <a:gsLst>
                    <a:gs pos="0">
                      <a:srgbClr val="FF0000">
                        <a:lumMod val="97000"/>
                        <a:lumOff val="3000"/>
                      </a:srgbClr>
                    </a:gs>
                    <a:gs pos="100000">
                      <a:srgbClr val="7030A0"/>
                    </a:gs>
                    <a:gs pos="75000">
                      <a:srgbClr val="0070C0"/>
                    </a:gs>
                    <a:gs pos="50000">
                      <a:srgbClr val="8EDC23"/>
                    </a:gs>
                    <a:gs pos="25000">
                      <a:srgbClr val="FFFF00"/>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sp>
          <p:nvSpPr>
            <p:cNvPr id="87" name="テキスト ボックス 86">
              <a:extLst>
                <a:ext uri="{FF2B5EF4-FFF2-40B4-BE49-F238E27FC236}">
                  <a16:creationId xmlns:a16="http://schemas.microsoft.com/office/drawing/2014/main" id="{109AF224-632C-AF75-E79F-175F8E1E0183}"/>
                </a:ext>
              </a:extLst>
            </p:cNvPr>
            <p:cNvSpPr txBox="1"/>
            <p:nvPr/>
          </p:nvSpPr>
          <p:spPr>
            <a:xfrm>
              <a:off x="10088118" y="1734826"/>
              <a:ext cx="364203" cy="523220"/>
            </a:xfrm>
            <a:prstGeom prst="rect">
              <a:avLst/>
            </a:prstGeom>
            <a:noFill/>
          </p:spPr>
          <p:txBody>
            <a:bodyPr wrap="none" rtlCol="0">
              <a:spAutoFit/>
            </a:bodyPr>
            <a:lstStyle/>
            <a:p>
              <a:pPr algn="ctr"/>
              <a:r>
                <a:rPr lang="en-US" altLang="ja-JP" sz="2800" b="1">
                  <a:gradFill flip="none" rotWithShape="1">
                    <a:gsLst>
                      <a:gs pos="0">
                        <a:schemeClr val="bg1">
                          <a:lumMod val="75000"/>
                        </a:schemeClr>
                      </a:gs>
                      <a:gs pos="100000">
                        <a:schemeClr val="tx1">
                          <a:lumMod val="75000"/>
                          <a:lumOff val="25000"/>
                        </a:schemeClr>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R</a:t>
              </a:r>
              <a:endParaRPr kumimoji="1" lang="ja-JP" altLang="en-US" sz="2800" b="1" dirty="0">
                <a:gradFill flip="none" rotWithShape="1">
                  <a:gsLst>
                    <a:gs pos="0">
                      <a:schemeClr val="bg1">
                        <a:lumMod val="75000"/>
                      </a:schemeClr>
                    </a:gs>
                    <a:gs pos="100000">
                      <a:schemeClr val="tx1">
                        <a:lumMod val="75000"/>
                        <a:lumOff val="25000"/>
                      </a:schemeClr>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sp>
          <p:nvSpPr>
            <p:cNvPr id="88" name="テキスト ボックス 87">
              <a:extLst>
                <a:ext uri="{FF2B5EF4-FFF2-40B4-BE49-F238E27FC236}">
                  <a16:creationId xmlns:a16="http://schemas.microsoft.com/office/drawing/2014/main" id="{302C1DDC-99BB-02D6-8FEA-D9F24A0B9400}"/>
                </a:ext>
              </a:extLst>
            </p:cNvPr>
            <p:cNvSpPr txBox="1"/>
            <p:nvPr/>
          </p:nvSpPr>
          <p:spPr>
            <a:xfrm>
              <a:off x="9265249" y="1734826"/>
              <a:ext cx="543739" cy="523220"/>
            </a:xfrm>
            <a:prstGeom prst="rect">
              <a:avLst/>
            </a:prstGeom>
            <a:noFill/>
          </p:spPr>
          <p:txBody>
            <a:bodyPr wrap="none" rtlCol="0">
              <a:spAutoFit/>
            </a:bodyPr>
            <a:lstStyle/>
            <a:p>
              <a:pPr algn="ctr"/>
              <a:r>
                <a:rPr lang="en-US" altLang="ja-JP" sz="2800" b="1">
                  <a:ln>
                    <a:gradFill flip="none" rotWithShape="1">
                      <a:gsLst>
                        <a:gs pos="0">
                          <a:schemeClr val="accent6">
                            <a:lumMod val="67000"/>
                          </a:schemeClr>
                        </a:gs>
                        <a:gs pos="48000">
                          <a:schemeClr val="accent6">
                            <a:lumMod val="97000"/>
                            <a:lumOff val="3000"/>
                          </a:schemeClr>
                        </a:gs>
                        <a:gs pos="100000">
                          <a:schemeClr val="accent6">
                            <a:lumMod val="60000"/>
                            <a:lumOff val="40000"/>
                          </a:schemeClr>
                        </a:gs>
                      </a:gsLst>
                      <a:lin ang="16200000" scaled="1"/>
                      <a:tileRect/>
                    </a:gradFill>
                  </a:ln>
                  <a:gradFill flip="none" rotWithShape="1">
                    <a:gsLst>
                      <a:gs pos="0">
                        <a:schemeClr val="accent6">
                          <a:lumMod val="67000"/>
                        </a:schemeClr>
                      </a:gs>
                      <a:gs pos="48000">
                        <a:schemeClr val="accent6">
                          <a:lumMod val="97000"/>
                          <a:lumOff val="3000"/>
                        </a:schemeClr>
                      </a:gs>
                      <a:gs pos="100000">
                        <a:schemeClr val="bg1">
                          <a:lumMod val="75000"/>
                        </a:schemeClr>
                      </a:gs>
                    </a:gsLst>
                    <a:lin ang="1620000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SR</a:t>
              </a:r>
              <a:endParaRPr kumimoji="1" lang="ja-JP" altLang="en-US" sz="2800" b="1" dirty="0">
                <a:ln>
                  <a:gradFill flip="none" rotWithShape="1">
                    <a:gsLst>
                      <a:gs pos="0">
                        <a:schemeClr val="accent6">
                          <a:lumMod val="67000"/>
                        </a:schemeClr>
                      </a:gs>
                      <a:gs pos="48000">
                        <a:schemeClr val="accent6">
                          <a:lumMod val="97000"/>
                          <a:lumOff val="3000"/>
                        </a:schemeClr>
                      </a:gs>
                      <a:gs pos="100000">
                        <a:schemeClr val="accent6">
                          <a:lumMod val="60000"/>
                          <a:lumOff val="40000"/>
                        </a:schemeClr>
                      </a:gs>
                    </a:gsLst>
                    <a:lin ang="16200000" scaled="1"/>
                    <a:tileRect/>
                  </a:gradFill>
                </a:ln>
                <a:gradFill flip="none" rotWithShape="1">
                  <a:gsLst>
                    <a:gs pos="0">
                      <a:schemeClr val="accent6">
                        <a:lumMod val="67000"/>
                      </a:schemeClr>
                    </a:gs>
                    <a:gs pos="48000">
                      <a:schemeClr val="accent6">
                        <a:lumMod val="97000"/>
                        <a:lumOff val="3000"/>
                      </a:schemeClr>
                    </a:gs>
                    <a:gs pos="100000">
                      <a:schemeClr val="bg1">
                        <a:lumMod val="75000"/>
                      </a:schemeClr>
                    </a:gs>
                  </a:gsLst>
                  <a:lin ang="1620000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sp>
          <p:nvSpPr>
            <p:cNvPr id="90" name="テキスト ボックス 89">
              <a:extLst>
                <a:ext uri="{FF2B5EF4-FFF2-40B4-BE49-F238E27FC236}">
                  <a16:creationId xmlns:a16="http://schemas.microsoft.com/office/drawing/2014/main" id="{4F2DC3AB-820E-38ED-30E0-6F58C28B9CCA}"/>
                </a:ext>
              </a:extLst>
            </p:cNvPr>
            <p:cNvSpPr txBox="1"/>
            <p:nvPr/>
          </p:nvSpPr>
          <p:spPr>
            <a:xfrm>
              <a:off x="8878019" y="1987337"/>
              <a:ext cx="569388" cy="523220"/>
            </a:xfrm>
            <a:prstGeom prst="rect">
              <a:avLst/>
            </a:prstGeom>
            <a:noFill/>
          </p:spPr>
          <p:txBody>
            <a:bodyPr wrap="square">
              <a:spAutoFit/>
            </a:bodyPr>
            <a:lstStyle/>
            <a:p>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00.0%</a:t>
              </a:r>
              <a:endParaRPr lang="ja-JP" altLang="en-US" sz="1200">
                <a:solidFill>
                  <a:schemeClr val="tx1">
                    <a:lumMod val="85000"/>
                    <a:lumOff val="15000"/>
                  </a:schemeClr>
                </a:solidFill>
              </a:endParaRPr>
            </a:p>
          </p:txBody>
        </p:sp>
        <p:sp>
          <p:nvSpPr>
            <p:cNvPr id="91" name="テキスト ボックス 90">
              <a:extLst>
                <a:ext uri="{FF2B5EF4-FFF2-40B4-BE49-F238E27FC236}">
                  <a16:creationId xmlns:a16="http://schemas.microsoft.com/office/drawing/2014/main" id="{5AC28CB7-3B36-A03B-1170-90D0E298A9BD}"/>
                </a:ext>
              </a:extLst>
            </p:cNvPr>
            <p:cNvSpPr txBox="1"/>
            <p:nvPr/>
          </p:nvSpPr>
          <p:spPr>
            <a:xfrm>
              <a:off x="9663695" y="1987337"/>
              <a:ext cx="569388" cy="523220"/>
            </a:xfrm>
            <a:prstGeom prst="rect">
              <a:avLst/>
            </a:prstGeom>
            <a:noFill/>
          </p:spPr>
          <p:txBody>
            <a:bodyPr wrap="square">
              <a:spAutoFit/>
            </a:bodyPr>
            <a:lstStyle/>
            <a:p>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00.0%</a:t>
              </a:r>
              <a:endParaRPr lang="ja-JP" altLang="en-US" sz="1200">
                <a:solidFill>
                  <a:schemeClr val="tx1">
                    <a:lumMod val="85000"/>
                    <a:lumOff val="15000"/>
                  </a:schemeClr>
                </a:solidFill>
              </a:endParaRPr>
            </a:p>
          </p:txBody>
        </p:sp>
        <p:sp>
          <p:nvSpPr>
            <p:cNvPr id="92" name="テキスト ボックス 91">
              <a:extLst>
                <a:ext uri="{FF2B5EF4-FFF2-40B4-BE49-F238E27FC236}">
                  <a16:creationId xmlns:a16="http://schemas.microsoft.com/office/drawing/2014/main" id="{451FB305-4917-8209-585E-75847C05B24D}"/>
                </a:ext>
              </a:extLst>
            </p:cNvPr>
            <p:cNvSpPr txBox="1"/>
            <p:nvPr/>
          </p:nvSpPr>
          <p:spPr>
            <a:xfrm>
              <a:off x="10318738" y="1987337"/>
              <a:ext cx="569388" cy="523220"/>
            </a:xfrm>
            <a:prstGeom prst="rect">
              <a:avLst/>
            </a:prstGeom>
            <a:noFill/>
          </p:spPr>
          <p:txBody>
            <a:bodyPr wrap="square">
              <a:spAutoFit/>
            </a:bodyPr>
            <a:lstStyle/>
            <a:p>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00.0%</a:t>
              </a:r>
              <a:endParaRPr lang="ja-JP" altLang="en-US" sz="1200">
                <a:solidFill>
                  <a:schemeClr val="tx1">
                    <a:lumMod val="85000"/>
                    <a:lumOff val="15000"/>
                  </a:schemeClr>
                </a:solidFill>
              </a:endParaRPr>
            </a:p>
          </p:txBody>
        </p:sp>
      </p:grpSp>
      <p:grpSp>
        <p:nvGrpSpPr>
          <p:cNvPr id="94" name="グループ化 93">
            <a:extLst>
              <a:ext uri="{FF2B5EF4-FFF2-40B4-BE49-F238E27FC236}">
                <a16:creationId xmlns:a16="http://schemas.microsoft.com/office/drawing/2014/main" id="{DDDFE6AE-231F-12A0-338E-F52DF849FD3D}"/>
              </a:ext>
            </a:extLst>
          </p:cNvPr>
          <p:cNvGrpSpPr/>
          <p:nvPr/>
        </p:nvGrpSpPr>
        <p:grpSpPr>
          <a:xfrm rot="16200000">
            <a:off x="8579697" y="215996"/>
            <a:ext cx="236362" cy="3372714"/>
            <a:chOff x="11044871" y="4022147"/>
            <a:chExt cx="236362" cy="2031812"/>
          </a:xfrm>
        </p:grpSpPr>
        <p:sp>
          <p:nvSpPr>
            <p:cNvPr id="95" name="四角形: 角を丸くする 94">
              <a:extLst>
                <a:ext uri="{FF2B5EF4-FFF2-40B4-BE49-F238E27FC236}">
                  <a16:creationId xmlns:a16="http://schemas.microsoft.com/office/drawing/2014/main" id="{49DCD49D-F6D1-D330-2BD5-E16A216C31FB}"/>
                </a:ext>
              </a:extLst>
            </p:cNvPr>
            <p:cNvSpPr/>
            <p:nvPr/>
          </p:nvSpPr>
          <p:spPr>
            <a:xfrm>
              <a:off x="11044871" y="4022147"/>
              <a:ext cx="236362" cy="2031812"/>
            </a:xfrm>
            <a:prstGeom prst="roundRect">
              <a:avLst/>
            </a:prstGeom>
            <a:solidFill>
              <a:srgbClr val="FFA4F3"/>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6" name="四角形: 角を丸くする 95">
              <a:extLst>
                <a:ext uri="{FF2B5EF4-FFF2-40B4-BE49-F238E27FC236}">
                  <a16:creationId xmlns:a16="http://schemas.microsoft.com/office/drawing/2014/main" id="{0BD32896-7CA9-DA46-5467-7149B9B7BE9B}"/>
                </a:ext>
              </a:extLst>
            </p:cNvPr>
            <p:cNvSpPr/>
            <p:nvPr/>
          </p:nvSpPr>
          <p:spPr>
            <a:xfrm>
              <a:off x="11068114" y="4032698"/>
              <a:ext cx="193695" cy="1710208"/>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99" name="テキスト ボックス 98">
            <a:extLst>
              <a:ext uri="{FF2B5EF4-FFF2-40B4-BE49-F238E27FC236}">
                <a16:creationId xmlns:a16="http://schemas.microsoft.com/office/drawing/2014/main" id="{7F53BDD9-D86E-E84A-2FCE-7A35799DDEE5}"/>
              </a:ext>
            </a:extLst>
          </p:cNvPr>
          <p:cNvSpPr txBox="1"/>
          <p:nvPr/>
        </p:nvSpPr>
        <p:spPr>
          <a:xfrm>
            <a:off x="1538212" y="2718903"/>
            <a:ext cx="3467616" cy="338554"/>
          </a:xfrm>
          <a:prstGeom prst="rect">
            <a:avLst/>
          </a:prstGeom>
          <a:noFill/>
        </p:spPr>
        <p:txBody>
          <a:bodyPr wrap="none" rtlCol="0">
            <a:spAutoFit/>
          </a:bodyPr>
          <a:lstStyle/>
          <a:p>
            <a:pPr algn="ctr"/>
            <a:r>
              <a:rPr kumimoji="1" lang="en-US" altLang="ja-JP"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kumimoji="1" lang="ja-JP" altLang="en-US"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以下の</a:t>
            </a:r>
            <a:r>
              <a:rPr lang="ja-JP" altLang="en-US"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内容で</a:t>
            </a:r>
            <a:r>
              <a:rPr kumimoji="1" lang="ja-JP" altLang="en-US"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リサイクルされます</a:t>
            </a:r>
            <a:endParaRPr kumimoji="1" lang="ja-JP" altLang="en-US" sz="1600" dirty="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00" name="四角形: 角を丸くする 99">
            <a:extLst>
              <a:ext uri="{FF2B5EF4-FFF2-40B4-BE49-F238E27FC236}">
                <a16:creationId xmlns:a16="http://schemas.microsoft.com/office/drawing/2014/main" id="{DD1B418B-CC86-5C46-2D62-4B36CCDB473B}"/>
              </a:ext>
            </a:extLst>
          </p:cNvPr>
          <p:cNvSpPr/>
          <p:nvPr/>
        </p:nvSpPr>
        <p:spPr>
          <a:xfrm>
            <a:off x="6522788" y="3524123"/>
            <a:ext cx="4350180" cy="1813256"/>
          </a:xfrm>
          <a:prstGeom prst="roundRect">
            <a:avLst>
              <a:gd name="adj" fmla="val 6896"/>
            </a:avLst>
          </a:prstGeom>
          <a:gradFill flip="none" rotWithShape="1">
            <a:gsLst>
              <a:gs pos="45000">
                <a:schemeClr val="accent2">
                  <a:lumMod val="0"/>
                  <a:lumOff val="100000"/>
                </a:schemeClr>
              </a:gs>
              <a:gs pos="100000">
                <a:srgbClr val="FFA4F3"/>
              </a:gs>
            </a:gsLst>
            <a:path path="circle">
              <a:fillToRect l="50000" t="-80000" r="50000" b="180000"/>
            </a:path>
            <a:tileRect/>
          </a:gra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1" name="テキスト ボックス 100">
            <a:extLst>
              <a:ext uri="{FF2B5EF4-FFF2-40B4-BE49-F238E27FC236}">
                <a16:creationId xmlns:a16="http://schemas.microsoft.com/office/drawing/2014/main" id="{81FFCE8F-1399-6EB0-1BE9-29FC9B389B2F}"/>
              </a:ext>
            </a:extLst>
          </p:cNvPr>
          <p:cNvSpPr txBox="1"/>
          <p:nvPr/>
        </p:nvSpPr>
        <p:spPr>
          <a:xfrm>
            <a:off x="6817577" y="3647201"/>
            <a:ext cx="1723549" cy="584775"/>
          </a:xfrm>
          <a:prstGeom prst="rect">
            <a:avLst/>
          </a:prstGeom>
          <a:noFill/>
        </p:spPr>
        <p:txBody>
          <a:bodyPr wrap="none" rtlCol="0">
            <a:spAutoFit/>
          </a:bodyPr>
          <a:lstStyle/>
          <a:p>
            <a:pPr algn="ctr"/>
            <a:r>
              <a:rPr lang="ja-JP" altLang="en-US" sz="28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製造</a:t>
            </a:r>
            <a:r>
              <a:rPr lang="en-US" altLang="ja-JP" sz="3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Lv00</a:t>
            </a:r>
            <a:endParaRPr kumimoji="1" lang="ja-JP" altLang="en-US" sz="32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102" name="グループ化 101">
            <a:extLst>
              <a:ext uri="{FF2B5EF4-FFF2-40B4-BE49-F238E27FC236}">
                <a16:creationId xmlns:a16="http://schemas.microsoft.com/office/drawing/2014/main" id="{500DD94C-9CEF-0AEC-828B-50E52FCC8EDA}"/>
              </a:ext>
            </a:extLst>
          </p:cNvPr>
          <p:cNvGrpSpPr/>
          <p:nvPr/>
        </p:nvGrpSpPr>
        <p:grpSpPr>
          <a:xfrm>
            <a:off x="7100788" y="4638022"/>
            <a:ext cx="3194181" cy="775731"/>
            <a:chOff x="8314140" y="1734826"/>
            <a:chExt cx="2573986" cy="775731"/>
          </a:xfrm>
        </p:grpSpPr>
        <p:sp>
          <p:nvSpPr>
            <p:cNvPr id="103" name="テキスト ボックス 102">
              <a:extLst>
                <a:ext uri="{FF2B5EF4-FFF2-40B4-BE49-F238E27FC236}">
                  <a16:creationId xmlns:a16="http://schemas.microsoft.com/office/drawing/2014/main" id="{A32FF529-9ECF-4E6B-22A0-9D640AF60048}"/>
                </a:ext>
              </a:extLst>
            </p:cNvPr>
            <p:cNvSpPr txBox="1"/>
            <p:nvPr/>
          </p:nvSpPr>
          <p:spPr>
            <a:xfrm>
              <a:off x="8314140" y="1734826"/>
              <a:ext cx="723275" cy="523220"/>
            </a:xfrm>
            <a:prstGeom prst="rect">
              <a:avLst/>
            </a:prstGeom>
            <a:noFill/>
          </p:spPr>
          <p:txBody>
            <a:bodyPr wrap="none" rtlCol="0">
              <a:spAutoFit/>
            </a:bodyPr>
            <a:lstStyle/>
            <a:p>
              <a:pPr algn="ctr"/>
              <a:r>
                <a:rPr lang="en-US" altLang="ja-JP" sz="2800" b="1">
                  <a:ln>
                    <a:gradFill flip="none" rotWithShape="1">
                      <a:gsLst>
                        <a:gs pos="25000">
                          <a:srgbClr val="FFFF00"/>
                        </a:gs>
                        <a:gs pos="0">
                          <a:srgbClr val="FF0000"/>
                        </a:gs>
                        <a:gs pos="50000">
                          <a:srgbClr val="00B050"/>
                        </a:gs>
                        <a:gs pos="75000">
                          <a:srgbClr val="0070C0"/>
                        </a:gs>
                        <a:gs pos="100000">
                          <a:schemeClr val="accent6"/>
                        </a:gs>
                      </a:gsLst>
                      <a:lin ang="0" scaled="1"/>
                      <a:tileRect/>
                    </a:gradFill>
                  </a:ln>
                  <a:gradFill flip="none" rotWithShape="1">
                    <a:gsLst>
                      <a:gs pos="0">
                        <a:srgbClr val="FF0000">
                          <a:lumMod val="97000"/>
                          <a:lumOff val="3000"/>
                        </a:srgbClr>
                      </a:gs>
                      <a:gs pos="100000">
                        <a:srgbClr val="7030A0"/>
                      </a:gs>
                      <a:gs pos="75000">
                        <a:srgbClr val="0070C0"/>
                      </a:gs>
                      <a:gs pos="50000">
                        <a:srgbClr val="8EDC23"/>
                      </a:gs>
                      <a:gs pos="25000">
                        <a:srgbClr val="FFFF00"/>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SSR</a:t>
              </a:r>
              <a:endParaRPr kumimoji="1" lang="ja-JP" altLang="en-US" sz="2800" b="1" dirty="0">
                <a:ln>
                  <a:gradFill flip="none" rotWithShape="1">
                    <a:gsLst>
                      <a:gs pos="25000">
                        <a:srgbClr val="FFFF00"/>
                      </a:gs>
                      <a:gs pos="0">
                        <a:srgbClr val="FF0000"/>
                      </a:gs>
                      <a:gs pos="50000">
                        <a:srgbClr val="00B050"/>
                      </a:gs>
                      <a:gs pos="75000">
                        <a:srgbClr val="0070C0"/>
                      </a:gs>
                      <a:gs pos="100000">
                        <a:schemeClr val="accent6"/>
                      </a:gs>
                    </a:gsLst>
                    <a:lin ang="0" scaled="1"/>
                    <a:tileRect/>
                  </a:gradFill>
                </a:ln>
                <a:gradFill flip="none" rotWithShape="1">
                  <a:gsLst>
                    <a:gs pos="0">
                      <a:srgbClr val="FF0000">
                        <a:lumMod val="97000"/>
                        <a:lumOff val="3000"/>
                      </a:srgbClr>
                    </a:gs>
                    <a:gs pos="100000">
                      <a:srgbClr val="7030A0"/>
                    </a:gs>
                    <a:gs pos="75000">
                      <a:srgbClr val="0070C0"/>
                    </a:gs>
                    <a:gs pos="50000">
                      <a:srgbClr val="8EDC23"/>
                    </a:gs>
                    <a:gs pos="25000">
                      <a:srgbClr val="FFFF00"/>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sp>
          <p:nvSpPr>
            <p:cNvPr id="104" name="テキスト ボックス 103">
              <a:extLst>
                <a:ext uri="{FF2B5EF4-FFF2-40B4-BE49-F238E27FC236}">
                  <a16:creationId xmlns:a16="http://schemas.microsoft.com/office/drawing/2014/main" id="{B9FA719F-1B7F-0A73-8A81-3814272772D0}"/>
                </a:ext>
              </a:extLst>
            </p:cNvPr>
            <p:cNvSpPr txBox="1"/>
            <p:nvPr/>
          </p:nvSpPr>
          <p:spPr>
            <a:xfrm>
              <a:off x="10088118" y="1734826"/>
              <a:ext cx="364203" cy="523220"/>
            </a:xfrm>
            <a:prstGeom prst="rect">
              <a:avLst/>
            </a:prstGeom>
            <a:noFill/>
          </p:spPr>
          <p:txBody>
            <a:bodyPr wrap="none" rtlCol="0">
              <a:spAutoFit/>
            </a:bodyPr>
            <a:lstStyle/>
            <a:p>
              <a:pPr algn="ctr"/>
              <a:r>
                <a:rPr lang="en-US" altLang="ja-JP" sz="2800" b="1">
                  <a:gradFill flip="none" rotWithShape="1">
                    <a:gsLst>
                      <a:gs pos="0">
                        <a:schemeClr val="bg1">
                          <a:lumMod val="75000"/>
                        </a:schemeClr>
                      </a:gs>
                      <a:gs pos="100000">
                        <a:schemeClr val="tx1">
                          <a:lumMod val="75000"/>
                          <a:lumOff val="25000"/>
                        </a:schemeClr>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R</a:t>
              </a:r>
              <a:endParaRPr kumimoji="1" lang="ja-JP" altLang="en-US" sz="2800" b="1" dirty="0">
                <a:gradFill flip="none" rotWithShape="1">
                  <a:gsLst>
                    <a:gs pos="0">
                      <a:schemeClr val="bg1">
                        <a:lumMod val="75000"/>
                      </a:schemeClr>
                    </a:gs>
                    <a:gs pos="100000">
                      <a:schemeClr val="tx1">
                        <a:lumMod val="75000"/>
                        <a:lumOff val="25000"/>
                      </a:schemeClr>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sp>
          <p:nvSpPr>
            <p:cNvPr id="105" name="テキスト ボックス 104">
              <a:extLst>
                <a:ext uri="{FF2B5EF4-FFF2-40B4-BE49-F238E27FC236}">
                  <a16:creationId xmlns:a16="http://schemas.microsoft.com/office/drawing/2014/main" id="{022EED59-A00C-BF41-330A-85C4C0D9427A}"/>
                </a:ext>
              </a:extLst>
            </p:cNvPr>
            <p:cNvSpPr txBox="1"/>
            <p:nvPr/>
          </p:nvSpPr>
          <p:spPr>
            <a:xfrm>
              <a:off x="9265249" y="1734826"/>
              <a:ext cx="543739" cy="523220"/>
            </a:xfrm>
            <a:prstGeom prst="rect">
              <a:avLst/>
            </a:prstGeom>
            <a:noFill/>
          </p:spPr>
          <p:txBody>
            <a:bodyPr wrap="none" rtlCol="0">
              <a:spAutoFit/>
            </a:bodyPr>
            <a:lstStyle/>
            <a:p>
              <a:pPr algn="ctr"/>
              <a:r>
                <a:rPr lang="en-US" altLang="ja-JP" sz="2800" b="1">
                  <a:ln>
                    <a:gradFill flip="none" rotWithShape="1">
                      <a:gsLst>
                        <a:gs pos="0">
                          <a:schemeClr val="accent6">
                            <a:lumMod val="67000"/>
                          </a:schemeClr>
                        </a:gs>
                        <a:gs pos="48000">
                          <a:schemeClr val="accent6">
                            <a:lumMod val="97000"/>
                            <a:lumOff val="3000"/>
                          </a:schemeClr>
                        </a:gs>
                        <a:gs pos="100000">
                          <a:schemeClr val="accent6">
                            <a:lumMod val="60000"/>
                            <a:lumOff val="40000"/>
                          </a:schemeClr>
                        </a:gs>
                      </a:gsLst>
                      <a:lin ang="16200000" scaled="1"/>
                      <a:tileRect/>
                    </a:gradFill>
                  </a:ln>
                  <a:gradFill flip="none" rotWithShape="1">
                    <a:gsLst>
                      <a:gs pos="0">
                        <a:schemeClr val="accent6">
                          <a:lumMod val="67000"/>
                        </a:schemeClr>
                      </a:gs>
                      <a:gs pos="48000">
                        <a:schemeClr val="accent6">
                          <a:lumMod val="97000"/>
                          <a:lumOff val="3000"/>
                        </a:schemeClr>
                      </a:gs>
                      <a:gs pos="100000">
                        <a:schemeClr val="bg1">
                          <a:lumMod val="75000"/>
                        </a:schemeClr>
                      </a:gs>
                    </a:gsLst>
                    <a:lin ang="1620000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SR</a:t>
              </a:r>
              <a:endParaRPr kumimoji="1" lang="ja-JP" altLang="en-US" sz="2800" b="1" dirty="0">
                <a:ln>
                  <a:gradFill flip="none" rotWithShape="1">
                    <a:gsLst>
                      <a:gs pos="0">
                        <a:schemeClr val="accent6">
                          <a:lumMod val="67000"/>
                        </a:schemeClr>
                      </a:gs>
                      <a:gs pos="48000">
                        <a:schemeClr val="accent6">
                          <a:lumMod val="97000"/>
                          <a:lumOff val="3000"/>
                        </a:schemeClr>
                      </a:gs>
                      <a:gs pos="100000">
                        <a:schemeClr val="accent6">
                          <a:lumMod val="60000"/>
                          <a:lumOff val="40000"/>
                        </a:schemeClr>
                      </a:gs>
                    </a:gsLst>
                    <a:lin ang="16200000" scaled="1"/>
                    <a:tileRect/>
                  </a:gradFill>
                </a:ln>
                <a:gradFill flip="none" rotWithShape="1">
                  <a:gsLst>
                    <a:gs pos="0">
                      <a:schemeClr val="accent6">
                        <a:lumMod val="67000"/>
                      </a:schemeClr>
                    </a:gs>
                    <a:gs pos="48000">
                      <a:schemeClr val="accent6">
                        <a:lumMod val="97000"/>
                        <a:lumOff val="3000"/>
                      </a:schemeClr>
                    </a:gs>
                    <a:gs pos="100000">
                      <a:schemeClr val="bg1">
                        <a:lumMod val="75000"/>
                      </a:schemeClr>
                    </a:gs>
                  </a:gsLst>
                  <a:lin ang="1620000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sp>
          <p:nvSpPr>
            <p:cNvPr id="106" name="テキスト ボックス 105">
              <a:extLst>
                <a:ext uri="{FF2B5EF4-FFF2-40B4-BE49-F238E27FC236}">
                  <a16:creationId xmlns:a16="http://schemas.microsoft.com/office/drawing/2014/main" id="{B1A4154C-4545-8F86-9935-953C9DDA7C27}"/>
                </a:ext>
              </a:extLst>
            </p:cNvPr>
            <p:cNvSpPr txBox="1"/>
            <p:nvPr/>
          </p:nvSpPr>
          <p:spPr>
            <a:xfrm>
              <a:off x="8878019" y="1987337"/>
              <a:ext cx="569388" cy="523220"/>
            </a:xfrm>
            <a:prstGeom prst="rect">
              <a:avLst/>
            </a:prstGeom>
            <a:noFill/>
          </p:spPr>
          <p:txBody>
            <a:bodyPr wrap="square">
              <a:spAutoFit/>
            </a:bodyPr>
            <a:lstStyle/>
            <a:p>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00.0%</a:t>
              </a:r>
              <a:endParaRPr lang="ja-JP" altLang="en-US" sz="1200">
                <a:solidFill>
                  <a:schemeClr val="tx1">
                    <a:lumMod val="85000"/>
                    <a:lumOff val="15000"/>
                  </a:schemeClr>
                </a:solidFill>
              </a:endParaRPr>
            </a:p>
          </p:txBody>
        </p:sp>
        <p:sp>
          <p:nvSpPr>
            <p:cNvPr id="107" name="テキスト ボックス 106">
              <a:extLst>
                <a:ext uri="{FF2B5EF4-FFF2-40B4-BE49-F238E27FC236}">
                  <a16:creationId xmlns:a16="http://schemas.microsoft.com/office/drawing/2014/main" id="{372C3A14-2EB4-9E6D-E013-640B2DF3EF8F}"/>
                </a:ext>
              </a:extLst>
            </p:cNvPr>
            <p:cNvSpPr txBox="1"/>
            <p:nvPr/>
          </p:nvSpPr>
          <p:spPr>
            <a:xfrm>
              <a:off x="9663695" y="1987337"/>
              <a:ext cx="569388" cy="523220"/>
            </a:xfrm>
            <a:prstGeom prst="rect">
              <a:avLst/>
            </a:prstGeom>
            <a:noFill/>
          </p:spPr>
          <p:txBody>
            <a:bodyPr wrap="square">
              <a:spAutoFit/>
            </a:bodyPr>
            <a:lstStyle/>
            <a:p>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00.0%</a:t>
              </a:r>
              <a:endParaRPr lang="ja-JP" altLang="en-US" sz="1200">
                <a:solidFill>
                  <a:schemeClr val="tx1">
                    <a:lumMod val="85000"/>
                    <a:lumOff val="15000"/>
                  </a:schemeClr>
                </a:solidFill>
              </a:endParaRPr>
            </a:p>
          </p:txBody>
        </p:sp>
        <p:sp>
          <p:nvSpPr>
            <p:cNvPr id="108" name="テキスト ボックス 107">
              <a:extLst>
                <a:ext uri="{FF2B5EF4-FFF2-40B4-BE49-F238E27FC236}">
                  <a16:creationId xmlns:a16="http://schemas.microsoft.com/office/drawing/2014/main" id="{BD1603A8-37ED-7628-B350-3ED57EAEAB5C}"/>
                </a:ext>
              </a:extLst>
            </p:cNvPr>
            <p:cNvSpPr txBox="1"/>
            <p:nvPr/>
          </p:nvSpPr>
          <p:spPr>
            <a:xfrm>
              <a:off x="10318738" y="1987337"/>
              <a:ext cx="569388" cy="523220"/>
            </a:xfrm>
            <a:prstGeom prst="rect">
              <a:avLst/>
            </a:prstGeom>
            <a:noFill/>
          </p:spPr>
          <p:txBody>
            <a:bodyPr wrap="square">
              <a:spAutoFit/>
            </a:bodyPr>
            <a:lstStyle/>
            <a:p>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00.0%</a:t>
              </a:r>
              <a:endParaRPr lang="ja-JP" altLang="en-US" sz="1200">
                <a:solidFill>
                  <a:schemeClr val="tx1">
                    <a:lumMod val="85000"/>
                    <a:lumOff val="15000"/>
                  </a:schemeClr>
                </a:solidFill>
              </a:endParaRPr>
            </a:p>
          </p:txBody>
        </p:sp>
      </p:grpSp>
      <p:grpSp>
        <p:nvGrpSpPr>
          <p:cNvPr id="128" name="グループ化 127">
            <a:extLst>
              <a:ext uri="{FF2B5EF4-FFF2-40B4-BE49-F238E27FC236}">
                <a16:creationId xmlns:a16="http://schemas.microsoft.com/office/drawing/2014/main" id="{8C440666-4FEE-17B8-0456-C4ADA3857ED2}"/>
              </a:ext>
            </a:extLst>
          </p:cNvPr>
          <p:cNvGrpSpPr/>
          <p:nvPr/>
        </p:nvGrpSpPr>
        <p:grpSpPr>
          <a:xfrm>
            <a:off x="7011521" y="4321201"/>
            <a:ext cx="3372714" cy="236362"/>
            <a:chOff x="7011521" y="4321201"/>
            <a:chExt cx="3372714" cy="236362"/>
          </a:xfrm>
        </p:grpSpPr>
        <p:sp>
          <p:nvSpPr>
            <p:cNvPr id="110" name="四角形: 角を丸くする 109">
              <a:extLst>
                <a:ext uri="{FF2B5EF4-FFF2-40B4-BE49-F238E27FC236}">
                  <a16:creationId xmlns:a16="http://schemas.microsoft.com/office/drawing/2014/main" id="{E53531BB-4674-5698-8B7B-16B13DB1DF96}"/>
                </a:ext>
              </a:extLst>
            </p:cNvPr>
            <p:cNvSpPr/>
            <p:nvPr/>
          </p:nvSpPr>
          <p:spPr>
            <a:xfrm rot="16200000">
              <a:off x="8579697" y="2753025"/>
              <a:ext cx="236362" cy="3372714"/>
            </a:xfrm>
            <a:prstGeom prst="roundRect">
              <a:avLst/>
            </a:prstGeom>
            <a:solidFill>
              <a:srgbClr val="FFA4F3"/>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26" name="四角形: 角を丸くする 125">
              <a:extLst>
                <a:ext uri="{FF2B5EF4-FFF2-40B4-BE49-F238E27FC236}">
                  <a16:creationId xmlns:a16="http://schemas.microsoft.com/office/drawing/2014/main" id="{C66A86EF-D913-75D8-85B1-1FF18B8E2EF2}"/>
                </a:ext>
              </a:extLst>
            </p:cNvPr>
            <p:cNvSpPr/>
            <p:nvPr/>
          </p:nvSpPr>
          <p:spPr>
            <a:xfrm rot="16200000">
              <a:off x="7623826" y="3752728"/>
              <a:ext cx="193695" cy="1369492"/>
            </a:xfrm>
            <a:prstGeom prst="roundRect">
              <a:avLst/>
            </a:prstGeom>
            <a:solidFill>
              <a:srgbClr val="FF6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130" name="テキスト ボックス 129">
            <a:extLst>
              <a:ext uri="{FF2B5EF4-FFF2-40B4-BE49-F238E27FC236}">
                <a16:creationId xmlns:a16="http://schemas.microsoft.com/office/drawing/2014/main" id="{BC724E5E-E7B6-4ACB-E223-AD20E15DEAF4}"/>
              </a:ext>
            </a:extLst>
          </p:cNvPr>
          <p:cNvSpPr txBox="1"/>
          <p:nvPr/>
        </p:nvSpPr>
        <p:spPr>
          <a:xfrm>
            <a:off x="8863300" y="3647201"/>
            <a:ext cx="1723549" cy="584775"/>
          </a:xfrm>
          <a:prstGeom prst="rect">
            <a:avLst/>
          </a:prstGeom>
          <a:noFill/>
        </p:spPr>
        <p:txBody>
          <a:bodyPr wrap="none" rtlCol="0">
            <a:spAutoFit/>
          </a:bodyPr>
          <a:lstStyle/>
          <a:p>
            <a:pPr algn="ctr"/>
            <a:r>
              <a:rPr lang="ja-JP" altLang="en-US" sz="28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製造</a:t>
            </a:r>
            <a:r>
              <a:rPr lang="en-US" altLang="ja-JP" sz="32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Lv00</a:t>
            </a:r>
            <a:endParaRPr kumimoji="1" lang="ja-JP" altLang="en-US" sz="3200"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32" name="二等辺三角形 131">
            <a:extLst>
              <a:ext uri="{FF2B5EF4-FFF2-40B4-BE49-F238E27FC236}">
                <a16:creationId xmlns:a16="http://schemas.microsoft.com/office/drawing/2014/main" id="{0B48D16E-C812-8869-A445-9155EFFA9411}"/>
              </a:ext>
            </a:extLst>
          </p:cNvPr>
          <p:cNvSpPr/>
          <p:nvPr/>
        </p:nvSpPr>
        <p:spPr>
          <a:xfrm rot="5400000" flipH="1">
            <a:off x="8498484" y="3845015"/>
            <a:ext cx="482924" cy="288387"/>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95000"/>
                  <a:lumOff val="5000"/>
                </a:schemeClr>
              </a:solidFill>
              <a:latin typeface="原稿用標準書体" panose="03000503000000000000" pitchFamily="66" charset="-128"/>
              <a:ea typeface="原稿用標準書体" panose="03000503000000000000" pitchFamily="66" charset="-128"/>
            </a:endParaRPr>
          </a:p>
        </p:txBody>
      </p:sp>
      <p:grpSp>
        <p:nvGrpSpPr>
          <p:cNvPr id="149" name="グループ化 148">
            <a:extLst>
              <a:ext uri="{FF2B5EF4-FFF2-40B4-BE49-F238E27FC236}">
                <a16:creationId xmlns:a16="http://schemas.microsoft.com/office/drawing/2014/main" id="{83F4EC3E-78DB-BCFA-7BED-592AE0617F65}"/>
              </a:ext>
            </a:extLst>
          </p:cNvPr>
          <p:cNvGrpSpPr/>
          <p:nvPr/>
        </p:nvGrpSpPr>
        <p:grpSpPr>
          <a:xfrm>
            <a:off x="1274979" y="3301022"/>
            <a:ext cx="1190920" cy="1529862"/>
            <a:chOff x="1657536" y="3312348"/>
            <a:chExt cx="1190920" cy="1529862"/>
          </a:xfrm>
        </p:grpSpPr>
        <p:grpSp>
          <p:nvGrpSpPr>
            <p:cNvPr id="136" name="グループ化 135">
              <a:extLst>
                <a:ext uri="{FF2B5EF4-FFF2-40B4-BE49-F238E27FC236}">
                  <a16:creationId xmlns:a16="http://schemas.microsoft.com/office/drawing/2014/main" id="{6080AA9B-3444-53B5-B09F-D6923C6ECAD6}"/>
                </a:ext>
              </a:extLst>
            </p:cNvPr>
            <p:cNvGrpSpPr/>
            <p:nvPr/>
          </p:nvGrpSpPr>
          <p:grpSpPr>
            <a:xfrm>
              <a:off x="1657536" y="3312348"/>
              <a:ext cx="1190920" cy="1529862"/>
              <a:chOff x="1063284" y="1905266"/>
              <a:chExt cx="2372751" cy="1839427"/>
            </a:xfrm>
          </p:grpSpPr>
          <p:sp>
            <p:nvSpPr>
              <p:cNvPr id="137" name="四角形: 上の 2 つの角を丸める 136">
                <a:extLst>
                  <a:ext uri="{FF2B5EF4-FFF2-40B4-BE49-F238E27FC236}">
                    <a16:creationId xmlns:a16="http://schemas.microsoft.com/office/drawing/2014/main" id="{1B86C024-9086-A411-2A7D-B2D0911AAD25}"/>
                  </a:ext>
                </a:extLst>
              </p:cNvPr>
              <p:cNvSpPr/>
              <p:nvPr/>
            </p:nvSpPr>
            <p:spPr>
              <a:xfrm>
                <a:off x="1063284" y="1905266"/>
                <a:ext cx="2372751" cy="647733"/>
              </a:xfrm>
              <a:prstGeom prst="round2SameRect">
                <a:avLst/>
              </a:prstGeom>
              <a:solidFill>
                <a:srgbClr val="FF66FF">
                  <a:alpha val="9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8" name="四角形: 上の 2 つの角を丸める 137">
                <a:extLst>
                  <a:ext uri="{FF2B5EF4-FFF2-40B4-BE49-F238E27FC236}">
                    <a16:creationId xmlns:a16="http://schemas.microsoft.com/office/drawing/2014/main" id="{144E9695-D0CB-9C57-4CA2-C4E7719ACA55}"/>
                  </a:ext>
                </a:extLst>
              </p:cNvPr>
              <p:cNvSpPr/>
              <p:nvPr/>
            </p:nvSpPr>
            <p:spPr>
              <a:xfrm flipV="1">
                <a:off x="1063284" y="2552999"/>
                <a:ext cx="2372751" cy="1191694"/>
              </a:xfrm>
              <a:prstGeom prst="round2SameRect">
                <a:avLst>
                  <a:gd name="adj1" fmla="val 12104"/>
                  <a:gd name="adj2" fmla="val 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139" name="図 138">
              <a:extLst>
                <a:ext uri="{FF2B5EF4-FFF2-40B4-BE49-F238E27FC236}">
                  <a16:creationId xmlns:a16="http://schemas.microsoft.com/office/drawing/2014/main" id="{945984AA-10D0-54E8-8F6E-B9D363228319}"/>
                </a:ext>
              </a:extLst>
            </p:cNvPr>
            <p:cNvPicPr>
              <a:picLocks noChangeAspect="1"/>
            </p:cNvPicPr>
            <p:nvPr/>
          </p:nvPicPr>
          <p:blipFill>
            <a:blip r:embed="rId3">
              <a:biLevel thresh="50000"/>
              <a:extLst>
                <a:ext uri="{28A0092B-C50C-407E-A947-70E740481C1C}">
                  <a14:useLocalDpi xmlns:a14="http://schemas.microsoft.com/office/drawing/2010/main" val="0"/>
                </a:ext>
              </a:extLst>
            </a:blip>
            <a:srcRect l="14083" t="10604" r="55105" b="45782"/>
            <a:stretch>
              <a:fillRect/>
            </a:stretch>
          </p:blipFill>
          <p:spPr>
            <a:xfrm>
              <a:off x="1807765" y="3879205"/>
              <a:ext cx="890462" cy="945323"/>
            </a:xfrm>
            <a:prstGeom prst="rect">
              <a:avLst/>
            </a:prstGeom>
          </p:spPr>
        </p:pic>
        <p:sp>
          <p:nvSpPr>
            <p:cNvPr id="140" name="楕円 139">
              <a:extLst>
                <a:ext uri="{FF2B5EF4-FFF2-40B4-BE49-F238E27FC236}">
                  <a16:creationId xmlns:a16="http://schemas.microsoft.com/office/drawing/2014/main" id="{EDC44F8F-D4BC-B4FD-A03E-4A7A5232BA19}"/>
                </a:ext>
              </a:extLst>
            </p:cNvPr>
            <p:cNvSpPr/>
            <p:nvPr/>
          </p:nvSpPr>
          <p:spPr>
            <a:xfrm>
              <a:off x="1757018" y="3349122"/>
              <a:ext cx="454282" cy="454282"/>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41" name="テキスト ボックス 140">
              <a:extLst>
                <a:ext uri="{FF2B5EF4-FFF2-40B4-BE49-F238E27FC236}">
                  <a16:creationId xmlns:a16="http://schemas.microsoft.com/office/drawing/2014/main" id="{892A707B-5E27-22F7-3B01-E9E7628F32B4}"/>
                </a:ext>
              </a:extLst>
            </p:cNvPr>
            <p:cNvSpPr txBox="1"/>
            <p:nvPr/>
          </p:nvSpPr>
          <p:spPr>
            <a:xfrm>
              <a:off x="2192882" y="3376208"/>
              <a:ext cx="569388" cy="400110"/>
            </a:xfrm>
            <a:prstGeom prst="rect">
              <a:avLst/>
            </a:prstGeom>
            <a:noFill/>
          </p:spPr>
          <p:txBody>
            <a:bodyPr wrap="none" rtlCol="0">
              <a:spAutoFit/>
            </a:bodyPr>
            <a:lstStyle/>
            <a:p>
              <a:pPr algn="ctr"/>
              <a:r>
                <a:rPr lang="en-US" altLang="ja-JP" sz="2000" b="1">
                  <a:ln>
                    <a:gradFill flip="none" rotWithShape="1">
                      <a:gsLst>
                        <a:gs pos="25000">
                          <a:srgbClr val="FFFF00"/>
                        </a:gs>
                        <a:gs pos="0">
                          <a:srgbClr val="FF0000"/>
                        </a:gs>
                        <a:gs pos="50000">
                          <a:srgbClr val="00B050"/>
                        </a:gs>
                        <a:gs pos="75000">
                          <a:srgbClr val="0070C0"/>
                        </a:gs>
                        <a:gs pos="100000">
                          <a:schemeClr val="accent6"/>
                        </a:gs>
                      </a:gsLst>
                      <a:lin ang="0" scaled="1"/>
                      <a:tileRect/>
                    </a:gradFill>
                  </a:ln>
                  <a:gradFill flip="none" rotWithShape="1">
                    <a:gsLst>
                      <a:gs pos="0">
                        <a:srgbClr val="FF0000">
                          <a:lumMod val="97000"/>
                          <a:lumOff val="3000"/>
                        </a:srgbClr>
                      </a:gs>
                      <a:gs pos="100000">
                        <a:srgbClr val="7030A0"/>
                      </a:gs>
                      <a:gs pos="75000">
                        <a:srgbClr val="0070C0"/>
                      </a:gs>
                      <a:gs pos="50000">
                        <a:srgbClr val="8EDC23"/>
                      </a:gs>
                      <a:gs pos="25000">
                        <a:srgbClr val="FFFF00"/>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SSR</a:t>
              </a:r>
              <a:endParaRPr kumimoji="1" lang="ja-JP" altLang="en-US" sz="2000" b="1" dirty="0">
                <a:ln>
                  <a:gradFill flip="none" rotWithShape="1">
                    <a:gsLst>
                      <a:gs pos="25000">
                        <a:srgbClr val="FFFF00"/>
                      </a:gs>
                      <a:gs pos="0">
                        <a:srgbClr val="FF0000"/>
                      </a:gs>
                      <a:gs pos="50000">
                        <a:srgbClr val="00B050"/>
                      </a:gs>
                      <a:gs pos="75000">
                        <a:srgbClr val="0070C0"/>
                      </a:gs>
                      <a:gs pos="100000">
                        <a:schemeClr val="accent6"/>
                      </a:gs>
                    </a:gsLst>
                    <a:lin ang="0" scaled="1"/>
                    <a:tileRect/>
                  </a:gradFill>
                </a:ln>
                <a:gradFill flip="none" rotWithShape="1">
                  <a:gsLst>
                    <a:gs pos="0">
                      <a:srgbClr val="FF0000">
                        <a:lumMod val="97000"/>
                        <a:lumOff val="3000"/>
                      </a:srgbClr>
                    </a:gs>
                    <a:gs pos="100000">
                      <a:srgbClr val="7030A0"/>
                    </a:gs>
                    <a:gs pos="75000">
                      <a:srgbClr val="0070C0"/>
                    </a:gs>
                    <a:gs pos="50000">
                      <a:srgbClr val="8EDC23"/>
                    </a:gs>
                    <a:gs pos="25000">
                      <a:srgbClr val="FFFF00"/>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grpSp>
      <p:grpSp>
        <p:nvGrpSpPr>
          <p:cNvPr id="148" name="グループ化 147">
            <a:extLst>
              <a:ext uri="{FF2B5EF4-FFF2-40B4-BE49-F238E27FC236}">
                <a16:creationId xmlns:a16="http://schemas.microsoft.com/office/drawing/2014/main" id="{C74B24B6-D256-BF32-B0ED-79B790541C1E}"/>
              </a:ext>
            </a:extLst>
          </p:cNvPr>
          <p:cNvGrpSpPr/>
          <p:nvPr/>
        </p:nvGrpSpPr>
        <p:grpSpPr>
          <a:xfrm>
            <a:off x="2697935" y="3301022"/>
            <a:ext cx="1190920" cy="1589509"/>
            <a:chOff x="3148670" y="3302233"/>
            <a:chExt cx="1190920" cy="1589509"/>
          </a:xfrm>
        </p:grpSpPr>
        <p:grpSp>
          <p:nvGrpSpPr>
            <p:cNvPr id="142" name="グループ化 141">
              <a:extLst>
                <a:ext uri="{FF2B5EF4-FFF2-40B4-BE49-F238E27FC236}">
                  <a16:creationId xmlns:a16="http://schemas.microsoft.com/office/drawing/2014/main" id="{9B91F154-E13C-8293-4CE8-84AAE0CCB2D8}"/>
                </a:ext>
              </a:extLst>
            </p:cNvPr>
            <p:cNvGrpSpPr/>
            <p:nvPr/>
          </p:nvGrpSpPr>
          <p:grpSpPr>
            <a:xfrm>
              <a:off x="3148670" y="3302233"/>
              <a:ext cx="1190920" cy="1589509"/>
              <a:chOff x="1063284" y="1905266"/>
              <a:chExt cx="2372751" cy="1911144"/>
            </a:xfrm>
          </p:grpSpPr>
          <p:sp>
            <p:nvSpPr>
              <p:cNvPr id="143" name="四角形: 上の 2 つの角を丸める 142">
                <a:extLst>
                  <a:ext uri="{FF2B5EF4-FFF2-40B4-BE49-F238E27FC236}">
                    <a16:creationId xmlns:a16="http://schemas.microsoft.com/office/drawing/2014/main" id="{3A03828A-2E15-8556-F903-D4F8F4F5F50E}"/>
                  </a:ext>
                </a:extLst>
              </p:cNvPr>
              <p:cNvSpPr/>
              <p:nvPr/>
            </p:nvSpPr>
            <p:spPr>
              <a:xfrm>
                <a:off x="1063284" y="1905266"/>
                <a:ext cx="2372751" cy="647733"/>
              </a:xfrm>
              <a:prstGeom prst="round2SameRect">
                <a:avLst/>
              </a:prstGeom>
              <a:solidFill>
                <a:srgbClr val="FF66FF">
                  <a:alpha val="9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4" name="四角形: 上の 2 つの角を丸める 143">
                <a:extLst>
                  <a:ext uri="{FF2B5EF4-FFF2-40B4-BE49-F238E27FC236}">
                    <a16:creationId xmlns:a16="http://schemas.microsoft.com/office/drawing/2014/main" id="{D1E5E428-D1CD-9223-3BC3-388CA4D4B005}"/>
                  </a:ext>
                </a:extLst>
              </p:cNvPr>
              <p:cNvSpPr/>
              <p:nvPr/>
            </p:nvSpPr>
            <p:spPr>
              <a:xfrm flipV="1">
                <a:off x="1063284" y="2552997"/>
                <a:ext cx="2372751" cy="1263413"/>
              </a:xfrm>
              <a:prstGeom prst="round2SameRect">
                <a:avLst>
                  <a:gd name="adj1" fmla="val 12104"/>
                  <a:gd name="adj2" fmla="val 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145" name="図 144">
              <a:extLst>
                <a:ext uri="{FF2B5EF4-FFF2-40B4-BE49-F238E27FC236}">
                  <a16:creationId xmlns:a16="http://schemas.microsoft.com/office/drawing/2014/main" id="{21A577EE-CE54-4CCE-E1C2-740B76F1DF53}"/>
                </a:ext>
              </a:extLst>
            </p:cNvPr>
            <p:cNvPicPr>
              <a:picLocks noChangeAspect="1"/>
            </p:cNvPicPr>
            <p:nvPr/>
          </p:nvPicPr>
          <p:blipFill>
            <a:blip r:embed="rId3">
              <a:biLevel thresh="50000"/>
              <a:extLst>
                <a:ext uri="{28A0092B-C50C-407E-A947-70E740481C1C}">
                  <a14:useLocalDpi xmlns:a14="http://schemas.microsoft.com/office/drawing/2010/main" val="0"/>
                </a:ext>
              </a:extLst>
            </a:blip>
            <a:srcRect l="14083" t="10604" r="55105" b="45782"/>
            <a:stretch>
              <a:fillRect/>
            </a:stretch>
          </p:blipFill>
          <p:spPr>
            <a:xfrm>
              <a:off x="3298899" y="3869090"/>
              <a:ext cx="890462" cy="945323"/>
            </a:xfrm>
            <a:prstGeom prst="rect">
              <a:avLst/>
            </a:prstGeom>
          </p:spPr>
        </p:pic>
        <p:sp>
          <p:nvSpPr>
            <p:cNvPr id="146" name="楕円 145">
              <a:extLst>
                <a:ext uri="{FF2B5EF4-FFF2-40B4-BE49-F238E27FC236}">
                  <a16:creationId xmlns:a16="http://schemas.microsoft.com/office/drawing/2014/main" id="{F4766A9F-18C7-E740-064B-890D0BACB211}"/>
                </a:ext>
              </a:extLst>
            </p:cNvPr>
            <p:cNvSpPr/>
            <p:nvPr/>
          </p:nvSpPr>
          <p:spPr>
            <a:xfrm>
              <a:off x="3248152" y="3339007"/>
              <a:ext cx="454282" cy="454282"/>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47" name="テキスト ボックス 146">
              <a:extLst>
                <a:ext uri="{FF2B5EF4-FFF2-40B4-BE49-F238E27FC236}">
                  <a16:creationId xmlns:a16="http://schemas.microsoft.com/office/drawing/2014/main" id="{C58F079C-3107-71C3-652B-F3BBFD771A7F}"/>
                </a:ext>
              </a:extLst>
            </p:cNvPr>
            <p:cNvSpPr txBox="1"/>
            <p:nvPr/>
          </p:nvSpPr>
          <p:spPr>
            <a:xfrm>
              <a:off x="3748215" y="3362162"/>
              <a:ext cx="441146" cy="400110"/>
            </a:xfrm>
            <a:prstGeom prst="rect">
              <a:avLst/>
            </a:prstGeom>
            <a:noFill/>
          </p:spPr>
          <p:txBody>
            <a:bodyPr wrap="none" rtlCol="0">
              <a:spAutoFit/>
            </a:bodyPr>
            <a:lstStyle/>
            <a:p>
              <a:pPr algn="ctr"/>
              <a:r>
                <a:rPr lang="en-US" altLang="ja-JP" sz="2000" b="1">
                  <a:ln>
                    <a:gradFill flip="none" rotWithShape="1">
                      <a:gsLst>
                        <a:gs pos="0">
                          <a:schemeClr val="accent6">
                            <a:lumMod val="67000"/>
                          </a:schemeClr>
                        </a:gs>
                        <a:gs pos="48000">
                          <a:schemeClr val="accent6">
                            <a:lumMod val="97000"/>
                            <a:lumOff val="3000"/>
                          </a:schemeClr>
                        </a:gs>
                        <a:gs pos="100000">
                          <a:schemeClr val="accent6">
                            <a:lumMod val="60000"/>
                            <a:lumOff val="40000"/>
                          </a:schemeClr>
                        </a:gs>
                      </a:gsLst>
                      <a:lin ang="16200000" scaled="1"/>
                      <a:tileRect/>
                    </a:gradFill>
                  </a:ln>
                  <a:gradFill flip="none" rotWithShape="1">
                    <a:gsLst>
                      <a:gs pos="0">
                        <a:schemeClr val="accent6">
                          <a:lumMod val="67000"/>
                        </a:schemeClr>
                      </a:gs>
                      <a:gs pos="48000">
                        <a:schemeClr val="accent6">
                          <a:lumMod val="97000"/>
                          <a:lumOff val="3000"/>
                        </a:schemeClr>
                      </a:gs>
                      <a:gs pos="100000">
                        <a:schemeClr val="bg1">
                          <a:lumMod val="75000"/>
                        </a:schemeClr>
                      </a:gs>
                    </a:gsLst>
                    <a:lin ang="1620000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SR</a:t>
              </a:r>
              <a:endParaRPr kumimoji="1" lang="ja-JP" altLang="en-US" sz="2000" b="1" dirty="0">
                <a:ln>
                  <a:gradFill flip="none" rotWithShape="1">
                    <a:gsLst>
                      <a:gs pos="0">
                        <a:schemeClr val="accent6">
                          <a:lumMod val="67000"/>
                        </a:schemeClr>
                      </a:gs>
                      <a:gs pos="48000">
                        <a:schemeClr val="accent6">
                          <a:lumMod val="97000"/>
                          <a:lumOff val="3000"/>
                        </a:schemeClr>
                      </a:gs>
                      <a:gs pos="100000">
                        <a:schemeClr val="accent6">
                          <a:lumMod val="60000"/>
                          <a:lumOff val="40000"/>
                        </a:schemeClr>
                      </a:gs>
                    </a:gsLst>
                    <a:lin ang="16200000" scaled="1"/>
                    <a:tileRect/>
                  </a:gradFill>
                </a:ln>
                <a:gradFill flip="none" rotWithShape="1">
                  <a:gsLst>
                    <a:gs pos="0">
                      <a:schemeClr val="accent6">
                        <a:lumMod val="67000"/>
                      </a:schemeClr>
                    </a:gs>
                    <a:gs pos="48000">
                      <a:schemeClr val="accent6">
                        <a:lumMod val="97000"/>
                        <a:lumOff val="3000"/>
                      </a:schemeClr>
                    </a:gs>
                    <a:gs pos="100000">
                      <a:schemeClr val="bg1">
                        <a:lumMod val="75000"/>
                      </a:schemeClr>
                    </a:gs>
                  </a:gsLst>
                  <a:lin ang="1620000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grpSp>
      <p:grpSp>
        <p:nvGrpSpPr>
          <p:cNvPr id="150" name="グループ化 149">
            <a:extLst>
              <a:ext uri="{FF2B5EF4-FFF2-40B4-BE49-F238E27FC236}">
                <a16:creationId xmlns:a16="http://schemas.microsoft.com/office/drawing/2014/main" id="{B867A930-2CDF-9B16-5687-9328572FA92C}"/>
              </a:ext>
            </a:extLst>
          </p:cNvPr>
          <p:cNvGrpSpPr/>
          <p:nvPr/>
        </p:nvGrpSpPr>
        <p:grpSpPr>
          <a:xfrm>
            <a:off x="4120891" y="3301022"/>
            <a:ext cx="1190920" cy="1529860"/>
            <a:chOff x="8627147" y="4353147"/>
            <a:chExt cx="1190920" cy="1529860"/>
          </a:xfrm>
        </p:grpSpPr>
        <p:grpSp>
          <p:nvGrpSpPr>
            <p:cNvPr id="151" name="グループ化 150">
              <a:extLst>
                <a:ext uri="{FF2B5EF4-FFF2-40B4-BE49-F238E27FC236}">
                  <a16:creationId xmlns:a16="http://schemas.microsoft.com/office/drawing/2014/main" id="{26DBAEA5-6D2B-7A41-72FA-877C6CD2F235}"/>
                </a:ext>
              </a:extLst>
            </p:cNvPr>
            <p:cNvGrpSpPr/>
            <p:nvPr/>
          </p:nvGrpSpPr>
          <p:grpSpPr>
            <a:xfrm>
              <a:off x="8627147" y="4353147"/>
              <a:ext cx="1190920" cy="1529860"/>
              <a:chOff x="1063284" y="1905266"/>
              <a:chExt cx="2372751" cy="1839425"/>
            </a:xfrm>
          </p:grpSpPr>
          <p:sp>
            <p:nvSpPr>
              <p:cNvPr id="155" name="四角形: 上の 2 つの角を丸める 154">
                <a:extLst>
                  <a:ext uri="{FF2B5EF4-FFF2-40B4-BE49-F238E27FC236}">
                    <a16:creationId xmlns:a16="http://schemas.microsoft.com/office/drawing/2014/main" id="{54C0B47D-7358-BA9D-4980-7F07C118F37B}"/>
                  </a:ext>
                </a:extLst>
              </p:cNvPr>
              <p:cNvSpPr/>
              <p:nvPr/>
            </p:nvSpPr>
            <p:spPr>
              <a:xfrm>
                <a:off x="1063284" y="1905266"/>
                <a:ext cx="2372751" cy="647733"/>
              </a:xfrm>
              <a:prstGeom prst="round2SameRect">
                <a:avLst/>
              </a:prstGeom>
              <a:solidFill>
                <a:srgbClr val="FF66FF">
                  <a:alpha val="9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6" name="四角形: 上の 2 つの角を丸める 155">
                <a:extLst>
                  <a:ext uri="{FF2B5EF4-FFF2-40B4-BE49-F238E27FC236}">
                    <a16:creationId xmlns:a16="http://schemas.microsoft.com/office/drawing/2014/main" id="{C4B4D957-1F7E-78A3-AF59-F261DF8C942D}"/>
                  </a:ext>
                </a:extLst>
              </p:cNvPr>
              <p:cNvSpPr/>
              <p:nvPr/>
            </p:nvSpPr>
            <p:spPr>
              <a:xfrm flipV="1">
                <a:off x="1063284" y="2552997"/>
                <a:ext cx="2372751" cy="1191694"/>
              </a:xfrm>
              <a:prstGeom prst="round2SameRect">
                <a:avLst>
                  <a:gd name="adj1" fmla="val 12104"/>
                  <a:gd name="adj2" fmla="val 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152" name="図 151">
              <a:extLst>
                <a:ext uri="{FF2B5EF4-FFF2-40B4-BE49-F238E27FC236}">
                  <a16:creationId xmlns:a16="http://schemas.microsoft.com/office/drawing/2014/main" id="{9ADC6517-3FF7-F3D4-BF7D-C72FEC15A532}"/>
                </a:ext>
              </a:extLst>
            </p:cNvPr>
            <p:cNvPicPr>
              <a:picLocks noChangeAspect="1"/>
            </p:cNvPicPr>
            <p:nvPr/>
          </p:nvPicPr>
          <p:blipFill>
            <a:blip r:embed="rId3">
              <a:biLevel thresh="50000"/>
              <a:extLst>
                <a:ext uri="{28A0092B-C50C-407E-A947-70E740481C1C}">
                  <a14:useLocalDpi xmlns:a14="http://schemas.microsoft.com/office/drawing/2010/main" val="0"/>
                </a:ext>
              </a:extLst>
            </a:blip>
            <a:srcRect l="14083" t="10604" r="55105" b="45782"/>
            <a:stretch>
              <a:fillRect/>
            </a:stretch>
          </p:blipFill>
          <p:spPr>
            <a:xfrm>
              <a:off x="8777376" y="4920004"/>
              <a:ext cx="890462" cy="945323"/>
            </a:xfrm>
            <a:prstGeom prst="rect">
              <a:avLst/>
            </a:prstGeom>
          </p:spPr>
        </p:pic>
        <p:sp>
          <p:nvSpPr>
            <p:cNvPr id="153" name="楕円 152">
              <a:extLst>
                <a:ext uri="{FF2B5EF4-FFF2-40B4-BE49-F238E27FC236}">
                  <a16:creationId xmlns:a16="http://schemas.microsoft.com/office/drawing/2014/main" id="{99891C8B-CECF-8F09-6200-E3ED19D5EDE6}"/>
                </a:ext>
              </a:extLst>
            </p:cNvPr>
            <p:cNvSpPr/>
            <p:nvPr/>
          </p:nvSpPr>
          <p:spPr>
            <a:xfrm>
              <a:off x="8726629" y="4389921"/>
              <a:ext cx="454282" cy="454282"/>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54" name="テキスト ボックス 153">
              <a:extLst>
                <a:ext uri="{FF2B5EF4-FFF2-40B4-BE49-F238E27FC236}">
                  <a16:creationId xmlns:a16="http://schemas.microsoft.com/office/drawing/2014/main" id="{DC0A21C5-2668-8F54-FC72-91EABB95C576}"/>
                </a:ext>
              </a:extLst>
            </p:cNvPr>
            <p:cNvSpPr txBox="1"/>
            <p:nvPr/>
          </p:nvSpPr>
          <p:spPr>
            <a:xfrm>
              <a:off x="9290734" y="4417007"/>
              <a:ext cx="312906" cy="400110"/>
            </a:xfrm>
            <a:prstGeom prst="rect">
              <a:avLst/>
            </a:prstGeom>
            <a:noFill/>
          </p:spPr>
          <p:txBody>
            <a:bodyPr wrap="none" rtlCol="0">
              <a:spAutoFit/>
            </a:bodyPr>
            <a:lstStyle/>
            <a:p>
              <a:pPr algn="ctr"/>
              <a:r>
                <a:rPr lang="en-US" altLang="ja-JP" sz="2000" b="1">
                  <a:gradFill flip="none" rotWithShape="1">
                    <a:gsLst>
                      <a:gs pos="0">
                        <a:schemeClr val="bg1">
                          <a:lumMod val="75000"/>
                        </a:schemeClr>
                      </a:gs>
                      <a:gs pos="100000">
                        <a:schemeClr val="tx1">
                          <a:lumMod val="75000"/>
                          <a:lumOff val="25000"/>
                        </a:schemeClr>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R</a:t>
              </a:r>
              <a:endParaRPr kumimoji="1" lang="ja-JP" altLang="en-US" sz="2000" b="1" dirty="0">
                <a:gradFill flip="none" rotWithShape="1">
                  <a:gsLst>
                    <a:gs pos="0">
                      <a:schemeClr val="bg1">
                        <a:lumMod val="75000"/>
                      </a:schemeClr>
                    </a:gs>
                    <a:gs pos="100000">
                      <a:schemeClr val="tx1">
                        <a:lumMod val="75000"/>
                        <a:lumOff val="25000"/>
                      </a:schemeClr>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grpSp>
      <p:sp>
        <p:nvSpPr>
          <p:cNvPr id="158" name="四角形: 上の 2 つの角を丸める 157">
            <a:extLst>
              <a:ext uri="{FF2B5EF4-FFF2-40B4-BE49-F238E27FC236}">
                <a16:creationId xmlns:a16="http://schemas.microsoft.com/office/drawing/2014/main" id="{492C1B5A-9D93-D06A-536B-D3454E7CC344}"/>
              </a:ext>
            </a:extLst>
          </p:cNvPr>
          <p:cNvSpPr/>
          <p:nvPr/>
        </p:nvSpPr>
        <p:spPr>
          <a:xfrm flipV="1">
            <a:off x="4120891" y="4792399"/>
            <a:ext cx="1190920" cy="538723"/>
          </a:xfrm>
          <a:prstGeom prst="round2SameRect">
            <a:avLst/>
          </a:prstGeom>
          <a:solidFill>
            <a:srgbClr val="FF66FF">
              <a:alpha val="9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0" name="四角形: 上の 2 つの角を丸める 159">
            <a:extLst>
              <a:ext uri="{FF2B5EF4-FFF2-40B4-BE49-F238E27FC236}">
                <a16:creationId xmlns:a16="http://schemas.microsoft.com/office/drawing/2014/main" id="{7BB9DC6A-9F86-4835-4941-74A6EFA6BC20}"/>
              </a:ext>
            </a:extLst>
          </p:cNvPr>
          <p:cNvSpPr/>
          <p:nvPr/>
        </p:nvSpPr>
        <p:spPr>
          <a:xfrm flipV="1">
            <a:off x="2704781" y="4788616"/>
            <a:ext cx="1190920" cy="538723"/>
          </a:xfrm>
          <a:prstGeom prst="round2SameRect">
            <a:avLst/>
          </a:prstGeom>
          <a:solidFill>
            <a:srgbClr val="FF66FF">
              <a:alpha val="9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2" name="四角形: 上の 2 つの角を丸める 161">
            <a:extLst>
              <a:ext uri="{FF2B5EF4-FFF2-40B4-BE49-F238E27FC236}">
                <a16:creationId xmlns:a16="http://schemas.microsoft.com/office/drawing/2014/main" id="{0B6F66A7-E025-78DA-66AE-2ECAC9C3DD39}"/>
              </a:ext>
            </a:extLst>
          </p:cNvPr>
          <p:cNvSpPr/>
          <p:nvPr/>
        </p:nvSpPr>
        <p:spPr>
          <a:xfrm flipV="1">
            <a:off x="1279340" y="4788615"/>
            <a:ext cx="1190920" cy="538723"/>
          </a:xfrm>
          <a:prstGeom prst="round2SameRect">
            <a:avLst/>
          </a:prstGeom>
          <a:solidFill>
            <a:srgbClr val="FF66FF">
              <a:alpha val="9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4" name="テキスト ボックス 163">
            <a:extLst>
              <a:ext uri="{FF2B5EF4-FFF2-40B4-BE49-F238E27FC236}">
                <a16:creationId xmlns:a16="http://schemas.microsoft.com/office/drawing/2014/main" id="{AAE22636-2A6B-DAFD-4A94-7F616DAE6F9A}"/>
              </a:ext>
            </a:extLst>
          </p:cNvPr>
          <p:cNvSpPr txBox="1"/>
          <p:nvPr/>
        </p:nvSpPr>
        <p:spPr>
          <a:xfrm>
            <a:off x="4316242" y="4802935"/>
            <a:ext cx="800219" cy="461665"/>
          </a:xfrm>
          <a:prstGeom prst="rect">
            <a:avLst/>
          </a:prstGeom>
          <a:noFill/>
        </p:spPr>
        <p:txBody>
          <a:bodyPr wrap="none" rtlCol="0">
            <a:spAutoFit/>
          </a:bodyPr>
          <a:lstStyle/>
          <a:p>
            <a:pPr algn="ctr"/>
            <a:r>
              <a:rPr lang="en-US" altLang="ja-JP"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×02</a:t>
            </a:r>
            <a:endParaRPr kumimoji="1"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66" name="テキスト ボックス 165">
            <a:extLst>
              <a:ext uri="{FF2B5EF4-FFF2-40B4-BE49-F238E27FC236}">
                <a16:creationId xmlns:a16="http://schemas.microsoft.com/office/drawing/2014/main" id="{3759EE9C-5394-4CEA-9EE8-F1935C1526E4}"/>
              </a:ext>
            </a:extLst>
          </p:cNvPr>
          <p:cNvSpPr txBox="1"/>
          <p:nvPr/>
        </p:nvSpPr>
        <p:spPr>
          <a:xfrm>
            <a:off x="2900132" y="4802935"/>
            <a:ext cx="800219" cy="461665"/>
          </a:xfrm>
          <a:prstGeom prst="rect">
            <a:avLst/>
          </a:prstGeom>
          <a:noFill/>
        </p:spPr>
        <p:txBody>
          <a:bodyPr wrap="none" rtlCol="0">
            <a:spAutoFit/>
          </a:bodyPr>
          <a:lstStyle/>
          <a:p>
            <a:pPr algn="ctr"/>
            <a:r>
              <a:rPr lang="en-US" altLang="ja-JP"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×01</a:t>
            </a:r>
            <a:endParaRPr kumimoji="1"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68" name="テキスト ボックス 167">
            <a:extLst>
              <a:ext uri="{FF2B5EF4-FFF2-40B4-BE49-F238E27FC236}">
                <a16:creationId xmlns:a16="http://schemas.microsoft.com/office/drawing/2014/main" id="{E120B1AE-0E07-2D63-E3FA-26169B05C973}"/>
              </a:ext>
            </a:extLst>
          </p:cNvPr>
          <p:cNvSpPr txBox="1"/>
          <p:nvPr/>
        </p:nvSpPr>
        <p:spPr>
          <a:xfrm>
            <a:off x="1474691" y="4802935"/>
            <a:ext cx="800219" cy="461665"/>
          </a:xfrm>
          <a:prstGeom prst="rect">
            <a:avLst/>
          </a:prstGeom>
          <a:noFill/>
        </p:spPr>
        <p:txBody>
          <a:bodyPr wrap="none" rtlCol="0">
            <a:spAutoFit/>
          </a:bodyPr>
          <a:lstStyle/>
          <a:p>
            <a:pPr algn="ctr"/>
            <a:r>
              <a:rPr lang="en-US" altLang="ja-JP"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×01</a:t>
            </a:r>
            <a:endParaRPr kumimoji="1"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Tree>
    <p:extLst>
      <p:ext uri="{BB962C8B-B14F-4D97-AF65-F5344CB8AC3E}">
        <p14:creationId xmlns:p14="http://schemas.microsoft.com/office/powerpoint/2010/main" val="3083703753"/>
      </p:ext>
    </p:extLst>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p:bg>
      <p:bgPr>
        <a:solidFill>
          <a:schemeClr val="tx1">
            <a:lumMod val="95000"/>
            <a:lumOff val="5000"/>
          </a:schemeClr>
        </a:solidFill>
        <a:effectLst/>
      </p:bgPr>
    </p:bg>
    <p:spTree>
      <p:nvGrpSpPr>
        <p:cNvPr id="1" name="">
          <a:extLst>
            <a:ext uri="{FF2B5EF4-FFF2-40B4-BE49-F238E27FC236}">
              <a16:creationId xmlns:a16="http://schemas.microsoft.com/office/drawing/2014/main" id="{3CE49BF4-101C-0FED-31E5-F2EA1175ED73}"/>
            </a:ext>
          </a:extLst>
        </p:cNvPr>
        <p:cNvGrpSpPr/>
        <p:nvPr/>
      </p:nvGrpSpPr>
      <p:grpSpPr>
        <a:xfrm>
          <a:off x="0" y="0"/>
          <a:ext cx="0" cy="0"/>
          <a:chOff x="0" y="0"/>
          <a:chExt cx="0" cy="0"/>
        </a:xfrm>
      </p:grpSpPr>
      <p:pic>
        <p:nvPicPr>
          <p:cNvPr id="3" name="図 2">
            <a:extLst>
              <a:ext uri="{FF2B5EF4-FFF2-40B4-BE49-F238E27FC236}">
                <a16:creationId xmlns:a16="http://schemas.microsoft.com/office/drawing/2014/main" id="{4515F44F-CB01-4F60-EA56-6FEBD427912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38842" y="1454761"/>
            <a:ext cx="5249937" cy="7307233"/>
          </a:xfrm>
          <a:prstGeom prst="rect">
            <a:avLst/>
          </a:prstGeom>
        </p:spPr>
      </p:pic>
      <p:sp>
        <p:nvSpPr>
          <p:cNvPr id="47" name="四角形: 上の 2 つの角を丸める 46">
            <a:extLst>
              <a:ext uri="{FF2B5EF4-FFF2-40B4-BE49-F238E27FC236}">
                <a16:creationId xmlns:a16="http://schemas.microsoft.com/office/drawing/2014/main" id="{3B38A900-00C8-4534-1632-FD9B6FDF5FB3}"/>
              </a:ext>
            </a:extLst>
          </p:cNvPr>
          <p:cNvSpPr/>
          <p:nvPr/>
        </p:nvSpPr>
        <p:spPr>
          <a:xfrm flipV="1">
            <a:off x="5776875" y="2032777"/>
            <a:ext cx="5864380" cy="4307252"/>
          </a:xfrm>
          <a:prstGeom prst="round2SameRect">
            <a:avLst>
              <a:gd name="adj1" fmla="val 2338"/>
              <a:gd name="adj2" fmla="val 0"/>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47" name="グループ化 146">
            <a:extLst>
              <a:ext uri="{FF2B5EF4-FFF2-40B4-BE49-F238E27FC236}">
                <a16:creationId xmlns:a16="http://schemas.microsoft.com/office/drawing/2014/main" id="{15019AC1-B062-9025-F467-594A16AFD642}"/>
              </a:ext>
            </a:extLst>
          </p:cNvPr>
          <p:cNvGrpSpPr/>
          <p:nvPr/>
        </p:nvGrpSpPr>
        <p:grpSpPr>
          <a:xfrm>
            <a:off x="5776874" y="1454761"/>
            <a:ext cx="5864381" cy="578019"/>
            <a:chOff x="5776874" y="1454761"/>
            <a:chExt cx="5864381" cy="578019"/>
          </a:xfrm>
        </p:grpSpPr>
        <p:grpSp>
          <p:nvGrpSpPr>
            <p:cNvPr id="43" name="グループ化 42">
              <a:extLst>
                <a:ext uri="{FF2B5EF4-FFF2-40B4-BE49-F238E27FC236}">
                  <a16:creationId xmlns:a16="http://schemas.microsoft.com/office/drawing/2014/main" id="{5C4F891A-843B-D43E-E154-95C2E6B088D0}"/>
                </a:ext>
              </a:extLst>
            </p:cNvPr>
            <p:cNvGrpSpPr/>
            <p:nvPr/>
          </p:nvGrpSpPr>
          <p:grpSpPr>
            <a:xfrm>
              <a:off x="5776874" y="1454761"/>
              <a:ext cx="5864381" cy="578019"/>
              <a:chOff x="1151426" y="1663429"/>
              <a:chExt cx="10129385" cy="553330"/>
            </a:xfrm>
          </p:grpSpPr>
          <p:sp>
            <p:nvSpPr>
              <p:cNvPr id="44" name="四角形: 上の 2 つの角を丸める 43">
                <a:extLst>
                  <a:ext uri="{FF2B5EF4-FFF2-40B4-BE49-F238E27FC236}">
                    <a16:creationId xmlns:a16="http://schemas.microsoft.com/office/drawing/2014/main" id="{B93F7597-6911-A51E-F911-8B8EC592D18E}"/>
                  </a:ext>
                </a:extLst>
              </p:cNvPr>
              <p:cNvSpPr/>
              <p:nvPr/>
            </p:nvSpPr>
            <p:spPr>
              <a:xfrm>
                <a:off x="1151426" y="1663429"/>
                <a:ext cx="4593302" cy="553330"/>
              </a:xfrm>
              <a:prstGeom prst="round2Same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46" name="四角形: 上の 2 つの角を丸める 45">
                <a:extLst>
                  <a:ext uri="{FF2B5EF4-FFF2-40B4-BE49-F238E27FC236}">
                    <a16:creationId xmlns:a16="http://schemas.microsoft.com/office/drawing/2014/main" id="{AC6028EE-8D66-6373-DD2C-D66E33C83828}"/>
                  </a:ext>
                </a:extLst>
              </p:cNvPr>
              <p:cNvSpPr/>
              <p:nvPr/>
            </p:nvSpPr>
            <p:spPr>
              <a:xfrm>
                <a:off x="6677614" y="1663429"/>
                <a:ext cx="4603197" cy="553330"/>
              </a:xfrm>
              <a:prstGeom prst="round2SameRect">
                <a:avLst/>
              </a:prstGeom>
              <a:solidFill>
                <a:schemeClr val="accent6">
                  <a:lumMod val="60000"/>
                  <a:lumOff val="4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9" name="テキスト ボックス 8">
              <a:extLst>
                <a:ext uri="{FF2B5EF4-FFF2-40B4-BE49-F238E27FC236}">
                  <a16:creationId xmlns:a16="http://schemas.microsoft.com/office/drawing/2014/main" id="{3C2FD10B-EC49-E513-D0AF-375E5E7C56FC}"/>
                </a:ext>
              </a:extLst>
            </p:cNvPr>
            <p:cNvSpPr txBox="1"/>
            <p:nvPr/>
          </p:nvSpPr>
          <p:spPr>
            <a:xfrm>
              <a:off x="9703456" y="1521142"/>
              <a:ext cx="1210588" cy="400110"/>
            </a:xfrm>
            <a:prstGeom prst="rect">
              <a:avLst/>
            </a:prstGeom>
            <a:noFill/>
          </p:spPr>
          <p:txBody>
            <a:bodyPr wrap="none" rtlCol="0">
              <a:spAutoFit/>
            </a:bodyPr>
            <a:lstStyle/>
            <a:p>
              <a:pPr algn="ctr"/>
              <a:r>
                <a:rPr lang="ja-JP" altLang="en-US" sz="2000">
                  <a:solidFill>
                    <a:schemeClr val="bg1">
                      <a:lumMod val="95000"/>
                    </a:schemeClr>
                  </a:solidFill>
                  <a:latin typeface="原稿用標準書体" panose="03000503000000000000" pitchFamily="66" charset="-128"/>
                  <a:ea typeface="原稿用標準書体" panose="03000503000000000000" pitchFamily="66" charset="-128"/>
                </a:rPr>
                <a:t>才能開花</a:t>
              </a:r>
              <a:endPar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5" name="テキスト ボックス 14">
              <a:extLst>
                <a:ext uri="{FF2B5EF4-FFF2-40B4-BE49-F238E27FC236}">
                  <a16:creationId xmlns:a16="http://schemas.microsoft.com/office/drawing/2014/main" id="{C7B48B67-1469-6F8F-5949-AECA76523FEB}"/>
                </a:ext>
              </a:extLst>
            </p:cNvPr>
            <p:cNvSpPr txBox="1"/>
            <p:nvPr/>
          </p:nvSpPr>
          <p:spPr>
            <a:xfrm>
              <a:off x="6629461" y="1519921"/>
              <a:ext cx="954107" cy="406432"/>
            </a:xfrm>
            <a:prstGeom prst="rect">
              <a:avLst/>
            </a:prstGeom>
            <a:noFill/>
          </p:spPr>
          <p:txBody>
            <a:bodyPr wrap="none" rtlCol="0">
              <a:spAutoFit/>
            </a:bodyPr>
            <a:lstStyle/>
            <a:p>
              <a:pPr algn="ctr"/>
              <a:r>
                <a:rPr lang="ja-JP" altLang="en-US" sz="2000">
                  <a:solidFill>
                    <a:schemeClr val="accent6"/>
                  </a:solidFill>
                  <a:latin typeface="原稿用標準書体" panose="03000503000000000000" pitchFamily="66" charset="-128"/>
                  <a:ea typeface="原稿用標準書体" panose="03000503000000000000" pitchFamily="66" charset="-128"/>
                </a:rPr>
                <a:t>レベル</a:t>
              </a:r>
              <a:endParaRPr lang="ja-JP" altLang="en-US" sz="2000" dirty="0">
                <a:solidFill>
                  <a:schemeClr val="accent6"/>
                </a:solidFill>
                <a:latin typeface="原稿用標準書体" panose="03000503000000000000" pitchFamily="66" charset="-128"/>
                <a:ea typeface="原稿用標準書体" panose="03000503000000000000" pitchFamily="66" charset="-128"/>
              </a:endParaRPr>
            </a:p>
          </p:txBody>
        </p:sp>
      </p:grpSp>
      <p:grpSp>
        <p:nvGrpSpPr>
          <p:cNvPr id="20" name="グループ化 19">
            <a:extLst>
              <a:ext uri="{FF2B5EF4-FFF2-40B4-BE49-F238E27FC236}">
                <a16:creationId xmlns:a16="http://schemas.microsoft.com/office/drawing/2014/main" id="{66D6921C-D6E7-835F-2726-AE1A5CD74DBE}"/>
              </a:ext>
            </a:extLst>
          </p:cNvPr>
          <p:cNvGrpSpPr/>
          <p:nvPr/>
        </p:nvGrpSpPr>
        <p:grpSpPr>
          <a:xfrm>
            <a:off x="163586" y="134635"/>
            <a:ext cx="3123445" cy="1396119"/>
            <a:chOff x="163586" y="134635"/>
            <a:chExt cx="3123445" cy="1396119"/>
          </a:xfrm>
        </p:grpSpPr>
        <p:sp>
          <p:nvSpPr>
            <p:cNvPr id="21" name="四角形: 角を丸くする 20">
              <a:extLst>
                <a:ext uri="{FF2B5EF4-FFF2-40B4-BE49-F238E27FC236}">
                  <a16:creationId xmlns:a16="http://schemas.microsoft.com/office/drawing/2014/main" id="{705F8CA6-0847-93E6-6EF0-DB58B3AB8AD0}"/>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22" name="テキスト ボックス 21">
              <a:extLst>
                <a:ext uri="{FF2B5EF4-FFF2-40B4-BE49-F238E27FC236}">
                  <a16:creationId xmlns:a16="http://schemas.microsoft.com/office/drawing/2014/main" id="{C6B22AFE-32D6-18FF-3D02-C644A9C6464A}"/>
                </a:ext>
              </a:extLst>
            </p:cNvPr>
            <p:cNvSpPr txBox="1"/>
            <p:nvPr/>
          </p:nvSpPr>
          <p:spPr>
            <a:xfrm>
              <a:off x="1624595" y="641390"/>
              <a:ext cx="146706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キャラ強化</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23" name="グループ化 22">
              <a:extLst>
                <a:ext uri="{FF2B5EF4-FFF2-40B4-BE49-F238E27FC236}">
                  <a16:creationId xmlns:a16="http://schemas.microsoft.com/office/drawing/2014/main" id="{B0424B39-1437-2076-7E1D-B6E39FF1A6A7}"/>
                </a:ext>
              </a:extLst>
            </p:cNvPr>
            <p:cNvGrpSpPr/>
            <p:nvPr/>
          </p:nvGrpSpPr>
          <p:grpSpPr>
            <a:xfrm>
              <a:off x="163586" y="134635"/>
              <a:ext cx="1975684" cy="1396119"/>
              <a:chOff x="163586" y="134635"/>
              <a:chExt cx="1975684" cy="1396119"/>
            </a:xfrm>
          </p:grpSpPr>
          <p:grpSp>
            <p:nvGrpSpPr>
              <p:cNvPr id="24" name="グループ化 23">
                <a:extLst>
                  <a:ext uri="{FF2B5EF4-FFF2-40B4-BE49-F238E27FC236}">
                    <a16:creationId xmlns:a16="http://schemas.microsoft.com/office/drawing/2014/main" id="{960890AA-038E-19FA-C33C-8BAB7DE16D43}"/>
                  </a:ext>
                </a:extLst>
              </p:cNvPr>
              <p:cNvGrpSpPr/>
              <p:nvPr/>
            </p:nvGrpSpPr>
            <p:grpSpPr>
              <a:xfrm>
                <a:off x="163586" y="134635"/>
                <a:ext cx="1975684" cy="1396119"/>
                <a:chOff x="163586" y="134635"/>
                <a:chExt cx="1975684" cy="1396119"/>
              </a:xfrm>
            </p:grpSpPr>
            <p:pic>
              <p:nvPicPr>
                <p:cNvPr id="26" name="図 25">
                  <a:extLst>
                    <a:ext uri="{FF2B5EF4-FFF2-40B4-BE49-F238E27FC236}">
                      <a16:creationId xmlns:a16="http://schemas.microsoft.com/office/drawing/2014/main" id="{6F196C26-FC3A-920D-9531-D6C2A1ADFFB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7" name="楕円 26">
                  <a:extLst>
                    <a:ext uri="{FF2B5EF4-FFF2-40B4-BE49-F238E27FC236}">
                      <a16:creationId xmlns:a16="http://schemas.microsoft.com/office/drawing/2014/main" id="{BBE90AE5-5573-8A18-F074-FC0331738306}"/>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5" name="図 24">
                <a:extLst>
                  <a:ext uri="{FF2B5EF4-FFF2-40B4-BE49-F238E27FC236}">
                    <a16:creationId xmlns:a16="http://schemas.microsoft.com/office/drawing/2014/main" id="{15FF02C3-54A1-CDBC-9B4E-80D372C09816}"/>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sp>
        <p:nvSpPr>
          <p:cNvPr id="28" name="フローチャート: 論理積ゲート 27">
            <a:extLst>
              <a:ext uri="{FF2B5EF4-FFF2-40B4-BE49-F238E27FC236}">
                <a16:creationId xmlns:a16="http://schemas.microsoft.com/office/drawing/2014/main" id="{B2C80C57-ED4C-192D-EF5C-06E4BD6134B7}"/>
              </a:ext>
            </a:extLst>
          </p:cNvPr>
          <p:cNvSpPr/>
          <p:nvPr/>
        </p:nvSpPr>
        <p:spPr>
          <a:xfrm rot="16200000">
            <a:off x="2344669" y="3412898"/>
            <a:ext cx="1516101" cy="4338157"/>
          </a:xfrm>
          <a:prstGeom prst="flowChartDelay">
            <a:avLst/>
          </a:prstGeom>
          <a:solidFill>
            <a:schemeClr val="tx2">
              <a:lumMod val="20000"/>
              <a:lumOff val="80000"/>
              <a:alpha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8" name="グループ化 17">
            <a:extLst>
              <a:ext uri="{FF2B5EF4-FFF2-40B4-BE49-F238E27FC236}">
                <a16:creationId xmlns:a16="http://schemas.microsoft.com/office/drawing/2014/main" id="{EAA47E8C-1639-DB3C-3DC5-B412C154B876}"/>
              </a:ext>
            </a:extLst>
          </p:cNvPr>
          <p:cNvGrpSpPr/>
          <p:nvPr/>
        </p:nvGrpSpPr>
        <p:grpSpPr>
          <a:xfrm>
            <a:off x="2296512" y="4969558"/>
            <a:ext cx="1612416" cy="560146"/>
            <a:chOff x="7098261" y="4231434"/>
            <a:chExt cx="1612416" cy="560146"/>
          </a:xfrm>
        </p:grpSpPr>
        <p:pic>
          <p:nvPicPr>
            <p:cNvPr id="29" name="図 28">
              <a:extLst>
                <a:ext uri="{FF2B5EF4-FFF2-40B4-BE49-F238E27FC236}">
                  <a16:creationId xmlns:a16="http://schemas.microsoft.com/office/drawing/2014/main" id="{2558E374-4530-E927-9E2A-B925F4BD3215}"/>
                </a:ext>
              </a:extLst>
            </p:cNvPr>
            <p:cNvPicPr>
              <a:picLocks noChangeAspect="1"/>
            </p:cNvPicPr>
            <p:nvPr/>
          </p:nvPicPr>
          <p:blipFill>
            <a:blip r:embed="rId5">
              <a:duotone>
                <a:schemeClr val="accent3">
                  <a:shade val="45000"/>
                  <a:satMod val="135000"/>
                </a:schemeClr>
                <a:prstClr val="white"/>
              </a:duotone>
              <a:extLst>
                <a:ext uri="{28A0092B-C50C-407E-A947-70E740481C1C}">
                  <a14:useLocalDpi xmlns:a14="http://schemas.microsoft.com/office/drawing/2010/main" val="0"/>
                </a:ext>
              </a:extLst>
            </a:blip>
            <a:srcRect l="6840" t="30163" r="48646" b="36883"/>
            <a:stretch>
              <a:fillRect/>
            </a:stretch>
          </p:blipFill>
          <p:spPr>
            <a:xfrm>
              <a:off x="7098261" y="4231434"/>
              <a:ext cx="504420" cy="560146"/>
            </a:xfrm>
            <a:prstGeom prst="rect">
              <a:avLst/>
            </a:prstGeom>
          </p:spPr>
        </p:pic>
        <p:sp>
          <p:nvSpPr>
            <p:cNvPr id="30" name="テキスト ボックス 29">
              <a:extLst>
                <a:ext uri="{FF2B5EF4-FFF2-40B4-BE49-F238E27FC236}">
                  <a16:creationId xmlns:a16="http://schemas.microsoft.com/office/drawing/2014/main" id="{E90D8021-C920-9986-F9F2-0DB7091DB30E}"/>
                </a:ext>
              </a:extLst>
            </p:cNvPr>
            <p:cNvSpPr txBox="1"/>
            <p:nvPr/>
          </p:nvSpPr>
          <p:spPr>
            <a:xfrm>
              <a:off x="7602681" y="4280675"/>
              <a:ext cx="1107996" cy="461665"/>
            </a:xfrm>
            <a:prstGeom prst="rect">
              <a:avLst/>
            </a:prstGeom>
            <a:noFill/>
            <a:effectLst>
              <a:glow rad="63500">
                <a:schemeClr val="accent3">
                  <a:satMod val="175000"/>
                  <a:alpha val="40000"/>
                </a:schemeClr>
              </a:glow>
            </a:effectLst>
          </p:spPr>
          <p:txBody>
            <a:bodyPr wrap="none" rtlCol="0">
              <a:spAutoFit/>
            </a:bodyPr>
            <a:lstStyle/>
            <a:p>
              <a:r>
                <a:rPr lang="ja-JP" altLang="en-US" sz="2400" dirty="0">
                  <a:solidFill>
                    <a:schemeClr val="tx1">
                      <a:lumMod val="85000"/>
                      <a:lumOff val="15000"/>
                    </a:schemeClr>
                  </a:solidFill>
                  <a:effectLst>
                    <a:glow rad="38100">
                      <a:schemeClr val="accent3">
                        <a:satMod val="175000"/>
                        <a:alpha val="65000"/>
                      </a:schemeClr>
                    </a:glow>
                  </a:effectLst>
                  <a:latin typeface="原稿用標準書体" panose="03000503000000000000" pitchFamily="66" charset="-128"/>
                  <a:ea typeface="原稿用標準書体" panose="03000503000000000000" pitchFamily="66" charset="-128"/>
                </a:rPr>
                <a:t>タンク</a:t>
              </a:r>
              <a:endParaRPr lang="en-US" altLang="ja-JP" dirty="0">
                <a:solidFill>
                  <a:schemeClr val="tx1">
                    <a:lumMod val="85000"/>
                    <a:lumOff val="15000"/>
                  </a:schemeClr>
                </a:solidFill>
                <a:effectLst>
                  <a:glow rad="38100">
                    <a:schemeClr val="accent3">
                      <a:satMod val="175000"/>
                      <a:alpha val="65000"/>
                    </a:schemeClr>
                  </a:glow>
                </a:effectLst>
                <a:latin typeface="原稿用標準書体" panose="03000503000000000000" pitchFamily="66" charset="-128"/>
                <a:ea typeface="原稿用標準書体" panose="03000503000000000000" pitchFamily="66" charset="-128"/>
              </a:endParaRPr>
            </a:p>
          </p:txBody>
        </p:sp>
      </p:grpSp>
      <p:grpSp>
        <p:nvGrpSpPr>
          <p:cNvPr id="38" name="グループ化 37">
            <a:extLst>
              <a:ext uri="{FF2B5EF4-FFF2-40B4-BE49-F238E27FC236}">
                <a16:creationId xmlns:a16="http://schemas.microsoft.com/office/drawing/2014/main" id="{E77D8810-4320-EA8B-061B-D84BF0C0ACB0}"/>
              </a:ext>
            </a:extLst>
          </p:cNvPr>
          <p:cNvGrpSpPr/>
          <p:nvPr/>
        </p:nvGrpSpPr>
        <p:grpSpPr>
          <a:xfrm>
            <a:off x="1678907" y="5559109"/>
            <a:ext cx="2847626" cy="584775"/>
            <a:chOff x="1959145" y="5400486"/>
            <a:chExt cx="2847626" cy="584775"/>
          </a:xfrm>
        </p:grpSpPr>
        <p:sp>
          <p:nvSpPr>
            <p:cNvPr id="7" name="テキスト ボックス 6">
              <a:extLst>
                <a:ext uri="{FF2B5EF4-FFF2-40B4-BE49-F238E27FC236}">
                  <a16:creationId xmlns:a16="http://schemas.microsoft.com/office/drawing/2014/main" id="{2CD9D754-B2E4-B672-12FF-15674758EC1E}"/>
                </a:ext>
              </a:extLst>
            </p:cNvPr>
            <p:cNvSpPr txBox="1"/>
            <p:nvPr/>
          </p:nvSpPr>
          <p:spPr>
            <a:xfrm>
              <a:off x="3185814" y="5462041"/>
              <a:ext cx="1620957" cy="523220"/>
            </a:xfrm>
            <a:prstGeom prst="rect">
              <a:avLst/>
            </a:prstGeom>
            <a:noFill/>
          </p:spPr>
          <p:txBody>
            <a:bodyPr wrap="none" rtlCol="0">
              <a:spAutoFit/>
            </a:bodyPr>
            <a:lstStyle/>
            <a:p>
              <a:pPr algn="ctr"/>
              <a:r>
                <a:rPr lang="ja-JP" altLang="en-US" sz="2800">
                  <a:solidFill>
                    <a:schemeClr val="tx1">
                      <a:lumMod val="85000"/>
                      <a:lumOff val="15000"/>
                    </a:schemeClr>
                  </a:solidFill>
                  <a:latin typeface="原稿用標準書体" panose="03000503000000000000" pitchFamily="66" charset="-128"/>
                  <a:ea typeface="原稿用標準書体" panose="03000503000000000000" pitchFamily="66" charset="-128"/>
                </a:rPr>
                <a:t>キャラ名</a:t>
              </a:r>
              <a:endParaRPr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3" name="テキスト ボックス 12">
              <a:extLst>
                <a:ext uri="{FF2B5EF4-FFF2-40B4-BE49-F238E27FC236}">
                  <a16:creationId xmlns:a16="http://schemas.microsoft.com/office/drawing/2014/main" id="{FCAFB3DB-554E-CF1F-C40D-F4A12576824C}"/>
                </a:ext>
              </a:extLst>
            </p:cNvPr>
            <p:cNvSpPr txBox="1"/>
            <p:nvPr/>
          </p:nvSpPr>
          <p:spPr>
            <a:xfrm>
              <a:off x="1959145" y="5400486"/>
              <a:ext cx="1005404" cy="584775"/>
            </a:xfrm>
            <a:prstGeom prst="rect">
              <a:avLst/>
            </a:prstGeom>
            <a:noFill/>
          </p:spPr>
          <p:txBody>
            <a:bodyPr wrap="none" rtlCol="0">
              <a:spAutoFit/>
            </a:bodyPr>
            <a:lstStyle/>
            <a:p>
              <a:pPr algn="ctr"/>
              <a:r>
                <a:rPr lang="en-US" altLang="ja-JP" sz="3200">
                  <a:solidFill>
                    <a:schemeClr val="tx1">
                      <a:lumMod val="85000"/>
                      <a:lumOff val="15000"/>
                    </a:schemeClr>
                  </a:solidFill>
                  <a:latin typeface="原稿用標準書体" panose="03000503000000000000" pitchFamily="66" charset="-128"/>
                  <a:ea typeface="原稿用標準書体" panose="03000503000000000000" pitchFamily="66" charset="-128"/>
                </a:rPr>
                <a:t>Lv00</a:t>
              </a:r>
              <a:endParaRPr lang="ja-JP" altLang="en-US" sz="32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sp>
        <p:nvSpPr>
          <p:cNvPr id="105" name="正方形/長方形 104">
            <a:extLst>
              <a:ext uri="{FF2B5EF4-FFF2-40B4-BE49-F238E27FC236}">
                <a16:creationId xmlns:a16="http://schemas.microsoft.com/office/drawing/2014/main" id="{F4F1472A-9C6C-1012-44C0-038767A37351}"/>
              </a:ext>
            </a:extLst>
          </p:cNvPr>
          <p:cNvSpPr/>
          <p:nvPr/>
        </p:nvSpPr>
        <p:spPr>
          <a:xfrm>
            <a:off x="5779445" y="2032909"/>
            <a:ext cx="5864379" cy="631101"/>
          </a:xfrm>
          <a:prstGeom prst="rect">
            <a:avLst/>
          </a:prstGeom>
          <a:solidFill>
            <a:schemeClr val="accent2">
              <a:lumMod val="60000"/>
              <a:lumOff val="40000"/>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19" name="グループ化 118">
            <a:extLst>
              <a:ext uri="{FF2B5EF4-FFF2-40B4-BE49-F238E27FC236}">
                <a16:creationId xmlns:a16="http://schemas.microsoft.com/office/drawing/2014/main" id="{6CD6B5FB-A821-6203-D91B-6AFFB04C9DDC}"/>
              </a:ext>
            </a:extLst>
          </p:cNvPr>
          <p:cNvGrpSpPr/>
          <p:nvPr/>
        </p:nvGrpSpPr>
        <p:grpSpPr>
          <a:xfrm>
            <a:off x="6154122" y="2109105"/>
            <a:ext cx="2177531" cy="3035662"/>
            <a:chOff x="6154122" y="1973260"/>
            <a:chExt cx="2177531" cy="3035662"/>
          </a:xfrm>
        </p:grpSpPr>
        <p:grpSp>
          <p:nvGrpSpPr>
            <p:cNvPr id="103" name="グループ化 102">
              <a:extLst>
                <a:ext uri="{FF2B5EF4-FFF2-40B4-BE49-F238E27FC236}">
                  <a16:creationId xmlns:a16="http://schemas.microsoft.com/office/drawing/2014/main" id="{CE200EEE-36E2-8A97-7925-70239433675C}"/>
                </a:ext>
              </a:extLst>
            </p:cNvPr>
            <p:cNvGrpSpPr/>
            <p:nvPr/>
          </p:nvGrpSpPr>
          <p:grpSpPr>
            <a:xfrm>
              <a:off x="6154122" y="2670352"/>
              <a:ext cx="2177531" cy="2338570"/>
              <a:chOff x="6277096" y="2699962"/>
              <a:chExt cx="2177531" cy="2338570"/>
            </a:xfrm>
          </p:grpSpPr>
          <p:grpSp>
            <p:nvGrpSpPr>
              <p:cNvPr id="2" name="グループ化 1">
                <a:extLst>
                  <a:ext uri="{FF2B5EF4-FFF2-40B4-BE49-F238E27FC236}">
                    <a16:creationId xmlns:a16="http://schemas.microsoft.com/office/drawing/2014/main" id="{0BCE0CE8-B737-490A-D13C-806CFA605996}"/>
                  </a:ext>
                </a:extLst>
              </p:cNvPr>
              <p:cNvGrpSpPr/>
              <p:nvPr/>
            </p:nvGrpSpPr>
            <p:grpSpPr>
              <a:xfrm>
                <a:off x="6277097" y="4298965"/>
                <a:ext cx="2177529" cy="739567"/>
                <a:chOff x="5227712" y="3336557"/>
                <a:chExt cx="1747806" cy="739567"/>
              </a:xfrm>
            </p:grpSpPr>
            <p:sp>
              <p:nvSpPr>
                <p:cNvPr id="4" name="テキスト ボックス 3">
                  <a:extLst>
                    <a:ext uri="{FF2B5EF4-FFF2-40B4-BE49-F238E27FC236}">
                      <a16:creationId xmlns:a16="http://schemas.microsoft.com/office/drawing/2014/main" id="{E3FFFA65-CA1E-D7FC-07AC-AF308FAD1F2A}"/>
                    </a:ext>
                  </a:extLst>
                </p:cNvPr>
                <p:cNvSpPr txBox="1"/>
                <p:nvPr/>
              </p:nvSpPr>
              <p:spPr>
                <a:xfrm>
                  <a:off x="5227712" y="3336557"/>
                  <a:ext cx="917968" cy="400110"/>
                </a:xfrm>
                <a:prstGeom prst="rect">
                  <a:avLst/>
                </a:prstGeom>
                <a:noFill/>
              </p:spPr>
              <p:txBody>
                <a:bodyPr wrap="none" rtlCol="0">
                  <a:spAutoFit/>
                </a:bodyPr>
                <a:lstStyle/>
                <a:p>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ATK</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a:t>
                  </a:r>
                  <a:r>
                    <a:rPr lang="en-US" altLang="ja-JP" sz="2000" b="1">
                      <a:solidFill>
                        <a:schemeClr val="tx1">
                          <a:lumMod val="85000"/>
                          <a:lumOff val="15000"/>
                        </a:schemeClr>
                      </a:solidFill>
                      <a:latin typeface="原稿用標準書体" panose="03000503000000000000" pitchFamily="66" charset="-128"/>
                      <a:ea typeface="原稿用標準書体" panose="03000503000000000000" pitchFamily="66" charset="-128"/>
                    </a:rPr>
                    <a:t>0000</a:t>
                  </a:r>
                  <a:endPar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5" name="四角形: 角を丸くする 4">
                  <a:extLst>
                    <a:ext uri="{FF2B5EF4-FFF2-40B4-BE49-F238E27FC236}">
                      <a16:creationId xmlns:a16="http://schemas.microsoft.com/office/drawing/2014/main" id="{C6D7F00F-231B-3A80-5583-A12646F0EC55}"/>
                    </a:ext>
                  </a:extLst>
                </p:cNvPr>
                <p:cNvSpPr/>
                <p:nvPr/>
              </p:nvSpPr>
              <p:spPr>
                <a:xfrm rot="5400000">
                  <a:off x="5960059" y="3060665"/>
                  <a:ext cx="283112" cy="1747806"/>
                </a:xfrm>
                <a:prstGeom prst="roundRect">
                  <a:avLst>
                    <a:gd name="adj" fmla="val 9570"/>
                  </a:avLst>
                </a:prstGeom>
                <a:solidFill>
                  <a:schemeClr val="accent1"/>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6" name="グループ化 5">
                <a:extLst>
                  <a:ext uri="{FF2B5EF4-FFF2-40B4-BE49-F238E27FC236}">
                    <a16:creationId xmlns:a16="http://schemas.microsoft.com/office/drawing/2014/main" id="{05705A18-DFA0-4381-5096-3A4A854D87B0}"/>
                  </a:ext>
                </a:extLst>
              </p:cNvPr>
              <p:cNvGrpSpPr/>
              <p:nvPr/>
            </p:nvGrpSpPr>
            <p:grpSpPr>
              <a:xfrm>
                <a:off x="6277096" y="3501117"/>
                <a:ext cx="2177531" cy="738164"/>
                <a:chOff x="5227711" y="2418059"/>
                <a:chExt cx="1747807" cy="738164"/>
              </a:xfrm>
            </p:grpSpPr>
            <p:sp>
              <p:nvSpPr>
                <p:cNvPr id="8" name="テキスト ボックス 7">
                  <a:extLst>
                    <a:ext uri="{FF2B5EF4-FFF2-40B4-BE49-F238E27FC236}">
                      <a16:creationId xmlns:a16="http://schemas.microsoft.com/office/drawing/2014/main" id="{886C04B5-AB97-87DE-6329-DDA831D9F625}"/>
                    </a:ext>
                  </a:extLst>
                </p:cNvPr>
                <p:cNvSpPr txBox="1"/>
                <p:nvPr/>
              </p:nvSpPr>
              <p:spPr>
                <a:xfrm>
                  <a:off x="5227711" y="2418059"/>
                  <a:ext cx="917968" cy="400110"/>
                </a:xfrm>
                <a:prstGeom prst="rect">
                  <a:avLst/>
                </a:prstGeom>
                <a:noFill/>
              </p:spPr>
              <p:txBody>
                <a:bodyPr wrap="none" rtlCol="0">
                  <a:spAutoFit/>
                </a:bodyPr>
                <a:lstStyle/>
                <a:p>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SPD</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a:t>
                  </a:r>
                  <a:r>
                    <a:rPr lang="en-US" altLang="ja-JP" sz="2000" b="1">
                      <a:solidFill>
                        <a:schemeClr val="tx1">
                          <a:lumMod val="85000"/>
                          <a:lumOff val="15000"/>
                        </a:schemeClr>
                      </a:solidFill>
                      <a:latin typeface="原稿用標準書体" panose="03000503000000000000" pitchFamily="66" charset="-128"/>
                      <a:ea typeface="原稿用標準書体" panose="03000503000000000000" pitchFamily="66" charset="-128"/>
                    </a:rPr>
                    <a:t>0000</a:t>
                  </a:r>
                  <a:endPar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0" name="四角形: 角を丸くする 9">
                  <a:extLst>
                    <a:ext uri="{FF2B5EF4-FFF2-40B4-BE49-F238E27FC236}">
                      <a16:creationId xmlns:a16="http://schemas.microsoft.com/office/drawing/2014/main" id="{C45E0DCD-E324-E3DF-AAEE-19483075648D}"/>
                    </a:ext>
                  </a:extLst>
                </p:cNvPr>
                <p:cNvSpPr/>
                <p:nvPr/>
              </p:nvSpPr>
              <p:spPr>
                <a:xfrm rot="5400000">
                  <a:off x="5960059" y="2140764"/>
                  <a:ext cx="283112" cy="1747806"/>
                </a:xfrm>
                <a:prstGeom prst="roundRect">
                  <a:avLst>
                    <a:gd name="adj" fmla="val 9570"/>
                  </a:avLst>
                </a:prstGeom>
                <a:solidFill>
                  <a:schemeClr val="accent5"/>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12" name="グループ化 11">
                <a:extLst>
                  <a:ext uri="{FF2B5EF4-FFF2-40B4-BE49-F238E27FC236}">
                    <a16:creationId xmlns:a16="http://schemas.microsoft.com/office/drawing/2014/main" id="{19B9962D-3B13-4FDD-4B8C-055131133369}"/>
                  </a:ext>
                </a:extLst>
              </p:cNvPr>
              <p:cNvGrpSpPr/>
              <p:nvPr/>
            </p:nvGrpSpPr>
            <p:grpSpPr>
              <a:xfrm>
                <a:off x="6277096" y="2699962"/>
                <a:ext cx="2177529" cy="741471"/>
                <a:chOff x="5227712" y="1484774"/>
                <a:chExt cx="1747806" cy="741471"/>
              </a:xfrm>
            </p:grpSpPr>
            <p:sp>
              <p:nvSpPr>
                <p:cNvPr id="14" name="テキスト ボックス 13">
                  <a:extLst>
                    <a:ext uri="{FF2B5EF4-FFF2-40B4-BE49-F238E27FC236}">
                      <a16:creationId xmlns:a16="http://schemas.microsoft.com/office/drawing/2014/main" id="{B360DB2D-DB7E-200E-C739-2D2B7FB67F6A}"/>
                    </a:ext>
                  </a:extLst>
                </p:cNvPr>
                <p:cNvSpPr txBox="1"/>
                <p:nvPr/>
              </p:nvSpPr>
              <p:spPr>
                <a:xfrm>
                  <a:off x="5227712" y="1484774"/>
                  <a:ext cx="840175" cy="400110"/>
                </a:xfrm>
                <a:prstGeom prst="rect">
                  <a:avLst/>
                </a:prstGeom>
                <a:noFill/>
              </p:spPr>
              <p:txBody>
                <a:bodyPr wrap="none" rtlCol="0">
                  <a:spAutoFit/>
                </a:bodyPr>
                <a:lstStyle/>
                <a:p>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HP</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a:t>
                  </a:r>
                  <a:r>
                    <a:rPr lang="en-US" altLang="ja-JP" sz="2000" b="1">
                      <a:solidFill>
                        <a:schemeClr val="tx1">
                          <a:lumMod val="85000"/>
                          <a:lumOff val="15000"/>
                        </a:schemeClr>
                      </a:solidFill>
                      <a:latin typeface="原稿用標準書体" panose="03000503000000000000" pitchFamily="66" charset="-128"/>
                      <a:ea typeface="原稿用標準書体" panose="03000503000000000000" pitchFamily="66" charset="-128"/>
                    </a:rPr>
                    <a:t>0000</a:t>
                  </a:r>
                  <a:endPar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6" name="四角形: 角を丸くする 15">
                  <a:extLst>
                    <a:ext uri="{FF2B5EF4-FFF2-40B4-BE49-F238E27FC236}">
                      <a16:creationId xmlns:a16="http://schemas.microsoft.com/office/drawing/2014/main" id="{3735B505-A4C7-4F89-7BD2-1B123D710C32}"/>
                    </a:ext>
                  </a:extLst>
                </p:cNvPr>
                <p:cNvSpPr/>
                <p:nvPr/>
              </p:nvSpPr>
              <p:spPr>
                <a:xfrm rot="5400000">
                  <a:off x="5960059" y="1210786"/>
                  <a:ext cx="283112" cy="1747806"/>
                </a:xfrm>
                <a:prstGeom prst="roundRect">
                  <a:avLst>
                    <a:gd name="adj" fmla="val 9570"/>
                  </a:avLst>
                </a:prstGeom>
                <a:solidFill>
                  <a:srgbClr val="1CB71D"/>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sp>
          <p:nvSpPr>
            <p:cNvPr id="102" name="テキスト ボックス 101">
              <a:extLst>
                <a:ext uri="{FF2B5EF4-FFF2-40B4-BE49-F238E27FC236}">
                  <a16:creationId xmlns:a16="http://schemas.microsoft.com/office/drawing/2014/main" id="{460B43BA-09DE-5BAB-6DAE-1FD2720E9E28}"/>
                </a:ext>
              </a:extLst>
            </p:cNvPr>
            <p:cNvSpPr txBox="1"/>
            <p:nvPr/>
          </p:nvSpPr>
          <p:spPr>
            <a:xfrm>
              <a:off x="6791482" y="1973260"/>
              <a:ext cx="902811" cy="523220"/>
            </a:xfrm>
            <a:prstGeom prst="rect">
              <a:avLst/>
            </a:prstGeom>
            <a:noFill/>
          </p:spPr>
          <p:txBody>
            <a:bodyPr wrap="none" rtlCol="0">
              <a:spAutoFit/>
            </a:bodyPr>
            <a:lstStyle/>
            <a:p>
              <a:pPr algn="ctr"/>
              <a:r>
                <a:rPr lang="en-US" altLang="ja-JP" sz="2800">
                  <a:solidFill>
                    <a:schemeClr val="tx1">
                      <a:lumMod val="85000"/>
                      <a:lumOff val="15000"/>
                    </a:schemeClr>
                  </a:solidFill>
                  <a:latin typeface="原稿用標準書体" panose="03000503000000000000" pitchFamily="66" charset="-128"/>
                  <a:ea typeface="原稿用標準書体" panose="03000503000000000000" pitchFamily="66" charset="-128"/>
                </a:rPr>
                <a:t>Lv00</a:t>
              </a:r>
              <a:endParaRPr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sp>
        <p:nvSpPr>
          <p:cNvPr id="107" name="二等辺三角形 106">
            <a:extLst>
              <a:ext uri="{FF2B5EF4-FFF2-40B4-BE49-F238E27FC236}">
                <a16:creationId xmlns:a16="http://schemas.microsoft.com/office/drawing/2014/main" id="{C09B8CC5-369D-6E2C-8D50-94C40B2A0F9A}"/>
              </a:ext>
            </a:extLst>
          </p:cNvPr>
          <p:cNvSpPr/>
          <p:nvPr/>
        </p:nvSpPr>
        <p:spPr>
          <a:xfrm rot="5400000">
            <a:off x="8504974" y="2171591"/>
            <a:ext cx="431983" cy="372399"/>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2" name="二等辺三角形 121">
            <a:extLst>
              <a:ext uri="{FF2B5EF4-FFF2-40B4-BE49-F238E27FC236}">
                <a16:creationId xmlns:a16="http://schemas.microsoft.com/office/drawing/2014/main" id="{8CDFCCD5-CA1C-29F3-2341-2AAF35E5224E}"/>
              </a:ext>
            </a:extLst>
          </p:cNvPr>
          <p:cNvSpPr/>
          <p:nvPr/>
        </p:nvSpPr>
        <p:spPr>
          <a:xfrm rot="5400000">
            <a:off x="8486952" y="3748928"/>
            <a:ext cx="431983" cy="372399"/>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9" name="グループ化 18">
            <a:extLst>
              <a:ext uri="{FF2B5EF4-FFF2-40B4-BE49-F238E27FC236}">
                <a16:creationId xmlns:a16="http://schemas.microsoft.com/office/drawing/2014/main" id="{2728A42D-5A00-1D0F-A275-3EE5B5AA3BB0}"/>
              </a:ext>
            </a:extLst>
          </p:cNvPr>
          <p:cNvGrpSpPr/>
          <p:nvPr/>
        </p:nvGrpSpPr>
        <p:grpSpPr>
          <a:xfrm>
            <a:off x="9086477" y="2109105"/>
            <a:ext cx="2177531" cy="3035662"/>
            <a:chOff x="9086477" y="2109105"/>
            <a:chExt cx="2177531" cy="3035662"/>
          </a:xfrm>
        </p:grpSpPr>
        <p:grpSp>
          <p:nvGrpSpPr>
            <p:cNvPr id="120" name="グループ化 119">
              <a:extLst>
                <a:ext uri="{FF2B5EF4-FFF2-40B4-BE49-F238E27FC236}">
                  <a16:creationId xmlns:a16="http://schemas.microsoft.com/office/drawing/2014/main" id="{2F482B48-7D3F-3CCA-93DA-81C2C6F1E0DC}"/>
                </a:ext>
              </a:extLst>
            </p:cNvPr>
            <p:cNvGrpSpPr/>
            <p:nvPr/>
          </p:nvGrpSpPr>
          <p:grpSpPr>
            <a:xfrm>
              <a:off x="9086477" y="2109105"/>
              <a:ext cx="2177531" cy="3035662"/>
              <a:chOff x="9086477" y="1987802"/>
              <a:chExt cx="2177531" cy="3035662"/>
            </a:xfrm>
          </p:grpSpPr>
          <p:grpSp>
            <p:nvGrpSpPr>
              <p:cNvPr id="108" name="グループ化 107">
                <a:extLst>
                  <a:ext uri="{FF2B5EF4-FFF2-40B4-BE49-F238E27FC236}">
                    <a16:creationId xmlns:a16="http://schemas.microsoft.com/office/drawing/2014/main" id="{F5B25ECB-8274-F0E1-E981-21F937295D06}"/>
                  </a:ext>
                </a:extLst>
              </p:cNvPr>
              <p:cNvGrpSpPr/>
              <p:nvPr/>
            </p:nvGrpSpPr>
            <p:grpSpPr>
              <a:xfrm>
                <a:off x="9086477" y="2684894"/>
                <a:ext cx="2177531" cy="2338570"/>
                <a:chOff x="6277096" y="2699962"/>
                <a:chExt cx="2177531" cy="2338570"/>
              </a:xfrm>
            </p:grpSpPr>
            <p:grpSp>
              <p:nvGrpSpPr>
                <p:cNvPr id="109" name="グループ化 108">
                  <a:extLst>
                    <a:ext uri="{FF2B5EF4-FFF2-40B4-BE49-F238E27FC236}">
                      <a16:creationId xmlns:a16="http://schemas.microsoft.com/office/drawing/2014/main" id="{AB0B2E12-0BEA-5A1D-7B2E-F8F6EE8D9985}"/>
                    </a:ext>
                  </a:extLst>
                </p:cNvPr>
                <p:cNvGrpSpPr/>
                <p:nvPr/>
              </p:nvGrpSpPr>
              <p:grpSpPr>
                <a:xfrm>
                  <a:off x="6277097" y="4298965"/>
                  <a:ext cx="2177529" cy="739567"/>
                  <a:chOff x="5227712" y="3336557"/>
                  <a:chExt cx="1747806" cy="739567"/>
                </a:xfrm>
              </p:grpSpPr>
              <p:sp>
                <p:nvSpPr>
                  <p:cNvPr id="116" name="テキスト ボックス 115">
                    <a:extLst>
                      <a:ext uri="{FF2B5EF4-FFF2-40B4-BE49-F238E27FC236}">
                        <a16:creationId xmlns:a16="http://schemas.microsoft.com/office/drawing/2014/main" id="{EB4CA528-0908-26D6-4852-29537183BB41}"/>
                      </a:ext>
                    </a:extLst>
                  </p:cNvPr>
                  <p:cNvSpPr txBox="1"/>
                  <p:nvPr/>
                </p:nvSpPr>
                <p:spPr>
                  <a:xfrm>
                    <a:off x="5227712" y="3336557"/>
                    <a:ext cx="971685" cy="400110"/>
                  </a:xfrm>
                  <a:prstGeom prst="rect">
                    <a:avLst/>
                  </a:prstGeom>
                  <a:noFill/>
                </p:spPr>
                <p:txBody>
                  <a:bodyPr wrap="none" rtlCol="0">
                    <a:spAutoFit/>
                  </a:bodyPr>
                  <a:lstStyle/>
                  <a:p>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ATK</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a:t>
                    </a:r>
                    <a:r>
                      <a:rPr lang="en-US" altLang="ja-JP" sz="2000" b="1">
                        <a:solidFill>
                          <a:srgbClr val="FF00FF"/>
                        </a:solidFill>
                        <a:latin typeface="原稿用標準書体" panose="03000503000000000000" pitchFamily="66" charset="-128"/>
                        <a:ea typeface="原稿用標準書体" panose="03000503000000000000" pitchFamily="66" charset="-128"/>
                      </a:rPr>
                      <a:t>0000</a:t>
                    </a:r>
                    <a:endParaRPr lang="en-US" altLang="ja-JP" sz="1600" b="1" dirty="0">
                      <a:solidFill>
                        <a:srgbClr val="FF00FF"/>
                      </a:solidFill>
                      <a:latin typeface="原稿用標準書体" panose="03000503000000000000" pitchFamily="66" charset="-128"/>
                      <a:ea typeface="原稿用標準書体" panose="03000503000000000000" pitchFamily="66" charset="-128"/>
                    </a:endParaRPr>
                  </a:p>
                </p:txBody>
              </p:sp>
              <p:sp>
                <p:nvSpPr>
                  <p:cNvPr id="117" name="四角形: 角を丸くする 116">
                    <a:extLst>
                      <a:ext uri="{FF2B5EF4-FFF2-40B4-BE49-F238E27FC236}">
                        <a16:creationId xmlns:a16="http://schemas.microsoft.com/office/drawing/2014/main" id="{A71215D7-B66D-15C8-CDD3-55C9DC4C671A}"/>
                      </a:ext>
                    </a:extLst>
                  </p:cNvPr>
                  <p:cNvSpPr/>
                  <p:nvPr/>
                </p:nvSpPr>
                <p:spPr>
                  <a:xfrm rot="5400000">
                    <a:off x="5960059" y="3060665"/>
                    <a:ext cx="283112" cy="1747806"/>
                  </a:xfrm>
                  <a:prstGeom prst="roundRect">
                    <a:avLst>
                      <a:gd name="adj" fmla="val 9570"/>
                    </a:avLst>
                  </a:prstGeom>
                  <a:solidFill>
                    <a:schemeClr val="accent1"/>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110" name="グループ化 109">
                  <a:extLst>
                    <a:ext uri="{FF2B5EF4-FFF2-40B4-BE49-F238E27FC236}">
                      <a16:creationId xmlns:a16="http://schemas.microsoft.com/office/drawing/2014/main" id="{CCF31405-499D-A430-2A1D-A0FEC29AECD0}"/>
                    </a:ext>
                  </a:extLst>
                </p:cNvPr>
                <p:cNvGrpSpPr/>
                <p:nvPr/>
              </p:nvGrpSpPr>
              <p:grpSpPr>
                <a:xfrm>
                  <a:off x="6277096" y="3501117"/>
                  <a:ext cx="2177531" cy="738164"/>
                  <a:chOff x="5227711" y="2418059"/>
                  <a:chExt cx="1747807" cy="738164"/>
                </a:xfrm>
              </p:grpSpPr>
              <p:sp>
                <p:nvSpPr>
                  <p:cNvPr id="114" name="テキスト ボックス 113">
                    <a:extLst>
                      <a:ext uri="{FF2B5EF4-FFF2-40B4-BE49-F238E27FC236}">
                        <a16:creationId xmlns:a16="http://schemas.microsoft.com/office/drawing/2014/main" id="{191EEBA3-F3CC-7269-2A86-E0FB292850D1}"/>
                      </a:ext>
                    </a:extLst>
                  </p:cNvPr>
                  <p:cNvSpPr txBox="1"/>
                  <p:nvPr/>
                </p:nvSpPr>
                <p:spPr>
                  <a:xfrm>
                    <a:off x="5227711" y="2418059"/>
                    <a:ext cx="917968" cy="400110"/>
                  </a:xfrm>
                  <a:prstGeom prst="rect">
                    <a:avLst/>
                  </a:prstGeom>
                  <a:noFill/>
                </p:spPr>
                <p:txBody>
                  <a:bodyPr wrap="none" rtlCol="0">
                    <a:spAutoFit/>
                  </a:bodyPr>
                  <a:lstStyle/>
                  <a:p>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SPD</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a:t>
                    </a:r>
                    <a:r>
                      <a:rPr lang="en-US" altLang="ja-JP" sz="2000" b="1">
                        <a:solidFill>
                          <a:schemeClr val="tx1">
                            <a:lumMod val="85000"/>
                            <a:lumOff val="15000"/>
                          </a:schemeClr>
                        </a:solidFill>
                        <a:latin typeface="原稿用標準書体" panose="03000503000000000000" pitchFamily="66" charset="-128"/>
                        <a:ea typeface="原稿用標準書体" panose="03000503000000000000" pitchFamily="66" charset="-128"/>
                      </a:rPr>
                      <a:t>0000</a:t>
                    </a:r>
                    <a:endPar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15" name="四角形: 角を丸くする 114">
                    <a:extLst>
                      <a:ext uri="{FF2B5EF4-FFF2-40B4-BE49-F238E27FC236}">
                        <a16:creationId xmlns:a16="http://schemas.microsoft.com/office/drawing/2014/main" id="{3D7BED41-464C-7744-E99E-09D276849B6B}"/>
                      </a:ext>
                    </a:extLst>
                  </p:cNvPr>
                  <p:cNvSpPr/>
                  <p:nvPr/>
                </p:nvSpPr>
                <p:spPr>
                  <a:xfrm rot="5400000">
                    <a:off x="5960059" y="2140764"/>
                    <a:ext cx="283112" cy="1747806"/>
                  </a:xfrm>
                  <a:prstGeom prst="roundRect">
                    <a:avLst>
                      <a:gd name="adj" fmla="val 9570"/>
                    </a:avLst>
                  </a:prstGeom>
                  <a:solidFill>
                    <a:schemeClr val="accent5"/>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111" name="グループ化 110">
                  <a:extLst>
                    <a:ext uri="{FF2B5EF4-FFF2-40B4-BE49-F238E27FC236}">
                      <a16:creationId xmlns:a16="http://schemas.microsoft.com/office/drawing/2014/main" id="{B9721724-498C-0371-580C-88FCBB7A30B2}"/>
                    </a:ext>
                  </a:extLst>
                </p:cNvPr>
                <p:cNvGrpSpPr/>
                <p:nvPr/>
              </p:nvGrpSpPr>
              <p:grpSpPr>
                <a:xfrm>
                  <a:off x="6277096" y="2699962"/>
                  <a:ext cx="2177529" cy="741471"/>
                  <a:chOff x="5227712" y="1484774"/>
                  <a:chExt cx="1747806" cy="741471"/>
                </a:xfrm>
              </p:grpSpPr>
              <p:sp>
                <p:nvSpPr>
                  <p:cNvPr id="112" name="テキスト ボックス 111">
                    <a:extLst>
                      <a:ext uri="{FF2B5EF4-FFF2-40B4-BE49-F238E27FC236}">
                        <a16:creationId xmlns:a16="http://schemas.microsoft.com/office/drawing/2014/main" id="{62BDA3D0-CD47-DCA2-6F1F-FCCE6C178477}"/>
                      </a:ext>
                    </a:extLst>
                  </p:cNvPr>
                  <p:cNvSpPr txBox="1"/>
                  <p:nvPr/>
                </p:nvSpPr>
                <p:spPr>
                  <a:xfrm>
                    <a:off x="5227712" y="1484774"/>
                    <a:ext cx="889339" cy="400110"/>
                  </a:xfrm>
                  <a:prstGeom prst="rect">
                    <a:avLst/>
                  </a:prstGeom>
                  <a:noFill/>
                </p:spPr>
                <p:txBody>
                  <a:bodyPr wrap="none" rtlCol="0">
                    <a:spAutoFit/>
                  </a:bodyPr>
                  <a:lstStyle/>
                  <a:p>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HP</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a:t>
                    </a:r>
                    <a:r>
                      <a:rPr lang="en-US" altLang="ja-JP" sz="2000" b="1">
                        <a:solidFill>
                          <a:srgbClr val="FF00FF"/>
                        </a:solidFill>
                        <a:latin typeface="原稿用標準書体" panose="03000503000000000000" pitchFamily="66" charset="-128"/>
                        <a:ea typeface="原稿用標準書体" panose="03000503000000000000" pitchFamily="66" charset="-128"/>
                      </a:rPr>
                      <a:t>0000</a:t>
                    </a:r>
                    <a:endParaRPr lang="en-US" altLang="ja-JP" sz="1600" b="1" dirty="0">
                      <a:solidFill>
                        <a:srgbClr val="FF00FF"/>
                      </a:solidFill>
                      <a:latin typeface="原稿用標準書体" panose="03000503000000000000" pitchFamily="66" charset="-128"/>
                      <a:ea typeface="原稿用標準書体" panose="03000503000000000000" pitchFamily="66" charset="-128"/>
                    </a:endParaRPr>
                  </a:p>
                </p:txBody>
              </p:sp>
              <p:sp>
                <p:nvSpPr>
                  <p:cNvPr id="113" name="四角形: 角を丸くする 112">
                    <a:extLst>
                      <a:ext uri="{FF2B5EF4-FFF2-40B4-BE49-F238E27FC236}">
                        <a16:creationId xmlns:a16="http://schemas.microsoft.com/office/drawing/2014/main" id="{6F166F3A-9CE5-A51E-F195-522673884106}"/>
                      </a:ext>
                    </a:extLst>
                  </p:cNvPr>
                  <p:cNvSpPr/>
                  <p:nvPr/>
                </p:nvSpPr>
                <p:spPr>
                  <a:xfrm rot="5400000">
                    <a:off x="5960059" y="1210786"/>
                    <a:ext cx="283112" cy="1747806"/>
                  </a:xfrm>
                  <a:prstGeom prst="roundRect">
                    <a:avLst>
                      <a:gd name="adj" fmla="val 9570"/>
                    </a:avLst>
                  </a:prstGeom>
                  <a:solidFill>
                    <a:srgbClr val="1CB71D"/>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sp>
            <p:nvSpPr>
              <p:cNvPr id="118" name="テキスト ボックス 117">
                <a:extLst>
                  <a:ext uri="{FF2B5EF4-FFF2-40B4-BE49-F238E27FC236}">
                    <a16:creationId xmlns:a16="http://schemas.microsoft.com/office/drawing/2014/main" id="{A770F072-6144-37C9-D125-F22054DAA44B}"/>
                  </a:ext>
                </a:extLst>
              </p:cNvPr>
              <p:cNvSpPr txBox="1"/>
              <p:nvPr/>
            </p:nvSpPr>
            <p:spPr>
              <a:xfrm>
                <a:off x="9723837" y="1987802"/>
                <a:ext cx="902811" cy="523220"/>
              </a:xfrm>
              <a:prstGeom prst="rect">
                <a:avLst/>
              </a:prstGeom>
              <a:noFill/>
            </p:spPr>
            <p:txBody>
              <a:bodyPr wrap="none" rtlCol="0">
                <a:spAutoFit/>
              </a:bodyPr>
              <a:lstStyle/>
              <a:p>
                <a:pPr algn="ctr"/>
                <a:r>
                  <a:rPr lang="en-US" altLang="ja-JP" sz="2800">
                    <a:solidFill>
                      <a:srgbClr val="FF00FF"/>
                    </a:solidFill>
                    <a:latin typeface="原稿用標準書体" panose="03000503000000000000" pitchFamily="66" charset="-128"/>
                    <a:ea typeface="原稿用標準書体" panose="03000503000000000000" pitchFamily="66" charset="-128"/>
                  </a:rPr>
                  <a:t>Lv00</a:t>
                </a:r>
                <a:endParaRPr lang="ja-JP" altLang="en-US" sz="2800" dirty="0">
                  <a:solidFill>
                    <a:srgbClr val="FF00FF"/>
                  </a:solidFill>
                  <a:latin typeface="原稿用標準書体" panose="03000503000000000000" pitchFamily="66" charset="-128"/>
                  <a:ea typeface="原稿用標準書体" panose="03000503000000000000" pitchFamily="66" charset="-128"/>
                </a:endParaRPr>
              </a:p>
            </p:txBody>
          </p:sp>
        </p:grpSp>
        <p:sp>
          <p:nvSpPr>
            <p:cNvPr id="124" name="四角形: 角を丸くする 123">
              <a:extLst>
                <a:ext uri="{FF2B5EF4-FFF2-40B4-BE49-F238E27FC236}">
                  <a16:creationId xmlns:a16="http://schemas.microsoft.com/office/drawing/2014/main" id="{CD5CC567-C548-E152-3742-0409C39413C2}"/>
                </a:ext>
              </a:extLst>
            </p:cNvPr>
            <p:cNvSpPr/>
            <p:nvPr/>
          </p:nvSpPr>
          <p:spPr>
            <a:xfrm rot="5400000">
              <a:off x="10848059" y="4726748"/>
              <a:ext cx="283112" cy="537486"/>
            </a:xfrm>
            <a:prstGeom prst="roundRect">
              <a:avLst>
                <a:gd name="adj" fmla="val 9570"/>
              </a:avLst>
            </a:prstGeom>
            <a:solidFill>
              <a:schemeClr val="tx2"/>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26" name="四角形: 角を丸くする 125">
              <a:extLst>
                <a:ext uri="{FF2B5EF4-FFF2-40B4-BE49-F238E27FC236}">
                  <a16:creationId xmlns:a16="http://schemas.microsoft.com/office/drawing/2014/main" id="{F91AB084-4301-B5DB-D63C-DCB8B0C1DC0E}"/>
                </a:ext>
              </a:extLst>
            </p:cNvPr>
            <p:cNvSpPr/>
            <p:nvPr/>
          </p:nvSpPr>
          <p:spPr>
            <a:xfrm rot="5400000">
              <a:off x="10800947" y="3086132"/>
              <a:ext cx="283112" cy="631710"/>
            </a:xfrm>
            <a:prstGeom prst="roundRect">
              <a:avLst>
                <a:gd name="adj" fmla="val 9570"/>
              </a:avLst>
            </a:prstGeom>
            <a:solidFill>
              <a:schemeClr val="tx2"/>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sp>
        <p:nvSpPr>
          <p:cNvPr id="134" name="四角形: 上の 2 つの角を丸める 133">
            <a:extLst>
              <a:ext uri="{FF2B5EF4-FFF2-40B4-BE49-F238E27FC236}">
                <a16:creationId xmlns:a16="http://schemas.microsoft.com/office/drawing/2014/main" id="{D5846346-3DD4-A0F6-6AB9-A2F87B26EE74}"/>
              </a:ext>
            </a:extLst>
          </p:cNvPr>
          <p:cNvSpPr/>
          <p:nvPr/>
        </p:nvSpPr>
        <p:spPr>
          <a:xfrm flipV="1">
            <a:off x="5782784" y="5429608"/>
            <a:ext cx="5866298" cy="906664"/>
          </a:xfrm>
          <a:prstGeom prst="round2SameRect">
            <a:avLst/>
          </a:prstGeom>
          <a:solidFill>
            <a:schemeClr val="accent2">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135" name="グループ化 134">
            <a:extLst>
              <a:ext uri="{FF2B5EF4-FFF2-40B4-BE49-F238E27FC236}">
                <a16:creationId xmlns:a16="http://schemas.microsoft.com/office/drawing/2014/main" id="{6E76BB78-4978-31B8-24FD-3706956E4E5D}"/>
              </a:ext>
            </a:extLst>
          </p:cNvPr>
          <p:cNvGrpSpPr/>
          <p:nvPr/>
        </p:nvGrpSpPr>
        <p:grpSpPr>
          <a:xfrm>
            <a:off x="6249979" y="5561459"/>
            <a:ext cx="5114523" cy="657068"/>
            <a:chOff x="6249979" y="5365513"/>
            <a:chExt cx="5114523" cy="657068"/>
          </a:xfrm>
        </p:grpSpPr>
        <p:sp>
          <p:nvSpPr>
            <p:cNvPr id="69" name="四角形: 角を丸くする 68">
              <a:extLst>
                <a:ext uri="{FF2B5EF4-FFF2-40B4-BE49-F238E27FC236}">
                  <a16:creationId xmlns:a16="http://schemas.microsoft.com/office/drawing/2014/main" id="{9525EEC2-5F9C-96F7-D058-991CA703F39A}"/>
                </a:ext>
              </a:extLst>
            </p:cNvPr>
            <p:cNvSpPr/>
            <p:nvPr/>
          </p:nvSpPr>
          <p:spPr>
            <a:xfrm>
              <a:off x="9750590" y="5453082"/>
              <a:ext cx="1162460" cy="496239"/>
            </a:xfrm>
            <a:prstGeom prst="roundRect">
              <a:avLst/>
            </a:prstGeom>
            <a:solidFill>
              <a:schemeClr val="accent6"/>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強化</a:t>
              </a:r>
            </a:p>
          </p:txBody>
        </p:sp>
        <p:grpSp>
          <p:nvGrpSpPr>
            <p:cNvPr id="87" name="グループ化 86">
              <a:extLst>
                <a:ext uri="{FF2B5EF4-FFF2-40B4-BE49-F238E27FC236}">
                  <a16:creationId xmlns:a16="http://schemas.microsoft.com/office/drawing/2014/main" id="{1DB241F9-310D-92BC-1CDD-A83A82936C02}"/>
                </a:ext>
              </a:extLst>
            </p:cNvPr>
            <p:cNvGrpSpPr/>
            <p:nvPr/>
          </p:nvGrpSpPr>
          <p:grpSpPr>
            <a:xfrm>
              <a:off x="10894733" y="5388782"/>
              <a:ext cx="469769" cy="568256"/>
              <a:chOff x="9599351" y="4038823"/>
              <a:chExt cx="484632" cy="537478"/>
            </a:xfrm>
          </p:grpSpPr>
          <p:sp>
            <p:nvSpPr>
              <p:cNvPr id="95" name="矢印: 山形 94">
                <a:extLst>
                  <a:ext uri="{FF2B5EF4-FFF2-40B4-BE49-F238E27FC236}">
                    <a16:creationId xmlns:a16="http://schemas.microsoft.com/office/drawing/2014/main" id="{C74A3F3C-19B9-BCE4-9395-F65E5EB51F2B}"/>
                  </a:ext>
                </a:extLst>
              </p:cNvPr>
              <p:cNvSpPr/>
              <p:nvPr/>
            </p:nvSpPr>
            <p:spPr>
              <a:xfrm>
                <a:off x="9599351" y="4091669"/>
                <a:ext cx="484632" cy="484632"/>
              </a:xfrm>
              <a:prstGeom prst="chevron">
                <a:avLst>
                  <a:gd name="adj" fmla="val 17764"/>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96" name="テキスト ボックス 95">
                <a:extLst>
                  <a:ext uri="{FF2B5EF4-FFF2-40B4-BE49-F238E27FC236}">
                    <a16:creationId xmlns:a16="http://schemas.microsoft.com/office/drawing/2014/main" id="{7002225C-9782-571D-6677-03E93270FCB9}"/>
                  </a:ext>
                </a:extLst>
              </p:cNvPr>
              <p:cNvSpPr txBox="1"/>
              <p:nvPr/>
            </p:nvSpPr>
            <p:spPr>
              <a:xfrm>
                <a:off x="9673351" y="4038823"/>
                <a:ext cx="364202" cy="523220"/>
              </a:xfrm>
              <a:prstGeom prst="rect">
                <a:avLst/>
              </a:prstGeom>
              <a:noFill/>
            </p:spPr>
            <p:txBody>
              <a:bodyPr wrap="none" rtlCol="0">
                <a:spAutoFit/>
              </a:bodyPr>
              <a:lstStyle/>
              <a:p>
                <a:r>
                  <a:rPr kumimoji="1" lang="en-US" altLang="ja-JP" sz="2800">
                    <a:latin typeface="原稿用標準書体" panose="03000503000000000000" pitchFamily="66" charset="-128"/>
                    <a:ea typeface="原稿用標準書体" panose="03000503000000000000" pitchFamily="66" charset="-128"/>
                  </a:rPr>
                  <a:t>+</a:t>
                </a:r>
                <a:endParaRPr kumimoji="1" lang="ja-JP" altLang="en-US" sz="2800">
                  <a:latin typeface="原稿用標準書体" panose="03000503000000000000" pitchFamily="66" charset="-128"/>
                  <a:ea typeface="原稿用標準書体" panose="03000503000000000000" pitchFamily="66" charset="-128"/>
                </a:endParaRPr>
              </a:p>
            </p:txBody>
          </p:sp>
        </p:grpSp>
        <p:grpSp>
          <p:nvGrpSpPr>
            <p:cNvPr id="89" name="グループ化 88">
              <a:extLst>
                <a:ext uri="{FF2B5EF4-FFF2-40B4-BE49-F238E27FC236}">
                  <a16:creationId xmlns:a16="http://schemas.microsoft.com/office/drawing/2014/main" id="{5599A409-BA1C-A198-496C-A61DDD37CDD9}"/>
                </a:ext>
              </a:extLst>
            </p:cNvPr>
            <p:cNvGrpSpPr/>
            <p:nvPr/>
          </p:nvGrpSpPr>
          <p:grpSpPr>
            <a:xfrm flipH="1">
              <a:off x="9255191" y="5388782"/>
              <a:ext cx="527064" cy="568256"/>
              <a:chOff x="9571929" y="4038823"/>
              <a:chExt cx="543739" cy="537478"/>
            </a:xfrm>
          </p:grpSpPr>
          <p:sp>
            <p:nvSpPr>
              <p:cNvPr id="93" name="矢印: 山形 92">
                <a:extLst>
                  <a:ext uri="{FF2B5EF4-FFF2-40B4-BE49-F238E27FC236}">
                    <a16:creationId xmlns:a16="http://schemas.microsoft.com/office/drawing/2014/main" id="{039D7642-615C-9ADA-7374-5A8B11570FB2}"/>
                  </a:ext>
                </a:extLst>
              </p:cNvPr>
              <p:cNvSpPr/>
              <p:nvPr/>
            </p:nvSpPr>
            <p:spPr>
              <a:xfrm>
                <a:off x="9599351" y="4091669"/>
                <a:ext cx="484632" cy="484632"/>
              </a:xfrm>
              <a:prstGeom prst="chevron">
                <a:avLst>
                  <a:gd name="adj" fmla="val 17764"/>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94" name="テキスト ボックス 93">
                <a:extLst>
                  <a:ext uri="{FF2B5EF4-FFF2-40B4-BE49-F238E27FC236}">
                    <a16:creationId xmlns:a16="http://schemas.microsoft.com/office/drawing/2014/main" id="{10267D4E-CD76-1DBC-B453-600062F51DA9}"/>
                  </a:ext>
                </a:extLst>
              </p:cNvPr>
              <p:cNvSpPr txBox="1"/>
              <p:nvPr/>
            </p:nvSpPr>
            <p:spPr>
              <a:xfrm>
                <a:off x="9571929" y="4038823"/>
                <a:ext cx="543739" cy="523220"/>
              </a:xfrm>
              <a:prstGeom prst="rect">
                <a:avLst/>
              </a:prstGeom>
              <a:noFill/>
            </p:spPr>
            <p:txBody>
              <a:bodyPr wrap="none" rtlCol="0">
                <a:spAutoFit/>
              </a:bodyPr>
              <a:lstStyle/>
              <a:p>
                <a:r>
                  <a:rPr kumimoji="1" lang="ja-JP" altLang="en-US" sz="2800">
                    <a:latin typeface="原稿用標準書体" panose="03000503000000000000" pitchFamily="66" charset="-128"/>
                    <a:ea typeface="原稿用標準書体" panose="03000503000000000000" pitchFamily="66" charset="-128"/>
                  </a:rPr>
                  <a:t>－</a:t>
                </a:r>
              </a:p>
            </p:txBody>
          </p:sp>
        </p:grpSp>
        <p:sp>
          <p:nvSpPr>
            <p:cNvPr id="90" name="フローチャート: 論理積ゲート 89">
              <a:extLst>
                <a:ext uri="{FF2B5EF4-FFF2-40B4-BE49-F238E27FC236}">
                  <a16:creationId xmlns:a16="http://schemas.microsoft.com/office/drawing/2014/main" id="{56A7250F-5D3D-9E00-4DA4-87D7F016FCE8}"/>
                </a:ext>
              </a:extLst>
            </p:cNvPr>
            <p:cNvSpPr/>
            <p:nvPr/>
          </p:nvSpPr>
          <p:spPr>
            <a:xfrm>
              <a:off x="7830368" y="5475322"/>
              <a:ext cx="613268" cy="408924"/>
            </a:xfrm>
            <a:prstGeom prst="flowChartDelay">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400" b="1">
                  <a:latin typeface="原稿用標準書体" panose="03000503000000000000" pitchFamily="66" charset="-128"/>
                  <a:ea typeface="原稿用標準書体" panose="03000503000000000000" pitchFamily="66" charset="-128"/>
                </a:rPr>
                <a:t>×</a:t>
              </a:r>
              <a:r>
                <a:rPr lang="en-US" altLang="ja-JP" sz="1400" b="1" dirty="0">
                  <a:latin typeface="原稿用標準書体" panose="03000503000000000000" pitchFamily="66" charset="-128"/>
                  <a:ea typeface="原稿用標準書体" panose="03000503000000000000" pitchFamily="66" charset="-128"/>
                </a:rPr>
                <a:t>1</a:t>
              </a:r>
              <a:endParaRPr lang="ja-JP" altLang="en-US" sz="1400" b="1" dirty="0">
                <a:latin typeface="原稿用標準書体" panose="03000503000000000000" pitchFamily="66" charset="-128"/>
                <a:ea typeface="原稿用標準書体" panose="03000503000000000000" pitchFamily="66" charset="-128"/>
              </a:endParaRPr>
            </a:p>
          </p:txBody>
        </p:sp>
        <p:sp>
          <p:nvSpPr>
            <p:cNvPr id="91" name="フローチャート: 論理積ゲート 90">
              <a:extLst>
                <a:ext uri="{FF2B5EF4-FFF2-40B4-BE49-F238E27FC236}">
                  <a16:creationId xmlns:a16="http://schemas.microsoft.com/office/drawing/2014/main" id="{400034EC-A653-4278-C58E-CE1B6109F68B}"/>
                </a:ext>
              </a:extLst>
            </p:cNvPr>
            <p:cNvSpPr/>
            <p:nvPr/>
          </p:nvSpPr>
          <p:spPr>
            <a:xfrm>
              <a:off x="8580798" y="5475322"/>
              <a:ext cx="613268" cy="408924"/>
            </a:xfrm>
            <a:prstGeom prst="flowChartDelay">
              <a:avLst/>
            </a:prstGeom>
            <a:solidFill>
              <a:srgbClr val="CC66FF"/>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b="1">
                  <a:latin typeface="原稿用標準書体" panose="03000503000000000000" pitchFamily="66" charset="-128"/>
                  <a:ea typeface="原稿用標準書体" panose="03000503000000000000" pitchFamily="66" charset="-128"/>
                </a:rPr>
                <a:t>×</a:t>
              </a:r>
              <a:r>
                <a:rPr kumimoji="1" lang="en-US" altLang="ja-JP" sz="1400" b="1" dirty="0">
                  <a:latin typeface="原稿用標準書体" panose="03000503000000000000" pitchFamily="66" charset="-128"/>
                  <a:ea typeface="原稿用標準書体" panose="03000503000000000000" pitchFamily="66" charset="-128"/>
                </a:rPr>
                <a:t>2</a:t>
              </a:r>
              <a:endParaRPr kumimoji="1" lang="ja-JP" altLang="en-US" sz="1400" b="1" dirty="0">
                <a:latin typeface="原稿用標準書体" panose="03000503000000000000" pitchFamily="66" charset="-128"/>
                <a:ea typeface="原稿用標準書体" panose="03000503000000000000" pitchFamily="66" charset="-128"/>
              </a:endParaRPr>
            </a:p>
          </p:txBody>
        </p:sp>
        <p:grpSp>
          <p:nvGrpSpPr>
            <p:cNvPr id="99" name="グループ化 98">
              <a:extLst>
                <a:ext uri="{FF2B5EF4-FFF2-40B4-BE49-F238E27FC236}">
                  <a16:creationId xmlns:a16="http://schemas.microsoft.com/office/drawing/2014/main" id="{6D88D8F0-1A1D-875D-37C6-8A8055599AED}"/>
                </a:ext>
              </a:extLst>
            </p:cNvPr>
            <p:cNvGrpSpPr/>
            <p:nvPr/>
          </p:nvGrpSpPr>
          <p:grpSpPr>
            <a:xfrm>
              <a:off x="6249979" y="5365513"/>
              <a:ext cx="1431954" cy="657068"/>
              <a:chOff x="6445926" y="5486816"/>
              <a:chExt cx="1431954" cy="657068"/>
            </a:xfrm>
          </p:grpSpPr>
          <p:sp>
            <p:nvSpPr>
              <p:cNvPr id="80" name="四角形: 角を丸くする 79">
                <a:extLst>
                  <a:ext uri="{FF2B5EF4-FFF2-40B4-BE49-F238E27FC236}">
                    <a16:creationId xmlns:a16="http://schemas.microsoft.com/office/drawing/2014/main" id="{A9A5203E-7470-CAED-C1AC-A09376B8072B}"/>
                  </a:ext>
                </a:extLst>
              </p:cNvPr>
              <p:cNvSpPr/>
              <p:nvPr/>
            </p:nvSpPr>
            <p:spPr>
              <a:xfrm>
                <a:off x="6445926" y="5486816"/>
                <a:ext cx="1431954" cy="657068"/>
              </a:xfrm>
              <a:prstGeom prst="round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1" name="テキスト ボックス 80">
                <a:extLst>
                  <a:ext uri="{FF2B5EF4-FFF2-40B4-BE49-F238E27FC236}">
                    <a16:creationId xmlns:a16="http://schemas.microsoft.com/office/drawing/2014/main" id="{21CC2FA8-9BFC-E4F2-425C-AB5D74765D56}"/>
                  </a:ext>
                </a:extLst>
              </p:cNvPr>
              <p:cNvSpPr txBox="1"/>
              <p:nvPr/>
            </p:nvSpPr>
            <p:spPr>
              <a:xfrm>
                <a:off x="6820214" y="5541580"/>
                <a:ext cx="1039469"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消費数</a:t>
                </a:r>
              </a:p>
            </p:txBody>
          </p:sp>
          <p:sp>
            <p:nvSpPr>
              <p:cNvPr id="82" name="テキスト ボックス 81">
                <a:extLst>
                  <a:ext uri="{FF2B5EF4-FFF2-40B4-BE49-F238E27FC236}">
                    <a16:creationId xmlns:a16="http://schemas.microsoft.com/office/drawing/2014/main" id="{0373C885-B992-89AB-D30F-4CE5D18E6CAC}"/>
                  </a:ext>
                </a:extLst>
              </p:cNvPr>
              <p:cNvSpPr txBox="1"/>
              <p:nvPr/>
            </p:nvSpPr>
            <p:spPr>
              <a:xfrm>
                <a:off x="6605165" y="5790318"/>
                <a:ext cx="1162459" cy="338554"/>
              </a:xfrm>
              <a:prstGeom prst="rect">
                <a:avLst/>
              </a:prstGeom>
              <a:noFill/>
            </p:spPr>
            <p:txBody>
              <a:bodyPr wrap="square" rtlCol="0">
                <a:spAutoFit/>
              </a:bodyPr>
              <a:lstStyle/>
              <a:p>
                <a:pPr algn="ctr"/>
                <a:r>
                  <a:rPr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000000000</a:t>
                </a:r>
                <a:endPar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pic>
            <p:nvPicPr>
              <p:cNvPr id="98" name="図 97">
                <a:extLst>
                  <a:ext uri="{FF2B5EF4-FFF2-40B4-BE49-F238E27FC236}">
                    <a16:creationId xmlns:a16="http://schemas.microsoft.com/office/drawing/2014/main" id="{D4096D7D-7420-D924-D843-C2470B14600C}"/>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6772142" y="5550911"/>
                <a:ext cx="279289" cy="276999"/>
              </a:xfrm>
              <a:prstGeom prst="rect">
                <a:avLst/>
              </a:prstGeom>
            </p:spPr>
          </p:pic>
        </p:grpSp>
      </p:grpSp>
      <p:grpSp>
        <p:nvGrpSpPr>
          <p:cNvPr id="17" name="グループ化 16">
            <a:extLst>
              <a:ext uri="{FF2B5EF4-FFF2-40B4-BE49-F238E27FC236}">
                <a16:creationId xmlns:a16="http://schemas.microsoft.com/office/drawing/2014/main" id="{1BFCA4AF-76F5-988A-06CF-08900B341036}"/>
              </a:ext>
            </a:extLst>
          </p:cNvPr>
          <p:cNvGrpSpPr/>
          <p:nvPr/>
        </p:nvGrpSpPr>
        <p:grpSpPr>
          <a:xfrm>
            <a:off x="8331652" y="575834"/>
            <a:ext cx="3994672" cy="408821"/>
            <a:chOff x="8331652" y="600326"/>
            <a:chExt cx="3994672" cy="408821"/>
          </a:xfrm>
        </p:grpSpPr>
        <p:sp>
          <p:nvSpPr>
            <p:cNvPr id="128" name="正方形/長方形 127">
              <a:extLst>
                <a:ext uri="{FF2B5EF4-FFF2-40B4-BE49-F238E27FC236}">
                  <a16:creationId xmlns:a16="http://schemas.microsoft.com/office/drawing/2014/main" id="{A43ED236-DCAD-F47C-B20C-2CDDE74A87A6}"/>
                </a:ext>
              </a:extLst>
            </p:cNvPr>
            <p:cNvSpPr/>
            <p:nvPr/>
          </p:nvSpPr>
          <p:spPr>
            <a:xfrm>
              <a:off x="8331652" y="600326"/>
              <a:ext cx="3994672" cy="408821"/>
            </a:xfrm>
            <a:prstGeom prst="rect">
              <a:avLst/>
            </a:prstGeom>
            <a:solidFill>
              <a:schemeClr val="bg1">
                <a:lumMod val="65000"/>
                <a:alpha val="20000"/>
              </a:schemeClr>
            </a:solidFill>
            <a:ln>
              <a:noFill/>
            </a:ln>
            <a:effectLst>
              <a:glow rad="63500">
                <a:schemeClr val="bg1">
                  <a:lumMod val="50000"/>
                  <a:alpha val="2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146" name="グループ化 145">
              <a:extLst>
                <a:ext uri="{FF2B5EF4-FFF2-40B4-BE49-F238E27FC236}">
                  <a16:creationId xmlns:a16="http://schemas.microsoft.com/office/drawing/2014/main" id="{FC1CE93B-A2F2-E99F-1843-B55CEC7A1B78}"/>
                </a:ext>
              </a:extLst>
            </p:cNvPr>
            <p:cNvGrpSpPr/>
            <p:nvPr/>
          </p:nvGrpSpPr>
          <p:grpSpPr>
            <a:xfrm>
              <a:off x="8648051" y="650848"/>
              <a:ext cx="1231006" cy="307777"/>
              <a:chOff x="7108497" y="887611"/>
              <a:chExt cx="1231006" cy="307777"/>
            </a:xfrm>
          </p:grpSpPr>
          <p:pic>
            <p:nvPicPr>
              <p:cNvPr id="140" name="図 139">
                <a:extLst>
                  <a:ext uri="{FF2B5EF4-FFF2-40B4-BE49-F238E27FC236}">
                    <a16:creationId xmlns:a16="http://schemas.microsoft.com/office/drawing/2014/main" id="{ECCC54EB-7A40-439A-AA16-F074CB5ED9A9}"/>
                  </a:ext>
                </a:extLst>
              </p:cNvPr>
              <p:cNvPicPr>
                <a:picLocks noChangeAspect="1"/>
              </p:cNvPicPr>
              <p:nvPr/>
            </p:nvPicPr>
            <p:blipFill>
              <a:blip r:embed="rId7">
                <a:biLevel thresh="25000"/>
                <a:extLst>
                  <a:ext uri="{28A0092B-C50C-407E-A947-70E740481C1C}">
                    <a14:useLocalDpi xmlns:a14="http://schemas.microsoft.com/office/drawing/2010/main" val="0"/>
                  </a:ext>
                </a:extLst>
              </a:blip>
              <a:stretch>
                <a:fillRect/>
              </a:stretch>
            </p:blipFill>
            <p:spPr>
              <a:xfrm>
                <a:off x="7108497" y="914380"/>
                <a:ext cx="202448" cy="254238"/>
              </a:xfrm>
              <a:prstGeom prst="rect">
                <a:avLst/>
              </a:prstGeom>
            </p:spPr>
          </p:pic>
          <p:sp>
            <p:nvSpPr>
              <p:cNvPr id="142" name="テキスト ボックス 141">
                <a:extLst>
                  <a:ext uri="{FF2B5EF4-FFF2-40B4-BE49-F238E27FC236}">
                    <a16:creationId xmlns:a16="http://schemas.microsoft.com/office/drawing/2014/main" id="{53A82DEC-5F10-137B-6C50-DFAF924751FD}"/>
                  </a:ext>
                </a:extLst>
              </p:cNvPr>
              <p:cNvSpPr txBox="1"/>
              <p:nvPr/>
            </p:nvSpPr>
            <p:spPr>
              <a:xfrm>
                <a:off x="7436692" y="887611"/>
                <a:ext cx="902811"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00000000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45" name="グループ化 144">
              <a:extLst>
                <a:ext uri="{FF2B5EF4-FFF2-40B4-BE49-F238E27FC236}">
                  <a16:creationId xmlns:a16="http://schemas.microsoft.com/office/drawing/2014/main" id="{B8AA8381-2A17-D738-0A36-BCCF0EFD4108}"/>
                </a:ext>
              </a:extLst>
            </p:cNvPr>
            <p:cNvGrpSpPr/>
            <p:nvPr/>
          </p:nvGrpSpPr>
          <p:grpSpPr>
            <a:xfrm>
              <a:off x="10177914" y="650848"/>
              <a:ext cx="1263752" cy="307777"/>
              <a:chOff x="9272844" y="887611"/>
              <a:chExt cx="1263752" cy="307777"/>
            </a:xfrm>
          </p:grpSpPr>
          <p:pic>
            <p:nvPicPr>
              <p:cNvPr id="138" name="図 137">
                <a:extLst>
                  <a:ext uri="{FF2B5EF4-FFF2-40B4-BE49-F238E27FC236}">
                    <a16:creationId xmlns:a16="http://schemas.microsoft.com/office/drawing/2014/main" id="{6F6A98A1-A966-8B43-AB1B-D4F61A28E7B5}"/>
                  </a:ext>
                </a:extLst>
              </p:cNvPr>
              <p:cNvPicPr>
                <a:picLocks noChangeAspect="1"/>
              </p:cNvPicPr>
              <p:nvPr/>
            </p:nvPicPr>
            <p:blipFill>
              <a:blip r:embed="rId6">
                <a:biLevel thresh="25000"/>
                <a:extLst>
                  <a:ext uri="{28A0092B-C50C-407E-A947-70E740481C1C}">
                    <a14:useLocalDpi xmlns:a14="http://schemas.microsoft.com/office/drawing/2010/main" val="0"/>
                  </a:ext>
                </a:extLst>
              </a:blip>
              <a:stretch>
                <a:fillRect/>
              </a:stretch>
            </p:blipFill>
            <p:spPr>
              <a:xfrm>
                <a:off x="9272844" y="905906"/>
                <a:ext cx="273428" cy="271187"/>
              </a:xfrm>
              <a:prstGeom prst="rect">
                <a:avLst/>
              </a:prstGeom>
            </p:spPr>
          </p:pic>
          <p:sp>
            <p:nvSpPr>
              <p:cNvPr id="144" name="テキスト ボックス 143">
                <a:extLst>
                  <a:ext uri="{FF2B5EF4-FFF2-40B4-BE49-F238E27FC236}">
                    <a16:creationId xmlns:a16="http://schemas.microsoft.com/office/drawing/2014/main" id="{691BC7F1-45C6-EB66-0DDF-AAC01B7A26C4}"/>
                  </a:ext>
                </a:extLst>
              </p:cNvPr>
              <p:cNvSpPr txBox="1"/>
              <p:nvPr/>
            </p:nvSpPr>
            <p:spPr>
              <a:xfrm>
                <a:off x="9633785" y="887611"/>
                <a:ext cx="902811"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00000000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spTree>
    <p:extLst>
      <p:ext uri="{BB962C8B-B14F-4D97-AF65-F5344CB8AC3E}">
        <p14:creationId xmlns:p14="http://schemas.microsoft.com/office/powerpoint/2010/main" val="2110928476"/>
      </p:ext>
    </p:extLst>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p:bg>
      <p:bgPr>
        <a:gradFill>
          <a:gsLst>
            <a:gs pos="0">
              <a:schemeClr val="tx1">
                <a:lumMod val="85000"/>
                <a:lumOff val="15000"/>
              </a:schemeClr>
            </a:gs>
            <a:gs pos="23000">
              <a:schemeClr val="accent6">
                <a:lumMod val="89000"/>
              </a:schemeClr>
            </a:gs>
            <a:gs pos="69000">
              <a:schemeClr val="accent6">
                <a:lumMod val="75000"/>
              </a:schemeClr>
            </a:gs>
            <a:gs pos="97000">
              <a:schemeClr val="tx1">
                <a:lumMod val="85000"/>
                <a:lumOff val="15000"/>
              </a:schemeClr>
            </a:gs>
          </a:gsLst>
          <a:path path="circle">
            <a:fillToRect l="50000" t="50000" r="50000" b="50000"/>
          </a:path>
        </a:gradFill>
        <a:effectLst/>
      </p:bgPr>
    </p:bg>
    <p:spTree>
      <p:nvGrpSpPr>
        <p:cNvPr id="1" name="">
          <a:extLst>
            <a:ext uri="{FF2B5EF4-FFF2-40B4-BE49-F238E27FC236}">
              <a16:creationId xmlns:a16="http://schemas.microsoft.com/office/drawing/2014/main" id="{2CD09C59-84B7-86C8-D503-0558A0C98015}"/>
            </a:ext>
          </a:extLst>
        </p:cNvPr>
        <p:cNvGrpSpPr/>
        <p:nvPr/>
      </p:nvGrpSpPr>
      <p:grpSpPr>
        <a:xfrm>
          <a:off x="0" y="0"/>
          <a:ext cx="0" cy="0"/>
          <a:chOff x="0" y="0"/>
          <a:chExt cx="0" cy="0"/>
        </a:xfrm>
      </p:grpSpPr>
      <p:sp>
        <p:nvSpPr>
          <p:cNvPr id="6" name="四角形: 角を丸くする 5">
            <a:extLst>
              <a:ext uri="{FF2B5EF4-FFF2-40B4-BE49-F238E27FC236}">
                <a16:creationId xmlns:a16="http://schemas.microsoft.com/office/drawing/2014/main" id="{7432EF9A-704E-507E-2A03-38871F84A648}"/>
              </a:ext>
            </a:extLst>
          </p:cNvPr>
          <p:cNvSpPr/>
          <p:nvPr/>
        </p:nvSpPr>
        <p:spPr>
          <a:xfrm>
            <a:off x="6645728" y="445192"/>
            <a:ext cx="4960773" cy="5950564"/>
          </a:xfrm>
          <a:prstGeom prst="roundRect">
            <a:avLst>
              <a:gd name="adj" fmla="val 2570"/>
            </a:avLst>
          </a:prstGeom>
          <a:solidFill>
            <a:schemeClr val="tx1">
              <a:lumMod val="50000"/>
              <a:lumOff val="5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0" name="四角形: 角を丸くする 49">
            <a:extLst>
              <a:ext uri="{FF2B5EF4-FFF2-40B4-BE49-F238E27FC236}">
                <a16:creationId xmlns:a16="http://schemas.microsoft.com/office/drawing/2014/main" id="{7DF7E425-A61E-B188-0CD3-2D5066630228}"/>
              </a:ext>
            </a:extLst>
          </p:cNvPr>
          <p:cNvSpPr/>
          <p:nvPr/>
        </p:nvSpPr>
        <p:spPr>
          <a:xfrm>
            <a:off x="10013585" y="619038"/>
            <a:ext cx="1422938" cy="1458109"/>
          </a:xfrm>
          <a:prstGeom prst="roundRect">
            <a:avLst>
              <a:gd name="adj" fmla="val 4721"/>
            </a:avLst>
          </a:prstGeom>
          <a:solidFill>
            <a:schemeClr val="bg1">
              <a:lumMod val="6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 name="四角形: 角を丸くする 3">
            <a:extLst>
              <a:ext uri="{FF2B5EF4-FFF2-40B4-BE49-F238E27FC236}">
                <a16:creationId xmlns:a16="http://schemas.microsoft.com/office/drawing/2014/main" id="{CCAE6506-47E9-7657-6402-DC0B638E96F2}"/>
              </a:ext>
            </a:extLst>
          </p:cNvPr>
          <p:cNvSpPr/>
          <p:nvPr/>
        </p:nvSpPr>
        <p:spPr>
          <a:xfrm>
            <a:off x="6815498" y="619037"/>
            <a:ext cx="1422938" cy="1458109"/>
          </a:xfrm>
          <a:prstGeom prst="roundRect">
            <a:avLst>
              <a:gd name="adj" fmla="val 4721"/>
            </a:avLst>
          </a:prstGeom>
          <a:solidFill>
            <a:schemeClr val="bg1">
              <a:lumMod val="7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 name="フリーフォーム: 図形 9">
            <a:extLst>
              <a:ext uri="{FF2B5EF4-FFF2-40B4-BE49-F238E27FC236}">
                <a16:creationId xmlns:a16="http://schemas.microsoft.com/office/drawing/2014/main" id="{CB2825D0-BE86-FC92-9A80-8D19CB0742DD}"/>
              </a:ext>
            </a:extLst>
          </p:cNvPr>
          <p:cNvSpPr/>
          <p:nvPr/>
        </p:nvSpPr>
        <p:spPr>
          <a:xfrm>
            <a:off x="6812549" y="619037"/>
            <a:ext cx="4616684" cy="4732654"/>
          </a:xfrm>
          <a:custGeom>
            <a:avLst/>
            <a:gdLst>
              <a:gd name="csX0" fmla="*/ 1668013 w 4616684"/>
              <a:gd name="csY0" fmla="*/ 0 h 4732654"/>
              <a:gd name="csX1" fmla="*/ 2956597 w 4616684"/>
              <a:gd name="csY1" fmla="*/ 0 h 4732654"/>
              <a:gd name="csX2" fmla="*/ 3023774 w 4616684"/>
              <a:gd name="csY2" fmla="*/ 67177 h 4732654"/>
              <a:gd name="csX3" fmla="*/ 3023774 w 4616684"/>
              <a:gd name="csY3" fmla="*/ 539508 h 4732654"/>
              <a:gd name="csX4" fmla="*/ 4418726 w 4616684"/>
              <a:gd name="csY4" fmla="*/ 539508 h 4732654"/>
              <a:gd name="csX5" fmla="*/ 4616684 w 4616684"/>
              <a:gd name="csY5" fmla="*/ 737466 h 4732654"/>
              <a:gd name="csX6" fmla="*/ 4616684 w 4616684"/>
              <a:gd name="csY6" fmla="*/ 4534696 h 4732654"/>
              <a:gd name="csX7" fmla="*/ 4418726 w 4616684"/>
              <a:gd name="csY7" fmla="*/ 4732654 h 4732654"/>
              <a:gd name="csX8" fmla="*/ 197958 w 4616684"/>
              <a:gd name="csY8" fmla="*/ 4732654 h 4732654"/>
              <a:gd name="csX9" fmla="*/ 0 w 4616684"/>
              <a:gd name="csY9" fmla="*/ 4534696 h 4732654"/>
              <a:gd name="csX10" fmla="*/ 0 w 4616684"/>
              <a:gd name="csY10" fmla="*/ 737466 h 4732654"/>
              <a:gd name="csX11" fmla="*/ 197958 w 4616684"/>
              <a:gd name="csY11" fmla="*/ 539508 h 4732654"/>
              <a:gd name="csX12" fmla="*/ 1600836 w 4616684"/>
              <a:gd name="csY12" fmla="*/ 539508 h 4732654"/>
              <a:gd name="csX13" fmla="*/ 1600836 w 4616684"/>
              <a:gd name="csY13" fmla="*/ 67177 h 4732654"/>
              <a:gd name="csX14" fmla="*/ 1668013 w 4616684"/>
              <a:gd name="csY14" fmla="*/ 0 h 473265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4616684" h="4732654">
                <a:moveTo>
                  <a:pt x="1668013" y="0"/>
                </a:moveTo>
                <a:lnTo>
                  <a:pt x="2956597" y="0"/>
                </a:lnTo>
                <a:cubicBezTo>
                  <a:pt x="2993698" y="0"/>
                  <a:pt x="3023774" y="30076"/>
                  <a:pt x="3023774" y="67177"/>
                </a:cubicBezTo>
                <a:lnTo>
                  <a:pt x="3023774" y="539508"/>
                </a:lnTo>
                <a:lnTo>
                  <a:pt x="4418726" y="539508"/>
                </a:lnTo>
                <a:cubicBezTo>
                  <a:pt x="4528055" y="539508"/>
                  <a:pt x="4616684" y="628137"/>
                  <a:pt x="4616684" y="737466"/>
                </a:cubicBezTo>
                <a:lnTo>
                  <a:pt x="4616684" y="4534696"/>
                </a:lnTo>
                <a:cubicBezTo>
                  <a:pt x="4616684" y="4644025"/>
                  <a:pt x="4528055" y="4732654"/>
                  <a:pt x="4418726" y="4732654"/>
                </a:cubicBezTo>
                <a:lnTo>
                  <a:pt x="197958" y="4732654"/>
                </a:lnTo>
                <a:cubicBezTo>
                  <a:pt x="88629" y="4732654"/>
                  <a:pt x="0" y="4644025"/>
                  <a:pt x="0" y="4534696"/>
                </a:cubicBezTo>
                <a:lnTo>
                  <a:pt x="0" y="737466"/>
                </a:lnTo>
                <a:cubicBezTo>
                  <a:pt x="0" y="628137"/>
                  <a:pt x="88629" y="539508"/>
                  <a:pt x="197958" y="539508"/>
                </a:cubicBezTo>
                <a:lnTo>
                  <a:pt x="1600836" y="539508"/>
                </a:lnTo>
                <a:lnTo>
                  <a:pt x="1600836" y="67177"/>
                </a:lnTo>
                <a:cubicBezTo>
                  <a:pt x="1600836" y="30076"/>
                  <a:pt x="1630912" y="0"/>
                  <a:pt x="1668013" y="0"/>
                </a:cubicBezTo>
                <a:close/>
              </a:path>
            </a:pathLst>
          </a:custGeom>
          <a:solidFill>
            <a:schemeClr val="bg1">
              <a:lumMod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 name="四角形: 角を丸くする 8">
            <a:extLst>
              <a:ext uri="{FF2B5EF4-FFF2-40B4-BE49-F238E27FC236}">
                <a16:creationId xmlns:a16="http://schemas.microsoft.com/office/drawing/2014/main" id="{89D85D82-F9EB-49C2-E665-1CDDE116BD6A}"/>
              </a:ext>
            </a:extLst>
          </p:cNvPr>
          <p:cNvSpPr/>
          <p:nvPr/>
        </p:nvSpPr>
        <p:spPr>
          <a:xfrm>
            <a:off x="585498" y="445192"/>
            <a:ext cx="5710332" cy="5967615"/>
          </a:xfrm>
          <a:prstGeom prst="roundRect">
            <a:avLst>
              <a:gd name="adj" fmla="val 2174"/>
            </a:avLst>
          </a:prstGeom>
          <a:solidFill>
            <a:schemeClr val="accent6">
              <a:lumMod val="40000"/>
              <a:lumOff val="6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 name="テキスト ボックス 4">
            <a:extLst>
              <a:ext uri="{FF2B5EF4-FFF2-40B4-BE49-F238E27FC236}">
                <a16:creationId xmlns:a16="http://schemas.microsoft.com/office/drawing/2014/main" id="{70B0816A-4FCE-A0ED-26D5-7A22EB6132C8}"/>
              </a:ext>
            </a:extLst>
          </p:cNvPr>
          <p:cNvSpPr txBox="1"/>
          <p:nvPr/>
        </p:nvSpPr>
        <p:spPr>
          <a:xfrm>
            <a:off x="820249" y="529494"/>
            <a:ext cx="4685898" cy="646331"/>
          </a:xfrm>
          <a:prstGeom prst="rect">
            <a:avLst/>
          </a:prstGeom>
          <a:noFill/>
        </p:spPr>
        <p:txBody>
          <a:bodyPr wrap="none" rtlCol="0">
            <a:spAutoFit/>
          </a:bodyPr>
          <a:lstStyle/>
          <a:p>
            <a:r>
              <a:rPr lang="ja-JP" altLang="en-US" sz="3600" dirty="0">
                <a:solidFill>
                  <a:schemeClr val="tx1">
                    <a:lumMod val="75000"/>
                    <a:lumOff val="25000"/>
                  </a:schemeClr>
                </a:solidFill>
                <a:latin typeface="原稿用標準書体" panose="03000503000000000000" pitchFamily="66" charset="-128"/>
                <a:ea typeface="原稿用標準書体" panose="03000503000000000000" pitchFamily="66" charset="-128"/>
              </a:rPr>
              <a:t>前衛</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ATK+20%</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、注目度</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+4</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、回避率</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-20%</a:t>
            </a:r>
            <a:endParaRPr kumimoji="1" lang="ja-JP" altLang="en-US" sz="3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16" name="グループ化 15">
            <a:extLst>
              <a:ext uri="{FF2B5EF4-FFF2-40B4-BE49-F238E27FC236}">
                <a16:creationId xmlns:a16="http://schemas.microsoft.com/office/drawing/2014/main" id="{9EA432F4-A976-5DB7-EC60-4DF58B3E72D9}"/>
              </a:ext>
            </a:extLst>
          </p:cNvPr>
          <p:cNvGrpSpPr/>
          <p:nvPr/>
        </p:nvGrpSpPr>
        <p:grpSpPr>
          <a:xfrm>
            <a:off x="789688" y="1318039"/>
            <a:ext cx="5301952" cy="1230022"/>
            <a:chOff x="922576" y="2450171"/>
            <a:chExt cx="5301952" cy="1309138"/>
          </a:xfrm>
          <a:solidFill>
            <a:schemeClr val="tx1">
              <a:lumMod val="75000"/>
              <a:lumOff val="25000"/>
              <a:alpha val="85000"/>
            </a:schemeClr>
          </a:solidFill>
        </p:grpSpPr>
        <p:sp>
          <p:nvSpPr>
            <p:cNvPr id="12" name="四角形: 角を丸くする 11">
              <a:extLst>
                <a:ext uri="{FF2B5EF4-FFF2-40B4-BE49-F238E27FC236}">
                  <a16:creationId xmlns:a16="http://schemas.microsoft.com/office/drawing/2014/main" id="{E5CE8CF3-7A67-AD16-83F2-360E28CDA22E}"/>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3" name="四角形: 角を丸くする 12">
              <a:extLst>
                <a:ext uri="{FF2B5EF4-FFF2-40B4-BE49-F238E27FC236}">
                  <a16:creationId xmlns:a16="http://schemas.microsoft.com/office/drawing/2014/main" id="{931E4403-4FFE-3287-A52C-575F5BC30869}"/>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4" name="四角形: 角を丸くする 13">
              <a:extLst>
                <a:ext uri="{FF2B5EF4-FFF2-40B4-BE49-F238E27FC236}">
                  <a16:creationId xmlns:a16="http://schemas.microsoft.com/office/drawing/2014/main" id="{3FF42B67-DE5D-1072-5465-19DECB6EB6D2}"/>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5" name="四角形: 角を丸くする 14">
              <a:extLst>
                <a:ext uri="{FF2B5EF4-FFF2-40B4-BE49-F238E27FC236}">
                  <a16:creationId xmlns:a16="http://schemas.microsoft.com/office/drawing/2014/main" id="{0B5F842F-D25B-2AB1-7CB8-35531A85FC73}"/>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11" name="テキスト ボックス 10">
            <a:extLst>
              <a:ext uri="{FF2B5EF4-FFF2-40B4-BE49-F238E27FC236}">
                <a16:creationId xmlns:a16="http://schemas.microsoft.com/office/drawing/2014/main" id="{888D2E17-5505-D948-DC93-818B5DEA2FE5}"/>
              </a:ext>
            </a:extLst>
          </p:cNvPr>
          <p:cNvSpPr txBox="1"/>
          <p:nvPr/>
        </p:nvSpPr>
        <p:spPr>
          <a:xfrm>
            <a:off x="820249" y="3523725"/>
            <a:ext cx="4685898" cy="646331"/>
          </a:xfrm>
          <a:prstGeom prst="rect">
            <a:avLst/>
          </a:prstGeom>
          <a:noFill/>
        </p:spPr>
        <p:txBody>
          <a:bodyPr wrap="none" rtlCol="0">
            <a:spAutoFit/>
          </a:bodyPr>
          <a:lstStyle/>
          <a:p>
            <a:r>
              <a:rPr lang="ja-JP" altLang="en-US" sz="3600" dirty="0">
                <a:solidFill>
                  <a:schemeClr val="bg1">
                    <a:lumMod val="95000"/>
                  </a:schemeClr>
                </a:solidFill>
                <a:latin typeface="原稿用標準書体" panose="03000503000000000000" pitchFamily="66" charset="-128"/>
                <a:ea typeface="原稿用標準書体" panose="03000503000000000000" pitchFamily="66" charset="-128"/>
              </a:rPr>
              <a:t>後衛</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：回避率</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+20%</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、注目度</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+1</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ATK-20%</a:t>
            </a:r>
            <a:endParaRPr kumimoji="1" lang="ja-JP" altLang="en-US" sz="36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19" name="グループ化 18">
            <a:extLst>
              <a:ext uri="{FF2B5EF4-FFF2-40B4-BE49-F238E27FC236}">
                <a16:creationId xmlns:a16="http://schemas.microsoft.com/office/drawing/2014/main" id="{4B9A2F7D-5904-3E59-73F0-825C92A77A71}"/>
              </a:ext>
            </a:extLst>
          </p:cNvPr>
          <p:cNvGrpSpPr/>
          <p:nvPr/>
        </p:nvGrpSpPr>
        <p:grpSpPr>
          <a:xfrm>
            <a:off x="789688" y="4320508"/>
            <a:ext cx="5301952" cy="1230022"/>
            <a:chOff x="922576" y="2450171"/>
            <a:chExt cx="5301952" cy="1309138"/>
          </a:xfrm>
          <a:solidFill>
            <a:schemeClr val="bg1">
              <a:lumMod val="85000"/>
              <a:alpha val="85000"/>
            </a:schemeClr>
          </a:solidFill>
        </p:grpSpPr>
        <p:sp>
          <p:nvSpPr>
            <p:cNvPr id="20" name="四角形: 角を丸くする 19">
              <a:extLst>
                <a:ext uri="{FF2B5EF4-FFF2-40B4-BE49-F238E27FC236}">
                  <a16:creationId xmlns:a16="http://schemas.microsoft.com/office/drawing/2014/main" id="{C9F465D3-2794-94C9-2FCA-6CFE219E2435}"/>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1" name="四角形: 角を丸くする 20">
              <a:extLst>
                <a:ext uri="{FF2B5EF4-FFF2-40B4-BE49-F238E27FC236}">
                  <a16:creationId xmlns:a16="http://schemas.microsoft.com/office/drawing/2014/main" id="{2BCE343C-3BC4-B464-8D73-D2E94785F587}"/>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2" name="四角形: 角を丸くする 21">
              <a:extLst>
                <a:ext uri="{FF2B5EF4-FFF2-40B4-BE49-F238E27FC236}">
                  <a16:creationId xmlns:a16="http://schemas.microsoft.com/office/drawing/2014/main" id="{B4D84A9B-8B3E-5F39-5D11-5E23F35D3642}"/>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3" name="四角形: 角を丸くする 22">
              <a:extLst>
                <a:ext uri="{FF2B5EF4-FFF2-40B4-BE49-F238E27FC236}">
                  <a16:creationId xmlns:a16="http://schemas.microsoft.com/office/drawing/2014/main" id="{C53C9577-4F93-EFB0-F7F7-FB0270F47155}"/>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cxnSp>
        <p:nvCxnSpPr>
          <p:cNvPr id="25" name="直線コネクタ 24">
            <a:extLst>
              <a:ext uri="{FF2B5EF4-FFF2-40B4-BE49-F238E27FC236}">
                <a16:creationId xmlns:a16="http://schemas.microsoft.com/office/drawing/2014/main" id="{EF309898-EE2B-CE51-7742-F7C2844E5045}"/>
              </a:ext>
            </a:extLst>
          </p:cNvPr>
          <p:cNvCxnSpPr>
            <a:cxnSpLocks/>
          </p:cNvCxnSpPr>
          <p:nvPr/>
        </p:nvCxnSpPr>
        <p:spPr>
          <a:xfrm>
            <a:off x="759127" y="3428999"/>
            <a:ext cx="5363074" cy="0"/>
          </a:xfrm>
          <a:prstGeom prst="line">
            <a:avLst/>
          </a:prstGeom>
          <a:ln w="12700">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grpSp>
        <p:nvGrpSpPr>
          <p:cNvPr id="28" name="グループ化 27">
            <a:extLst>
              <a:ext uri="{FF2B5EF4-FFF2-40B4-BE49-F238E27FC236}">
                <a16:creationId xmlns:a16="http://schemas.microsoft.com/office/drawing/2014/main" id="{B4C02521-71D6-7544-37C4-F3F01F4C62C2}"/>
              </a:ext>
            </a:extLst>
          </p:cNvPr>
          <p:cNvGrpSpPr/>
          <p:nvPr/>
        </p:nvGrpSpPr>
        <p:grpSpPr>
          <a:xfrm>
            <a:off x="787120" y="2633455"/>
            <a:ext cx="5301952" cy="635908"/>
            <a:chOff x="922576" y="2450171"/>
            <a:chExt cx="5301952" cy="1309138"/>
          </a:xfrm>
          <a:solidFill>
            <a:schemeClr val="tx1">
              <a:lumMod val="75000"/>
              <a:lumOff val="25000"/>
              <a:alpha val="85000"/>
            </a:schemeClr>
          </a:solidFill>
        </p:grpSpPr>
        <p:sp>
          <p:nvSpPr>
            <p:cNvPr id="29" name="四角形: 角を丸くする 28">
              <a:extLst>
                <a:ext uri="{FF2B5EF4-FFF2-40B4-BE49-F238E27FC236}">
                  <a16:creationId xmlns:a16="http://schemas.microsoft.com/office/drawing/2014/main" id="{C60F2B65-5711-186F-3744-FD8875EFD516}"/>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0" name="四角形: 角を丸くする 29">
              <a:extLst>
                <a:ext uri="{FF2B5EF4-FFF2-40B4-BE49-F238E27FC236}">
                  <a16:creationId xmlns:a16="http://schemas.microsoft.com/office/drawing/2014/main" id="{349E8F2A-7B38-4034-B4B6-6E1D5A486293}"/>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1" name="四角形: 角を丸くする 30">
              <a:extLst>
                <a:ext uri="{FF2B5EF4-FFF2-40B4-BE49-F238E27FC236}">
                  <a16:creationId xmlns:a16="http://schemas.microsoft.com/office/drawing/2014/main" id="{A125A50F-18B6-4E70-B48E-A287D72FE218}"/>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2" name="四角形: 角を丸くする 31">
              <a:extLst>
                <a:ext uri="{FF2B5EF4-FFF2-40B4-BE49-F238E27FC236}">
                  <a16:creationId xmlns:a16="http://schemas.microsoft.com/office/drawing/2014/main" id="{6FA70F61-4155-5F14-3893-0C0D91C6C706}"/>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33" name="グループ化 32">
            <a:extLst>
              <a:ext uri="{FF2B5EF4-FFF2-40B4-BE49-F238E27FC236}">
                <a16:creationId xmlns:a16="http://schemas.microsoft.com/office/drawing/2014/main" id="{1A7B5576-B515-88D3-15FD-CCB02ABC3BBC}"/>
              </a:ext>
            </a:extLst>
          </p:cNvPr>
          <p:cNvGrpSpPr/>
          <p:nvPr/>
        </p:nvGrpSpPr>
        <p:grpSpPr>
          <a:xfrm>
            <a:off x="787120" y="5645255"/>
            <a:ext cx="5301952" cy="635908"/>
            <a:chOff x="922576" y="2450171"/>
            <a:chExt cx="5301952" cy="1309138"/>
          </a:xfrm>
          <a:solidFill>
            <a:schemeClr val="bg1">
              <a:lumMod val="85000"/>
              <a:alpha val="85000"/>
            </a:schemeClr>
          </a:solidFill>
        </p:grpSpPr>
        <p:sp>
          <p:nvSpPr>
            <p:cNvPr id="34" name="四角形: 角を丸くする 33">
              <a:extLst>
                <a:ext uri="{FF2B5EF4-FFF2-40B4-BE49-F238E27FC236}">
                  <a16:creationId xmlns:a16="http://schemas.microsoft.com/office/drawing/2014/main" id="{1F59C638-0039-7D36-0AC8-A4C816D0C986}"/>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5" name="四角形: 角を丸くする 34">
              <a:extLst>
                <a:ext uri="{FF2B5EF4-FFF2-40B4-BE49-F238E27FC236}">
                  <a16:creationId xmlns:a16="http://schemas.microsoft.com/office/drawing/2014/main" id="{B09306A5-21EB-B181-0342-6A621FE9DE4C}"/>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6" name="四角形: 角を丸くする 35">
              <a:extLst>
                <a:ext uri="{FF2B5EF4-FFF2-40B4-BE49-F238E27FC236}">
                  <a16:creationId xmlns:a16="http://schemas.microsoft.com/office/drawing/2014/main" id="{3443684E-C093-7E4A-E995-30DF6E29A350}"/>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7" name="四角形: 角を丸くする 36">
              <a:extLst>
                <a:ext uri="{FF2B5EF4-FFF2-40B4-BE49-F238E27FC236}">
                  <a16:creationId xmlns:a16="http://schemas.microsoft.com/office/drawing/2014/main" id="{E171248E-3224-524E-EB37-D0AB7D9AFD5D}"/>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2" name="テキスト ボックス 1">
            <a:extLst>
              <a:ext uri="{FF2B5EF4-FFF2-40B4-BE49-F238E27FC236}">
                <a16:creationId xmlns:a16="http://schemas.microsoft.com/office/drawing/2014/main" id="{FB491D07-992F-532F-D0D5-E35856E70E22}"/>
              </a:ext>
            </a:extLst>
          </p:cNvPr>
          <p:cNvSpPr txBox="1"/>
          <p:nvPr/>
        </p:nvSpPr>
        <p:spPr>
          <a:xfrm>
            <a:off x="7046965" y="688737"/>
            <a:ext cx="954108"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ゲート</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43" name="テキスト ボックス 42">
            <a:extLst>
              <a:ext uri="{FF2B5EF4-FFF2-40B4-BE49-F238E27FC236}">
                <a16:creationId xmlns:a16="http://schemas.microsoft.com/office/drawing/2014/main" id="{FC8D13D0-5BF5-2C06-94E4-87680A121D8D}"/>
              </a:ext>
            </a:extLst>
          </p:cNvPr>
          <p:cNvSpPr txBox="1"/>
          <p:nvPr/>
        </p:nvSpPr>
        <p:spPr>
          <a:xfrm>
            <a:off x="8647800" y="688737"/>
            <a:ext cx="954108"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44" name="テキスト ボックス 43">
            <a:extLst>
              <a:ext uri="{FF2B5EF4-FFF2-40B4-BE49-F238E27FC236}">
                <a16:creationId xmlns:a16="http://schemas.microsoft.com/office/drawing/2014/main" id="{4105A101-938F-A939-C8DB-65AF1FE3CBAB}"/>
              </a:ext>
            </a:extLst>
          </p:cNvPr>
          <p:cNvSpPr txBox="1"/>
          <p:nvPr/>
        </p:nvSpPr>
        <p:spPr>
          <a:xfrm>
            <a:off x="10376241" y="688737"/>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60" name="グループ化 59">
            <a:extLst>
              <a:ext uri="{FF2B5EF4-FFF2-40B4-BE49-F238E27FC236}">
                <a16:creationId xmlns:a16="http://schemas.microsoft.com/office/drawing/2014/main" id="{5D055E5B-B9E9-329A-E83C-F88936A0E80E}"/>
              </a:ext>
            </a:extLst>
          </p:cNvPr>
          <p:cNvGrpSpPr/>
          <p:nvPr/>
        </p:nvGrpSpPr>
        <p:grpSpPr>
          <a:xfrm>
            <a:off x="1063119" y="2758022"/>
            <a:ext cx="4765774" cy="400110"/>
            <a:chOff x="1168089" y="2766548"/>
            <a:chExt cx="4765774" cy="400110"/>
          </a:xfrm>
        </p:grpSpPr>
        <p:sp>
          <p:nvSpPr>
            <p:cNvPr id="52" name="テキスト ボックス 51">
              <a:extLst>
                <a:ext uri="{FF2B5EF4-FFF2-40B4-BE49-F238E27FC236}">
                  <a16:creationId xmlns:a16="http://schemas.microsoft.com/office/drawing/2014/main" id="{05B5C9A4-0134-66FD-581C-D8AF2A7497E1}"/>
                </a:ext>
              </a:extLst>
            </p:cNvPr>
            <p:cNvSpPr txBox="1"/>
            <p:nvPr/>
          </p:nvSpPr>
          <p:spPr>
            <a:xfrm>
              <a:off x="1168089"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3" name="テキスト ボックス 52">
              <a:extLst>
                <a:ext uri="{FF2B5EF4-FFF2-40B4-BE49-F238E27FC236}">
                  <a16:creationId xmlns:a16="http://schemas.microsoft.com/office/drawing/2014/main" id="{E58CAE20-5FB3-6719-4AFD-30E44384DDEA}"/>
                </a:ext>
              </a:extLst>
            </p:cNvPr>
            <p:cNvSpPr txBox="1"/>
            <p:nvPr/>
          </p:nvSpPr>
          <p:spPr>
            <a:xfrm>
              <a:off x="2524138"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4" name="テキスト ボックス 53">
              <a:extLst>
                <a:ext uri="{FF2B5EF4-FFF2-40B4-BE49-F238E27FC236}">
                  <a16:creationId xmlns:a16="http://schemas.microsoft.com/office/drawing/2014/main" id="{9C1AFB12-6D3E-30F1-F80C-A745F0C60FE2}"/>
                </a:ext>
              </a:extLst>
            </p:cNvPr>
            <p:cNvSpPr txBox="1"/>
            <p:nvPr/>
          </p:nvSpPr>
          <p:spPr>
            <a:xfrm>
              <a:off x="3880187"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5" name="テキスト ボックス 54">
              <a:extLst>
                <a:ext uri="{FF2B5EF4-FFF2-40B4-BE49-F238E27FC236}">
                  <a16:creationId xmlns:a16="http://schemas.microsoft.com/office/drawing/2014/main" id="{8997E0BF-B804-9124-717C-3D1CF93C5F8B}"/>
                </a:ext>
              </a:extLst>
            </p:cNvPr>
            <p:cNvSpPr txBox="1"/>
            <p:nvPr/>
          </p:nvSpPr>
          <p:spPr>
            <a:xfrm>
              <a:off x="5236236"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sp>
        <p:nvSpPr>
          <p:cNvPr id="56" name="テキスト ボックス 55">
            <a:extLst>
              <a:ext uri="{FF2B5EF4-FFF2-40B4-BE49-F238E27FC236}">
                <a16:creationId xmlns:a16="http://schemas.microsoft.com/office/drawing/2014/main" id="{AE59157D-8340-B746-3FC6-D22684285F88}"/>
              </a:ext>
            </a:extLst>
          </p:cNvPr>
          <p:cNvSpPr txBox="1"/>
          <p:nvPr/>
        </p:nvSpPr>
        <p:spPr>
          <a:xfrm>
            <a:off x="1063119"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57" name="テキスト ボックス 56">
            <a:extLst>
              <a:ext uri="{FF2B5EF4-FFF2-40B4-BE49-F238E27FC236}">
                <a16:creationId xmlns:a16="http://schemas.microsoft.com/office/drawing/2014/main" id="{9CA626FD-DF04-B3DD-2787-7CEC9DD41D53}"/>
              </a:ext>
            </a:extLst>
          </p:cNvPr>
          <p:cNvSpPr txBox="1"/>
          <p:nvPr/>
        </p:nvSpPr>
        <p:spPr>
          <a:xfrm>
            <a:off x="2419168"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58" name="テキスト ボックス 57">
            <a:extLst>
              <a:ext uri="{FF2B5EF4-FFF2-40B4-BE49-F238E27FC236}">
                <a16:creationId xmlns:a16="http://schemas.microsoft.com/office/drawing/2014/main" id="{C20D6055-3AA3-598A-F0E8-78AA1CF71BFF}"/>
              </a:ext>
            </a:extLst>
          </p:cNvPr>
          <p:cNvSpPr txBox="1"/>
          <p:nvPr/>
        </p:nvSpPr>
        <p:spPr>
          <a:xfrm>
            <a:off x="3775217"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61" name="グループ化 60">
            <a:extLst>
              <a:ext uri="{FF2B5EF4-FFF2-40B4-BE49-F238E27FC236}">
                <a16:creationId xmlns:a16="http://schemas.microsoft.com/office/drawing/2014/main" id="{23C7F7F9-C011-1C2E-B589-542B353764F8}"/>
              </a:ext>
            </a:extLst>
          </p:cNvPr>
          <p:cNvGrpSpPr/>
          <p:nvPr/>
        </p:nvGrpSpPr>
        <p:grpSpPr>
          <a:xfrm>
            <a:off x="929537" y="1713369"/>
            <a:ext cx="5022254" cy="400110"/>
            <a:chOff x="1039849" y="2766548"/>
            <a:chExt cx="5022254" cy="400110"/>
          </a:xfrm>
        </p:grpSpPr>
        <p:sp>
          <p:nvSpPr>
            <p:cNvPr id="62" name="テキスト ボックス 61">
              <a:extLst>
                <a:ext uri="{FF2B5EF4-FFF2-40B4-BE49-F238E27FC236}">
                  <a16:creationId xmlns:a16="http://schemas.microsoft.com/office/drawing/2014/main" id="{66EFF085-F2EF-2108-6518-FD3584AE03EB}"/>
                </a:ext>
              </a:extLst>
            </p:cNvPr>
            <p:cNvSpPr txBox="1"/>
            <p:nvPr/>
          </p:nvSpPr>
          <p:spPr>
            <a:xfrm>
              <a:off x="1039849"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63" name="テキスト ボックス 62">
              <a:extLst>
                <a:ext uri="{FF2B5EF4-FFF2-40B4-BE49-F238E27FC236}">
                  <a16:creationId xmlns:a16="http://schemas.microsoft.com/office/drawing/2014/main" id="{E90DC12C-4800-E5F1-84B9-6DA1626D17DF}"/>
                </a:ext>
              </a:extLst>
            </p:cNvPr>
            <p:cNvSpPr txBox="1"/>
            <p:nvPr/>
          </p:nvSpPr>
          <p:spPr>
            <a:xfrm>
              <a:off x="2395898"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sp>
          <p:nvSpPr>
            <p:cNvPr id="64" name="テキスト ボックス 63">
              <a:extLst>
                <a:ext uri="{FF2B5EF4-FFF2-40B4-BE49-F238E27FC236}">
                  <a16:creationId xmlns:a16="http://schemas.microsoft.com/office/drawing/2014/main" id="{DBCCEC68-3B0E-83EE-77BD-0FCF9CDF1D3A}"/>
                </a:ext>
              </a:extLst>
            </p:cNvPr>
            <p:cNvSpPr txBox="1"/>
            <p:nvPr/>
          </p:nvSpPr>
          <p:spPr>
            <a:xfrm>
              <a:off x="3751947"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sp>
          <p:nvSpPr>
            <p:cNvPr id="65" name="テキスト ボックス 64">
              <a:extLst>
                <a:ext uri="{FF2B5EF4-FFF2-40B4-BE49-F238E27FC236}">
                  <a16:creationId xmlns:a16="http://schemas.microsoft.com/office/drawing/2014/main" id="{BC4195F6-C47B-5165-E319-0E80A3041274}"/>
                </a:ext>
              </a:extLst>
            </p:cNvPr>
            <p:cNvSpPr txBox="1"/>
            <p:nvPr/>
          </p:nvSpPr>
          <p:spPr>
            <a:xfrm>
              <a:off x="5107996"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nvGrpSpPr>
          <p:cNvPr id="66" name="グループ化 65">
            <a:extLst>
              <a:ext uri="{FF2B5EF4-FFF2-40B4-BE49-F238E27FC236}">
                <a16:creationId xmlns:a16="http://schemas.microsoft.com/office/drawing/2014/main" id="{7E39FEC6-00EF-CE4E-EE4F-59122D3ACE53}"/>
              </a:ext>
            </a:extLst>
          </p:cNvPr>
          <p:cNvGrpSpPr/>
          <p:nvPr/>
        </p:nvGrpSpPr>
        <p:grpSpPr>
          <a:xfrm>
            <a:off x="895727" y="4764316"/>
            <a:ext cx="4637565" cy="400110"/>
            <a:chOff x="1039849" y="2766548"/>
            <a:chExt cx="4637565" cy="400110"/>
          </a:xfrm>
        </p:grpSpPr>
        <p:sp>
          <p:nvSpPr>
            <p:cNvPr id="67" name="テキスト ボックス 66">
              <a:extLst>
                <a:ext uri="{FF2B5EF4-FFF2-40B4-BE49-F238E27FC236}">
                  <a16:creationId xmlns:a16="http://schemas.microsoft.com/office/drawing/2014/main" id="{98DDA8A1-8DEC-84B2-18D3-B15F9A600DB0}"/>
                </a:ext>
              </a:extLst>
            </p:cNvPr>
            <p:cNvSpPr txBox="1"/>
            <p:nvPr/>
          </p:nvSpPr>
          <p:spPr>
            <a:xfrm>
              <a:off x="1039849" y="2766548"/>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68" name="テキスト ボックス 67">
              <a:extLst>
                <a:ext uri="{FF2B5EF4-FFF2-40B4-BE49-F238E27FC236}">
                  <a16:creationId xmlns:a16="http://schemas.microsoft.com/office/drawing/2014/main" id="{1F94A5AD-2362-5C59-52F0-1B3B9F6AB2CB}"/>
                </a:ext>
              </a:extLst>
            </p:cNvPr>
            <p:cNvSpPr txBox="1"/>
            <p:nvPr/>
          </p:nvSpPr>
          <p:spPr>
            <a:xfrm>
              <a:off x="2395898" y="2766548"/>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sp>
          <p:nvSpPr>
            <p:cNvPr id="69" name="テキスト ボックス 68">
              <a:extLst>
                <a:ext uri="{FF2B5EF4-FFF2-40B4-BE49-F238E27FC236}">
                  <a16:creationId xmlns:a16="http://schemas.microsoft.com/office/drawing/2014/main" id="{7D48EBCE-39CD-C74F-52D8-B1C4D86B7D50}"/>
                </a:ext>
              </a:extLst>
            </p:cNvPr>
            <p:cNvSpPr txBox="1"/>
            <p:nvPr/>
          </p:nvSpPr>
          <p:spPr>
            <a:xfrm>
              <a:off x="3751947" y="2766548"/>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sp>
          <p:nvSpPr>
            <p:cNvPr id="70" name="テキスト ボックス 69">
              <a:extLst>
                <a:ext uri="{FF2B5EF4-FFF2-40B4-BE49-F238E27FC236}">
                  <a16:creationId xmlns:a16="http://schemas.microsoft.com/office/drawing/2014/main" id="{9F1A53BC-C1F1-183D-BEF0-F8E7F68EE018}"/>
                </a:ext>
              </a:extLst>
            </p:cNvPr>
            <p:cNvSpPr txBox="1"/>
            <p:nvPr/>
          </p:nvSpPr>
          <p:spPr>
            <a:xfrm>
              <a:off x="5492683" y="2766548"/>
              <a:ext cx="184731" cy="400110"/>
            </a:xfrm>
            <a:prstGeom prst="rect">
              <a:avLst/>
            </a:prstGeom>
            <a:noFill/>
          </p:spPr>
          <p:txBody>
            <a:bodyPr wrap="none" rtlCol="0">
              <a:spAutoFit/>
            </a:bodyPr>
            <a:lstStyle/>
            <a:p>
              <a:pPr algn="ctr"/>
              <a:endPar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7" name="四角形: 角を丸くする 6">
            <a:extLst>
              <a:ext uri="{FF2B5EF4-FFF2-40B4-BE49-F238E27FC236}">
                <a16:creationId xmlns:a16="http://schemas.microsoft.com/office/drawing/2014/main" id="{B6DAC5BB-F124-ABE1-2227-6C3876EE8788}"/>
              </a:ext>
            </a:extLst>
          </p:cNvPr>
          <p:cNvSpPr/>
          <p:nvPr/>
        </p:nvSpPr>
        <p:spPr>
          <a:xfrm>
            <a:off x="7078828" y="1383963"/>
            <a:ext cx="3995040" cy="1619419"/>
          </a:xfrm>
          <a:prstGeom prst="roundRect">
            <a:avLst>
              <a:gd name="adj" fmla="val 4721"/>
            </a:avLst>
          </a:prstGeom>
          <a:solidFill>
            <a:schemeClr val="accent6">
              <a:lumMod val="60000"/>
              <a:lumOff val="4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 name="四角形: 角を丸くする 17">
            <a:extLst>
              <a:ext uri="{FF2B5EF4-FFF2-40B4-BE49-F238E27FC236}">
                <a16:creationId xmlns:a16="http://schemas.microsoft.com/office/drawing/2014/main" id="{E162758C-6EB0-F85B-B2DE-CB67FAD56A0C}"/>
              </a:ext>
            </a:extLst>
          </p:cNvPr>
          <p:cNvSpPr/>
          <p:nvPr/>
        </p:nvSpPr>
        <p:spPr>
          <a:xfrm>
            <a:off x="7150516" y="3173416"/>
            <a:ext cx="815234" cy="794299"/>
          </a:xfrm>
          <a:prstGeom prst="roundRect">
            <a:avLst>
              <a:gd name="adj" fmla="val 6896"/>
            </a:avLst>
          </a:prstGeom>
          <a:noFill/>
          <a:ln w="25400">
            <a:solidFill>
              <a:schemeClr val="accent6">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0" name="四角形: 角を丸くする 39">
            <a:extLst>
              <a:ext uri="{FF2B5EF4-FFF2-40B4-BE49-F238E27FC236}">
                <a16:creationId xmlns:a16="http://schemas.microsoft.com/office/drawing/2014/main" id="{1FAFBDF5-3740-A93E-9C65-2A7E311311DB}"/>
              </a:ext>
            </a:extLst>
          </p:cNvPr>
          <p:cNvSpPr/>
          <p:nvPr/>
        </p:nvSpPr>
        <p:spPr>
          <a:xfrm>
            <a:off x="8161272" y="3173416"/>
            <a:ext cx="815234" cy="794299"/>
          </a:xfrm>
          <a:prstGeom prst="roundRect">
            <a:avLst>
              <a:gd name="adj" fmla="val 6896"/>
            </a:avLst>
          </a:prstGeom>
          <a:noFill/>
          <a:ln w="25400">
            <a:solidFill>
              <a:schemeClr val="tx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1" name="四角形: 角を丸くする 110">
            <a:extLst>
              <a:ext uri="{FF2B5EF4-FFF2-40B4-BE49-F238E27FC236}">
                <a16:creationId xmlns:a16="http://schemas.microsoft.com/office/drawing/2014/main" id="{3F5FEA9C-EBD0-A2F8-5958-7BC8BAEBCBDA}"/>
              </a:ext>
            </a:extLst>
          </p:cNvPr>
          <p:cNvSpPr/>
          <p:nvPr/>
        </p:nvSpPr>
        <p:spPr>
          <a:xfrm>
            <a:off x="9172028" y="3173416"/>
            <a:ext cx="815234" cy="794299"/>
          </a:xfrm>
          <a:prstGeom prst="roundRect">
            <a:avLst>
              <a:gd name="adj" fmla="val 6896"/>
            </a:avLst>
          </a:prstGeom>
          <a:noFill/>
          <a:ln w="25400">
            <a:solidFill>
              <a:schemeClr val="tx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4" name="四角形: 角を丸くする 113">
            <a:extLst>
              <a:ext uri="{FF2B5EF4-FFF2-40B4-BE49-F238E27FC236}">
                <a16:creationId xmlns:a16="http://schemas.microsoft.com/office/drawing/2014/main" id="{485F634C-262B-6B36-7D55-B24630862709}"/>
              </a:ext>
            </a:extLst>
          </p:cNvPr>
          <p:cNvSpPr/>
          <p:nvPr/>
        </p:nvSpPr>
        <p:spPr>
          <a:xfrm>
            <a:off x="10182784" y="3173416"/>
            <a:ext cx="815234" cy="794299"/>
          </a:xfrm>
          <a:prstGeom prst="roundRect">
            <a:avLst>
              <a:gd name="adj" fmla="val 6896"/>
            </a:avLst>
          </a:prstGeom>
          <a:noFill/>
          <a:ln w="25400">
            <a:solidFill>
              <a:schemeClr val="tx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6" name="二等辺三角形 115">
            <a:extLst>
              <a:ext uri="{FF2B5EF4-FFF2-40B4-BE49-F238E27FC236}">
                <a16:creationId xmlns:a16="http://schemas.microsoft.com/office/drawing/2014/main" id="{EDE2627F-2263-F9A1-FFAB-ED593FD69D4A}"/>
              </a:ext>
            </a:extLst>
          </p:cNvPr>
          <p:cNvSpPr/>
          <p:nvPr/>
        </p:nvSpPr>
        <p:spPr>
          <a:xfrm>
            <a:off x="7349615" y="3911732"/>
            <a:ext cx="450025" cy="263400"/>
          </a:xfrm>
          <a:prstGeom prst="triangle">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8" name="四角形: 角を丸くする 117">
            <a:extLst>
              <a:ext uri="{FF2B5EF4-FFF2-40B4-BE49-F238E27FC236}">
                <a16:creationId xmlns:a16="http://schemas.microsoft.com/office/drawing/2014/main" id="{035FF6EA-4129-D2C6-CD58-67355CF26E75}"/>
              </a:ext>
            </a:extLst>
          </p:cNvPr>
          <p:cNvSpPr/>
          <p:nvPr/>
        </p:nvSpPr>
        <p:spPr>
          <a:xfrm>
            <a:off x="7150516" y="4283839"/>
            <a:ext cx="815234" cy="794299"/>
          </a:xfrm>
          <a:prstGeom prst="roundRect">
            <a:avLst>
              <a:gd name="adj" fmla="val 6896"/>
            </a:avLst>
          </a:prstGeom>
          <a:noFill/>
          <a:ln w="254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1" name="四角形: 角を丸くする 120">
            <a:extLst>
              <a:ext uri="{FF2B5EF4-FFF2-40B4-BE49-F238E27FC236}">
                <a16:creationId xmlns:a16="http://schemas.microsoft.com/office/drawing/2014/main" id="{60C9B998-5BA0-7FA5-1512-9CB212740A24}"/>
              </a:ext>
            </a:extLst>
          </p:cNvPr>
          <p:cNvSpPr/>
          <p:nvPr/>
        </p:nvSpPr>
        <p:spPr>
          <a:xfrm>
            <a:off x="8161272" y="4283839"/>
            <a:ext cx="815234" cy="794299"/>
          </a:xfrm>
          <a:prstGeom prst="roundRect">
            <a:avLst>
              <a:gd name="adj" fmla="val 6896"/>
            </a:avLst>
          </a:prstGeom>
          <a:noFill/>
          <a:ln w="25400">
            <a:solidFill>
              <a:schemeClr val="tx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4" name="四角形: 角を丸くする 123">
            <a:extLst>
              <a:ext uri="{FF2B5EF4-FFF2-40B4-BE49-F238E27FC236}">
                <a16:creationId xmlns:a16="http://schemas.microsoft.com/office/drawing/2014/main" id="{7914ACD0-E12F-0CA6-620E-5ACD55FAA50C}"/>
              </a:ext>
            </a:extLst>
          </p:cNvPr>
          <p:cNvSpPr/>
          <p:nvPr/>
        </p:nvSpPr>
        <p:spPr>
          <a:xfrm>
            <a:off x="9172028" y="4283839"/>
            <a:ext cx="815234" cy="794299"/>
          </a:xfrm>
          <a:prstGeom prst="roundRect">
            <a:avLst>
              <a:gd name="adj" fmla="val 6896"/>
            </a:avLst>
          </a:prstGeom>
          <a:noFill/>
          <a:ln w="25400">
            <a:solidFill>
              <a:schemeClr val="tx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7" name="テキスト ボックス 126">
            <a:extLst>
              <a:ext uri="{FF2B5EF4-FFF2-40B4-BE49-F238E27FC236}">
                <a16:creationId xmlns:a16="http://schemas.microsoft.com/office/drawing/2014/main" id="{DC8A450B-268A-A7BE-C021-16660297016A}"/>
              </a:ext>
            </a:extLst>
          </p:cNvPr>
          <p:cNvSpPr txBox="1"/>
          <p:nvPr/>
        </p:nvSpPr>
        <p:spPr>
          <a:xfrm>
            <a:off x="7156074" y="3336016"/>
            <a:ext cx="800219" cy="461665"/>
          </a:xfrm>
          <a:prstGeom prst="rect">
            <a:avLst/>
          </a:prstGeom>
          <a:noFill/>
        </p:spPr>
        <p:txBody>
          <a:bodyPr wrap="non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a:t>
            </a:r>
            <a:br>
              <a:rPr lang="en-US" altLang="ja-JP"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b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アイコン</a:t>
            </a:r>
          </a:p>
        </p:txBody>
      </p:sp>
      <p:sp>
        <p:nvSpPr>
          <p:cNvPr id="129" name="テキスト ボックス 128">
            <a:extLst>
              <a:ext uri="{FF2B5EF4-FFF2-40B4-BE49-F238E27FC236}">
                <a16:creationId xmlns:a16="http://schemas.microsoft.com/office/drawing/2014/main" id="{3B522E2D-7932-4AB0-4328-EB8F32EBFE27}"/>
              </a:ext>
            </a:extLst>
          </p:cNvPr>
          <p:cNvSpPr txBox="1"/>
          <p:nvPr/>
        </p:nvSpPr>
        <p:spPr>
          <a:xfrm>
            <a:off x="8166340" y="3336016"/>
            <a:ext cx="800219" cy="461665"/>
          </a:xfrm>
          <a:prstGeom prst="rect">
            <a:avLst/>
          </a:prstGeom>
          <a:noFill/>
        </p:spPr>
        <p:txBody>
          <a:bodyPr wrap="non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a:t>
            </a:r>
            <a:br>
              <a:rPr lang="en-US" altLang="ja-JP"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b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アイコン</a:t>
            </a:r>
          </a:p>
        </p:txBody>
      </p:sp>
      <p:sp>
        <p:nvSpPr>
          <p:cNvPr id="131" name="テキスト ボックス 130">
            <a:extLst>
              <a:ext uri="{FF2B5EF4-FFF2-40B4-BE49-F238E27FC236}">
                <a16:creationId xmlns:a16="http://schemas.microsoft.com/office/drawing/2014/main" id="{FADE80EB-2BF1-CCF1-A6E9-074A6D023409}"/>
              </a:ext>
            </a:extLst>
          </p:cNvPr>
          <p:cNvSpPr txBox="1"/>
          <p:nvPr/>
        </p:nvSpPr>
        <p:spPr>
          <a:xfrm>
            <a:off x="9176606" y="3336016"/>
            <a:ext cx="800219" cy="461665"/>
          </a:xfrm>
          <a:prstGeom prst="rect">
            <a:avLst/>
          </a:prstGeom>
          <a:noFill/>
        </p:spPr>
        <p:txBody>
          <a:bodyPr wrap="non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a:t>
            </a:r>
            <a:br>
              <a:rPr lang="en-US" altLang="ja-JP"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b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アイコン</a:t>
            </a:r>
          </a:p>
        </p:txBody>
      </p:sp>
      <p:sp>
        <p:nvSpPr>
          <p:cNvPr id="133" name="テキスト ボックス 132">
            <a:extLst>
              <a:ext uri="{FF2B5EF4-FFF2-40B4-BE49-F238E27FC236}">
                <a16:creationId xmlns:a16="http://schemas.microsoft.com/office/drawing/2014/main" id="{E98F54F4-EE47-0952-4771-960BE1BF7C5F}"/>
              </a:ext>
            </a:extLst>
          </p:cNvPr>
          <p:cNvSpPr txBox="1"/>
          <p:nvPr/>
        </p:nvSpPr>
        <p:spPr>
          <a:xfrm>
            <a:off x="10186873" y="3336016"/>
            <a:ext cx="800219" cy="461665"/>
          </a:xfrm>
          <a:prstGeom prst="rect">
            <a:avLst/>
          </a:prstGeom>
          <a:noFill/>
        </p:spPr>
        <p:txBody>
          <a:bodyPr wrap="non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a:t>
            </a:r>
            <a:br>
              <a:rPr lang="en-US" altLang="ja-JP"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b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アイコン</a:t>
            </a:r>
          </a:p>
        </p:txBody>
      </p:sp>
      <p:sp>
        <p:nvSpPr>
          <p:cNvPr id="135" name="テキスト ボックス 134">
            <a:extLst>
              <a:ext uri="{FF2B5EF4-FFF2-40B4-BE49-F238E27FC236}">
                <a16:creationId xmlns:a16="http://schemas.microsoft.com/office/drawing/2014/main" id="{3327C1BB-CAE0-EB89-81A6-BA4D334B2CF3}"/>
              </a:ext>
            </a:extLst>
          </p:cNvPr>
          <p:cNvSpPr txBox="1"/>
          <p:nvPr/>
        </p:nvSpPr>
        <p:spPr>
          <a:xfrm>
            <a:off x="7151496" y="4451173"/>
            <a:ext cx="800219" cy="461665"/>
          </a:xfrm>
          <a:prstGeom prst="rect">
            <a:avLst/>
          </a:prstGeom>
          <a:noFill/>
        </p:spPr>
        <p:txBody>
          <a:bodyPr wrap="non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a:t>
            </a:r>
            <a:br>
              <a:rPr lang="en-US" altLang="ja-JP"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b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アイコン</a:t>
            </a:r>
          </a:p>
        </p:txBody>
      </p:sp>
      <p:sp>
        <p:nvSpPr>
          <p:cNvPr id="137" name="テキスト ボックス 136">
            <a:extLst>
              <a:ext uri="{FF2B5EF4-FFF2-40B4-BE49-F238E27FC236}">
                <a16:creationId xmlns:a16="http://schemas.microsoft.com/office/drawing/2014/main" id="{57ABF863-8932-B7B1-98A0-ED529B5D7AE0}"/>
              </a:ext>
            </a:extLst>
          </p:cNvPr>
          <p:cNvSpPr txBox="1"/>
          <p:nvPr/>
        </p:nvSpPr>
        <p:spPr>
          <a:xfrm>
            <a:off x="8161762" y="4451173"/>
            <a:ext cx="800219" cy="461665"/>
          </a:xfrm>
          <a:prstGeom prst="rect">
            <a:avLst/>
          </a:prstGeom>
          <a:noFill/>
        </p:spPr>
        <p:txBody>
          <a:bodyPr wrap="non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a:t>
            </a:r>
            <a:br>
              <a:rPr lang="en-US" altLang="ja-JP"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b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アイコン</a:t>
            </a:r>
          </a:p>
        </p:txBody>
      </p:sp>
      <p:sp>
        <p:nvSpPr>
          <p:cNvPr id="139" name="テキスト ボックス 138">
            <a:extLst>
              <a:ext uri="{FF2B5EF4-FFF2-40B4-BE49-F238E27FC236}">
                <a16:creationId xmlns:a16="http://schemas.microsoft.com/office/drawing/2014/main" id="{84FE999B-7728-2FA0-1F17-DEBC9B46270D}"/>
              </a:ext>
            </a:extLst>
          </p:cNvPr>
          <p:cNvSpPr txBox="1"/>
          <p:nvPr/>
        </p:nvSpPr>
        <p:spPr>
          <a:xfrm>
            <a:off x="9172028" y="4451173"/>
            <a:ext cx="800219" cy="461665"/>
          </a:xfrm>
          <a:prstGeom prst="rect">
            <a:avLst/>
          </a:prstGeom>
          <a:noFill/>
        </p:spPr>
        <p:txBody>
          <a:bodyPr wrap="non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a:t>
            </a:r>
            <a:br>
              <a:rPr lang="en-US" altLang="ja-JP"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b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アイコン</a:t>
            </a:r>
          </a:p>
        </p:txBody>
      </p:sp>
      <p:grpSp>
        <p:nvGrpSpPr>
          <p:cNvPr id="146" name="グループ化 145">
            <a:extLst>
              <a:ext uri="{FF2B5EF4-FFF2-40B4-BE49-F238E27FC236}">
                <a16:creationId xmlns:a16="http://schemas.microsoft.com/office/drawing/2014/main" id="{3CC25991-1789-7A46-3FFF-5959D79D9D76}"/>
              </a:ext>
            </a:extLst>
          </p:cNvPr>
          <p:cNvGrpSpPr/>
          <p:nvPr/>
        </p:nvGrpSpPr>
        <p:grpSpPr>
          <a:xfrm>
            <a:off x="9252688" y="2277737"/>
            <a:ext cx="1321756" cy="407528"/>
            <a:chOff x="9601908" y="2222597"/>
            <a:chExt cx="1321756" cy="407528"/>
          </a:xfrm>
        </p:grpSpPr>
        <p:sp>
          <p:nvSpPr>
            <p:cNvPr id="143" name="四角形: 角を丸くする 142">
              <a:extLst>
                <a:ext uri="{FF2B5EF4-FFF2-40B4-BE49-F238E27FC236}">
                  <a16:creationId xmlns:a16="http://schemas.microsoft.com/office/drawing/2014/main" id="{81CD0518-8FA2-22E2-5C06-DB8C61F7CCE0}"/>
                </a:ext>
              </a:extLst>
            </p:cNvPr>
            <p:cNvSpPr/>
            <p:nvPr/>
          </p:nvSpPr>
          <p:spPr>
            <a:xfrm>
              <a:off x="9601908" y="2222597"/>
              <a:ext cx="1321756" cy="407528"/>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145" name="グループ化 144">
              <a:extLst>
                <a:ext uri="{FF2B5EF4-FFF2-40B4-BE49-F238E27FC236}">
                  <a16:creationId xmlns:a16="http://schemas.microsoft.com/office/drawing/2014/main" id="{845CA988-73F7-8553-CDDE-8AB0014D159F}"/>
                </a:ext>
              </a:extLst>
            </p:cNvPr>
            <p:cNvGrpSpPr/>
            <p:nvPr/>
          </p:nvGrpSpPr>
          <p:grpSpPr>
            <a:xfrm flipH="1">
              <a:off x="9680617" y="2257084"/>
              <a:ext cx="1093603" cy="338554"/>
              <a:chOff x="9754137" y="2257084"/>
              <a:chExt cx="1093603" cy="338554"/>
            </a:xfrm>
          </p:grpSpPr>
          <p:sp>
            <p:nvSpPr>
              <p:cNvPr id="144" name="二等辺三角形 143">
                <a:extLst>
                  <a:ext uri="{FF2B5EF4-FFF2-40B4-BE49-F238E27FC236}">
                    <a16:creationId xmlns:a16="http://schemas.microsoft.com/office/drawing/2014/main" id="{D9FF5CA3-0EE1-5862-7443-E98DB47018EB}"/>
                  </a:ext>
                </a:extLst>
              </p:cNvPr>
              <p:cNvSpPr/>
              <p:nvPr/>
            </p:nvSpPr>
            <p:spPr>
              <a:xfrm rot="16200000" flipH="1">
                <a:off x="9735761" y="2311513"/>
                <a:ext cx="266447" cy="229696"/>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2" name="テキスト ボックス 141">
                <a:extLst>
                  <a:ext uri="{FF2B5EF4-FFF2-40B4-BE49-F238E27FC236}">
                    <a16:creationId xmlns:a16="http://schemas.microsoft.com/office/drawing/2014/main" id="{98D781FB-2E95-1285-B518-A2BD98FA9D16}"/>
                  </a:ext>
                </a:extLst>
              </p:cNvPr>
              <p:cNvSpPr txBox="1"/>
              <p:nvPr/>
            </p:nvSpPr>
            <p:spPr>
              <a:xfrm>
                <a:off x="10047521" y="2257084"/>
                <a:ext cx="800219" cy="338554"/>
              </a:xfrm>
              <a:prstGeom prst="rect">
                <a:avLst/>
              </a:prstGeom>
              <a:noFill/>
            </p:spPr>
            <p:txBody>
              <a:bodyPr wrap="none" rtlCol="0">
                <a:spAutoFit/>
              </a:bodyPr>
              <a:lstStyle/>
              <a:p>
                <a:r>
                  <a:rPr kumimoji="1" lang="ja-JP" altLang="en-US" sz="16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詳細へ</a:t>
                </a:r>
                <a:endParaRPr kumimoji="1" lang="ja-JP" altLang="en-US" sz="1600"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grpSp>
        <p:nvGrpSpPr>
          <p:cNvPr id="147" name="グループ化 146">
            <a:extLst>
              <a:ext uri="{FF2B5EF4-FFF2-40B4-BE49-F238E27FC236}">
                <a16:creationId xmlns:a16="http://schemas.microsoft.com/office/drawing/2014/main" id="{3443880E-A73C-033F-4629-C0CD174DA3C6}"/>
              </a:ext>
            </a:extLst>
          </p:cNvPr>
          <p:cNvGrpSpPr/>
          <p:nvPr/>
        </p:nvGrpSpPr>
        <p:grpSpPr>
          <a:xfrm>
            <a:off x="9252688" y="1725997"/>
            <a:ext cx="1321756" cy="407528"/>
            <a:chOff x="9601908" y="2222597"/>
            <a:chExt cx="1321756" cy="407528"/>
          </a:xfrm>
        </p:grpSpPr>
        <p:sp>
          <p:nvSpPr>
            <p:cNvPr id="148" name="四角形: 角を丸くする 147">
              <a:extLst>
                <a:ext uri="{FF2B5EF4-FFF2-40B4-BE49-F238E27FC236}">
                  <a16:creationId xmlns:a16="http://schemas.microsoft.com/office/drawing/2014/main" id="{F6EA6874-0742-3114-FADA-9AE37F58A137}"/>
                </a:ext>
              </a:extLst>
            </p:cNvPr>
            <p:cNvSpPr/>
            <p:nvPr/>
          </p:nvSpPr>
          <p:spPr>
            <a:xfrm>
              <a:off x="9601908" y="2222597"/>
              <a:ext cx="1321756" cy="407528"/>
            </a:xfrm>
            <a:prstGeom prst="roundRect">
              <a:avLst>
                <a:gd name="adj" fmla="val 9765"/>
              </a:avLst>
            </a:prstGeom>
            <a:solidFill>
              <a:schemeClr val="tx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51" name="テキスト ボックス 150">
              <a:extLst>
                <a:ext uri="{FF2B5EF4-FFF2-40B4-BE49-F238E27FC236}">
                  <a16:creationId xmlns:a16="http://schemas.microsoft.com/office/drawing/2014/main" id="{B0AE009D-0D4C-7186-4FB3-1DF2AF77E1FD}"/>
                </a:ext>
              </a:extLst>
            </p:cNvPr>
            <p:cNvSpPr txBox="1"/>
            <p:nvPr/>
          </p:nvSpPr>
          <p:spPr>
            <a:xfrm flipH="1">
              <a:off x="9965269" y="2257084"/>
              <a:ext cx="595035" cy="338554"/>
            </a:xfrm>
            <a:prstGeom prst="rect">
              <a:avLst/>
            </a:prstGeom>
            <a:noFill/>
          </p:spPr>
          <p:txBody>
            <a:bodyPr wrap="none" rtlCol="0">
              <a:spAutoFit/>
            </a:bodyPr>
            <a:lstStyle/>
            <a:p>
              <a:r>
                <a:rPr kumimoji="1" lang="ja-JP" altLang="en-US" sz="16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前衛</a:t>
              </a:r>
              <a:endParaRPr kumimoji="1" lang="ja-JP" altLang="en-US" sz="16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56" name="グループ化 155">
            <a:extLst>
              <a:ext uri="{FF2B5EF4-FFF2-40B4-BE49-F238E27FC236}">
                <a16:creationId xmlns:a16="http://schemas.microsoft.com/office/drawing/2014/main" id="{DAA9776F-21B0-59FD-D936-6876EC501170}"/>
              </a:ext>
            </a:extLst>
          </p:cNvPr>
          <p:cNvGrpSpPr/>
          <p:nvPr/>
        </p:nvGrpSpPr>
        <p:grpSpPr>
          <a:xfrm>
            <a:off x="7744785" y="1971116"/>
            <a:ext cx="815234" cy="794299"/>
            <a:chOff x="7302916" y="3164991"/>
            <a:chExt cx="815234" cy="794299"/>
          </a:xfrm>
        </p:grpSpPr>
        <p:sp>
          <p:nvSpPr>
            <p:cNvPr id="153" name="四角形: 角を丸くする 152">
              <a:extLst>
                <a:ext uri="{FF2B5EF4-FFF2-40B4-BE49-F238E27FC236}">
                  <a16:creationId xmlns:a16="http://schemas.microsoft.com/office/drawing/2014/main" id="{6BA684D7-327C-6A9D-0EEC-D4BBD1E1D287}"/>
                </a:ext>
              </a:extLst>
            </p:cNvPr>
            <p:cNvSpPr/>
            <p:nvPr/>
          </p:nvSpPr>
          <p:spPr>
            <a:xfrm>
              <a:off x="7302916" y="3164991"/>
              <a:ext cx="815234" cy="794299"/>
            </a:xfrm>
            <a:prstGeom prst="roundRect">
              <a:avLst>
                <a:gd name="adj" fmla="val 6896"/>
              </a:avLst>
            </a:prstGeom>
            <a:solidFill>
              <a:schemeClr val="bg1">
                <a:lumMod val="95000"/>
              </a:schemeClr>
            </a:solidFill>
            <a:ln w="25400">
              <a:solidFill>
                <a:schemeClr val="accent6">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5" name="テキスト ボックス 154">
              <a:extLst>
                <a:ext uri="{FF2B5EF4-FFF2-40B4-BE49-F238E27FC236}">
                  <a16:creationId xmlns:a16="http://schemas.microsoft.com/office/drawing/2014/main" id="{95435501-14E9-8725-3A8C-72BDFB57A3BD}"/>
                </a:ext>
              </a:extLst>
            </p:cNvPr>
            <p:cNvSpPr txBox="1"/>
            <p:nvPr/>
          </p:nvSpPr>
          <p:spPr>
            <a:xfrm>
              <a:off x="7308474" y="3327591"/>
              <a:ext cx="800219" cy="461665"/>
            </a:xfrm>
            <a:prstGeom prst="rect">
              <a:avLst/>
            </a:prstGeom>
            <a:noFill/>
          </p:spPr>
          <p:txBody>
            <a:bodyPr wrap="non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a:t>
              </a:r>
              <a:br>
                <a:rPr lang="en-US" altLang="ja-JP"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b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アイコン</a:t>
              </a:r>
            </a:p>
          </p:txBody>
        </p:sp>
      </p:grpSp>
      <p:sp>
        <p:nvSpPr>
          <p:cNvPr id="158" name="テキスト ボックス 157">
            <a:extLst>
              <a:ext uri="{FF2B5EF4-FFF2-40B4-BE49-F238E27FC236}">
                <a16:creationId xmlns:a16="http://schemas.microsoft.com/office/drawing/2014/main" id="{DD5E4076-9F99-47B6-DDA3-2A78151AAC1A}"/>
              </a:ext>
            </a:extLst>
          </p:cNvPr>
          <p:cNvSpPr txBox="1"/>
          <p:nvPr/>
        </p:nvSpPr>
        <p:spPr>
          <a:xfrm flipH="1">
            <a:off x="7598404" y="1558679"/>
            <a:ext cx="1107996" cy="369332"/>
          </a:xfrm>
          <a:prstGeom prst="rect">
            <a:avLst/>
          </a:prstGeom>
          <a:noFill/>
        </p:spPr>
        <p:txBody>
          <a:bodyPr wrap="none" rtlCol="0">
            <a:spAutoFit/>
          </a:bodyPr>
          <a:lstStyle/>
          <a:p>
            <a:r>
              <a:rPr kumimoji="1" lang="ja-JP" altLang="en-US">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キャラ名</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3" name="グループ化 2">
            <a:extLst>
              <a:ext uri="{FF2B5EF4-FFF2-40B4-BE49-F238E27FC236}">
                <a16:creationId xmlns:a16="http://schemas.microsoft.com/office/drawing/2014/main" id="{1D018E56-8838-AB23-B68E-94DB744636B6}"/>
              </a:ext>
            </a:extLst>
          </p:cNvPr>
          <p:cNvGrpSpPr/>
          <p:nvPr/>
        </p:nvGrpSpPr>
        <p:grpSpPr>
          <a:xfrm>
            <a:off x="6847854" y="5498744"/>
            <a:ext cx="4556517" cy="732910"/>
            <a:chOff x="6847854" y="5498744"/>
            <a:chExt cx="4556517" cy="732910"/>
          </a:xfrm>
        </p:grpSpPr>
        <p:sp>
          <p:nvSpPr>
            <p:cNvPr id="8" name="矢印: 五方向 7">
              <a:extLst>
                <a:ext uri="{FF2B5EF4-FFF2-40B4-BE49-F238E27FC236}">
                  <a16:creationId xmlns:a16="http://schemas.microsoft.com/office/drawing/2014/main" id="{D745F59F-9128-8C1F-7429-971832F6F7A2}"/>
                </a:ext>
              </a:extLst>
            </p:cNvPr>
            <p:cNvSpPr/>
            <p:nvPr/>
          </p:nvSpPr>
          <p:spPr>
            <a:xfrm>
              <a:off x="9327302" y="5507053"/>
              <a:ext cx="2077069" cy="710476"/>
            </a:xfrm>
            <a:prstGeom prst="homePlate">
              <a:avLst/>
            </a:prstGeom>
            <a:solidFill>
              <a:srgbClr val="FF00FF">
                <a:alpha val="6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latin typeface="原稿用標準書体" panose="03000503000000000000" pitchFamily="66" charset="-128"/>
                <a:ea typeface="原稿用標準書体" panose="03000503000000000000" pitchFamily="66" charset="-128"/>
              </a:endParaRPr>
            </a:p>
          </p:txBody>
        </p:sp>
        <p:sp>
          <p:nvSpPr>
            <p:cNvPr id="17" name="矢印: 五方向 16">
              <a:extLst>
                <a:ext uri="{FF2B5EF4-FFF2-40B4-BE49-F238E27FC236}">
                  <a16:creationId xmlns:a16="http://schemas.microsoft.com/office/drawing/2014/main" id="{F96688FD-1CBA-1D1A-66E5-B65B69B273C4}"/>
                </a:ext>
              </a:extLst>
            </p:cNvPr>
            <p:cNvSpPr/>
            <p:nvPr/>
          </p:nvSpPr>
          <p:spPr>
            <a:xfrm flipH="1">
              <a:off x="6847854" y="5507053"/>
              <a:ext cx="2077070" cy="710476"/>
            </a:xfrm>
            <a:prstGeom prst="homePlate">
              <a:avLst/>
            </a:prstGeom>
            <a:solidFill>
              <a:schemeClr val="tx1">
                <a:lumMod val="95000"/>
                <a:lumOff val="5000"/>
                <a:alpha val="6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latin typeface="原稿用標準書体" panose="03000503000000000000" pitchFamily="66" charset="-128"/>
                <a:ea typeface="原稿用標準書体" panose="03000503000000000000" pitchFamily="66" charset="-128"/>
              </a:endParaRPr>
            </a:p>
          </p:txBody>
        </p:sp>
        <p:grpSp>
          <p:nvGrpSpPr>
            <p:cNvPr id="24" name="グループ化 23">
              <a:extLst>
                <a:ext uri="{FF2B5EF4-FFF2-40B4-BE49-F238E27FC236}">
                  <a16:creationId xmlns:a16="http://schemas.microsoft.com/office/drawing/2014/main" id="{F92766BB-8501-2452-7092-AC61FD760850}"/>
                </a:ext>
              </a:extLst>
            </p:cNvPr>
            <p:cNvGrpSpPr/>
            <p:nvPr/>
          </p:nvGrpSpPr>
          <p:grpSpPr>
            <a:xfrm>
              <a:off x="6901145" y="5498744"/>
              <a:ext cx="1645326" cy="732910"/>
              <a:chOff x="163586" y="134635"/>
              <a:chExt cx="3134182" cy="1396119"/>
            </a:xfrm>
          </p:grpSpPr>
          <p:sp>
            <p:nvSpPr>
              <p:cNvPr id="38" name="テキスト ボックス 37">
                <a:extLst>
                  <a:ext uri="{FF2B5EF4-FFF2-40B4-BE49-F238E27FC236}">
                    <a16:creationId xmlns:a16="http://schemas.microsoft.com/office/drawing/2014/main" id="{EBEC45C0-AA22-EF8F-B5ED-4C5EB1A4660A}"/>
                  </a:ext>
                </a:extLst>
              </p:cNvPr>
              <p:cNvSpPr txBox="1"/>
              <p:nvPr/>
            </p:nvSpPr>
            <p:spPr>
              <a:xfrm>
                <a:off x="2066572" y="480925"/>
                <a:ext cx="1231196" cy="703540"/>
              </a:xfrm>
              <a:prstGeom prst="rect">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戻る</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39" name="グループ化 38">
                <a:extLst>
                  <a:ext uri="{FF2B5EF4-FFF2-40B4-BE49-F238E27FC236}">
                    <a16:creationId xmlns:a16="http://schemas.microsoft.com/office/drawing/2014/main" id="{1C2C9A6D-2795-0C7F-ACE9-EA32CDFDC520}"/>
                  </a:ext>
                </a:extLst>
              </p:cNvPr>
              <p:cNvGrpSpPr/>
              <p:nvPr/>
            </p:nvGrpSpPr>
            <p:grpSpPr>
              <a:xfrm>
                <a:off x="163586" y="134635"/>
                <a:ext cx="1975684" cy="1396119"/>
                <a:chOff x="163586" y="134635"/>
                <a:chExt cx="1975684" cy="1396119"/>
              </a:xfrm>
            </p:grpSpPr>
            <p:grpSp>
              <p:nvGrpSpPr>
                <p:cNvPr id="41" name="グループ化 40">
                  <a:extLst>
                    <a:ext uri="{FF2B5EF4-FFF2-40B4-BE49-F238E27FC236}">
                      <a16:creationId xmlns:a16="http://schemas.microsoft.com/office/drawing/2014/main" id="{869A746B-8D6B-1E9B-C371-1BDBD1B6B607}"/>
                    </a:ext>
                  </a:extLst>
                </p:cNvPr>
                <p:cNvGrpSpPr/>
                <p:nvPr/>
              </p:nvGrpSpPr>
              <p:grpSpPr>
                <a:xfrm>
                  <a:off x="163586" y="134635"/>
                  <a:ext cx="1975684" cy="1396119"/>
                  <a:chOff x="163586" y="134635"/>
                  <a:chExt cx="1975684" cy="1396119"/>
                </a:xfrm>
              </p:grpSpPr>
              <p:pic>
                <p:nvPicPr>
                  <p:cNvPr id="45" name="図 44">
                    <a:extLst>
                      <a:ext uri="{FF2B5EF4-FFF2-40B4-BE49-F238E27FC236}">
                        <a16:creationId xmlns:a16="http://schemas.microsoft.com/office/drawing/2014/main" id="{06813504-C853-8D22-0B9D-5EBF606622A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46" name="楕円 45">
                    <a:extLst>
                      <a:ext uri="{FF2B5EF4-FFF2-40B4-BE49-F238E27FC236}">
                        <a16:creationId xmlns:a16="http://schemas.microsoft.com/office/drawing/2014/main" id="{1381FB4F-B3FB-B27C-0611-753E24CA4A24}"/>
                      </a:ext>
                    </a:extLst>
                  </p:cNvPr>
                  <p:cNvSpPr/>
                  <p:nvPr/>
                </p:nvSpPr>
                <p:spPr>
                  <a:xfrm>
                    <a:off x="836705" y="560292"/>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42" name="図 41">
                  <a:extLst>
                    <a:ext uri="{FF2B5EF4-FFF2-40B4-BE49-F238E27FC236}">
                      <a16:creationId xmlns:a16="http://schemas.microsoft.com/office/drawing/2014/main" id="{6BFB2202-E29B-7E01-8A82-5F7BF11D63F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sp>
          <p:nvSpPr>
            <p:cNvPr id="26" name="テキスト ボックス 25">
              <a:extLst>
                <a:ext uri="{FF2B5EF4-FFF2-40B4-BE49-F238E27FC236}">
                  <a16:creationId xmlns:a16="http://schemas.microsoft.com/office/drawing/2014/main" id="{87A583FB-D82A-E55A-8FCA-F93EE9F99253}"/>
                </a:ext>
              </a:extLst>
            </p:cNvPr>
            <p:cNvSpPr txBox="1"/>
            <p:nvPr/>
          </p:nvSpPr>
          <p:spPr>
            <a:xfrm>
              <a:off x="9503466" y="5680533"/>
              <a:ext cx="1338828" cy="369332"/>
            </a:xfrm>
            <a:prstGeom prst="rect">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ゲート進入</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27" name="二等辺三角形 26">
              <a:extLst>
                <a:ext uri="{FF2B5EF4-FFF2-40B4-BE49-F238E27FC236}">
                  <a16:creationId xmlns:a16="http://schemas.microsoft.com/office/drawing/2014/main" id="{54631CF7-E8DA-E9F2-538B-4C17F7687FA8}"/>
                </a:ext>
              </a:extLst>
            </p:cNvPr>
            <p:cNvSpPr/>
            <p:nvPr/>
          </p:nvSpPr>
          <p:spPr>
            <a:xfrm rot="5400000">
              <a:off x="10948049" y="5733145"/>
              <a:ext cx="299620" cy="258293"/>
            </a:xfrm>
            <a:prstGeom prst="triangl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Tree>
    <p:extLst>
      <p:ext uri="{BB962C8B-B14F-4D97-AF65-F5344CB8AC3E}">
        <p14:creationId xmlns:p14="http://schemas.microsoft.com/office/powerpoint/2010/main" val="3035637623"/>
      </p:ext>
    </p:extLst>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p:bg>
      <p:bgPr>
        <a:gradFill>
          <a:gsLst>
            <a:gs pos="0">
              <a:schemeClr val="tx1">
                <a:lumMod val="85000"/>
                <a:lumOff val="15000"/>
              </a:schemeClr>
            </a:gs>
            <a:gs pos="23000">
              <a:schemeClr val="accent6">
                <a:lumMod val="89000"/>
              </a:schemeClr>
            </a:gs>
            <a:gs pos="69000">
              <a:schemeClr val="accent6">
                <a:lumMod val="75000"/>
              </a:schemeClr>
            </a:gs>
            <a:gs pos="97000">
              <a:schemeClr val="tx1">
                <a:lumMod val="85000"/>
                <a:lumOff val="15000"/>
              </a:schemeClr>
            </a:gs>
          </a:gsLst>
          <a:path path="circle">
            <a:fillToRect l="50000" t="50000" r="50000" b="50000"/>
          </a:path>
        </a:gradFill>
        <a:effectLst/>
      </p:bgPr>
    </p:bg>
    <p:spTree>
      <p:nvGrpSpPr>
        <p:cNvPr id="1" name="">
          <a:extLst>
            <a:ext uri="{FF2B5EF4-FFF2-40B4-BE49-F238E27FC236}">
              <a16:creationId xmlns:a16="http://schemas.microsoft.com/office/drawing/2014/main" id="{3493A8F0-85D8-955D-7EF0-656B391465B5}"/>
            </a:ext>
          </a:extLst>
        </p:cNvPr>
        <p:cNvGrpSpPr/>
        <p:nvPr/>
      </p:nvGrpSpPr>
      <p:grpSpPr>
        <a:xfrm>
          <a:off x="0" y="0"/>
          <a:ext cx="0" cy="0"/>
          <a:chOff x="0" y="0"/>
          <a:chExt cx="0" cy="0"/>
        </a:xfrm>
      </p:grpSpPr>
      <p:sp>
        <p:nvSpPr>
          <p:cNvPr id="6" name="四角形: 角を丸くする 5">
            <a:extLst>
              <a:ext uri="{FF2B5EF4-FFF2-40B4-BE49-F238E27FC236}">
                <a16:creationId xmlns:a16="http://schemas.microsoft.com/office/drawing/2014/main" id="{CD70022A-4A2B-0781-639D-C6145FED1D29}"/>
              </a:ext>
            </a:extLst>
          </p:cNvPr>
          <p:cNvSpPr/>
          <p:nvPr/>
        </p:nvSpPr>
        <p:spPr>
          <a:xfrm>
            <a:off x="6645728" y="445192"/>
            <a:ext cx="4960773" cy="5950564"/>
          </a:xfrm>
          <a:prstGeom prst="roundRect">
            <a:avLst>
              <a:gd name="adj" fmla="val 2570"/>
            </a:avLst>
          </a:prstGeom>
          <a:solidFill>
            <a:schemeClr val="tx1">
              <a:lumMod val="50000"/>
              <a:lumOff val="5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 name="四角形: 角を丸くする 2">
            <a:extLst>
              <a:ext uri="{FF2B5EF4-FFF2-40B4-BE49-F238E27FC236}">
                <a16:creationId xmlns:a16="http://schemas.microsoft.com/office/drawing/2014/main" id="{3263671C-BD7B-89BF-AA70-F660B3703F25}"/>
              </a:ext>
            </a:extLst>
          </p:cNvPr>
          <p:cNvSpPr/>
          <p:nvPr/>
        </p:nvSpPr>
        <p:spPr>
          <a:xfrm>
            <a:off x="6820469" y="619037"/>
            <a:ext cx="1422938" cy="1458109"/>
          </a:xfrm>
          <a:prstGeom prst="roundRect">
            <a:avLst>
              <a:gd name="adj" fmla="val 4721"/>
            </a:avLst>
          </a:prstGeom>
          <a:solidFill>
            <a:schemeClr val="bg1">
              <a:lumMod val="6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9" name="四角形: 角を丸くする 48">
            <a:extLst>
              <a:ext uri="{FF2B5EF4-FFF2-40B4-BE49-F238E27FC236}">
                <a16:creationId xmlns:a16="http://schemas.microsoft.com/office/drawing/2014/main" id="{BB6A3D48-6D11-322C-B4BB-4620A3DA9F0E}"/>
              </a:ext>
            </a:extLst>
          </p:cNvPr>
          <p:cNvSpPr/>
          <p:nvPr/>
        </p:nvSpPr>
        <p:spPr>
          <a:xfrm>
            <a:off x="8413385" y="619038"/>
            <a:ext cx="1422938" cy="1458109"/>
          </a:xfrm>
          <a:prstGeom prst="roundRect">
            <a:avLst>
              <a:gd name="adj" fmla="val 4721"/>
            </a:avLst>
          </a:prstGeom>
          <a:solidFill>
            <a:schemeClr val="bg1">
              <a:lumMod val="6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7" name="フリーフォーム: 図形 16">
            <a:extLst>
              <a:ext uri="{FF2B5EF4-FFF2-40B4-BE49-F238E27FC236}">
                <a16:creationId xmlns:a16="http://schemas.microsoft.com/office/drawing/2014/main" id="{846FA3C5-D69B-89F1-73E5-B0C87F6A3A95}"/>
              </a:ext>
            </a:extLst>
          </p:cNvPr>
          <p:cNvSpPr/>
          <p:nvPr/>
        </p:nvSpPr>
        <p:spPr>
          <a:xfrm>
            <a:off x="6812548" y="619038"/>
            <a:ext cx="4623974" cy="4732653"/>
          </a:xfrm>
          <a:custGeom>
            <a:avLst/>
            <a:gdLst>
              <a:gd name="csX0" fmla="*/ 3268213 w 4623974"/>
              <a:gd name="csY0" fmla="*/ 0 h 4732653"/>
              <a:gd name="csX1" fmla="*/ 4556797 w 4623974"/>
              <a:gd name="csY1" fmla="*/ 0 h 4732653"/>
              <a:gd name="csX2" fmla="*/ 4623974 w 4623974"/>
              <a:gd name="csY2" fmla="*/ 67177 h 4732653"/>
              <a:gd name="csX3" fmla="*/ 4623974 w 4623974"/>
              <a:gd name="csY3" fmla="*/ 1390932 h 4732653"/>
              <a:gd name="csX4" fmla="*/ 4623973 w 4623974"/>
              <a:gd name="csY4" fmla="*/ 1390937 h 4732653"/>
              <a:gd name="csX5" fmla="*/ 4623973 w 4623974"/>
              <a:gd name="csY5" fmla="*/ 4533824 h 4732653"/>
              <a:gd name="csX6" fmla="*/ 4425144 w 4623974"/>
              <a:gd name="csY6" fmla="*/ 4732653 h 4732653"/>
              <a:gd name="csX7" fmla="*/ 198829 w 4623974"/>
              <a:gd name="csY7" fmla="*/ 4732653 h 4732653"/>
              <a:gd name="csX8" fmla="*/ 0 w 4623974"/>
              <a:gd name="csY8" fmla="*/ 4533824 h 4732653"/>
              <a:gd name="csX9" fmla="*/ 0 w 4623974"/>
              <a:gd name="csY9" fmla="*/ 719903 h 4732653"/>
              <a:gd name="csX10" fmla="*/ 198829 w 4623974"/>
              <a:gd name="csY10" fmla="*/ 521074 h 4732653"/>
              <a:gd name="csX11" fmla="*/ 3201036 w 4623974"/>
              <a:gd name="csY11" fmla="*/ 521074 h 4732653"/>
              <a:gd name="csX12" fmla="*/ 3201036 w 4623974"/>
              <a:gd name="csY12" fmla="*/ 67177 h 4732653"/>
              <a:gd name="csX13" fmla="*/ 3268213 w 4623974"/>
              <a:gd name="csY13" fmla="*/ 0 h 473265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4623974" h="4732653">
                <a:moveTo>
                  <a:pt x="3268213" y="0"/>
                </a:moveTo>
                <a:lnTo>
                  <a:pt x="4556797" y="0"/>
                </a:lnTo>
                <a:cubicBezTo>
                  <a:pt x="4593898" y="0"/>
                  <a:pt x="4623974" y="30076"/>
                  <a:pt x="4623974" y="67177"/>
                </a:cubicBezTo>
                <a:lnTo>
                  <a:pt x="4623974" y="1390932"/>
                </a:lnTo>
                <a:lnTo>
                  <a:pt x="4623973" y="1390937"/>
                </a:lnTo>
                <a:lnTo>
                  <a:pt x="4623973" y="4533824"/>
                </a:lnTo>
                <a:cubicBezTo>
                  <a:pt x="4623973" y="4643634"/>
                  <a:pt x="4534954" y="4732653"/>
                  <a:pt x="4425144" y="4732653"/>
                </a:cubicBezTo>
                <a:lnTo>
                  <a:pt x="198829" y="4732653"/>
                </a:lnTo>
                <a:cubicBezTo>
                  <a:pt x="89019" y="4732653"/>
                  <a:pt x="0" y="4643634"/>
                  <a:pt x="0" y="4533824"/>
                </a:cubicBezTo>
                <a:lnTo>
                  <a:pt x="0" y="719903"/>
                </a:lnTo>
                <a:cubicBezTo>
                  <a:pt x="0" y="610093"/>
                  <a:pt x="89019" y="521074"/>
                  <a:pt x="198829" y="521074"/>
                </a:cubicBezTo>
                <a:lnTo>
                  <a:pt x="3201036" y="521074"/>
                </a:lnTo>
                <a:lnTo>
                  <a:pt x="3201036" y="67177"/>
                </a:lnTo>
                <a:cubicBezTo>
                  <a:pt x="3201036" y="30076"/>
                  <a:pt x="3231112" y="0"/>
                  <a:pt x="3268213" y="0"/>
                </a:cubicBezTo>
                <a:close/>
              </a:path>
            </a:pathLst>
          </a:custGeom>
          <a:solidFill>
            <a:schemeClr val="bg1">
              <a:lumMod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 name="四角形: 角を丸くする 8">
            <a:extLst>
              <a:ext uri="{FF2B5EF4-FFF2-40B4-BE49-F238E27FC236}">
                <a16:creationId xmlns:a16="http://schemas.microsoft.com/office/drawing/2014/main" id="{B2CE74E6-ECC3-7655-F5AE-DC59617AC110}"/>
              </a:ext>
            </a:extLst>
          </p:cNvPr>
          <p:cNvSpPr/>
          <p:nvPr/>
        </p:nvSpPr>
        <p:spPr>
          <a:xfrm>
            <a:off x="585498" y="445192"/>
            <a:ext cx="5710332" cy="5967615"/>
          </a:xfrm>
          <a:prstGeom prst="roundRect">
            <a:avLst>
              <a:gd name="adj" fmla="val 2174"/>
            </a:avLst>
          </a:prstGeom>
          <a:solidFill>
            <a:schemeClr val="accent6">
              <a:lumMod val="40000"/>
              <a:lumOff val="6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 name="テキスト ボックス 4">
            <a:extLst>
              <a:ext uri="{FF2B5EF4-FFF2-40B4-BE49-F238E27FC236}">
                <a16:creationId xmlns:a16="http://schemas.microsoft.com/office/drawing/2014/main" id="{A9BAE56C-BCA8-C350-2031-6B4E3A5D122D}"/>
              </a:ext>
            </a:extLst>
          </p:cNvPr>
          <p:cNvSpPr txBox="1"/>
          <p:nvPr/>
        </p:nvSpPr>
        <p:spPr>
          <a:xfrm>
            <a:off x="820249" y="529494"/>
            <a:ext cx="4685898" cy="646331"/>
          </a:xfrm>
          <a:prstGeom prst="rect">
            <a:avLst/>
          </a:prstGeom>
          <a:noFill/>
        </p:spPr>
        <p:txBody>
          <a:bodyPr wrap="none" rtlCol="0">
            <a:spAutoFit/>
          </a:bodyPr>
          <a:lstStyle/>
          <a:p>
            <a:r>
              <a:rPr lang="ja-JP" altLang="en-US" sz="3600" dirty="0">
                <a:solidFill>
                  <a:schemeClr val="tx1">
                    <a:lumMod val="75000"/>
                    <a:lumOff val="25000"/>
                  </a:schemeClr>
                </a:solidFill>
                <a:latin typeface="原稿用標準書体" panose="03000503000000000000" pitchFamily="66" charset="-128"/>
                <a:ea typeface="原稿用標準書体" panose="03000503000000000000" pitchFamily="66" charset="-128"/>
              </a:rPr>
              <a:t>前衛</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ATK+20%</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、注目度</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+4</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、回避率</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-20%</a:t>
            </a:r>
            <a:endParaRPr kumimoji="1" lang="ja-JP" altLang="en-US" sz="3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16" name="グループ化 15">
            <a:extLst>
              <a:ext uri="{FF2B5EF4-FFF2-40B4-BE49-F238E27FC236}">
                <a16:creationId xmlns:a16="http://schemas.microsoft.com/office/drawing/2014/main" id="{982FDD3F-FA35-19F5-A218-1440BED0296C}"/>
              </a:ext>
            </a:extLst>
          </p:cNvPr>
          <p:cNvGrpSpPr/>
          <p:nvPr/>
        </p:nvGrpSpPr>
        <p:grpSpPr>
          <a:xfrm>
            <a:off x="789688" y="1318039"/>
            <a:ext cx="5301952" cy="1230022"/>
            <a:chOff x="922576" y="2450171"/>
            <a:chExt cx="5301952" cy="1309138"/>
          </a:xfrm>
          <a:solidFill>
            <a:schemeClr val="tx1">
              <a:lumMod val="75000"/>
              <a:lumOff val="25000"/>
              <a:alpha val="85000"/>
            </a:schemeClr>
          </a:solidFill>
        </p:grpSpPr>
        <p:sp>
          <p:nvSpPr>
            <p:cNvPr id="12" name="四角形: 角を丸くする 11">
              <a:extLst>
                <a:ext uri="{FF2B5EF4-FFF2-40B4-BE49-F238E27FC236}">
                  <a16:creationId xmlns:a16="http://schemas.microsoft.com/office/drawing/2014/main" id="{DF1BCA81-F610-F663-7A68-AACE8ADD652A}"/>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3" name="四角形: 角を丸くする 12">
              <a:extLst>
                <a:ext uri="{FF2B5EF4-FFF2-40B4-BE49-F238E27FC236}">
                  <a16:creationId xmlns:a16="http://schemas.microsoft.com/office/drawing/2014/main" id="{E6B9B852-A41E-8665-34A7-F351B298F5C4}"/>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4" name="四角形: 角を丸くする 13">
              <a:extLst>
                <a:ext uri="{FF2B5EF4-FFF2-40B4-BE49-F238E27FC236}">
                  <a16:creationId xmlns:a16="http://schemas.microsoft.com/office/drawing/2014/main" id="{A8AF91B5-5925-08ED-2645-A007CB20EBA4}"/>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5" name="四角形: 角を丸くする 14">
              <a:extLst>
                <a:ext uri="{FF2B5EF4-FFF2-40B4-BE49-F238E27FC236}">
                  <a16:creationId xmlns:a16="http://schemas.microsoft.com/office/drawing/2014/main" id="{68736F68-B84D-B79C-981F-17A50CBF0A0F}"/>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11" name="テキスト ボックス 10">
            <a:extLst>
              <a:ext uri="{FF2B5EF4-FFF2-40B4-BE49-F238E27FC236}">
                <a16:creationId xmlns:a16="http://schemas.microsoft.com/office/drawing/2014/main" id="{BA74D59C-283A-4D62-7E0D-FCAD614C1FD8}"/>
              </a:ext>
            </a:extLst>
          </p:cNvPr>
          <p:cNvSpPr txBox="1"/>
          <p:nvPr/>
        </p:nvSpPr>
        <p:spPr>
          <a:xfrm>
            <a:off x="820249" y="3523725"/>
            <a:ext cx="4685898" cy="646331"/>
          </a:xfrm>
          <a:prstGeom prst="rect">
            <a:avLst/>
          </a:prstGeom>
          <a:noFill/>
        </p:spPr>
        <p:txBody>
          <a:bodyPr wrap="none" rtlCol="0">
            <a:spAutoFit/>
          </a:bodyPr>
          <a:lstStyle/>
          <a:p>
            <a:r>
              <a:rPr lang="ja-JP" altLang="en-US" sz="3600" dirty="0">
                <a:solidFill>
                  <a:schemeClr val="bg1">
                    <a:lumMod val="95000"/>
                  </a:schemeClr>
                </a:solidFill>
                <a:latin typeface="原稿用標準書体" panose="03000503000000000000" pitchFamily="66" charset="-128"/>
                <a:ea typeface="原稿用標準書体" panose="03000503000000000000" pitchFamily="66" charset="-128"/>
              </a:rPr>
              <a:t>後衛</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：回避率</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+20%</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、注目度</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+1</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ATK-20%</a:t>
            </a:r>
            <a:endParaRPr kumimoji="1" lang="ja-JP" altLang="en-US" sz="36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19" name="グループ化 18">
            <a:extLst>
              <a:ext uri="{FF2B5EF4-FFF2-40B4-BE49-F238E27FC236}">
                <a16:creationId xmlns:a16="http://schemas.microsoft.com/office/drawing/2014/main" id="{A25F678C-6EB2-1AF4-730F-E59188885D52}"/>
              </a:ext>
            </a:extLst>
          </p:cNvPr>
          <p:cNvGrpSpPr/>
          <p:nvPr/>
        </p:nvGrpSpPr>
        <p:grpSpPr>
          <a:xfrm>
            <a:off x="789688" y="4320508"/>
            <a:ext cx="5301952" cy="1230022"/>
            <a:chOff x="922576" y="2450171"/>
            <a:chExt cx="5301952" cy="1309138"/>
          </a:xfrm>
          <a:solidFill>
            <a:schemeClr val="bg1">
              <a:lumMod val="85000"/>
              <a:alpha val="85000"/>
            </a:schemeClr>
          </a:solidFill>
        </p:grpSpPr>
        <p:sp>
          <p:nvSpPr>
            <p:cNvPr id="20" name="四角形: 角を丸くする 19">
              <a:extLst>
                <a:ext uri="{FF2B5EF4-FFF2-40B4-BE49-F238E27FC236}">
                  <a16:creationId xmlns:a16="http://schemas.microsoft.com/office/drawing/2014/main" id="{F304A392-11A9-3D58-4A10-4162ECE37472}"/>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1" name="四角形: 角を丸くする 20">
              <a:extLst>
                <a:ext uri="{FF2B5EF4-FFF2-40B4-BE49-F238E27FC236}">
                  <a16:creationId xmlns:a16="http://schemas.microsoft.com/office/drawing/2014/main" id="{FA3F2FA7-998C-E7A7-6F9B-53C75EBB3315}"/>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2" name="四角形: 角を丸くする 21">
              <a:extLst>
                <a:ext uri="{FF2B5EF4-FFF2-40B4-BE49-F238E27FC236}">
                  <a16:creationId xmlns:a16="http://schemas.microsoft.com/office/drawing/2014/main" id="{2E037146-C8FC-A20C-1EE5-CA3C6F78CA15}"/>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3" name="四角形: 角を丸くする 22">
              <a:extLst>
                <a:ext uri="{FF2B5EF4-FFF2-40B4-BE49-F238E27FC236}">
                  <a16:creationId xmlns:a16="http://schemas.microsoft.com/office/drawing/2014/main" id="{BEE417A7-77C0-00CD-9C94-7F2043097F47}"/>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cxnSp>
        <p:nvCxnSpPr>
          <p:cNvPr id="25" name="直線コネクタ 24">
            <a:extLst>
              <a:ext uri="{FF2B5EF4-FFF2-40B4-BE49-F238E27FC236}">
                <a16:creationId xmlns:a16="http://schemas.microsoft.com/office/drawing/2014/main" id="{AE1F368E-7A4B-D3C9-4C43-03243E4B8D76}"/>
              </a:ext>
            </a:extLst>
          </p:cNvPr>
          <p:cNvCxnSpPr>
            <a:cxnSpLocks/>
          </p:cNvCxnSpPr>
          <p:nvPr/>
        </p:nvCxnSpPr>
        <p:spPr>
          <a:xfrm>
            <a:off x="759127" y="3428999"/>
            <a:ext cx="5363074" cy="0"/>
          </a:xfrm>
          <a:prstGeom prst="line">
            <a:avLst/>
          </a:prstGeom>
          <a:ln w="12700">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grpSp>
        <p:nvGrpSpPr>
          <p:cNvPr id="28" name="グループ化 27">
            <a:extLst>
              <a:ext uri="{FF2B5EF4-FFF2-40B4-BE49-F238E27FC236}">
                <a16:creationId xmlns:a16="http://schemas.microsoft.com/office/drawing/2014/main" id="{11740EA0-7537-6366-1018-F6BB3DF3BF1D}"/>
              </a:ext>
            </a:extLst>
          </p:cNvPr>
          <p:cNvGrpSpPr/>
          <p:nvPr/>
        </p:nvGrpSpPr>
        <p:grpSpPr>
          <a:xfrm>
            <a:off x="787120" y="2633455"/>
            <a:ext cx="5301952" cy="635908"/>
            <a:chOff x="922576" y="2450171"/>
            <a:chExt cx="5301952" cy="1309138"/>
          </a:xfrm>
          <a:solidFill>
            <a:schemeClr val="tx1">
              <a:lumMod val="75000"/>
              <a:lumOff val="25000"/>
              <a:alpha val="85000"/>
            </a:schemeClr>
          </a:solidFill>
        </p:grpSpPr>
        <p:sp>
          <p:nvSpPr>
            <p:cNvPr id="29" name="四角形: 角を丸くする 28">
              <a:extLst>
                <a:ext uri="{FF2B5EF4-FFF2-40B4-BE49-F238E27FC236}">
                  <a16:creationId xmlns:a16="http://schemas.microsoft.com/office/drawing/2014/main" id="{3A39B385-E705-8D74-455A-55F58A44D9CF}"/>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0" name="四角形: 角を丸くする 29">
              <a:extLst>
                <a:ext uri="{FF2B5EF4-FFF2-40B4-BE49-F238E27FC236}">
                  <a16:creationId xmlns:a16="http://schemas.microsoft.com/office/drawing/2014/main" id="{CEFFFA5D-A562-3BCF-AAD7-1A9A2C114481}"/>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1" name="四角形: 角を丸くする 30">
              <a:extLst>
                <a:ext uri="{FF2B5EF4-FFF2-40B4-BE49-F238E27FC236}">
                  <a16:creationId xmlns:a16="http://schemas.microsoft.com/office/drawing/2014/main" id="{97A50490-DF15-5776-D366-5DA70E1F7E09}"/>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2" name="四角形: 角を丸くする 31">
              <a:extLst>
                <a:ext uri="{FF2B5EF4-FFF2-40B4-BE49-F238E27FC236}">
                  <a16:creationId xmlns:a16="http://schemas.microsoft.com/office/drawing/2014/main" id="{4E30C76A-B2B5-85DE-9EF5-1BD96AC33623}"/>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33" name="グループ化 32">
            <a:extLst>
              <a:ext uri="{FF2B5EF4-FFF2-40B4-BE49-F238E27FC236}">
                <a16:creationId xmlns:a16="http://schemas.microsoft.com/office/drawing/2014/main" id="{4DF2E68A-56B5-8C51-80E8-987E037958AC}"/>
              </a:ext>
            </a:extLst>
          </p:cNvPr>
          <p:cNvGrpSpPr/>
          <p:nvPr/>
        </p:nvGrpSpPr>
        <p:grpSpPr>
          <a:xfrm>
            <a:off x="787120" y="5645255"/>
            <a:ext cx="5301952" cy="635908"/>
            <a:chOff x="922576" y="2450171"/>
            <a:chExt cx="5301952" cy="1309138"/>
          </a:xfrm>
          <a:solidFill>
            <a:schemeClr val="bg1">
              <a:lumMod val="85000"/>
              <a:alpha val="85000"/>
            </a:schemeClr>
          </a:solidFill>
        </p:grpSpPr>
        <p:sp>
          <p:nvSpPr>
            <p:cNvPr id="34" name="四角形: 角を丸くする 33">
              <a:extLst>
                <a:ext uri="{FF2B5EF4-FFF2-40B4-BE49-F238E27FC236}">
                  <a16:creationId xmlns:a16="http://schemas.microsoft.com/office/drawing/2014/main" id="{D1AFCAE6-A0FD-1342-CF3A-F9459A10D758}"/>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5" name="四角形: 角を丸くする 34">
              <a:extLst>
                <a:ext uri="{FF2B5EF4-FFF2-40B4-BE49-F238E27FC236}">
                  <a16:creationId xmlns:a16="http://schemas.microsoft.com/office/drawing/2014/main" id="{ED232DBE-B506-A4EF-2F98-EC21A99D7FDC}"/>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6" name="四角形: 角を丸くする 35">
              <a:extLst>
                <a:ext uri="{FF2B5EF4-FFF2-40B4-BE49-F238E27FC236}">
                  <a16:creationId xmlns:a16="http://schemas.microsoft.com/office/drawing/2014/main" id="{0F44CBD4-3709-CF60-32E7-743E67BBEAAF}"/>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7" name="四角形: 角を丸くする 36">
              <a:extLst>
                <a:ext uri="{FF2B5EF4-FFF2-40B4-BE49-F238E27FC236}">
                  <a16:creationId xmlns:a16="http://schemas.microsoft.com/office/drawing/2014/main" id="{6A5B04BE-38E6-15A4-A42F-DA431629009E}"/>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2" name="テキスト ボックス 1">
            <a:extLst>
              <a:ext uri="{FF2B5EF4-FFF2-40B4-BE49-F238E27FC236}">
                <a16:creationId xmlns:a16="http://schemas.microsoft.com/office/drawing/2014/main" id="{597639C7-57C4-EFC3-DA70-AA4C2B09E467}"/>
              </a:ext>
            </a:extLst>
          </p:cNvPr>
          <p:cNvSpPr txBox="1"/>
          <p:nvPr/>
        </p:nvSpPr>
        <p:spPr>
          <a:xfrm>
            <a:off x="7046965" y="688737"/>
            <a:ext cx="954108"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ゲート</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43" name="テキスト ボックス 42">
            <a:extLst>
              <a:ext uri="{FF2B5EF4-FFF2-40B4-BE49-F238E27FC236}">
                <a16:creationId xmlns:a16="http://schemas.microsoft.com/office/drawing/2014/main" id="{3A8863FE-AB83-6426-A755-432D593F822E}"/>
              </a:ext>
            </a:extLst>
          </p:cNvPr>
          <p:cNvSpPr txBox="1"/>
          <p:nvPr/>
        </p:nvSpPr>
        <p:spPr>
          <a:xfrm>
            <a:off x="8647800" y="688737"/>
            <a:ext cx="954108"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44" name="テキスト ボックス 43">
            <a:extLst>
              <a:ext uri="{FF2B5EF4-FFF2-40B4-BE49-F238E27FC236}">
                <a16:creationId xmlns:a16="http://schemas.microsoft.com/office/drawing/2014/main" id="{642F7DA9-EDF8-F418-1F89-64B3DEA6211F}"/>
              </a:ext>
            </a:extLst>
          </p:cNvPr>
          <p:cNvSpPr txBox="1"/>
          <p:nvPr/>
        </p:nvSpPr>
        <p:spPr>
          <a:xfrm>
            <a:off x="10376241" y="688737"/>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60" name="グループ化 59">
            <a:extLst>
              <a:ext uri="{FF2B5EF4-FFF2-40B4-BE49-F238E27FC236}">
                <a16:creationId xmlns:a16="http://schemas.microsoft.com/office/drawing/2014/main" id="{33B6C820-CA14-EACE-12CD-FCC4D9C47EE2}"/>
              </a:ext>
            </a:extLst>
          </p:cNvPr>
          <p:cNvGrpSpPr/>
          <p:nvPr/>
        </p:nvGrpSpPr>
        <p:grpSpPr>
          <a:xfrm>
            <a:off x="1063119" y="2758022"/>
            <a:ext cx="4765774" cy="400110"/>
            <a:chOff x="1168089" y="2766548"/>
            <a:chExt cx="4765774" cy="400110"/>
          </a:xfrm>
        </p:grpSpPr>
        <p:sp>
          <p:nvSpPr>
            <p:cNvPr id="52" name="テキスト ボックス 51">
              <a:extLst>
                <a:ext uri="{FF2B5EF4-FFF2-40B4-BE49-F238E27FC236}">
                  <a16:creationId xmlns:a16="http://schemas.microsoft.com/office/drawing/2014/main" id="{096CEFD1-C882-8A47-2C1D-38508A32648B}"/>
                </a:ext>
              </a:extLst>
            </p:cNvPr>
            <p:cNvSpPr txBox="1"/>
            <p:nvPr/>
          </p:nvSpPr>
          <p:spPr>
            <a:xfrm>
              <a:off x="1168089"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3" name="テキスト ボックス 52">
              <a:extLst>
                <a:ext uri="{FF2B5EF4-FFF2-40B4-BE49-F238E27FC236}">
                  <a16:creationId xmlns:a16="http://schemas.microsoft.com/office/drawing/2014/main" id="{676CEE65-BEF6-C74E-20C0-9E7CE0C2ECBC}"/>
                </a:ext>
              </a:extLst>
            </p:cNvPr>
            <p:cNvSpPr txBox="1"/>
            <p:nvPr/>
          </p:nvSpPr>
          <p:spPr>
            <a:xfrm>
              <a:off x="2524138"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4" name="テキスト ボックス 53">
              <a:extLst>
                <a:ext uri="{FF2B5EF4-FFF2-40B4-BE49-F238E27FC236}">
                  <a16:creationId xmlns:a16="http://schemas.microsoft.com/office/drawing/2014/main" id="{BBFCED10-A412-C470-82E5-22295CF47CE5}"/>
                </a:ext>
              </a:extLst>
            </p:cNvPr>
            <p:cNvSpPr txBox="1"/>
            <p:nvPr/>
          </p:nvSpPr>
          <p:spPr>
            <a:xfrm>
              <a:off x="3880187"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5" name="テキスト ボックス 54">
              <a:extLst>
                <a:ext uri="{FF2B5EF4-FFF2-40B4-BE49-F238E27FC236}">
                  <a16:creationId xmlns:a16="http://schemas.microsoft.com/office/drawing/2014/main" id="{C33D4897-C288-321B-FB9A-481709974C19}"/>
                </a:ext>
              </a:extLst>
            </p:cNvPr>
            <p:cNvSpPr txBox="1"/>
            <p:nvPr/>
          </p:nvSpPr>
          <p:spPr>
            <a:xfrm>
              <a:off x="5236236"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sp>
        <p:nvSpPr>
          <p:cNvPr id="56" name="テキスト ボックス 55">
            <a:extLst>
              <a:ext uri="{FF2B5EF4-FFF2-40B4-BE49-F238E27FC236}">
                <a16:creationId xmlns:a16="http://schemas.microsoft.com/office/drawing/2014/main" id="{107F70E6-C264-32D9-8240-699524CA9C35}"/>
              </a:ext>
            </a:extLst>
          </p:cNvPr>
          <p:cNvSpPr txBox="1"/>
          <p:nvPr/>
        </p:nvSpPr>
        <p:spPr>
          <a:xfrm>
            <a:off x="1063119"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57" name="テキスト ボックス 56">
            <a:extLst>
              <a:ext uri="{FF2B5EF4-FFF2-40B4-BE49-F238E27FC236}">
                <a16:creationId xmlns:a16="http://schemas.microsoft.com/office/drawing/2014/main" id="{04482CEF-0846-86AC-B388-D1F371A44FBC}"/>
              </a:ext>
            </a:extLst>
          </p:cNvPr>
          <p:cNvSpPr txBox="1"/>
          <p:nvPr/>
        </p:nvSpPr>
        <p:spPr>
          <a:xfrm>
            <a:off x="2419168"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58" name="テキスト ボックス 57">
            <a:extLst>
              <a:ext uri="{FF2B5EF4-FFF2-40B4-BE49-F238E27FC236}">
                <a16:creationId xmlns:a16="http://schemas.microsoft.com/office/drawing/2014/main" id="{01DCB6A7-772A-5589-E544-55CC2B53D661}"/>
              </a:ext>
            </a:extLst>
          </p:cNvPr>
          <p:cNvSpPr txBox="1"/>
          <p:nvPr/>
        </p:nvSpPr>
        <p:spPr>
          <a:xfrm>
            <a:off x="3775217"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61" name="グループ化 60">
            <a:extLst>
              <a:ext uri="{FF2B5EF4-FFF2-40B4-BE49-F238E27FC236}">
                <a16:creationId xmlns:a16="http://schemas.microsoft.com/office/drawing/2014/main" id="{6523ADA6-F5F1-B48C-E5E4-8A30F0156DF3}"/>
              </a:ext>
            </a:extLst>
          </p:cNvPr>
          <p:cNvGrpSpPr/>
          <p:nvPr/>
        </p:nvGrpSpPr>
        <p:grpSpPr>
          <a:xfrm>
            <a:off x="929537" y="1713369"/>
            <a:ext cx="5022254" cy="400110"/>
            <a:chOff x="1039849" y="2766548"/>
            <a:chExt cx="5022254" cy="400110"/>
          </a:xfrm>
        </p:grpSpPr>
        <p:sp>
          <p:nvSpPr>
            <p:cNvPr id="62" name="テキスト ボックス 61">
              <a:extLst>
                <a:ext uri="{FF2B5EF4-FFF2-40B4-BE49-F238E27FC236}">
                  <a16:creationId xmlns:a16="http://schemas.microsoft.com/office/drawing/2014/main" id="{E847F741-CD40-CFE8-A595-53FAC72E25EB}"/>
                </a:ext>
              </a:extLst>
            </p:cNvPr>
            <p:cNvSpPr txBox="1"/>
            <p:nvPr/>
          </p:nvSpPr>
          <p:spPr>
            <a:xfrm>
              <a:off x="1039849"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63" name="テキスト ボックス 62">
              <a:extLst>
                <a:ext uri="{FF2B5EF4-FFF2-40B4-BE49-F238E27FC236}">
                  <a16:creationId xmlns:a16="http://schemas.microsoft.com/office/drawing/2014/main" id="{C5C17A8F-E6A6-CFBD-1335-6D260957A255}"/>
                </a:ext>
              </a:extLst>
            </p:cNvPr>
            <p:cNvSpPr txBox="1"/>
            <p:nvPr/>
          </p:nvSpPr>
          <p:spPr>
            <a:xfrm>
              <a:off x="2395898"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sp>
          <p:nvSpPr>
            <p:cNvPr id="64" name="テキスト ボックス 63">
              <a:extLst>
                <a:ext uri="{FF2B5EF4-FFF2-40B4-BE49-F238E27FC236}">
                  <a16:creationId xmlns:a16="http://schemas.microsoft.com/office/drawing/2014/main" id="{D76F59DA-F406-9E82-1427-BDA0F9640A53}"/>
                </a:ext>
              </a:extLst>
            </p:cNvPr>
            <p:cNvSpPr txBox="1"/>
            <p:nvPr/>
          </p:nvSpPr>
          <p:spPr>
            <a:xfrm>
              <a:off x="3751947"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sp>
          <p:nvSpPr>
            <p:cNvPr id="65" name="テキスト ボックス 64">
              <a:extLst>
                <a:ext uri="{FF2B5EF4-FFF2-40B4-BE49-F238E27FC236}">
                  <a16:creationId xmlns:a16="http://schemas.microsoft.com/office/drawing/2014/main" id="{904A26D0-8DB7-5596-3638-20FA6B1123A9}"/>
                </a:ext>
              </a:extLst>
            </p:cNvPr>
            <p:cNvSpPr txBox="1"/>
            <p:nvPr/>
          </p:nvSpPr>
          <p:spPr>
            <a:xfrm>
              <a:off x="5107996"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nvGrpSpPr>
          <p:cNvPr id="66" name="グループ化 65">
            <a:extLst>
              <a:ext uri="{FF2B5EF4-FFF2-40B4-BE49-F238E27FC236}">
                <a16:creationId xmlns:a16="http://schemas.microsoft.com/office/drawing/2014/main" id="{3851A992-6333-7728-DA47-9122184B3ED4}"/>
              </a:ext>
            </a:extLst>
          </p:cNvPr>
          <p:cNvGrpSpPr/>
          <p:nvPr/>
        </p:nvGrpSpPr>
        <p:grpSpPr>
          <a:xfrm>
            <a:off x="895727" y="4764316"/>
            <a:ext cx="4637566" cy="400110"/>
            <a:chOff x="1039849" y="2766548"/>
            <a:chExt cx="4637566" cy="400110"/>
          </a:xfrm>
        </p:grpSpPr>
        <p:sp>
          <p:nvSpPr>
            <p:cNvPr id="67" name="テキスト ボックス 66">
              <a:extLst>
                <a:ext uri="{FF2B5EF4-FFF2-40B4-BE49-F238E27FC236}">
                  <a16:creationId xmlns:a16="http://schemas.microsoft.com/office/drawing/2014/main" id="{651C9B38-D7CB-8590-A606-927E07ABB16E}"/>
                </a:ext>
              </a:extLst>
            </p:cNvPr>
            <p:cNvSpPr txBox="1"/>
            <p:nvPr/>
          </p:nvSpPr>
          <p:spPr>
            <a:xfrm>
              <a:off x="1039849" y="2766548"/>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68" name="テキスト ボックス 67">
              <a:extLst>
                <a:ext uri="{FF2B5EF4-FFF2-40B4-BE49-F238E27FC236}">
                  <a16:creationId xmlns:a16="http://schemas.microsoft.com/office/drawing/2014/main" id="{77484D0C-C31A-2145-821C-E88DD4C72462}"/>
                </a:ext>
              </a:extLst>
            </p:cNvPr>
            <p:cNvSpPr txBox="1"/>
            <p:nvPr/>
          </p:nvSpPr>
          <p:spPr>
            <a:xfrm>
              <a:off x="2395898" y="2766548"/>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sp>
          <p:nvSpPr>
            <p:cNvPr id="69" name="テキスト ボックス 68">
              <a:extLst>
                <a:ext uri="{FF2B5EF4-FFF2-40B4-BE49-F238E27FC236}">
                  <a16:creationId xmlns:a16="http://schemas.microsoft.com/office/drawing/2014/main" id="{6EF5B1BE-A1A2-F3DB-4291-6334099632A2}"/>
                </a:ext>
              </a:extLst>
            </p:cNvPr>
            <p:cNvSpPr txBox="1"/>
            <p:nvPr/>
          </p:nvSpPr>
          <p:spPr>
            <a:xfrm>
              <a:off x="3751947" y="2766548"/>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sp>
          <p:nvSpPr>
            <p:cNvPr id="70" name="テキスト ボックス 69">
              <a:extLst>
                <a:ext uri="{FF2B5EF4-FFF2-40B4-BE49-F238E27FC236}">
                  <a16:creationId xmlns:a16="http://schemas.microsoft.com/office/drawing/2014/main" id="{92FC12FC-FFF9-A8AA-5F3A-4F019CDF4D86}"/>
                </a:ext>
              </a:extLst>
            </p:cNvPr>
            <p:cNvSpPr txBox="1"/>
            <p:nvPr/>
          </p:nvSpPr>
          <p:spPr>
            <a:xfrm>
              <a:off x="5492684" y="2766548"/>
              <a:ext cx="184731" cy="400110"/>
            </a:xfrm>
            <a:prstGeom prst="rect">
              <a:avLst/>
            </a:prstGeom>
            <a:noFill/>
          </p:spPr>
          <p:txBody>
            <a:bodyPr wrap="none" rtlCol="0">
              <a:spAutoFit/>
            </a:bodyPr>
            <a:lstStyle/>
            <a:p>
              <a:pPr algn="ctr"/>
              <a:endPar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grpSp>
        <p:nvGrpSpPr>
          <p:cNvPr id="39" name="グループ化 38">
            <a:extLst>
              <a:ext uri="{FF2B5EF4-FFF2-40B4-BE49-F238E27FC236}">
                <a16:creationId xmlns:a16="http://schemas.microsoft.com/office/drawing/2014/main" id="{D1337844-5D3D-B35C-D78A-D0B2FCC1A5A7}"/>
              </a:ext>
            </a:extLst>
          </p:cNvPr>
          <p:cNvGrpSpPr/>
          <p:nvPr/>
        </p:nvGrpSpPr>
        <p:grpSpPr>
          <a:xfrm>
            <a:off x="7150516" y="3178011"/>
            <a:ext cx="815234" cy="794299"/>
            <a:chOff x="7726816" y="3269363"/>
            <a:chExt cx="1349421" cy="1314768"/>
          </a:xfrm>
        </p:grpSpPr>
        <p:sp>
          <p:nvSpPr>
            <p:cNvPr id="26" name="四角形: 角を丸くする 25">
              <a:extLst>
                <a:ext uri="{FF2B5EF4-FFF2-40B4-BE49-F238E27FC236}">
                  <a16:creationId xmlns:a16="http://schemas.microsoft.com/office/drawing/2014/main" id="{B9122A9A-00D6-5308-6E0F-34BC1FC754AE}"/>
                </a:ext>
              </a:extLst>
            </p:cNvPr>
            <p:cNvSpPr/>
            <p:nvPr/>
          </p:nvSpPr>
          <p:spPr>
            <a:xfrm>
              <a:off x="7726816" y="3269363"/>
              <a:ext cx="1349421" cy="1314768"/>
            </a:xfrm>
            <a:prstGeom prst="roundRect">
              <a:avLst>
                <a:gd name="adj" fmla="val 6896"/>
              </a:avLst>
            </a:prstGeom>
            <a:noFill/>
            <a:ln w="25400">
              <a:solidFill>
                <a:schemeClr val="accent6">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27" name="図 26">
              <a:extLst>
                <a:ext uri="{FF2B5EF4-FFF2-40B4-BE49-F238E27FC236}">
                  <a16:creationId xmlns:a16="http://schemas.microsoft.com/office/drawing/2014/main" id="{A6B0F119-B69D-6D9F-EA0F-50FABB6881DA}"/>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7883385" y="3371861"/>
              <a:ext cx="1059999" cy="1125304"/>
            </a:xfrm>
            <a:prstGeom prst="rect">
              <a:avLst/>
            </a:prstGeom>
          </p:spPr>
        </p:pic>
      </p:grpSp>
      <p:grpSp>
        <p:nvGrpSpPr>
          <p:cNvPr id="41" name="グループ化 40">
            <a:extLst>
              <a:ext uri="{FF2B5EF4-FFF2-40B4-BE49-F238E27FC236}">
                <a16:creationId xmlns:a16="http://schemas.microsoft.com/office/drawing/2014/main" id="{AEF6A4E6-ECB5-17D2-D4B4-0276BCABE1E6}"/>
              </a:ext>
            </a:extLst>
          </p:cNvPr>
          <p:cNvGrpSpPr/>
          <p:nvPr/>
        </p:nvGrpSpPr>
        <p:grpSpPr>
          <a:xfrm>
            <a:off x="8161272" y="3178011"/>
            <a:ext cx="815234" cy="794299"/>
            <a:chOff x="7726816" y="3269363"/>
            <a:chExt cx="1349421" cy="1314768"/>
          </a:xfrm>
        </p:grpSpPr>
        <p:sp>
          <p:nvSpPr>
            <p:cNvPr id="45" name="四角形: 角を丸くする 44">
              <a:extLst>
                <a:ext uri="{FF2B5EF4-FFF2-40B4-BE49-F238E27FC236}">
                  <a16:creationId xmlns:a16="http://schemas.microsoft.com/office/drawing/2014/main" id="{6CEC886D-5B63-2A38-F406-DB0D12653E08}"/>
                </a:ext>
              </a:extLst>
            </p:cNvPr>
            <p:cNvSpPr/>
            <p:nvPr/>
          </p:nvSpPr>
          <p:spPr>
            <a:xfrm>
              <a:off x="7726816" y="3269363"/>
              <a:ext cx="1349421" cy="1314768"/>
            </a:xfrm>
            <a:prstGeom prst="roundRect">
              <a:avLst>
                <a:gd name="adj" fmla="val 6896"/>
              </a:avLst>
            </a:prstGeom>
            <a:noFill/>
            <a:ln w="25400">
              <a:solidFill>
                <a:schemeClr val="tx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46" name="図 45">
              <a:extLst>
                <a:ext uri="{FF2B5EF4-FFF2-40B4-BE49-F238E27FC236}">
                  <a16:creationId xmlns:a16="http://schemas.microsoft.com/office/drawing/2014/main" id="{04EF921F-21EA-3FC9-4967-E54FE19CAE00}"/>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7883385" y="3371861"/>
              <a:ext cx="1059999" cy="1125304"/>
            </a:xfrm>
            <a:prstGeom prst="rect">
              <a:avLst/>
            </a:prstGeom>
          </p:spPr>
        </p:pic>
      </p:grpSp>
      <p:grpSp>
        <p:nvGrpSpPr>
          <p:cNvPr id="47" name="グループ化 46">
            <a:extLst>
              <a:ext uri="{FF2B5EF4-FFF2-40B4-BE49-F238E27FC236}">
                <a16:creationId xmlns:a16="http://schemas.microsoft.com/office/drawing/2014/main" id="{5A21450B-F171-6510-440F-F205714B2A10}"/>
              </a:ext>
            </a:extLst>
          </p:cNvPr>
          <p:cNvGrpSpPr/>
          <p:nvPr/>
        </p:nvGrpSpPr>
        <p:grpSpPr>
          <a:xfrm>
            <a:off x="9172028" y="3178011"/>
            <a:ext cx="815234" cy="794299"/>
            <a:chOff x="7726816" y="3269363"/>
            <a:chExt cx="1349421" cy="1314768"/>
          </a:xfrm>
        </p:grpSpPr>
        <p:sp>
          <p:nvSpPr>
            <p:cNvPr id="48" name="四角形: 角を丸くする 47">
              <a:extLst>
                <a:ext uri="{FF2B5EF4-FFF2-40B4-BE49-F238E27FC236}">
                  <a16:creationId xmlns:a16="http://schemas.microsoft.com/office/drawing/2014/main" id="{CE8F93F0-8189-F456-F455-F3B6674E860F}"/>
                </a:ext>
              </a:extLst>
            </p:cNvPr>
            <p:cNvSpPr/>
            <p:nvPr/>
          </p:nvSpPr>
          <p:spPr>
            <a:xfrm>
              <a:off x="7726816" y="3269363"/>
              <a:ext cx="1349421" cy="1314768"/>
            </a:xfrm>
            <a:prstGeom prst="roundRect">
              <a:avLst>
                <a:gd name="adj" fmla="val 6896"/>
              </a:avLst>
            </a:prstGeom>
            <a:noFill/>
            <a:ln w="25400">
              <a:solidFill>
                <a:schemeClr val="tx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76" name="図 75">
              <a:extLst>
                <a:ext uri="{FF2B5EF4-FFF2-40B4-BE49-F238E27FC236}">
                  <a16:creationId xmlns:a16="http://schemas.microsoft.com/office/drawing/2014/main" id="{7A2E6600-0171-2CAB-5D96-FD5E2BA04455}"/>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7883385" y="3371861"/>
              <a:ext cx="1059999" cy="1125304"/>
            </a:xfrm>
            <a:prstGeom prst="rect">
              <a:avLst/>
            </a:prstGeom>
          </p:spPr>
        </p:pic>
      </p:grpSp>
      <p:grpSp>
        <p:nvGrpSpPr>
          <p:cNvPr id="78" name="グループ化 77">
            <a:extLst>
              <a:ext uri="{FF2B5EF4-FFF2-40B4-BE49-F238E27FC236}">
                <a16:creationId xmlns:a16="http://schemas.microsoft.com/office/drawing/2014/main" id="{B02D840A-E5EC-2112-4D3A-AEC48818A026}"/>
              </a:ext>
            </a:extLst>
          </p:cNvPr>
          <p:cNvGrpSpPr/>
          <p:nvPr/>
        </p:nvGrpSpPr>
        <p:grpSpPr>
          <a:xfrm>
            <a:off x="10182784" y="3178011"/>
            <a:ext cx="815234" cy="794299"/>
            <a:chOff x="7726816" y="3269363"/>
            <a:chExt cx="1349421" cy="1314768"/>
          </a:xfrm>
        </p:grpSpPr>
        <p:sp>
          <p:nvSpPr>
            <p:cNvPr id="79" name="四角形: 角を丸くする 78">
              <a:extLst>
                <a:ext uri="{FF2B5EF4-FFF2-40B4-BE49-F238E27FC236}">
                  <a16:creationId xmlns:a16="http://schemas.microsoft.com/office/drawing/2014/main" id="{0C36CAA3-BBF9-869D-7674-844E96E79852}"/>
                </a:ext>
              </a:extLst>
            </p:cNvPr>
            <p:cNvSpPr/>
            <p:nvPr/>
          </p:nvSpPr>
          <p:spPr>
            <a:xfrm>
              <a:off x="7726816" y="3269363"/>
              <a:ext cx="1349421" cy="1314768"/>
            </a:xfrm>
            <a:prstGeom prst="roundRect">
              <a:avLst>
                <a:gd name="adj" fmla="val 6896"/>
              </a:avLst>
            </a:prstGeom>
            <a:noFill/>
            <a:ln w="25400">
              <a:solidFill>
                <a:schemeClr val="tx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80" name="図 79">
              <a:extLst>
                <a:ext uri="{FF2B5EF4-FFF2-40B4-BE49-F238E27FC236}">
                  <a16:creationId xmlns:a16="http://schemas.microsoft.com/office/drawing/2014/main" id="{2FFFC915-A2B4-8093-1304-DA6F9A217EBE}"/>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7883385" y="3371861"/>
              <a:ext cx="1059999" cy="1125304"/>
            </a:xfrm>
            <a:prstGeom prst="rect">
              <a:avLst/>
            </a:prstGeom>
          </p:spPr>
        </p:pic>
      </p:grpSp>
      <p:sp>
        <p:nvSpPr>
          <p:cNvPr id="89" name="二等辺三角形 88">
            <a:extLst>
              <a:ext uri="{FF2B5EF4-FFF2-40B4-BE49-F238E27FC236}">
                <a16:creationId xmlns:a16="http://schemas.microsoft.com/office/drawing/2014/main" id="{4C3CB865-0207-1325-BDD2-EBB5A6C1E283}"/>
              </a:ext>
            </a:extLst>
          </p:cNvPr>
          <p:cNvSpPr/>
          <p:nvPr/>
        </p:nvSpPr>
        <p:spPr>
          <a:xfrm>
            <a:off x="7349615" y="3916327"/>
            <a:ext cx="450025" cy="263400"/>
          </a:xfrm>
          <a:prstGeom prst="triangle">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90" name="グループ化 89">
            <a:extLst>
              <a:ext uri="{FF2B5EF4-FFF2-40B4-BE49-F238E27FC236}">
                <a16:creationId xmlns:a16="http://schemas.microsoft.com/office/drawing/2014/main" id="{96898DD7-2E7B-4E7D-E6CA-A62C95159EAA}"/>
              </a:ext>
            </a:extLst>
          </p:cNvPr>
          <p:cNvGrpSpPr/>
          <p:nvPr/>
        </p:nvGrpSpPr>
        <p:grpSpPr>
          <a:xfrm>
            <a:off x="7150516" y="4288434"/>
            <a:ext cx="815234" cy="794299"/>
            <a:chOff x="7726816" y="3269363"/>
            <a:chExt cx="1349421" cy="1314768"/>
          </a:xfrm>
        </p:grpSpPr>
        <p:sp>
          <p:nvSpPr>
            <p:cNvPr id="91" name="四角形: 角を丸くする 90">
              <a:extLst>
                <a:ext uri="{FF2B5EF4-FFF2-40B4-BE49-F238E27FC236}">
                  <a16:creationId xmlns:a16="http://schemas.microsoft.com/office/drawing/2014/main" id="{49200CB2-9D6C-87EC-6AA1-76CB5D75B7A6}"/>
                </a:ext>
              </a:extLst>
            </p:cNvPr>
            <p:cNvSpPr/>
            <p:nvPr/>
          </p:nvSpPr>
          <p:spPr>
            <a:xfrm>
              <a:off x="7726816" y="3269363"/>
              <a:ext cx="1349421" cy="1314768"/>
            </a:xfrm>
            <a:prstGeom prst="roundRect">
              <a:avLst>
                <a:gd name="adj" fmla="val 6896"/>
              </a:avLst>
            </a:prstGeom>
            <a:noFill/>
            <a:ln w="254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92" name="図 91">
              <a:extLst>
                <a:ext uri="{FF2B5EF4-FFF2-40B4-BE49-F238E27FC236}">
                  <a16:creationId xmlns:a16="http://schemas.microsoft.com/office/drawing/2014/main" id="{A91D0CD2-099A-02CB-4DCD-3F564074A720}"/>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7883385" y="3371861"/>
              <a:ext cx="1059999" cy="1125304"/>
            </a:xfrm>
            <a:prstGeom prst="rect">
              <a:avLst/>
            </a:prstGeom>
          </p:spPr>
        </p:pic>
      </p:grpSp>
      <p:grpSp>
        <p:nvGrpSpPr>
          <p:cNvPr id="93" name="グループ化 92">
            <a:extLst>
              <a:ext uri="{FF2B5EF4-FFF2-40B4-BE49-F238E27FC236}">
                <a16:creationId xmlns:a16="http://schemas.microsoft.com/office/drawing/2014/main" id="{5AB550A9-4561-2CBB-B42C-395D6F6F146B}"/>
              </a:ext>
            </a:extLst>
          </p:cNvPr>
          <p:cNvGrpSpPr/>
          <p:nvPr/>
        </p:nvGrpSpPr>
        <p:grpSpPr>
          <a:xfrm>
            <a:off x="8161272" y="4288434"/>
            <a:ext cx="815234" cy="794299"/>
            <a:chOff x="7726816" y="3269363"/>
            <a:chExt cx="1349421" cy="1314768"/>
          </a:xfrm>
        </p:grpSpPr>
        <p:sp>
          <p:nvSpPr>
            <p:cNvPr id="94" name="四角形: 角を丸くする 93">
              <a:extLst>
                <a:ext uri="{FF2B5EF4-FFF2-40B4-BE49-F238E27FC236}">
                  <a16:creationId xmlns:a16="http://schemas.microsoft.com/office/drawing/2014/main" id="{40D5D617-8BA0-2EAF-82AF-EEFF37D7AC2C}"/>
                </a:ext>
              </a:extLst>
            </p:cNvPr>
            <p:cNvSpPr/>
            <p:nvPr/>
          </p:nvSpPr>
          <p:spPr>
            <a:xfrm>
              <a:off x="7726816" y="3269363"/>
              <a:ext cx="1349421" cy="1314768"/>
            </a:xfrm>
            <a:prstGeom prst="roundRect">
              <a:avLst>
                <a:gd name="adj" fmla="val 6896"/>
              </a:avLst>
            </a:prstGeom>
            <a:noFill/>
            <a:ln w="25400">
              <a:solidFill>
                <a:schemeClr val="tx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95" name="図 94">
              <a:extLst>
                <a:ext uri="{FF2B5EF4-FFF2-40B4-BE49-F238E27FC236}">
                  <a16:creationId xmlns:a16="http://schemas.microsoft.com/office/drawing/2014/main" id="{418ED5F3-7AAF-2958-1DB2-A43F20278951}"/>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7883385" y="3371861"/>
              <a:ext cx="1059999" cy="1125304"/>
            </a:xfrm>
            <a:prstGeom prst="rect">
              <a:avLst/>
            </a:prstGeom>
          </p:spPr>
        </p:pic>
      </p:grpSp>
      <p:grpSp>
        <p:nvGrpSpPr>
          <p:cNvPr id="96" name="グループ化 95">
            <a:extLst>
              <a:ext uri="{FF2B5EF4-FFF2-40B4-BE49-F238E27FC236}">
                <a16:creationId xmlns:a16="http://schemas.microsoft.com/office/drawing/2014/main" id="{D0DB57B0-B46F-28A4-9BCB-37CB4ED67749}"/>
              </a:ext>
            </a:extLst>
          </p:cNvPr>
          <p:cNvGrpSpPr/>
          <p:nvPr/>
        </p:nvGrpSpPr>
        <p:grpSpPr>
          <a:xfrm>
            <a:off x="9172028" y="4288434"/>
            <a:ext cx="815234" cy="794299"/>
            <a:chOff x="7726816" y="3269363"/>
            <a:chExt cx="1349421" cy="1314768"/>
          </a:xfrm>
        </p:grpSpPr>
        <p:sp>
          <p:nvSpPr>
            <p:cNvPr id="97" name="四角形: 角を丸くする 96">
              <a:extLst>
                <a:ext uri="{FF2B5EF4-FFF2-40B4-BE49-F238E27FC236}">
                  <a16:creationId xmlns:a16="http://schemas.microsoft.com/office/drawing/2014/main" id="{026F3DE8-88AF-951C-4568-64C71486B873}"/>
                </a:ext>
              </a:extLst>
            </p:cNvPr>
            <p:cNvSpPr/>
            <p:nvPr/>
          </p:nvSpPr>
          <p:spPr>
            <a:xfrm>
              <a:off x="7726816" y="3269363"/>
              <a:ext cx="1349421" cy="1314768"/>
            </a:xfrm>
            <a:prstGeom prst="roundRect">
              <a:avLst>
                <a:gd name="adj" fmla="val 6896"/>
              </a:avLst>
            </a:prstGeom>
            <a:noFill/>
            <a:ln w="25400">
              <a:solidFill>
                <a:schemeClr val="tx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98" name="図 97">
              <a:extLst>
                <a:ext uri="{FF2B5EF4-FFF2-40B4-BE49-F238E27FC236}">
                  <a16:creationId xmlns:a16="http://schemas.microsoft.com/office/drawing/2014/main" id="{3979FE68-3B3C-58D2-954B-EDAD5FA466C1}"/>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7883385" y="3371861"/>
              <a:ext cx="1059999" cy="1125304"/>
            </a:xfrm>
            <a:prstGeom prst="rect">
              <a:avLst/>
            </a:prstGeom>
          </p:spPr>
        </p:pic>
      </p:grpSp>
      <p:sp>
        <p:nvSpPr>
          <p:cNvPr id="131" name="四角形: 角を丸くする 130">
            <a:extLst>
              <a:ext uri="{FF2B5EF4-FFF2-40B4-BE49-F238E27FC236}">
                <a16:creationId xmlns:a16="http://schemas.microsoft.com/office/drawing/2014/main" id="{DEB31D6F-C458-1B13-895E-E7AA4FC7A89C}"/>
              </a:ext>
            </a:extLst>
          </p:cNvPr>
          <p:cNvSpPr/>
          <p:nvPr/>
        </p:nvSpPr>
        <p:spPr>
          <a:xfrm>
            <a:off x="7078828" y="1383963"/>
            <a:ext cx="3995040" cy="1619419"/>
          </a:xfrm>
          <a:prstGeom prst="roundRect">
            <a:avLst>
              <a:gd name="adj" fmla="val 4721"/>
            </a:avLst>
          </a:prstGeom>
          <a:solidFill>
            <a:schemeClr val="accent6">
              <a:lumMod val="60000"/>
              <a:lumOff val="4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132" name="グループ化 131">
            <a:extLst>
              <a:ext uri="{FF2B5EF4-FFF2-40B4-BE49-F238E27FC236}">
                <a16:creationId xmlns:a16="http://schemas.microsoft.com/office/drawing/2014/main" id="{BF77942D-5D33-6339-65C2-D2AEC4F495E6}"/>
              </a:ext>
            </a:extLst>
          </p:cNvPr>
          <p:cNvGrpSpPr/>
          <p:nvPr/>
        </p:nvGrpSpPr>
        <p:grpSpPr>
          <a:xfrm>
            <a:off x="9252688" y="2277737"/>
            <a:ext cx="1321756" cy="407528"/>
            <a:chOff x="9601908" y="2222597"/>
            <a:chExt cx="1321756" cy="407528"/>
          </a:xfrm>
        </p:grpSpPr>
        <p:sp>
          <p:nvSpPr>
            <p:cNvPr id="133" name="四角形: 角を丸くする 132">
              <a:extLst>
                <a:ext uri="{FF2B5EF4-FFF2-40B4-BE49-F238E27FC236}">
                  <a16:creationId xmlns:a16="http://schemas.microsoft.com/office/drawing/2014/main" id="{F4891D9A-7694-D7F0-ACA6-9544C0DEF44E}"/>
                </a:ext>
              </a:extLst>
            </p:cNvPr>
            <p:cNvSpPr/>
            <p:nvPr/>
          </p:nvSpPr>
          <p:spPr>
            <a:xfrm>
              <a:off x="9601908" y="2222597"/>
              <a:ext cx="1321756" cy="407528"/>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134" name="グループ化 133">
              <a:extLst>
                <a:ext uri="{FF2B5EF4-FFF2-40B4-BE49-F238E27FC236}">
                  <a16:creationId xmlns:a16="http://schemas.microsoft.com/office/drawing/2014/main" id="{F1E48455-5E38-025D-89A2-63144566D66B}"/>
                </a:ext>
              </a:extLst>
            </p:cNvPr>
            <p:cNvGrpSpPr/>
            <p:nvPr/>
          </p:nvGrpSpPr>
          <p:grpSpPr>
            <a:xfrm flipH="1">
              <a:off x="9680617" y="2257084"/>
              <a:ext cx="1093603" cy="338554"/>
              <a:chOff x="9754137" y="2257084"/>
              <a:chExt cx="1093603" cy="338554"/>
            </a:xfrm>
          </p:grpSpPr>
          <p:sp>
            <p:nvSpPr>
              <p:cNvPr id="135" name="二等辺三角形 134">
                <a:extLst>
                  <a:ext uri="{FF2B5EF4-FFF2-40B4-BE49-F238E27FC236}">
                    <a16:creationId xmlns:a16="http://schemas.microsoft.com/office/drawing/2014/main" id="{82885675-D334-7916-41E9-156C993CC2E2}"/>
                  </a:ext>
                </a:extLst>
              </p:cNvPr>
              <p:cNvSpPr/>
              <p:nvPr/>
            </p:nvSpPr>
            <p:spPr>
              <a:xfrm rot="16200000" flipH="1">
                <a:off x="9735761" y="2311513"/>
                <a:ext cx="266447" cy="229696"/>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36" name="テキスト ボックス 135">
                <a:extLst>
                  <a:ext uri="{FF2B5EF4-FFF2-40B4-BE49-F238E27FC236}">
                    <a16:creationId xmlns:a16="http://schemas.microsoft.com/office/drawing/2014/main" id="{E333A668-BA4D-1635-C649-9543B7DD0559}"/>
                  </a:ext>
                </a:extLst>
              </p:cNvPr>
              <p:cNvSpPr txBox="1"/>
              <p:nvPr/>
            </p:nvSpPr>
            <p:spPr>
              <a:xfrm>
                <a:off x="10047521" y="2257084"/>
                <a:ext cx="800219" cy="338554"/>
              </a:xfrm>
              <a:prstGeom prst="rect">
                <a:avLst/>
              </a:prstGeom>
              <a:noFill/>
            </p:spPr>
            <p:txBody>
              <a:bodyPr wrap="none" rtlCol="0">
                <a:spAutoFit/>
              </a:bodyPr>
              <a:lstStyle/>
              <a:p>
                <a:r>
                  <a:rPr kumimoji="1" lang="ja-JP" altLang="en-US" sz="16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詳細へ</a:t>
                </a:r>
                <a:endParaRPr kumimoji="1" lang="ja-JP" altLang="en-US" sz="1600"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grpSp>
        <p:nvGrpSpPr>
          <p:cNvPr id="137" name="グループ化 136">
            <a:extLst>
              <a:ext uri="{FF2B5EF4-FFF2-40B4-BE49-F238E27FC236}">
                <a16:creationId xmlns:a16="http://schemas.microsoft.com/office/drawing/2014/main" id="{1BD62F3F-7DE2-707E-134C-E1AB9AA1334C}"/>
              </a:ext>
            </a:extLst>
          </p:cNvPr>
          <p:cNvGrpSpPr/>
          <p:nvPr/>
        </p:nvGrpSpPr>
        <p:grpSpPr>
          <a:xfrm>
            <a:off x="9239081" y="1725997"/>
            <a:ext cx="1321756" cy="407528"/>
            <a:chOff x="9588301" y="2222597"/>
            <a:chExt cx="1321756" cy="407528"/>
          </a:xfrm>
        </p:grpSpPr>
        <p:sp>
          <p:nvSpPr>
            <p:cNvPr id="138" name="四角形: 角を丸くする 137">
              <a:extLst>
                <a:ext uri="{FF2B5EF4-FFF2-40B4-BE49-F238E27FC236}">
                  <a16:creationId xmlns:a16="http://schemas.microsoft.com/office/drawing/2014/main" id="{F098CAB6-1466-45A5-0D30-6BB9BAE65EF9}"/>
                </a:ext>
              </a:extLst>
            </p:cNvPr>
            <p:cNvSpPr/>
            <p:nvPr/>
          </p:nvSpPr>
          <p:spPr>
            <a:xfrm>
              <a:off x="9588301" y="2222597"/>
              <a:ext cx="1321756" cy="407528"/>
            </a:xfrm>
            <a:prstGeom prst="roundRect">
              <a:avLst>
                <a:gd name="adj" fmla="val 9765"/>
              </a:avLst>
            </a:prstGeom>
            <a:solidFill>
              <a:schemeClr val="tx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39" name="テキスト ボックス 138">
              <a:extLst>
                <a:ext uri="{FF2B5EF4-FFF2-40B4-BE49-F238E27FC236}">
                  <a16:creationId xmlns:a16="http://schemas.microsoft.com/office/drawing/2014/main" id="{20BE7EDB-92D6-87EB-6567-A2E9470D6528}"/>
                </a:ext>
              </a:extLst>
            </p:cNvPr>
            <p:cNvSpPr txBox="1"/>
            <p:nvPr/>
          </p:nvSpPr>
          <p:spPr>
            <a:xfrm flipH="1">
              <a:off x="9618237" y="2257084"/>
              <a:ext cx="1261884" cy="307777"/>
            </a:xfrm>
            <a:prstGeom prst="rect">
              <a:avLst/>
            </a:prstGeom>
            <a:noFill/>
          </p:spPr>
          <p:txBody>
            <a:bodyPr wrap="none" rtlCol="0">
              <a:spAutoFit/>
            </a:bodyPr>
            <a:lstStyle/>
            <a:p>
              <a:r>
                <a:rPr lang="ja-JP" altLang="en-US" sz="1400" u="sng">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キャラ名</a:t>
              </a:r>
              <a:r>
                <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専用</a:t>
              </a:r>
              <a:endPar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141" name="四角形: 角を丸くする 140">
            <a:extLst>
              <a:ext uri="{FF2B5EF4-FFF2-40B4-BE49-F238E27FC236}">
                <a16:creationId xmlns:a16="http://schemas.microsoft.com/office/drawing/2014/main" id="{C729E2CA-B29E-0349-CE04-A7687DACC724}"/>
              </a:ext>
            </a:extLst>
          </p:cNvPr>
          <p:cNvSpPr/>
          <p:nvPr/>
        </p:nvSpPr>
        <p:spPr>
          <a:xfrm>
            <a:off x="7744785" y="1971116"/>
            <a:ext cx="815234" cy="794299"/>
          </a:xfrm>
          <a:prstGeom prst="roundRect">
            <a:avLst>
              <a:gd name="adj" fmla="val 6896"/>
            </a:avLst>
          </a:prstGeom>
          <a:solidFill>
            <a:schemeClr val="bg1">
              <a:lumMod val="95000"/>
            </a:schemeClr>
          </a:solidFill>
          <a:ln w="25400">
            <a:solidFill>
              <a:schemeClr val="accent6">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43" name="テキスト ボックス 142">
            <a:extLst>
              <a:ext uri="{FF2B5EF4-FFF2-40B4-BE49-F238E27FC236}">
                <a16:creationId xmlns:a16="http://schemas.microsoft.com/office/drawing/2014/main" id="{30A44AB4-2CB8-7110-D2F0-82DCB97F0E7B}"/>
              </a:ext>
            </a:extLst>
          </p:cNvPr>
          <p:cNvSpPr txBox="1"/>
          <p:nvPr/>
        </p:nvSpPr>
        <p:spPr>
          <a:xfrm flipH="1">
            <a:off x="7598404" y="1558679"/>
            <a:ext cx="1107996" cy="369332"/>
          </a:xfrm>
          <a:prstGeom prst="rect">
            <a:avLst/>
          </a:prstGeom>
          <a:noFill/>
        </p:spPr>
        <p:txBody>
          <a:bodyPr wrap="none" rtlCol="0">
            <a:spAutoFit/>
          </a:bodyPr>
          <a:lstStyle/>
          <a:p>
            <a:r>
              <a:rPr kumimoji="1" lang="ja-JP" altLang="en-US">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武器種名</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pic>
        <p:nvPicPr>
          <p:cNvPr id="145" name="図 144">
            <a:extLst>
              <a:ext uri="{FF2B5EF4-FFF2-40B4-BE49-F238E27FC236}">
                <a16:creationId xmlns:a16="http://schemas.microsoft.com/office/drawing/2014/main" id="{60F95699-2D49-BD7F-61B5-9D1AD0F61715}"/>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7833627" y="2036718"/>
            <a:ext cx="640384" cy="679837"/>
          </a:xfrm>
          <a:prstGeom prst="rect">
            <a:avLst/>
          </a:prstGeom>
        </p:spPr>
      </p:pic>
      <p:grpSp>
        <p:nvGrpSpPr>
          <p:cNvPr id="4" name="グループ化 3">
            <a:extLst>
              <a:ext uri="{FF2B5EF4-FFF2-40B4-BE49-F238E27FC236}">
                <a16:creationId xmlns:a16="http://schemas.microsoft.com/office/drawing/2014/main" id="{9397CD87-B1E9-2907-ECEC-089AEC478AF2}"/>
              </a:ext>
            </a:extLst>
          </p:cNvPr>
          <p:cNvGrpSpPr/>
          <p:nvPr/>
        </p:nvGrpSpPr>
        <p:grpSpPr>
          <a:xfrm>
            <a:off x="6847854" y="5498744"/>
            <a:ext cx="4556517" cy="732910"/>
            <a:chOff x="6847854" y="5498744"/>
            <a:chExt cx="4556517" cy="732910"/>
          </a:xfrm>
        </p:grpSpPr>
        <p:sp>
          <p:nvSpPr>
            <p:cNvPr id="7" name="矢印: 五方向 6">
              <a:extLst>
                <a:ext uri="{FF2B5EF4-FFF2-40B4-BE49-F238E27FC236}">
                  <a16:creationId xmlns:a16="http://schemas.microsoft.com/office/drawing/2014/main" id="{A2E02EEF-AB27-023D-0BC9-F3A5054152E1}"/>
                </a:ext>
              </a:extLst>
            </p:cNvPr>
            <p:cNvSpPr/>
            <p:nvPr/>
          </p:nvSpPr>
          <p:spPr>
            <a:xfrm>
              <a:off x="9327302" y="5507053"/>
              <a:ext cx="2077069" cy="710476"/>
            </a:xfrm>
            <a:prstGeom prst="homePlate">
              <a:avLst/>
            </a:prstGeom>
            <a:solidFill>
              <a:srgbClr val="FF00FF">
                <a:alpha val="6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latin typeface="原稿用標準書体" panose="03000503000000000000" pitchFamily="66" charset="-128"/>
                <a:ea typeface="原稿用標準書体" panose="03000503000000000000" pitchFamily="66" charset="-128"/>
              </a:endParaRPr>
            </a:p>
          </p:txBody>
        </p:sp>
        <p:sp>
          <p:nvSpPr>
            <p:cNvPr id="8" name="矢印: 五方向 7">
              <a:extLst>
                <a:ext uri="{FF2B5EF4-FFF2-40B4-BE49-F238E27FC236}">
                  <a16:creationId xmlns:a16="http://schemas.microsoft.com/office/drawing/2014/main" id="{6922919D-2BCD-FF49-88F6-B07E90D00128}"/>
                </a:ext>
              </a:extLst>
            </p:cNvPr>
            <p:cNvSpPr/>
            <p:nvPr/>
          </p:nvSpPr>
          <p:spPr>
            <a:xfrm flipH="1">
              <a:off x="6847854" y="5507053"/>
              <a:ext cx="2077070" cy="710476"/>
            </a:xfrm>
            <a:prstGeom prst="homePlate">
              <a:avLst/>
            </a:prstGeom>
            <a:solidFill>
              <a:schemeClr val="tx1">
                <a:lumMod val="95000"/>
                <a:lumOff val="5000"/>
                <a:alpha val="6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latin typeface="原稿用標準書体" panose="03000503000000000000" pitchFamily="66" charset="-128"/>
                <a:ea typeface="原稿用標準書体" panose="03000503000000000000" pitchFamily="66" charset="-128"/>
              </a:endParaRPr>
            </a:p>
          </p:txBody>
        </p:sp>
        <p:grpSp>
          <p:nvGrpSpPr>
            <p:cNvPr id="10" name="グループ化 9">
              <a:extLst>
                <a:ext uri="{FF2B5EF4-FFF2-40B4-BE49-F238E27FC236}">
                  <a16:creationId xmlns:a16="http://schemas.microsoft.com/office/drawing/2014/main" id="{D271A99E-9BE2-6C22-7BA6-C10480BEFBC0}"/>
                </a:ext>
              </a:extLst>
            </p:cNvPr>
            <p:cNvGrpSpPr/>
            <p:nvPr/>
          </p:nvGrpSpPr>
          <p:grpSpPr>
            <a:xfrm>
              <a:off x="6901145" y="5498744"/>
              <a:ext cx="1645326" cy="732910"/>
              <a:chOff x="163586" y="134635"/>
              <a:chExt cx="3134182" cy="1396119"/>
            </a:xfrm>
          </p:grpSpPr>
          <p:sp>
            <p:nvSpPr>
              <p:cNvPr id="38" name="テキスト ボックス 37">
                <a:extLst>
                  <a:ext uri="{FF2B5EF4-FFF2-40B4-BE49-F238E27FC236}">
                    <a16:creationId xmlns:a16="http://schemas.microsoft.com/office/drawing/2014/main" id="{83C63360-D0BB-9F04-3929-3999FE4F5635}"/>
                  </a:ext>
                </a:extLst>
              </p:cNvPr>
              <p:cNvSpPr txBox="1"/>
              <p:nvPr/>
            </p:nvSpPr>
            <p:spPr>
              <a:xfrm>
                <a:off x="2066572" y="480925"/>
                <a:ext cx="1231196" cy="703540"/>
              </a:xfrm>
              <a:prstGeom prst="rect">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戻る</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40" name="グループ化 39">
                <a:extLst>
                  <a:ext uri="{FF2B5EF4-FFF2-40B4-BE49-F238E27FC236}">
                    <a16:creationId xmlns:a16="http://schemas.microsoft.com/office/drawing/2014/main" id="{E9D0D6F8-66D9-AE8F-E9C6-45328FA48139}"/>
                  </a:ext>
                </a:extLst>
              </p:cNvPr>
              <p:cNvGrpSpPr/>
              <p:nvPr/>
            </p:nvGrpSpPr>
            <p:grpSpPr>
              <a:xfrm>
                <a:off x="163586" y="134635"/>
                <a:ext cx="1975684" cy="1396119"/>
                <a:chOff x="163586" y="134635"/>
                <a:chExt cx="1975684" cy="1396119"/>
              </a:xfrm>
            </p:grpSpPr>
            <p:grpSp>
              <p:nvGrpSpPr>
                <p:cNvPr id="42" name="グループ化 41">
                  <a:extLst>
                    <a:ext uri="{FF2B5EF4-FFF2-40B4-BE49-F238E27FC236}">
                      <a16:creationId xmlns:a16="http://schemas.microsoft.com/office/drawing/2014/main" id="{018A46B1-4804-F7BE-717A-E99B3BB85AE4}"/>
                    </a:ext>
                  </a:extLst>
                </p:cNvPr>
                <p:cNvGrpSpPr/>
                <p:nvPr/>
              </p:nvGrpSpPr>
              <p:grpSpPr>
                <a:xfrm>
                  <a:off x="163586" y="134635"/>
                  <a:ext cx="1975684" cy="1396119"/>
                  <a:chOff x="163586" y="134635"/>
                  <a:chExt cx="1975684" cy="1396119"/>
                </a:xfrm>
              </p:grpSpPr>
              <p:pic>
                <p:nvPicPr>
                  <p:cNvPr id="51" name="図 50">
                    <a:extLst>
                      <a:ext uri="{FF2B5EF4-FFF2-40B4-BE49-F238E27FC236}">
                        <a16:creationId xmlns:a16="http://schemas.microsoft.com/office/drawing/2014/main" id="{8EE7F59F-31E0-2788-82E9-0565700BE32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59" name="楕円 58">
                    <a:extLst>
                      <a:ext uri="{FF2B5EF4-FFF2-40B4-BE49-F238E27FC236}">
                        <a16:creationId xmlns:a16="http://schemas.microsoft.com/office/drawing/2014/main" id="{BA041FBA-DD92-5A99-768A-79FC6DD966F9}"/>
                      </a:ext>
                    </a:extLst>
                  </p:cNvPr>
                  <p:cNvSpPr/>
                  <p:nvPr/>
                </p:nvSpPr>
                <p:spPr>
                  <a:xfrm>
                    <a:off x="836705" y="560292"/>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50" name="図 49">
                  <a:extLst>
                    <a:ext uri="{FF2B5EF4-FFF2-40B4-BE49-F238E27FC236}">
                      <a16:creationId xmlns:a16="http://schemas.microsoft.com/office/drawing/2014/main" id="{5B884E8F-9905-F47A-E1DE-59B64BC41165}"/>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sp>
          <p:nvSpPr>
            <p:cNvPr id="18" name="テキスト ボックス 17">
              <a:extLst>
                <a:ext uri="{FF2B5EF4-FFF2-40B4-BE49-F238E27FC236}">
                  <a16:creationId xmlns:a16="http://schemas.microsoft.com/office/drawing/2014/main" id="{A71C1975-6076-066D-B5EC-DAF56EC81115}"/>
                </a:ext>
              </a:extLst>
            </p:cNvPr>
            <p:cNvSpPr txBox="1"/>
            <p:nvPr/>
          </p:nvSpPr>
          <p:spPr>
            <a:xfrm>
              <a:off x="9503466" y="5680533"/>
              <a:ext cx="1338828" cy="369332"/>
            </a:xfrm>
            <a:prstGeom prst="rect">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ゲート進入</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24" name="二等辺三角形 23">
              <a:extLst>
                <a:ext uri="{FF2B5EF4-FFF2-40B4-BE49-F238E27FC236}">
                  <a16:creationId xmlns:a16="http://schemas.microsoft.com/office/drawing/2014/main" id="{8A822B48-2B85-CB92-59A9-14104929E20E}"/>
                </a:ext>
              </a:extLst>
            </p:cNvPr>
            <p:cNvSpPr/>
            <p:nvPr/>
          </p:nvSpPr>
          <p:spPr>
            <a:xfrm rot="5400000">
              <a:off x="10948049" y="5733145"/>
              <a:ext cx="299620" cy="258293"/>
            </a:xfrm>
            <a:prstGeom prst="triangl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Tree>
    <p:extLst>
      <p:ext uri="{BB962C8B-B14F-4D97-AF65-F5344CB8AC3E}">
        <p14:creationId xmlns:p14="http://schemas.microsoft.com/office/powerpoint/2010/main" val="1577944818"/>
      </p:ext>
    </p:extLst>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tx1">
                <a:lumMod val="85000"/>
                <a:lumOff val="15000"/>
              </a:schemeClr>
            </a:gs>
            <a:gs pos="23000">
              <a:schemeClr val="accent6">
                <a:lumMod val="89000"/>
              </a:schemeClr>
            </a:gs>
            <a:gs pos="69000">
              <a:schemeClr val="accent6">
                <a:lumMod val="75000"/>
              </a:schemeClr>
            </a:gs>
            <a:gs pos="97000">
              <a:schemeClr val="tx1">
                <a:lumMod val="85000"/>
                <a:lumOff val="15000"/>
              </a:schemeClr>
            </a:gs>
          </a:gsLst>
          <a:path path="circle">
            <a:fillToRect l="50000" t="50000" r="50000" b="50000"/>
          </a:path>
          <a:tileRect/>
        </a:gradFill>
        <a:effectLst/>
      </p:bgPr>
    </p:bg>
    <p:spTree>
      <p:nvGrpSpPr>
        <p:cNvPr id="1" name="">
          <a:extLst>
            <a:ext uri="{FF2B5EF4-FFF2-40B4-BE49-F238E27FC236}">
              <a16:creationId xmlns:a16="http://schemas.microsoft.com/office/drawing/2014/main" id="{9366F1CE-E6B8-7A5A-DE86-93742C7AE5B6}"/>
            </a:ext>
          </a:extLst>
        </p:cNvPr>
        <p:cNvGrpSpPr/>
        <p:nvPr/>
      </p:nvGrpSpPr>
      <p:grpSpPr>
        <a:xfrm>
          <a:off x="0" y="0"/>
          <a:ext cx="0" cy="0"/>
          <a:chOff x="0" y="0"/>
          <a:chExt cx="0" cy="0"/>
        </a:xfrm>
      </p:grpSpPr>
      <p:sp>
        <p:nvSpPr>
          <p:cNvPr id="6" name="四角形: 角を丸くする 5">
            <a:extLst>
              <a:ext uri="{FF2B5EF4-FFF2-40B4-BE49-F238E27FC236}">
                <a16:creationId xmlns:a16="http://schemas.microsoft.com/office/drawing/2014/main" id="{A0FFF7E1-1F48-5100-3A93-95A710730815}"/>
              </a:ext>
            </a:extLst>
          </p:cNvPr>
          <p:cNvSpPr/>
          <p:nvPr/>
        </p:nvSpPr>
        <p:spPr>
          <a:xfrm>
            <a:off x="6645728" y="445192"/>
            <a:ext cx="4960773" cy="5950564"/>
          </a:xfrm>
          <a:prstGeom prst="roundRect">
            <a:avLst>
              <a:gd name="adj" fmla="val 2570"/>
            </a:avLst>
          </a:prstGeom>
          <a:solidFill>
            <a:schemeClr val="tx1">
              <a:lumMod val="50000"/>
              <a:lumOff val="5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9" name="四角形: 角を丸くする 48">
            <a:extLst>
              <a:ext uri="{FF2B5EF4-FFF2-40B4-BE49-F238E27FC236}">
                <a16:creationId xmlns:a16="http://schemas.microsoft.com/office/drawing/2014/main" id="{E89DAD67-A36D-71CA-8965-D3C4907924A2}"/>
              </a:ext>
            </a:extLst>
          </p:cNvPr>
          <p:cNvSpPr/>
          <p:nvPr/>
        </p:nvSpPr>
        <p:spPr>
          <a:xfrm>
            <a:off x="8413385" y="619038"/>
            <a:ext cx="1422938" cy="1458109"/>
          </a:xfrm>
          <a:prstGeom prst="roundRect">
            <a:avLst>
              <a:gd name="adj" fmla="val 4721"/>
            </a:avLst>
          </a:prstGeom>
          <a:solidFill>
            <a:schemeClr val="bg1">
              <a:lumMod val="6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0" name="四角形: 角を丸くする 49">
            <a:extLst>
              <a:ext uri="{FF2B5EF4-FFF2-40B4-BE49-F238E27FC236}">
                <a16:creationId xmlns:a16="http://schemas.microsoft.com/office/drawing/2014/main" id="{31379B6F-898B-2F4A-FDD3-2634B0C92855}"/>
              </a:ext>
            </a:extLst>
          </p:cNvPr>
          <p:cNvSpPr/>
          <p:nvPr/>
        </p:nvSpPr>
        <p:spPr>
          <a:xfrm>
            <a:off x="10013585" y="619038"/>
            <a:ext cx="1422938" cy="1458109"/>
          </a:xfrm>
          <a:prstGeom prst="roundRect">
            <a:avLst>
              <a:gd name="adj" fmla="val 4721"/>
            </a:avLst>
          </a:prstGeom>
          <a:solidFill>
            <a:schemeClr val="bg1">
              <a:lumMod val="6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1" name="フリーフォーム: 図形 50">
            <a:extLst>
              <a:ext uri="{FF2B5EF4-FFF2-40B4-BE49-F238E27FC236}">
                <a16:creationId xmlns:a16="http://schemas.microsoft.com/office/drawing/2014/main" id="{170D4A9C-8EAC-0888-CD22-99447074B1C2}"/>
              </a:ext>
            </a:extLst>
          </p:cNvPr>
          <p:cNvSpPr/>
          <p:nvPr/>
        </p:nvSpPr>
        <p:spPr>
          <a:xfrm>
            <a:off x="6822990" y="619039"/>
            <a:ext cx="4606243" cy="4732652"/>
          </a:xfrm>
          <a:custGeom>
            <a:avLst/>
            <a:gdLst>
              <a:gd name="csX0" fmla="*/ 67177 w 4606243"/>
              <a:gd name="csY0" fmla="*/ 0 h 4873817"/>
              <a:gd name="csX1" fmla="*/ 1355761 w 4606243"/>
              <a:gd name="csY1" fmla="*/ 0 h 4873817"/>
              <a:gd name="csX2" fmla="*/ 1422938 w 4606243"/>
              <a:gd name="csY2" fmla="*/ 67177 h 4873817"/>
              <a:gd name="csX3" fmla="*/ 1422938 w 4606243"/>
              <a:gd name="csY3" fmla="*/ 556787 h 4873817"/>
              <a:gd name="csX4" fmla="*/ 4402436 w 4606243"/>
              <a:gd name="csY4" fmla="*/ 556787 h 4873817"/>
              <a:gd name="csX5" fmla="*/ 4606243 w 4606243"/>
              <a:gd name="csY5" fmla="*/ 760594 h 4873817"/>
              <a:gd name="csX6" fmla="*/ 4606243 w 4606243"/>
              <a:gd name="csY6" fmla="*/ 4670010 h 4873817"/>
              <a:gd name="csX7" fmla="*/ 4402436 w 4606243"/>
              <a:gd name="csY7" fmla="*/ 4873817 h 4873817"/>
              <a:gd name="csX8" fmla="*/ 203807 w 4606243"/>
              <a:gd name="csY8" fmla="*/ 4873817 h 4873817"/>
              <a:gd name="csX9" fmla="*/ 0 w 4606243"/>
              <a:gd name="csY9" fmla="*/ 4670010 h 4873817"/>
              <a:gd name="csX10" fmla="*/ 0 w 4606243"/>
              <a:gd name="csY10" fmla="*/ 1390932 h 4873817"/>
              <a:gd name="csX11" fmla="*/ 0 w 4606243"/>
              <a:gd name="csY11" fmla="*/ 760594 h 4873817"/>
              <a:gd name="csX12" fmla="*/ 0 w 4606243"/>
              <a:gd name="csY12" fmla="*/ 67177 h 4873817"/>
              <a:gd name="csX13" fmla="*/ 67177 w 4606243"/>
              <a:gd name="csY13" fmla="*/ 0 h 4873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4606243" h="4873817">
                <a:moveTo>
                  <a:pt x="67177" y="0"/>
                </a:moveTo>
                <a:lnTo>
                  <a:pt x="1355761" y="0"/>
                </a:lnTo>
                <a:cubicBezTo>
                  <a:pt x="1392862" y="0"/>
                  <a:pt x="1422938" y="30076"/>
                  <a:pt x="1422938" y="67177"/>
                </a:cubicBezTo>
                <a:lnTo>
                  <a:pt x="1422938" y="556787"/>
                </a:lnTo>
                <a:lnTo>
                  <a:pt x="4402436" y="556787"/>
                </a:lnTo>
                <a:cubicBezTo>
                  <a:pt x="4514995" y="556787"/>
                  <a:pt x="4606243" y="648035"/>
                  <a:pt x="4606243" y="760594"/>
                </a:cubicBezTo>
                <a:lnTo>
                  <a:pt x="4606243" y="4670010"/>
                </a:lnTo>
                <a:cubicBezTo>
                  <a:pt x="4606243" y="4782569"/>
                  <a:pt x="4514995" y="4873817"/>
                  <a:pt x="4402436" y="4873817"/>
                </a:cubicBezTo>
                <a:lnTo>
                  <a:pt x="203807" y="4873817"/>
                </a:lnTo>
                <a:cubicBezTo>
                  <a:pt x="91248" y="4873817"/>
                  <a:pt x="0" y="4782569"/>
                  <a:pt x="0" y="4670010"/>
                </a:cubicBezTo>
                <a:lnTo>
                  <a:pt x="0" y="1390932"/>
                </a:lnTo>
                <a:lnTo>
                  <a:pt x="0" y="760594"/>
                </a:lnTo>
                <a:lnTo>
                  <a:pt x="0" y="67177"/>
                </a:lnTo>
                <a:cubicBezTo>
                  <a:pt x="0" y="30076"/>
                  <a:pt x="30076" y="0"/>
                  <a:pt x="67177" y="0"/>
                </a:cubicBezTo>
                <a:close/>
              </a:path>
            </a:pathLst>
          </a:custGeom>
          <a:solidFill>
            <a:schemeClr val="bg1">
              <a:lumMod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 name="四角形: 角を丸くする 8">
            <a:extLst>
              <a:ext uri="{FF2B5EF4-FFF2-40B4-BE49-F238E27FC236}">
                <a16:creationId xmlns:a16="http://schemas.microsoft.com/office/drawing/2014/main" id="{BB5DC042-1E2C-99D8-E68F-E0C7D553B16F}"/>
              </a:ext>
            </a:extLst>
          </p:cNvPr>
          <p:cNvSpPr/>
          <p:nvPr/>
        </p:nvSpPr>
        <p:spPr>
          <a:xfrm>
            <a:off x="585498" y="445192"/>
            <a:ext cx="5710332" cy="5967615"/>
          </a:xfrm>
          <a:prstGeom prst="roundRect">
            <a:avLst>
              <a:gd name="adj" fmla="val 2174"/>
            </a:avLst>
          </a:prstGeom>
          <a:solidFill>
            <a:schemeClr val="accent6">
              <a:lumMod val="40000"/>
              <a:lumOff val="6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 name="テキスト ボックス 4">
            <a:extLst>
              <a:ext uri="{FF2B5EF4-FFF2-40B4-BE49-F238E27FC236}">
                <a16:creationId xmlns:a16="http://schemas.microsoft.com/office/drawing/2014/main" id="{09E89A0B-42D6-515E-8B7E-C7B41C63CEB9}"/>
              </a:ext>
            </a:extLst>
          </p:cNvPr>
          <p:cNvSpPr txBox="1"/>
          <p:nvPr/>
        </p:nvSpPr>
        <p:spPr>
          <a:xfrm>
            <a:off x="820249" y="529494"/>
            <a:ext cx="4685898" cy="646331"/>
          </a:xfrm>
          <a:prstGeom prst="rect">
            <a:avLst/>
          </a:prstGeom>
          <a:noFill/>
        </p:spPr>
        <p:txBody>
          <a:bodyPr wrap="none" rtlCol="0">
            <a:spAutoFit/>
          </a:bodyPr>
          <a:lstStyle/>
          <a:p>
            <a:r>
              <a:rPr lang="ja-JP" altLang="en-US" sz="3600" dirty="0">
                <a:solidFill>
                  <a:schemeClr val="tx1">
                    <a:lumMod val="75000"/>
                    <a:lumOff val="25000"/>
                  </a:schemeClr>
                </a:solidFill>
                <a:latin typeface="原稿用標準書体" panose="03000503000000000000" pitchFamily="66" charset="-128"/>
                <a:ea typeface="原稿用標準書体" panose="03000503000000000000" pitchFamily="66" charset="-128"/>
              </a:rPr>
              <a:t>前衛</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ATK+20%</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、注目度</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+4</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、回避率</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-20%</a:t>
            </a:r>
            <a:endParaRPr kumimoji="1" lang="ja-JP" altLang="en-US" sz="3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16" name="グループ化 15">
            <a:extLst>
              <a:ext uri="{FF2B5EF4-FFF2-40B4-BE49-F238E27FC236}">
                <a16:creationId xmlns:a16="http://schemas.microsoft.com/office/drawing/2014/main" id="{FAA2DD35-EABC-0951-87A1-5C0FF975C297}"/>
              </a:ext>
            </a:extLst>
          </p:cNvPr>
          <p:cNvGrpSpPr/>
          <p:nvPr/>
        </p:nvGrpSpPr>
        <p:grpSpPr>
          <a:xfrm>
            <a:off x="789688" y="1318039"/>
            <a:ext cx="5301952" cy="1230022"/>
            <a:chOff x="922576" y="2450171"/>
            <a:chExt cx="5301952" cy="1309138"/>
          </a:xfrm>
          <a:solidFill>
            <a:schemeClr val="tx1">
              <a:lumMod val="75000"/>
              <a:lumOff val="25000"/>
              <a:alpha val="85000"/>
            </a:schemeClr>
          </a:solidFill>
        </p:grpSpPr>
        <p:sp>
          <p:nvSpPr>
            <p:cNvPr id="12" name="四角形: 角を丸くする 11">
              <a:extLst>
                <a:ext uri="{FF2B5EF4-FFF2-40B4-BE49-F238E27FC236}">
                  <a16:creationId xmlns:a16="http://schemas.microsoft.com/office/drawing/2014/main" id="{0F6E155A-30CC-D787-2B6B-EC16F2BC885C}"/>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3" name="四角形: 角を丸くする 12">
              <a:extLst>
                <a:ext uri="{FF2B5EF4-FFF2-40B4-BE49-F238E27FC236}">
                  <a16:creationId xmlns:a16="http://schemas.microsoft.com/office/drawing/2014/main" id="{840EE728-4C47-F864-9BE3-F602256030AB}"/>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4" name="四角形: 角を丸くする 13">
              <a:extLst>
                <a:ext uri="{FF2B5EF4-FFF2-40B4-BE49-F238E27FC236}">
                  <a16:creationId xmlns:a16="http://schemas.microsoft.com/office/drawing/2014/main" id="{0F855BC3-822E-948B-0C8A-1410012D1E75}"/>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5" name="四角形: 角を丸くする 14">
              <a:extLst>
                <a:ext uri="{FF2B5EF4-FFF2-40B4-BE49-F238E27FC236}">
                  <a16:creationId xmlns:a16="http://schemas.microsoft.com/office/drawing/2014/main" id="{DA676FAB-B487-D593-61D2-FBB71836B9F0}"/>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11" name="テキスト ボックス 10">
            <a:extLst>
              <a:ext uri="{FF2B5EF4-FFF2-40B4-BE49-F238E27FC236}">
                <a16:creationId xmlns:a16="http://schemas.microsoft.com/office/drawing/2014/main" id="{666BE9E3-B128-CD83-E842-6AE89288D979}"/>
              </a:ext>
            </a:extLst>
          </p:cNvPr>
          <p:cNvSpPr txBox="1"/>
          <p:nvPr/>
        </p:nvSpPr>
        <p:spPr>
          <a:xfrm>
            <a:off x="820249" y="3523725"/>
            <a:ext cx="4685898" cy="646331"/>
          </a:xfrm>
          <a:prstGeom prst="rect">
            <a:avLst/>
          </a:prstGeom>
          <a:noFill/>
        </p:spPr>
        <p:txBody>
          <a:bodyPr wrap="none" rtlCol="0">
            <a:spAutoFit/>
          </a:bodyPr>
          <a:lstStyle/>
          <a:p>
            <a:r>
              <a:rPr lang="ja-JP" altLang="en-US" sz="3600" dirty="0">
                <a:solidFill>
                  <a:schemeClr val="bg1">
                    <a:lumMod val="95000"/>
                  </a:schemeClr>
                </a:solidFill>
                <a:latin typeface="原稿用標準書体" panose="03000503000000000000" pitchFamily="66" charset="-128"/>
                <a:ea typeface="原稿用標準書体" panose="03000503000000000000" pitchFamily="66" charset="-128"/>
              </a:rPr>
              <a:t>後衛</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：回避率</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+20%</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、注目度</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+1</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ATK-20%</a:t>
            </a:r>
            <a:endParaRPr kumimoji="1" lang="ja-JP" altLang="en-US" sz="36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19" name="グループ化 18">
            <a:extLst>
              <a:ext uri="{FF2B5EF4-FFF2-40B4-BE49-F238E27FC236}">
                <a16:creationId xmlns:a16="http://schemas.microsoft.com/office/drawing/2014/main" id="{6FD0A1F2-E0E5-636F-F827-8B5F3DAC1E66}"/>
              </a:ext>
            </a:extLst>
          </p:cNvPr>
          <p:cNvGrpSpPr/>
          <p:nvPr/>
        </p:nvGrpSpPr>
        <p:grpSpPr>
          <a:xfrm>
            <a:off x="789688" y="4320508"/>
            <a:ext cx="5301952" cy="1230022"/>
            <a:chOff x="922576" y="2450171"/>
            <a:chExt cx="5301952" cy="1309138"/>
          </a:xfrm>
          <a:solidFill>
            <a:schemeClr val="bg1">
              <a:lumMod val="85000"/>
              <a:alpha val="85000"/>
            </a:schemeClr>
          </a:solidFill>
        </p:grpSpPr>
        <p:sp>
          <p:nvSpPr>
            <p:cNvPr id="20" name="四角形: 角を丸くする 19">
              <a:extLst>
                <a:ext uri="{FF2B5EF4-FFF2-40B4-BE49-F238E27FC236}">
                  <a16:creationId xmlns:a16="http://schemas.microsoft.com/office/drawing/2014/main" id="{949C1B36-AEC1-164D-1551-A8872B437515}"/>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1" name="四角形: 角を丸くする 20">
              <a:extLst>
                <a:ext uri="{FF2B5EF4-FFF2-40B4-BE49-F238E27FC236}">
                  <a16:creationId xmlns:a16="http://schemas.microsoft.com/office/drawing/2014/main" id="{27DF245F-5D3A-DF03-2A30-4874BD282E69}"/>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2" name="四角形: 角を丸くする 21">
              <a:extLst>
                <a:ext uri="{FF2B5EF4-FFF2-40B4-BE49-F238E27FC236}">
                  <a16:creationId xmlns:a16="http://schemas.microsoft.com/office/drawing/2014/main" id="{F9BEEB9E-E707-9394-07B3-1A6B93B2EF74}"/>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3" name="四角形: 角を丸くする 22">
              <a:extLst>
                <a:ext uri="{FF2B5EF4-FFF2-40B4-BE49-F238E27FC236}">
                  <a16:creationId xmlns:a16="http://schemas.microsoft.com/office/drawing/2014/main" id="{391691A9-68E8-D71E-5B19-7BF6811D1298}"/>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cxnSp>
        <p:nvCxnSpPr>
          <p:cNvPr id="25" name="直線コネクタ 24">
            <a:extLst>
              <a:ext uri="{FF2B5EF4-FFF2-40B4-BE49-F238E27FC236}">
                <a16:creationId xmlns:a16="http://schemas.microsoft.com/office/drawing/2014/main" id="{42ECC697-530A-93ED-22C4-0A7CC668337A}"/>
              </a:ext>
            </a:extLst>
          </p:cNvPr>
          <p:cNvCxnSpPr>
            <a:cxnSpLocks/>
          </p:cNvCxnSpPr>
          <p:nvPr/>
        </p:nvCxnSpPr>
        <p:spPr>
          <a:xfrm>
            <a:off x="759127" y="3428999"/>
            <a:ext cx="5363074" cy="0"/>
          </a:xfrm>
          <a:prstGeom prst="line">
            <a:avLst/>
          </a:prstGeom>
          <a:ln w="12700">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grpSp>
        <p:nvGrpSpPr>
          <p:cNvPr id="28" name="グループ化 27">
            <a:extLst>
              <a:ext uri="{FF2B5EF4-FFF2-40B4-BE49-F238E27FC236}">
                <a16:creationId xmlns:a16="http://schemas.microsoft.com/office/drawing/2014/main" id="{202A1C8A-A029-CFE2-2431-819BB874065F}"/>
              </a:ext>
            </a:extLst>
          </p:cNvPr>
          <p:cNvGrpSpPr/>
          <p:nvPr/>
        </p:nvGrpSpPr>
        <p:grpSpPr>
          <a:xfrm>
            <a:off x="787120" y="2633455"/>
            <a:ext cx="5301952" cy="635908"/>
            <a:chOff x="922576" y="2450171"/>
            <a:chExt cx="5301952" cy="1309138"/>
          </a:xfrm>
          <a:solidFill>
            <a:schemeClr val="tx1">
              <a:lumMod val="75000"/>
              <a:lumOff val="25000"/>
              <a:alpha val="85000"/>
            </a:schemeClr>
          </a:solidFill>
        </p:grpSpPr>
        <p:sp>
          <p:nvSpPr>
            <p:cNvPr id="29" name="四角形: 角を丸くする 28">
              <a:extLst>
                <a:ext uri="{FF2B5EF4-FFF2-40B4-BE49-F238E27FC236}">
                  <a16:creationId xmlns:a16="http://schemas.microsoft.com/office/drawing/2014/main" id="{A4FADBF8-7B11-AF3D-AD3F-A7E8BE03EEC1}"/>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0" name="四角形: 角を丸くする 29">
              <a:extLst>
                <a:ext uri="{FF2B5EF4-FFF2-40B4-BE49-F238E27FC236}">
                  <a16:creationId xmlns:a16="http://schemas.microsoft.com/office/drawing/2014/main" id="{C6625519-BFEF-1B62-48D8-9B8BF1F665D5}"/>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1" name="四角形: 角を丸くする 30">
              <a:extLst>
                <a:ext uri="{FF2B5EF4-FFF2-40B4-BE49-F238E27FC236}">
                  <a16:creationId xmlns:a16="http://schemas.microsoft.com/office/drawing/2014/main" id="{D59829C9-6EA0-6316-C451-5D330590B6CA}"/>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2" name="四角形: 角を丸くする 31">
              <a:extLst>
                <a:ext uri="{FF2B5EF4-FFF2-40B4-BE49-F238E27FC236}">
                  <a16:creationId xmlns:a16="http://schemas.microsoft.com/office/drawing/2014/main" id="{EE15DCFC-BD6F-D559-3078-EC4A50A74066}"/>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33" name="グループ化 32">
            <a:extLst>
              <a:ext uri="{FF2B5EF4-FFF2-40B4-BE49-F238E27FC236}">
                <a16:creationId xmlns:a16="http://schemas.microsoft.com/office/drawing/2014/main" id="{7A85D4DF-E648-CF9D-4375-6CB381F68B76}"/>
              </a:ext>
            </a:extLst>
          </p:cNvPr>
          <p:cNvGrpSpPr/>
          <p:nvPr/>
        </p:nvGrpSpPr>
        <p:grpSpPr>
          <a:xfrm>
            <a:off x="787120" y="5645255"/>
            <a:ext cx="5301952" cy="635908"/>
            <a:chOff x="922576" y="2450171"/>
            <a:chExt cx="5301952" cy="1309138"/>
          </a:xfrm>
          <a:solidFill>
            <a:schemeClr val="bg1">
              <a:lumMod val="85000"/>
              <a:alpha val="85000"/>
            </a:schemeClr>
          </a:solidFill>
        </p:grpSpPr>
        <p:sp>
          <p:nvSpPr>
            <p:cNvPr id="34" name="四角形: 角を丸くする 33">
              <a:extLst>
                <a:ext uri="{FF2B5EF4-FFF2-40B4-BE49-F238E27FC236}">
                  <a16:creationId xmlns:a16="http://schemas.microsoft.com/office/drawing/2014/main" id="{7D68976A-E08E-C9C5-7C7E-83092DDE5E4E}"/>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5" name="四角形: 角を丸くする 34">
              <a:extLst>
                <a:ext uri="{FF2B5EF4-FFF2-40B4-BE49-F238E27FC236}">
                  <a16:creationId xmlns:a16="http://schemas.microsoft.com/office/drawing/2014/main" id="{535B95A5-A485-69F2-D808-181AED2BE795}"/>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6" name="四角形: 角を丸くする 35">
              <a:extLst>
                <a:ext uri="{FF2B5EF4-FFF2-40B4-BE49-F238E27FC236}">
                  <a16:creationId xmlns:a16="http://schemas.microsoft.com/office/drawing/2014/main" id="{619CBE2C-475D-0D90-520D-1501D4121F79}"/>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7" name="四角形: 角を丸くする 36">
              <a:extLst>
                <a:ext uri="{FF2B5EF4-FFF2-40B4-BE49-F238E27FC236}">
                  <a16:creationId xmlns:a16="http://schemas.microsoft.com/office/drawing/2014/main" id="{AFDE09B0-7401-734C-E1BE-A963D582BAD1}"/>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2" name="テキスト ボックス 1">
            <a:extLst>
              <a:ext uri="{FF2B5EF4-FFF2-40B4-BE49-F238E27FC236}">
                <a16:creationId xmlns:a16="http://schemas.microsoft.com/office/drawing/2014/main" id="{29AEB8D0-79B2-2300-1200-CE10EB71C255}"/>
              </a:ext>
            </a:extLst>
          </p:cNvPr>
          <p:cNvSpPr txBox="1"/>
          <p:nvPr/>
        </p:nvSpPr>
        <p:spPr>
          <a:xfrm>
            <a:off x="7046965" y="688737"/>
            <a:ext cx="954108"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ゲート</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43" name="テキスト ボックス 42">
            <a:extLst>
              <a:ext uri="{FF2B5EF4-FFF2-40B4-BE49-F238E27FC236}">
                <a16:creationId xmlns:a16="http://schemas.microsoft.com/office/drawing/2014/main" id="{C6B34A4F-7E04-002F-C7EB-CAAEE51F47DE}"/>
              </a:ext>
            </a:extLst>
          </p:cNvPr>
          <p:cNvSpPr txBox="1"/>
          <p:nvPr/>
        </p:nvSpPr>
        <p:spPr>
          <a:xfrm>
            <a:off x="8647800" y="688737"/>
            <a:ext cx="954108"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44" name="テキスト ボックス 43">
            <a:extLst>
              <a:ext uri="{FF2B5EF4-FFF2-40B4-BE49-F238E27FC236}">
                <a16:creationId xmlns:a16="http://schemas.microsoft.com/office/drawing/2014/main" id="{7FCD3853-9934-4A60-C010-BF492043B943}"/>
              </a:ext>
            </a:extLst>
          </p:cNvPr>
          <p:cNvSpPr txBox="1"/>
          <p:nvPr/>
        </p:nvSpPr>
        <p:spPr>
          <a:xfrm>
            <a:off x="10376241" y="688737"/>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60" name="グループ化 59">
            <a:extLst>
              <a:ext uri="{FF2B5EF4-FFF2-40B4-BE49-F238E27FC236}">
                <a16:creationId xmlns:a16="http://schemas.microsoft.com/office/drawing/2014/main" id="{8B36C93C-EB7B-0ECC-864A-0E4EC65665A0}"/>
              </a:ext>
            </a:extLst>
          </p:cNvPr>
          <p:cNvGrpSpPr/>
          <p:nvPr/>
        </p:nvGrpSpPr>
        <p:grpSpPr>
          <a:xfrm>
            <a:off x="1063119" y="2758022"/>
            <a:ext cx="4765774" cy="400110"/>
            <a:chOff x="1168089" y="2766548"/>
            <a:chExt cx="4765774" cy="400110"/>
          </a:xfrm>
        </p:grpSpPr>
        <p:sp>
          <p:nvSpPr>
            <p:cNvPr id="52" name="テキスト ボックス 51">
              <a:extLst>
                <a:ext uri="{FF2B5EF4-FFF2-40B4-BE49-F238E27FC236}">
                  <a16:creationId xmlns:a16="http://schemas.microsoft.com/office/drawing/2014/main" id="{DCDF951A-C1EA-7453-7455-897440946B9C}"/>
                </a:ext>
              </a:extLst>
            </p:cNvPr>
            <p:cNvSpPr txBox="1"/>
            <p:nvPr/>
          </p:nvSpPr>
          <p:spPr>
            <a:xfrm>
              <a:off x="1168089"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3" name="テキスト ボックス 52">
              <a:extLst>
                <a:ext uri="{FF2B5EF4-FFF2-40B4-BE49-F238E27FC236}">
                  <a16:creationId xmlns:a16="http://schemas.microsoft.com/office/drawing/2014/main" id="{12A6ECF1-51A1-E8FF-0747-6FB97AFEB648}"/>
                </a:ext>
              </a:extLst>
            </p:cNvPr>
            <p:cNvSpPr txBox="1"/>
            <p:nvPr/>
          </p:nvSpPr>
          <p:spPr>
            <a:xfrm>
              <a:off x="2524138"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4" name="テキスト ボックス 53">
              <a:extLst>
                <a:ext uri="{FF2B5EF4-FFF2-40B4-BE49-F238E27FC236}">
                  <a16:creationId xmlns:a16="http://schemas.microsoft.com/office/drawing/2014/main" id="{0D179F44-51AA-A78F-86B3-7C285371DCE7}"/>
                </a:ext>
              </a:extLst>
            </p:cNvPr>
            <p:cNvSpPr txBox="1"/>
            <p:nvPr/>
          </p:nvSpPr>
          <p:spPr>
            <a:xfrm>
              <a:off x="3880187"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5" name="テキスト ボックス 54">
              <a:extLst>
                <a:ext uri="{FF2B5EF4-FFF2-40B4-BE49-F238E27FC236}">
                  <a16:creationId xmlns:a16="http://schemas.microsoft.com/office/drawing/2014/main" id="{29B93DC1-BC83-BFA4-5F10-ED84960A51EE}"/>
                </a:ext>
              </a:extLst>
            </p:cNvPr>
            <p:cNvSpPr txBox="1"/>
            <p:nvPr/>
          </p:nvSpPr>
          <p:spPr>
            <a:xfrm>
              <a:off x="5236236"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sp>
        <p:nvSpPr>
          <p:cNvPr id="56" name="テキスト ボックス 55">
            <a:extLst>
              <a:ext uri="{FF2B5EF4-FFF2-40B4-BE49-F238E27FC236}">
                <a16:creationId xmlns:a16="http://schemas.microsoft.com/office/drawing/2014/main" id="{13EDB025-AC10-9D49-5FCC-21C74C025BF7}"/>
              </a:ext>
            </a:extLst>
          </p:cNvPr>
          <p:cNvSpPr txBox="1"/>
          <p:nvPr/>
        </p:nvSpPr>
        <p:spPr>
          <a:xfrm>
            <a:off x="1063119"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57" name="テキスト ボックス 56">
            <a:extLst>
              <a:ext uri="{FF2B5EF4-FFF2-40B4-BE49-F238E27FC236}">
                <a16:creationId xmlns:a16="http://schemas.microsoft.com/office/drawing/2014/main" id="{BF53EE79-22F4-3C0F-B62B-EA6170D436F7}"/>
              </a:ext>
            </a:extLst>
          </p:cNvPr>
          <p:cNvSpPr txBox="1"/>
          <p:nvPr/>
        </p:nvSpPr>
        <p:spPr>
          <a:xfrm>
            <a:off x="2419168"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58" name="テキスト ボックス 57">
            <a:extLst>
              <a:ext uri="{FF2B5EF4-FFF2-40B4-BE49-F238E27FC236}">
                <a16:creationId xmlns:a16="http://schemas.microsoft.com/office/drawing/2014/main" id="{D4CC6A04-8527-C06A-8F1F-F59F06DD70B4}"/>
              </a:ext>
            </a:extLst>
          </p:cNvPr>
          <p:cNvSpPr txBox="1"/>
          <p:nvPr/>
        </p:nvSpPr>
        <p:spPr>
          <a:xfrm>
            <a:off x="3775217"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61" name="グループ化 60">
            <a:extLst>
              <a:ext uri="{FF2B5EF4-FFF2-40B4-BE49-F238E27FC236}">
                <a16:creationId xmlns:a16="http://schemas.microsoft.com/office/drawing/2014/main" id="{E7052DAD-CD67-E9AF-7D5F-4A63381F0026}"/>
              </a:ext>
            </a:extLst>
          </p:cNvPr>
          <p:cNvGrpSpPr/>
          <p:nvPr/>
        </p:nvGrpSpPr>
        <p:grpSpPr>
          <a:xfrm>
            <a:off x="929537" y="1713369"/>
            <a:ext cx="5022254" cy="400110"/>
            <a:chOff x="1039849" y="2766548"/>
            <a:chExt cx="5022254" cy="400110"/>
          </a:xfrm>
        </p:grpSpPr>
        <p:sp>
          <p:nvSpPr>
            <p:cNvPr id="62" name="テキスト ボックス 61">
              <a:extLst>
                <a:ext uri="{FF2B5EF4-FFF2-40B4-BE49-F238E27FC236}">
                  <a16:creationId xmlns:a16="http://schemas.microsoft.com/office/drawing/2014/main" id="{9B07029B-882B-A6C8-96FA-AA3B913501FB}"/>
                </a:ext>
              </a:extLst>
            </p:cNvPr>
            <p:cNvSpPr txBox="1"/>
            <p:nvPr/>
          </p:nvSpPr>
          <p:spPr>
            <a:xfrm>
              <a:off x="1039849"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63" name="テキスト ボックス 62">
              <a:extLst>
                <a:ext uri="{FF2B5EF4-FFF2-40B4-BE49-F238E27FC236}">
                  <a16:creationId xmlns:a16="http://schemas.microsoft.com/office/drawing/2014/main" id="{C91F921F-05C8-C42F-2D63-0BEFED691021}"/>
                </a:ext>
              </a:extLst>
            </p:cNvPr>
            <p:cNvSpPr txBox="1"/>
            <p:nvPr/>
          </p:nvSpPr>
          <p:spPr>
            <a:xfrm>
              <a:off x="2395898"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sp>
          <p:nvSpPr>
            <p:cNvPr id="64" name="テキスト ボックス 63">
              <a:extLst>
                <a:ext uri="{FF2B5EF4-FFF2-40B4-BE49-F238E27FC236}">
                  <a16:creationId xmlns:a16="http://schemas.microsoft.com/office/drawing/2014/main" id="{A2953D02-74C8-5169-AD16-D4133D32D72A}"/>
                </a:ext>
              </a:extLst>
            </p:cNvPr>
            <p:cNvSpPr txBox="1"/>
            <p:nvPr/>
          </p:nvSpPr>
          <p:spPr>
            <a:xfrm>
              <a:off x="3751947"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sp>
          <p:nvSpPr>
            <p:cNvPr id="65" name="テキスト ボックス 64">
              <a:extLst>
                <a:ext uri="{FF2B5EF4-FFF2-40B4-BE49-F238E27FC236}">
                  <a16:creationId xmlns:a16="http://schemas.microsoft.com/office/drawing/2014/main" id="{61C0D966-6EC3-57B2-08C0-54D631FE55B2}"/>
                </a:ext>
              </a:extLst>
            </p:cNvPr>
            <p:cNvSpPr txBox="1"/>
            <p:nvPr/>
          </p:nvSpPr>
          <p:spPr>
            <a:xfrm>
              <a:off x="5107996"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nvGrpSpPr>
          <p:cNvPr id="66" name="グループ化 65">
            <a:extLst>
              <a:ext uri="{FF2B5EF4-FFF2-40B4-BE49-F238E27FC236}">
                <a16:creationId xmlns:a16="http://schemas.microsoft.com/office/drawing/2014/main" id="{3AFBA3B4-365A-1832-9ABB-1813886EEDE5}"/>
              </a:ext>
            </a:extLst>
          </p:cNvPr>
          <p:cNvGrpSpPr/>
          <p:nvPr/>
        </p:nvGrpSpPr>
        <p:grpSpPr>
          <a:xfrm>
            <a:off x="895727" y="4764316"/>
            <a:ext cx="4637566" cy="400110"/>
            <a:chOff x="1039849" y="2766548"/>
            <a:chExt cx="4637566" cy="400110"/>
          </a:xfrm>
        </p:grpSpPr>
        <p:sp>
          <p:nvSpPr>
            <p:cNvPr id="67" name="テキスト ボックス 66">
              <a:extLst>
                <a:ext uri="{FF2B5EF4-FFF2-40B4-BE49-F238E27FC236}">
                  <a16:creationId xmlns:a16="http://schemas.microsoft.com/office/drawing/2014/main" id="{F0FB6FF2-D04B-0F8B-D390-81AA78AF2E0A}"/>
                </a:ext>
              </a:extLst>
            </p:cNvPr>
            <p:cNvSpPr txBox="1"/>
            <p:nvPr/>
          </p:nvSpPr>
          <p:spPr>
            <a:xfrm>
              <a:off x="1039849" y="2766548"/>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68" name="テキスト ボックス 67">
              <a:extLst>
                <a:ext uri="{FF2B5EF4-FFF2-40B4-BE49-F238E27FC236}">
                  <a16:creationId xmlns:a16="http://schemas.microsoft.com/office/drawing/2014/main" id="{2DCC3110-BB36-3F96-3978-5AF521396A67}"/>
                </a:ext>
              </a:extLst>
            </p:cNvPr>
            <p:cNvSpPr txBox="1"/>
            <p:nvPr/>
          </p:nvSpPr>
          <p:spPr>
            <a:xfrm>
              <a:off x="2395898" y="2766548"/>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sp>
          <p:nvSpPr>
            <p:cNvPr id="69" name="テキスト ボックス 68">
              <a:extLst>
                <a:ext uri="{FF2B5EF4-FFF2-40B4-BE49-F238E27FC236}">
                  <a16:creationId xmlns:a16="http://schemas.microsoft.com/office/drawing/2014/main" id="{A20349C9-4099-52B5-937E-002D59BD486B}"/>
                </a:ext>
              </a:extLst>
            </p:cNvPr>
            <p:cNvSpPr txBox="1"/>
            <p:nvPr/>
          </p:nvSpPr>
          <p:spPr>
            <a:xfrm>
              <a:off x="3751947" y="2766548"/>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sp>
          <p:nvSpPr>
            <p:cNvPr id="70" name="テキスト ボックス 69">
              <a:extLst>
                <a:ext uri="{FF2B5EF4-FFF2-40B4-BE49-F238E27FC236}">
                  <a16:creationId xmlns:a16="http://schemas.microsoft.com/office/drawing/2014/main" id="{B1A7BA01-A275-398B-B471-98EC489D46A5}"/>
                </a:ext>
              </a:extLst>
            </p:cNvPr>
            <p:cNvSpPr txBox="1"/>
            <p:nvPr/>
          </p:nvSpPr>
          <p:spPr>
            <a:xfrm>
              <a:off x="5492684" y="2766548"/>
              <a:ext cx="184731" cy="400110"/>
            </a:xfrm>
            <a:prstGeom prst="rect">
              <a:avLst/>
            </a:prstGeom>
            <a:noFill/>
          </p:spPr>
          <p:txBody>
            <a:bodyPr wrap="none" rtlCol="0">
              <a:spAutoFit/>
            </a:bodyPr>
            <a:lstStyle/>
            <a:p>
              <a:pPr algn="ctr"/>
              <a:endPar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73" name="四角形: 角を丸くする 72">
            <a:extLst>
              <a:ext uri="{FF2B5EF4-FFF2-40B4-BE49-F238E27FC236}">
                <a16:creationId xmlns:a16="http://schemas.microsoft.com/office/drawing/2014/main" id="{24579018-7876-9A22-E9E6-8B03BF302259}"/>
              </a:ext>
            </a:extLst>
          </p:cNvPr>
          <p:cNvSpPr/>
          <p:nvPr/>
        </p:nvSpPr>
        <p:spPr>
          <a:xfrm>
            <a:off x="6995131" y="1366108"/>
            <a:ext cx="4259444" cy="1937731"/>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2" name="テキスト ボックス 71">
            <a:extLst>
              <a:ext uri="{FF2B5EF4-FFF2-40B4-BE49-F238E27FC236}">
                <a16:creationId xmlns:a16="http://schemas.microsoft.com/office/drawing/2014/main" id="{1C4F3131-7EBC-95A5-F1EC-86A2D7DE77FB}"/>
              </a:ext>
            </a:extLst>
          </p:cNvPr>
          <p:cNvSpPr txBox="1"/>
          <p:nvPr/>
        </p:nvSpPr>
        <p:spPr>
          <a:xfrm>
            <a:off x="8006599" y="1489258"/>
            <a:ext cx="2236510"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ゲートアビリティ</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77" name="四角形: 角を丸くする 76">
            <a:extLst>
              <a:ext uri="{FF2B5EF4-FFF2-40B4-BE49-F238E27FC236}">
                <a16:creationId xmlns:a16="http://schemas.microsoft.com/office/drawing/2014/main" id="{A457119C-AEFB-5949-40C6-CE98026826E1}"/>
              </a:ext>
            </a:extLst>
          </p:cNvPr>
          <p:cNvSpPr/>
          <p:nvPr/>
        </p:nvSpPr>
        <p:spPr>
          <a:xfrm>
            <a:off x="6995132" y="3374433"/>
            <a:ext cx="2090552" cy="1789993"/>
          </a:xfrm>
          <a:prstGeom prst="roundRect">
            <a:avLst>
              <a:gd name="adj" fmla="val 6896"/>
            </a:avLst>
          </a:prstGeom>
          <a:solidFill>
            <a:schemeClr val="accent6">
              <a:lumMod val="60000"/>
              <a:lumOff val="40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1" name="テキスト ボックス 70">
            <a:extLst>
              <a:ext uri="{FF2B5EF4-FFF2-40B4-BE49-F238E27FC236}">
                <a16:creationId xmlns:a16="http://schemas.microsoft.com/office/drawing/2014/main" id="{2434F88D-6BBC-ECBE-E68C-36C18330DE22}"/>
              </a:ext>
            </a:extLst>
          </p:cNvPr>
          <p:cNvSpPr txBox="1"/>
          <p:nvPr/>
        </p:nvSpPr>
        <p:spPr>
          <a:xfrm>
            <a:off x="7306874" y="3520465"/>
            <a:ext cx="1467068"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総ノード数</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74" name="テキスト ボックス 73">
            <a:extLst>
              <a:ext uri="{FF2B5EF4-FFF2-40B4-BE49-F238E27FC236}">
                <a16:creationId xmlns:a16="http://schemas.microsoft.com/office/drawing/2014/main" id="{6F268013-FDFF-3DF0-D9B8-AA83E3086DE2}"/>
              </a:ext>
            </a:extLst>
          </p:cNvPr>
          <p:cNvSpPr txBox="1"/>
          <p:nvPr/>
        </p:nvSpPr>
        <p:spPr>
          <a:xfrm>
            <a:off x="7563354" y="3970342"/>
            <a:ext cx="954107" cy="1015663"/>
          </a:xfrm>
          <a:prstGeom prst="rect">
            <a:avLst/>
          </a:prstGeom>
          <a:noFill/>
        </p:spPr>
        <p:txBody>
          <a:bodyPr wrap="none" rtlCol="0">
            <a:spAutoFit/>
          </a:bodyPr>
          <a:lstStyle/>
          <a:p>
            <a:pPr algn="ctr"/>
            <a:r>
              <a:rPr lang="en-US" altLang="ja-JP" sz="6000" dirty="0">
                <a:solidFill>
                  <a:schemeClr val="tx1">
                    <a:lumMod val="75000"/>
                    <a:lumOff val="25000"/>
                  </a:schemeClr>
                </a:solidFill>
                <a:latin typeface="原稿用標準書体" panose="03000503000000000000" pitchFamily="66" charset="-128"/>
                <a:ea typeface="原稿用標準書体" panose="03000503000000000000" pitchFamily="66" charset="-128"/>
              </a:rPr>
              <a:t>00</a:t>
            </a:r>
            <a:endParaRPr kumimoji="1" lang="ja-JP" altLang="en-US" sz="6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81" name="四角形: 角を丸くする 80">
            <a:extLst>
              <a:ext uri="{FF2B5EF4-FFF2-40B4-BE49-F238E27FC236}">
                <a16:creationId xmlns:a16="http://schemas.microsoft.com/office/drawing/2014/main" id="{F72B2ADE-F2DB-1647-D566-4A59F47FCA66}"/>
              </a:ext>
            </a:extLst>
          </p:cNvPr>
          <p:cNvSpPr/>
          <p:nvPr/>
        </p:nvSpPr>
        <p:spPr>
          <a:xfrm>
            <a:off x="9164023" y="3374433"/>
            <a:ext cx="2090552" cy="1789993"/>
          </a:xfrm>
          <a:prstGeom prst="roundRect">
            <a:avLst>
              <a:gd name="adj" fmla="val 6896"/>
            </a:avLst>
          </a:prstGeom>
          <a:solidFill>
            <a:schemeClr val="accent6">
              <a:lumMod val="60000"/>
              <a:lumOff val="40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3" name="テキスト ボックス 82">
            <a:extLst>
              <a:ext uri="{FF2B5EF4-FFF2-40B4-BE49-F238E27FC236}">
                <a16:creationId xmlns:a16="http://schemas.microsoft.com/office/drawing/2014/main" id="{04ED4627-5A17-C5C1-DA66-C7F47B15E960}"/>
              </a:ext>
            </a:extLst>
          </p:cNvPr>
          <p:cNvSpPr txBox="1"/>
          <p:nvPr/>
        </p:nvSpPr>
        <p:spPr>
          <a:xfrm>
            <a:off x="7236355" y="2453991"/>
            <a:ext cx="3877985" cy="646331"/>
          </a:xfrm>
          <a:prstGeom prst="rect">
            <a:avLst/>
          </a:prstGeom>
          <a:noFill/>
        </p:spPr>
        <p:txBody>
          <a:bodyPr wrap="none" rtlCol="0">
            <a:spAutoFit/>
          </a:bodyPr>
          <a:lstStyle/>
          <a:p>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全ての剛属性キャラクターは</a:t>
            </a:r>
            <a:b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b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与ダメージ＆被ダメージが</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20</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％上昇</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84" name="テキスト ボックス 83">
            <a:extLst>
              <a:ext uri="{FF2B5EF4-FFF2-40B4-BE49-F238E27FC236}">
                <a16:creationId xmlns:a16="http://schemas.microsoft.com/office/drawing/2014/main" id="{5C3978AA-9AC0-71C1-1E7A-CA66950B3099}"/>
              </a:ext>
            </a:extLst>
          </p:cNvPr>
          <p:cNvSpPr txBox="1"/>
          <p:nvPr/>
        </p:nvSpPr>
        <p:spPr>
          <a:xfrm>
            <a:off x="7994474" y="1913465"/>
            <a:ext cx="2339102" cy="523220"/>
          </a:xfrm>
          <a:prstGeom prst="rect">
            <a:avLst/>
          </a:prstGeom>
          <a:noFill/>
        </p:spPr>
        <p:txBody>
          <a:bodyPr wrap="none" rtlCol="0">
            <a:spAutoFit/>
          </a:bodyPr>
          <a:lstStyle/>
          <a:p>
            <a:pPr algn="ctr"/>
            <a:r>
              <a:rPr lang="ja-JP" altLang="en-US" sz="2800" dirty="0">
                <a:solidFill>
                  <a:schemeClr val="accent6">
                    <a:lumMod val="60000"/>
                    <a:lumOff val="40000"/>
                  </a:schemeClr>
                </a:solidFill>
                <a:latin typeface="原稿用標準書体" panose="03000503000000000000" pitchFamily="66" charset="-128"/>
                <a:ea typeface="原稿用標準書体" panose="03000503000000000000" pitchFamily="66" charset="-128"/>
              </a:rPr>
              <a:t>アビリティ名</a:t>
            </a:r>
            <a:endParaRPr kumimoji="1" lang="ja-JP" altLang="en-US" sz="2800" dirty="0">
              <a:solidFill>
                <a:schemeClr val="accent6">
                  <a:lumMod val="60000"/>
                  <a:lumOff val="40000"/>
                </a:schemeClr>
              </a:solidFill>
              <a:latin typeface="原稿用標準書体" panose="03000503000000000000" pitchFamily="66" charset="-128"/>
              <a:ea typeface="原稿用標準書体" panose="03000503000000000000" pitchFamily="66" charset="-128"/>
            </a:endParaRPr>
          </a:p>
        </p:txBody>
      </p:sp>
      <p:grpSp>
        <p:nvGrpSpPr>
          <p:cNvPr id="104" name="グループ化 103">
            <a:extLst>
              <a:ext uri="{FF2B5EF4-FFF2-40B4-BE49-F238E27FC236}">
                <a16:creationId xmlns:a16="http://schemas.microsoft.com/office/drawing/2014/main" id="{E7BBCDB1-7D7A-CDF2-EF5B-4BE07D7386D6}"/>
              </a:ext>
            </a:extLst>
          </p:cNvPr>
          <p:cNvGrpSpPr/>
          <p:nvPr/>
        </p:nvGrpSpPr>
        <p:grpSpPr>
          <a:xfrm>
            <a:off x="9419064" y="3639887"/>
            <a:ext cx="1594398" cy="1281115"/>
            <a:chOff x="9451229" y="3607722"/>
            <a:chExt cx="1594398" cy="1281115"/>
          </a:xfrm>
        </p:grpSpPr>
        <p:sp>
          <p:nvSpPr>
            <p:cNvPr id="3" name="楕円 2">
              <a:extLst>
                <a:ext uri="{FF2B5EF4-FFF2-40B4-BE49-F238E27FC236}">
                  <a16:creationId xmlns:a16="http://schemas.microsoft.com/office/drawing/2014/main" id="{D8E0AC18-17AA-1DBB-DC0D-04B76845B55A}"/>
                </a:ext>
              </a:extLst>
            </p:cNvPr>
            <p:cNvSpPr/>
            <p:nvPr/>
          </p:nvSpPr>
          <p:spPr>
            <a:xfrm>
              <a:off x="10005532" y="4325103"/>
              <a:ext cx="213393" cy="213393"/>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 name="楕円 7">
              <a:extLst>
                <a:ext uri="{FF2B5EF4-FFF2-40B4-BE49-F238E27FC236}">
                  <a16:creationId xmlns:a16="http://schemas.microsoft.com/office/drawing/2014/main" id="{21315D08-36C2-715B-1365-88E8C62F61C3}"/>
                </a:ext>
              </a:extLst>
            </p:cNvPr>
            <p:cNvSpPr/>
            <p:nvPr/>
          </p:nvSpPr>
          <p:spPr>
            <a:xfrm>
              <a:off x="10010702" y="3990245"/>
              <a:ext cx="213393" cy="213393"/>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7" name="楕円 16">
              <a:extLst>
                <a:ext uri="{FF2B5EF4-FFF2-40B4-BE49-F238E27FC236}">
                  <a16:creationId xmlns:a16="http://schemas.microsoft.com/office/drawing/2014/main" id="{391BA5F8-3571-226D-B6AA-7E9AAB8AC9E4}"/>
                </a:ext>
              </a:extLst>
            </p:cNvPr>
            <p:cNvSpPr/>
            <p:nvPr/>
          </p:nvSpPr>
          <p:spPr>
            <a:xfrm>
              <a:off x="9690659" y="4391722"/>
              <a:ext cx="213393" cy="213393"/>
            </a:xfrm>
            <a:prstGeom prst="ellipse">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4" name="楕円 23">
              <a:extLst>
                <a:ext uri="{FF2B5EF4-FFF2-40B4-BE49-F238E27FC236}">
                  <a16:creationId xmlns:a16="http://schemas.microsoft.com/office/drawing/2014/main" id="{833DD28C-57EB-0A46-012F-D88828BFD55E}"/>
                </a:ext>
              </a:extLst>
            </p:cNvPr>
            <p:cNvSpPr/>
            <p:nvPr/>
          </p:nvSpPr>
          <p:spPr>
            <a:xfrm>
              <a:off x="9451229" y="4675444"/>
              <a:ext cx="213393" cy="213393"/>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7" name="楕円 26">
              <a:extLst>
                <a:ext uri="{FF2B5EF4-FFF2-40B4-BE49-F238E27FC236}">
                  <a16:creationId xmlns:a16="http://schemas.microsoft.com/office/drawing/2014/main" id="{F320AEC3-0DC4-9C3D-BE13-2E4E3DE4A794}"/>
                </a:ext>
              </a:extLst>
            </p:cNvPr>
            <p:cNvSpPr/>
            <p:nvPr/>
          </p:nvSpPr>
          <p:spPr>
            <a:xfrm>
              <a:off x="10799958" y="3607722"/>
              <a:ext cx="213393" cy="213393"/>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1" name="楕円 40">
              <a:extLst>
                <a:ext uri="{FF2B5EF4-FFF2-40B4-BE49-F238E27FC236}">
                  <a16:creationId xmlns:a16="http://schemas.microsoft.com/office/drawing/2014/main" id="{60D3299D-3518-A1E7-3F6F-F2CB24C3409A}"/>
                </a:ext>
              </a:extLst>
            </p:cNvPr>
            <p:cNvSpPr/>
            <p:nvPr/>
          </p:nvSpPr>
          <p:spPr>
            <a:xfrm rot="18021546" flipV="1">
              <a:off x="10316349" y="3964331"/>
              <a:ext cx="213393" cy="213393"/>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6" name="楕円 45">
              <a:extLst>
                <a:ext uri="{FF2B5EF4-FFF2-40B4-BE49-F238E27FC236}">
                  <a16:creationId xmlns:a16="http://schemas.microsoft.com/office/drawing/2014/main" id="{0AA358B0-317A-B363-8666-285B95646D7B}"/>
                </a:ext>
              </a:extLst>
            </p:cNvPr>
            <p:cNvSpPr/>
            <p:nvPr/>
          </p:nvSpPr>
          <p:spPr>
            <a:xfrm rot="18021546" flipV="1">
              <a:off x="10607903" y="4129113"/>
              <a:ext cx="213393" cy="213393"/>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6" name="楕円 75">
              <a:extLst>
                <a:ext uri="{FF2B5EF4-FFF2-40B4-BE49-F238E27FC236}">
                  <a16:creationId xmlns:a16="http://schemas.microsoft.com/office/drawing/2014/main" id="{C1DD4F15-2D77-6339-DD73-F14D56D680C2}"/>
                </a:ext>
              </a:extLst>
            </p:cNvPr>
            <p:cNvSpPr/>
            <p:nvPr/>
          </p:nvSpPr>
          <p:spPr>
            <a:xfrm>
              <a:off x="10832234" y="3909350"/>
              <a:ext cx="213393" cy="213393"/>
            </a:xfrm>
            <a:prstGeom prst="ellipse">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cxnSp>
          <p:nvCxnSpPr>
            <p:cNvPr id="79" name="直線コネクタ 78">
              <a:extLst>
                <a:ext uri="{FF2B5EF4-FFF2-40B4-BE49-F238E27FC236}">
                  <a16:creationId xmlns:a16="http://schemas.microsoft.com/office/drawing/2014/main" id="{CD9F1DA2-B740-146D-8111-320B99CEC0B5}"/>
                </a:ext>
              </a:extLst>
            </p:cNvPr>
            <p:cNvCxnSpPr>
              <a:stCxn id="24" idx="0"/>
              <a:endCxn id="17" idx="3"/>
            </p:cNvCxnSpPr>
            <p:nvPr/>
          </p:nvCxnSpPr>
          <p:spPr>
            <a:xfrm flipV="1">
              <a:off x="9557926" y="4573864"/>
              <a:ext cx="163984" cy="101580"/>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cxnSp>
          <p:nvCxnSpPr>
            <p:cNvPr id="80" name="直線コネクタ 79">
              <a:extLst>
                <a:ext uri="{FF2B5EF4-FFF2-40B4-BE49-F238E27FC236}">
                  <a16:creationId xmlns:a16="http://schemas.microsoft.com/office/drawing/2014/main" id="{DA2CDE9C-1375-2C90-4435-A2E29D59A1E9}"/>
                </a:ext>
              </a:extLst>
            </p:cNvPr>
            <p:cNvCxnSpPr>
              <a:cxnSpLocks/>
              <a:stCxn id="3" idx="2"/>
              <a:endCxn id="17" idx="7"/>
            </p:cNvCxnSpPr>
            <p:nvPr/>
          </p:nvCxnSpPr>
          <p:spPr>
            <a:xfrm flipH="1" flipV="1">
              <a:off x="9872801" y="4422973"/>
              <a:ext cx="132731" cy="8827"/>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cxnSp>
          <p:nvCxnSpPr>
            <p:cNvPr id="88" name="直線コネクタ 87">
              <a:extLst>
                <a:ext uri="{FF2B5EF4-FFF2-40B4-BE49-F238E27FC236}">
                  <a16:creationId xmlns:a16="http://schemas.microsoft.com/office/drawing/2014/main" id="{6E5F73B2-58AD-33B9-1426-C7CA94136299}"/>
                </a:ext>
              </a:extLst>
            </p:cNvPr>
            <p:cNvCxnSpPr>
              <a:cxnSpLocks/>
              <a:stCxn id="3" idx="0"/>
              <a:endCxn id="8" idx="3"/>
            </p:cNvCxnSpPr>
            <p:nvPr/>
          </p:nvCxnSpPr>
          <p:spPr>
            <a:xfrm flipH="1" flipV="1">
              <a:off x="10041953" y="4172387"/>
              <a:ext cx="70276" cy="152716"/>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cxnSp>
          <p:nvCxnSpPr>
            <p:cNvPr id="91" name="直線コネクタ 90">
              <a:extLst>
                <a:ext uri="{FF2B5EF4-FFF2-40B4-BE49-F238E27FC236}">
                  <a16:creationId xmlns:a16="http://schemas.microsoft.com/office/drawing/2014/main" id="{0B08C2EA-672C-08AD-894E-DAF66C263E8E}"/>
                </a:ext>
              </a:extLst>
            </p:cNvPr>
            <p:cNvCxnSpPr>
              <a:cxnSpLocks/>
              <a:stCxn id="41" idx="3"/>
              <a:endCxn id="8" idx="6"/>
            </p:cNvCxnSpPr>
            <p:nvPr/>
          </p:nvCxnSpPr>
          <p:spPr>
            <a:xfrm flipH="1" flipV="1">
              <a:off x="10224095" y="4096942"/>
              <a:ext cx="95719" cy="1054"/>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cxnSp>
          <p:nvCxnSpPr>
            <p:cNvPr id="94" name="直線コネクタ 93">
              <a:extLst>
                <a:ext uri="{FF2B5EF4-FFF2-40B4-BE49-F238E27FC236}">
                  <a16:creationId xmlns:a16="http://schemas.microsoft.com/office/drawing/2014/main" id="{563C6338-C504-01FB-EB09-98072904FD32}"/>
                </a:ext>
              </a:extLst>
            </p:cNvPr>
            <p:cNvCxnSpPr>
              <a:cxnSpLocks/>
              <a:stCxn id="46" idx="5"/>
              <a:endCxn id="41" idx="7"/>
            </p:cNvCxnSpPr>
            <p:nvPr/>
          </p:nvCxnSpPr>
          <p:spPr>
            <a:xfrm flipH="1" flipV="1">
              <a:off x="10526277" y="4044059"/>
              <a:ext cx="161354" cy="88519"/>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cxnSp>
          <p:nvCxnSpPr>
            <p:cNvPr id="97" name="直線コネクタ 96">
              <a:extLst>
                <a:ext uri="{FF2B5EF4-FFF2-40B4-BE49-F238E27FC236}">
                  <a16:creationId xmlns:a16="http://schemas.microsoft.com/office/drawing/2014/main" id="{AF8F4F48-CDB9-493E-8BDC-1ED43D3C54AC}"/>
                </a:ext>
              </a:extLst>
            </p:cNvPr>
            <p:cNvCxnSpPr>
              <a:cxnSpLocks/>
              <a:stCxn id="46" idx="7"/>
              <a:endCxn id="76" idx="4"/>
            </p:cNvCxnSpPr>
            <p:nvPr/>
          </p:nvCxnSpPr>
          <p:spPr>
            <a:xfrm flipV="1">
              <a:off x="10817831" y="4122743"/>
              <a:ext cx="121100" cy="86098"/>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cxnSp>
          <p:nvCxnSpPr>
            <p:cNvPr id="101" name="直線コネクタ 100">
              <a:extLst>
                <a:ext uri="{FF2B5EF4-FFF2-40B4-BE49-F238E27FC236}">
                  <a16:creationId xmlns:a16="http://schemas.microsoft.com/office/drawing/2014/main" id="{1BC8ED84-15F4-5081-890E-6567F189DF08}"/>
                </a:ext>
              </a:extLst>
            </p:cNvPr>
            <p:cNvCxnSpPr>
              <a:cxnSpLocks/>
              <a:stCxn id="76" idx="7"/>
              <a:endCxn id="27" idx="4"/>
            </p:cNvCxnSpPr>
            <p:nvPr/>
          </p:nvCxnSpPr>
          <p:spPr>
            <a:xfrm flipH="1" flipV="1">
              <a:off x="10906655" y="3821115"/>
              <a:ext cx="107721" cy="119486"/>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grpSp>
      <p:grpSp>
        <p:nvGrpSpPr>
          <p:cNvPr id="133" name="グループ化 132">
            <a:extLst>
              <a:ext uri="{FF2B5EF4-FFF2-40B4-BE49-F238E27FC236}">
                <a16:creationId xmlns:a16="http://schemas.microsoft.com/office/drawing/2014/main" id="{795D7155-9CFB-F403-3D20-85376822B8C6}"/>
              </a:ext>
            </a:extLst>
          </p:cNvPr>
          <p:cNvGrpSpPr/>
          <p:nvPr/>
        </p:nvGrpSpPr>
        <p:grpSpPr>
          <a:xfrm>
            <a:off x="6847854" y="5498744"/>
            <a:ext cx="4556517" cy="732910"/>
            <a:chOff x="6847854" y="5498744"/>
            <a:chExt cx="4556517" cy="732910"/>
          </a:xfrm>
        </p:grpSpPr>
        <p:sp>
          <p:nvSpPr>
            <p:cNvPr id="134" name="矢印: 五方向 133">
              <a:extLst>
                <a:ext uri="{FF2B5EF4-FFF2-40B4-BE49-F238E27FC236}">
                  <a16:creationId xmlns:a16="http://schemas.microsoft.com/office/drawing/2014/main" id="{1A7D2A96-B175-A34B-3A3A-3271126B7F87}"/>
                </a:ext>
              </a:extLst>
            </p:cNvPr>
            <p:cNvSpPr/>
            <p:nvPr/>
          </p:nvSpPr>
          <p:spPr>
            <a:xfrm>
              <a:off x="9327302" y="5507053"/>
              <a:ext cx="2077069" cy="710476"/>
            </a:xfrm>
            <a:prstGeom prst="homePlate">
              <a:avLst/>
            </a:prstGeom>
            <a:solidFill>
              <a:srgbClr val="FF00FF">
                <a:alpha val="6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latin typeface="原稿用標準書体" panose="03000503000000000000" pitchFamily="66" charset="-128"/>
                <a:ea typeface="原稿用標準書体" panose="03000503000000000000" pitchFamily="66" charset="-128"/>
              </a:endParaRPr>
            </a:p>
          </p:txBody>
        </p:sp>
        <p:sp>
          <p:nvSpPr>
            <p:cNvPr id="135" name="矢印: 五方向 134">
              <a:extLst>
                <a:ext uri="{FF2B5EF4-FFF2-40B4-BE49-F238E27FC236}">
                  <a16:creationId xmlns:a16="http://schemas.microsoft.com/office/drawing/2014/main" id="{29A67A61-8B07-F020-A58C-1DA6516F3CD1}"/>
                </a:ext>
              </a:extLst>
            </p:cNvPr>
            <p:cNvSpPr/>
            <p:nvPr/>
          </p:nvSpPr>
          <p:spPr>
            <a:xfrm flipH="1">
              <a:off x="6847854" y="5507053"/>
              <a:ext cx="2077070" cy="710476"/>
            </a:xfrm>
            <a:prstGeom prst="homePlate">
              <a:avLst/>
            </a:prstGeom>
            <a:solidFill>
              <a:schemeClr val="tx1">
                <a:lumMod val="95000"/>
                <a:lumOff val="5000"/>
                <a:alpha val="6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latin typeface="原稿用標準書体" panose="03000503000000000000" pitchFamily="66" charset="-128"/>
                <a:ea typeface="原稿用標準書体" panose="03000503000000000000" pitchFamily="66" charset="-128"/>
              </a:endParaRPr>
            </a:p>
          </p:txBody>
        </p:sp>
        <p:grpSp>
          <p:nvGrpSpPr>
            <p:cNvPr id="138" name="グループ化 137">
              <a:extLst>
                <a:ext uri="{FF2B5EF4-FFF2-40B4-BE49-F238E27FC236}">
                  <a16:creationId xmlns:a16="http://schemas.microsoft.com/office/drawing/2014/main" id="{FFB83F07-0E87-199C-543A-3924CD2D54DD}"/>
                </a:ext>
              </a:extLst>
            </p:cNvPr>
            <p:cNvGrpSpPr/>
            <p:nvPr/>
          </p:nvGrpSpPr>
          <p:grpSpPr>
            <a:xfrm>
              <a:off x="6901145" y="5498744"/>
              <a:ext cx="1645326" cy="732910"/>
              <a:chOff x="163586" y="134635"/>
              <a:chExt cx="3134182" cy="1396119"/>
            </a:xfrm>
          </p:grpSpPr>
          <p:sp>
            <p:nvSpPr>
              <p:cNvPr id="141" name="テキスト ボックス 140">
                <a:extLst>
                  <a:ext uri="{FF2B5EF4-FFF2-40B4-BE49-F238E27FC236}">
                    <a16:creationId xmlns:a16="http://schemas.microsoft.com/office/drawing/2014/main" id="{AE059A43-3EE0-26BB-3B2B-2574FFCE88AA}"/>
                  </a:ext>
                </a:extLst>
              </p:cNvPr>
              <p:cNvSpPr txBox="1"/>
              <p:nvPr/>
            </p:nvSpPr>
            <p:spPr>
              <a:xfrm>
                <a:off x="2066572" y="480925"/>
                <a:ext cx="1231196" cy="703540"/>
              </a:xfrm>
              <a:prstGeom prst="rect">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戻る</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142" name="グループ化 141">
                <a:extLst>
                  <a:ext uri="{FF2B5EF4-FFF2-40B4-BE49-F238E27FC236}">
                    <a16:creationId xmlns:a16="http://schemas.microsoft.com/office/drawing/2014/main" id="{4BDE2C7C-CE0E-C4F4-5A59-58DBFA39731F}"/>
                  </a:ext>
                </a:extLst>
              </p:cNvPr>
              <p:cNvGrpSpPr/>
              <p:nvPr/>
            </p:nvGrpSpPr>
            <p:grpSpPr>
              <a:xfrm>
                <a:off x="163586" y="134635"/>
                <a:ext cx="1975684" cy="1396119"/>
                <a:chOff x="163586" y="134635"/>
                <a:chExt cx="1975684" cy="1396119"/>
              </a:xfrm>
            </p:grpSpPr>
            <p:grpSp>
              <p:nvGrpSpPr>
                <p:cNvPr id="143" name="グループ化 142">
                  <a:extLst>
                    <a:ext uri="{FF2B5EF4-FFF2-40B4-BE49-F238E27FC236}">
                      <a16:creationId xmlns:a16="http://schemas.microsoft.com/office/drawing/2014/main" id="{A7974546-D7FE-0E36-F629-B7F0F0603A6D}"/>
                    </a:ext>
                  </a:extLst>
                </p:cNvPr>
                <p:cNvGrpSpPr/>
                <p:nvPr/>
              </p:nvGrpSpPr>
              <p:grpSpPr>
                <a:xfrm>
                  <a:off x="163586" y="134635"/>
                  <a:ext cx="1975684" cy="1396119"/>
                  <a:chOff x="163586" y="134635"/>
                  <a:chExt cx="1975684" cy="1396119"/>
                </a:xfrm>
              </p:grpSpPr>
              <p:pic>
                <p:nvPicPr>
                  <p:cNvPr id="145" name="図 144">
                    <a:extLst>
                      <a:ext uri="{FF2B5EF4-FFF2-40B4-BE49-F238E27FC236}">
                        <a16:creationId xmlns:a16="http://schemas.microsoft.com/office/drawing/2014/main" id="{F1AC6A51-CDF0-B901-5167-559049295C6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146" name="楕円 145">
                    <a:extLst>
                      <a:ext uri="{FF2B5EF4-FFF2-40B4-BE49-F238E27FC236}">
                        <a16:creationId xmlns:a16="http://schemas.microsoft.com/office/drawing/2014/main" id="{3EA69B52-E4F3-1102-6277-632A77BC2FAD}"/>
                      </a:ext>
                    </a:extLst>
                  </p:cNvPr>
                  <p:cNvSpPr/>
                  <p:nvPr/>
                </p:nvSpPr>
                <p:spPr>
                  <a:xfrm>
                    <a:off x="836705" y="560292"/>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144" name="図 143">
                  <a:extLst>
                    <a:ext uri="{FF2B5EF4-FFF2-40B4-BE49-F238E27FC236}">
                      <a16:creationId xmlns:a16="http://schemas.microsoft.com/office/drawing/2014/main" id="{000BA756-C639-F801-549C-E78F2E2CF9D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sp>
          <p:nvSpPr>
            <p:cNvPr id="139" name="テキスト ボックス 138">
              <a:extLst>
                <a:ext uri="{FF2B5EF4-FFF2-40B4-BE49-F238E27FC236}">
                  <a16:creationId xmlns:a16="http://schemas.microsoft.com/office/drawing/2014/main" id="{8C749E3A-2343-4539-1944-6117DE655C83}"/>
                </a:ext>
              </a:extLst>
            </p:cNvPr>
            <p:cNvSpPr txBox="1"/>
            <p:nvPr/>
          </p:nvSpPr>
          <p:spPr>
            <a:xfrm>
              <a:off x="9503466" y="5680533"/>
              <a:ext cx="1338828" cy="369332"/>
            </a:xfrm>
            <a:prstGeom prst="rect">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ゲート進入</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40" name="二等辺三角形 139">
              <a:extLst>
                <a:ext uri="{FF2B5EF4-FFF2-40B4-BE49-F238E27FC236}">
                  <a16:creationId xmlns:a16="http://schemas.microsoft.com/office/drawing/2014/main" id="{D338A942-36F1-F1EC-568D-DE97AB697C17}"/>
                </a:ext>
              </a:extLst>
            </p:cNvPr>
            <p:cNvSpPr/>
            <p:nvPr/>
          </p:nvSpPr>
          <p:spPr>
            <a:xfrm rot="5400000">
              <a:off x="10948049" y="5733145"/>
              <a:ext cx="299620" cy="258293"/>
            </a:xfrm>
            <a:prstGeom prst="triangl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Tree>
    <p:extLst>
      <p:ext uri="{BB962C8B-B14F-4D97-AF65-F5344CB8AC3E}">
        <p14:creationId xmlns:p14="http://schemas.microsoft.com/office/powerpoint/2010/main" val="1877592008"/>
      </p:ext>
    </p:extLst>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p:bg>
      <p:bgPr>
        <a:gradFill flip="none" rotWithShape="1">
          <a:gsLst>
            <a:gs pos="0">
              <a:srgbClr val="660066"/>
            </a:gs>
            <a:gs pos="10000">
              <a:schemeClr val="tx1">
                <a:lumMod val="85000"/>
                <a:lumOff val="15000"/>
              </a:schemeClr>
            </a:gs>
            <a:gs pos="90000">
              <a:srgbClr val="262626"/>
            </a:gs>
            <a:gs pos="80000">
              <a:srgbClr val="660066"/>
            </a:gs>
            <a:gs pos="70000">
              <a:srgbClr val="262626"/>
            </a:gs>
            <a:gs pos="60000">
              <a:schemeClr val="accent6">
                <a:lumMod val="75000"/>
              </a:schemeClr>
            </a:gs>
            <a:gs pos="50000">
              <a:srgbClr val="262626"/>
            </a:gs>
            <a:gs pos="40000">
              <a:srgbClr val="660066"/>
            </a:gs>
            <a:gs pos="30000">
              <a:srgbClr val="262626"/>
            </a:gs>
            <a:gs pos="20000">
              <a:schemeClr val="accent6">
                <a:lumMod val="75000"/>
              </a:schemeClr>
            </a:gs>
          </a:gsLst>
          <a:path path="rect">
            <a:fillToRect l="50000" t="50000" r="50000" b="50000"/>
          </a:path>
          <a:tileRect/>
        </a:gradFill>
        <a:effectLst/>
      </p:bgPr>
    </p:bg>
    <p:spTree>
      <p:nvGrpSpPr>
        <p:cNvPr id="1" name="">
          <a:extLst>
            <a:ext uri="{FF2B5EF4-FFF2-40B4-BE49-F238E27FC236}">
              <a16:creationId xmlns:a16="http://schemas.microsoft.com/office/drawing/2014/main" id="{2D7BDC6F-9EE8-1C61-BC66-C80B4ED77895}"/>
            </a:ext>
          </a:extLst>
        </p:cNvPr>
        <p:cNvGrpSpPr/>
        <p:nvPr/>
      </p:nvGrpSpPr>
      <p:grpSpPr>
        <a:xfrm>
          <a:off x="0" y="0"/>
          <a:ext cx="0" cy="0"/>
          <a:chOff x="0" y="0"/>
          <a:chExt cx="0" cy="0"/>
        </a:xfrm>
      </p:grpSpPr>
      <p:grpSp>
        <p:nvGrpSpPr>
          <p:cNvPr id="50" name="グループ化 49">
            <a:extLst>
              <a:ext uri="{FF2B5EF4-FFF2-40B4-BE49-F238E27FC236}">
                <a16:creationId xmlns:a16="http://schemas.microsoft.com/office/drawing/2014/main" id="{64114DE2-333D-F932-7D5C-3038F71FB97D}"/>
              </a:ext>
            </a:extLst>
          </p:cNvPr>
          <p:cNvGrpSpPr/>
          <p:nvPr/>
        </p:nvGrpSpPr>
        <p:grpSpPr>
          <a:xfrm>
            <a:off x="1036812" y="1013195"/>
            <a:ext cx="7896665" cy="1102055"/>
            <a:chOff x="1847556" y="1139803"/>
            <a:chExt cx="7896665" cy="1102055"/>
          </a:xfrm>
        </p:grpSpPr>
        <p:sp>
          <p:nvSpPr>
            <p:cNvPr id="5" name="四角形: 角を丸くする 4">
              <a:extLst>
                <a:ext uri="{FF2B5EF4-FFF2-40B4-BE49-F238E27FC236}">
                  <a16:creationId xmlns:a16="http://schemas.microsoft.com/office/drawing/2014/main" id="{046DF3FE-783B-E859-F04D-130E164EB211}"/>
                </a:ext>
              </a:extLst>
            </p:cNvPr>
            <p:cNvSpPr/>
            <p:nvPr/>
          </p:nvSpPr>
          <p:spPr>
            <a:xfrm>
              <a:off x="1847556" y="1139803"/>
              <a:ext cx="7896665" cy="1102055"/>
            </a:xfrm>
            <a:prstGeom prst="roundRect">
              <a:avLst>
                <a:gd name="adj" fmla="val 6896"/>
              </a:avLst>
            </a:prstGeom>
            <a:solidFill>
              <a:schemeClr val="accent2">
                <a:lumMod val="40000"/>
                <a:lumOff val="6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 name="楕円 8">
              <a:extLst>
                <a:ext uri="{FF2B5EF4-FFF2-40B4-BE49-F238E27FC236}">
                  <a16:creationId xmlns:a16="http://schemas.microsoft.com/office/drawing/2014/main" id="{09CE45F0-C9F0-B53C-E72C-C8A5F1833ACB}"/>
                </a:ext>
              </a:extLst>
            </p:cNvPr>
            <p:cNvSpPr/>
            <p:nvPr/>
          </p:nvSpPr>
          <p:spPr>
            <a:xfrm>
              <a:off x="2185169" y="1358476"/>
              <a:ext cx="664708" cy="664708"/>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sz="24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1" name="テキスト ボックス 10">
              <a:extLst>
                <a:ext uri="{FF2B5EF4-FFF2-40B4-BE49-F238E27FC236}">
                  <a16:creationId xmlns:a16="http://schemas.microsoft.com/office/drawing/2014/main" id="{BBB67CA6-974E-4B7D-403B-3E9207185DC0}"/>
                </a:ext>
              </a:extLst>
            </p:cNvPr>
            <p:cNvSpPr txBox="1"/>
            <p:nvPr/>
          </p:nvSpPr>
          <p:spPr>
            <a:xfrm>
              <a:off x="3091986" y="1367665"/>
              <a:ext cx="877163" cy="646331"/>
            </a:xfrm>
            <a:prstGeom prst="rect">
              <a:avLst/>
            </a:prstGeom>
            <a:noFill/>
          </p:spPr>
          <p:txBody>
            <a:bodyPr wrap="none" rtlCol="0">
              <a:spAutoFit/>
            </a:bodyPr>
            <a:lstStyle/>
            <a:p>
              <a:pPr algn="ctr"/>
              <a:r>
                <a:rPr lang="en-US" altLang="ja-JP" sz="3600" b="1">
                  <a:ln>
                    <a:gradFill flip="none" rotWithShape="1">
                      <a:gsLst>
                        <a:gs pos="25000">
                          <a:srgbClr val="FFFF00"/>
                        </a:gs>
                        <a:gs pos="0">
                          <a:srgbClr val="FF0000"/>
                        </a:gs>
                        <a:gs pos="50000">
                          <a:srgbClr val="00B050"/>
                        </a:gs>
                        <a:gs pos="75000">
                          <a:srgbClr val="0070C0"/>
                        </a:gs>
                        <a:gs pos="100000">
                          <a:schemeClr val="accent6"/>
                        </a:gs>
                      </a:gsLst>
                      <a:lin ang="0" scaled="1"/>
                      <a:tileRect/>
                    </a:gradFill>
                  </a:ln>
                  <a:gradFill flip="none" rotWithShape="1">
                    <a:gsLst>
                      <a:gs pos="0">
                        <a:srgbClr val="FF0000">
                          <a:lumMod val="97000"/>
                          <a:lumOff val="3000"/>
                        </a:srgbClr>
                      </a:gs>
                      <a:gs pos="100000">
                        <a:srgbClr val="7030A0"/>
                      </a:gs>
                      <a:gs pos="75000">
                        <a:srgbClr val="0070C0"/>
                      </a:gs>
                      <a:gs pos="50000">
                        <a:srgbClr val="8EDC23"/>
                      </a:gs>
                      <a:gs pos="25000">
                        <a:srgbClr val="FFFF00"/>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SSR</a:t>
              </a:r>
              <a:endParaRPr kumimoji="1" lang="ja-JP" altLang="en-US" sz="3600" b="1" dirty="0">
                <a:ln>
                  <a:gradFill flip="none" rotWithShape="1">
                    <a:gsLst>
                      <a:gs pos="25000">
                        <a:srgbClr val="FFFF00"/>
                      </a:gs>
                      <a:gs pos="0">
                        <a:srgbClr val="FF0000"/>
                      </a:gs>
                      <a:gs pos="50000">
                        <a:srgbClr val="00B050"/>
                      </a:gs>
                      <a:gs pos="75000">
                        <a:srgbClr val="0070C0"/>
                      </a:gs>
                      <a:gs pos="100000">
                        <a:schemeClr val="accent6"/>
                      </a:gs>
                    </a:gsLst>
                    <a:lin ang="0" scaled="1"/>
                    <a:tileRect/>
                  </a:gradFill>
                </a:ln>
                <a:gradFill flip="none" rotWithShape="1">
                  <a:gsLst>
                    <a:gs pos="0">
                      <a:srgbClr val="FF0000">
                        <a:lumMod val="97000"/>
                        <a:lumOff val="3000"/>
                      </a:srgbClr>
                    </a:gs>
                    <a:gs pos="100000">
                      <a:srgbClr val="7030A0"/>
                    </a:gs>
                    <a:gs pos="75000">
                      <a:srgbClr val="0070C0"/>
                    </a:gs>
                    <a:gs pos="50000">
                      <a:srgbClr val="8EDC23"/>
                    </a:gs>
                    <a:gs pos="25000">
                      <a:srgbClr val="FFFF00"/>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grpSp>
          <p:nvGrpSpPr>
            <p:cNvPr id="46" name="グループ化 45">
              <a:extLst>
                <a:ext uri="{FF2B5EF4-FFF2-40B4-BE49-F238E27FC236}">
                  <a16:creationId xmlns:a16="http://schemas.microsoft.com/office/drawing/2014/main" id="{A60DFBE0-ACBB-C867-522D-FBC40A7268D2}"/>
                </a:ext>
              </a:extLst>
            </p:cNvPr>
            <p:cNvGrpSpPr/>
            <p:nvPr/>
          </p:nvGrpSpPr>
          <p:grpSpPr>
            <a:xfrm>
              <a:off x="4243150" y="1242385"/>
              <a:ext cx="800219" cy="896890"/>
              <a:chOff x="4135299" y="1266070"/>
              <a:chExt cx="800219" cy="896890"/>
            </a:xfrm>
          </p:grpSpPr>
          <p:pic>
            <p:nvPicPr>
              <p:cNvPr id="7" name="図 6">
                <a:extLst>
                  <a:ext uri="{FF2B5EF4-FFF2-40B4-BE49-F238E27FC236}">
                    <a16:creationId xmlns:a16="http://schemas.microsoft.com/office/drawing/2014/main" id="{44181BAA-AF5E-D163-8634-9443E677AAD7}"/>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4223170" y="1266070"/>
                <a:ext cx="624477" cy="662951"/>
              </a:xfrm>
              <a:prstGeom prst="rect">
                <a:avLst/>
              </a:prstGeom>
            </p:spPr>
          </p:pic>
          <p:sp>
            <p:nvSpPr>
              <p:cNvPr id="21" name="テキスト ボックス 20">
                <a:extLst>
                  <a:ext uri="{FF2B5EF4-FFF2-40B4-BE49-F238E27FC236}">
                    <a16:creationId xmlns:a16="http://schemas.microsoft.com/office/drawing/2014/main" id="{269EED3C-D10D-9762-1AF4-56683FA223F3}"/>
                  </a:ext>
                </a:extLst>
              </p:cNvPr>
              <p:cNvSpPr txBox="1"/>
              <p:nvPr/>
            </p:nvSpPr>
            <p:spPr>
              <a:xfrm>
                <a:off x="4135299" y="1824406"/>
                <a:ext cx="800219" cy="338554"/>
              </a:xfrm>
              <a:prstGeom prst="rect">
                <a:avLst/>
              </a:prstGeom>
              <a:noFill/>
            </p:spPr>
            <p:txBody>
              <a:bodyPr wrap="none" rtlCol="0">
                <a:spAutoFit/>
              </a:bodyPr>
              <a:lstStyle/>
              <a:p>
                <a:r>
                  <a:rPr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武器名</a:t>
                </a:r>
                <a:endParaRPr kumimoji="1"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31" name="テキスト ボックス 30">
              <a:extLst>
                <a:ext uri="{FF2B5EF4-FFF2-40B4-BE49-F238E27FC236}">
                  <a16:creationId xmlns:a16="http://schemas.microsoft.com/office/drawing/2014/main" id="{34D157E4-3478-5030-5A5B-BC0B76B5C262}"/>
                </a:ext>
              </a:extLst>
            </p:cNvPr>
            <p:cNvSpPr txBox="1"/>
            <p:nvPr/>
          </p:nvSpPr>
          <p:spPr>
            <a:xfrm>
              <a:off x="6822709" y="1290549"/>
              <a:ext cx="1005403" cy="338554"/>
            </a:xfrm>
            <a:prstGeom prst="rect">
              <a:avLst/>
            </a:prstGeom>
            <a:noFill/>
          </p:spPr>
          <p:txBody>
            <a:bodyPr wrap="none" rtlCol="0">
              <a:spAutoFit/>
            </a:bodyPr>
            <a:lstStyle/>
            <a:p>
              <a:r>
                <a:rPr lang="ja-JP" altLang="en-US" sz="1600">
                  <a:solidFill>
                    <a:schemeClr val="accent6"/>
                  </a:solidFill>
                  <a:latin typeface="原稿用標準書体" panose="03000503000000000000" pitchFamily="66" charset="-128"/>
                  <a:ea typeface="原稿用標準書体" panose="03000503000000000000" pitchFamily="66" charset="-128"/>
                </a:rPr>
                <a:t>状態付与</a:t>
              </a:r>
              <a:endParaRPr kumimoji="1" lang="ja-JP" altLang="en-US" sz="1600" dirty="0">
                <a:solidFill>
                  <a:schemeClr val="accent6"/>
                </a:solidFill>
                <a:latin typeface="原稿用標準書体" panose="03000503000000000000" pitchFamily="66" charset="-128"/>
                <a:ea typeface="原稿用標準書体" panose="03000503000000000000" pitchFamily="66" charset="-128"/>
              </a:endParaRPr>
            </a:p>
          </p:txBody>
        </p:sp>
        <p:grpSp>
          <p:nvGrpSpPr>
            <p:cNvPr id="32" name="グループ化 31">
              <a:extLst>
                <a:ext uri="{FF2B5EF4-FFF2-40B4-BE49-F238E27FC236}">
                  <a16:creationId xmlns:a16="http://schemas.microsoft.com/office/drawing/2014/main" id="{481E4858-3848-9252-1731-2F540C8776A4}"/>
                </a:ext>
              </a:extLst>
            </p:cNvPr>
            <p:cNvGrpSpPr/>
            <p:nvPr/>
          </p:nvGrpSpPr>
          <p:grpSpPr>
            <a:xfrm>
              <a:off x="6748115" y="1701824"/>
              <a:ext cx="1154591" cy="403305"/>
              <a:chOff x="9966073" y="1893345"/>
              <a:chExt cx="836714" cy="292269"/>
            </a:xfrm>
          </p:grpSpPr>
          <p:sp>
            <p:nvSpPr>
              <p:cNvPr id="33" name="四角形: 角を丸くする 32">
                <a:extLst>
                  <a:ext uri="{FF2B5EF4-FFF2-40B4-BE49-F238E27FC236}">
                    <a16:creationId xmlns:a16="http://schemas.microsoft.com/office/drawing/2014/main" id="{F6FB6633-C7A7-E5AE-FA19-B87DA62EDCF3}"/>
                  </a:ext>
                </a:extLst>
              </p:cNvPr>
              <p:cNvSpPr/>
              <p:nvPr/>
            </p:nvSpPr>
            <p:spPr>
              <a:xfrm>
                <a:off x="9966073" y="1893345"/>
                <a:ext cx="836714" cy="292269"/>
              </a:xfrm>
              <a:prstGeom prst="roundRect">
                <a:avLst>
                  <a:gd name="adj" fmla="val 4721"/>
                </a:avLst>
              </a:prstGeom>
              <a:solidFill>
                <a:schemeClr val="accent6">
                  <a:lumMod val="20000"/>
                  <a:lumOff val="8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latin typeface="原稿用標準書体" panose="03000503000000000000" pitchFamily="66" charset="-128"/>
                  <a:ea typeface="原稿用標準書体" panose="03000503000000000000" pitchFamily="66" charset="-128"/>
                </a:endParaRPr>
              </a:p>
            </p:txBody>
          </p:sp>
          <p:sp>
            <p:nvSpPr>
              <p:cNvPr id="34" name="テキスト ボックス 33">
                <a:extLst>
                  <a:ext uri="{FF2B5EF4-FFF2-40B4-BE49-F238E27FC236}">
                    <a16:creationId xmlns:a16="http://schemas.microsoft.com/office/drawing/2014/main" id="{FDFA1396-AC66-F0AE-7AEC-29B50929D754}"/>
                  </a:ext>
                </a:extLst>
              </p:cNvPr>
              <p:cNvSpPr txBox="1"/>
              <p:nvPr/>
            </p:nvSpPr>
            <p:spPr>
              <a:xfrm>
                <a:off x="10094478" y="1916805"/>
                <a:ext cx="579906" cy="245345"/>
              </a:xfrm>
              <a:prstGeom prst="rect">
                <a:avLst/>
              </a:prstGeom>
              <a:noFill/>
            </p:spPr>
            <p:txBody>
              <a:bodyPr wrap="none" rtlCol="0">
                <a:spAutoFit/>
              </a:bodyPr>
              <a:lstStyle/>
              <a:p>
                <a:pPr algn="ctr"/>
                <a:r>
                  <a:rPr lang="ja-JP" altLang="en-US" sz="1600">
                    <a:solidFill>
                      <a:schemeClr val="tx1">
                        <a:lumMod val="75000"/>
                        <a:lumOff val="25000"/>
                      </a:schemeClr>
                    </a:solidFill>
                    <a:latin typeface="原稿用標準書体" panose="03000503000000000000" pitchFamily="66" charset="-128"/>
                    <a:ea typeface="原稿用標準書体" panose="03000503000000000000" pitchFamily="66" charset="-128"/>
                  </a:rPr>
                  <a:t>状態名</a:t>
                </a:r>
                <a:endParaRPr lang="en-US" altLang="ja-JP" sz="1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grpSp>
          <p:nvGrpSpPr>
            <p:cNvPr id="45" name="グループ化 44">
              <a:extLst>
                <a:ext uri="{FF2B5EF4-FFF2-40B4-BE49-F238E27FC236}">
                  <a16:creationId xmlns:a16="http://schemas.microsoft.com/office/drawing/2014/main" id="{5C239D0E-4E8C-C031-601B-D7B317875E55}"/>
                </a:ext>
              </a:extLst>
            </p:cNvPr>
            <p:cNvGrpSpPr/>
            <p:nvPr/>
          </p:nvGrpSpPr>
          <p:grpSpPr>
            <a:xfrm>
              <a:off x="5293218" y="1222625"/>
              <a:ext cx="1005403" cy="936411"/>
              <a:chOff x="5049382" y="1286639"/>
              <a:chExt cx="1005403" cy="936411"/>
            </a:xfrm>
          </p:grpSpPr>
          <p:sp>
            <p:nvSpPr>
              <p:cNvPr id="39" name="テキスト ボックス 38">
                <a:extLst>
                  <a:ext uri="{FF2B5EF4-FFF2-40B4-BE49-F238E27FC236}">
                    <a16:creationId xmlns:a16="http://schemas.microsoft.com/office/drawing/2014/main" id="{26059BBB-8F51-8F9C-4B48-E7D432376733}"/>
                  </a:ext>
                </a:extLst>
              </p:cNvPr>
              <p:cNvSpPr txBox="1"/>
              <p:nvPr/>
            </p:nvSpPr>
            <p:spPr>
              <a:xfrm>
                <a:off x="5049382" y="1884496"/>
                <a:ext cx="1005403" cy="338554"/>
              </a:xfrm>
              <a:prstGeom prst="rect">
                <a:avLst/>
              </a:prstGeom>
              <a:noFill/>
            </p:spPr>
            <p:txBody>
              <a:bodyPr wrap="none" rtlCol="0">
                <a:spAutoFit/>
              </a:bodyPr>
              <a:lstStyle/>
              <a:p>
                <a:r>
                  <a:rPr lang="en-US" altLang="ja-JP"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ATK</a:t>
                </a:r>
                <a:r>
                  <a:rPr lang="ja-JP" altLang="en-US"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100</a:t>
                </a:r>
                <a:endParaRPr lang="ja-JP" altLang="en-US"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41" name="テキスト ボックス 40">
                <a:extLst>
                  <a:ext uri="{FF2B5EF4-FFF2-40B4-BE49-F238E27FC236}">
                    <a16:creationId xmlns:a16="http://schemas.microsoft.com/office/drawing/2014/main" id="{1399E492-1D33-4CF3-C868-9D64D149DD23}"/>
                  </a:ext>
                </a:extLst>
              </p:cNvPr>
              <p:cNvSpPr txBox="1"/>
              <p:nvPr/>
            </p:nvSpPr>
            <p:spPr>
              <a:xfrm>
                <a:off x="5049382" y="1286639"/>
                <a:ext cx="902811" cy="338554"/>
              </a:xfrm>
              <a:prstGeom prst="rect">
                <a:avLst/>
              </a:prstGeom>
              <a:noFill/>
            </p:spPr>
            <p:txBody>
              <a:bodyPr wrap="none" rtlCol="0">
                <a:spAutoFit/>
              </a:bodyPr>
              <a:lstStyle/>
              <a:p>
                <a:r>
                  <a:rPr lang="en-US" altLang="ja-JP"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HP</a:t>
                </a:r>
                <a:r>
                  <a:rPr lang="ja-JP" altLang="en-US"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300</a:t>
                </a:r>
                <a:endParaRPr lang="ja-JP" altLang="en-US"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43" name="テキスト ボックス 42">
                <a:extLst>
                  <a:ext uri="{FF2B5EF4-FFF2-40B4-BE49-F238E27FC236}">
                    <a16:creationId xmlns:a16="http://schemas.microsoft.com/office/drawing/2014/main" id="{D16E72F5-2216-65AD-1905-BA52B3F0FF14}"/>
                  </a:ext>
                </a:extLst>
              </p:cNvPr>
              <p:cNvSpPr txBox="1"/>
              <p:nvPr/>
            </p:nvSpPr>
            <p:spPr>
              <a:xfrm>
                <a:off x="5049382" y="1585567"/>
                <a:ext cx="902811" cy="338554"/>
              </a:xfrm>
              <a:prstGeom prst="rect">
                <a:avLst/>
              </a:prstGeom>
              <a:noFill/>
            </p:spPr>
            <p:txBody>
              <a:bodyPr wrap="none" rtlCol="0">
                <a:spAutoFit/>
              </a:bodyPr>
              <a:lstStyle/>
              <a:p>
                <a:r>
                  <a:rPr lang="en-US" altLang="ja-JP"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SPD</a:t>
                </a:r>
                <a:r>
                  <a:rPr lang="ja-JP" altLang="en-US"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50</a:t>
                </a:r>
                <a:endParaRPr lang="ja-JP" altLang="en-US"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47" name="グループ化 46">
              <a:extLst>
                <a:ext uri="{FF2B5EF4-FFF2-40B4-BE49-F238E27FC236}">
                  <a16:creationId xmlns:a16="http://schemas.microsoft.com/office/drawing/2014/main" id="{7710B1CC-FE3E-3B1C-92D4-30CD439E909A}"/>
                </a:ext>
              </a:extLst>
            </p:cNvPr>
            <p:cNvGrpSpPr/>
            <p:nvPr/>
          </p:nvGrpSpPr>
          <p:grpSpPr>
            <a:xfrm>
              <a:off x="8219479" y="1475810"/>
              <a:ext cx="1096414" cy="382984"/>
              <a:chOff x="9966073" y="1893340"/>
              <a:chExt cx="836714" cy="292269"/>
            </a:xfrm>
          </p:grpSpPr>
          <p:sp>
            <p:nvSpPr>
              <p:cNvPr id="48" name="四角形: 角を丸くする 47">
                <a:extLst>
                  <a:ext uri="{FF2B5EF4-FFF2-40B4-BE49-F238E27FC236}">
                    <a16:creationId xmlns:a16="http://schemas.microsoft.com/office/drawing/2014/main" id="{AD885BD4-9A91-227D-FEF3-CE4C570AC453}"/>
                  </a:ext>
                </a:extLst>
              </p:cNvPr>
              <p:cNvSpPr/>
              <p:nvPr/>
            </p:nvSpPr>
            <p:spPr>
              <a:xfrm>
                <a:off x="9966073" y="1893340"/>
                <a:ext cx="836714" cy="292269"/>
              </a:xfrm>
              <a:prstGeom prst="roundRect">
                <a:avLst>
                  <a:gd name="adj" fmla="val 4721"/>
                </a:avLst>
              </a:prstGeom>
              <a:solidFill>
                <a:schemeClr val="accent2">
                  <a:alpha val="60000"/>
                </a:schemeClr>
              </a:solidFill>
              <a:ln w="25400">
                <a:solidFill>
                  <a:srgbClr val="FF00FF"/>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latin typeface="原稿用標準書体" panose="03000503000000000000" pitchFamily="66" charset="-128"/>
                  <a:ea typeface="原稿用標準書体" panose="03000503000000000000" pitchFamily="66" charset="-128"/>
                </a:endParaRPr>
              </a:p>
            </p:txBody>
          </p:sp>
          <p:sp>
            <p:nvSpPr>
              <p:cNvPr id="49" name="テキスト ボックス 48">
                <a:extLst>
                  <a:ext uri="{FF2B5EF4-FFF2-40B4-BE49-F238E27FC236}">
                    <a16:creationId xmlns:a16="http://schemas.microsoft.com/office/drawing/2014/main" id="{65742924-98C9-DB44-BE2E-C88ED55AAC4C}"/>
                  </a:ext>
                </a:extLst>
              </p:cNvPr>
              <p:cNvSpPr txBox="1"/>
              <p:nvPr/>
            </p:nvSpPr>
            <p:spPr>
              <a:xfrm>
                <a:off x="10079092" y="1910293"/>
                <a:ext cx="610677" cy="258363"/>
              </a:xfrm>
              <a:prstGeom prst="rect">
                <a:avLst/>
              </a:prstGeom>
              <a:noFill/>
            </p:spPr>
            <p:txBody>
              <a:bodyPr wrap="none" rtlCol="0">
                <a:spAutoFit/>
              </a:bodyPr>
              <a:lstStyle/>
              <a:p>
                <a:pPr algn="ctr"/>
                <a:r>
                  <a:rPr lang="ja-JP" altLang="en-US" sz="1600">
                    <a:solidFill>
                      <a:srgbClr val="FF00FF"/>
                    </a:solidFill>
                    <a:latin typeface="原稿用標準書体" panose="03000503000000000000" pitchFamily="66" charset="-128"/>
                    <a:ea typeface="原稿用標準書体" panose="03000503000000000000" pitchFamily="66" charset="-128"/>
                  </a:rPr>
                  <a:t>格納中</a:t>
                </a:r>
                <a:endParaRPr lang="en-US" altLang="ja-JP" sz="1600" dirty="0">
                  <a:solidFill>
                    <a:srgbClr val="FF00FF"/>
                  </a:solidFill>
                  <a:latin typeface="原稿用標準書体" panose="03000503000000000000" pitchFamily="66" charset="-128"/>
                  <a:ea typeface="原稿用標準書体" panose="03000503000000000000" pitchFamily="66" charset="-128"/>
                </a:endParaRPr>
              </a:p>
            </p:txBody>
          </p:sp>
        </p:grpSp>
      </p:grpSp>
      <p:sp>
        <p:nvSpPr>
          <p:cNvPr id="52" name="四角形: 角を丸くする 51">
            <a:extLst>
              <a:ext uri="{FF2B5EF4-FFF2-40B4-BE49-F238E27FC236}">
                <a16:creationId xmlns:a16="http://schemas.microsoft.com/office/drawing/2014/main" id="{A712F9F4-E190-C032-E4A0-FEFF896E5130}"/>
              </a:ext>
            </a:extLst>
          </p:cNvPr>
          <p:cNvSpPr/>
          <p:nvPr/>
        </p:nvSpPr>
        <p:spPr>
          <a:xfrm>
            <a:off x="1036812" y="2349888"/>
            <a:ext cx="7896665" cy="1102055"/>
          </a:xfrm>
          <a:prstGeom prst="roundRect">
            <a:avLst>
              <a:gd name="adj" fmla="val 6896"/>
            </a:avLst>
          </a:prstGeom>
          <a:solidFill>
            <a:schemeClr val="bg1">
              <a:lumMod val="9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3" name="楕円 52">
            <a:extLst>
              <a:ext uri="{FF2B5EF4-FFF2-40B4-BE49-F238E27FC236}">
                <a16:creationId xmlns:a16="http://schemas.microsoft.com/office/drawing/2014/main" id="{1BE8B4D1-AC6B-82D8-2550-081308BEA391}"/>
              </a:ext>
            </a:extLst>
          </p:cNvPr>
          <p:cNvSpPr/>
          <p:nvPr/>
        </p:nvSpPr>
        <p:spPr>
          <a:xfrm>
            <a:off x="1374425" y="2568561"/>
            <a:ext cx="664708" cy="664708"/>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sz="24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4" name="テキスト ボックス 53">
            <a:extLst>
              <a:ext uri="{FF2B5EF4-FFF2-40B4-BE49-F238E27FC236}">
                <a16:creationId xmlns:a16="http://schemas.microsoft.com/office/drawing/2014/main" id="{75940B0F-34C4-4BE5-42A4-4D5BCB25D324}"/>
              </a:ext>
            </a:extLst>
          </p:cNvPr>
          <p:cNvSpPr txBox="1"/>
          <p:nvPr/>
        </p:nvSpPr>
        <p:spPr>
          <a:xfrm>
            <a:off x="2281242" y="2577750"/>
            <a:ext cx="877163" cy="646331"/>
          </a:xfrm>
          <a:prstGeom prst="rect">
            <a:avLst/>
          </a:prstGeom>
          <a:noFill/>
        </p:spPr>
        <p:txBody>
          <a:bodyPr wrap="none" rtlCol="0">
            <a:spAutoFit/>
          </a:bodyPr>
          <a:lstStyle/>
          <a:p>
            <a:pPr algn="ctr"/>
            <a:r>
              <a:rPr lang="en-US" altLang="ja-JP" sz="3600" b="1">
                <a:ln>
                  <a:gradFill flip="none" rotWithShape="1">
                    <a:gsLst>
                      <a:gs pos="25000">
                        <a:srgbClr val="FFFF00"/>
                      </a:gs>
                      <a:gs pos="0">
                        <a:srgbClr val="FF0000"/>
                      </a:gs>
                      <a:gs pos="50000">
                        <a:srgbClr val="00B050"/>
                      </a:gs>
                      <a:gs pos="75000">
                        <a:srgbClr val="0070C0"/>
                      </a:gs>
                      <a:gs pos="100000">
                        <a:schemeClr val="accent6"/>
                      </a:gs>
                    </a:gsLst>
                    <a:lin ang="0" scaled="1"/>
                    <a:tileRect/>
                  </a:gradFill>
                </a:ln>
                <a:gradFill flip="none" rotWithShape="1">
                  <a:gsLst>
                    <a:gs pos="0">
                      <a:srgbClr val="FF0000">
                        <a:lumMod val="97000"/>
                        <a:lumOff val="3000"/>
                      </a:srgbClr>
                    </a:gs>
                    <a:gs pos="100000">
                      <a:srgbClr val="7030A0"/>
                    </a:gs>
                    <a:gs pos="75000">
                      <a:srgbClr val="0070C0"/>
                    </a:gs>
                    <a:gs pos="50000">
                      <a:srgbClr val="8EDC23"/>
                    </a:gs>
                    <a:gs pos="25000">
                      <a:srgbClr val="FFFF00"/>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SSR</a:t>
            </a:r>
            <a:endParaRPr kumimoji="1" lang="ja-JP" altLang="en-US" sz="3600" b="1" dirty="0">
              <a:ln>
                <a:gradFill flip="none" rotWithShape="1">
                  <a:gsLst>
                    <a:gs pos="25000">
                      <a:srgbClr val="FFFF00"/>
                    </a:gs>
                    <a:gs pos="0">
                      <a:srgbClr val="FF0000"/>
                    </a:gs>
                    <a:gs pos="50000">
                      <a:srgbClr val="00B050"/>
                    </a:gs>
                    <a:gs pos="75000">
                      <a:srgbClr val="0070C0"/>
                    </a:gs>
                    <a:gs pos="100000">
                      <a:schemeClr val="accent6"/>
                    </a:gs>
                  </a:gsLst>
                  <a:lin ang="0" scaled="1"/>
                  <a:tileRect/>
                </a:gradFill>
              </a:ln>
              <a:gradFill flip="none" rotWithShape="1">
                <a:gsLst>
                  <a:gs pos="0">
                    <a:srgbClr val="FF0000">
                      <a:lumMod val="97000"/>
                      <a:lumOff val="3000"/>
                    </a:srgbClr>
                  </a:gs>
                  <a:gs pos="100000">
                    <a:srgbClr val="7030A0"/>
                  </a:gs>
                  <a:gs pos="75000">
                    <a:srgbClr val="0070C0"/>
                  </a:gs>
                  <a:gs pos="50000">
                    <a:srgbClr val="8EDC23"/>
                  </a:gs>
                  <a:gs pos="25000">
                    <a:srgbClr val="FFFF00"/>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grpSp>
        <p:nvGrpSpPr>
          <p:cNvPr id="55" name="グループ化 54">
            <a:extLst>
              <a:ext uri="{FF2B5EF4-FFF2-40B4-BE49-F238E27FC236}">
                <a16:creationId xmlns:a16="http://schemas.microsoft.com/office/drawing/2014/main" id="{78151C7E-2789-B947-601A-CA7F1A154F76}"/>
              </a:ext>
            </a:extLst>
          </p:cNvPr>
          <p:cNvGrpSpPr/>
          <p:nvPr/>
        </p:nvGrpSpPr>
        <p:grpSpPr>
          <a:xfrm>
            <a:off x="3432406" y="2452470"/>
            <a:ext cx="800219" cy="896890"/>
            <a:chOff x="4135299" y="1266070"/>
            <a:chExt cx="800219" cy="896890"/>
          </a:xfrm>
        </p:grpSpPr>
        <p:pic>
          <p:nvPicPr>
            <p:cNvPr id="67" name="図 66">
              <a:extLst>
                <a:ext uri="{FF2B5EF4-FFF2-40B4-BE49-F238E27FC236}">
                  <a16:creationId xmlns:a16="http://schemas.microsoft.com/office/drawing/2014/main" id="{185D825F-E29B-F1E8-5923-DD887F996D3A}"/>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4223170" y="1266070"/>
              <a:ext cx="624477" cy="662951"/>
            </a:xfrm>
            <a:prstGeom prst="rect">
              <a:avLst/>
            </a:prstGeom>
          </p:spPr>
        </p:pic>
        <p:sp>
          <p:nvSpPr>
            <p:cNvPr id="68" name="テキスト ボックス 67">
              <a:extLst>
                <a:ext uri="{FF2B5EF4-FFF2-40B4-BE49-F238E27FC236}">
                  <a16:creationId xmlns:a16="http://schemas.microsoft.com/office/drawing/2014/main" id="{B4FE216E-AA20-B079-339F-33AE4BCFA53E}"/>
                </a:ext>
              </a:extLst>
            </p:cNvPr>
            <p:cNvSpPr txBox="1"/>
            <p:nvPr/>
          </p:nvSpPr>
          <p:spPr>
            <a:xfrm>
              <a:off x="4135299" y="1824406"/>
              <a:ext cx="800219" cy="338554"/>
            </a:xfrm>
            <a:prstGeom prst="rect">
              <a:avLst/>
            </a:prstGeom>
            <a:noFill/>
          </p:spPr>
          <p:txBody>
            <a:bodyPr wrap="none" rtlCol="0">
              <a:spAutoFit/>
            </a:bodyPr>
            <a:lstStyle/>
            <a:p>
              <a:r>
                <a:rPr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武器名</a:t>
              </a:r>
              <a:endParaRPr kumimoji="1"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56" name="テキスト ボックス 55">
            <a:extLst>
              <a:ext uri="{FF2B5EF4-FFF2-40B4-BE49-F238E27FC236}">
                <a16:creationId xmlns:a16="http://schemas.microsoft.com/office/drawing/2014/main" id="{5459D1D3-CB85-C4CE-30BF-60056FCF6098}"/>
              </a:ext>
            </a:extLst>
          </p:cNvPr>
          <p:cNvSpPr txBox="1"/>
          <p:nvPr/>
        </p:nvSpPr>
        <p:spPr>
          <a:xfrm>
            <a:off x="6011965" y="2500634"/>
            <a:ext cx="1005403" cy="338554"/>
          </a:xfrm>
          <a:prstGeom prst="rect">
            <a:avLst/>
          </a:prstGeom>
          <a:noFill/>
        </p:spPr>
        <p:txBody>
          <a:bodyPr wrap="none" rtlCol="0">
            <a:spAutoFit/>
          </a:bodyPr>
          <a:lstStyle/>
          <a:p>
            <a:r>
              <a:rPr lang="ja-JP" altLang="en-US" sz="1600">
                <a:solidFill>
                  <a:schemeClr val="accent6"/>
                </a:solidFill>
                <a:latin typeface="原稿用標準書体" panose="03000503000000000000" pitchFamily="66" charset="-128"/>
                <a:ea typeface="原稿用標準書体" panose="03000503000000000000" pitchFamily="66" charset="-128"/>
              </a:rPr>
              <a:t>状態付与</a:t>
            </a:r>
            <a:endParaRPr kumimoji="1" lang="ja-JP" altLang="en-US" sz="1600" dirty="0">
              <a:solidFill>
                <a:schemeClr val="accent6"/>
              </a:solidFill>
              <a:latin typeface="原稿用標準書体" panose="03000503000000000000" pitchFamily="66" charset="-128"/>
              <a:ea typeface="原稿用標準書体" panose="03000503000000000000" pitchFamily="66" charset="-128"/>
            </a:endParaRPr>
          </a:p>
        </p:txBody>
      </p:sp>
      <p:grpSp>
        <p:nvGrpSpPr>
          <p:cNvPr id="57" name="グループ化 56">
            <a:extLst>
              <a:ext uri="{FF2B5EF4-FFF2-40B4-BE49-F238E27FC236}">
                <a16:creationId xmlns:a16="http://schemas.microsoft.com/office/drawing/2014/main" id="{A44650DC-2E8E-4608-61A7-57CFF78F666F}"/>
              </a:ext>
            </a:extLst>
          </p:cNvPr>
          <p:cNvGrpSpPr/>
          <p:nvPr/>
        </p:nvGrpSpPr>
        <p:grpSpPr>
          <a:xfrm>
            <a:off x="5937371" y="2911909"/>
            <a:ext cx="1154591" cy="403305"/>
            <a:chOff x="9966073" y="1893345"/>
            <a:chExt cx="836714" cy="292269"/>
          </a:xfrm>
        </p:grpSpPr>
        <p:sp>
          <p:nvSpPr>
            <p:cNvPr id="65" name="四角形: 角を丸くする 64">
              <a:extLst>
                <a:ext uri="{FF2B5EF4-FFF2-40B4-BE49-F238E27FC236}">
                  <a16:creationId xmlns:a16="http://schemas.microsoft.com/office/drawing/2014/main" id="{5E3C77B6-8635-F0BD-88F7-EAA95878EEAC}"/>
                </a:ext>
              </a:extLst>
            </p:cNvPr>
            <p:cNvSpPr/>
            <p:nvPr/>
          </p:nvSpPr>
          <p:spPr>
            <a:xfrm>
              <a:off x="9966073" y="1893345"/>
              <a:ext cx="836714" cy="292269"/>
            </a:xfrm>
            <a:prstGeom prst="roundRect">
              <a:avLst>
                <a:gd name="adj" fmla="val 4721"/>
              </a:avLst>
            </a:prstGeom>
            <a:solidFill>
              <a:schemeClr val="accent6">
                <a:lumMod val="20000"/>
                <a:lumOff val="8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latin typeface="原稿用標準書体" panose="03000503000000000000" pitchFamily="66" charset="-128"/>
                <a:ea typeface="原稿用標準書体" panose="03000503000000000000" pitchFamily="66" charset="-128"/>
              </a:endParaRPr>
            </a:p>
          </p:txBody>
        </p:sp>
        <p:sp>
          <p:nvSpPr>
            <p:cNvPr id="66" name="テキスト ボックス 65">
              <a:extLst>
                <a:ext uri="{FF2B5EF4-FFF2-40B4-BE49-F238E27FC236}">
                  <a16:creationId xmlns:a16="http://schemas.microsoft.com/office/drawing/2014/main" id="{31203250-64BF-C81B-8C96-6CDF6E78068E}"/>
                </a:ext>
              </a:extLst>
            </p:cNvPr>
            <p:cNvSpPr txBox="1"/>
            <p:nvPr/>
          </p:nvSpPr>
          <p:spPr>
            <a:xfrm>
              <a:off x="10094478" y="1916805"/>
              <a:ext cx="579906" cy="245345"/>
            </a:xfrm>
            <a:prstGeom prst="rect">
              <a:avLst/>
            </a:prstGeom>
            <a:noFill/>
          </p:spPr>
          <p:txBody>
            <a:bodyPr wrap="none" rtlCol="0">
              <a:spAutoFit/>
            </a:bodyPr>
            <a:lstStyle/>
            <a:p>
              <a:pPr algn="ctr"/>
              <a:r>
                <a:rPr lang="ja-JP" altLang="en-US" sz="1600">
                  <a:solidFill>
                    <a:schemeClr val="tx1">
                      <a:lumMod val="75000"/>
                      <a:lumOff val="25000"/>
                    </a:schemeClr>
                  </a:solidFill>
                  <a:latin typeface="原稿用標準書体" panose="03000503000000000000" pitchFamily="66" charset="-128"/>
                  <a:ea typeface="原稿用標準書体" panose="03000503000000000000" pitchFamily="66" charset="-128"/>
                </a:rPr>
                <a:t>状態名</a:t>
              </a:r>
              <a:endParaRPr lang="en-US" altLang="ja-JP" sz="1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grpSp>
        <p:nvGrpSpPr>
          <p:cNvPr id="58" name="グループ化 57">
            <a:extLst>
              <a:ext uri="{FF2B5EF4-FFF2-40B4-BE49-F238E27FC236}">
                <a16:creationId xmlns:a16="http://schemas.microsoft.com/office/drawing/2014/main" id="{2F255D4B-FA28-8ECE-4478-0A75429272C9}"/>
              </a:ext>
            </a:extLst>
          </p:cNvPr>
          <p:cNvGrpSpPr/>
          <p:nvPr/>
        </p:nvGrpSpPr>
        <p:grpSpPr>
          <a:xfrm>
            <a:off x="4482474" y="2432710"/>
            <a:ext cx="902811" cy="936411"/>
            <a:chOff x="5049382" y="1286639"/>
            <a:chExt cx="902811" cy="936411"/>
          </a:xfrm>
        </p:grpSpPr>
        <p:sp>
          <p:nvSpPr>
            <p:cNvPr id="62" name="テキスト ボックス 61">
              <a:extLst>
                <a:ext uri="{FF2B5EF4-FFF2-40B4-BE49-F238E27FC236}">
                  <a16:creationId xmlns:a16="http://schemas.microsoft.com/office/drawing/2014/main" id="{2A98ABE4-C9CB-A240-C1F5-3AEC509B52D4}"/>
                </a:ext>
              </a:extLst>
            </p:cNvPr>
            <p:cNvSpPr txBox="1"/>
            <p:nvPr/>
          </p:nvSpPr>
          <p:spPr>
            <a:xfrm>
              <a:off x="5049382" y="1884496"/>
              <a:ext cx="902811" cy="338554"/>
            </a:xfrm>
            <a:prstGeom prst="rect">
              <a:avLst/>
            </a:prstGeom>
            <a:noFill/>
          </p:spPr>
          <p:txBody>
            <a:bodyPr wrap="none" rtlCol="0">
              <a:spAutoFit/>
            </a:bodyPr>
            <a:lstStyle/>
            <a:p>
              <a:r>
                <a:rPr lang="en-US" altLang="ja-JP"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ATK</a:t>
              </a:r>
              <a:r>
                <a:rPr lang="ja-JP" altLang="en-US"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80</a:t>
              </a:r>
              <a:endParaRPr lang="ja-JP" altLang="en-US"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3" name="テキスト ボックス 62">
              <a:extLst>
                <a:ext uri="{FF2B5EF4-FFF2-40B4-BE49-F238E27FC236}">
                  <a16:creationId xmlns:a16="http://schemas.microsoft.com/office/drawing/2014/main" id="{ED2840D2-3A01-329D-1049-019BE2BAD7BA}"/>
                </a:ext>
              </a:extLst>
            </p:cNvPr>
            <p:cNvSpPr txBox="1"/>
            <p:nvPr/>
          </p:nvSpPr>
          <p:spPr>
            <a:xfrm>
              <a:off x="5049382" y="1286639"/>
              <a:ext cx="902811" cy="338554"/>
            </a:xfrm>
            <a:prstGeom prst="rect">
              <a:avLst/>
            </a:prstGeom>
            <a:noFill/>
          </p:spPr>
          <p:txBody>
            <a:bodyPr wrap="none" rtlCol="0">
              <a:spAutoFit/>
            </a:bodyPr>
            <a:lstStyle/>
            <a:p>
              <a:r>
                <a:rPr lang="en-US" altLang="ja-JP"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HP</a:t>
              </a:r>
              <a:r>
                <a:rPr lang="ja-JP" altLang="en-US"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350</a:t>
              </a:r>
              <a:endParaRPr lang="ja-JP" altLang="en-US"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4" name="テキスト ボックス 63">
              <a:extLst>
                <a:ext uri="{FF2B5EF4-FFF2-40B4-BE49-F238E27FC236}">
                  <a16:creationId xmlns:a16="http://schemas.microsoft.com/office/drawing/2014/main" id="{6D9D3643-5371-B506-651C-4B99ACF6EB81}"/>
                </a:ext>
              </a:extLst>
            </p:cNvPr>
            <p:cNvSpPr txBox="1"/>
            <p:nvPr/>
          </p:nvSpPr>
          <p:spPr>
            <a:xfrm>
              <a:off x="5049382" y="1585567"/>
              <a:ext cx="902811" cy="338554"/>
            </a:xfrm>
            <a:prstGeom prst="rect">
              <a:avLst/>
            </a:prstGeom>
            <a:noFill/>
          </p:spPr>
          <p:txBody>
            <a:bodyPr wrap="none" rtlCol="0">
              <a:spAutoFit/>
            </a:bodyPr>
            <a:lstStyle/>
            <a:p>
              <a:r>
                <a:rPr lang="en-US" altLang="ja-JP"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SPD</a:t>
              </a:r>
              <a:r>
                <a:rPr lang="ja-JP" altLang="en-US"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70</a:t>
              </a:r>
              <a:endParaRPr lang="ja-JP" altLang="en-US"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59" name="グループ化 58">
            <a:extLst>
              <a:ext uri="{FF2B5EF4-FFF2-40B4-BE49-F238E27FC236}">
                <a16:creationId xmlns:a16="http://schemas.microsoft.com/office/drawing/2014/main" id="{5399039B-4806-A438-06E8-76E0D6FFA3BE}"/>
              </a:ext>
            </a:extLst>
          </p:cNvPr>
          <p:cNvGrpSpPr/>
          <p:nvPr/>
        </p:nvGrpSpPr>
        <p:grpSpPr>
          <a:xfrm>
            <a:off x="7408735" y="2685895"/>
            <a:ext cx="1096414" cy="382984"/>
            <a:chOff x="9966073" y="1893340"/>
            <a:chExt cx="836714" cy="292269"/>
          </a:xfrm>
        </p:grpSpPr>
        <p:sp>
          <p:nvSpPr>
            <p:cNvPr id="60" name="四角形: 角を丸くする 59">
              <a:extLst>
                <a:ext uri="{FF2B5EF4-FFF2-40B4-BE49-F238E27FC236}">
                  <a16:creationId xmlns:a16="http://schemas.microsoft.com/office/drawing/2014/main" id="{92A5E2C3-46B5-1B90-9156-61A15B08B4C8}"/>
                </a:ext>
              </a:extLst>
            </p:cNvPr>
            <p:cNvSpPr/>
            <p:nvPr/>
          </p:nvSpPr>
          <p:spPr>
            <a:xfrm>
              <a:off x="9966073" y="1893340"/>
              <a:ext cx="836714" cy="292269"/>
            </a:xfrm>
            <a:prstGeom prst="roundRect">
              <a:avLst>
                <a:gd name="adj" fmla="val 4721"/>
              </a:avLst>
            </a:prstGeom>
            <a:solidFill>
              <a:srgbClr val="FF00FF">
                <a:alpha val="60000"/>
              </a:srgbClr>
            </a:solidFill>
            <a:ln w="25400">
              <a:no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latin typeface="原稿用標準書体" panose="03000503000000000000" pitchFamily="66" charset="-128"/>
                <a:ea typeface="原稿用標準書体" panose="03000503000000000000" pitchFamily="66" charset="-128"/>
              </a:endParaRPr>
            </a:p>
          </p:txBody>
        </p:sp>
        <p:sp>
          <p:nvSpPr>
            <p:cNvPr id="61" name="テキスト ボックス 60">
              <a:extLst>
                <a:ext uri="{FF2B5EF4-FFF2-40B4-BE49-F238E27FC236}">
                  <a16:creationId xmlns:a16="http://schemas.microsoft.com/office/drawing/2014/main" id="{CB229B20-1F2B-F196-25B6-6639C0871E19}"/>
                </a:ext>
              </a:extLst>
            </p:cNvPr>
            <p:cNvSpPr txBox="1"/>
            <p:nvPr/>
          </p:nvSpPr>
          <p:spPr>
            <a:xfrm>
              <a:off x="10157384" y="1910293"/>
              <a:ext cx="454093" cy="258363"/>
            </a:xfrm>
            <a:prstGeom prst="rect">
              <a:avLst/>
            </a:prstGeom>
            <a:noFill/>
          </p:spPr>
          <p:txBody>
            <a:bodyPr wrap="none" rtlCol="0">
              <a:spAutoFit/>
            </a:bodyPr>
            <a:lstStyle/>
            <a:p>
              <a:pPr algn="ctr"/>
              <a:r>
                <a:rPr lang="ja-JP" altLang="en-US" sz="1600">
                  <a:solidFill>
                    <a:schemeClr val="accent2">
                      <a:lumMod val="60000"/>
                      <a:lumOff val="40000"/>
                    </a:schemeClr>
                  </a:solidFill>
                  <a:latin typeface="原稿用標準書体" panose="03000503000000000000" pitchFamily="66" charset="-128"/>
                  <a:ea typeface="原稿用標準書体" panose="03000503000000000000" pitchFamily="66" charset="-128"/>
                </a:rPr>
                <a:t>格納</a:t>
              </a:r>
              <a:endParaRPr lang="en-US" altLang="ja-JP" sz="1600" dirty="0">
                <a:solidFill>
                  <a:schemeClr val="accent2">
                    <a:lumMod val="60000"/>
                    <a:lumOff val="40000"/>
                  </a:schemeClr>
                </a:solidFill>
                <a:latin typeface="原稿用標準書体" panose="03000503000000000000" pitchFamily="66" charset="-128"/>
                <a:ea typeface="原稿用標準書体" panose="03000503000000000000" pitchFamily="66" charset="-128"/>
              </a:endParaRPr>
            </a:p>
          </p:txBody>
        </p:sp>
      </p:grpSp>
      <p:grpSp>
        <p:nvGrpSpPr>
          <p:cNvPr id="69" name="グループ化 68">
            <a:extLst>
              <a:ext uri="{FF2B5EF4-FFF2-40B4-BE49-F238E27FC236}">
                <a16:creationId xmlns:a16="http://schemas.microsoft.com/office/drawing/2014/main" id="{90FE3436-B906-392E-761B-AD5A4CEA6D26}"/>
              </a:ext>
            </a:extLst>
          </p:cNvPr>
          <p:cNvGrpSpPr/>
          <p:nvPr/>
        </p:nvGrpSpPr>
        <p:grpSpPr>
          <a:xfrm>
            <a:off x="5499235" y="2470759"/>
            <a:ext cx="205636" cy="865729"/>
            <a:chOff x="6239689" y="3238766"/>
            <a:chExt cx="217724" cy="916620"/>
          </a:xfrm>
        </p:grpSpPr>
        <p:pic>
          <p:nvPicPr>
            <p:cNvPr id="23" name="図 22">
              <a:extLst>
                <a:ext uri="{FF2B5EF4-FFF2-40B4-BE49-F238E27FC236}">
                  <a16:creationId xmlns:a16="http://schemas.microsoft.com/office/drawing/2014/main" id="{768AA642-F4C0-61B9-1B10-084304A9412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239689" y="3238766"/>
              <a:ext cx="217724" cy="223877"/>
            </a:xfrm>
            <a:prstGeom prst="rect">
              <a:avLst/>
            </a:prstGeom>
          </p:spPr>
        </p:pic>
        <p:pic>
          <p:nvPicPr>
            <p:cNvPr id="27" name="図 26">
              <a:extLst>
                <a:ext uri="{FF2B5EF4-FFF2-40B4-BE49-F238E27FC236}">
                  <a16:creationId xmlns:a16="http://schemas.microsoft.com/office/drawing/2014/main" id="{9938B1A6-B02C-5569-BB7F-725E8386C64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239689" y="3585138"/>
              <a:ext cx="217724" cy="223877"/>
            </a:xfrm>
            <a:prstGeom prst="rect">
              <a:avLst/>
            </a:prstGeom>
          </p:spPr>
        </p:pic>
        <p:pic>
          <p:nvPicPr>
            <p:cNvPr id="30" name="図 29">
              <a:extLst>
                <a:ext uri="{FF2B5EF4-FFF2-40B4-BE49-F238E27FC236}">
                  <a16:creationId xmlns:a16="http://schemas.microsoft.com/office/drawing/2014/main" id="{939B451C-F559-D0DF-B51C-AEF42F257A5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flipV="1">
              <a:off x="6239689" y="3931509"/>
              <a:ext cx="217724" cy="223877"/>
            </a:xfrm>
            <a:prstGeom prst="rect">
              <a:avLst/>
            </a:prstGeom>
          </p:spPr>
        </p:pic>
      </p:grpSp>
      <p:grpSp>
        <p:nvGrpSpPr>
          <p:cNvPr id="70" name="グループ化 69">
            <a:extLst>
              <a:ext uri="{FF2B5EF4-FFF2-40B4-BE49-F238E27FC236}">
                <a16:creationId xmlns:a16="http://schemas.microsoft.com/office/drawing/2014/main" id="{71480F69-8F3B-4CE5-9137-0BEAEB90C84F}"/>
              </a:ext>
            </a:extLst>
          </p:cNvPr>
          <p:cNvGrpSpPr/>
          <p:nvPr/>
        </p:nvGrpSpPr>
        <p:grpSpPr>
          <a:xfrm>
            <a:off x="9265717" y="2434939"/>
            <a:ext cx="236362" cy="3690389"/>
            <a:chOff x="11044871" y="4022147"/>
            <a:chExt cx="236362" cy="2031812"/>
          </a:xfrm>
        </p:grpSpPr>
        <p:sp>
          <p:nvSpPr>
            <p:cNvPr id="71" name="四角形: 角を丸くする 70">
              <a:extLst>
                <a:ext uri="{FF2B5EF4-FFF2-40B4-BE49-F238E27FC236}">
                  <a16:creationId xmlns:a16="http://schemas.microsoft.com/office/drawing/2014/main" id="{E1421C33-92F4-3715-E1D9-806395517EA3}"/>
                </a:ext>
              </a:extLst>
            </p:cNvPr>
            <p:cNvSpPr/>
            <p:nvPr/>
          </p:nvSpPr>
          <p:spPr>
            <a:xfrm>
              <a:off x="11044871" y="4022147"/>
              <a:ext cx="236362" cy="2031812"/>
            </a:xfrm>
            <a:prstGeom prst="roundRect">
              <a:avLst/>
            </a:prstGeom>
            <a:no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2" name="四角形: 角を丸くする 71">
              <a:extLst>
                <a:ext uri="{FF2B5EF4-FFF2-40B4-BE49-F238E27FC236}">
                  <a16:creationId xmlns:a16="http://schemas.microsoft.com/office/drawing/2014/main" id="{3749AE1B-A1AB-0426-2A2F-3D5D2E0F2CC0}"/>
                </a:ext>
              </a:extLst>
            </p:cNvPr>
            <p:cNvSpPr/>
            <p:nvPr/>
          </p:nvSpPr>
          <p:spPr>
            <a:xfrm>
              <a:off x="11066205" y="4094529"/>
              <a:ext cx="193695" cy="571313"/>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cxnSp>
        <p:nvCxnSpPr>
          <p:cNvPr id="74" name="直線コネクタ 73">
            <a:extLst>
              <a:ext uri="{FF2B5EF4-FFF2-40B4-BE49-F238E27FC236}">
                <a16:creationId xmlns:a16="http://schemas.microsoft.com/office/drawing/2014/main" id="{347BD59B-78AE-E671-5AE7-B191914BFBE4}"/>
              </a:ext>
            </a:extLst>
          </p:cNvPr>
          <p:cNvCxnSpPr>
            <a:cxnSpLocks/>
          </p:cNvCxnSpPr>
          <p:nvPr/>
        </p:nvCxnSpPr>
        <p:spPr>
          <a:xfrm>
            <a:off x="753111" y="2222694"/>
            <a:ext cx="8975683" cy="0"/>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76" name="四角形: 角を丸くする 75">
            <a:extLst>
              <a:ext uri="{FF2B5EF4-FFF2-40B4-BE49-F238E27FC236}">
                <a16:creationId xmlns:a16="http://schemas.microsoft.com/office/drawing/2014/main" id="{94F715B5-9FFB-6B80-A7EE-F284F6F80362}"/>
              </a:ext>
            </a:extLst>
          </p:cNvPr>
          <p:cNvSpPr/>
          <p:nvPr/>
        </p:nvSpPr>
        <p:spPr>
          <a:xfrm>
            <a:off x="1036812" y="3686581"/>
            <a:ext cx="7896665" cy="1102055"/>
          </a:xfrm>
          <a:prstGeom prst="roundRect">
            <a:avLst>
              <a:gd name="adj" fmla="val 6896"/>
            </a:avLst>
          </a:prstGeom>
          <a:solidFill>
            <a:schemeClr val="bg1">
              <a:lumMod val="9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7" name="楕円 76">
            <a:extLst>
              <a:ext uri="{FF2B5EF4-FFF2-40B4-BE49-F238E27FC236}">
                <a16:creationId xmlns:a16="http://schemas.microsoft.com/office/drawing/2014/main" id="{A152BE8F-9228-3A67-CB2D-6802E3F01E7D}"/>
              </a:ext>
            </a:extLst>
          </p:cNvPr>
          <p:cNvSpPr/>
          <p:nvPr/>
        </p:nvSpPr>
        <p:spPr>
          <a:xfrm>
            <a:off x="1374425" y="3905254"/>
            <a:ext cx="664708" cy="664708"/>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sz="24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79" name="グループ化 78">
            <a:extLst>
              <a:ext uri="{FF2B5EF4-FFF2-40B4-BE49-F238E27FC236}">
                <a16:creationId xmlns:a16="http://schemas.microsoft.com/office/drawing/2014/main" id="{2C3A8641-1086-56E0-2757-ABBFECD734BC}"/>
              </a:ext>
            </a:extLst>
          </p:cNvPr>
          <p:cNvGrpSpPr/>
          <p:nvPr/>
        </p:nvGrpSpPr>
        <p:grpSpPr>
          <a:xfrm>
            <a:off x="3432406" y="3789163"/>
            <a:ext cx="800219" cy="896890"/>
            <a:chOff x="4135299" y="1266070"/>
            <a:chExt cx="800219" cy="896890"/>
          </a:xfrm>
        </p:grpSpPr>
        <p:pic>
          <p:nvPicPr>
            <p:cNvPr id="91" name="図 90">
              <a:extLst>
                <a:ext uri="{FF2B5EF4-FFF2-40B4-BE49-F238E27FC236}">
                  <a16:creationId xmlns:a16="http://schemas.microsoft.com/office/drawing/2014/main" id="{B5F6A541-7174-2F2B-27E9-4520BBAF9583}"/>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4223170" y="1266070"/>
              <a:ext cx="624477" cy="662951"/>
            </a:xfrm>
            <a:prstGeom prst="rect">
              <a:avLst/>
            </a:prstGeom>
          </p:spPr>
        </p:pic>
        <p:sp>
          <p:nvSpPr>
            <p:cNvPr id="92" name="テキスト ボックス 91">
              <a:extLst>
                <a:ext uri="{FF2B5EF4-FFF2-40B4-BE49-F238E27FC236}">
                  <a16:creationId xmlns:a16="http://schemas.microsoft.com/office/drawing/2014/main" id="{81CA2C10-3CE9-90E9-7E6B-25A2D492B9B9}"/>
                </a:ext>
              </a:extLst>
            </p:cNvPr>
            <p:cNvSpPr txBox="1"/>
            <p:nvPr/>
          </p:nvSpPr>
          <p:spPr>
            <a:xfrm>
              <a:off x="4135299" y="1824406"/>
              <a:ext cx="800219" cy="338554"/>
            </a:xfrm>
            <a:prstGeom prst="rect">
              <a:avLst/>
            </a:prstGeom>
            <a:noFill/>
          </p:spPr>
          <p:txBody>
            <a:bodyPr wrap="none" rtlCol="0">
              <a:spAutoFit/>
            </a:bodyPr>
            <a:lstStyle/>
            <a:p>
              <a:r>
                <a:rPr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武器名</a:t>
              </a:r>
              <a:endParaRPr kumimoji="1"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80" name="テキスト ボックス 79">
            <a:extLst>
              <a:ext uri="{FF2B5EF4-FFF2-40B4-BE49-F238E27FC236}">
                <a16:creationId xmlns:a16="http://schemas.microsoft.com/office/drawing/2014/main" id="{CF17A243-8ADB-0E1A-B3AF-1776AFA08628}"/>
              </a:ext>
            </a:extLst>
          </p:cNvPr>
          <p:cNvSpPr txBox="1"/>
          <p:nvPr/>
        </p:nvSpPr>
        <p:spPr>
          <a:xfrm>
            <a:off x="6011965" y="3837327"/>
            <a:ext cx="1005403" cy="338554"/>
          </a:xfrm>
          <a:prstGeom prst="rect">
            <a:avLst/>
          </a:prstGeom>
          <a:noFill/>
        </p:spPr>
        <p:txBody>
          <a:bodyPr wrap="none" rtlCol="0">
            <a:spAutoFit/>
          </a:bodyPr>
          <a:lstStyle/>
          <a:p>
            <a:r>
              <a:rPr lang="ja-JP" altLang="en-US" sz="1600">
                <a:solidFill>
                  <a:schemeClr val="accent6"/>
                </a:solidFill>
                <a:latin typeface="原稿用標準書体" panose="03000503000000000000" pitchFamily="66" charset="-128"/>
                <a:ea typeface="原稿用標準書体" panose="03000503000000000000" pitchFamily="66" charset="-128"/>
              </a:rPr>
              <a:t>状態付与</a:t>
            </a:r>
            <a:endParaRPr kumimoji="1" lang="ja-JP" altLang="en-US" sz="1600" dirty="0">
              <a:solidFill>
                <a:schemeClr val="accent6"/>
              </a:solidFill>
              <a:latin typeface="原稿用標準書体" panose="03000503000000000000" pitchFamily="66" charset="-128"/>
              <a:ea typeface="原稿用標準書体" panose="03000503000000000000" pitchFamily="66" charset="-128"/>
            </a:endParaRPr>
          </a:p>
        </p:txBody>
      </p:sp>
      <p:grpSp>
        <p:nvGrpSpPr>
          <p:cNvPr id="81" name="グループ化 80">
            <a:extLst>
              <a:ext uri="{FF2B5EF4-FFF2-40B4-BE49-F238E27FC236}">
                <a16:creationId xmlns:a16="http://schemas.microsoft.com/office/drawing/2014/main" id="{0E6BFED6-5F96-2C23-E0E0-A342B19E8277}"/>
              </a:ext>
            </a:extLst>
          </p:cNvPr>
          <p:cNvGrpSpPr/>
          <p:nvPr/>
        </p:nvGrpSpPr>
        <p:grpSpPr>
          <a:xfrm>
            <a:off x="5937371" y="4248602"/>
            <a:ext cx="1154591" cy="403305"/>
            <a:chOff x="9966073" y="1893345"/>
            <a:chExt cx="836714" cy="292269"/>
          </a:xfrm>
        </p:grpSpPr>
        <p:sp>
          <p:nvSpPr>
            <p:cNvPr id="89" name="四角形: 角を丸くする 88">
              <a:extLst>
                <a:ext uri="{FF2B5EF4-FFF2-40B4-BE49-F238E27FC236}">
                  <a16:creationId xmlns:a16="http://schemas.microsoft.com/office/drawing/2014/main" id="{7B179564-589B-0C23-3287-DDC390823870}"/>
                </a:ext>
              </a:extLst>
            </p:cNvPr>
            <p:cNvSpPr/>
            <p:nvPr/>
          </p:nvSpPr>
          <p:spPr>
            <a:xfrm>
              <a:off x="9966073" y="1893345"/>
              <a:ext cx="836714" cy="292269"/>
            </a:xfrm>
            <a:prstGeom prst="roundRect">
              <a:avLst>
                <a:gd name="adj" fmla="val 4721"/>
              </a:avLst>
            </a:prstGeom>
            <a:solidFill>
              <a:schemeClr val="accent6">
                <a:lumMod val="20000"/>
                <a:lumOff val="8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latin typeface="原稿用標準書体" panose="03000503000000000000" pitchFamily="66" charset="-128"/>
                <a:ea typeface="原稿用標準書体" panose="03000503000000000000" pitchFamily="66" charset="-128"/>
              </a:endParaRPr>
            </a:p>
          </p:txBody>
        </p:sp>
        <p:sp>
          <p:nvSpPr>
            <p:cNvPr id="90" name="テキスト ボックス 89">
              <a:extLst>
                <a:ext uri="{FF2B5EF4-FFF2-40B4-BE49-F238E27FC236}">
                  <a16:creationId xmlns:a16="http://schemas.microsoft.com/office/drawing/2014/main" id="{0A4C91F1-EBCB-56F5-ED34-A5ECF24644DC}"/>
                </a:ext>
              </a:extLst>
            </p:cNvPr>
            <p:cNvSpPr txBox="1"/>
            <p:nvPr/>
          </p:nvSpPr>
          <p:spPr>
            <a:xfrm>
              <a:off x="10094478" y="1916805"/>
              <a:ext cx="579906" cy="245345"/>
            </a:xfrm>
            <a:prstGeom prst="rect">
              <a:avLst/>
            </a:prstGeom>
            <a:noFill/>
          </p:spPr>
          <p:txBody>
            <a:bodyPr wrap="none" rtlCol="0">
              <a:spAutoFit/>
            </a:bodyPr>
            <a:lstStyle/>
            <a:p>
              <a:pPr algn="ctr"/>
              <a:r>
                <a:rPr lang="ja-JP" altLang="en-US" sz="1600">
                  <a:solidFill>
                    <a:schemeClr val="tx1">
                      <a:lumMod val="75000"/>
                      <a:lumOff val="25000"/>
                    </a:schemeClr>
                  </a:solidFill>
                  <a:latin typeface="原稿用標準書体" panose="03000503000000000000" pitchFamily="66" charset="-128"/>
                  <a:ea typeface="原稿用標準書体" panose="03000503000000000000" pitchFamily="66" charset="-128"/>
                </a:rPr>
                <a:t>状態名</a:t>
              </a:r>
              <a:endParaRPr lang="en-US" altLang="ja-JP" sz="1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grpSp>
        <p:nvGrpSpPr>
          <p:cNvPr id="82" name="グループ化 81">
            <a:extLst>
              <a:ext uri="{FF2B5EF4-FFF2-40B4-BE49-F238E27FC236}">
                <a16:creationId xmlns:a16="http://schemas.microsoft.com/office/drawing/2014/main" id="{76401815-8429-61DD-327E-CCDF0489485A}"/>
              </a:ext>
            </a:extLst>
          </p:cNvPr>
          <p:cNvGrpSpPr/>
          <p:nvPr/>
        </p:nvGrpSpPr>
        <p:grpSpPr>
          <a:xfrm>
            <a:off x="4482474" y="3769403"/>
            <a:ext cx="902811" cy="936411"/>
            <a:chOff x="5049382" y="1286639"/>
            <a:chExt cx="902811" cy="936411"/>
          </a:xfrm>
        </p:grpSpPr>
        <p:sp>
          <p:nvSpPr>
            <p:cNvPr id="86" name="テキスト ボックス 85">
              <a:extLst>
                <a:ext uri="{FF2B5EF4-FFF2-40B4-BE49-F238E27FC236}">
                  <a16:creationId xmlns:a16="http://schemas.microsoft.com/office/drawing/2014/main" id="{5AD64AE2-AFEE-0110-0B02-1F91CD8C6DC6}"/>
                </a:ext>
              </a:extLst>
            </p:cNvPr>
            <p:cNvSpPr txBox="1"/>
            <p:nvPr/>
          </p:nvSpPr>
          <p:spPr>
            <a:xfrm>
              <a:off x="5049382" y="1884496"/>
              <a:ext cx="902811" cy="338554"/>
            </a:xfrm>
            <a:prstGeom prst="rect">
              <a:avLst/>
            </a:prstGeom>
            <a:noFill/>
          </p:spPr>
          <p:txBody>
            <a:bodyPr wrap="none" rtlCol="0">
              <a:spAutoFit/>
            </a:bodyPr>
            <a:lstStyle/>
            <a:p>
              <a:r>
                <a:rPr lang="en-US" altLang="ja-JP"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ATK</a:t>
              </a:r>
              <a:r>
                <a:rPr lang="ja-JP" altLang="en-US"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50</a:t>
              </a:r>
              <a:endParaRPr lang="ja-JP" altLang="en-US"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87" name="テキスト ボックス 86">
              <a:extLst>
                <a:ext uri="{FF2B5EF4-FFF2-40B4-BE49-F238E27FC236}">
                  <a16:creationId xmlns:a16="http://schemas.microsoft.com/office/drawing/2014/main" id="{37E2FE9D-F603-3FF1-39EC-35D35B435717}"/>
                </a:ext>
              </a:extLst>
            </p:cNvPr>
            <p:cNvSpPr txBox="1"/>
            <p:nvPr/>
          </p:nvSpPr>
          <p:spPr>
            <a:xfrm>
              <a:off x="5049382" y="1286639"/>
              <a:ext cx="902811" cy="338554"/>
            </a:xfrm>
            <a:prstGeom prst="rect">
              <a:avLst/>
            </a:prstGeom>
            <a:noFill/>
          </p:spPr>
          <p:txBody>
            <a:bodyPr wrap="none" rtlCol="0">
              <a:spAutoFit/>
            </a:bodyPr>
            <a:lstStyle/>
            <a:p>
              <a:r>
                <a:rPr lang="en-US" altLang="ja-JP"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HP</a:t>
              </a:r>
              <a:r>
                <a:rPr lang="ja-JP" altLang="en-US"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200</a:t>
              </a:r>
              <a:endParaRPr lang="ja-JP" altLang="en-US"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88" name="テキスト ボックス 87">
              <a:extLst>
                <a:ext uri="{FF2B5EF4-FFF2-40B4-BE49-F238E27FC236}">
                  <a16:creationId xmlns:a16="http://schemas.microsoft.com/office/drawing/2014/main" id="{1F02863F-7403-2367-0543-64C2624A74BA}"/>
                </a:ext>
              </a:extLst>
            </p:cNvPr>
            <p:cNvSpPr txBox="1"/>
            <p:nvPr/>
          </p:nvSpPr>
          <p:spPr>
            <a:xfrm>
              <a:off x="5049382" y="1585567"/>
              <a:ext cx="902811" cy="338554"/>
            </a:xfrm>
            <a:prstGeom prst="rect">
              <a:avLst/>
            </a:prstGeom>
            <a:noFill/>
          </p:spPr>
          <p:txBody>
            <a:bodyPr wrap="none" rtlCol="0">
              <a:spAutoFit/>
            </a:bodyPr>
            <a:lstStyle/>
            <a:p>
              <a:r>
                <a:rPr lang="en-US" altLang="ja-JP"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SPD</a:t>
              </a:r>
              <a:r>
                <a:rPr lang="ja-JP" altLang="en-US"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30</a:t>
              </a:r>
              <a:endParaRPr lang="ja-JP" altLang="en-US"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83" name="グループ化 82">
            <a:extLst>
              <a:ext uri="{FF2B5EF4-FFF2-40B4-BE49-F238E27FC236}">
                <a16:creationId xmlns:a16="http://schemas.microsoft.com/office/drawing/2014/main" id="{B3A9E3CB-1EF1-57F1-CE6D-2BE39033BCD5}"/>
              </a:ext>
            </a:extLst>
          </p:cNvPr>
          <p:cNvGrpSpPr/>
          <p:nvPr/>
        </p:nvGrpSpPr>
        <p:grpSpPr>
          <a:xfrm>
            <a:off x="7408735" y="4022588"/>
            <a:ext cx="1096414" cy="382984"/>
            <a:chOff x="9966073" y="1893340"/>
            <a:chExt cx="836714" cy="292269"/>
          </a:xfrm>
        </p:grpSpPr>
        <p:sp>
          <p:nvSpPr>
            <p:cNvPr id="84" name="四角形: 角を丸くする 83">
              <a:extLst>
                <a:ext uri="{FF2B5EF4-FFF2-40B4-BE49-F238E27FC236}">
                  <a16:creationId xmlns:a16="http://schemas.microsoft.com/office/drawing/2014/main" id="{381383C4-45B0-3336-FA4A-494A475DDD51}"/>
                </a:ext>
              </a:extLst>
            </p:cNvPr>
            <p:cNvSpPr/>
            <p:nvPr/>
          </p:nvSpPr>
          <p:spPr>
            <a:xfrm>
              <a:off x="9966073" y="1893340"/>
              <a:ext cx="836714" cy="292269"/>
            </a:xfrm>
            <a:prstGeom prst="roundRect">
              <a:avLst>
                <a:gd name="adj" fmla="val 4721"/>
              </a:avLst>
            </a:prstGeom>
            <a:solidFill>
              <a:srgbClr val="FF00FF">
                <a:alpha val="60000"/>
              </a:srgbClr>
            </a:solidFill>
            <a:ln w="25400">
              <a:no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latin typeface="原稿用標準書体" panose="03000503000000000000" pitchFamily="66" charset="-128"/>
                <a:ea typeface="原稿用標準書体" panose="03000503000000000000" pitchFamily="66" charset="-128"/>
              </a:endParaRPr>
            </a:p>
          </p:txBody>
        </p:sp>
        <p:sp>
          <p:nvSpPr>
            <p:cNvPr id="85" name="テキスト ボックス 84">
              <a:extLst>
                <a:ext uri="{FF2B5EF4-FFF2-40B4-BE49-F238E27FC236}">
                  <a16:creationId xmlns:a16="http://schemas.microsoft.com/office/drawing/2014/main" id="{C4C7F46A-F7C6-4FA2-92A8-874B01EA35B9}"/>
                </a:ext>
              </a:extLst>
            </p:cNvPr>
            <p:cNvSpPr txBox="1"/>
            <p:nvPr/>
          </p:nvSpPr>
          <p:spPr>
            <a:xfrm>
              <a:off x="10157384" y="1910293"/>
              <a:ext cx="454093" cy="258363"/>
            </a:xfrm>
            <a:prstGeom prst="rect">
              <a:avLst/>
            </a:prstGeom>
            <a:noFill/>
          </p:spPr>
          <p:txBody>
            <a:bodyPr wrap="none" rtlCol="0">
              <a:spAutoFit/>
            </a:bodyPr>
            <a:lstStyle/>
            <a:p>
              <a:pPr algn="ctr"/>
              <a:r>
                <a:rPr lang="ja-JP" altLang="en-US" sz="1600">
                  <a:solidFill>
                    <a:schemeClr val="accent2">
                      <a:lumMod val="60000"/>
                      <a:lumOff val="40000"/>
                    </a:schemeClr>
                  </a:solidFill>
                  <a:latin typeface="原稿用標準書体" panose="03000503000000000000" pitchFamily="66" charset="-128"/>
                  <a:ea typeface="原稿用標準書体" panose="03000503000000000000" pitchFamily="66" charset="-128"/>
                </a:rPr>
                <a:t>格納</a:t>
              </a:r>
              <a:endParaRPr lang="en-US" altLang="ja-JP" sz="1600" dirty="0">
                <a:solidFill>
                  <a:schemeClr val="accent2">
                    <a:lumMod val="60000"/>
                    <a:lumOff val="40000"/>
                  </a:schemeClr>
                </a:solidFill>
                <a:latin typeface="原稿用標準書体" panose="03000503000000000000" pitchFamily="66" charset="-128"/>
                <a:ea typeface="原稿用標準書体" panose="03000503000000000000" pitchFamily="66" charset="-128"/>
              </a:endParaRPr>
            </a:p>
          </p:txBody>
        </p:sp>
      </p:grpSp>
      <p:sp>
        <p:nvSpPr>
          <p:cNvPr id="94" name="四角形: 角を丸くする 93">
            <a:extLst>
              <a:ext uri="{FF2B5EF4-FFF2-40B4-BE49-F238E27FC236}">
                <a16:creationId xmlns:a16="http://schemas.microsoft.com/office/drawing/2014/main" id="{4DF066CF-3F1E-C2FC-2E7E-C541BD9BFA6A}"/>
              </a:ext>
            </a:extLst>
          </p:cNvPr>
          <p:cNvSpPr/>
          <p:nvPr/>
        </p:nvSpPr>
        <p:spPr>
          <a:xfrm>
            <a:off x="1036812" y="5023274"/>
            <a:ext cx="7896665" cy="1102055"/>
          </a:xfrm>
          <a:prstGeom prst="roundRect">
            <a:avLst>
              <a:gd name="adj" fmla="val 6896"/>
            </a:avLst>
          </a:prstGeom>
          <a:solidFill>
            <a:schemeClr val="bg1">
              <a:lumMod val="9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5" name="楕円 94">
            <a:extLst>
              <a:ext uri="{FF2B5EF4-FFF2-40B4-BE49-F238E27FC236}">
                <a16:creationId xmlns:a16="http://schemas.microsoft.com/office/drawing/2014/main" id="{39668553-916E-0F57-5EAC-3C8B8A4E459D}"/>
              </a:ext>
            </a:extLst>
          </p:cNvPr>
          <p:cNvSpPr/>
          <p:nvPr/>
        </p:nvSpPr>
        <p:spPr>
          <a:xfrm>
            <a:off x="1374425" y="5241947"/>
            <a:ext cx="664708" cy="664708"/>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sz="24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96" name="テキスト ボックス 95">
            <a:extLst>
              <a:ext uri="{FF2B5EF4-FFF2-40B4-BE49-F238E27FC236}">
                <a16:creationId xmlns:a16="http://schemas.microsoft.com/office/drawing/2014/main" id="{2C3B9158-474A-7692-5D54-3C826B3BA041}"/>
              </a:ext>
            </a:extLst>
          </p:cNvPr>
          <p:cNvSpPr txBox="1"/>
          <p:nvPr/>
        </p:nvSpPr>
        <p:spPr>
          <a:xfrm>
            <a:off x="2512074" y="5251136"/>
            <a:ext cx="415498" cy="646331"/>
          </a:xfrm>
          <a:prstGeom prst="rect">
            <a:avLst/>
          </a:prstGeom>
          <a:noFill/>
        </p:spPr>
        <p:txBody>
          <a:bodyPr wrap="none" rtlCol="0">
            <a:spAutoFit/>
          </a:bodyPr>
          <a:lstStyle/>
          <a:p>
            <a:pPr algn="ctr"/>
            <a:r>
              <a:rPr lang="en-US" altLang="ja-JP" sz="3600" b="1">
                <a:gradFill flip="none" rotWithShape="1">
                  <a:gsLst>
                    <a:gs pos="0">
                      <a:schemeClr val="bg1">
                        <a:lumMod val="75000"/>
                      </a:schemeClr>
                    </a:gs>
                    <a:gs pos="100000">
                      <a:schemeClr val="tx1">
                        <a:lumMod val="75000"/>
                        <a:lumOff val="25000"/>
                      </a:schemeClr>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R</a:t>
            </a:r>
            <a:endParaRPr kumimoji="1" lang="ja-JP" altLang="en-US" sz="3600" b="1" dirty="0">
              <a:gradFill flip="none" rotWithShape="1">
                <a:gsLst>
                  <a:gs pos="0">
                    <a:schemeClr val="bg1">
                      <a:lumMod val="75000"/>
                    </a:schemeClr>
                  </a:gs>
                  <a:gs pos="100000">
                    <a:schemeClr val="tx1">
                      <a:lumMod val="75000"/>
                      <a:lumOff val="25000"/>
                    </a:schemeClr>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grpSp>
        <p:nvGrpSpPr>
          <p:cNvPr id="97" name="グループ化 96">
            <a:extLst>
              <a:ext uri="{FF2B5EF4-FFF2-40B4-BE49-F238E27FC236}">
                <a16:creationId xmlns:a16="http://schemas.microsoft.com/office/drawing/2014/main" id="{A60A1B23-74AD-32C3-E04A-46A4AE5986DD}"/>
              </a:ext>
            </a:extLst>
          </p:cNvPr>
          <p:cNvGrpSpPr/>
          <p:nvPr/>
        </p:nvGrpSpPr>
        <p:grpSpPr>
          <a:xfrm>
            <a:off x="3432406" y="5125856"/>
            <a:ext cx="800219" cy="896890"/>
            <a:chOff x="4135299" y="1266070"/>
            <a:chExt cx="800219" cy="896890"/>
          </a:xfrm>
        </p:grpSpPr>
        <p:pic>
          <p:nvPicPr>
            <p:cNvPr id="109" name="図 108">
              <a:extLst>
                <a:ext uri="{FF2B5EF4-FFF2-40B4-BE49-F238E27FC236}">
                  <a16:creationId xmlns:a16="http://schemas.microsoft.com/office/drawing/2014/main" id="{6E086B36-5B77-136F-8C1A-2C1FF5A81120}"/>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4223170" y="1266070"/>
              <a:ext cx="624477" cy="662951"/>
            </a:xfrm>
            <a:prstGeom prst="rect">
              <a:avLst/>
            </a:prstGeom>
          </p:spPr>
        </p:pic>
        <p:sp>
          <p:nvSpPr>
            <p:cNvPr id="110" name="テキスト ボックス 109">
              <a:extLst>
                <a:ext uri="{FF2B5EF4-FFF2-40B4-BE49-F238E27FC236}">
                  <a16:creationId xmlns:a16="http://schemas.microsoft.com/office/drawing/2014/main" id="{2B71C19B-8D23-48BE-20F1-D7C5C9819198}"/>
                </a:ext>
              </a:extLst>
            </p:cNvPr>
            <p:cNvSpPr txBox="1"/>
            <p:nvPr/>
          </p:nvSpPr>
          <p:spPr>
            <a:xfrm>
              <a:off x="4135299" y="1824406"/>
              <a:ext cx="800219" cy="338554"/>
            </a:xfrm>
            <a:prstGeom prst="rect">
              <a:avLst/>
            </a:prstGeom>
            <a:noFill/>
          </p:spPr>
          <p:txBody>
            <a:bodyPr wrap="none" rtlCol="0">
              <a:spAutoFit/>
            </a:bodyPr>
            <a:lstStyle/>
            <a:p>
              <a:r>
                <a:rPr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武器名</a:t>
              </a:r>
              <a:endParaRPr kumimoji="1"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98" name="テキスト ボックス 97">
            <a:extLst>
              <a:ext uri="{FF2B5EF4-FFF2-40B4-BE49-F238E27FC236}">
                <a16:creationId xmlns:a16="http://schemas.microsoft.com/office/drawing/2014/main" id="{111AD62E-8D31-E4E2-EC58-6EC3FF07987C}"/>
              </a:ext>
            </a:extLst>
          </p:cNvPr>
          <p:cNvSpPr txBox="1"/>
          <p:nvPr/>
        </p:nvSpPr>
        <p:spPr>
          <a:xfrm>
            <a:off x="6011965" y="5174020"/>
            <a:ext cx="1005403" cy="338554"/>
          </a:xfrm>
          <a:prstGeom prst="rect">
            <a:avLst/>
          </a:prstGeom>
          <a:noFill/>
        </p:spPr>
        <p:txBody>
          <a:bodyPr wrap="none" rtlCol="0">
            <a:spAutoFit/>
          </a:bodyPr>
          <a:lstStyle/>
          <a:p>
            <a:r>
              <a:rPr lang="ja-JP" altLang="en-US" sz="1600">
                <a:solidFill>
                  <a:schemeClr val="accent6"/>
                </a:solidFill>
                <a:latin typeface="原稿用標準書体" panose="03000503000000000000" pitchFamily="66" charset="-128"/>
                <a:ea typeface="原稿用標準書体" panose="03000503000000000000" pitchFamily="66" charset="-128"/>
              </a:rPr>
              <a:t>状態付与</a:t>
            </a:r>
            <a:endParaRPr kumimoji="1" lang="ja-JP" altLang="en-US" sz="1600" dirty="0">
              <a:solidFill>
                <a:schemeClr val="accent6"/>
              </a:solidFill>
              <a:latin typeface="原稿用標準書体" panose="03000503000000000000" pitchFamily="66" charset="-128"/>
              <a:ea typeface="原稿用標準書体" panose="03000503000000000000" pitchFamily="66" charset="-128"/>
            </a:endParaRPr>
          </a:p>
        </p:txBody>
      </p:sp>
      <p:grpSp>
        <p:nvGrpSpPr>
          <p:cNvPr id="99" name="グループ化 98">
            <a:extLst>
              <a:ext uri="{FF2B5EF4-FFF2-40B4-BE49-F238E27FC236}">
                <a16:creationId xmlns:a16="http://schemas.microsoft.com/office/drawing/2014/main" id="{9288B210-EE15-7E4E-EC68-E13A563C4E08}"/>
              </a:ext>
            </a:extLst>
          </p:cNvPr>
          <p:cNvGrpSpPr/>
          <p:nvPr/>
        </p:nvGrpSpPr>
        <p:grpSpPr>
          <a:xfrm>
            <a:off x="5937371" y="5585295"/>
            <a:ext cx="1154591" cy="403305"/>
            <a:chOff x="9966073" y="1893345"/>
            <a:chExt cx="836714" cy="292269"/>
          </a:xfrm>
        </p:grpSpPr>
        <p:sp>
          <p:nvSpPr>
            <p:cNvPr id="107" name="四角形: 角を丸くする 106">
              <a:extLst>
                <a:ext uri="{FF2B5EF4-FFF2-40B4-BE49-F238E27FC236}">
                  <a16:creationId xmlns:a16="http://schemas.microsoft.com/office/drawing/2014/main" id="{6411AE0F-AECD-CB4C-3C20-B07EC643BFDF}"/>
                </a:ext>
              </a:extLst>
            </p:cNvPr>
            <p:cNvSpPr/>
            <p:nvPr/>
          </p:nvSpPr>
          <p:spPr>
            <a:xfrm>
              <a:off x="9966073" y="1893345"/>
              <a:ext cx="836714" cy="292269"/>
            </a:xfrm>
            <a:prstGeom prst="roundRect">
              <a:avLst>
                <a:gd name="adj" fmla="val 4721"/>
              </a:avLst>
            </a:prstGeom>
            <a:solidFill>
              <a:schemeClr val="accent6">
                <a:lumMod val="20000"/>
                <a:lumOff val="8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latin typeface="原稿用標準書体" panose="03000503000000000000" pitchFamily="66" charset="-128"/>
                <a:ea typeface="原稿用標準書体" panose="03000503000000000000" pitchFamily="66" charset="-128"/>
              </a:endParaRPr>
            </a:p>
          </p:txBody>
        </p:sp>
        <p:sp>
          <p:nvSpPr>
            <p:cNvPr id="108" name="テキスト ボックス 107">
              <a:extLst>
                <a:ext uri="{FF2B5EF4-FFF2-40B4-BE49-F238E27FC236}">
                  <a16:creationId xmlns:a16="http://schemas.microsoft.com/office/drawing/2014/main" id="{3DC3A6E2-33B7-F5A1-4DDF-F567E9E2DC90}"/>
                </a:ext>
              </a:extLst>
            </p:cNvPr>
            <p:cNvSpPr txBox="1"/>
            <p:nvPr/>
          </p:nvSpPr>
          <p:spPr>
            <a:xfrm>
              <a:off x="10094478" y="1916805"/>
              <a:ext cx="579906" cy="245345"/>
            </a:xfrm>
            <a:prstGeom prst="rect">
              <a:avLst/>
            </a:prstGeom>
            <a:noFill/>
          </p:spPr>
          <p:txBody>
            <a:bodyPr wrap="none" rtlCol="0">
              <a:spAutoFit/>
            </a:bodyPr>
            <a:lstStyle/>
            <a:p>
              <a:pPr algn="ctr"/>
              <a:r>
                <a:rPr lang="ja-JP" altLang="en-US" sz="1600">
                  <a:solidFill>
                    <a:schemeClr val="tx1">
                      <a:lumMod val="75000"/>
                      <a:lumOff val="25000"/>
                    </a:schemeClr>
                  </a:solidFill>
                  <a:latin typeface="原稿用標準書体" panose="03000503000000000000" pitchFamily="66" charset="-128"/>
                  <a:ea typeface="原稿用標準書体" panose="03000503000000000000" pitchFamily="66" charset="-128"/>
                </a:rPr>
                <a:t>状態名</a:t>
              </a:r>
              <a:endParaRPr lang="en-US" altLang="ja-JP" sz="1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grpSp>
        <p:nvGrpSpPr>
          <p:cNvPr id="100" name="グループ化 99">
            <a:extLst>
              <a:ext uri="{FF2B5EF4-FFF2-40B4-BE49-F238E27FC236}">
                <a16:creationId xmlns:a16="http://schemas.microsoft.com/office/drawing/2014/main" id="{2A6B80D5-62C8-7CBA-DFDD-ABAAE77C3466}"/>
              </a:ext>
            </a:extLst>
          </p:cNvPr>
          <p:cNvGrpSpPr/>
          <p:nvPr/>
        </p:nvGrpSpPr>
        <p:grpSpPr>
          <a:xfrm>
            <a:off x="4482474" y="5106096"/>
            <a:ext cx="902811" cy="936411"/>
            <a:chOff x="5049382" y="1286639"/>
            <a:chExt cx="902811" cy="936411"/>
          </a:xfrm>
        </p:grpSpPr>
        <p:sp>
          <p:nvSpPr>
            <p:cNvPr id="104" name="テキスト ボックス 103">
              <a:extLst>
                <a:ext uri="{FF2B5EF4-FFF2-40B4-BE49-F238E27FC236}">
                  <a16:creationId xmlns:a16="http://schemas.microsoft.com/office/drawing/2014/main" id="{51682C70-BE8A-E196-2031-32A3E123D4CC}"/>
                </a:ext>
              </a:extLst>
            </p:cNvPr>
            <p:cNvSpPr txBox="1"/>
            <p:nvPr/>
          </p:nvSpPr>
          <p:spPr>
            <a:xfrm>
              <a:off x="5049382" y="1884496"/>
              <a:ext cx="902811" cy="338554"/>
            </a:xfrm>
            <a:prstGeom prst="rect">
              <a:avLst/>
            </a:prstGeom>
            <a:noFill/>
          </p:spPr>
          <p:txBody>
            <a:bodyPr wrap="none" rtlCol="0">
              <a:spAutoFit/>
            </a:bodyPr>
            <a:lstStyle/>
            <a:p>
              <a:r>
                <a:rPr lang="en-US" altLang="ja-JP"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ATK</a:t>
              </a:r>
              <a:r>
                <a:rPr lang="ja-JP" altLang="en-US"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30</a:t>
              </a:r>
              <a:endParaRPr lang="ja-JP" altLang="en-US"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05" name="テキスト ボックス 104">
              <a:extLst>
                <a:ext uri="{FF2B5EF4-FFF2-40B4-BE49-F238E27FC236}">
                  <a16:creationId xmlns:a16="http://schemas.microsoft.com/office/drawing/2014/main" id="{5271DCCA-71B0-F19E-90B6-E5B8D5E51DA0}"/>
                </a:ext>
              </a:extLst>
            </p:cNvPr>
            <p:cNvSpPr txBox="1"/>
            <p:nvPr/>
          </p:nvSpPr>
          <p:spPr>
            <a:xfrm>
              <a:off x="5049382" y="1286639"/>
              <a:ext cx="902811" cy="338554"/>
            </a:xfrm>
            <a:prstGeom prst="rect">
              <a:avLst/>
            </a:prstGeom>
            <a:noFill/>
          </p:spPr>
          <p:txBody>
            <a:bodyPr wrap="none" rtlCol="0">
              <a:spAutoFit/>
            </a:bodyPr>
            <a:lstStyle/>
            <a:p>
              <a:r>
                <a:rPr lang="en-US" altLang="ja-JP"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HP</a:t>
              </a:r>
              <a:r>
                <a:rPr lang="ja-JP" altLang="en-US"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100</a:t>
              </a:r>
              <a:endParaRPr lang="ja-JP" altLang="en-US"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06" name="テキスト ボックス 105">
              <a:extLst>
                <a:ext uri="{FF2B5EF4-FFF2-40B4-BE49-F238E27FC236}">
                  <a16:creationId xmlns:a16="http://schemas.microsoft.com/office/drawing/2014/main" id="{C7A8607B-AB51-867C-FD7F-03EEAFC89404}"/>
                </a:ext>
              </a:extLst>
            </p:cNvPr>
            <p:cNvSpPr txBox="1"/>
            <p:nvPr/>
          </p:nvSpPr>
          <p:spPr>
            <a:xfrm>
              <a:off x="5049382" y="1585567"/>
              <a:ext cx="902811" cy="338554"/>
            </a:xfrm>
            <a:prstGeom prst="rect">
              <a:avLst/>
            </a:prstGeom>
            <a:noFill/>
          </p:spPr>
          <p:txBody>
            <a:bodyPr wrap="none" rtlCol="0">
              <a:spAutoFit/>
            </a:bodyPr>
            <a:lstStyle/>
            <a:p>
              <a:r>
                <a:rPr lang="en-US" altLang="ja-JP"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SPD</a:t>
              </a:r>
              <a:r>
                <a:rPr lang="ja-JP" altLang="en-US"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20</a:t>
              </a:r>
              <a:endParaRPr lang="ja-JP" altLang="en-US"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01" name="グループ化 100">
            <a:extLst>
              <a:ext uri="{FF2B5EF4-FFF2-40B4-BE49-F238E27FC236}">
                <a16:creationId xmlns:a16="http://schemas.microsoft.com/office/drawing/2014/main" id="{47135310-BF53-B749-6D60-1070B022BEF3}"/>
              </a:ext>
            </a:extLst>
          </p:cNvPr>
          <p:cNvGrpSpPr/>
          <p:nvPr/>
        </p:nvGrpSpPr>
        <p:grpSpPr>
          <a:xfrm>
            <a:off x="7408735" y="5359281"/>
            <a:ext cx="1096414" cy="382984"/>
            <a:chOff x="9966073" y="1893340"/>
            <a:chExt cx="836714" cy="292269"/>
          </a:xfrm>
        </p:grpSpPr>
        <p:sp>
          <p:nvSpPr>
            <p:cNvPr id="102" name="四角形: 角を丸くする 101">
              <a:extLst>
                <a:ext uri="{FF2B5EF4-FFF2-40B4-BE49-F238E27FC236}">
                  <a16:creationId xmlns:a16="http://schemas.microsoft.com/office/drawing/2014/main" id="{F09A9C6F-9B05-FB3D-01FE-AF11D540B545}"/>
                </a:ext>
              </a:extLst>
            </p:cNvPr>
            <p:cNvSpPr/>
            <p:nvPr/>
          </p:nvSpPr>
          <p:spPr>
            <a:xfrm>
              <a:off x="9966073" y="1893340"/>
              <a:ext cx="836714" cy="292269"/>
            </a:xfrm>
            <a:prstGeom prst="roundRect">
              <a:avLst>
                <a:gd name="adj" fmla="val 4721"/>
              </a:avLst>
            </a:prstGeom>
            <a:solidFill>
              <a:srgbClr val="FF00FF">
                <a:alpha val="60000"/>
              </a:srgbClr>
            </a:solidFill>
            <a:ln w="25400">
              <a:no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latin typeface="原稿用標準書体" panose="03000503000000000000" pitchFamily="66" charset="-128"/>
                <a:ea typeface="原稿用標準書体" panose="03000503000000000000" pitchFamily="66" charset="-128"/>
              </a:endParaRPr>
            </a:p>
          </p:txBody>
        </p:sp>
        <p:sp>
          <p:nvSpPr>
            <p:cNvPr id="103" name="テキスト ボックス 102">
              <a:extLst>
                <a:ext uri="{FF2B5EF4-FFF2-40B4-BE49-F238E27FC236}">
                  <a16:creationId xmlns:a16="http://schemas.microsoft.com/office/drawing/2014/main" id="{B553475E-FC04-4229-ECAC-4D3FB3CF0923}"/>
                </a:ext>
              </a:extLst>
            </p:cNvPr>
            <p:cNvSpPr txBox="1"/>
            <p:nvPr/>
          </p:nvSpPr>
          <p:spPr>
            <a:xfrm>
              <a:off x="10157384" y="1910293"/>
              <a:ext cx="454093" cy="258363"/>
            </a:xfrm>
            <a:prstGeom prst="rect">
              <a:avLst/>
            </a:prstGeom>
            <a:noFill/>
          </p:spPr>
          <p:txBody>
            <a:bodyPr wrap="none" rtlCol="0">
              <a:spAutoFit/>
            </a:bodyPr>
            <a:lstStyle/>
            <a:p>
              <a:pPr algn="ctr"/>
              <a:r>
                <a:rPr lang="ja-JP" altLang="en-US" sz="1600">
                  <a:solidFill>
                    <a:schemeClr val="accent2">
                      <a:lumMod val="60000"/>
                      <a:lumOff val="40000"/>
                    </a:schemeClr>
                  </a:solidFill>
                  <a:latin typeface="原稿用標準書体" panose="03000503000000000000" pitchFamily="66" charset="-128"/>
                  <a:ea typeface="原稿用標準書体" panose="03000503000000000000" pitchFamily="66" charset="-128"/>
                </a:rPr>
                <a:t>格納</a:t>
              </a:r>
              <a:endParaRPr lang="en-US" altLang="ja-JP" sz="1600" dirty="0">
                <a:solidFill>
                  <a:schemeClr val="accent2">
                    <a:lumMod val="60000"/>
                    <a:lumOff val="40000"/>
                  </a:schemeClr>
                </a:solidFill>
                <a:latin typeface="原稿用標準書体" panose="03000503000000000000" pitchFamily="66" charset="-128"/>
                <a:ea typeface="原稿用標準書体" panose="03000503000000000000" pitchFamily="66" charset="-128"/>
              </a:endParaRPr>
            </a:p>
          </p:txBody>
        </p:sp>
      </p:grpSp>
      <p:sp>
        <p:nvSpPr>
          <p:cNvPr id="112" name="四角形: 角を丸くする 111">
            <a:extLst>
              <a:ext uri="{FF2B5EF4-FFF2-40B4-BE49-F238E27FC236}">
                <a16:creationId xmlns:a16="http://schemas.microsoft.com/office/drawing/2014/main" id="{31D9CB24-6364-D13E-36E9-57562CC3CD05}"/>
              </a:ext>
            </a:extLst>
          </p:cNvPr>
          <p:cNvSpPr/>
          <p:nvPr/>
        </p:nvSpPr>
        <p:spPr>
          <a:xfrm>
            <a:off x="1036812" y="6359965"/>
            <a:ext cx="7896665" cy="1102055"/>
          </a:xfrm>
          <a:prstGeom prst="roundRect">
            <a:avLst>
              <a:gd name="adj" fmla="val 6896"/>
            </a:avLst>
          </a:prstGeom>
          <a:solidFill>
            <a:schemeClr val="bg1">
              <a:lumMod val="9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13" name="楕円 112">
            <a:extLst>
              <a:ext uri="{FF2B5EF4-FFF2-40B4-BE49-F238E27FC236}">
                <a16:creationId xmlns:a16="http://schemas.microsoft.com/office/drawing/2014/main" id="{026A5832-C0E0-FEED-07DB-57DD58111D56}"/>
              </a:ext>
            </a:extLst>
          </p:cNvPr>
          <p:cNvSpPr/>
          <p:nvPr/>
        </p:nvSpPr>
        <p:spPr>
          <a:xfrm>
            <a:off x="1374425" y="6578638"/>
            <a:ext cx="664708" cy="664708"/>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sz="24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115" name="グループ化 114">
            <a:extLst>
              <a:ext uri="{FF2B5EF4-FFF2-40B4-BE49-F238E27FC236}">
                <a16:creationId xmlns:a16="http://schemas.microsoft.com/office/drawing/2014/main" id="{C3EE70C3-8072-88FA-72F3-A866EFA36AD2}"/>
              </a:ext>
            </a:extLst>
          </p:cNvPr>
          <p:cNvGrpSpPr/>
          <p:nvPr/>
        </p:nvGrpSpPr>
        <p:grpSpPr>
          <a:xfrm>
            <a:off x="3432406" y="6462547"/>
            <a:ext cx="800219" cy="896890"/>
            <a:chOff x="4135299" y="1266070"/>
            <a:chExt cx="800219" cy="896890"/>
          </a:xfrm>
        </p:grpSpPr>
        <p:pic>
          <p:nvPicPr>
            <p:cNvPr id="127" name="図 126">
              <a:extLst>
                <a:ext uri="{FF2B5EF4-FFF2-40B4-BE49-F238E27FC236}">
                  <a16:creationId xmlns:a16="http://schemas.microsoft.com/office/drawing/2014/main" id="{7FA19042-2FC2-F94A-B624-E3DAF8F9A5DA}"/>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4223170" y="1266070"/>
              <a:ext cx="624477" cy="662951"/>
            </a:xfrm>
            <a:prstGeom prst="rect">
              <a:avLst/>
            </a:prstGeom>
          </p:spPr>
        </p:pic>
        <p:sp>
          <p:nvSpPr>
            <p:cNvPr id="128" name="テキスト ボックス 127">
              <a:extLst>
                <a:ext uri="{FF2B5EF4-FFF2-40B4-BE49-F238E27FC236}">
                  <a16:creationId xmlns:a16="http://schemas.microsoft.com/office/drawing/2014/main" id="{D55229DC-C76A-65B1-2027-7EB22D04075B}"/>
                </a:ext>
              </a:extLst>
            </p:cNvPr>
            <p:cNvSpPr txBox="1"/>
            <p:nvPr/>
          </p:nvSpPr>
          <p:spPr>
            <a:xfrm>
              <a:off x="4135299" y="1824406"/>
              <a:ext cx="800219" cy="338554"/>
            </a:xfrm>
            <a:prstGeom prst="rect">
              <a:avLst/>
            </a:prstGeom>
            <a:noFill/>
          </p:spPr>
          <p:txBody>
            <a:bodyPr wrap="none" rtlCol="0">
              <a:spAutoFit/>
            </a:bodyPr>
            <a:lstStyle/>
            <a:p>
              <a:r>
                <a:rPr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武器名</a:t>
              </a:r>
              <a:endParaRPr kumimoji="1"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116" name="テキスト ボックス 115">
            <a:extLst>
              <a:ext uri="{FF2B5EF4-FFF2-40B4-BE49-F238E27FC236}">
                <a16:creationId xmlns:a16="http://schemas.microsoft.com/office/drawing/2014/main" id="{46E619EA-0435-5635-978F-54CE2256C3FD}"/>
              </a:ext>
            </a:extLst>
          </p:cNvPr>
          <p:cNvSpPr txBox="1"/>
          <p:nvPr/>
        </p:nvSpPr>
        <p:spPr>
          <a:xfrm>
            <a:off x="6011965" y="6510711"/>
            <a:ext cx="1005403" cy="338554"/>
          </a:xfrm>
          <a:prstGeom prst="rect">
            <a:avLst/>
          </a:prstGeom>
          <a:noFill/>
        </p:spPr>
        <p:txBody>
          <a:bodyPr wrap="none" rtlCol="0">
            <a:spAutoFit/>
          </a:bodyPr>
          <a:lstStyle/>
          <a:p>
            <a:r>
              <a:rPr lang="ja-JP" altLang="en-US" sz="1600">
                <a:solidFill>
                  <a:schemeClr val="accent6"/>
                </a:solidFill>
                <a:latin typeface="原稿用標準書体" panose="03000503000000000000" pitchFamily="66" charset="-128"/>
                <a:ea typeface="原稿用標準書体" panose="03000503000000000000" pitchFamily="66" charset="-128"/>
              </a:rPr>
              <a:t>状態付与</a:t>
            </a:r>
            <a:endParaRPr kumimoji="1" lang="ja-JP" altLang="en-US" sz="1600" dirty="0">
              <a:solidFill>
                <a:schemeClr val="accent6"/>
              </a:solidFill>
              <a:latin typeface="原稿用標準書体" panose="03000503000000000000" pitchFamily="66" charset="-128"/>
              <a:ea typeface="原稿用標準書体" panose="03000503000000000000" pitchFamily="66" charset="-128"/>
            </a:endParaRPr>
          </a:p>
        </p:txBody>
      </p:sp>
      <p:grpSp>
        <p:nvGrpSpPr>
          <p:cNvPr id="117" name="グループ化 116">
            <a:extLst>
              <a:ext uri="{FF2B5EF4-FFF2-40B4-BE49-F238E27FC236}">
                <a16:creationId xmlns:a16="http://schemas.microsoft.com/office/drawing/2014/main" id="{A08BB0FB-4434-C4D7-8370-9B5DFFAE0AA9}"/>
              </a:ext>
            </a:extLst>
          </p:cNvPr>
          <p:cNvGrpSpPr/>
          <p:nvPr/>
        </p:nvGrpSpPr>
        <p:grpSpPr>
          <a:xfrm>
            <a:off x="5937371" y="6921986"/>
            <a:ext cx="1154591" cy="403305"/>
            <a:chOff x="9966073" y="1893345"/>
            <a:chExt cx="836714" cy="292269"/>
          </a:xfrm>
        </p:grpSpPr>
        <p:sp>
          <p:nvSpPr>
            <p:cNvPr id="125" name="四角形: 角を丸くする 124">
              <a:extLst>
                <a:ext uri="{FF2B5EF4-FFF2-40B4-BE49-F238E27FC236}">
                  <a16:creationId xmlns:a16="http://schemas.microsoft.com/office/drawing/2014/main" id="{94FD349F-903D-0E16-32D5-6B8D74856087}"/>
                </a:ext>
              </a:extLst>
            </p:cNvPr>
            <p:cNvSpPr/>
            <p:nvPr/>
          </p:nvSpPr>
          <p:spPr>
            <a:xfrm>
              <a:off x="9966073" y="1893345"/>
              <a:ext cx="836714" cy="292269"/>
            </a:xfrm>
            <a:prstGeom prst="roundRect">
              <a:avLst>
                <a:gd name="adj" fmla="val 4721"/>
              </a:avLst>
            </a:prstGeom>
            <a:solidFill>
              <a:schemeClr val="accent6">
                <a:lumMod val="20000"/>
                <a:lumOff val="8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latin typeface="原稿用標準書体" panose="03000503000000000000" pitchFamily="66" charset="-128"/>
                <a:ea typeface="原稿用標準書体" panose="03000503000000000000" pitchFamily="66" charset="-128"/>
              </a:endParaRPr>
            </a:p>
          </p:txBody>
        </p:sp>
        <p:sp>
          <p:nvSpPr>
            <p:cNvPr id="126" name="テキスト ボックス 125">
              <a:extLst>
                <a:ext uri="{FF2B5EF4-FFF2-40B4-BE49-F238E27FC236}">
                  <a16:creationId xmlns:a16="http://schemas.microsoft.com/office/drawing/2014/main" id="{3ED60EFB-6A68-4778-2B7C-ACC17FFF40EB}"/>
                </a:ext>
              </a:extLst>
            </p:cNvPr>
            <p:cNvSpPr txBox="1"/>
            <p:nvPr/>
          </p:nvSpPr>
          <p:spPr>
            <a:xfrm>
              <a:off x="10094478" y="1916805"/>
              <a:ext cx="579906" cy="245345"/>
            </a:xfrm>
            <a:prstGeom prst="rect">
              <a:avLst/>
            </a:prstGeom>
            <a:noFill/>
          </p:spPr>
          <p:txBody>
            <a:bodyPr wrap="none" rtlCol="0">
              <a:spAutoFit/>
            </a:bodyPr>
            <a:lstStyle/>
            <a:p>
              <a:pPr algn="ctr"/>
              <a:r>
                <a:rPr lang="ja-JP" altLang="en-US" sz="1600">
                  <a:solidFill>
                    <a:schemeClr val="tx1">
                      <a:lumMod val="75000"/>
                      <a:lumOff val="25000"/>
                    </a:schemeClr>
                  </a:solidFill>
                  <a:latin typeface="原稿用標準書体" panose="03000503000000000000" pitchFamily="66" charset="-128"/>
                  <a:ea typeface="原稿用標準書体" panose="03000503000000000000" pitchFamily="66" charset="-128"/>
                </a:rPr>
                <a:t>状態名</a:t>
              </a:r>
              <a:endParaRPr lang="en-US" altLang="ja-JP" sz="1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grpSp>
        <p:nvGrpSpPr>
          <p:cNvPr id="118" name="グループ化 117">
            <a:extLst>
              <a:ext uri="{FF2B5EF4-FFF2-40B4-BE49-F238E27FC236}">
                <a16:creationId xmlns:a16="http://schemas.microsoft.com/office/drawing/2014/main" id="{00DF8EFB-9743-BC8D-24E0-721DC1C85AD1}"/>
              </a:ext>
            </a:extLst>
          </p:cNvPr>
          <p:cNvGrpSpPr/>
          <p:nvPr/>
        </p:nvGrpSpPr>
        <p:grpSpPr>
          <a:xfrm>
            <a:off x="4482474" y="6442787"/>
            <a:ext cx="902811" cy="936411"/>
            <a:chOff x="5049382" y="1286639"/>
            <a:chExt cx="902811" cy="936411"/>
          </a:xfrm>
        </p:grpSpPr>
        <p:sp>
          <p:nvSpPr>
            <p:cNvPr id="122" name="テキスト ボックス 121">
              <a:extLst>
                <a:ext uri="{FF2B5EF4-FFF2-40B4-BE49-F238E27FC236}">
                  <a16:creationId xmlns:a16="http://schemas.microsoft.com/office/drawing/2014/main" id="{12524302-17E0-8A2D-784A-0F26FA2C3372}"/>
                </a:ext>
              </a:extLst>
            </p:cNvPr>
            <p:cNvSpPr txBox="1"/>
            <p:nvPr/>
          </p:nvSpPr>
          <p:spPr>
            <a:xfrm>
              <a:off x="5049382" y="1884496"/>
              <a:ext cx="902811" cy="338554"/>
            </a:xfrm>
            <a:prstGeom prst="rect">
              <a:avLst/>
            </a:prstGeom>
            <a:noFill/>
          </p:spPr>
          <p:txBody>
            <a:bodyPr wrap="none" rtlCol="0">
              <a:spAutoFit/>
            </a:bodyPr>
            <a:lstStyle/>
            <a:p>
              <a:r>
                <a:rPr lang="en-US" altLang="ja-JP"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ATK</a:t>
              </a:r>
              <a:r>
                <a:rPr lang="ja-JP" altLang="en-US"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30</a:t>
              </a:r>
              <a:endParaRPr lang="ja-JP" altLang="en-US"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23" name="テキスト ボックス 122">
              <a:extLst>
                <a:ext uri="{FF2B5EF4-FFF2-40B4-BE49-F238E27FC236}">
                  <a16:creationId xmlns:a16="http://schemas.microsoft.com/office/drawing/2014/main" id="{B083D184-24B3-3606-A559-896DF332892A}"/>
                </a:ext>
              </a:extLst>
            </p:cNvPr>
            <p:cNvSpPr txBox="1"/>
            <p:nvPr/>
          </p:nvSpPr>
          <p:spPr>
            <a:xfrm>
              <a:off x="5049382" y="1286639"/>
              <a:ext cx="902811" cy="338554"/>
            </a:xfrm>
            <a:prstGeom prst="rect">
              <a:avLst/>
            </a:prstGeom>
            <a:noFill/>
          </p:spPr>
          <p:txBody>
            <a:bodyPr wrap="none" rtlCol="0">
              <a:spAutoFit/>
            </a:bodyPr>
            <a:lstStyle/>
            <a:p>
              <a:r>
                <a:rPr lang="en-US" altLang="ja-JP"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HP</a:t>
              </a:r>
              <a:r>
                <a:rPr lang="ja-JP" altLang="en-US"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120</a:t>
              </a:r>
              <a:endParaRPr lang="ja-JP" altLang="en-US"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24" name="テキスト ボックス 123">
              <a:extLst>
                <a:ext uri="{FF2B5EF4-FFF2-40B4-BE49-F238E27FC236}">
                  <a16:creationId xmlns:a16="http://schemas.microsoft.com/office/drawing/2014/main" id="{30972D68-7863-8DE0-076F-3B8BE356886B}"/>
                </a:ext>
              </a:extLst>
            </p:cNvPr>
            <p:cNvSpPr txBox="1"/>
            <p:nvPr/>
          </p:nvSpPr>
          <p:spPr>
            <a:xfrm>
              <a:off x="5049382" y="1585567"/>
              <a:ext cx="902811" cy="338554"/>
            </a:xfrm>
            <a:prstGeom prst="rect">
              <a:avLst/>
            </a:prstGeom>
            <a:noFill/>
          </p:spPr>
          <p:txBody>
            <a:bodyPr wrap="none" rtlCol="0">
              <a:spAutoFit/>
            </a:bodyPr>
            <a:lstStyle/>
            <a:p>
              <a:r>
                <a:rPr lang="en-US" altLang="ja-JP"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SPD</a:t>
              </a:r>
              <a:r>
                <a:rPr lang="ja-JP" altLang="en-US"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20</a:t>
              </a:r>
              <a:endParaRPr lang="ja-JP" altLang="en-US"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19" name="グループ化 118">
            <a:extLst>
              <a:ext uri="{FF2B5EF4-FFF2-40B4-BE49-F238E27FC236}">
                <a16:creationId xmlns:a16="http://schemas.microsoft.com/office/drawing/2014/main" id="{CD129AB8-8C3D-5929-448E-2BD8F66C0FE4}"/>
              </a:ext>
            </a:extLst>
          </p:cNvPr>
          <p:cNvGrpSpPr/>
          <p:nvPr/>
        </p:nvGrpSpPr>
        <p:grpSpPr>
          <a:xfrm>
            <a:off x="7408735" y="6695972"/>
            <a:ext cx="1096414" cy="382984"/>
            <a:chOff x="9966073" y="1893340"/>
            <a:chExt cx="836714" cy="292269"/>
          </a:xfrm>
        </p:grpSpPr>
        <p:sp>
          <p:nvSpPr>
            <p:cNvPr id="120" name="四角形: 角を丸くする 119">
              <a:extLst>
                <a:ext uri="{FF2B5EF4-FFF2-40B4-BE49-F238E27FC236}">
                  <a16:creationId xmlns:a16="http://schemas.microsoft.com/office/drawing/2014/main" id="{C70CE4C1-FA41-0FAD-886C-8C9C0ED46E7A}"/>
                </a:ext>
              </a:extLst>
            </p:cNvPr>
            <p:cNvSpPr/>
            <p:nvPr/>
          </p:nvSpPr>
          <p:spPr>
            <a:xfrm>
              <a:off x="9966073" y="1893340"/>
              <a:ext cx="836714" cy="292269"/>
            </a:xfrm>
            <a:prstGeom prst="roundRect">
              <a:avLst>
                <a:gd name="adj" fmla="val 4721"/>
              </a:avLst>
            </a:prstGeom>
            <a:solidFill>
              <a:srgbClr val="FF00FF">
                <a:alpha val="60000"/>
              </a:srgbClr>
            </a:solidFill>
            <a:ln w="25400">
              <a:no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latin typeface="原稿用標準書体" panose="03000503000000000000" pitchFamily="66" charset="-128"/>
                <a:ea typeface="原稿用標準書体" panose="03000503000000000000" pitchFamily="66" charset="-128"/>
              </a:endParaRPr>
            </a:p>
          </p:txBody>
        </p:sp>
        <p:sp>
          <p:nvSpPr>
            <p:cNvPr id="121" name="テキスト ボックス 120">
              <a:extLst>
                <a:ext uri="{FF2B5EF4-FFF2-40B4-BE49-F238E27FC236}">
                  <a16:creationId xmlns:a16="http://schemas.microsoft.com/office/drawing/2014/main" id="{C748ABAF-9D7B-A8DC-1645-42D88F3BFC03}"/>
                </a:ext>
              </a:extLst>
            </p:cNvPr>
            <p:cNvSpPr txBox="1"/>
            <p:nvPr/>
          </p:nvSpPr>
          <p:spPr>
            <a:xfrm>
              <a:off x="10157384" y="1910293"/>
              <a:ext cx="454093" cy="258363"/>
            </a:xfrm>
            <a:prstGeom prst="rect">
              <a:avLst/>
            </a:prstGeom>
            <a:noFill/>
          </p:spPr>
          <p:txBody>
            <a:bodyPr wrap="none" rtlCol="0">
              <a:spAutoFit/>
            </a:bodyPr>
            <a:lstStyle/>
            <a:p>
              <a:pPr algn="ctr"/>
              <a:r>
                <a:rPr lang="ja-JP" altLang="en-US" sz="1600">
                  <a:solidFill>
                    <a:schemeClr val="accent2">
                      <a:lumMod val="60000"/>
                      <a:lumOff val="40000"/>
                    </a:schemeClr>
                  </a:solidFill>
                  <a:latin typeface="原稿用標準書体" panose="03000503000000000000" pitchFamily="66" charset="-128"/>
                  <a:ea typeface="原稿用標準書体" panose="03000503000000000000" pitchFamily="66" charset="-128"/>
                </a:rPr>
                <a:t>格納</a:t>
              </a:r>
              <a:endParaRPr lang="en-US" altLang="ja-JP" sz="1600" dirty="0">
                <a:solidFill>
                  <a:schemeClr val="accent2">
                    <a:lumMod val="60000"/>
                    <a:lumOff val="40000"/>
                  </a:schemeClr>
                </a:solidFill>
                <a:latin typeface="原稿用標準書体" panose="03000503000000000000" pitchFamily="66" charset="-128"/>
                <a:ea typeface="原稿用標準書体" panose="03000503000000000000" pitchFamily="66" charset="-128"/>
              </a:endParaRPr>
            </a:p>
          </p:txBody>
        </p:sp>
      </p:grpSp>
      <p:sp>
        <p:nvSpPr>
          <p:cNvPr id="29" name="テキスト ボックス 28">
            <a:extLst>
              <a:ext uri="{FF2B5EF4-FFF2-40B4-BE49-F238E27FC236}">
                <a16:creationId xmlns:a16="http://schemas.microsoft.com/office/drawing/2014/main" id="{E1AEC0B9-1A61-45B3-EC65-F29BB35FD9D3}"/>
              </a:ext>
            </a:extLst>
          </p:cNvPr>
          <p:cNvSpPr txBox="1"/>
          <p:nvPr/>
        </p:nvSpPr>
        <p:spPr>
          <a:xfrm>
            <a:off x="2396658" y="3914443"/>
            <a:ext cx="646331" cy="646331"/>
          </a:xfrm>
          <a:prstGeom prst="rect">
            <a:avLst/>
          </a:prstGeom>
          <a:noFill/>
        </p:spPr>
        <p:txBody>
          <a:bodyPr wrap="none" rtlCol="0">
            <a:spAutoFit/>
          </a:bodyPr>
          <a:lstStyle/>
          <a:p>
            <a:pPr algn="ctr"/>
            <a:r>
              <a:rPr lang="en-US" altLang="ja-JP" sz="3600" b="1">
                <a:ln>
                  <a:gradFill flip="none" rotWithShape="1">
                    <a:gsLst>
                      <a:gs pos="0">
                        <a:schemeClr val="accent6">
                          <a:lumMod val="67000"/>
                        </a:schemeClr>
                      </a:gs>
                      <a:gs pos="48000">
                        <a:schemeClr val="accent6">
                          <a:lumMod val="97000"/>
                          <a:lumOff val="3000"/>
                        </a:schemeClr>
                      </a:gs>
                      <a:gs pos="100000">
                        <a:schemeClr val="accent6">
                          <a:lumMod val="60000"/>
                          <a:lumOff val="40000"/>
                        </a:schemeClr>
                      </a:gs>
                    </a:gsLst>
                    <a:lin ang="16200000" scaled="1"/>
                    <a:tileRect/>
                  </a:gradFill>
                </a:ln>
                <a:gradFill flip="none" rotWithShape="1">
                  <a:gsLst>
                    <a:gs pos="0">
                      <a:schemeClr val="accent6">
                        <a:lumMod val="67000"/>
                      </a:schemeClr>
                    </a:gs>
                    <a:gs pos="48000">
                      <a:schemeClr val="accent6">
                        <a:lumMod val="97000"/>
                        <a:lumOff val="3000"/>
                      </a:schemeClr>
                    </a:gs>
                    <a:gs pos="100000">
                      <a:schemeClr val="bg1">
                        <a:lumMod val="75000"/>
                      </a:schemeClr>
                    </a:gs>
                  </a:gsLst>
                  <a:lin ang="1620000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SR</a:t>
            </a:r>
            <a:endParaRPr kumimoji="1" lang="ja-JP" altLang="en-US" sz="3600" b="1" dirty="0">
              <a:ln>
                <a:gradFill flip="none" rotWithShape="1">
                  <a:gsLst>
                    <a:gs pos="0">
                      <a:schemeClr val="accent6">
                        <a:lumMod val="67000"/>
                      </a:schemeClr>
                    </a:gs>
                    <a:gs pos="48000">
                      <a:schemeClr val="accent6">
                        <a:lumMod val="97000"/>
                        <a:lumOff val="3000"/>
                      </a:schemeClr>
                    </a:gs>
                    <a:gs pos="100000">
                      <a:schemeClr val="accent6">
                        <a:lumMod val="60000"/>
                        <a:lumOff val="40000"/>
                      </a:schemeClr>
                    </a:gs>
                  </a:gsLst>
                  <a:lin ang="16200000" scaled="1"/>
                  <a:tileRect/>
                </a:gradFill>
              </a:ln>
              <a:gradFill flip="none" rotWithShape="1">
                <a:gsLst>
                  <a:gs pos="0">
                    <a:schemeClr val="accent6">
                      <a:lumMod val="67000"/>
                    </a:schemeClr>
                  </a:gs>
                  <a:gs pos="48000">
                    <a:schemeClr val="accent6">
                      <a:lumMod val="97000"/>
                      <a:lumOff val="3000"/>
                    </a:schemeClr>
                  </a:gs>
                  <a:gs pos="100000">
                    <a:schemeClr val="bg1">
                      <a:lumMod val="75000"/>
                    </a:schemeClr>
                  </a:gs>
                </a:gsLst>
                <a:lin ang="1620000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sp>
        <p:nvSpPr>
          <p:cNvPr id="130" name="テキスト ボックス 129">
            <a:extLst>
              <a:ext uri="{FF2B5EF4-FFF2-40B4-BE49-F238E27FC236}">
                <a16:creationId xmlns:a16="http://schemas.microsoft.com/office/drawing/2014/main" id="{585ADBCD-E222-93BD-4B7F-73141A472F21}"/>
              </a:ext>
            </a:extLst>
          </p:cNvPr>
          <p:cNvSpPr txBox="1"/>
          <p:nvPr/>
        </p:nvSpPr>
        <p:spPr>
          <a:xfrm>
            <a:off x="2512074" y="6587827"/>
            <a:ext cx="415498" cy="646331"/>
          </a:xfrm>
          <a:prstGeom prst="rect">
            <a:avLst/>
          </a:prstGeom>
          <a:noFill/>
        </p:spPr>
        <p:txBody>
          <a:bodyPr wrap="none" rtlCol="0">
            <a:spAutoFit/>
          </a:bodyPr>
          <a:lstStyle/>
          <a:p>
            <a:pPr algn="ctr"/>
            <a:r>
              <a:rPr lang="en-US" altLang="ja-JP" sz="3600" b="1">
                <a:gradFill flip="none" rotWithShape="1">
                  <a:gsLst>
                    <a:gs pos="0">
                      <a:schemeClr val="bg1">
                        <a:lumMod val="75000"/>
                      </a:schemeClr>
                    </a:gs>
                    <a:gs pos="100000">
                      <a:schemeClr val="tx1">
                        <a:lumMod val="75000"/>
                        <a:lumOff val="25000"/>
                      </a:schemeClr>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R</a:t>
            </a:r>
            <a:endParaRPr kumimoji="1" lang="ja-JP" altLang="en-US" sz="3600" b="1" dirty="0">
              <a:gradFill flip="none" rotWithShape="1">
                <a:gsLst>
                  <a:gs pos="0">
                    <a:schemeClr val="bg1">
                      <a:lumMod val="75000"/>
                    </a:schemeClr>
                  </a:gs>
                  <a:gs pos="100000">
                    <a:schemeClr val="tx1">
                      <a:lumMod val="75000"/>
                      <a:lumOff val="25000"/>
                    </a:schemeClr>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grpSp>
        <p:nvGrpSpPr>
          <p:cNvPr id="131" name="グループ化 130">
            <a:extLst>
              <a:ext uri="{FF2B5EF4-FFF2-40B4-BE49-F238E27FC236}">
                <a16:creationId xmlns:a16="http://schemas.microsoft.com/office/drawing/2014/main" id="{67041E58-05F7-7515-C930-CF5E4B920966}"/>
              </a:ext>
            </a:extLst>
          </p:cNvPr>
          <p:cNvGrpSpPr/>
          <p:nvPr/>
        </p:nvGrpSpPr>
        <p:grpSpPr>
          <a:xfrm>
            <a:off x="5499235" y="3808500"/>
            <a:ext cx="205636" cy="865729"/>
            <a:chOff x="6239689" y="3238766"/>
            <a:chExt cx="217724" cy="916620"/>
          </a:xfrm>
        </p:grpSpPr>
        <p:pic>
          <p:nvPicPr>
            <p:cNvPr id="132" name="図 131">
              <a:extLst>
                <a:ext uri="{FF2B5EF4-FFF2-40B4-BE49-F238E27FC236}">
                  <a16:creationId xmlns:a16="http://schemas.microsoft.com/office/drawing/2014/main" id="{083263E1-EBB1-4615-B947-F984F285426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flipV="1">
              <a:off x="6239689" y="3238766"/>
              <a:ext cx="217724" cy="223877"/>
            </a:xfrm>
            <a:prstGeom prst="rect">
              <a:avLst/>
            </a:prstGeom>
          </p:spPr>
        </p:pic>
        <p:pic>
          <p:nvPicPr>
            <p:cNvPr id="133" name="図 132">
              <a:extLst>
                <a:ext uri="{FF2B5EF4-FFF2-40B4-BE49-F238E27FC236}">
                  <a16:creationId xmlns:a16="http://schemas.microsoft.com/office/drawing/2014/main" id="{E2090951-4DBB-CF2D-EC33-7209C0BFC37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flipV="1">
              <a:off x="6239689" y="3585138"/>
              <a:ext cx="217724" cy="223877"/>
            </a:xfrm>
            <a:prstGeom prst="rect">
              <a:avLst/>
            </a:prstGeom>
          </p:spPr>
        </p:pic>
        <p:pic>
          <p:nvPicPr>
            <p:cNvPr id="134" name="図 133">
              <a:extLst>
                <a:ext uri="{FF2B5EF4-FFF2-40B4-BE49-F238E27FC236}">
                  <a16:creationId xmlns:a16="http://schemas.microsoft.com/office/drawing/2014/main" id="{D089E860-3178-A51D-62F7-83A93FA36E6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flipV="1">
              <a:off x="6239689" y="3931509"/>
              <a:ext cx="217724" cy="223877"/>
            </a:xfrm>
            <a:prstGeom prst="rect">
              <a:avLst/>
            </a:prstGeom>
          </p:spPr>
        </p:pic>
      </p:grpSp>
      <p:grpSp>
        <p:nvGrpSpPr>
          <p:cNvPr id="135" name="グループ化 134">
            <a:extLst>
              <a:ext uri="{FF2B5EF4-FFF2-40B4-BE49-F238E27FC236}">
                <a16:creationId xmlns:a16="http://schemas.microsoft.com/office/drawing/2014/main" id="{5A650ADD-F49A-EE45-813A-632C67381E33}"/>
              </a:ext>
            </a:extLst>
          </p:cNvPr>
          <p:cNvGrpSpPr/>
          <p:nvPr/>
        </p:nvGrpSpPr>
        <p:grpSpPr>
          <a:xfrm>
            <a:off x="5499235" y="5146241"/>
            <a:ext cx="205636" cy="865729"/>
            <a:chOff x="6239689" y="3238766"/>
            <a:chExt cx="217724" cy="916620"/>
          </a:xfrm>
        </p:grpSpPr>
        <p:pic>
          <p:nvPicPr>
            <p:cNvPr id="136" name="図 135">
              <a:extLst>
                <a:ext uri="{FF2B5EF4-FFF2-40B4-BE49-F238E27FC236}">
                  <a16:creationId xmlns:a16="http://schemas.microsoft.com/office/drawing/2014/main" id="{9037D984-F4F3-3D66-2CAD-13B2BB8A7F0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flipV="1">
              <a:off x="6239689" y="3238766"/>
              <a:ext cx="217724" cy="223877"/>
            </a:xfrm>
            <a:prstGeom prst="rect">
              <a:avLst/>
            </a:prstGeom>
          </p:spPr>
        </p:pic>
        <p:pic>
          <p:nvPicPr>
            <p:cNvPr id="137" name="図 136">
              <a:extLst>
                <a:ext uri="{FF2B5EF4-FFF2-40B4-BE49-F238E27FC236}">
                  <a16:creationId xmlns:a16="http://schemas.microsoft.com/office/drawing/2014/main" id="{39897654-8525-7668-4E52-69D6B49F9C7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flipV="1">
              <a:off x="6239689" y="3585138"/>
              <a:ext cx="217724" cy="223877"/>
            </a:xfrm>
            <a:prstGeom prst="rect">
              <a:avLst/>
            </a:prstGeom>
          </p:spPr>
        </p:pic>
        <p:pic>
          <p:nvPicPr>
            <p:cNvPr id="138" name="図 137">
              <a:extLst>
                <a:ext uri="{FF2B5EF4-FFF2-40B4-BE49-F238E27FC236}">
                  <a16:creationId xmlns:a16="http://schemas.microsoft.com/office/drawing/2014/main" id="{118FC2A9-AE7B-04CF-E9E2-07770AE689F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flipV="1">
              <a:off x="6239689" y="3931509"/>
              <a:ext cx="217724" cy="223877"/>
            </a:xfrm>
            <a:prstGeom prst="rect">
              <a:avLst/>
            </a:prstGeom>
          </p:spPr>
        </p:pic>
      </p:grpSp>
      <p:grpSp>
        <p:nvGrpSpPr>
          <p:cNvPr id="139" name="グループ化 138">
            <a:extLst>
              <a:ext uri="{FF2B5EF4-FFF2-40B4-BE49-F238E27FC236}">
                <a16:creationId xmlns:a16="http://schemas.microsoft.com/office/drawing/2014/main" id="{6EC66F57-FA7A-01DC-19F7-7FF7576F3C31}"/>
              </a:ext>
            </a:extLst>
          </p:cNvPr>
          <p:cNvGrpSpPr/>
          <p:nvPr/>
        </p:nvGrpSpPr>
        <p:grpSpPr>
          <a:xfrm>
            <a:off x="5499235" y="6483982"/>
            <a:ext cx="205636" cy="865729"/>
            <a:chOff x="6239689" y="3238766"/>
            <a:chExt cx="217724" cy="916620"/>
          </a:xfrm>
        </p:grpSpPr>
        <p:pic>
          <p:nvPicPr>
            <p:cNvPr id="140" name="図 139">
              <a:extLst>
                <a:ext uri="{FF2B5EF4-FFF2-40B4-BE49-F238E27FC236}">
                  <a16:creationId xmlns:a16="http://schemas.microsoft.com/office/drawing/2014/main" id="{00DE2D2C-D50F-D7EB-18DC-3A281A69921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flipV="1">
              <a:off x="6239689" y="3238766"/>
              <a:ext cx="217724" cy="223877"/>
            </a:xfrm>
            <a:prstGeom prst="rect">
              <a:avLst/>
            </a:prstGeom>
          </p:spPr>
        </p:pic>
        <p:pic>
          <p:nvPicPr>
            <p:cNvPr id="141" name="図 140">
              <a:extLst>
                <a:ext uri="{FF2B5EF4-FFF2-40B4-BE49-F238E27FC236}">
                  <a16:creationId xmlns:a16="http://schemas.microsoft.com/office/drawing/2014/main" id="{189A6DE2-5E8C-7A0A-CFAE-3AC956098EA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flipV="1">
              <a:off x="6239689" y="3585138"/>
              <a:ext cx="217724" cy="223877"/>
            </a:xfrm>
            <a:prstGeom prst="rect">
              <a:avLst/>
            </a:prstGeom>
          </p:spPr>
        </p:pic>
        <p:pic>
          <p:nvPicPr>
            <p:cNvPr id="142" name="図 141">
              <a:extLst>
                <a:ext uri="{FF2B5EF4-FFF2-40B4-BE49-F238E27FC236}">
                  <a16:creationId xmlns:a16="http://schemas.microsoft.com/office/drawing/2014/main" id="{F3BD5D2A-4275-1767-367A-23C7555AF28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flipV="1">
              <a:off x="6239689" y="3931509"/>
              <a:ext cx="217724" cy="223877"/>
            </a:xfrm>
            <a:prstGeom prst="rect">
              <a:avLst/>
            </a:prstGeom>
          </p:spPr>
        </p:pic>
      </p:grpSp>
      <p:sp>
        <p:nvSpPr>
          <p:cNvPr id="17" name="正方形/長方形 16">
            <a:extLst>
              <a:ext uri="{FF2B5EF4-FFF2-40B4-BE49-F238E27FC236}">
                <a16:creationId xmlns:a16="http://schemas.microsoft.com/office/drawing/2014/main" id="{0FAEDBBF-CD7F-2154-0B51-843F1AC5DF6C}"/>
              </a:ext>
            </a:extLst>
          </p:cNvPr>
          <p:cNvSpPr/>
          <p:nvPr/>
        </p:nvSpPr>
        <p:spPr>
          <a:xfrm>
            <a:off x="1" y="-1"/>
            <a:ext cx="12192000" cy="6871537"/>
          </a:xfrm>
          <a:prstGeom prst="rect">
            <a:avLst/>
          </a:prstGeom>
          <a:solidFill>
            <a:schemeClr val="tx1">
              <a:lumMod val="85000"/>
              <a:lumOff val="15000"/>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3" name="グループ化 2">
            <a:extLst>
              <a:ext uri="{FF2B5EF4-FFF2-40B4-BE49-F238E27FC236}">
                <a16:creationId xmlns:a16="http://schemas.microsoft.com/office/drawing/2014/main" id="{C45DA586-051D-199E-3F86-8CEF211759A6}"/>
              </a:ext>
            </a:extLst>
          </p:cNvPr>
          <p:cNvGrpSpPr/>
          <p:nvPr/>
        </p:nvGrpSpPr>
        <p:grpSpPr>
          <a:xfrm>
            <a:off x="9728785" y="5023274"/>
            <a:ext cx="1723281" cy="892781"/>
            <a:chOff x="9966073" y="1893340"/>
            <a:chExt cx="836714" cy="292269"/>
          </a:xfrm>
        </p:grpSpPr>
        <p:sp>
          <p:nvSpPr>
            <p:cNvPr id="4" name="フローチャート: 準備 3">
              <a:extLst>
                <a:ext uri="{FF2B5EF4-FFF2-40B4-BE49-F238E27FC236}">
                  <a16:creationId xmlns:a16="http://schemas.microsoft.com/office/drawing/2014/main" id="{A81F439D-929A-DA14-0BD4-7E5C30781A87}"/>
                </a:ext>
              </a:extLst>
            </p:cNvPr>
            <p:cNvSpPr/>
            <p:nvPr/>
          </p:nvSpPr>
          <p:spPr>
            <a:xfrm>
              <a:off x="9966073" y="1893340"/>
              <a:ext cx="836714" cy="292269"/>
            </a:xfrm>
            <a:prstGeom prst="flowChartPreparation">
              <a:avLst/>
            </a:prstGeom>
            <a:solidFill>
              <a:srgbClr val="FF00FF">
                <a:alpha val="60000"/>
              </a:srgbClr>
            </a:solidFill>
            <a:ln w="25400">
              <a:no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latin typeface="原稿用標準書体" panose="03000503000000000000" pitchFamily="66" charset="-128"/>
                <a:ea typeface="原稿用標準書体" panose="03000503000000000000" pitchFamily="66" charset="-128"/>
              </a:endParaRPr>
            </a:p>
          </p:txBody>
        </p:sp>
        <p:sp>
          <p:nvSpPr>
            <p:cNvPr id="16" name="テキスト ボックス 15">
              <a:extLst>
                <a:ext uri="{FF2B5EF4-FFF2-40B4-BE49-F238E27FC236}">
                  <a16:creationId xmlns:a16="http://schemas.microsoft.com/office/drawing/2014/main" id="{2B8A1497-67BC-626C-CC2F-72FA76FD3B93}"/>
                </a:ext>
              </a:extLst>
            </p:cNvPr>
            <p:cNvSpPr txBox="1"/>
            <p:nvPr/>
          </p:nvSpPr>
          <p:spPr>
            <a:xfrm>
              <a:off x="10028273" y="1924577"/>
              <a:ext cx="712314" cy="157593"/>
            </a:xfrm>
            <a:prstGeom prst="rect">
              <a:avLst/>
            </a:prstGeom>
            <a:noFill/>
          </p:spPr>
          <p:txBody>
            <a:bodyPr wrap="none" rtlCol="0">
              <a:spAutoFit/>
            </a:bodyPr>
            <a:lstStyle/>
            <a:p>
              <a:pPr algn="ctr"/>
              <a:r>
                <a:rPr lang="ja-JP" altLang="en-US" sz="2000">
                  <a:solidFill>
                    <a:schemeClr val="accent2">
                      <a:lumMod val="60000"/>
                      <a:lumOff val="40000"/>
                    </a:schemeClr>
                  </a:solidFill>
                  <a:latin typeface="原稿用標準書体" panose="03000503000000000000" pitchFamily="66" charset="-128"/>
                  <a:ea typeface="原稿用標準書体" panose="03000503000000000000" pitchFamily="66" charset="-128"/>
                </a:rPr>
                <a:t>リサイクル</a:t>
              </a:r>
              <a:endParaRPr lang="en-US" altLang="ja-JP" sz="2000" dirty="0">
                <a:solidFill>
                  <a:schemeClr val="accent2">
                    <a:lumMod val="60000"/>
                    <a:lumOff val="40000"/>
                  </a:schemeClr>
                </a:solidFill>
                <a:latin typeface="原稿用標準書体" panose="03000503000000000000" pitchFamily="66" charset="-128"/>
                <a:ea typeface="原稿用標準書体" panose="03000503000000000000" pitchFamily="66" charset="-128"/>
              </a:endParaRPr>
            </a:p>
          </p:txBody>
        </p:sp>
      </p:grpSp>
      <p:grpSp>
        <p:nvGrpSpPr>
          <p:cNvPr id="13" name="グループ化 12">
            <a:extLst>
              <a:ext uri="{FF2B5EF4-FFF2-40B4-BE49-F238E27FC236}">
                <a16:creationId xmlns:a16="http://schemas.microsoft.com/office/drawing/2014/main" id="{68C8E6EB-9616-7532-7D97-818F889B7F42}"/>
              </a:ext>
            </a:extLst>
          </p:cNvPr>
          <p:cNvGrpSpPr/>
          <p:nvPr/>
        </p:nvGrpSpPr>
        <p:grpSpPr>
          <a:xfrm>
            <a:off x="10414621" y="5439215"/>
            <a:ext cx="371588" cy="526876"/>
            <a:chOff x="8812481" y="694218"/>
            <a:chExt cx="1470606" cy="1692464"/>
          </a:xfrm>
          <a:effectLst/>
        </p:grpSpPr>
        <p:pic>
          <p:nvPicPr>
            <p:cNvPr id="14" name="図 13">
              <a:extLst>
                <a:ext uri="{FF2B5EF4-FFF2-40B4-BE49-F238E27FC236}">
                  <a16:creationId xmlns:a16="http://schemas.microsoft.com/office/drawing/2014/main" id="{9127E03B-0312-80DE-355D-91E07E394D4B}"/>
                </a:ext>
              </a:extLst>
            </p:cNvPr>
            <p:cNvPicPr>
              <a:picLocks noChangeAspect="1"/>
            </p:cNvPicPr>
            <p:nvPr/>
          </p:nvPicPr>
          <p:blipFill>
            <a:blip r:embed="rId4">
              <a:duotone>
                <a:prstClr val="black"/>
                <a:schemeClr val="accent2">
                  <a:tint val="45000"/>
                  <a:satMod val="400000"/>
                </a:schemeClr>
              </a:duotone>
              <a:extLst>
                <a:ext uri="{28A0092B-C50C-407E-A947-70E740481C1C}">
                  <a14:useLocalDpi xmlns:a14="http://schemas.microsoft.com/office/drawing/2010/main" val="0"/>
                </a:ext>
              </a:extLst>
            </a:blip>
            <a:stretch>
              <a:fillRect/>
            </a:stretch>
          </p:blipFill>
          <p:spPr>
            <a:xfrm rot="13959555">
              <a:off x="8830608" y="676091"/>
              <a:ext cx="1282845" cy="1319099"/>
            </a:xfrm>
            <a:prstGeom prst="rect">
              <a:avLst/>
            </a:prstGeom>
          </p:spPr>
        </p:pic>
        <p:pic>
          <p:nvPicPr>
            <p:cNvPr id="15" name="図 14">
              <a:extLst>
                <a:ext uri="{FF2B5EF4-FFF2-40B4-BE49-F238E27FC236}">
                  <a16:creationId xmlns:a16="http://schemas.microsoft.com/office/drawing/2014/main" id="{E36C3D87-EE00-3D54-0C58-D12125D1DF0A}"/>
                </a:ext>
              </a:extLst>
            </p:cNvPr>
            <p:cNvPicPr>
              <a:picLocks noChangeAspect="1"/>
            </p:cNvPicPr>
            <p:nvPr/>
          </p:nvPicPr>
          <p:blipFill>
            <a:blip r:embed="rId4">
              <a:duotone>
                <a:prstClr val="black"/>
                <a:schemeClr val="accent2">
                  <a:tint val="45000"/>
                  <a:satMod val="400000"/>
                </a:schemeClr>
              </a:duotone>
              <a:extLst>
                <a:ext uri="{28A0092B-C50C-407E-A947-70E740481C1C}">
                  <a14:useLocalDpi xmlns:a14="http://schemas.microsoft.com/office/drawing/2010/main" val="0"/>
                </a:ext>
              </a:extLst>
            </a:blip>
            <a:stretch>
              <a:fillRect/>
            </a:stretch>
          </p:blipFill>
          <p:spPr>
            <a:xfrm rot="13959555" flipH="1" flipV="1">
              <a:off x="8982115" y="1085710"/>
              <a:ext cx="1282845" cy="1319099"/>
            </a:xfrm>
            <a:prstGeom prst="rect">
              <a:avLst/>
            </a:prstGeom>
          </p:spPr>
        </p:pic>
      </p:grpSp>
    </p:spTree>
    <p:extLst>
      <p:ext uri="{BB962C8B-B14F-4D97-AF65-F5344CB8AC3E}">
        <p14:creationId xmlns:p14="http://schemas.microsoft.com/office/powerpoint/2010/main" val="3265569505"/>
      </p:ext>
    </p:extLst>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p:bg>
      <p:bgPr>
        <a:blipFill dpi="0" rotWithShape="1">
          <a:blip r:embed="rId2">
            <a:extLst>
              <a:ext uri="{BEBA8EAE-BF5A-486C-A8C5-ECC9F3942E4B}">
                <a14:imgProps xmlns:a14="http://schemas.microsoft.com/office/drawing/2010/main">
                  <a14:imgLayer r:embed="rId3">
                    <a14:imgEffect>
                      <a14:sharpenSoften amount="-35000"/>
                    </a14:imgEffect>
                    <a14:imgEffect>
                      <a14:saturation sat="85000"/>
                    </a14:imgEffect>
                    <a14:imgEffect>
                      <a14:brightnessContrast bright="-20000" contrast="-15000"/>
                    </a14:imgEffect>
                  </a14:imgLayer>
                </a14:imgProps>
              </a:ext>
            </a:extLst>
          </a:blip>
          <a:srcRect/>
          <a:stretch>
            <a:fillRect/>
          </a:stretch>
        </a:blipFill>
        <a:effectLst/>
      </p:bgPr>
    </p:bg>
    <p:spTree>
      <p:nvGrpSpPr>
        <p:cNvPr id="1" name="">
          <a:extLst>
            <a:ext uri="{FF2B5EF4-FFF2-40B4-BE49-F238E27FC236}">
              <a16:creationId xmlns:a16="http://schemas.microsoft.com/office/drawing/2014/main" id="{42487962-7954-43FD-9E22-9708B51EB458}"/>
            </a:ext>
          </a:extLst>
        </p:cNvPr>
        <p:cNvGrpSpPr/>
        <p:nvPr/>
      </p:nvGrpSpPr>
      <p:grpSpPr>
        <a:xfrm>
          <a:off x="0" y="0"/>
          <a:ext cx="0" cy="0"/>
          <a:chOff x="0" y="0"/>
          <a:chExt cx="0" cy="0"/>
        </a:xfrm>
      </p:grpSpPr>
      <p:grpSp>
        <p:nvGrpSpPr>
          <p:cNvPr id="47" name="グループ化 46">
            <a:extLst>
              <a:ext uri="{FF2B5EF4-FFF2-40B4-BE49-F238E27FC236}">
                <a16:creationId xmlns:a16="http://schemas.microsoft.com/office/drawing/2014/main" id="{9F99C538-C87E-2339-D8FE-9259047CBDB6}"/>
              </a:ext>
            </a:extLst>
          </p:cNvPr>
          <p:cNvGrpSpPr>
            <a:grpSpLocks/>
          </p:cNvGrpSpPr>
          <p:nvPr/>
        </p:nvGrpSpPr>
        <p:grpSpPr>
          <a:xfrm>
            <a:off x="2038497" y="1230407"/>
            <a:ext cx="9010745" cy="5627593"/>
            <a:chOff x="1590628" y="1230407"/>
            <a:chExt cx="9010745" cy="5627593"/>
          </a:xfrm>
        </p:grpSpPr>
        <p:sp>
          <p:nvSpPr>
            <p:cNvPr id="19" name="正方形/長方形 18">
              <a:extLst>
                <a:ext uri="{FF2B5EF4-FFF2-40B4-BE49-F238E27FC236}">
                  <a16:creationId xmlns:a16="http://schemas.microsoft.com/office/drawing/2014/main" id="{B3EB6431-61B0-1B48-D5F7-5DBD736B3A9F}"/>
                </a:ext>
              </a:extLst>
            </p:cNvPr>
            <p:cNvSpPr>
              <a:spLocks/>
            </p:cNvSpPr>
            <p:nvPr/>
          </p:nvSpPr>
          <p:spPr>
            <a:xfrm>
              <a:off x="1590628" y="1541380"/>
              <a:ext cx="9010745" cy="5316620"/>
            </a:xfrm>
            <a:prstGeom prst="rect">
              <a:avLst/>
            </a:prstGeom>
            <a:solidFill>
              <a:srgbClr val="6600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1" name="フローチャート: 手作業 20">
              <a:extLst>
                <a:ext uri="{FF2B5EF4-FFF2-40B4-BE49-F238E27FC236}">
                  <a16:creationId xmlns:a16="http://schemas.microsoft.com/office/drawing/2014/main" id="{DEE65A77-AA03-663C-1E69-3BE7566BDE9D}"/>
                </a:ext>
              </a:extLst>
            </p:cNvPr>
            <p:cNvSpPr>
              <a:spLocks/>
            </p:cNvSpPr>
            <p:nvPr/>
          </p:nvSpPr>
          <p:spPr>
            <a:xfrm flipV="1">
              <a:off x="1590628" y="1230407"/>
              <a:ext cx="9010745" cy="328009"/>
            </a:xfrm>
            <a:prstGeom prst="flowChartManualOperation">
              <a:avLst/>
            </a:prstGeom>
            <a:solidFill>
              <a:srgbClr val="6600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23" name="四角形: 角を丸くする 22">
            <a:extLst>
              <a:ext uri="{FF2B5EF4-FFF2-40B4-BE49-F238E27FC236}">
                <a16:creationId xmlns:a16="http://schemas.microsoft.com/office/drawing/2014/main" id="{F8B9202C-6C35-FC41-1B8E-84C5DB85CE39}"/>
              </a:ext>
            </a:extLst>
          </p:cNvPr>
          <p:cNvSpPr/>
          <p:nvPr/>
        </p:nvSpPr>
        <p:spPr>
          <a:xfrm>
            <a:off x="7384126" y="517851"/>
            <a:ext cx="2473882" cy="499063"/>
          </a:xfrm>
          <a:prstGeom prst="roundRect">
            <a:avLst/>
          </a:prstGeom>
          <a:solidFill>
            <a:schemeClr val="accent2">
              <a:lumMod val="20000"/>
              <a:lumOff val="80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2" name="グループ化 1">
            <a:extLst>
              <a:ext uri="{FF2B5EF4-FFF2-40B4-BE49-F238E27FC236}">
                <a16:creationId xmlns:a16="http://schemas.microsoft.com/office/drawing/2014/main" id="{7C77299F-6539-8B9C-9237-BDBD6BE41BFC}"/>
              </a:ext>
            </a:extLst>
          </p:cNvPr>
          <p:cNvGrpSpPr/>
          <p:nvPr/>
        </p:nvGrpSpPr>
        <p:grpSpPr>
          <a:xfrm>
            <a:off x="431675" y="5645607"/>
            <a:ext cx="11328651" cy="925026"/>
            <a:chOff x="431675" y="5645607"/>
            <a:chExt cx="11328651" cy="925026"/>
          </a:xfrm>
        </p:grpSpPr>
        <p:sp>
          <p:nvSpPr>
            <p:cNvPr id="3" name="四角形: 角を丸くする 2">
              <a:extLst>
                <a:ext uri="{FF2B5EF4-FFF2-40B4-BE49-F238E27FC236}">
                  <a16:creationId xmlns:a16="http://schemas.microsoft.com/office/drawing/2014/main" id="{818E28C7-D172-D973-014D-C6ECA80A2302}"/>
                </a:ext>
              </a:extLst>
            </p:cNvPr>
            <p:cNvSpPr/>
            <p:nvPr/>
          </p:nvSpPr>
          <p:spPr>
            <a:xfrm>
              <a:off x="431675" y="5656233"/>
              <a:ext cx="11328651" cy="914400"/>
            </a:xfrm>
            <a:prstGeom prst="roundRect">
              <a:avLst>
                <a:gd name="adj" fmla="val 4803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4" name="四角形: 角を丸くする 3">
              <a:extLst>
                <a:ext uri="{FF2B5EF4-FFF2-40B4-BE49-F238E27FC236}">
                  <a16:creationId xmlns:a16="http://schemas.microsoft.com/office/drawing/2014/main" id="{47C275B3-62D6-F0E5-056F-7759C7FFC007}"/>
                </a:ext>
              </a:extLst>
            </p:cNvPr>
            <p:cNvSpPr/>
            <p:nvPr/>
          </p:nvSpPr>
          <p:spPr>
            <a:xfrm>
              <a:off x="4995442" y="5645607"/>
              <a:ext cx="1338828" cy="914400"/>
            </a:xfrm>
            <a:prstGeom prst="roundRect">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 name="テキスト ボックス 4">
              <a:extLst>
                <a:ext uri="{FF2B5EF4-FFF2-40B4-BE49-F238E27FC236}">
                  <a16:creationId xmlns:a16="http://schemas.microsoft.com/office/drawing/2014/main" id="{DE5823EA-DB91-D456-15A3-7BA0C38F30AC}"/>
                </a:ext>
              </a:extLst>
            </p:cNvPr>
            <p:cNvSpPr txBox="1"/>
            <p:nvPr/>
          </p:nvSpPr>
          <p:spPr>
            <a:xfrm>
              <a:off x="1165119"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 name="テキスト ボックス 5">
              <a:extLst>
                <a:ext uri="{FF2B5EF4-FFF2-40B4-BE49-F238E27FC236}">
                  <a16:creationId xmlns:a16="http://schemas.microsoft.com/office/drawing/2014/main" id="{BBF2AF6D-6FA3-4C54-3F10-B7277FAA316B}"/>
                </a:ext>
              </a:extLst>
            </p:cNvPr>
            <p:cNvSpPr txBox="1"/>
            <p:nvPr/>
          </p:nvSpPr>
          <p:spPr>
            <a:xfrm flipH="1">
              <a:off x="529243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7" name="テキスト ボックス 6">
              <a:extLst>
                <a:ext uri="{FF2B5EF4-FFF2-40B4-BE49-F238E27FC236}">
                  <a16:creationId xmlns:a16="http://schemas.microsoft.com/office/drawing/2014/main" id="{5FBA1837-F8C5-7564-8EA5-6CD1E795451A}"/>
                </a:ext>
              </a:extLst>
            </p:cNvPr>
            <p:cNvSpPr txBox="1"/>
            <p:nvPr/>
          </p:nvSpPr>
          <p:spPr>
            <a:xfrm>
              <a:off x="284405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8" name="テキスト ボックス 7">
              <a:extLst>
                <a:ext uri="{FF2B5EF4-FFF2-40B4-BE49-F238E27FC236}">
                  <a16:creationId xmlns:a16="http://schemas.microsoft.com/office/drawing/2014/main" id="{498CC1D2-535B-256D-706A-7196383E8F01}"/>
                </a:ext>
              </a:extLst>
            </p:cNvPr>
            <p:cNvSpPr txBox="1"/>
            <p:nvPr/>
          </p:nvSpPr>
          <p:spPr>
            <a:xfrm>
              <a:off x="8393833"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9" name="テキスト ボックス 8">
              <a:extLst>
                <a:ext uri="{FF2B5EF4-FFF2-40B4-BE49-F238E27FC236}">
                  <a16:creationId xmlns:a16="http://schemas.microsoft.com/office/drawing/2014/main" id="{C791021A-87A1-1F25-61A1-5FDADC47C75B}"/>
                </a:ext>
              </a:extLst>
            </p:cNvPr>
            <p:cNvSpPr txBox="1"/>
            <p:nvPr/>
          </p:nvSpPr>
          <p:spPr>
            <a:xfrm>
              <a:off x="6714895"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0" name="テキスト ボックス 9">
              <a:extLst>
                <a:ext uri="{FF2B5EF4-FFF2-40B4-BE49-F238E27FC236}">
                  <a16:creationId xmlns:a16="http://schemas.microsoft.com/office/drawing/2014/main" id="{BEC004C3-B03C-D2A7-8D8C-8F4569BA6856}"/>
                </a:ext>
              </a:extLst>
            </p:cNvPr>
            <p:cNvSpPr txBox="1"/>
            <p:nvPr/>
          </p:nvSpPr>
          <p:spPr>
            <a:xfrm flipH="1">
              <a:off x="9816293" y="5913378"/>
              <a:ext cx="1210588"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22" name="四角形: 角を丸くする 21">
            <a:extLst>
              <a:ext uri="{FF2B5EF4-FFF2-40B4-BE49-F238E27FC236}">
                <a16:creationId xmlns:a16="http://schemas.microsoft.com/office/drawing/2014/main" id="{BF927CDA-5839-3446-E5C9-85A2BD5CDB2E}"/>
              </a:ext>
            </a:extLst>
          </p:cNvPr>
          <p:cNvSpPr/>
          <p:nvPr/>
        </p:nvSpPr>
        <p:spPr>
          <a:xfrm>
            <a:off x="3113551" y="2953512"/>
            <a:ext cx="1822662" cy="1080843"/>
          </a:xfrm>
          <a:prstGeom prst="roundRect">
            <a:avLst/>
          </a:prstGeom>
          <a:solidFill>
            <a:schemeClr val="bg1">
              <a:lumMod val="95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 name="四角形: 角を丸くする 23">
            <a:extLst>
              <a:ext uri="{FF2B5EF4-FFF2-40B4-BE49-F238E27FC236}">
                <a16:creationId xmlns:a16="http://schemas.microsoft.com/office/drawing/2014/main" id="{FCF52D78-1358-1E02-9E7D-48FEE561D61B}"/>
              </a:ext>
            </a:extLst>
          </p:cNvPr>
          <p:cNvSpPr/>
          <p:nvPr/>
        </p:nvSpPr>
        <p:spPr>
          <a:xfrm>
            <a:off x="5632539" y="2953512"/>
            <a:ext cx="1822662" cy="1080843"/>
          </a:xfrm>
          <a:prstGeom prst="roundRect">
            <a:avLst/>
          </a:prstGeom>
          <a:solidFill>
            <a:schemeClr val="tx1">
              <a:lumMod val="50000"/>
              <a:lumOff val="50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6" name="四角形: 角を丸くする 25">
            <a:extLst>
              <a:ext uri="{FF2B5EF4-FFF2-40B4-BE49-F238E27FC236}">
                <a16:creationId xmlns:a16="http://schemas.microsoft.com/office/drawing/2014/main" id="{60D15CD3-15F5-DADC-C5CA-7128B6E6906B}"/>
              </a:ext>
            </a:extLst>
          </p:cNvPr>
          <p:cNvSpPr/>
          <p:nvPr/>
        </p:nvSpPr>
        <p:spPr>
          <a:xfrm>
            <a:off x="8151526" y="2953512"/>
            <a:ext cx="1822662" cy="1080843"/>
          </a:xfrm>
          <a:prstGeom prst="roundRect">
            <a:avLst/>
          </a:prstGeom>
          <a:solidFill>
            <a:schemeClr val="tx1">
              <a:lumMod val="50000"/>
              <a:lumOff val="50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9" name="四角形: 角を丸くする 28">
            <a:extLst>
              <a:ext uri="{FF2B5EF4-FFF2-40B4-BE49-F238E27FC236}">
                <a16:creationId xmlns:a16="http://schemas.microsoft.com/office/drawing/2014/main" id="{C5E56B9D-4B10-E1BF-26EE-2C8BD94BA588}"/>
              </a:ext>
            </a:extLst>
          </p:cNvPr>
          <p:cNvSpPr/>
          <p:nvPr/>
        </p:nvSpPr>
        <p:spPr>
          <a:xfrm>
            <a:off x="3113551" y="4302380"/>
            <a:ext cx="1822662" cy="1080843"/>
          </a:xfrm>
          <a:prstGeom prst="roundRect">
            <a:avLst/>
          </a:prstGeom>
          <a:solidFill>
            <a:schemeClr val="accent3">
              <a:lumMod val="20000"/>
              <a:lumOff val="80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0" name="四角形: 角を丸くする 29">
            <a:extLst>
              <a:ext uri="{FF2B5EF4-FFF2-40B4-BE49-F238E27FC236}">
                <a16:creationId xmlns:a16="http://schemas.microsoft.com/office/drawing/2014/main" id="{AC71C515-3D04-E63A-EE9E-20015410A0C9}"/>
              </a:ext>
            </a:extLst>
          </p:cNvPr>
          <p:cNvSpPr/>
          <p:nvPr/>
        </p:nvSpPr>
        <p:spPr>
          <a:xfrm>
            <a:off x="5632539" y="4302380"/>
            <a:ext cx="1822662" cy="1080843"/>
          </a:xfrm>
          <a:prstGeom prst="roundRect">
            <a:avLst/>
          </a:prstGeom>
          <a:solidFill>
            <a:schemeClr val="accent2">
              <a:lumMod val="20000"/>
              <a:lumOff val="80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1" name="四角形: 角を丸くする 30">
            <a:extLst>
              <a:ext uri="{FF2B5EF4-FFF2-40B4-BE49-F238E27FC236}">
                <a16:creationId xmlns:a16="http://schemas.microsoft.com/office/drawing/2014/main" id="{154FC606-C497-55CE-E1A9-AA5EDA9BD00E}"/>
              </a:ext>
            </a:extLst>
          </p:cNvPr>
          <p:cNvSpPr/>
          <p:nvPr/>
        </p:nvSpPr>
        <p:spPr>
          <a:xfrm>
            <a:off x="8151526" y="4302380"/>
            <a:ext cx="1822662" cy="1080843"/>
          </a:xfrm>
          <a:prstGeom prst="roundRect">
            <a:avLst/>
          </a:prstGeom>
          <a:solidFill>
            <a:schemeClr val="tx1">
              <a:lumMod val="50000"/>
              <a:lumOff val="50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3" name="四角形: 角を丸くする 32">
            <a:extLst>
              <a:ext uri="{FF2B5EF4-FFF2-40B4-BE49-F238E27FC236}">
                <a16:creationId xmlns:a16="http://schemas.microsoft.com/office/drawing/2014/main" id="{04AE3BCA-4FA2-580B-B32F-D8F682536618}"/>
              </a:ext>
            </a:extLst>
          </p:cNvPr>
          <p:cNvSpPr/>
          <p:nvPr/>
        </p:nvSpPr>
        <p:spPr>
          <a:xfrm>
            <a:off x="3113551" y="1604645"/>
            <a:ext cx="1822662" cy="1080843"/>
          </a:xfrm>
          <a:prstGeom prst="roundRect">
            <a:avLst/>
          </a:prstGeom>
          <a:solidFill>
            <a:schemeClr val="bg1">
              <a:lumMod val="95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4" name="四角形: 角を丸くする 33">
            <a:extLst>
              <a:ext uri="{FF2B5EF4-FFF2-40B4-BE49-F238E27FC236}">
                <a16:creationId xmlns:a16="http://schemas.microsoft.com/office/drawing/2014/main" id="{1ECD1A5F-0F76-7492-A018-8D5FCCDD99B2}"/>
              </a:ext>
            </a:extLst>
          </p:cNvPr>
          <p:cNvSpPr/>
          <p:nvPr/>
        </p:nvSpPr>
        <p:spPr>
          <a:xfrm>
            <a:off x="5632539" y="1604645"/>
            <a:ext cx="1822662" cy="1080843"/>
          </a:xfrm>
          <a:prstGeom prst="roundRect">
            <a:avLst/>
          </a:prstGeom>
          <a:solidFill>
            <a:schemeClr val="bg1">
              <a:lumMod val="95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5" name="四角形: 角を丸くする 34">
            <a:extLst>
              <a:ext uri="{FF2B5EF4-FFF2-40B4-BE49-F238E27FC236}">
                <a16:creationId xmlns:a16="http://schemas.microsoft.com/office/drawing/2014/main" id="{195CC286-A025-DE3E-EC72-138731024BFB}"/>
              </a:ext>
            </a:extLst>
          </p:cNvPr>
          <p:cNvSpPr/>
          <p:nvPr/>
        </p:nvSpPr>
        <p:spPr>
          <a:xfrm>
            <a:off x="8151526" y="1604645"/>
            <a:ext cx="1822662" cy="1080843"/>
          </a:xfrm>
          <a:prstGeom prst="roundRect">
            <a:avLst/>
          </a:prstGeom>
          <a:solidFill>
            <a:schemeClr val="bg1">
              <a:lumMod val="95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43" name="グループ化 42">
            <a:extLst>
              <a:ext uri="{FF2B5EF4-FFF2-40B4-BE49-F238E27FC236}">
                <a16:creationId xmlns:a16="http://schemas.microsoft.com/office/drawing/2014/main" id="{0E32C40F-72C3-8CA1-F62A-968A997D7419}"/>
              </a:ext>
            </a:extLst>
          </p:cNvPr>
          <p:cNvGrpSpPr/>
          <p:nvPr/>
        </p:nvGrpSpPr>
        <p:grpSpPr>
          <a:xfrm>
            <a:off x="9645916" y="507963"/>
            <a:ext cx="1754702" cy="518838"/>
            <a:chOff x="8272011" y="573275"/>
            <a:chExt cx="1754702" cy="518838"/>
          </a:xfrm>
        </p:grpSpPr>
        <p:sp>
          <p:nvSpPr>
            <p:cNvPr id="38" name="矢印: 五方向 37">
              <a:extLst>
                <a:ext uri="{FF2B5EF4-FFF2-40B4-BE49-F238E27FC236}">
                  <a16:creationId xmlns:a16="http://schemas.microsoft.com/office/drawing/2014/main" id="{05B65C41-1D09-41A7-296A-347AA66C32F8}"/>
                </a:ext>
              </a:extLst>
            </p:cNvPr>
            <p:cNvSpPr/>
            <p:nvPr/>
          </p:nvSpPr>
          <p:spPr>
            <a:xfrm flipH="1">
              <a:off x="8272011" y="573275"/>
              <a:ext cx="1754702" cy="518838"/>
            </a:xfrm>
            <a:prstGeom prst="homePlate">
              <a:avLst/>
            </a:prstGeom>
            <a:solidFill>
              <a:schemeClr val="accent2">
                <a:lumMod val="60000"/>
                <a:lumOff val="40000"/>
              </a:schemeClr>
            </a:solidFill>
            <a:ln>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42" name="テキスト ボックス 41">
              <a:extLst>
                <a:ext uri="{FF2B5EF4-FFF2-40B4-BE49-F238E27FC236}">
                  <a16:creationId xmlns:a16="http://schemas.microsoft.com/office/drawing/2014/main" id="{EA1FF466-8C99-DA60-7EBB-79AD4DDBF469}"/>
                </a:ext>
              </a:extLst>
            </p:cNvPr>
            <p:cNvSpPr txBox="1"/>
            <p:nvPr/>
          </p:nvSpPr>
          <p:spPr>
            <a:xfrm>
              <a:off x="8373671" y="648028"/>
              <a:ext cx="1653042" cy="369332"/>
            </a:xfrm>
            <a:prstGeom prst="rect">
              <a:avLst/>
            </a:prstGeom>
            <a:noFill/>
          </p:spPr>
          <p:txBody>
            <a:bodyPr wrap="square">
              <a:spAutoFit/>
            </a:bodyPr>
            <a:lstStyle/>
            <a:p>
              <a:pPr algn="ctr"/>
              <a:r>
                <a:rPr lang="ja-JP" altLang="en-US" sz="1800">
                  <a:solidFill>
                    <a:schemeClr val="accent6">
                      <a:lumMod val="75000"/>
                    </a:schemeClr>
                  </a:solidFill>
                  <a:latin typeface="原稿用標準書体" panose="03000503000000000000" pitchFamily="66" charset="-128"/>
                  <a:ea typeface="原稿用標準書体" panose="03000503000000000000" pitchFamily="66" charset="-128"/>
                </a:rPr>
                <a:t>一括受け取り</a:t>
              </a:r>
              <a:endParaRPr kumimoji="1" lang="ja-JP" altLang="en-US" sz="18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sp>
        <p:nvSpPr>
          <p:cNvPr id="32" name="テキスト ボックス 31">
            <a:extLst>
              <a:ext uri="{FF2B5EF4-FFF2-40B4-BE49-F238E27FC236}">
                <a16:creationId xmlns:a16="http://schemas.microsoft.com/office/drawing/2014/main" id="{7378147B-2624-5D3E-DB29-8A24773FD037}"/>
              </a:ext>
            </a:extLst>
          </p:cNvPr>
          <p:cNvSpPr txBox="1"/>
          <p:nvPr/>
        </p:nvSpPr>
        <p:spPr>
          <a:xfrm>
            <a:off x="7866392" y="608865"/>
            <a:ext cx="733012" cy="307777"/>
          </a:xfrm>
          <a:prstGeom prst="rect">
            <a:avLst/>
          </a:prstGeom>
          <a:noFill/>
        </p:spPr>
        <p:txBody>
          <a:bodyPr wrap="square">
            <a:spAutoFit/>
          </a:bodyPr>
          <a:lstStyle/>
          <a:p>
            <a:pPr algn="ctr"/>
            <a:r>
              <a:rPr lang="en-US" altLang="ja-JP" sz="1400">
                <a:solidFill>
                  <a:schemeClr val="accent6">
                    <a:lumMod val="75000"/>
                  </a:schemeClr>
                </a:solidFill>
                <a:latin typeface="原稿用標準書体" panose="03000503000000000000" pitchFamily="66" charset="-128"/>
                <a:ea typeface="原稿用標準書体" panose="03000503000000000000" pitchFamily="66" charset="-128"/>
              </a:rPr>
              <a:t>00k</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nvGrpSpPr>
          <p:cNvPr id="75" name="グループ化 74">
            <a:extLst>
              <a:ext uri="{FF2B5EF4-FFF2-40B4-BE49-F238E27FC236}">
                <a16:creationId xmlns:a16="http://schemas.microsoft.com/office/drawing/2014/main" id="{C7D14AAE-C59C-F801-4650-48D2BDCD1711}"/>
              </a:ext>
            </a:extLst>
          </p:cNvPr>
          <p:cNvGrpSpPr/>
          <p:nvPr/>
        </p:nvGrpSpPr>
        <p:grpSpPr>
          <a:xfrm>
            <a:off x="7578010" y="620505"/>
            <a:ext cx="307777" cy="307777"/>
            <a:chOff x="7578010" y="689710"/>
            <a:chExt cx="307777" cy="307777"/>
          </a:xfrm>
        </p:grpSpPr>
        <p:sp>
          <p:nvSpPr>
            <p:cNvPr id="36" name="ハート 35">
              <a:extLst>
                <a:ext uri="{FF2B5EF4-FFF2-40B4-BE49-F238E27FC236}">
                  <a16:creationId xmlns:a16="http://schemas.microsoft.com/office/drawing/2014/main" id="{D1E04130-D5C4-86CD-D322-ECAD0B306942}"/>
                </a:ext>
              </a:extLst>
            </p:cNvPr>
            <p:cNvSpPr/>
            <p:nvPr/>
          </p:nvSpPr>
          <p:spPr>
            <a:xfrm>
              <a:off x="7578010" y="689710"/>
              <a:ext cx="307777" cy="307777"/>
            </a:xfrm>
            <a:prstGeom prst="hear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48" name="グループ化 47">
              <a:extLst>
                <a:ext uri="{FF2B5EF4-FFF2-40B4-BE49-F238E27FC236}">
                  <a16:creationId xmlns:a16="http://schemas.microsoft.com/office/drawing/2014/main" id="{6DD34C18-D7C7-A83C-A5DD-B46D9F1FA2C6}"/>
                </a:ext>
              </a:extLst>
            </p:cNvPr>
            <p:cNvGrpSpPr/>
            <p:nvPr/>
          </p:nvGrpSpPr>
          <p:grpSpPr>
            <a:xfrm>
              <a:off x="7703665" y="804545"/>
              <a:ext cx="105517" cy="121007"/>
              <a:chOff x="5667132" y="573275"/>
              <a:chExt cx="322931" cy="370337"/>
            </a:xfrm>
          </p:grpSpPr>
          <p:sp>
            <p:nvSpPr>
              <p:cNvPr id="37" name="楕円 36">
                <a:extLst>
                  <a:ext uri="{FF2B5EF4-FFF2-40B4-BE49-F238E27FC236}">
                    <a16:creationId xmlns:a16="http://schemas.microsoft.com/office/drawing/2014/main" id="{266D4B88-2393-91AA-E371-99F2DAE1BACC}"/>
                  </a:ext>
                </a:extLst>
              </p:cNvPr>
              <p:cNvSpPr/>
              <p:nvPr/>
            </p:nvSpPr>
            <p:spPr>
              <a:xfrm>
                <a:off x="5667132" y="744490"/>
                <a:ext cx="199122" cy="199122"/>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41" name="コネクタ: 曲線 40">
                <a:extLst>
                  <a:ext uri="{FF2B5EF4-FFF2-40B4-BE49-F238E27FC236}">
                    <a16:creationId xmlns:a16="http://schemas.microsoft.com/office/drawing/2014/main" id="{B40AC7E3-ED03-7F90-80C6-3FDAB3D8D8EF}"/>
                  </a:ext>
                </a:extLst>
              </p:cNvPr>
              <p:cNvCxnSpPr>
                <a:cxnSpLocks/>
                <a:stCxn id="37" idx="7"/>
              </p:cNvCxnSpPr>
              <p:nvPr/>
            </p:nvCxnSpPr>
            <p:spPr>
              <a:xfrm rot="5400000" flipH="1" flipV="1">
                <a:off x="5813390" y="596978"/>
                <a:ext cx="200376" cy="152970"/>
              </a:xfrm>
              <a:prstGeom prst="curvedConnector3">
                <a:avLst/>
              </a:prstGeom>
              <a:ln w="38100" cap="rnd">
                <a:solidFill>
                  <a:schemeClr val="accent6"/>
                </a:solidFill>
                <a:round/>
              </a:ln>
            </p:spPr>
            <p:style>
              <a:lnRef idx="2">
                <a:schemeClr val="accent1"/>
              </a:lnRef>
              <a:fillRef idx="0">
                <a:schemeClr val="accent1"/>
              </a:fillRef>
              <a:effectRef idx="1">
                <a:schemeClr val="accent1"/>
              </a:effectRef>
              <a:fontRef idx="minor">
                <a:schemeClr val="tx1"/>
              </a:fontRef>
            </p:style>
          </p:cxnSp>
        </p:grpSp>
        <p:grpSp>
          <p:nvGrpSpPr>
            <p:cNvPr id="49" name="グループ化 48">
              <a:extLst>
                <a:ext uri="{FF2B5EF4-FFF2-40B4-BE49-F238E27FC236}">
                  <a16:creationId xmlns:a16="http://schemas.microsoft.com/office/drawing/2014/main" id="{AA5BE389-4DA0-5A5C-54E3-0E187DDFEE32}"/>
                </a:ext>
              </a:extLst>
            </p:cNvPr>
            <p:cNvGrpSpPr/>
            <p:nvPr/>
          </p:nvGrpSpPr>
          <p:grpSpPr>
            <a:xfrm flipH="1">
              <a:off x="7627235" y="770446"/>
              <a:ext cx="84042" cy="96379"/>
              <a:chOff x="5667132" y="573275"/>
              <a:chExt cx="322931" cy="370337"/>
            </a:xfrm>
          </p:grpSpPr>
          <p:sp>
            <p:nvSpPr>
              <p:cNvPr id="50" name="楕円 49">
                <a:extLst>
                  <a:ext uri="{FF2B5EF4-FFF2-40B4-BE49-F238E27FC236}">
                    <a16:creationId xmlns:a16="http://schemas.microsoft.com/office/drawing/2014/main" id="{1FAAA970-227A-B308-6BB0-7CDF39D73282}"/>
                  </a:ext>
                </a:extLst>
              </p:cNvPr>
              <p:cNvSpPr/>
              <p:nvPr/>
            </p:nvSpPr>
            <p:spPr>
              <a:xfrm>
                <a:off x="5667132" y="744490"/>
                <a:ext cx="199122" cy="199122"/>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51" name="コネクタ: 曲線 50">
                <a:extLst>
                  <a:ext uri="{FF2B5EF4-FFF2-40B4-BE49-F238E27FC236}">
                    <a16:creationId xmlns:a16="http://schemas.microsoft.com/office/drawing/2014/main" id="{FB67C36F-10D0-FE2C-A20E-3358352125C6}"/>
                  </a:ext>
                </a:extLst>
              </p:cNvPr>
              <p:cNvCxnSpPr>
                <a:cxnSpLocks/>
                <a:stCxn id="50" idx="7"/>
              </p:cNvCxnSpPr>
              <p:nvPr/>
            </p:nvCxnSpPr>
            <p:spPr>
              <a:xfrm rot="5400000" flipH="1" flipV="1">
                <a:off x="5813390" y="596978"/>
                <a:ext cx="200376" cy="152970"/>
              </a:xfrm>
              <a:prstGeom prst="curvedConnector3">
                <a:avLst/>
              </a:prstGeom>
              <a:ln w="25400" cap="rnd">
                <a:solidFill>
                  <a:schemeClr val="accent6"/>
                </a:solidFill>
                <a:round/>
              </a:ln>
            </p:spPr>
            <p:style>
              <a:lnRef idx="2">
                <a:schemeClr val="accent1"/>
              </a:lnRef>
              <a:fillRef idx="0">
                <a:schemeClr val="accent1"/>
              </a:fillRef>
              <a:effectRef idx="1">
                <a:schemeClr val="accent1"/>
              </a:effectRef>
              <a:fontRef idx="minor">
                <a:schemeClr val="tx1"/>
              </a:fontRef>
            </p:style>
          </p:cxnSp>
        </p:grpSp>
      </p:grpSp>
      <p:sp>
        <p:nvSpPr>
          <p:cNvPr id="74" name="テキスト ボックス 73">
            <a:extLst>
              <a:ext uri="{FF2B5EF4-FFF2-40B4-BE49-F238E27FC236}">
                <a16:creationId xmlns:a16="http://schemas.microsoft.com/office/drawing/2014/main" id="{CED189EA-E2B1-DB3B-D222-BE8AC82C6E8C}"/>
              </a:ext>
            </a:extLst>
          </p:cNvPr>
          <p:cNvSpPr txBox="1"/>
          <p:nvPr/>
        </p:nvSpPr>
        <p:spPr>
          <a:xfrm>
            <a:off x="8881110" y="608865"/>
            <a:ext cx="733012" cy="307777"/>
          </a:xfrm>
          <a:prstGeom prst="rect">
            <a:avLst/>
          </a:prstGeom>
          <a:noFill/>
        </p:spPr>
        <p:txBody>
          <a:bodyPr wrap="square">
            <a:spAutoFit/>
          </a:bodyPr>
          <a:lstStyle/>
          <a:p>
            <a:pPr algn="ctr"/>
            <a:r>
              <a:rPr lang="en-US" altLang="ja-JP" sz="1400">
                <a:solidFill>
                  <a:schemeClr val="accent6">
                    <a:lumMod val="75000"/>
                  </a:schemeClr>
                </a:solidFill>
                <a:latin typeface="原稿用標準書体" panose="03000503000000000000" pitchFamily="66" charset="-128"/>
                <a:ea typeface="原稿用標準書体" panose="03000503000000000000" pitchFamily="66" charset="-128"/>
              </a:rPr>
              <a:t>00k</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77" name="テキスト ボックス 76">
            <a:extLst>
              <a:ext uri="{FF2B5EF4-FFF2-40B4-BE49-F238E27FC236}">
                <a16:creationId xmlns:a16="http://schemas.microsoft.com/office/drawing/2014/main" id="{13385E6B-80DF-E1C5-AC7A-06A4D4EC2934}"/>
              </a:ext>
            </a:extLst>
          </p:cNvPr>
          <p:cNvSpPr txBox="1"/>
          <p:nvPr/>
        </p:nvSpPr>
        <p:spPr>
          <a:xfrm>
            <a:off x="3013396" y="1660647"/>
            <a:ext cx="733012" cy="338554"/>
          </a:xfrm>
          <a:prstGeom prst="rect">
            <a:avLst/>
          </a:prstGeom>
          <a:noFill/>
        </p:spPr>
        <p:txBody>
          <a:bodyPr wrap="square">
            <a:spAutoFit/>
          </a:bodyPr>
          <a:lstStyle/>
          <a:p>
            <a:pPr algn="ctr"/>
            <a:r>
              <a:rPr lang="en-US" altLang="ja-JP" sz="1400">
                <a:solidFill>
                  <a:schemeClr val="accent6">
                    <a:lumMod val="75000"/>
                  </a:schemeClr>
                </a:solidFill>
                <a:latin typeface="原稿用標準書体" panose="03000503000000000000" pitchFamily="66" charset="-128"/>
                <a:ea typeface="原稿用標準書体" panose="03000503000000000000" pitchFamily="66" charset="-128"/>
              </a:rPr>
              <a:t>Lv</a:t>
            </a:r>
            <a:r>
              <a:rPr lang="en-US" altLang="ja-JP" sz="1600">
                <a:solidFill>
                  <a:schemeClr val="accent6">
                    <a:lumMod val="75000"/>
                  </a:schemeClr>
                </a:solidFill>
                <a:latin typeface="原稿用標準書体" panose="03000503000000000000" pitchFamily="66" charset="-128"/>
                <a:ea typeface="原稿用標準書体" panose="03000503000000000000" pitchFamily="66" charset="-128"/>
              </a:rPr>
              <a:t>0</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79" name="テキスト ボックス 78">
            <a:extLst>
              <a:ext uri="{FF2B5EF4-FFF2-40B4-BE49-F238E27FC236}">
                <a16:creationId xmlns:a16="http://schemas.microsoft.com/office/drawing/2014/main" id="{301C0334-15C4-AD45-7100-1351EF7EBA9A}"/>
              </a:ext>
            </a:extLst>
          </p:cNvPr>
          <p:cNvSpPr txBox="1"/>
          <p:nvPr/>
        </p:nvSpPr>
        <p:spPr>
          <a:xfrm>
            <a:off x="5537357" y="1660647"/>
            <a:ext cx="733012" cy="338554"/>
          </a:xfrm>
          <a:prstGeom prst="rect">
            <a:avLst/>
          </a:prstGeom>
          <a:noFill/>
        </p:spPr>
        <p:txBody>
          <a:bodyPr wrap="square">
            <a:spAutoFit/>
          </a:bodyPr>
          <a:lstStyle/>
          <a:p>
            <a:pPr algn="ctr"/>
            <a:r>
              <a:rPr lang="en-US" altLang="ja-JP" sz="1400">
                <a:solidFill>
                  <a:schemeClr val="accent6">
                    <a:lumMod val="75000"/>
                  </a:schemeClr>
                </a:solidFill>
                <a:latin typeface="原稿用標準書体" panose="03000503000000000000" pitchFamily="66" charset="-128"/>
                <a:ea typeface="原稿用標準書体" panose="03000503000000000000" pitchFamily="66" charset="-128"/>
              </a:rPr>
              <a:t>Lv</a:t>
            </a:r>
            <a:r>
              <a:rPr lang="en-US" altLang="ja-JP" sz="1600">
                <a:solidFill>
                  <a:schemeClr val="accent6">
                    <a:lumMod val="75000"/>
                  </a:schemeClr>
                </a:solidFill>
                <a:latin typeface="原稿用標準書体" panose="03000503000000000000" pitchFamily="66" charset="-128"/>
                <a:ea typeface="原稿用標準書体" panose="03000503000000000000" pitchFamily="66" charset="-128"/>
              </a:rPr>
              <a:t>0</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81" name="テキスト ボックス 80">
            <a:extLst>
              <a:ext uri="{FF2B5EF4-FFF2-40B4-BE49-F238E27FC236}">
                <a16:creationId xmlns:a16="http://schemas.microsoft.com/office/drawing/2014/main" id="{158B09E6-D2E1-0480-DACD-E64F02D5D5B8}"/>
              </a:ext>
            </a:extLst>
          </p:cNvPr>
          <p:cNvSpPr txBox="1"/>
          <p:nvPr/>
        </p:nvSpPr>
        <p:spPr>
          <a:xfrm>
            <a:off x="8061318" y="1660647"/>
            <a:ext cx="733012" cy="338554"/>
          </a:xfrm>
          <a:prstGeom prst="rect">
            <a:avLst/>
          </a:prstGeom>
          <a:noFill/>
        </p:spPr>
        <p:txBody>
          <a:bodyPr wrap="square">
            <a:spAutoFit/>
          </a:bodyPr>
          <a:lstStyle/>
          <a:p>
            <a:pPr algn="ctr"/>
            <a:r>
              <a:rPr lang="en-US" altLang="ja-JP" sz="1400">
                <a:solidFill>
                  <a:schemeClr val="accent6">
                    <a:lumMod val="75000"/>
                  </a:schemeClr>
                </a:solidFill>
                <a:latin typeface="原稿用標準書体" panose="03000503000000000000" pitchFamily="66" charset="-128"/>
                <a:ea typeface="原稿用標準書体" panose="03000503000000000000" pitchFamily="66" charset="-128"/>
              </a:rPr>
              <a:t>Lv</a:t>
            </a:r>
            <a:r>
              <a:rPr lang="en-US" altLang="ja-JP" sz="1600">
                <a:solidFill>
                  <a:schemeClr val="accent6">
                    <a:lumMod val="75000"/>
                  </a:schemeClr>
                </a:solidFill>
                <a:latin typeface="原稿用標準書体" panose="03000503000000000000" pitchFamily="66" charset="-128"/>
                <a:ea typeface="原稿用標準書体" panose="03000503000000000000" pitchFamily="66" charset="-128"/>
              </a:rPr>
              <a:t>0</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85" name="テキスト ボックス 84">
            <a:extLst>
              <a:ext uri="{FF2B5EF4-FFF2-40B4-BE49-F238E27FC236}">
                <a16:creationId xmlns:a16="http://schemas.microsoft.com/office/drawing/2014/main" id="{743052E2-9442-4165-8146-52EADE380980}"/>
              </a:ext>
            </a:extLst>
          </p:cNvPr>
          <p:cNvSpPr txBox="1"/>
          <p:nvPr/>
        </p:nvSpPr>
        <p:spPr>
          <a:xfrm>
            <a:off x="5930612" y="3293878"/>
            <a:ext cx="1226516" cy="400110"/>
          </a:xfrm>
          <a:prstGeom prst="rect">
            <a:avLst/>
          </a:prstGeom>
          <a:noFill/>
        </p:spPr>
        <p:txBody>
          <a:bodyPr wrap="square">
            <a:spAutoFit/>
          </a:bodyPr>
          <a:lstStyle/>
          <a:p>
            <a:pPr algn="ctr"/>
            <a:r>
              <a:rPr kumimoji="1" lang="ja-JP" altLang="en-US" sz="2000">
                <a:solidFill>
                  <a:schemeClr val="accent2">
                    <a:lumMod val="60000"/>
                    <a:lumOff val="40000"/>
                  </a:schemeClr>
                </a:solidFill>
                <a:latin typeface="原稿用標準書体" panose="03000503000000000000" pitchFamily="66" charset="-128"/>
                <a:ea typeface="原稿用標準書体" panose="03000503000000000000" pitchFamily="66" charset="-128"/>
              </a:rPr>
              <a:t>未開放</a:t>
            </a:r>
          </a:p>
        </p:txBody>
      </p:sp>
      <p:sp>
        <p:nvSpPr>
          <p:cNvPr id="87" name="テキスト ボックス 86">
            <a:extLst>
              <a:ext uri="{FF2B5EF4-FFF2-40B4-BE49-F238E27FC236}">
                <a16:creationId xmlns:a16="http://schemas.microsoft.com/office/drawing/2014/main" id="{266E0B09-1570-99D2-3509-B18F04BC3A24}"/>
              </a:ext>
            </a:extLst>
          </p:cNvPr>
          <p:cNvSpPr txBox="1"/>
          <p:nvPr/>
        </p:nvSpPr>
        <p:spPr>
          <a:xfrm>
            <a:off x="8449599" y="3293878"/>
            <a:ext cx="1226516" cy="400110"/>
          </a:xfrm>
          <a:prstGeom prst="rect">
            <a:avLst/>
          </a:prstGeom>
          <a:noFill/>
        </p:spPr>
        <p:txBody>
          <a:bodyPr wrap="square">
            <a:spAutoFit/>
          </a:bodyPr>
          <a:lstStyle/>
          <a:p>
            <a:pPr algn="ctr"/>
            <a:r>
              <a:rPr kumimoji="1" lang="ja-JP" altLang="en-US" sz="2000">
                <a:solidFill>
                  <a:schemeClr val="accent2">
                    <a:lumMod val="60000"/>
                    <a:lumOff val="40000"/>
                  </a:schemeClr>
                </a:solidFill>
                <a:latin typeface="原稿用標準書体" panose="03000503000000000000" pitchFamily="66" charset="-128"/>
                <a:ea typeface="原稿用標準書体" panose="03000503000000000000" pitchFamily="66" charset="-128"/>
              </a:rPr>
              <a:t>未開放</a:t>
            </a:r>
          </a:p>
        </p:txBody>
      </p:sp>
      <p:sp>
        <p:nvSpPr>
          <p:cNvPr id="89" name="テキスト ボックス 88">
            <a:extLst>
              <a:ext uri="{FF2B5EF4-FFF2-40B4-BE49-F238E27FC236}">
                <a16:creationId xmlns:a16="http://schemas.microsoft.com/office/drawing/2014/main" id="{D38EA5E3-349E-C262-9A91-9C9D9E93CC51}"/>
              </a:ext>
            </a:extLst>
          </p:cNvPr>
          <p:cNvSpPr txBox="1"/>
          <p:nvPr/>
        </p:nvSpPr>
        <p:spPr>
          <a:xfrm>
            <a:off x="8449599" y="4642746"/>
            <a:ext cx="1226516" cy="400110"/>
          </a:xfrm>
          <a:prstGeom prst="rect">
            <a:avLst/>
          </a:prstGeom>
          <a:noFill/>
        </p:spPr>
        <p:txBody>
          <a:bodyPr wrap="square">
            <a:spAutoFit/>
          </a:bodyPr>
          <a:lstStyle/>
          <a:p>
            <a:pPr algn="ctr"/>
            <a:r>
              <a:rPr kumimoji="1" lang="ja-JP" altLang="en-US" sz="2000">
                <a:solidFill>
                  <a:schemeClr val="accent2">
                    <a:lumMod val="60000"/>
                    <a:lumOff val="40000"/>
                  </a:schemeClr>
                </a:solidFill>
                <a:latin typeface="原稿用標準書体" panose="03000503000000000000" pitchFamily="66" charset="-128"/>
                <a:ea typeface="原稿用標準書体" panose="03000503000000000000" pitchFamily="66" charset="-128"/>
              </a:rPr>
              <a:t>未開放</a:t>
            </a:r>
          </a:p>
        </p:txBody>
      </p:sp>
      <p:sp>
        <p:nvSpPr>
          <p:cNvPr id="91" name="テキスト ボックス 90">
            <a:extLst>
              <a:ext uri="{FF2B5EF4-FFF2-40B4-BE49-F238E27FC236}">
                <a16:creationId xmlns:a16="http://schemas.microsoft.com/office/drawing/2014/main" id="{A9069E98-0911-06D3-1349-CCA2EAD5BAAA}"/>
              </a:ext>
            </a:extLst>
          </p:cNvPr>
          <p:cNvSpPr txBox="1"/>
          <p:nvPr/>
        </p:nvSpPr>
        <p:spPr>
          <a:xfrm>
            <a:off x="6605804" y="1676036"/>
            <a:ext cx="733012" cy="307777"/>
          </a:xfrm>
          <a:prstGeom prst="rect">
            <a:avLst/>
          </a:prstGeom>
          <a:noFill/>
        </p:spPr>
        <p:txBody>
          <a:bodyPr wrap="square">
            <a:spAutoFit/>
          </a:bodyPr>
          <a:lstStyle/>
          <a:p>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部屋名</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93" name="テキスト ボックス 92">
            <a:extLst>
              <a:ext uri="{FF2B5EF4-FFF2-40B4-BE49-F238E27FC236}">
                <a16:creationId xmlns:a16="http://schemas.microsoft.com/office/drawing/2014/main" id="{52021001-936A-2E95-1868-F47C9816453F}"/>
              </a:ext>
            </a:extLst>
          </p:cNvPr>
          <p:cNvSpPr txBox="1"/>
          <p:nvPr/>
        </p:nvSpPr>
        <p:spPr>
          <a:xfrm>
            <a:off x="9173889" y="1676036"/>
            <a:ext cx="733012" cy="307777"/>
          </a:xfrm>
          <a:prstGeom prst="rect">
            <a:avLst/>
          </a:prstGeom>
          <a:noFill/>
        </p:spPr>
        <p:txBody>
          <a:bodyPr wrap="square">
            <a:spAutoFit/>
          </a:bodyPr>
          <a:lstStyle/>
          <a:p>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部屋名</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95" name="テキスト ボックス 94">
            <a:extLst>
              <a:ext uri="{FF2B5EF4-FFF2-40B4-BE49-F238E27FC236}">
                <a16:creationId xmlns:a16="http://schemas.microsoft.com/office/drawing/2014/main" id="{C1309043-A9A5-BE94-0892-D7B1AF929983}"/>
              </a:ext>
            </a:extLst>
          </p:cNvPr>
          <p:cNvSpPr txBox="1"/>
          <p:nvPr/>
        </p:nvSpPr>
        <p:spPr>
          <a:xfrm>
            <a:off x="4109582" y="1676036"/>
            <a:ext cx="733012" cy="307777"/>
          </a:xfrm>
          <a:prstGeom prst="rect">
            <a:avLst/>
          </a:prstGeom>
          <a:noFill/>
        </p:spPr>
        <p:txBody>
          <a:bodyPr wrap="square">
            <a:spAutoFit/>
          </a:bodyPr>
          <a:lstStyle/>
          <a:p>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部屋名</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nvGrpSpPr>
          <p:cNvPr id="119" name="グループ化 118">
            <a:extLst>
              <a:ext uri="{FF2B5EF4-FFF2-40B4-BE49-F238E27FC236}">
                <a16:creationId xmlns:a16="http://schemas.microsoft.com/office/drawing/2014/main" id="{0039EB09-4B45-F26C-03C8-1FA425517185}"/>
              </a:ext>
            </a:extLst>
          </p:cNvPr>
          <p:cNvGrpSpPr/>
          <p:nvPr/>
        </p:nvGrpSpPr>
        <p:grpSpPr>
          <a:xfrm>
            <a:off x="8604191" y="634628"/>
            <a:ext cx="211026" cy="279530"/>
            <a:chOff x="8604191" y="699940"/>
            <a:chExt cx="211026" cy="279530"/>
          </a:xfrm>
        </p:grpSpPr>
        <p:grpSp>
          <p:nvGrpSpPr>
            <p:cNvPr id="72" name="グループ化 71">
              <a:extLst>
                <a:ext uri="{FF2B5EF4-FFF2-40B4-BE49-F238E27FC236}">
                  <a16:creationId xmlns:a16="http://schemas.microsoft.com/office/drawing/2014/main" id="{84C8E06E-4156-94B8-C495-F072EB3C72AA}"/>
                </a:ext>
              </a:extLst>
            </p:cNvPr>
            <p:cNvGrpSpPr/>
            <p:nvPr/>
          </p:nvGrpSpPr>
          <p:grpSpPr>
            <a:xfrm>
              <a:off x="8604191" y="699940"/>
              <a:ext cx="211026" cy="279530"/>
              <a:chOff x="8604191" y="672399"/>
              <a:chExt cx="211026" cy="279530"/>
            </a:xfrm>
          </p:grpSpPr>
          <p:cxnSp>
            <p:nvCxnSpPr>
              <p:cNvPr id="53" name="コネクタ: カギ線 52">
                <a:extLst>
                  <a:ext uri="{FF2B5EF4-FFF2-40B4-BE49-F238E27FC236}">
                    <a16:creationId xmlns:a16="http://schemas.microsoft.com/office/drawing/2014/main" id="{14E9D494-C51B-5F56-0B58-C3C17A3B139F}"/>
                  </a:ext>
                </a:extLst>
              </p:cNvPr>
              <p:cNvCxnSpPr>
                <a:cxnSpLocks/>
              </p:cNvCxnSpPr>
              <p:nvPr/>
            </p:nvCxnSpPr>
            <p:spPr>
              <a:xfrm rot="16200000" flipH="1">
                <a:off x="8604191" y="740903"/>
                <a:ext cx="211026" cy="211026"/>
              </a:xfrm>
              <a:prstGeom prst="bentConnector3">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59" name="直線コネクタ 58">
                <a:extLst>
                  <a:ext uri="{FF2B5EF4-FFF2-40B4-BE49-F238E27FC236}">
                    <a16:creationId xmlns:a16="http://schemas.microsoft.com/office/drawing/2014/main" id="{BB1BECA3-E86F-8EF1-0979-F3B1126652B4}"/>
                  </a:ext>
                </a:extLst>
              </p:cNvPr>
              <p:cNvCxnSpPr>
                <a:cxnSpLocks/>
              </p:cNvCxnSpPr>
              <p:nvPr/>
            </p:nvCxnSpPr>
            <p:spPr>
              <a:xfrm>
                <a:off x="8706065" y="725136"/>
                <a:ext cx="0" cy="22387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69" name="直線コネクタ 68">
                <a:extLst>
                  <a:ext uri="{FF2B5EF4-FFF2-40B4-BE49-F238E27FC236}">
                    <a16:creationId xmlns:a16="http://schemas.microsoft.com/office/drawing/2014/main" id="{EC8507E7-9DD0-750E-F206-E9A96306484B}"/>
                  </a:ext>
                </a:extLst>
              </p:cNvPr>
              <p:cNvCxnSpPr>
                <a:cxnSpLocks/>
              </p:cNvCxnSpPr>
              <p:nvPr/>
            </p:nvCxnSpPr>
            <p:spPr>
              <a:xfrm>
                <a:off x="8653289" y="672403"/>
                <a:ext cx="43248" cy="59906"/>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71" name="直線コネクタ 70">
                <a:extLst>
                  <a:ext uri="{FF2B5EF4-FFF2-40B4-BE49-F238E27FC236}">
                    <a16:creationId xmlns:a16="http://schemas.microsoft.com/office/drawing/2014/main" id="{8B710893-837E-F7F7-D75C-23B253A51F96}"/>
                  </a:ext>
                </a:extLst>
              </p:cNvPr>
              <p:cNvCxnSpPr>
                <a:cxnSpLocks/>
              </p:cNvCxnSpPr>
              <p:nvPr/>
            </p:nvCxnSpPr>
            <p:spPr>
              <a:xfrm flipH="1">
                <a:off x="8712819" y="672399"/>
                <a:ext cx="43248" cy="59906"/>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grpSp>
        <p:cxnSp>
          <p:nvCxnSpPr>
            <p:cNvPr id="111" name="直線コネクタ 110">
              <a:extLst>
                <a:ext uri="{FF2B5EF4-FFF2-40B4-BE49-F238E27FC236}">
                  <a16:creationId xmlns:a16="http://schemas.microsoft.com/office/drawing/2014/main" id="{1B4570A0-E11E-7967-DFD6-D9FAFE19D642}"/>
                </a:ext>
              </a:extLst>
            </p:cNvPr>
            <p:cNvCxnSpPr>
              <a:cxnSpLocks/>
            </p:cNvCxnSpPr>
            <p:nvPr/>
          </p:nvCxnSpPr>
          <p:spPr>
            <a:xfrm flipH="1">
              <a:off x="8645440" y="819427"/>
              <a:ext cx="134580" cy="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113" name="直線コネクタ 112">
              <a:extLst>
                <a:ext uri="{FF2B5EF4-FFF2-40B4-BE49-F238E27FC236}">
                  <a16:creationId xmlns:a16="http://schemas.microsoft.com/office/drawing/2014/main" id="{B3976B02-B248-0C78-EB53-81ED060C6225}"/>
                </a:ext>
              </a:extLst>
            </p:cNvPr>
            <p:cNvCxnSpPr>
              <a:cxnSpLocks/>
            </p:cNvCxnSpPr>
            <p:nvPr/>
          </p:nvCxnSpPr>
          <p:spPr>
            <a:xfrm flipH="1">
              <a:off x="8645440" y="925877"/>
              <a:ext cx="134580" cy="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grpSp>
      <p:sp>
        <p:nvSpPr>
          <p:cNvPr id="132" name="四角形: 角を丸くする 131">
            <a:extLst>
              <a:ext uri="{FF2B5EF4-FFF2-40B4-BE49-F238E27FC236}">
                <a16:creationId xmlns:a16="http://schemas.microsoft.com/office/drawing/2014/main" id="{0C893355-5D70-D416-8C11-D0EB83C42F25}"/>
              </a:ext>
            </a:extLst>
          </p:cNvPr>
          <p:cNvSpPr/>
          <p:nvPr/>
        </p:nvSpPr>
        <p:spPr>
          <a:xfrm>
            <a:off x="5801749"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33" name="グラフィックス 132" descr="ユーザー 単色塗りつぶし">
            <a:extLst>
              <a:ext uri="{FF2B5EF4-FFF2-40B4-BE49-F238E27FC236}">
                <a16:creationId xmlns:a16="http://schemas.microsoft.com/office/drawing/2014/main" id="{32B2C2CC-914A-C773-257C-CEAECFA11A6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801236" y="2049618"/>
            <a:ext cx="533691" cy="533691"/>
          </a:xfrm>
          <a:prstGeom prst="rect">
            <a:avLst/>
          </a:prstGeom>
        </p:spPr>
      </p:pic>
      <p:grpSp>
        <p:nvGrpSpPr>
          <p:cNvPr id="134" name="グループ化 133">
            <a:extLst>
              <a:ext uri="{FF2B5EF4-FFF2-40B4-BE49-F238E27FC236}">
                <a16:creationId xmlns:a16="http://schemas.microsoft.com/office/drawing/2014/main" id="{FD569A90-921C-2061-B2F7-0192C174C457}"/>
              </a:ext>
            </a:extLst>
          </p:cNvPr>
          <p:cNvGrpSpPr/>
          <p:nvPr/>
        </p:nvGrpSpPr>
        <p:grpSpPr>
          <a:xfrm>
            <a:off x="6466490" y="2041683"/>
            <a:ext cx="824705" cy="541625"/>
            <a:chOff x="1063284" y="1905266"/>
            <a:chExt cx="2372751" cy="1839424"/>
          </a:xfrm>
        </p:grpSpPr>
        <p:sp>
          <p:nvSpPr>
            <p:cNvPr id="152" name="四角形: 上の 2 つの角を丸める 151">
              <a:extLst>
                <a:ext uri="{FF2B5EF4-FFF2-40B4-BE49-F238E27FC236}">
                  <a16:creationId xmlns:a16="http://schemas.microsoft.com/office/drawing/2014/main" id="{BA7A4B6B-3820-5D52-33BB-0BE5C69704CC}"/>
                </a:ext>
              </a:extLst>
            </p:cNvPr>
            <p:cNvSpPr/>
            <p:nvPr/>
          </p:nvSpPr>
          <p:spPr>
            <a:xfrm>
              <a:off x="1063284" y="1905266"/>
              <a:ext cx="2372751" cy="844262"/>
            </a:xfrm>
            <a:prstGeom prst="round2SameRect">
              <a:avLst/>
            </a:prstGeom>
            <a:solidFill>
              <a:schemeClr val="accent6">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3" name="四角形: 上の 2 つの角を丸める 152">
              <a:extLst>
                <a:ext uri="{FF2B5EF4-FFF2-40B4-BE49-F238E27FC236}">
                  <a16:creationId xmlns:a16="http://schemas.microsoft.com/office/drawing/2014/main" id="{F07D6224-ED48-DBB0-3388-D4EE8E7EA423}"/>
                </a:ext>
              </a:extLst>
            </p:cNvPr>
            <p:cNvSpPr/>
            <p:nvPr/>
          </p:nvSpPr>
          <p:spPr>
            <a:xfrm flipV="1">
              <a:off x="1063284" y="2749528"/>
              <a:ext cx="2372751" cy="995162"/>
            </a:xfrm>
            <a:prstGeom prst="round2SameRect">
              <a:avLst>
                <a:gd name="adj1" fmla="val 12104"/>
                <a:gd name="adj2" fmla="val 0"/>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36" name="テキスト ボックス 135">
            <a:extLst>
              <a:ext uri="{FF2B5EF4-FFF2-40B4-BE49-F238E27FC236}">
                <a16:creationId xmlns:a16="http://schemas.microsoft.com/office/drawing/2014/main" id="{A7A08246-7925-D428-DF28-8552FF56A780}"/>
              </a:ext>
            </a:extLst>
          </p:cNvPr>
          <p:cNvSpPr txBox="1"/>
          <p:nvPr/>
        </p:nvSpPr>
        <p:spPr>
          <a:xfrm>
            <a:off x="6437809" y="2297787"/>
            <a:ext cx="716180" cy="261610"/>
          </a:xfrm>
          <a:prstGeom prst="rect">
            <a:avLst/>
          </a:prstGeom>
          <a:noFill/>
        </p:spPr>
        <p:txBody>
          <a:bodyPr wrap="square">
            <a:spAutoFit/>
          </a:bodyPr>
          <a:lstStyle/>
          <a:p>
            <a:r>
              <a:rPr lang="ja-JP" altLang="en-US" sz="1100">
                <a:solidFill>
                  <a:schemeClr val="accent6">
                    <a:lumMod val="75000"/>
                  </a:schemeClr>
                </a:solidFill>
                <a:latin typeface="原稿用標準書体" panose="03000503000000000000" pitchFamily="66" charset="-128"/>
                <a:ea typeface="原稿用標準書体" panose="03000503000000000000" pitchFamily="66" charset="-128"/>
              </a:rPr>
              <a:t>接客中</a:t>
            </a:r>
            <a:endParaRPr kumimoji="1" lang="ja-JP" altLang="en-US" sz="11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nvGrpSpPr>
          <p:cNvPr id="137" name="グループ化 136">
            <a:extLst>
              <a:ext uri="{FF2B5EF4-FFF2-40B4-BE49-F238E27FC236}">
                <a16:creationId xmlns:a16="http://schemas.microsoft.com/office/drawing/2014/main" id="{4C90A40D-29AD-C7A1-5FB7-A8CBADAC7C61}"/>
              </a:ext>
            </a:extLst>
          </p:cNvPr>
          <p:cNvGrpSpPr/>
          <p:nvPr/>
        </p:nvGrpSpPr>
        <p:grpSpPr>
          <a:xfrm>
            <a:off x="7021438" y="2335873"/>
            <a:ext cx="206177" cy="206177"/>
            <a:chOff x="4178990" y="4732529"/>
            <a:chExt cx="914400" cy="914400"/>
          </a:xfrm>
        </p:grpSpPr>
        <p:sp>
          <p:nvSpPr>
            <p:cNvPr id="150" name="楕円 149">
              <a:extLst>
                <a:ext uri="{FF2B5EF4-FFF2-40B4-BE49-F238E27FC236}">
                  <a16:creationId xmlns:a16="http://schemas.microsoft.com/office/drawing/2014/main" id="{E4502DBB-5A5C-A5B9-A985-CAF9AB42DB5A}"/>
                </a:ext>
              </a:extLst>
            </p:cNvPr>
            <p:cNvSpPr/>
            <p:nvPr/>
          </p:nvSpPr>
          <p:spPr>
            <a:xfrm>
              <a:off x="4178990" y="4732529"/>
              <a:ext cx="914400" cy="914400"/>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1" name="部分円 150">
              <a:extLst>
                <a:ext uri="{FF2B5EF4-FFF2-40B4-BE49-F238E27FC236}">
                  <a16:creationId xmlns:a16="http://schemas.microsoft.com/office/drawing/2014/main" id="{BBEA336D-F255-FCCD-E786-CBB1C2D00118}"/>
                </a:ext>
              </a:extLst>
            </p:cNvPr>
            <p:cNvSpPr/>
            <p:nvPr/>
          </p:nvSpPr>
          <p:spPr>
            <a:xfrm>
              <a:off x="4178990" y="4732529"/>
              <a:ext cx="914400" cy="914400"/>
            </a:xfrm>
            <a:prstGeom prst="pi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grpSp>
      <p:grpSp>
        <p:nvGrpSpPr>
          <p:cNvPr id="218" name="グループ化 217">
            <a:extLst>
              <a:ext uri="{FF2B5EF4-FFF2-40B4-BE49-F238E27FC236}">
                <a16:creationId xmlns:a16="http://schemas.microsoft.com/office/drawing/2014/main" id="{3FEEC3E2-FBFF-4F4E-DABD-1432D389EDD3}"/>
              </a:ext>
            </a:extLst>
          </p:cNvPr>
          <p:cNvGrpSpPr/>
          <p:nvPr/>
        </p:nvGrpSpPr>
        <p:grpSpPr>
          <a:xfrm>
            <a:off x="8284554" y="2042989"/>
            <a:ext cx="534204" cy="540320"/>
            <a:chOff x="7836685" y="2042989"/>
            <a:chExt cx="534204" cy="540320"/>
          </a:xfrm>
        </p:grpSpPr>
        <p:sp>
          <p:nvSpPr>
            <p:cNvPr id="165" name="四角形: 角を丸くする 164">
              <a:extLst>
                <a:ext uri="{FF2B5EF4-FFF2-40B4-BE49-F238E27FC236}">
                  <a16:creationId xmlns:a16="http://schemas.microsoft.com/office/drawing/2014/main" id="{5C508F35-4679-D836-9E1C-78D963A6DD71}"/>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66" name="グラフィックス 165" descr="ユーザー 単色塗りつぶし">
              <a:extLst>
                <a:ext uri="{FF2B5EF4-FFF2-40B4-BE49-F238E27FC236}">
                  <a16:creationId xmlns:a16="http://schemas.microsoft.com/office/drawing/2014/main" id="{85A58CE2-2235-32C9-7DAA-7FE5D5CB068B}"/>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836685" y="2049618"/>
              <a:ext cx="533691" cy="533691"/>
            </a:xfrm>
            <a:prstGeom prst="rect">
              <a:avLst/>
            </a:prstGeom>
          </p:spPr>
        </p:pic>
      </p:grpSp>
      <p:grpSp>
        <p:nvGrpSpPr>
          <p:cNvPr id="167" name="グループ化 166">
            <a:extLst>
              <a:ext uri="{FF2B5EF4-FFF2-40B4-BE49-F238E27FC236}">
                <a16:creationId xmlns:a16="http://schemas.microsoft.com/office/drawing/2014/main" id="{D229CFB5-876A-3817-588C-91CA88066A73}"/>
              </a:ext>
            </a:extLst>
          </p:cNvPr>
          <p:cNvGrpSpPr/>
          <p:nvPr/>
        </p:nvGrpSpPr>
        <p:grpSpPr>
          <a:xfrm>
            <a:off x="8949808" y="2041683"/>
            <a:ext cx="824705" cy="541625"/>
            <a:chOff x="1063284" y="1905266"/>
            <a:chExt cx="2372751" cy="1839424"/>
          </a:xfrm>
        </p:grpSpPr>
        <p:sp>
          <p:nvSpPr>
            <p:cNvPr id="185" name="四角形: 上の 2 つの角を丸める 184">
              <a:extLst>
                <a:ext uri="{FF2B5EF4-FFF2-40B4-BE49-F238E27FC236}">
                  <a16:creationId xmlns:a16="http://schemas.microsoft.com/office/drawing/2014/main" id="{A435FEC5-56CE-4E27-E724-8D3A875A694C}"/>
                </a:ext>
              </a:extLst>
            </p:cNvPr>
            <p:cNvSpPr/>
            <p:nvPr/>
          </p:nvSpPr>
          <p:spPr>
            <a:xfrm>
              <a:off x="1063284" y="1905266"/>
              <a:ext cx="2372751" cy="844262"/>
            </a:xfrm>
            <a:prstGeom prst="round2SameRect">
              <a:avLst/>
            </a:prstGeom>
            <a:solidFill>
              <a:schemeClr val="accent6">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6" name="四角形: 上の 2 つの角を丸める 185">
              <a:extLst>
                <a:ext uri="{FF2B5EF4-FFF2-40B4-BE49-F238E27FC236}">
                  <a16:creationId xmlns:a16="http://schemas.microsoft.com/office/drawing/2014/main" id="{EF4B8B1A-526E-6390-E539-4294F5B8CB17}"/>
                </a:ext>
              </a:extLst>
            </p:cNvPr>
            <p:cNvSpPr/>
            <p:nvPr/>
          </p:nvSpPr>
          <p:spPr>
            <a:xfrm flipV="1">
              <a:off x="1063284" y="2749528"/>
              <a:ext cx="2372751" cy="995162"/>
            </a:xfrm>
            <a:prstGeom prst="round2SameRect">
              <a:avLst>
                <a:gd name="adj1" fmla="val 12104"/>
                <a:gd name="adj2" fmla="val 0"/>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69" name="テキスト ボックス 168">
            <a:extLst>
              <a:ext uri="{FF2B5EF4-FFF2-40B4-BE49-F238E27FC236}">
                <a16:creationId xmlns:a16="http://schemas.microsoft.com/office/drawing/2014/main" id="{A82CFF21-28ED-DF74-B450-5DB313A6267A}"/>
              </a:ext>
            </a:extLst>
          </p:cNvPr>
          <p:cNvSpPr txBox="1"/>
          <p:nvPr/>
        </p:nvSpPr>
        <p:spPr>
          <a:xfrm>
            <a:off x="8921127" y="2297787"/>
            <a:ext cx="716180" cy="261610"/>
          </a:xfrm>
          <a:prstGeom prst="rect">
            <a:avLst/>
          </a:prstGeom>
          <a:noFill/>
        </p:spPr>
        <p:txBody>
          <a:bodyPr wrap="square">
            <a:spAutoFit/>
          </a:bodyPr>
          <a:lstStyle/>
          <a:p>
            <a:r>
              <a:rPr lang="ja-JP" altLang="en-US" sz="1100">
                <a:solidFill>
                  <a:schemeClr val="accent6">
                    <a:lumMod val="75000"/>
                  </a:schemeClr>
                </a:solidFill>
                <a:latin typeface="原稿用標準書体" panose="03000503000000000000" pitchFamily="66" charset="-128"/>
                <a:ea typeface="原稿用標準書体" panose="03000503000000000000" pitchFamily="66" charset="-128"/>
              </a:rPr>
              <a:t>清掃中</a:t>
            </a:r>
            <a:endParaRPr kumimoji="1" lang="ja-JP" altLang="en-US" sz="11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nvGrpSpPr>
          <p:cNvPr id="170" name="グループ化 169">
            <a:extLst>
              <a:ext uri="{FF2B5EF4-FFF2-40B4-BE49-F238E27FC236}">
                <a16:creationId xmlns:a16="http://schemas.microsoft.com/office/drawing/2014/main" id="{E81521A8-C22A-29C7-312D-9F04DE2A42AD}"/>
              </a:ext>
            </a:extLst>
          </p:cNvPr>
          <p:cNvGrpSpPr/>
          <p:nvPr/>
        </p:nvGrpSpPr>
        <p:grpSpPr>
          <a:xfrm>
            <a:off x="9504756" y="2335873"/>
            <a:ext cx="206177" cy="206177"/>
            <a:chOff x="4178990" y="4732529"/>
            <a:chExt cx="914400" cy="914400"/>
          </a:xfrm>
        </p:grpSpPr>
        <p:sp>
          <p:nvSpPr>
            <p:cNvPr id="183" name="楕円 182">
              <a:extLst>
                <a:ext uri="{FF2B5EF4-FFF2-40B4-BE49-F238E27FC236}">
                  <a16:creationId xmlns:a16="http://schemas.microsoft.com/office/drawing/2014/main" id="{983AA672-892E-7E9A-A5CA-BDACA4A61790}"/>
                </a:ext>
              </a:extLst>
            </p:cNvPr>
            <p:cNvSpPr/>
            <p:nvPr/>
          </p:nvSpPr>
          <p:spPr>
            <a:xfrm>
              <a:off x="4178990" y="4732529"/>
              <a:ext cx="914400" cy="914400"/>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4" name="部分円 183">
              <a:extLst>
                <a:ext uri="{FF2B5EF4-FFF2-40B4-BE49-F238E27FC236}">
                  <a16:creationId xmlns:a16="http://schemas.microsoft.com/office/drawing/2014/main" id="{9C30CA4B-D06A-3932-5A0A-FB4C853AB8A0}"/>
                </a:ext>
              </a:extLst>
            </p:cNvPr>
            <p:cNvSpPr/>
            <p:nvPr/>
          </p:nvSpPr>
          <p:spPr>
            <a:xfrm>
              <a:off x="4178990" y="4732529"/>
              <a:ext cx="914400" cy="914400"/>
            </a:xfrm>
            <a:prstGeom prst="pie">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grpSp>
      <p:sp>
        <p:nvSpPr>
          <p:cNvPr id="189" name="テキスト ボックス 188">
            <a:extLst>
              <a:ext uri="{FF2B5EF4-FFF2-40B4-BE49-F238E27FC236}">
                <a16:creationId xmlns:a16="http://schemas.microsoft.com/office/drawing/2014/main" id="{7EFB64CF-8E6B-D5C3-1F04-63BEDEBDEE73}"/>
              </a:ext>
            </a:extLst>
          </p:cNvPr>
          <p:cNvSpPr txBox="1"/>
          <p:nvPr/>
        </p:nvSpPr>
        <p:spPr>
          <a:xfrm>
            <a:off x="3013396" y="3012968"/>
            <a:ext cx="733012" cy="338554"/>
          </a:xfrm>
          <a:prstGeom prst="rect">
            <a:avLst/>
          </a:prstGeom>
          <a:noFill/>
        </p:spPr>
        <p:txBody>
          <a:bodyPr wrap="square">
            <a:spAutoFit/>
          </a:bodyPr>
          <a:lstStyle/>
          <a:p>
            <a:pPr algn="ctr"/>
            <a:r>
              <a:rPr lang="en-US" altLang="ja-JP" sz="1400">
                <a:solidFill>
                  <a:schemeClr val="accent6">
                    <a:lumMod val="75000"/>
                  </a:schemeClr>
                </a:solidFill>
                <a:latin typeface="原稿用標準書体" panose="03000503000000000000" pitchFamily="66" charset="-128"/>
                <a:ea typeface="原稿用標準書体" panose="03000503000000000000" pitchFamily="66" charset="-128"/>
              </a:rPr>
              <a:t>Lv</a:t>
            </a:r>
            <a:r>
              <a:rPr lang="en-US" altLang="ja-JP" sz="1600">
                <a:solidFill>
                  <a:schemeClr val="accent6">
                    <a:lumMod val="75000"/>
                  </a:schemeClr>
                </a:solidFill>
                <a:latin typeface="原稿用標準書体" panose="03000503000000000000" pitchFamily="66" charset="-128"/>
                <a:ea typeface="原稿用標準書体" panose="03000503000000000000" pitchFamily="66" charset="-128"/>
              </a:rPr>
              <a:t>0</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190" name="テキスト ボックス 189">
            <a:extLst>
              <a:ext uri="{FF2B5EF4-FFF2-40B4-BE49-F238E27FC236}">
                <a16:creationId xmlns:a16="http://schemas.microsoft.com/office/drawing/2014/main" id="{6FE386A9-31AC-2A5B-9627-7CD24FFC93DC}"/>
              </a:ext>
            </a:extLst>
          </p:cNvPr>
          <p:cNvSpPr txBox="1"/>
          <p:nvPr/>
        </p:nvSpPr>
        <p:spPr>
          <a:xfrm>
            <a:off x="4109582" y="3028357"/>
            <a:ext cx="733012" cy="307777"/>
          </a:xfrm>
          <a:prstGeom prst="rect">
            <a:avLst/>
          </a:prstGeom>
          <a:noFill/>
        </p:spPr>
        <p:txBody>
          <a:bodyPr wrap="square">
            <a:spAutoFit/>
          </a:bodyPr>
          <a:lstStyle/>
          <a:p>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部屋名</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217" name="テキスト ボックス 216">
            <a:extLst>
              <a:ext uri="{FF2B5EF4-FFF2-40B4-BE49-F238E27FC236}">
                <a16:creationId xmlns:a16="http://schemas.microsoft.com/office/drawing/2014/main" id="{1B9ED40E-355A-E772-BE45-9DFA346C328D}"/>
              </a:ext>
            </a:extLst>
          </p:cNvPr>
          <p:cNvSpPr txBox="1"/>
          <p:nvPr/>
        </p:nvSpPr>
        <p:spPr>
          <a:xfrm>
            <a:off x="3658376" y="4334969"/>
            <a:ext cx="733012" cy="307777"/>
          </a:xfrm>
          <a:prstGeom prst="rect">
            <a:avLst/>
          </a:prstGeom>
          <a:noFill/>
        </p:spPr>
        <p:txBody>
          <a:bodyPr wrap="square">
            <a:spAutoFit/>
          </a:bodyPr>
          <a:lstStyle/>
          <a:p>
            <a:pPr algn="ctr"/>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休憩室</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nvGrpSpPr>
          <p:cNvPr id="219" name="グループ化 218">
            <a:extLst>
              <a:ext uri="{FF2B5EF4-FFF2-40B4-BE49-F238E27FC236}">
                <a16:creationId xmlns:a16="http://schemas.microsoft.com/office/drawing/2014/main" id="{E543B00B-12F2-D9A7-47C3-F3DD9570C161}"/>
              </a:ext>
            </a:extLst>
          </p:cNvPr>
          <p:cNvGrpSpPr/>
          <p:nvPr/>
        </p:nvGrpSpPr>
        <p:grpSpPr>
          <a:xfrm>
            <a:off x="3757780" y="4708440"/>
            <a:ext cx="534204" cy="540320"/>
            <a:chOff x="7836685" y="2042989"/>
            <a:chExt cx="534204" cy="540320"/>
          </a:xfrm>
        </p:grpSpPr>
        <p:sp>
          <p:nvSpPr>
            <p:cNvPr id="220" name="四角形: 角を丸くする 219">
              <a:extLst>
                <a:ext uri="{FF2B5EF4-FFF2-40B4-BE49-F238E27FC236}">
                  <a16:creationId xmlns:a16="http://schemas.microsoft.com/office/drawing/2014/main" id="{80AC1E7D-3FCF-D052-21EC-785FBA398912}"/>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221" name="グラフィックス 220" descr="ユーザー 単色塗りつぶし">
              <a:extLst>
                <a:ext uri="{FF2B5EF4-FFF2-40B4-BE49-F238E27FC236}">
                  <a16:creationId xmlns:a16="http://schemas.microsoft.com/office/drawing/2014/main" id="{F4788F61-C227-5A90-09C4-83145BD2ADB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836685" y="2049618"/>
              <a:ext cx="533691" cy="533691"/>
            </a:xfrm>
            <a:prstGeom prst="rect">
              <a:avLst/>
            </a:prstGeom>
          </p:spPr>
        </p:pic>
      </p:grpSp>
      <p:grpSp>
        <p:nvGrpSpPr>
          <p:cNvPr id="226" name="グループ化 225">
            <a:extLst>
              <a:ext uri="{FF2B5EF4-FFF2-40B4-BE49-F238E27FC236}">
                <a16:creationId xmlns:a16="http://schemas.microsoft.com/office/drawing/2014/main" id="{E33E86C2-EA7A-6DEA-512E-A365DE07EB53}"/>
              </a:ext>
            </a:extLst>
          </p:cNvPr>
          <p:cNvGrpSpPr/>
          <p:nvPr/>
        </p:nvGrpSpPr>
        <p:grpSpPr>
          <a:xfrm>
            <a:off x="3585827" y="4841695"/>
            <a:ext cx="273288" cy="273288"/>
            <a:chOff x="3137958" y="4703845"/>
            <a:chExt cx="273288" cy="273288"/>
          </a:xfrm>
        </p:grpSpPr>
        <p:sp>
          <p:nvSpPr>
            <p:cNvPr id="225" name="楕円 224">
              <a:extLst>
                <a:ext uri="{FF2B5EF4-FFF2-40B4-BE49-F238E27FC236}">
                  <a16:creationId xmlns:a16="http://schemas.microsoft.com/office/drawing/2014/main" id="{76DE104B-5B01-6A66-7C8B-98713C94178B}"/>
                </a:ext>
              </a:extLst>
            </p:cNvPr>
            <p:cNvSpPr/>
            <p:nvPr/>
          </p:nvSpPr>
          <p:spPr>
            <a:xfrm>
              <a:off x="3137958" y="4703845"/>
              <a:ext cx="273288" cy="273288"/>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223" name="グラフィックス 222" descr="感嘆符 単色塗りつぶし">
              <a:extLst>
                <a:ext uri="{FF2B5EF4-FFF2-40B4-BE49-F238E27FC236}">
                  <a16:creationId xmlns:a16="http://schemas.microsoft.com/office/drawing/2014/main" id="{F98C9878-6B2E-FD96-CA6A-C578C1A0C2A6}"/>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160494" y="4728229"/>
              <a:ext cx="224046" cy="224046"/>
            </a:xfrm>
            <a:prstGeom prst="rect">
              <a:avLst/>
            </a:prstGeom>
          </p:spPr>
        </p:pic>
      </p:grpSp>
      <p:sp>
        <p:nvSpPr>
          <p:cNvPr id="228" name="テキスト ボックス 227">
            <a:extLst>
              <a:ext uri="{FF2B5EF4-FFF2-40B4-BE49-F238E27FC236}">
                <a16:creationId xmlns:a16="http://schemas.microsoft.com/office/drawing/2014/main" id="{E4A4C371-D4D2-E77F-F803-0A4DC902183C}"/>
              </a:ext>
            </a:extLst>
          </p:cNvPr>
          <p:cNvSpPr txBox="1"/>
          <p:nvPr/>
        </p:nvSpPr>
        <p:spPr>
          <a:xfrm>
            <a:off x="6177364" y="4334969"/>
            <a:ext cx="733012" cy="307777"/>
          </a:xfrm>
          <a:prstGeom prst="rect">
            <a:avLst/>
          </a:prstGeom>
          <a:noFill/>
        </p:spPr>
        <p:txBody>
          <a:bodyPr wrap="square">
            <a:spAutoFit/>
          </a:bodyPr>
          <a:lstStyle/>
          <a:p>
            <a:pPr algn="ctr"/>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事務室</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230" name="四角形: 角を丸くする 229">
            <a:extLst>
              <a:ext uri="{FF2B5EF4-FFF2-40B4-BE49-F238E27FC236}">
                <a16:creationId xmlns:a16="http://schemas.microsoft.com/office/drawing/2014/main" id="{A77249B7-DE7D-03BB-55E9-D94337CEB95C}"/>
              </a:ext>
            </a:extLst>
          </p:cNvPr>
          <p:cNvSpPr/>
          <p:nvPr/>
        </p:nvSpPr>
        <p:spPr>
          <a:xfrm>
            <a:off x="6277280" y="4713035"/>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238" name="グループ化 237">
            <a:extLst>
              <a:ext uri="{FF2B5EF4-FFF2-40B4-BE49-F238E27FC236}">
                <a16:creationId xmlns:a16="http://schemas.microsoft.com/office/drawing/2014/main" id="{7D8BDC34-6D3F-C65C-2319-7306047FD2FF}"/>
              </a:ext>
            </a:extLst>
          </p:cNvPr>
          <p:cNvGrpSpPr/>
          <p:nvPr/>
        </p:nvGrpSpPr>
        <p:grpSpPr>
          <a:xfrm>
            <a:off x="6087475" y="4857960"/>
            <a:ext cx="273288" cy="273288"/>
            <a:chOff x="5460401" y="4876340"/>
            <a:chExt cx="273288" cy="273288"/>
          </a:xfrm>
        </p:grpSpPr>
        <p:sp>
          <p:nvSpPr>
            <p:cNvPr id="233" name="楕円 232">
              <a:extLst>
                <a:ext uri="{FF2B5EF4-FFF2-40B4-BE49-F238E27FC236}">
                  <a16:creationId xmlns:a16="http://schemas.microsoft.com/office/drawing/2014/main" id="{B1277039-9FF4-A2F4-C9C5-510CADCDCAE3}"/>
                </a:ext>
              </a:extLst>
            </p:cNvPr>
            <p:cNvSpPr/>
            <p:nvPr/>
          </p:nvSpPr>
          <p:spPr>
            <a:xfrm>
              <a:off x="5460401" y="4876340"/>
              <a:ext cx="273288" cy="273288"/>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37" name="矢印: 上 236">
              <a:extLst>
                <a:ext uri="{FF2B5EF4-FFF2-40B4-BE49-F238E27FC236}">
                  <a16:creationId xmlns:a16="http://schemas.microsoft.com/office/drawing/2014/main" id="{CC2AB29E-E901-D1E2-4665-7160A6C30DDA}"/>
                </a:ext>
              </a:extLst>
            </p:cNvPr>
            <p:cNvSpPr/>
            <p:nvPr/>
          </p:nvSpPr>
          <p:spPr>
            <a:xfrm>
              <a:off x="5515438" y="4914382"/>
              <a:ext cx="163215" cy="197205"/>
            </a:xfrm>
            <a:prstGeom prst="upArrow">
              <a:avLst>
                <a:gd name="adj1" fmla="val 50000"/>
                <a:gd name="adj2" fmla="val 78583"/>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40" name="図 239">
            <a:extLst>
              <a:ext uri="{FF2B5EF4-FFF2-40B4-BE49-F238E27FC236}">
                <a16:creationId xmlns:a16="http://schemas.microsoft.com/office/drawing/2014/main" id="{CDED55A2-17FE-6762-F322-8C5CB9B8BAB6}"/>
              </a:ext>
            </a:extLst>
          </p:cNvPr>
          <p:cNvPicPr>
            <a:picLocks noChangeAspect="1"/>
          </p:cNvPicPr>
          <p:nvPr/>
        </p:nvPicPr>
        <p:blipFill>
          <a:blip r:embed="rId6">
            <a:duotone>
              <a:schemeClr val="accent6">
                <a:shade val="45000"/>
                <a:satMod val="135000"/>
              </a:schemeClr>
              <a:prstClr val="white"/>
            </a:duotone>
            <a:extLst>
              <a:ext uri="{28A0092B-C50C-407E-A947-70E740481C1C}">
                <a14:useLocalDpi xmlns:a14="http://schemas.microsoft.com/office/drawing/2010/main" val="0"/>
              </a:ext>
            </a:extLst>
          </a:blip>
          <a:stretch>
            <a:fillRect/>
          </a:stretch>
        </p:blipFill>
        <p:spPr>
          <a:xfrm>
            <a:off x="6269906" y="4656531"/>
            <a:ext cx="578584" cy="578584"/>
          </a:xfrm>
          <a:prstGeom prst="rect">
            <a:avLst/>
          </a:prstGeom>
        </p:spPr>
      </p:pic>
      <p:grpSp>
        <p:nvGrpSpPr>
          <p:cNvPr id="20" name="グループ化 19">
            <a:extLst>
              <a:ext uri="{FF2B5EF4-FFF2-40B4-BE49-F238E27FC236}">
                <a16:creationId xmlns:a16="http://schemas.microsoft.com/office/drawing/2014/main" id="{AE45303D-AC8D-19A5-A6C8-9A7E545A287B}"/>
              </a:ext>
            </a:extLst>
          </p:cNvPr>
          <p:cNvGrpSpPr/>
          <p:nvPr/>
        </p:nvGrpSpPr>
        <p:grpSpPr>
          <a:xfrm>
            <a:off x="617274" y="432515"/>
            <a:ext cx="2130007" cy="638703"/>
            <a:chOff x="1157024" y="508715"/>
            <a:chExt cx="2130007" cy="638703"/>
          </a:xfrm>
        </p:grpSpPr>
        <p:sp>
          <p:nvSpPr>
            <p:cNvPr id="25" name="六角形 24">
              <a:extLst>
                <a:ext uri="{FF2B5EF4-FFF2-40B4-BE49-F238E27FC236}">
                  <a16:creationId xmlns:a16="http://schemas.microsoft.com/office/drawing/2014/main" id="{86E3816C-8F79-AFFE-2030-47FF2C2E9B29}"/>
                </a:ext>
              </a:extLst>
            </p:cNvPr>
            <p:cNvSpPr/>
            <p:nvPr/>
          </p:nvSpPr>
          <p:spPr>
            <a:xfrm>
              <a:off x="1157024" y="508715"/>
              <a:ext cx="2130007" cy="638703"/>
            </a:xfrm>
            <a:prstGeom prst="hexagon">
              <a:avLst/>
            </a:prstGeom>
            <a:solidFill>
              <a:schemeClr val="bg1">
                <a:lumMod val="95000"/>
                <a:alpha val="70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27" name="テキスト ボックス 26">
              <a:extLst>
                <a:ext uri="{FF2B5EF4-FFF2-40B4-BE49-F238E27FC236}">
                  <a16:creationId xmlns:a16="http://schemas.microsoft.com/office/drawing/2014/main" id="{AFD8FA35-5650-5F9C-3F22-1C49AA232CE8}"/>
                </a:ext>
              </a:extLst>
            </p:cNvPr>
            <p:cNvSpPr txBox="1"/>
            <p:nvPr/>
          </p:nvSpPr>
          <p:spPr>
            <a:xfrm>
              <a:off x="1873214" y="641390"/>
              <a:ext cx="697627" cy="400110"/>
            </a:xfrm>
            <a:prstGeom prst="rect">
              <a:avLst/>
            </a:prstGeom>
            <a:noFill/>
          </p:spPr>
          <p:txBody>
            <a:bodyPr wrap="none" rtlCol="0">
              <a:spAutoFit/>
            </a:bodyPr>
            <a:lstStyle/>
            <a:p>
              <a:pPr algn="ctr"/>
              <a:r>
                <a:rPr kumimoji="1"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12" name="四角形: 角を丸くする 11">
            <a:extLst>
              <a:ext uri="{FF2B5EF4-FFF2-40B4-BE49-F238E27FC236}">
                <a16:creationId xmlns:a16="http://schemas.microsoft.com/office/drawing/2014/main" id="{ED266DA4-45E9-A1FA-0EF5-FF8F9322FD3F}"/>
              </a:ext>
            </a:extLst>
          </p:cNvPr>
          <p:cNvSpPr/>
          <p:nvPr/>
        </p:nvSpPr>
        <p:spPr>
          <a:xfrm>
            <a:off x="957524" y="1340441"/>
            <a:ext cx="872826" cy="4071314"/>
          </a:xfrm>
          <a:prstGeom prst="roundRect">
            <a:avLst>
              <a:gd name="adj" fmla="val 50000"/>
            </a:avLst>
          </a:prstGeom>
          <a:solidFill>
            <a:schemeClr val="accent2">
              <a:lumMod val="20000"/>
              <a:lumOff val="80000"/>
            </a:schemeClr>
          </a:solid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grpSp>
        <p:nvGrpSpPr>
          <p:cNvPr id="63" name="グループ化 62">
            <a:extLst>
              <a:ext uri="{FF2B5EF4-FFF2-40B4-BE49-F238E27FC236}">
                <a16:creationId xmlns:a16="http://schemas.microsoft.com/office/drawing/2014/main" id="{E7DBACCC-8621-F676-ACDF-39062A9B3EF6}"/>
              </a:ext>
            </a:extLst>
          </p:cNvPr>
          <p:cNvGrpSpPr/>
          <p:nvPr/>
        </p:nvGrpSpPr>
        <p:grpSpPr>
          <a:xfrm>
            <a:off x="1177472" y="1526309"/>
            <a:ext cx="432931" cy="3699578"/>
            <a:chOff x="854693" y="1754152"/>
            <a:chExt cx="377796" cy="3228426"/>
          </a:xfrm>
        </p:grpSpPr>
        <p:grpSp>
          <p:nvGrpSpPr>
            <p:cNvPr id="13" name="グループ化 12">
              <a:extLst>
                <a:ext uri="{FF2B5EF4-FFF2-40B4-BE49-F238E27FC236}">
                  <a16:creationId xmlns:a16="http://schemas.microsoft.com/office/drawing/2014/main" id="{F61C6F9B-EA52-E7DF-04A5-0AB3F08B9A0B}"/>
                </a:ext>
              </a:extLst>
            </p:cNvPr>
            <p:cNvGrpSpPr/>
            <p:nvPr/>
          </p:nvGrpSpPr>
          <p:grpSpPr>
            <a:xfrm>
              <a:off x="854693" y="1754152"/>
              <a:ext cx="377796" cy="382121"/>
              <a:chOff x="7836685" y="2042989"/>
              <a:chExt cx="534204" cy="540320"/>
            </a:xfrm>
          </p:grpSpPr>
          <p:sp>
            <p:nvSpPr>
              <p:cNvPr id="14" name="四角形: 角を丸くする 13">
                <a:extLst>
                  <a:ext uri="{FF2B5EF4-FFF2-40B4-BE49-F238E27FC236}">
                    <a16:creationId xmlns:a16="http://schemas.microsoft.com/office/drawing/2014/main" id="{0221455B-BFBC-764E-3FE2-2DA0F29FD7DE}"/>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5" name="グラフィックス 14" descr="ユーザー 単色塗りつぶし">
                <a:extLst>
                  <a:ext uri="{FF2B5EF4-FFF2-40B4-BE49-F238E27FC236}">
                    <a16:creationId xmlns:a16="http://schemas.microsoft.com/office/drawing/2014/main" id="{7DD4836A-DEE7-76B9-AE82-F4FCA961F2D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836685" y="2049618"/>
                <a:ext cx="533691" cy="533691"/>
              </a:xfrm>
              <a:prstGeom prst="rect">
                <a:avLst/>
              </a:prstGeom>
            </p:spPr>
          </p:pic>
        </p:grpSp>
        <p:grpSp>
          <p:nvGrpSpPr>
            <p:cNvPr id="16" name="グループ化 15">
              <a:extLst>
                <a:ext uri="{FF2B5EF4-FFF2-40B4-BE49-F238E27FC236}">
                  <a16:creationId xmlns:a16="http://schemas.microsoft.com/office/drawing/2014/main" id="{B4F31350-E5C5-3BB0-867E-82C7AA2FF733}"/>
                </a:ext>
              </a:extLst>
            </p:cNvPr>
            <p:cNvGrpSpPr/>
            <p:nvPr/>
          </p:nvGrpSpPr>
          <p:grpSpPr>
            <a:xfrm>
              <a:off x="854693" y="2228536"/>
              <a:ext cx="377796" cy="382121"/>
              <a:chOff x="7836685" y="2042989"/>
              <a:chExt cx="534204" cy="540320"/>
            </a:xfrm>
          </p:grpSpPr>
          <p:sp>
            <p:nvSpPr>
              <p:cNvPr id="17" name="四角形: 角を丸くする 16">
                <a:extLst>
                  <a:ext uri="{FF2B5EF4-FFF2-40B4-BE49-F238E27FC236}">
                    <a16:creationId xmlns:a16="http://schemas.microsoft.com/office/drawing/2014/main" id="{E2EEA1B8-80AE-E2FB-F842-B0EA6957AC5C}"/>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8" name="グラフィックス 17" descr="ユーザー 単色塗りつぶし">
                <a:extLst>
                  <a:ext uri="{FF2B5EF4-FFF2-40B4-BE49-F238E27FC236}">
                    <a16:creationId xmlns:a16="http://schemas.microsoft.com/office/drawing/2014/main" id="{55F7D534-0F3B-FE3E-A2C8-12006B7065A4}"/>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836685" y="2049618"/>
                <a:ext cx="533691" cy="533691"/>
              </a:xfrm>
              <a:prstGeom prst="rect">
                <a:avLst/>
              </a:prstGeom>
            </p:spPr>
          </p:pic>
        </p:grpSp>
        <p:grpSp>
          <p:nvGrpSpPr>
            <p:cNvPr id="28" name="グループ化 27">
              <a:extLst>
                <a:ext uri="{FF2B5EF4-FFF2-40B4-BE49-F238E27FC236}">
                  <a16:creationId xmlns:a16="http://schemas.microsoft.com/office/drawing/2014/main" id="{1C8F79AB-D5CF-F00A-4AA3-447DA0D9A1BD}"/>
                </a:ext>
              </a:extLst>
            </p:cNvPr>
            <p:cNvGrpSpPr/>
            <p:nvPr/>
          </p:nvGrpSpPr>
          <p:grpSpPr>
            <a:xfrm>
              <a:off x="854693" y="2702920"/>
              <a:ext cx="377796" cy="382121"/>
              <a:chOff x="7836685" y="2042989"/>
              <a:chExt cx="534204" cy="540320"/>
            </a:xfrm>
          </p:grpSpPr>
          <p:sp>
            <p:nvSpPr>
              <p:cNvPr id="39" name="四角形: 角を丸くする 38">
                <a:extLst>
                  <a:ext uri="{FF2B5EF4-FFF2-40B4-BE49-F238E27FC236}">
                    <a16:creationId xmlns:a16="http://schemas.microsoft.com/office/drawing/2014/main" id="{0719047E-69C0-2B24-D5E8-15648C9862EA}"/>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40" name="グラフィックス 39" descr="ユーザー 単色塗りつぶし">
                <a:extLst>
                  <a:ext uri="{FF2B5EF4-FFF2-40B4-BE49-F238E27FC236}">
                    <a16:creationId xmlns:a16="http://schemas.microsoft.com/office/drawing/2014/main" id="{569CBDE9-8A48-04C5-26D7-EE6589B29A0C}"/>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836685" y="2049618"/>
                <a:ext cx="533691" cy="533691"/>
              </a:xfrm>
              <a:prstGeom prst="rect">
                <a:avLst/>
              </a:prstGeom>
            </p:spPr>
          </p:pic>
        </p:grpSp>
        <p:grpSp>
          <p:nvGrpSpPr>
            <p:cNvPr id="44" name="グループ化 43">
              <a:extLst>
                <a:ext uri="{FF2B5EF4-FFF2-40B4-BE49-F238E27FC236}">
                  <a16:creationId xmlns:a16="http://schemas.microsoft.com/office/drawing/2014/main" id="{0EBF880D-72CD-6B5A-47A0-54C7ADD83B21}"/>
                </a:ext>
              </a:extLst>
            </p:cNvPr>
            <p:cNvGrpSpPr/>
            <p:nvPr/>
          </p:nvGrpSpPr>
          <p:grpSpPr>
            <a:xfrm>
              <a:off x="854693" y="3177304"/>
              <a:ext cx="377796" cy="382121"/>
              <a:chOff x="7836685" y="2042989"/>
              <a:chExt cx="534204" cy="540320"/>
            </a:xfrm>
          </p:grpSpPr>
          <p:sp>
            <p:nvSpPr>
              <p:cNvPr id="45" name="四角形: 角を丸くする 44">
                <a:extLst>
                  <a:ext uri="{FF2B5EF4-FFF2-40B4-BE49-F238E27FC236}">
                    <a16:creationId xmlns:a16="http://schemas.microsoft.com/office/drawing/2014/main" id="{B7E76F58-2300-CB0F-9583-D9F61BFBF6EA}"/>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46" name="グラフィックス 45" descr="ユーザー 単色塗りつぶし">
                <a:extLst>
                  <a:ext uri="{FF2B5EF4-FFF2-40B4-BE49-F238E27FC236}">
                    <a16:creationId xmlns:a16="http://schemas.microsoft.com/office/drawing/2014/main" id="{4B9A65DD-FE3D-62D0-E9AB-15887D3B244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836685" y="2049618"/>
                <a:ext cx="533691" cy="533691"/>
              </a:xfrm>
              <a:prstGeom prst="rect">
                <a:avLst/>
              </a:prstGeom>
            </p:spPr>
          </p:pic>
        </p:grpSp>
        <p:grpSp>
          <p:nvGrpSpPr>
            <p:cNvPr id="52" name="グループ化 51">
              <a:extLst>
                <a:ext uri="{FF2B5EF4-FFF2-40B4-BE49-F238E27FC236}">
                  <a16:creationId xmlns:a16="http://schemas.microsoft.com/office/drawing/2014/main" id="{C71C7477-439D-466F-80E5-A0262F4E5A36}"/>
                </a:ext>
              </a:extLst>
            </p:cNvPr>
            <p:cNvGrpSpPr/>
            <p:nvPr/>
          </p:nvGrpSpPr>
          <p:grpSpPr>
            <a:xfrm>
              <a:off x="854693" y="3651688"/>
              <a:ext cx="377796" cy="382121"/>
              <a:chOff x="7836685" y="2042989"/>
              <a:chExt cx="534204" cy="540320"/>
            </a:xfrm>
          </p:grpSpPr>
          <p:sp>
            <p:nvSpPr>
              <p:cNvPr id="54" name="四角形: 角を丸くする 53">
                <a:extLst>
                  <a:ext uri="{FF2B5EF4-FFF2-40B4-BE49-F238E27FC236}">
                    <a16:creationId xmlns:a16="http://schemas.microsoft.com/office/drawing/2014/main" id="{0AED752C-AA7E-E4A9-931E-B2AD3881E17A}"/>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55" name="グラフィックス 54" descr="ユーザー 単色塗りつぶし">
                <a:extLst>
                  <a:ext uri="{FF2B5EF4-FFF2-40B4-BE49-F238E27FC236}">
                    <a16:creationId xmlns:a16="http://schemas.microsoft.com/office/drawing/2014/main" id="{E99D303E-02CF-1962-7D7D-9CD79F43F04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836685" y="2049618"/>
                <a:ext cx="533691" cy="533691"/>
              </a:xfrm>
              <a:prstGeom prst="rect">
                <a:avLst/>
              </a:prstGeom>
            </p:spPr>
          </p:pic>
        </p:grpSp>
        <p:grpSp>
          <p:nvGrpSpPr>
            <p:cNvPr id="56" name="グループ化 55">
              <a:extLst>
                <a:ext uri="{FF2B5EF4-FFF2-40B4-BE49-F238E27FC236}">
                  <a16:creationId xmlns:a16="http://schemas.microsoft.com/office/drawing/2014/main" id="{75188358-16E2-DAA9-047D-AF3EF449B22C}"/>
                </a:ext>
              </a:extLst>
            </p:cNvPr>
            <p:cNvGrpSpPr/>
            <p:nvPr/>
          </p:nvGrpSpPr>
          <p:grpSpPr>
            <a:xfrm>
              <a:off x="854693" y="4126072"/>
              <a:ext cx="377796" cy="382121"/>
              <a:chOff x="7836685" y="2042989"/>
              <a:chExt cx="534204" cy="540320"/>
            </a:xfrm>
          </p:grpSpPr>
          <p:sp>
            <p:nvSpPr>
              <p:cNvPr id="57" name="四角形: 角を丸くする 56">
                <a:extLst>
                  <a:ext uri="{FF2B5EF4-FFF2-40B4-BE49-F238E27FC236}">
                    <a16:creationId xmlns:a16="http://schemas.microsoft.com/office/drawing/2014/main" id="{717BCB40-A71E-45DF-72BA-F9E1BAFE3FF8}"/>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58" name="グラフィックス 57" descr="ユーザー 単色塗りつぶし">
                <a:extLst>
                  <a:ext uri="{FF2B5EF4-FFF2-40B4-BE49-F238E27FC236}">
                    <a16:creationId xmlns:a16="http://schemas.microsoft.com/office/drawing/2014/main" id="{1FC95B3D-EF67-8241-C7F2-D7A76A7A415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836685" y="2049618"/>
                <a:ext cx="533691" cy="533691"/>
              </a:xfrm>
              <a:prstGeom prst="rect">
                <a:avLst/>
              </a:prstGeom>
            </p:spPr>
          </p:pic>
        </p:grpSp>
        <p:grpSp>
          <p:nvGrpSpPr>
            <p:cNvPr id="60" name="グループ化 59">
              <a:extLst>
                <a:ext uri="{FF2B5EF4-FFF2-40B4-BE49-F238E27FC236}">
                  <a16:creationId xmlns:a16="http://schemas.microsoft.com/office/drawing/2014/main" id="{09A828D5-F5D2-AD5B-ACED-30EE01CDECD5}"/>
                </a:ext>
              </a:extLst>
            </p:cNvPr>
            <p:cNvGrpSpPr/>
            <p:nvPr/>
          </p:nvGrpSpPr>
          <p:grpSpPr>
            <a:xfrm>
              <a:off x="854693" y="4600457"/>
              <a:ext cx="377796" cy="382121"/>
              <a:chOff x="7836685" y="2042989"/>
              <a:chExt cx="534204" cy="540320"/>
            </a:xfrm>
          </p:grpSpPr>
          <p:sp>
            <p:nvSpPr>
              <p:cNvPr id="61" name="四角形: 角を丸くする 60">
                <a:extLst>
                  <a:ext uri="{FF2B5EF4-FFF2-40B4-BE49-F238E27FC236}">
                    <a16:creationId xmlns:a16="http://schemas.microsoft.com/office/drawing/2014/main" id="{803880CD-42F5-D6D3-4174-709ECD2ADFEB}"/>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62" name="グラフィックス 61" descr="ユーザー 単色塗りつぶし">
                <a:extLst>
                  <a:ext uri="{FF2B5EF4-FFF2-40B4-BE49-F238E27FC236}">
                    <a16:creationId xmlns:a16="http://schemas.microsoft.com/office/drawing/2014/main" id="{759DCC34-A8E2-C275-97E3-069BE04B837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836685" y="2049618"/>
                <a:ext cx="533691" cy="533691"/>
              </a:xfrm>
              <a:prstGeom prst="rect">
                <a:avLst/>
              </a:prstGeom>
            </p:spPr>
          </p:pic>
        </p:grpSp>
      </p:grpSp>
    </p:spTree>
    <p:extLst>
      <p:ext uri="{BB962C8B-B14F-4D97-AF65-F5344CB8AC3E}">
        <p14:creationId xmlns:p14="http://schemas.microsoft.com/office/powerpoint/2010/main" val="3440434741"/>
      </p:ext>
    </p:extLst>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p:bg>
      <p:bgPr>
        <a:blipFill dpi="0" rotWithShape="1">
          <a:blip r:embed="rId2">
            <a:extLst>
              <a:ext uri="{BEBA8EAE-BF5A-486C-A8C5-ECC9F3942E4B}">
                <a14:imgProps xmlns:a14="http://schemas.microsoft.com/office/drawing/2010/main">
                  <a14:imgLayer r:embed="rId3">
                    <a14:imgEffect>
                      <a14:sharpenSoften amount="-35000"/>
                    </a14:imgEffect>
                    <a14:imgEffect>
                      <a14:saturation sat="85000"/>
                    </a14:imgEffect>
                    <a14:imgEffect>
                      <a14:brightnessContrast bright="-20000" contrast="-15000"/>
                    </a14:imgEffect>
                  </a14:imgLayer>
                </a14:imgProps>
              </a:ext>
            </a:extLst>
          </a:blip>
          <a:srcRect/>
          <a:stretch>
            <a:fillRect/>
          </a:stretch>
        </a:blipFill>
        <a:effectLst/>
      </p:bgPr>
    </p:bg>
    <p:spTree>
      <p:nvGrpSpPr>
        <p:cNvPr id="1" name="">
          <a:extLst>
            <a:ext uri="{FF2B5EF4-FFF2-40B4-BE49-F238E27FC236}">
              <a16:creationId xmlns:a16="http://schemas.microsoft.com/office/drawing/2014/main" id="{360F1ADE-0286-D2C0-1666-96F820D395E5}"/>
            </a:ext>
          </a:extLst>
        </p:cNvPr>
        <p:cNvGrpSpPr/>
        <p:nvPr/>
      </p:nvGrpSpPr>
      <p:grpSpPr>
        <a:xfrm>
          <a:off x="0" y="0"/>
          <a:ext cx="0" cy="0"/>
          <a:chOff x="0" y="0"/>
          <a:chExt cx="0" cy="0"/>
        </a:xfrm>
      </p:grpSpPr>
      <p:grpSp>
        <p:nvGrpSpPr>
          <p:cNvPr id="10" name="グループ化 9">
            <a:extLst>
              <a:ext uri="{FF2B5EF4-FFF2-40B4-BE49-F238E27FC236}">
                <a16:creationId xmlns:a16="http://schemas.microsoft.com/office/drawing/2014/main" id="{47D4E710-2F8E-A69E-01EB-2C15B24F3684}"/>
              </a:ext>
            </a:extLst>
          </p:cNvPr>
          <p:cNvGrpSpPr>
            <a:grpSpLocks/>
          </p:cNvGrpSpPr>
          <p:nvPr/>
        </p:nvGrpSpPr>
        <p:grpSpPr>
          <a:xfrm>
            <a:off x="1590628" y="1230407"/>
            <a:ext cx="9010745" cy="5627593"/>
            <a:chOff x="1590628" y="1230407"/>
            <a:chExt cx="9010745" cy="5627593"/>
          </a:xfrm>
        </p:grpSpPr>
        <p:sp>
          <p:nvSpPr>
            <p:cNvPr id="11" name="正方形/長方形 10">
              <a:extLst>
                <a:ext uri="{FF2B5EF4-FFF2-40B4-BE49-F238E27FC236}">
                  <a16:creationId xmlns:a16="http://schemas.microsoft.com/office/drawing/2014/main" id="{63FB58CF-39ED-D3AC-7693-1360BC1F71FB}"/>
                </a:ext>
              </a:extLst>
            </p:cNvPr>
            <p:cNvSpPr>
              <a:spLocks/>
            </p:cNvSpPr>
            <p:nvPr/>
          </p:nvSpPr>
          <p:spPr>
            <a:xfrm>
              <a:off x="1590628" y="1541380"/>
              <a:ext cx="9010745" cy="5316620"/>
            </a:xfrm>
            <a:prstGeom prst="rect">
              <a:avLst/>
            </a:prstGeom>
            <a:solidFill>
              <a:srgbClr val="6600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フローチャート: 手作業 11">
              <a:extLst>
                <a:ext uri="{FF2B5EF4-FFF2-40B4-BE49-F238E27FC236}">
                  <a16:creationId xmlns:a16="http://schemas.microsoft.com/office/drawing/2014/main" id="{4C2594D3-F2D2-4196-3591-1071BBB6F73E}"/>
                </a:ext>
              </a:extLst>
            </p:cNvPr>
            <p:cNvSpPr>
              <a:spLocks/>
            </p:cNvSpPr>
            <p:nvPr/>
          </p:nvSpPr>
          <p:spPr>
            <a:xfrm flipV="1">
              <a:off x="1590628" y="1230407"/>
              <a:ext cx="9010745" cy="328009"/>
            </a:xfrm>
            <a:prstGeom prst="flowChartManualOperation">
              <a:avLst/>
            </a:prstGeom>
            <a:solidFill>
              <a:srgbClr val="6600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3" name="四角形: 角を丸くする 12">
            <a:extLst>
              <a:ext uri="{FF2B5EF4-FFF2-40B4-BE49-F238E27FC236}">
                <a16:creationId xmlns:a16="http://schemas.microsoft.com/office/drawing/2014/main" id="{67B47026-068C-ACAB-3A45-CC4F4CC0FEE6}"/>
              </a:ext>
            </a:extLst>
          </p:cNvPr>
          <p:cNvSpPr/>
          <p:nvPr/>
        </p:nvSpPr>
        <p:spPr>
          <a:xfrm>
            <a:off x="2665682" y="2953512"/>
            <a:ext cx="1822662" cy="1080843"/>
          </a:xfrm>
          <a:prstGeom prst="roundRect">
            <a:avLst/>
          </a:prstGeom>
          <a:blipFill>
            <a:blip r:embed="rId4">
              <a:extLst>
                <a:ext uri="{BEBA8EAE-BF5A-486C-A8C5-ECC9F3942E4B}">
                  <a14:imgProps xmlns:a14="http://schemas.microsoft.com/office/drawing/2010/main">
                    <a14:imgLayer r:embed="rId5">
                      <a14:imgEffect>
                        <a14:sharpenSoften amount="-50000"/>
                      </a14:imgEffect>
                      <a14:imgEffect>
                        <a14:brightnessContrast contrast="-20000"/>
                      </a14:imgEffect>
                    </a14:imgLayer>
                  </a14:imgProps>
                </a:ext>
              </a:extLst>
            </a:blip>
            <a:stretch>
              <a:fillRect/>
            </a:stretch>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 name="四角形: 角を丸くする 13">
            <a:extLst>
              <a:ext uri="{FF2B5EF4-FFF2-40B4-BE49-F238E27FC236}">
                <a16:creationId xmlns:a16="http://schemas.microsoft.com/office/drawing/2014/main" id="{351AC6C0-F80D-FA6C-37CB-08B0A303BE7E}"/>
              </a:ext>
            </a:extLst>
          </p:cNvPr>
          <p:cNvSpPr/>
          <p:nvPr/>
        </p:nvSpPr>
        <p:spPr>
          <a:xfrm>
            <a:off x="5184670" y="2953512"/>
            <a:ext cx="1822662" cy="1080843"/>
          </a:xfrm>
          <a:prstGeom prst="roundRect">
            <a:avLst/>
          </a:prstGeom>
          <a:solidFill>
            <a:schemeClr val="tx1">
              <a:lumMod val="50000"/>
              <a:lumOff val="50000"/>
              <a:alpha val="90000"/>
            </a:schemeClr>
          </a:solidFill>
          <a:ln>
            <a:noFill/>
          </a:ln>
          <a:effectLst>
            <a:glow rad="88900">
              <a:schemeClr val="accent2">
                <a:satMod val="175000"/>
                <a:alpha val="85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四角形: 角を丸くする 14">
            <a:extLst>
              <a:ext uri="{FF2B5EF4-FFF2-40B4-BE49-F238E27FC236}">
                <a16:creationId xmlns:a16="http://schemas.microsoft.com/office/drawing/2014/main" id="{9E1E6912-D8A1-5315-8C66-009FDC20146C}"/>
              </a:ext>
            </a:extLst>
          </p:cNvPr>
          <p:cNvSpPr/>
          <p:nvPr/>
        </p:nvSpPr>
        <p:spPr>
          <a:xfrm>
            <a:off x="7703657" y="2953512"/>
            <a:ext cx="1822662" cy="1080843"/>
          </a:xfrm>
          <a:prstGeom prst="roundRect">
            <a:avLst/>
          </a:prstGeom>
          <a:solidFill>
            <a:schemeClr val="tx1">
              <a:lumMod val="50000"/>
              <a:lumOff val="50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四角形: 角を丸くする 15">
            <a:extLst>
              <a:ext uri="{FF2B5EF4-FFF2-40B4-BE49-F238E27FC236}">
                <a16:creationId xmlns:a16="http://schemas.microsoft.com/office/drawing/2014/main" id="{EC653F8B-4551-F474-BABB-1F818B0450F0}"/>
              </a:ext>
            </a:extLst>
          </p:cNvPr>
          <p:cNvSpPr/>
          <p:nvPr/>
        </p:nvSpPr>
        <p:spPr>
          <a:xfrm>
            <a:off x="2665938" y="4302380"/>
            <a:ext cx="1822662" cy="1080843"/>
          </a:xfrm>
          <a:prstGeom prst="roundRect">
            <a:avLst/>
          </a:prstGeom>
          <a:solidFill>
            <a:schemeClr val="accent3">
              <a:lumMod val="20000"/>
              <a:lumOff val="80000"/>
              <a:alpha val="90000"/>
            </a:schemeClr>
          </a:solidFill>
          <a:ln>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四角形: 角を丸くする 16">
            <a:extLst>
              <a:ext uri="{FF2B5EF4-FFF2-40B4-BE49-F238E27FC236}">
                <a16:creationId xmlns:a16="http://schemas.microsoft.com/office/drawing/2014/main" id="{88F7ECFD-A12C-C921-3AB3-DC9F5FC2B84A}"/>
              </a:ext>
            </a:extLst>
          </p:cNvPr>
          <p:cNvSpPr/>
          <p:nvPr/>
        </p:nvSpPr>
        <p:spPr>
          <a:xfrm>
            <a:off x="5189223" y="4302380"/>
            <a:ext cx="1822662" cy="1080843"/>
          </a:xfrm>
          <a:prstGeom prst="roundRect">
            <a:avLst/>
          </a:prstGeom>
          <a:solidFill>
            <a:schemeClr val="accent2">
              <a:lumMod val="20000"/>
              <a:lumOff val="80000"/>
              <a:alpha val="90000"/>
            </a:schemeClr>
          </a:solid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 name="四角形: 角を丸くする 17">
            <a:extLst>
              <a:ext uri="{FF2B5EF4-FFF2-40B4-BE49-F238E27FC236}">
                <a16:creationId xmlns:a16="http://schemas.microsoft.com/office/drawing/2014/main" id="{9D8C59BD-9AE3-46BC-47B7-E85DCC04ECA5}"/>
              </a:ext>
            </a:extLst>
          </p:cNvPr>
          <p:cNvSpPr/>
          <p:nvPr/>
        </p:nvSpPr>
        <p:spPr>
          <a:xfrm>
            <a:off x="7703657" y="4302380"/>
            <a:ext cx="1822662" cy="1080843"/>
          </a:xfrm>
          <a:prstGeom prst="roundRect">
            <a:avLst/>
          </a:prstGeom>
          <a:solidFill>
            <a:schemeClr val="tx1">
              <a:lumMod val="50000"/>
              <a:lumOff val="50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四角形: 角を丸くする 18">
            <a:extLst>
              <a:ext uri="{FF2B5EF4-FFF2-40B4-BE49-F238E27FC236}">
                <a16:creationId xmlns:a16="http://schemas.microsoft.com/office/drawing/2014/main" id="{A6880F12-19AA-F9C1-0166-E7EA5EBD186B}"/>
              </a:ext>
            </a:extLst>
          </p:cNvPr>
          <p:cNvSpPr/>
          <p:nvPr/>
        </p:nvSpPr>
        <p:spPr>
          <a:xfrm>
            <a:off x="2665682" y="1604645"/>
            <a:ext cx="1822662" cy="1080843"/>
          </a:xfrm>
          <a:prstGeom prst="roundRect">
            <a:avLst/>
          </a:prstGeom>
          <a:blipFill>
            <a:blip r:embed="rId6">
              <a:extLst>
                <a:ext uri="{BEBA8EAE-BF5A-486C-A8C5-ECC9F3942E4B}">
                  <a14:imgProps xmlns:a14="http://schemas.microsoft.com/office/drawing/2010/main">
                    <a14:imgLayer r:embed="rId7">
                      <a14:imgEffect>
                        <a14:brightnessContrast bright="40000" contrast="-40000"/>
                      </a14:imgEffect>
                    </a14:imgLayer>
                  </a14:imgProps>
                </a:ext>
              </a:extLst>
            </a:blip>
            <a:stretch>
              <a:fillRect/>
            </a:stretch>
          </a:blipFill>
          <a:ln w="38100">
            <a:solidFill>
              <a:srgbClr val="FF00FF"/>
            </a:solidFill>
            <a:prstDash val="solid"/>
          </a:ln>
          <a:effectLst>
            <a:glow rad="63500">
              <a:srgbClr val="FF00FF">
                <a:alpha val="40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四角形: 角を丸くする 19">
            <a:extLst>
              <a:ext uri="{FF2B5EF4-FFF2-40B4-BE49-F238E27FC236}">
                <a16:creationId xmlns:a16="http://schemas.microsoft.com/office/drawing/2014/main" id="{2470B261-2524-805C-864E-08EF1A52F781}"/>
              </a:ext>
            </a:extLst>
          </p:cNvPr>
          <p:cNvSpPr/>
          <p:nvPr/>
        </p:nvSpPr>
        <p:spPr>
          <a:xfrm>
            <a:off x="5184670" y="1604645"/>
            <a:ext cx="1822662" cy="1080843"/>
          </a:xfrm>
          <a:prstGeom prst="roundRect">
            <a:avLst/>
          </a:prstGeom>
          <a:blipFill>
            <a:blip r:embed="rId8">
              <a:extLst>
                <a:ext uri="{BEBA8EAE-BF5A-486C-A8C5-ECC9F3942E4B}">
                  <a14:imgProps xmlns:a14="http://schemas.microsoft.com/office/drawing/2010/main">
                    <a14:imgLayer r:embed="rId9">
                      <a14:imgEffect>
                        <a14:sharpenSoften amount="-50000"/>
                      </a14:imgEffect>
                      <a14:imgEffect>
                        <a14:brightnessContrast contrast="-40000"/>
                      </a14:imgEffect>
                    </a14:imgLayer>
                  </a14:imgProps>
                </a:ext>
              </a:extLst>
            </a:blip>
            <a:stretch>
              <a:fillRect/>
            </a:stretch>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1" name="四角形: 角を丸くする 20">
            <a:extLst>
              <a:ext uri="{FF2B5EF4-FFF2-40B4-BE49-F238E27FC236}">
                <a16:creationId xmlns:a16="http://schemas.microsoft.com/office/drawing/2014/main" id="{D7708349-E694-DC73-7C22-7326D75FFFA9}"/>
              </a:ext>
            </a:extLst>
          </p:cNvPr>
          <p:cNvSpPr/>
          <p:nvPr/>
        </p:nvSpPr>
        <p:spPr>
          <a:xfrm>
            <a:off x="7703657" y="1604645"/>
            <a:ext cx="1822662" cy="1080843"/>
          </a:xfrm>
          <a:prstGeom prst="roundRect">
            <a:avLst/>
          </a:prstGeom>
          <a:blipFill>
            <a:blip r:embed="rId10">
              <a:extLst>
                <a:ext uri="{BEBA8EAE-BF5A-486C-A8C5-ECC9F3942E4B}">
                  <a14:imgProps xmlns:a14="http://schemas.microsoft.com/office/drawing/2010/main">
                    <a14:imgLayer r:embed="rId11">
                      <a14:imgEffect>
                        <a14:sharpenSoften amount="-50000"/>
                      </a14:imgEffect>
                      <a14:imgEffect>
                        <a14:brightnessContrast bright="-20000" contrast="-40000"/>
                      </a14:imgEffect>
                    </a14:imgLayer>
                  </a14:imgProps>
                </a:ext>
              </a:extLst>
            </a:blip>
            <a:stretch>
              <a:fillRect/>
            </a:stretch>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テキスト ボックス 21">
            <a:extLst>
              <a:ext uri="{FF2B5EF4-FFF2-40B4-BE49-F238E27FC236}">
                <a16:creationId xmlns:a16="http://schemas.microsoft.com/office/drawing/2014/main" id="{2EAF260E-4F05-2318-6A1E-C6F6C9466635}"/>
              </a:ext>
            </a:extLst>
          </p:cNvPr>
          <p:cNvSpPr txBox="1"/>
          <p:nvPr/>
        </p:nvSpPr>
        <p:spPr>
          <a:xfrm>
            <a:off x="5482743" y="3293878"/>
            <a:ext cx="1226516" cy="400110"/>
          </a:xfrm>
          <a:prstGeom prst="rect">
            <a:avLst/>
          </a:prstGeom>
          <a:noFill/>
        </p:spPr>
        <p:txBody>
          <a:bodyPr wrap="square">
            <a:spAutoFit/>
          </a:bodyPr>
          <a:lstStyle/>
          <a:p>
            <a:pPr algn="ctr"/>
            <a:r>
              <a:rPr kumimoji="1" lang="ja-JP" altLang="en-US" sz="2000">
                <a:solidFill>
                  <a:schemeClr val="accent2">
                    <a:lumMod val="60000"/>
                    <a:lumOff val="40000"/>
                  </a:schemeClr>
                </a:solidFill>
                <a:latin typeface="原稿用標準書体" panose="03000503000000000000" pitchFamily="66" charset="-128"/>
                <a:ea typeface="原稿用標準書体" panose="03000503000000000000" pitchFamily="66" charset="-128"/>
              </a:rPr>
              <a:t>開放可能</a:t>
            </a:r>
          </a:p>
        </p:txBody>
      </p:sp>
      <p:sp>
        <p:nvSpPr>
          <p:cNvPr id="23" name="テキスト ボックス 22">
            <a:extLst>
              <a:ext uri="{FF2B5EF4-FFF2-40B4-BE49-F238E27FC236}">
                <a16:creationId xmlns:a16="http://schemas.microsoft.com/office/drawing/2014/main" id="{0C2409F2-CF8E-743E-8741-26C396A9FF7D}"/>
              </a:ext>
            </a:extLst>
          </p:cNvPr>
          <p:cNvSpPr txBox="1"/>
          <p:nvPr/>
        </p:nvSpPr>
        <p:spPr>
          <a:xfrm>
            <a:off x="8001730" y="3293878"/>
            <a:ext cx="1226516" cy="400110"/>
          </a:xfrm>
          <a:prstGeom prst="rect">
            <a:avLst/>
          </a:prstGeom>
          <a:noFill/>
        </p:spPr>
        <p:txBody>
          <a:bodyPr wrap="square">
            <a:spAutoFit/>
          </a:bodyPr>
          <a:lstStyle/>
          <a:p>
            <a:pPr algn="ctr"/>
            <a:r>
              <a:rPr kumimoji="1" lang="ja-JP" altLang="en-US" sz="2000">
                <a:solidFill>
                  <a:schemeClr val="accent6"/>
                </a:solidFill>
                <a:latin typeface="原稿用標準書体" panose="03000503000000000000" pitchFamily="66" charset="-128"/>
                <a:ea typeface="原稿用標準書体" panose="03000503000000000000" pitchFamily="66" charset="-128"/>
              </a:rPr>
              <a:t>開放</a:t>
            </a:r>
            <a:r>
              <a:rPr lang="ja-JP" altLang="en-US" sz="2000">
                <a:solidFill>
                  <a:schemeClr val="accent6"/>
                </a:solidFill>
                <a:latin typeface="原稿用標準書体" panose="03000503000000000000" pitchFamily="66" charset="-128"/>
                <a:ea typeface="原稿用標準書体" panose="03000503000000000000" pitchFamily="66" charset="-128"/>
              </a:rPr>
              <a:t>不可</a:t>
            </a:r>
            <a:endParaRPr kumimoji="1" lang="ja-JP" altLang="en-US" sz="2000">
              <a:solidFill>
                <a:schemeClr val="accent6"/>
              </a:solidFill>
              <a:latin typeface="原稿用標準書体" panose="03000503000000000000" pitchFamily="66" charset="-128"/>
              <a:ea typeface="原稿用標準書体" panose="03000503000000000000" pitchFamily="66" charset="-128"/>
            </a:endParaRPr>
          </a:p>
        </p:txBody>
      </p:sp>
      <p:sp>
        <p:nvSpPr>
          <p:cNvPr id="24" name="テキスト ボックス 23">
            <a:extLst>
              <a:ext uri="{FF2B5EF4-FFF2-40B4-BE49-F238E27FC236}">
                <a16:creationId xmlns:a16="http://schemas.microsoft.com/office/drawing/2014/main" id="{BFE956E9-B55B-E216-9055-30E65418246D}"/>
              </a:ext>
            </a:extLst>
          </p:cNvPr>
          <p:cNvSpPr txBox="1"/>
          <p:nvPr/>
        </p:nvSpPr>
        <p:spPr>
          <a:xfrm>
            <a:off x="8001730" y="4642746"/>
            <a:ext cx="1226516" cy="400110"/>
          </a:xfrm>
          <a:prstGeom prst="rect">
            <a:avLst/>
          </a:prstGeom>
          <a:noFill/>
        </p:spPr>
        <p:txBody>
          <a:bodyPr wrap="square">
            <a:spAutoFit/>
          </a:bodyPr>
          <a:lstStyle/>
          <a:p>
            <a:pPr algn="ctr"/>
            <a:r>
              <a:rPr kumimoji="1" lang="ja-JP" altLang="en-US" sz="2000">
                <a:solidFill>
                  <a:schemeClr val="accent6"/>
                </a:solidFill>
                <a:latin typeface="原稿用標準書体" panose="03000503000000000000" pitchFamily="66" charset="-128"/>
                <a:ea typeface="原稿用標準書体" panose="03000503000000000000" pitchFamily="66" charset="-128"/>
              </a:rPr>
              <a:t>開放不可</a:t>
            </a:r>
          </a:p>
        </p:txBody>
      </p:sp>
      <p:sp>
        <p:nvSpPr>
          <p:cNvPr id="45" name="テキスト ボックス 44">
            <a:extLst>
              <a:ext uri="{FF2B5EF4-FFF2-40B4-BE49-F238E27FC236}">
                <a16:creationId xmlns:a16="http://schemas.microsoft.com/office/drawing/2014/main" id="{00B80F4B-7774-E396-2643-1D92520081FC}"/>
              </a:ext>
            </a:extLst>
          </p:cNvPr>
          <p:cNvSpPr txBox="1"/>
          <p:nvPr/>
        </p:nvSpPr>
        <p:spPr>
          <a:xfrm>
            <a:off x="3210507" y="4334969"/>
            <a:ext cx="733012" cy="307777"/>
          </a:xfrm>
          <a:prstGeom prst="rect">
            <a:avLst/>
          </a:prstGeom>
          <a:noFill/>
        </p:spPr>
        <p:txBody>
          <a:bodyPr wrap="square">
            <a:spAutoFit/>
          </a:bodyPr>
          <a:lstStyle/>
          <a:p>
            <a:pPr algn="ctr"/>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休憩室</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nvGrpSpPr>
          <p:cNvPr id="46" name="グループ化 45">
            <a:extLst>
              <a:ext uri="{FF2B5EF4-FFF2-40B4-BE49-F238E27FC236}">
                <a16:creationId xmlns:a16="http://schemas.microsoft.com/office/drawing/2014/main" id="{4D427B02-ECA0-7444-191A-5D7DA7E71C3A}"/>
              </a:ext>
            </a:extLst>
          </p:cNvPr>
          <p:cNvGrpSpPr/>
          <p:nvPr/>
        </p:nvGrpSpPr>
        <p:grpSpPr>
          <a:xfrm>
            <a:off x="3309911" y="4708440"/>
            <a:ext cx="534204" cy="540320"/>
            <a:chOff x="7836685" y="2042989"/>
            <a:chExt cx="534204" cy="540320"/>
          </a:xfrm>
        </p:grpSpPr>
        <p:sp>
          <p:nvSpPr>
            <p:cNvPr id="47" name="四角形: 角を丸くする 46">
              <a:extLst>
                <a:ext uri="{FF2B5EF4-FFF2-40B4-BE49-F238E27FC236}">
                  <a16:creationId xmlns:a16="http://schemas.microsoft.com/office/drawing/2014/main" id="{E35079D9-5B06-41A2-5296-6A8E16C53FC0}"/>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48" name="グラフィックス 47" descr="ユーザー 単色塗りつぶし">
              <a:extLst>
                <a:ext uri="{FF2B5EF4-FFF2-40B4-BE49-F238E27FC236}">
                  <a16:creationId xmlns:a16="http://schemas.microsoft.com/office/drawing/2014/main" id="{5C791900-7E09-C7B0-AA83-D3B534B896C4}"/>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sp>
        <p:nvSpPr>
          <p:cNvPr id="52" name="テキスト ボックス 51">
            <a:extLst>
              <a:ext uri="{FF2B5EF4-FFF2-40B4-BE49-F238E27FC236}">
                <a16:creationId xmlns:a16="http://schemas.microsoft.com/office/drawing/2014/main" id="{A1B425DB-B719-B58C-EA75-00EE65EDA2A3}"/>
              </a:ext>
            </a:extLst>
          </p:cNvPr>
          <p:cNvSpPr txBox="1"/>
          <p:nvPr/>
        </p:nvSpPr>
        <p:spPr>
          <a:xfrm>
            <a:off x="5729495" y="4334969"/>
            <a:ext cx="733012" cy="307777"/>
          </a:xfrm>
          <a:prstGeom prst="rect">
            <a:avLst/>
          </a:prstGeom>
          <a:noFill/>
        </p:spPr>
        <p:txBody>
          <a:bodyPr wrap="square">
            <a:spAutoFit/>
          </a:bodyPr>
          <a:lstStyle/>
          <a:p>
            <a:pPr algn="ctr"/>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事務室</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53" name="四角形: 角を丸くする 52">
            <a:extLst>
              <a:ext uri="{FF2B5EF4-FFF2-40B4-BE49-F238E27FC236}">
                <a16:creationId xmlns:a16="http://schemas.microsoft.com/office/drawing/2014/main" id="{89EC0C92-E3EE-7F65-D587-9FFBFD04178F}"/>
              </a:ext>
            </a:extLst>
          </p:cNvPr>
          <p:cNvSpPr/>
          <p:nvPr/>
        </p:nvSpPr>
        <p:spPr>
          <a:xfrm>
            <a:off x="5829411" y="4713035"/>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54" name="グループ化 53">
            <a:extLst>
              <a:ext uri="{FF2B5EF4-FFF2-40B4-BE49-F238E27FC236}">
                <a16:creationId xmlns:a16="http://schemas.microsoft.com/office/drawing/2014/main" id="{D91725F9-B281-D5BF-F5EA-9757B0630CE3}"/>
              </a:ext>
            </a:extLst>
          </p:cNvPr>
          <p:cNvGrpSpPr/>
          <p:nvPr/>
        </p:nvGrpSpPr>
        <p:grpSpPr>
          <a:xfrm>
            <a:off x="5639606" y="4857960"/>
            <a:ext cx="273288" cy="273288"/>
            <a:chOff x="5460401" y="4876340"/>
            <a:chExt cx="273288" cy="273288"/>
          </a:xfrm>
        </p:grpSpPr>
        <p:sp>
          <p:nvSpPr>
            <p:cNvPr id="55" name="楕円 54">
              <a:extLst>
                <a:ext uri="{FF2B5EF4-FFF2-40B4-BE49-F238E27FC236}">
                  <a16:creationId xmlns:a16="http://schemas.microsoft.com/office/drawing/2014/main" id="{4E0112EC-500B-43C8-A9EC-F490BBB38B43}"/>
                </a:ext>
              </a:extLst>
            </p:cNvPr>
            <p:cNvSpPr/>
            <p:nvPr/>
          </p:nvSpPr>
          <p:spPr>
            <a:xfrm>
              <a:off x="5460401" y="4876340"/>
              <a:ext cx="273288" cy="273288"/>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6" name="矢印: 上 55">
              <a:extLst>
                <a:ext uri="{FF2B5EF4-FFF2-40B4-BE49-F238E27FC236}">
                  <a16:creationId xmlns:a16="http://schemas.microsoft.com/office/drawing/2014/main" id="{6459FF18-E369-75F6-A3C7-59373F3113D5}"/>
                </a:ext>
              </a:extLst>
            </p:cNvPr>
            <p:cNvSpPr/>
            <p:nvPr/>
          </p:nvSpPr>
          <p:spPr>
            <a:xfrm>
              <a:off x="5515438" y="4914382"/>
              <a:ext cx="163215" cy="197205"/>
            </a:xfrm>
            <a:prstGeom prst="upArrow">
              <a:avLst>
                <a:gd name="adj1" fmla="val 50000"/>
                <a:gd name="adj2" fmla="val 78583"/>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57" name="図 56">
            <a:extLst>
              <a:ext uri="{FF2B5EF4-FFF2-40B4-BE49-F238E27FC236}">
                <a16:creationId xmlns:a16="http://schemas.microsoft.com/office/drawing/2014/main" id="{6945FF7C-1EF6-CF17-B340-10D6243C435C}"/>
              </a:ext>
            </a:extLst>
          </p:cNvPr>
          <p:cNvPicPr>
            <a:picLocks noChangeAspect="1"/>
          </p:cNvPicPr>
          <p:nvPr/>
        </p:nvPicPr>
        <p:blipFill>
          <a:blip r:embed="rId13">
            <a:duotone>
              <a:schemeClr val="accent6">
                <a:shade val="45000"/>
                <a:satMod val="135000"/>
              </a:schemeClr>
              <a:prstClr val="white"/>
            </a:duotone>
            <a:extLst>
              <a:ext uri="{28A0092B-C50C-407E-A947-70E740481C1C}">
                <a14:useLocalDpi xmlns:a14="http://schemas.microsoft.com/office/drawing/2010/main" val="0"/>
              </a:ext>
            </a:extLst>
          </a:blip>
          <a:stretch>
            <a:fillRect/>
          </a:stretch>
        </p:blipFill>
        <p:spPr>
          <a:xfrm>
            <a:off x="5822037" y="4656531"/>
            <a:ext cx="578584" cy="578584"/>
          </a:xfrm>
          <a:prstGeom prst="rect">
            <a:avLst/>
          </a:prstGeom>
        </p:spPr>
      </p:pic>
      <p:sp>
        <p:nvSpPr>
          <p:cNvPr id="93" name="四角形: 上の 2 つの角を丸める 92">
            <a:extLst>
              <a:ext uri="{FF2B5EF4-FFF2-40B4-BE49-F238E27FC236}">
                <a16:creationId xmlns:a16="http://schemas.microsoft.com/office/drawing/2014/main" id="{F662CB90-1343-A5E0-95C8-B750CDB2B0B0}"/>
              </a:ext>
            </a:extLst>
          </p:cNvPr>
          <p:cNvSpPr/>
          <p:nvPr/>
        </p:nvSpPr>
        <p:spPr>
          <a:xfrm>
            <a:off x="2670588" y="1616094"/>
            <a:ext cx="1822662" cy="369346"/>
          </a:xfrm>
          <a:prstGeom prst="round2SameRect">
            <a:avLst>
              <a:gd name="adj1" fmla="val 49508"/>
              <a:gd name="adj2" fmla="val 0"/>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94" name="テキスト ボックス 93">
            <a:extLst>
              <a:ext uri="{FF2B5EF4-FFF2-40B4-BE49-F238E27FC236}">
                <a16:creationId xmlns:a16="http://schemas.microsoft.com/office/drawing/2014/main" id="{9D3CE9DE-F89F-A3F4-63C0-6B26B8158984}"/>
              </a:ext>
            </a:extLst>
          </p:cNvPr>
          <p:cNvSpPr txBox="1"/>
          <p:nvPr/>
        </p:nvSpPr>
        <p:spPr>
          <a:xfrm>
            <a:off x="2565527" y="1623323"/>
            <a:ext cx="733012" cy="338554"/>
          </a:xfrm>
          <a:prstGeom prst="rect">
            <a:avLst/>
          </a:prstGeom>
          <a:noFill/>
        </p:spPr>
        <p:txBody>
          <a:bodyPr wrap="square">
            <a:spAutoFit/>
          </a:bodyPr>
          <a:lstStyle/>
          <a:p>
            <a:pPr algn="ctr"/>
            <a:r>
              <a:rPr lang="en-US" altLang="ja-JP" sz="1400">
                <a:solidFill>
                  <a:schemeClr val="accent6">
                    <a:lumMod val="75000"/>
                  </a:schemeClr>
                </a:solidFill>
                <a:latin typeface="原稿用標準書体" panose="03000503000000000000" pitchFamily="66" charset="-128"/>
                <a:ea typeface="原稿用標準書体" panose="03000503000000000000" pitchFamily="66" charset="-128"/>
              </a:rPr>
              <a:t>Lv</a:t>
            </a:r>
            <a:r>
              <a:rPr lang="en-US" altLang="ja-JP" sz="1600">
                <a:solidFill>
                  <a:schemeClr val="accent6">
                    <a:lumMod val="75000"/>
                  </a:schemeClr>
                </a:solidFill>
                <a:latin typeface="原稿用標準書体" panose="03000503000000000000" pitchFamily="66" charset="-128"/>
                <a:ea typeface="原稿用標準書体" panose="03000503000000000000" pitchFamily="66" charset="-128"/>
              </a:rPr>
              <a:t>0</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95" name="テキスト ボックス 94">
            <a:extLst>
              <a:ext uri="{FF2B5EF4-FFF2-40B4-BE49-F238E27FC236}">
                <a16:creationId xmlns:a16="http://schemas.microsoft.com/office/drawing/2014/main" id="{BFACEC23-BA85-4799-AA1C-645FDFF7888B}"/>
              </a:ext>
            </a:extLst>
          </p:cNvPr>
          <p:cNvSpPr txBox="1"/>
          <p:nvPr/>
        </p:nvSpPr>
        <p:spPr>
          <a:xfrm>
            <a:off x="3661713" y="1638712"/>
            <a:ext cx="733012" cy="307777"/>
          </a:xfrm>
          <a:prstGeom prst="rect">
            <a:avLst/>
          </a:prstGeom>
          <a:noFill/>
        </p:spPr>
        <p:txBody>
          <a:bodyPr wrap="square">
            <a:spAutoFit/>
          </a:bodyPr>
          <a:lstStyle/>
          <a:p>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部屋名</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96" name="四角形: 上の 2 つの角を丸める 95">
            <a:extLst>
              <a:ext uri="{FF2B5EF4-FFF2-40B4-BE49-F238E27FC236}">
                <a16:creationId xmlns:a16="http://schemas.microsoft.com/office/drawing/2014/main" id="{184FA3BD-180E-E07B-433C-B3EAA1293B94}"/>
              </a:ext>
            </a:extLst>
          </p:cNvPr>
          <p:cNvSpPr/>
          <p:nvPr/>
        </p:nvSpPr>
        <p:spPr>
          <a:xfrm>
            <a:off x="5175114" y="1590860"/>
            <a:ext cx="1822662" cy="369346"/>
          </a:xfrm>
          <a:prstGeom prst="round2SameRect">
            <a:avLst>
              <a:gd name="adj1" fmla="val 49508"/>
              <a:gd name="adj2" fmla="val 0"/>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97" name="テキスト ボックス 96">
            <a:extLst>
              <a:ext uri="{FF2B5EF4-FFF2-40B4-BE49-F238E27FC236}">
                <a16:creationId xmlns:a16="http://schemas.microsoft.com/office/drawing/2014/main" id="{76A6B9F7-2AED-68FA-3C58-80600EF487AD}"/>
              </a:ext>
            </a:extLst>
          </p:cNvPr>
          <p:cNvSpPr txBox="1"/>
          <p:nvPr/>
        </p:nvSpPr>
        <p:spPr>
          <a:xfrm>
            <a:off x="5070053" y="1598089"/>
            <a:ext cx="733012" cy="338554"/>
          </a:xfrm>
          <a:prstGeom prst="rect">
            <a:avLst/>
          </a:prstGeom>
          <a:noFill/>
        </p:spPr>
        <p:txBody>
          <a:bodyPr wrap="square">
            <a:spAutoFit/>
          </a:bodyPr>
          <a:lstStyle/>
          <a:p>
            <a:pPr algn="ctr"/>
            <a:r>
              <a:rPr lang="en-US" altLang="ja-JP" sz="1400">
                <a:solidFill>
                  <a:schemeClr val="accent6">
                    <a:lumMod val="75000"/>
                  </a:schemeClr>
                </a:solidFill>
                <a:latin typeface="原稿用標準書体" panose="03000503000000000000" pitchFamily="66" charset="-128"/>
                <a:ea typeface="原稿用標準書体" panose="03000503000000000000" pitchFamily="66" charset="-128"/>
              </a:rPr>
              <a:t>Lv</a:t>
            </a:r>
            <a:r>
              <a:rPr lang="en-US" altLang="ja-JP" sz="1600">
                <a:solidFill>
                  <a:schemeClr val="accent6">
                    <a:lumMod val="75000"/>
                  </a:schemeClr>
                </a:solidFill>
                <a:latin typeface="原稿用標準書体" panose="03000503000000000000" pitchFamily="66" charset="-128"/>
                <a:ea typeface="原稿用標準書体" panose="03000503000000000000" pitchFamily="66" charset="-128"/>
              </a:rPr>
              <a:t>0</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98" name="テキスト ボックス 97">
            <a:extLst>
              <a:ext uri="{FF2B5EF4-FFF2-40B4-BE49-F238E27FC236}">
                <a16:creationId xmlns:a16="http://schemas.microsoft.com/office/drawing/2014/main" id="{B9335BDA-5190-4FB2-9FE5-EE9C667E8CE4}"/>
              </a:ext>
            </a:extLst>
          </p:cNvPr>
          <p:cNvSpPr txBox="1"/>
          <p:nvPr/>
        </p:nvSpPr>
        <p:spPr>
          <a:xfrm>
            <a:off x="6166239" y="1613478"/>
            <a:ext cx="733012" cy="307777"/>
          </a:xfrm>
          <a:prstGeom prst="rect">
            <a:avLst/>
          </a:prstGeom>
          <a:noFill/>
        </p:spPr>
        <p:txBody>
          <a:bodyPr wrap="square">
            <a:spAutoFit/>
          </a:bodyPr>
          <a:lstStyle/>
          <a:p>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部屋名</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99" name="四角形: 上の 2 つの角を丸める 98">
            <a:extLst>
              <a:ext uri="{FF2B5EF4-FFF2-40B4-BE49-F238E27FC236}">
                <a16:creationId xmlns:a16="http://schemas.microsoft.com/office/drawing/2014/main" id="{BADBBC7B-7FA2-BE09-3F93-0BE1A8D2FA73}"/>
              </a:ext>
            </a:extLst>
          </p:cNvPr>
          <p:cNvSpPr/>
          <p:nvPr/>
        </p:nvSpPr>
        <p:spPr>
          <a:xfrm>
            <a:off x="7710310" y="1594480"/>
            <a:ext cx="1822662" cy="369346"/>
          </a:xfrm>
          <a:prstGeom prst="round2SameRect">
            <a:avLst>
              <a:gd name="adj1" fmla="val 49508"/>
              <a:gd name="adj2" fmla="val 0"/>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100" name="テキスト ボックス 99">
            <a:extLst>
              <a:ext uri="{FF2B5EF4-FFF2-40B4-BE49-F238E27FC236}">
                <a16:creationId xmlns:a16="http://schemas.microsoft.com/office/drawing/2014/main" id="{EC0B79EB-7D34-F42E-B3B6-030662FBCE5F}"/>
              </a:ext>
            </a:extLst>
          </p:cNvPr>
          <p:cNvSpPr txBox="1"/>
          <p:nvPr/>
        </p:nvSpPr>
        <p:spPr>
          <a:xfrm>
            <a:off x="7605249" y="1601709"/>
            <a:ext cx="733012" cy="338554"/>
          </a:xfrm>
          <a:prstGeom prst="rect">
            <a:avLst/>
          </a:prstGeom>
          <a:noFill/>
        </p:spPr>
        <p:txBody>
          <a:bodyPr wrap="square">
            <a:spAutoFit/>
          </a:bodyPr>
          <a:lstStyle/>
          <a:p>
            <a:pPr algn="ctr"/>
            <a:r>
              <a:rPr lang="en-US" altLang="ja-JP" sz="1400">
                <a:solidFill>
                  <a:schemeClr val="accent6">
                    <a:lumMod val="75000"/>
                  </a:schemeClr>
                </a:solidFill>
                <a:latin typeface="原稿用標準書体" panose="03000503000000000000" pitchFamily="66" charset="-128"/>
                <a:ea typeface="原稿用標準書体" panose="03000503000000000000" pitchFamily="66" charset="-128"/>
              </a:rPr>
              <a:t>Lv</a:t>
            </a:r>
            <a:r>
              <a:rPr lang="en-US" altLang="ja-JP" sz="1600">
                <a:solidFill>
                  <a:schemeClr val="accent6">
                    <a:lumMod val="75000"/>
                  </a:schemeClr>
                </a:solidFill>
                <a:latin typeface="原稿用標準書体" panose="03000503000000000000" pitchFamily="66" charset="-128"/>
                <a:ea typeface="原稿用標準書体" panose="03000503000000000000" pitchFamily="66" charset="-128"/>
              </a:rPr>
              <a:t>0</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101" name="テキスト ボックス 100">
            <a:extLst>
              <a:ext uri="{FF2B5EF4-FFF2-40B4-BE49-F238E27FC236}">
                <a16:creationId xmlns:a16="http://schemas.microsoft.com/office/drawing/2014/main" id="{8E1CD697-5239-C419-1812-980691029F9A}"/>
              </a:ext>
            </a:extLst>
          </p:cNvPr>
          <p:cNvSpPr txBox="1"/>
          <p:nvPr/>
        </p:nvSpPr>
        <p:spPr>
          <a:xfrm>
            <a:off x="8701435" y="1617098"/>
            <a:ext cx="733012" cy="307777"/>
          </a:xfrm>
          <a:prstGeom prst="rect">
            <a:avLst/>
          </a:prstGeom>
          <a:noFill/>
        </p:spPr>
        <p:txBody>
          <a:bodyPr wrap="square">
            <a:spAutoFit/>
          </a:bodyPr>
          <a:lstStyle/>
          <a:p>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部屋名</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102" name="四角形: 上の 2 つの角を丸める 101">
            <a:extLst>
              <a:ext uri="{FF2B5EF4-FFF2-40B4-BE49-F238E27FC236}">
                <a16:creationId xmlns:a16="http://schemas.microsoft.com/office/drawing/2014/main" id="{72812059-33DB-D637-D6F8-EB7721D7774C}"/>
              </a:ext>
            </a:extLst>
          </p:cNvPr>
          <p:cNvSpPr/>
          <p:nvPr/>
        </p:nvSpPr>
        <p:spPr>
          <a:xfrm>
            <a:off x="2665919" y="2967515"/>
            <a:ext cx="1822662" cy="369346"/>
          </a:xfrm>
          <a:prstGeom prst="round2SameRect">
            <a:avLst>
              <a:gd name="adj1" fmla="val 49508"/>
              <a:gd name="adj2" fmla="val 0"/>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103" name="テキスト ボックス 102">
            <a:extLst>
              <a:ext uri="{FF2B5EF4-FFF2-40B4-BE49-F238E27FC236}">
                <a16:creationId xmlns:a16="http://schemas.microsoft.com/office/drawing/2014/main" id="{852BC097-32DE-E29D-B295-FEF6DBE5CC6B}"/>
              </a:ext>
            </a:extLst>
          </p:cNvPr>
          <p:cNvSpPr txBox="1"/>
          <p:nvPr/>
        </p:nvSpPr>
        <p:spPr>
          <a:xfrm>
            <a:off x="2560858" y="2974744"/>
            <a:ext cx="733012" cy="338554"/>
          </a:xfrm>
          <a:prstGeom prst="rect">
            <a:avLst/>
          </a:prstGeom>
          <a:noFill/>
        </p:spPr>
        <p:txBody>
          <a:bodyPr wrap="square">
            <a:spAutoFit/>
          </a:bodyPr>
          <a:lstStyle/>
          <a:p>
            <a:pPr algn="ctr"/>
            <a:r>
              <a:rPr lang="en-US" altLang="ja-JP" sz="1400">
                <a:solidFill>
                  <a:schemeClr val="accent6">
                    <a:lumMod val="75000"/>
                  </a:schemeClr>
                </a:solidFill>
                <a:latin typeface="原稿用標準書体" panose="03000503000000000000" pitchFamily="66" charset="-128"/>
                <a:ea typeface="原稿用標準書体" panose="03000503000000000000" pitchFamily="66" charset="-128"/>
              </a:rPr>
              <a:t>Lv</a:t>
            </a:r>
            <a:r>
              <a:rPr lang="en-US" altLang="ja-JP" sz="1600">
                <a:solidFill>
                  <a:schemeClr val="accent6">
                    <a:lumMod val="75000"/>
                  </a:schemeClr>
                </a:solidFill>
                <a:latin typeface="原稿用標準書体" panose="03000503000000000000" pitchFamily="66" charset="-128"/>
                <a:ea typeface="原稿用標準書体" panose="03000503000000000000" pitchFamily="66" charset="-128"/>
              </a:rPr>
              <a:t>0</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104" name="テキスト ボックス 103">
            <a:extLst>
              <a:ext uri="{FF2B5EF4-FFF2-40B4-BE49-F238E27FC236}">
                <a16:creationId xmlns:a16="http://schemas.microsoft.com/office/drawing/2014/main" id="{EE32B144-5EF9-F84C-A38C-599A7968E302}"/>
              </a:ext>
            </a:extLst>
          </p:cNvPr>
          <p:cNvSpPr txBox="1"/>
          <p:nvPr/>
        </p:nvSpPr>
        <p:spPr>
          <a:xfrm>
            <a:off x="3657044" y="2990133"/>
            <a:ext cx="733012" cy="307777"/>
          </a:xfrm>
          <a:prstGeom prst="rect">
            <a:avLst/>
          </a:prstGeom>
          <a:noFill/>
        </p:spPr>
        <p:txBody>
          <a:bodyPr wrap="square">
            <a:spAutoFit/>
          </a:bodyPr>
          <a:lstStyle/>
          <a:p>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部屋名</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nvGrpSpPr>
          <p:cNvPr id="64" name="グループ化 63">
            <a:extLst>
              <a:ext uri="{FF2B5EF4-FFF2-40B4-BE49-F238E27FC236}">
                <a16:creationId xmlns:a16="http://schemas.microsoft.com/office/drawing/2014/main" id="{D99B223F-8C4F-843F-D3A2-F0CA0FABE509}"/>
              </a:ext>
            </a:extLst>
          </p:cNvPr>
          <p:cNvGrpSpPr/>
          <p:nvPr/>
        </p:nvGrpSpPr>
        <p:grpSpPr>
          <a:xfrm>
            <a:off x="163586" y="134635"/>
            <a:ext cx="3123445" cy="1396119"/>
            <a:chOff x="163586" y="134635"/>
            <a:chExt cx="3123445" cy="1396119"/>
          </a:xfrm>
        </p:grpSpPr>
        <p:sp>
          <p:nvSpPr>
            <p:cNvPr id="65" name="四角形: 角を丸くする 64">
              <a:extLst>
                <a:ext uri="{FF2B5EF4-FFF2-40B4-BE49-F238E27FC236}">
                  <a16:creationId xmlns:a16="http://schemas.microsoft.com/office/drawing/2014/main" id="{18946BC9-332F-810C-8C24-C33CD9A9307C}"/>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66" name="テキスト ボックス 65">
              <a:extLst>
                <a:ext uri="{FF2B5EF4-FFF2-40B4-BE49-F238E27FC236}">
                  <a16:creationId xmlns:a16="http://schemas.microsoft.com/office/drawing/2014/main" id="{4B85BC08-6AC2-A0BB-0D50-E8D7A1B5EA22}"/>
                </a:ext>
              </a:extLst>
            </p:cNvPr>
            <p:cNvSpPr txBox="1"/>
            <p:nvPr/>
          </p:nvSpPr>
          <p:spPr>
            <a:xfrm>
              <a:off x="1752835" y="641390"/>
              <a:ext cx="121058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部屋強化</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67" name="グループ化 66">
              <a:extLst>
                <a:ext uri="{FF2B5EF4-FFF2-40B4-BE49-F238E27FC236}">
                  <a16:creationId xmlns:a16="http://schemas.microsoft.com/office/drawing/2014/main" id="{1EB29A2C-246D-9189-E3D5-65E11994BABA}"/>
                </a:ext>
              </a:extLst>
            </p:cNvPr>
            <p:cNvGrpSpPr/>
            <p:nvPr/>
          </p:nvGrpSpPr>
          <p:grpSpPr>
            <a:xfrm>
              <a:off x="163586" y="134635"/>
              <a:ext cx="1975684" cy="1396119"/>
              <a:chOff x="163586" y="134635"/>
              <a:chExt cx="1975684" cy="1396119"/>
            </a:xfrm>
          </p:grpSpPr>
          <p:grpSp>
            <p:nvGrpSpPr>
              <p:cNvPr id="68" name="グループ化 67">
                <a:extLst>
                  <a:ext uri="{FF2B5EF4-FFF2-40B4-BE49-F238E27FC236}">
                    <a16:creationId xmlns:a16="http://schemas.microsoft.com/office/drawing/2014/main" id="{369E9494-AC02-B9B4-58C8-D76B949B1D7E}"/>
                  </a:ext>
                </a:extLst>
              </p:cNvPr>
              <p:cNvGrpSpPr/>
              <p:nvPr/>
            </p:nvGrpSpPr>
            <p:grpSpPr>
              <a:xfrm>
                <a:off x="163586" y="134635"/>
                <a:ext cx="1975684" cy="1396119"/>
                <a:chOff x="163586" y="134635"/>
                <a:chExt cx="1975684" cy="1396119"/>
              </a:xfrm>
            </p:grpSpPr>
            <p:pic>
              <p:nvPicPr>
                <p:cNvPr id="72" name="図 71">
                  <a:extLst>
                    <a:ext uri="{FF2B5EF4-FFF2-40B4-BE49-F238E27FC236}">
                      <a16:creationId xmlns:a16="http://schemas.microsoft.com/office/drawing/2014/main" id="{11EE0AFA-E623-DE3A-A495-F9906D696CC4}"/>
                    </a:ext>
                  </a:extLst>
                </p:cNvPr>
                <p:cNvPicPr>
                  <a:picLocks noChangeAspect="1"/>
                </p:cNvPicPr>
                <p:nvPr/>
              </p:nvPicPr>
              <p:blipFill>
                <a:blip r:embed="rId14">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80" name="楕円 79">
                  <a:extLst>
                    <a:ext uri="{FF2B5EF4-FFF2-40B4-BE49-F238E27FC236}">
                      <a16:creationId xmlns:a16="http://schemas.microsoft.com/office/drawing/2014/main" id="{C79494FF-134A-2970-F38E-3645AF19540A}"/>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71" name="図 70">
                <a:extLst>
                  <a:ext uri="{FF2B5EF4-FFF2-40B4-BE49-F238E27FC236}">
                    <a16:creationId xmlns:a16="http://schemas.microsoft.com/office/drawing/2014/main" id="{FFB66C7D-5986-E42D-38C6-999B4A34D812}"/>
                  </a:ext>
                </a:extLst>
              </p:cNvPr>
              <p:cNvPicPr>
                <a:picLocks noChangeAspect="1"/>
              </p:cNvPicPr>
              <p:nvPr/>
            </p:nvPicPr>
            <p:blipFill>
              <a:blip r:embed="rId15">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sp>
        <p:nvSpPr>
          <p:cNvPr id="82" name="四角形: 角を丸くする 81">
            <a:extLst>
              <a:ext uri="{FF2B5EF4-FFF2-40B4-BE49-F238E27FC236}">
                <a16:creationId xmlns:a16="http://schemas.microsoft.com/office/drawing/2014/main" id="{36049248-3516-B607-3A2F-C340A1157403}"/>
              </a:ext>
            </a:extLst>
          </p:cNvPr>
          <p:cNvSpPr/>
          <p:nvPr/>
        </p:nvSpPr>
        <p:spPr>
          <a:xfrm>
            <a:off x="2665938" y="4656531"/>
            <a:ext cx="1822662" cy="519608"/>
          </a:xfrm>
          <a:prstGeom prst="roundRect">
            <a:avLst/>
          </a:prstGeom>
          <a:solidFill>
            <a:schemeClr val="tx1">
              <a:lumMod val="65000"/>
              <a:lumOff val="35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強化不可</a:t>
            </a:r>
          </a:p>
        </p:txBody>
      </p:sp>
      <p:sp>
        <p:nvSpPr>
          <p:cNvPr id="85" name="四角形: 角を丸くする 84">
            <a:extLst>
              <a:ext uri="{FF2B5EF4-FFF2-40B4-BE49-F238E27FC236}">
                <a16:creationId xmlns:a16="http://schemas.microsoft.com/office/drawing/2014/main" id="{4B630BBC-FE7D-16C8-D721-CC470B0EE961}"/>
              </a:ext>
            </a:extLst>
          </p:cNvPr>
          <p:cNvSpPr/>
          <p:nvPr/>
        </p:nvSpPr>
        <p:spPr>
          <a:xfrm>
            <a:off x="5189223" y="4656531"/>
            <a:ext cx="1822662" cy="519608"/>
          </a:xfrm>
          <a:prstGeom prst="roundRect">
            <a:avLst/>
          </a:prstGeom>
          <a:solidFill>
            <a:schemeClr val="tx1">
              <a:lumMod val="65000"/>
              <a:lumOff val="35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強化不可</a:t>
            </a:r>
          </a:p>
        </p:txBody>
      </p:sp>
      <p:sp>
        <p:nvSpPr>
          <p:cNvPr id="91" name="二等辺三角形 90">
            <a:extLst>
              <a:ext uri="{FF2B5EF4-FFF2-40B4-BE49-F238E27FC236}">
                <a16:creationId xmlns:a16="http://schemas.microsoft.com/office/drawing/2014/main" id="{67487DA4-A889-98B3-CCF2-D7A043E3ED37}"/>
              </a:ext>
            </a:extLst>
          </p:cNvPr>
          <p:cNvSpPr/>
          <p:nvPr/>
        </p:nvSpPr>
        <p:spPr>
          <a:xfrm rot="5400000">
            <a:off x="8200008" y="5717015"/>
            <a:ext cx="829961" cy="715484"/>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7" name="二等辺三角形 106">
            <a:extLst>
              <a:ext uri="{FF2B5EF4-FFF2-40B4-BE49-F238E27FC236}">
                <a16:creationId xmlns:a16="http://schemas.microsoft.com/office/drawing/2014/main" id="{01D25E27-FFF3-1DC3-A391-4C136B3336F3}"/>
              </a:ext>
            </a:extLst>
          </p:cNvPr>
          <p:cNvSpPr/>
          <p:nvPr/>
        </p:nvSpPr>
        <p:spPr>
          <a:xfrm rot="16200000" flipH="1">
            <a:off x="3162289" y="5717015"/>
            <a:ext cx="829961" cy="715484"/>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0" name="四角形: 角を丸くする 109">
            <a:extLst>
              <a:ext uri="{FF2B5EF4-FFF2-40B4-BE49-F238E27FC236}">
                <a16:creationId xmlns:a16="http://schemas.microsoft.com/office/drawing/2014/main" id="{401DAF7F-2826-788C-3A48-473182DDD024}"/>
              </a:ext>
            </a:extLst>
          </p:cNvPr>
          <p:cNvSpPr/>
          <p:nvPr/>
        </p:nvSpPr>
        <p:spPr>
          <a:xfrm>
            <a:off x="2672099" y="2063534"/>
            <a:ext cx="1822662" cy="519608"/>
          </a:xfrm>
          <a:prstGeom prst="roundRect">
            <a:avLst/>
          </a:prstGeom>
          <a:solidFill>
            <a:srgbClr val="FF00FF">
              <a:alpha val="8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選択中</a:t>
            </a:r>
          </a:p>
        </p:txBody>
      </p:sp>
      <p:sp>
        <p:nvSpPr>
          <p:cNvPr id="90" name="二等辺三角形 89">
            <a:extLst>
              <a:ext uri="{FF2B5EF4-FFF2-40B4-BE49-F238E27FC236}">
                <a16:creationId xmlns:a16="http://schemas.microsoft.com/office/drawing/2014/main" id="{D3F0A775-44AB-31D1-3735-AD27A16A128B}"/>
              </a:ext>
            </a:extLst>
          </p:cNvPr>
          <p:cNvSpPr/>
          <p:nvPr/>
        </p:nvSpPr>
        <p:spPr>
          <a:xfrm rot="5400000">
            <a:off x="2320434" y="2146938"/>
            <a:ext cx="631015" cy="352801"/>
          </a:xfrm>
          <a:prstGeom prst="triangle">
            <a:avLst/>
          </a:prstGeom>
          <a:solidFill>
            <a:srgbClr val="FF00FF"/>
          </a:solidFill>
          <a:ln w="12700">
            <a:solidFill>
              <a:schemeClr val="bg1">
                <a:lumMod val="95000"/>
                <a:alpha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11" name="グループ化 110">
            <a:extLst>
              <a:ext uri="{FF2B5EF4-FFF2-40B4-BE49-F238E27FC236}">
                <a16:creationId xmlns:a16="http://schemas.microsoft.com/office/drawing/2014/main" id="{8770B422-D132-CFDD-3053-C38FF408827E}"/>
              </a:ext>
            </a:extLst>
          </p:cNvPr>
          <p:cNvGrpSpPr/>
          <p:nvPr/>
        </p:nvGrpSpPr>
        <p:grpSpPr>
          <a:xfrm>
            <a:off x="4376612" y="5693247"/>
            <a:ext cx="3419665" cy="763021"/>
            <a:chOff x="1063284" y="2005017"/>
            <a:chExt cx="2372751" cy="1739673"/>
          </a:xfrm>
        </p:grpSpPr>
        <p:sp>
          <p:nvSpPr>
            <p:cNvPr id="112" name="四角形: 上の 2 つの角を丸める 111">
              <a:extLst>
                <a:ext uri="{FF2B5EF4-FFF2-40B4-BE49-F238E27FC236}">
                  <a16:creationId xmlns:a16="http://schemas.microsoft.com/office/drawing/2014/main" id="{195BB3C8-F747-8663-CFEE-07568508476B}"/>
                </a:ext>
              </a:extLst>
            </p:cNvPr>
            <p:cNvSpPr/>
            <p:nvPr/>
          </p:nvSpPr>
          <p:spPr>
            <a:xfrm>
              <a:off x="1063284" y="2005017"/>
              <a:ext cx="2372751" cy="844263"/>
            </a:xfrm>
            <a:prstGeom prst="round2SameRect">
              <a:avLst/>
            </a:prstGeom>
            <a:solidFill>
              <a:schemeClr val="accent6">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3" name="四角形: 上の 2 つの角を丸める 112">
              <a:extLst>
                <a:ext uri="{FF2B5EF4-FFF2-40B4-BE49-F238E27FC236}">
                  <a16:creationId xmlns:a16="http://schemas.microsoft.com/office/drawing/2014/main" id="{DCAF028D-147D-D8C4-CA1A-112FFC2F261A}"/>
                </a:ext>
              </a:extLst>
            </p:cNvPr>
            <p:cNvSpPr/>
            <p:nvPr/>
          </p:nvSpPr>
          <p:spPr>
            <a:xfrm flipV="1">
              <a:off x="1063284" y="2900427"/>
              <a:ext cx="2372751" cy="844263"/>
            </a:xfrm>
            <a:prstGeom prst="round2SameRect">
              <a:avLst>
                <a:gd name="adj1" fmla="val 12104"/>
                <a:gd name="adj2" fmla="val 0"/>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Tree>
    <p:extLst>
      <p:ext uri="{BB962C8B-B14F-4D97-AF65-F5344CB8AC3E}">
        <p14:creationId xmlns:p14="http://schemas.microsoft.com/office/powerpoint/2010/main" val="336404514"/>
      </p:ext>
    </p:extLst>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p:bg>
      <p:bgPr>
        <a:blipFill dpi="0" rotWithShape="1">
          <a:blip r:embed="rId2">
            <a:extLst>
              <a:ext uri="{BEBA8EAE-BF5A-486C-A8C5-ECC9F3942E4B}">
                <a14:imgProps xmlns:a14="http://schemas.microsoft.com/office/drawing/2010/main">
                  <a14:imgLayer r:embed="rId3">
                    <a14:imgEffect>
                      <a14:sharpenSoften amount="-35000"/>
                    </a14:imgEffect>
                    <a14:imgEffect>
                      <a14:saturation sat="85000"/>
                    </a14:imgEffect>
                    <a14:imgEffect>
                      <a14:brightnessContrast bright="-20000" contrast="-15000"/>
                    </a14:imgEffect>
                  </a14:imgLayer>
                </a14:imgProps>
              </a:ext>
            </a:extLst>
          </a:blip>
          <a:srcRect/>
          <a:stretch>
            <a:fillRect/>
          </a:stretch>
        </a:blipFill>
        <a:effectLst/>
      </p:bgPr>
    </p:bg>
    <p:spTree>
      <p:nvGrpSpPr>
        <p:cNvPr id="1" name="">
          <a:extLst>
            <a:ext uri="{FF2B5EF4-FFF2-40B4-BE49-F238E27FC236}">
              <a16:creationId xmlns:a16="http://schemas.microsoft.com/office/drawing/2014/main" id="{5A88CD0C-452F-8420-6021-F1465F86D04D}"/>
            </a:ext>
          </a:extLst>
        </p:cNvPr>
        <p:cNvGrpSpPr/>
        <p:nvPr/>
      </p:nvGrpSpPr>
      <p:grpSpPr>
        <a:xfrm>
          <a:off x="0" y="0"/>
          <a:ext cx="0" cy="0"/>
          <a:chOff x="0" y="0"/>
          <a:chExt cx="0" cy="0"/>
        </a:xfrm>
      </p:grpSpPr>
      <p:grpSp>
        <p:nvGrpSpPr>
          <p:cNvPr id="47" name="グループ化 46">
            <a:extLst>
              <a:ext uri="{FF2B5EF4-FFF2-40B4-BE49-F238E27FC236}">
                <a16:creationId xmlns:a16="http://schemas.microsoft.com/office/drawing/2014/main" id="{092796C8-6F91-32DE-DE0D-C16C7D4F5307}"/>
              </a:ext>
            </a:extLst>
          </p:cNvPr>
          <p:cNvGrpSpPr>
            <a:grpSpLocks/>
          </p:cNvGrpSpPr>
          <p:nvPr/>
        </p:nvGrpSpPr>
        <p:grpSpPr>
          <a:xfrm>
            <a:off x="2038497" y="1230407"/>
            <a:ext cx="9010745" cy="5627593"/>
            <a:chOff x="1590628" y="1230407"/>
            <a:chExt cx="9010745" cy="5627593"/>
          </a:xfrm>
        </p:grpSpPr>
        <p:sp>
          <p:nvSpPr>
            <p:cNvPr id="19" name="正方形/長方形 18">
              <a:extLst>
                <a:ext uri="{FF2B5EF4-FFF2-40B4-BE49-F238E27FC236}">
                  <a16:creationId xmlns:a16="http://schemas.microsoft.com/office/drawing/2014/main" id="{458C2787-B669-9E23-61F5-99CC4E509FB6}"/>
                </a:ext>
              </a:extLst>
            </p:cNvPr>
            <p:cNvSpPr>
              <a:spLocks/>
            </p:cNvSpPr>
            <p:nvPr/>
          </p:nvSpPr>
          <p:spPr>
            <a:xfrm>
              <a:off x="1590628" y="1541380"/>
              <a:ext cx="9010745" cy="5316620"/>
            </a:xfrm>
            <a:prstGeom prst="rect">
              <a:avLst/>
            </a:prstGeom>
            <a:solidFill>
              <a:srgbClr val="6600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1" name="フローチャート: 手作業 20">
              <a:extLst>
                <a:ext uri="{FF2B5EF4-FFF2-40B4-BE49-F238E27FC236}">
                  <a16:creationId xmlns:a16="http://schemas.microsoft.com/office/drawing/2014/main" id="{5F1C88F1-D1A3-3006-80A5-2A6C9284D1B3}"/>
                </a:ext>
              </a:extLst>
            </p:cNvPr>
            <p:cNvSpPr>
              <a:spLocks/>
            </p:cNvSpPr>
            <p:nvPr/>
          </p:nvSpPr>
          <p:spPr>
            <a:xfrm flipV="1">
              <a:off x="1590628" y="1230407"/>
              <a:ext cx="9010745" cy="328009"/>
            </a:xfrm>
            <a:prstGeom prst="flowChartManualOperation">
              <a:avLst/>
            </a:prstGeom>
            <a:solidFill>
              <a:srgbClr val="6600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23" name="四角形: 角を丸くする 22">
            <a:extLst>
              <a:ext uri="{FF2B5EF4-FFF2-40B4-BE49-F238E27FC236}">
                <a16:creationId xmlns:a16="http://schemas.microsoft.com/office/drawing/2014/main" id="{28DE592A-D429-71D4-04F3-ED3DE7B74FCB}"/>
              </a:ext>
            </a:extLst>
          </p:cNvPr>
          <p:cNvSpPr/>
          <p:nvPr/>
        </p:nvSpPr>
        <p:spPr>
          <a:xfrm>
            <a:off x="7384126" y="517851"/>
            <a:ext cx="2473882" cy="499063"/>
          </a:xfrm>
          <a:prstGeom prst="roundRect">
            <a:avLst/>
          </a:prstGeom>
          <a:solidFill>
            <a:schemeClr val="accent2">
              <a:lumMod val="20000"/>
              <a:lumOff val="80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2" name="グループ化 1">
            <a:extLst>
              <a:ext uri="{FF2B5EF4-FFF2-40B4-BE49-F238E27FC236}">
                <a16:creationId xmlns:a16="http://schemas.microsoft.com/office/drawing/2014/main" id="{4D2B2043-19BE-69F9-31EC-59567DF0E3ED}"/>
              </a:ext>
            </a:extLst>
          </p:cNvPr>
          <p:cNvGrpSpPr/>
          <p:nvPr/>
        </p:nvGrpSpPr>
        <p:grpSpPr>
          <a:xfrm>
            <a:off x="431675" y="5645607"/>
            <a:ext cx="11328651" cy="925026"/>
            <a:chOff x="431675" y="5645607"/>
            <a:chExt cx="11328651" cy="925026"/>
          </a:xfrm>
        </p:grpSpPr>
        <p:sp>
          <p:nvSpPr>
            <p:cNvPr id="3" name="四角形: 角を丸くする 2">
              <a:extLst>
                <a:ext uri="{FF2B5EF4-FFF2-40B4-BE49-F238E27FC236}">
                  <a16:creationId xmlns:a16="http://schemas.microsoft.com/office/drawing/2014/main" id="{23BBC5FA-15A2-007E-53D4-4E3ED68F492C}"/>
                </a:ext>
              </a:extLst>
            </p:cNvPr>
            <p:cNvSpPr/>
            <p:nvPr/>
          </p:nvSpPr>
          <p:spPr>
            <a:xfrm>
              <a:off x="431675" y="5656233"/>
              <a:ext cx="11328651" cy="914400"/>
            </a:xfrm>
            <a:prstGeom prst="roundRect">
              <a:avLst>
                <a:gd name="adj" fmla="val 4803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4" name="四角形: 角を丸くする 3">
              <a:extLst>
                <a:ext uri="{FF2B5EF4-FFF2-40B4-BE49-F238E27FC236}">
                  <a16:creationId xmlns:a16="http://schemas.microsoft.com/office/drawing/2014/main" id="{3CF88C24-42FD-2809-840B-017712B79B7C}"/>
                </a:ext>
              </a:extLst>
            </p:cNvPr>
            <p:cNvSpPr/>
            <p:nvPr/>
          </p:nvSpPr>
          <p:spPr>
            <a:xfrm>
              <a:off x="4995442" y="5645607"/>
              <a:ext cx="1338828" cy="914400"/>
            </a:xfrm>
            <a:prstGeom prst="roundRect">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 name="テキスト ボックス 4">
              <a:extLst>
                <a:ext uri="{FF2B5EF4-FFF2-40B4-BE49-F238E27FC236}">
                  <a16:creationId xmlns:a16="http://schemas.microsoft.com/office/drawing/2014/main" id="{EB833DB4-723F-E874-5F0C-1CBDD9DBF5D1}"/>
                </a:ext>
              </a:extLst>
            </p:cNvPr>
            <p:cNvSpPr txBox="1"/>
            <p:nvPr/>
          </p:nvSpPr>
          <p:spPr>
            <a:xfrm>
              <a:off x="1165119"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 name="テキスト ボックス 5">
              <a:extLst>
                <a:ext uri="{FF2B5EF4-FFF2-40B4-BE49-F238E27FC236}">
                  <a16:creationId xmlns:a16="http://schemas.microsoft.com/office/drawing/2014/main" id="{9DD214C3-E712-1270-6E08-E6FFA755B075}"/>
                </a:ext>
              </a:extLst>
            </p:cNvPr>
            <p:cNvSpPr txBox="1"/>
            <p:nvPr/>
          </p:nvSpPr>
          <p:spPr>
            <a:xfrm flipH="1">
              <a:off x="529243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7" name="テキスト ボックス 6">
              <a:extLst>
                <a:ext uri="{FF2B5EF4-FFF2-40B4-BE49-F238E27FC236}">
                  <a16:creationId xmlns:a16="http://schemas.microsoft.com/office/drawing/2014/main" id="{76B07777-B368-AF35-4A60-5A40A3A2C307}"/>
                </a:ext>
              </a:extLst>
            </p:cNvPr>
            <p:cNvSpPr txBox="1"/>
            <p:nvPr/>
          </p:nvSpPr>
          <p:spPr>
            <a:xfrm>
              <a:off x="284405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8" name="テキスト ボックス 7">
              <a:extLst>
                <a:ext uri="{FF2B5EF4-FFF2-40B4-BE49-F238E27FC236}">
                  <a16:creationId xmlns:a16="http://schemas.microsoft.com/office/drawing/2014/main" id="{47C7FA2F-8CAE-2DF4-AEE0-77C64EA1CCAF}"/>
                </a:ext>
              </a:extLst>
            </p:cNvPr>
            <p:cNvSpPr txBox="1"/>
            <p:nvPr/>
          </p:nvSpPr>
          <p:spPr>
            <a:xfrm>
              <a:off x="8393833"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9" name="テキスト ボックス 8">
              <a:extLst>
                <a:ext uri="{FF2B5EF4-FFF2-40B4-BE49-F238E27FC236}">
                  <a16:creationId xmlns:a16="http://schemas.microsoft.com/office/drawing/2014/main" id="{2875045E-ABB0-5815-DED0-1638D61B74AD}"/>
                </a:ext>
              </a:extLst>
            </p:cNvPr>
            <p:cNvSpPr txBox="1"/>
            <p:nvPr/>
          </p:nvSpPr>
          <p:spPr>
            <a:xfrm>
              <a:off x="6714895"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0" name="テキスト ボックス 9">
              <a:extLst>
                <a:ext uri="{FF2B5EF4-FFF2-40B4-BE49-F238E27FC236}">
                  <a16:creationId xmlns:a16="http://schemas.microsoft.com/office/drawing/2014/main" id="{7847D979-139B-743F-FBF4-C9382EF83FC4}"/>
                </a:ext>
              </a:extLst>
            </p:cNvPr>
            <p:cNvSpPr txBox="1"/>
            <p:nvPr/>
          </p:nvSpPr>
          <p:spPr>
            <a:xfrm flipH="1">
              <a:off x="9816293" y="5913378"/>
              <a:ext cx="1210588"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22" name="四角形: 角を丸くする 21">
            <a:extLst>
              <a:ext uri="{FF2B5EF4-FFF2-40B4-BE49-F238E27FC236}">
                <a16:creationId xmlns:a16="http://schemas.microsoft.com/office/drawing/2014/main" id="{553EA2EF-CB20-5758-2C85-893F3BFBFB7A}"/>
              </a:ext>
            </a:extLst>
          </p:cNvPr>
          <p:cNvSpPr/>
          <p:nvPr/>
        </p:nvSpPr>
        <p:spPr>
          <a:xfrm>
            <a:off x="3113551" y="2953512"/>
            <a:ext cx="1822662" cy="1080843"/>
          </a:xfrm>
          <a:prstGeom prst="roundRect">
            <a:avLst/>
          </a:prstGeom>
          <a:solidFill>
            <a:schemeClr val="bg1">
              <a:lumMod val="95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 name="四角形: 角を丸くする 23">
            <a:extLst>
              <a:ext uri="{FF2B5EF4-FFF2-40B4-BE49-F238E27FC236}">
                <a16:creationId xmlns:a16="http://schemas.microsoft.com/office/drawing/2014/main" id="{10271FD2-8D16-9A49-D43B-6475D3F64D59}"/>
              </a:ext>
            </a:extLst>
          </p:cNvPr>
          <p:cNvSpPr/>
          <p:nvPr/>
        </p:nvSpPr>
        <p:spPr>
          <a:xfrm>
            <a:off x="5632539" y="2953512"/>
            <a:ext cx="1822662" cy="1080843"/>
          </a:xfrm>
          <a:prstGeom prst="roundRect">
            <a:avLst/>
          </a:prstGeom>
          <a:solidFill>
            <a:schemeClr val="tx1">
              <a:lumMod val="50000"/>
              <a:lumOff val="50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6" name="四角形: 角を丸くする 25">
            <a:extLst>
              <a:ext uri="{FF2B5EF4-FFF2-40B4-BE49-F238E27FC236}">
                <a16:creationId xmlns:a16="http://schemas.microsoft.com/office/drawing/2014/main" id="{2AF96246-5E2E-3F59-9A4A-8463E7FAB864}"/>
              </a:ext>
            </a:extLst>
          </p:cNvPr>
          <p:cNvSpPr/>
          <p:nvPr/>
        </p:nvSpPr>
        <p:spPr>
          <a:xfrm>
            <a:off x="8151526" y="2953512"/>
            <a:ext cx="1822662" cy="1080843"/>
          </a:xfrm>
          <a:prstGeom prst="roundRect">
            <a:avLst/>
          </a:prstGeom>
          <a:solidFill>
            <a:schemeClr val="tx1">
              <a:lumMod val="50000"/>
              <a:lumOff val="50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9" name="四角形: 角を丸くする 28">
            <a:extLst>
              <a:ext uri="{FF2B5EF4-FFF2-40B4-BE49-F238E27FC236}">
                <a16:creationId xmlns:a16="http://schemas.microsoft.com/office/drawing/2014/main" id="{B6D8C347-FF0A-1BBE-EC10-E6369A18B4EC}"/>
              </a:ext>
            </a:extLst>
          </p:cNvPr>
          <p:cNvSpPr/>
          <p:nvPr/>
        </p:nvSpPr>
        <p:spPr>
          <a:xfrm>
            <a:off x="3113551" y="4302380"/>
            <a:ext cx="1822662" cy="1080843"/>
          </a:xfrm>
          <a:prstGeom prst="roundRect">
            <a:avLst/>
          </a:prstGeom>
          <a:solidFill>
            <a:schemeClr val="accent3">
              <a:lumMod val="20000"/>
              <a:lumOff val="80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0" name="四角形: 角を丸くする 29">
            <a:extLst>
              <a:ext uri="{FF2B5EF4-FFF2-40B4-BE49-F238E27FC236}">
                <a16:creationId xmlns:a16="http://schemas.microsoft.com/office/drawing/2014/main" id="{33397CD3-2573-F827-BD20-F3B79B7CFB6E}"/>
              </a:ext>
            </a:extLst>
          </p:cNvPr>
          <p:cNvSpPr/>
          <p:nvPr/>
        </p:nvSpPr>
        <p:spPr>
          <a:xfrm>
            <a:off x="5632539" y="4302380"/>
            <a:ext cx="1822662" cy="1080843"/>
          </a:xfrm>
          <a:prstGeom prst="roundRect">
            <a:avLst/>
          </a:prstGeom>
          <a:solidFill>
            <a:schemeClr val="accent2">
              <a:lumMod val="20000"/>
              <a:lumOff val="80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1" name="四角形: 角を丸くする 30">
            <a:extLst>
              <a:ext uri="{FF2B5EF4-FFF2-40B4-BE49-F238E27FC236}">
                <a16:creationId xmlns:a16="http://schemas.microsoft.com/office/drawing/2014/main" id="{183E1E8F-3934-6CBA-F370-92902E5DB673}"/>
              </a:ext>
            </a:extLst>
          </p:cNvPr>
          <p:cNvSpPr/>
          <p:nvPr/>
        </p:nvSpPr>
        <p:spPr>
          <a:xfrm>
            <a:off x="8151526" y="4302380"/>
            <a:ext cx="1822662" cy="1080843"/>
          </a:xfrm>
          <a:prstGeom prst="roundRect">
            <a:avLst/>
          </a:prstGeom>
          <a:solidFill>
            <a:schemeClr val="tx1">
              <a:lumMod val="50000"/>
              <a:lumOff val="50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3" name="四角形: 角を丸くする 32">
            <a:extLst>
              <a:ext uri="{FF2B5EF4-FFF2-40B4-BE49-F238E27FC236}">
                <a16:creationId xmlns:a16="http://schemas.microsoft.com/office/drawing/2014/main" id="{F3E6B94A-E093-2EA1-28A4-09FCAF8F75AE}"/>
              </a:ext>
            </a:extLst>
          </p:cNvPr>
          <p:cNvSpPr/>
          <p:nvPr/>
        </p:nvSpPr>
        <p:spPr>
          <a:xfrm>
            <a:off x="3113551" y="1604645"/>
            <a:ext cx="1822662" cy="1080843"/>
          </a:xfrm>
          <a:prstGeom prst="roundRect">
            <a:avLst/>
          </a:prstGeom>
          <a:solidFill>
            <a:schemeClr val="bg1">
              <a:lumMod val="95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4" name="四角形: 角を丸くする 33">
            <a:extLst>
              <a:ext uri="{FF2B5EF4-FFF2-40B4-BE49-F238E27FC236}">
                <a16:creationId xmlns:a16="http://schemas.microsoft.com/office/drawing/2014/main" id="{31F2CB80-3033-E5CC-55EB-E7CE2DD06310}"/>
              </a:ext>
            </a:extLst>
          </p:cNvPr>
          <p:cNvSpPr/>
          <p:nvPr/>
        </p:nvSpPr>
        <p:spPr>
          <a:xfrm>
            <a:off x="5632539" y="1604645"/>
            <a:ext cx="1822662" cy="1080843"/>
          </a:xfrm>
          <a:prstGeom prst="roundRect">
            <a:avLst/>
          </a:prstGeom>
          <a:solidFill>
            <a:schemeClr val="bg1">
              <a:lumMod val="95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5" name="四角形: 角を丸くする 34">
            <a:extLst>
              <a:ext uri="{FF2B5EF4-FFF2-40B4-BE49-F238E27FC236}">
                <a16:creationId xmlns:a16="http://schemas.microsoft.com/office/drawing/2014/main" id="{15676A93-B759-2BFF-E4B9-815CE0A61088}"/>
              </a:ext>
            </a:extLst>
          </p:cNvPr>
          <p:cNvSpPr/>
          <p:nvPr/>
        </p:nvSpPr>
        <p:spPr>
          <a:xfrm>
            <a:off x="8151526" y="1604645"/>
            <a:ext cx="1822662" cy="1080843"/>
          </a:xfrm>
          <a:prstGeom prst="roundRect">
            <a:avLst/>
          </a:prstGeom>
          <a:solidFill>
            <a:schemeClr val="bg1">
              <a:lumMod val="95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43" name="グループ化 42">
            <a:extLst>
              <a:ext uri="{FF2B5EF4-FFF2-40B4-BE49-F238E27FC236}">
                <a16:creationId xmlns:a16="http://schemas.microsoft.com/office/drawing/2014/main" id="{E34332DF-77C3-453E-D883-BC6EDEF3FA45}"/>
              </a:ext>
            </a:extLst>
          </p:cNvPr>
          <p:cNvGrpSpPr/>
          <p:nvPr/>
        </p:nvGrpSpPr>
        <p:grpSpPr>
          <a:xfrm>
            <a:off x="9645916" y="507963"/>
            <a:ext cx="1754702" cy="518838"/>
            <a:chOff x="8272011" y="573275"/>
            <a:chExt cx="1754702" cy="518838"/>
          </a:xfrm>
        </p:grpSpPr>
        <p:sp>
          <p:nvSpPr>
            <p:cNvPr id="38" name="矢印: 五方向 37">
              <a:extLst>
                <a:ext uri="{FF2B5EF4-FFF2-40B4-BE49-F238E27FC236}">
                  <a16:creationId xmlns:a16="http://schemas.microsoft.com/office/drawing/2014/main" id="{58C87D2A-98F3-1BD3-CE22-D68CFC4B4872}"/>
                </a:ext>
              </a:extLst>
            </p:cNvPr>
            <p:cNvSpPr/>
            <p:nvPr/>
          </p:nvSpPr>
          <p:spPr>
            <a:xfrm flipH="1">
              <a:off x="8272011" y="573275"/>
              <a:ext cx="1754702" cy="518838"/>
            </a:xfrm>
            <a:prstGeom prst="homePlate">
              <a:avLst/>
            </a:prstGeom>
            <a:solidFill>
              <a:schemeClr val="accent2">
                <a:lumMod val="60000"/>
                <a:lumOff val="40000"/>
              </a:schemeClr>
            </a:solidFill>
            <a:ln>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42" name="テキスト ボックス 41">
              <a:extLst>
                <a:ext uri="{FF2B5EF4-FFF2-40B4-BE49-F238E27FC236}">
                  <a16:creationId xmlns:a16="http://schemas.microsoft.com/office/drawing/2014/main" id="{6CBD0417-A596-4EC8-10D8-1C17802FCF6A}"/>
                </a:ext>
              </a:extLst>
            </p:cNvPr>
            <p:cNvSpPr txBox="1"/>
            <p:nvPr/>
          </p:nvSpPr>
          <p:spPr>
            <a:xfrm>
              <a:off x="8373671" y="648028"/>
              <a:ext cx="1653042" cy="369332"/>
            </a:xfrm>
            <a:prstGeom prst="rect">
              <a:avLst/>
            </a:prstGeom>
            <a:noFill/>
          </p:spPr>
          <p:txBody>
            <a:bodyPr wrap="square">
              <a:spAutoFit/>
            </a:bodyPr>
            <a:lstStyle/>
            <a:p>
              <a:pPr algn="ctr"/>
              <a:r>
                <a:rPr lang="ja-JP" altLang="en-US" sz="1800">
                  <a:solidFill>
                    <a:schemeClr val="accent6">
                      <a:lumMod val="75000"/>
                    </a:schemeClr>
                  </a:solidFill>
                  <a:latin typeface="原稿用標準書体" panose="03000503000000000000" pitchFamily="66" charset="-128"/>
                  <a:ea typeface="原稿用標準書体" panose="03000503000000000000" pitchFamily="66" charset="-128"/>
                </a:rPr>
                <a:t>一括受け取り</a:t>
              </a:r>
              <a:endParaRPr kumimoji="1" lang="ja-JP" altLang="en-US" sz="18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sp>
        <p:nvSpPr>
          <p:cNvPr id="32" name="テキスト ボックス 31">
            <a:extLst>
              <a:ext uri="{FF2B5EF4-FFF2-40B4-BE49-F238E27FC236}">
                <a16:creationId xmlns:a16="http://schemas.microsoft.com/office/drawing/2014/main" id="{C02A09E3-5A0C-5098-6C85-2169B4930F4D}"/>
              </a:ext>
            </a:extLst>
          </p:cNvPr>
          <p:cNvSpPr txBox="1"/>
          <p:nvPr/>
        </p:nvSpPr>
        <p:spPr>
          <a:xfrm>
            <a:off x="7866392" y="608865"/>
            <a:ext cx="733012" cy="307777"/>
          </a:xfrm>
          <a:prstGeom prst="rect">
            <a:avLst/>
          </a:prstGeom>
          <a:noFill/>
        </p:spPr>
        <p:txBody>
          <a:bodyPr wrap="square">
            <a:spAutoFit/>
          </a:bodyPr>
          <a:lstStyle/>
          <a:p>
            <a:pPr algn="ctr"/>
            <a:r>
              <a:rPr lang="en-US" altLang="ja-JP" sz="1400">
                <a:solidFill>
                  <a:schemeClr val="accent6">
                    <a:lumMod val="75000"/>
                  </a:schemeClr>
                </a:solidFill>
                <a:latin typeface="原稿用標準書体" panose="03000503000000000000" pitchFamily="66" charset="-128"/>
                <a:ea typeface="原稿用標準書体" panose="03000503000000000000" pitchFamily="66" charset="-128"/>
              </a:rPr>
              <a:t>00k</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nvGrpSpPr>
          <p:cNvPr id="75" name="グループ化 74">
            <a:extLst>
              <a:ext uri="{FF2B5EF4-FFF2-40B4-BE49-F238E27FC236}">
                <a16:creationId xmlns:a16="http://schemas.microsoft.com/office/drawing/2014/main" id="{6C292767-674A-98F4-400E-A4F9D84E64A3}"/>
              </a:ext>
            </a:extLst>
          </p:cNvPr>
          <p:cNvGrpSpPr/>
          <p:nvPr/>
        </p:nvGrpSpPr>
        <p:grpSpPr>
          <a:xfrm>
            <a:off x="7578010" y="620505"/>
            <a:ext cx="307777" cy="307777"/>
            <a:chOff x="7578010" y="689710"/>
            <a:chExt cx="307777" cy="307777"/>
          </a:xfrm>
        </p:grpSpPr>
        <p:sp>
          <p:nvSpPr>
            <p:cNvPr id="36" name="ハート 35">
              <a:extLst>
                <a:ext uri="{FF2B5EF4-FFF2-40B4-BE49-F238E27FC236}">
                  <a16:creationId xmlns:a16="http://schemas.microsoft.com/office/drawing/2014/main" id="{13CD773C-93EA-8DFA-5EBD-A44480ECA062}"/>
                </a:ext>
              </a:extLst>
            </p:cNvPr>
            <p:cNvSpPr/>
            <p:nvPr/>
          </p:nvSpPr>
          <p:spPr>
            <a:xfrm>
              <a:off x="7578010" y="689710"/>
              <a:ext cx="307777" cy="307777"/>
            </a:xfrm>
            <a:prstGeom prst="hear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48" name="グループ化 47">
              <a:extLst>
                <a:ext uri="{FF2B5EF4-FFF2-40B4-BE49-F238E27FC236}">
                  <a16:creationId xmlns:a16="http://schemas.microsoft.com/office/drawing/2014/main" id="{4F02355B-54B6-B8CF-7311-43538045EE54}"/>
                </a:ext>
              </a:extLst>
            </p:cNvPr>
            <p:cNvGrpSpPr/>
            <p:nvPr/>
          </p:nvGrpSpPr>
          <p:grpSpPr>
            <a:xfrm>
              <a:off x="7703665" y="804545"/>
              <a:ext cx="105517" cy="121007"/>
              <a:chOff x="5667132" y="573275"/>
              <a:chExt cx="322931" cy="370337"/>
            </a:xfrm>
          </p:grpSpPr>
          <p:sp>
            <p:nvSpPr>
              <p:cNvPr id="37" name="楕円 36">
                <a:extLst>
                  <a:ext uri="{FF2B5EF4-FFF2-40B4-BE49-F238E27FC236}">
                    <a16:creationId xmlns:a16="http://schemas.microsoft.com/office/drawing/2014/main" id="{6DABF6B1-CBA6-3352-A027-3A2A3FFE18CF}"/>
                  </a:ext>
                </a:extLst>
              </p:cNvPr>
              <p:cNvSpPr/>
              <p:nvPr/>
            </p:nvSpPr>
            <p:spPr>
              <a:xfrm>
                <a:off x="5667132" y="744490"/>
                <a:ext cx="199122" cy="199122"/>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41" name="コネクタ: 曲線 40">
                <a:extLst>
                  <a:ext uri="{FF2B5EF4-FFF2-40B4-BE49-F238E27FC236}">
                    <a16:creationId xmlns:a16="http://schemas.microsoft.com/office/drawing/2014/main" id="{BAE9BC49-CD16-C4AF-773B-21CAD73245D4}"/>
                  </a:ext>
                </a:extLst>
              </p:cNvPr>
              <p:cNvCxnSpPr>
                <a:cxnSpLocks/>
                <a:stCxn id="37" idx="7"/>
              </p:cNvCxnSpPr>
              <p:nvPr/>
            </p:nvCxnSpPr>
            <p:spPr>
              <a:xfrm rot="5400000" flipH="1" flipV="1">
                <a:off x="5813390" y="596978"/>
                <a:ext cx="200376" cy="152970"/>
              </a:xfrm>
              <a:prstGeom prst="curvedConnector3">
                <a:avLst/>
              </a:prstGeom>
              <a:ln w="38100" cap="rnd">
                <a:solidFill>
                  <a:schemeClr val="accent6"/>
                </a:solidFill>
                <a:round/>
              </a:ln>
            </p:spPr>
            <p:style>
              <a:lnRef idx="2">
                <a:schemeClr val="accent1"/>
              </a:lnRef>
              <a:fillRef idx="0">
                <a:schemeClr val="accent1"/>
              </a:fillRef>
              <a:effectRef idx="1">
                <a:schemeClr val="accent1"/>
              </a:effectRef>
              <a:fontRef idx="minor">
                <a:schemeClr val="tx1"/>
              </a:fontRef>
            </p:style>
          </p:cxnSp>
        </p:grpSp>
        <p:grpSp>
          <p:nvGrpSpPr>
            <p:cNvPr id="49" name="グループ化 48">
              <a:extLst>
                <a:ext uri="{FF2B5EF4-FFF2-40B4-BE49-F238E27FC236}">
                  <a16:creationId xmlns:a16="http://schemas.microsoft.com/office/drawing/2014/main" id="{516F839D-F885-F1CF-ABB5-E395283581FC}"/>
                </a:ext>
              </a:extLst>
            </p:cNvPr>
            <p:cNvGrpSpPr/>
            <p:nvPr/>
          </p:nvGrpSpPr>
          <p:grpSpPr>
            <a:xfrm flipH="1">
              <a:off x="7627235" y="770446"/>
              <a:ext cx="84042" cy="96379"/>
              <a:chOff x="5667132" y="573275"/>
              <a:chExt cx="322931" cy="370337"/>
            </a:xfrm>
          </p:grpSpPr>
          <p:sp>
            <p:nvSpPr>
              <p:cNvPr id="50" name="楕円 49">
                <a:extLst>
                  <a:ext uri="{FF2B5EF4-FFF2-40B4-BE49-F238E27FC236}">
                    <a16:creationId xmlns:a16="http://schemas.microsoft.com/office/drawing/2014/main" id="{873D6299-764E-77E0-DD5D-37CB8805EBA3}"/>
                  </a:ext>
                </a:extLst>
              </p:cNvPr>
              <p:cNvSpPr/>
              <p:nvPr/>
            </p:nvSpPr>
            <p:spPr>
              <a:xfrm>
                <a:off x="5667132" y="744490"/>
                <a:ext cx="199122" cy="199122"/>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51" name="コネクタ: 曲線 50">
                <a:extLst>
                  <a:ext uri="{FF2B5EF4-FFF2-40B4-BE49-F238E27FC236}">
                    <a16:creationId xmlns:a16="http://schemas.microsoft.com/office/drawing/2014/main" id="{D73D8B06-8078-6EBF-06A8-EACF9E0A3EE1}"/>
                  </a:ext>
                </a:extLst>
              </p:cNvPr>
              <p:cNvCxnSpPr>
                <a:cxnSpLocks/>
                <a:stCxn id="50" idx="7"/>
              </p:cNvCxnSpPr>
              <p:nvPr/>
            </p:nvCxnSpPr>
            <p:spPr>
              <a:xfrm rot="5400000" flipH="1" flipV="1">
                <a:off x="5813390" y="596978"/>
                <a:ext cx="200376" cy="152970"/>
              </a:xfrm>
              <a:prstGeom prst="curvedConnector3">
                <a:avLst/>
              </a:prstGeom>
              <a:ln w="25400" cap="rnd">
                <a:solidFill>
                  <a:schemeClr val="accent6"/>
                </a:solidFill>
                <a:round/>
              </a:ln>
            </p:spPr>
            <p:style>
              <a:lnRef idx="2">
                <a:schemeClr val="accent1"/>
              </a:lnRef>
              <a:fillRef idx="0">
                <a:schemeClr val="accent1"/>
              </a:fillRef>
              <a:effectRef idx="1">
                <a:schemeClr val="accent1"/>
              </a:effectRef>
              <a:fontRef idx="minor">
                <a:schemeClr val="tx1"/>
              </a:fontRef>
            </p:style>
          </p:cxnSp>
        </p:grpSp>
      </p:grpSp>
      <p:sp>
        <p:nvSpPr>
          <p:cNvPr id="74" name="テキスト ボックス 73">
            <a:extLst>
              <a:ext uri="{FF2B5EF4-FFF2-40B4-BE49-F238E27FC236}">
                <a16:creationId xmlns:a16="http://schemas.microsoft.com/office/drawing/2014/main" id="{C0654712-9BBF-9907-D90E-13D17CD5F03E}"/>
              </a:ext>
            </a:extLst>
          </p:cNvPr>
          <p:cNvSpPr txBox="1"/>
          <p:nvPr/>
        </p:nvSpPr>
        <p:spPr>
          <a:xfrm>
            <a:off x="8881110" y="608865"/>
            <a:ext cx="733012" cy="307777"/>
          </a:xfrm>
          <a:prstGeom prst="rect">
            <a:avLst/>
          </a:prstGeom>
          <a:noFill/>
        </p:spPr>
        <p:txBody>
          <a:bodyPr wrap="square">
            <a:spAutoFit/>
          </a:bodyPr>
          <a:lstStyle/>
          <a:p>
            <a:pPr algn="ctr"/>
            <a:r>
              <a:rPr lang="en-US" altLang="ja-JP" sz="1400">
                <a:solidFill>
                  <a:schemeClr val="accent6">
                    <a:lumMod val="75000"/>
                  </a:schemeClr>
                </a:solidFill>
                <a:latin typeface="原稿用標準書体" panose="03000503000000000000" pitchFamily="66" charset="-128"/>
                <a:ea typeface="原稿用標準書体" panose="03000503000000000000" pitchFamily="66" charset="-128"/>
              </a:rPr>
              <a:t>00k</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77" name="テキスト ボックス 76">
            <a:extLst>
              <a:ext uri="{FF2B5EF4-FFF2-40B4-BE49-F238E27FC236}">
                <a16:creationId xmlns:a16="http://schemas.microsoft.com/office/drawing/2014/main" id="{BB3CB9A8-7AC9-7208-D9FD-AEED270E7605}"/>
              </a:ext>
            </a:extLst>
          </p:cNvPr>
          <p:cNvSpPr txBox="1"/>
          <p:nvPr/>
        </p:nvSpPr>
        <p:spPr>
          <a:xfrm>
            <a:off x="3013396" y="1660647"/>
            <a:ext cx="733012" cy="338554"/>
          </a:xfrm>
          <a:prstGeom prst="rect">
            <a:avLst/>
          </a:prstGeom>
          <a:noFill/>
        </p:spPr>
        <p:txBody>
          <a:bodyPr wrap="square">
            <a:spAutoFit/>
          </a:bodyPr>
          <a:lstStyle/>
          <a:p>
            <a:pPr algn="ctr"/>
            <a:r>
              <a:rPr lang="en-US" altLang="ja-JP" sz="1400">
                <a:solidFill>
                  <a:schemeClr val="accent6">
                    <a:lumMod val="75000"/>
                  </a:schemeClr>
                </a:solidFill>
                <a:latin typeface="原稿用標準書体" panose="03000503000000000000" pitchFamily="66" charset="-128"/>
                <a:ea typeface="原稿用標準書体" panose="03000503000000000000" pitchFamily="66" charset="-128"/>
              </a:rPr>
              <a:t>Lv</a:t>
            </a:r>
            <a:r>
              <a:rPr lang="en-US" altLang="ja-JP" sz="1600">
                <a:solidFill>
                  <a:schemeClr val="accent6">
                    <a:lumMod val="75000"/>
                  </a:schemeClr>
                </a:solidFill>
                <a:latin typeface="原稿用標準書体" panose="03000503000000000000" pitchFamily="66" charset="-128"/>
                <a:ea typeface="原稿用標準書体" panose="03000503000000000000" pitchFamily="66" charset="-128"/>
              </a:rPr>
              <a:t>0</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79" name="テキスト ボックス 78">
            <a:extLst>
              <a:ext uri="{FF2B5EF4-FFF2-40B4-BE49-F238E27FC236}">
                <a16:creationId xmlns:a16="http://schemas.microsoft.com/office/drawing/2014/main" id="{35B13EFD-95F5-0EAE-BEC6-0378BEE9A4DF}"/>
              </a:ext>
            </a:extLst>
          </p:cNvPr>
          <p:cNvSpPr txBox="1"/>
          <p:nvPr/>
        </p:nvSpPr>
        <p:spPr>
          <a:xfrm>
            <a:off x="5537357" y="1660647"/>
            <a:ext cx="733012" cy="338554"/>
          </a:xfrm>
          <a:prstGeom prst="rect">
            <a:avLst/>
          </a:prstGeom>
          <a:noFill/>
        </p:spPr>
        <p:txBody>
          <a:bodyPr wrap="square">
            <a:spAutoFit/>
          </a:bodyPr>
          <a:lstStyle/>
          <a:p>
            <a:pPr algn="ctr"/>
            <a:r>
              <a:rPr lang="en-US" altLang="ja-JP" sz="1400">
                <a:solidFill>
                  <a:schemeClr val="accent6">
                    <a:lumMod val="75000"/>
                  </a:schemeClr>
                </a:solidFill>
                <a:latin typeface="原稿用標準書体" panose="03000503000000000000" pitchFamily="66" charset="-128"/>
                <a:ea typeface="原稿用標準書体" panose="03000503000000000000" pitchFamily="66" charset="-128"/>
              </a:rPr>
              <a:t>Lv</a:t>
            </a:r>
            <a:r>
              <a:rPr lang="en-US" altLang="ja-JP" sz="1600">
                <a:solidFill>
                  <a:schemeClr val="accent6">
                    <a:lumMod val="75000"/>
                  </a:schemeClr>
                </a:solidFill>
                <a:latin typeface="原稿用標準書体" panose="03000503000000000000" pitchFamily="66" charset="-128"/>
                <a:ea typeface="原稿用標準書体" panose="03000503000000000000" pitchFamily="66" charset="-128"/>
              </a:rPr>
              <a:t>0</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81" name="テキスト ボックス 80">
            <a:extLst>
              <a:ext uri="{FF2B5EF4-FFF2-40B4-BE49-F238E27FC236}">
                <a16:creationId xmlns:a16="http://schemas.microsoft.com/office/drawing/2014/main" id="{BEF77088-BCCC-9346-1707-F8AC8510CB9B}"/>
              </a:ext>
            </a:extLst>
          </p:cNvPr>
          <p:cNvSpPr txBox="1"/>
          <p:nvPr/>
        </p:nvSpPr>
        <p:spPr>
          <a:xfrm>
            <a:off x="8061318" y="1660647"/>
            <a:ext cx="733012" cy="338554"/>
          </a:xfrm>
          <a:prstGeom prst="rect">
            <a:avLst/>
          </a:prstGeom>
          <a:noFill/>
        </p:spPr>
        <p:txBody>
          <a:bodyPr wrap="square">
            <a:spAutoFit/>
          </a:bodyPr>
          <a:lstStyle/>
          <a:p>
            <a:pPr algn="ctr"/>
            <a:r>
              <a:rPr lang="en-US" altLang="ja-JP" sz="1400">
                <a:solidFill>
                  <a:schemeClr val="accent6">
                    <a:lumMod val="75000"/>
                  </a:schemeClr>
                </a:solidFill>
                <a:latin typeface="原稿用標準書体" panose="03000503000000000000" pitchFamily="66" charset="-128"/>
                <a:ea typeface="原稿用標準書体" panose="03000503000000000000" pitchFamily="66" charset="-128"/>
              </a:rPr>
              <a:t>Lv</a:t>
            </a:r>
            <a:r>
              <a:rPr lang="en-US" altLang="ja-JP" sz="1600">
                <a:solidFill>
                  <a:schemeClr val="accent6">
                    <a:lumMod val="75000"/>
                  </a:schemeClr>
                </a:solidFill>
                <a:latin typeface="原稿用標準書体" panose="03000503000000000000" pitchFamily="66" charset="-128"/>
                <a:ea typeface="原稿用標準書体" panose="03000503000000000000" pitchFamily="66" charset="-128"/>
              </a:rPr>
              <a:t>0</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85" name="テキスト ボックス 84">
            <a:extLst>
              <a:ext uri="{FF2B5EF4-FFF2-40B4-BE49-F238E27FC236}">
                <a16:creationId xmlns:a16="http://schemas.microsoft.com/office/drawing/2014/main" id="{8A64E0E0-F0AC-D6B3-4F48-9AEB5729D692}"/>
              </a:ext>
            </a:extLst>
          </p:cNvPr>
          <p:cNvSpPr txBox="1"/>
          <p:nvPr/>
        </p:nvSpPr>
        <p:spPr>
          <a:xfrm>
            <a:off x="5930612" y="3293878"/>
            <a:ext cx="1226516" cy="400110"/>
          </a:xfrm>
          <a:prstGeom prst="rect">
            <a:avLst/>
          </a:prstGeom>
          <a:noFill/>
        </p:spPr>
        <p:txBody>
          <a:bodyPr wrap="square">
            <a:spAutoFit/>
          </a:bodyPr>
          <a:lstStyle/>
          <a:p>
            <a:pPr algn="ctr"/>
            <a:r>
              <a:rPr kumimoji="1" lang="ja-JP" altLang="en-US" sz="2000">
                <a:solidFill>
                  <a:schemeClr val="accent2">
                    <a:lumMod val="60000"/>
                    <a:lumOff val="40000"/>
                  </a:schemeClr>
                </a:solidFill>
                <a:latin typeface="原稿用標準書体" panose="03000503000000000000" pitchFamily="66" charset="-128"/>
                <a:ea typeface="原稿用標準書体" panose="03000503000000000000" pitchFamily="66" charset="-128"/>
              </a:rPr>
              <a:t>未開放</a:t>
            </a:r>
          </a:p>
        </p:txBody>
      </p:sp>
      <p:sp>
        <p:nvSpPr>
          <p:cNvPr id="87" name="テキスト ボックス 86">
            <a:extLst>
              <a:ext uri="{FF2B5EF4-FFF2-40B4-BE49-F238E27FC236}">
                <a16:creationId xmlns:a16="http://schemas.microsoft.com/office/drawing/2014/main" id="{39EB286F-154C-056E-6F5B-6EE5A405D164}"/>
              </a:ext>
            </a:extLst>
          </p:cNvPr>
          <p:cNvSpPr txBox="1"/>
          <p:nvPr/>
        </p:nvSpPr>
        <p:spPr>
          <a:xfrm>
            <a:off x="8449599" y="3293878"/>
            <a:ext cx="1226516" cy="400110"/>
          </a:xfrm>
          <a:prstGeom prst="rect">
            <a:avLst/>
          </a:prstGeom>
          <a:noFill/>
        </p:spPr>
        <p:txBody>
          <a:bodyPr wrap="square">
            <a:spAutoFit/>
          </a:bodyPr>
          <a:lstStyle/>
          <a:p>
            <a:pPr algn="ctr"/>
            <a:r>
              <a:rPr kumimoji="1" lang="ja-JP" altLang="en-US" sz="2000">
                <a:solidFill>
                  <a:schemeClr val="accent2">
                    <a:lumMod val="60000"/>
                    <a:lumOff val="40000"/>
                  </a:schemeClr>
                </a:solidFill>
                <a:latin typeface="原稿用標準書体" panose="03000503000000000000" pitchFamily="66" charset="-128"/>
                <a:ea typeface="原稿用標準書体" panose="03000503000000000000" pitchFamily="66" charset="-128"/>
              </a:rPr>
              <a:t>未開放</a:t>
            </a:r>
          </a:p>
        </p:txBody>
      </p:sp>
      <p:sp>
        <p:nvSpPr>
          <p:cNvPr id="89" name="テキスト ボックス 88">
            <a:extLst>
              <a:ext uri="{FF2B5EF4-FFF2-40B4-BE49-F238E27FC236}">
                <a16:creationId xmlns:a16="http://schemas.microsoft.com/office/drawing/2014/main" id="{64D7B054-1067-B3F6-1D3C-05593E83D225}"/>
              </a:ext>
            </a:extLst>
          </p:cNvPr>
          <p:cNvSpPr txBox="1"/>
          <p:nvPr/>
        </p:nvSpPr>
        <p:spPr>
          <a:xfrm>
            <a:off x="8449599" y="4642746"/>
            <a:ext cx="1226516" cy="400110"/>
          </a:xfrm>
          <a:prstGeom prst="rect">
            <a:avLst/>
          </a:prstGeom>
          <a:noFill/>
        </p:spPr>
        <p:txBody>
          <a:bodyPr wrap="square">
            <a:spAutoFit/>
          </a:bodyPr>
          <a:lstStyle/>
          <a:p>
            <a:pPr algn="ctr"/>
            <a:r>
              <a:rPr kumimoji="1" lang="ja-JP" altLang="en-US" sz="2000">
                <a:solidFill>
                  <a:schemeClr val="accent2">
                    <a:lumMod val="60000"/>
                    <a:lumOff val="40000"/>
                  </a:schemeClr>
                </a:solidFill>
                <a:latin typeface="原稿用標準書体" panose="03000503000000000000" pitchFamily="66" charset="-128"/>
                <a:ea typeface="原稿用標準書体" panose="03000503000000000000" pitchFamily="66" charset="-128"/>
              </a:rPr>
              <a:t>未開放</a:t>
            </a:r>
          </a:p>
        </p:txBody>
      </p:sp>
      <p:sp>
        <p:nvSpPr>
          <p:cNvPr id="91" name="テキスト ボックス 90">
            <a:extLst>
              <a:ext uri="{FF2B5EF4-FFF2-40B4-BE49-F238E27FC236}">
                <a16:creationId xmlns:a16="http://schemas.microsoft.com/office/drawing/2014/main" id="{3C4858A7-70C8-5282-81F3-189C6AE9F914}"/>
              </a:ext>
            </a:extLst>
          </p:cNvPr>
          <p:cNvSpPr txBox="1"/>
          <p:nvPr/>
        </p:nvSpPr>
        <p:spPr>
          <a:xfrm>
            <a:off x="6605804" y="1676036"/>
            <a:ext cx="733012" cy="307777"/>
          </a:xfrm>
          <a:prstGeom prst="rect">
            <a:avLst/>
          </a:prstGeom>
          <a:noFill/>
        </p:spPr>
        <p:txBody>
          <a:bodyPr wrap="square">
            <a:spAutoFit/>
          </a:bodyPr>
          <a:lstStyle/>
          <a:p>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部屋名</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93" name="テキスト ボックス 92">
            <a:extLst>
              <a:ext uri="{FF2B5EF4-FFF2-40B4-BE49-F238E27FC236}">
                <a16:creationId xmlns:a16="http://schemas.microsoft.com/office/drawing/2014/main" id="{540D9550-FED1-CBB4-347B-D89F0DD69B3B}"/>
              </a:ext>
            </a:extLst>
          </p:cNvPr>
          <p:cNvSpPr txBox="1"/>
          <p:nvPr/>
        </p:nvSpPr>
        <p:spPr>
          <a:xfrm>
            <a:off x="9173889" y="1676036"/>
            <a:ext cx="733012" cy="307777"/>
          </a:xfrm>
          <a:prstGeom prst="rect">
            <a:avLst/>
          </a:prstGeom>
          <a:noFill/>
        </p:spPr>
        <p:txBody>
          <a:bodyPr wrap="square">
            <a:spAutoFit/>
          </a:bodyPr>
          <a:lstStyle/>
          <a:p>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部屋名</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95" name="テキスト ボックス 94">
            <a:extLst>
              <a:ext uri="{FF2B5EF4-FFF2-40B4-BE49-F238E27FC236}">
                <a16:creationId xmlns:a16="http://schemas.microsoft.com/office/drawing/2014/main" id="{576127D1-600D-4F2A-A414-E464BF7C20F4}"/>
              </a:ext>
            </a:extLst>
          </p:cNvPr>
          <p:cNvSpPr txBox="1"/>
          <p:nvPr/>
        </p:nvSpPr>
        <p:spPr>
          <a:xfrm>
            <a:off x="4109582" y="1676036"/>
            <a:ext cx="733012" cy="307777"/>
          </a:xfrm>
          <a:prstGeom prst="rect">
            <a:avLst/>
          </a:prstGeom>
          <a:noFill/>
        </p:spPr>
        <p:txBody>
          <a:bodyPr wrap="square">
            <a:spAutoFit/>
          </a:bodyPr>
          <a:lstStyle/>
          <a:p>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部屋名</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nvGrpSpPr>
          <p:cNvPr id="119" name="グループ化 118">
            <a:extLst>
              <a:ext uri="{FF2B5EF4-FFF2-40B4-BE49-F238E27FC236}">
                <a16:creationId xmlns:a16="http://schemas.microsoft.com/office/drawing/2014/main" id="{3765DDF1-2081-603C-6AD0-997217558186}"/>
              </a:ext>
            </a:extLst>
          </p:cNvPr>
          <p:cNvGrpSpPr/>
          <p:nvPr/>
        </p:nvGrpSpPr>
        <p:grpSpPr>
          <a:xfrm>
            <a:off x="8604191" y="634628"/>
            <a:ext cx="211026" cy="279530"/>
            <a:chOff x="8604191" y="699940"/>
            <a:chExt cx="211026" cy="279530"/>
          </a:xfrm>
        </p:grpSpPr>
        <p:grpSp>
          <p:nvGrpSpPr>
            <p:cNvPr id="72" name="グループ化 71">
              <a:extLst>
                <a:ext uri="{FF2B5EF4-FFF2-40B4-BE49-F238E27FC236}">
                  <a16:creationId xmlns:a16="http://schemas.microsoft.com/office/drawing/2014/main" id="{2916A4E4-F488-26CB-7138-542805F21D1A}"/>
                </a:ext>
              </a:extLst>
            </p:cNvPr>
            <p:cNvGrpSpPr/>
            <p:nvPr/>
          </p:nvGrpSpPr>
          <p:grpSpPr>
            <a:xfrm>
              <a:off x="8604191" y="699940"/>
              <a:ext cx="211026" cy="279530"/>
              <a:chOff x="8604191" y="672399"/>
              <a:chExt cx="211026" cy="279530"/>
            </a:xfrm>
          </p:grpSpPr>
          <p:cxnSp>
            <p:nvCxnSpPr>
              <p:cNvPr id="53" name="コネクタ: カギ線 52">
                <a:extLst>
                  <a:ext uri="{FF2B5EF4-FFF2-40B4-BE49-F238E27FC236}">
                    <a16:creationId xmlns:a16="http://schemas.microsoft.com/office/drawing/2014/main" id="{887811EC-2622-02DC-2022-ECA650480083}"/>
                  </a:ext>
                </a:extLst>
              </p:cNvPr>
              <p:cNvCxnSpPr>
                <a:cxnSpLocks/>
              </p:cNvCxnSpPr>
              <p:nvPr/>
            </p:nvCxnSpPr>
            <p:spPr>
              <a:xfrm rot="16200000" flipH="1">
                <a:off x="8604191" y="740903"/>
                <a:ext cx="211026" cy="211026"/>
              </a:xfrm>
              <a:prstGeom prst="bentConnector3">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59" name="直線コネクタ 58">
                <a:extLst>
                  <a:ext uri="{FF2B5EF4-FFF2-40B4-BE49-F238E27FC236}">
                    <a16:creationId xmlns:a16="http://schemas.microsoft.com/office/drawing/2014/main" id="{7DB9D5B0-46CF-316C-FF52-09B6E6083AB0}"/>
                  </a:ext>
                </a:extLst>
              </p:cNvPr>
              <p:cNvCxnSpPr>
                <a:cxnSpLocks/>
              </p:cNvCxnSpPr>
              <p:nvPr/>
            </p:nvCxnSpPr>
            <p:spPr>
              <a:xfrm>
                <a:off x="8706065" y="725136"/>
                <a:ext cx="0" cy="22387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69" name="直線コネクタ 68">
                <a:extLst>
                  <a:ext uri="{FF2B5EF4-FFF2-40B4-BE49-F238E27FC236}">
                    <a16:creationId xmlns:a16="http://schemas.microsoft.com/office/drawing/2014/main" id="{A623F07D-9B97-66E9-57A6-49FDE1CD37CA}"/>
                  </a:ext>
                </a:extLst>
              </p:cNvPr>
              <p:cNvCxnSpPr>
                <a:cxnSpLocks/>
              </p:cNvCxnSpPr>
              <p:nvPr/>
            </p:nvCxnSpPr>
            <p:spPr>
              <a:xfrm>
                <a:off x="8653289" y="672403"/>
                <a:ext cx="43248" cy="59906"/>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71" name="直線コネクタ 70">
                <a:extLst>
                  <a:ext uri="{FF2B5EF4-FFF2-40B4-BE49-F238E27FC236}">
                    <a16:creationId xmlns:a16="http://schemas.microsoft.com/office/drawing/2014/main" id="{F7BB0CCB-A33A-F48D-130D-27C2D419E772}"/>
                  </a:ext>
                </a:extLst>
              </p:cNvPr>
              <p:cNvCxnSpPr>
                <a:cxnSpLocks/>
              </p:cNvCxnSpPr>
              <p:nvPr/>
            </p:nvCxnSpPr>
            <p:spPr>
              <a:xfrm flipH="1">
                <a:off x="8712819" y="672399"/>
                <a:ext cx="43248" cy="59906"/>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grpSp>
        <p:cxnSp>
          <p:nvCxnSpPr>
            <p:cNvPr id="111" name="直線コネクタ 110">
              <a:extLst>
                <a:ext uri="{FF2B5EF4-FFF2-40B4-BE49-F238E27FC236}">
                  <a16:creationId xmlns:a16="http://schemas.microsoft.com/office/drawing/2014/main" id="{19028620-02D7-85FC-B918-F53F5E69F5EB}"/>
                </a:ext>
              </a:extLst>
            </p:cNvPr>
            <p:cNvCxnSpPr>
              <a:cxnSpLocks/>
            </p:cNvCxnSpPr>
            <p:nvPr/>
          </p:nvCxnSpPr>
          <p:spPr>
            <a:xfrm flipH="1">
              <a:off x="8645440" y="819427"/>
              <a:ext cx="134580" cy="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113" name="直線コネクタ 112">
              <a:extLst>
                <a:ext uri="{FF2B5EF4-FFF2-40B4-BE49-F238E27FC236}">
                  <a16:creationId xmlns:a16="http://schemas.microsoft.com/office/drawing/2014/main" id="{C04F4E67-1502-D722-5E7B-2E4A31D4238E}"/>
                </a:ext>
              </a:extLst>
            </p:cNvPr>
            <p:cNvCxnSpPr>
              <a:cxnSpLocks/>
            </p:cNvCxnSpPr>
            <p:nvPr/>
          </p:nvCxnSpPr>
          <p:spPr>
            <a:xfrm flipH="1">
              <a:off x="8645440" y="925877"/>
              <a:ext cx="134580" cy="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grpSp>
      <p:grpSp>
        <p:nvGrpSpPr>
          <p:cNvPr id="130" name="グループ化 129">
            <a:extLst>
              <a:ext uri="{FF2B5EF4-FFF2-40B4-BE49-F238E27FC236}">
                <a16:creationId xmlns:a16="http://schemas.microsoft.com/office/drawing/2014/main" id="{BC2BDA3A-13F3-1030-A265-4B1837D80A03}"/>
              </a:ext>
            </a:extLst>
          </p:cNvPr>
          <p:cNvGrpSpPr/>
          <p:nvPr/>
        </p:nvGrpSpPr>
        <p:grpSpPr>
          <a:xfrm>
            <a:off x="3108489" y="1988127"/>
            <a:ext cx="1658657" cy="595182"/>
            <a:chOff x="2660620" y="1988127"/>
            <a:chExt cx="1658657" cy="595182"/>
          </a:xfrm>
        </p:grpSpPr>
        <p:sp>
          <p:nvSpPr>
            <p:cNvPr id="96" name="四角形: 角を丸くする 95">
              <a:extLst>
                <a:ext uri="{FF2B5EF4-FFF2-40B4-BE49-F238E27FC236}">
                  <a16:creationId xmlns:a16="http://schemas.microsoft.com/office/drawing/2014/main" id="{DA3FFBCF-A73B-0DD5-52F5-182164DFD169}"/>
                </a:ext>
              </a:extLst>
            </p:cNvPr>
            <p:cNvSpPr/>
            <p:nvPr/>
          </p:nvSpPr>
          <p:spPr>
            <a:xfrm>
              <a:off x="2829831"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98" name="グラフィックス 97" descr="ユーザー 単色塗りつぶし">
              <a:extLst>
                <a:ext uri="{FF2B5EF4-FFF2-40B4-BE49-F238E27FC236}">
                  <a16:creationId xmlns:a16="http://schemas.microsoft.com/office/drawing/2014/main" id="{69D532BB-ABA3-283E-A912-24FF4E18DBB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2829318" y="2049618"/>
              <a:ext cx="533691" cy="533691"/>
            </a:xfrm>
            <a:prstGeom prst="rect">
              <a:avLst/>
            </a:prstGeom>
          </p:spPr>
        </p:pic>
        <p:grpSp>
          <p:nvGrpSpPr>
            <p:cNvPr id="99" name="グループ化 98">
              <a:extLst>
                <a:ext uri="{FF2B5EF4-FFF2-40B4-BE49-F238E27FC236}">
                  <a16:creationId xmlns:a16="http://schemas.microsoft.com/office/drawing/2014/main" id="{49015279-09D6-5E9F-CCC8-5D50ABA1BC44}"/>
                </a:ext>
              </a:extLst>
            </p:cNvPr>
            <p:cNvGrpSpPr/>
            <p:nvPr/>
          </p:nvGrpSpPr>
          <p:grpSpPr>
            <a:xfrm>
              <a:off x="3494572" y="2041683"/>
              <a:ext cx="824705" cy="541625"/>
              <a:chOff x="1063284" y="1905266"/>
              <a:chExt cx="2372751" cy="1839424"/>
            </a:xfrm>
          </p:grpSpPr>
          <p:sp>
            <p:nvSpPr>
              <p:cNvPr id="100" name="四角形: 上の 2 つの角を丸める 99">
                <a:extLst>
                  <a:ext uri="{FF2B5EF4-FFF2-40B4-BE49-F238E27FC236}">
                    <a16:creationId xmlns:a16="http://schemas.microsoft.com/office/drawing/2014/main" id="{53317879-4422-1ED4-73D2-AC92F0E214BA}"/>
                  </a:ext>
                </a:extLst>
              </p:cNvPr>
              <p:cNvSpPr/>
              <p:nvPr/>
            </p:nvSpPr>
            <p:spPr>
              <a:xfrm>
                <a:off x="1063284" y="1905266"/>
                <a:ext cx="2372751" cy="844262"/>
              </a:xfrm>
              <a:prstGeom prst="round2SameRect">
                <a:avLst/>
              </a:prstGeom>
              <a:solidFill>
                <a:schemeClr val="accent6">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1" name="四角形: 上の 2 つの角を丸める 100">
                <a:extLst>
                  <a:ext uri="{FF2B5EF4-FFF2-40B4-BE49-F238E27FC236}">
                    <a16:creationId xmlns:a16="http://schemas.microsoft.com/office/drawing/2014/main" id="{D9922B80-1F82-4995-23BE-CBFFE1B316DC}"/>
                  </a:ext>
                </a:extLst>
              </p:cNvPr>
              <p:cNvSpPr/>
              <p:nvPr/>
            </p:nvSpPr>
            <p:spPr>
              <a:xfrm flipV="1">
                <a:off x="1063284" y="2749528"/>
                <a:ext cx="2372751" cy="995162"/>
              </a:xfrm>
              <a:prstGeom prst="round2SameRect">
                <a:avLst>
                  <a:gd name="adj1" fmla="val 12104"/>
                  <a:gd name="adj2" fmla="val 0"/>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07" name="テキスト ボックス 106">
              <a:extLst>
                <a:ext uri="{FF2B5EF4-FFF2-40B4-BE49-F238E27FC236}">
                  <a16:creationId xmlns:a16="http://schemas.microsoft.com/office/drawing/2014/main" id="{D60BF416-A224-59CF-E79F-4E155FAE0272}"/>
                </a:ext>
              </a:extLst>
            </p:cNvPr>
            <p:cNvSpPr txBox="1"/>
            <p:nvPr/>
          </p:nvSpPr>
          <p:spPr>
            <a:xfrm>
              <a:off x="3465891" y="2297787"/>
              <a:ext cx="716180" cy="261610"/>
            </a:xfrm>
            <a:prstGeom prst="rect">
              <a:avLst/>
            </a:prstGeom>
            <a:noFill/>
          </p:spPr>
          <p:txBody>
            <a:bodyPr wrap="square">
              <a:spAutoFit/>
            </a:bodyPr>
            <a:lstStyle/>
            <a:p>
              <a:r>
                <a:rPr lang="ja-JP" altLang="en-US" sz="1100">
                  <a:solidFill>
                    <a:schemeClr val="accent6">
                      <a:lumMod val="75000"/>
                    </a:schemeClr>
                  </a:solidFill>
                  <a:latin typeface="原稿用標準書体" panose="03000503000000000000" pitchFamily="66" charset="-128"/>
                  <a:ea typeface="原稿用標準書体" panose="03000503000000000000" pitchFamily="66" charset="-128"/>
                </a:rPr>
                <a:t>接客中</a:t>
              </a:r>
              <a:endParaRPr kumimoji="1" lang="ja-JP" altLang="en-US" sz="11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nvGrpSpPr>
            <p:cNvPr id="110" name="グループ化 109">
              <a:extLst>
                <a:ext uri="{FF2B5EF4-FFF2-40B4-BE49-F238E27FC236}">
                  <a16:creationId xmlns:a16="http://schemas.microsoft.com/office/drawing/2014/main" id="{97673D47-1717-98D0-7FD1-D5ED4A435AE7}"/>
                </a:ext>
              </a:extLst>
            </p:cNvPr>
            <p:cNvGrpSpPr/>
            <p:nvPr/>
          </p:nvGrpSpPr>
          <p:grpSpPr>
            <a:xfrm>
              <a:off x="4049520" y="2335873"/>
              <a:ext cx="206177" cy="206177"/>
              <a:chOff x="4178990" y="4732529"/>
              <a:chExt cx="914400" cy="914400"/>
            </a:xfrm>
          </p:grpSpPr>
          <p:sp>
            <p:nvSpPr>
              <p:cNvPr id="108" name="楕円 107">
                <a:extLst>
                  <a:ext uri="{FF2B5EF4-FFF2-40B4-BE49-F238E27FC236}">
                    <a16:creationId xmlns:a16="http://schemas.microsoft.com/office/drawing/2014/main" id="{59CD676C-4FE7-E513-1703-3272866253A0}"/>
                  </a:ext>
                </a:extLst>
              </p:cNvPr>
              <p:cNvSpPr/>
              <p:nvPr/>
            </p:nvSpPr>
            <p:spPr>
              <a:xfrm>
                <a:off x="4178990" y="4732529"/>
                <a:ext cx="914400" cy="914400"/>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9" name="部分円 108">
                <a:extLst>
                  <a:ext uri="{FF2B5EF4-FFF2-40B4-BE49-F238E27FC236}">
                    <a16:creationId xmlns:a16="http://schemas.microsoft.com/office/drawing/2014/main" id="{71428B31-6E25-CE49-62B5-AE99AFA10D5E}"/>
                  </a:ext>
                </a:extLst>
              </p:cNvPr>
              <p:cNvSpPr/>
              <p:nvPr/>
            </p:nvSpPr>
            <p:spPr>
              <a:xfrm>
                <a:off x="4178990" y="4732529"/>
                <a:ext cx="914400" cy="914400"/>
              </a:xfrm>
              <a:prstGeom prst="pi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grpSp>
        <p:sp>
          <p:nvSpPr>
            <p:cNvPr id="114" name="吹き出し: 角を丸めた四角形 113">
              <a:extLst>
                <a:ext uri="{FF2B5EF4-FFF2-40B4-BE49-F238E27FC236}">
                  <a16:creationId xmlns:a16="http://schemas.microsoft.com/office/drawing/2014/main" id="{E67837CE-CC69-CF66-1CD7-7804C9945E9B}"/>
                </a:ext>
              </a:extLst>
            </p:cNvPr>
            <p:cNvSpPr/>
            <p:nvPr/>
          </p:nvSpPr>
          <p:spPr>
            <a:xfrm>
              <a:off x="2788607" y="2220991"/>
              <a:ext cx="620865" cy="261610"/>
            </a:xfrm>
            <a:prstGeom prst="wedgeRoundRectCallout">
              <a:avLst/>
            </a:prstGeom>
            <a:solidFill>
              <a:schemeClr val="accent2">
                <a:lumMod val="20000"/>
                <a:lumOff val="80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6" name="四角形: 上の 2 つの角を丸める 115">
              <a:extLst>
                <a:ext uri="{FF2B5EF4-FFF2-40B4-BE49-F238E27FC236}">
                  <a16:creationId xmlns:a16="http://schemas.microsoft.com/office/drawing/2014/main" id="{D115AD2A-FF9B-5B38-282B-F36385AB8115}"/>
                </a:ext>
              </a:extLst>
            </p:cNvPr>
            <p:cNvSpPr/>
            <p:nvPr/>
          </p:nvSpPr>
          <p:spPr>
            <a:xfrm>
              <a:off x="2794418" y="2013988"/>
              <a:ext cx="609242" cy="224910"/>
            </a:xfrm>
            <a:prstGeom prst="round2SameRect">
              <a:avLst>
                <a:gd name="adj1" fmla="val 12104"/>
                <a:gd name="adj2" fmla="val 0"/>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8" name="テキスト ボックス 117">
              <a:extLst>
                <a:ext uri="{FF2B5EF4-FFF2-40B4-BE49-F238E27FC236}">
                  <a16:creationId xmlns:a16="http://schemas.microsoft.com/office/drawing/2014/main" id="{F1BECB55-97D3-228C-C102-3D604CC6FD7E}"/>
                </a:ext>
              </a:extLst>
            </p:cNvPr>
            <p:cNvSpPr txBox="1"/>
            <p:nvPr/>
          </p:nvSpPr>
          <p:spPr>
            <a:xfrm>
              <a:off x="2660620" y="1988127"/>
              <a:ext cx="876408" cy="246221"/>
            </a:xfrm>
            <a:prstGeom prst="rect">
              <a:avLst/>
            </a:prstGeom>
            <a:noFill/>
          </p:spPr>
          <p:txBody>
            <a:bodyPr wrap="square">
              <a:spAutoFit/>
            </a:bodyPr>
            <a:lstStyle/>
            <a:p>
              <a:pPr algn="ctr"/>
              <a:r>
                <a:rPr lang="ja-JP" altLang="en-US" sz="1000">
                  <a:solidFill>
                    <a:schemeClr val="accent6"/>
                  </a:solidFill>
                  <a:latin typeface="原稿用標準書体" panose="03000503000000000000" pitchFamily="66" charset="-128"/>
                  <a:ea typeface="原稿用標準書体" panose="03000503000000000000" pitchFamily="66" charset="-128"/>
                </a:rPr>
                <a:t>チップ</a:t>
              </a:r>
              <a:endParaRPr kumimoji="1" lang="ja-JP" altLang="en-US" sz="1000">
                <a:solidFill>
                  <a:schemeClr val="accent6"/>
                </a:solidFill>
                <a:latin typeface="原稿用標準書体" panose="03000503000000000000" pitchFamily="66" charset="-128"/>
                <a:ea typeface="原稿用標準書体" panose="03000503000000000000" pitchFamily="66" charset="-128"/>
              </a:endParaRPr>
            </a:p>
          </p:txBody>
        </p:sp>
        <p:grpSp>
          <p:nvGrpSpPr>
            <p:cNvPr id="120" name="グループ化 119">
              <a:extLst>
                <a:ext uri="{FF2B5EF4-FFF2-40B4-BE49-F238E27FC236}">
                  <a16:creationId xmlns:a16="http://schemas.microsoft.com/office/drawing/2014/main" id="{84FB53AD-F0D0-2734-F0F8-A08CF48736FE}"/>
                </a:ext>
              </a:extLst>
            </p:cNvPr>
            <p:cNvGrpSpPr/>
            <p:nvPr/>
          </p:nvGrpSpPr>
          <p:grpSpPr>
            <a:xfrm>
              <a:off x="2881530" y="2287315"/>
              <a:ext cx="118016" cy="156327"/>
              <a:chOff x="8604191" y="699940"/>
              <a:chExt cx="211026" cy="279530"/>
            </a:xfrm>
          </p:grpSpPr>
          <p:grpSp>
            <p:nvGrpSpPr>
              <p:cNvPr id="121" name="グループ化 120">
                <a:extLst>
                  <a:ext uri="{FF2B5EF4-FFF2-40B4-BE49-F238E27FC236}">
                    <a16:creationId xmlns:a16="http://schemas.microsoft.com/office/drawing/2014/main" id="{07F1A85B-B70E-9F8F-E7A3-A8251EACAF47}"/>
                  </a:ext>
                </a:extLst>
              </p:cNvPr>
              <p:cNvGrpSpPr/>
              <p:nvPr/>
            </p:nvGrpSpPr>
            <p:grpSpPr>
              <a:xfrm>
                <a:off x="8604191" y="699940"/>
                <a:ext cx="211026" cy="279530"/>
                <a:chOff x="8604191" y="672399"/>
                <a:chExt cx="211026" cy="279530"/>
              </a:xfrm>
            </p:grpSpPr>
            <p:cxnSp>
              <p:nvCxnSpPr>
                <p:cNvPr id="124" name="コネクタ: カギ線 123">
                  <a:extLst>
                    <a:ext uri="{FF2B5EF4-FFF2-40B4-BE49-F238E27FC236}">
                      <a16:creationId xmlns:a16="http://schemas.microsoft.com/office/drawing/2014/main" id="{E3AA2255-66E0-10BC-54E8-A4F172F3E5EE}"/>
                    </a:ext>
                  </a:extLst>
                </p:cNvPr>
                <p:cNvCxnSpPr>
                  <a:cxnSpLocks/>
                </p:cNvCxnSpPr>
                <p:nvPr/>
              </p:nvCxnSpPr>
              <p:spPr>
                <a:xfrm rot="16200000" flipH="1">
                  <a:off x="8604191" y="740903"/>
                  <a:ext cx="211026" cy="211026"/>
                </a:xfrm>
                <a:prstGeom prst="bentConnector3">
                  <a:avLst/>
                </a:prstGeom>
                <a:ln w="15875">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125" name="直線コネクタ 124">
                  <a:extLst>
                    <a:ext uri="{FF2B5EF4-FFF2-40B4-BE49-F238E27FC236}">
                      <a16:creationId xmlns:a16="http://schemas.microsoft.com/office/drawing/2014/main" id="{24E22251-1545-0507-CC8B-20FF6561F918}"/>
                    </a:ext>
                  </a:extLst>
                </p:cNvPr>
                <p:cNvCxnSpPr>
                  <a:cxnSpLocks/>
                </p:cNvCxnSpPr>
                <p:nvPr/>
              </p:nvCxnSpPr>
              <p:spPr>
                <a:xfrm>
                  <a:off x="8706065" y="725136"/>
                  <a:ext cx="0" cy="223870"/>
                </a:xfrm>
                <a:prstGeom prst="line">
                  <a:avLst/>
                </a:prstGeom>
                <a:ln w="15875">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126" name="直線コネクタ 125">
                  <a:extLst>
                    <a:ext uri="{FF2B5EF4-FFF2-40B4-BE49-F238E27FC236}">
                      <a16:creationId xmlns:a16="http://schemas.microsoft.com/office/drawing/2014/main" id="{2B44E808-EA74-7D9C-4B96-91CFEF43E1D6}"/>
                    </a:ext>
                  </a:extLst>
                </p:cNvPr>
                <p:cNvCxnSpPr>
                  <a:cxnSpLocks/>
                </p:cNvCxnSpPr>
                <p:nvPr/>
              </p:nvCxnSpPr>
              <p:spPr>
                <a:xfrm>
                  <a:off x="8653289" y="672403"/>
                  <a:ext cx="43248" cy="59906"/>
                </a:xfrm>
                <a:prstGeom prst="line">
                  <a:avLst/>
                </a:prstGeom>
                <a:ln w="15875">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127" name="直線コネクタ 126">
                  <a:extLst>
                    <a:ext uri="{FF2B5EF4-FFF2-40B4-BE49-F238E27FC236}">
                      <a16:creationId xmlns:a16="http://schemas.microsoft.com/office/drawing/2014/main" id="{600A1AFB-D344-8165-5E68-040C524DEAEE}"/>
                    </a:ext>
                  </a:extLst>
                </p:cNvPr>
                <p:cNvCxnSpPr>
                  <a:cxnSpLocks/>
                </p:cNvCxnSpPr>
                <p:nvPr/>
              </p:nvCxnSpPr>
              <p:spPr>
                <a:xfrm flipH="1">
                  <a:off x="8712819" y="672399"/>
                  <a:ext cx="43248" cy="59906"/>
                </a:xfrm>
                <a:prstGeom prst="line">
                  <a:avLst/>
                </a:prstGeom>
                <a:ln w="15875">
                  <a:solidFill>
                    <a:schemeClr val="accent6"/>
                  </a:solidFill>
                </a:ln>
              </p:spPr>
              <p:style>
                <a:lnRef idx="2">
                  <a:schemeClr val="accent1"/>
                </a:lnRef>
                <a:fillRef idx="0">
                  <a:schemeClr val="accent1"/>
                </a:fillRef>
                <a:effectRef idx="1">
                  <a:schemeClr val="accent1"/>
                </a:effectRef>
                <a:fontRef idx="minor">
                  <a:schemeClr val="tx1"/>
                </a:fontRef>
              </p:style>
            </p:cxnSp>
          </p:grpSp>
          <p:cxnSp>
            <p:nvCxnSpPr>
              <p:cNvPr id="122" name="直線コネクタ 121">
                <a:extLst>
                  <a:ext uri="{FF2B5EF4-FFF2-40B4-BE49-F238E27FC236}">
                    <a16:creationId xmlns:a16="http://schemas.microsoft.com/office/drawing/2014/main" id="{512DDD8A-3D96-B529-D7DE-E4A1126FE378}"/>
                  </a:ext>
                </a:extLst>
              </p:cNvPr>
              <p:cNvCxnSpPr>
                <a:cxnSpLocks/>
              </p:cNvCxnSpPr>
              <p:nvPr/>
            </p:nvCxnSpPr>
            <p:spPr>
              <a:xfrm flipH="1">
                <a:off x="8645440" y="819427"/>
                <a:ext cx="134580" cy="0"/>
              </a:xfrm>
              <a:prstGeom prst="line">
                <a:avLst/>
              </a:prstGeom>
              <a:ln w="15875">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123" name="直線コネクタ 122">
                <a:extLst>
                  <a:ext uri="{FF2B5EF4-FFF2-40B4-BE49-F238E27FC236}">
                    <a16:creationId xmlns:a16="http://schemas.microsoft.com/office/drawing/2014/main" id="{82DADE92-9607-A774-6D4F-D05521F6FF7C}"/>
                  </a:ext>
                </a:extLst>
              </p:cNvPr>
              <p:cNvCxnSpPr>
                <a:cxnSpLocks/>
              </p:cNvCxnSpPr>
              <p:nvPr/>
            </p:nvCxnSpPr>
            <p:spPr>
              <a:xfrm flipH="1">
                <a:off x="8645440" y="925877"/>
                <a:ext cx="134580" cy="0"/>
              </a:xfrm>
              <a:prstGeom prst="line">
                <a:avLst/>
              </a:prstGeom>
              <a:ln w="15875">
                <a:solidFill>
                  <a:schemeClr val="accent6"/>
                </a:solidFill>
              </a:ln>
            </p:spPr>
            <p:style>
              <a:lnRef idx="2">
                <a:schemeClr val="accent1"/>
              </a:lnRef>
              <a:fillRef idx="0">
                <a:schemeClr val="accent1"/>
              </a:fillRef>
              <a:effectRef idx="1">
                <a:schemeClr val="accent1"/>
              </a:effectRef>
              <a:fontRef idx="minor">
                <a:schemeClr val="tx1"/>
              </a:fontRef>
            </p:style>
          </p:cxnSp>
        </p:grpSp>
        <p:sp>
          <p:nvSpPr>
            <p:cNvPr id="129" name="テキスト ボックス 128">
              <a:extLst>
                <a:ext uri="{FF2B5EF4-FFF2-40B4-BE49-F238E27FC236}">
                  <a16:creationId xmlns:a16="http://schemas.microsoft.com/office/drawing/2014/main" id="{BE953A4B-EB1B-5F8E-F092-5B9233A00C56}"/>
                </a:ext>
              </a:extLst>
            </p:cNvPr>
            <p:cNvSpPr txBox="1"/>
            <p:nvPr/>
          </p:nvSpPr>
          <p:spPr>
            <a:xfrm>
              <a:off x="2894376" y="2239587"/>
              <a:ext cx="558832" cy="230832"/>
            </a:xfrm>
            <a:prstGeom prst="rect">
              <a:avLst/>
            </a:prstGeom>
            <a:noFill/>
          </p:spPr>
          <p:txBody>
            <a:bodyPr wrap="square">
              <a:spAutoFit/>
            </a:bodyPr>
            <a:lstStyle/>
            <a:p>
              <a:pPr algn="ctr"/>
              <a:r>
                <a:rPr lang="ja-JP" altLang="en-US" sz="900">
                  <a:solidFill>
                    <a:schemeClr val="accent6"/>
                  </a:solidFill>
                  <a:latin typeface="原稿用標準書体" panose="03000503000000000000" pitchFamily="66" charset="-128"/>
                  <a:ea typeface="原稿用標準書体" panose="03000503000000000000" pitchFamily="66" charset="-128"/>
                </a:rPr>
                <a:t>＋</a:t>
              </a:r>
              <a:r>
                <a:rPr lang="en-US" altLang="ja-JP" sz="900">
                  <a:solidFill>
                    <a:schemeClr val="accent6"/>
                  </a:solidFill>
                  <a:latin typeface="原稿用標準書体" panose="03000503000000000000" pitchFamily="66" charset="-128"/>
                  <a:ea typeface="原稿用標準書体" panose="03000503000000000000" pitchFamily="66" charset="-128"/>
                </a:rPr>
                <a:t>00k</a:t>
              </a:r>
              <a:endParaRPr kumimoji="1" lang="ja-JP" altLang="en-US" sz="900">
                <a:solidFill>
                  <a:schemeClr val="accent6"/>
                </a:solidFill>
                <a:latin typeface="原稿用標準書体" panose="03000503000000000000" pitchFamily="66" charset="-128"/>
                <a:ea typeface="原稿用標準書体" panose="03000503000000000000" pitchFamily="66" charset="-128"/>
              </a:endParaRPr>
            </a:p>
          </p:txBody>
        </p:sp>
      </p:grpSp>
      <p:sp>
        <p:nvSpPr>
          <p:cNvPr id="132" name="四角形: 角を丸くする 131">
            <a:extLst>
              <a:ext uri="{FF2B5EF4-FFF2-40B4-BE49-F238E27FC236}">
                <a16:creationId xmlns:a16="http://schemas.microsoft.com/office/drawing/2014/main" id="{931CBEBC-7D51-F8E5-72EA-A7D9765DF845}"/>
              </a:ext>
            </a:extLst>
          </p:cNvPr>
          <p:cNvSpPr/>
          <p:nvPr/>
        </p:nvSpPr>
        <p:spPr>
          <a:xfrm>
            <a:off x="5801749"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33" name="グラフィックス 132" descr="ユーザー 単色塗りつぶし">
            <a:extLst>
              <a:ext uri="{FF2B5EF4-FFF2-40B4-BE49-F238E27FC236}">
                <a16:creationId xmlns:a16="http://schemas.microsoft.com/office/drawing/2014/main" id="{6957D0C7-DA60-63C6-6506-D17AF697D46F}"/>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801236" y="2049618"/>
            <a:ext cx="533691" cy="533691"/>
          </a:xfrm>
          <a:prstGeom prst="rect">
            <a:avLst/>
          </a:prstGeom>
        </p:spPr>
      </p:pic>
      <p:grpSp>
        <p:nvGrpSpPr>
          <p:cNvPr id="134" name="グループ化 133">
            <a:extLst>
              <a:ext uri="{FF2B5EF4-FFF2-40B4-BE49-F238E27FC236}">
                <a16:creationId xmlns:a16="http://schemas.microsoft.com/office/drawing/2014/main" id="{DEB75D73-86A1-A0AB-991B-E2E25B75569B}"/>
              </a:ext>
            </a:extLst>
          </p:cNvPr>
          <p:cNvGrpSpPr/>
          <p:nvPr/>
        </p:nvGrpSpPr>
        <p:grpSpPr>
          <a:xfrm>
            <a:off x="6466490" y="2041683"/>
            <a:ext cx="824705" cy="541625"/>
            <a:chOff x="1063284" y="1905266"/>
            <a:chExt cx="2372751" cy="1839424"/>
          </a:xfrm>
        </p:grpSpPr>
        <p:sp>
          <p:nvSpPr>
            <p:cNvPr id="152" name="四角形: 上の 2 つの角を丸める 151">
              <a:extLst>
                <a:ext uri="{FF2B5EF4-FFF2-40B4-BE49-F238E27FC236}">
                  <a16:creationId xmlns:a16="http://schemas.microsoft.com/office/drawing/2014/main" id="{180E05A2-C3FA-1D96-5FA8-64528A9AEE82}"/>
                </a:ext>
              </a:extLst>
            </p:cNvPr>
            <p:cNvSpPr/>
            <p:nvPr/>
          </p:nvSpPr>
          <p:spPr>
            <a:xfrm>
              <a:off x="1063284" y="1905266"/>
              <a:ext cx="2372751" cy="844262"/>
            </a:xfrm>
            <a:prstGeom prst="round2SameRect">
              <a:avLst/>
            </a:prstGeom>
            <a:solidFill>
              <a:schemeClr val="accent6">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3" name="四角形: 上の 2 つの角を丸める 152">
              <a:extLst>
                <a:ext uri="{FF2B5EF4-FFF2-40B4-BE49-F238E27FC236}">
                  <a16:creationId xmlns:a16="http://schemas.microsoft.com/office/drawing/2014/main" id="{B7417A2F-6906-1A27-BEFD-5E0F2A483DA9}"/>
                </a:ext>
              </a:extLst>
            </p:cNvPr>
            <p:cNvSpPr/>
            <p:nvPr/>
          </p:nvSpPr>
          <p:spPr>
            <a:xfrm flipV="1">
              <a:off x="1063284" y="2749528"/>
              <a:ext cx="2372751" cy="995162"/>
            </a:xfrm>
            <a:prstGeom prst="round2SameRect">
              <a:avLst>
                <a:gd name="adj1" fmla="val 12104"/>
                <a:gd name="adj2" fmla="val 0"/>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36" name="テキスト ボックス 135">
            <a:extLst>
              <a:ext uri="{FF2B5EF4-FFF2-40B4-BE49-F238E27FC236}">
                <a16:creationId xmlns:a16="http://schemas.microsoft.com/office/drawing/2014/main" id="{24B23848-9AC6-EFB2-073E-A3CFF8E40EF6}"/>
              </a:ext>
            </a:extLst>
          </p:cNvPr>
          <p:cNvSpPr txBox="1"/>
          <p:nvPr/>
        </p:nvSpPr>
        <p:spPr>
          <a:xfrm>
            <a:off x="6437809" y="2297787"/>
            <a:ext cx="716180" cy="261610"/>
          </a:xfrm>
          <a:prstGeom prst="rect">
            <a:avLst/>
          </a:prstGeom>
          <a:noFill/>
        </p:spPr>
        <p:txBody>
          <a:bodyPr wrap="square">
            <a:spAutoFit/>
          </a:bodyPr>
          <a:lstStyle/>
          <a:p>
            <a:r>
              <a:rPr lang="ja-JP" altLang="en-US" sz="1100">
                <a:solidFill>
                  <a:schemeClr val="accent6">
                    <a:lumMod val="75000"/>
                  </a:schemeClr>
                </a:solidFill>
                <a:latin typeface="原稿用標準書体" panose="03000503000000000000" pitchFamily="66" charset="-128"/>
                <a:ea typeface="原稿用標準書体" panose="03000503000000000000" pitchFamily="66" charset="-128"/>
              </a:rPr>
              <a:t>接客中</a:t>
            </a:r>
            <a:endParaRPr kumimoji="1" lang="ja-JP" altLang="en-US" sz="11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nvGrpSpPr>
          <p:cNvPr id="137" name="グループ化 136">
            <a:extLst>
              <a:ext uri="{FF2B5EF4-FFF2-40B4-BE49-F238E27FC236}">
                <a16:creationId xmlns:a16="http://schemas.microsoft.com/office/drawing/2014/main" id="{A77A1C8D-EB94-3DBF-3C44-BF05EB314A03}"/>
              </a:ext>
            </a:extLst>
          </p:cNvPr>
          <p:cNvGrpSpPr/>
          <p:nvPr/>
        </p:nvGrpSpPr>
        <p:grpSpPr>
          <a:xfrm>
            <a:off x="7021438" y="2335873"/>
            <a:ext cx="206177" cy="206177"/>
            <a:chOff x="4178990" y="4732529"/>
            <a:chExt cx="914400" cy="914400"/>
          </a:xfrm>
        </p:grpSpPr>
        <p:sp>
          <p:nvSpPr>
            <p:cNvPr id="150" name="楕円 149">
              <a:extLst>
                <a:ext uri="{FF2B5EF4-FFF2-40B4-BE49-F238E27FC236}">
                  <a16:creationId xmlns:a16="http://schemas.microsoft.com/office/drawing/2014/main" id="{DBF1C5D0-EEC2-0E36-8088-EEAC2FE8D394}"/>
                </a:ext>
              </a:extLst>
            </p:cNvPr>
            <p:cNvSpPr/>
            <p:nvPr/>
          </p:nvSpPr>
          <p:spPr>
            <a:xfrm>
              <a:off x="4178990" y="4732529"/>
              <a:ext cx="914400" cy="914400"/>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1" name="部分円 150">
              <a:extLst>
                <a:ext uri="{FF2B5EF4-FFF2-40B4-BE49-F238E27FC236}">
                  <a16:creationId xmlns:a16="http://schemas.microsoft.com/office/drawing/2014/main" id="{AAC63262-553D-37B6-EEDE-79FF3F69440C}"/>
                </a:ext>
              </a:extLst>
            </p:cNvPr>
            <p:cNvSpPr/>
            <p:nvPr/>
          </p:nvSpPr>
          <p:spPr>
            <a:xfrm>
              <a:off x="4178990" y="4732529"/>
              <a:ext cx="914400" cy="914400"/>
            </a:xfrm>
            <a:prstGeom prst="pi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grpSp>
      <p:grpSp>
        <p:nvGrpSpPr>
          <p:cNvPr id="188" name="グループ化 187">
            <a:extLst>
              <a:ext uri="{FF2B5EF4-FFF2-40B4-BE49-F238E27FC236}">
                <a16:creationId xmlns:a16="http://schemas.microsoft.com/office/drawing/2014/main" id="{69EA017C-6AE9-4419-6F13-F106605EDC4C}"/>
              </a:ext>
            </a:extLst>
          </p:cNvPr>
          <p:cNvGrpSpPr/>
          <p:nvPr/>
        </p:nvGrpSpPr>
        <p:grpSpPr>
          <a:xfrm>
            <a:off x="5760525" y="2013988"/>
            <a:ext cx="664601" cy="468613"/>
            <a:chOff x="5312656" y="2013988"/>
            <a:chExt cx="664601" cy="468613"/>
          </a:xfrm>
        </p:grpSpPr>
        <p:sp>
          <p:nvSpPr>
            <p:cNvPr id="138" name="吹き出し: 角を丸めた四角形 137">
              <a:extLst>
                <a:ext uri="{FF2B5EF4-FFF2-40B4-BE49-F238E27FC236}">
                  <a16:creationId xmlns:a16="http://schemas.microsoft.com/office/drawing/2014/main" id="{732BFDFD-11D4-37EC-FBBB-4FD6CE9C322D}"/>
                </a:ext>
              </a:extLst>
            </p:cNvPr>
            <p:cNvSpPr/>
            <p:nvPr/>
          </p:nvSpPr>
          <p:spPr>
            <a:xfrm>
              <a:off x="5312656" y="2220991"/>
              <a:ext cx="620865" cy="261610"/>
            </a:xfrm>
            <a:prstGeom prst="wedgeRoundRectCallout">
              <a:avLst/>
            </a:prstGeom>
            <a:solidFill>
              <a:schemeClr val="accent6">
                <a:lumMod val="20000"/>
                <a:lumOff val="80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9" name="四角形: 上の 2 つの角を丸める 138">
              <a:extLst>
                <a:ext uri="{FF2B5EF4-FFF2-40B4-BE49-F238E27FC236}">
                  <a16:creationId xmlns:a16="http://schemas.microsoft.com/office/drawing/2014/main" id="{3F8ADD77-D974-B818-19AD-B30C327CC673}"/>
                </a:ext>
              </a:extLst>
            </p:cNvPr>
            <p:cNvSpPr/>
            <p:nvPr/>
          </p:nvSpPr>
          <p:spPr>
            <a:xfrm>
              <a:off x="5318467" y="2013988"/>
              <a:ext cx="609242" cy="224910"/>
            </a:xfrm>
            <a:prstGeom prst="round2SameRect">
              <a:avLst>
                <a:gd name="adj1" fmla="val 12104"/>
                <a:gd name="adj2" fmla="val 0"/>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2" name="テキスト ボックス 141">
              <a:extLst>
                <a:ext uri="{FF2B5EF4-FFF2-40B4-BE49-F238E27FC236}">
                  <a16:creationId xmlns:a16="http://schemas.microsoft.com/office/drawing/2014/main" id="{281B2245-74EC-6140-051A-B81258D2DA9D}"/>
                </a:ext>
              </a:extLst>
            </p:cNvPr>
            <p:cNvSpPr txBox="1"/>
            <p:nvPr/>
          </p:nvSpPr>
          <p:spPr>
            <a:xfrm>
              <a:off x="5418425" y="2239587"/>
              <a:ext cx="558832" cy="230832"/>
            </a:xfrm>
            <a:prstGeom prst="rect">
              <a:avLst/>
            </a:prstGeom>
            <a:noFill/>
          </p:spPr>
          <p:txBody>
            <a:bodyPr wrap="square">
              <a:spAutoFit/>
            </a:bodyPr>
            <a:lstStyle/>
            <a:p>
              <a:pPr algn="ctr"/>
              <a:r>
                <a:rPr lang="ja-JP" altLang="en-US" sz="900">
                  <a:solidFill>
                    <a:schemeClr val="accent6"/>
                  </a:solidFill>
                  <a:latin typeface="原稿用標準書体" panose="03000503000000000000" pitchFamily="66" charset="-128"/>
                  <a:ea typeface="原稿用標準書体" panose="03000503000000000000" pitchFamily="66" charset="-128"/>
                </a:rPr>
                <a:t>＋</a:t>
              </a:r>
              <a:r>
                <a:rPr lang="en-US" altLang="ja-JP" sz="900">
                  <a:solidFill>
                    <a:schemeClr val="accent6"/>
                  </a:solidFill>
                  <a:latin typeface="原稿用標準書体" panose="03000503000000000000" pitchFamily="66" charset="-128"/>
                  <a:ea typeface="原稿用標準書体" panose="03000503000000000000" pitchFamily="66" charset="-128"/>
                </a:rPr>
                <a:t>00k</a:t>
              </a:r>
              <a:endParaRPr kumimoji="1" lang="ja-JP" altLang="en-US" sz="900">
                <a:solidFill>
                  <a:schemeClr val="accent6"/>
                </a:solidFill>
                <a:latin typeface="原稿用標準書体" panose="03000503000000000000" pitchFamily="66" charset="-128"/>
                <a:ea typeface="原稿用標準書体" panose="03000503000000000000" pitchFamily="66" charset="-128"/>
              </a:endParaRPr>
            </a:p>
          </p:txBody>
        </p:sp>
        <p:pic>
          <p:nvPicPr>
            <p:cNvPr id="163" name="図 162">
              <a:extLst>
                <a:ext uri="{FF2B5EF4-FFF2-40B4-BE49-F238E27FC236}">
                  <a16:creationId xmlns:a16="http://schemas.microsoft.com/office/drawing/2014/main" id="{492F1200-BC2A-7377-8726-8312A3333547}"/>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5362379" y="2269824"/>
              <a:ext cx="191289" cy="189721"/>
            </a:xfrm>
            <a:prstGeom prst="rect">
              <a:avLst/>
            </a:prstGeom>
          </p:spPr>
        </p:pic>
      </p:grpSp>
      <p:grpSp>
        <p:nvGrpSpPr>
          <p:cNvPr id="218" name="グループ化 217">
            <a:extLst>
              <a:ext uri="{FF2B5EF4-FFF2-40B4-BE49-F238E27FC236}">
                <a16:creationId xmlns:a16="http://schemas.microsoft.com/office/drawing/2014/main" id="{12EE36D9-09FA-0CEE-81D0-23E0F5061DD6}"/>
              </a:ext>
            </a:extLst>
          </p:cNvPr>
          <p:cNvGrpSpPr/>
          <p:nvPr/>
        </p:nvGrpSpPr>
        <p:grpSpPr>
          <a:xfrm>
            <a:off x="8284554" y="2042989"/>
            <a:ext cx="534204" cy="540320"/>
            <a:chOff x="7836685" y="2042989"/>
            <a:chExt cx="534204" cy="540320"/>
          </a:xfrm>
        </p:grpSpPr>
        <p:sp>
          <p:nvSpPr>
            <p:cNvPr id="165" name="四角形: 角を丸くする 164">
              <a:extLst>
                <a:ext uri="{FF2B5EF4-FFF2-40B4-BE49-F238E27FC236}">
                  <a16:creationId xmlns:a16="http://schemas.microsoft.com/office/drawing/2014/main" id="{F43BAFAB-F4BC-93E8-8451-C7BD2200C257}"/>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66" name="グラフィックス 165" descr="ユーザー 単色塗りつぶし">
              <a:extLst>
                <a:ext uri="{FF2B5EF4-FFF2-40B4-BE49-F238E27FC236}">
                  <a16:creationId xmlns:a16="http://schemas.microsoft.com/office/drawing/2014/main" id="{96D807AB-80E7-C84A-CBF2-FEDDBC3912C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836685" y="2049618"/>
              <a:ext cx="533691" cy="533691"/>
            </a:xfrm>
            <a:prstGeom prst="rect">
              <a:avLst/>
            </a:prstGeom>
          </p:spPr>
        </p:pic>
      </p:grpSp>
      <p:grpSp>
        <p:nvGrpSpPr>
          <p:cNvPr id="167" name="グループ化 166">
            <a:extLst>
              <a:ext uri="{FF2B5EF4-FFF2-40B4-BE49-F238E27FC236}">
                <a16:creationId xmlns:a16="http://schemas.microsoft.com/office/drawing/2014/main" id="{13C1E99D-F3F6-F1A2-F287-FF4AE8AEBA2B}"/>
              </a:ext>
            </a:extLst>
          </p:cNvPr>
          <p:cNvGrpSpPr/>
          <p:nvPr/>
        </p:nvGrpSpPr>
        <p:grpSpPr>
          <a:xfrm>
            <a:off x="8949808" y="2041683"/>
            <a:ext cx="824705" cy="541625"/>
            <a:chOff x="1063284" y="1905266"/>
            <a:chExt cx="2372751" cy="1839424"/>
          </a:xfrm>
        </p:grpSpPr>
        <p:sp>
          <p:nvSpPr>
            <p:cNvPr id="185" name="四角形: 上の 2 つの角を丸める 184">
              <a:extLst>
                <a:ext uri="{FF2B5EF4-FFF2-40B4-BE49-F238E27FC236}">
                  <a16:creationId xmlns:a16="http://schemas.microsoft.com/office/drawing/2014/main" id="{C44ACB92-E55A-C023-6FDA-3B16F884CCF0}"/>
                </a:ext>
              </a:extLst>
            </p:cNvPr>
            <p:cNvSpPr/>
            <p:nvPr/>
          </p:nvSpPr>
          <p:spPr>
            <a:xfrm>
              <a:off x="1063284" y="1905266"/>
              <a:ext cx="2372751" cy="844262"/>
            </a:xfrm>
            <a:prstGeom prst="round2SameRect">
              <a:avLst/>
            </a:prstGeom>
            <a:solidFill>
              <a:schemeClr val="accent6">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6" name="四角形: 上の 2 つの角を丸める 185">
              <a:extLst>
                <a:ext uri="{FF2B5EF4-FFF2-40B4-BE49-F238E27FC236}">
                  <a16:creationId xmlns:a16="http://schemas.microsoft.com/office/drawing/2014/main" id="{9DE81B62-91A3-6B79-9649-0372F4453F6D}"/>
                </a:ext>
              </a:extLst>
            </p:cNvPr>
            <p:cNvSpPr/>
            <p:nvPr/>
          </p:nvSpPr>
          <p:spPr>
            <a:xfrm flipV="1">
              <a:off x="1063284" y="2749528"/>
              <a:ext cx="2372751" cy="995162"/>
            </a:xfrm>
            <a:prstGeom prst="round2SameRect">
              <a:avLst>
                <a:gd name="adj1" fmla="val 12104"/>
                <a:gd name="adj2" fmla="val 0"/>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69" name="テキスト ボックス 168">
            <a:extLst>
              <a:ext uri="{FF2B5EF4-FFF2-40B4-BE49-F238E27FC236}">
                <a16:creationId xmlns:a16="http://schemas.microsoft.com/office/drawing/2014/main" id="{6A8651EF-4E76-1365-12BD-934C03923D11}"/>
              </a:ext>
            </a:extLst>
          </p:cNvPr>
          <p:cNvSpPr txBox="1"/>
          <p:nvPr/>
        </p:nvSpPr>
        <p:spPr>
          <a:xfrm>
            <a:off x="8921127" y="2297787"/>
            <a:ext cx="716180" cy="261610"/>
          </a:xfrm>
          <a:prstGeom prst="rect">
            <a:avLst/>
          </a:prstGeom>
          <a:noFill/>
        </p:spPr>
        <p:txBody>
          <a:bodyPr wrap="square">
            <a:spAutoFit/>
          </a:bodyPr>
          <a:lstStyle/>
          <a:p>
            <a:r>
              <a:rPr lang="ja-JP" altLang="en-US" sz="1100">
                <a:solidFill>
                  <a:schemeClr val="accent6">
                    <a:lumMod val="75000"/>
                  </a:schemeClr>
                </a:solidFill>
                <a:latin typeface="原稿用標準書体" panose="03000503000000000000" pitchFamily="66" charset="-128"/>
                <a:ea typeface="原稿用標準書体" panose="03000503000000000000" pitchFamily="66" charset="-128"/>
              </a:rPr>
              <a:t>清掃中</a:t>
            </a:r>
            <a:endParaRPr kumimoji="1" lang="ja-JP" altLang="en-US" sz="11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nvGrpSpPr>
          <p:cNvPr id="170" name="グループ化 169">
            <a:extLst>
              <a:ext uri="{FF2B5EF4-FFF2-40B4-BE49-F238E27FC236}">
                <a16:creationId xmlns:a16="http://schemas.microsoft.com/office/drawing/2014/main" id="{DFDC7A9E-3F8C-BF53-0D98-DE8C5F435EFE}"/>
              </a:ext>
            </a:extLst>
          </p:cNvPr>
          <p:cNvGrpSpPr/>
          <p:nvPr/>
        </p:nvGrpSpPr>
        <p:grpSpPr>
          <a:xfrm>
            <a:off x="9504756" y="2335873"/>
            <a:ext cx="206177" cy="206177"/>
            <a:chOff x="4178990" y="4732529"/>
            <a:chExt cx="914400" cy="914400"/>
          </a:xfrm>
        </p:grpSpPr>
        <p:sp>
          <p:nvSpPr>
            <p:cNvPr id="183" name="楕円 182">
              <a:extLst>
                <a:ext uri="{FF2B5EF4-FFF2-40B4-BE49-F238E27FC236}">
                  <a16:creationId xmlns:a16="http://schemas.microsoft.com/office/drawing/2014/main" id="{52DFA61B-8B73-81A3-6680-8B4B1D8C1DB4}"/>
                </a:ext>
              </a:extLst>
            </p:cNvPr>
            <p:cNvSpPr/>
            <p:nvPr/>
          </p:nvSpPr>
          <p:spPr>
            <a:xfrm>
              <a:off x="4178990" y="4732529"/>
              <a:ext cx="914400" cy="914400"/>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4" name="部分円 183">
              <a:extLst>
                <a:ext uri="{FF2B5EF4-FFF2-40B4-BE49-F238E27FC236}">
                  <a16:creationId xmlns:a16="http://schemas.microsoft.com/office/drawing/2014/main" id="{026D9864-0277-32DD-55ED-AB968C036335}"/>
                </a:ext>
              </a:extLst>
            </p:cNvPr>
            <p:cNvSpPr/>
            <p:nvPr/>
          </p:nvSpPr>
          <p:spPr>
            <a:xfrm>
              <a:off x="4178990" y="4732529"/>
              <a:ext cx="914400" cy="914400"/>
            </a:xfrm>
            <a:prstGeom prst="pie">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grpSp>
      <p:sp>
        <p:nvSpPr>
          <p:cNvPr id="189" name="テキスト ボックス 188">
            <a:extLst>
              <a:ext uri="{FF2B5EF4-FFF2-40B4-BE49-F238E27FC236}">
                <a16:creationId xmlns:a16="http://schemas.microsoft.com/office/drawing/2014/main" id="{4D2F50C9-B2B3-A0CC-2ED2-2B9D99DF317B}"/>
              </a:ext>
            </a:extLst>
          </p:cNvPr>
          <p:cNvSpPr txBox="1"/>
          <p:nvPr/>
        </p:nvSpPr>
        <p:spPr>
          <a:xfrm>
            <a:off x="3013396" y="3012968"/>
            <a:ext cx="733012" cy="338554"/>
          </a:xfrm>
          <a:prstGeom prst="rect">
            <a:avLst/>
          </a:prstGeom>
          <a:noFill/>
        </p:spPr>
        <p:txBody>
          <a:bodyPr wrap="square">
            <a:spAutoFit/>
          </a:bodyPr>
          <a:lstStyle/>
          <a:p>
            <a:pPr algn="ctr"/>
            <a:r>
              <a:rPr lang="en-US" altLang="ja-JP" sz="1400">
                <a:solidFill>
                  <a:schemeClr val="accent6">
                    <a:lumMod val="75000"/>
                  </a:schemeClr>
                </a:solidFill>
                <a:latin typeface="原稿用標準書体" panose="03000503000000000000" pitchFamily="66" charset="-128"/>
                <a:ea typeface="原稿用標準書体" panose="03000503000000000000" pitchFamily="66" charset="-128"/>
              </a:rPr>
              <a:t>Lv</a:t>
            </a:r>
            <a:r>
              <a:rPr lang="en-US" altLang="ja-JP" sz="1600">
                <a:solidFill>
                  <a:schemeClr val="accent6">
                    <a:lumMod val="75000"/>
                  </a:schemeClr>
                </a:solidFill>
                <a:latin typeface="原稿用標準書体" panose="03000503000000000000" pitchFamily="66" charset="-128"/>
                <a:ea typeface="原稿用標準書体" panose="03000503000000000000" pitchFamily="66" charset="-128"/>
              </a:rPr>
              <a:t>0</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190" name="テキスト ボックス 189">
            <a:extLst>
              <a:ext uri="{FF2B5EF4-FFF2-40B4-BE49-F238E27FC236}">
                <a16:creationId xmlns:a16="http://schemas.microsoft.com/office/drawing/2014/main" id="{4EF56D8E-CD5E-2B14-3387-6912E0BE62B3}"/>
              </a:ext>
            </a:extLst>
          </p:cNvPr>
          <p:cNvSpPr txBox="1"/>
          <p:nvPr/>
        </p:nvSpPr>
        <p:spPr>
          <a:xfrm>
            <a:off x="4109582" y="3028357"/>
            <a:ext cx="733012" cy="307777"/>
          </a:xfrm>
          <a:prstGeom prst="rect">
            <a:avLst/>
          </a:prstGeom>
          <a:noFill/>
        </p:spPr>
        <p:txBody>
          <a:bodyPr wrap="square">
            <a:spAutoFit/>
          </a:bodyPr>
          <a:lstStyle/>
          <a:p>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部屋名</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192" name="四角形: 角を丸くする 191">
            <a:extLst>
              <a:ext uri="{FF2B5EF4-FFF2-40B4-BE49-F238E27FC236}">
                <a16:creationId xmlns:a16="http://schemas.microsoft.com/office/drawing/2014/main" id="{169E095E-A309-90A8-63FF-C1708F42DC5F}"/>
              </a:ext>
            </a:extLst>
          </p:cNvPr>
          <p:cNvSpPr/>
          <p:nvPr/>
        </p:nvSpPr>
        <p:spPr>
          <a:xfrm>
            <a:off x="3277700" y="3395310"/>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93" name="グラフィックス 192" descr="ユーザー 単色塗りつぶし">
            <a:extLst>
              <a:ext uri="{FF2B5EF4-FFF2-40B4-BE49-F238E27FC236}">
                <a16:creationId xmlns:a16="http://schemas.microsoft.com/office/drawing/2014/main" id="{1D7D5E1D-5616-2DFF-CA9B-65DD75B55A0F}"/>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277187" y="3401939"/>
            <a:ext cx="533691" cy="533691"/>
          </a:xfrm>
          <a:prstGeom prst="rect">
            <a:avLst/>
          </a:prstGeom>
        </p:spPr>
      </p:pic>
      <p:grpSp>
        <p:nvGrpSpPr>
          <p:cNvPr id="194" name="グループ化 193">
            <a:extLst>
              <a:ext uri="{FF2B5EF4-FFF2-40B4-BE49-F238E27FC236}">
                <a16:creationId xmlns:a16="http://schemas.microsoft.com/office/drawing/2014/main" id="{823682F9-7CF1-DDC3-9296-700F13CC3C2B}"/>
              </a:ext>
            </a:extLst>
          </p:cNvPr>
          <p:cNvGrpSpPr/>
          <p:nvPr/>
        </p:nvGrpSpPr>
        <p:grpSpPr>
          <a:xfrm>
            <a:off x="3942441" y="3394004"/>
            <a:ext cx="824705" cy="541625"/>
            <a:chOff x="1063284" y="1905266"/>
            <a:chExt cx="2372751" cy="1839424"/>
          </a:xfrm>
        </p:grpSpPr>
        <p:sp>
          <p:nvSpPr>
            <p:cNvPr id="212" name="四角形: 上の 2 つの角を丸める 211">
              <a:extLst>
                <a:ext uri="{FF2B5EF4-FFF2-40B4-BE49-F238E27FC236}">
                  <a16:creationId xmlns:a16="http://schemas.microsoft.com/office/drawing/2014/main" id="{A905AE0C-EA44-20A4-F251-89DF93F8A50F}"/>
                </a:ext>
              </a:extLst>
            </p:cNvPr>
            <p:cNvSpPr/>
            <p:nvPr/>
          </p:nvSpPr>
          <p:spPr>
            <a:xfrm>
              <a:off x="1063284" y="1905266"/>
              <a:ext cx="2372751" cy="844262"/>
            </a:xfrm>
            <a:prstGeom prst="round2SameRect">
              <a:avLst/>
            </a:prstGeom>
            <a:solidFill>
              <a:schemeClr val="accent6">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13" name="四角形: 上の 2 つの角を丸める 212">
              <a:extLst>
                <a:ext uri="{FF2B5EF4-FFF2-40B4-BE49-F238E27FC236}">
                  <a16:creationId xmlns:a16="http://schemas.microsoft.com/office/drawing/2014/main" id="{A0201047-781C-8024-9CA4-D7F48EAFBDDC}"/>
                </a:ext>
              </a:extLst>
            </p:cNvPr>
            <p:cNvSpPr/>
            <p:nvPr/>
          </p:nvSpPr>
          <p:spPr>
            <a:xfrm flipV="1">
              <a:off x="1063284" y="2749528"/>
              <a:ext cx="2372751" cy="995162"/>
            </a:xfrm>
            <a:prstGeom prst="round2SameRect">
              <a:avLst>
                <a:gd name="adj1" fmla="val 12104"/>
                <a:gd name="adj2" fmla="val 0"/>
              </a:avLst>
            </a:prstGeom>
            <a:gradFill>
              <a:gsLst>
                <a:gs pos="0">
                  <a:schemeClr val="accent2">
                    <a:lumMod val="40000"/>
                    <a:lumOff val="60000"/>
                  </a:schemeClr>
                </a:gs>
                <a:gs pos="86000">
                  <a:schemeClr val="accent6">
                    <a:lumMod val="40000"/>
                    <a:lumOff val="60000"/>
                  </a:schemeClr>
                </a:gs>
              </a:gsLst>
              <a:path path="circle">
                <a:fillToRect l="50000" t="130000" r="50000" b="-30000"/>
              </a:path>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95" name="テキスト ボックス 194">
            <a:extLst>
              <a:ext uri="{FF2B5EF4-FFF2-40B4-BE49-F238E27FC236}">
                <a16:creationId xmlns:a16="http://schemas.microsoft.com/office/drawing/2014/main" id="{839089B5-DC14-FF4A-A8F4-41A97D8B68B6}"/>
              </a:ext>
            </a:extLst>
          </p:cNvPr>
          <p:cNvSpPr txBox="1"/>
          <p:nvPr/>
        </p:nvSpPr>
        <p:spPr>
          <a:xfrm>
            <a:off x="3880122" y="3377010"/>
            <a:ext cx="956893" cy="261610"/>
          </a:xfrm>
          <a:prstGeom prst="rect">
            <a:avLst/>
          </a:prstGeom>
          <a:noFill/>
        </p:spPr>
        <p:txBody>
          <a:bodyPr wrap="square">
            <a:spAutoFit/>
          </a:bodyPr>
          <a:lstStyle/>
          <a:p>
            <a:pPr algn="ctr"/>
            <a:r>
              <a:rPr lang="en-US" altLang="ja-JP" sz="1100">
                <a:solidFill>
                  <a:schemeClr val="accent2"/>
                </a:solidFill>
                <a:latin typeface="原稿用標準書体" panose="03000503000000000000" pitchFamily="66" charset="-128"/>
                <a:ea typeface="原稿用標準書体" panose="03000503000000000000" pitchFamily="66" charset="-128"/>
              </a:rPr>
              <a:t>BONUS</a:t>
            </a:r>
            <a:r>
              <a:rPr lang="ja-JP" altLang="en-US" sz="1100">
                <a:solidFill>
                  <a:schemeClr val="accent2"/>
                </a:solidFill>
                <a:latin typeface="原稿用標準書体" panose="03000503000000000000" pitchFamily="66" charset="-128"/>
                <a:ea typeface="原稿用標準書体" panose="03000503000000000000" pitchFamily="66" charset="-128"/>
              </a:rPr>
              <a:t>発生</a:t>
            </a:r>
            <a:endParaRPr kumimoji="1" lang="ja-JP" altLang="en-US" sz="1100">
              <a:solidFill>
                <a:schemeClr val="accent2"/>
              </a:solidFill>
              <a:latin typeface="原稿用標準書体" panose="03000503000000000000" pitchFamily="66" charset="-128"/>
              <a:ea typeface="原稿用標準書体" panose="03000503000000000000" pitchFamily="66" charset="-128"/>
            </a:endParaRPr>
          </a:p>
        </p:txBody>
      </p:sp>
      <p:sp>
        <p:nvSpPr>
          <p:cNvPr id="196" name="テキスト ボックス 195">
            <a:extLst>
              <a:ext uri="{FF2B5EF4-FFF2-40B4-BE49-F238E27FC236}">
                <a16:creationId xmlns:a16="http://schemas.microsoft.com/office/drawing/2014/main" id="{8C33688A-703C-684D-EF59-338A3F2B901D}"/>
              </a:ext>
            </a:extLst>
          </p:cNvPr>
          <p:cNvSpPr txBox="1"/>
          <p:nvPr/>
        </p:nvSpPr>
        <p:spPr>
          <a:xfrm>
            <a:off x="3913760" y="3650108"/>
            <a:ext cx="716180" cy="261610"/>
          </a:xfrm>
          <a:prstGeom prst="rect">
            <a:avLst/>
          </a:prstGeom>
          <a:noFill/>
        </p:spPr>
        <p:txBody>
          <a:bodyPr wrap="square">
            <a:spAutoFit/>
          </a:bodyPr>
          <a:lstStyle/>
          <a:p>
            <a:r>
              <a:rPr lang="ja-JP" altLang="en-US" sz="1100">
                <a:solidFill>
                  <a:schemeClr val="accent6">
                    <a:lumMod val="75000"/>
                  </a:schemeClr>
                </a:solidFill>
                <a:latin typeface="原稿用標準書体" panose="03000503000000000000" pitchFamily="66" charset="-128"/>
                <a:ea typeface="原稿用標準書体" panose="03000503000000000000" pitchFamily="66" charset="-128"/>
              </a:rPr>
              <a:t>延長中</a:t>
            </a:r>
            <a:endParaRPr kumimoji="1" lang="ja-JP" altLang="en-US" sz="11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nvGrpSpPr>
          <p:cNvPr id="197" name="グループ化 196">
            <a:extLst>
              <a:ext uri="{FF2B5EF4-FFF2-40B4-BE49-F238E27FC236}">
                <a16:creationId xmlns:a16="http://schemas.microsoft.com/office/drawing/2014/main" id="{5B0C55DE-67C4-85F2-8FBF-1140C2B339E5}"/>
              </a:ext>
            </a:extLst>
          </p:cNvPr>
          <p:cNvGrpSpPr/>
          <p:nvPr/>
        </p:nvGrpSpPr>
        <p:grpSpPr>
          <a:xfrm>
            <a:off x="4497389" y="3688194"/>
            <a:ext cx="206177" cy="206177"/>
            <a:chOff x="4178990" y="4732529"/>
            <a:chExt cx="914400" cy="914400"/>
          </a:xfrm>
        </p:grpSpPr>
        <p:sp>
          <p:nvSpPr>
            <p:cNvPr id="210" name="楕円 209">
              <a:extLst>
                <a:ext uri="{FF2B5EF4-FFF2-40B4-BE49-F238E27FC236}">
                  <a16:creationId xmlns:a16="http://schemas.microsoft.com/office/drawing/2014/main" id="{D350ECE1-C0D3-BBE8-AC61-05630182A7CF}"/>
                </a:ext>
              </a:extLst>
            </p:cNvPr>
            <p:cNvSpPr/>
            <p:nvPr/>
          </p:nvSpPr>
          <p:spPr>
            <a:xfrm>
              <a:off x="4178990" y="4732529"/>
              <a:ext cx="914400" cy="914400"/>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11" name="部分円 210">
              <a:extLst>
                <a:ext uri="{FF2B5EF4-FFF2-40B4-BE49-F238E27FC236}">
                  <a16:creationId xmlns:a16="http://schemas.microsoft.com/office/drawing/2014/main" id="{0124E957-A599-D486-B7D0-248A431D297C}"/>
                </a:ext>
              </a:extLst>
            </p:cNvPr>
            <p:cNvSpPr/>
            <p:nvPr/>
          </p:nvSpPr>
          <p:spPr>
            <a:xfrm>
              <a:off x="4178990" y="4732529"/>
              <a:ext cx="914400" cy="914400"/>
            </a:xfrm>
            <a:prstGeom prst="pi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grpSp>
      <p:sp>
        <p:nvSpPr>
          <p:cNvPr id="198" name="吹き出し: 角を丸めた四角形 197">
            <a:extLst>
              <a:ext uri="{FF2B5EF4-FFF2-40B4-BE49-F238E27FC236}">
                <a16:creationId xmlns:a16="http://schemas.microsoft.com/office/drawing/2014/main" id="{2DA16DDC-8AF5-EDE1-9363-2C15683B04F4}"/>
              </a:ext>
            </a:extLst>
          </p:cNvPr>
          <p:cNvSpPr/>
          <p:nvPr/>
        </p:nvSpPr>
        <p:spPr>
          <a:xfrm>
            <a:off x="3236476" y="3573312"/>
            <a:ext cx="620865" cy="261610"/>
          </a:xfrm>
          <a:prstGeom prst="wedgeRoundRectCallout">
            <a:avLst/>
          </a:prstGeom>
          <a:gradFill>
            <a:gsLst>
              <a:gs pos="0">
                <a:schemeClr val="accent2">
                  <a:lumMod val="20000"/>
                  <a:lumOff val="80000"/>
                </a:schemeClr>
              </a:gs>
              <a:gs pos="86000">
                <a:schemeClr val="accent6">
                  <a:lumMod val="40000"/>
                  <a:lumOff val="60000"/>
                </a:schemeClr>
              </a:gs>
            </a:gsLst>
            <a:path path="circle">
              <a:fillToRect l="50000" t="130000" r="50000" b="-30000"/>
            </a:path>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9" name="四角形: 上の 2 つの角を丸める 198">
            <a:extLst>
              <a:ext uri="{FF2B5EF4-FFF2-40B4-BE49-F238E27FC236}">
                <a16:creationId xmlns:a16="http://schemas.microsoft.com/office/drawing/2014/main" id="{BC0DCE07-B7E7-F162-85D5-453FB1B8BD0B}"/>
              </a:ext>
            </a:extLst>
          </p:cNvPr>
          <p:cNvSpPr/>
          <p:nvPr/>
        </p:nvSpPr>
        <p:spPr>
          <a:xfrm>
            <a:off x="3242287" y="3366309"/>
            <a:ext cx="609242" cy="224910"/>
          </a:xfrm>
          <a:prstGeom prst="round2SameRect">
            <a:avLst>
              <a:gd name="adj1" fmla="val 12104"/>
              <a:gd name="adj2" fmla="val 0"/>
            </a:avLst>
          </a:prstGeom>
          <a:gradFill flip="none" rotWithShape="1">
            <a:gsLst>
              <a:gs pos="0">
                <a:schemeClr val="accent2"/>
              </a:gs>
              <a:gs pos="86000">
                <a:schemeClr val="accent6">
                  <a:lumMod val="6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0" name="テキスト ボックス 199">
            <a:extLst>
              <a:ext uri="{FF2B5EF4-FFF2-40B4-BE49-F238E27FC236}">
                <a16:creationId xmlns:a16="http://schemas.microsoft.com/office/drawing/2014/main" id="{DB7617AC-FB77-D19E-466E-F7B4C925BAA4}"/>
              </a:ext>
            </a:extLst>
          </p:cNvPr>
          <p:cNvSpPr txBox="1"/>
          <p:nvPr/>
        </p:nvSpPr>
        <p:spPr>
          <a:xfrm>
            <a:off x="3108489" y="3358859"/>
            <a:ext cx="876408" cy="246221"/>
          </a:xfrm>
          <a:prstGeom prst="rect">
            <a:avLst/>
          </a:prstGeom>
          <a:noFill/>
        </p:spPr>
        <p:txBody>
          <a:bodyPr wrap="square">
            <a:spAutoFit/>
          </a:bodyPr>
          <a:lstStyle/>
          <a:p>
            <a:pPr algn="ctr"/>
            <a:r>
              <a:rPr lang="en-US" altLang="ja-JP" sz="1000">
                <a:solidFill>
                  <a:schemeClr val="bg1">
                    <a:lumMod val="95000"/>
                  </a:schemeClr>
                </a:solidFill>
                <a:latin typeface="原稿用標準書体" panose="03000503000000000000" pitchFamily="66" charset="-128"/>
                <a:ea typeface="原稿用標準書体" panose="03000503000000000000" pitchFamily="66" charset="-128"/>
              </a:rPr>
              <a:t>BONUS</a:t>
            </a:r>
            <a:endParaRPr kumimoji="1" lang="ja-JP" altLang="en-US" sz="100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201" name="グループ化 200">
            <a:extLst>
              <a:ext uri="{FF2B5EF4-FFF2-40B4-BE49-F238E27FC236}">
                <a16:creationId xmlns:a16="http://schemas.microsoft.com/office/drawing/2014/main" id="{AF1038D5-E221-82F7-8C9F-AEDE2F12C974}"/>
              </a:ext>
            </a:extLst>
          </p:cNvPr>
          <p:cNvGrpSpPr/>
          <p:nvPr/>
        </p:nvGrpSpPr>
        <p:grpSpPr>
          <a:xfrm>
            <a:off x="3329399" y="3639636"/>
            <a:ext cx="118016" cy="156327"/>
            <a:chOff x="8604191" y="699940"/>
            <a:chExt cx="211026" cy="279530"/>
          </a:xfrm>
        </p:grpSpPr>
        <p:grpSp>
          <p:nvGrpSpPr>
            <p:cNvPr id="203" name="グループ化 202">
              <a:extLst>
                <a:ext uri="{FF2B5EF4-FFF2-40B4-BE49-F238E27FC236}">
                  <a16:creationId xmlns:a16="http://schemas.microsoft.com/office/drawing/2014/main" id="{FB784554-991B-DA1F-B4D3-7C64369DAAA9}"/>
                </a:ext>
              </a:extLst>
            </p:cNvPr>
            <p:cNvGrpSpPr/>
            <p:nvPr/>
          </p:nvGrpSpPr>
          <p:grpSpPr>
            <a:xfrm>
              <a:off x="8604191" y="699940"/>
              <a:ext cx="211026" cy="279530"/>
              <a:chOff x="8604191" y="672399"/>
              <a:chExt cx="211026" cy="279530"/>
            </a:xfrm>
          </p:grpSpPr>
          <p:cxnSp>
            <p:nvCxnSpPr>
              <p:cNvPr id="206" name="コネクタ: カギ線 205">
                <a:extLst>
                  <a:ext uri="{FF2B5EF4-FFF2-40B4-BE49-F238E27FC236}">
                    <a16:creationId xmlns:a16="http://schemas.microsoft.com/office/drawing/2014/main" id="{85D3CCBA-5B71-059E-8D52-5B02FA42DC93}"/>
                  </a:ext>
                </a:extLst>
              </p:cNvPr>
              <p:cNvCxnSpPr>
                <a:cxnSpLocks/>
              </p:cNvCxnSpPr>
              <p:nvPr/>
            </p:nvCxnSpPr>
            <p:spPr>
              <a:xfrm rot="16200000" flipH="1">
                <a:off x="8604191" y="740903"/>
                <a:ext cx="211026" cy="211026"/>
              </a:xfrm>
              <a:prstGeom prst="bentConnector3">
                <a:avLst/>
              </a:prstGeom>
              <a:ln w="15875">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207" name="直線コネクタ 206">
                <a:extLst>
                  <a:ext uri="{FF2B5EF4-FFF2-40B4-BE49-F238E27FC236}">
                    <a16:creationId xmlns:a16="http://schemas.microsoft.com/office/drawing/2014/main" id="{A06534D5-D397-FB33-9787-4F7E1CECEB40}"/>
                  </a:ext>
                </a:extLst>
              </p:cNvPr>
              <p:cNvCxnSpPr>
                <a:cxnSpLocks/>
              </p:cNvCxnSpPr>
              <p:nvPr/>
            </p:nvCxnSpPr>
            <p:spPr>
              <a:xfrm>
                <a:off x="8706065" y="725136"/>
                <a:ext cx="0" cy="223870"/>
              </a:xfrm>
              <a:prstGeom prst="line">
                <a:avLst/>
              </a:prstGeom>
              <a:ln w="15875">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208" name="直線コネクタ 207">
                <a:extLst>
                  <a:ext uri="{FF2B5EF4-FFF2-40B4-BE49-F238E27FC236}">
                    <a16:creationId xmlns:a16="http://schemas.microsoft.com/office/drawing/2014/main" id="{34334024-4B66-3B61-4465-CB55D56FC09F}"/>
                  </a:ext>
                </a:extLst>
              </p:cNvPr>
              <p:cNvCxnSpPr>
                <a:cxnSpLocks/>
              </p:cNvCxnSpPr>
              <p:nvPr/>
            </p:nvCxnSpPr>
            <p:spPr>
              <a:xfrm>
                <a:off x="8653289" y="672403"/>
                <a:ext cx="43248" cy="59906"/>
              </a:xfrm>
              <a:prstGeom prst="line">
                <a:avLst/>
              </a:prstGeom>
              <a:ln w="15875">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209" name="直線コネクタ 208">
                <a:extLst>
                  <a:ext uri="{FF2B5EF4-FFF2-40B4-BE49-F238E27FC236}">
                    <a16:creationId xmlns:a16="http://schemas.microsoft.com/office/drawing/2014/main" id="{CF4F9DD7-A235-872D-A3D6-DBE8BB598935}"/>
                  </a:ext>
                </a:extLst>
              </p:cNvPr>
              <p:cNvCxnSpPr>
                <a:cxnSpLocks/>
              </p:cNvCxnSpPr>
              <p:nvPr/>
            </p:nvCxnSpPr>
            <p:spPr>
              <a:xfrm flipH="1">
                <a:off x="8712819" y="672399"/>
                <a:ext cx="43248" cy="59906"/>
              </a:xfrm>
              <a:prstGeom prst="line">
                <a:avLst/>
              </a:prstGeom>
              <a:ln w="15875">
                <a:solidFill>
                  <a:schemeClr val="accent6"/>
                </a:solidFill>
              </a:ln>
            </p:spPr>
            <p:style>
              <a:lnRef idx="2">
                <a:schemeClr val="accent1"/>
              </a:lnRef>
              <a:fillRef idx="0">
                <a:schemeClr val="accent1"/>
              </a:fillRef>
              <a:effectRef idx="1">
                <a:schemeClr val="accent1"/>
              </a:effectRef>
              <a:fontRef idx="minor">
                <a:schemeClr val="tx1"/>
              </a:fontRef>
            </p:style>
          </p:cxnSp>
        </p:grpSp>
        <p:cxnSp>
          <p:nvCxnSpPr>
            <p:cNvPr id="204" name="直線コネクタ 203">
              <a:extLst>
                <a:ext uri="{FF2B5EF4-FFF2-40B4-BE49-F238E27FC236}">
                  <a16:creationId xmlns:a16="http://schemas.microsoft.com/office/drawing/2014/main" id="{8C6F4564-6AAE-38C8-05B4-E02CD9B4AE8E}"/>
                </a:ext>
              </a:extLst>
            </p:cNvPr>
            <p:cNvCxnSpPr>
              <a:cxnSpLocks/>
            </p:cNvCxnSpPr>
            <p:nvPr/>
          </p:nvCxnSpPr>
          <p:spPr>
            <a:xfrm flipH="1">
              <a:off x="8645440" y="819427"/>
              <a:ext cx="134580" cy="0"/>
            </a:xfrm>
            <a:prstGeom prst="line">
              <a:avLst/>
            </a:prstGeom>
            <a:ln w="15875">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205" name="直線コネクタ 204">
              <a:extLst>
                <a:ext uri="{FF2B5EF4-FFF2-40B4-BE49-F238E27FC236}">
                  <a16:creationId xmlns:a16="http://schemas.microsoft.com/office/drawing/2014/main" id="{8AC52AB3-7BAB-FA04-3A07-D610BACC26B4}"/>
                </a:ext>
              </a:extLst>
            </p:cNvPr>
            <p:cNvCxnSpPr>
              <a:cxnSpLocks/>
            </p:cNvCxnSpPr>
            <p:nvPr/>
          </p:nvCxnSpPr>
          <p:spPr>
            <a:xfrm flipH="1">
              <a:off x="8645440" y="925877"/>
              <a:ext cx="134580" cy="0"/>
            </a:xfrm>
            <a:prstGeom prst="line">
              <a:avLst/>
            </a:prstGeom>
            <a:ln w="15875">
              <a:solidFill>
                <a:schemeClr val="accent6"/>
              </a:solidFill>
            </a:ln>
          </p:spPr>
          <p:style>
            <a:lnRef idx="2">
              <a:schemeClr val="accent1"/>
            </a:lnRef>
            <a:fillRef idx="0">
              <a:schemeClr val="accent1"/>
            </a:fillRef>
            <a:effectRef idx="1">
              <a:schemeClr val="accent1"/>
            </a:effectRef>
            <a:fontRef idx="minor">
              <a:schemeClr val="tx1"/>
            </a:fontRef>
          </p:style>
        </p:cxnSp>
      </p:grpSp>
      <p:sp>
        <p:nvSpPr>
          <p:cNvPr id="202" name="テキスト ボックス 201">
            <a:extLst>
              <a:ext uri="{FF2B5EF4-FFF2-40B4-BE49-F238E27FC236}">
                <a16:creationId xmlns:a16="http://schemas.microsoft.com/office/drawing/2014/main" id="{696A3788-0D68-EC54-A9C9-B2D163563F4C}"/>
              </a:ext>
            </a:extLst>
          </p:cNvPr>
          <p:cNvSpPr txBox="1"/>
          <p:nvPr/>
        </p:nvSpPr>
        <p:spPr>
          <a:xfrm>
            <a:off x="3342245" y="3591908"/>
            <a:ext cx="558832" cy="230832"/>
          </a:xfrm>
          <a:prstGeom prst="rect">
            <a:avLst/>
          </a:prstGeom>
          <a:noFill/>
        </p:spPr>
        <p:txBody>
          <a:bodyPr wrap="square">
            <a:spAutoFit/>
          </a:bodyPr>
          <a:lstStyle/>
          <a:p>
            <a:pPr algn="ctr"/>
            <a:r>
              <a:rPr lang="ja-JP" altLang="en-US" sz="900">
                <a:solidFill>
                  <a:schemeClr val="accent6"/>
                </a:solidFill>
                <a:latin typeface="原稿用標準書体" panose="03000503000000000000" pitchFamily="66" charset="-128"/>
                <a:ea typeface="原稿用標準書体" panose="03000503000000000000" pitchFamily="66" charset="-128"/>
              </a:rPr>
              <a:t>＋</a:t>
            </a:r>
            <a:r>
              <a:rPr lang="en-US" altLang="ja-JP" sz="900">
                <a:solidFill>
                  <a:schemeClr val="accent6"/>
                </a:solidFill>
                <a:latin typeface="原稿用標準書体" panose="03000503000000000000" pitchFamily="66" charset="-128"/>
                <a:ea typeface="原稿用標準書体" panose="03000503000000000000" pitchFamily="66" charset="-128"/>
              </a:rPr>
              <a:t>00k</a:t>
            </a:r>
            <a:endParaRPr kumimoji="1" lang="ja-JP" altLang="en-US" sz="900">
              <a:solidFill>
                <a:schemeClr val="accent6"/>
              </a:solidFill>
              <a:latin typeface="原稿用標準書体" panose="03000503000000000000" pitchFamily="66" charset="-128"/>
              <a:ea typeface="原稿用標準書体" panose="03000503000000000000" pitchFamily="66" charset="-128"/>
            </a:endParaRPr>
          </a:p>
        </p:txBody>
      </p:sp>
      <p:sp>
        <p:nvSpPr>
          <p:cNvPr id="217" name="テキスト ボックス 216">
            <a:extLst>
              <a:ext uri="{FF2B5EF4-FFF2-40B4-BE49-F238E27FC236}">
                <a16:creationId xmlns:a16="http://schemas.microsoft.com/office/drawing/2014/main" id="{BD449624-514E-FB15-8CEB-42CA7D525CA3}"/>
              </a:ext>
            </a:extLst>
          </p:cNvPr>
          <p:cNvSpPr txBox="1"/>
          <p:nvPr/>
        </p:nvSpPr>
        <p:spPr>
          <a:xfrm>
            <a:off x="3658376" y="4334969"/>
            <a:ext cx="733012" cy="307777"/>
          </a:xfrm>
          <a:prstGeom prst="rect">
            <a:avLst/>
          </a:prstGeom>
          <a:noFill/>
        </p:spPr>
        <p:txBody>
          <a:bodyPr wrap="square">
            <a:spAutoFit/>
          </a:bodyPr>
          <a:lstStyle/>
          <a:p>
            <a:pPr algn="ctr"/>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休憩室</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nvGrpSpPr>
          <p:cNvPr id="219" name="グループ化 218">
            <a:extLst>
              <a:ext uri="{FF2B5EF4-FFF2-40B4-BE49-F238E27FC236}">
                <a16:creationId xmlns:a16="http://schemas.microsoft.com/office/drawing/2014/main" id="{7962679E-B2D0-52B6-21A3-869D8B58C9E3}"/>
              </a:ext>
            </a:extLst>
          </p:cNvPr>
          <p:cNvGrpSpPr/>
          <p:nvPr/>
        </p:nvGrpSpPr>
        <p:grpSpPr>
          <a:xfrm>
            <a:off x="3757780" y="4708440"/>
            <a:ext cx="534204" cy="540320"/>
            <a:chOff x="7836685" y="2042989"/>
            <a:chExt cx="534204" cy="540320"/>
          </a:xfrm>
        </p:grpSpPr>
        <p:sp>
          <p:nvSpPr>
            <p:cNvPr id="220" name="四角形: 角を丸くする 219">
              <a:extLst>
                <a:ext uri="{FF2B5EF4-FFF2-40B4-BE49-F238E27FC236}">
                  <a16:creationId xmlns:a16="http://schemas.microsoft.com/office/drawing/2014/main" id="{1480568E-53B1-6C80-5EE9-C0977D4D6A42}"/>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221" name="グラフィックス 220" descr="ユーザー 単色塗りつぶし">
              <a:extLst>
                <a:ext uri="{FF2B5EF4-FFF2-40B4-BE49-F238E27FC236}">
                  <a16:creationId xmlns:a16="http://schemas.microsoft.com/office/drawing/2014/main" id="{C00822F6-8E17-45AF-0041-2F9574D7D16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836685" y="2049618"/>
              <a:ext cx="533691" cy="533691"/>
            </a:xfrm>
            <a:prstGeom prst="rect">
              <a:avLst/>
            </a:prstGeom>
          </p:spPr>
        </p:pic>
      </p:grpSp>
      <p:grpSp>
        <p:nvGrpSpPr>
          <p:cNvPr id="226" name="グループ化 225">
            <a:extLst>
              <a:ext uri="{FF2B5EF4-FFF2-40B4-BE49-F238E27FC236}">
                <a16:creationId xmlns:a16="http://schemas.microsoft.com/office/drawing/2014/main" id="{00F1E24D-4E5F-DEC1-F7B8-9ECFAD3AADE1}"/>
              </a:ext>
            </a:extLst>
          </p:cNvPr>
          <p:cNvGrpSpPr/>
          <p:nvPr/>
        </p:nvGrpSpPr>
        <p:grpSpPr>
          <a:xfrm>
            <a:off x="3585827" y="4841695"/>
            <a:ext cx="273288" cy="273288"/>
            <a:chOff x="3137958" y="4703845"/>
            <a:chExt cx="273288" cy="273288"/>
          </a:xfrm>
        </p:grpSpPr>
        <p:sp>
          <p:nvSpPr>
            <p:cNvPr id="225" name="楕円 224">
              <a:extLst>
                <a:ext uri="{FF2B5EF4-FFF2-40B4-BE49-F238E27FC236}">
                  <a16:creationId xmlns:a16="http://schemas.microsoft.com/office/drawing/2014/main" id="{AC9CD448-587B-FEAC-0D74-CA2F6CA25011}"/>
                </a:ext>
              </a:extLst>
            </p:cNvPr>
            <p:cNvSpPr/>
            <p:nvPr/>
          </p:nvSpPr>
          <p:spPr>
            <a:xfrm>
              <a:off x="3137958" y="4703845"/>
              <a:ext cx="273288" cy="273288"/>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223" name="グラフィックス 222" descr="感嘆符 単色塗りつぶし">
              <a:extLst>
                <a:ext uri="{FF2B5EF4-FFF2-40B4-BE49-F238E27FC236}">
                  <a16:creationId xmlns:a16="http://schemas.microsoft.com/office/drawing/2014/main" id="{EFE6C4E5-FB72-6FAA-6F1C-48F7012F45E5}"/>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160494" y="4728229"/>
              <a:ext cx="224046" cy="224046"/>
            </a:xfrm>
            <a:prstGeom prst="rect">
              <a:avLst/>
            </a:prstGeom>
          </p:spPr>
        </p:pic>
      </p:grpSp>
      <p:sp>
        <p:nvSpPr>
          <p:cNvPr id="228" name="テキスト ボックス 227">
            <a:extLst>
              <a:ext uri="{FF2B5EF4-FFF2-40B4-BE49-F238E27FC236}">
                <a16:creationId xmlns:a16="http://schemas.microsoft.com/office/drawing/2014/main" id="{3E938DEB-59F3-26DE-DE01-919E7E8C260B}"/>
              </a:ext>
            </a:extLst>
          </p:cNvPr>
          <p:cNvSpPr txBox="1"/>
          <p:nvPr/>
        </p:nvSpPr>
        <p:spPr>
          <a:xfrm>
            <a:off x="6177364" y="4334969"/>
            <a:ext cx="733012" cy="307777"/>
          </a:xfrm>
          <a:prstGeom prst="rect">
            <a:avLst/>
          </a:prstGeom>
          <a:noFill/>
        </p:spPr>
        <p:txBody>
          <a:bodyPr wrap="square">
            <a:spAutoFit/>
          </a:bodyPr>
          <a:lstStyle/>
          <a:p>
            <a:pPr algn="ctr"/>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事務室</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230" name="四角形: 角を丸くする 229">
            <a:extLst>
              <a:ext uri="{FF2B5EF4-FFF2-40B4-BE49-F238E27FC236}">
                <a16:creationId xmlns:a16="http://schemas.microsoft.com/office/drawing/2014/main" id="{A2FC4F0A-35E0-976B-667C-7B59637AB4E9}"/>
              </a:ext>
            </a:extLst>
          </p:cNvPr>
          <p:cNvSpPr/>
          <p:nvPr/>
        </p:nvSpPr>
        <p:spPr>
          <a:xfrm>
            <a:off x="6277280" y="4713035"/>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238" name="グループ化 237">
            <a:extLst>
              <a:ext uri="{FF2B5EF4-FFF2-40B4-BE49-F238E27FC236}">
                <a16:creationId xmlns:a16="http://schemas.microsoft.com/office/drawing/2014/main" id="{47BB9631-8FF8-C5E6-245E-67A9BE299F2F}"/>
              </a:ext>
            </a:extLst>
          </p:cNvPr>
          <p:cNvGrpSpPr/>
          <p:nvPr/>
        </p:nvGrpSpPr>
        <p:grpSpPr>
          <a:xfrm>
            <a:off x="6087475" y="4857960"/>
            <a:ext cx="273288" cy="273288"/>
            <a:chOff x="5460401" y="4876340"/>
            <a:chExt cx="273288" cy="273288"/>
          </a:xfrm>
        </p:grpSpPr>
        <p:sp>
          <p:nvSpPr>
            <p:cNvPr id="233" name="楕円 232">
              <a:extLst>
                <a:ext uri="{FF2B5EF4-FFF2-40B4-BE49-F238E27FC236}">
                  <a16:creationId xmlns:a16="http://schemas.microsoft.com/office/drawing/2014/main" id="{5F4DDA47-DA62-45D5-A318-F6EFC713BE78}"/>
                </a:ext>
              </a:extLst>
            </p:cNvPr>
            <p:cNvSpPr/>
            <p:nvPr/>
          </p:nvSpPr>
          <p:spPr>
            <a:xfrm>
              <a:off x="5460401" y="4876340"/>
              <a:ext cx="273288" cy="273288"/>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37" name="矢印: 上 236">
              <a:extLst>
                <a:ext uri="{FF2B5EF4-FFF2-40B4-BE49-F238E27FC236}">
                  <a16:creationId xmlns:a16="http://schemas.microsoft.com/office/drawing/2014/main" id="{DCBB490F-EB37-118C-8F7F-E1A2842A5F45}"/>
                </a:ext>
              </a:extLst>
            </p:cNvPr>
            <p:cNvSpPr/>
            <p:nvPr/>
          </p:nvSpPr>
          <p:spPr>
            <a:xfrm>
              <a:off x="5515438" y="4914382"/>
              <a:ext cx="163215" cy="197205"/>
            </a:xfrm>
            <a:prstGeom prst="upArrow">
              <a:avLst>
                <a:gd name="adj1" fmla="val 50000"/>
                <a:gd name="adj2" fmla="val 78583"/>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40" name="図 239">
            <a:extLst>
              <a:ext uri="{FF2B5EF4-FFF2-40B4-BE49-F238E27FC236}">
                <a16:creationId xmlns:a16="http://schemas.microsoft.com/office/drawing/2014/main" id="{396B391F-F7B0-9DF4-4E66-56C9409EB7CA}"/>
              </a:ext>
            </a:extLst>
          </p:cNvPr>
          <p:cNvPicPr>
            <a:picLocks noChangeAspect="1"/>
          </p:cNvPicPr>
          <p:nvPr/>
        </p:nvPicPr>
        <p:blipFill>
          <a:blip r:embed="rId7">
            <a:duotone>
              <a:schemeClr val="accent6">
                <a:shade val="45000"/>
                <a:satMod val="135000"/>
              </a:schemeClr>
              <a:prstClr val="white"/>
            </a:duotone>
            <a:extLst>
              <a:ext uri="{28A0092B-C50C-407E-A947-70E740481C1C}">
                <a14:useLocalDpi xmlns:a14="http://schemas.microsoft.com/office/drawing/2010/main" val="0"/>
              </a:ext>
            </a:extLst>
          </a:blip>
          <a:stretch>
            <a:fillRect/>
          </a:stretch>
        </p:blipFill>
        <p:spPr>
          <a:xfrm>
            <a:off x="6269906" y="4656531"/>
            <a:ext cx="578584" cy="578584"/>
          </a:xfrm>
          <a:prstGeom prst="rect">
            <a:avLst/>
          </a:prstGeom>
        </p:spPr>
      </p:pic>
      <p:grpSp>
        <p:nvGrpSpPr>
          <p:cNvPr id="20" name="グループ化 19">
            <a:extLst>
              <a:ext uri="{FF2B5EF4-FFF2-40B4-BE49-F238E27FC236}">
                <a16:creationId xmlns:a16="http://schemas.microsoft.com/office/drawing/2014/main" id="{FD3E832B-47F0-EB76-2955-68DA2662EF76}"/>
              </a:ext>
            </a:extLst>
          </p:cNvPr>
          <p:cNvGrpSpPr/>
          <p:nvPr/>
        </p:nvGrpSpPr>
        <p:grpSpPr>
          <a:xfrm>
            <a:off x="617274" y="432515"/>
            <a:ext cx="2130007" cy="638703"/>
            <a:chOff x="1157024" y="508715"/>
            <a:chExt cx="2130007" cy="638703"/>
          </a:xfrm>
        </p:grpSpPr>
        <p:sp>
          <p:nvSpPr>
            <p:cNvPr id="25" name="六角形 24">
              <a:extLst>
                <a:ext uri="{FF2B5EF4-FFF2-40B4-BE49-F238E27FC236}">
                  <a16:creationId xmlns:a16="http://schemas.microsoft.com/office/drawing/2014/main" id="{7059D80E-F290-B071-CF11-EFBDB35EB211}"/>
                </a:ext>
              </a:extLst>
            </p:cNvPr>
            <p:cNvSpPr/>
            <p:nvPr/>
          </p:nvSpPr>
          <p:spPr>
            <a:xfrm>
              <a:off x="1157024" y="508715"/>
              <a:ext cx="2130007" cy="638703"/>
            </a:xfrm>
            <a:prstGeom prst="hexagon">
              <a:avLst/>
            </a:prstGeom>
            <a:solidFill>
              <a:schemeClr val="bg1">
                <a:lumMod val="95000"/>
                <a:alpha val="70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27" name="テキスト ボックス 26">
              <a:extLst>
                <a:ext uri="{FF2B5EF4-FFF2-40B4-BE49-F238E27FC236}">
                  <a16:creationId xmlns:a16="http://schemas.microsoft.com/office/drawing/2014/main" id="{9B76D1E2-3EEF-A737-C01E-88FBE3AF56EB}"/>
                </a:ext>
              </a:extLst>
            </p:cNvPr>
            <p:cNvSpPr txBox="1"/>
            <p:nvPr/>
          </p:nvSpPr>
          <p:spPr>
            <a:xfrm>
              <a:off x="1873214" y="641390"/>
              <a:ext cx="697627" cy="400110"/>
            </a:xfrm>
            <a:prstGeom prst="rect">
              <a:avLst/>
            </a:prstGeom>
            <a:noFill/>
          </p:spPr>
          <p:txBody>
            <a:bodyPr wrap="none" rtlCol="0">
              <a:spAutoFit/>
            </a:bodyPr>
            <a:lstStyle/>
            <a:p>
              <a:pPr algn="ctr"/>
              <a:r>
                <a:rPr kumimoji="1"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12" name="四角形: 角を丸くする 11">
            <a:extLst>
              <a:ext uri="{FF2B5EF4-FFF2-40B4-BE49-F238E27FC236}">
                <a16:creationId xmlns:a16="http://schemas.microsoft.com/office/drawing/2014/main" id="{C8E683A7-B2A9-6096-AE8F-BEB88E3AAD2B}"/>
              </a:ext>
            </a:extLst>
          </p:cNvPr>
          <p:cNvSpPr/>
          <p:nvPr/>
        </p:nvSpPr>
        <p:spPr>
          <a:xfrm>
            <a:off x="957524" y="1340441"/>
            <a:ext cx="872826" cy="4071314"/>
          </a:xfrm>
          <a:prstGeom prst="roundRect">
            <a:avLst>
              <a:gd name="adj" fmla="val 50000"/>
            </a:avLst>
          </a:prstGeom>
          <a:solidFill>
            <a:schemeClr val="accent2">
              <a:lumMod val="20000"/>
              <a:lumOff val="80000"/>
              <a:alpha val="70000"/>
            </a:schemeClr>
          </a:solid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grpSp>
        <p:nvGrpSpPr>
          <p:cNvPr id="63" name="グループ化 62">
            <a:extLst>
              <a:ext uri="{FF2B5EF4-FFF2-40B4-BE49-F238E27FC236}">
                <a16:creationId xmlns:a16="http://schemas.microsoft.com/office/drawing/2014/main" id="{36BC73B0-FCB6-D99E-E493-36DED1A80830}"/>
              </a:ext>
            </a:extLst>
          </p:cNvPr>
          <p:cNvGrpSpPr/>
          <p:nvPr/>
        </p:nvGrpSpPr>
        <p:grpSpPr>
          <a:xfrm>
            <a:off x="1177472" y="1526309"/>
            <a:ext cx="432931" cy="3699578"/>
            <a:chOff x="854693" y="1754152"/>
            <a:chExt cx="377796" cy="3228426"/>
          </a:xfrm>
        </p:grpSpPr>
        <p:grpSp>
          <p:nvGrpSpPr>
            <p:cNvPr id="13" name="グループ化 12">
              <a:extLst>
                <a:ext uri="{FF2B5EF4-FFF2-40B4-BE49-F238E27FC236}">
                  <a16:creationId xmlns:a16="http://schemas.microsoft.com/office/drawing/2014/main" id="{D4647DA9-B7A0-4997-6A83-4BA0038CA190}"/>
                </a:ext>
              </a:extLst>
            </p:cNvPr>
            <p:cNvGrpSpPr/>
            <p:nvPr/>
          </p:nvGrpSpPr>
          <p:grpSpPr>
            <a:xfrm>
              <a:off x="854693" y="1754152"/>
              <a:ext cx="377796" cy="382121"/>
              <a:chOff x="7836685" y="2042989"/>
              <a:chExt cx="534204" cy="540320"/>
            </a:xfrm>
          </p:grpSpPr>
          <p:sp>
            <p:nvSpPr>
              <p:cNvPr id="14" name="四角形: 角を丸くする 13">
                <a:extLst>
                  <a:ext uri="{FF2B5EF4-FFF2-40B4-BE49-F238E27FC236}">
                    <a16:creationId xmlns:a16="http://schemas.microsoft.com/office/drawing/2014/main" id="{BD827543-E9FB-615C-7A65-5206EB2B13FF}"/>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5" name="グラフィックス 14" descr="ユーザー 単色塗りつぶし">
                <a:extLst>
                  <a:ext uri="{FF2B5EF4-FFF2-40B4-BE49-F238E27FC236}">
                    <a16:creationId xmlns:a16="http://schemas.microsoft.com/office/drawing/2014/main" id="{4B2E6E19-DCEA-7B9A-8D71-1A9885AAB4E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836685" y="2049618"/>
                <a:ext cx="533691" cy="533691"/>
              </a:xfrm>
              <a:prstGeom prst="rect">
                <a:avLst/>
              </a:prstGeom>
            </p:spPr>
          </p:pic>
        </p:grpSp>
        <p:grpSp>
          <p:nvGrpSpPr>
            <p:cNvPr id="16" name="グループ化 15">
              <a:extLst>
                <a:ext uri="{FF2B5EF4-FFF2-40B4-BE49-F238E27FC236}">
                  <a16:creationId xmlns:a16="http://schemas.microsoft.com/office/drawing/2014/main" id="{5BD608E5-5498-0966-8F72-1868E352158D}"/>
                </a:ext>
              </a:extLst>
            </p:cNvPr>
            <p:cNvGrpSpPr/>
            <p:nvPr/>
          </p:nvGrpSpPr>
          <p:grpSpPr>
            <a:xfrm>
              <a:off x="854693" y="2228536"/>
              <a:ext cx="377796" cy="382121"/>
              <a:chOff x="7836685" y="2042989"/>
              <a:chExt cx="534204" cy="540320"/>
            </a:xfrm>
          </p:grpSpPr>
          <p:sp>
            <p:nvSpPr>
              <p:cNvPr id="17" name="四角形: 角を丸くする 16">
                <a:extLst>
                  <a:ext uri="{FF2B5EF4-FFF2-40B4-BE49-F238E27FC236}">
                    <a16:creationId xmlns:a16="http://schemas.microsoft.com/office/drawing/2014/main" id="{13D99751-E85C-2D44-3597-8DE92B27C5E5}"/>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8" name="グラフィックス 17" descr="ユーザー 単色塗りつぶし">
                <a:extLst>
                  <a:ext uri="{FF2B5EF4-FFF2-40B4-BE49-F238E27FC236}">
                    <a16:creationId xmlns:a16="http://schemas.microsoft.com/office/drawing/2014/main" id="{160DAE2D-37BD-AF3A-6B68-B5CA253FF16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836685" y="2049618"/>
                <a:ext cx="533691" cy="533691"/>
              </a:xfrm>
              <a:prstGeom prst="rect">
                <a:avLst/>
              </a:prstGeom>
            </p:spPr>
          </p:pic>
        </p:grpSp>
        <p:grpSp>
          <p:nvGrpSpPr>
            <p:cNvPr id="28" name="グループ化 27">
              <a:extLst>
                <a:ext uri="{FF2B5EF4-FFF2-40B4-BE49-F238E27FC236}">
                  <a16:creationId xmlns:a16="http://schemas.microsoft.com/office/drawing/2014/main" id="{A2ED004C-DBFD-B3AA-B268-C3F3237887EF}"/>
                </a:ext>
              </a:extLst>
            </p:cNvPr>
            <p:cNvGrpSpPr/>
            <p:nvPr/>
          </p:nvGrpSpPr>
          <p:grpSpPr>
            <a:xfrm>
              <a:off x="854693" y="2702920"/>
              <a:ext cx="377796" cy="382121"/>
              <a:chOff x="7836685" y="2042989"/>
              <a:chExt cx="534204" cy="540320"/>
            </a:xfrm>
          </p:grpSpPr>
          <p:sp>
            <p:nvSpPr>
              <p:cNvPr id="39" name="四角形: 角を丸くする 38">
                <a:extLst>
                  <a:ext uri="{FF2B5EF4-FFF2-40B4-BE49-F238E27FC236}">
                    <a16:creationId xmlns:a16="http://schemas.microsoft.com/office/drawing/2014/main" id="{31D7B561-60B2-BEDA-8C84-625563AFDD1F}"/>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40" name="グラフィックス 39" descr="ユーザー 単色塗りつぶし">
                <a:extLst>
                  <a:ext uri="{FF2B5EF4-FFF2-40B4-BE49-F238E27FC236}">
                    <a16:creationId xmlns:a16="http://schemas.microsoft.com/office/drawing/2014/main" id="{0ACF220C-1B5D-4194-24A9-3C40B93AF6B1}"/>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836685" y="2049618"/>
                <a:ext cx="533691" cy="533691"/>
              </a:xfrm>
              <a:prstGeom prst="rect">
                <a:avLst/>
              </a:prstGeom>
            </p:spPr>
          </p:pic>
        </p:grpSp>
        <p:grpSp>
          <p:nvGrpSpPr>
            <p:cNvPr id="44" name="グループ化 43">
              <a:extLst>
                <a:ext uri="{FF2B5EF4-FFF2-40B4-BE49-F238E27FC236}">
                  <a16:creationId xmlns:a16="http://schemas.microsoft.com/office/drawing/2014/main" id="{6EF98A07-C817-EF66-BCB0-0C0536CB3B58}"/>
                </a:ext>
              </a:extLst>
            </p:cNvPr>
            <p:cNvGrpSpPr/>
            <p:nvPr/>
          </p:nvGrpSpPr>
          <p:grpSpPr>
            <a:xfrm>
              <a:off x="854693" y="3177304"/>
              <a:ext cx="377796" cy="382121"/>
              <a:chOff x="7836685" y="2042989"/>
              <a:chExt cx="534204" cy="540320"/>
            </a:xfrm>
          </p:grpSpPr>
          <p:sp>
            <p:nvSpPr>
              <p:cNvPr id="45" name="四角形: 角を丸くする 44">
                <a:extLst>
                  <a:ext uri="{FF2B5EF4-FFF2-40B4-BE49-F238E27FC236}">
                    <a16:creationId xmlns:a16="http://schemas.microsoft.com/office/drawing/2014/main" id="{B3D614CB-2704-7BEC-CE84-B353944B528F}"/>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46" name="グラフィックス 45" descr="ユーザー 単色塗りつぶし">
                <a:extLst>
                  <a:ext uri="{FF2B5EF4-FFF2-40B4-BE49-F238E27FC236}">
                    <a16:creationId xmlns:a16="http://schemas.microsoft.com/office/drawing/2014/main" id="{D2244EF5-9978-674A-E506-BFE4F66868D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836685" y="2049618"/>
                <a:ext cx="533691" cy="533691"/>
              </a:xfrm>
              <a:prstGeom prst="rect">
                <a:avLst/>
              </a:prstGeom>
            </p:spPr>
          </p:pic>
        </p:grpSp>
        <p:grpSp>
          <p:nvGrpSpPr>
            <p:cNvPr id="52" name="グループ化 51">
              <a:extLst>
                <a:ext uri="{FF2B5EF4-FFF2-40B4-BE49-F238E27FC236}">
                  <a16:creationId xmlns:a16="http://schemas.microsoft.com/office/drawing/2014/main" id="{6F1B038F-A356-719A-52E8-7E25B6EC037C}"/>
                </a:ext>
              </a:extLst>
            </p:cNvPr>
            <p:cNvGrpSpPr/>
            <p:nvPr/>
          </p:nvGrpSpPr>
          <p:grpSpPr>
            <a:xfrm>
              <a:off x="854693" y="3651688"/>
              <a:ext cx="377796" cy="382121"/>
              <a:chOff x="7836685" y="2042989"/>
              <a:chExt cx="534204" cy="540320"/>
            </a:xfrm>
          </p:grpSpPr>
          <p:sp>
            <p:nvSpPr>
              <p:cNvPr id="54" name="四角形: 角を丸くする 53">
                <a:extLst>
                  <a:ext uri="{FF2B5EF4-FFF2-40B4-BE49-F238E27FC236}">
                    <a16:creationId xmlns:a16="http://schemas.microsoft.com/office/drawing/2014/main" id="{4960D3E0-1B44-FB82-2833-BBD3E95D1C12}"/>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55" name="グラフィックス 54" descr="ユーザー 単色塗りつぶし">
                <a:extLst>
                  <a:ext uri="{FF2B5EF4-FFF2-40B4-BE49-F238E27FC236}">
                    <a16:creationId xmlns:a16="http://schemas.microsoft.com/office/drawing/2014/main" id="{C1327A03-5603-C9E8-8352-16E4FBAC5C0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836685" y="2049618"/>
                <a:ext cx="533691" cy="533691"/>
              </a:xfrm>
              <a:prstGeom prst="rect">
                <a:avLst/>
              </a:prstGeom>
            </p:spPr>
          </p:pic>
        </p:grpSp>
        <p:grpSp>
          <p:nvGrpSpPr>
            <p:cNvPr id="56" name="グループ化 55">
              <a:extLst>
                <a:ext uri="{FF2B5EF4-FFF2-40B4-BE49-F238E27FC236}">
                  <a16:creationId xmlns:a16="http://schemas.microsoft.com/office/drawing/2014/main" id="{4313AF42-A909-8C8F-C92C-09FF3A10874A}"/>
                </a:ext>
              </a:extLst>
            </p:cNvPr>
            <p:cNvGrpSpPr/>
            <p:nvPr/>
          </p:nvGrpSpPr>
          <p:grpSpPr>
            <a:xfrm>
              <a:off x="854693" y="4126072"/>
              <a:ext cx="377796" cy="382121"/>
              <a:chOff x="7836685" y="2042989"/>
              <a:chExt cx="534204" cy="540320"/>
            </a:xfrm>
          </p:grpSpPr>
          <p:sp>
            <p:nvSpPr>
              <p:cNvPr id="57" name="四角形: 角を丸くする 56">
                <a:extLst>
                  <a:ext uri="{FF2B5EF4-FFF2-40B4-BE49-F238E27FC236}">
                    <a16:creationId xmlns:a16="http://schemas.microsoft.com/office/drawing/2014/main" id="{8520061B-349A-BF48-62A4-91B331FEDF9B}"/>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58" name="グラフィックス 57" descr="ユーザー 単色塗りつぶし">
                <a:extLst>
                  <a:ext uri="{FF2B5EF4-FFF2-40B4-BE49-F238E27FC236}">
                    <a16:creationId xmlns:a16="http://schemas.microsoft.com/office/drawing/2014/main" id="{E88FB374-C708-9B9A-B5DD-F5C3945A86DC}"/>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836685" y="2049618"/>
                <a:ext cx="533691" cy="533691"/>
              </a:xfrm>
              <a:prstGeom prst="rect">
                <a:avLst/>
              </a:prstGeom>
            </p:spPr>
          </p:pic>
        </p:grpSp>
        <p:grpSp>
          <p:nvGrpSpPr>
            <p:cNvPr id="60" name="グループ化 59">
              <a:extLst>
                <a:ext uri="{FF2B5EF4-FFF2-40B4-BE49-F238E27FC236}">
                  <a16:creationId xmlns:a16="http://schemas.microsoft.com/office/drawing/2014/main" id="{2EA3AF8F-61A7-1567-DEA1-12061828CB5A}"/>
                </a:ext>
              </a:extLst>
            </p:cNvPr>
            <p:cNvGrpSpPr/>
            <p:nvPr/>
          </p:nvGrpSpPr>
          <p:grpSpPr>
            <a:xfrm>
              <a:off x="854693" y="4600457"/>
              <a:ext cx="377796" cy="382121"/>
              <a:chOff x="7836685" y="2042989"/>
              <a:chExt cx="534204" cy="540320"/>
            </a:xfrm>
          </p:grpSpPr>
          <p:sp>
            <p:nvSpPr>
              <p:cNvPr id="61" name="四角形: 角を丸くする 60">
                <a:extLst>
                  <a:ext uri="{FF2B5EF4-FFF2-40B4-BE49-F238E27FC236}">
                    <a16:creationId xmlns:a16="http://schemas.microsoft.com/office/drawing/2014/main" id="{1371A883-9860-3EF1-8957-1FE15DF68621}"/>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62" name="グラフィックス 61" descr="ユーザー 単色塗りつぶし">
                <a:extLst>
                  <a:ext uri="{FF2B5EF4-FFF2-40B4-BE49-F238E27FC236}">
                    <a16:creationId xmlns:a16="http://schemas.microsoft.com/office/drawing/2014/main" id="{7610841E-2FB3-99EF-F63C-82D36F5ED6C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836685" y="2049618"/>
                <a:ext cx="533691" cy="533691"/>
              </a:xfrm>
              <a:prstGeom prst="rect">
                <a:avLst/>
              </a:prstGeom>
            </p:spPr>
          </p:pic>
        </p:grpSp>
      </p:grpSp>
    </p:spTree>
    <p:extLst>
      <p:ext uri="{BB962C8B-B14F-4D97-AF65-F5344CB8AC3E}">
        <p14:creationId xmlns:p14="http://schemas.microsoft.com/office/powerpoint/2010/main" val="27832624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188"/>
                                        </p:tgtEl>
                                        <p:attrNameLst>
                                          <p:attrName>style.visibility</p:attrName>
                                        </p:attrNameLst>
                                      </p:cBhvr>
                                      <p:to>
                                        <p:strVal val="visible"/>
                                      </p:to>
                                    </p:set>
                                    <p:animEffect transition="in" filter="fade">
                                      <p:cBhvr>
                                        <p:cTn id="7" dur="250"/>
                                        <p:tgtEl>
                                          <p:spTgt spid="188"/>
                                        </p:tgtEl>
                                      </p:cBhvr>
                                    </p:animEffect>
                                    <p:anim calcmode="lin" valueType="num">
                                      <p:cBhvr>
                                        <p:cTn id="8" dur="250" fill="hold"/>
                                        <p:tgtEl>
                                          <p:spTgt spid="188"/>
                                        </p:tgtEl>
                                        <p:attrNameLst>
                                          <p:attrName>ppt_x</p:attrName>
                                        </p:attrNameLst>
                                      </p:cBhvr>
                                      <p:tavLst>
                                        <p:tav tm="0">
                                          <p:val>
                                            <p:strVal val="#ppt_x"/>
                                          </p:val>
                                        </p:tav>
                                        <p:tav tm="100000">
                                          <p:val>
                                            <p:strVal val="#ppt_x"/>
                                          </p:val>
                                        </p:tav>
                                      </p:tavLst>
                                    </p:anim>
                                    <p:anim calcmode="lin" valueType="num">
                                      <p:cBhvr>
                                        <p:cTn id="9" dur="250" fill="hold"/>
                                        <p:tgtEl>
                                          <p:spTgt spid="188"/>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32" presetClass="emph" presetSubtype="0" fill="hold" nodeType="clickEffect">
                                  <p:stCondLst>
                                    <p:cond delay="0"/>
                                  </p:stCondLst>
                                  <p:childTnLst>
                                    <p:animRot by="120000">
                                      <p:cBhvr>
                                        <p:cTn id="13" dur="100" fill="hold">
                                          <p:stCondLst>
                                            <p:cond delay="0"/>
                                          </p:stCondLst>
                                        </p:cTn>
                                        <p:tgtEl>
                                          <p:spTgt spid="188"/>
                                        </p:tgtEl>
                                        <p:attrNameLst>
                                          <p:attrName>r</p:attrName>
                                        </p:attrNameLst>
                                      </p:cBhvr>
                                    </p:animRot>
                                    <p:animRot by="-240000">
                                      <p:cBhvr>
                                        <p:cTn id="14" dur="200" fill="hold">
                                          <p:stCondLst>
                                            <p:cond delay="200"/>
                                          </p:stCondLst>
                                        </p:cTn>
                                        <p:tgtEl>
                                          <p:spTgt spid="188"/>
                                        </p:tgtEl>
                                        <p:attrNameLst>
                                          <p:attrName>r</p:attrName>
                                        </p:attrNameLst>
                                      </p:cBhvr>
                                    </p:animRot>
                                    <p:animRot by="240000">
                                      <p:cBhvr>
                                        <p:cTn id="15" dur="200" fill="hold">
                                          <p:stCondLst>
                                            <p:cond delay="400"/>
                                          </p:stCondLst>
                                        </p:cTn>
                                        <p:tgtEl>
                                          <p:spTgt spid="188"/>
                                        </p:tgtEl>
                                        <p:attrNameLst>
                                          <p:attrName>r</p:attrName>
                                        </p:attrNameLst>
                                      </p:cBhvr>
                                    </p:animRot>
                                    <p:animRot by="-240000">
                                      <p:cBhvr>
                                        <p:cTn id="16" dur="200" fill="hold">
                                          <p:stCondLst>
                                            <p:cond delay="600"/>
                                          </p:stCondLst>
                                        </p:cTn>
                                        <p:tgtEl>
                                          <p:spTgt spid="188"/>
                                        </p:tgtEl>
                                        <p:attrNameLst>
                                          <p:attrName>r</p:attrName>
                                        </p:attrNameLst>
                                      </p:cBhvr>
                                    </p:animRot>
                                    <p:animRot by="120000">
                                      <p:cBhvr>
                                        <p:cTn id="17" dur="200" fill="hold">
                                          <p:stCondLst>
                                            <p:cond delay="800"/>
                                          </p:stCondLst>
                                        </p:cTn>
                                        <p:tgtEl>
                                          <p:spTgt spid="188"/>
                                        </p:tgtEl>
                                        <p:attrNameLst>
                                          <p:attrName>r</p:attrName>
                                        </p:attrNameLst>
                                      </p:cBhvr>
                                    </p:animRot>
                                  </p:childTnLst>
                                </p:cTn>
                              </p:par>
                            </p:childTnLst>
                          </p:cTn>
                        </p:par>
                      </p:childTnLst>
                    </p:cTn>
                  </p:par>
                  <p:par>
                    <p:cTn id="18" fill="hold">
                      <p:stCondLst>
                        <p:cond delay="indefinite"/>
                      </p:stCondLst>
                      <p:childTnLst>
                        <p:par>
                          <p:cTn id="19" fill="hold">
                            <p:stCondLst>
                              <p:cond delay="0"/>
                            </p:stCondLst>
                            <p:childTnLst>
                              <p:par>
                                <p:cTn id="20" presetID="22" presetClass="exit" presetSubtype="4" fill="hold" nodeType="clickEffect">
                                  <p:stCondLst>
                                    <p:cond delay="500"/>
                                  </p:stCondLst>
                                  <p:childTnLst>
                                    <p:animEffect transition="out" filter="wipe(down)">
                                      <p:cBhvr>
                                        <p:cTn id="21" dur="250"/>
                                        <p:tgtEl>
                                          <p:spTgt spid="188"/>
                                        </p:tgtEl>
                                      </p:cBhvr>
                                    </p:animEffect>
                                    <p:set>
                                      <p:cBhvr>
                                        <p:cTn id="22" dur="1" fill="hold">
                                          <p:stCondLst>
                                            <p:cond delay="249"/>
                                          </p:stCondLst>
                                        </p:cTn>
                                        <p:tgtEl>
                                          <p:spTgt spid="188"/>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4.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a:extLst>
            <a:ext uri="{FF2B5EF4-FFF2-40B4-BE49-F238E27FC236}">
              <a16:creationId xmlns:a16="http://schemas.microsoft.com/office/drawing/2014/main" id="{25D0F5FA-3AFA-54AD-226A-CD5CF237963C}"/>
            </a:ext>
          </a:extLst>
        </p:cNvPr>
        <p:cNvGrpSpPr/>
        <p:nvPr/>
      </p:nvGrpSpPr>
      <p:grpSpPr>
        <a:xfrm>
          <a:off x="0" y="0"/>
          <a:ext cx="0" cy="0"/>
          <a:chOff x="0" y="0"/>
          <a:chExt cx="0" cy="0"/>
        </a:xfrm>
      </p:grpSpPr>
      <p:grpSp>
        <p:nvGrpSpPr>
          <p:cNvPr id="66" name="グループ化 65">
            <a:extLst>
              <a:ext uri="{FF2B5EF4-FFF2-40B4-BE49-F238E27FC236}">
                <a16:creationId xmlns:a16="http://schemas.microsoft.com/office/drawing/2014/main" id="{D22D20ED-963E-63AF-D5E6-28402169878F}"/>
              </a:ext>
            </a:extLst>
          </p:cNvPr>
          <p:cNvGrpSpPr/>
          <p:nvPr/>
        </p:nvGrpSpPr>
        <p:grpSpPr>
          <a:xfrm>
            <a:off x="431675" y="5640918"/>
            <a:ext cx="11328651" cy="929715"/>
            <a:chOff x="431675" y="5640918"/>
            <a:chExt cx="11328651" cy="929715"/>
          </a:xfrm>
        </p:grpSpPr>
        <p:sp>
          <p:nvSpPr>
            <p:cNvPr id="43" name="四角形: 角を丸くする 42">
              <a:extLst>
                <a:ext uri="{FF2B5EF4-FFF2-40B4-BE49-F238E27FC236}">
                  <a16:creationId xmlns:a16="http://schemas.microsoft.com/office/drawing/2014/main" id="{C3929D48-FEBB-6544-7E8F-218E26897B8D}"/>
                </a:ext>
              </a:extLst>
            </p:cNvPr>
            <p:cNvSpPr/>
            <p:nvPr/>
          </p:nvSpPr>
          <p:spPr>
            <a:xfrm>
              <a:off x="431675" y="5656233"/>
              <a:ext cx="11328651" cy="914400"/>
            </a:xfrm>
            <a:prstGeom prst="roundRect">
              <a:avLst>
                <a:gd name="adj" fmla="val 4803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53" name="四角形: 角を丸くする 52">
              <a:extLst>
                <a:ext uri="{FF2B5EF4-FFF2-40B4-BE49-F238E27FC236}">
                  <a16:creationId xmlns:a16="http://schemas.microsoft.com/office/drawing/2014/main" id="{E062DE64-3C6B-0E5D-BF17-8E5ED381E6F9}"/>
                </a:ext>
              </a:extLst>
            </p:cNvPr>
            <p:cNvSpPr/>
            <p:nvPr/>
          </p:nvSpPr>
          <p:spPr>
            <a:xfrm>
              <a:off x="989774" y="5640918"/>
              <a:ext cx="1338828" cy="914400"/>
            </a:xfrm>
            <a:prstGeom prst="roundRect">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5" name="テキスト ボックス 54">
              <a:extLst>
                <a:ext uri="{FF2B5EF4-FFF2-40B4-BE49-F238E27FC236}">
                  <a16:creationId xmlns:a16="http://schemas.microsoft.com/office/drawing/2014/main" id="{F025639C-7757-C624-6405-97F5FC884E03}"/>
                </a:ext>
              </a:extLst>
            </p:cNvPr>
            <p:cNvSpPr txBox="1"/>
            <p:nvPr/>
          </p:nvSpPr>
          <p:spPr>
            <a:xfrm>
              <a:off x="1165119"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7" name="テキスト ボックス 56">
              <a:extLst>
                <a:ext uri="{FF2B5EF4-FFF2-40B4-BE49-F238E27FC236}">
                  <a16:creationId xmlns:a16="http://schemas.microsoft.com/office/drawing/2014/main" id="{B8E152BB-2ADE-21E9-6A00-262AF798DE2E}"/>
                </a:ext>
              </a:extLst>
            </p:cNvPr>
            <p:cNvSpPr txBox="1"/>
            <p:nvPr/>
          </p:nvSpPr>
          <p:spPr>
            <a:xfrm flipH="1">
              <a:off x="529243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9" name="テキスト ボックス 58">
              <a:extLst>
                <a:ext uri="{FF2B5EF4-FFF2-40B4-BE49-F238E27FC236}">
                  <a16:creationId xmlns:a16="http://schemas.microsoft.com/office/drawing/2014/main" id="{D41312DC-2646-D348-3287-C017F051B65B}"/>
                </a:ext>
              </a:extLst>
            </p:cNvPr>
            <p:cNvSpPr txBox="1"/>
            <p:nvPr/>
          </p:nvSpPr>
          <p:spPr>
            <a:xfrm>
              <a:off x="284405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1" name="テキスト ボックス 60">
              <a:extLst>
                <a:ext uri="{FF2B5EF4-FFF2-40B4-BE49-F238E27FC236}">
                  <a16:creationId xmlns:a16="http://schemas.microsoft.com/office/drawing/2014/main" id="{B66D84B6-A882-39F5-0A7E-40712C6F7BB2}"/>
                </a:ext>
              </a:extLst>
            </p:cNvPr>
            <p:cNvSpPr txBox="1"/>
            <p:nvPr/>
          </p:nvSpPr>
          <p:spPr>
            <a:xfrm>
              <a:off x="8393833"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3" name="テキスト ボックス 62">
              <a:extLst>
                <a:ext uri="{FF2B5EF4-FFF2-40B4-BE49-F238E27FC236}">
                  <a16:creationId xmlns:a16="http://schemas.microsoft.com/office/drawing/2014/main" id="{B63B27A4-02BB-A9EF-A8B1-44116842D8FA}"/>
                </a:ext>
              </a:extLst>
            </p:cNvPr>
            <p:cNvSpPr txBox="1"/>
            <p:nvPr/>
          </p:nvSpPr>
          <p:spPr>
            <a:xfrm>
              <a:off x="6714895"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5" name="テキスト ボックス 64">
              <a:extLst>
                <a:ext uri="{FF2B5EF4-FFF2-40B4-BE49-F238E27FC236}">
                  <a16:creationId xmlns:a16="http://schemas.microsoft.com/office/drawing/2014/main" id="{8E5C009D-4294-BF07-85E7-59362943E981}"/>
                </a:ext>
              </a:extLst>
            </p:cNvPr>
            <p:cNvSpPr txBox="1"/>
            <p:nvPr/>
          </p:nvSpPr>
          <p:spPr>
            <a:xfrm flipH="1">
              <a:off x="9816293" y="5913378"/>
              <a:ext cx="1210588"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37" name="四角形: 角を丸くする 36">
            <a:extLst>
              <a:ext uri="{FF2B5EF4-FFF2-40B4-BE49-F238E27FC236}">
                <a16:creationId xmlns:a16="http://schemas.microsoft.com/office/drawing/2014/main" id="{43646B0D-2805-C720-5B62-9403858166B5}"/>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grpSp>
        <p:nvGrpSpPr>
          <p:cNvPr id="24" name="グループ化 23">
            <a:extLst>
              <a:ext uri="{FF2B5EF4-FFF2-40B4-BE49-F238E27FC236}">
                <a16:creationId xmlns:a16="http://schemas.microsoft.com/office/drawing/2014/main" id="{C205D685-6922-F5B5-BB42-8B86A32FD9C5}"/>
              </a:ext>
            </a:extLst>
          </p:cNvPr>
          <p:cNvGrpSpPr/>
          <p:nvPr/>
        </p:nvGrpSpPr>
        <p:grpSpPr>
          <a:xfrm>
            <a:off x="163586" y="134635"/>
            <a:ext cx="1975684" cy="1396119"/>
            <a:chOff x="163586" y="134635"/>
            <a:chExt cx="1975684" cy="1396119"/>
          </a:xfrm>
        </p:grpSpPr>
        <p:grpSp>
          <p:nvGrpSpPr>
            <p:cNvPr id="25" name="グループ化 24">
              <a:extLst>
                <a:ext uri="{FF2B5EF4-FFF2-40B4-BE49-F238E27FC236}">
                  <a16:creationId xmlns:a16="http://schemas.microsoft.com/office/drawing/2014/main" id="{5AEC4A5E-B267-3D79-E4EA-B56683E0D024}"/>
                </a:ext>
              </a:extLst>
            </p:cNvPr>
            <p:cNvGrpSpPr/>
            <p:nvPr/>
          </p:nvGrpSpPr>
          <p:grpSpPr>
            <a:xfrm>
              <a:off x="163586" y="134635"/>
              <a:ext cx="1975684" cy="1396119"/>
              <a:chOff x="163586" y="134635"/>
              <a:chExt cx="1975684" cy="1396119"/>
            </a:xfrm>
          </p:grpSpPr>
          <p:pic>
            <p:nvPicPr>
              <p:cNvPr id="27" name="図 26">
                <a:extLst>
                  <a:ext uri="{FF2B5EF4-FFF2-40B4-BE49-F238E27FC236}">
                    <a16:creationId xmlns:a16="http://schemas.microsoft.com/office/drawing/2014/main" id="{861EB9F6-0344-0911-08EE-55C0BEA2BF8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8" name="楕円 27">
                <a:extLst>
                  <a:ext uri="{FF2B5EF4-FFF2-40B4-BE49-F238E27FC236}">
                    <a16:creationId xmlns:a16="http://schemas.microsoft.com/office/drawing/2014/main" id="{4380B68B-1B6F-9C3F-7B84-6005F8AC9806}"/>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6" name="図 25">
              <a:extLst>
                <a:ext uri="{FF2B5EF4-FFF2-40B4-BE49-F238E27FC236}">
                  <a16:creationId xmlns:a16="http://schemas.microsoft.com/office/drawing/2014/main" id="{710BDF8B-BBFC-8110-FF79-E1ACE91827FD}"/>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
        <p:nvSpPr>
          <p:cNvPr id="39" name="テキスト ボックス 38">
            <a:extLst>
              <a:ext uri="{FF2B5EF4-FFF2-40B4-BE49-F238E27FC236}">
                <a16:creationId xmlns:a16="http://schemas.microsoft.com/office/drawing/2014/main" id="{D6CA2502-11F5-E17F-3480-FB3D6B391ED3}"/>
              </a:ext>
            </a:extLst>
          </p:cNvPr>
          <p:cNvSpPr txBox="1"/>
          <p:nvPr/>
        </p:nvSpPr>
        <p:spPr>
          <a:xfrm>
            <a:off x="1752829" y="641390"/>
            <a:ext cx="1210589" cy="400110"/>
          </a:xfrm>
          <a:prstGeom prst="rect">
            <a:avLst/>
          </a:prstGeom>
          <a:noFill/>
        </p:spPr>
        <p:txBody>
          <a:bodyPr wrap="none" rtlCol="0">
            <a:spAutoFit/>
          </a:bodyPr>
          <a:lstStyle/>
          <a:p>
            <a:pPr algn="ctr"/>
            <a:r>
              <a:rPr kumimoji="1"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メニュー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52" name="グループ化 51">
            <a:extLst>
              <a:ext uri="{FF2B5EF4-FFF2-40B4-BE49-F238E27FC236}">
                <a16:creationId xmlns:a16="http://schemas.microsoft.com/office/drawing/2014/main" id="{942BC5D1-3B9E-5452-B7B1-F06A017A089F}"/>
              </a:ext>
            </a:extLst>
          </p:cNvPr>
          <p:cNvGrpSpPr/>
          <p:nvPr/>
        </p:nvGrpSpPr>
        <p:grpSpPr>
          <a:xfrm>
            <a:off x="4062697" y="1338943"/>
            <a:ext cx="4066606" cy="3678256"/>
            <a:chOff x="4062697" y="1228836"/>
            <a:chExt cx="4066606" cy="3678256"/>
          </a:xfrm>
        </p:grpSpPr>
        <p:grpSp>
          <p:nvGrpSpPr>
            <p:cNvPr id="45" name="グループ化 44">
              <a:extLst>
                <a:ext uri="{FF2B5EF4-FFF2-40B4-BE49-F238E27FC236}">
                  <a16:creationId xmlns:a16="http://schemas.microsoft.com/office/drawing/2014/main" id="{D768DBF0-AF0A-494B-B226-556DB4516D07}"/>
                </a:ext>
              </a:extLst>
            </p:cNvPr>
            <p:cNvGrpSpPr/>
            <p:nvPr/>
          </p:nvGrpSpPr>
          <p:grpSpPr>
            <a:xfrm>
              <a:off x="4062697" y="1228836"/>
              <a:ext cx="4066606" cy="914400"/>
              <a:chOff x="3917035" y="1105498"/>
              <a:chExt cx="4066606" cy="914400"/>
            </a:xfrm>
          </p:grpSpPr>
          <p:sp>
            <p:nvSpPr>
              <p:cNvPr id="30" name="六角形 29">
                <a:extLst>
                  <a:ext uri="{FF2B5EF4-FFF2-40B4-BE49-F238E27FC236}">
                    <a16:creationId xmlns:a16="http://schemas.microsoft.com/office/drawing/2014/main" id="{0C5E6EE1-AE35-059B-C22B-4A87A97CC348}"/>
                  </a:ext>
                </a:extLst>
              </p:cNvPr>
              <p:cNvSpPr/>
              <p:nvPr/>
            </p:nvSpPr>
            <p:spPr>
              <a:xfrm>
                <a:off x="3917035" y="1105498"/>
                <a:ext cx="4066606" cy="914400"/>
              </a:xfrm>
              <a:prstGeom prst="hexagon">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2" name="テキスト ボックス 31">
                <a:extLst>
                  <a:ext uri="{FF2B5EF4-FFF2-40B4-BE49-F238E27FC236}">
                    <a16:creationId xmlns:a16="http://schemas.microsoft.com/office/drawing/2014/main" id="{4892938A-EE04-E248-FBA9-244759145EF0}"/>
                  </a:ext>
                </a:extLst>
              </p:cNvPr>
              <p:cNvSpPr txBox="1"/>
              <p:nvPr/>
            </p:nvSpPr>
            <p:spPr>
              <a:xfrm>
                <a:off x="5088564" y="1331866"/>
                <a:ext cx="1723549" cy="461665"/>
              </a:xfrm>
              <a:prstGeom prst="rect">
                <a:avLst/>
              </a:prstGeom>
              <a:noFill/>
            </p:spPr>
            <p:txBody>
              <a:bodyPr wrap="none" rtlCol="0">
                <a:spAutoFit/>
              </a:bodyPr>
              <a:lstStyle/>
              <a:p>
                <a:pPr algn="ctr"/>
                <a:r>
                  <a:rPr lang="ja-JP" altLang="en-US"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ゲーム設定</a:t>
                </a:r>
                <a:endParaRPr kumimoji="1" lang="ja-JP" altLang="en-US" sz="24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46" name="グループ化 45">
              <a:extLst>
                <a:ext uri="{FF2B5EF4-FFF2-40B4-BE49-F238E27FC236}">
                  <a16:creationId xmlns:a16="http://schemas.microsoft.com/office/drawing/2014/main" id="{6F679EFB-590E-A00C-BE9F-27C87206669F}"/>
                </a:ext>
              </a:extLst>
            </p:cNvPr>
            <p:cNvGrpSpPr/>
            <p:nvPr/>
          </p:nvGrpSpPr>
          <p:grpSpPr>
            <a:xfrm>
              <a:off x="4062697" y="2610764"/>
              <a:ext cx="4066606" cy="914400"/>
              <a:chOff x="3917035" y="1105498"/>
              <a:chExt cx="4066606" cy="914400"/>
            </a:xfrm>
          </p:grpSpPr>
          <p:sp>
            <p:nvSpPr>
              <p:cNvPr id="47" name="六角形 46">
                <a:extLst>
                  <a:ext uri="{FF2B5EF4-FFF2-40B4-BE49-F238E27FC236}">
                    <a16:creationId xmlns:a16="http://schemas.microsoft.com/office/drawing/2014/main" id="{7FAABC21-1301-C793-FFD8-0D3CFA8C3670}"/>
                  </a:ext>
                </a:extLst>
              </p:cNvPr>
              <p:cNvSpPr/>
              <p:nvPr/>
            </p:nvSpPr>
            <p:spPr>
              <a:xfrm>
                <a:off x="3917035" y="1105498"/>
                <a:ext cx="4066606" cy="914400"/>
              </a:xfrm>
              <a:prstGeom prst="hexagon">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8" name="テキスト ボックス 47">
                <a:extLst>
                  <a:ext uri="{FF2B5EF4-FFF2-40B4-BE49-F238E27FC236}">
                    <a16:creationId xmlns:a16="http://schemas.microsoft.com/office/drawing/2014/main" id="{D585FD6D-1187-509E-464A-62440AEE45B1}"/>
                  </a:ext>
                </a:extLst>
              </p:cNvPr>
              <p:cNvSpPr txBox="1"/>
              <p:nvPr/>
            </p:nvSpPr>
            <p:spPr>
              <a:xfrm>
                <a:off x="4780789" y="1331866"/>
                <a:ext cx="2339102" cy="461665"/>
              </a:xfrm>
              <a:prstGeom prst="rect">
                <a:avLst/>
              </a:prstGeom>
              <a:noFill/>
            </p:spPr>
            <p:txBody>
              <a:bodyPr wrap="none" rtlCol="0">
                <a:spAutoFit/>
              </a:bodyPr>
              <a:lstStyle/>
              <a:p>
                <a:pPr algn="ctr"/>
                <a:r>
                  <a:rPr lang="ja-JP" altLang="en-US"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タイトルへ戻る</a:t>
                </a:r>
                <a:endParaRPr kumimoji="1" lang="ja-JP" altLang="en-US" sz="24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49" name="グループ化 48">
              <a:extLst>
                <a:ext uri="{FF2B5EF4-FFF2-40B4-BE49-F238E27FC236}">
                  <a16:creationId xmlns:a16="http://schemas.microsoft.com/office/drawing/2014/main" id="{B32E41CA-8EA8-BBBA-2465-7D8AC59A193A}"/>
                </a:ext>
              </a:extLst>
            </p:cNvPr>
            <p:cNvGrpSpPr/>
            <p:nvPr/>
          </p:nvGrpSpPr>
          <p:grpSpPr>
            <a:xfrm>
              <a:off x="4062697" y="3992692"/>
              <a:ext cx="4066606" cy="914400"/>
              <a:chOff x="3917035" y="1105498"/>
              <a:chExt cx="4066606" cy="914400"/>
            </a:xfrm>
          </p:grpSpPr>
          <p:sp>
            <p:nvSpPr>
              <p:cNvPr id="50" name="六角形 49">
                <a:extLst>
                  <a:ext uri="{FF2B5EF4-FFF2-40B4-BE49-F238E27FC236}">
                    <a16:creationId xmlns:a16="http://schemas.microsoft.com/office/drawing/2014/main" id="{2C651EC6-7FC3-D91A-DAFD-E9A5890A7BB0}"/>
                  </a:ext>
                </a:extLst>
              </p:cNvPr>
              <p:cNvSpPr/>
              <p:nvPr/>
            </p:nvSpPr>
            <p:spPr>
              <a:xfrm>
                <a:off x="3917035" y="1105498"/>
                <a:ext cx="4066606" cy="914400"/>
              </a:xfrm>
              <a:prstGeom prst="hexagon">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1" name="テキスト ボックス 50">
                <a:extLst>
                  <a:ext uri="{FF2B5EF4-FFF2-40B4-BE49-F238E27FC236}">
                    <a16:creationId xmlns:a16="http://schemas.microsoft.com/office/drawing/2014/main" id="{39CB0030-684C-465B-2344-87D10D9721EC}"/>
                  </a:ext>
                </a:extLst>
              </p:cNvPr>
              <p:cNvSpPr txBox="1"/>
              <p:nvPr/>
            </p:nvSpPr>
            <p:spPr>
              <a:xfrm>
                <a:off x="5242456" y="1331866"/>
                <a:ext cx="1415772" cy="461665"/>
              </a:xfrm>
              <a:prstGeom prst="rect">
                <a:avLst/>
              </a:prstGeom>
              <a:noFill/>
            </p:spPr>
            <p:txBody>
              <a:bodyPr wrap="none" rtlCol="0">
                <a:spAutoFit/>
              </a:bodyPr>
              <a:lstStyle/>
              <a:p>
                <a:pPr algn="ctr"/>
                <a:r>
                  <a:rPr lang="ja-JP" altLang="en-US"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アイテム</a:t>
                </a:r>
                <a:endParaRPr kumimoji="1" lang="ja-JP" altLang="en-US" sz="24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grpSp>
        <p:nvGrpSpPr>
          <p:cNvPr id="2" name="グループ化 1">
            <a:extLst>
              <a:ext uri="{FF2B5EF4-FFF2-40B4-BE49-F238E27FC236}">
                <a16:creationId xmlns:a16="http://schemas.microsoft.com/office/drawing/2014/main" id="{BC3331DE-998A-2FD7-154E-D399A2F28294}"/>
              </a:ext>
            </a:extLst>
          </p:cNvPr>
          <p:cNvGrpSpPr/>
          <p:nvPr/>
        </p:nvGrpSpPr>
        <p:grpSpPr>
          <a:xfrm>
            <a:off x="0" y="-1"/>
            <a:ext cx="12192000" cy="6858001"/>
            <a:chOff x="0" y="-1"/>
            <a:chExt cx="12192000" cy="6858001"/>
          </a:xfrm>
        </p:grpSpPr>
        <p:sp>
          <p:nvSpPr>
            <p:cNvPr id="71" name="正方形/長方形 70">
              <a:extLst>
                <a:ext uri="{FF2B5EF4-FFF2-40B4-BE49-F238E27FC236}">
                  <a16:creationId xmlns:a16="http://schemas.microsoft.com/office/drawing/2014/main" id="{F337426F-D9FC-0DE2-83F4-A78C10344C07}"/>
                </a:ext>
              </a:extLst>
            </p:cNvPr>
            <p:cNvSpPr>
              <a:spLocks/>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69" name="グループ化 68">
              <a:extLst>
                <a:ext uri="{FF2B5EF4-FFF2-40B4-BE49-F238E27FC236}">
                  <a16:creationId xmlns:a16="http://schemas.microsoft.com/office/drawing/2014/main" id="{FF0F0DB6-3C05-ECF1-2810-E2144FB41732}"/>
                </a:ext>
              </a:extLst>
            </p:cNvPr>
            <p:cNvGrpSpPr/>
            <p:nvPr/>
          </p:nvGrpSpPr>
          <p:grpSpPr>
            <a:xfrm>
              <a:off x="3159742" y="1823170"/>
              <a:ext cx="5872517" cy="3211661"/>
              <a:chOff x="3159742" y="1823170"/>
              <a:chExt cx="5872517" cy="3211661"/>
            </a:xfrm>
          </p:grpSpPr>
          <p:sp>
            <p:nvSpPr>
              <p:cNvPr id="14" name="四角形: 角を丸くする 13">
                <a:extLst>
                  <a:ext uri="{FF2B5EF4-FFF2-40B4-BE49-F238E27FC236}">
                    <a16:creationId xmlns:a16="http://schemas.microsoft.com/office/drawing/2014/main" id="{D5D542BA-8571-CE94-3001-950774CA8292}"/>
                  </a:ext>
                </a:extLst>
              </p:cNvPr>
              <p:cNvSpPr/>
              <p:nvPr/>
            </p:nvSpPr>
            <p:spPr>
              <a:xfrm>
                <a:off x="3159742" y="1823170"/>
                <a:ext cx="5872517" cy="3211661"/>
              </a:xfrm>
              <a:prstGeom prst="roundRect">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テキスト ボックス 15">
                <a:extLst>
                  <a:ext uri="{FF2B5EF4-FFF2-40B4-BE49-F238E27FC236}">
                    <a16:creationId xmlns:a16="http://schemas.microsoft.com/office/drawing/2014/main" id="{108B442E-4B31-821E-631B-6D75F9AE882F}"/>
                  </a:ext>
                </a:extLst>
              </p:cNvPr>
              <p:cNvSpPr txBox="1"/>
              <p:nvPr/>
            </p:nvSpPr>
            <p:spPr>
              <a:xfrm>
                <a:off x="3684928" y="2384084"/>
                <a:ext cx="4822154" cy="584775"/>
              </a:xfrm>
              <a:prstGeom prst="rect">
                <a:avLst/>
              </a:prstGeom>
              <a:noFill/>
            </p:spPr>
            <p:txBody>
              <a:bodyPr wrap="none" rtlCol="0">
                <a:spAutoFit/>
              </a:bodyPr>
              <a:lstStyle/>
              <a:p>
                <a:pPr algn="ctr"/>
                <a:r>
                  <a:rPr kumimoji="1" lang="ja-JP" altLang="en-US" sz="3200" b="1">
                    <a:solidFill>
                      <a:schemeClr val="tx1">
                        <a:lumMod val="85000"/>
                        <a:lumOff val="15000"/>
                      </a:schemeClr>
                    </a:solidFill>
                    <a:latin typeface="和音 Joyo R" panose="00000500000000000000" pitchFamily="50" charset="-128"/>
                    <a:ea typeface="和音 Joyo R" panose="00000500000000000000" pitchFamily="50" charset="-128"/>
                  </a:rPr>
                  <a:t>タイトルに</a:t>
                </a:r>
                <a:r>
                  <a:rPr lang="ja-JP" altLang="en-US" sz="3200" b="1">
                    <a:solidFill>
                      <a:schemeClr val="tx1">
                        <a:lumMod val="85000"/>
                        <a:lumOff val="15000"/>
                      </a:schemeClr>
                    </a:solidFill>
                    <a:latin typeface="和音 Joyo R" panose="00000500000000000000" pitchFamily="50" charset="-128"/>
                    <a:ea typeface="和音 Joyo R" panose="00000500000000000000" pitchFamily="50" charset="-128"/>
                  </a:rPr>
                  <a:t>戻りますか？</a:t>
                </a:r>
                <a:endParaRPr kumimoji="1" lang="ja-JP" altLang="en-US" sz="4000" b="1"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sp>
            <p:nvSpPr>
              <p:cNvPr id="18" name="四角形: 角を丸くする 17">
                <a:extLst>
                  <a:ext uri="{FF2B5EF4-FFF2-40B4-BE49-F238E27FC236}">
                    <a16:creationId xmlns:a16="http://schemas.microsoft.com/office/drawing/2014/main" id="{64F85765-1F77-BF4E-8E77-89DB21878CC7}"/>
                  </a:ext>
                </a:extLst>
              </p:cNvPr>
              <p:cNvSpPr/>
              <p:nvPr/>
            </p:nvSpPr>
            <p:spPr>
              <a:xfrm>
                <a:off x="6323378" y="3797078"/>
                <a:ext cx="2138224" cy="767022"/>
              </a:xfrm>
              <a:prstGeom prst="roundRect">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400">
                    <a:latin typeface="和音 Joyo R" panose="00000500000000000000" pitchFamily="50" charset="-128"/>
                    <a:ea typeface="和音 Joyo R" panose="00000500000000000000" pitchFamily="50" charset="-128"/>
                  </a:rPr>
                  <a:t>はい</a:t>
                </a:r>
                <a:endParaRPr kumimoji="1" lang="ja-JP" altLang="en-US" sz="2400" dirty="0">
                  <a:latin typeface="和音 Joyo R" panose="00000500000000000000" pitchFamily="50" charset="-128"/>
                  <a:ea typeface="和音 Joyo R" panose="00000500000000000000" pitchFamily="50" charset="-128"/>
                </a:endParaRPr>
              </a:p>
            </p:txBody>
          </p:sp>
          <p:sp>
            <p:nvSpPr>
              <p:cNvPr id="20" name="四角形: 角を丸くする 19">
                <a:extLst>
                  <a:ext uri="{FF2B5EF4-FFF2-40B4-BE49-F238E27FC236}">
                    <a16:creationId xmlns:a16="http://schemas.microsoft.com/office/drawing/2014/main" id="{08177236-5102-3606-D4D4-2A583E765980}"/>
                  </a:ext>
                </a:extLst>
              </p:cNvPr>
              <p:cNvSpPr/>
              <p:nvPr/>
            </p:nvSpPr>
            <p:spPr>
              <a:xfrm>
                <a:off x="3730400" y="3797078"/>
                <a:ext cx="2138224" cy="767022"/>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400">
                    <a:latin typeface="和音 Joyo R" panose="00000500000000000000" pitchFamily="50" charset="-128"/>
                    <a:ea typeface="和音 Joyo R" panose="00000500000000000000" pitchFamily="50" charset="-128"/>
                  </a:rPr>
                  <a:t>いいえ</a:t>
                </a:r>
                <a:endParaRPr kumimoji="1" lang="ja-JP" altLang="en-US" sz="2400" dirty="0">
                  <a:latin typeface="和音 Joyo R" panose="00000500000000000000" pitchFamily="50" charset="-128"/>
                  <a:ea typeface="和音 Joyo R" panose="00000500000000000000" pitchFamily="50" charset="-128"/>
                </a:endParaRPr>
              </a:p>
            </p:txBody>
          </p:sp>
          <p:sp>
            <p:nvSpPr>
              <p:cNvPr id="22" name="テキスト ボックス 21">
                <a:extLst>
                  <a:ext uri="{FF2B5EF4-FFF2-40B4-BE49-F238E27FC236}">
                    <a16:creationId xmlns:a16="http://schemas.microsoft.com/office/drawing/2014/main" id="{105187A8-3B4C-8208-B92F-7A53830150FA}"/>
                  </a:ext>
                </a:extLst>
              </p:cNvPr>
              <p:cNvSpPr txBox="1"/>
              <p:nvPr/>
            </p:nvSpPr>
            <p:spPr>
              <a:xfrm>
                <a:off x="3393978" y="3112065"/>
                <a:ext cx="5404043" cy="369332"/>
              </a:xfrm>
              <a:prstGeom prst="rect">
                <a:avLst/>
              </a:prstGeom>
              <a:noFill/>
            </p:spPr>
            <p:txBody>
              <a:bodyPr wrap="none" rtlCol="0">
                <a:spAutoFit/>
              </a:bodyPr>
              <a:lstStyle/>
              <a:p>
                <a:pPr algn="ctr"/>
                <a:r>
                  <a:rPr kumimoji="1" lang="en-US" altLang="ja-JP" b="1">
                    <a:solidFill>
                      <a:srgbClr val="C00000"/>
                    </a:solidFill>
                    <a:latin typeface="和音 Joyo R" panose="00000500000000000000" pitchFamily="50" charset="-128"/>
                    <a:ea typeface="和音 Joyo R" panose="00000500000000000000" pitchFamily="50" charset="-128"/>
                  </a:rPr>
                  <a:t>※</a:t>
                </a:r>
                <a:r>
                  <a:rPr kumimoji="1" lang="ja-JP" altLang="en-US" b="1">
                    <a:solidFill>
                      <a:srgbClr val="C00000"/>
                    </a:solidFill>
                    <a:latin typeface="和音 Joyo R" panose="00000500000000000000" pitchFamily="50" charset="-128"/>
                    <a:ea typeface="和音 Joyo R" panose="00000500000000000000" pitchFamily="50" charset="-128"/>
                  </a:rPr>
                  <a:t>セーブしていないデータは消えてしまいます。</a:t>
                </a:r>
                <a:endParaRPr kumimoji="1" lang="ja-JP" altLang="en-US" sz="2400" b="1" dirty="0">
                  <a:solidFill>
                    <a:srgbClr val="C00000"/>
                  </a:solidFill>
                  <a:latin typeface="和音 Joyo R" panose="00000500000000000000" pitchFamily="50" charset="-128"/>
                  <a:ea typeface="和音 Joyo R" panose="00000500000000000000" pitchFamily="50" charset="-128"/>
                </a:endParaRPr>
              </a:p>
            </p:txBody>
          </p:sp>
        </p:grpSp>
      </p:grpSp>
    </p:spTree>
    <p:extLst>
      <p:ext uri="{BB962C8B-B14F-4D97-AF65-F5344CB8AC3E}">
        <p14:creationId xmlns:p14="http://schemas.microsoft.com/office/powerpoint/2010/main" val="1746229486"/>
      </p:ext>
    </p:extLst>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0F8F70-6423-901C-4EDF-6CC24D77BB60}"/>
            </a:ext>
          </a:extLst>
        </p:cNvPr>
        <p:cNvGrpSpPr/>
        <p:nvPr/>
      </p:nvGrpSpPr>
      <p:grpSpPr>
        <a:xfrm>
          <a:off x="0" y="0"/>
          <a:ext cx="0" cy="0"/>
          <a:chOff x="0" y="0"/>
          <a:chExt cx="0" cy="0"/>
        </a:xfrm>
      </p:grpSpPr>
      <p:sp>
        <p:nvSpPr>
          <p:cNvPr id="13" name="四角形: 角を丸くする 12">
            <a:extLst>
              <a:ext uri="{FF2B5EF4-FFF2-40B4-BE49-F238E27FC236}">
                <a16:creationId xmlns:a16="http://schemas.microsoft.com/office/drawing/2014/main" id="{4E7B367C-434F-998D-25B9-25F094BD411F}"/>
              </a:ext>
            </a:extLst>
          </p:cNvPr>
          <p:cNvSpPr/>
          <p:nvPr/>
        </p:nvSpPr>
        <p:spPr>
          <a:xfrm>
            <a:off x="1698342" y="1327454"/>
            <a:ext cx="8795316" cy="4056319"/>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a:p>
        </p:txBody>
      </p:sp>
      <p:grpSp>
        <p:nvGrpSpPr>
          <p:cNvPr id="66" name="グループ化 65">
            <a:extLst>
              <a:ext uri="{FF2B5EF4-FFF2-40B4-BE49-F238E27FC236}">
                <a16:creationId xmlns:a16="http://schemas.microsoft.com/office/drawing/2014/main" id="{2A1F2D42-8D63-716F-5052-92654019E248}"/>
              </a:ext>
            </a:extLst>
          </p:cNvPr>
          <p:cNvGrpSpPr/>
          <p:nvPr/>
        </p:nvGrpSpPr>
        <p:grpSpPr>
          <a:xfrm>
            <a:off x="431675" y="5640918"/>
            <a:ext cx="11328651" cy="929715"/>
            <a:chOff x="431675" y="5640918"/>
            <a:chExt cx="11328651" cy="929715"/>
          </a:xfrm>
        </p:grpSpPr>
        <p:sp>
          <p:nvSpPr>
            <p:cNvPr id="43" name="四角形: 角を丸くする 42">
              <a:extLst>
                <a:ext uri="{FF2B5EF4-FFF2-40B4-BE49-F238E27FC236}">
                  <a16:creationId xmlns:a16="http://schemas.microsoft.com/office/drawing/2014/main" id="{89112D25-0B22-6E52-13C7-76A11871F9E8}"/>
                </a:ext>
              </a:extLst>
            </p:cNvPr>
            <p:cNvSpPr/>
            <p:nvPr/>
          </p:nvSpPr>
          <p:spPr>
            <a:xfrm>
              <a:off x="431675" y="5656233"/>
              <a:ext cx="11328651" cy="914400"/>
            </a:xfrm>
            <a:prstGeom prst="roundRect">
              <a:avLst>
                <a:gd name="adj" fmla="val 4803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53" name="四角形: 角を丸くする 52">
              <a:extLst>
                <a:ext uri="{FF2B5EF4-FFF2-40B4-BE49-F238E27FC236}">
                  <a16:creationId xmlns:a16="http://schemas.microsoft.com/office/drawing/2014/main" id="{A391F8C1-36C2-3CEC-CF15-9D33E3276520}"/>
                </a:ext>
              </a:extLst>
            </p:cNvPr>
            <p:cNvSpPr/>
            <p:nvPr/>
          </p:nvSpPr>
          <p:spPr>
            <a:xfrm>
              <a:off x="989774" y="5640918"/>
              <a:ext cx="1338828" cy="914400"/>
            </a:xfrm>
            <a:prstGeom prst="roundRect">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5" name="テキスト ボックス 54">
              <a:extLst>
                <a:ext uri="{FF2B5EF4-FFF2-40B4-BE49-F238E27FC236}">
                  <a16:creationId xmlns:a16="http://schemas.microsoft.com/office/drawing/2014/main" id="{8DE04533-B171-CD95-B10F-537F97DEC33A}"/>
                </a:ext>
              </a:extLst>
            </p:cNvPr>
            <p:cNvSpPr txBox="1"/>
            <p:nvPr/>
          </p:nvSpPr>
          <p:spPr>
            <a:xfrm>
              <a:off x="1165119"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7" name="テキスト ボックス 56">
              <a:extLst>
                <a:ext uri="{FF2B5EF4-FFF2-40B4-BE49-F238E27FC236}">
                  <a16:creationId xmlns:a16="http://schemas.microsoft.com/office/drawing/2014/main" id="{C828C954-AAD3-30DC-4F05-46E9031EFCFC}"/>
                </a:ext>
              </a:extLst>
            </p:cNvPr>
            <p:cNvSpPr txBox="1"/>
            <p:nvPr/>
          </p:nvSpPr>
          <p:spPr>
            <a:xfrm flipH="1">
              <a:off x="529243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9" name="テキスト ボックス 58">
              <a:extLst>
                <a:ext uri="{FF2B5EF4-FFF2-40B4-BE49-F238E27FC236}">
                  <a16:creationId xmlns:a16="http://schemas.microsoft.com/office/drawing/2014/main" id="{FE17BCB4-CCC8-97DD-1560-042AF1FA64D2}"/>
                </a:ext>
              </a:extLst>
            </p:cNvPr>
            <p:cNvSpPr txBox="1"/>
            <p:nvPr/>
          </p:nvSpPr>
          <p:spPr>
            <a:xfrm>
              <a:off x="284405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1" name="テキスト ボックス 60">
              <a:extLst>
                <a:ext uri="{FF2B5EF4-FFF2-40B4-BE49-F238E27FC236}">
                  <a16:creationId xmlns:a16="http://schemas.microsoft.com/office/drawing/2014/main" id="{DA492BBC-E613-0D32-3F5C-BB3F941A7390}"/>
                </a:ext>
              </a:extLst>
            </p:cNvPr>
            <p:cNvSpPr txBox="1"/>
            <p:nvPr/>
          </p:nvSpPr>
          <p:spPr>
            <a:xfrm>
              <a:off x="8393833"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3" name="テキスト ボックス 62">
              <a:extLst>
                <a:ext uri="{FF2B5EF4-FFF2-40B4-BE49-F238E27FC236}">
                  <a16:creationId xmlns:a16="http://schemas.microsoft.com/office/drawing/2014/main" id="{F43286E7-5ED8-87FC-994F-137DA07B9F92}"/>
                </a:ext>
              </a:extLst>
            </p:cNvPr>
            <p:cNvSpPr txBox="1"/>
            <p:nvPr/>
          </p:nvSpPr>
          <p:spPr>
            <a:xfrm>
              <a:off x="6714895"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5" name="テキスト ボックス 64">
              <a:extLst>
                <a:ext uri="{FF2B5EF4-FFF2-40B4-BE49-F238E27FC236}">
                  <a16:creationId xmlns:a16="http://schemas.microsoft.com/office/drawing/2014/main" id="{B496B681-5557-8711-AFF2-C7F3BBFFD7AC}"/>
                </a:ext>
              </a:extLst>
            </p:cNvPr>
            <p:cNvSpPr txBox="1"/>
            <p:nvPr/>
          </p:nvSpPr>
          <p:spPr>
            <a:xfrm flipH="1">
              <a:off x="9816293" y="5913378"/>
              <a:ext cx="1210588"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37" name="四角形: 角を丸くする 36">
            <a:extLst>
              <a:ext uri="{FF2B5EF4-FFF2-40B4-BE49-F238E27FC236}">
                <a16:creationId xmlns:a16="http://schemas.microsoft.com/office/drawing/2014/main" id="{D97C91DD-28D1-0ED4-70B4-DB61261592C0}"/>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grpSp>
        <p:nvGrpSpPr>
          <p:cNvPr id="24" name="グループ化 23">
            <a:extLst>
              <a:ext uri="{FF2B5EF4-FFF2-40B4-BE49-F238E27FC236}">
                <a16:creationId xmlns:a16="http://schemas.microsoft.com/office/drawing/2014/main" id="{F8B49E7D-7B70-B0D9-A089-15AFF71F7D39}"/>
              </a:ext>
            </a:extLst>
          </p:cNvPr>
          <p:cNvGrpSpPr/>
          <p:nvPr/>
        </p:nvGrpSpPr>
        <p:grpSpPr>
          <a:xfrm>
            <a:off x="163586" y="134635"/>
            <a:ext cx="1975684" cy="1396119"/>
            <a:chOff x="163586" y="134635"/>
            <a:chExt cx="1975684" cy="1396119"/>
          </a:xfrm>
        </p:grpSpPr>
        <p:grpSp>
          <p:nvGrpSpPr>
            <p:cNvPr id="25" name="グループ化 24">
              <a:extLst>
                <a:ext uri="{FF2B5EF4-FFF2-40B4-BE49-F238E27FC236}">
                  <a16:creationId xmlns:a16="http://schemas.microsoft.com/office/drawing/2014/main" id="{FC3EF84C-91B8-42B0-8871-B24565BD805A}"/>
                </a:ext>
              </a:extLst>
            </p:cNvPr>
            <p:cNvGrpSpPr/>
            <p:nvPr/>
          </p:nvGrpSpPr>
          <p:grpSpPr>
            <a:xfrm>
              <a:off x="163586" y="134635"/>
              <a:ext cx="1975684" cy="1396119"/>
              <a:chOff x="163586" y="134635"/>
              <a:chExt cx="1975684" cy="1396119"/>
            </a:xfrm>
          </p:grpSpPr>
          <p:pic>
            <p:nvPicPr>
              <p:cNvPr id="27" name="図 26">
                <a:extLst>
                  <a:ext uri="{FF2B5EF4-FFF2-40B4-BE49-F238E27FC236}">
                    <a16:creationId xmlns:a16="http://schemas.microsoft.com/office/drawing/2014/main" id="{443A0865-0903-051D-AF13-3AA92CBE29C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8" name="楕円 27">
                <a:extLst>
                  <a:ext uri="{FF2B5EF4-FFF2-40B4-BE49-F238E27FC236}">
                    <a16:creationId xmlns:a16="http://schemas.microsoft.com/office/drawing/2014/main" id="{6353B5D4-AA6F-AA71-BFFE-A6828730DB12}"/>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6" name="図 25">
              <a:extLst>
                <a:ext uri="{FF2B5EF4-FFF2-40B4-BE49-F238E27FC236}">
                  <a16:creationId xmlns:a16="http://schemas.microsoft.com/office/drawing/2014/main" id="{A8AAA6AA-1141-1478-84D1-45BCBF99775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
        <p:nvSpPr>
          <p:cNvPr id="39" name="テキスト ボックス 38">
            <a:extLst>
              <a:ext uri="{FF2B5EF4-FFF2-40B4-BE49-F238E27FC236}">
                <a16:creationId xmlns:a16="http://schemas.microsoft.com/office/drawing/2014/main" id="{95BF82D9-4BB9-0D5E-3232-0C20E03323CA}"/>
              </a:ext>
            </a:extLst>
          </p:cNvPr>
          <p:cNvSpPr txBox="1"/>
          <p:nvPr/>
        </p:nvSpPr>
        <p:spPr>
          <a:xfrm>
            <a:off x="1752829" y="641390"/>
            <a:ext cx="1210588" cy="400110"/>
          </a:xfrm>
          <a:prstGeom prst="rect">
            <a:avLst/>
          </a:prstGeom>
          <a:noFill/>
        </p:spPr>
        <p:txBody>
          <a:bodyPr wrap="none" rtlCol="0">
            <a:spAutoFit/>
          </a:bodyPr>
          <a:lstStyle/>
          <a:p>
            <a:pPr algn="ctr"/>
            <a:r>
              <a:rPr kumimoji="1"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アイテム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 name="四角形: 角を丸くする 4">
            <a:extLst>
              <a:ext uri="{FF2B5EF4-FFF2-40B4-BE49-F238E27FC236}">
                <a16:creationId xmlns:a16="http://schemas.microsoft.com/office/drawing/2014/main" id="{864BDB69-6593-1768-6BEA-A1E28997B6D9}"/>
              </a:ext>
            </a:extLst>
          </p:cNvPr>
          <p:cNvSpPr/>
          <p:nvPr/>
        </p:nvSpPr>
        <p:spPr>
          <a:xfrm>
            <a:off x="2051021" y="3014639"/>
            <a:ext cx="1545081" cy="712577"/>
          </a:xfrm>
          <a:prstGeom prst="roundRect">
            <a:avLst>
              <a:gd name="adj" fmla="val 9765"/>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素材</a:t>
            </a:r>
          </a:p>
        </p:txBody>
      </p:sp>
      <p:sp>
        <p:nvSpPr>
          <p:cNvPr id="7" name="四角形: 角を丸くする 6">
            <a:extLst>
              <a:ext uri="{FF2B5EF4-FFF2-40B4-BE49-F238E27FC236}">
                <a16:creationId xmlns:a16="http://schemas.microsoft.com/office/drawing/2014/main" id="{609E4796-995D-2089-460A-15390AFF0038}"/>
              </a:ext>
            </a:extLst>
          </p:cNvPr>
          <p:cNvSpPr/>
          <p:nvPr/>
        </p:nvSpPr>
        <p:spPr>
          <a:xfrm>
            <a:off x="2051021" y="1871154"/>
            <a:ext cx="1545081"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rPr>
              <a:t>消費</a:t>
            </a:r>
          </a:p>
        </p:txBody>
      </p:sp>
      <p:sp>
        <p:nvSpPr>
          <p:cNvPr id="9" name="四角形: 角を丸くする 8">
            <a:extLst>
              <a:ext uri="{FF2B5EF4-FFF2-40B4-BE49-F238E27FC236}">
                <a16:creationId xmlns:a16="http://schemas.microsoft.com/office/drawing/2014/main" id="{A63808C6-A267-B066-4AD2-8E0186DF7F90}"/>
              </a:ext>
            </a:extLst>
          </p:cNvPr>
          <p:cNvSpPr/>
          <p:nvPr/>
        </p:nvSpPr>
        <p:spPr>
          <a:xfrm>
            <a:off x="2051021" y="4158125"/>
            <a:ext cx="1545081" cy="712577"/>
          </a:xfrm>
          <a:prstGeom prst="roundRect">
            <a:avLst>
              <a:gd name="adj" fmla="val 9765"/>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ストーリー</a:t>
            </a:r>
          </a:p>
        </p:txBody>
      </p:sp>
      <p:sp>
        <p:nvSpPr>
          <p:cNvPr id="19" name="フリーフォーム: 図形 18">
            <a:extLst>
              <a:ext uri="{FF2B5EF4-FFF2-40B4-BE49-F238E27FC236}">
                <a16:creationId xmlns:a16="http://schemas.microsoft.com/office/drawing/2014/main" id="{D7791857-E257-D1C8-93BA-A1C5D4418033}"/>
              </a:ext>
            </a:extLst>
          </p:cNvPr>
          <p:cNvSpPr/>
          <p:nvPr/>
        </p:nvSpPr>
        <p:spPr>
          <a:xfrm>
            <a:off x="3948781" y="1334606"/>
            <a:ext cx="6544877" cy="4056319"/>
          </a:xfrm>
          <a:custGeom>
            <a:avLst/>
            <a:gdLst>
              <a:gd name="csX0" fmla="*/ 0 w 6544877"/>
              <a:gd name="csY0" fmla="*/ 0 h 4056319"/>
              <a:gd name="csX1" fmla="*/ 6148777 w 6544877"/>
              <a:gd name="csY1" fmla="*/ 0 h 4056319"/>
              <a:gd name="csX2" fmla="*/ 6544877 w 6544877"/>
              <a:gd name="csY2" fmla="*/ 396100 h 4056319"/>
              <a:gd name="csX3" fmla="*/ 6544877 w 6544877"/>
              <a:gd name="csY3" fmla="*/ 3660219 h 4056319"/>
              <a:gd name="csX4" fmla="*/ 6148777 w 6544877"/>
              <a:gd name="csY4" fmla="*/ 4056319 h 4056319"/>
              <a:gd name="csX5" fmla="*/ 0 w 6544877"/>
              <a:gd name="csY5" fmla="*/ 4056319 h 4056319"/>
            </a:gdLst>
            <a:ahLst/>
            <a:cxnLst>
              <a:cxn ang="0">
                <a:pos x="csX0" y="csY0"/>
              </a:cxn>
              <a:cxn ang="0">
                <a:pos x="csX1" y="csY1"/>
              </a:cxn>
              <a:cxn ang="0">
                <a:pos x="csX2" y="csY2"/>
              </a:cxn>
              <a:cxn ang="0">
                <a:pos x="csX3" y="csY3"/>
              </a:cxn>
              <a:cxn ang="0">
                <a:pos x="csX4" y="csY4"/>
              </a:cxn>
              <a:cxn ang="0">
                <a:pos x="csX5" y="csY5"/>
              </a:cxn>
            </a:cxnLst>
            <a:rect l="l" t="t" r="r" b="b"/>
            <a:pathLst>
              <a:path w="6544877" h="4056319">
                <a:moveTo>
                  <a:pt x="0" y="0"/>
                </a:moveTo>
                <a:lnTo>
                  <a:pt x="6148777" y="0"/>
                </a:lnTo>
                <a:cubicBezTo>
                  <a:pt x="6367537" y="0"/>
                  <a:pt x="6544877" y="177340"/>
                  <a:pt x="6544877" y="396100"/>
                </a:cubicBezTo>
                <a:lnTo>
                  <a:pt x="6544877" y="3660219"/>
                </a:lnTo>
                <a:cubicBezTo>
                  <a:pt x="6544877" y="3878979"/>
                  <a:pt x="6367537" y="4056319"/>
                  <a:pt x="6148777" y="4056319"/>
                </a:cubicBezTo>
                <a:lnTo>
                  <a:pt x="0" y="4056319"/>
                </a:lnTo>
                <a:close/>
              </a:path>
            </a:pathLst>
          </a:cu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endParaRPr kumimoji="1" lang="ja-JP" altLang="en-US"/>
          </a:p>
        </p:txBody>
      </p:sp>
      <p:sp>
        <p:nvSpPr>
          <p:cNvPr id="23" name="四角形: 角を丸くする 22">
            <a:extLst>
              <a:ext uri="{FF2B5EF4-FFF2-40B4-BE49-F238E27FC236}">
                <a16:creationId xmlns:a16="http://schemas.microsoft.com/office/drawing/2014/main" id="{3C0D1A82-A16E-5AB4-3D22-171723360FFB}"/>
              </a:ext>
            </a:extLst>
          </p:cNvPr>
          <p:cNvSpPr/>
          <p:nvPr/>
        </p:nvSpPr>
        <p:spPr>
          <a:xfrm>
            <a:off x="3287031" y="1871153"/>
            <a:ext cx="1545081"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40" name="グループ化 39">
            <a:extLst>
              <a:ext uri="{FF2B5EF4-FFF2-40B4-BE49-F238E27FC236}">
                <a16:creationId xmlns:a16="http://schemas.microsoft.com/office/drawing/2014/main" id="{3CCC8414-701A-BD20-0C91-3575B491B59D}"/>
              </a:ext>
            </a:extLst>
          </p:cNvPr>
          <p:cNvGrpSpPr/>
          <p:nvPr/>
        </p:nvGrpSpPr>
        <p:grpSpPr>
          <a:xfrm>
            <a:off x="10022798" y="2220735"/>
            <a:ext cx="236362" cy="2284060"/>
            <a:chOff x="11044871" y="4022147"/>
            <a:chExt cx="236362" cy="2031812"/>
          </a:xfrm>
        </p:grpSpPr>
        <p:sp>
          <p:nvSpPr>
            <p:cNvPr id="41" name="四角形: 角を丸くする 40">
              <a:extLst>
                <a:ext uri="{FF2B5EF4-FFF2-40B4-BE49-F238E27FC236}">
                  <a16:creationId xmlns:a16="http://schemas.microsoft.com/office/drawing/2014/main" id="{408367DF-DB83-84FA-4AD5-48752D6A8A73}"/>
                </a:ext>
              </a:extLst>
            </p:cNvPr>
            <p:cNvSpPr/>
            <p:nvPr/>
          </p:nvSpPr>
          <p:spPr>
            <a:xfrm>
              <a:off x="11044871" y="4022147"/>
              <a:ext cx="236362" cy="2031812"/>
            </a:xfrm>
            <a:prstGeom prst="roundRect">
              <a:avLst/>
            </a:prstGeom>
            <a:no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2" name="四角形: 角を丸くする 41">
              <a:extLst>
                <a:ext uri="{FF2B5EF4-FFF2-40B4-BE49-F238E27FC236}">
                  <a16:creationId xmlns:a16="http://schemas.microsoft.com/office/drawing/2014/main" id="{F9B2AF03-E51F-196D-BEBD-D4915E0BD962}"/>
                </a:ext>
              </a:extLst>
            </p:cNvPr>
            <p:cNvSpPr/>
            <p:nvPr/>
          </p:nvSpPr>
          <p:spPr>
            <a:xfrm>
              <a:off x="11066205" y="4094529"/>
              <a:ext cx="193695" cy="571313"/>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74" name="グループ化 73">
            <a:extLst>
              <a:ext uri="{FF2B5EF4-FFF2-40B4-BE49-F238E27FC236}">
                <a16:creationId xmlns:a16="http://schemas.microsoft.com/office/drawing/2014/main" id="{09BEF062-DF0C-2C9D-698F-20BF37B0F729}"/>
              </a:ext>
            </a:extLst>
          </p:cNvPr>
          <p:cNvGrpSpPr/>
          <p:nvPr/>
        </p:nvGrpSpPr>
        <p:grpSpPr>
          <a:xfrm>
            <a:off x="4461820" y="1714900"/>
            <a:ext cx="5047940" cy="3295731"/>
            <a:chOff x="4567606" y="1712966"/>
            <a:chExt cx="5047940" cy="3295731"/>
          </a:xfrm>
        </p:grpSpPr>
        <p:grpSp>
          <p:nvGrpSpPr>
            <p:cNvPr id="38" name="グループ化 37">
              <a:extLst>
                <a:ext uri="{FF2B5EF4-FFF2-40B4-BE49-F238E27FC236}">
                  <a16:creationId xmlns:a16="http://schemas.microsoft.com/office/drawing/2014/main" id="{C2CFC84B-048C-A5F4-A8D7-5E023CE7E6D5}"/>
                </a:ext>
              </a:extLst>
            </p:cNvPr>
            <p:cNvGrpSpPr/>
            <p:nvPr/>
          </p:nvGrpSpPr>
          <p:grpSpPr>
            <a:xfrm>
              <a:off x="4567606" y="1712966"/>
              <a:ext cx="995006" cy="3295731"/>
              <a:chOff x="4567605" y="1871153"/>
              <a:chExt cx="995006" cy="3295731"/>
            </a:xfrm>
          </p:grpSpPr>
          <p:sp>
            <p:nvSpPr>
              <p:cNvPr id="31" name="四角形: 角を丸くする 30">
                <a:extLst>
                  <a:ext uri="{FF2B5EF4-FFF2-40B4-BE49-F238E27FC236}">
                    <a16:creationId xmlns:a16="http://schemas.microsoft.com/office/drawing/2014/main" id="{FDCC0FDF-8C42-6B84-3D8F-FA59E578F1D2}"/>
                  </a:ext>
                </a:extLst>
              </p:cNvPr>
              <p:cNvSpPr/>
              <p:nvPr/>
            </p:nvSpPr>
            <p:spPr>
              <a:xfrm>
                <a:off x="4567606" y="1871153"/>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4" name="四角形: 角を丸くする 33">
                <a:extLst>
                  <a:ext uri="{FF2B5EF4-FFF2-40B4-BE49-F238E27FC236}">
                    <a16:creationId xmlns:a16="http://schemas.microsoft.com/office/drawing/2014/main" id="{5EE685F9-6B76-4B01-3120-ECD74FE4E9DC}"/>
                  </a:ext>
                </a:extLst>
              </p:cNvPr>
              <p:cNvSpPr/>
              <p:nvPr/>
            </p:nvSpPr>
            <p:spPr>
              <a:xfrm>
                <a:off x="4567606" y="3030482"/>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6" name="四角形: 角を丸くする 35">
                <a:extLst>
                  <a:ext uri="{FF2B5EF4-FFF2-40B4-BE49-F238E27FC236}">
                    <a16:creationId xmlns:a16="http://schemas.microsoft.com/office/drawing/2014/main" id="{7117A2BA-DC7E-9C03-8DEB-EDF5FA3288EC}"/>
                  </a:ext>
                </a:extLst>
              </p:cNvPr>
              <p:cNvSpPr/>
              <p:nvPr/>
            </p:nvSpPr>
            <p:spPr>
              <a:xfrm>
                <a:off x="4567605" y="4188701"/>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44" name="グループ化 43">
              <a:extLst>
                <a:ext uri="{FF2B5EF4-FFF2-40B4-BE49-F238E27FC236}">
                  <a16:creationId xmlns:a16="http://schemas.microsoft.com/office/drawing/2014/main" id="{F1D143D4-0998-2DD3-5C03-7BE38EB024D9}"/>
                </a:ext>
              </a:extLst>
            </p:cNvPr>
            <p:cNvGrpSpPr/>
            <p:nvPr/>
          </p:nvGrpSpPr>
          <p:grpSpPr>
            <a:xfrm>
              <a:off x="5918584" y="1712966"/>
              <a:ext cx="995006" cy="3295731"/>
              <a:chOff x="4567605" y="1871153"/>
              <a:chExt cx="995006" cy="3295731"/>
            </a:xfrm>
          </p:grpSpPr>
          <p:sp>
            <p:nvSpPr>
              <p:cNvPr id="54" name="四角形: 角を丸くする 53">
                <a:extLst>
                  <a:ext uri="{FF2B5EF4-FFF2-40B4-BE49-F238E27FC236}">
                    <a16:creationId xmlns:a16="http://schemas.microsoft.com/office/drawing/2014/main" id="{4BF22D0F-8ED0-FE00-5B3D-C4F6195FEA53}"/>
                  </a:ext>
                </a:extLst>
              </p:cNvPr>
              <p:cNvSpPr/>
              <p:nvPr/>
            </p:nvSpPr>
            <p:spPr>
              <a:xfrm>
                <a:off x="4567606" y="1871153"/>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6" name="四角形: 角を丸くする 55">
                <a:extLst>
                  <a:ext uri="{FF2B5EF4-FFF2-40B4-BE49-F238E27FC236}">
                    <a16:creationId xmlns:a16="http://schemas.microsoft.com/office/drawing/2014/main" id="{A199A9E7-6A43-EB3D-15CC-CD38440BF957}"/>
                  </a:ext>
                </a:extLst>
              </p:cNvPr>
              <p:cNvSpPr/>
              <p:nvPr/>
            </p:nvSpPr>
            <p:spPr>
              <a:xfrm>
                <a:off x="4567606" y="3030482"/>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8" name="四角形: 角を丸くする 57">
                <a:extLst>
                  <a:ext uri="{FF2B5EF4-FFF2-40B4-BE49-F238E27FC236}">
                    <a16:creationId xmlns:a16="http://schemas.microsoft.com/office/drawing/2014/main" id="{9F706E49-EA2D-20AB-F8B6-C2EEAE688AED}"/>
                  </a:ext>
                </a:extLst>
              </p:cNvPr>
              <p:cNvSpPr/>
              <p:nvPr/>
            </p:nvSpPr>
            <p:spPr>
              <a:xfrm>
                <a:off x="4567605" y="4188701"/>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60" name="グループ化 59">
              <a:extLst>
                <a:ext uri="{FF2B5EF4-FFF2-40B4-BE49-F238E27FC236}">
                  <a16:creationId xmlns:a16="http://schemas.microsoft.com/office/drawing/2014/main" id="{26EF97F1-F09B-9B34-59BD-4ECC36BF19EB}"/>
                </a:ext>
              </a:extLst>
            </p:cNvPr>
            <p:cNvGrpSpPr/>
            <p:nvPr/>
          </p:nvGrpSpPr>
          <p:grpSpPr>
            <a:xfrm>
              <a:off x="7269562" y="1712966"/>
              <a:ext cx="995006" cy="3295731"/>
              <a:chOff x="4567605" y="1871153"/>
              <a:chExt cx="995006" cy="3295731"/>
            </a:xfrm>
          </p:grpSpPr>
          <p:sp>
            <p:nvSpPr>
              <p:cNvPr id="62" name="四角形: 角を丸くする 61">
                <a:extLst>
                  <a:ext uri="{FF2B5EF4-FFF2-40B4-BE49-F238E27FC236}">
                    <a16:creationId xmlns:a16="http://schemas.microsoft.com/office/drawing/2014/main" id="{147066DB-C463-EBE3-6B74-4B9D2F079892}"/>
                  </a:ext>
                </a:extLst>
              </p:cNvPr>
              <p:cNvSpPr/>
              <p:nvPr/>
            </p:nvSpPr>
            <p:spPr>
              <a:xfrm>
                <a:off x="4567606" y="1871153"/>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64" name="四角形: 角を丸くする 63">
                <a:extLst>
                  <a:ext uri="{FF2B5EF4-FFF2-40B4-BE49-F238E27FC236}">
                    <a16:creationId xmlns:a16="http://schemas.microsoft.com/office/drawing/2014/main" id="{98E52650-2E70-D7AF-FE12-AAF3E804476C}"/>
                  </a:ext>
                </a:extLst>
              </p:cNvPr>
              <p:cNvSpPr/>
              <p:nvPr/>
            </p:nvSpPr>
            <p:spPr>
              <a:xfrm>
                <a:off x="4567606" y="3030482"/>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67" name="四角形: 角を丸くする 66">
                <a:extLst>
                  <a:ext uri="{FF2B5EF4-FFF2-40B4-BE49-F238E27FC236}">
                    <a16:creationId xmlns:a16="http://schemas.microsoft.com/office/drawing/2014/main" id="{6598AB5C-32DA-5469-C212-223457B5CFD9}"/>
                  </a:ext>
                </a:extLst>
              </p:cNvPr>
              <p:cNvSpPr/>
              <p:nvPr/>
            </p:nvSpPr>
            <p:spPr>
              <a:xfrm>
                <a:off x="4567605" y="4188701"/>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68" name="グループ化 67">
              <a:extLst>
                <a:ext uri="{FF2B5EF4-FFF2-40B4-BE49-F238E27FC236}">
                  <a16:creationId xmlns:a16="http://schemas.microsoft.com/office/drawing/2014/main" id="{BDAD2164-7F77-7394-80C1-3A62A86FA66B}"/>
                </a:ext>
              </a:extLst>
            </p:cNvPr>
            <p:cNvGrpSpPr/>
            <p:nvPr/>
          </p:nvGrpSpPr>
          <p:grpSpPr>
            <a:xfrm>
              <a:off x="8620540" y="1712966"/>
              <a:ext cx="995006" cy="3295731"/>
              <a:chOff x="4567605" y="1871153"/>
              <a:chExt cx="995006" cy="3295731"/>
            </a:xfrm>
          </p:grpSpPr>
          <p:sp>
            <p:nvSpPr>
              <p:cNvPr id="70" name="四角形: 角を丸くする 69">
                <a:extLst>
                  <a:ext uri="{FF2B5EF4-FFF2-40B4-BE49-F238E27FC236}">
                    <a16:creationId xmlns:a16="http://schemas.microsoft.com/office/drawing/2014/main" id="{681B5428-6B3E-8CD0-69C4-2D53D9B193F4}"/>
                  </a:ext>
                </a:extLst>
              </p:cNvPr>
              <p:cNvSpPr/>
              <p:nvPr/>
            </p:nvSpPr>
            <p:spPr>
              <a:xfrm>
                <a:off x="4567606" y="1871153"/>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2" name="四角形: 角を丸くする 71">
                <a:extLst>
                  <a:ext uri="{FF2B5EF4-FFF2-40B4-BE49-F238E27FC236}">
                    <a16:creationId xmlns:a16="http://schemas.microsoft.com/office/drawing/2014/main" id="{8C37EBB3-543B-FD39-5E23-1D7E53FF492A}"/>
                  </a:ext>
                </a:extLst>
              </p:cNvPr>
              <p:cNvSpPr/>
              <p:nvPr/>
            </p:nvSpPr>
            <p:spPr>
              <a:xfrm>
                <a:off x="4567606" y="3030482"/>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3" name="四角形: 角を丸くする 72">
                <a:extLst>
                  <a:ext uri="{FF2B5EF4-FFF2-40B4-BE49-F238E27FC236}">
                    <a16:creationId xmlns:a16="http://schemas.microsoft.com/office/drawing/2014/main" id="{3C7A2719-E817-3F21-1129-931C45BF5D06}"/>
                  </a:ext>
                </a:extLst>
              </p:cNvPr>
              <p:cNvSpPr/>
              <p:nvPr/>
            </p:nvSpPr>
            <p:spPr>
              <a:xfrm>
                <a:off x="4567605" y="4188701"/>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spTree>
    <p:extLst>
      <p:ext uri="{BB962C8B-B14F-4D97-AF65-F5344CB8AC3E}">
        <p14:creationId xmlns:p14="http://schemas.microsoft.com/office/powerpoint/2010/main" val="1038505111"/>
      </p:ext>
    </p:extLst>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A1D5CF-E973-CF9C-F8F2-94C91E934584}"/>
            </a:ext>
          </a:extLst>
        </p:cNvPr>
        <p:cNvGrpSpPr/>
        <p:nvPr/>
      </p:nvGrpSpPr>
      <p:grpSpPr>
        <a:xfrm>
          <a:off x="0" y="0"/>
          <a:ext cx="0" cy="0"/>
          <a:chOff x="0" y="0"/>
          <a:chExt cx="0" cy="0"/>
        </a:xfrm>
      </p:grpSpPr>
      <p:grpSp>
        <p:nvGrpSpPr>
          <p:cNvPr id="66" name="グループ化 65">
            <a:extLst>
              <a:ext uri="{FF2B5EF4-FFF2-40B4-BE49-F238E27FC236}">
                <a16:creationId xmlns:a16="http://schemas.microsoft.com/office/drawing/2014/main" id="{FD5EA335-41AD-4A00-71F9-1F9A517DBA36}"/>
              </a:ext>
            </a:extLst>
          </p:cNvPr>
          <p:cNvGrpSpPr/>
          <p:nvPr/>
        </p:nvGrpSpPr>
        <p:grpSpPr>
          <a:xfrm>
            <a:off x="431675" y="5640918"/>
            <a:ext cx="11328651" cy="929715"/>
            <a:chOff x="431675" y="5640918"/>
            <a:chExt cx="11328651" cy="929715"/>
          </a:xfrm>
        </p:grpSpPr>
        <p:sp>
          <p:nvSpPr>
            <p:cNvPr id="43" name="四角形: 角を丸くする 42">
              <a:extLst>
                <a:ext uri="{FF2B5EF4-FFF2-40B4-BE49-F238E27FC236}">
                  <a16:creationId xmlns:a16="http://schemas.microsoft.com/office/drawing/2014/main" id="{8E30545A-F077-DA48-FD81-19CEBDD0B8F8}"/>
                </a:ext>
              </a:extLst>
            </p:cNvPr>
            <p:cNvSpPr/>
            <p:nvPr/>
          </p:nvSpPr>
          <p:spPr>
            <a:xfrm>
              <a:off x="431675" y="5656233"/>
              <a:ext cx="11328651" cy="914400"/>
            </a:xfrm>
            <a:prstGeom prst="roundRect">
              <a:avLst>
                <a:gd name="adj" fmla="val 4803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53" name="四角形: 角を丸くする 52">
              <a:extLst>
                <a:ext uri="{FF2B5EF4-FFF2-40B4-BE49-F238E27FC236}">
                  <a16:creationId xmlns:a16="http://schemas.microsoft.com/office/drawing/2014/main" id="{B121E4A7-A0B3-9D18-DADA-E87E746CD9BF}"/>
                </a:ext>
              </a:extLst>
            </p:cNvPr>
            <p:cNvSpPr/>
            <p:nvPr/>
          </p:nvSpPr>
          <p:spPr>
            <a:xfrm>
              <a:off x="989774" y="5640918"/>
              <a:ext cx="1338828" cy="914400"/>
            </a:xfrm>
            <a:prstGeom prst="roundRect">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5" name="テキスト ボックス 54">
              <a:extLst>
                <a:ext uri="{FF2B5EF4-FFF2-40B4-BE49-F238E27FC236}">
                  <a16:creationId xmlns:a16="http://schemas.microsoft.com/office/drawing/2014/main" id="{F5062AEE-33FC-FAC2-40B2-DCAE62A5F139}"/>
                </a:ext>
              </a:extLst>
            </p:cNvPr>
            <p:cNvSpPr txBox="1"/>
            <p:nvPr/>
          </p:nvSpPr>
          <p:spPr>
            <a:xfrm>
              <a:off x="1165119"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7" name="テキスト ボックス 56">
              <a:extLst>
                <a:ext uri="{FF2B5EF4-FFF2-40B4-BE49-F238E27FC236}">
                  <a16:creationId xmlns:a16="http://schemas.microsoft.com/office/drawing/2014/main" id="{A8051B1B-702C-1C4D-C658-E04C2764A46D}"/>
                </a:ext>
              </a:extLst>
            </p:cNvPr>
            <p:cNvSpPr txBox="1"/>
            <p:nvPr/>
          </p:nvSpPr>
          <p:spPr>
            <a:xfrm flipH="1">
              <a:off x="529243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9" name="テキスト ボックス 58">
              <a:extLst>
                <a:ext uri="{FF2B5EF4-FFF2-40B4-BE49-F238E27FC236}">
                  <a16:creationId xmlns:a16="http://schemas.microsoft.com/office/drawing/2014/main" id="{5652D039-A6E9-9E0E-3554-A5158FE12E25}"/>
                </a:ext>
              </a:extLst>
            </p:cNvPr>
            <p:cNvSpPr txBox="1"/>
            <p:nvPr/>
          </p:nvSpPr>
          <p:spPr>
            <a:xfrm>
              <a:off x="284405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1" name="テキスト ボックス 60">
              <a:extLst>
                <a:ext uri="{FF2B5EF4-FFF2-40B4-BE49-F238E27FC236}">
                  <a16:creationId xmlns:a16="http://schemas.microsoft.com/office/drawing/2014/main" id="{355BFF20-7B84-FA96-8BEC-42ACAC520FE8}"/>
                </a:ext>
              </a:extLst>
            </p:cNvPr>
            <p:cNvSpPr txBox="1"/>
            <p:nvPr/>
          </p:nvSpPr>
          <p:spPr>
            <a:xfrm>
              <a:off x="8393833"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3" name="テキスト ボックス 62">
              <a:extLst>
                <a:ext uri="{FF2B5EF4-FFF2-40B4-BE49-F238E27FC236}">
                  <a16:creationId xmlns:a16="http://schemas.microsoft.com/office/drawing/2014/main" id="{CA0855A1-A6E4-5699-A69F-37CB82457197}"/>
                </a:ext>
              </a:extLst>
            </p:cNvPr>
            <p:cNvSpPr txBox="1"/>
            <p:nvPr/>
          </p:nvSpPr>
          <p:spPr>
            <a:xfrm>
              <a:off x="6714895"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5" name="テキスト ボックス 64">
              <a:extLst>
                <a:ext uri="{FF2B5EF4-FFF2-40B4-BE49-F238E27FC236}">
                  <a16:creationId xmlns:a16="http://schemas.microsoft.com/office/drawing/2014/main" id="{9BFE2B0A-D542-FD37-3FDE-F4DC2676D81B}"/>
                </a:ext>
              </a:extLst>
            </p:cNvPr>
            <p:cNvSpPr txBox="1"/>
            <p:nvPr/>
          </p:nvSpPr>
          <p:spPr>
            <a:xfrm flipH="1">
              <a:off x="9816293" y="5913378"/>
              <a:ext cx="1210588"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37" name="四角形: 角を丸くする 36">
            <a:extLst>
              <a:ext uri="{FF2B5EF4-FFF2-40B4-BE49-F238E27FC236}">
                <a16:creationId xmlns:a16="http://schemas.microsoft.com/office/drawing/2014/main" id="{6C878CE1-D5B3-9E23-4E71-50FADD674A07}"/>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grpSp>
        <p:nvGrpSpPr>
          <p:cNvPr id="24" name="グループ化 23">
            <a:extLst>
              <a:ext uri="{FF2B5EF4-FFF2-40B4-BE49-F238E27FC236}">
                <a16:creationId xmlns:a16="http://schemas.microsoft.com/office/drawing/2014/main" id="{7D65733E-CBDA-9AE6-B2FD-90E40876D48E}"/>
              </a:ext>
            </a:extLst>
          </p:cNvPr>
          <p:cNvGrpSpPr/>
          <p:nvPr/>
        </p:nvGrpSpPr>
        <p:grpSpPr>
          <a:xfrm>
            <a:off x="163586" y="134635"/>
            <a:ext cx="1975684" cy="1396119"/>
            <a:chOff x="163586" y="134635"/>
            <a:chExt cx="1975684" cy="1396119"/>
          </a:xfrm>
        </p:grpSpPr>
        <p:grpSp>
          <p:nvGrpSpPr>
            <p:cNvPr id="25" name="グループ化 24">
              <a:extLst>
                <a:ext uri="{FF2B5EF4-FFF2-40B4-BE49-F238E27FC236}">
                  <a16:creationId xmlns:a16="http://schemas.microsoft.com/office/drawing/2014/main" id="{31D8F375-B0D2-4E1D-AFBF-F7101412E055}"/>
                </a:ext>
              </a:extLst>
            </p:cNvPr>
            <p:cNvGrpSpPr/>
            <p:nvPr/>
          </p:nvGrpSpPr>
          <p:grpSpPr>
            <a:xfrm>
              <a:off x="163586" y="134635"/>
              <a:ext cx="1975684" cy="1396119"/>
              <a:chOff x="163586" y="134635"/>
              <a:chExt cx="1975684" cy="1396119"/>
            </a:xfrm>
          </p:grpSpPr>
          <p:pic>
            <p:nvPicPr>
              <p:cNvPr id="27" name="図 26">
                <a:extLst>
                  <a:ext uri="{FF2B5EF4-FFF2-40B4-BE49-F238E27FC236}">
                    <a16:creationId xmlns:a16="http://schemas.microsoft.com/office/drawing/2014/main" id="{0FE92FE8-B78B-904D-8553-6F2BFC97377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8" name="楕円 27">
                <a:extLst>
                  <a:ext uri="{FF2B5EF4-FFF2-40B4-BE49-F238E27FC236}">
                    <a16:creationId xmlns:a16="http://schemas.microsoft.com/office/drawing/2014/main" id="{65E1CA95-EB5F-01F1-3A34-981447F4D635}"/>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6" name="図 25">
              <a:extLst>
                <a:ext uri="{FF2B5EF4-FFF2-40B4-BE49-F238E27FC236}">
                  <a16:creationId xmlns:a16="http://schemas.microsoft.com/office/drawing/2014/main" id="{374B3015-2C3B-EB73-AEFB-C24272D2764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
        <p:nvSpPr>
          <p:cNvPr id="39" name="テキスト ボックス 38">
            <a:extLst>
              <a:ext uri="{FF2B5EF4-FFF2-40B4-BE49-F238E27FC236}">
                <a16:creationId xmlns:a16="http://schemas.microsoft.com/office/drawing/2014/main" id="{F4C2B9DC-E89A-B944-9937-791BE17E8D28}"/>
              </a:ext>
            </a:extLst>
          </p:cNvPr>
          <p:cNvSpPr txBox="1"/>
          <p:nvPr/>
        </p:nvSpPr>
        <p:spPr>
          <a:xfrm>
            <a:off x="1624588" y="641390"/>
            <a:ext cx="146706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ミッション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2" name="四角形: 角を丸くする 1">
            <a:extLst>
              <a:ext uri="{FF2B5EF4-FFF2-40B4-BE49-F238E27FC236}">
                <a16:creationId xmlns:a16="http://schemas.microsoft.com/office/drawing/2014/main" id="{F516C3F2-D060-B7D1-83DF-E3A16FD1EA07}"/>
              </a:ext>
            </a:extLst>
          </p:cNvPr>
          <p:cNvSpPr/>
          <p:nvPr/>
        </p:nvSpPr>
        <p:spPr>
          <a:xfrm>
            <a:off x="1698342" y="1327454"/>
            <a:ext cx="8795316" cy="4056319"/>
          </a:xfrm>
          <a:prstGeom prst="roundRect">
            <a:avLst>
              <a:gd name="adj" fmla="val 9765"/>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a:p>
        </p:txBody>
      </p:sp>
      <p:sp>
        <p:nvSpPr>
          <p:cNvPr id="3" name="四角形: 角を丸くする 2">
            <a:extLst>
              <a:ext uri="{FF2B5EF4-FFF2-40B4-BE49-F238E27FC236}">
                <a16:creationId xmlns:a16="http://schemas.microsoft.com/office/drawing/2014/main" id="{9EB2B798-0080-4C4D-2479-2BAD20AEC6A2}"/>
              </a:ext>
            </a:extLst>
          </p:cNvPr>
          <p:cNvSpPr/>
          <p:nvPr/>
        </p:nvSpPr>
        <p:spPr>
          <a:xfrm>
            <a:off x="2051021" y="3014639"/>
            <a:ext cx="1545081" cy="712577"/>
          </a:xfrm>
          <a:prstGeom prst="roundRect">
            <a:avLst>
              <a:gd name="adj" fmla="val 9765"/>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リミット</a:t>
            </a:r>
          </a:p>
        </p:txBody>
      </p:sp>
      <p:sp>
        <p:nvSpPr>
          <p:cNvPr id="4" name="四角形: 角を丸くする 3">
            <a:extLst>
              <a:ext uri="{FF2B5EF4-FFF2-40B4-BE49-F238E27FC236}">
                <a16:creationId xmlns:a16="http://schemas.microsoft.com/office/drawing/2014/main" id="{8E115F9E-7AB2-4031-9FEC-A64292F4AAAB}"/>
              </a:ext>
            </a:extLst>
          </p:cNvPr>
          <p:cNvSpPr/>
          <p:nvPr/>
        </p:nvSpPr>
        <p:spPr>
          <a:xfrm>
            <a:off x="2051021" y="1871154"/>
            <a:ext cx="1545081"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rPr>
              <a:t>メイン</a:t>
            </a:r>
          </a:p>
        </p:txBody>
      </p:sp>
      <p:sp>
        <p:nvSpPr>
          <p:cNvPr id="5" name="四角形: 角を丸くする 4">
            <a:extLst>
              <a:ext uri="{FF2B5EF4-FFF2-40B4-BE49-F238E27FC236}">
                <a16:creationId xmlns:a16="http://schemas.microsoft.com/office/drawing/2014/main" id="{C572870E-1E22-5297-0D38-99997B3399BB}"/>
              </a:ext>
            </a:extLst>
          </p:cNvPr>
          <p:cNvSpPr/>
          <p:nvPr/>
        </p:nvSpPr>
        <p:spPr>
          <a:xfrm>
            <a:off x="2051021" y="4158125"/>
            <a:ext cx="1545081" cy="712577"/>
          </a:xfrm>
          <a:prstGeom prst="roundRect">
            <a:avLst>
              <a:gd name="adj" fmla="val 9765"/>
            </a:avLst>
          </a:prstGeom>
          <a:solidFill>
            <a:schemeClr val="tx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完了済み</a:t>
            </a:r>
          </a:p>
        </p:txBody>
      </p:sp>
      <p:sp>
        <p:nvSpPr>
          <p:cNvPr id="6" name="フリーフォーム: 図形 5">
            <a:extLst>
              <a:ext uri="{FF2B5EF4-FFF2-40B4-BE49-F238E27FC236}">
                <a16:creationId xmlns:a16="http://schemas.microsoft.com/office/drawing/2014/main" id="{030A4431-248D-5544-D2CA-36830021B847}"/>
              </a:ext>
            </a:extLst>
          </p:cNvPr>
          <p:cNvSpPr/>
          <p:nvPr/>
        </p:nvSpPr>
        <p:spPr>
          <a:xfrm>
            <a:off x="3948781" y="1334606"/>
            <a:ext cx="6544877" cy="4056319"/>
          </a:xfrm>
          <a:custGeom>
            <a:avLst/>
            <a:gdLst>
              <a:gd name="csX0" fmla="*/ 0 w 6544877"/>
              <a:gd name="csY0" fmla="*/ 0 h 4056319"/>
              <a:gd name="csX1" fmla="*/ 6148777 w 6544877"/>
              <a:gd name="csY1" fmla="*/ 0 h 4056319"/>
              <a:gd name="csX2" fmla="*/ 6544877 w 6544877"/>
              <a:gd name="csY2" fmla="*/ 396100 h 4056319"/>
              <a:gd name="csX3" fmla="*/ 6544877 w 6544877"/>
              <a:gd name="csY3" fmla="*/ 3660219 h 4056319"/>
              <a:gd name="csX4" fmla="*/ 6148777 w 6544877"/>
              <a:gd name="csY4" fmla="*/ 4056319 h 4056319"/>
              <a:gd name="csX5" fmla="*/ 0 w 6544877"/>
              <a:gd name="csY5" fmla="*/ 4056319 h 4056319"/>
            </a:gdLst>
            <a:ahLst/>
            <a:cxnLst>
              <a:cxn ang="0">
                <a:pos x="csX0" y="csY0"/>
              </a:cxn>
              <a:cxn ang="0">
                <a:pos x="csX1" y="csY1"/>
              </a:cxn>
              <a:cxn ang="0">
                <a:pos x="csX2" y="csY2"/>
              </a:cxn>
              <a:cxn ang="0">
                <a:pos x="csX3" y="csY3"/>
              </a:cxn>
              <a:cxn ang="0">
                <a:pos x="csX4" y="csY4"/>
              </a:cxn>
              <a:cxn ang="0">
                <a:pos x="csX5" y="csY5"/>
              </a:cxn>
            </a:cxnLst>
            <a:rect l="l" t="t" r="r" b="b"/>
            <a:pathLst>
              <a:path w="6544877" h="4056319">
                <a:moveTo>
                  <a:pt x="0" y="0"/>
                </a:moveTo>
                <a:lnTo>
                  <a:pt x="6148777" y="0"/>
                </a:lnTo>
                <a:cubicBezTo>
                  <a:pt x="6367537" y="0"/>
                  <a:pt x="6544877" y="177340"/>
                  <a:pt x="6544877" y="396100"/>
                </a:cubicBezTo>
                <a:lnTo>
                  <a:pt x="6544877" y="3660219"/>
                </a:lnTo>
                <a:cubicBezTo>
                  <a:pt x="6544877" y="3878979"/>
                  <a:pt x="6367537" y="4056319"/>
                  <a:pt x="6148777" y="4056319"/>
                </a:cubicBezTo>
                <a:lnTo>
                  <a:pt x="0" y="4056319"/>
                </a:lnTo>
                <a:close/>
              </a:path>
            </a:pathLst>
          </a:cu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endParaRPr kumimoji="1" lang="ja-JP" altLang="en-US"/>
          </a:p>
        </p:txBody>
      </p:sp>
      <p:sp>
        <p:nvSpPr>
          <p:cNvPr id="7" name="四角形: 角を丸くする 6">
            <a:extLst>
              <a:ext uri="{FF2B5EF4-FFF2-40B4-BE49-F238E27FC236}">
                <a16:creationId xmlns:a16="http://schemas.microsoft.com/office/drawing/2014/main" id="{5A328BF9-A79E-91C5-AA61-6FE444A099E0}"/>
              </a:ext>
            </a:extLst>
          </p:cNvPr>
          <p:cNvSpPr/>
          <p:nvPr/>
        </p:nvSpPr>
        <p:spPr>
          <a:xfrm>
            <a:off x="3287031" y="1871153"/>
            <a:ext cx="1545081"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4" name="四角形: 角を丸くする 33">
            <a:extLst>
              <a:ext uri="{FF2B5EF4-FFF2-40B4-BE49-F238E27FC236}">
                <a16:creationId xmlns:a16="http://schemas.microsoft.com/office/drawing/2014/main" id="{CCA934F6-FDD9-FA70-0F7F-E64278AAC6B1}"/>
              </a:ext>
            </a:extLst>
          </p:cNvPr>
          <p:cNvSpPr/>
          <p:nvPr/>
        </p:nvSpPr>
        <p:spPr>
          <a:xfrm>
            <a:off x="4489817" y="2302088"/>
            <a:ext cx="5462804" cy="1766061"/>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7" name="テキスト ボックス 46">
            <a:extLst>
              <a:ext uri="{FF2B5EF4-FFF2-40B4-BE49-F238E27FC236}">
                <a16:creationId xmlns:a16="http://schemas.microsoft.com/office/drawing/2014/main" id="{52C88E65-1101-B921-01F7-AF6FCCFCA537}"/>
              </a:ext>
            </a:extLst>
          </p:cNvPr>
          <p:cNvSpPr txBox="1"/>
          <p:nvPr/>
        </p:nvSpPr>
        <p:spPr>
          <a:xfrm>
            <a:off x="5436115" y="1655865"/>
            <a:ext cx="3570208" cy="461665"/>
          </a:xfrm>
          <a:prstGeom prst="rect">
            <a:avLst/>
          </a:prstGeom>
          <a:noFill/>
        </p:spPr>
        <p:txBody>
          <a:bodyPr wrap="none" rtlCol="0">
            <a:spAutoFit/>
          </a:bodyPr>
          <a:lstStyle/>
          <a:p>
            <a:pPr algn="ctr"/>
            <a:r>
              <a:rPr lang="ja-JP" altLang="en-US"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進行中メインミッション</a:t>
            </a:r>
            <a:endParaRPr kumimoji="1" lang="ja-JP" altLang="en-US" sz="24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51" name="グループ化 50">
            <a:extLst>
              <a:ext uri="{FF2B5EF4-FFF2-40B4-BE49-F238E27FC236}">
                <a16:creationId xmlns:a16="http://schemas.microsoft.com/office/drawing/2014/main" id="{5889F6A2-F21E-A518-B03A-D9B1BA500280}"/>
              </a:ext>
            </a:extLst>
          </p:cNvPr>
          <p:cNvGrpSpPr/>
          <p:nvPr/>
        </p:nvGrpSpPr>
        <p:grpSpPr>
          <a:xfrm>
            <a:off x="8710851" y="3368966"/>
            <a:ext cx="1035934" cy="474368"/>
            <a:chOff x="6592795" y="2986404"/>
            <a:chExt cx="1035934" cy="474368"/>
          </a:xfrm>
        </p:grpSpPr>
        <p:sp>
          <p:nvSpPr>
            <p:cNvPr id="48" name="二等辺三角形 47">
              <a:extLst>
                <a:ext uri="{FF2B5EF4-FFF2-40B4-BE49-F238E27FC236}">
                  <a16:creationId xmlns:a16="http://schemas.microsoft.com/office/drawing/2014/main" id="{6BBCA933-1C01-F33E-0FFA-C43DFA061B69}"/>
                </a:ext>
              </a:extLst>
            </p:cNvPr>
            <p:cNvSpPr/>
            <p:nvPr/>
          </p:nvSpPr>
          <p:spPr>
            <a:xfrm rot="5400000">
              <a:off x="7187076" y="3019119"/>
              <a:ext cx="474368" cy="408938"/>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0" name="テキスト ボックス 49">
              <a:extLst>
                <a:ext uri="{FF2B5EF4-FFF2-40B4-BE49-F238E27FC236}">
                  <a16:creationId xmlns:a16="http://schemas.microsoft.com/office/drawing/2014/main" id="{ECC1D17B-43FE-A39D-FE56-143DE6FCFB99}"/>
                </a:ext>
              </a:extLst>
            </p:cNvPr>
            <p:cNvSpPr txBox="1"/>
            <p:nvPr/>
          </p:nvSpPr>
          <p:spPr>
            <a:xfrm>
              <a:off x="6592795" y="3038922"/>
              <a:ext cx="646332" cy="369332"/>
            </a:xfrm>
            <a:prstGeom prst="rect">
              <a:avLst/>
            </a:prstGeom>
            <a:noFill/>
          </p:spPr>
          <p:txBody>
            <a:bodyPr wrap="none" rtlCol="0">
              <a:spAutoFit/>
            </a:bodyPr>
            <a:lstStyle/>
            <a:p>
              <a:pPr algn="ctr"/>
              <a:r>
                <a:rPr lang="ja-JP" altLang="en-US">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進む</a:t>
              </a:r>
              <a:endParaRPr kumimoji="1" lang="ja-JP" altLang="en-US"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54" name="テキスト ボックス 53">
            <a:extLst>
              <a:ext uri="{FF2B5EF4-FFF2-40B4-BE49-F238E27FC236}">
                <a16:creationId xmlns:a16="http://schemas.microsoft.com/office/drawing/2014/main" id="{577263E4-A362-D5C9-3907-71DFFF4D7F6D}"/>
              </a:ext>
            </a:extLst>
          </p:cNvPr>
          <p:cNvSpPr txBox="1"/>
          <p:nvPr/>
        </p:nvSpPr>
        <p:spPr>
          <a:xfrm>
            <a:off x="4832112" y="2458324"/>
            <a:ext cx="1723549"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ミッション名</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8" name="テキスト ボックス 57">
            <a:extLst>
              <a:ext uri="{FF2B5EF4-FFF2-40B4-BE49-F238E27FC236}">
                <a16:creationId xmlns:a16="http://schemas.microsoft.com/office/drawing/2014/main" id="{23E0BCDD-886C-BDFB-1561-D22CC22AE5FF}"/>
              </a:ext>
            </a:extLst>
          </p:cNvPr>
          <p:cNvSpPr txBox="1"/>
          <p:nvPr/>
        </p:nvSpPr>
        <p:spPr>
          <a:xfrm>
            <a:off x="4832112" y="3067977"/>
            <a:ext cx="3877985" cy="830997"/>
          </a:xfrm>
          <a:prstGeom prst="rect">
            <a:avLst/>
          </a:prstGeom>
          <a:noFill/>
        </p:spPr>
        <p:txBody>
          <a:bodyPr wrap="none" rtlCol="0">
            <a:spAutoFit/>
          </a:bodyPr>
          <a:lstStyle/>
          <a:p>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フレーバーテキストフレーバーテキスト</a:t>
            </a:r>
          </a:p>
          <a:p>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フレーバーテキストフレーバーテキスト</a:t>
            </a:r>
            <a:br>
              <a:rPr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br>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フレーバーテキストフレーバーテキスト</a:t>
            </a:r>
          </a:p>
        </p:txBody>
      </p:sp>
      <p:grpSp>
        <p:nvGrpSpPr>
          <p:cNvPr id="67" name="グループ化 66">
            <a:extLst>
              <a:ext uri="{FF2B5EF4-FFF2-40B4-BE49-F238E27FC236}">
                <a16:creationId xmlns:a16="http://schemas.microsoft.com/office/drawing/2014/main" id="{6EB66948-BF81-8F20-4652-E925184DD856}"/>
              </a:ext>
            </a:extLst>
          </p:cNvPr>
          <p:cNvGrpSpPr/>
          <p:nvPr/>
        </p:nvGrpSpPr>
        <p:grpSpPr>
          <a:xfrm>
            <a:off x="5005082" y="4273145"/>
            <a:ext cx="4432274" cy="914400"/>
            <a:chOff x="5314511" y="4226490"/>
            <a:chExt cx="4432274" cy="914400"/>
          </a:xfrm>
        </p:grpSpPr>
        <p:sp>
          <p:nvSpPr>
            <p:cNvPr id="60" name="楕円 59">
              <a:extLst>
                <a:ext uri="{FF2B5EF4-FFF2-40B4-BE49-F238E27FC236}">
                  <a16:creationId xmlns:a16="http://schemas.microsoft.com/office/drawing/2014/main" id="{1E3FFB0B-DB60-00CE-E8FF-9B5EA46B52DF}"/>
                </a:ext>
              </a:extLst>
            </p:cNvPr>
            <p:cNvSpPr/>
            <p:nvPr/>
          </p:nvSpPr>
          <p:spPr>
            <a:xfrm>
              <a:off x="8832385" y="4226490"/>
              <a:ext cx="914400" cy="914400"/>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4" name="テキスト ボックス 63">
              <a:extLst>
                <a:ext uri="{FF2B5EF4-FFF2-40B4-BE49-F238E27FC236}">
                  <a16:creationId xmlns:a16="http://schemas.microsoft.com/office/drawing/2014/main" id="{C050A1B5-F3BF-8E3E-D291-D7B628E9146C}"/>
                </a:ext>
              </a:extLst>
            </p:cNvPr>
            <p:cNvSpPr txBox="1"/>
            <p:nvPr/>
          </p:nvSpPr>
          <p:spPr>
            <a:xfrm>
              <a:off x="5314511" y="4422080"/>
              <a:ext cx="3108543" cy="523220"/>
            </a:xfrm>
            <a:prstGeom prst="rect">
              <a:avLst/>
            </a:prstGeom>
            <a:noFill/>
          </p:spPr>
          <p:txBody>
            <a:bodyPr wrap="none" rtlCol="0">
              <a:spAutoFit/>
            </a:bodyPr>
            <a:lstStyle/>
            <a:p>
              <a:r>
                <a:rPr lang="en-US" altLang="ja-JP"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a:t>
              </a:r>
              <a:r>
                <a:rPr lang="ja-JP" altLang="en-US"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章　</a:t>
              </a:r>
              <a:r>
                <a:rPr lang="ja-JP" altLang="en-US" sz="28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章のタイトル</a:t>
              </a:r>
              <a:endParaRPr kumimoji="1" lang="ja-JP" altLang="en-US" sz="24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69" name="テキスト ボックス 68">
            <a:extLst>
              <a:ext uri="{FF2B5EF4-FFF2-40B4-BE49-F238E27FC236}">
                <a16:creationId xmlns:a16="http://schemas.microsoft.com/office/drawing/2014/main" id="{422DA5DA-528E-7DD1-7D31-7F97B7215A1F}"/>
              </a:ext>
            </a:extLst>
          </p:cNvPr>
          <p:cNvSpPr txBox="1"/>
          <p:nvPr/>
        </p:nvSpPr>
        <p:spPr>
          <a:xfrm>
            <a:off x="8526924" y="4412749"/>
            <a:ext cx="902811" cy="523220"/>
          </a:xfrm>
          <a:prstGeom prst="rect">
            <a:avLst/>
          </a:prstGeom>
          <a:noFill/>
        </p:spPr>
        <p:txBody>
          <a:bodyPr wrap="none" rtlCol="0">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a:t>
            </a:r>
            <a:b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b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アイコン</a:t>
            </a:r>
          </a:p>
        </p:txBody>
      </p:sp>
    </p:spTree>
    <p:extLst>
      <p:ext uri="{BB962C8B-B14F-4D97-AF65-F5344CB8AC3E}">
        <p14:creationId xmlns:p14="http://schemas.microsoft.com/office/powerpoint/2010/main" val="2790360023"/>
      </p:ext>
    </p:extLst>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AA4DB7-15EF-70E7-4410-6CB2A415D27D}"/>
            </a:ext>
          </a:extLst>
        </p:cNvPr>
        <p:cNvGrpSpPr/>
        <p:nvPr/>
      </p:nvGrpSpPr>
      <p:grpSpPr>
        <a:xfrm>
          <a:off x="0" y="0"/>
          <a:ext cx="0" cy="0"/>
          <a:chOff x="0" y="0"/>
          <a:chExt cx="0" cy="0"/>
        </a:xfrm>
      </p:grpSpPr>
      <p:grpSp>
        <p:nvGrpSpPr>
          <p:cNvPr id="66" name="グループ化 65">
            <a:extLst>
              <a:ext uri="{FF2B5EF4-FFF2-40B4-BE49-F238E27FC236}">
                <a16:creationId xmlns:a16="http://schemas.microsoft.com/office/drawing/2014/main" id="{44C99BF3-3442-1642-F526-731183DB3806}"/>
              </a:ext>
            </a:extLst>
          </p:cNvPr>
          <p:cNvGrpSpPr/>
          <p:nvPr/>
        </p:nvGrpSpPr>
        <p:grpSpPr>
          <a:xfrm>
            <a:off x="431675" y="5640918"/>
            <a:ext cx="11328651" cy="929715"/>
            <a:chOff x="431675" y="5640918"/>
            <a:chExt cx="11328651" cy="929715"/>
          </a:xfrm>
        </p:grpSpPr>
        <p:sp>
          <p:nvSpPr>
            <p:cNvPr id="43" name="四角形: 角を丸くする 42">
              <a:extLst>
                <a:ext uri="{FF2B5EF4-FFF2-40B4-BE49-F238E27FC236}">
                  <a16:creationId xmlns:a16="http://schemas.microsoft.com/office/drawing/2014/main" id="{16CBE689-EE2B-604E-A38A-AC1F58C8944B}"/>
                </a:ext>
              </a:extLst>
            </p:cNvPr>
            <p:cNvSpPr/>
            <p:nvPr/>
          </p:nvSpPr>
          <p:spPr>
            <a:xfrm>
              <a:off x="431675" y="5656233"/>
              <a:ext cx="11328651" cy="914400"/>
            </a:xfrm>
            <a:prstGeom prst="roundRect">
              <a:avLst>
                <a:gd name="adj" fmla="val 4803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53" name="四角形: 角を丸くする 52">
              <a:extLst>
                <a:ext uri="{FF2B5EF4-FFF2-40B4-BE49-F238E27FC236}">
                  <a16:creationId xmlns:a16="http://schemas.microsoft.com/office/drawing/2014/main" id="{61CEE0ED-8E28-7552-8D85-44A8691D8E59}"/>
                </a:ext>
              </a:extLst>
            </p:cNvPr>
            <p:cNvSpPr/>
            <p:nvPr/>
          </p:nvSpPr>
          <p:spPr>
            <a:xfrm>
              <a:off x="989774" y="5640918"/>
              <a:ext cx="1338828" cy="914400"/>
            </a:xfrm>
            <a:prstGeom prst="roundRect">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5" name="テキスト ボックス 54">
              <a:extLst>
                <a:ext uri="{FF2B5EF4-FFF2-40B4-BE49-F238E27FC236}">
                  <a16:creationId xmlns:a16="http://schemas.microsoft.com/office/drawing/2014/main" id="{66E5D3CA-3B64-5947-7D5B-8B3DC02F1D69}"/>
                </a:ext>
              </a:extLst>
            </p:cNvPr>
            <p:cNvSpPr txBox="1"/>
            <p:nvPr/>
          </p:nvSpPr>
          <p:spPr>
            <a:xfrm>
              <a:off x="1165119"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7" name="テキスト ボックス 56">
              <a:extLst>
                <a:ext uri="{FF2B5EF4-FFF2-40B4-BE49-F238E27FC236}">
                  <a16:creationId xmlns:a16="http://schemas.microsoft.com/office/drawing/2014/main" id="{8C47F531-3FBC-8E50-FCC3-04E06CFAD141}"/>
                </a:ext>
              </a:extLst>
            </p:cNvPr>
            <p:cNvSpPr txBox="1"/>
            <p:nvPr/>
          </p:nvSpPr>
          <p:spPr>
            <a:xfrm flipH="1">
              <a:off x="529243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9" name="テキスト ボックス 58">
              <a:extLst>
                <a:ext uri="{FF2B5EF4-FFF2-40B4-BE49-F238E27FC236}">
                  <a16:creationId xmlns:a16="http://schemas.microsoft.com/office/drawing/2014/main" id="{1529023B-D464-F14C-01D7-2BEDBDC57F6A}"/>
                </a:ext>
              </a:extLst>
            </p:cNvPr>
            <p:cNvSpPr txBox="1"/>
            <p:nvPr/>
          </p:nvSpPr>
          <p:spPr>
            <a:xfrm>
              <a:off x="284405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1" name="テキスト ボックス 60">
              <a:extLst>
                <a:ext uri="{FF2B5EF4-FFF2-40B4-BE49-F238E27FC236}">
                  <a16:creationId xmlns:a16="http://schemas.microsoft.com/office/drawing/2014/main" id="{3ACC891E-8B48-6816-86EE-20ACF284F0CF}"/>
                </a:ext>
              </a:extLst>
            </p:cNvPr>
            <p:cNvSpPr txBox="1"/>
            <p:nvPr/>
          </p:nvSpPr>
          <p:spPr>
            <a:xfrm>
              <a:off x="8393833"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3" name="テキスト ボックス 62">
              <a:extLst>
                <a:ext uri="{FF2B5EF4-FFF2-40B4-BE49-F238E27FC236}">
                  <a16:creationId xmlns:a16="http://schemas.microsoft.com/office/drawing/2014/main" id="{F58F6442-7262-578E-2D42-E41A48A20D35}"/>
                </a:ext>
              </a:extLst>
            </p:cNvPr>
            <p:cNvSpPr txBox="1"/>
            <p:nvPr/>
          </p:nvSpPr>
          <p:spPr>
            <a:xfrm>
              <a:off x="6714895"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5" name="テキスト ボックス 64">
              <a:extLst>
                <a:ext uri="{FF2B5EF4-FFF2-40B4-BE49-F238E27FC236}">
                  <a16:creationId xmlns:a16="http://schemas.microsoft.com/office/drawing/2014/main" id="{2861AEF6-BA29-E08B-20AC-504FF43F853A}"/>
                </a:ext>
              </a:extLst>
            </p:cNvPr>
            <p:cNvSpPr txBox="1"/>
            <p:nvPr/>
          </p:nvSpPr>
          <p:spPr>
            <a:xfrm flipH="1">
              <a:off x="9816293" y="5913378"/>
              <a:ext cx="1210588"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37" name="四角形: 角を丸くする 36">
            <a:extLst>
              <a:ext uri="{FF2B5EF4-FFF2-40B4-BE49-F238E27FC236}">
                <a16:creationId xmlns:a16="http://schemas.microsoft.com/office/drawing/2014/main" id="{68015B0B-B041-C5C7-E3BA-5A9B7027C620}"/>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grpSp>
        <p:nvGrpSpPr>
          <p:cNvPr id="24" name="グループ化 23">
            <a:extLst>
              <a:ext uri="{FF2B5EF4-FFF2-40B4-BE49-F238E27FC236}">
                <a16:creationId xmlns:a16="http://schemas.microsoft.com/office/drawing/2014/main" id="{38B64EFD-795B-A2EB-23CD-429A75242676}"/>
              </a:ext>
            </a:extLst>
          </p:cNvPr>
          <p:cNvGrpSpPr/>
          <p:nvPr/>
        </p:nvGrpSpPr>
        <p:grpSpPr>
          <a:xfrm>
            <a:off x="163586" y="134635"/>
            <a:ext cx="1975684" cy="1396119"/>
            <a:chOff x="163586" y="134635"/>
            <a:chExt cx="1975684" cy="1396119"/>
          </a:xfrm>
        </p:grpSpPr>
        <p:grpSp>
          <p:nvGrpSpPr>
            <p:cNvPr id="25" name="グループ化 24">
              <a:extLst>
                <a:ext uri="{FF2B5EF4-FFF2-40B4-BE49-F238E27FC236}">
                  <a16:creationId xmlns:a16="http://schemas.microsoft.com/office/drawing/2014/main" id="{32CEA8E2-6666-460F-2237-3CB0F5A059AD}"/>
                </a:ext>
              </a:extLst>
            </p:cNvPr>
            <p:cNvGrpSpPr/>
            <p:nvPr/>
          </p:nvGrpSpPr>
          <p:grpSpPr>
            <a:xfrm>
              <a:off x="163586" y="134635"/>
              <a:ext cx="1975684" cy="1396119"/>
              <a:chOff x="163586" y="134635"/>
              <a:chExt cx="1975684" cy="1396119"/>
            </a:xfrm>
          </p:grpSpPr>
          <p:pic>
            <p:nvPicPr>
              <p:cNvPr id="27" name="図 26">
                <a:extLst>
                  <a:ext uri="{FF2B5EF4-FFF2-40B4-BE49-F238E27FC236}">
                    <a16:creationId xmlns:a16="http://schemas.microsoft.com/office/drawing/2014/main" id="{FE00D0FE-4131-A87C-7538-E0C464585C8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8" name="楕円 27">
                <a:extLst>
                  <a:ext uri="{FF2B5EF4-FFF2-40B4-BE49-F238E27FC236}">
                    <a16:creationId xmlns:a16="http://schemas.microsoft.com/office/drawing/2014/main" id="{DFAC3484-1077-6409-D1AF-ED3893DA5B96}"/>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6" name="図 25">
              <a:extLst>
                <a:ext uri="{FF2B5EF4-FFF2-40B4-BE49-F238E27FC236}">
                  <a16:creationId xmlns:a16="http://schemas.microsoft.com/office/drawing/2014/main" id="{B8F247A7-B7A9-E658-C9B6-690B6DDAE36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
        <p:nvSpPr>
          <p:cNvPr id="39" name="テキスト ボックス 38">
            <a:extLst>
              <a:ext uri="{FF2B5EF4-FFF2-40B4-BE49-F238E27FC236}">
                <a16:creationId xmlns:a16="http://schemas.microsoft.com/office/drawing/2014/main" id="{55881C05-3167-DC99-4011-721BB4BB18E5}"/>
              </a:ext>
            </a:extLst>
          </p:cNvPr>
          <p:cNvSpPr txBox="1"/>
          <p:nvPr/>
        </p:nvSpPr>
        <p:spPr>
          <a:xfrm>
            <a:off x="1624588" y="641390"/>
            <a:ext cx="146706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ミッション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2" name="四角形: 角を丸くする 1">
            <a:extLst>
              <a:ext uri="{FF2B5EF4-FFF2-40B4-BE49-F238E27FC236}">
                <a16:creationId xmlns:a16="http://schemas.microsoft.com/office/drawing/2014/main" id="{3F5AA669-1C4F-3A97-4360-1FB638C270A8}"/>
              </a:ext>
            </a:extLst>
          </p:cNvPr>
          <p:cNvSpPr/>
          <p:nvPr/>
        </p:nvSpPr>
        <p:spPr>
          <a:xfrm>
            <a:off x="1698342" y="1327454"/>
            <a:ext cx="8795316" cy="4056319"/>
          </a:xfrm>
          <a:prstGeom prst="roundRect">
            <a:avLst>
              <a:gd name="adj" fmla="val 9765"/>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a:p>
        </p:txBody>
      </p:sp>
      <p:sp>
        <p:nvSpPr>
          <p:cNvPr id="3" name="四角形: 角を丸くする 2">
            <a:extLst>
              <a:ext uri="{FF2B5EF4-FFF2-40B4-BE49-F238E27FC236}">
                <a16:creationId xmlns:a16="http://schemas.microsoft.com/office/drawing/2014/main" id="{BDBEA0AB-8D52-442C-4F82-698262398550}"/>
              </a:ext>
            </a:extLst>
          </p:cNvPr>
          <p:cNvSpPr/>
          <p:nvPr/>
        </p:nvSpPr>
        <p:spPr>
          <a:xfrm>
            <a:off x="2051021" y="3014639"/>
            <a:ext cx="1545081"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rPr>
              <a:t>リミット</a:t>
            </a:r>
          </a:p>
        </p:txBody>
      </p:sp>
      <p:sp>
        <p:nvSpPr>
          <p:cNvPr id="4" name="四角形: 角を丸くする 3">
            <a:extLst>
              <a:ext uri="{FF2B5EF4-FFF2-40B4-BE49-F238E27FC236}">
                <a16:creationId xmlns:a16="http://schemas.microsoft.com/office/drawing/2014/main" id="{9A247EEB-24B2-2D73-9FE0-648A59A1AAE0}"/>
              </a:ext>
            </a:extLst>
          </p:cNvPr>
          <p:cNvSpPr/>
          <p:nvPr/>
        </p:nvSpPr>
        <p:spPr>
          <a:xfrm>
            <a:off x="2051021" y="1871154"/>
            <a:ext cx="1545081" cy="712577"/>
          </a:xfrm>
          <a:prstGeom prst="roundRect">
            <a:avLst>
              <a:gd name="adj" fmla="val 9765"/>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メイン</a:t>
            </a:r>
          </a:p>
        </p:txBody>
      </p:sp>
      <p:sp>
        <p:nvSpPr>
          <p:cNvPr id="5" name="四角形: 角を丸くする 4">
            <a:extLst>
              <a:ext uri="{FF2B5EF4-FFF2-40B4-BE49-F238E27FC236}">
                <a16:creationId xmlns:a16="http://schemas.microsoft.com/office/drawing/2014/main" id="{6BDA14BD-5FAC-DD6C-9DFA-81CB0EE9D0B4}"/>
              </a:ext>
            </a:extLst>
          </p:cNvPr>
          <p:cNvSpPr/>
          <p:nvPr/>
        </p:nvSpPr>
        <p:spPr>
          <a:xfrm>
            <a:off x="2051021" y="4158125"/>
            <a:ext cx="1545081" cy="712577"/>
          </a:xfrm>
          <a:prstGeom prst="roundRect">
            <a:avLst>
              <a:gd name="adj" fmla="val 9765"/>
            </a:avLst>
          </a:prstGeom>
          <a:solidFill>
            <a:schemeClr val="tx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完了済み</a:t>
            </a:r>
          </a:p>
        </p:txBody>
      </p:sp>
      <p:sp>
        <p:nvSpPr>
          <p:cNvPr id="6" name="フリーフォーム: 図形 5">
            <a:extLst>
              <a:ext uri="{FF2B5EF4-FFF2-40B4-BE49-F238E27FC236}">
                <a16:creationId xmlns:a16="http://schemas.microsoft.com/office/drawing/2014/main" id="{EF60B242-1AF7-70E2-8E20-A68F179ED598}"/>
              </a:ext>
            </a:extLst>
          </p:cNvPr>
          <p:cNvSpPr/>
          <p:nvPr/>
        </p:nvSpPr>
        <p:spPr>
          <a:xfrm>
            <a:off x="3948781" y="1334606"/>
            <a:ext cx="6544877" cy="4056319"/>
          </a:xfrm>
          <a:custGeom>
            <a:avLst/>
            <a:gdLst>
              <a:gd name="csX0" fmla="*/ 0 w 6544877"/>
              <a:gd name="csY0" fmla="*/ 0 h 4056319"/>
              <a:gd name="csX1" fmla="*/ 6148777 w 6544877"/>
              <a:gd name="csY1" fmla="*/ 0 h 4056319"/>
              <a:gd name="csX2" fmla="*/ 6544877 w 6544877"/>
              <a:gd name="csY2" fmla="*/ 396100 h 4056319"/>
              <a:gd name="csX3" fmla="*/ 6544877 w 6544877"/>
              <a:gd name="csY3" fmla="*/ 3660219 h 4056319"/>
              <a:gd name="csX4" fmla="*/ 6148777 w 6544877"/>
              <a:gd name="csY4" fmla="*/ 4056319 h 4056319"/>
              <a:gd name="csX5" fmla="*/ 0 w 6544877"/>
              <a:gd name="csY5" fmla="*/ 4056319 h 4056319"/>
            </a:gdLst>
            <a:ahLst/>
            <a:cxnLst>
              <a:cxn ang="0">
                <a:pos x="csX0" y="csY0"/>
              </a:cxn>
              <a:cxn ang="0">
                <a:pos x="csX1" y="csY1"/>
              </a:cxn>
              <a:cxn ang="0">
                <a:pos x="csX2" y="csY2"/>
              </a:cxn>
              <a:cxn ang="0">
                <a:pos x="csX3" y="csY3"/>
              </a:cxn>
              <a:cxn ang="0">
                <a:pos x="csX4" y="csY4"/>
              </a:cxn>
              <a:cxn ang="0">
                <a:pos x="csX5" y="csY5"/>
              </a:cxn>
            </a:cxnLst>
            <a:rect l="l" t="t" r="r" b="b"/>
            <a:pathLst>
              <a:path w="6544877" h="4056319">
                <a:moveTo>
                  <a:pt x="0" y="0"/>
                </a:moveTo>
                <a:lnTo>
                  <a:pt x="6148777" y="0"/>
                </a:lnTo>
                <a:cubicBezTo>
                  <a:pt x="6367537" y="0"/>
                  <a:pt x="6544877" y="177340"/>
                  <a:pt x="6544877" y="396100"/>
                </a:cubicBezTo>
                <a:lnTo>
                  <a:pt x="6544877" y="3660219"/>
                </a:lnTo>
                <a:cubicBezTo>
                  <a:pt x="6544877" y="3878979"/>
                  <a:pt x="6367537" y="4056319"/>
                  <a:pt x="6148777" y="4056319"/>
                </a:cubicBezTo>
                <a:lnTo>
                  <a:pt x="0" y="4056319"/>
                </a:lnTo>
                <a:close/>
              </a:path>
            </a:pathLst>
          </a:cu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endParaRPr kumimoji="1" lang="ja-JP" altLang="en-US"/>
          </a:p>
        </p:txBody>
      </p:sp>
      <p:sp>
        <p:nvSpPr>
          <p:cNvPr id="7" name="四角形: 角を丸くする 6">
            <a:extLst>
              <a:ext uri="{FF2B5EF4-FFF2-40B4-BE49-F238E27FC236}">
                <a16:creationId xmlns:a16="http://schemas.microsoft.com/office/drawing/2014/main" id="{6940A47A-BFA8-3241-891C-5B632BF16B15}"/>
              </a:ext>
            </a:extLst>
          </p:cNvPr>
          <p:cNvSpPr/>
          <p:nvPr/>
        </p:nvSpPr>
        <p:spPr>
          <a:xfrm>
            <a:off x="3287031" y="3009492"/>
            <a:ext cx="1545081"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5" name="テキスト ボックス 14">
            <a:extLst>
              <a:ext uri="{FF2B5EF4-FFF2-40B4-BE49-F238E27FC236}">
                <a16:creationId xmlns:a16="http://schemas.microsoft.com/office/drawing/2014/main" id="{2B4F2EDC-3D3F-7A96-3CD3-FC6C962B4CF2}"/>
              </a:ext>
            </a:extLst>
          </p:cNvPr>
          <p:cNvSpPr txBox="1"/>
          <p:nvPr/>
        </p:nvSpPr>
        <p:spPr>
          <a:xfrm>
            <a:off x="5487411" y="1472065"/>
            <a:ext cx="3467616" cy="584775"/>
          </a:xfrm>
          <a:prstGeom prst="rect">
            <a:avLst/>
          </a:prstGeom>
          <a:noFill/>
        </p:spPr>
        <p:txBody>
          <a:bodyPr wrap="none" rtlCol="0">
            <a:spAutoFit/>
          </a:bodyPr>
          <a:lstStyle/>
          <a:p>
            <a:pPr algn="ctr"/>
            <a:r>
              <a:rPr lang="en-US" altLang="ja-JP" sz="3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a:t>
            </a:r>
            <a:r>
              <a:rPr lang="ja-JP" altLang="en-US"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章リミットミッション</a:t>
            </a:r>
            <a:endParaRPr kumimoji="1" lang="ja-JP" altLang="en-US" sz="24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12" name="グループ化 11">
            <a:extLst>
              <a:ext uri="{FF2B5EF4-FFF2-40B4-BE49-F238E27FC236}">
                <a16:creationId xmlns:a16="http://schemas.microsoft.com/office/drawing/2014/main" id="{E5D33729-9530-D277-EE46-06C0965558E5}"/>
              </a:ext>
            </a:extLst>
          </p:cNvPr>
          <p:cNvGrpSpPr/>
          <p:nvPr/>
        </p:nvGrpSpPr>
        <p:grpSpPr>
          <a:xfrm>
            <a:off x="4558118" y="2229140"/>
            <a:ext cx="5102512" cy="619528"/>
            <a:chOff x="4560112" y="2357800"/>
            <a:chExt cx="5102512" cy="619528"/>
          </a:xfrm>
        </p:grpSpPr>
        <p:sp>
          <p:nvSpPr>
            <p:cNvPr id="11" name="四角形: 角を丸くする 10">
              <a:extLst>
                <a:ext uri="{FF2B5EF4-FFF2-40B4-BE49-F238E27FC236}">
                  <a16:creationId xmlns:a16="http://schemas.microsoft.com/office/drawing/2014/main" id="{FA3BA6BC-BB59-19A8-A534-BC79B5B3261D}"/>
                </a:ext>
              </a:extLst>
            </p:cNvPr>
            <p:cNvSpPr/>
            <p:nvPr/>
          </p:nvSpPr>
          <p:spPr>
            <a:xfrm>
              <a:off x="4560112" y="2357800"/>
              <a:ext cx="5102512" cy="619528"/>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18" name="グループ化 17">
              <a:extLst>
                <a:ext uri="{FF2B5EF4-FFF2-40B4-BE49-F238E27FC236}">
                  <a16:creationId xmlns:a16="http://schemas.microsoft.com/office/drawing/2014/main" id="{F2C8B4D1-CE5F-5295-81F7-83D922C877D1}"/>
                </a:ext>
              </a:extLst>
            </p:cNvPr>
            <p:cNvGrpSpPr/>
            <p:nvPr/>
          </p:nvGrpSpPr>
          <p:grpSpPr>
            <a:xfrm>
              <a:off x="7856185" y="2477481"/>
              <a:ext cx="976199" cy="380166"/>
              <a:chOff x="6592795" y="2998878"/>
              <a:chExt cx="976199" cy="380166"/>
            </a:xfrm>
          </p:grpSpPr>
          <p:sp>
            <p:nvSpPr>
              <p:cNvPr id="20" name="二等辺三角形 19">
                <a:extLst>
                  <a:ext uri="{FF2B5EF4-FFF2-40B4-BE49-F238E27FC236}">
                    <a16:creationId xmlns:a16="http://schemas.microsoft.com/office/drawing/2014/main" id="{09060CE0-F531-6452-C0A7-B7094DAADBAB}"/>
                  </a:ext>
                </a:extLst>
              </p:cNvPr>
              <p:cNvSpPr/>
              <p:nvPr/>
            </p:nvSpPr>
            <p:spPr>
              <a:xfrm rot="5400000">
                <a:off x="7230628" y="3040678"/>
                <a:ext cx="363430" cy="313302"/>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テキスト ボックス 21">
                <a:extLst>
                  <a:ext uri="{FF2B5EF4-FFF2-40B4-BE49-F238E27FC236}">
                    <a16:creationId xmlns:a16="http://schemas.microsoft.com/office/drawing/2014/main" id="{90CB34FE-1FEB-C781-C5DF-167F01E77EE3}"/>
                  </a:ext>
                </a:extLst>
              </p:cNvPr>
              <p:cNvSpPr txBox="1"/>
              <p:nvPr/>
            </p:nvSpPr>
            <p:spPr>
              <a:xfrm>
                <a:off x="6592795" y="2998878"/>
                <a:ext cx="646332" cy="369332"/>
              </a:xfrm>
              <a:prstGeom prst="rect">
                <a:avLst/>
              </a:prstGeom>
              <a:noFill/>
            </p:spPr>
            <p:txBody>
              <a:bodyPr wrap="none" rtlCol="0">
                <a:spAutoFit/>
              </a:bodyPr>
              <a:lstStyle/>
              <a:p>
                <a:pPr algn="ctr"/>
                <a:r>
                  <a:rPr lang="ja-JP" altLang="en-US">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進む</a:t>
                </a:r>
                <a:endParaRPr kumimoji="1" lang="ja-JP" altLang="en-US"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29" name="テキスト ボックス 28">
              <a:extLst>
                <a:ext uri="{FF2B5EF4-FFF2-40B4-BE49-F238E27FC236}">
                  <a16:creationId xmlns:a16="http://schemas.microsoft.com/office/drawing/2014/main" id="{F056FF9C-E8C7-4F4C-0F9C-90BFFB6D2441}"/>
                </a:ext>
              </a:extLst>
            </p:cNvPr>
            <p:cNvSpPr txBox="1"/>
            <p:nvPr/>
          </p:nvSpPr>
          <p:spPr>
            <a:xfrm>
              <a:off x="4758592" y="2467509"/>
              <a:ext cx="1723549"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ミッション名</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82" name="楕円 81">
              <a:extLst>
                <a:ext uri="{FF2B5EF4-FFF2-40B4-BE49-F238E27FC236}">
                  <a16:creationId xmlns:a16="http://schemas.microsoft.com/office/drawing/2014/main" id="{64BFD419-2412-68EC-C03F-D4857CFE51E0}"/>
                </a:ext>
              </a:extLst>
            </p:cNvPr>
            <p:cNvSpPr/>
            <p:nvPr/>
          </p:nvSpPr>
          <p:spPr>
            <a:xfrm flipH="1">
              <a:off x="9045928" y="2444807"/>
              <a:ext cx="445515" cy="445515"/>
            </a:xfrm>
            <a:prstGeom prst="ellipse">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8" name="グループ化 7">
            <a:extLst>
              <a:ext uri="{FF2B5EF4-FFF2-40B4-BE49-F238E27FC236}">
                <a16:creationId xmlns:a16="http://schemas.microsoft.com/office/drawing/2014/main" id="{6AA2DE62-785F-D8C5-266F-6C72C008423E}"/>
              </a:ext>
            </a:extLst>
          </p:cNvPr>
          <p:cNvGrpSpPr/>
          <p:nvPr/>
        </p:nvGrpSpPr>
        <p:grpSpPr>
          <a:xfrm>
            <a:off x="9917113" y="2265322"/>
            <a:ext cx="236362" cy="2161157"/>
            <a:chOff x="11044871" y="4022147"/>
            <a:chExt cx="236362" cy="2031812"/>
          </a:xfrm>
        </p:grpSpPr>
        <p:sp>
          <p:nvSpPr>
            <p:cNvPr id="9" name="四角形: 角を丸くする 8">
              <a:extLst>
                <a:ext uri="{FF2B5EF4-FFF2-40B4-BE49-F238E27FC236}">
                  <a16:creationId xmlns:a16="http://schemas.microsoft.com/office/drawing/2014/main" id="{58A3A44F-6B8F-DAFD-A27E-6CDEC74FF488}"/>
                </a:ext>
              </a:extLst>
            </p:cNvPr>
            <p:cNvSpPr/>
            <p:nvPr/>
          </p:nvSpPr>
          <p:spPr>
            <a:xfrm>
              <a:off x="11044871" y="4022147"/>
              <a:ext cx="236362" cy="2031812"/>
            </a:xfrm>
            <a:prstGeom prst="roundRect">
              <a:avLst/>
            </a:prstGeom>
            <a:no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 name="四角形: 角を丸くする 9">
              <a:extLst>
                <a:ext uri="{FF2B5EF4-FFF2-40B4-BE49-F238E27FC236}">
                  <a16:creationId xmlns:a16="http://schemas.microsoft.com/office/drawing/2014/main" id="{F1725D42-0F71-8190-FAB8-91E679913530}"/>
                </a:ext>
              </a:extLst>
            </p:cNvPr>
            <p:cNvSpPr/>
            <p:nvPr/>
          </p:nvSpPr>
          <p:spPr>
            <a:xfrm>
              <a:off x="11066205" y="4094529"/>
              <a:ext cx="193695" cy="571313"/>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13" name="グループ化 12">
            <a:extLst>
              <a:ext uri="{FF2B5EF4-FFF2-40B4-BE49-F238E27FC236}">
                <a16:creationId xmlns:a16="http://schemas.microsoft.com/office/drawing/2014/main" id="{E5334DC9-FF50-F136-D5BC-0DC6ED7B6B56}"/>
              </a:ext>
            </a:extLst>
          </p:cNvPr>
          <p:cNvGrpSpPr/>
          <p:nvPr/>
        </p:nvGrpSpPr>
        <p:grpSpPr>
          <a:xfrm>
            <a:off x="4558118" y="3036383"/>
            <a:ext cx="5102512" cy="619528"/>
            <a:chOff x="4560112" y="2357800"/>
            <a:chExt cx="5102512" cy="619528"/>
          </a:xfrm>
        </p:grpSpPr>
        <p:sp>
          <p:nvSpPr>
            <p:cNvPr id="14" name="四角形: 角を丸くする 13">
              <a:extLst>
                <a:ext uri="{FF2B5EF4-FFF2-40B4-BE49-F238E27FC236}">
                  <a16:creationId xmlns:a16="http://schemas.microsoft.com/office/drawing/2014/main" id="{35D9D5BC-E913-0AD3-186C-4174770FAB03}"/>
                </a:ext>
              </a:extLst>
            </p:cNvPr>
            <p:cNvSpPr/>
            <p:nvPr/>
          </p:nvSpPr>
          <p:spPr>
            <a:xfrm>
              <a:off x="4560112" y="2357800"/>
              <a:ext cx="5102512" cy="619528"/>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16" name="グループ化 15">
              <a:extLst>
                <a:ext uri="{FF2B5EF4-FFF2-40B4-BE49-F238E27FC236}">
                  <a16:creationId xmlns:a16="http://schemas.microsoft.com/office/drawing/2014/main" id="{FA6BDEBD-6C56-7857-6B97-BE81BA05885F}"/>
                </a:ext>
              </a:extLst>
            </p:cNvPr>
            <p:cNvGrpSpPr/>
            <p:nvPr/>
          </p:nvGrpSpPr>
          <p:grpSpPr>
            <a:xfrm>
              <a:off x="7856185" y="2477481"/>
              <a:ext cx="976199" cy="380166"/>
              <a:chOff x="6592795" y="2998878"/>
              <a:chExt cx="976199" cy="380166"/>
            </a:xfrm>
          </p:grpSpPr>
          <p:sp>
            <p:nvSpPr>
              <p:cNvPr id="21" name="二等辺三角形 20">
                <a:extLst>
                  <a:ext uri="{FF2B5EF4-FFF2-40B4-BE49-F238E27FC236}">
                    <a16:creationId xmlns:a16="http://schemas.microsoft.com/office/drawing/2014/main" id="{7354F729-E4B0-3F5C-FE91-4E38EF47D4A7}"/>
                  </a:ext>
                </a:extLst>
              </p:cNvPr>
              <p:cNvSpPr/>
              <p:nvPr/>
            </p:nvSpPr>
            <p:spPr>
              <a:xfrm rot="5400000">
                <a:off x="7230628" y="3040678"/>
                <a:ext cx="363430" cy="313302"/>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3" name="テキスト ボックス 22">
                <a:extLst>
                  <a:ext uri="{FF2B5EF4-FFF2-40B4-BE49-F238E27FC236}">
                    <a16:creationId xmlns:a16="http://schemas.microsoft.com/office/drawing/2014/main" id="{DB6BAD94-C541-95F3-44D5-AB0917D8340A}"/>
                  </a:ext>
                </a:extLst>
              </p:cNvPr>
              <p:cNvSpPr txBox="1"/>
              <p:nvPr/>
            </p:nvSpPr>
            <p:spPr>
              <a:xfrm>
                <a:off x="6592795" y="2998878"/>
                <a:ext cx="646332" cy="369332"/>
              </a:xfrm>
              <a:prstGeom prst="rect">
                <a:avLst/>
              </a:prstGeom>
              <a:noFill/>
            </p:spPr>
            <p:txBody>
              <a:bodyPr wrap="none" rtlCol="0">
                <a:spAutoFit/>
              </a:bodyPr>
              <a:lstStyle/>
              <a:p>
                <a:pPr algn="ctr"/>
                <a:r>
                  <a:rPr lang="ja-JP" altLang="en-US">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進む</a:t>
                </a:r>
                <a:endParaRPr kumimoji="1" lang="ja-JP" altLang="en-US"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17" name="テキスト ボックス 16">
              <a:extLst>
                <a:ext uri="{FF2B5EF4-FFF2-40B4-BE49-F238E27FC236}">
                  <a16:creationId xmlns:a16="http://schemas.microsoft.com/office/drawing/2014/main" id="{9E059F23-DD0A-5D84-5A62-9F84FCEB96A7}"/>
                </a:ext>
              </a:extLst>
            </p:cNvPr>
            <p:cNvSpPr txBox="1"/>
            <p:nvPr/>
          </p:nvSpPr>
          <p:spPr>
            <a:xfrm>
              <a:off x="4758592" y="2467509"/>
              <a:ext cx="1723549"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ミッション名</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9" name="楕円 18">
              <a:extLst>
                <a:ext uri="{FF2B5EF4-FFF2-40B4-BE49-F238E27FC236}">
                  <a16:creationId xmlns:a16="http://schemas.microsoft.com/office/drawing/2014/main" id="{A83DBDED-6F97-893B-C735-B1B01343F786}"/>
                </a:ext>
              </a:extLst>
            </p:cNvPr>
            <p:cNvSpPr/>
            <p:nvPr/>
          </p:nvSpPr>
          <p:spPr>
            <a:xfrm flipH="1">
              <a:off x="9045928" y="2444807"/>
              <a:ext cx="445515" cy="445515"/>
            </a:xfrm>
            <a:prstGeom prst="ellipse">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30" name="グループ化 29">
            <a:extLst>
              <a:ext uri="{FF2B5EF4-FFF2-40B4-BE49-F238E27FC236}">
                <a16:creationId xmlns:a16="http://schemas.microsoft.com/office/drawing/2014/main" id="{FC8519FE-5A4E-69E7-852D-AA76214DE81F}"/>
              </a:ext>
            </a:extLst>
          </p:cNvPr>
          <p:cNvGrpSpPr/>
          <p:nvPr/>
        </p:nvGrpSpPr>
        <p:grpSpPr>
          <a:xfrm>
            <a:off x="4558118" y="3843626"/>
            <a:ext cx="5102512" cy="619528"/>
            <a:chOff x="4560112" y="2357800"/>
            <a:chExt cx="5102512" cy="619528"/>
          </a:xfrm>
        </p:grpSpPr>
        <p:sp>
          <p:nvSpPr>
            <p:cNvPr id="31" name="四角形: 角を丸くする 30">
              <a:extLst>
                <a:ext uri="{FF2B5EF4-FFF2-40B4-BE49-F238E27FC236}">
                  <a16:creationId xmlns:a16="http://schemas.microsoft.com/office/drawing/2014/main" id="{84DFE2FC-60FF-759D-AD12-3D0461AA708C}"/>
                </a:ext>
              </a:extLst>
            </p:cNvPr>
            <p:cNvSpPr/>
            <p:nvPr/>
          </p:nvSpPr>
          <p:spPr>
            <a:xfrm>
              <a:off x="4560112" y="2357800"/>
              <a:ext cx="5102512" cy="619528"/>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33" name="グループ化 32">
              <a:extLst>
                <a:ext uri="{FF2B5EF4-FFF2-40B4-BE49-F238E27FC236}">
                  <a16:creationId xmlns:a16="http://schemas.microsoft.com/office/drawing/2014/main" id="{0A038E19-EFAA-A6C6-F809-D33D1CFF04E0}"/>
                </a:ext>
              </a:extLst>
            </p:cNvPr>
            <p:cNvGrpSpPr/>
            <p:nvPr/>
          </p:nvGrpSpPr>
          <p:grpSpPr>
            <a:xfrm>
              <a:off x="7856185" y="2477481"/>
              <a:ext cx="976199" cy="380166"/>
              <a:chOff x="6592795" y="2998878"/>
              <a:chExt cx="976199" cy="380166"/>
            </a:xfrm>
          </p:grpSpPr>
          <p:sp>
            <p:nvSpPr>
              <p:cNvPr id="36" name="二等辺三角形 35">
                <a:extLst>
                  <a:ext uri="{FF2B5EF4-FFF2-40B4-BE49-F238E27FC236}">
                    <a16:creationId xmlns:a16="http://schemas.microsoft.com/office/drawing/2014/main" id="{CAF6835A-CE3C-722E-43AE-B383FA87A613}"/>
                  </a:ext>
                </a:extLst>
              </p:cNvPr>
              <p:cNvSpPr/>
              <p:nvPr/>
            </p:nvSpPr>
            <p:spPr>
              <a:xfrm rot="5400000">
                <a:off x="7230628" y="3040678"/>
                <a:ext cx="363430" cy="313302"/>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8" name="テキスト ボックス 37">
                <a:extLst>
                  <a:ext uri="{FF2B5EF4-FFF2-40B4-BE49-F238E27FC236}">
                    <a16:creationId xmlns:a16="http://schemas.microsoft.com/office/drawing/2014/main" id="{7ABE91C8-5360-2B08-4C7E-0E62B7C0790A}"/>
                  </a:ext>
                </a:extLst>
              </p:cNvPr>
              <p:cNvSpPr txBox="1"/>
              <p:nvPr/>
            </p:nvSpPr>
            <p:spPr>
              <a:xfrm>
                <a:off x="6592795" y="2998878"/>
                <a:ext cx="646332" cy="369332"/>
              </a:xfrm>
              <a:prstGeom prst="rect">
                <a:avLst/>
              </a:prstGeom>
              <a:noFill/>
            </p:spPr>
            <p:txBody>
              <a:bodyPr wrap="none" rtlCol="0">
                <a:spAutoFit/>
              </a:bodyPr>
              <a:lstStyle/>
              <a:p>
                <a:pPr algn="ctr"/>
                <a:r>
                  <a:rPr lang="ja-JP" altLang="en-US">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進む</a:t>
                </a:r>
                <a:endParaRPr kumimoji="1" lang="ja-JP" altLang="en-US"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34" name="テキスト ボックス 33">
              <a:extLst>
                <a:ext uri="{FF2B5EF4-FFF2-40B4-BE49-F238E27FC236}">
                  <a16:creationId xmlns:a16="http://schemas.microsoft.com/office/drawing/2014/main" id="{3A8D6DA4-B793-5143-6CBE-4BC8564DE681}"/>
                </a:ext>
              </a:extLst>
            </p:cNvPr>
            <p:cNvSpPr txBox="1"/>
            <p:nvPr/>
          </p:nvSpPr>
          <p:spPr>
            <a:xfrm>
              <a:off x="4758592" y="2467509"/>
              <a:ext cx="1723549"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ミッション名</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5" name="楕円 34">
              <a:extLst>
                <a:ext uri="{FF2B5EF4-FFF2-40B4-BE49-F238E27FC236}">
                  <a16:creationId xmlns:a16="http://schemas.microsoft.com/office/drawing/2014/main" id="{F7A86227-6EE7-B1DF-16A5-8F91636CF11A}"/>
                </a:ext>
              </a:extLst>
            </p:cNvPr>
            <p:cNvSpPr/>
            <p:nvPr/>
          </p:nvSpPr>
          <p:spPr>
            <a:xfrm flipH="1">
              <a:off x="9045928" y="2444807"/>
              <a:ext cx="445515" cy="445515"/>
            </a:xfrm>
            <a:prstGeom prst="ellipse">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48" name="グループ化 47">
            <a:extLst>
              <a:ext uri="{FF2B5EF4-FFF2-40B4-BE49-F238E27FC236}">
                <a16:creationId xmlns:a16="http://schemas.microsoft.com/office/drawing/2014/main" id="{502A31F8-F470-0DB4-7343-7340B5DF959E}"/>
              </a:ext>
            </a:extLst>
          </p:cNvPr>
          <p:cNvGrpSpPr/>
          <p:nvPr/>
        </p:nvGrpSpPr>
        <p:grpSpPr>
          <a:xfrm>
            <a:off x="4560112" y="4475160"/>
            <a:ext cx="5102512" cy="612948"/>
            <a:chOff x="4560112" y="4475160"/>
            <a:chExt cx="5102512" cy="612948"/>
          </a:xfrm>
        </p:grpSpPr>
        <p:sp>
          <p:nvSpPr>
            <p:cNvPr id="68" name="四角形: 角を丸くする 67">
              <a:extLst>
                <a:ext uri="{FF2B5EF4-FFF2-40B4-BE49-F238E27FC236}">
                  <a16:creationId xmlns:a16="http://schemas.microsoft.com/office/drawing/2014/main" id="{EEC2CF88-3AEE-C8E9-022D-7D47DFD6B931}"/>
                </a:ext>
              </a:extLst>
            </p:cNvPr>
            <p:cNvSpPr/>
            <p:nvPr/>
          </p:nvSpPr>
          <p:spPr>
            <a:xfrm>
              <a:off x="4560112" y="4475160"/>
              <a:ext cx="5102512" cy="612948"/>
            </a:xfrm>
            <a:prstGeom prst="roundRect">
              <a:avLst>
                <a:gd name="adj" fmla="val 9765"/>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0" name="テキスト ボックス 69">
              <a:extLst>
                <a:ext uri="{FF2B5EF4-FFF2-40B4-BE49-F238E27FC236}">
                  <a16:creationId xmlns:a16="http://schemas.microsoft.com/office/drawing/2014/main" id="{20AAF6AF-094D-7C81-548D-550AB7B1873C}"/>
                </a:ext>
              </a:extLst>
            </p:cNvPr>
            <p:cNvSpPr txBox="1"/>
            <p:nvPr/>
          </p:nvSpPr>
          <p:spPr>
            <a:xfrm>
              <a:off x="7094056" y="4649681"/>
              <a:ext cx="595035" cy="338554"/>
            </a:xfrm>
            <a:prstGeom prst="rect">
              <a:avLst/>
            </a:prstGeom>
            <a:noFill/>
          </p:spPr>
          <p:txBody>
            <a:bodyPr wrap="none" rtlCol="0">
              <a:spAutoFit/>
            </a:bodyPr>
            <a:lstStyle/>
            <a:p>
              <a:r>
                <a:rPr kumimoji="1"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報酬</a:t>
              </a: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pic>
          <p:nvPicPr>
            <p:cNvPr id="76" name="図 75">
              <a:extLst>
                <a:ext uri="{FF2B5EF4-FFF2-40B4-BE49-F238E27FC236}">
                  <a16:creationId xmlns:a16="http://schemas.microsoft.com/office/drawing/2014/main" id="{9DD11D5C-5234-5561-1CFB-024CBFCB0070}"/>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603772" y="4517996"/>
              <a:ext cx="532696" cy="518967"/>
            </a:xfrm>
            <a:prstGeom prst="rect">
              <a:avLst/>
            </a:prstGeom>
          </p:spPr>
        </p:pic>
        <p:sp>
          <p:nvSpPr>
            <p:cNvPr id="78" name="テキスト ボックス 77">
              <a:extLst>
                <a:ext uri="{FF2B5EF4-FFF2-40B4-BE49-F238E27FC236}">
                  <a16:creationId xmlns:a16="http://schemas.microsoft.com/office/drawing/2014/main" id="{E5F5A70C-5FA2-B81B-F940-5F6B810AD96C}"/>
                </a:ext>
              </a:extLst>
            </p:cNvPr>
            <p:cNvSpPr txBox="1"/>
            <p:nvPr/>
          </p:nvSpPr>
          <p:spPr>
            <a:xfrm>
              <a:off x="7994981" y="4634292"/>
              <a:ext cx="710451" cy="369332"/>
            </a:xfrm>
            <a:prstGeom prst="rect">
              <a:avLst/>
            </a:prstGeom>
            <a:noFill/>
          </p:spPr>
          <p:txBody>
            <a:bodyPr wrap="none" rtlCol="0">
              <a:spAutoFit/>
            </a:bodyPr>
            <a:lstStyle/>
            <a:p>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005</a:t>
              </a: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80" name="テキスト ボックス 79">
              <a:extLst>
                <a:ext uri="{FF2B5EF4-FFF2-40B4-BE49-F238E27FC236}">
                  <a16:creationId xmlns:a16="http://schemas.microsoft.com/office/drawing/2014/main" id="{5C4EE430-5A64-4AF4-B76A-78F99155F170}"/>
                </a:ext>
              </a:extLst>
            </p:cNvPr>
            <p:cNvSpPr txBox="1"/>
            <p:nvPr/>
          </p:nvSpPr>
          <p:spPr>
            <a:xfrm>
              <a:off x="4801094" y="4550802"/>
              <a:ext cx="2146742" cy="461665"/>
            </a:xfrm>
            <a:prstGeom prst="rect">
              <a:avLst/>
            </a:prstGeom>
            <a:noFill/>
          </p:spPr>
          <p:txBody>
            <a:bodyPr wrap="none" rtlCol="0">
              <a:spAutoFit/>
            </a:bodyPr>
            <a:lstStyle/>
            <a:p>
              <a:r>
                <a:rPr kumimoji="1" lang="en-US" altLang="ja-JP"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a:t>
              </a:r>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章</a:t>
              </a:r>
              <a:r>
                <a:rPr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達成</a:t>
              </a:r>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数 </a:t>
              </a:r>
              <a:r>
                <a:rPr lang="en-US" altLang="ja-JP" sz="24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0</a:t>
              </a:r>
              <a:r>
                <a:rPr kumimoji="1" lang="en-US" altLang="ja-JP" sz="24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0/05</a:t>
              </a:r>
              <a:endParaRPr kumimoji="1" lang="ja-JP" altLang="en-US"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87" name="楕円 86">
              <a:extLst>
                <a:ext uri="{FF2B5EF4-FFF2-40B4-BE49-F238E27FC236}">
                  <a16:creationId xmlns:a16="http://schemas.microsoft.com/office/drawing/2014/main" id="{9120A376-2401-26EB-F5D0-B5EE84D0024F}"/>
                </a:ext>
              </a:extLst>
            </p:cNvPr>
            <p:cNvSpPr/>
            <p:nvPr/>
          </p:nvSpPr>
          <p:spPr>
            <a:xfrm>
              <a:off x="8875497" y="4523866"/>
              <a:ext cx="508246" cy="508246"/>
            </a:xfrm>
            <a:prstGeom prst="ellipse">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9" name="テキスト ボックス 88">
              <a:extLst>
                <a:ext uri="{FF2B5EF4-FFF2-40B4-BE49-F238E27FC236}">
                  <a16:creationId xmlns:a16="http://schemas.microsoft.com/office/drawing/2014/main" id="{FCF01D4C-DB93-1BDB-55A8-E2E63E4F759D}"/>
                </a:ext>
              </a:extLst>
            </p:cNvPr>
            <p:cNvSpPr txBox="1"/>
            <p:nvPr/>
          </p:nvSpPr>
          <p:spPr>
            <a:xfrm>
              <a:off x="8767983" y="4610306"/>
              <a:ext cx="723275" cy="307777"/>
            </a:xfrm>
            <a:prstGeom prst="rect">
              <a:avLst/>
            </a:prstGeom>
            <a:noFill/>
          </p:spPr>
          <p:txBody>
            <a:bodyPr wrap="none" rtlCol="0">
              <a:spAutoFit/>
            </a:bodyPr>
            <a:lstStyle/>
            <a:p>
              <a:pPr algn="ctr"/>
              <a:r>
                <a:rPr lang="ja-JP" altLang="en-US" sz="1400">
                  <a:solidFill>
                    <a:schemeClr val="bg1">
                      <a:lumMod val="95000"/>
                    </a:schemeClr>
                  </a:solidFill>
                  <a:effectLst>
                    <a:glow rad="114300">
                      <a:schemeClr val="tx1">
                        <a:lumMod val="50000"/>
                        <a:lumOff val="50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rPr>
                <a:t>未達成</a:t>
              </a:r>
            </a:p>
          </p:txBody>
        </p:sp>
      </p:grpSp>
    </p:spTree>
    <p:extLst>
      <p:ext uri="{BB962C8B-B14F-4D97-AF65-F5344CB8AC3E}">
        <p14:creationId xmlns:p14="http://schemas.microsoft.com/office/powerpoint/2010/main" val="1771001947"/>
      </p:ext>
    </p:extLst>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7B6333-BD57-7CA9-29CD-9E0812492AC6}"/>
            </a:ext>
          </a:extLst>
        </p:cNvPr>
        <p:cNvGrpSpPr/>
        <p:nvPr/>
      </p:nvGrpSpPr>
      <p:grpSpPr>
        <a:xfrm>
          <a:off x="0" y="0"/>
          <a:ext cx="0" cy="0"/>
          <a:chOff x="0" y="0"/>
          <a:chExt cx="0" cy="0"/>
        </a:xfrm>
      </p:grpSpPr>
      <p:grpSp>
        <p:nvGrpSpPr>
          <p:cNvPr id="66" name="グループ化 65">
            <a:extLst>
              <a:ext uri="{FF2B5EF4-FFF2-40B4-BE49-F238E27FC236}">
                <a16:creationId xmlns:a16="http://schemas.microsoft.com/office/drawing/2014/main" id="{7CB3FFF6-0589-4FB9-A079-648087E2207F}"/>
              </a:ext>
            </a:extLst>
          </p:cNvPr>
          <p:cNvGrpSpPr/>
          <p:nvPr/>
        </p:nvGrpSpPr>
        <p:grpSpPr>
          <a:xfrm>
            <a:off x="431675" y="5640918"/>
            <a:ext cx="11328651" cy="929715"/>
            <a:chOff x="431675" y="5640918"/>
            <a:chExt cx="11328651" cy="929715"/>
          </a:xfrm>
        </p:grpSpPr>
        <p:sp>
          <p:nvSpPr>
            <p:cNvPr id="43" name="四角形: 角を丸くする 42">
              <a:extLst>
                <a:ext uri="{FF2B5EF4-FFF2-40B4-BE49-F238E27FC236}">
                  <a16:creationId xmlns:a16="http://schemas.microsoft.com/office/drawing/2014/main" id="{9DA6A04A-BF13-316B-4A49-418F404CBE31}"/>
                </a:ext>
              </a:extLst>
            </p:cNvPr>
            <p:cNvSpPr/>
            <p:nvPr/>
          </p:nvSpPr>
          <p:spPr>
            <a:xfrm>
              <a:off x="431675" y="5656233"/>
              <a:ext cx="11328651" cy="914400"/>
            </a:xfrm>
            <a:prstGeom prst="roundRect">
              <a:avLst>
                <a:gd name="adj" fmla="val 4803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53" name="四角形: 角を丸くする 52">
              <a:extLst>
                <a:ext uri="{FF2B5EF4-FFF2-40B4-BE49-F238E27FC236}">
                  <a16:creationId xmlns:a16="http://schemas.microsoft.com/office/drawing/2014/main" id="{A5C70554-EC64-57BB-2486-FE0C206DB24A}"/>
                </a:ext>
              </a:extLst>
            </p:cNvPr>
            <p:cNvSpPr/>
            <p:nvPr/>
          </p:nvSpPr>
          <p:spPr>
            <a:xfrm>
              <a:off x="989774" y="5640918"/>
              <a:ext cx="1338828" cy="914400"/>
            </a:xfrm>
            <a:prstGeom prst="roundRect">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5" name="テキスト ボックス 54">
              <a:extLst>
                <a:ext uri="{FF2B5EF4-FFF2-40B4-BE49-F238E27FC236}">
                  <a16:creationId xmlns:a16="http://schemas.microsoft.com/office/drawing/2014/main" id="{69773A02-CA3A-1F8B-2399-B965A7E1BE7C}"/>
                </a:ext>
              </a:extLst>
            </p:cNvPr>
            <p:cNvSpPr txBox="1"/>
            <p:nvPr/>
          </p:nvSpPr>
          <p:spPr>
            <a:xfrm>
              <a:off x="1165119"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7" name="テキスト ボックス 56">
              <a:extLst>
                <a:ext uri="{FF2B5EF4-FFF2-40B4-BE49-F238E27FC236}">
                  <a16:creationId xmlns:a16="http://schemas.microsoft.com/office/drawing/2014/main" id="{95CDC47D-A71E-2F5D-CBD8-97E4A2E1DD93}"/>
                </a:ext>
              </a:extLst>
            </p:cNvPr>
            <p:cNvSpPr txBox="1"/>
            <p:nvPr/>
          </p:nvSpPr>
          <p:spPr>
            <a:xfrm flipH="1">
              <a:off x="529243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9" name="テキスト ボックス 58">
              <a:extLst>
                <a:ext uri="{FF2B5EF4-FFF2-40B4-BE49-F238E27FC236}">
                  <a16:creationId xmlns:a16="http://schemas.microsoft.com/office/drawing/2014/main" id="{6C0706E7-A150-2DD3-401B-179BD6DC591E}"/>
                </a:ext>
              </a:extLst>
            </p:cNvPr>
            <p:cNvSpPr txBox="1"/>
            <p:nvPr/>
          </p:nvSpPr>
          <p:spPr>
            <a:xfrm>
              <a:off x="284405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1" name="テキスト ボックス 60">
              <a:extLst>
                <a:ext uri="{FF2B5EF4-FFF2-40B4-BE49-F238E27FC236}">
                  <a16:creationId xmlns:a16="http://schemas.microsoft.com/office/drawing/2014/main" id="{88787031-E61B-05BC-9643-E79FBEAA33BB}"/>
                </a:ext>
              </a:extLst>
            </p:cNvPr>
            <p:cNvSpPr txBox="1"/>
            <p:nvPr/>
          </p:nvSpPr>
          <p:spPr>
            <a:xfrm>
              <a:off x="8393833"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3" name="テキスト ボックス 62">
              <a:extLst>
                <a:ext uri="{FF2B5EF4-FFF2-40B4-BE49-F238E27FC236}">
                  <a16:creationId xmlns:a16="http://schemas.microsoft.com/office/drawing/2014/main" id="{CFA0CC3C-C609-CBEA-B983-50750AFA9F4A}"/>
                </a:ext>
              </a:extLst>
            </p:cNvPr>
            <p:cNvSpPr txBox="1"/>
            <p:nvPr/>
          </p:nvSpPr>
          <p:spPr>
            <a:xfrm>
              <a:off x="6714895"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5" name="テキスト ボックス 64">
              <a:extLst>
                <a:ext uri="{FF2B5EF4-FFF2-40B4-BE49-F238E27FC236}">
                  <a16:creationId xmlns:a16="http://schemas.microsoft.com/office/drawing/2014/main" id="{099942D3-3028-A70E-DC84-67B9BFA9FF9D}"/>
                </a:ext>
              </a:extLst>
            </p:cNvPr>
            <p:cNvSpPr txBox="1"/>
            <p:nvPr/>
          </p:nvSpPr>
          <p:spPr>
            <a:xfrm flipH="1">
              <a:off x="9816293" y="5913378"/>
              <a:ext cx="1210588"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37" name="四角形: 角を丸くする 36">
            <a:extLst>
              <a:ext uri="{FF2B5EF4-FFF2-40B4-BE49-F238E27FC236}">
                <a16:creationId xmlns:a16="http://schemas.microsoft.com/office/drawing/2014/main" id="{2AD636F8-BCED-D717-749C-D937CCF119D8}"/>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grpSp>
        <p:nvGrpSpPr>
          <p:cNvPr id="24" name="グループ化 23">
            <a:extLst>
              <a:ext uri="{FF2B5EF4-FFF2-40B4-BE49-F238E27FC236}">
                <a16:creationId xmlns:a16="http://schemas.microsoft.com/office/drawing/2014/main" id="{BB1E4094-807A-C379-586B-A874A4588A12}"/>
              </a:ext>
            </a:extLst>
          </p:cNvPr>
          <p:cNvGrpSpPr/>
          <p:nvPr/>
        </p:nvGrpSpPr>
        <p:grpSpPr>
          <a:xfrm>
            <a:off x="163586" y="134635"/>
            <a:ext cx="1975684" cy="1396119"/>
            <a:chOff x="163586" y="134635"/>
            <a:chExt cx="1975684" cy="1396119"/>
          </a:xfrm>
        </p:grpSpPr>
        <p:grpSp>
          <p:nvGrpSpPr>
            <p:cNvPr id="25" name="グループ化 24">
              <a:extLst>
                <a:ext uri="{FF2B5EF4-FFF2-40B4-BE49-F238E27FC236}">
                  <a16:creationId xmlns:a16="http://schemas.microsoft.com/office/drawing/2014/main" id="{5E6DB3C7-9451-16CE-F0FB-6E0C2CE72997}"/>
                </a:ext>
              </a:extLst>
            </p:cNvPr>
            <p:cNvGrpSpPr/>
            <p:nvPr/>
          </p:nvGrpSpPr>
          <p:grpSpPr>
            <a:xfrm>
              <a:off x="163586" y="134635"/>
              <a:ext cx="1975684" cy="1396119"/>
              <a:chOff x="163586" y="134635"/>
              <a:chExt cx="1975684" cy="1396119"/>
            </a:xfrm>
          </p:grpSpPr>
          <p:pic>
            <p:nvPicPr>
              <p:cNvPr id="27" name="図 26">
                <a:extLst>
                  <a:ext uri="{FF2B5EF4-FFF2-40B4-BE49-F238E27FC236}">
                    <a16:creationId xmlns:a16="http://schemas.microsoft.com/office/drawing/2014/main" id="{4D3A0959-7177-0128-AA33-0433BAB3187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8" name="楕円 27">
                <a:extLst>
                  <a:ext uri="{FF2B5EF4-FFF2-40B4-BE49-F238E27FC236}">
                    <a16:creationId xmlns:a16="http://schemas.microsoft.com/office/drawing/2014/main" id="{C5EE67C2-67DA-68E9-65A2-983712A8B170}"/>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6" name="図 25">
              <a:extLst>
                <a:ext uri="{FF2B5EF4-FFF2-40B4-BE49-F238E27FC236}">
                  <a16:creationId xmlns:a16="http://schemas.microsoft.com/office/drawing/2014/main" id="{74E96524-3F7E-C538-DB9D-C70D4D9E499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
        <p:nvSpPr>
          <p:cNvPr id="39" name="テキスト ボックス 38">
            <a:extLst>
              <a:ext uri="{FF2B5EF4-FFF2-40B4-BE49-F238E27FC236}">
                <a16:creationId xmlns:a16="http://schemas.microsoft.com/office/drawing/2014/main" id="{17167731-BD1E-716B-D063-193E21B994DA}"/>
              </a:ext>
            </a:extLst>
          </p:cNvPr>
          <p:cNvSpPr txBox="1"/>
          <p:nvPr/>
        </p:nvSpPr>
        <p:spPr>
          <a:xfrm>
            <a:off x="1624588" y="641390"/>
            <a:ext cx="146706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ミッション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2" name="四角形: 角を丸くする 1">
            <a:extLst>
              <a:ext uri="{FF2B5EF4-FFF2-40B4-BE49-F238E27FC236}">
                <a16:creationId xmlns:a16="http://schemas.microsoft.com/office/drawing/2014/main" id="{B7095EDD-10D4-339C-881F-0078AFED6C62}"/>
              </a:ext>
            </a:extLst>
          </p:cNvPr>
          <p:cNvSpPr/>
          <p:nvPr/>
        </p:nvSpPr>
        <p:spPr>
          <a:xfrm>
            <a:off x="1698342" y="1327454"/>
            <a:ext cx="8795316" cy="4056319"/>
          </a:xfrm>
          <a:prstGeom prst="roundRect">
            <a:avLst>
              <a:gd name="adj" fmla="val 9765"/>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a:p>
        </p:txBody>
      </p:sp>
      <p:sp>
        <p:nvSpPr>
          <p:cNvPr id="3" name="四角形: 角を丸くする 2">
            <a:extLst>
              <a:ext uri="{FF2B5EF4-FFF2-40B4-BE49-F238E27FC236}">
                <a16:creationId xmlns:a16="http://schemas.microsoft.com/office/drawing/2014/main" id="{00EDD867-6244-6E19-2AE3-EE158A140F76}"/>
              </a:ext>
            </a:extLst>
          </p:cNvPr>
          <p:cNvSpPr/>
          <p:nvPr/>
        </p:nvSpPr>
        <p:spPr>
          <a:xfrm>
            <a:off x="2051021" y="3014639"/>
            <a:ext cx="1545081"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rPr>
              <a:t>リミット</a:t>
            </a:r>
          </a:p>
        </p:txBody>
      </p:sp>
      <p:sp>
        <p:nvSpPr>
          <p:cNvPr id="4" name="四角形: 角を丸くする 3">
            <a:extLst>
              <a:ext uri="{FF2B5EF4-FFF2-40B4-BE49-F238E27FC236}">
                <a16:creationId xmlns:a16="http://schemas.microsoft.com/office/drawing/2014/main" id="{9A244AA3-A843-B1FC-7CF0-2243B33DD5B1}"/>
              </a:ext>
            </a:extLst>
          </p:cNvPr>
          <p:cNvSpPr/>
          <p:nvPr/>
        </p:nvSpPr>
        <p:spPr>
          <a:xfrm>
            <a:off x="2051021" y="1871154"/>
            <a:ext cx="1545081" cy="712577"/>
          </a:xfrm>
          <a:prstGeom prst="roundRect">
            <a:avLst>
              <a:gd name="adj" fmla="val 9765"/>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メイン</a:t>
            </a:r>
          </a:p>
        </p:txBody>
      </p:sp>
      <p:sp>
        <p:nvSpPr>
          <p:cNvPr id="5" name="四角形: 角を丸くする 4">
            <a:extLst>
              <a:ext uri="{FF2B5EF4-FFF2-40B4-BE49-F238E27FC236}">
                <a16:creationId xmlns:a16="http://schemas.microsoft.com/office/drawing/2014/main" id="{4B5EF2D1-A336-324B-0CB0-ABDE5E721955}"/>
              </a:ext>
            </a:extLst>
          </p:cNvPr>
          <p:cNvSpPr/>
          <p:nvPr/>
        </p:nvSpPr>
        <p:spPr>
          <a:xfrm>
            <a:off x="2051021" y="4158125"/>
            <a:ext cx="1545081" cy="712577"/>
          </a:xfrm>
          <a:prstGeom prst="roundRect">
            <a:avLst>
              <a:gd name="adj" fmla="val 9765"/>
            </a:avLst>
          </a:prstGeom>
          <a:solidFill>
            <a:schemeClr val="tx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完了済み</a:t>
            </a:r>
          </a:p>
        </p:txBody>
      </p:sp>
      <p:sp>
        <p:nvSpPr>
          <p:cNvPr id="6" name="フリーフォーム: 図形 5">
            <a:extLst>
              <a:ext uri="{FF2B5EF4-FFF2-40B4-BE49-F238E27FC236}">
                <a16:creationId xmlns:a16="http://schemas.microsoft.com/office/drawing/2014/main" id="{9648FB60-E96D-4DE6-FC47-4725ECD09DA8}"/>
              </a:ext>
            </a:extLst>
          </p:cNvPr>
          <p:cNvSpPr/>
          <p:nvPr/>
        </p:nvSpPr>
        <p:spPr>
          <a:xfrm>
            <a:off x="3948781" y="1334606"/>
            <a:ext cx="6544877" cy="4056319"/>
          </a:xfrm>
          <a:custGeom>
            <a:avLst/>
            <a:gdLst>
              <a:gd name="csX0" fmla="*/ 0 w 6544877"/>
              <a:gd name="csY0" fmla="*/ 0 h 4056319"/>
              <a:gd name="csX1" fmla="*/ 6148777 w 6544877"/>
              <a:gd name="csY1" fmla="*/ 0 h 4056319"/>
              <a:gd name="csX2" fmla="*/ 6544877 w 6544877"/>
              <a:gd name="csY2" fmla="*/ 396100 h 4056319"/>
              <a:gd name="csX3" fmla="*/ 6544877 w 6544877"/>
              <a:gd name="csY3" fmla="*/ 3660219 h 4056319"/>
              <a:gd name="csX4" fmla="*/ 6148777 w 6544877"/>
              <a:gd name="csY4" fmla="*/ 4056319 h 4056319"/>
              <a:gd name="csX5" fmla="*/ 0 w 6544877"/>
              <a:gd name="csY5" fmla="*/ 4056319 h 4056319"/>
            </a:gdLst>
            <a:ahLst/>
            <a:cxnLst>
              <a:cxn ang="0">
                <a:pos x="csX0" y="csY0"/>
              </a:cxn>
              <a:cxn ang="0">
                <a:pos x="csX1" y="csY1"/>
              </a:cxn>
              <a:cxn ang="0">
                <a:pos x="csX2" y="csY2"/>
              </a:cxn>
              <a:cxn ang="0">
                <a:pos x="csX3" y="csY3"/>
              </a:cxn>
              <a:cxn ang="0">
                <a:pos x="csX4" y="csY4"/>
              </a:cxn>
              <a:cxn ang="0">
                <a:pos x="csX5" y="csY5"/>
              </a:cxn>
            </a:cxnLst>
            <a:rect l="l" t="t" r="r" b="b"/>
            <a:pathLst>
              <a:path w="6544877" h="4056319">
                <a:moveTo>
                  <a:pt x="0" y="0"/>
                </a:moveTo>
                <a:lnTo>
                  <a:pt x="6148777" y="0"/>
                </a:lnTo>
                <a:cubicBezTo>
                  <a:pt x="6367537" y="0"/>
                  <a:pt x="6544877" y="177340"/>
                  <a:pt x="6544877" y="396100"/>
                </a:cubicBezTo>
                <a:lnTo>
                  <a:pt x="6544877" y="3660219"/>
                </a:lnTo>
                <a:cubicBezTo>
                  <a:pt x="6544877" y="3878979"/>
                  <a:pt x="6367537" y="4056319"/>
                  <a:pt x="6148777" y="4056319"/>
                </a:cubicBezTo>
                <a:lnTo>
                  <a:pt x="0" y="4056319"/>
                </a:lnTo>
                <a:close/>
              </a:path>
            </a:pathLst>
          </a:cu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endParaRPr kumimoji="1" lang="ja-JP" altLang="en-US"/>
          </a:p>
        </p:txBody>
      </p:sp>
      <p:sp>
        <p:nvSpPr>
          <p:cNvPr id="7" name="四角形: 角を丸くする 6">
            <a:extLst>
              <a:ext uri="{FF2B5EF4-FFF2-40B4-BE49-F238E27FC236}">
                <a16:creationId xmlns:a16="http://schemas.microsoft.com/office/drawing/2014/main" id="{1D4F08BD-ED8F-EB07-C21D-65A67EB6E624}"/>
              </a:ext>
            </a:extLst>
          </p:cNvPr>
          <p:cNvSpPr/>
          <p:nvPr/>
        </p:nvSpPr>
        <p:spPr>
          <a:xfrm>
            <a:off x="3287031" y="3009492"/>
            <a:ext cx="1545081"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5" name="テキスト ボックス 14">
            <a:extLst>
              <a:ext uri="{FF2B5EF4-FFF2-40B4-BE49-F238E27FC236}">
                <a16:creationId xmlns:a16="http://schemas.microsoft.com/office/drawing/2014/main" id="{43312EC4-8564-D466-9C64-5EC36BB01042}"/>
              </a:ext>
            </a:extLst>
          </p:cNvPr>
          <p:cNvSpPr txBox="1"/>
          <p:nvPr/>
        </p:nvSpPr>
        <p:spPr>
          <a:xfrm>
            <a:off x="5487411" y="1472065"/>
            <a:ext cx="3467616" cy="584775"/>
          </a:xfrm>
          <a:prstGeom prst="rect">
            <a:avLst/>
          </a:prstGeom>
          <a:noFill/>
        </p:spPr>
        <p:txBody>
          <a:bodyPr wrap="none" rtlCol="0">
            <a:spAutoFit/>
          </a:bodyPr>
          <a:lstStyle/>
          <a:p>
            <a:pPr algn="ctr"/>
            <a:r>
              <a:rPr lang="en-US" altLang="ja-JP" sz="3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a:t>
            </a:r>
            <a:r>
              <a:rPr lang="ja-JP" altLang="en-US"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章リミットミッション</a:t>
            </a:r>
            <a:endParaRPr kumimoji="1" lang="ja-JP" altLang="en-US" sz="24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12" name="グループ化 11">
            <a:extLst>
              <a:ext uri="{FF2B5EF4-FFF2-40B4-BE49-F238E27FC236}">
                <a16:creationId xmlns:a16="http://schemas.microsoft.com/office/drawing/2014/main" id="{53DFE282-CB9B-7B62-6F07-C1EB327EE4BF}"/>
              </a:ext>
            </a:extLst>
          </p:cNvPr>
          <p:cNvGrpSpPr/>
          <p:nvPr/>
        </p:nvGrpSpPr>
        <p:grpSpPr>
          <a:xfrm>
            <a:off x="4558118" y="2229140"/>
            <a:ext cx="5102512" cy="619528"/>
            <a:chOff x="4560112" y="2357800"/>
            <a:chExt cx="5102512" cy="619528"/>
          </a:xfrm>
        </p:grpSpPr>
        <p:sp>
          <p:nvSpPr>
            <p:cNvPr id="11" name="四角形: 角を丸くする 10">
              <a:extLst>
                <a:ext uri="{FF2B5EF4-FFF2-40B4-BE49-F238E27FC236}">
                  <a16:creationId xmlns:a16="http://schemas.microsoft.com/office/drawing/2014/main" id="{9C0801C7-1C17-9369-75BE-9367D257610F}"/>
                </a:ext>
              </a:extLst>
            </p:cNvPr>
            <p:cNvSpPr/>
            <p:nvPr/>
          </p:nvSpPr>
          <p:spPr>
            <a:xfrm>
              <a:off x="4560112" y="2357800"/>
              <a:ext cx="5102512" cy="619528"/>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18" name="グループ化 17">
              <a:extLst>
                <a:ext uri="{FF2B5EF4-FFF2-40B4-BE49-F238E27FC236}">
                  <a16:creationId xmlns:a16="http://schemas.microsoft.com/office/drawing/2014/main" id="{FB98B960-3B06-BBE8-4556-CDD3395E0ED4}"/>
                </a:ext>
              </a:extLst>
            </p:cNvPr>
            <p:cNvGrpSpPr/>
            <p:nvPr/>
          </p:nvGrpSpPr>
          <p:grpSpPr>
            <a:xfrm>
              <a:off x="7856185" y="2477481"/>
              <a:ext cx="976199" cy="380166"/>
              <a:chOff x="6592795" y="2998878"/>
              <a:chExt cx="976199" cy="380166"/>
            </a:xfrm>
          </p:grpSpPr>
          <p:sp>
            <p:nvSpPr>
              <p:cNvPr id="20" name="二等辺三角形 19">
                <a:extLst>
                  <a:ext uri="{FF2B5EF4-FFF2-40B4-BE49-F238E27FC236}">
                    <a16:creationId xmlns:a16="http://schemas.microsoft.com/office/drawing/2014/main" id="{54EEEA3B-A0BB-F980-CAE9-9B75FD0F0AB2}"/>
                  </a:ext>
                </a:extLst>
              </p:cNvPr>
              <p:cNvSpPr/>
              <p:nvPr/>
            </p:nvSpPr>
            <p:spPr>
              <a:xfrm rot="5400000">
                <a:off x="7230628" y="3040678"/>
                <a:ext cx="363430" cy="313302"/>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テキスト ボックス 21">
                <a:extLst>
                  <a:ext uri="{FF2B5EF4-FFF2-40B4-BE49-F238E27FC236}">
                    <a16:creationId xmlns:a16="http://schemas.microsoft.com/office/drawing/2014/main" id="{5AF32777-A80F-02FE-1E72-D311B5003FAA}"/>
                  </a:ext>
                </a:extLst>
              </p:cNvPr>
              <p:cNvSpPr txBox="1"/>
              <p:nvPr/>
            </p:nvSpPr>
            <p:spPr>
              <a:xfrm>
                <a:off x="6592795" y="2998878"/>
                <a:ext cx="646332" cy="369332"/>
              </a:xfrm>
              <a:prstGeom prst="rect">
                <a:avLst/>
              </a:prstGeom>
              <a:noFill/>
            </p:spPr>
            <p:txBody>
              <a:bodyPr wrap="none" rtlCol="0">
                <a:spAutoFit/>
              </a:bodyPr>
              <a:lstStyle/>
              <a:p>
                <a:pPr algn="ctr"/>
                <a:r>
                  <a:rPr lang="ja-JP" altLang="en-US">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進む</a:t>
                </a:r>
                <a:endParaRPr kumimoji="1" lang="ja-JP" altLang="en-US"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29" name="テキスト ボックス 28">
              <a:extLst>
                <a:ext uri="{FF2B5EF4-FFF2-40B4-BE49-F238E27FC236}">
                  <a16:creationId xmlns:a16="http://schemas.microsoft.com/office/drawing/2014/main" id="{DD4B12F8-246A-85B7-6407-69B9866512CD}"/>
                </a:ext>
              </a:extLst>
            </p:cNvPr>
            <p:cNvSpPr txBox="1"/>
            <p:nvPr/>
          </p:nvSpPr>
          <p:spPr>
            <a:xfrm>
              <a:off x="4758592" y="2467509"/>
              <a:ext cx="1723549"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ミッション名</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82" name="楕円 81">
              <a:extLst>
                <a:ext uri="{FF2B5EF4-FFF2-40B4-BE49-F238E27FC236}">
                  <a16:creationId xmlns:a16="http://schemas.microsoft.com/office/drawing/2014/main" id="{B8521586-D80D-5D07-7F9C-5B1477BBA925}"/>
                </a:ext>
              </a:extLst>
            </p:cNvPr>
            <p:cNvSpPr/>
            <p:nvPr/>
          </p:nvSpPr>
          <p:spPr>
            <a:xfrm flipH="1">
              <a:off x="9045928" y="2444807"/>
              <a:ext cx="445515" cy="445515"/>
            </a:xfrm>
            <a:prstGeom prst="ellipse">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8" name="グループ化 7">
            <a:extLst>
              <a:ext uri="{FF2B5EF4-FFF2-40B4-BE49-F238E27FC236}">
                <a16:creationId xmlns:a16="http://schemas.microsoft.com/office/drawing/2014/main" id="{EF63A32C-2D4D-6867-7B4A-C1B68E964A40}"/>
              </a:ext>
            </a:extLst>
          </p:cNvPr>
          <p:cNvGrpSpPr/>
          <p:nvPr/>
        </p:nvGrpSpPr>
        <p:grpSpPr>
          <a:xfrm>
            <a:off x="9917113" y="2265322"/>
            <a:ext cx="236362" cy="2161157"/>
            <a:chOff x="11044871" y="4022147"/>
            <a:chExt cx="236362" cy="2031812"/>
          </a:xfrm>
        </p:grpSpPr>
        <p:sp>
          <p:nvSpPr>
            <p:cNvPr id="9" name="四角形: 角を丸くする 8">
              <a:extLst>
                <a:ext uri="{FF2B5EF4-FFF2-40B4-BE49-F238E27FC236}">
                  <a16:creationId xmlns:a16="http://schemas.microsoft.com/office/drawing/2014/main" id="{3C82A83A-E599-C4F9-1D31-9588702C5BDC}"/>
                </a:ext>
              </a:extLst>
            </p:cNvPr>
            <p:cNvSpPr/>
            <p:nvPr/>
          </p:nvSpPr>
          <p:spPr>
            <a:xfrm>
              <a:off x="11044871" y="4022147"/>
              <a:ext cx="236362" cy="2031812"/>
            </a:xfrm>
            <a:prstGeom prst="roundRect">
              <a:avLst/>
            </a:prstGeom>
            <a:no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 name="四角形: 角を丸くする 9">
              <a:extLst>
                <a:ext uri="{FF2B5EF4-FFF2-40B4-BE49-F238E27FC236}">
                  <a16:creationId xmlns:a16="http://schemas.microsoft.com/office/drawing/2014/main" id="{A7E85AD5-8E4F-CC73-FA8C-D6015C758F08}"/>
                </a:ext>
              </a:extLst>
            </p:cNvPr>
            <p:cNvSpPr/>
            <p:nvPr/>
          </p:nvSpPr>
          <p:spPr>
            <a:xfrm>
              <a:off x="11066205" y="4094529"/>
              <a:ext cx="193695" cy="571313"/>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14" name="四角形: 角を丸くする 13">
            <a:extLst>
              <a:ext uri="{FF2B5EF4-FFF2-40B4-BE49-F238E27FC236}">
                <a16:creationId xmlns:a16="http://schemas.microsoft.com/office/drawing/2014/main" id="{D22BF539-0F5A-0A43-1565-0E44A111161F}"/>
              </a:ext>
            </a:extLst>
          </p:cNvPr>
          <p:cNvSpPr/>
          <p:nvPr/>
        </p:nvSpPr>
        <p:spPr>
          <a:xfrm>
            <a:off x="4558118" y="3036383"/>
            <a:ext cx="5102512" cy="619528"/>
          </a:xfrm>
          <a:prstGeom prst="roundRect">
            <a:avLst>
              <a:gd name="adj" fmla="val 9765"/>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7" name="テキスト ボックス 16">
            <a:extLst>
              <a:ext uri="{FF2B5EF4-FFF2-40B4-BE49-F238E27FC236}">
                <a16:creationId xmlns:a16="http://schemas.microsoft.com/office/drawing/2014/main" id="{263F38D9-D088-3BF5-7BE2-3083803B8D45}"/>
              </a:ext>
            </a:extLst>
          </p:cNvPr>
          <p:cNvSpPr txBox="1"/>
          <p:nvPr/>
        </p:nvSpPr>
        <p:spPr>
          <a:xfrm>
            <a:off x="4756598" y="3146092"/>
            <a:ext cx="1723549"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ミッション名</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30" name="グループ化 29">
            <a:extLst>
              <a:ext uri="{FF2B5EF4-FFF2-40B4-BE49-F238E27FC236}">
                <a16:creationId xmlns:a16="http://schemas.microsoft.com/office/drawing/2014/main" id="{25F8DC20-224A-9CA6-F342-1609403F8A39}"/>
              </a:ext>
            </a:extLst>
          </p:cNvPr>
          <p:cNvGrpSpPr/>
          <p:nvPr/>
        </p:nvGrpSpPr>
        <p:grpSpPr>
          <a:xfrm>
            <a:off x="4558118" y="3843626"/>
            <a:ext cx="5102512" cy="619528"/>
            <a:chOff x="4560112" y="2357800"/>
            <a:chExt cx="5102512" cy="619528"/>
          </a:xfrm>
        </p:grpSpPr>
        <p:sp>
          <p:nvSpPr>
            <p:cNvPr id="31" name="四角形: 角を丸くする 30">
              <a:extLst>
                <a:ext uri="{FF2B5EF4-FFF2-40B4-BE49-F238E27FC236}">
                  <a16:creationId xmlns:a16="http://schemas.microsoft.com/office/drawing/2014/main" id="{3591AD4B-3E52-8AF2-4297-C1F4103666DD}"/>
                </a:ext>
              </a:extLst>
            </p:cNvPr>
            <p:cNvSpPr/>
            <p:nvPr/>
          </p:nvSpPr>
          <p:spPr>
            <a:xfrm>
              <a:off x="4560112" y="2357800"/>
              <a:ext cx="5102512" cy="619528"/>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33" name="グループ化 32">
              <a:extLst>
                <a:ext uri="{FF2B5EF4-FFF2-40B4-BE49-F238E27FC236}">
                  <a16:creationId xmlns:a16="http://schemas.microsoft.com/office/drawing/2014/main" id="{D4944609-DB2E-7F1E-2B3E-C3D8DB936EF7}"/>
                </a:ext>
              </a:extLst>
            </p:cNvPr>
            <p:cNvGrpSpPr/>
            <p:nvPr/>
          </p:nvGrpSpPr>
          <p:grpSpPr>
            <a:xfrm>
              <a:off x="7856185" y="2477481"/>
              <a:ext cx="976199" cy="380166"/>
              <a:chOff x="6592795" y="2998878"/>
              <a:chExt cx="976199" cy="380166"/>
            </a:xfrm>
          </p:grpSpPr>
          <p:sp>
            <p:nvSpPr>
              <p:cNvPr id="36" name="二等辺三角形 35">
                <a:extLst>
                  <a:ext uri="{FF2B5EF4-FFF2-40B4-BE49-F238E27FC236}">
                    <a16:creationId xmlns:a16="http://schemas.microsoft.com/office/drawing/2014/main" id="{A625F233-C22F-5858-91FD-8B5FA06701C7}"/>
                  </a:ext>
                </a:extLst>
              </p:cNvPr>
              <p:cNvSpPr/>
              <p:nvPr/>
            </p:nvSpPr>
            <p:spPr>
              <a:xfrm rot="5400000">
                <a:off x="7230628" y="3040678"/>
                <a:ext cx="363430" cy="313302"/>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8" name="テキスト ボックス 37">
                <a:extLst>
                  <a:ext uri="{FF2B5EF4-FFF2-40B4-BE49-F238E27FC236}">
                    <a16:creationId xmlns:a16="http://schemas.microsoft.com/office/drawing/2014/main" id="{3EF015F7-DC15-D9EE-BFC4-642CBA284A49}"/>
                  </a:ext>
                </a:extLst>
              </p:cNvPr>
              <p:cNvSpPr txBox="1"/>
              <p:nvPr/>
            </p:nvSpPr>
            <p:spPr>
              <a:xfrm>
                <a:off x="6592795" y="2998878"/>
                <a:ext cx="646332" cy="369332"/>
              </a:xfrm>
              <a:prstGeom prst="rect">
                <a:avLst/>
              </a:prstGeom>
              <a:noFill/>
            </p:spPr>
            <p:txBody>
              <a:bodyPr wrap="none" rtlCol="0">
                <a:spAutoFit/>
              </a:bodyPr>
              <a:lstStyle/>
              <a:p>
                <a:pPr algn="ctr"/>
                <a:r>
                  <a:rPr lang="ja-JP" altLang="en-US">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進む</a:t>
                </a:r>
                <a:endParaRPr kumimoji="1" lang="ja-JP" altLang="en-US"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34" name="テキスト ボックス 33">
              <a:extLst>
                <a:ext uri="{FF2B5EF4-FFF2-40B4-BE49-F238E27FC236}">
                  <a16:creationId xmlns:a16="http://schemas.microsoft.com/office/drawing/2014/main" id="{CCE3EC19-4E4C-6071-2D01-E93E1D81A440}"/>
                </a:ext>
              </a:extLst>
            </p:cNvPr>
            <p:cNvSpPr txBox="1"/>
            <p:nvPr/>
          </p:nvSpPr>
          <p:spPr>
            <a:xfrm>
              <a:off x="4758592" y="2467509"/>
              <a:ext cx="1723549"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ミッション名</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5" name="楕円 34">
              <a:extLst>
                <a:ext uri="{FF2B5EF4-FFF2-40B4-BE49-F238E27FC236}">
                  <a16:creationId xmlns:a16="http://schemas.microsoft.com/office/drawing/2014/main" id="{EF485A9A-4C8E-51BF-43FA-04178F01C5E6}"/>
                </a:ext>
              </a:extLst>
            </p:cNvPr>
            <p:cNvSpPr/>
            <p:nvPr/>
          </p:nvSpPr>
          <p:spPr>
            <a:xfrm flipH="1">
              <a:off x="9045928" y="2444807"/>
              <a:ext cx="445515" cy="445515"/>
            </a:xfrm>
            <a:prstGeom prst="ellipse">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48" name="グループ化 47">
            <a:extLst>
              <a:ext uri="{FF2B5EF4-FFF2-40B4-BE49-F238E27FC236}">
                <a16:creationId xmlns:a16="http://schemas.microsoft.com/office/drawing/2014/main" id="{96096524-D5A0-87E0-5614-944F24A3561A}"/>
              </a:ext>
            </a:extLst>
          </p:cNvPr>
          <p:cNvGrpSpPr/>
          <p:nvPr/>
        </p:nvGrpSpPr>
        <p:grpSpPr>
          <a:xfrm>
            <a:off x="4560112" y="4475160"/>
            <a:ext cx="5102512" cy="612948"/>
            <a:chOff x="4560112" y="4475160"/>
            <a:chExt cx="5102512" cy="612948"/>
          </a:xfrm>
        </p:grpSpPr>
        <p:sp>
          <p:nvSpPr>
            <p:cNvPr id="68" name="四角形: 角を丸くする 67">
              <a:extLst>
                <a:ext uri="{FF2B5EF4-FFF2-40B4-BE49-F238E27FC236}">
                  <a16:creationId xmlns:a16="http://schemas.microsoft.com/office/drawing/2014/main" id="{BE68231B-B3E7-FF5F-D3C2-124B8F15C3D1}"/>
                </a:ext>
              </a:extLst>
            </p:cNvPr>
            <p:cNvSpPr/>
            <p:nvPr/>
          </p:nvSpPr>
          <p:spPr>
            <a:xfrm>
              <a:off x="4560112" y="4475160"/>
              <a:ext cx="5102512" cy="612948"/>
            </a:xfrm>
            <a:prstGeom prst="roundRect">
              <a:avLst>
                <a:gd name="adj" fmla="val 9765"/>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0" name="テキスト ボックス 69">
              <a:extLst>
                <a:ext uri="{FF2B5EF4-FFF2-40B4-BE49-F238E27FC236}">
                  <a16:creationId xmlns:a16="http://schemas.microsoft.com/office/drawing/2014/main" id="{694D42EC-2FEC-505D-2FFE-07387EA736F0}"/>
                </a:ext>
              </a:extLst>
            </p:cNvPr>
            <p:cNvSpPr txBox="1"/>
            <p:nvPr/>
          </p:nvSpPr>
          <p:spPr>
            <a:xfrm>
              <a:off x="7094056" y="4649681"/>
              <a:ext cx="595035" cy="338554"/>
            </a:xfrm>
            <a:prstGeom prst="rect">
              <a:avLst/>
            </a:prstGeom>
            <a:noFill/>
          </p:spPr>
          <p:txBody>
            <a:bodyPr wrap="none" rtlCol="0">
              <a:spAutoFit/>
            </a:bodyPr>
            <a:lstStyle/>
            <a:p>
              <a:r>
                <a:rPr kumimoji="1"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報酬</a:t>
              </a: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pic>
          <p:nvPicPr>
            <p:cNvPr id="76" name="図 75">
              <a:extLst>
                <a:ext uri="{FF2B5EF4-FFF2-40B4-BE49-F238E27FC236}">
                  <a16:creationId xmlns:a16="http://schemas.microsoft.com/office/drawing/2014/main" id="{3E10297B-7956-9C21-E275-497AA6D1F72C}"/>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603772" y="4517996"/>
              <a:ext cx="532696" cy="518967"/>
            </a:xfrm>
            <a:prstGeom prst="rect">
              <a:avLst/>
            </a:prstGeom>
          </p:spPr>
        </p:pic>
        <p:sp>
          <p:nvSpPr>
            <p:cNvPr id="78" name="テキスト ボックス 77">
              <a:extLst>
                <a:ext uri="{FF2B5EF4-FFF2-40B4-BE49-F238E27FC236}">
                  <a16:creationId xmlns:a16="http://schemas.microsoft.com/office/drawing/2014/main" id="{E392D5AA-82A8-8E65-54B3-62A64D657BC9}"/>
                </a:ext>
              </a:extLst>
            </p:cNvPr>
            <p:cNvSpPr txBox="1"/>
            <p:nvPr/>
          </p:nvSpPr>
          <p:spPr>
            <a:xfrm>
              <a:off x="7994981" y="4634292"/>
              <a:ext cx="710451" cy="369332"/>
            </a:xfrm>
            <a:prstGeom prst="rect">
              <a:avLst/>
            </a:prstGeom>
            <a:noFill/>
          </p:spPr>
          <p:txBody>
            <a:bodyPr wrap="none" rtlCol="0">
              <a:spAutoFit/>
            </a:bodyPr>
            <a:lstStyle/>
            <a:p>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005</a:t>
              </a: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80" name="テキスト ボックス 79">
              <a:extLst>
                <a:ext uri="{FF2B5EF4-FFF2-40B4-BE49-F238E27FC236}">
                  <a16:creationId xmlns:a16="http://schemas.microsoft.com/office/drawing/2014/main" id="{439FE4BA-82E2-9EA5-3ED7-5039E17492C0}"/>
                </a:ext>
              </a:extLst>
            </p:cNvPr>
            <p:cNvSpPr txBox="1"/>
            <p:nvPr/>
          </p:nvSpPr>
          <p:spPr>
            <a:xfrm>
              <a:off x="4801094" y="4550802"/>
              <a:ext cx="2146742" cy="461665"/>
            </a:xfrm>
            <a:prstGeom prst="rect">
              <a:avLst/>
            </a:prstGeom>
            <a:noFill/>
          </p:spPr>
          <p:txBody>
            <a:bodyPr wrap="none" rtlCol="0">
              <a:spAutoFit/>
            </a:bodyPr>
            <a:lstStyle/>
            <a:p>
              <a:r>
                <a:rPr kumimoji="1" lang="en-US" altLang="ja-JP"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a:t>
              </a:r>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章</a:t>
              </a:r>
              <a:r>
                <a:rPr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達成</a:t>
              </a:r>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数 </a:t>
              </a:r>
              <a:r>
                <a:rPr kumimoji="1" lang="en-US" altLang="ja-JP" sz="24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10/05</a:t>
              </a:r>
              <a:endParaRPr kumimoji="1" lang="ja-JP" altLang="en-US"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40" name="楕円 39">
            <a:extLst>
              <a:ext uri="{FF2B5EF4-FFF2-40B4-BE49-F238E27FC236}">
                <a16:creationId xmlns:a16="http://schemas.microsoft.com/office/drawing/2014/main" id="{21BE0B6D-0FB8-FAEE-C621-CEF718F6B40A}"/>
              </a:ext>
            </a:extLst>
          </p:cNvPr>
          <p:cNvSpPr/>
          <p:nvPr/>
        </p:nvSpPr>
        <p:spPr>
          <a:xfrm>
            <a:off x="8903162" y="4528462"/>
            <a:ext cx="508246" cy="508246"/>
          </a:xfrm>
          <a:prstGeom prst="ellips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2" name="テキスト ボックス 41">
            <a:extLst>
              <a:ext uri="{FF2B5EF4-FFF2-40B4-BE49-F238E27FC236}">
                <a16:creationId xmlns:a16="http://schemas.microsoft.com/office/drawing/2014/main" id="{129743C7-E9A2-790C-0073-E3645B55F751}"/>
              </a:ext>
            </a:extLst>
          </p:cNvPr>
          <p:cNvSpPr txBox="1"/>
          <p:nvPr/>
        </p:nvSpPr>
        <p:spPr>
          <a:xfrm>
            <a:off x="8705880" y="4614902"/>
            <a:ext cx="902811" cy="307777"/>
          </a:xfrm>
          <a:prstGeom prst="rect">
            <a:avLst/>
          </a:prstGeom>
          <a:noFill/>
        </p:spPr>
        <p:txBody>
          <a:bodyPr wrap="none" rtlCol="0">
            <a:spAutoFit/>
          </a:bodyPr>
          <a:lstStyle/>
          <a:p>
            <a:pPr algn="ctr"/>
            <a:r>
              <a:rPr lang="ja-JP" altLang="en-US" sz="1400">
                <a:solidFill>
                  <a:schemeClr val="bg1">
                    <a:lumMod val="95000"/>
                  </a:schemeClr>
                </a:solidFill>
                <a:effectLst>
                  <a:glow rad="114300">
                    <a:srgbClr val="FF00FF">
                      <a:alpha val="85000"/>
                    </a:srgbClr>
                  </a:glow>
                </a:effectLst>
                <a:latin typeface="原稿用標準書体" panose="03000503000000000000" pitchFamily="66" charset="-128"/>
                <a:ea typeface="原稿用標準書体" panose="03000503000000000000" pitchFamily="66" charset="-128"/>
                <a:cs typeface="叛逆明朝" panose="02000503000000000000" pitchFamily="2" charset="-128"/>
              </a:rPr>
              <a:t>受け取る</a:t>
            </a:r>
          </a:p>
        </p:txBody>
      </p:sp>
      <p:grpSp>
        <p:nvGrpSpPr>
          <p:cNvPr id="44" name="グループ化 43">
            <a:extLst>
              <a:ext uri="{FF2B5EF4-FFF2-40B4-BE49-F238E27FC236}">
                <a16:creationId xmlns:a16="http://schemas.microsoft.com/office/drawing/2014/main" id="{B6D50400-CD44-3F94-9629-2C1FEE8C4ABD}"/>
              </a:ext>
            </a:extLst>
          </p:cNvPr>
          <p:cNvGrpSpPr/>
          <p:nvPr/>
        </p:nvGrpSpPr>
        <p:grpSpPr>
          <a:xfrm>
            <a:off x="9043933" y="3121128"/>
            <a:ext cx="445516" cy="445516"/>
            <a:chOff x="8484520" y="3671796"/>
            <a:chExt cx="730638" cy="730638"/>
          </a:xfrm>
        </p:grpSpPr>
        <p:sp>
          <p:nvSpPr>
            <p:cNvPr id="45" name="楕円 44">
              <a:extLst>
                <a:ext uri="{FF2B5EF4-FFF2-40B4-BE49-F238E27FC236}">
                  <a16:creationId xmlns:a16="http://schemas.microsoft.com/office/drawing/2014/main" id="{B23C1020-7676-006F-E34E-CD43E9350E04}"/>
                </a:ext>
              </a:extLst>
            </p:cNvPr>
            <p:cNvSpPr/>
            <p:nvPr/>
          </p:nvSpPr>
          <p:spPr>
            <a:xfrm flipH="1">
              <a:off x="8484520" y="3671796"/>
              <a:ext cx="730638" cy="730638"/>
            </a:xfrm>
            <a:prstGeom prst="ellipse">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46" name="図 45">
              <a:extLst>
                <a:ext uri="{FF2B5EF4-FFF2-40B4-BE49-F238E27FC236}">
                  <a16:creationId xmlns:a16="http://schemas.microsoft.com/office/drawing/2014/main" id="{67950E1B-0454-E6B2-6E74-01628C1DE737}"/>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8603598" y="3867826"/>
              <a:ext cx="502997" cy="377248"/>
            </a:xfrm>
            <a:prstGeom prst="rect">
              <a:avLst/>
            </a:prstGeom>
          </p:spPr>
        </p:pic>
      </p:grpSp>
    </p:spTree>
    <p:extLst>
      <p:ext uri="{BB962C8B-B14F-4D97-AF65-F5344CB8AC3E}">
        <p14:creationId xmlns:p14="http://schemas.microsoft.com/office/powerpoint/2010/main" val="2600433025"/>
      </p:ext>
    </p:extLst>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6DC324-DE13-B53E-5827-7AA40748B825}"/>
            </a:ext>
          </a:extLst>
        </p:cNvPr>
        <p:cNvGrpSpPr/>
        <p:nvPr/>
      </p:nvGrpSpPr>
      <p:grpSpPr>
        <a:xfrm>
          <a:off x="0" y="0"/>
          <a:ext cx="0" cy="0"/>
          <a:chOff x="0" y="0"/>
          <a:chExt cx="0" cy="0"/>
        </a:xfrm>
      </p:grpSpPr>
      <p:grpSp>
        <p:nvGrpSpPr>
          <p:cNvPr id="66" name="グループ化 65">
            <a:extLst>
              <a:ext uri="{FF2B5EF4-FFF2-40B4-BE49-F238E27FC236}">
                <a16:creationId xmlns:a16="http://schemas.microsoft.com/office/drawing/2014/main" id="{C5C6A5C3-EEBE-6D02-0D5B-1EDCE3A300C5}"/>
              </a:ext>
            </a:extLst>
          </p:cNvPr>
          <p:cNvGrpSpPr/>
          <p:nvPr/>
        </p:nvGrpSpPr>
        <p:grpSpPr>
          <a:xfrm>
            <a:off x="431675" y="5640918"/>
            <a:ext cx="11328651" cy="929715"/>
            <a:chOff x="431675" y="5640918"/>
            <a:chExt cx="11328651" cy="929715"/>
          </a:xfrm>
        </p:grpSpPr>
        <p:sp>
          <p:nvSpPr>
            <p:cNvPr id="43" name="四角形: 角を丸くする 42">
              <a:extLst>
                <a:ext uri="{FF2B5EF4-FFF2-40B4-BE49-F238E27FC236}">
                  <a16:creationId xmlns:a16="http://schemas.microsoft.com/office/drawing/2014/main" id="{82FDD9B2-0354-10CE-4654-6DA97762BA01}"/>
                </a:ext>
              </a:extLst>
            </p:cNvPr>
            <p:cNvSpPr/>
            <p:nvPr/>
          </p:nvSpPr>
          <p:spPr>
            <a:xfrm>
              <a:off x="431675" y="5656233"/>
              <a:ext cx="11328651" cy="914400"/>
            </a:xfrm>
            <a:prstGeom prst="roundRect">
              <a:avLst>
                <a:gd name="adj" fmla="val 4803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53" name="四角形: 角を丸くする 52">
              <a:extLst>
                <a:ext uri="{FF2B5EF4-FFF2-40B4-BE49-F238E27FC236}">
                  <a16:creationId xmlns:a16="http://schemas.microsoft.com/office/drawing/2014/main" id="{27D38EED-A7BB-0D8F-EBE2-1BF175B18E42}"/>
                </a:ext>
              </a:extLst>
            </p:cNvPr>
            <p:cNvSpPr/>
            <p:nvPr/>
          </p:nvSpPr>
          <p:spPr>
            <a:xfrm>
              <a:off x="989774" y="5640918"/>
              <a:ext cx="1338828" cy="914400"/>
            </a:xfrm>
            <a:prstGeom prst="roundRect">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5" name="テキスト ボックス 54">
              <a:extLst>
                <a:ext uri="{FF2B5EF4-FFF2-40B4-BE49-F238E27FC236}">
                  <a16:creationId xmlns:a16="http://schemas.microsoft.com/office/drawing/2014/main" id="{A80BEAC7-17E6-8557-E5D5-20DF59B9DA8F}"/>
                </a:ext>
              </a:extLst>
            </p:cNvPr>
            <p:cNvSpPr txBox="1"/>
            <p:nvPr/>
          </p:nvSpPr>
          <p:spPr>
            <a:xfrm>
              <a:off x="1165119"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7" name="テキスト ボックス 56">
              <a:extLst>
                <a:ext uri="{FF2B5EF4-FFF2-40B4-BE49-F238E27FC236}">
                  <a16:creationId xmlns:a16="http://schemas.microsoft.com/office/drawing/2014/main" id="{58387CDC-7B5B-70B0-C6BC-888647A4606F}"/>
                </a:ext>
              </a:extLst>
            </p:cNvPr>
            <p:cNvSpPr txBox="1"/>
            <p:nvPr/>
          </p:nvSpPr>
          <p:spPr>
            <a:xfrm flipH="1">
              <a:off x="529243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9" name="テキスト ボックス 58">
              <a:extLst>
                <a:ext uri="{FF2B5EF4-FFF2-40B4-BE49-F238E27FC236}">
                  <a16:creationId xmlns:a16="http://schemas.microsoft.com/office/drawing/2014/main" id="{52569956-5B02-3854-6070-21E7EDD9C7AF}"/>
                </a:ext>
              </a:extLst>
            </p:cNvPr>
            <p:cNvSpPr txBox="1"/>
            <p:nvPr/>
          </p:nvSpPr>
          <p:spPr>
            <a:xfrm>
              <a:off x="284405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1" name="テキスト ボックス 60">
              <a:extLst>
                <a:ext uri="{FF2B5EF4-FFF2-40B4-BE49-F238E27FC236}">
                  <a16:creationId xmlns:a16="http://schemas.microsoft.com/office/drawing/2014/main" id="{855A5B20-0FE7-FD72-BE57-D6219E62C1FC}"/>
                </a:ext>
              </a:extLst>
            </p:cNvPr>
            <p:cNvSpPr txBox="1"/>
            <p:nvPr/>
          </p:nvSpPr>
          <p:spPr>
            <a:xfrm>
              <a:off x="8393833"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3" name="テキスト ボックス 62">
              <a:extLst>
                <a:ext uri="{FF2B5EF4-FFF2-40B4-BE49-F238E27FC236}">
                  <a16:creationId xmlns:a16="http://schemas.microsoft.com/office/drawing/2014/main" id="{36167F6A-B60B-4EA9-E200-2F83E5F05514}"/>
                </a:ext>
              </a:extLst>
            </p:cNvPr>
            <p:cNvSpPr txBox="1"/>
            <p:nvPr/>
          </p:nvSpPr>
          <p:spPr>
            <a:xfrm>
              <a:off x="6714895"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5" name="テキスト ボックス 64">
              <a:extLst>
                <a:ext uri="{FF2B5EF4-FFF2-40B4-BE49-F238E27FC236}">
                  <a16:creationId xmlns:a16="http://schemas.microsoft.com/office/drawing/2014/main" id="{C5B8D462-B2D7-45CA-DD68-4F9FCB4EC03C}"/>
                </a:ext>
              </a:extLst>
            </p:cNvPr>
            <p:cNvSpPr txBox="1"/>
            <p:nvPr/>
          </p:nvSpPr>
          <p:spPr>
            <a:xfrm flipH="1">
              <a:off x="9816293" y="5913378"/>
              <a:ext cx="1210588"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37" name="四角形: 角を丸くする 36">
            <a:extLst>
              <a:ext uri="{FF2B5EF4-FFF2-40B4-BE49-F238E27FC236}">
                <a16:creationId xmlns:a16="http://schemas.microsoft.com/office/drawing/2014/main" id="{2BF60610-AB89-384B-B4C3-EAADE5686499}"/>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grpSp>
        <p:nvGrpSpPr>
          <p:cNvPr id="24" name="グループ化 23">
            <a:extLst>
              <a:ext uri="{FF2B5EF4-FFF2-40B4-BE49-F238E27FC236}">
                <a16:creationId xmlns:a16="http://schemas.microsoft.com/office/drawing/2014/main" id="{9E599D14-0FC6-D9FF-0C3B-BD4BA677DD15}"/>
              </a:ext>
            </a:extLst>
          </p:cNvPr>
          <p:cNvGrpSpPr/>
          <p:nvPr/>
        </p:nvGrpSpPr>
        <p:grpSpPr>
          <a:xfrm>
            <a:off x="163586" y="134635"/>
            <a:ext cx="1975684" cy="1396119"/>
            <a:chOff x="163586" y="134635"/>
            <a:chExt cx="1975684" cy="1396119"/>
          </a:xfrm>
        </p:grpSpPr>
        <p:grpSp>
          <p:nvGrpSpPr>
            <p:cNvPr id="25" name="グループ化 24">
              <a:extLst>
                <a:ext uri="{FF2B5EF4-FFF2-40B4-BE49-F238E27FC236}">
                  <a16:creationId xmlns:a16="http://schemas.microsoft.com/office/drawing/2014/main" id="{ADD48C7F-3752-1286-19C0-86C0CE3DA47D}"/>
                </a:ext>
              </a:extLst>
            </p:cNvPr>
            <p:cNvGrpSpPr/>
            <p:nvPr/>
          </p:nvGrpSpPr>
          <p:grpSpPr>
            <a:xfrm>
              <a:off x="163586" y="134635"/>
              <a:ext cx="1975684" cy="1396119"/>
              <a:chOff x="163586" y="134635"/>
              <a:chExt cx="1975684" cy="1396119"/>
            </a:xfrm>
          </p:grpSpPr>
          <p:pic>
            <p:nvPicPr>
              <p:cNvPr id="27" name="図 26">
                <a:extLst>
                  <a:ext uri="{FF2B5EF4-FFF2-40B4-BE49-F238E27FC236}">
                    <a16:creationId xmlns:a16="http://schemas.microsoft.com/office/drawing/2014/main" id="{89865410-4E37-E933-6FFD-E171EA4A2A5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8" name="楕円 27">
                <a:extLst>
                  <a:ext uri="{FF2B5EF4-FFF2-40B4-BE49-F238E27FC236}">
                    <a16:creationId xmlns:a16="http://schemas.microsoft.com/office/drawing/2014/main" id="{00047A68-D123-15E8-ED77-8500764B826F}"/>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6" name="図 25">
              <a:extLst>
                <a:ext uri="{FF2B5EF4-FFF2-40B4-BE49-F238E27FC236}">
                  <a16:creationId xmlns:a16="http://schemas.microsoft.com/office/drawing/2014/main" id="{E53252A1-A469-756C-4D18-47492C2C0A7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
        <p:nvSpPr>
          <p:cNvPr id="39" name="テキスト ボックス 38">
            <a:extLst>
              <a:ext uri="{FF2B5EF4-FFF2-40B4-BE49-F238E27FC236}">
                <a16:creationId xmlns:a16="http://schemas.microsoft.com/office/drawing/2014/main" id="{1ECA3B6E-CAED-76E8-B9AD-BEF032FA6002}"/>
              </a:ext>
            </a:extLst>
          </p:cNvPr>
          <p:cNvSpPr txBox="1"/>
          <p:nvPr/>
        </p:nvSpPr>
        <p:spPr>
          <a:xfrm>
            <a:off x="1624588" y="641390"/>
            <a:ext cx="146706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ミッション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2" name="四角形: 角を丸くする 1">
            <a:extLst>
              <a:ext uri="{FF2B5EF4-FFF2-40B4-BE49-F238E27FC236}">
                <a16:creationId xmlns:a16="http://schemas.microsoft.com/office/drawing/2014/main" id="{719E7C99-F476-BF17-BDAA-330D43A4D835}"/>
              </a:ext>
            </a:extLst>
          </p:cNvPr>
          <p:cNvSpPr/>
          <p:nvPr/>
        </p:nvSpPr>
        <p:spPr>
          <a:xfrm>
            <a:off x="1698342" y="1327454"/>
            <a:ext cx="8795316" cy="4056319"/>
          </a:xfrm>
          <a:prstGeom prst="roundRect">
            <a:avLst>
              <a:gd name="adj" fmla="val 9765"/>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a:p>
        </p:txBody>
      </p:sp>
      <p:sp>
        <p:nvSpPr>
          <p:cNvPr id="3" name="四角形: 角を丸くする 2">
            <a:extLst>
              <a:ext uri="{FF2B5EF4-FFF2-40B4-BE49-F238E27FC236}">
                <a16:creationId xmlns:a16="http://schemas.microsoft.com/office/drawing/2014/main" id="{F675D931-AF41-F2C8-24DE-E8FB5573A253}"/>
              </a:ext>
            </a:extLst>
          </p:cNvPr>
          <p:cNvSpPr/>
          <p:nvPr/>
        </p:nvSpPr>
        <p:spPr>
          <a:xfrm>
            <a:off x="2051021" y="3014639"/>
            <a:ext cx="1545081" cy="712577"/>
          </a:xfrm>
          <a:prstGeom prst="roundRect">
            <a:avLst>
              <a:gd name="adj" fmla="val 9765"/>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solidFill>
                  <a:schemeClr val="bg1">
                    <a:lumMod val="95000"/>
                  </a:schemeClr>
                </a:solidFill>
                <a:latin typeface="原稿用標準書体" panose="03000503000000000000" pitchFamily="66" charset="-128"/>
                <a:ea typeface="原稿用標準書体" panose="03000503000000000000" pitchFamily="66" charset="-128"/>
              </a:rPr>
              <a:t>リミット</a:t>
            </a:r>
          </a:p>
        </p:txBody>
      </p:sp>
      <p:sp>
        <p:nvSpPr>
          <p:cNvPr id="4" name="四角形: 角を丸くする 3">
            <a:extLst>
              <a:ext uri="{FF2B5EF4-FFF2-40B4-BE49-F238E27FC236}">
                <a16:creationId xmlns:a16="http://schemas.microsoft.com/office/drawing/2014/main" id="{5EB33DF0-06E1-01FF-6F87-67E389F7F5D3}"/>
              </a:ext>
            </a:extLst>
          </p:cNvPr>
          <p:cNvSpPr/>
          <p:nvPr/>
        </p:nvSpPr>
        <p:spPr>
          <a:xfrm>
            <a:off x="2051021" y="1871154"/>
            <a:ext cx="1545081" cy="712577"/>
          </a:xfrm>
          <a:prstGeom prst="roundRect">
            <a:avLst>
              <a:gd name="adj" fmla="val 9765"/>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メイン</a:t>
            </a:r>
          </a:p>
        </p:txBody>
      </p:sp>
      <p:sp>
        <p:nvSpPr>
          <p:cNvPr id="6" name="フリーフォーム: 図形 5">
            <a:extLst>
              <a:ext uri="{FF2B5EF4-FFF2-40B4-BE49-F238E27FC236}">
                <a16:creationId xmlns:a16="http://schemas.microsoft.com/office/drawing/2014/main" id="{548D194F-3E47-F57B-8D3B-8C7638005ECA}"/>
              </a:ext>
            </a:extLst>
          </p:cNvPr>
          <p:cNvSpPr/>
          <p:nvPr/>
        </p:nvSpPr>
        <p:spPr>
          <a:xfrm>
            <a:off x="3948781" y="1334606"/>
            <a:ext cx="6544877" cy="4056319"/>
          </a:xfrm>
          <a:custGeom>
            <a:avLst/>
            <a:gdLst>
              <a:gd name="csX0" fmla="*/ 0 w 6544877"/>
              <a:gd name="csY0" fmla="*/ 0 h 4056319"/>
              <a:gd name="csX1" fmla="*/ 6148777 w 6544877"/>
              <a:gd name="csY1" fmla="*/ 0 h 4056319"/>
              <a:gd name="csX2" fmla="*/ 6544877 w 6544877"/>
              <a:gd name="csY2" fmla="*/ 396100 h 4056319"/>
              <a:gd name="csX3" fmla="*/ 6544877 w 6544877"/>
              <a:gd name="csY3" fmla="*/ 3660219 h 4056319"/>
              <a:gd name="csX4" fmla="*/ 6148777 w 6544877"/>
              <a:gd name="csY4" fmla="*/ 4056319 h 4056319"/>
              <a:gd name="csX5" fmla="*/ 0 w 6544877"/>
              <a:gd name="csY5" fmla="*/ 4056319 h 4056319"/>
            </a:gdLst>
            <a:ahLst/>
            <a:cxnLst>
              <a:cxn ang="0">
                <a:pos x="csX0" y="csY0"/>
              </a:cxn>
              <a:cxn ang="0">
                <a:pos x="csX1" y="csY1"/>
              </a:cxn>
              <a:cxn ang="0">
                <a:pos x="csX2" y="csY2"/>
              </a:cxn>
              <a:cxn ang="0">
                <a:pos x="csX3" y="csY3"/>
              </a:cxn>
              <a:cxn ang="0">
                <a:pos x="csX4" y="csY4"/>
              </a:cxn>
              <a:cxn ang="0">
                <a:pos x="csX5" y="csY5"/>
              </a:cxn>
            </a:cxnLst>
            <a:rect l="l" t="t" r="r" b="b"/>
            <a:pathLst>
              <a:path w="6544877" h="4056319">
                <a:moveTo>
                  <a:pt x="0" y="0"/>
                </a:moveTo>
                <a:lnTo>
                  <a:pt x="6148777" y="0"/>
                </a:lnTo>
                <a:cubicBezTo>
                  <a:pt x="6367537" y="0"/>
                  <a:pt x="6544877" y="177340"/>
                  <a:pt x="6544877" y="396100"/>
                </a:cubicBezTo>
                <a:lnTo>
                  <a:pt x="6544877" y="3660219"/>
                </a:lnTo>
                <a:cubicBezTo>
                  <a:pt x="6544877" y="3878979"/>
                  <a:pt x="6367537" y="4056319"/>
                  <a:pt x="6148777" y="4056319"/>
                </a:cubicBezTo>
                <a:lnTo>
                  <a:pt x="0" y="4056319"/>
                </a:lnTo>
                <a:close/>
              </a:path>
            </a:pathLst>
          </a:custGeom>
          <a:solidFill>
            <a:schemeClr val="tx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endParaRPr kumimoji="1" lang="ja-JP" altLang="en-US"/>
          </a:p>
        </p:txBody>
      </p:sp>
      <p:sp>
        <p:nvSpPr>
          <p:cNvPr id="7" name="四角形: 角を丸くする 6">
            <a:extLst>
              <a:ext uri="{FF2B5EF4-FFF2-40B4-BE49-F238E27FC236}">
                <a16:creationId xmlns:a16="http://schemas.microsoft.com/office/drawing/2014/main" id="{94D67B33-25F6-5DDB-9665-111BBD67A3A9}"/>
              </a:ext>
            </a:extLst>
          </p:cNvPr>
          <p:cNvSpPr/>
          <p:nvPr/>
        </p:nvSpPr>
        <p:spPr>
          <a:xfrm>
            <a:off x="3287031" y="4166488"/>
            <a:ext cx="1545081" cy="712577"/>
          </a:xfrm>
          <a:prstGeom prst="roundRect">
            <a:avLst>
              <a:gd name="adj" fmla="val 9765"/>
            </a:avLst>
          </a:prstGeom>
          <a:solidFill>
            <a:schemeClr val="tx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8" name="グループ化 7">
            <a:extLst>
              <a:ext uri="{FF2B5EF4-FFF2-40B4-BE49-F238E27FC236}">
                <a16:creationId xmlns:a16="http://schemas.microsoft.com/office/drawing/2014/main" id="{EBB95EEA-09B6-771B-06D0-0604B7AC9173}"/>
              </a:ext>
            </a:extLst>
          </p:cNvPr>
          <p:cNvGrpSpPr/>
          <p:nvPr/>
        </p:nvGrpSpPr>
        <p:grpSpPr>
          <a:xfrm>
            <a:off x="10022798" y="2220735"/>
            <a:ext cx="236362" cy="2284060"/>
            <a:chOff x="11044871" y="4022147"/>
            <a:chExt cx="236362" cy="2031812"/>
          </a:xfrm>
        </p:grpSpPr>
        <p:sp>
          <p:nvSpPr>
            <p:cNvPr id="9" name="四角形: 角を丸くする 8">
              <a:extLst>
                <a:ext uri="{FF2B5EF4-FFF2-40B4-BE49-F238E27FC236}">
                  <a16:creationId xmlns:a16="http://schemas.microsoft.com/office/drawing/2014/main" id="{BF6102A2-59B1-4D6D-FD08-389D0CC90FC9}"/>
                </a:ext>
              </a:extLst>
            </p:cNvPr>
            <p:cNvSpPr/>
            <p:nvPr/>
          </p:nvSpPr>
          <p:spPr>
            <a:xfrm>
              <a:off x="11044871" y="4022147"/>
              <a:ext cx="236362" cy="2031812"/>
            </a:xfrm>
            <a:prstGeom prst="roundRect">
              <a:avLst/>
            </a:prstGeom>
            <a:no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 name="四角形: 角を丸くする 9">
              <a:extLst>
                <a:ext uri="{FF2B5EF4-FFF2-40B4-BE49-F238E27FC236}">
                  <a16:creationId xmlns:a16="http://schemas.microsoft.com/office/drawing/2014/main" id="{2096EB98-9D7C-B357-E5CC-7788A192807D}"/>
                </a:ext>
              </a:extLst>
            </p:cNvPr>
            <p:cNvSpPr/>
            <p:nvPr/>
          </p:nvSpPr>
          <p:spPr>
            <a:xfrm>
              <a:off x="11066205" y="4094529"/>
              <a:ext cx="193695" cy="571313"/>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36" name="四角形: 角を丸くする 35">
            <a:extLst>
              <a:ext uri="{FF2B5EF4-FFF2-40B4-BE49-F238E27FC236}">
                <a16:creationId xmlns:a16="http://schemas.microsoft.com/office/drawing/2014/main" id="{B96C50AB-AC85-208B-AEE0-A46EC8CBCE15}"/>
              </a:ext>
            </a:extLst>
          </p:cNvPr>
          <p:cNvSpPr/>
          <p:nvPr/>
        </p:nvSpPr>
        <p:spPr>
          <a:xfrm>
            <a:off x="4492959" y="2483495"/>
            <a:ext cx="5102512" cy="612948"/>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0" name="四角形: 角を丸くする 39">
            <a:extLst>
              <a:ext uri="{FF2B5EF4-FFF2-40B4-BE49-F238E27FC236}">
                <a16:creationId xmlns:a16="http://schemas.microsoft.com/office/drawing/2014/main" id="{361740B5-07DC-F228-949F-C6176AA7DA6F}"/>
              </a:ext>
            </a:extLst>
          </p:cNvPr>
          <p:cNvSpPr/>
          <p:nvPr/>
        </p:nvSpPr>
        <p:spPr>
          <a:xfrm>
            <a:off x="4492959" y="3153978"/>
            <a:ext cx="5102512" cy="612948"/>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2" name="四角形: 角を丸くする 41">
            <a:extLst>
              <a:ext uri="{FF2B5EF4-FFF2-40B4-BE49-F238E27FC236}">
                <a16:creationId xmlns:a16="http://schemas.microsoft.com/office/drawing/2014/main" id="{0C00B23C-CC9A-2B90-F675-313296EB6DD7}"/>
              </a:ext>
            </a:extLst>
          </p:cNvPr>
          <p:cNvSpPr/>
          <p:nvPr/>
        </p:nvSpPr>
        <p:spPr>
          <a:xfrm>
            <a:off x="4492959" y="3824461"/>
            <a:ext cx="5102512" cy="612948"/>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5" name="四角形: 角を丸くする 44">
            <a:extLst>
              <a:ext uri="{FF2B5EF4-FFF2-40B4-BE49-F238E27FC236}">
                <a16:creationId xmlns:a16="http://schemas.microsoft.com/office/drawing/2014/main" id="{657F4A3A-FB5E-0602-F0BB-6912646FDAF4}"/>
              </a:ext>
            </a:extLst>
          </p:cNvPr>
          <p:cNvSpPr/>
          <p:nvPr/>
        </p:nvSpPr>
        <p:spPr>
          <a:xfrm>
            <a:off x="4492959" y="4494943"/>
            <a:ext cx="5102512" cy="612948"/>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9" name="テキスト ボックス 18">
            <a:extLst>
              <a:ext uri="{FF2B5EF4-FFF2-40B4-BE49-F238E27FC236}">
                <a16:creationId xmlns:a16="http://schemas.microsoft.com/office/drawing/2014/main" id="{B11B7278-545E-AB1A-6743-2108922D9ECE}"/>
              </a:ext>
            </a:extLst>
          </p:cNvPr>
          <p:cNvSpPr txBox="1"/>
          <p:nvPr/>
        </p:nvSpPr>
        <p:spPr>
          <a:xfrm>
            <a:off x="5579712" y="1944640"/>
            <a:ext cx="2929007" cy="369332"/>
          </a:xfrm>
          <a:prstGeom prst="rect">
            <a:avLst/>
          </a:prstGeom>
          <a:noFill/>
        </p:spPr>
        <p:txBody>
          <a:bodyPr wrap="none" rtlCol="0">
            <a:spAutoFit/>
          </a:bodyPr>
          <a:lstStyle/>
          <a:p>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リミットクエスト</a:t>
            </a:r>
            <a:r>
              <a:rPr kumimoji="1"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直近</a:t>
            </a:r>
            <a:r>
              <a:rPr kumimoji="1"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30</a:t>
            </a:r>
            <a:r>
              <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件</a:t>
            </a:r>
            <a:r>
              <a:rPr kumimoji="1"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a:t>
            </a:r>
            <a:endParaRPr kumimoji="1" lang="ja-JP" altLang="en-US"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21" name="テキスト ボックス 20">
            <a:extLst>
              <a:ext uri="{FF2B5EF4-FFF2-40B4-BE49-F238E27FC236}">
                <a16:creationId xmlns:a16="http://schemas.microsoft.com/office/drawing/2014/main" id="{52830F7C-B4D8-A614-2644-D8CE9DC646C3}"/>
              </a:ext>
            </a:extLst>
          </p:cNvPr>
          <p:cNvSpPr txBox="1"/>
          <p:nvPr/>
        </p:nvSpPr>
        <p:spPr>
          <a:xfrm>
            <a:off x="6438921" y="2638490"/>
            <a:ext cx="1210588" cy="338554"/>
          </a:xfrm>
          <a:prstGeom prst="rect">
            <a:avLst/>
          </a:prstGeom>
          <a:noFill/>
        </p:spPr>
        <p:txBody>
          <a:bodyPr wrap="none" rtlCol="0">
            <a:spAutoFit/>
          </a:bodyPr>
          <a:lstStyle/>
          <a:p>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クエスト名</a:t>
            </a: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5" name="テキスト ボックス 34">
            <a:extLst>
              <a:ext uri="{FF2B5EF4-FFF2-40B4-BE49-F238E27FC236}">
                <a16:creationId xmlns:a16="http://schemas.microsoft.com/office/drawing/2014/main" id="{53B1EFF9-3F93-6740-A2CA-BA0E0B60B1A0}"/>
              </a:ext>
            </a:extLst>
          </p:cNvPr>
          <p:cNvSpPr txBox="1"/>
          <p:nvPr/>
        </p:nvSpPr>
        <p:spPr>
          <a:xfrm>
            <a:off x="6438921" y="3304229"/>
            <a:ext cx="1210588" cy="338554"/>
          </a:xfrm>
          <a:prstGeom prst="rect">
            <a:avLst/>
          </a:prstGeom>
          <a:noFill/>
        </p:spPr>
        <p:txBody>
          <a:bodyPr wrap="none" rtlCol="0">
            <a:spAutoFit/>
          </a:bodyPr>
          <a:lstStyle/>
          <a:p>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クエスト名</a:t>
            </a:r>
            <a:endParaRPr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0" name="テキスト ボックス 49">
            <a:extLst>
              <a:ext uri="{FF2B5EF4-FFF2-40B4-BE49-F238E27FC236}">
                <a16:creationId xmlns:a16="http://schemas.microsoft.com/office/drawing/2014/main" id="{37CB17EB-4FFA-8F84-AC00-EC28FBD8C35B}"/>
              </a:ext>
            </a:extLst>
          </p:cNvPr>
          <p:cNvSpPr txBox="1"/>
          <p:nvPr/>
        </p:nvSpPr>
        <p:spPr>
          <a:xfrm>
            <a:off x="6438921" y="3969968"/>
            <a:ext cx="1210588" cy="338554"/>
          </a:xfrm>
          <a:prstGeom prst="rect">
            <a:avLst/>
          </a:prstGeom>
          <a:noFill/>
        </p:spPr>
        <p:txBody>
          <a:bodyPr wrap="none" rtlCol="0">
            <a:spAutoFit/>
          </a:bodyPr>
          <a:lstStyle/>
          <a:p>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クエスト名</a:t>
            </a:r>
            <a:endParaRPr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6" name="テキスト ボックス 55">
            <a:extLst>
              <a:ext uri="{FF2B5EF4-FFF2-40B4-BE49-F238E27FC236}">
                <a16:creationId xmlns:a16="http://schemas.microsoft.com/office/drawing/2014/main" id="{B22C94C5-05D7-034F-E898-2D08EAEE78DB}"/>
              </a:ext>
            </a:extLst>
          </p:cNvPr>
          <p:cNvSpPr txBox="1"/>
          <p:nvPr/>
        </p:nvSpPr>
        <p:spPr>
          <a:xfrm>
            <a:off x="6438921" y="4635707"/>
            <a:ext cx="1210588" cy="338554"/>
          </a:xfrm>
          <a:prstGeom prst="rect">
            <a:avLst/>
          </a:prstGeom>
          <a:noFill/>
        </p:spPr>
        <p:txBody>
          <a:bodyPr wrap="none" rtlCol="0">
            <a:spAutoFit/>
          </a:bodyPr>
          <a:lstStyle/>
          <a:p>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クエスト名</a:t>
            </a:r>
            <a:endParaRPr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 name="四角形: 角を丸くする 4">
            <a:extLst>
              <a:ext uri="{FF2B5EF4-FFF2-40B4-BE49-F238E27FC236}">
                <a16:creationId xmlns:a16="http://schemas.microsoft.com/office/drawing/2014/main" id="{7F29C901-22B8-07DE-BD1E-009C9F769FD6}"/>
              </a:ext>
            </a:extLst>
          </p:cNvPr>
          <p:cNvSpPr/>
          <p:nvPr/>
        </p:nvSpPr>
        <p:spPr>
          <a:xfrm>
            <a:off x="2051021" y="4158125"/>
            <a:ext cx="1545081" cy="712577"/>
          </a:xfrm>
          <a:prstGeom prst="roundRect">
            <a:avLst>
              <a:gd name="adj" fmla="val 9765"/>
            </a:avLst>
          </a:prstGeom>
          <a:solidFill>
            <a:schemeClr val="tx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完了済み</a:t>
            </a:r>
          </a:p>
        </p:txBody>
      </p:sp>
      <p:sp>
        <p:nvSpPr>
          <p:cNvPr id="34" name="四角形: 角を丸くする 33">
            <a:extLst>
              <a:ext uri="{FF2B5EF4-FFF2-40B4-BE49-F238E27FC236}">
                <a16:creationId xmlns:a16="http://schemas.microsoft.com/office/drawing/2014/main" id="{7421CA6E-186E-DEB0-4DAC-5732212DE00C}"/>
              </a:ext>
            </a:extLst>
          </p:cNvPr>
          <p:cNvSpPr/>
          <p:nvPr/>
        </p:nvSpPr>
        <p:spPr>
          <a:xfrm flipH="1">
            <a:off x="4492959" y="1813012"/>
            <a:ext cx="5102512" cy="612948"/>
          </a:xfrm>
          <a:prstGeom prst="roundRect">
            <a:avLst>
              <a:gd name="adj" fmla="val 9765"/>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3" name="テキスト ボックス 12">
            <a:extLst>
              <a:ext uri="{FF2B5EF4-FFF2-40B4-BE49-F238E27FC236}">
                <a16:creationId xmlns:a16="http://schemas.microsoft.com/office/drawing/2014/main" id="{F7980809-DA5A-A9BB-669C-2698B4D6C2BF}"/>
              </a:ext>
            </a:extLst>
          </p:cNvPr>
          <p:cNvSpPr txBox="1"/>
          <p:nvPr/>
        </p:nvSpPr>
        <p:spPr>
          <a:xfrm>
            <a:off x="6143968" y="1934820"/>
            <a:ext cx="1800493" cy="369332"/>
          </a:xfrm>
          <a:prstGeom prst="rect">
            <a:avLst/>
          </a:prstGeom>
          <a:noFill/>
        </p:spPr>
        <p:txBody>
          <a:bodyPr wrap="none" rtlCol="0">
            <a:spAutoFit/>
          </a:bodyPr>
          <a:lstStyle/>
          <a:p>
            <a:pPr algn="ctr"/>
            <a:r>
              <a:rPr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メイン</a:t>
            </a:r>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クエスト</a:t>
            </a:r>
            <a:endParaRPr kumimoji="1" lang="ja-JP" altLang="en-US"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Tree>
    <p:extLst>
      <p:ext uri="{BB962C8B-B14F-4D97-AF65-F5344CB8AC3E}">
        <p14:creationId xmlns:p14="http://schemas.microsoft.com/office/powerpoint/2010/main" val="3769175720"/>
      </p:ext>
    </p:extLst>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7C5291-4AD7-3FDA-C18C-0B7F51FA69B5}"/>
            </a:ext>
          </a:extLst>
        </p:cNvPr>
        <p:cNvGrpSpPr/>
        <p:nvPr/>
      </p:nvGrpSpPr>
      <p:grpSpPr>
        <a:xfrm>
          <a:off x="0" y="0"/>
          <a:ext cx="0" cy="0"/>
          <a:chOff x="0" y="0"/>
          <a:chExt cx="0" cy="0"/>
        </a:xfrm>
      </p:grpSpPr>
      <p:sp>
        <p:nvSpPr>
          <p:cNvPr id="13" name="四角形: 角を丸くする 12">
            <a:extLst>
              <a:ext uri="{FF2B5EF4-FFF2-40B4-BE49-F238E27FC236}">
                <a16:creationId xmlns:a16="http://schemas.microsoft.com/office/drawing/2014/main" id="{44923FA8-1E00-2292-1746-4ACE46450A0A}"/>
              </a:ext>
            </a:extLst>
          </p:cNvPr>
          <p:cNvSpPr/>
          <p:nvPr/>
        </p:nvSpPr>
        <p:spPr>
          <a:xfrm>
            <a:off x="1698342" y="1327454"/>
            <a:ext cx="8795316" cy="4056319"/>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a:p>
        </p:txBody>
      </p:sp>
      <p:grpSp>
        <p:nvGrpSpPr>
          <p:cNvPr id="66" name="グループ化 65">
            <a:extLst>
              <a:ext uri="{FF2B5EF4-FFF2-40B4-BE49-F238E27FC236}">
                <a16:creationId xmlns:a16="http://schemas.microsoft.com/office/drawing/2014/main" id="{A6634FBA-FB1E-8C85-2934-896EEFB8F8F4}"/>
              </a:ext>
            </a:extLst>
          </p:cNvPr>
          <p:cNvGrpSpPr/>
          <p:nvPr/>
        </p:nvGrpSpPr>
        <p:grpSpPr>
          <a:xfrm>
            <a:off x="431675" y="5640918"/>
            <a:ext cx="11328651" cy="929715"/>
            <a:chOff x="431675" y="5640918"/>
            <a:chExt cx="11328651" cy="929715"/>
          </a:xfrm>
        </p:grpSpPr>
        <p:sp>
          <p:nvSpPr>
            <p:cNvPr id="43" name="四角形: 角を丸くする 42">
              <a:extLst>
                <a:ext uri="{FF2B5EF4-FFF2-40B4-BE49-F238E27FC236}">
                  <a16:creationId xmlns:a16="http://schemas.microsoft.com/office/drawing/2014/main" id="{47393874-B499-1E4C-85DE-D09762E7A332}"/>
                </a:ext>
              </a:extLst>
            </p:cNvPr>
            <p:cNvSpPr/>
            <p:nvPr/>
          </p:nvSpPr>
          <p:spPr>
            <a:xfrm>
              <a:off x="431675" y="5656233"/>
              <a:ext cx="11328651" cy="914400"/>
            </a:xfrm>
            <a:prstGeom prst="roundRect">
              <a:avLst>
                <a:gd name="adj" fmla="val 4803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53" name="四角形: 角を丸くする 52">
              <a:extLst>
                <a:ext uri="{FF2B5EF4-FFF2-40B4-BE49-F238E27FC236}">
                  <a16:creationId xmlns:a16="http://schemas.microsoft.com/office/drawing/2014/main" id="{A4DA49F2-58FA-55ED-63B5-ACFE2222DEE1}"/>
                </a:ext>
              </a:extLst>
            </p:cNvPr>
            <p:cNvSpPr/>
            <p:nvPr/>
          </p:nvSpPr>
          <p:spPr>
            <a:xfrm>
              <a:off x="989774" y="5640918"/>
              <a:ext cx="1338828" cy="914400"/>
            </a:xfrm>
            <a:prstGeom prst="roundRect">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5" name="テキスト ボックス 54">
              <a:extLst>
                <a:ext uri="{FF2B5EF4-FFF2-40B4-BE49-F238E27FC236}">
                  <a16:creationId xmlns:a16="http://schemas.microsoft.com/office/drawing/2014/main" id="{1EF1C9C6-C9E6-BE03-095F-8BB35DC858F5}"/>
                </a:ext>
              </a:extLst>
            </p:cNvPr>
            <p:cNvSpPr txBox="1"/>
            <p:nvPr/>
          </p:nvSpPr>
          <p:spPr>
            <a:xfrm>
              <a:off x="1165119"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7" name="テキスト ボックス 56">
              <a:extLst>
                <a:ext uri="{FF2B5EF4-FFF2-40B4-BE49-F238E27FC236}">
                  <a16:creationId xmlns:a16="http://schemas.microsoft.com/office/drawing/2014/main" id="{11C4CFB0-AD6E-94D6-8D65-1BBF0764FF8C}"/>
                </a:ext>
              </a:extLst>
            </p:cNvPr>
            <p:cNvSpPr txBox="1"/>
            <p:nvPr/>
          </p:nvSpPr>
          <p:spPr>
            <a:xfrm flipH="1">
              <a:off x="529243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9" name="テキスト ボックス 58">
              <a:extLst>
                <a:ext uri="{FF2B5EF4-FFF2-40B4-BE49-F238E27FC236}">
                  <a16:creationId xmlns:a16="http://schemas.microsoft.com/office/drawing/2014/main" id="{B06AD854-746F-7D4F-3C06-23315658B832}"/>
                </a:ext>
              </a:extLst>
            </p:cNvPr>
            <p:cNvSpPr txBox="1"/>
            <p:nvPr/>
          </p:nvSpPr>
          <p:spPr>
            <a:xfrm>
              <a:off x="284405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1" name="テキスト ボックス 60">
              <a:extLst>
                <a:ext uri="{FF2B5EF4-FFF2-40B4-BE49-F238E27FC236}">
                  <a16:creationId xmlns:a16="http://schemas.microsoft.com/office/drawing/2014/main" id="{F4079D4D-E42A-3A75-C6F8-427C695AA346}"/>
                </a:ext>
              </a:extLst>
            </p:cNvPr>
            <p:cNvSpPr txBox="1"/>
            <p:nvPr/>
          </p:nvSpPr>
          <p:spPr>
            <a:xfrm>
              <a:off x="8393833"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3" name="テキスト ボックス 62">
              <a:extLst>
                <a:ext uri="{FF2B5EF4-FFF2-40B4-BE49-F238E27FC236}">
                  <a16:creationId xmlns:a16="http://schemas.microsoft.com/office/drawing/2014/main" id="{C2168B8C-F17A-0B97-37B0-CA5B357ABB7C}"/>
                </a:ext>
              </a:extLst>
            </p:cNvPr>
            <p:cNvSpPr txBox="1"/>
            <p:nvPr/>
          </p:nvSpPr>
          <p:spPr>
            <a:xfrm>
              <a:off x="6714895"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5" name="テキスト ボックス 64">
              <a:extLst>
                <a:ext uri="{FF2B5EF4-FFF2-40B4-BE49-F238E27FC236}">
                  <a16:creationId xmlns:a16="http://schemas.microsoft.com/office/drawing/2014/main" id="{F730CCF0-1132-6496-B9D2-522985B0D467}"/>
                </a:ext>
              </a:extLst>
            </p:cNvPr>
            <p:cNvSpPr txBox="1"/>
            <p:nvPr/>
          </p:nvSpPr>
          <p:spPr>
            <a:xfrm flipH="1">
              <a:off x="9816293" y="5913378"/>
              <a:ext cx="1210588"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37" name="四角形: 角を丸くする 36">
            <a:extLst>
              <a:ext uri="{FF2B5EF4-FFF2-40B4-BE49-F238E27FC236}">
                <a16:creationId xmlns:a16="http://schemas.microsoft.com/office/drawing/2014/main" id="{6772BB65-0E6B-14AF-4898-B1E4237AF44F}"/>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grpSp>
        <p:nvGrpSpPr>
          <p:cNvPr id="24" name="グループ化 23">
            <a:extLst>
              <a:ext uri="{FF2B5EF4-FFF2-40B4-BE49-F238E27FC236}">
                <a16:creationId xmlns:a16="http://schemas.microsoft.com/office/drawing/2014/main" id="{49F74AE0-755E-3CD4-6448-47F2DE0D3D5C}"/>
              </a:ext>
            </a:extLst>
          </p:cNvPr>
          <p:cNvGrpSpPr/>
          <p:nvPr/>
        </p:nvGrpSpPr>
        <p:grpSpPr>
          <a:xfrm>
            <a:off x="163586" y="134635"/>
            <a:ext cx="1975684" cy="1396119"/>
            <a:chOff x="163586" y="134635"/>
            <a:chExt cx="1975684" cy="1396119"/>
          </a:xfrm>
        </p:grpSpPr>
        <p:grpSp>
          <p:nvGrpSpPr>
            <p:cNvPr id="25" name="グループ化 24">
              <a:extLst>
                <a:ext uri="{FF2B5EF4-FFF2-40B4-BE49-F238E27FC236}">
                  <a16:creationId xmlns:a16="http://schemas.microsoft.com/office/drawing/2014/main" id="{B5DA442E-50E2-3202-16E7-CAF3423731CF}"/>
                </a:ext>
              </a:extLst>
            </p:cNvPr>
            <p:cNvGrpSpPr/>
            <p:nvPr/>
          </p:nvGrpSpPr>
          <p:grpSpPr>
            <a:xfrm>
              <a:off x="163586" y="134635"/>
              <a:ext cx="1975684" cy="1396119"/>
              <a:chOff x="163586" y="134635"/>
              <a:chExt cx="1975684" cy="1396119"/>
            </a:xfrm>
          </p:grpSpPr>
          <p:pic>
            <p:nvPicPr>
              <p:cNvPr id="27" name="図 26">
                <a:extLst>
                  <a:ext uri="{FF2B5EF4-FFF2-40B4-BE49-F238E27FC236}">
                    <a16:creationId xmlns:a16="http://schemas.microsoft.com/office/drawing/2014/main" id="{5C4E2973-28CF-7353-713F-E57CB15F0DC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8" name="楕円 27">
                <a:extLst>
                  <a:ext uri="{FF2B5EF4-FFF2-40B4-BE49-F238E27FC236}">
                    <a16:creationId xmlns:a16="http://schemas.microsoft.com/office/drawing/2014/main" id="{8DFC3995-886A-BD2B-FC1B-82F689CC20A1}"/>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6" name="図 25">
              <a:extLst>
                <a:ext uri="{FF2B5EF4-FFF2-40B4-BE49-F238E27FC236}">
                  <a16:creationId xmlns:a16="http://schemas.microsoft.com/office/drawing/2014/main" id="{63B58C96-633D-ED6D-4B32-2874D87E0A5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
        <p:nvSpPr>
          <p:cNvPr id="39" name="テキスト ボックス 38">
            <a:extLst>
              <a:ext uri="{FF2B5EF4-FFF2-40B4-BE49-F238E27FC236}">
                <a16:creationId xmlns:a16="http://schemas.microsoft.com/office/drawing/2014/main" id="{9244C97A-25B6-3A9C-20E8-D82861BC3AEE}"/>
              </a:ext>
            </a:extLst>
          </p:cNvPr>
          <p:cNvSpPr txBox="1"/>
          <p:nvPr/>
        </p:nvSpPr>
        <p:spPr>
          <a:xfrm>
            <a:off x="1752829" y="641390"/>
            <a:ext cx="1210588" cy="400110"/>
          </a:xfrm>
          <a:prstGeom prst="rect">
            <a:avLst/>
          </a:prstGeom>
          <a:noFill/>
        </p:spPr>
        <p:txBody>
          <a:bodyPr wrap="none" rtlCol="0">
            <a:spAutoFit/>
          </a:bodyPr>
          <a:lstStyle/>
          <a:p>
            <a:pPr algn="ctr"/>
            <a:r>
              <a:rPr kumimoji="1"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アイテム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 name="四角形: 角を丸くする 4">
            <a:extLst>
              <a:ext uri="{FF2B5EF4-FFF2-40B4-BE49-F238E27FC236}">
                <a16:creationId xmlns:a16="http://schemas.microsoft.com/office/drawing/2014/main" id="{20156102-2E7E-30EB-B716-B6EF656D8FB2}"/>
              </a:ext>
            </a:extLst>
          </p:cNvPr>
          <p:cNvSpPr/>
          <p:nvPr/>
        </p:nvSpPr>
        <p:spPr>
          <a:xfrm>
            <a:off x="2051021" y="3014639"/>
            <a:ext cx="1545081" cy="712577"/>
          </a:xfrm>
          <a:prstGeom prst="roundRect">
            <a:avLst>
              <a:gd name="adj" fmla="val 9765"/>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素材</a:t>
            </a:r>
          </a:p>
        </p:txBody>
      </p:sp>
      <p:sp>
        <p:nvSpPr>
          <p:cNvPr id="7" name="四角形: 角を丸くする 6">
            <a:extLst>
              <a:ext uri="{FF2B5EF4-FFF2-40B4-BE49-F238E27FC236}">
                <a16:creationId xmlns:a16="http://schemas.microsoft.com/office/drawing/2014/main" id="{7F31984E-1CF8-EDDB-8B0B-E9DA1772503D}"/>
              </a:ext>
            </a:extLst>
          </p:cNvPr>
          <p:cNvSpPr/>
          <p:nvPr/>
        </p:nvSpPr>
        <p:spPr>
          <a:xfrm>
            <a:off x="2051021" y="1871154"/>
            <a:ext cx="1545081"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消費</a:t>
            </a:r>
          </a:p>
        </p:txBody>
      </p:sp>
      <p:sp>
        <p:nvSpPr>
          <p:cNvPr id="9" name="四角形: 角を丸くする 8">
            <a:extLst>
              <a:ext uri="{FF2B5EF4-FFF2-40B4-BE49-F238E27FC236}">
                <a16:creationId xmlns:a16="http://schemas.microsoft.com/office/drawing/2014/main" id="{00F76E56-E9D2-2C62-A875-89F8C8854A31}"/>
              </a:ext>
            </a:extLst>
          </p:cNvPr>
          <p:cNvSpPr/>
          <p:nvPr/>
        </p:nvSpPr>
        <p:spPr>
          <a:xfrm>
            <a:off x="2051021" y="4158125"/>
            <a:ext cx="1545081" cy="712577"/>
          </a:xfrm>
          <a:prstGeom prst="roundRect">
            <a:avLst>
              <a:gd name="adj" fmla="val 9765"/>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ストーリー</a:t>
            </a:r>
          </a:p>
        </p:txBody>
      </p:sp>
      <p:sp>
        <p:nvSpPr>
          <p:cNvPr id="19" name="フリーフォーム: 図形 18">
            <a:extLst>
              <a:ext uri="{FF2B5EF4-FFF2-40B4-BE49-F238E27FC236}">
                <a16:creationId xmlns:a16="http://schemas.microsoft.com/office/drawing/2014/main" id="{2DED6C24-79AD-7A1A-DB91-97A471173847}"/>
              </a:ext>
            </a:extLst>
          </p:cNvPr>
          <p:cNvSpPr/>
          <p:nvPr/>
        </p:nvSpPr>
        <p:spPr>
          <a:xfrm>
            <a:off x="3948781" y="1334606"/>
            <a:ext cx="6544877" cy="4056319"/>
          </a:xfrm>
          <a:custGeom>
            <a:avLst/>
            <a:gdLst>
              <a:gd name="csX0" fmla="*/ 0 w 6544877"/>
              <a:gd name="csY0" fmla="*/ 0 h 4056319"/>
              <a:gd name="csX1" fmla="*/ 6148777 w 6544877"/>
              <a:gd name="csY1" fmla="*/ 0 h 4056319"/>
              <a:gd name="csX2" fmla="*/ 6544877 w 6544877"/>
              <a:gd name="csY2" fmla="*/ 396100 h 4056319"/>
              <a:gd name="csX3" fmla="*/ 6544877 w 6544877"/>
              <a:gd name="csY3" fmla="*/ 3660219 h 4056319"/>
              <a:gd name="csX4" fmla="*/ 6148777 w 6544877"/>
              <a:gd name="csY4" fmla="*/ 4056319 h 4056319"/>
              <a:gd name="csX5" fmla="*/ 0 w 6544877"/>
              <a:gd name="csY5" fmla="*/ 4056319 h 4056319"/>
            </a:gdLst>
            <a:ahLst/>
            <a:cxnLst>
              <a:cxn ang="0">
                <a:pos x="csX0" y="csY0"/>
              </a:cxn>
              <a:cxn ang="0">
                <a:pos x="csX1" y="csY1"/>
              </a:cxn>
              <a:cxn ang="0">
                <a:pos x="csX2" y="csY2"/>
              </a:cxn>
              <a:cxn ang="0">
                <a:pos x="csX3" y="csY3"/>
              </a:cxn>
              <a:cxn ang="0">
                <a:pos x="csX4" y="csY4"/>
              </a:cxn>
              <a:cxn ang="0">
                <a:pos x="csX5" y="csY5"/>
              </a:cxn>
            </a:cxnLst>
            <a:rect l="l" t="t" r="r" b="b"/>
            <a:pathLst>
              <a:path w="6544877" h="4056319">
                <a:moveTo>
                  <a:pt x="0" y="0"/>
                </a:moveTo>
                <a:lnTo>
                  <a:pt x="6148777" y="0"/>
                </a:lnTo>
                <a:cubicBezTo>
                  <a:pt x="6367537" y="0"/>
                  <a:pt x="6544877" y="177340"/>
                  <a:pt x="6544877" y="396100"/>
                </a:cubicBezTo>
                <a:lnTo>
                  <a:pt x="6544877" y="3660219"/>
                </a:lnTo>
                <a:cubicBezTo>
                  <a:pt x="6544877" y="3878979"/>
                  <a:pt x="6367537" y="4056319"/>
                  <a:pt x="6148777" y="4056319"/>
                </a:cubicBezTo>
                <a:lnTo>
                  <a:pt x="0" y="4056319"/>
                </a:lnTo>
                <a:close/>
              </a:path>
            </a:pathLst>
          </a:cu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endParaRPr kumimoji="1" lang="ja-JP" altLang="en-US"/>
          </a:p>
        </p:txBody>
      </p:sp>
      <p:sp>
        <p:nvSpPr>
          <p:cNvPr id="23" name="四角形: 角を丸くする 22">
            <a:extLst>
              <a:ext uri="{FF2B5EF4-FFF2-40B4-BE49-F238E27FC236}">
                <a16:creationId xmlns:a16="http://schemas.microsoft.com/office/drawing/2014/main" id="{2282D6D4-E239-A847-3057-5340FBA56CB1}"/>
              </a:ext>
            </a:extLst>
          </p:cNvPr>
          <p:cNvSpPr/>
          <p:nvPr/>
        </p:nvSpPr>
        <p:spPr>
          <a:xfrm>
            <a:off x="3287031" y="1871153"/>
            <a:ext cx="1545081"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40" name="グループ化 39">
            <a:extLst>
              <a:ext uri="{FF2B5EF4-FFF2-40B4-BE49-F238E27FC236}">
                <a16:creationId xmlns:a16="http://schemas.microsoft.com/office/drawing/2014/main" id="{084496CA-4FC8-FD08-7297-BCB681A16848}"/>
              </a:ext>
            </a:extLst>
          </p:cNvPr>
          <p:cNvGrpSpPr/>
          <p:nvPr/>
        </p:nvGrpSpPr>
        <p:grpSpPr>
          <a:xfrm>
            <a:off x="10022798" y="2220735"/>
            <a:ext cx="236362" cy="2284060"/>
            <a:chOff x="11044871" y="4022147"/>
            <a:chExt cx="236362" cy="2031812"/>
          </a:xfrm>
        </p:grpSpPr>
        <p:sp>
          <p:nvSpPr>
            <p:cNvPr id="41" name="四角形: 角を丸くする 40">
              <a:extLst>
                <a:ext uri="{FF2B5EF4-FFF2-40B4-BE49-F238E27FC236}">
                  <a16:creationId xmlns:a16="http://schemas.microsoft.com/office/drawing/2014/main" id="{2F102FF2-AE04-525B-A792-C3C03B77FF63}"/>
                </a:ext>
              </a:extLst>
            </p:cNvPr>
            <p:cNvSpPr/>
            <p:nvPr/>
          </p:nvSpPr>
          <p:spPr>
            <a:xfrm>
              <a:off x="11044871" y="4022147"/>
              <a:ext cx="236362" cy="2031812"/>
            </a:xfrm>
            <a:prstGeom prst="roundRect">
              <a:avLst/>
            </a:prstGeom>
            <a:no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2" name="四角形: 角を丸くする 41">
              <a:extLst>
                <a:ext uri="{FF2B5EF4-FFF2-40B4-BE49-F238E27FC236}">
                  <a16:creationId xmlns:a16="http://schemas.microsoft.com/office/drawing/2014/main" id="{6DEEB885-5EEE-DC69-5775-3B6248CF285F}"/>
                </a:ext>
              </a:extLst>
            </p:cNvPr>
            <p:cNvSpPr/>
            <p:nvPr/>
          </p:nvSpPr>
          <p:spPr>
            <a:xfrm>
              <a:off x="11066205" y="4094529"/>
              <a:ext cx="193695" cy="571313"/>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74" name="グループ化 73">
            <a:extLst>
              <a:ext uri="{FF2B5EF4-FFF2-40B4-BE49-F238E27FC236}">
                <a16:creationId xmlns:a16="http://schemas.microsoft.com/office/drawing/2014/main" id="{D2B8513A-3E1D-C63B-BB13-F852E6DB6EA7}"/>
              </a:ext>
            </a:extLst>
          </p:cNvPr>
          <p:cNvGrpSpPr/>
          <p:nvPr/>
        </p:nvGrpSpPr>
        <p:grpSpPr>
          <a:xfrm>
            <a:off x="4461820" y="1714900"/>
            <a:ext cx="5047940" cy="3295731"/>
            <a:chOff x="4567606" y="1712966"/>
            <a:chExt cx="5047940" cy="3295731"/>
          </a:xfrm>
        </p:grpSpPr>
        <p:grpSp>
          <p:nvGrpSpPr>
            <p:cNvPr id="38" name="グループ化 37">
              <a:extLst>
                <a:ext uri="{FF2B5EF4-FFF2-40B4-BE49-F238E27FC236}">
                  <a16:creationId xmlns:a16="http://schemas.microsoft.com/office/drawing/2014/main" id="{0A4E394C-93BB-5114-F779-153AD2EEC9AF}"/>
                </a:ext>
              </a:extLst>
            </p:cNvPr>
            <p:cNvGrpSpPr/>
            <p:nvPr/>
          </p:nvGrpSpPr>
          <p:grpSpPr>
            <a:xfrm>
              <a:off x="4567606" y="1712966"/>
              <a:ext cx="995006" cy="3295731"/>
              <a:chOff x="4567605" y="1871153"/>
              <a:chExt cx="995006" cy="3295731"/>
            </a:xfrm>
          </p:grpSpPr>
          <p:sp>
            <p:nvSpPr>
              <p:cNvPr id="31" name="四角形: 角を丸くする 30">
                <a:extLst>
                  <a:ext uri="{FF2B5EF4-FFF2-40B4-BE49-F238E27FC236}">
                    <a16:creationId xmlns:a16="http://schemas.microsoft.com/office/drawing/2014/main" id="{9A79A7A5-4864-8E18-97F7-26EA35D9E289}"/>
                  </a:ext>
                </a:extLst>
              </p:cNvPr>
              <p:cNvSpPr/>
              <p:nvPr/>
            </p:nvSpPr>
            <p:spPr>
              <a:xfrm>
                <a:off x="4567606" y="1871153"/>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4" name="四角形: 角を丸くする 33">
                <a:extLst>
                  <a:ext uri="{FF2B5EF4-FFF2-40B4-BE49-F238E27FC236}">
                    <a16:creationId xmlns:a16="http://schemas.microsoft.com/office/drawing/2014/main" id="{B98E1574-E5DE-E1B8-1BDB-67DF381F6C9C}"/>
                  </a:ext>
                </a:extLst>
              </p:cNvPr>
              <p:cNvSpPr/>
              <p:nvPr/>
            </p:nvSpPr>
            <p:spPr>
              <a:xfrm>
                <a:off x="4567606" y="3030482"/>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6" name="四角形: 角を丸くする 35">
                <a:extLst>
                  <a:ext uri="{FF2B5EF4-FFF2-40B4-BE49-F238E27FC236}">
                    <a16:creationId xmlns:a16="http://schemas.microsoft.com/office/drawing/2014/main" id="{1F32A766-CBD2-9F5D-509A-60C36987A60A}"/>
                  </a:ext>
                </a:extLst>
              </p:cNvPr>
              <p:cNvSpPr/>
              <p:nvPr/>
            </p:nvSpPr>
            <p:spPr>
              <a:xfrm>
                <a:off x="4567605" y="4188701"/>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44" name="グループ化 43">
              <a:extLst>
                <a:ext uri="{FF2B5EF4-FFF2-40B4-BE49-F238E27FC236}">
                  <a16:creationId xmlns:a16="http://schemas.microsoft.com/office/drawing/2014/main" id="{504B547F-7DCF-7A5F-7326-FA02A4230E9D}"/>
                </a:ext>
              </a:extLst>
            </p:cNvPr>
            <p:cNvGrpSpPr/>
            <p:nvPr/>
          </p:nvGrpSpPr>
          <p:grpSpPr>
            <a:xfrm>
              <a:off x="5918584" y="1712966"/>
              <a:ext cx="995006" cy="3295731"/>
              <a:chOff x="4567605" y="1871153"/>
              <a:chExt cx="995006" cy="3295731"/>
            </a:xfrm>
          </p:grpSpPr>
          <p:sp>
            <p:nvSpPr>
              <p:cNvPr id="54" name="四角形: 角を丸くする 53">
                <a:extLst>
                  <a:ext uri="{FF2B5EF4-FFF2-40B4-BE49-F238E27FC236}">
                    <a16:creationId xmlns:a16="http://schemas.microsoft.com/office/drawing/2014/main" id="{E3C9E983-1A55-F10A-9FEA-0E890EB42ACD}"/>
                  </a:ext>
                </a:extLst>
              </p:cNvPr>
              <p:cNvSpPr/>
              <p:nvPr/>
            </p:nvSpPr>
            <p:spPr>
              <a:xfrm>
                <a:off x="4567606" y="1871153"/>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6" name="四角形: 角を丸くする 55">
                <a:extLst>
                  <a:ext uri="{FF2B5EF4-FFF2-40B4-BE49-F238E27FC236}">
                    <a16:creationId xmlns:a16="http://schemas.microsoft.com/office/drawing/2014/main" id="{C7CD7E36-156B-7729-7B0A-5299748F086D}"/>
                  </a:ext>
                </a:extLst>
              </p:cNvPr>
              <p:cNvSpPr/>
              <p:nvPr/>
            </p:nvSpPr>
            <p:spPr>
              <a:xfrm>
                <a:off x="4567606" y="3030482"/>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8" name="四角形: 角を丸くする 57">
                <a:extLst>
                  <a:ext uri="{FF2B5EF4-FFF2-40B4-BE49-F238E27FC236}">
                    <a16:creationId xmlns:a16="http://schemas.microsoft.com/office/drawing/2014/main" id="{F251E45B-80D3-3BD8-B7F7-3B4CC2A105ED}"/>
                  </a:ext>
                </a:extLst>
              </p:cNvPr>
              <p:cNvSpPr/>
              <p:nvPr/>
            </p:nvSpPr>
            <p:spPr>
              <a:xfrm>
                <a:off x="4567605" y="4188701"/>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60" name="グループ化 59">
              <a:extLst>
                <a:ext uri="{FF2B5EF4-FFF2-40B4-BE49-F238E27FC236}">
                  <a16:creationId xmlns:a16="http://schemas.microsoft.com/office/drawing/2014/main" id="{DBDA6AB3-4F30-2C6A-6972-D55CF51D14ED}"/>
                </a:ext>
              </a:extLst>
            </p:cNvPr>
            <p:cNvGrpSpPr/>
            <p:nvPr/>
          </p:nvGrpSpPr>
          <p:grpSpPr>
            <a:xfrm>
              <a:off x="7269562" y="1712966"/>
              <a:ext cx="995006" cy="3295731"/>
              <a:chOff x="4567605" y="1871153"/>
              <a:chExt cx="995006" cy="3295731"/>
            </a:xfrm>
          </p:grpSpPr>
          <p:sp>
            <p:nvSpPr>
              <p:cNvPr id="62" name="四角形: 角を丸くする 61">
                <a:extLst>
                  <a:ext uri="{FF2B5EF4-FFF2-40B4-BE49-F238E27FC236}">
                    <a16:creationId xmlns:a16="http://schemas.microsoft.com/office/drawing/2014/main" id="{6979F50E-8F54-3848-8029-DC2200EC8274}"/>
                  </a:ext>
                </a:extLst>
              </p:cNvPr>
              <p:cNvSpPr/>
              <p:nvPr/>
            </p:nvSpPr>
            <p:spPr>
              <a:xfrm>
                <a:off x="4567606" y="1871153"/>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64" name="四角形: 角を丸くする 63">
                <a:extLst>
                  <a:ext uri="{FF2B5EF4-FFF2-40B4-BE49-F238E27FC236}">
                    <a16:creationId xmlns:a16="http://schemas.microsoft.com/office/drawing/2014/main" id="{3018C20B-8C2C-5314-6AF9-197A2E900324}"/>
                  </a:ext>
                </a:extLst>
              </p:cNvPr>
              <p:cNvSpPr/>
              <p:nvPr/>
            </p:nvSpPr>
            <p:spPr>
              <a:xfrm>
                <a:off x="4567606" y="3030482"/>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67" name="四角形: 角を丸くする 66">
                <a:extLst>
                  <a:ext uri="{FF2B5EF4-FFF2-40B4-BE49-F238E27FC236}">
                    <a16:creationId xmlns:a16="http://schemas.microsoft.com/office/drawing/2014/main" id="{E109DAE7-88F3-02C7-6688-006C40F55B08}"/>
                  </a:ext>
                </a:extLst>
              </p:cNvPr>
              <p:cNvSpPr/>
              <p:nvPr/>
            </p:nvSpPr>
            <p:spPr>
              <a:xfrm>
                <a:off x="4567605" y="4188701"/>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68" name="グループ化 67">
              <a:extLst>
                <a:ext uri="{FF2B5EF4-FFF2-40B4-BE49-F238E27FC236}">
                  <a16:creationId xmlns:a16="http://schemas.microsoft.com/office/drawing/2014/main" id="{71BDF837-8DF4-BF07-85A4-B5C10F5E5991}"/>
                </a:ext>
              </a:extLst>
            </p:cNvPr>
            <p:cNvGrpSpPr/>
            <p:nvPr/>
          </p:nvGrpSpPr>
          <p:grpSpPr>
            <a:xfrm>
              <a:off x="8620540" y="1712966"/>
              <a:ext cx="995006" cy="3295731"/>
              <a:chOff x="4567605" y="1871153"/>
              <a:chExt cx="995006" cy="3295731"/>
            </a:xfrm>
          </p:grpSpPr>
          <p:sp>
            <p:nvSpPr>
              <p:cNvPr id="70" name="四角形: 角を丸くする 69">
                <a:extLst>
                  <a:ext uri="{FF2B5EF4-FFF2-40B4-BE49-F238E27FC236}">
                    <a16:creationId xmlns:a16="http://schemas.microsoft.com/office/drawing/2014/main" id="{9F95338A-ECDD-05B5-506A-38B202B6997D}"/>
                  </a:ext>
                </a:extLst>
              </p:cNvPr>
              <p:cNvSpPr/>
              <p:nvPr/>
            </p:nvSpPr>
            <p:spPr>
              <a:xfrm>
                <a:off x="4567606" y="1871153"/>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2" name="四角形: 角を丸くする 71">
                <a:extLst>
                  <a:ext uri="{FF2B5EF4-FFF2-40B4-BE49-F238E27FC236}">
                    <a16:creationId xmlns:a16="http://schemas.microsoft.com/office/drawing/2014/main" id="{CE3D3227-1464-1436-B79C-4385996CF9C3}"/>
                  </a:ext>
                </a:extLst>
              </p:cNvPr>
              <p:cNvSpPr/>
              <p:nvPr/>
            </p:nvSpPr>
            <p:spPr>
              <a:xfrm>
                <a:off x="4567606" y="3030482"/>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3" name="四角形: 角を丸くする 72">
                <a:extLst>
                  <a:ext uri="{FF2B5EF4-FFF2-40B4-BE49-F238E27FC236}">
                    <a16:creationId xmlns:a16="http://schemas.microsoft.com/office/drawing/2014/main" id="{42DF1297-BA63-D4EC-F736-3739974ECE37}"/>
                  </a:ext>
                </a:extLst>
              </p:cNvPr>
              <p:cNvSpPr/>
              <p:nvPr/>
            </p:nvSpPr>
            <p:spPr>
              <a:xfrm>
                <a:off x="4567605" y="4188701"/>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sp>
        <p:nvSpPr>
          <p:cNvPr id="3" name="正方形/長方形 2">
            <a:extLst>
              <a:ext uri="{FF2B5EF4-FFF2-40B4-BE49-F238E27FC236}">
                <a16:creationId xmlns:a16="http://schemas.microsoft.com/office/drawing/2014/main" id="{20859EB2-4F0B-9541-B055-37424E50B9F8}"/>
              </a:ext>
            </a:extLst>
          </p:cNvPr>
          <p:cNvSpPr>
            <a:spLocks/>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四角形: 角を丸くする 5">
            <a:extLst>
              <a:ext uri="{FF2B5EF4-FFF2-40B4-BE49-F238E27FC236}">
                <a16:creationId xmlns:a16="http://schemas.microsoft.com/office/drawing/2014/main" id="{932BBF53-877A-D1BB-7006-6B65953BE9D3}"/>
              </a:ext>
            </a:extLst>
          </p:cNvPr>
          <p:cNvSpPr/>
          <p:nvPr/>
        </p:nvSpPr>
        <p:spPr>
          <a:xfrm>
            <a:off x="3159740" y="1541088"/>
            <a:ext cx="5872517" cy="3640397"/>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四角形: 角を丸くする 14">
            <a:extLst>
              <a:ext uri="{FF2B5EF4-FFF2-40B4-BE49-F238E27FC236}">
                <a16:creationId xmlns:a16="http://schemas.microsoft.com/office/drawing/2014/main" id="{DED3EA79-8C8A-170E-77CA-8F58FEDC17BE}"/>
              </a:ext>
            </a:extLst>
          </p:cNvPr>
          <p:cNvSpPr/>
          <p:nvPr/>
        </p:nvSpPr>
        <p:spPr>
          <a:xfrm>
            <a:off x="5026886" y="4236816"/>
            <a:ext cx="2138224" cy="767022"/>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a:latin typeface="和音 Joyo R" panose="00000500000000000000" pitchFamily="50" charset="-128"/>
                <a:ea typeface="和音 Joyo R" panose="00000500000000000000" pitchFamily="50" charset="-128"/>
              </a:rPr>
              <a:t>閉じる</a:t>
            </a:r>
            <a:endParaRPr kumimoji="1" lang="ja-JP" altLang="en-US" sz="2400" dirty="0">
              <a:latin typeface="和音 Joyo R" panose="00000500000000000000" pitchFamily="50" charset="-128"/>
              <a:ea typeface="和音 Joyo R" panose="00000500000000000000" pitchFamily="50" charset="-128"/>
            </a:endParaRPr>
          </a:p>
        </p:txBody>
      </p:sp>
      <p:sp>
        <p:nvSpPr>
          <p:cNvPr id="20" name="四角形: 角を丸くする 19">
            <a:extLst>
              <a:ext uri="{FF2B5EF4-FFF2-40B4-BE49-F238E27FC236}">
                <a16:creationId xmlns:a16="http://schemas.microsoft.com/office/drawing/2014/main" id="{1AC58180-DE8C-4257-02AE-22B359FFB5C3}"/>
              </a:ext>
            </a:extLst>
          </p:cNvPr>
          <p:cNvSpPr/>
          <p:nvPr/>
        </p:nvSpPr>
        <p:spPr>
          <a:xfrm>
            <a:off x="5598495" y="1697199"/>
            <a:ext cx="995005" cy="978183"/>
          </a:xfrm>
          <a:prstGeom prst="roundRect">
            <a:avLst>
              <a:gd name="adj" fmla="val 9765"/>
            </a:avLst>
          </a:prstGeom>
          <a:solidFill>
            <a:schemeClr val="bg1">
              <a:lumMod val="95000"/>
            </a:schemeClr>
          </a:solid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2" name="テキスト ボックス 21">
            <a:extLst>
              <a:ext uri="{FF2B5EF4-FFF2-40B4-BE49-F238E27FC236}">
                <a16:creationId xmlns:a16="http://schemas.microsoft.com/office/drawing/2014/main" id="{4635C94F-E349-F0D1-58B5-B7497120E0D1}"/>
              </a:ext>
            </a:extLst>
          </p:cNvPr>
          <p:cNvSpPr txBox="1"/>
          <p:nvPr/>
        </p:nvSpPr>
        <p:spPr>
          <a:xfrm>
            <a:off x="5490704" y="2710463"/>
            <a:ext cx="1210588" cy="338554"/>
          </a:xfrm>
          <a:prstGeom prst="rect">
            <a:avLst/>
          </a:prstGeom>
          <a:noFill/>
        </p:spPr>
        <p:txBody>
          <a:bodyPr wrap="none" rtlCol="0">
            <a:spAutoFit/>
          </a:bodyPr>
          <a:lstStyle/>
          <a:p>
            <a:pPr algn="ctr"/>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アイテム名</a:t>
            </a: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29" name="正方形/長方形 28">
            <a:extLst>
              <a:ext uri="{FF2B5EF4-FFF2-40B4-BE49-F238E27FC236}">
                <a16:creationId xmlns:a16="http://schemas.microsoft.com/office/drawing/2014/main" id="{32557064-2C31-F0E6-3735-77D415A0370E}"/>
              </a:ext>
            </a:extLst>
          </p:cNvPr>
          <p:cNvSpPr/>
          <p:nvPr/>
        </p:nvSpPr>
        <p:spPr>
          <a:xfrm>
            <a:off x="3159741" y="3069961"/>
            <a:ext cx="5872516" cy="598183"/>
          </a:xfrm>
          <a:prstGeom prst="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2" name="テキスト ボックス 31">
            <a:extLst>
              <a:ext uri="{FF2B5EF4-FFF2-40B4-BE49-F238E27FC236}">
                <a16:creationId xmlns:a16="http://schemas.microsoft.com/office/drawing/2014/main" id="{0BC10371-41C7-97FF-17F0-58D0644000FE}"/>
              </a:ext>
            </a:extLst>
          </p:cNvPr>
          <p:cNvSpPr txBox="1"/>
          <p:nvPr/>
        </p:nvSpPr>
        <p:spPr>
          <a:xfrm>
            <a:off x="3363458" y="3147749"/>
            <a:ext cx="5465082" cy="461665"/>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説明テキスト説明テキスト説明テキスト説明テキスト説明テキスト</a:t>
            </a:r>
          </a:p>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説明テキスト説明テキスト説明テキスト説明テキスト説明テキスト</a:t>
            </a:r>
          </a:p>
        </p:txBody>
      </p:sp>
      <p:sp>
        <p:nvSpPr>
          <p:cNvPr id="48" name="四角形: 角を丸くする 47">
            <a:extLst>
              <a:ext uri="{FF2B5EF4-FFF2-40B4-BE49-F238E27FC236}">
                <a16:creationId xmlns:a16="http://schemas.microsoft.com/office/drawing/2014/main" id="{E1FD7257-7BA9-AE20-8F1C-0156A609054A}"/>
              </a:ext>
            </a:extLst>
          </p:cNvPr>
          <p:cNvSpPr/>
          <p:nvPr/>
        </p:nvSpPr>
        <p:spPr>
          <a:xfrm>
            <a:off x="5239260" y="3796899"/>
            <a:ext cx="698274" cy="348144"/>
          </a:xfrm>
          <a:prstGeom prst="round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5" name="テキスト ボックス 34">
            <a:extLst>
              <a:ext uri="{FF2B5EF4-FFF2-40B4-BE49-F238E27FC236}">
                <a16:creationId xmlns:a16="http://schemas.microsoft.com/office/drawing/2014/main" id="{8D8113C0-EFC4-E523-95F3-3DD08BF4072D}"/>
              </a:ext>
            </a:extLst>
          </p:cNvPr>
          <p:cNvSpPr txBox="1"/>
          <p:nvPr/>
        </p:nvSpPr>
        <p:spPr>
          <a:xfrm>
            <a:off x="5068663" y="3821731"/>
            <a:ext cx="1039469"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所持数</a:t>
            </a:r>
          </a:p>
        </p:txBody>
      </p:sp>
      <p:sp>
        <p:nvSpPr>
          <p:cNvPr id="50" name="テキスト ボックス 49">
            <a:extLst>
              <a:ext uri="{FF2B5EF4-FFF2-40B4-BE49-F238E27FC236}">
                <a16:creationId xmlns:a16="http://schemas.microsoft.com/office/drawing/2014/main" id="{7190DBD3-B8AE-14C2-E466-A594BC83756F}"/>
              </a:ext>
            </a:extLst>
          </p:cNvPr>
          <p:cNvSpPr txBox="1"/>
          <p:nvPr/>
        </p:nvSpPr>
        <p:spPr>
          <a:xfrm>
            <a:off x="6124306" y="3824736"/>
            <a:ext cx="1039469" cy="276999"/>
          </a:xfrm>
          <a:prstGeom prst="rect">
            <a:avLst/>
          </a:prstGeom>
          <a:noFill/>
        </p:spPr>
        <p:txBody>
          <a:bodyPr wrap="square" rtlCol="0">
            <a:spAutoFit/>
          </a:bodyPr>
          <a:lstStyle/>
          <a:p>
            <a:pPr algn="ctr"/>
            <a:r>
              <a:rPr lang="en-US" altLang="ja-JP"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000000000</a:t>
            </a:r>
            <a:endPar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Tree>
    <p:extLst>
      <p:ext uri="{BB962C8B-B14F-4D97-AF65-F5344CB8AC3E}">
        <p14:creationId xmlns:p14="http://schemas.microsoft.com/office/powerpoint/2010/main" val="942742065"/>
      </p:ext>
    </p:extLst>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AD888E-91D6-7FA4-348B-EB9FAF223366}"/>
            </a:ext>
          </a:extLst>
        </p:cNvPr>
        <p:cNvGrpSpPr/>
        <p:nvPr/>
      </p:nvGrpSpPr>
      <p:grpSpPr>
        <a:xfrm>
          <a:off x="0" y="0"/>
          <a:ext cx="0" cy="0"/>
          <a:chOff x="0" y="0"/>
          <a:chExt cx="0" cy="0"/>
        </a:xfrm>
      </p:grpSpPr>
      <p:sp>
        <p:nvSpPr>
          <p:cNvPr id="13" name="四角形: 角を丸くする 12">
            <a:extLst>
              <a:ext uri="{FF2B5EF4-FFF2-40B4-BE49-F238E27FC236}">
                <a16:creationId xmlns:a16="http://schemas.microsoft.com/office/drawing/2014/main" id="{0AE68406-F461-E8C0-AAD9-CABE8355B8A3}"/>
              </a:ext>
            </a:extLst>
          </p:cNvPr>
          <p:cNvSpPr/>
          <p:nvPr/>
        </p:nvSpPr>
        <p:spPr>
          <a:xfrm>
            <a:off x="1698342" y="1327454"/>
            <a:ext cx="8795316" cy="4056319"/>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a:p>
        </p:txBody>
      </p:sp>
      <p:grpSp>
        <p:nvGrpSpPr>
          <p:cNvPr id="66" name="グループ化 65">
            <a:extLst>
              <a:ext uri="{FF2B5EF4-FFF2-40B4-BE49-F238E27FC236}">
                <a16:creationId xmlns:a16="http://schemas.microsoft.com/office/drawing/2014/main" id="{7382FCA1-5CDA-7C7B-A431-0A4DE74E04A9}"/>
              </a:ext>
            </a:extLst>
          </p:cNvPr>
          <p:cNvGrpSpPr/>
          <p:nvPr/>
        </p:nvGrpSpPr>
        <p:grpSpPr>
          <a:xfrm>
            <a:off x="431675" y="5640918"/>
            <a:ext cx="11328651" cy="929715"/>
            <a:chOff x="431675" y="5640918"/>
            <a:chExt cx="11328651" cy="929715"/>
          </a:xfrm>
        </p:grpSpPr>
        <p:sp>
          <p:nvSpPr>
            <p:cNvPr id="43" name="四角形: 角を丸くする 42">
              <a:extLst>
                <a:ext uri="{FF2B5EF4-FFF2-40B4-BE49-F238E27FC236}">
                  <a16:creationId xmlns:a16="http://schemas.microsoft.com/office/drawing/2014/main" id="{0541A8EC-9C22-C3D0-F0AA-4927E2E2A6EC}"/>
                </a:ext>
              </a:extLst>
            </p:cNvPr>
            <p:cNvSpPr/>
            <p:nvPr/>
          </p:nvSpPr>
          <p:spPr>
            <a:xfrm>
              <a:off x="431675" y="5656233"/>
              <a:ext cx="11328651" cy="914400"/>
            </a:xfrm>
            <a:prstGeom prst="roundRect">
              <a:avLst>
                <a:gd name="adj" fmla="val 4803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53" name="四角形: 角を丸くする 52">
              <a:extLst>
                <a:ext uri="{FF2B5EF4-FFF2-40B4-BE49-F238E27FC236}">
                  <a16:creationId xmlns:a16="http://schemas.microsoft.com/office/drawing/2014/main" id="{EFB77D97-F65C-8C8B-F90C-7111EDC348E4}"/>
                </a:ext>
              </a:extLst>
            </p:cNvPr>
            <p:cNvSpPr/>
            <p:nvPr/>
          </p:nvSpPr>
          <p:spPr>
            <a:xfrm>
              <a:off x="989774" y="5640918"/>
              <a:ext cx="1338828" cy="914400"/>
            </a:xfrm>
            <a:prstGeom prst="roundRect">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5" name="テキスト ボックス 54">
              <a:extLst>
                <a:ext uri="{FF2B5EF4-FFF2-40B4-BE49-F238E27FC236}">
                  <a16:creationId xmlns:a16="http://schemas.microsoft.com/office/drawing/2014/main" id="{2E40266F-257D-2177-DCA7-41603154A910}"/>
                </a:ext>
              </a:extLst>
            </p:cNvPr>
            <p:cNvSpPr txBox="1"/>
            <p:nvPr/>
          </p:nvSpPr>
          <p:spPr>
            <a:xfrm>
              <a:off x="1165119"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7" name="テキスト ボックス 56">
              <a:extLst>
                <a:ext uri="{FF2B5EF4-FFF2-40B4-BE49-F238E27FC236}">
                  <a16:creationId xmlns:a16="http://schemas.microsoft.com/office/drawing/2014/main" id="{1CCE3DB3-D698-997D-167B-57250872C0EC}"/>
                </a:ext>
              </a:extLst>
            </p:cNvPr>
            <p:cNvSpPr txBox="1"/>
            <p:nvPr/>
          </p:nvSpPr>
          <p:spPr>
            <a:xfrm flipH="1">
              <a:off x="529243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9" name="テキスト ボックス 58">
              <a:extLst>
                <a:ext uri="{FF2B5EF4-FFF2-40B4-BE49-F238E27FC236}">
                  <a16:creationId xmlns:a16="http://schemas.microsoft.com/office/drawing/2014/main" id="{5E785F72-00ED-FD5F-C44D-92DDF8F3C4B4}"/>
                </a:ext>
              </a:extLst>
            </p:cNvPr>
            <p:cNvSpPr txBox="1"/>
            <p:nvPr/>
          </p:nvSpPr>
          <p:spPr>
            <a:xfrm>
              <a:off x="284405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1" name="テキスト ボックス 60">
              <a:extLst>
                <a:ext uri="{FF2B5EF4-FFF2-40B4-BE49-F238E27FC236}">
                  <a16:creationId xmlns:a16="http://schemas.microsoft.com/office/drawing/2014/main" id="{2CB67402-D726-F81B-2A1D-F4306EF4B793}"/>
                </a:ext>
              </a:extLst>
            </p:cNvPr>
            <p:cNvSpPr txBox="1"/>
            <p:nvPr/>
          </p:nvSpPr>
          <p:spPr>
            <a:xfrm>
              <a:off x="8393833"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3" name="テキスト ボックス 62">
              <a:extLst>
                <a:ext uri="{FF2B5EF4-FFF2-40B4-BE49-F238E27FC236}">
                  <a16:creationId xmlns:a16="http://schemas.microsoft.com/office/drawing/2014/main" id="{EC4394E6-456E-F39A-28F8-C47B1E1702AA}"/>
                </a:ext>
              </a:extLst>
            </p:cNvPr>
            <p:cNvSpPr txBox="1"/>
            <p:nvPr/>
          </p:nvSpPr>
          <p:spPr>
            <a:xfrm>
              <a:off x="6714895"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5" name="テキスト ボックス 64">
              <a:extLst>
                <a:ext uri="{FF2B5EF4-FFF2-40B4-BE49-F238E27FC236}">
                  <a16:creationId xmlns:a16="http://schemas.microsoft.com/office/drawing/2014/main" id="{CB499FE5-32FE-D4D2-160E-B38336FCBAA8}"/>
                </a:ext>
              </a:extLst>
            </p:cNvPr>
            <p:cNvSpPr txBox="1"/>
            <p:nvPr/>
          </p:nvSpPr>
          <p:spPr>
            <a:xfrm flipH="1">
              <a:off x="9816293" y="5913378"/>
              <a:ext cx="1210588"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37" name="四角形: 角を丸くする 36">
            <a:extLst>
              <a:ext uri="{FF2B5EF4-FFF2-40B4-BE49-F238E27FC236}">
                <a16:creationId xmlns:a16="http://schemas.microsoft.com/office/drawing/2014/main" id="{17BA422F-DD1D-68FA-D9CB-F72F18974090}"/>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grpSp>
        <p:nvGrpSpPr>
          <p:cNvPr id="24" name="グループ化 23">
            <a:extLst>
              <a:ext uri="{FF2B5EF4-FFF2-40B4-BE49-F238E27FC236}">
                <a16:creationId xmlns:a16="http://schemas.microsoft.com/office/drawing/2014/main" id="{CF062D4A-FF43-DCEA-4D8E-E7F551FB9C85}"/>
              </a:ext>
            </a:extLst>
          </p:cNvPr>
          <p:cNvGrpSpPr/>
          <p:nvPr/>
        </p:nvGrpSpPr>
        <p:grpSpPr>
          <a:xfrm>
            <a:off x="163586" y="134635"/>
            <a:ext cx="1975684" cy="1396119"/>
            <a:chOff x="163586" y="134635"/>
            <a:chExt cx="1975684" cy="1396119"/>
          </a:xfrm>
        </p:grpSpPr>
        <p:grpSp>
          <p:nvGrpSpPr>
            <p:cNvPr id="25" name="グループ化 24">
              <a:extLst>
                <a:ext uri="{FF2B5EF4-FFF2-40B4-BE49-F238E27FC236}">
                  <a16:creationId xmlns:a16="http://schemas.microsoft.com/office/drawing/2014/main" id="{F157DEB7-5625-7CDF-E4A1-950E280B9CC8}"/>
                </a:ext>
              </a:extLst>
            </p:cNvPr>
            <p:cNvGrpSpPr/>
            <p:nvPr/>
          </p:nvGrpSpPr>
          <p:grpSpPr>
            <a:xfrm>
              <a:off x="163586" y="134635"/>
              <a:ext cx="1975684" cy="1396119"/>
              <a:chOff x="163586" y="134635"/>
              <a:chExt cx="1975684" cy="1396119"/>
            </a:xfrm>
          </p:grpSpPr>
          <p:pic>
            <p:nvPicPr>
              <p:cNvPr id="27" name="図 26">
                <a:extLst>
                  <a:ext uri="{FF2B5EF4-FFF2-40B4-BE49-F238E27FC236}">
                    <a16:creationId xmlns:a16="http://schemas.microsoft.com/office/drawing/2014/main" id="{8F920598-34AA-19AB-C61B-6C70168EDB0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8" name="楕円 27">
                <a:extLst>
                  <a:ext uri="{FF2B5EF4-FFF2-40B4-BE49-F238E27FC236}">
                    <a16:creationId xmlns:a16="http://schemas.microsoft.com/office/drawing/2014/main" id="{B66E8EF6-1085-5103-A152-F3CF93082076}"/>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6" name="図 25">
              <a:extLst>
                <a:ext uri="{FF2B5EF4-FFF2-40B4-BE49-F238E27FC236}">
                  <a16:creationId xmlns:a16="http://schemas.microsoft.com/office/drawing/2014/main" id="{5E51D44C-77E4-4231-1A77-6DEB38E501F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
        <p:nvSpPr>
          <p:cNvPr id="39" name="テキスト ボックス 38">
            <a:extLst>
              <a:ext uri="{FF2B5EF4-FFF2-40B4-BE49-F238E27FC236}">
                <a16:creationId xmlns:a16="http://schemas.microsoft.com/office/drawing/2014/main" id="{F87CA843-12DA-A18A-3F6A-360BB13D1DC5}"/>
              </a:ext>
            </a:extLst>
          </p:cNvPr>
          <p:cNvSpPr txBox="1"/>
          <p:nvPr/>
        </p:nvSpPr>
        <p:spPr>
          <a:xfrm>
            <a:off x="1752829" y="641390"/>
            <a:ext cx="1210588" cy="400110"/>
          </a:xfrm>
          <a:prstGeom prst="rect">
            <a:avLst/>
          </a:prstGeom>
          <a:noFill/>
        </p:spPr>
        <p:txBody>
          <a:bodyPr wrap="none" rtlCol="0">
            <a:spAutoFit/>
          </a:bodyPr>
          <a:lstStyle/>
          <a:p>
            <a:pPr algn="ctr"/>
            <a:r>
              <a:rPr kumimoji="1"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アイテム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 name="四角形: 角を丸くする 4">
            <a:extLst>
              <a:ext uri="{FF2B5EF4-FFF2-40B4-BE49-F238E27FC236}">
                <a16:creationId xmlns:a16="http://schemas.microsoft.com/office/drawing/2014/main" id="{CB57547F-5249-0FF1-133E-51993C7BEB73}"/>
              </a:ext>
            </a:extLst>
          </p:cNvPr>
          <p:cNvSpPr/>
          <p:nvPr/>
        </p:nvSpPr>
        <p:spPr>
          <a:xfrm>
            <a:off x="2051021" y="3014639"/>
            <a:ext cx="1545081" cy="712577"/>
          </a:xfrm>
          <a:prstGeom prst="roundRect">
            <a:avLst>
              <a:gd name="adj" fmla="val 9765"/>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素材</a:t>
            </a:r>
          </a:p>
        </p:txBody>
      </p:sp>
      <p:sp>
        <p:nvSpPr>
          <p:cNvPr id="7" name="四角形: 角を丸くする 6">
            <a:extLst>
              <a:ext uri="{FF2B5EF4-FFF2-40B4-BE49-F238E27FC236}">
                <a16:creationId xmlns:a16="http://schemas.microsoft.com/office/drawing/2014/main" id="{81294882-3131-9847-E0EA-5C00E635E0BE}"/>
              </a:ext>
            </a:extLst>
          </p:cNvPr>
          <p:cNvSpPr/>
          <p:nvPr/>
        </p:nvSpPr>
        <p:spPr>
          <a:xfrm>
            <a:off x="2051021" y="1871154"/>
            <a:ext cx="1545081"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消費</a:t>
            </a:r>
          </a:p>
        </p:txBody>
      </p:sp>
      <p:sp>
        <p:nvSpPr>
          <p:cNvPr id="9" name="四角形: 角を丸くする 8">
            <a:extLst>
              <a:ext uri="{FF2B5EF4-FFF2-40B4-BE49-F238E27FC236}">
                <a16:creationId xmlns:a16="http://schemas.microsoft.com/office/drawing/2014/main" id="{881D1677-B556-6405-93B9-BE108F5392EB}"/>
              </a:ext>
            </a:extLst>
          </p:cNvPr>
          <p:cNvSpPr/>
          <p:nvPr/>
        </p:nvSpPr>
        <p:spPr>
          <a:xfrm>
            <a:off x="2051021" y="4158125"/>
            <a:ext cx="1545081" cy="712577"/>
          </a:xfrm>
          <a:prstGeom prst="roundRect">
            <a:avLst>
              <a:gd name="adj" fmla="val 9765"/>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ストーリー</a:t>
            </a:r>
          </a:p>
        </p:txBody>
      </p:sp>
      <p:sp>
        <p:nvSpPr>
          <p:cNvPr id="19" name="フリーフォーム: 図形 18">
            <a:extLst>
              <a:ext uri="{FF2B5EF4-FFF2-40B4-BE49-F238E27FC236}">
                <a16:creationId xmlns:a16="http://schemas.microsoft.com/office/drawing/2014/main" id="{88941A85-FDAE-4C29-FF38-38ED915C658B}"/>
              </a:ext>
            </a:extLst>
          </p:cNvPr>
          <p:cNvSpPr/>
          <p:nvPr/>
        </p:nvSpPr>
        <p:spPr>
          <a:xfrm>
            <a:off x="3948781" y="1334606"/>
            <a:ext cx="6544877" cy="4056319"/>
          </a:xfrm>
          <a:custGeom>
            <a:avLst/>
            <a:gdLst>
              <a:gd name="csX0" fmla="*/ 0 w 6544877"/>
              <a:gd name="csY0" fmla="*/ 0 h 4056319"/>
              <a:gd name="csX1" fmla="*/ 6148777 w 6544877"/>
              <a:gd name="csY1" fmla="*/ 0 h 4056319"/>
              <a:gd name="csX2" fmla="*/ 6544877 w 6544877"/>
              <a:gd name="csY2" fmla="*/ 396100 h 4056319"/>
              <a:gd name="csX3" fmla="*/ 6544877 w 6544877"/>
              <a:gd name="csY3" fmla="*/ 3660219 h 4056319"/>
              <a:gd name="csX4" fmla="*/ 6148777 w 6544877"/>
              <a:gd name="csY4" fmla="*/ 4056319 h 4056319"/>
              <a:gd name="csX5" fmla="*/ 0 w 6544877"/>
              <a:gd name="csY5" fmla="*/ 4056319 h 4056319"/>
            </a:gdLst>
            <a:ahLst/>
            <a:cxnLst>
              <a:cxn ang="0">
                <a:pos x="csX0" y="csY0"/>
              </a:cxn>
              <a:cxn ang="0">
                <a:pos x="csX1" y="csY1"/>
              </a:cxn>
              <a:cxn ang="0">
                <a:pos x="csX2" y="csY2"/>
              </a:cxn>
              <a:cxn ang="0">
                <a:pos x="csX3" y="csY3"/>
              </a:cxn>
              <a:cxn ang="0">
                <a:pos x="csX4" y="csY4"/>
              </a:cxn>
              <a:cxn ang="0">
                <a:pos x="csX5" y="csY5"/>
              </a:cxn>
            </a:cxnLst>
            <a:rect l="l" t="t" r="r" b="b"/>
            <a:pathLst>
              <a:path w="6544877" h="4056319">
                <a:moveTo>
                  <a:pt x="0" y="0"/>
                </a:moveTo>
                <a:lnTo>
                  <a:pt x="6148777" y="0"/>
                </a:lnTo>
                <a:cubicBezTo>
                  <a:pt x="6367537" y="0"/>
                  <a:pt x="6544877" y="177340"/>
                  <a:pt x="6544877" y="396100"/>
                </a:cubicBezTo>
                <a:lnTo>
                  <a:pt x="6544877" y="3660219"/>
                </a:lnTo>
                <a:cubicBezTo>
                  <a:pt x="6544877" y="3878979"/>
                  <a:pt x="6367537" y="4056319"/>
                  <a:pt x="6148777" y="4056319"/>
                </a:cubicBezTo>
                <a:lnTo>
                  <a:pt x="0" y="4056319"/>
                </a:lnTo>
                <a:close/>
              </a:path>
            </a:pathLst>
          </a:cu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endParaRPr kumimoji="1" lang="ja-JP" altLang="en-US"/>
          </a:p>
        </p:txBody>
      </p:sp>
      <p:sp>
        <p:nvSpPr>
          <p:cNvPr id="23" name="四角形: 角を丸くする 22">
            <a:extLst>
              <a:ext uri="{FF2B5EF4-FFF2-40B4-BE49-F238E27FC236}">
                <a16:creationId xmlns:a16="http://schemas.microsoft.com/office/drawing/2014/main" id="{0C7790A6-E6D9-14BE-DEA7-E6A4F6E6AC10}"/>
              </a:ext>
            </a:extLst>
          </p:cNvPr>
          <p:cNvSpPr/>
          <p:nvPr/>
        </p:nvSpPr>
        <p:spPr>
          <a:xfrm>
            <a:off x="3287031" y="1871153"/>
            <a:ext cx="1545081"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40" name="グループ化 39">
            <a:extLst>
              <a:ext uri="{FF2B5EF4-FFF2-40B4-BE49-F238E27FC236}">
                <a16:creationId xmlns:a16="http://schemas.microsoft.com/office/drawing/2014/main" id="{C49FA0FB-5A36-5514-F210-9EBB31EF4F9C}"/>
              </a:ext>
            </a:extLst>
          </p:cNvPr>
          <p:cNvGrpSpPr/>
          <p:nvPr/>
        </p:nvGrpSpPr>
        <p:grpSpPr>
          <a:xfrm>
            <a:off x="10022798" y="2220735"/>
            <a:ext cx="236362" cy="2284060"/>
            <a:chOff x="11044871" y="4022147"/>
            <a:chExt cx="236362" cy="2031812"/>
          </a:xfrm>
        </p:grpSpPr>
        <p:sp>
          <p:nvSpPr>
            <p:cNvPr id="41" name="四角形: 角を丸くする 40">
              <a:extLst>
                <a:ext uri="{FF2B5EF4-FFF2-40B4-BE49-F238E27FC236}">
                  <a16:creationId xmlns:a16="http://schemas.microsoft.com/office/drawing/2014/main" id="{126DBFCB-D3E6-FABC-5EE1-3D084F10B92D}"/>
                </a:ext>
              </a:extLst>
            </p:cNvPr>
            <p:cNvSpPr/>
            <p:nvPr/>
          </p:nvSpPr>
          <p:spPr>
            <a:xfrm>
              <a:off x="11044871" y="4022147"/>
              <a:ext cx="236362" cy="2031812"/>
            </a:xfrm>
            <a:prstGeom prst="roundRect">
              <a:avLst/>
            </a:prstGeom>
            <a:no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2" name="四角形: 角を丸くする 41">
              <a:extLst>
                <a:ext uri="{FF2B5EF4-FFF2-40B4-BE49-F238E27FC236}">
                  <a16:creationId xmlns:a16="http://schemas.microsoft.com/office/drawing/2014/main" id="{01E3411A-572D-1E3C-D730-2ECBC421DDA6}"/>
                </a:ext>
              </a:extLst>
            </p:cNvPr>
            <p:cNvSpPr/>
            <p:nvPr/>
          </p:nvSpPr>
          <p:spPr>
            <a:xfrm>
              <a:off x="11066205" y="4094529"/>
              <a:ext cx="193695" cy="571313"/>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74" name="グループ化 73">
            <a:extLst>
              <a:ext uri="{FF2B5EF4-FFF2-40B4-BE49-F238E27FC236}">
                <a16:creationId xmlns:a16="http://schemas.microsoft.com/office/drawing/2014/main" id="{06BDA4A8-CDEE-E6A4-D331-E143E312E450}"/>
              </a:ext>
            </a:extLst>
          </p:cNvPr>
          <p:cNvGrpSpPr/>
          <p:nvPr/>
        </p:nvGrpSpPr>
        <p:grpSpPr>
          <a:xfrm>
            <a:off x="4461820" y="1714900"/>
            <a:ext cx="5047940" cy="3295731"/>
            <a:chOff x="4567606" y="1712966"/>
            <a:chExt cx="5047940" cy="3295731"/>
          </a:xfrm>
        </p:grpSpPr>
        <p:grpSp>
          <p:nvGrpSpPr>
            <p:cNvPr id="38" name="グループ化 37">
              <a:extLst>
                <a:ext uri="{FF2B5EF4-FFF2-40B4-BE49-F238E27FC236}">
                  <a16:creationId xmlns:a16="http://schemas.microsoft.com/office/drawing/2014/main" id="{BE985170-C093-773B-864E-B2818E3479F6}"/>
                </a:ext>
              </a:extLst>
            </p:cNvPr>
            <p:cNvGrpSpPr/>
            <p:nvPr/>
          </p:nvGrpSpPr>
          <p:grpSpPr>
            <a:xfrm>
              <a:off x="4567606" y="1712966"/>
              <a:ext cx="995006" cy="3295731"/>
              <a:chOff x="4567605" y="1871153"/>
              <a:chExt cx="995006" cy="3295731"/>
            </a:xfrm>
          </p:grpSpPr>
          <p:sp>
            <p:nvSpPr>
              <p:cNvPr id="31" name="四角形: 角を丸くする 30">
                <a:extLst>
                  <a:ext uri="{FF2B5EF4-FFF2-40B4-BE49-F238E27FC236}">
                    <a16:creationId xmlns:a16="http://schemas.microsoft.com/office/drawing/2014/main" id="{E3500925-A716-6045-9FC5-E8E5BC389F74}"/>
                  </a:ext>
                </a:extLst>
              </p:cNvPr>
              <p:cNvSpPr/>
              <p:nvPr/>
            </p:nvSpPr>
            <p:spPr>
              <a:xfrm>
                <a:off x="4567606" y="1871153"/>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4" name="四角形: 角を丸くする 33">
                <a:extLst>
                  <a:ext uri="{FF2B5EF4-FFF2-40B4-BE49-F238E27FC236}">
                    <a16:creationId xmlns:a16="http://schemas.microsoft.com/office/drawing/2014/main" id="{2B96F8D7-11B3-E201-3851-244146AA8AD8}"/>
                  </a:ext>
                </a:extLst>
              </p:cNvPr>
              <p:cNvSpPr/>
              <p:nvPr/>
            </p:nvSpPr>
            <p:spPr>
              <a:xfrm>
                <a:off x="4567606" y="3030482"/>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6" name="四角形: 角を丸くする 35">
                <a:extLst>
                  <a:ext uri="{FF2B5EF4-FFF2-40B4-BE49-F238E27FC236}">
                    <a16:creationId xmlns:a16="http://schemas.microsoft.com/office/drawing/2014/main" id="{74025A83-77B6-64DE-4634-982D13CA8855}"/>
                  </a:ext>
                </a:extLst>
              </p:cNvPr>
              <p:cNvSpPr/>
              <p:nvPr/>
            </p:nvSpPr>
            <p:spPr>
              <a:xfrm>
                <a:off x="4567605" y="4188701"/>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44" name="グループ化 43">
              <a:extLst>
                <a:ext uri="{FF2B5EF4-FFF2-40B4-BE49-F238E27FC236}">
                  <a16:creationId xmlns:a16="http://schemas.microsoft.com/office/drawing/2014/main" id="{0C3969E4-134F-4268-E6F9-C73D34DB555E}"/>
                </a:ext>
              </a:extLst>
            </p:cNvPr>
            <p:cNvGrpSpPr/>
            <p:nvPr/>
          </p:nvGrpSpPr>
          <p:grpSpPr>
            <a:xfrm>
              <a:off x="5918584" y="1712966"/>
              <a:ext cx="995006" cy="3295731"/>
              <a:chOff x="4567605" y="1871153"/>
              <a:chExt cx="995006" cy="3295731"/>
            </a:xfrm>
          </p:grpSpPr>
          <p:sp>
            <p:nvSpPr>
              <p:cNvPr id="54" name="四角形: 角を丸くする 53">
                <a:extLst>
                  <a:ext uri="{FF2B5EF4-FFF2-40B4-BE49-F238E27FC236}">
                    <a16:creationId xmlns:a16="http://schemas.microsoft.com/office/drawing/2014/main" id="{11A7FB72-2E59-2847-F052-117F248E1D32}"/>
                  </a:ext>
                </a:extLst>
              </p:cNvPr>
              <p:cNvSpPr/>
              <p:nvPr/>
            </p:nvSpPr>
            <p:spPr>
              <a:xfrm>
                <a:off x="4567606" y="1871153"/>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6" name="四角形: 角を丸くする 55">
                <a:extLst>
                  <a:ext uri="{FF2B5EF4-FFF2-40B4-BE49-F238E27FC236}">
                    <a16:creationId xmlns:a16="http://schemas.microsoft.com/office/drawing/2014/main" id="{8297C946-B646-274E-77F8-748037CFB550}"/>
                  </a:ext>
                </a:extLst>
              </p:cNvPr>
              <p:cNvSpPr/>
              <p:nvPr/>
            </p:nvSpPr>
            <p:spPr>
              <a:xfrm>
                <a:off x="4567606" y="3030482"/>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8" name="四角形: 角を丸くする 57">
                <a:extLst>
                  <a:ext uri="{FF2B5EF4-FFF2-40B4-BE49-F238E27FC236}">
                    <a16:creationId xmlns:a16="http://schemas.microsoft.com/office/drawing/2014/main" id="{ED3F7BE9-4C16-8953-8880-837B115265F0}"/>
                  </a:ext>
                </a:extLst>
              </p:cNvPr>
              <p:cNvSpPr/>
              <p:nvPr/>
            </p:nvSpPr>
            <p:spPr>
              <a:xfrm>
                <a:off x="4567605" y="4188701"/>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60" name="グループ化 59">
              <a:extLst>
                <a:ext uri="{FF2B5EF4-FFF2-40B4-BE49-F238E27FC236}">
                  <a16:creationId xmlns:a16="http://schemas.microsoft.com/office/drawing/2014/main" id="{123FAC24-C0D8-65AF-B957-8A57FE803C29}"/>
                </a:ext>
              </a:extLst>
            </p:cNvPr>
            <p:cNvGrpSpPr/>
            <p:nvPr/>
          </p:nvGrpSpPr>
          <p:grpSpPr>
            <a:xfrm>
              <a:off x="7269562" y="1712966"/>
              <a:ext cx="995006" cy="3295731"/>
              <a:chOff x="4567605" y="1871153"/>
              <a:chExt cx="995006" cy="3295731"/>
            </a:xfrm>
          </p:grpSpPr>
          <p:sp>
            <p:nvSpPr>
              <p:cNvPr id="62" name="四角形: 角を丸くする 61">
                <a:extLst>
                  <a:ext uri="{FF2B5EF4-FFF2-40B4-BE49-F238E27FC236}">
                    <a16:creationId xmlns:a16="http://schemas.microsoft.com/office/drawing/2014/main" id="{1D60BCE2-BF60-DF91-59C6-839C6127439C}"/>
                  </a:ext>
                </a:extLst>
              </p:cNvPr>
              <p:cNvSpPr/>
              <p:nvPr/>
            </p:nvSpPr>
            <p:spPr>
              <a:xfrm>
                <a:off x="4567606" y="1871153"/>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64" name="四角形: 角を丸くする 63">
                <a:extLst>
                  <a:ext uri="{FF2B5EF4-FFF2-40B4-BE49-F238E27FC236}">
                    <a16:creationId xmlns:a16="http://schemas.microsoft.com/office/drawing/2014/main" id="{F41E6FC1-0792-C7E2-AED0-62EE5F99007B}"/>
                  </a:ext>
                </a:extLst>
              </p:cNvPr>
              <p:cNvSpPr/>
              <p:nvPr/>
            </p:nvSpPr>
            <p:spPr>
              <a:xfrm>
                <a:off x="4567606" y="3030482"/>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67" name="四角形: 角を丸くする 66">
                <a:extLst>
                  <a:ext uri="{FF2B5EF4-FFF2-40B4-BE49-F238E27FC236}">
                    <a16:creationId xmlns:a16="http://schemas.microsoft.com/office/drawing/2014/main" id="{CA152341-83E2-C37C-141D-D0BF254277CC}"/>
                  </a:ext>
                </a:extLst>
              </p:cNvPr>
              <p:cNvSpPr/>
              <p:nvPr/>
            </p:nvSpPr>
            <p:spPr>
              <a:xfrm>
                <a:off x="4567605" y="4188701"/>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68" name="グループ化 67">
              <a:extLst>
                <a:ext uri="{FF2B5EF4-FFF2-40B4-BE49-F238E27FC236}">
                  <a16:creationId xmlns:a16="http://schemas.microsoft.com/office/drawing/2014/main" id="{6616DB5C-2E45-10BC-2E27-44562D24856A}"/>
                </a:ext>
              </a:extLst>
            </p:cNvPr>
            <p:cNvGrpSpPr/>
            <p:nvPr/>
          </p:nvGrpSpPr>
          <p:grpSpPr>
            <a:xfrm>
              <a:off x="8620540" y="1712966"/>
              <a:ext cx="995006" cy="3295731"/>
              <a:chOff x="4567605" y="1871153"/>
              <a:chExt cx="995006" cy="3295731"/>
            </a:xfrm>
          </p:grpSpPr>
          <p:sp>
            <p:nvSpPr>
              <p:cNvPr id="70" name="四角形: 角を丸くする 69">
                <a:extLst>
                  <a:ext uri="{FF2B5EF4-FFF2-40B4-BE49-F238E27FC236}">
                    <a16:creationId xmlns:a16="http://schemas.microsoft.com/office/drawing/2014/main" id="{8854A73B-2140-A5FA-A86A-09DC857444D5}"/>
                  </a:ext>
                </a:extLst>
              </p:cNvPr>
              <p:cNvSpPr/>
              <p:nvPr/>
            </p:nvSpPr>
            <p:spPr>
              <a:xfrm>
                <a:off x="4567606" y="1871153"/>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2" name="四角形: 角を丸くする 71">
                <a:extLst>
                  <a:ext uri="{FF2B5EF4-FFF2-40B4-BE49-F238E27FC236}">
                    <a16:creationId xmlns:a16="http://schemas.microsoft.com/office/drawing/2014/main" id="{D11C478B-0413-6309-0468-D673A8B2AD21}"/>
                  </a:ext>
                </a:extLst>
              </p:cNvPr>
              <p:cNvSpPr/>
              <p:nvPr/>
            </p:nvSpPr>
            <p:spPr>
              <a:xfrm>
                <a:off x="4567606" y="3030482"/>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3" name="四角形: 角を丸くする 72">
                <a:extLst>
                  <a:ext uri="{FF2B5EF4-FFF2-40B4-BE49-F238E27FC236}">
                    <a16:creationId xmlns:a16="http://schemas.microsoft.com/office/drawing/2014/main" id="{DEA8C04E-B92C-D723-00E3-7DDC911CEF9F}"/>
                  </a:ext>
                </a:extLst>
              </p:cNvPr>
              <p:cNvSpPr/>
              <p:nvPr/>
            </p:nvSpPr>
            <p:spPr>
              <a:xfrm>
                <a:off x="4567605" y="4188701"/>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sp>
        <p:nvSpPr>
          <p:cNvPr id="3" name="正方形/長方形 2">
            <a:extLst>
              <a:ext uri="{FF2B5EF4-FFF2-40B4-BE49-F238E27FC236}">
                <a16:creationId xmlns:a16="http://schemas.microsoft.com/office/drawing/2014/main" id="{9A371575-C90C-908A-047B-A31A54CBD900}"/>
              </a:ext>
            </a:extLst>
          </p:cNvPr>
          <p:cNvSpPr>
            <a:spLocks/>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四角形: 角を丸くする 5">
            <a:extLst>
              <a:ext uri="{FF2B5EF4-FFF2-40B4-BE49-F238E27FC236}">
                <a16:creationId xmlns:a16="http://schemas.microsoft.com/office/drawing/2014/main" id="{FF5283E0-744E-E9D4-9229-A5E09647FDC1}"/>
              </a:ext>
            </a:extLst>
          </p:cNvPr>
          <p:cNvSpPr/>
          <p:nvPr/>
        </p:nvSpPr>
        <p:spPr>
          <a:xfrm>
            <a:off x="3165404" y="1541088"/>
            <a:ext cx="5872517" cy="3640397"/>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6" name="グループ化 15">
            <a:extLst>
              <a:ext uri="{FF2B5EF4-FFF2-40B4-BE49-F238E27FC236}">
                <a16:creationId xmlns:a16="http://schemas.microsoft.com/office/drawing/2014/main" id="{84CE638B-D160-47AB-0529-90490D568FA8}"/>
              </a:ext>
            </a:extLst>
          </p:cNvPr>
          <p:cNvGrpSpPr/>
          <p:nvPr/>
        </p:nvGrpSpPr>
        <p:grpSpPr>
          <a:xfrm>
            <a:off x="3670723" y="1670876"/>
            <a:ext cx="1826142" cy="1351818"/>
            <a:chOff x="3904632" y="1697199"/>
            <a:chExt cx="1826142" cy="1351818"/>
          </a:xfrm>
        </p:grpSpPr>
        <p:sp>
          <p:nvSpPr>
            <p:cNvPr id="20" name="四角形: 角を丸くする 19">
              <a:extLst>
                <a:ext uri="{FF2B5EF4-FFF2-40B4-BE49-F238E27FC236}">
                  <a16:creationId xmlns:a16="http://schemas.microsoft.com/office/drawing/2014/main" id="{99B58C81-C5E2-CE54-0FF3-A406C9A37AE6}"/>
                </a:ext>
              </a:extLst>
            </p:cNvPr>
            <p:cNvSpPr/>
            <p:nvPr/>
          </p:nvSpPr>
          <p:spPr>
            <a:xfrm>
              <a:off x="4320199" y="1697199"/>
              <a:ext cx="995005" cy="978183"/>
            </a:xfrm>
            <a:prstGeom prst="roundRect">
              <a:avLst>
                <a:gd name="adj" fmla="val 9765"/>
              </a:avLst>
            </a:prstGeom>
            <a:solidFill>
              <a:schemeClr val="bg1">
                <a:lumMod val="95000"/>
              </a:schemeClr>
            </a:solid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2" name="テキスト ボックス 21">
              <a:extLst>
                <a:ext uri="{FF2B5EF4-FFF2-40B4-BE49-F238E27FC236}">
                  <a16:creationId xmlns:a16="http://schemas.microsoft.com/office/drawing/2014/main" id="{2AC775E4-222F-28CA-74E0-2CBD61EAED38}"/>
                </a:ext>
              </a:extLst>
            </p:cNvPr>
            <p:cNvSpPr txBox="1"/>
            <p:nvPr/>
          </p:nvSpPr>
          <p:spPr>
            <a:xfrm>
              <a:off x="3904632" y="2710463"/>
              <a:ext cx="1826142" cy="338554"/>
            </a:xfrm>
            <a:prstGeom prst="rect">
              <a:avLst/>
            </a:prstGeom>
            <a:noFill/>
          </p:spPr>
          <p:txBody>
            <a:bodyPr wrap="none" rtlCol="0">
              <a:spAutoFit/>
            </a:bodyPr>
            <a:lstStyle/>
            <a:p>
              <a:pPr algn="ctr"/>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使用：アイテム名</a:t>
              </a: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29" name="正方形/長方形 28">
            <a:extLst>
              <a:ext uri="{FF2B5EF4-FFF2-40B4-BE49-F238E27FC236}">
                <a16:creationId xmlns:a16="http://schemas.microsoft.com/office/drawing/2014/main" id="{B46A6AE2-AC02-483D-EBCB-A36B3D361F83}"/>
              </a:ext>
            </a:extLst>
          </p:cNvPr>
          <p:cNvSpPr/>
          <p:nvPr/>
        </p:nvSpPr>
        <p:spPr>
          <a:xfrm>
            <a:off x="3159740" y="3069961"/>
            <a:ext cx="5872517" cy="598183"/>
          </a:xfrm>
          <a:prstGeom prst="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2" name="テキスト ボックス 31">
            <a:extLst>
              <a:ext uri="{FF2B5EF4-FFF2-40B4-BE49-F238E27FC236}">
                <a16:creationId xmlns:a16="http://schemas.microsoft.com/office/drawing/2014/main" id="{C16A03F9-7DDD-1DAE-1181-59EC71AC527C}"/>
              </a:ext>
            </a:extLst>
          </p:cNvPr>
          <p:cNvSpPr txBox="1"/>
          <p:nvPr/>
        </p:nvSpPr>
        <p:spPr>
          <a:xfrm>
            <a:off x="3363458" y="3147749"/>
            <a:ext cx="5465082" cy="461665"/>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説明テキスト説明テキスト説明テキスト説明テキスト説明テキスト</a:t>
            </a:r>
          </a:p>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説明テキスト説明テキスト説明テキスト説明テキスト説明テキスト</a:t>
            </a:r>
          </a:p>
        </p:txBody>
      </p:sp>
      <p:grpSp>
        <p:nvGrpSpPr>
          <p:cNvPr id="2" name="グループ化 1">
            <a:extLst>
              <a:ext uri="{FF2B5EF4-FFF2-40B4-BE49-F238E27FC236}">
                <a16:creationId xmlns:a16="http://schemas.microsoft.com/office/drawing/2014/main" id="{CE1EE387-3442-60A4-C8E1-06C96EFF9DC0}"/>
              </a:ext>
            </a:extLst>
          </p:cNvPr>
          <p:cNvGrpSpPr/>
          <p:nvPr/>
        </p:nvGrpSpPr>
        <p:grpSpPr>
          <a:xfrm>
            <a:off x="5054106" y="3796899"/>
            <a:ext cx="2095112" cy="348144"/>
            <a:chOff x="5068663" y="3796899"/>
            <a:chExt cx="2095112" cy="348144"/>
          </a:xfrm>
        </p:grpSpPr>
        <p:sp>
          <p:nvSpPr>
            <p:cNvPr id="48" name="四角形: 角を丸くする 47">
              <a:extLst>
                <a:ext uri="{FF2B5EF4-FFF2-40B4-BE49-F238E27FC236}">
                  <a16:creationId xmlns:a16="http://schemas.microsoft.com/office/drawing/2014/main" id="{3E4348D8-8C3D-B9F6-45C1-603101AA72F4}"/>
                </a:ext>
              </a:extLst>
            </p:cNvPr>
            <p:cNvSpPr/>
            <p:nvPr/>
          </p:nvSpPr>
          <p:spPr>
            <a:xfrm>
              <a:off x="5239260" y="3796899"/>
              <a:ext cx="698274" cy="348144"/>
            </a:xfrm>
            <a:prstGeom prst="roundRect">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5" name="テキスト ボックス 34">
              <a:extLst>
                <a:ext uri="{FF2B5EF4-FFF2-40B4-BE49-F238E27FC236}">
                  <a16:creationId xmlns:a16="http://schemas.microsoft.com/office/drawing/2014/main" id="{4FA4DC23-774E-758D-4BFF-B65607135F9D}"/>
                </a:ext>
              </a:extLst>
            </p:cNvPr>
            <p:cNvSpPr txBox="1"/>
            <p:nvPr/>
          </p:nvSpPr>
          <p:spPr>
            <a:xfrm>
              <a:off x="5068663" y="3821731"/>
              <a:ext cx="1039469"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獲得数</a:t>
              </a:r>
            </a:p>
          </p:txBody>
        </p:sp>
        <p:sp>
          <p:nvSpPr>
            <p:cNvPr id="50" name="テキスト ボックス 49">
              <a:extLst>
                <a:ext uri="{FF2B5EF4-FFF2-40B4-BE49-F238E27FC236}">
                  <a16:creationId xmlns:a16="http://schemas.microsoft.com/office/drawing/2014/main" id="{BCF9DD08-5722-6DE1-1373-4677C1D5CF0C}"/>
                </a:ext>
              </a:extLst>
            </p:cNvPr>
            <p:cNvSpPr txBox="1"/>
            <p:nvPr/>
          </p:nvSpPr>
          <p:spPr>
            <a:xfrm>
              <a:off x="6124306" y="3824736"/>
              <a:ext cx="1039469" cy="276999"/>
            </a:xfrm>
            <a:prstGeom prst="rect">
              <a:avLst/>
            </a:prstGeom>
            <a:noFill/>
          </p:spPr>
          <p:txBody>
            <a:bodyPr wrap="square" rtlCol="0">
              <a:spAutoFit/>
            </a:bodyPr>
            <a:lstStyle/>
            <a:p>
              <a:pPr algn="ctr"/>
              <a:r>
                <a:rPr lang="en-US" altLang="ja-JP" sz="1200">
                  <a:solidFill>
                    <a:srgbClr val="FFA4F3"/>
                  </a:solidFill>
                  <a:latin typeface="原稿用標準書体" panose="03000503000000000000" pitchFamily="66" charset="-128"/>
                  <a:ea typeface="原稿用標準書体" panose="03000503000000000000" pitchFamily="66" charset="-128"/>
                  <a:cs typeface="叛逆明朝" panose="02000503000000000000" pitchFamily="2" charset="-128"/>
                </a:rPr>
                <a:t>000000000</a:t>
              </a:r>
              <a:endParaRPr lang="ja-JP" altLang="en-US" sz="1200">
                <a:solidFill>
                  <a:srgbClr val="FFA4F3"/>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4" name="四角形: 角を丸くする 3">
            <a:extLst>
              <a:ext uri="{FF2B5EF4-FFF2-40B4-BE49-F238E27FC236}">
                <a16:creationId xmlns:a16="http://schemas.microsoft.com/office/drawing/2014/main" id="{7D2F9C3F-9036-598F-928E-36243A49E84B}"/>
              </a:ext>
            </a:extLst>
          </p:cNvPr>
          <p:cNvSpPr/>
          <p:nvPr/>
        </p:nvSpPr>
        <p:spPr>
          <a:xfrm>
            <a:off x="6323378" y="4272941"/>
            <a:ext cx="2138224" cy="767022"/>
          </a:xfrm>
          <a:prstGeom prst="roundRect">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a:latin typeface="和音 Joyo R" panose="00000500000000000000" pitchFamily="50" charset="-128"/>
                <a:ea typeface="和音 Joyo R" panose="00000500000000000000" pitchFamily="50" charset="-128"/>
              </a:rPr>
              <a:t>使用</a:t>
            </a:r>
            <a:endParaRPr lang="ja-JP" altLang="en-US" sz="2400" dirty="0">
              <a:latin typeface="和音 Joyo R" panose="00000500000000000000" pitchFamily="50" charset="-128"/>
              <a:ea typeface="和音 Joyo R" panose="00000500000000000000" pitchFamily="50" charset="-128"/>
            </a:endParaRPr>
          </a:p>
        </p:txBody>
      </p:sp>
      <p:sp>
        <p:nvSpPr>
          <p:cNvPr id="10" name="四角形: 角を丸くする 9">
            <a:extLst>
              <a:ext uri="{FF2B5EF4-FFF2-40B4-BE49-F238E27FC236}">
                <a16:creationId xmlns:a16="http://schemas.microsoft.com/office/drawing/2014/main" id="{D9613E06-2550-0E79-ACB4-203A321A96A4}"/>
              </a:ext>
            </a:extLst>
          </p:cNvPr>
          <p:cNvSpPr/>
          <p:nvPr/>
        </p:nvSpPr>
        <p:spPr>
          <a:xfrm>
            <a:off x="3730400" y="4272941"/>
            <a:ext cx="2138224" cy="767022"/>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a:latin typeface="和音 Joyo R" panose="00000500000000000000" pitchFamily="50" charset="-128"/>
                <a:ea typeface="和音 Joyo R" panose="00000500000000000000" pitchFamily="50" charset="-128"/>
              </a:rPr>
              <a:t>閉じる</a:t>
            </a:r>
            <a:endParaRPr kumimoji="1" lang="ja-JP" altLang="en-US" sz="2400" dirty="0">
              <a:latin typeface="和音 Joyo R" panose="00000500000000000000" pitchFamily="50" charset="-128"/>
              <a:ea typeface="和音 Joyo R" panose="00000500000000000000" pitchFamily="50" charset="-128"/>
            </a:endParaRPr>
          </a:p>
        </p:txBody>
      </p:sp>
      <p:grpSp>
        <p:nvGrpSpPr>
          <p:cNvPr id="17" name="グループ化 16">
            <a:extLst>
              <a:ext uri="{FF2B5EF4-FFF2-40B4-BE49-F238E27FC236}">
                <a16:creationId xmlns:a16="http://schemas.microsoft.com/office/drawing/2014/main" id="{C80BE30D-E08D-92E9-7214-B817A46F6E26}"/>
              </a:ext>
            </a:extLst>
          </p:cNvPr>
          <p:cNvGrpSpPr/>
          <p:nvPr/>
        </p:nvGrpSpPr>
        <p:grpSpPr>
          <a:xfrm>
            <a:off x="6706460" y="1670876"/>
            <a:ext cx="1826142" cy="1351818"/>
            <a:chOff x="6462548" y="1701571"/>
            <a:chExt cx="1826142" cy="1351818"/>
          </a:xfrm>
        </p:grpSpPr>
        <p:sp>
          <p:nvSpPr>
            <p:cNvPr id="12" name="四角形: 角を丸くする 11">
              <a:extLst>
                <a:ext uri="{FF2B5EF4-FFF2-40B4-BE49-F238E27FC236}">
                  <a16:creationId xmlns:a16="http://schemas.microsoft.com/office/drawing/2014/main" id="{EBA6EB57-AD01-7AB0-58FF-B5FDBAD9627A}"/>
                </a:ext>
              </a:extLst>
            </p:cNvPr>
            <p:cNvSpPr/>
            <p:nvPr/>
          </p:nvSpPr>
          <p:spPr>
            <a:xfrm>
              <a:off x="6878114" y="1701571"/>
              <a:ext cx="995005" cy="978183"/>
            </a:xfrm>
            <a:prstGeom prst="roundRect">
              <a:avLst>
                <a:gd name="adj" fmla="val 9765"/>
              </a:avLst>
            </a:prstGeom>
            <a:solidFill>
              <a:schemeClr val="bg1">
                <a:lumMod val="95000"/>
              </a:schemeClr>
            </a:solidFill>
            <a:ln>
              <a:solidFill>
                <a:srgbClr val="FFA4F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5" name="テキスト ボックス 14">
              <a:extLst>
                <a:ext uri="{FF2B5EF4-FFF2-40B4-BE49-F238E27FC236}">
                  <a16:creationId xmlns:a16="http://schemas.microsoft.com/office/drawing/2014/main" id="{327E9AE0-F9E5-CCD3-8C13-7383611E460B}"/>
                </a:ext>
              </a:extLst>
            </p:cNvPr>
            <p:cNvSpPr txBox="1"/>
            <p:nvPr/>
          </p:nvSpPr>
          <p:spPr>
            <a:xfrm>
              <a:off x="6462548" y="2714835"/>
              <a:ext cx="1826142" cy="338554"/>
            </a:xfrm>
            <a:prstGeom prst="rect">
              <a:avLst/>
            </a:prstGeom>
            <a:noFill/>
          </p:spPr>
          <p:txBody>
            <a:bodyPr wrap="none" rtlCol="0">
              <a:spAutoFit/>
            </a:bodyPr>
            <a:lstStyle/>
            <a:p>
              <a:pPr algn="ctr"/>
              <a:r>
                <a:rPr lang="ja-JP" altLang="en-US" sz="1600">
                  <a:solidFill>
                    <a:srgbClr val="FFA4F3"/>
                  </a:solidFill>
                  <a:latin typeface="原稿用標準書体" panose="03000503000000000000" pitchFamily="66" charset="-128"/>
                  <a:ea typeface="原稿用標準書体" panose="03000503000000000000" pitchFamily="66" charset="-128"/>
                  <a:cs typeface="叛逆明朝" panose="02000503000000000000" pitchFamily="2" charset="-128"/>
                </a:rPr>
                <a:t>獲得：アイテム名</a:t>
              </a:r>
              <a:endParaRPr kumimoji="1" lang="ja-JP" altLang="en-US" sz="1600" dirty="0">
                <a:solidFill>
                  <a:srgbClr val="FFA4F3"/>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cxnSp>
        <p:nvCxnSpPr>
          <p:cNvPr id="21" name="直線矢印コネクタ 20">
            <a:extLst>
              <a:ext uri="{FF2B5EF4-FFF2-40B4-BE49-F238E27FC236}">
                <a16:creationId xmlns:a16="http://schemas.microsoft.com/office/drawing/2014/main" id="{11EC8C3F-CE8B-19CD-7C5D-945D5994DAA9}"/>
              </a:ext>
            </a:extLst>
          </p:cNvPr>
          <p:cNvCxnSpPr>
            <a:cxnSpLocks/>
          </p:cNvCxnSpPr>
          <p:nvPr/>
        </p:nvCxnSpPr>
        <p:spPr>
          <a:xfrm>
            <a:off x="5081295" y="2187961"/>
            <a:ext cx="2040731" cy="0"/>
          </a:xfrm>
          <a:prstGeom prst="straightConnector1">
            <a:avLst/>
          </a:prstGeom>
          <a:ln w="88900">
            <a:solidFill>
              <a:srgbClr val="FFA4F3"/>
            </a:solidFill>
            <a:prstDash val="solid"/>
            <a:tailEnd type="triangle"/>
          </a:ln>
        </p:spPr>
        <p:style>
          <a:lnRef idx="2">
            <a:schemeClr val="accent1"/>
          </a:lnRef>
          <a:fillRef idx="0">
            <a:schemeClr val="accent1"/>
          </a:fillRef>
          <a:effectRef idx="1">
            <a:schemeClr val="accent1"/>
          </a:effectRef>
          <a:fontRef idx="minor">
            <a:schemeClr val="tx1"/>
          </a:fontRef>
        </p:style>
      </p:cxnSp>
      <p:sp>
        <p:nvSpPr>
          <p:cNvPr id="30" name="四角形: 角を丸くする 29">
            <a:extLst>
              <a:ext uri="{FF2B5EF4-FFF2-40B4-BE49-F238E27FC236}">
                <a16:creationId xmlns:a16="http://schemas.microsoft.com/office/drawing/2014/main" id="{A579B6F5-67E9-E25C-4153-D7E89005A829}"/>
              </a:ext>
            </a:extLst>
          </p:cNvPr>
          <p:cNvSpPr/>
          <p:nvPr/>
        </p:nvSpPr>
        <p:spPr>
          <a:xfrm>
            <a:off x="5644462" y="2010040"/>
            <a:ext cx="914400" cy="345806"/>
          </a:xfrm>
          <a:prstGeom prst="roundRect">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a:t>
            </a:r>
            <a:r>
              <a:rPr kumimoji="1" lang="en-US" altLang="ja-JP">
                <a:solidFill>
                  <a:schemeClr val="tx1">
                    <a:lumMod val="85000"/>
                    <a:lumOff val="15000"/>
                  </a:schemeClr>
                </a:solidFill>
                <a:latin typeface="原稿用標準書体" panose="03000503000000000000" pitchFamily="66" charset="-128"/>
                <a:ea typeface="原稿用標準書体" panose="03000503000000000000" pitchFamily="66" charset="-128"/>
              </a:rPr>
              <a:t>0000</a:t>
            </a:r>
            <a:endPar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nvGrpSpPr>
          <p:cNvPr id="49" name="グループ化 48">
            <a:extLst>
              <a:ext uri="{FF2B5EF4-FFF2-40B4-BE49-F238E27FC236}">
                <a16:creationId xmlns:a16="http://schemas.microsoft.com/office/drawing/2014/main" id="{9013F07B-C673-6CF0-7AD3-38D045C36A6F}"/>
              </a:ext>
            </a:extLst>
          </p:cNvPr>
          <p:cNvGrpSpPr/>
          <p:nvPr/>
        </p:nvGrpSpPr>
        <p:grpSpPr>
          <a:xfrm>
            <a:off x="5642008" y="1587072"/>
            <a:ext cx="359461" cy="400110"/>
            <a:chOff x="5734884" y="2400336"/>
            <a:chExt cx="359461" cy="400110"/>
          </a:xfrm>
        </p:grpSpPr>
        <p:sp>
          <p:nvSpPr>
            <p:cNvPr id="45" name="四角形: 角を丸くする 44">
              <a:extLst>
                <a:ext uri="{FF2B5EF4-FFF2-40B4-BE49-F238E27FC236}">
                  <a16:creationId xmlns:a16="http://schemas.microsoft.com/office/drawing/2014/main" id="{D8B6C787-CF2D-FECD-DBBE-5A2C22AFC394}"/>
                </a:ext>
              </a:extLst>
            </p:cNvPr>
            <p:cNvSpPr/>
            <p:nvPr/>
          </p:nvSpPr>
          <p:spPr>
            <a:xfrm>
              <a:off x="5734884" y="2499387"/>
              <a:ext cx="359461" cy="270489"/>
            </a:xfrm>
            <a:prstGeom prst="roundRect">
              <a:avLst/>
            </a:prstGeom>
            <a:solidFill>
              <a:srgbClr val="F2F2F2"/>
            </a:solid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47" name="テキスト ボックス 46">
              <a:extLst>
                <a:ext uri="{FF2B5EF4-FFF2-40B4-BE49-F238E27FC236}">
                  <a16:creationId xmlns:a16="http://schemas.microsoft.com/office/drawing/2014/main" id="{B6EF3133-007B-0F4F-3F7B-5ACE80E8DED4}"/>
                </a:ext>
              </a:extLst>
            </p:cNvPr>
            <p:cNvSpPr txBox="1"/>
            <p:nvPr/>
          </p:nvSpPr>
          <p:spPr>
            <a:xfrm>
              <a:off x="5815141" y="2400336"/>
              <a:ext cx="203454" cy="400110"/>
            </a:xfrm>
            <a:prstGeom prst="rect">
              <a:avLst/>
            </a:prstGeom>
            <a:noFill/>
          </p:spPr>
          <p:txBody>
            <a:bodyPr wrap="squar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a:t>
              </a:r>
            </a:p>
          </p:txBody>
        </p:sp>
      </p:grpSp>
      <p:grpSp>
        <p:nvGrpSpPr>
          <p:cNvPr id="51" name="グループ化 50">
            <a:extLst>
              <a:ext uri="{FF2B5EF4-FFF2-40B4-BE49-F238E27FC236}">
                <a16:creationId xmlns:a16="http://schemas.microsoft.com/office/drawing/2014/main" id="{3D3706BE-C154-5710-FC16-C53D4C08A46D}"/>
              </a:ext>
            </a:extLst>
          </p:cNvPr>
          <p:cNvGrpSpPr/>
          <p:nvPr/>
        </p:nvGrpSpPr>
        <p:grpSpPr>
          <a:xfrm>
            <a:off x="5642008" y="2298957"/>
            <a:ext cx="359461" cy="400110"/>
            <a:chOff x="5734884" y="2400336"/>
            <a:chExt cx="359461" cy="400110"/>
          </a:xfrm>
        </p:grpSpPr>
        <p:sp>
          <p:nvSpPr>
            <p:cNvPr id="52" name="四角形: 角を丸くする 51">
              <a:extLst>
                <a:ext uri="{FF2B5EF4-FFF2-40B4-BE49-F238E27FC236}">
                  <a16:creationId xmlns:a16="http://schemas.microsoft.com/office/drawing/2014/main" id="{B631D727-4E72-41B6-83CA-90F80E83642F}"/>
                </a:ext>
              </a:extLst>
            </p:cNvPr>
            <p:cNvSpPr/>
            <p:nvPr/>
          </p:nvSpPr>
          <p:spPr>
            <a:xfrm>
              <a:off x="5734884" y="2499387"/>
              <a:ext cx="359461" cy="270489"/>
            </a:xfrm>
            <a:prstGeom prst="roundRect">
              <a:avLst/>
            </a:prstGeom>
            <a:solidFill>
              <a:srgbClr val="F2F2F2"/>
            </a:solid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69" name="テキスト ボックス 68">
              <a:extLst>
                <a:ext uri="{FF2B5EF4-FFF2-40B4-BE49-F238E27FC236}">
                  <a16:creationId xmlns:a16="http://schemas.microsoft.com/office/drawing/2014/main" id="{688D4975-D819-D995-79DD-C539D63F63F8}"/>
                </a:ext>
              </a:extLst>
            </p:cNvPr>
            <p:cNvSpPr txBox="1"/>
            <p:nvPr/>
          </p:nvSpPr>
          <p:spPr>
            <a:xfrm>
              <a:off x="5815141" y="2400336"/>
              <a:ext cx="203454" cy="400110"/>
            </a:xfrm>
            <a:prstGeom prst="rect">
              <a:avLst/>
            </a:prstGeom>
            <a:noFill/>
          </p:spPr>
          <p:txBody>
            <a:bodyPr wrap="squar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a:t>
              </a:r>
            </a:p>
          </p:txBody>
        </p:sp>
      </p:grpSp>
      <p:grpSp>
        <p:nvGrpSpPr>
          <p:cNvPr id="71" name="グループ化 70">
            <a:extLst>
              <a:ext uri="{FF2B5EF4-FFF2-40B4-BE49-F238E27FC236}">
                <a16:creationId xmlns:a16="http://schemas.microsoft.com/office/drawing/2014/main" id="{0A9EC4D2-E48E-42D6-E65E-774B84A506E8}"/>
              </a:ext>
            </a:extLst>
          </p:cNvPr>
          <p:cNvGrpSpPr/>
          <p:nvPr/>
        </p:nvGrpSpPr>
        <p:grpSpPr>
          <a:xfrm>
            <a:off x="5992152" y="2396515"/>
            <a:ext cx="623899" cy="275840"/>
            <a:chOff x="5682203" y="2494036"/>
            <a:chExt cx="574678" cy="275840"/>
          </a:xfrm>
        </p:grpSpPr>
        <p:sp>
          <p:nvSpPr>
            <p:cNvPr id="75" name="四角形: 角を丸くする 74">
              <a:extLst>
                <a:ext uri="{FF2B5EF4-FFF2-40B4-BE49-F238E27FC236}">
                  <a16:creationId xmlns:a16="http://schemas.microsoft.com/office/drawing/2014/main" id="{64E8AB46-C770-6E25-EADB-361D855910E8}"/>
                </a:ext>
              </a:extLst>
            </p:cNvPr>
            <p:cNvSpPr/>
            <p:nvPr/>
          </p:nvSpPr>
          <p:spPr>
            <a:xfrm>
              <a:off x="5734884" y="2499387"/>
              <a:ext cx="455729" cy="270489"/>
            </a:xfrm>
            <a:prstGeom prst="roundRect">
              <a:avLst/>
            </a:prstGeom>
            <a:solidFill>
              <a:srgbClr val="F2F2F2"/>
            </a:solid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76" name="テキスト ボックス 75">
              <a:extLst>
                <a:ext uri="{FF2B5EF4-FFF2-40B4-BE49-F238E27FC236}">
                  <a16:creationId xmlns:a16="http://schemas.microsoft.com/office/drawing/2014/main" id="{D9EB7CB6-FE7E-473D-DE4C-9CA4B4D132B1}"/>
                </a:ext>
              </a:extLst>
            </p:cNvPr>
            <p:cNvSpPr txBox="1"/>
            <p:nvPr/>
          </p:nvSpPr>
          <p:spPr>
            <a:xfrm>
              <a:off x="5682203" y="2494036"/>
              <a:ext cx="574678" cy="246221"/>
            </a:xfrm>
            <a:prstGeom prst="rect">
              <a:avLst/>
            </a:prstGeom>
            <a:noFill/>
          </p:spPr>
          <p:txBody>
            <a:bodyPr wrap="square" rtlCol="0">
              <a:spAutoFit/>
            </a:bodyPr>
            <a:lstStyle/>
            <a:p>
              <a:pPr algn="ctr"/>
              <a:r>
                <a:rPr lang="en-US" altLang="ja-JP" sz="1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MIN</a:t>
              </a:r>
              <a:endParaRPr lang="ja-JP" altLang="en-US" sz="1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77" name="グループ化 76">
            <a:extLst>
              <a:ext uri="{FF2B5EF4-FFF2-40B4-BE49-F238E27FC236}">
                <a16:creationId xmlns:a16="http://schemas.microsoft.com/office/drawing/2014/main" id="{D29E4A5E-F37E-C3E7-0230-CE6E4976DFF6}"/>
              </a:ext>
            </a:extLst>
          </p:cNvPr>
          <p:cNvGrpSpPr/>
          <p:nvPr/>
        </p:nvGrpSpPr>
        <p:grpSpPr>
          <a:xfrm>
            <a:off x="5992152" y="1680719"/>
            <a:ext cx="623899" cy="275840"/>
            <a:chOff x="5682203" y="2494036"/>
            <a:chExt cx="574678" cy="275840"/>
          </a:xfrm>
        </p:grpSpPr>
        <p:sp>
          <p:nvSpPr>
            <p:cNvPr id="78" name="四角形: 角を丸くする 77">
              <a:extLst>
                <a:ext uri="{FF2B5EF4-FFF2-40B4-BE49-F238E27FC236}">
                  <a16:creationId xmlns:a16="http://schemas.microsoft.com/office/drawing/2014/main" id="{1B41E348-C752-B05B-2B09-7B51DA731F86}"/>
                </a:ext>
              </a:extLst>
            </p:cNvPr>
            <p:cNvSpPr/>
            <p:nvPr/>
          </p:nvSpPr>
          <p:spPr>
            <a:xfrm>
              <a:off x="5734884" y="2499387"/>
              <a:ext cx="455729" cy="270489"/>
            </a:xfrm>
            <a:prstGeom prst="roundRect">
              <a:avLst/>
            </a:prstGeom>
            <a:solidFill>
              <a:srgbClr val="F2F2F2"/>
            </a:solid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79" name="テキスト ボックス 78">
              <a:extLst>
                <a:ext uri="{FF2B5EF4-FFF2-40B4-BE49-F238E27FC236}">
                  <a16:creationId xmlns:a16="http://schemas.microsoft.com/office/drawing/2014/main" id="{BDD25AB8-91C9-F53F-4D33-320F0117FCDC}"/>
                </a:ext>
              </a:extLst>
            </p:cNvPr>
            <p:cNvSpPr txBox="1"/>
            <p:nvPr/>
          </p:nvSpPr>
          <p:spPr>
            <a:xfrm>
              <a:off x="5682203" y="2494036"/>
              <a:ext cx="574678" cy="246221"/>
            </a:xfrm>
            <a:prstGeom prst="rect">
              <a:avLst/>
            </a:prstGeom>
            <a:noFill/>
          </p:spPr>
          <p:txBody>
            <a:bodyPr wrap="square" rtlCol="0">
              <a:spAutoFit/>
            </a:bodyPr>
            <a:lstStyle/>
            <a:p>
              <a:pPr algn="ctr"/>
              <a:r>
                <a:rPr lang="en-US" altLang="ja-JP" sz="1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MAX</a:t>
              </a:r>
              <a:endParaRPr lang="ja-JP" altLang="en-US" sz="1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Tree>
    <p:extLst>
      <p:ext uri="{BB962C8B-B14F-4D97-AF65-F5344CB8AC3E}">
        <p14:creationId xmlns:p14="http://schemas.microsoft.com/office/powerpoint/2010/main" val="4193631117"/>
      </p:ext>
    </p:extLst>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a:extLst>
            <a:ext uri="{FF2B5EF4-FFF2-40B4-BE49-F238E27FC236}">
              <a16:creationId xmlns:a16="http://schemas.microsoft.com/office/drawing/2014/main" id="{91FE2AD6-672D-CB6C-E94F-5154FACB4791}"/>
            </a:ext>
          </a:extLst>
        </p:cNvPr>
        <p:cNvGrpSpPr/>
        <p:nvPr/>
      </p:nvGrpSpPr>
      <p:grpSpPr>
        <a:xfrm>
          <a:off x="0" y="0"/>
          <a:ext cx="0" cy="0"/>
          <a:chOff x="0" y="0"/>
          <a:chExt cx="0" cy="0"/>
        </a:xfrm>
      </p:grpSpPr>
      <p:sp>
        <p:nvSpPr>
          <p:cNvPr id="37" name="四角形: 角を丸くする 36">
            <a:extLst>
              <a:ext uri="{FF2B5EF4-FFF2-40B4-BE49-F238E27FC236}">
                <a16:creationId xmlns:a16="http://schemas.microsoft.com/office/drawing/2014/main" id="{57F2FDA9-7F3A-E880-FE97-47EAC289EC46}"/>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grpSp>
        <p:nvGrpSpPr>
          <p:cNvPr id="24" name="グループ化 23">
            <a:extLst>
              <a:ext uri="{FF2B5EF4-FFF2-40B4-BE49-F238E27FC236}">
                <a16:creationId xmlns:a16="http://schemas.microsoft.com/office/drawing/2014/main" id="{D2CC4084-ECEB-11CE-48D9-2E609B9F7119}"/>
              </a:ext>
            </a:extLst>
          </p:cNvPr>
          <p:cNvGrpSpPr/>
          <p:nvPr/>
        </p:nvGrpSpPr>
        <p:grpSpPr>
          <a:xfrm>
            <a:off x="163586" y="134635"/>
            <a:ext cx="1975684" cy="1396119"/>
            <a:chOff x="163586" y="134635"/>
            <a:chExt cx="1975684" cy="1396119"/>
          </a:xfrm>
        </p:grpSpPr>
        <p:grpSp>
          <p:nvGrpSpPr>
            <p:cNvPr id="25" name="グループ化 24">
              <a:extLst>
                <a:ext uri="{FF2B5EF4-FFF2-40B4-BE49-F238E27FC236}">
                  <a16:creationId xmlns:a16="http://schemas.microsoft.com/office/drawing/2014/main" id="{CD665728-166B-49F4-759C-1194BB7A02A6}"/>
                </a:ext>
              </a:extLst>
            </p:cNvPr>
            <p:cNvGrpSpPr/>
            <p:nvPr/>
          </p:nvGrpSpPr>
          <p:grpSpPr>
            <a:xfrm>
              <a:off x="163586" y="134635"/>
              <a:ext cx="1975684" cy="1396119"/>
              <a:chOff x="163586" y="134635"/>
              <a:chExt cx="1975684" cy="1396119"/>
            </a:xfrm>
          </p:grpSpPr>
          <p:pic>
            <p:nvPicPr>
              <p:cNvPr id="27" name="図 26">
                <a:extLst>
                  <a:ext uri="{FF2B5EF4-FFF2-40B4-BE49-F238E27FC236}">
                    <a16:creationId xmlns:a16="http://schemas.microsoft.com/office/drawing/2014/main" id="{31154C03-8668-7512-3355-09257DA2169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8" name="楕円 27">
                <a:extLst>
                  <a:ext uri="{FF2B5EF4-FFF2-40B4-BE49-F238E27FC236}">
                    <a16:creationId xmlns:a16="http://schemas.microsoft.com/office/drawing/2014/main" id="{E83F1170-5E79-8F55-4E7D-B2638F74BD64}"/>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6" name="図 25">
              <a:extLst>
                <a:ext uri="{FF2B5EF4-FFF2-40B4-BE49-F238E27FC236}">
                  <a16:creationId xmlns:a16="http://schemas.microsoft.com/office/drawing/2014/main" id="{BDA23E6A-E06B-A2E3-82B6-FDC404504110}"/>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
        <p:nvSpPr>
          <p:cNvPr id="39" name="テキスト ボックス 38">
            <a:extLst>
              <a:ext uri="{FF2B5EF4-FFF2-40B4-BE49-F238E27FC236}">
                <a16:creationId xmlns:a16="http://schemas.microsoft.com/office/drawing/2014/main" id="{85FBED1B-F6F7-E577-4D3F-778D98BFE5D0}"/>
              </a:ext>
            </a:extLst>
          </p:cNvPr>
          <p:cNvSpPr txBox="1"/>
          <p:nvPr/>
        </p:nvSpPr>
        <p:spPr>
          <a:xfrm>
            <a:off x="1624591" y="641390"/>
            <a:ext cx="1467068" cy="400110"/>
          </a:xfrm>
          <a:prstGeom prst="rect">
            <a:avLst/>
          </a:prstGeom>
          <a:noFill/>
        </p:spPr>
        <p:txBody>
          <a:bodyPr wrap="none" rtlCol="0">
            <a:spAutoFit/>
          </a:bodyPr>
          <a:lstStyle/>
          <a:p>
            <a:pPr algn="ctr"/>
            <a:r>
              <a:rPr kumimoji="1"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ゲーム設定</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5" name="四角形: 角を丸くする 54">
            <a:extLst>
              <a:ext uri="{FF2B5EF4-FFF2-40B4-BE49-F238E27FC236}">
                <a16:creationId xmlns:a16="http://schemas.microsoft.com/office/drawing/2014/main" id="{BA9A8836-2209-508D-FE2A-ACBBAFA0C2E0}"/>
              </a:ext>
            </a:extLst>
          </p:cNvPr>
          <p:cNvSpPr/>
          <p:nvPr/>
        </p:nvSpPr>
        <p:spPr>
          <a:xfrm>
            <a:off x="1698342" y="1342769"/>
            <a:ext cx="8795316" cy="4056319"/>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a:p>
        </p:txBody>
      </p:sp>
      <p:sp>
        <p:nvSpPr>
          <p:cNvPr id="57" name="四角形: 角を丸くする 56">
            <a:extLst>
              <a:ext uri="{FF2B5EF4-FFF2-40B4-BE49-F238E27FC236}">
                <a16:creationId xmlns:a16="http://schemas.microsoft.com/office/drawing/2014/main" id="{315B0D47-C0ED-595E-871E-51BEFECD3530}"/>
              </a:ext>
            </a:extLst>
          </p:cNvPr>
          <p:cNvSpPr/>
          <p:nvPr/>
        </p:nvSpPr>
        <p:spPr>
          <a:xfrm>
            <a:off x="6352916" y="4531914"/>
            <a:ext cx="2336019" cy="625904"/>
          </a:xfrm>
          <a:prstGeom prst="roundRect">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latin typeface="和音 Joyo R" panose="00000500000000000000" pitchFamily="50" charset="-128"/>
                <a:ea typeface="和音 Joyo R" panose="00000500000000000000" pitchFamily="50" charset="-128"/>
              </a:rPr>
              <a:t>OK</a:t>
            </a:r>
            <a:endParaRPr kumimoji="1" lang="ja-JP" altLang="en-US" sz="2000" dirty="0">
              <a:latin typeface="和音 Joyo R" panose="00000500000000000000" pitchFamily="50" charset="-128"/>
              <a:ea typeface="和音 Joyo R" panose="00000500000000000000" pitchFamily="50" charset="-128"/>
            </a:endParaRPr>
          </a:p>
        </p:txBody>
      </p:sp>
      <p:sp>
        <p:nvSpPr>
          <p:cNvPr id="59" name="四角形: 角を丸くする 58">
            <a:extLst>
              <a:ext uri="{FF2B5EF4-FFF2-40B4-BE49-F238E27FC236}">
                <a16:creationId xmlns:a16="http://schemas.microsoft.com/office/drawing/2014/main" id="{0006D0F8-0869-82DF-B17B-4FC8F3C0CEC5}"/>
              </a:ext>
            </a:extLst>
          </p:cNvPr>
          <p:cNvSpPr/>
          <p:nvPr/>
        </p:nvSpPr>
        <p:spPr>
          <a:xfrm>
            <a:off x="3520077" y="4531914"/>
            <a:ext cx="2336019" cy="625904"/>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000" dirty="0">
                <a:latin typeface="和音 Joyo R" panose="00000500000000000000" pitchFamily="50" charset="-128"/>
                <a:ea typeface="和音 Joyo R" panose="00000500000000000000" pitchFamily="50" charset="-128"/>
              </a:rPr>
              <a:t>デフォルトに戻す</a:t>
            </a:r>
          </a:p>
        </p:txBody>
      </p:sp>
      <p:sp>
        <p:nvSpPr>
          <p:cNvPr id="60" name="テキスト ボックス 59">
            <a:extLst>
              <a:ext uri="{FF2B5EF4-FFF2-40B4-BE49-F238E27FC236}">
                <a16:creationId xmlns:a16="http://schemas.microsoft.com/office/drawing/2014/main" id="{9DFC212C-2875-A281-397A-DA12317487E7}"/>
              </a:ext>
            </a:extLst>
          </p:cNvPr>
          <p:cNvSpPr txBox="1"/>
          <p:nvPr/>
        </p:nvSpPr>
        <p:spPr>
          <a:xfrm>
            <a:off x="4925648" y="1469349"/>
            <a:ext cx="2340704" cy="461665"/>
          </a:xfrm>
          <a:prstGeom prst="rect">
            <a:avLst/>
          </a:prstGeom>
          <a:noFill/>
        </p:spPr>
        <p:txBody>
          <a:bodyPr wrap="none" rtlCol="0">
            <a:spAutoFit/>
          </a:bodyPr>
          <a:lstStyle/>
          <a:p>
            <a:pPr algn="ctr"/>
            <a:r>
              <a:rPr lang="ja-JP" altLang="en-US" sz="2400" b="1">
                <a:solidFill>
                  <a:srgbClr val="FF00FF"/>
                </a:solidFill>
                <a:latin typeface="和音 Joyo R" panose="00000500000000000000" pitchFamily="50" charset="-128"/>
                <a:ea typeface="和音 Joyo R" panose="00000500000000000000" pitchFamily="50" charset="-128"/>
              </a:rPr>
              <a:t>バトル</a:t>
            </a:r>
            <a:r>
              <a:rPr kumimoji="1" lang="ja-JP" altLang="en-US" sz="2400" b="1">
                <a:solidFill>
                  <a:srgbClr val="FF00FF"/>
                </a:solidFill>
                <a:latin typeface="和音 Joyo R" panose="00000500000000000000" pitchFamily="50" charset="-128"/>
                <a:ea typeface="和音 Joyo R" panose="00000500000000000000" pitchFamily="50" charset="-128"/>
              </a:rPr>
              <a:t>設定</a:t>
            </a:r>
            <a:r>
              <a:rPr kumimoji="1" lang="en-US" altLang="ja-JP" sz="2400" b="1">
                <a:solidFill>
                  <a:srgbClr val="FF00FF"/>
                </a:solidFill>
                <a:latin typeface="和音 Joyo R" panose="00000500000000000000" pitchFamily="50" charset="-128"/>
                <a:ea typeface="和音 Joyo R" panose="00000500000000000000" pitchFamily="50" charset="-128"/>
              </a:rPr>
              <a:t>0/0</a:t>
            </a:r>
            <a:endParaRPr kumimoji="1" lang="ja-JP" altLang="en-US" sz="3200" b="1" dirty="0">
              <a:solidFill>
                <a:srgbClr val="FF00FF"/>
              </a:solidFill>
              <a:latin typeface="和音 Joyo R" panose="00000500000000000000" pitchFamily="50" charset="-128"/>
              <a:ea typeface="和音 Joyo R" panose="00000500000000000000" pitchFamily="50" charset="-128"/>
            </a:endParaRPr>
          </a:p>
        </p:txBody>
      </p:sp>
      <p:cxnSp>
        <p:nvCxnSpPr>
          <p:cNvPr id="61" name="直線コネクタ 60">
            <a:extLst>
              <a:ext uri="{FF2B5EF4-FFF2-40B4-BE49-F238E27FC236}">
                <a16:creationId xmlns:a16="http://schemas.microsoft.com/office/drawing/2014/main" id="{2BB379D8-ACFC-BFFB-9CBF-634B97DC4A56}"/>
              </a:ext>
            </a:extLst>
          </p:cNvPr>
          <p:cNvCxnSpPr>
            <a:cxnSpLocks/>
          </p:cNvCxnSpPr>
          <p:nvPr/>
        </p:nvCxnSpPr>
        <p:spPr>
          <a:xfrm>
            <a:off x="4363451" y="1967086"/>
            <a:ext cx="3465100" cy="0"/>
          </a:xfrm>
          <a:prstGeom prst="line">
            <a:avLst/>
          </a:prstGeom>
          <a:ln>
            <a:solidFill>
              <a:srgbClr val="FF00FF"/>
            </a:solidFill>
            <a:headEnd type="stealth"/>
            <a:tailEnd type="stealth"/>
          </a:ln>
        </p:spPr>
        <p:style>
          <a:lnRef idx="2">
            <a:schemeClr val="accent1"/>
          </a:lnRef>
          <a:fillRef idx="0">
            <a:schemeClr val="accent1"/>
          </a:fillRef>
          <a:effectRef idx="1">
            <a:schemeClr val="accent1"/>
          </a:effectRef>
          <a:fontRef idx="minor">
            <a:schemeClr val="tx1"/>
          </a:fontRef>
        </p:style>
      </p:cxnSp>
      <p:sp>
        <p:nvSpPr>
          <p:cNvPr id="62" name="二等辺三角形 61">
            <a:extLst>
              <a:ext uri="{FF2B5EF4-FFF2-40B4-BE49-F238E27FC236}">
                <a16:creationId xmlns:a16="http://schemas.microsoft.com/office/drawing/2014/main" id="{C663CB25-105A-19F0-BD75-C215CDFF0903}"/>
              </a:ext>
            </a:extLst>
          </p:cNvPr>
          <p:cNvSpPr/>
          <p:nvPr/>
        </p:nvSpPr>
        <p:spPr>
          <a:xfrm rot="16200000">
            <a:off x="1979298" y="3113738"/>
            <a:ext cx="953935" cy="514380"/>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4" name="二等辺三角形 63">
            <a:extLst>
              <a:ext uri="{FF2B5EF4-FFF2-40B4-BE49-F238E27FC236}">
                <a16:creationId xmlns:a16="http://schemas.microsoft.com/office/drawing/2014/main" id="{6C76D2FD-855A-04F8-73AC-962F62A837F9}"/>
              </a:ext>
            </a:extLst>
          </p:cNvPr>
          <p:cNvSpPr/>
          <p:nvPr/>
        </p:nvSpPr>
        <p:spPr>
          <a:xfrm rot="5400000" flipH="1">
            <a:off x="9258768" y="3113738"/>
            <a:ext cx="953935" cy="514380"/>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6" name="テキスト ボックス 65">
            <a:extLst>
              <a:ext uri="{FF2B5EF4-FFF2-40B4-BE49-F238E27FC236}">
                <a16:creationId xmlns:a16="http://schemas.microsoft.com/office/drawing/2014/main" id="{1DF223B6-BA07-82AC-D975-D4B743309C0B}"/>
              </a:ext>
            </a:extLst>
          </p:cNvPr>
          <p:cNvSpPr txBox="1"/>
          <p:nvPr/>
        </p:nvSpPr>
        <p:spPr>
          <a:xfrm>
            <a:off x="4454661" y="3013501"/>
            <a:ext cx="3342582" cy="830997"/>
          </a:xfrm>
          <a:prstGeom prst="rect">
            <a:avLst/>
          </a:prstGeom>
          <a:noFill/>
        </p:spPr>
        <p:txBody>
          <a:bodyPr wrap="none" rtlCol="0">
            <a:spAutoFit/>
          </a:bodyPr>
          <a:lstStyle/>
          <a:p>
            <a:pPr algn="ctr"/>
            <a:r>
              <a:rPr lang="ja-JP" altLang="en-US" sz="2400" b="1">
                <a:solidFill>
                  <a:srgbClr val="FF00FF"/>
                </a:solidFill>
                <a:latin typeface="和音 Joyo R" panose="00000500000000000000" pitchFamily="50" charset="-128"/>
                <a:ea typeface="和音 Joyo R" panose="00000500000000000000" pitchFamily="50" charset="-128"/>
              </a:rPr>
              <a:t>バトル</a:t>
            </a:r>
            <a:r>
              <a:rPr kumimoji="1" lang="ja-JP" altLang="en-US" sz="2400" b="1">
                <a:solidFill>
                  <a:srgbClr val="FF00FF"/>
                </a:solidFill>
                <a:latin typeface="和音 Joyo R" panose="00000500000000000000" pitchFamily="50" charset="-128"/>
                <a:ea typeface="和音 Joyo R" panose="00000500000000000000" pitchFamily="50" charset="-128"/>
              </a:rPr>
              <a:t>設定項目を列挙</a:t>
            </a:r>
            <a:br>
              <a:rPr kumimoji="1" lang="en-US" altLang="ja-JP" sz="2400" b="1">
                <a:solidFill>
                  <a:srgbClr val="FF00FF"/>
                </a:solidFill>
                <a:latin typeface="和音 Joyo R" panose="00000500000000000000" pitchFamily="50" charset="-128"/>
                <a:ea typeface="和音 Joyo R" panose="00000500000000000000" pitchFamily="50" charset="-128"/>
              </a:rPr>
            </a:br>
            <a:r>
              <a:rPr kumimoji="1" lang="en-US" altLang="ja-JP" sz="2400" b="1">
                <a:solidFill>
                  <a:srgbClr val="FF00FF"/>
                </a:solidFill>
                <a:latin typeface="和音 Joyo R" panose="00000500000000000000" pitchFamily="50" charset="-128"/>
                <a:ea typeface="和音 Joyo R" panose="00000500000000000000" pitchFamily="50" charset="-128"/>
              </a:rPr>
              <a:t>(</a:t>
            </a:r>
            <a:r>
              <a:rPr kumimoji="1" lang="ja-JP" altLang="en-US" sz="2400" b="1">
                <a:solidFill>
                  <a:srgbClr val="FF00FF"/>
                </a:solidFill>
                <a:latin typeface="和音 Joyo R" panose="00000500000000000000" pitchFamily="50" charset="-128"/>
                <a:ea typeface="和音 Joyo R" panose="00000500000000000000" pitchFamily="50" charset="-128"/>
              </a:rPr>
              <a:t>ここでは割愛</a:t>
            </a:r>
            <a:r>
              <a:rPr kumimoji="1" lang="en-US" altLang="ja-JP" sz="2400" b="1">
                <a:solidFill>
                  <a:srgbClr val="FF00FF"/>
                </a:solidFill>
                <a:latin typeface="和音 Joyo R" panose="00000500000000000000" pitchFamily="50" charset="-128"/>
                <a:ea typeface="和音 Joyo R" panose="00000500000000000000" pitchFamily="50" charset="-128"/>
              </a:rPr>
              <a:t>)</a:t>
            </a:r>
            <a:endParaRPr kumimoji="1" lang="ja-JP" altLang="en-US" sz="3200" b="1" dirty="0">
              <a:solidFill>
                <a:srgbClr val="FF00FF"/>
              </a:solidFill>
              <a:latin typeface="和音 Joyo R" panose="00000500000000000000" pitchFamily="50" charset="-128"/>
              <a:ea typeface="和音 Joyo R" panose="00000500000000000000" pitchFamily="50" charset="-128"/>
            </a:endParaRPr>
          </a:p>
        </p:txBody>
      </p:sp>
      <p:sp>
        <p:nvSpPr>
          <p:cNvPr id="12" name="四角形: 角を丸くする 11">
            <a:extLst>
              <a:ext uri="{FF2B5EF4-FFF2-40B4-BE49-F238E27FC236}">
                <a16:creationId xmlns:a16="http://schemas.microsoft.com/office/drawing/2014/main" id="{F06C8971-7DEF-DCF7-2354-206E292E47C4}"/>
              </a:ext>
            </a:extLst>
          </p:cNvPr>
          <p:cNvSpPr/>
          <p:nvPr/>
        </p:nvSpPr>
        <p:spPr>
          <a:xfrm>
            <a:off x="431675" y="5656233"/>
            <a:ext cx="11328651" cy="914400"/>
          </a:xfrm>
          <a:prstGeom prst="roundRect">
            <a:avLst>
              <a:gd name="adj" fmla="val 4803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14" name="四角形: 角を丸くする 13">
            <a:extLst>
              <a:ext uri="{FF2B5EF4-FFF2-40B4-BE49-F238E27FC236}">
                <a16:creationId xmlns:a16="http://schemas.microsoft.com/office/drawing/2014/main" id="{EE937D5F-83FC-2746-1591-77C82E63D632}"/>
              </a:ext>
            </a:extLst>
          </p:cNvPr>
          <p:cNvSpPr/>
          <p:nvPr/>
        </p:nvSpPr>
        <p:spPr>
          <a:xfrm>
            <a:off x="989774" y="5640918"/>
            <a:ext cx="1338828" cy="914400"/>
          </a:xfrm>
          <a:prstGeom prst="roundRect">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30" name="テキスト ボックス 29">
            <a:extLst>
              <a:ext uri="{FF2B5EF4-FFF2-40B4-BE49-F238E27FC236}">
                <a16:creationId xmlns:a16="http://schemas.microsoft.com/office/drawing/2014/main" id="{A128D4C2-2125-A759-7F91-F33EE3A12F4C}"/>
              </a:ext>
            </a:extLst>
          </p:cNvPr>
          <p:cNvSpPr txBox="1"/>
          <p:nvPr/>
        </p:nvSpPr>
        <p:spPr>
          <a:xfrm>
            <a:off x="1165119"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2" name="テキスト ボックス 31">
            <a:extLst>
              <a:ext uri="{FF2B5EF4-FFF2-40B4-BE49-F238E27FC236}">
                <a16:creationId xmlns:a16="http://schemas.microsoft.com/office/drawing/2014/main" id="{416A519F-1EC9-E939-55CA-82AE2A5DFFCC}"/>
              </a:ext>
            </a:extLst>
          </p:cNvPr>
          <p:cNvSpPr txBox="1"/>
          <p:nvPr/>
        </p:nvSpPr>
        <p:spPr>
          <a:xfrm flipH="1">
            <a:off x="529243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4" name="テキスト ボックス 33">
            <a:extLst>
              <a:ext uri="{FF2B5EF4-FFF2-40B4-BE49-F238E27FC236}">
                <a16:creationId xmlns:a16="http://schemas.microsoft.com/office/drawing/2014/main" id="{80401382-BD63-C32C-2F27-533B9E394C06}"/>
              </a:ext>
            </a:extLst>
          </p:cNvPr>
          <p:cNvSpPr txBox="1"/>
          <p:nvPr/>
        </p:nvSpPr>
        <p:spPr>
          <a:xfrm>
            <a:off x="284405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6" name="テキスト ボックス 35">
            <a:extLst>
              <a:ext uri="{FF2B5EF4-FFF2-40B4-BE49-F238E27FC236}">
                <a16:creationId xmlns:a16="http://schemas.microsoft.com/office/drawing/2014/main" id="{20F2EE69-37BF-9C69-E9BF-D3B51A8F98F7}"/>
              </a:ext>
            </a:extLst>
          </p:cNvPr>
          <p:cNvSpPr txBox="1"/>
          <p:nvPr/>
        </p:nvSpPr>
        <p:spPr>
          <a:xfrm>
            <a:off x="8393833"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40" name="テキスト ボックス 39">
            <a:extLst>
              <a:ext uri="{FF2B5EF4-FFF2-40B4-BE49-F238E27FC236}">
                <a16:creationId xmlns:a16="http://schemas.microsoft.com/office/drawing/2014/main" id="{85135F8A-145D-6E67-C967-EABD18988704}"/>
              </a:ext>
            </a:extLst>
          </p:cNvPr>
          <p:cNvSpPr txBox="1"/>
          <p:nvPr/>
        </p:nvSpPr>
        <p:spPr>
          <a:xfrm>
            <a:off x="6714895"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42" name="テキスト ボックス 41">
            <a:extLst>
              <a:ext uri="{FF2B5EF4-FFF2-40B4-BE49-F238E27FC236}">
                <a16:creationId xmlns:a16="http://schemas.microsoft.com/office/drawing/2014/main" id="{8AF01F8D-AECA-4819-5E60-72656DCBF374}"/>
              </a:ext>
            </a:extLst>
          </p:cNvPr>
          <p:cNvSpPr txBox="1"/>
          <p:nvPr/>
        </p:nvSpPr>
        <p:spPr>
          <a:xfrm flipH="1">
            <a:off x="9816293" y="5913378"/>
            <a:ext cx="1210588"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5" name="グループ化 4">
            <a:extLst>
              <a:ext uri="{FF2B5EF4-FFF2-40B4-BE49-F238E27FC236}">
                <a16:creationId xmlns:a16="http://schemas.microsoft.com/office/drawing/2014/main" id="{03D98D94-690C-7C97-0DB5-349D1D8EB813}"/>
              </a:ext>
            </a:extLst>
          </p:cNvPr>
          <p:cNvGrpSpPr/>
          <p:nvPr/>
        </p:nvGrpSpPr>
        <p:grpSpPr>
          <a:xfrm>
            <a:off x="0" y="-1"/>
            <a:ext cx="12192000" cy="6858001"/>
            <a:chOff x="0" y="-1"/>
            <a:chExt cx="12192000" cy="6858001"/>
          </a:xfrm>
        </p:grpSpPr>
        <p:sp>
          <p:nvSpPr>
            <p:cNvPr id="2" name="正方形/長方形 1">
              <a:extLst>
                <a:ext uri="{FF2B5EF4-FFF2-40B4-BE49-F238E27FC236}">
                  <a16:creationId xmlns:a16="http://schemas.microsoft.com/office/drawing/2014/main" id="{B67FBE87-118F-CDAF-DA68-A106E55B6E19}"/>
                </a:ext>
              </a:extLst>
            </p:cNvPr>
            <p:cNvSpPr>
              <a:spLocks/>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3" name="グループ化 2">
              <a:extLst>
                <a:ext uri="{FF2B5EF4-FFF2-40B4-BE49-F238E27FC236}">
                  <a16:creationId xmlns:a16="http://schemas.microsoft.com/office/drawing/2014/main" id="{78FBF925-3685-81AF-CB10-FB250D50B5E5}"/>
                </a:ext>
              </a:extLst>
            </p:cNvPr>
            <p:cNvGrpSpPr/>
            <p:nvPr/>
          </p:nvGrpSpPr>
          <p:grpSpPr>
            <a:xfrm>
              <a:off x="3159742" y="1823170"/>
              <a:ext cx="5872517" cy="3211661"/>
              <a:chOff x="3159742" y="1823170"/>
              <a:chExt cx="5872517" cy="3211661"/>
            </a:xfrm>
          </p:grpSpPr>
          <p:sp>
            <p:nvSpPr>
              <p:cNvPr id="4" name="四角形: 角を丸くする 3">
                <a:extLst>
                  <a:ext uri="{FF2B5EF4-FFF2-40B4-BE49-F238E27FC236}">
                    <a16:creationId xmlns:a16="http://schemas.microsoft.com/office/drawing/2014/main" id="{A5535A29-944F-77D6-195E-442304C296D3}"/>
                  </a:ext>
                </a:extLst>
              </p:cNvPr>
              <p:cNvSpPr/>
              <p:nvPr/>
            </p:nvSpPr>
            <p:spPr>
              <a:xfrm>
                <a:off x="3159742" y="1823170"/>
                <a:ext cx="5872517" cy="3211661"/>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四角形: 角を丸くする 5">
                <a:extLst>
                  <a:ext uri="{FF2B5EF4-FFF2-40B4-BE49-F238E27FC236}">
                    <a16:creationId xmlns:a16="http://schemas.microsoft.com/office/drawing/2014/main" id="{5EDE36B2-1419-AD67-2C23-C35700446853}"/>
                  </a:ext>
                </a:extLst>
              </p:cNvPr>
              <p:cNvSpPr/>
              <p:nvPr/>
            </p:nvSpPr>
            <p:spPr>
              <a:xfrm>
                <a:off x="6323378" y="3797078"/>
                <a:ext cx="2138224" cy="767022"/>
              </a:xfrm>
              <a:prstGeom prst="roundRect">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a:latin typeface="和音 Joyo R" panose="00000500000000000000" pitchFamily="50" charset="-128"/>
                    <a:ea typeface="和音 Joyo R" panose="00000500000000000000" pitchFamily="50" charset="-128"/>
                  </a:rPr>
                  <a:t>はい</a:t>
                </a:r>
                <a:endParaRPr lang="ja-JP" altLang="en-US" sz="2400" dirty="0">
                  <a:latin typeface="和音 Joyo R" panose="00000500000000000000" pitchFamily="50" charset="-128"/>
                  <a:ea typeface="和音 Joyo R" panose="00000500000000000000" pitchFamily="50" charset="-128"/>
                </a:endParaRPr>
              </a:p>
            </p:txBody>
          </p:sp>
          <p:sp>
            <p:nvSpPr>
              <p:cNvPr id="7" name="四角形: 角を丸くする 6">
                <a:extLst>
                  <a:ext uri="{FF2B5EF4-FFF2-40B4-BE49-F238E27FC236}">
                    <a16:creationId xmlns:a16="http://schemas.microsoft.com/office/drawing/2014/main" id="{086681A3-710D-1471-8C67-2EBFFDDE57AA}"/>
                  </a:ext>
                </a:extLst>
              </p:cNvPr>
              <p:cNvSpPr/>
              <p:nvPr/>
            </p:nvSpPr>
            <p:spPr>
              <a:xfrm>
                <a:off x="3730400" y="3797078"/>
                <a:ext cx="2138224" cy="767022"/>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a:latin typeface="和音 Joyo R" panose="00000500000000000000" pitchFamily="50" charset="-128"/>
                    <a:ea typeface="和音 Joyo R" panose="00000500000000000000" pitchFamily="50" charset="-128"/>
                  </a:rPr>
                  <a:t>いいえ</a:t>
                </a:r>
                <a:endParaRPr kumimoji="1" lang="ja-JP" altLang="en-US" sz="2400" dirty="0">
                  <a:latin typeface="和音 Joyo R" panose="00000500000000000000" pitchFamily="50" charset="-128"/>
                  <a:ea typeface="和音 Joyo R" panose="00000500000000000000" pitchFamily="50" charset="-128"/>
                </a:endParaRPr>
              </a:p>
            </p:txBody>
          </p:sp>
          <p:sp>
            <p:nvSpPr>
              <p:cNvPr id="10" name="テキスト ボックス 9">
                <a:extLst>
                  <a:ext uri="{FF2B5EF4-FFF2-40B4-BE49-F238E27FC236}">
                    <a16:creationId xmlns:a16="http://schemas.microsoft.com/office/drawing/2014/main" id="{CC74B06F-085A-CA16-FCEA-90729D3CFC09}"/>
                  </a:ext>
                </a:extLst>
              </p:cNvPr>
              <p:cNvSpPr txBox="1"/>
              <p:nvPr/>
            </p:nvSpPr>
            <p:spPr>
              <a:xfrm>
                <a:off x="3263337" y="2409602"/>
                <a:ext cx="5665333" cy="584775"/>
              </a:xfrm>
              <a:prstGeom prst="rect">
                <a:avLst/>
              </a:prstGeom>
              <a:noFill/>
            </p:spPr>
            <p:txBody>
              <a:bodyPr wrap="none" rtlCol="0">
                <a:spAutoFit/>
              </a:bodyPr>
              <a:lstStyle/>
              <a:p>
                <a:pPr algn="ctr"/>
                <a:r>
                  <a:rPr kumimoji="1" lang="ja-JP" altLang="en-US" sz="3200" b="1" dirty="0">
                    <a:solidFill>
                      <a:schemeClr val="tx1">
                        <a:lumMod val="85000"/>
                        <a:lumOff val="15000"/>
                      </a:schemeClr>
                    </a:solidFill>
                    <a:latin typeface="和音 Joyo R" panose="00000500000000000000" pitchFamily="50" charset="-128"/>
                    <a:ea typeface="和音 Joyo R" panose="00000500000000000000" pitchFamily="50" charset="-128"/>
                  </a:rPr>
                  <a:t>変更をキャンセルしますか？</a:t>
                </a:r>
                <a:endParaRPr kumimoji="1" lang="ja-JP" altLang="en-US" sz="4000" b="1"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grpSp>
      </p:grpSp>
    </p:spTree>
    <p:extLst>
      <p:ext uri="{BB962C8B-B14F-4D97-AF65-F5344CB8AC3E}">
        <p14:creationId xmlns:p14="http://schemas.microsoft.com/office/powerpoint/2010/main" val="292701456"/>
      </p:ext>
    </p:extLst>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a:extLst>
            <a:ext uri="{FF2B5EF4-FFF2-40B4-BE49-F238E27FC236}">
              <a16:creationId xmlns:a16="http://schemas.microsoft.com/office/drawing/2014/main" id="{A50FB7E0-E8AF-8139-0CAA-A75F300BCA55}"/>
            </a:ext>
          </a:extLst>
        </p:cNvPr>
        <p:cNvGrpSpPr/>
        <p:nvPr/>
      </p:nvGrpSpPr>
      <p:grpSpPr>
        <a:xfrm>
          <a:off x="0" y="0"/>
          <a:ext cx="0" cy="0"/>
          <a:chOff x="0" y="0"/>
          <a:chExt cx="0" cy="0"/>
        </a:xfrm>
      </p:grpSpPr>
      <p:sp>
        <p:nvSpPr>
          <p:cNvPr id="37" name="四角形: 角を丸くする 36">
            <a:extLst>
              <a:ext uri="{FF2B5EF4-FFF2-40B4-BE49-F238E27FC236}">
                <a16:creationId xmlns:a16="http://schemas.microsoft.com/office/drawing/2014/main" id="{C94822F2-4223-40AE-E01C-F5BE34FF23F9}"/>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grpSp>
        <p:nvGrpSpPr>
          <p:cNvPr id="24" name="グループ化 23">
            <a:extLst>
              <a:ext uri="{FF2B5EF4-FFF2-40B4-BE49-F238E27FC236}">
                <a16:creationId xmlns:a16="http://schemas.microsoft.com/office/drawing/2014/main" id="{902BDE97-B4AE-E806-650D-FA341B3880FA}"/>
              </a:ext>
            </a:extLst>
          </p:cNvPr>
          <p:cNvGrpSpPr/>
          <p:nvPr/>
        </p:nvGrpSpPr>
        <p:grpSpPr>
          <a:xfrm>
            <a:off x="163586" y="134635"/>
            <a:ext cx="1975684" cy="1396119"/>
            <a:chOff x="163586" y="134635"/>
            <a:chExt cx="1975684" cy="1396119"/>
          </a:xfrm>
        </p:grpSpPr>
        <p:grpSp>
          <p:nvGrpSpPr>
            <p:cNvPr id="25" name="グループ化 24">
              <a:extLst>
                <a:ext uri="{FF2B5EF4-FFF2-40B4-BE49-F238E27FC236}">
                  <a16:creationId xmlns:a16="http://schemas.microsoft.com/office/drawing/2014/main" id="{577BE2E9-2153-F82A-39AA-30FDF37D6C3D}"/>
                </a:ext>
              </a:extLst>
            </p:cNvPr>
            <p:cNvGrpSpPr/>
            <p:nvPr/>
          </p:nvGrpSpPr>
          <p:grpSpPr>
            <a:xfrm>
              <a:off x="163586" y="134635"/>
              <a:ext cx="1975684" cy="1396119"/>
              <a:chOff x="163586" y="134635"/>
              <a:chExt cx="1975684" cy="1396119"/>
            </a:xfrm>
          </p:grpSpPr>
          <p:pic>
            <p:nvPicPr>
              <p:cNvPr id="27" name="図 26">
                <a:extLst>
                  <a:ext uri="{FF2B5EF4-FFF2-40B4-BE49-F238E27FC236}">
                    <a16:creationId xmlns:a16="http://schemas.microsoft.com/office/drawing/2014/main" id="{7CDC4E36-50CE-1626-A4BE-2251A9D86AD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8" name="楕円 27">
                <a:extLst>
                  <a:ext uri="{FF2B5EF4-FFF2-40B4-BE49-F238E27FC236}">
                    <a16:creationId xmlns:a16="http://schemas.microsoft.com/office/drawing/2014/main" id="{0BE28A5A-FCA4-257A-D315-E3BF172513AD}"/>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6" name="図 25">
              <a:extLst>
                <a:ext uri="{FF2B5EF4-FFF2-40B4-BE49-F238E27FC236}">
                  <a16:creationId xmlns:a16="http://schemas.microsoft.com/office/drawing/2014/main" id="{C07908C8-C6A7-FC40-66F7-1408ED673838}"/>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
        <p:nvSpPr>
          <p:cNvPr id="39" name="テキスト ボックス 38">
            <a:extLst>
              <a:ext uri="{FF2B5EF4-FFF2-40B4-BE49-F238E27FC236}">
                <a16:creationId xmlns:a16="http://schemas.microsoft.com/office/drawing/2014/main" id="{60F03934-69BB-2A36-14EB-710B01B136F0}"/>
              </a:ext>
            </a:extLst>
          </p:cNvPr>
          <p:cNvSpPr txBox="1"/>
          <p:nvPr/>
        </p:nvSpPr>
        <p:spPr>
          <a:xfrm>
            <a:off x="1624591" y="641390"/>
            <a:ext cx="1467068" cy="400110"/>
          </a:xfrm>
          <a:prstGeom prst="rect">
            <a:avLst/>
          </a:prstGeom>
          <a:noFill/>
        </p:spPr>
        <p:txBody>
          <a:bodyPr wrap="none" rtlCol="0">
            <a:spAutoFit/>
          </a:bodyPr>
          <a:lstStyle/>
          <a:p>
            <a:pPr algn="ctr"/>
            <a:r>
              <a:rPr kumimoji="1"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ゲーム設定</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5" name="四角形: 角を丸くする 54">
            <a:extLst>
              <a:ext uri="{FF2B5EF4-FFF2-40B4-BE49-F238E27FC236}">
                <a16:creationId xmlns:a16="http://schemas.microsoft.com/office/drawing/2014/main" id="{A2C771E9-7321-9824-475D-B0DC5E8A9BCC}"/>
              </a:ext>
            </a:extLst>
          </p:cNvPr>
          <p:cNvSpPr/>
          <p:nvPr/>
        </p:nvSpPr>
        <p:spPr>
          <a:xfrm>
            <a:off x="1698342" y="1342769"/>
            <a:ext cx="8795316" cy="4056319"/>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a:p>
        </p:txBody>
      </p:sp>
      <p:sp>
        <p:nvSpPr>
          <p:cNvPr id="57" name="四角形: 角を丸くする 56">
            <a:extLst>
              <a:ext uri="{FF2B5EF4-FFF2-40B4-BE49-F238E27FC236}">
                <a16:creationId xmlns:a16="http://schemas.microsoft.com/office/drawing/2014/main" id="{93BE7E80-F93B-8E57-8EE9-B9E5894EBEB0}"/>
              </a:ext>
            </a:extLst>
          </p:cNvPr>
          <p:cNvSpPr/>
          <p:nvPr/>
        </p:nvSpPr>
        <p:spPr>
          <a:xfrm>
            <a:off x="6352916" y="4531914"/>
            <a:ext cx="2336019" cy="625904"/>
          </a:xfrm>
          <a:prstGeom prst="roundRect">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latin typeface="和音 Joyo R" panose="00000500000000000000" pitchFamily="50" charset="-128"/>
                <a:ea typeface="和音 Joyo R" panose="00000500000000000000" pitchFamily="50" charset="-128"/>
              </a:rPr>
              <a:t>OK</a:t>
            </a:r>
            <a:endParaRPr kumimoji="1" lang="ja-JP" altLang="en-US" sz="2000" dirty="0">
              <a:latin typeface="和音 Joyo R" panose="00000500000000000000" pitchFamily="50" charset="-128"/>
              <a:ea typeface="和音 Joyo R" panose="00000500000000000000" pitchFamily="50" charset="-128"/>
            </a:endParaRPr>
          </a:p>
        </p:txBody>
      </p:sp>
      <p:sp>
        <p:nvSpPr>
          <p:cNvPr id="59" name="四角形: 角を丸くする 58">
            <a:extLst>
              <a:ext uri="{FF2B5EF4-FFF2-40B4-BE49-F238E27FC236}">
                <a16:creationId xmlns:a16="http://schemas.microsoft.com/office/drawing/2014/main" id="{E29FCD43-B8B6-FD1A-036A-753B63DC1CE4}"/>
              </a:ext>
            </a:extLst>
          </p:cNvPr>
          <p:cNvSpPr/>
          <p:nvPr/>
        </p:nvSpPr>
        <p:spPr>
          <a:xfrm>
            <a:off x="3520077" y="4531914"/>
            <a:ext cx="2336019" cy="625904"/>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000" dirty="0">
                <a:latin typeface="和音 Joyo R" panose="00000500000000000000" pitchFamily="50" charset="-128"/>
                <a:ea typeface="和音 Joyo R" panose="00000500000000000000" pitchFamily="50" charset="-128"/>
              </a:rPr>
              <a:t>デフォルトに戻す</a:t>
            </a:r>
          </a:p>
        </p:txBody>
      </p:sp>
      <p:sp>
        <p:nvSpPr>
          <p:cNvPr id="60" name="テキスト ボックス 59">
            <a:extLst>
              <a:ext uri="{FF2B5EF4-FFF2-40B4-BE49-F238E27FC236}">
                <a16:creationId xmlns:a16="http://schemas.microsoft.com/office/drawing/2014/main" id="{89E17D40-DB2F-C343-518F-1ECF283E3031}"/>
              </a:ext>
            </a:extLst>
          </p:cNvPr>
          <p:cNvSpPr txBox="1"/>
          <p:nvPr/>
        </p:nvSpPr>
        <p:spPr>
          <a:xfrm>
            <a:off x="4925648" y="1469349"/>
            <a:ext cx="2340704" cy="461665"/>
          </a:xfrm>
          <a:prstGeom prst="rect">
            <a:avLst/>
          </a:prstGeom>
          <a:noFill/>
        </p:spPr>
        <p:txBody>
          <a:bodyPr wrap="none" rtlCol="0">
            <a:spAutoFit/>
          </a:bodyPr>
          <a:lstStyle/>
          <a:p>
            <a:pPr algn="ctr"/>
            <a:r>
              <a:rPr lang="ja-JP" altLang="en-US" sz="2400" b="1">
                <a:solidFill>
                  <a:srgbClr val="FF00FF"/>
                </a:solidFill>
                <a:latin typeface="和音 Joyo R" panose="00000500000000000000" pitchFamily="50" charset="-128"/>
                <a:ea typeface="和音 Joyo R" panose="00000500000000000000" pitchFamily="50" charset="-128"/>
              </a:rPr>
              <a:t>バトル</a:t>
            </a:r>
            <a:r>
              <a:rPr kumimoji="1" lang="ja-JP" altLang="en-US" sz="2400" b="1">
                <a:solidFill>
                  <a:srgbClr val="FF00FF"/>
                </a:solidFill>
                <a:latin typeface="和音 Joyo R" panose="00000500000000000000" pitchFamily="50" charset="-128"/>
                <a:ea typeface="和音 Joyo R" panose="00000500000000000000" pitchFamily="50" charset="-128"/>
              </a:rPr>
              <a:t>設定</a:t>
            </a:r>
            <a:r>
              <a:rPr kumimoji="1" lang="en-US" altLang="ja-JP" sz="2400" b="1">
                <a:solidFill>
                  <a:srgbClr val="FF00FF"/>
                </a:solidFill>
                <a:latin typeface="和音 Joyo R" panose="00000500000000000000" pitchFamily="50" charset="-128"/>
                <a:ea typeface="和音 Joyo R" panose="00000500000000000000" pitchFamily="50" charset="-128"/>
              </a:rPr>
              <a:t>0/0</a:t>
            </a:r>
            <a:endParaRPr kumimoji="1" lang="ja-JP" altLang="en-US" sz="3200" b="1" dirty="0">
              <a:solidFill>
                <a:srgbClr val="FF00FF"/>
              </a:solidFill>
              <a:latin typeface="和音 Joyo R" panose="00000500000000000000" pitchFamily="50" charset="-128"/>
              <a:ea typeface="和音 Joyo R" panose="00000500000000000000" pitchFamily="50" charset="-128"/>
            </a:endParaRPr>
          </a:p>
        </p:txBody>
      </p:sp>
      <p:cxnSp>
        <p:nvCxnSpPr>
          <p:cNvPr id="61" name="直線コネクタ 60">
            <a:extLst>
              <a:ext uri="{FF2B5EF4-FFF2-40B4-BE49-F238E27FC236}">
                <a16:creationId xmlns:a16="http://schemas.microsoft.com/office/drawing/2014/main" id="{BEBA3739-CC0F-83AA-3829-E51B2310E5C1}"/>
              </a:ext>
            </a:extLst>
          </p:cNvPr>
          <p:cNvCxnSpPr>
            <a:cxnSpLocks/>
          </p:cNvCxnSpPr>
          <p:nvPr/>
        </p:nvCxnSpPr>
        <p:spPr>
          <a:xfrm>
            <a:off x="4363451" y="1967086"/>
            <a:ext cx="3465100" cy="0"/>
          </a:xfrm>
          <a:prstGeom prst="line">
            <a:avLst/>
          </a:prstGeom>
          <a:ln>
            <a:solidFill>
              <a:srgbClr val="FF00FF"/>
            </a:solidFill>
            <a:headEnd type="stealth"/>
            <a:tailEnd type="stealth"/>
          </a:ln>
        </p:spPr>
        <p:style>
          <a:lnRef idx="2">
            <a:schemeClr val="accent1"/>
          </a:lnRef>
          <a:fillRef idx="0">
            <a:schemeClr val="accent1"/>
          </a:fillRef>
          <a:effectRef idx="1">
            <a:schemeClr val="accent1"/>
          </a:effectRef>
          <a:fontRef idx="minor">
            <a:schemeClr val="tx1"/>
          </a:fontRef>
        </p:style>
      </p:cxnSp>
      <p:sp>
        <p:nvSpPr>
          <p:cNvPr id="62" name="二等辺三角形 61">
            <a:extLst>
              <a:ext uri="{FF2B5EF4-FFF2-40B4-BE49-F238E27FC236}">
                <a16:creationId xmlns:a16="http://schemas.microsoft.com/office/drawing/2014/main" id="{73A26182-B175-0EB5-7268-8E1A27B2BBB7}"/>
              </a:ext>
            </a:extLst>
          </p:cNvPr>
          <p:cNvSpPr/>
          <p:nvPr/>
        </p:nvSpPr>
        <p:spPr>
          <a:xfrm rot="16200000">
            <a:off x="1979298" y="3113738"/>
            <a:ext cx="953935" cy="514380"/>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4" name="二等辺三角形 63">
            <a:extLst>
              <a:ext uri="{FF2B5EF4-FFF2-40B4-BE49-F238E27FC236}">
                <a16:creationId xmlns:a16="http://schemas.microsoft.com/office/drawing/2014/main" id="{5D058439-1A73-A990-01CD-283FF30CD762}"/>
              </a:ext>
            </a:extLst>
          </p:cNvPr>
          <p:cNvSpPr/>
          <p:nvPr/>
        </p:nvSpPr>
        <p:spPr>
          <a:xfrm rot="5400000" flipH="1">
            <a:off x="9258768" y="3113738"/>
            <a:ext cx="953935" cy="514380"/>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6" name="テキスト ボックス 65">
            <a:extLst>
              <a:ext uri="{FF2B5EF4-FFF2-40B4-BE49-F238E27FC236}">
                <a16:creationId xmlns:a16="http://schemas.microsoft.com/office/drawing/2014/main" id="{E306EFCC-EF10-1CEC-8F5D-952571AF46BF}"/>
              </a:ext>
            </a:extLst>
          </p:cNvPr>
          <p:cNvSpPr txBox="1"/>
          <p:nvPr/>
        </p:nvSpPr>
        <p:spPr>
          <a:xfrm>
            <a:off x="4454661" y="3013501"/>
            <a:ext cx="3342582" cy="830997"/>
          </a:xfrm>
          <a:prstGeom prst="rect">
            <a:avLst/>
          </a:prstGeom>
          <a:noFill/>
        </p:spPr>
        <p:txBody>
          <a:bodyPr wrap="none" rtlCol="0">
            <a:spAutoFit/>
          </a:bodyPr>
          <a:lstStyle/>
          <a:p>
            <a:pPr algn="ctr"/>
            <a:r>
              <a:rPr lang="ja-JP" altLang="en-US" sz="2400" b="1">
                <a:solidFill>
                  <a:srgbClr val="FF00FF"/>
                </a:solidFill>
                <a:latin typeface="和音 Joyo R" panose="00000500000000000000" pitchFamily="50" charset="-128"/>
                <a:ea typeface="和音 Joyo R" panose="00000500000000000000" pitchFamily="50" charset="-128"/>
              </a:rPr>
              <a:t>バトル</a:t>
            </a:r>
            <a:r>
              <a:rPr kumimoji="1" lang="ja-JP" altLang="en-US" sz="2400" b="1">
                <a:solidFill>
                  <a:srgbClr val="FF00FF"/>
                </a:solidFill>
                <a:latin typeface="和音 Joyo R" panose="00000500000000000000" pitchFamily="50" charset="-128"/>
                <a:ea typeface="和音 Joyo R" panose="00000500000000000000" pitchFamily="50" charset="-128"/>
              </a:rPr>
              <a:t>設定項目を列挙</a:t>
            </a:r>
            <a:br>
              <a:rPr kumimoji="1" lang="en-US" altLang="ja-JP" sz="2400" b="1">
                <a:solidFill>
                  <a:srgbClr val="FF00FF"/>
                </a:solidFill>
                <a:latin typeface="和音 Joyo R" panose="00000500000000000000" pitchFamily="50" charset="-128"/>
                <a:ea typeface="和音 Joyo R" panose="00000500000000000000" pitchFamily="50" charset="-128"/>
              </a:rPr>
            </a:br>
            <a:r>
              <a:rPr kumimoji="1" lang="en-US" altLang="ja-JP" sz="2400" b="1">
                <a:solidFill>
                  <a:srgbClr val="FF00FF"/>
                </a:solidFill>
                <a:latin typeface="和音 Joyo R" panose="00000500000000000000" pitchFamily="50" charset="-128"/>
                <a:ea typeface="和音 Joyo R" panose="00000500000000000000" pitchFamily="50" charset="-128"/>
              </a:rPr>
              <a:t>(</a:t>
            </a:r>
            <a:r>
              <a:rPr kumimoji="1" lang="ja-JP" altLang="en-US" sz="2400" b="1">
                <a:solidFill>
                  <a:srgbClr val="FF00FF"/>
                </a:solidFill>
                <a:latin typeface="和音 Joyo R" panose="00000500000000000000" pitchFamily="50" charset="-128"/>
                <a:ea typeface="和音 Joyo R" panose="00000500000000000000" pitchFamily="50" charset="-128"/>
              </a:rPr>
              <a:t>ここでは割愛</a:t>
            </a:r>
            <a:r>
              <a:rPr kumimoji="1" lang="en-US" altLang="ja-JP" sz="2400" b="1">
                <a:solidFill>
                  <a:srgbClr val="FF00FF"/>
                </a:solidFill>
                <a:latin typeface="和音 Joyo R" panose="00000500000000000000" pitchFamily="50" charset="-128"/>
                <a:ea typeface="和音 Joyo R" panose="00000500000000000000" pitchFamily="50" charset="-128"/>
              </a:rPr>
              <a:t>)</a:t>
            </a:r>
            <a:endParaRPr kumimoji="1" lang="ja-JP" altLang="en-US" sz="3200" b="1" dirty="0">
              <a:solidFill>
                <a:srgbClr val="FF00FF"/>
              </a:solidFill>
              <a:latin typeface="和音 Joyo R" panose="00000500000000000000" pitchFamily="50" charset="-128"/>
              <a:ea typeface="和音 Joyo R" panose="00000500000000000000" pitchFamily="50" charset="-128"/>
            </a:endParaRPr>
          </a:p>
        </p:txBody>
      </p:sp>
      <p:sp>
        <p:nvSpPr>
          <p:cNvPr id="12" name="四角形: 角を丸くする 11">
            <a:extLst>
              <a:ext uri="{FF2B5EF4-FFF2-40B4-BE49-F238E27FC236}">
                <a16:creationId xmlns:a16="http://schemas.microsoft.com/office/drawing/2014/main" id="{1EBAD95F-8989-6A5D-D6AE-7994D02B930E}"/>
              </a:ext>
            </a:extLst>
          </p:cNvPr>
          <p:cNvSpPr/>
          <p:nvPr/>
        </p:nvSpPr>
        <p:spPr>
          <a:xfrm>
            <a:off x="431675" y="5656233"/>
            <a:ext cx="11328651" cy="914400"/>
          </a:xfrm>
          <a:prstGeom prst="roundRect">
            <a:avLst>
              <a:gd name="adj" fmla="val 4803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14" name="四角形: 角を丸くする 13">
            <a:extLst>
              <a:ext uri="{FF2B5EF4-FFF2-40B4-BE49-F238E27FC236}">
                <a16:creationId xmlns:a16="http://schemas.microsoft.com/office/drawing/2014/main" id="{0C6C049D-1CAB-EDDF-780A-D374D7F84A3A}"/>
              </a:ext>
            </a:extLst>
          </p:cNvPr>
          <p:cNvSpPr/>
          <p:nvPr/>
        </p:nvSpPr>
        <p:spPr>
          <a:xfrm>
            <a:off x="989774" y="5640918"/>
            <a:ext cx="1338828" cy="914400"/>
          </a:xfrm>
          <a:prstGeom prst="roundRect">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30" name="テキスト ボックス 29">
            <a:extLst>
              <a:ext uri="{FF2B5EF4-FFF2-40B4-BE49-F238E27FC236}">
                <a16:creationId xmlns:a16="http://schemas.microsoft.com/office/drawing/2014/main" id="{067F5854-8461-DA36-65EB-2E422358A695}"/>
              </a:ext>
            </a:extLst>
          </p:cNvPr>
          <p:cNvSpPr txBox="1"/>
          <p:nvPr/>
        </p:nvSpPr>
        <p:spPr>
          <a:xfrm>
            <a:off x="1165119"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2" name="テキスト ボックス 31">
            <a:extLst>
              <a:ext uri="{FF2B5EF4-FFF2-40B4-BE49-F238E27FC236}">
                <a16:creationId xmlns:a16="http://schemas.microsoft.com/office/drawing/2014/main" id="{2E92F625-C1AA-9728-A27F-8A6FF5328572}"/>
              </a:ext>
            </a:extLst>
          </p:cNvPr>
          <p:cNvSpPr txBox="1"/>
          <p:nvPr/>
        </p:nvSpPr>
        <p:spPr>
          <a:xfrm flipH="1">
            <a:off x="529243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4" name="テキスト ボックス 33">
            <a:extLst>
              <a:ext uri="{FF2B5EF4-FFF2-40B4-BE49-F238E27FC236}">
                <a16:creationId xmlns:a16="http://schemas.microsoft.com/office/drawing/2014/main" id="{3D22C0EB-CC65-0CF7-0304-C38807DDF90C}"/>
              </a:ext>
            </a:extLst>
          </p:cNvPr>
          <p:cNvSpPr txBox="1"/>
          <p:nvPr/>
        </p:nvSpPr>
        <p:spPr>
          <a:xfrm>
            <a:off x="284405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6" name="テキスト ボックス 35">
            <a:extLst>
              <a:ext uri="{FF2B5EF4-FFF2-40B4-BE49-F238E27FC236}">
                <a16:creationId xmlns:a16="http://schemas.microsoft.com/office/drawing/2014/main" id="{7BD8B0B7-D89E-E612-B7C6-CBBB7FC44D2A}"/>
              </a:ext>
            </a:extLst>
          </p:cNvPr>
          <p:cNvSpPr txBox="1"/>
          <p:nvPr/>
        </p:nvSpPr>
        <p:spPr>
          <a:xfrm>
            <a:off x="8393833"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40" name="テキスト ボックス 39">
            <a:extLst>
              <a:ext uri="{FF2B5EF4-FFF2-40B4-BE49-F238E27FC236}">
                <a16:creationId xmlns:a16="http://schemas.microsoft.com/office/drawing/2014/main" id="{824FEEEC-B3F2-17F6-3A68-58ED8DF5673E}"/>
              </a:ext>
            </a:extLst>
          </p:cNvPr>
          <p:cNvSpPr txBox="1"/>
          <p:nvPr/>
        </p:nvSpPr>
        <p:spPr>
          <a:xfrm>
            <a:off x="6714895"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42" name="テキスト ボックス 41">
            <a:extLst>
              <a:ext uri="{FF2B5EF4-FFF2-40B4-BE49-F238E27FC236}">
                <a16:creationId xmlns:a16="http://schemas.microsoft.com/office/drawing/2014/main" id="{6E51D66E-F928-E9FC-B2E3-AEEE5D4BC5B7}"/>
              </a:ext>
            </a:extLst>
          </p:cNvPr>
          <p:cNvSpPr txBox="1"/>
          <p:nvPr/>
        </p:nvSpPr>
        <p:spPr>
          <a:xfrm flipH="1">
            <a:off x="9816293" y="5913378"/>
            <a:ext cx="1210588"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5" name="グループ化 4">
            <a:extLst>
              <a:ext uri="{FF2B5EF4-FFF2-40B4-BE49-F238E27FC236}">
                <a16:creationId xmlns:a16="http://schemas.microsoft.com/office/drawing/2014/main" id="{2D2CFACD-2D63-482F-1E63-4BF5F01211DA}"/>
              </a:ext>
            </a:extLst>
          </p:cNvPr>
          <p:cNvGrpSpPr/>
          <p:nvPr/>
        </p:nvGrpSpPr>
        <p:grpSpPr>
          <a:xfrm>
            <a:off x="0" y="-1"/>
            <a:ext cx="12192000" cy="6858001"/>
            <a:chOff x="0" y="-1"/>
            <a:chExt cx="12192000" cy="6858001"/>
          </a:xfrm>
        </p:grpSpPr>
        <p:grpSp>
          <p:nvGrpSpPr>
            <p:cNvPr id="3" name="グループ化 2">
              <a:extLst>
                <a:ext uri="{FF2B5EF4-FFF2-40B4-BE49-F238E27FC236}">
                  <a16:creationId xmlns:a16="http://schemas.microsoft.com/office/drawing/2014/main" id="{3F8D0AD6-A564-A6A5-D41E-2D337157AAB9}"/>
                </a:ext>
              </a:extLst>
            </p:cNvPr>
            <p:cNvGrpSpPr/>
            <p:nvPr/>
          </p:nvGrpSpPr>
          <p:grpSpPr>
            <a:xfrm>
              <a:off x="0" y="-1"/>
              <a:ext cx="12192000" cy="6858001"/>
              <a:chOff x="0" y="-1"/>
              <a:chExt cx="12192000" cy="6858001"/>
            </a:xfrm>
          </p:grpSpPr>
          <p:sp>
            <p:nvSpPr>
              <p:cNvPr id="2" name="正方形/長方形 1">
                <a:extLst>
                  <a:ext uri="{FF2B5EF4-FFF2-40B4-BE49-F238E27FC236}">
                    <a16:creationId xmlns:a16="http://schemas.microsoft.com/office/drawing/2014/main" id="{25D7A26F-292A-D91B-9F9C-7C2C2D5238DC}"/>
                  </a:ext>
                </a:extLst>
              </p:cNvPr>
              <p:cNvSpPr>
                <a:spLocks/>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 name="四角形: 角を丸くする 3">
                <a:extLst>
                  <a:ext uri="{FF2B5EF4-FFF2-40B4-BE49-F238E27FC236}">
                    <a16:creationId xmlns:a16="http://schemas.microsoft.com/office/drawing/2014/main" id="{72EE237B-521D-7A54-6AC7-2E4A9E71D55B}"/>
                  </a:ext>
                </a:extLst>
              </p:cNvPr>
              <p:cNvSpPr/>
              <p:nvPr/>
            </p:nvSpPr>
            <p:spPr>
              <a:xfrm>
                <a:off x="3159742" y="1823170"/>
                <a:ext cx="5872517" cy="3211661"/>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6" name="四角形: 角を丸くする 5">
              <a:extLst>
                <a:ext uri="{FF2B5EF4-FFF2-40B4-BE49-F238E27FC236}">
                  <a16:creationId xmlns:a16="http://schemas.microsoft.com/office/drawing/2014/main" id="{F3147F5F-ADBF-4FED-AB6F-EBBCBC1D2512}"/>
                </a:ext>
              </a:extLst>
            </p:cNvPr>
            <p:cNvSpPr/>
            <p:nvPr/>
          </p:nvSpPr>
          <p:spPr>
            <a:xfrm>
              <a:off x="6323378" y="3797078"/>
              <a:ext cx="2138224" cy="767022"/>
            </a:xfrm>
            <a:prstGeom prst="roundRect">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a:latin typeface="和音 Joyo R" panose="00000500000000000000" pitchFamily="50" charset="-128"/>
                  <a:ea typeface="和音 Joyo R" panose="00000500000000000000" pitchFamily="50" charset="-128"/>
                </a:rPr>
                <a:t>戻す</a:t>
              </a:r>
              <a:endParaRPr lang="ja-JP" altLang="en-US" sz="2400" dirty="0">
                <a:latin typeface="和音 Joyo R" panose="00000500000000000000" pitchFamily="50" charset="-128"/>
                <a:ea typeface="和音 Joyo R" panose="00000500000000000000" pitchFamily="50" charset="-128"/>
              </a:endParaRPr>
            </a:p>
          </p:txBody>
        </p:sp>
        <p:sp>
          <p:nvSpPr>
            <p:cNvPr id="7" name="四角形: 角を丸くする 6">
              <a:extLst>
                <a:ext uri="{FF2B5EF4-FFF2-40B4-BE49-F238E27FC236}">
                  <a16:creationId xmlns:a16="http://schemas.microsoft.com/office/drawing/2014/main" id="{FAE1FD9E-0E0E-750E-CC49-6456882660E6}"/>
                </a:ext>
              </a:extLst>
            </p:cNvPr>
            <p:cNvSpPr/>
            <p:nvPr/>
          </p:nvSpPr>
          <p:spPr>
            <a:xfrm>
              <a:off x="3730400" y="3797078"/>
              <a:ext cx="2138224" cy="767022"/>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a:latin typeface="和音 Joyo R" panose="00000500000000000000" pitchFamily="50" charset="-128"/>
                  <a:ea typeface="和音 Joyo R" panose="00000500000000000000" pitchFamily="50" charset="-128"/>
                </a:rPr>
                <a:t>戻さない</a:t>
              </a:r>
              <a:endParaRPr kumimoji="1" lang="ja-JP" altLang="en-US" sz="2400" dirty="0">
                <a:latin typeface="和音 Joyo R" panose="00000500000000000000" pitchFamily="50" charset="-128"/>
                <a:ea typeface="和音 Joyo R" panose="00000500000000000000" pitchFamily="50" charset="-128"/>
              </a:endParaRPr>
            </a:p>
          </p:txBody>
        </p:sp>
        <p:sp>
          <p:nvSpPr>
            <p:cNvPr id="10" name="テキスト ボックス 9">
              <a:extLst>
                <a:ext uri="{FF2B5EF4-FFF2-40B4-BE49-F238E27FC236}">
                  <a16:creationId xmlns:a16="http://schemas.microsoft.com/office/drawing/2014/main" id="{70F4C3D5-2613-F095-6226-8CB5D8C86A28}"/>
                </a:ext>
              </a:extLst>
            </p:cNvPr>
            <p:cNvSpPr txBox="1"/>
            <p:nvPr/>
          </p:nvSpPr>
          <p:spPr>
            <a:xfrm>
              <a:off x="3474132" y="2409602"/>
              <a:ext cx="5243744" cy="584775"/>
            </a:xfrm>
            <a:prstGeom prst="rect">
              <a:avLst/>
            </a:prstGeom>
            <a:noFill/>
          </p:spPr>
          <p:txBody>
            <a:bodyPr wrap="none" rtlCol="0">
              <a:spAutoFit/>
            </a:bodyPr>
            <a:lstStyle/>
            <a:p>
              <a:pPr algn="ctr"/>
              <a:r>
                <a:rPr kumimoji="1" lang="ja-JP" altLang="en-US" sz="3200" b="1">
                  <a:solidFill>
                    <a:schemeClr val="tx1">
                      <a:lumMod val="85000"/>
                      <a:lumOff val="15000"/>
                    </a:schemeClr>
                  </a:solidFill>
                  <a:latin typeface="和音 Joyo R" panose="00000500000000000000" pitchFamily="50" charset="-128"/>
                  <a:ea typeface="和音 Joyo R" panose="00000500000000000000" pitchFamily="50" charset="-128"/>
                </a:rPr>
                <a:t>デフォルトに戻しますか？</a:t>
              </a:r>
              <a:endParaRPr kumimoji="1" lang="ja-JP" altLang="en-US" sz="4000" b="1"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grpSp>
    </p:spTree>
    <p:extLst>
      <p:ext uri="{BB962C8B-B14F-4D97-AF65-F5344CB8AC3E}">
        <p14:creationId xmlns:p14="http://schemas.microsoft.com/office/powerpoint/2010/main" val="2737474652"/>
      </p:ext>
    </p:extLst>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p:bg>
      <p:bgPr>
        <a:blipFill dpi="0" rotWithShape="1">
          <a:blip r:embed="rId2">
            <a:extLst>
              <a:ext uri="{BEBA8EAE-BF5A-486C-A8C5-ECC9F3942E4B}">
                <a14:imgProps xmlns:a14="http://schemas.microsoft.com/office/drawing/2010/main">
                  <a14:imgLayer r:embed="rId3">
                    <a14:imgEffect>
                      <a14:sharpenSoften amount="-35000"/>
                    </a14:imgEffect>
                    <a14:imgEffect>
                      <a14:saturation sat="85000"/>
                    </a14:imgEffect>
                    <a14:imgEffect>
                      <a14:brightnessContrast bright="-20000" contrast="-15000"/>
                    </a14:imgEffect>
                  </a14:imgLayer>
                </a14:imgProps>
              </a:ext>
            </a:extLst>
          </a:blip>
          <a:srcRect/>
          <a:stretch>
            <a:fillRect/>
          </a:stretch>
        </a:blipFill>
        <a:effectLst/>
      </p:bgPr>
    </p:bg>
    <p:spTree>
      <p:nvGrpSpPr>
        <p:cNvPr id="1" name="">
          <a:extLst>
            <a:ext uri="{FF2B5EF4-FFF2-40B4-BE49-F238E27FC236}">
              <a16:creationId xmlns:a16="http://schemas.microsoft.com/office/drawing/2014/main" id="{989D2B22-1983-9F0C-359F-B8650EF97D07}"/>
            </a:ext>
          </a:extLst>
        </p:cNvPr>
        <p:cNvGrpSpPr/>
        <p:nvPr/>
      </p:nvGrpSpPr>
      <p:grpSpPr>
        <a:xfrm>
          <a:off x="0" y="0"/>
          <a:ext cx="0" cy="0"/>
          <a:chOff x="0" y="0"/>
          <a:chExt cx="0" cy="0"/>
        </a:xfrm>
      </p:grpSpPr>
      <p:sp>
        <p:nvSpPr>
          <p:cNvPr id="19" name="正方形/長方形 18">
            <a:extLst>
              <a:ext uri="{FF2B5EF4-FFF2-40B4-BE49-F238E27FC236}">
                <a16:creationId xmlns:a16="http://schemas.microsoft.com/office/drawing/2014/main" id="{A1872B98-630B-6BB2-15AD-D84AB78FD417}"/>
              </a:ext>
            </a:extLst>
          </p:cNvPr>
          <p:cNvSpPr/>
          <p:nvPr/>
        </p:nvSpPr>
        <p:spPr>
          <a:xfrm>
            <a:off x="1590628" y="1541380"/>
            <a:ext cx="9010745" cy="5316620"/>
          </a:xfrm>
          <a:prstGeom prst="rect">
            <a:avLst/>
          </a:prstGeom>
          <a:solidFill>
            <a:srgbClr val="6600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2" name="グループ化 1">
            <a:extLst>
              <a:ext uri="{FF2B5EF4-FFF2-40B4-BE49-F238E27FC236}">
                <a16:creationId xmlns:a16="http://schemas.microsoft.com/office/drawing/2014/main" id="{C6DD284A-BFA7-14A4-7BAB-778A97BC7802}"/>
              </a:ext>
            </a:extLst>
          </p:cNvPr>
          <p:cNvGrpSpPr/>
          <p:nvPr/>
        </p:nvGrpSpPr>
        <p:grpSpPr>
          <a:xfrm>
            <a:off x="431675" y="5645607"/>
            <a:ext cx="11328651" cy="925026"/>
            <a:chOff x="431675" y="5645607"/>
            <a:chExt cx="11328651" cy="925026"/>
          </a:xfrm>
        </p:grpSpPr>
        <p:sp>
          <p:nvSpPr>
            <p:cNvPr id="3" name="四角形: 角を丸くする 2">
              <a:extLst>
                <a:ext uri="{FF2B5EF4-FFF2-40B4-BE49-F238E27FC236}">
                  <a16:creationId xmlns:a16="http://schemas.microsoft.com/office/drawing/2014/main" id="{4A9C6347-FD04-5E79-D0C0-BADEC2C3BCD2}"/>
                </a:ext>
              </a:extLst>
            </p:cNvPr>
            <p:cNvSpPr/>
            <p:nvPr/>
          </p:nvSpPr>
          <p:spPr>
            <a:xfrm>
              <a:off x="431675" y="5656233"/>
              <a:ext cx="11328651" cy="914400"/>
            </a:xfrm>
            <a:prstGeom prst="roundRect">
              <a:avLst>
                <a:gd name="adj" fmla="val 4803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4" name="四角形: 角を丸くする 3">
              <a:extLst>
                <a:ext uri="{FF2B5EF4-FFF2-40B4-BE49-F238E27FC236}">
                  <a16:creationId xmlns:a16="http://schemas.microsoft.com/office/drawing/2014/main" id="{0D59D948-8577-3336-D265-AAD8C6CE5BA1}"/>
                </a:ext>
              </a:extLst>
            </p:cNvPr>
            <p:cNvSpPr/>
            <p:nvPr/>
          </p:nvSpPr>
          <p:spPr>
            <a:xfrm>
              <a:off x="8074092" y="5645607"/>
              <a:ext cx="1338828" cy="914400"/>
            </a:xfrm>
            <a:prstGeom prst="roundRect">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 name="テキスト ボックス 4">
              <a:extLst>
                <a:ext uri="{FF2B5EF4-FFF2-40B4-BE49-F238E27FC236}">
                  <a16:creationId xmlns:a16="http://schemas.microsoft.com/office/drawing/2014/main" id="{93D527CC-F586-3DD4-F70D-5941E55624BB}"/>
                </a:ext>
              </a:extLst>
            </p:cNvPr>
            <p:cNvSpPr txBox="1"/>
            <p:nvPr/>
          </p:nvSpPr>
          <p:spPr>
            <a:xfrm>
              <a:off x="1165119"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 name="テキスト ボックス 5">
              <a:extLst>
                <a:ext uri="{FF2B5EF4-FFF2-40B4-BE49-F238E27FC236}">
                  <a16:creationId xmlns:a16="http://schemas.microsoft.com/office/drawing/2014/main" id="{5C279ACA-9C41-9A9F-F32D-EF97A8914C3A}"/>
                </a:ext>
              </a:extLst>
            </p:cNvPr>
            <p:cNvSpPr txBox="1"/>
            <p:nvPr/>
          </p:nvSpPr>
          <p:spPr>
            <a:xfrm flipH="1">
              <a:off x="529243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7" name="テキスト ボックス 6">
              <a:extLst>
                <a:ext uri="{FF2B5EF4-FFF2-40B4-BE49-F238E27FC236}">
                  <a16:creationId xmlns:a16="http://schemas.microsoft.com/office/drawing/2014/main" id="{7D10ED75-D494-3BCC-FC84-8AF0D02D87EF}"/>
                </a:ext>
              </a:extLst>
            </p:cNvPr>
            <p:cNvSpPr txBox="1"/>
            <p:nvPr/>
          </p:nvSpPr>
          <p:spPr>
            <a:xfrm>
              <a:off x="284405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8" name="テキスト ボックス 7">
              <a:extLst>
                <a:ext uri="{FF2B5EF4-FFF2-40B4-BE49-F238E27FC236}">
                  <a16:creationId xmlns:a16="http://schemas.microsoft.com/office/drawing/2014/main" id="{7F46B7D5-8B4D-B08F-A22E-6822AD9D9FE1}"/>
                </a:ext>
              </a:extLst>
            </p:cNvPr>
            <p:cNvSpPr txBox="1"/>
            <p:nvPr/>
          </p:nvSpPr>
          <p:spPr>
            <a:xfrm>
              <a:off x="8393833"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9" name="テキスト ボックス 8">
              <a:extLst>
                <a:ext uri="{FF2B5EF4-FFF2-40B4-BE49-F238E27FC236}">
                  <a16:creationId xmlns:a16="http://schemas.microsoft.com/office/drawing/2014/main" id="{5C61D102-67A5-54F4-9280-CB27E95CF5C6}"/>
                </a:ext>
              </a:extLst>
            </p:cNvPr>
            <p:cNvSpPr txBox="1"/>
            <p:nvPr/>
          </p:nvSpPr>
          <p:spPr>
            <a:xfrm>
              <a:off x="6714895"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0" name="テキスト ボックス 9">
              <a:extLst>
                <a:ext uri="{FF2B5EF4-FFF2-40B4-BE49-F238E27FC236}">
                  <a16:creationId xmlns:a16="http://schemas.microsoft.com/office/drawing/2014/main" id="{1BD84E28-6845-7B85-363D-2D3C44D1EA7B}"/>
                </a:ext>
              </a:extLst>
            </p:cNvPr>
            <p:cNvSpPr txBox="1"/>
            <p:nvPr/>
          </p:nvSpPr>
          <p:spPr>
            <a:xfrm flipH="1">
              <a:off x="9816293" y="5913378"/>
              <a:ext cx="1210588"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1" name="グループ化 10">
            <a:extLst>
              <a:ext uri="{FF2B5EF4-FFF2-40B4-BE49-F238E27FC236}">
                <a16:creationId xmlns:a16="http://schemas.microsoft.com/office/drawing/2014/main" id="{AA199141-2B81-FDD7-223F-FFBCCE124254}"/>
              </a:ext>
            </a:extLst>
          </p:cNvPr>
          <p:cNvGrpSpPr/>
          <p:nvPr/>
        </p:nvGrpSpPr>
        <p:grpSpPr>
          <a:xfrm>
            <a:off x="163586" y="134635"/>
            <a:ext cx="3123445" cy="1396119"/>
            <a:chOff x="163586" y="134635"/>
            <a:chExt cx="3123445" cy="1396119"/>
          </a:xfrm>
        </p:grpSpPr>
        <p:sp>
          <p:nvSpPr>
            <p:cNvPr id="12" name="四角形: 角を丸くする 11">
              <a:extLst>
                <a:ext uri="{FF2B5EF4-FFF2-40B4-BE49-F238E27FC236}">
                  <a16:creationId xmlns:a16="http://schemas.microsoft.com/office/drawing/2014/main" id="{AEBCA165-C68F-8940-6ECC-DF4DE9AE6C3F}"/>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13" name="テキスト ボックス 12">
              <a:extLst>
                <a:ext uri="{FF2B5EF4-FFF2-40B4-BE49-F238E27FC236}">
                  <a16:creationId xmlns:a16="http://schemas.microsoft.com/office/drawing/2014/main" id="{B175D0CD-4F58-F75D-EDD0-B1EF7BC23F3A}"/>
                </a:ext>
              </a:extLst>
            </p:cNvPr>
            <p:cNvSpPr txBox="1"/>
            <p:nvPr/>
          </p:nvSpPr>
          <p:spPr>
            <a:xfrm>
              <a:off x="2009315" y="641390"/>
              <a:ext cx="697627"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14" name="グループ化 13">
              <a:extLst>
                <a:ext uri="{FF2B5EF4-FFF2-40B4-BE49-F238E27FC236}">
                  <a16:creationId xmlns:a16="http://schemas.microsoft.com/office/drawing/2014/main" id="{ACD3CC11-3C7D-9376-1F0E-1793E1B502CB}"/>
                </a:ext>
              </a:extLst>
            </p:cNvPr>
            <p:cNvGrpSpPr/>
            <p:nvPr/>
          </p:nvGrpSpPr>
          <p:grpSpPr>
            <a:xfrm>
              <a:off x="163586" y="134635"/>
              <a:ext cx="1975684" cy="1396119"/>
              <a:chOff x="163586" y="134635"/>
              <a:chExt cx="1975684" cy="1396119"/>
            </a:xfrm>
          </p:grpSpPr>
          <p:grpSp>
            <p:nvGrpSpPr>
              <p:cNvPr id="15" name="グループ化 14">
                <a:extLst>
                  <a:ext uri="{FF2B5EF4-FFF2-40B4-BE49-F238E27FC236}">
                    <a16:creationId xmlns:a16="http://schemas.microsoft.com/office/drawing/2014/main" id="{59FCF335-41C4-4053-104D-21AA980CBDE1}"/>
                  </a:ext>
                </a:extLst>
              </p:cNvPr>
              <p:cNvGrpSpPr/>
              <p:nvPr/>
            </p:nvGrpSpPr>
            <p:grpSpPr>
              <a:xfrm>
                <a:off x="163586" y="134635"/>
                <a:ext cx="1975684" cy="1396119"/>
                <a:chOff x="163586" y="134635"/>
                <a:chExt cx="1975684" cy="1396119"/>
              </a:xfrm>
            </p:grpSpPr>
            <p:pic>
              <p:nvPicPr>
                <p:cNvPr id="17" name="図 16">
                  <a:extLst>
                    <a:ext uri="{FF2B5EF4-FFF2-40B4-BE49-F238E27FC236}">
                      <a16:creationId xmlns:a16="http://schemas.microsoft.com/office/drawing/2014/main" id="{7759B601-E27F-7580-73C0-7ACEE1591417}"/>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18" name="楕円 17">
                  <a:extLst>
                    <a:ext uri="{FF2B5EF4-FFF2-40B4-BE49-F238E27FC236}">
                      <a16:creationId xmlns:a16="http://schemas.microsoft.com/office/drawing/2014/main" id="{6C01840F-442D-B4B5-1191-1468DB8F4057}"/>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16" name="図 15">
                <a:extLst>
                  <a:ext uri="{FF2B5EF4-FFF2-40B4-BE49-F238E27FC236}">
                    <a16:creationId xmlns:a16="http://schemas.microsoft.com/office/drawing/2014/main" id="{1CED942E-FD12-58BE-B8FA-14A9325A97B5}"/>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sp>
        <p:nvSpPr>
          <p:cNvPr id="21" name="フローチャート: 手作業 20">
            <a:extLst>
              <a:ext uri="{FF2B5EF4-FFF2-40B4-BE49-F238E27FC236}">
                <a16:creationId xmlns:a16="http://schemas.microsoft.com/office/drawing/2014/main" id="{194331A0-4BBC-967B-840D-67C8DAD0544D}"/>
              </a:ext>
            </a:extLst>
          </p:cNvPr>
          <p:cNvSpPr/>
          <p:nvPr/>
        </p:nvSpPr>
        <p:spPr>
          <a:xfrm flipV="1">
            <a:off x="1590628" y="1230407"/>
            <a:ext cx="9010745" cy="328009"/>
          </a:xfrm>
          <a:prstGeom prst="flowChartManualOperation">
            <a:avLst/>
          </a:prstGeom>
          <a:solidFill>
            <a:srgbClr val="6600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四角形: 角を丸くする 21">
            <a:extLst>
              <a:ext uri="{FF2B5EF4-FFF2-40B4-BE49-F238E27FC236}">
                <a16:creationId xmlns:a16="http://schemas.microsoft.com/office/drawing/2014/main" id="{E7B50156-69B0-7535-CCC3-C805BD6848EA}"/>
              </a:ext>
            </a:extLst>
          </p:cNvPr>
          <p:cNvSpPr/>
          <p:nvPr/>
        </p:nvSpPr>
        <p:spPr>
          <a:xfrm>
            <a:off x="2665682" y="2953512"/>
            <a:ext cx="1822662" cy="1080843"/>
          </a:xfrm>
          <a:prstGeom prst="roundRect">
            <a:avLst/>
          </a:prstGeom>
          <a:solidFill>
            <a:schemeClr val="tx1">
              <a:lumMod val="50000"/>
              <a:lumOff val="50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 name="四角形: 角を丸くする 23">
            <a:extLst>
              <a:ext uri="{FF2B5EF4-FFF2-40B4-BE49-F238E27FC236}">
                <a16:creationId xmlns:a16="http://schemas.microsoft.com/office/drawing/2014/main" id="{3399ADD7-662A-4AA2-4D59-0E01A65B82D2}"/>
              </a:ext>
            </a:extLst>
          </p:cNvPr>
          <p:cNvSpPr/>
          <p:nvPr/>
        </p:nvSpPr>
        <p:spPr>
          <a:xfrm>
            <a:off x="5184670" y="2953512"/>
            <a:ext cx="1822662" cy="1080843"/>
          </a:xfrm>
          <a:prstGeom prst="roundRect">
            <a:avLst/>
          </a:prstGeom>
          <a:solidFill>
            <a:schemeClr val="tx1">
              <a:lumMod val="50000"/>
              <a:lumOff val="50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6" name="四角形: 角を丸くする 25">
            <a:extLst>
              <a:ext uri="{FF2B5EF4-FFF2-40B4-BE49-F238E27FC236}">
                <a16:creationId xmlns:a16="http://schemas.microsoft.com/office/drawing/2014/main" id="{5472D4D1-7594-211A-4819-339D48EEF12F}"/>
              </a:ext>
            </a:extLst>
          </p:cNvPr>
          <p:cNvSpPr/>
          <p:nvPr/>
        </p:nvSpPr>
        <p:spPr>
          <a:xfrm>
            <a:off x="7703657" y="2953512"/>
            <a:ext cx="1822662" cy="1080843"/>
          </a:xfrm>
          <a:prstGeom prst="roundRect">
            <a:avLst/>
          </a:prstGeom>
          <a:solidFill>
            <a:schemeClr val="tx1">
              <a:lumMod val="50000"/>
              <a:lumOff val="50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9" name="四角形: 角を丸くする 28">
            <a:extLst>
              <a:ext uri="{FF2B5EF4-FFF2-40B4-BE49-F238E27FC236}">
                <a16:creationId xmlns:a16="http://schemas.microsoft.com/office/drawing/2014/main" id="{3217DC46-2834-3A31-824A-4D364D79974A}"/>
              </a:ext>
            </a:extLst>
          </p:cNvPr>
          <p:cNvSpPr/>
          <p:nvPr/>
        </p:nvSpPr>
        <p:spPr>
          <a:xfrm>
            <a:off x="2665682" y="4302380"/>
            <a:ext cx="1822662" cy="1080843"/>
          </a:xfrm>
          <a:prstGeom prst="roundRect">
            <a:avLst/>
          </a:prstGeom>
          <a:solidFill>
            <a:schemeClr val="accent3">
              <a:lumMod val="20000"/>
              <a:lumOff val="80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0" name="四角形: 角を丸くする 29">
            <a:extLst>
              <a:ext uri="{FF2B5EF4-FFF2-40B4-BE49-F238E27FC236}">
                <a16:creationId xmlns:a16="http://schemas.microsoft.com/office/drawing/2014/main" id="{22008465-41D1-FAEA-4F97-886CBC5DAC1C}"/>
              </a:ext>
            </a:extLst>
          </p:cNvPr>
          <p:cNvSpPr/>
          <p:nvPr/>
        </p:nvSpPr>
        <p:spPr>
          <a:xfrm>
            <a:off x="5184670" y="4302380"/>
            <a:ext cx="1822662" cy="1080843"/>
          </a:xfrm>
          <a:prstGeom prst="roundRect">
            <a:avLst/>
          </a:prstGeom>
          <a:solidFill>
            <a:schemeClr val="accent2">
              <a:lumMod val="20000"/>
              <a:lumOff val="80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1" name="四角形: 角を丸くする 30">
            <a:extLst>
              <a:ext uri="{FF2B5EF4-FFF2-40B4-BE49-F238E27FC236}">
                <a16:creationId xmlns:a16="http://schemas.microsoft.com/office/drawing/2014/main" id="{14FD9FC4-377F-C21F-B012-6F8AD283155B}"/>
              </a:ext>
            </a:extLst>
          </p:cNvPr>
          <p:cNvSpPr/>
          <p:nvPr/>
        </p:nvSpPr>
        <p:spPr>
          <a:xfrm>
            <a:off x="7703657" y="4302380"/>
            <a:ext cx="1822662" cy="1080843"/>
          </a:xfrm>
          <a:prstGeom prst="roundRect">
            <a:avLst/>
          </a:prstGeom>
          <a:solidFill>
            <a:schemeClr val="tx1">
              <a:lumMod val="50000"/>
              <a:lumOff val="50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3" name="四角形: 角を丸くする 32">
            <a:extLst>
              <a:ext uri="{FF2B5EF4-FFF2-40B4-BE49-F238E27FC236}">
                <a16:creationId xmlns:a16="http://schemas.microsoft.com/office/drawing/2014/main" id="{987863AC-9C3C-700A-F86A-AA9972A7D12A}"/>
              </a:ext>
            </a:extLst>
          </p:cNvPr>
          <p:cNvSpPr/>
          <p:nvPr/>
        </p:nvSpPr>
        <p:spPr>
          <a:xfrm>
            <a:off x="2665682" y="1604645"/>
            <a:ext cx="1822662" cy="1080843"/>
          </a:xfrm>
          <a:prstGeom prst="roundRect">
            <a:avLst/>
          </a:prstGeom>
          <a:solidFill>
            <a:schemeClr val="bg1">
              <a:lumMod val="95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4" name="四角形: 角を丸くする 33">
            <a:extLst>
              <a:ext uri="{FF2B5EF4-FFF2-40B4-BE49-F238E27FC236}">
                <a16:creationId xmlns:a16="http://schemas.microsoft.com/office/drawing/2014/main" id="{A61E7447-2639-7F02-2BCE-68E8C799D0CF}"/>
              </a:ext>
            </a:extLst>
          </p:cNvPr>
          <p:cNvSpPr/>
          <p:nvPr/>
        </p:nvSpPr>
        <p:spPr>
          <a:xfrm>
            <a:off x="5184670" y="1604645"/>
            <a:ext cx="1822662" cy="1080843"/>
          </a:xfrm>
          <a:prstGeom prst="roundRect">
            <a:avLst/>
          </a:prstGeom>
          <a:solidFill>
            <a:schemeClr val="bg1">
              <a:lumMod val="95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5" name="四角形: 角を丸くする 34">
            <a:extLst>
              <a:ext uri="{FF2B5EF4-FFF2-40B4-BE49-F238E27FC236}">
                <a16:creationId xmlns:a16="http://schemas.microsoft.com/office/drawing/2014/main" id="{B292414E-7E16-3631-2A65-A782A3D6CA33}"/>
              </a:ext>
            </a:extLst>
          </p:cNvPr>
          <p:cNvSpPr/>
          <p:nvPr/>
        </p:nvSpPr>
        <p:spPr>
          <a:xfrm>
            <a:off x="7703657" y="1604645"/>
            <a:ext cx="1822662" cy="1080843"/>
          </a:xfrm>
          <a:prstGeom prst="roundRect">
            <a:avLst/>
          </a:prstGeom>
          <a:solidFill>
            <a:schemeClr val="bg1">
              <a:lumMod val="95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0" name="矢印: 五方向 39">
            <a:extLst>
              <a:ext uri="{FF2B5EF4-FFF2-40B4-BE49-F238E27FC236}">
                <a16:creationId xmlns:a16="http://schemas.microsoft.com/office/drawing/2014/main" id="{A9552B67-5472-7978-AD93-6784E01DDF96}"/>
              </a:ext>
            </a:extLst>
          </p:cNvPr>
          <p:cNvSpPr/>
          <p:nvPr/>
        </p:nvSpPr>
        <p:spPr>
          <a:xfrm flipH="1">
            <a:off x="9924408" y="339870"/>
            <a:ext cx="1430887" cy="484632"/>
          </a:xfrm>
          <a:prstGeom prst="homePlate">
            <a:avLst>
              <a:gd name="adj" fmla="val 90770"/>
            </a:avLst>
          </a:prstGeom>
          <a:solidFill>
            <a:schemeClr val="accent2">
              <a:lumMod val="20000"/>
              <a:lumOff val="80000"/>
              <a:alpha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5" name="矢印: 五方向 44">
            <a:extLst>
              <a:ext uri="{FF2B5EF4-FFF2-40B4-BE49-F238E27FC236}">
                <a16:creationId xmlns:a16="http://schemas.microsoft.com/office/drawing/2014/main" id="{B1097F0F-F6C1-4134-9BD8-071C58CFB150}"/>
              </a:ext>
            </a:extLst>
          </p:cNvPr>
          <p:cNvSpPr/>
          <p:nvPr/>
        </p:nvSpPr>
        <p:spPr>
          <a:xfrm flipH="1">
            <a:off x="9924408" y="822896"/>
            <a:ext cx="1430887" cy="484632"/>
          </a:xfrm>
          <a:prstGeom prst="homePlate">
            <a:avLst>
              <a:gd name="adj" fmla="val 90770"/>
            </a:avLst>
          </a:prstGeom>
          <a:solidFill>
            <a:schemeClr val="accent6">
              <a:lumMod val="20000"/>
              <a:lumOff val="80000"/>
              <a:alpha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43" name="グループ化 42">
            <a:extLst>
              <a:ext uri="{FF2B5EF4-FFF2-40B4-BE49-F238E27FC236}">
                <a16:creationId xmlns:a16="http://schemas.microsoft.com/office/drawing/2014/main" id="{6AED56ED-F6DC-9F73-EBD9-C42CFA325A45}"/>
              </a:ext>
            </a:extLst>
          </p:cNvPr>
          <p:cNvGrpSpPr/>
          <p:nvPr/>
        </p:nvGrpSpPr>
        <p:grpSpPr>
          <a:xfrm>
            <a:off x="8243385" y="573275"/>
            <a:ext cx="2174188" cy="518838"/>
            <a:chOff x="8243385" y="573275"/>
            <a:chExt cx="2174188" cy="518838"/>
          </a:xfrm>
        </p:grpSpPr>
        <p:sp>
          <p:nvSpPr>
            <p:cNvPr id="38" name="フローチャート: 準備 37">
              <a:extLst>
                <a:ext uri="{FF2B5EF4-FFF2-40B4-BE49-F238E27FC236}">
                  <a16:creationId xmlns:a16="http://schemas.microsoft.com/office/drawing/2014/main" id="{D136B718-65A2-B66F-8DEB-0835FC358FC4}"/>
                </a:ext>
              </a:extLst>
            </p:cNvPr>
            <p:cNvSpPr/>
            <p:nvPr/>
          </p:nvSpPr>
          <p:spPr>
            <a:xfrm>
              <a:off x="8243385" y="573275"/>
              <a:ext cx="2174188" cy="518838"/>
            </a:xfrm>
            <a:prstGeom prst="flowChartPreparation">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42" name="テキスト ボックス 41">
              <a:extLst>
                <a:ext uri="{FF2B5EF4-FFF2-40B4-BE49-F238E27FC236}">
                  <a16:creationId xmlns:a16="http://schemas.microsoft.com/office/drawing/2014/main" id="{8B599F34-2D2C-8D31-B9CE-1FD6A328AC28}"/>
                </a:ext>
              </a:extLst>
            </p:cNvPr>
            <p:cNvSpPr txBox="1"/>
            <p:nvPr/>
          </p:nvSpPr>
          <p:spPr>
            <a:xfrm>
              <a:off x="8503958" y="648028"/>
              <a:ext cx="1653042" cy="369332"/>
            </a:xfrm>
            <a:prstGeom prst="rect">
              <a:avLst/>
            </a:prstGeom>
            <a:noFill/>
          </p:spPr>
          <p:txBody>
            <a:bodyPr wrap="square">
              <a:spAutoFit/>
            </a:bodyPr>
            <a:lstStyle/>
            <a:p>
              <a:pPr algn="ctr"/>
              <a:r>
                <a:rPr lang="ja-JP" altLang="en-US" sz="1800">
                  <a:solidFill>
                    <a:schemeClr val="accent6">
                      <a:lumMod val="75000"/>
                    </a:schemeClr>
                  </a:solidFill>
                  <a:latin typeface="原稿用標準書体" panose="03000503000000000000" pitchFamily="66" charset="-128"/>
                  <a:ea typeface="原稿用標準書体" panose="03000503000000000000" pitchFamily="66" charset="-128"/>
                </a:rPr>
                <a:t>一括受け取り</a:t>
              </a:r>
              <a:endParaRPr kumimoji="1" lang="ja-JP" altLang="en-US" sz="18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spTree>
    <p:extLst>
      <p:ext uri="{BB962C8B-B14F-4D97-AF65-F5344CB8AC3E}">
        <p14:creationId xmlns:p14="http://schemas.microsoft.com/office/powerpoint/2010/main" val="4067324329"/>
      </p:ext>
    </p:extLst>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p:bg>
      <p:bgPr>
        <a:gradFill flip="none" rotWithShape="1">
          <a:gsLst>
            <a:gs pos="49000">
              <a:schemeClr val="tx1">
                <a:lumMod val="85000"/>
                <a:lumOff val="15000"/>
              </a:schemeClr>
            </a:gs>
            <a:gs pos="90000">
              <a:schemeClr val="tx1">
                <a:lumMod val="85000"/>
                <a:lumOff val="15000"/>
              </a:schemeClr>
            </a:gs>
            <a:gs pos="74000">
              <a:schemeClr val="accent6">
                <a:lumMod val="50000"/>
              </a:schemeClr>
            </a:gs>
          </a:gsLst>
          <a:path path="circle">
            <a:fillToRect l="100000" t="100000"/>
          </a:path>
          <a:tileRect r="-100000" b="-100000"/>
        </a:gradFill>
        <a:effectLst/>
      </p:bgPr>
    </p:bg>
    <p:spTree>
      <p:nvGrpSpPr>
        <p:cNvPr id="1" name="">
          <a:extLst>
            <a:ext uri="{FF2B5EF4-FFF2-40B4-BE49-F238E27FC236}">
              <a16:creationId xmlns:a16="http://schemas.microsoft.com/office/drawing/2014/main" id="{85AD6128-C897-4278-FC85-C1DCB3A59D4A}"/>
            </a:ext>
          </a:extLst>
        </p:cNvPr>
        <p:cNvGrpSpPr/>
        <p:nvPr/>
      </p:nvGrpSpPr>
      <p:grpSpPr>
        <a:xfrm>
          <a:off x="0" y="0"/>
          <a:ext cx="0" cy="0"/>
          <a:chOff x="0" y="0"/>
          <a:chExt cx="0" cy="0"/>
        </a:xfrm>
      </p:grpSpPr>
      <p:grpSp>
        <p:nvGrpSpPr>
          <p:cNvPr id="10" name="グループ化 9">
            <a:extLst>
              <a:ext uri="{FF2B5EF4-FFF2-40B4-BE49-F238E27FC236}">
                <a16:creationId xmlns:a16="http://schemas.microsoft.com/office/drawing/2014/main" id="{3B0A260D-A37B-93A5-9E2B-B4E799C55583}"/>
              </a:ext>
            </a:extLst>
          </p:cNvPr>
          <p:cNvGrpSpPr/>
          <p:nvPr/>
        </p:nvGrpSpPr>
        <p:grpSpPr>
          <a:xfrm>
            <a:off x="163586" y="134635"/>
            <a:ext cx="3123445" cy="1396119"/>
            <a:chOff x="163586" y="134635"/>
            <a:chExt cx="3123445" cy="1396119"/>
          </a:xfrm>
        </p:grpSpPr>
        <p:sp>
          <p:nvSpPr>
            <p:cNvPr id="2" name="四角形: 角を丸くする 1">
              <a:extLst>
                <a:ext uri="{FF2B5EF4-FFF2-40B4-BE49-F238E27FC236}">
                  <a16:creationId xmlns:a16="http://schemas.microsoft.com/office/drawing/2014/main" id="{858C143C-9A81-DBB9-0942-A2ED05004050}"/>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3" name="テキスト ボックス 2">
              <a:extLst>
                <a:ext uri="{FF2B5EF4-FFF2-40B4-BE49-F238E27FC236}">
                  <a16:creationId xmlns:a16="http://schemas.microsoft.com/office/drawing/2014/main" id="{27DB4DEA-0DA1-A163-1B46-576FDCC8A4A2}"/>
                </a:ext>
              </a:extLst>
            </p:cNvPr>
            <p:cNvSpPr txBox="1"/>
            <p:nvPr/>
          </p:nvSpPr>
          <p:spPr>
            <a:xfrm>
              <a:off x="1624594" y="641390"/>
              <a:ext cx="146706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キャラ鑑賞</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4" name="グループ化 3">
              <a:extLst>
                <a:ext uri="{FF2B5EF4-FFF2-40B4-BE49-F238E27FC236}">
                  <a16:creationId xmlns:a16="http://schemas.microsoft.com/office/drawing/2014/main" id="{9F725E99-89D9-5D55-EDDD-753818485E90}"/>
                </a:ext>
              </a:extLst>
            </p:cNvPr>
            <p:cNvGrpSpPr/>
            <p:nvPr/>
          </p:nvGrpSpPr>
          <p:grpSpPr>
            <a:xfrm>
              <a:off x="163586" y="134635"/>
              <a:ext cx="1975684" cy="1396119"/>
              <a:chOff x="163586" y="134635"/>
              <a:chExt cx="1975684" cy="1396119"/>
            </a:xfrm>
          </p:grpSpPr>
          <p:grpSp>
            <p:nvGrpSpPr>
              <p:cNvPr id="6" name="グループ化 5">
                <a:extLst>
                  <a:ext uri="{FF2B5EF4-FFF2-40B4-BE49-F238E27FC236}">
                    <a16:creationId xmlns:a16="http://schemas.microsoft.com/office/drawing/2014/main" id="{58397514-BC21-759E-AE1F-02CB1E2EA140}"/>
                  </a:ext>
                </a:extLst>
              </p:cNvPr>
              <p:cNvGrpSpPr/>
              <p:nvPr/>
            </p:nvGrpSpPr>
            <p:grpSpPr>
              <a:xfrm>
                <a:off x="163586" y="134635"/>
                <a:ext cx="1975684" cy="1396119"/>
                <a:chOff x="163586" y="134635"/>
                <a:chExt cx="1975684" cy="1396119"/>
              </a:xfrm>
            </p:grpSpPr>
            <p:pic>
              <p:nvPicPr>
                <p:cNvPr id="8" name="図 7">
                  <a:extLst>
                    <a:ext uri="{FF2B5EF4-FFF2-40B4-BE49-F238E27FC236}">
                      <a16:creationId xmlns:a16="http://schemas.microsoft.com/office/drawing/2014/main" id="{424D7208-A3B3-526F-893B-CEA50DF69AD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9" name="楕円 8">
                  <a:extLst>
                    <a:ext uri="{FF2B5EF4-FFF2-40B4-BE49-F238E27FC236}">
                      <a16:creationId xmlns:a16="http://schemas.microsoft.com/office/drawing/2014/main" id="{1972FFCF-01D9-32A8-91C1-CF7951959C3F}"/>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7" name="図 6">
                <a:extLst>
                  <a:ext uri="{FF2B5EF4-FFF2-40B4-BE49-F238E27FC236}">
                    <a16:creationId xmlns:a16="http://schemas.microsoft.com/office/drawing/2014/main" id="{3E5CC710-BA18-2C62-41D6-AFBF34F996F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grpSp>
        <p:nvGrpSpPr>
          <p:cNvPr id="28" name="グループ化 27">
            <a:extLst>
              <a:ext uri="{FF2B5EF4-FFF2-40B4-BE49-F238E27FC236}">
                <a16:creationId xmlns:a16="http://schemas.microsoft.com/office/drawing/2014/main" id="{67E7E82B-FB5F-E750-5201-8E6C34B77376}"/>
              </a:ext>
            </a:extLst>
          </p:cNvPr>
          <p:cNvGrpSpPr/>
          <p:nvPr/>
        </p:nvGrpSpPr>
        <p:grpSpPr>
          <a:xfrm>
            <a:off x="1031309" y="1663429"/>
            <a:ext cx="10129383" cy="553330"/>
            <a:chOff x="1151428" y="1663429"/>
            <a:chExt cx="10129383" cy="553330"/>
          </a:xfrm>
        </p:grpSpPr>
        <p:sp>
          <p:nvSpPr>
            <p:cNvPr id="20" name="四角形: 上の 2 つの角を丸める 19">
              <a:extLst>
                <a:ext uri="{FF2B5EF4-FFF2-40B4-BE49-F238E27FC236}">
                  <a16:creationId xmlns:a16="http://schemas.microsoft.com/office/drawing/2014/main" id="{91C0FE00-93EE-24D2-0097-9DD441BDFAFB}"/>
                </a:ext>
              </a:extLst>
            </p:cNvPr>
            <p:cNvSpPr/>
            <p:nvPr/>
          </p:nvSpPr>
          <p:spPr>
            <a:xfrm>
              <a:off x="1151428" y="1663429"/>
              <a:ext cx="2892167" cy="553330"/>
            </a:xfrm>
            <a:prstGeom prst="round2SameRect">
              <a:avLst/>
            </a:prstGeom>
            <a:solidFill>
              <a:schemeClr val="accent6">
                <a:lumMod val="60000"/>
                <a:lumOff val="4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solidFill>
                    <a:schemeClr val="bg1">
                      <a:lumMod val="95000"/>
                    </a:schemeClr>
                  </a:solidFill>
                  <a:latin typeface="原稿用標準書体" panose="03000503000000000000" pitchFamily="66" charset="-128"/>
                  <a:ea typeface="原稿用標準書体" panose="03000503000000000000" pitchFamily="66" charset="-128"/>
                </a:rPr>
                <a:t>イラスト</a:t>
              </a:r>
            </a:p>
          </p:txBody>
        </p:sp>
        <p:sp>
          <p:nvSpPr>
            <p:cNvPr id="24" name="四角形: 上の 2 つの角を丸める 23">
              <a:extLst>
                <a:ext uri="{FF2B5EF4-FFF2-40B4-BE49-F238E27FC236}">
                  <a16:creationId xmlns:a16="http://schemas.microsoft.com/office/drawing/2014/main" id="{4A6C1114-F6F2-7095-1AE7-9DAC62A11EF2}"/>
                </a:ext>
              </a:extLst>
            </p:cNvPr>
            <p:cNvSpPr/>
            <p:nvPr/>
          </p:nvSpPr>
          <p:spPr>
            <a:xfrm>
              <a:off x="4770036" y="1663429"/>
              <a:ext cx="2892167" cy="553330"/>
            </a:xfrm>
            <a:prstGeom prst="round2SameRect">
              <a:avLst/>
            </a:prstGeom>
            <a:solidFill>
              <a:schemeClr val="accent6">
                <a:lumMod val="60000"/>
                <a:lumOff val="4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a:latin typeface="原稿用標準書体" panose="03000503000000000000" pitchFamily="66" charset="-128"/>
                  <a:ea typeface="原稿用標準書体" panose="03000503000000000000" pitchFamily="66" charset="-128"/>
                </a:rPr>
                <a:t>シーン回想</a:t>
              </a:r>
            </a:p>
          </p:txBody>
        </p:sp>
        <p:sp>
          <p:nvSpPr>
            <p:cNvPr id="26" name="四角形: 上の 2 つの角を丸める 25">
              <a:extLst>
                <a:ext uri="{FF2B5EF4-FFF2-40B4-BE49-F238E27FC236}">
                  <a16:creationId xmlns:a16="http://schemas.microsoft.com/office/drawing/2014/main" id="{D878850A-588D-5C5F-A18E-853229FF7934}"/>
                </a:ext>
              </a:extLst>
            </p:cNvPr>
            <p:cNvSpPr/>
            <p:nvPr/>
          </p:nvSpPr>
          <p:spPr>
            <a:xfrm>
              <a:off x="8388644" y="1663429"/>
              <a:ext cx="2892167" cy="553330"/>
            </a:xfrm>
            <a:prstGeom prst="round2SameRect">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a:solidFill>
                    <a:schemeClr val="accent6"/>
                  </a:solidFill>
                  <a:latin typeface="原稿用標準書体" panose="03000503000000000000" pitchFamily="66" charset="-128"/>
                  <a:ea typeface="原稿用標準書体" panose="03000503000000000000" pitchFamily="66" charset="-128"/>
                </a:rPr>
                <a:t>立ち絵</a:t>
              </a: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grpSp>
      <p:sp>
        <p:nvSpPr>
          <p:cNvPr id="30" name="四角形: 上の 2 つの角を丸める 29">
            <a:extLst>
              <a:ext uri="{FF2B5EF4-FFF2-40B4-BE49-F238E27FC236}">
                <a16:creationId xmlns:a16="http://schemas.microsoft.com/office/drawing/2014/main" id="{B841968E-32CF-88A4-710C-8D950B2E3DA7}"/>
              </a:ext>
            </a:extLst>
          </p:cNvPr>
          <p:cNvSpPr/>
          <p:nvPr/>
        </p:nvSpPr>
        <p:spPr>
          <a:xfrm flipV="1">
            <a:off x="1031308" y="2216756"/>
            <a:ext cx="10129383" cy="4123272"/>
          </a:xfrm>
          <a:prstGeom prst="round2SameRect">
            <a:avLst>
              <a:gd name="adj1" fmla="val 2338"/>
              <a:gd name="adj2" fmla="val 0"/>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正方形/長方形 10">
            <a:extLst>
              <a:ext uri="{FF2B5EF4-FFF2-40B4-BE49-F238E27FC236}">
                <a16:creationId xmlns:a16="http://schemas.microsoft.com/office/drawing/2014/main" id="{7343EDCD-0EF9-045D-EE2A-DE3574100377}"/>
              </a:ext>
            </a:extLst>
          </p:cNvPr>
          <p:cNvSpPr/>
          <p:nvPr/>
        </p:nvSpPr>
        <p:spPr>
          <a:xfrm>
            <a:off x="2123496" y="2660608"/>
            <a:ext cx="2215887" cy="3254326"/>
          </a:xfrm>
          <a:prstGeom prst="rect">
            <a:avLst/>
          </a:prstGeom>
          <a:no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正方形/長方形 18">
            <a:extLst>
              <a:ext uri="{FF2B5EF4-FFF2-40B4-BE49-F238E27FC236}">
                <a16:creationId xmlns:a16="http://schemas.microsoft.com/office/drawing/2014/main" id="{DF0DBD9A-6F08-1D39-7CFC-3F4A66B99F93}"/>
              </a:ext>
            </a:extLst>
          </p:cNvPr>
          <p:cNvSpPr/>
          <p:nvPr/>
        </p:nvSpPr>
        <p:spPr>
          <a:xfrm>
            <a:off x="4988057" y="2660608"/>
            <a:ext cx="2215887" cy="3254326"/>
          </a:xfrm>
          <a:prstGeom prst="rect">
            <a:avLst/>
          </a:prstGeom>
          <a:no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正方形/長方形 21">
            <a:extLst>
              <a:ext uri="{FF2B5EF4-FFF2-40B4-BE49-F238E27FC236}">
                <a16:creationId xmlns:a16="http://schemas.microsoft.com/office/drawing/2014/main" id="{8E9C660C-3BC8-BC9B-E3C8-B98CB6A545A7}"/>
              </a:ext>
            </a:extLst>
          </p:cNvPr>
          <p:cNvSpPr/>
          <p:nvPr/>
        </p:nvSpPr>
        <p:spPr>
          <a:xfrm>
            <a:off x="7852617" y="2660608"/>
            <a:ext cx="2215887" cy="3254326"/>
          </a:xfrm>
          <a:prstGeom prst="rect">
            <a:avLst/>
          </a:prstGeom>
          <a:no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3" name="図 12">
            <a:extLst>
              <a:ext uri="{FF2B5EF4-FFF2-40B4-BE49-F238E27FC236}">
                <a16:creationId xmlns:a16="http://schemas.microsoft.com/office/drawing/2014/main" id="{F32E525F-F40A-8C1F-A597-800B2332DF7F}"/>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987539" y="2721006"/>
            <a:ext cx="2215887" cy="3128570"/>
          </a:xfrm>
          <a:prstGeom prst="rect">
            <a:avLst/>
          </a:prstGeom>
        </p:spPr>
      </p:pic>
      <p:pic>
        <p:nvPicPr>
          <p:cNvPr id="15" name="図 14">
            <a:extLst>
              <a:ext uri="{FF2B5EF4-FFF2-40B4-BE49-F238E27FC236}">
                <a16:creationId xmlns:a16="http://schemas.microsoft.com/office/drawing/2014/main" id="{EBB6D302-D75C-D604-75ED-29620EB5876B}"/>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2123495" y="2722525"/>
            <a:ext cx="2215887" cy="3128571"/>
          </a:xfrm>
          <a:prstGeom prst="rect">
            <a:avLst/>
          </a:prstGeom>
        </p:spPr>
      </p:pic>
      <p:pic>
        <p:nvPicPr>
          <p:cNvPr id="27" name="図 26">
            <a:extLst>
              <a:ext uri="{FF2B5EF4-FFF2-40B4-BE49-F238E27FC236}">
                <a16:creationId xmlns:a16="http://schemas.microsoft.com/office/drawing/2014/main" id="{2CAE0C4B-9D01-2409-70AC-21D1C9C57E7C}"/>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851583" y="2725563"/>
            <a:ext cx="2211584" cy="3122495"/>
          </a:xfrm>
          <a:prstGeom prst="rect">
            <a:avLst/>
          </a:prstGeom>
        </p:spPr>
      </p:pic>
    </p:spTree>
    <p:extLst>
      <p:ext uri="{BB962C8B-B14F-4D97-AF65-F5344CB8AC3E}">
        <p14:creationId xmlns:p14="http://schemas.microsoft.com/office/powerpoint/2010/main" val="2386483321"/>
      </p:ext>
    </p:extLst>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a:extLst>
            <a:ext uri="{FF2B5EF4-FFF2-40B4-BE49-F238E27FC236}">
              <a16:creationId xmlns:a16="http://schemas.microsoft.com/office/drawing/2014/main" id="{90317DFF-EAA1-2A5F-8196-B8090C60BB60}"/>
            </a:ext>
          </a:extLst>
        </p:cNvPr>
        <p:cNvGrpSpPr/>
        <p:nvPr/>
      </p:nvGrpSpPr>
      <p:grpSpPr>
        <a:xfrm>
          <a:off x="0" y="0"/>
          <a:ext cx="0" cy="0"/>
          <a:chOff x="0" y="0"/>
          <a:chExt cx="0" cy="0"/>
        </a:xfrm>
      </p:grpSpPr>
      <p:grpSp>
        <p:nvGrpSpPr>
          <p:cNvPr id="66" name="グループ化 65">
            <a:extLst>
              <a:ext uri="{FF2B5EF4-FFF2-40B4-BE49-F238E27FC236}">
                <a16:creationId xmlns:a16="http://schemas.microsoft.com/office/drawing/2014/main" id="{FC73D483-81CA-D285-6226-0DE900BBEF6A}"/>
              </a:ext>
            </a:extLst>
          </p:cNvPr>
          <p:cNvGrpSpPr/>
          <p:nvPr/>
        </p:nvGrpSpPr>
        <p:grpSpPr>
          <a:xfrm>
            <a:off x="431675" y="5640918"/>
            <a:ext cx="11328651" cy="929715"/>
            <a:chOff x="431675" y="5640918"/>
            <a:chExt cx="11328651" cy="929715"/>
          </a:xfrm>
        </p:grpSpPr>
        <p:sp>
          <p:nvSpPr>
            <p:cNvPr id="43" name="四角形: 角を丸くする 42">
              <a:extLst>
                <a:ext uri="{FF2B5EF4-FFF2-40B4-BE49-F238E27FC236}">
                  <a16:creationId xmlns:a16="http://schemas.microsoft.com/office/drawing/2014/main" id="{2E4F1034-92DB-E87F-36B4-02CC71ECEF4D}"/>
                </a:ext>
              </a:extLst>
            </p:cNvPr>
            <p:cNvSpPr/>
            <p:nvPr/>
          </p:nvSpPr>
          <p:spPr>
            <a:xfrm>
              <a:off x="431675" y="5656233"/>
              <a:ext cx="11328651" cy="914400"/>
            </a:xfrm>
            <a:prstGeom prst="roundRect">
              <a:avLst>
                <a:gd name="adj" fmla="val 4803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53" name="四角形: 角を丸くする 52">
              <a:extLst>
                <a:ext uri="{FF2B5EF4-FFF2-40B4-BE49-F238E27FC236}">
                  <a16:creationId xmlns:a16="http://schemas.microsoft.com/office/drawing/2014/main" id="{9568F80A-AAFB-E406-D514-51AE2DD98828}"/>
                </a:ext>
              </a:extLst>
            </p:cNvPr>
            <p:cNvSpPr/>
            <p:nvPr/>
          </p:nvSpPr>
          <p:spPr>
            <a:xfrm>
              <a:off x="989774" y="5640918"/>
              <a:ext cx="1338828" cy="914400"/>
            </a:xfrm>
            <a:prstGeom prst="roundRect">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5" name="テキスト ボックス 54">
              <a:extLst>
                <a:ext uri="{FF2B5EF4-FFF2-40B4-BE49-F238E27FC236}">
                  <a16:creationId xmlns:a16="http://schemas.microsoft.com/office/drawing/2014/main" id="{840D3FE2-C52B-3442-A168-3DDF4DD5C8AC}"/>
                </a:ext>
              </a:extLst>
            </p:cNvPr>
            <p:cNvSpPr txBox="1"/>
            <p:nvPr/>
          </p:nvSpPr>
          <p:spPr>
            <a:xfrm>
              <a:off x="1165119"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7" name="テキスト ボックス 56">
              <a:extLst>
                <a:ext uri="{FF2B5EF4-FFF2-40B4-BE49-F238E27FC236}">
                  <a16:creationId xmlns:a16="http://schemas.microsoft.com/office/drawing/2014/main" id="{141B32B2-524B-E2CA-8606-A8B324F17024}"/>
                </a:ext>
              </a:extLst>
            </p:cNvPr>
            <p:cNvSpPr txBox="1"/>
            <p:nvPr/>
          </p:nvSpPr>
          <p:spPr>
            <a:xfrm flipH="1">
              <a:off x="529243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9" name="テキスト ボックス 58">
              <a:extLst>
                <a:ext uri="{FF2B5EF4-FFF2-40B4-BE49-F238E27FC236}">
                  <a16:creationId xmlns:a16="http://schemas.microsoft.com/office/drawing/2014/main" id="{12BF6ED3-00D5-02F0-D255-ACC8EFA3E656}"/>
                </a:ext>
              </a:extLst>
            </p:cNvPr>
            <p:cNvSpPr txBox="1"/>
            <p:nvPr/>
          </p:nvSpPr>
          <p:spPr>
            <a:xfrm>
              <a:off x="284405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1" name="テキスト ボックス 60">
              <a:extLst>
                <a:ext uri="{FF2B5EF4-FFF2-40B4-BE49-F238E27FC236}">
                  <a16:creationId xmlns:a16="http://schemas.microsoft.com/office/drawing/2014/main" id="{04056D3C-9004-93C0-7316-4AF11BDE99E7}"/>
                </a:ext>
              </a:extLst>
            </p:cNvPr>
            <p:cNvSpPr txBox="1"/>
            <p:nvPr/>
          </p:nvSpPr>
          <p:spPr>
            <a:xfrm>
              <a:off x="8393833"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3" name="テキスト ボックス 62">
              <a:extLst>
                <a:ext uri="{FF2B5EF4-FFF2-40B4-BE49-F238E27FC236}">
                  <a16:creationId xmlns:a16="http://schemas.microsoft.com/office/drawing/2014/main" id="{404C1F2D-AA66-6C37-FF49-FCA65795ED3D}"/>
                </a:ext>
              </a:extLst>
            </p:cNvPr>
            <p:cNvSpPr txBox="1"/>
            <p:nvPr/>
          </p:nvSpPr>
          <p:spPr>
            <a:xfrm>
              <a:off x="6714895"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5" name="テキスト ボックス 64">
              <a:extLst>
                <a:ext uri="{FF2B5EF4-FFF2-40B4-BE49-F238E27FC236}">
                  <a16:creationId xmlns:a16="http://schemas.microsoft.com/office/drawing/2014/main" id="{EB04A2FC-FDD8-959B-854B-D90DCFE46F65}"/>
                </a:ext>
              </a:extLst>
            </p:cNvPr>
            <p:cNvSpPr txBox="1"/>
            <p:nvPr/>
          </p:nvSpPr>
          <p:spPr>
            <a:xfrm flipH="1">
              <a:off x="9816293" y="5913378"/>
              <a:ext cx="1210588"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37" name="四角形: 角を丸くする 36">
            <a:extLst>
              <a:ext uri="{FF2B5EF4-FFF2-40B4-BE49-F238E27FC236}">
                <a16:creationId xmlns:a16="http://schemas.microsoft.com/office/drawing/2014/main" id="{40124FC2-180B-D4DF-D519-4B8899373DC9}"/>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grpSp>
        <p:nvGrpSpPr>
          <p:cNvPr id="24" name="グループ化 23">
            <a:extLst>
              <a:ext uri="{FF2B5EF4-FFF2-40B4-BE49-F238E27FC236}">
                <a16:creationId xmlns:a16="http://schemas.microsoft.com/office/drawing/2014/main" id="{372E9B58-B313-9FCB-0194-57A618B64E9F}"/>
              </a:ext>
            </a:extLst>
          </p:cNvPr>
          <p:cNvGrpSpPr/>
          <p:nvPr/>
        </p:nvGrpSpPr>
        <p:grpSpPr>
          <a:xfrm>
            <a:off x="163586" y="134635"/>
            <a:ext cx="1975684" cy="1396119"/>
            <a:chOff x="163586" y="134635"/>
            <a:chExt cx="1975684" cy="1396119"/>
          </a:xfrm>
        </p:grpSpPr>
        <p:grpSp>
          <p:nvGrpSpPr>
            <p:cNvPr id="25" name="グループ化 24">
              <a:extLst>
                <a:ext uri="{FF2B5EF4-FFF2-40B4-BE49-F238E27FC236}">
                  <a16:creationId xmlns:a16="http://schemas.microsoft.com/office/drawing/2014/main" id="{F4EF2AFC-F213-6FE1-2021-2BA12159F5F8}"/>
                </a:ext>
              </a:extLst>
            </p:cNvPr>
            <p:cNvGrpSpPr/>
            <p:nvPr/>
          </p:nvGrpSpPr>
          <p:grpSpPr>
            <a:xfrm>
              <a:off x="163586" y="134635"/>
              <a:ext cx="1975684" cy="1396119"/>
              <a:chOff x="163586" y="134635"/>
              <a:chExt cx="1975684" cy="1396119"/>
            </a:xfrm>
          </p:grpSpPr>
          <p:pic>
            <p:nvPicPr>
              <p:cNvPr id="27" name="図 26">
                <a:extLst>
                  <a:ext uri="{FF2B5EF4-FFF2-40B4-BE49-F238E27FC236}">
                    <a16:creationId xmlns:a16="http://schemas.microsoft.com/office/drawing/2014/main" id="{22CDB921-DE92-75FD-E415-D6233C43420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8" name="楕円 27">
                <a:extLst>
                  <a:ext uri="{FF2B5EF4-FFF2-40B4-BE49-F238E27FC236}">
                    <a16:creationId xmlns:a16="http://schemas.microsoft.com/office/drawing/2014/main" id="{BA28A474-1B18-13F8-2FFC-8CECB392D3B1}"/>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6" name="図 25">
              <a:extLst>
                <a:ext uri="{FF2B5EF4-FFF2-40B4-BE49-F238E27FC236}">
                  <a16:creationId xmlns:a16="http://schemas.microsoft.com/office/drawing/2014/main" id="{36F504FF-31C3-B0CC-F493-60F11452B4A0}"/>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
        <p:nvSpPr>
          <p:cNvPr id="39" name="テキスト ボックス 38">
            <a:extLst>
              <a:ext uri="{FF2B5EF4-FFF2-40B4-BE49-F238E27FC236}">
                <a16:creationId xmlns:a16="http://schemas.microsoft.com/office/drawing/2014/main" id="{A6F1F372-44C6-A41F-FFFE-E3AF234C5AB9}"/>
              </a:ext>
            </a:extLst>
          </p:cNvPr>
          <p:cNvSpPr txBox="1"/>
          <p:nvPr/>
        </p:nvSpPr>
        <p:spPr>
          <a:xfrm>
            <a:off x="1624588" y="641390"/>
            <a:ext cx="146706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ミッション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2" name="四角形: 角を丸くする 1">
            <a:extLst>
              <a:ext uri="{FF2B5EF4-FFF2-40B4-BE49-F238E27FC236}">
                <a16:creationId xmlns:a16="http://schemas.microsoft.com/office/drawing/2014/main" id="{8498A320-9B8F-85B2-30A7-79EFE551EE20}"/>
              </a:ext>
            </a:extLst>
          </p:cNvPr>
          <p:cNvSpPr/>
          <p:nvPr/>
        </p:nvSpPr>
        <p:spPr>
          <a:xfrm>
            <a:off x="1698342" y="1327454"/>
            <a:ext cx="8795316" cy="4056319"/>
          </a:xfrm>
          <a:prstGeom prst="roundRect">
            <a:avLst>
              <a:gd name="adj" fmla="val 9765"/>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a:p>
        </p:txBody>
      </p:sp>
      <p:sp>
        <p:nvSpPr>
          <p:cNvPr id="3" name="四角形: 角を丸くする 2">
            <a:extLst>
              <a:ext uri="{FF2B5EF4-FFF2-40B4-BE49-F238E27FC236}">
                <a16:creationId xmlns:a16="http://schemas.microsoft.com/office/drawing/2014/main" id="{3EB2CC9D-5FBB-4E2A-4FF5-36A0AB0637E5}"/>
              </a:ext>
            </a:extLst>
          </p:cNvPr>
          <p:cNvSpPr/>
          <p:nvPr/>
        </p:nvSpPr>
        <p:spPr>
          <a:xfrm>
            <a:off x="2051021" y="3014639"/>
            <a:ext cx="1545081"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rPr>
              <a:t>リミット</a:t>
            </a:r>
          </a:p>
        </p:txBody>
      </p:sp>
      <p:sp>
        <p:nvSpPr>
          <p:cNvPr id="4" name="四角形: 角を丸くする 3">
            <a:extLst>
              <a:ext uri="{FF2B5EF4-FFF2-40B4-BE49-F238E27FC236}">
                <a16:creationId xmlns:a16="http://schemas.microsoft.com/office/drawing/2014/main" id="{E8720877-3201-15AD-FC04-59B1930F6783}"/>
              </a:ext>
            </a:extLst>
          </p:cNvPr>
          <p:cNvSpPr/>
          <p:nvPr/>
        </p:nvSpPr>
        <p:spPr>
          <a:xfrm>
            <a:off x="2051021" y="1871154"/>
            <a:ext cx="1545081" cy="712577"/>
          </a:xfrm>
          <a:prstGeom prst="roundRect">
            <a:avLst>
              <a:gd name="adj" fmla="val 9765"/>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メイン</a:t>
            </a:r>
          </a:p>
        </p:txBody>
      </p:sp>
      <p:sp>
        <p:nvSpPr>
          <p:cNvPr id="5" name="四角形: 角を丸くする 4">
            <a:extLst>
              <a:ext uri="{FF2B5EF4-FFF2-40B4-BE49-F238E27FC236}">
                <a16:creationId xmlns:a16="http://schemas.microsoft.com/office/drawing/2014/main" id="{D4787C0B-ED1D-DACA-0CC3-C8B24E2F7E58}"/>
              </a:ext>
            </a:extLst>
          </p:cNvPr>
          <p:cNvSpPr/>
          <p:nvPr/>
        </p:nvSpPr>
        <p:spPr>
          <a:xfrm>
            <a:off x="2051021" y="4158125"/>
            <a:ext cx="1545081" cy="712577"/>
          </a:xfrm>
          <a:prstGeom prst="roundRect">
            <a:avLst>
              <a:gd name="adj" fmla="val 9765"/>
            </a:avLst>
          </a:prstGeom>
          <a:solidFill>
            <a:schemeClr val="tx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完了済み</a:t>
            </a:r>
          </a:p>
        </p:txBody>
      </p:sp>
      <p:sp>
        <p:nvSpPr>
          <p:cNvPr id="6" name="フリーフォーム: 図形 5">
            <a:extLst>
              <a:ext uri="{FF2B5EF4-FFF2-40B4-BE49-F238E27FC236}">
                <a16:creationId xmlns:a16="http://schemas.microsoft.com/office/drawing/2014/main" id="{70AA1CB7-683B-808D-D49C-94DF9BB8E850}"/>
              </a:ext>
            </a:extLst>
          </p:cNvPr>
          <p:cNvSpPr/>
          <p:nvPr/>
        </p:nvSpPr>
        <p:spPr>
          <a:xfrm>
            <a:off x="3948781" y="1334606"/>
            <a:ext cx="6544877" cy="4056319"/>
          </a:xfrm>
          <a:custGeom>
            <a:avLst/>
            <a:gdLst>
              <a:gd name="csX0" fmla="*/ 0 w 6544877"/>
              <a:gd name="csY0" fmla="*/ 0 h 4056319"/>
              <a:gd name="csX1" fmla="*/ 6148777 w 6544877"/>
              <a:gd name="csY1" fmla="*/ 0 h 4056319"/>
              <a:gd name="csX2" fmla="*/ 6544877 w 6544877"/>
              <a:gd name="csY2" fmla="*/ 396100 h 4056319"/>
              <a:gd name="csX3" fmla="*/ 6544877 w 6544877"/>
              <a:gd name="csY3" fmla="*/ 3660219 h 4056319"/>
              <a:gd name="csX4" fmla="*/ 6148777 w 6544877"/>
              <a:gd name="csY4" fmla="*/ 4056319 h 4056319"/>
              <a:gd name="csX5" fmla="*/ 0 w 6544877"/>
              <a:gd name="csY5" fmla="*/ 4056319 h 4056319"/>
            </a:gdLst>
            <a:ahLst/>
            <a:cxnLst>
              <a:cxn ang="0">
                <a:pos x="csX0" y="csY0"/>
              </a:cxn>
              <a:cxn ang="0">
                <a:pos x="csX1" y="csY1"/>
              </a:cxn>
              <a:cxn ang="0">
                <a:pos x="csX2" y="csY2"/>
              </a:cxn>
              <a:cxn ang="0">
                <a:pos x="csX3" y="csY3"/>
              </a:cxn>
              <a:cxn ang="0">
                <a:pos x="csX4" y="csY4"/>
              </a:cxn>
              <a:cxn ang="0">
                <a:pos x="csX5" y="csY5"/>
              </a:cxn>
            </a:cxnLst>
            <a:rect l="l" t="t" r="r" b="b"/>
            <a:pathLst>
              <a:path w="6544877" h="4056319">
                <a:moveTo>
                  <a:pt x="0" y="0"/>
                </a:moveTo>
                <a:lnTo>
                  <a:pt x="6148777" y="0"/>
                </a:lnTo>
                <a:cubicBezTo>
                  <a:pt x="6367537" y="0"/>
                  <a:pt x="6544877" y="177340"/>
                  <a:pt x="6544877" y="396100"/>
                </a:cubicBezTo>
                <a:lnTo>
                  <a:pt x="6544877" y="3660219"/>
                </a:lnTo>
                <a:cubicBezTo>
                  <a:pt x="6544877" y="3878979"/>
                  <a:pt x="6367537" y="4056319"/>
                  <a:pt x="6148777" y="4056319"/>
                </a:cubicBezTo>
                <a:lnTo>
                  <a:pt x="0" y="4056319"/>
                </a:lnTo>
                <a:close/>
              </a:path>
            </a:pathLst>
          </a:cu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endParaRPr kumimoji="1" lang="ja-JP" altLang="en-US"/>
          </a:p>
        </p:txBody>
      </p:sp>
      <p:sp>
        <p:nvSpPr>
          <p:cNvPr id="7" name="四角形: 角を丸くする 6">
            <a:extLst>
              <a:ext uri="{FF2B5EF4-FFF2-40B4-BE49-F238E27FC236}">
                <a16:creationId xmlns:a16="http://schemas.microsoft.com/office/drawing/2014/main" id="{5058F80A-57BB-FE5A-24F6-4274F59A1140}"/>
              </a:ext>
            </a:extLst>
          </p:cNvPr>
          <p:cNvSpPr/>
          <p:nvPr/>
        </p:nvSpPr>
        <p:spPr>
          <a:xfrm>
            <a:off x="3287031" y="3009492"/>
            <a:ext cx="1545081"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1" name="四角形: 角を丸くする 10">
            <a:extLst>
              <a:ext uri="{FF2B5EF4-FFF2-40B4-BE49-F238E27FC236}">
                <a16:creationId xmlns:a16="http://schemas.microsoft.com/office/drawing/2014/main" id="{8A918436-8EF5-5AE2-0F47-9843B61036DC}"/>
              </a:ext>
            </a:extLst>
          </p:cNvPr>
          <p:cNvSpPr/>
          <p:nvPr/>
        </p:nvSpPr>
        <p:spPr>
          <a:xfrm>
            <a:off x="4489817" y="2358358"/>
            <a:ext cx="5462804" cy="1766061"/>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5" name="テキスト ボックス 14">
            <a:extLst>
              <a:ext uri="{FF2B5EF4-FFF2-40B4-BE49-F238E27FC236}">
                <a16:creationId xmlns:a16="http://schemas.microsoft.com/office/drawing/2014/main" id="{7A8226C4-BB1F-5043-746E-AF6440ED2A94}"/>
              </a:ext>
            </a:extLst>
          </p:cNvPr>
          <p:cNvSpPr txBox="1"/>
          <p:nvPr/>
        </p:nvSpPr>
        <p:spPr>
          <a:xfrm>
            <a:off x="5282226" y="1655865"/>
            <a:ext cx="3877985" cy="461665"/>
          </a:xfrm>
          <a:prstGeom prst="rect">
            <a:avLst/>
          </a:prstGeom>
          <a:noFill/>
        </p:spPr>
        <p:txBody>
          <a:bodyPr wrap="none" rtlCol="0">
            <a:spAutoFit/>
          </a:bodyPr>
          <a:lstStyle/>
          <a:p>
            <a:pPr algn="ctr"/>
            <a:r>
              <a:rPr lang="ja-JP" altLang="en-US" sz="2400">
                <a:solidFill>
                  <a:srgbClr val="C00000"/>
                </a:solidFill>
                <a:latin typeface="原稿用標準書体" panose="03000503000000000000" pitchFamily="66" charset="-128"/>
                <a:ea typeface="原稿用標準書体" panose="03000503000000000000" pitchFamily="66" charset="-128"/>
                <a:cs typeface="叛逆明朝" panose="02000503000000000000" pitchFamily="2" charset="-128"/>
              </a:rPr>
              <a:t>リミットミッション制限中</a:t>
            </a:r>
            <a:endParaRPr kumimoji="1" lang="ja-JP" altLang="en-US" sz="2400" dirty="0">
              <a:solidFill>
                <a:srgbClr val="C00000"/>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18" name="グループ化 17">
            <a:extLst>
              <a:ext uri="{FF2B5EF4-FFF2-40B4-BE49-F238E27FC236}">
                <a16:creationId xmlns:a16="http://schemas.microsoft.com/office/drawing/2014/main" id="{F0E7BF5B-03DD-BC71-75A0-8B9739722B49}"/>
              </a:ext>
            </a:extLst>
          </p:cNvPr>
          <p:cNvGrpSpPr/>
          <p:nvPr/>
        </p:nvGrpSpPr>
        <p:grpSpPr>
          <a:xfrm>
            <a:off x="8710851" y="3425236"/>
            <a:ext cx="1035934" cy="474368"/>
            <a:chOff x="6592795" y="2986404"/>
            <a:chExt cx="1035934" cy="474368"/>
          </a:xfrm>
        </p:grpSpPr>
        <p:sp>
          <p:nvSpPr>
            <p:cNvPr id="20" name="二等辺三角形 19">
              <a:extLst>
                <a:ext uri="{FF2B5EF4-FFF2-40B4-BE49-F238E27FC236}">
                  <a16:creationId xmlns:a16="http://schemas.microsoft.com/office/drawing/2014/main" id="{6E89616F-6F17-939A-C324-A50EB0D83E72}"/>
                </a:ext>
              </a:extLst>
            </p:cNvPr>
            <p:cNvSpPr/>
            <p:nvPr/>
          </p:nvSpPr>
          <p:spPr>
            <a:xfrm rot="5400000">
              <a:off x="7187076" y="3019119"/>
              <a:ext cx="474368" cy="408938"/>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テキスト ボックス 21">
              <a:extLst>
                <a:ext uri="{FF2B5EF4-FFF2-40B4-BE49-F238E27FC236}">
                  <a16:creationId xmlns:a16="http://schemas.microsoft.com/office/drawing/2014/main" id="{1A3F3B71-E62D-ECD1-9843-14719AEDB903}"/>
                </a:ext>
              </a:extLst>
            </p:cNvPr>
            <p:cNvSpPr txBox="1"/>
            <p:nvPr/>
          </p:nvSpPr>
          <p:spPr>
            <a:xfrm>
              <a:off x="6592795" y="3038922"/>
              <a:ext cx="646332" cy="369332"/>
            </a:xfrm>
            <a:prstGeom prst="rect">
              <a:avLst/>
            </a:prstGeom>
            <a:noFill/>
          </p:spPr>
          <p:txBody>
            <a:bodyPr wrap="none" rtlCol="0">
              <a:spAutoFit/>
            </a:bodyPr>
            <a:lstStyle/>
            <a:p>
              <a:pPr algn="ctr"/>
              <a:r>
                <a:rPr lang="ja-JP" altLang="en-US">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進む</a:t>
              </a:r>
              <a:endParaRPr kumimoji="1" lang="ja-JP" altLang="en-US"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29" name="テキスト ボックス 28">
            <a:extLst>
              <a:ext uri="{FF2B5EF4-FFF2-40B4-BE49-F238E27FC236}">
                <a16:creationId xmlns:a16="http://schemas.microsoft.com/office/drawing/2014/main" id="{61BCBD5A-511A-C090-581D-4FAA35382214}"/>
              </a:ext>
            </a:extLst>
          </p:cNvPr>
          <p:cNvSpPr txBox="1"/>
          <p:nvPr/>
        </p:nvSpPr>
        <p:spPr>
          <a:xfrm>
            <a:off x="4832112" y="2514594"/>
            <a:ext cx="2236510"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次の章に進もう！</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2" name="テキスト ボックス 31">
            <a:extLst>
              <a:ext uri="{FF2B5EF4-FFF2-40B4-BE49-F238E27FC236}">
                <a16:creationId xmlns:a16="http://schemas.microsoft.com/office/drawing/2014/main" id="{5EC2C519-90C2-9AE5-789D-57ADC1939DC9}"/>
              </a:ext>
            </a:extLst>
          </p:cNvPr>
          <p:cNvSpPr txBox="1"/>
          <p:nvPr/>
        </p:nvSpPr>
        <p:spPr>
          <a:xfrm>
            <a:off x="4832112" y="3124247"/>
            <a:ext cx="3467616" cy="584775"/>
          </a:xfrm>
          <a:prstGeom prst="rect">
            <a:avLst/>
          </a:prstGeom>
          <a:noFill/>
        </p:spPr>
        <p:txBody>
          <a:bodyPr wrap="none" rtlCol="0">
            <a:spAutoFit/>
          </a:bodyPr>
          <a:lstStyle/>
          <a:p>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現在の章で受注可能な</a:t>
            </a:r>
            <a:br>
              <a:rPr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br>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リミットミッションはありません。</a:t>
            </a:r>
          </a:p>
        </p:txBody>
      </p:sp>
      <p:sp>
        <p:nvSpPr>
          <p:cNvPr id="68" name="四角形: 角を丸くする 67">
            <a:extLst>
              <a:ext uri="{FF2B5EF4-FFF2-40B4-BE49-F238E27FC236}">
                <a16:creationId xmlns:a16="http://schemas.microsoft.com/office/drawing/2014/main" id="{EB24DB7D-A039-737E-3BD8-702325E641BA}"/>
              </a:ext>
            </a:extLst>
          </p:cNvPr>
          <p:cNvSpPr/>
          <p:nvPr/>
        </p:nvSpPr>
        <p:spPr>
          <a:xfrm>
            <a:off x="4633632" y="4410830"/>
            <a:ext cx="5102512" cy="612948"/>
          </a:xfrm>
          <a:prstGeom prst="roundRect">
            <a:avLst>
              <a:gd name="adj" fmla="val 9765"/>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0" name="テキスト ボックス 69">
            <a:extLst>
              <a:ext uri="{FF2B5EF4-FFF2-40B4-BE49-F238E27FC236}">
                <a16:creationId xmlns:a16="http://schemas.microsoft.com/office/drawing/2014/main" id="{2AA92390-7D97-D66B-A4A5-633C76D73C79}"/>
              </a:ext>
            </a:extLst>
          </p:cNvPr>
          <p:cNvSpPr txBox="1"/>
          <p:nvPr/>
        </p:nvSpPr>
        <p:spPr>
          <a:xfrm>
            <a:off x="7167576" y="4585351"/>
            <a:ext cx="595035" cy="338554"/>
          </a:xfrm>
          <a:prstGeom prst="rect">
            <a:avLst/>
          </a:prstGeom>
          <a:noFill/>
        </p:spPr>
        <p:txBody>
          <a:bodyPr wrap="none" rtlCol="0">
            <a:spAutoFit/>
          </a:bodyPr>
          <a:lstStyle/>
          <a:p>
            <a:r>
              <a:rPr kumimoji="1"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報酬</a:t>
            </a: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pic>
        <p:nvPicPr>
          <p:cNvPr id="76" name="図 75">
            <a:extLst>
              <a:ext uri="{FF2B5EF4-FFF2-40B4-BE49-F238E27FC236}">
                <a16:creationId xmlns:a16="http://schemas.microsoft.com/office/drawing/2014/main" id="{48E03B20-60D9-9C77-0D7F-1DFACC4DAA3A}"/>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677292" y="4453666"/>
            <a:ext cx="532696" cy="518967"/>
          </a:xfrm>
          <a:prstGeom prst="rect">
            <a:avLst/>
          </a:prstGeom>
        </p:spPr>
      </p:pic>
      <p:sp>
        <p:nvSpPr>
          <p:cNvPr id="78" name="テキスト ボックス 77">
            <a:extLst>
              <a:ext uri="{FF2B5EF4-FFF2-40B4-BE49-F238E27FC236}">
                <a16:creationId xmlns:a16="http://schemas.microsoft.com/office/drawing/2014/main" id="{D7398F54-3B4F-E50A-016A-3FB3778DF9F2}"/>
              </a:ext>
            </a:extLst>
          </p:cNvPr>
          <p:cNvSpPr txBox="1"/>
          <p:nvPr/>
        </p:nvSpPr>
        <p:spPr>
          <a:xfrm>
            <a:off x="8068501" y="4569962"/>
            <a:ext cx="710451" cy="369332"/>
          </a:xfrm>
          <a:prstGeom prst="rect">
            <a:avLst/>
          </a:prstGeom>
          <a:noFill/>
        </p:spPr>
        <p:txBody>
          <a:bodyPr wrap="none" rtlCol="0">
            <a:spAutoFit/>
          </a:bodyPr>
          <a:lstStyle/>
          <a:p>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005</a:t>
            </a: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80" name="テキスト ボックス 79">
            <a:extLst>
              <a:ext uri="{FF2B5EF4-FFF2-40B4-BE49-F238E27FC236}">
                <a16:creationId xmlns:a16="http://schemas.microsoft.com/office/drawing/2014/main" id="{53B64201-AB1B-4490-CB15-1C8313E3824F}"/>
              </a:ext>
            </a:extLst>
          </p:cNvPr>
          <p:cNvSpPr txBox="1"/>
          <p:nvPr/>
        </p:nvSpPr>
        <p:spPr>
          <a:xfrm>
            <a:off x="4874614" y="4486472"/>
            <a:ext cx="2223686" cy="461665"/>
          </a:xfrm>
          <a:prstGeom prst="rect">
            <a:avLst/>
          </a:prstGeom>
          <a:noFill/>
        </p:spPr>
        <p:txBody>
          <a:bodyPr wrap="none" rtlCol="0">
            <a:spAutoFit/>
          </a:bodyPr>
          <a:lstStyle/>
          <a:p>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累計達成数 </a:t>
            </a:r>
            <a:r>
              <a:rPr kumimoji="1" lang="en-US" altLang="ja-JP" sz="24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0002</a:t>
            </a:r>
            <a:r>
              <a:rPr lang="en-US" altLang="ja-JP" sz="24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5</a:t>
            </a:r>
            <a:endParaRPr kumimoji="1" lang="ja-JP" altLang="en-US"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9" name="楕円 8">
            <a:extLst>
              <a:ext uri="{FF2B5EF4-FFF2-40B4-BE49-F238E27FC236}">
                <a16:creationId xmlns:a16="http://schemas.microsoft.com/office/drawing/2014/main" id="{8C2DF8B3-9EF3-162F-A15C-67795DB1D802}"/>
              </a:ext>
            </a:extLst>
          </p:cNvPr>
          <p:cNvSpPr/>
          <p:nvPr/>
        </p:nvSpPr>
        <p:spPr>
          <a:xfrm>
            <a:off x="8949017" y="4459536"/>
            <a:ext cx="508246" cy="508246"/>
          </a:xfrm>
          <a:prstGeom prst="ellipse">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テキスト ボックス 11">
            <a:extLst>
              <a:ext uri="{FF2B5EF4-FFF2-40B4-BE49-F238E27FC236}">
                <a16:creationId xmlns:a16="http://schemas.microsoft.com/office/drawing/2014/main" id="{A8DC265A-9242-2D7F-A206-52737C0D9174}"/>
              </a:ext>
            </a:extLst>
          </p:cNvPr>
          <p:cNvSpPr txBox="1"/>
          <p:nvPr/>
        </p:nvSpPr>
        <p:spPr>
          <a:xfrm>
            <a:off x="8841503" y="4545976"/>
            <a:ext cx="723275" cy="307777"/>
          </a:xfrm>
          <a:prstGeom prst="rect">
            <a:avLst/>
          </a:prstGeom>
          <a:noFill/>
        </p:spPr>
        <p:txBody>
          <a:bodyPr wrap="none" rtlCol="0">
            <a:spAutoFit/>
          </a:bodyPr>
          <a:lstStyle/>
          <a:p>
            <a:pPr algn="ctr"/>
            <a:r>
              <a:rPr lang="ja-JP" altLang="en-US" sz="1400">
                <a:solidFill>
                  <a:schemeClr val="bg1">
                    <a:lumMod val="95000"/>
                  </a:schemeClr>
                </a:solidFill>
                <a:effectLst>
                  <a:glow rad="114300">
                    <a:schemeClr val="tx1">
                      <a:lumMod val="50000"/>
                      <a:lumOff val="50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rPr>
              <a:t>未達成</a:t>
            </a:r>
          </a:p>
        </p:txBody>
      </p:sp>
    </p:spTree>
    <p:extLst>
      <p:ext uri="{BB962C8B-B14F-4D97-AF65-F5344CB8AC3E}">
        <p14:creationId xmlns:p14="http://schemas.microsoft.com/office/powerpoint/2010/main" val="4238303726"/>
      </p:ext>
    </p:extLst>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a:extLst>
            <a:ext uri="{FF2B5EF4-FFF2-40B4-BE49-F238E27FC236}">
              <a16:creationId xmlns:a16="http://schemas.microsoft.com/office/drawing/2014/main" id="{927ACDB0-78F3-44EB-05A3-C9ACBC452968}"/>
            </a:ext>
          </a:extLst>
        </p:cNvPr>
        <p:cNvGrpSpPr/>
        <p:nvPr/>
      </p:nvGrpSpPr>
      <p:grpSpPr>
        <a:xfrm>
          <a:off x="0" y="0"/>
          <a:ext cx="0" cy="0"/>
          <a:chOff x="0" y="0"/>
          <a:chExt cx="0" cy="0"/>
        </a:xfrm>
      </p:grpSpPr>
      <p:grpSp>
        <p:nvGrpSpPr>
          <p:cNvPr id="66" name="グループ化 65">
            <a:extLst>
              <a:ext uri="{FF2B5EF4-FFF2-40B4-BE49-F238E27FC236}">
                <a16:creationId xmlns:a16="http://schemas.microsoft.com/office/drawing/2014/main" id="{83C5772D-6D1D-6DFF-AE05-B1EEF328B2C6}"/>
              </a:ext>
            </a:extLst>
          </p:cNvPr>
          <p:cNvGrpSpPr/>
          <p:nvPr/>
        </p:nvGrpSpPr>
        <p:grpSpPr>
          <a:xfrm>
            <a:off x="431675" y="5640918"/>
            <a:ext cx="11328651" cy="929715"/>
            <a:chOff x="431675" y="5640918"/>
            <a:chExt cx="11328651" cy="929715"/>
          </a:xfrm>
        </p:grpSpPr>
        <p:sp>
          <p:nvSpPr>
            <p:cNvPr id="43" name="四角形: 角を丸くする 42">
              <a:extLst>
                <a:ext uri="{FF2B5EF4-FFF2-40B4-BE49-F238E27FC236}">
                  <a16:creationId xmlns:a16="http://schemas.microsoft.com/office/drawing/2014/main" id="{ABF59E8C-9AA8-752F-AA32-20270C740520}"/>
                </a:ext>
              </a:extLst>
            </p:cNvPr>
            <p:cNvSpPr/>
            <p:nvPr/>
          </p:nvSpPr>
          <p:spPr>
            <a:xfrm>
              <a:off x="431675" y="5656233"/>
              <a:ext cx="11328651" cy="914400"/>
            </a:xfrm>
            <a:prstGeom prst="roundRect">
              <a:avLst>
                <a:gd name="adj" fmla="val 4803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53" name="四角形: 角を丸くする 52">
              <a:extLst>
                <a:ext uri="{FF2B5EF4-FFF2-40B4-BE49-F238E27FC236}">
                  <a16:creationId xmlns:a16="http://schemas.microsoft.com/office/drawing/2014/main" id="{7E8BE00B-5A57-A1D4-33B8-1F4662A786ED}"/>
                </a:ext>
              </a:extLst>
            </p:cNvPr>
            <p:cNvSpPr/>
            <p:nvPr/>
          </p:nvSpPr>
          <p:spPr>
            <a:xfrm>
              <a:off x="989774" y="5640918"/>
              <a:ext cx="1338828" cy="914400"/>
            </a:xfrm>
            <a:prstGeom prst="roundRect">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5" name="テキスト ボックス 54">
              <a:extLst>
                <a:ext uri="{FF2B5EF4-FFF2-40B4-BE49-F238E27FC236}">
                  <a16:creationId xmlns:a16="http://schemas.microsoft.com/office/drawing/2014/main" id="{E3DCF51D-BB46-9ADE-8C4F-4034C3F24577}"/>
                </a:ext>
              </a:extLst>
            </p:cNvPr>
            <p:cNvSpPr txBox="1"/>
            <p:nvPr/>
          </p:nvSpPr>
          <p:spPr>
            <a:xfrm>
              <a:off x="1165119"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7" name="テキスト ボックス 56">
              <a:extLst>
                <a:ext uri="{FF2B5EF4-FFF2-40B4-BE49-F238E27FC236}">
                  <a16:creationId xmlns:a16="http://schemas.microsoft.com/office/drawing/2014/main" id="{0B389D71-0BC4-16A0-DF8D-C3E287709E99}"/>
                </a:ext>
              </a:extLst>
            </p:cNvPr>
            <p:cNvSpPr txBox="1"/>
            <p:nvPr/>
          </p:nvSpPr>
          <p:spPr>
            <a:xfrm flipH="1">
              <a:off x="529243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9" name="テキスト ボックス 58">
              <a:extLst>
                <a:ext uri="{FF2B5EF4-FFF2-40B4-BE49-F238E27FC236}">
                  <a16:creationId xmlns:a16="http://schemas.microsoft.com/office/drawing/2014/main" id="{4AC862F0-06D5-7C0F-66B7-2CAA78492150}"/>
                </a:ext>
              </a:extLst>
            </p:cNvPr>
            <p:cNvSpPr txBox="1"/>
            <p:nvPr/>
          </p:nvSpPr>
          <p:spPr>
            <a:xfrm>
              <a:off x="284405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1" name="テキスト ボックス 60">
              <a:extLst>
                <a:ext uri="{FF2B5EF4-FFF2-40B4-BE49-F238E27FC236}">
                  <a16:creationId xmlns:a16="http://schemas.microsoft.com/office/drawing/2014/main" id="{7BA8586D-7658-44E3-A068-4B4D1143A7C5}"/>
                </a:ext>
              </a:extLst>
            </p:cNvPr>
            <p:cNvSpPr txBox="1"/>
            <p:nvPr/>
          </p:nvSpPr>
          <p:spPr>
            <a:xfrm>
              <a:off x="8393833"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3" name="テキスト ボックス 62">
              <a:extLst>
                <a:ext uri="{FF2B5EF4-FFF2-40B4-BE49-F238E27FC236}">
                  <a16:creationId xmlns:a16="http://schemas.microsoft.com/office/drawing/2014/main" id="{DE2594D2-6E3B-8648-527C-2795E508E986}"/>
                </a:ext>
              </a:extLst>
            </p:cNvPr>
            <p:cNvSpPr txBox="1"/>
            <p:nvPr/>
          </p:nvSpPr>
          <p:spPr>
            <a:xfrm>
              <a:off x="6714895"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5" name="テキスト ボックス 64">
              <a:extLst>
                <a:ext uri="{FF2B5EF4-FFF2-40B4-BE49-F238E27FC236}">
                  <a16:creationId xmlns:a16="http://schemas.microsoft.com/office/drawing/2014/main" id="{2410D433-A7EA-6DB1-5AA8-98A864082014}"/>
                </a:ext>
              </a:extLst>
            </p:cNvPr>
            <p:cNvSpPr txBox="1"/>
            <p:nvPr/>
          </p:nvSpPr>
          <p:spPr>
            <a:xfrm flipH="1">
              <a:off x="9816293" y="5913378"/>
              <a:ext cx="1210588"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37" name="四角形: 角を丸くする 36">
            <a:extLst>
              <a:ext uri="{FF2B5EF4-FFF2-40B4-BE49-F238E27FC236}">
                <a16:creationId xmlns:a16="http://schemas.microsoft.com/office/drawing/2014/main" id="{38C99D39-6597-47A3-498C-860927B93701}"/>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grpSp>
        <p:nvGrpSpPr>
          <p:cNvPr id="24" name="グループ化 23">
            <a:extLst>
              <a:ext uri="{FF2B5EF4-FFF2-40B4-BE49-F238E27FC236}">
                <a16:creationId xmlns:a16="http://schemas.microsoft.com/office/drawing/2014/main" id="{450334CD-9920-89EB-FEB1-4BF34F54C8D8}"/>
              </a:ext>
            </a:extLst>
          </p:cNvPr>
          <p:cNvGrpSpPr/>
          <p:nvPr/>
        </p:nvGrpSpPr>
        <p:grpSpPr>
          <a:xfrm>
            <a:off x="163586" y="134635"/>
            <a:ext cx="1975684" cy="1396119"/>
            <a:chOff x="163586" y="134635"/>
            <a:chExt cx="1975684" cy="1396119"/>
          </a:xfrm>
        </p:grpSpPr>
        <p:grpSp>
          <p:nvGrpSpPr>
            <p:cNvPr id="25" name="グループ化 24">
              <a:extLst>
                <a:ext uri="{FF2B5EF4-FFF2-40B4-BE49-F238E27FC236}">
                  <a16:creationId xmlns:a16="http://schemas.microsoft.com/office/drawing/2014/main" id="{E12C372A-0CDE-891F-5EA0-A551F76D16E4}"/>
                </a:ext>
              </a:extLst>
            </p:cNvPr>
            <p:cNvGrpSpPr/>
            <p:nvPr/>
          </p:nvGrpSpPr>
          <p:grpSpPr>
            <a:xfrm>
              <a:off x="163586" y="134635"/>
              <a:ext cx="1975684" cy="1396119"/>
              <a:chOff x="163586" y="134635"/>
              <a:chExt cx="1975684" cy="1396119"/>
            </a:xfrm>
          </p:grpSpPr>
          <p:pic>
            <p:nvPicPr>
              <p:cNvPr id="27" name="図 26">
                <a:extLst>
                  <a:ext uri="{FF2B5EF4-FFF2-40B4-BE49-F238E27FC236}">
                    <a16:creationId xmlns:a16="http://schemas.microsoft.com/office/drawing/2014/main" id="{EBFEF400-9D1F-79D0-788C-FF02EEF5D96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8" name="楕円 27">
                <a:extLst>
                  <a:ext uri="{FF2B5EF4-FFF2-40B4-BE49-F238E27FC236}">
                    <a16:creationId xmlns:a16="http://schemas.microsoft.com/office/drawing/2014/main" id="{7FE22135-50F2-DD1B-3D6E-F934E260CD8F}"/>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6" name="図 25">
              <a:extLst>
                <a:ext uri="{FF2B5EF4-FFF2-40B4-BE49-F238E27FC236}">
                  <a16:creationId xmlns:a16="http://schemas.microsoft.com/office/drawing/2014/main" id="{601786D8-EDD7-F197-38E3-995491989913}"/>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
        <p:nvSpPr>
          <p:cNvPr id="39" name="テキスト ボックス 38">
            <a:extLst>
              <a:ext uri="{FF2B5EF4-FFF2-40B4-BE49-F238E27FC236}">
                <a16:creationId xmlns:a16="http://schemas.microsoft.com/office/drawing/2014/main" id="{B31BA474-1ED6-8C02-204E-D1FD022900E4}"/>
              </a:ext>
            </a:extLst>
          </p:cNvPr>
          <p:cNvSpPr txBox="1"/>
          <p:nvPr/>
        </p:nvSpPr>
        <p:spPr>
          <a:xfrm>
            <a:off x="1624588" y="641390"/>
            <a:ext cx="146706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ミッション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2" name="四角形: 角を丸くする 1">
            <a:extLst>
              <a:ext uri="{FF2B5EF4-FFF2-40B4-BE49-F238E27FC236}">
                <a16:creationId xmlns:a16="http://schemas.microsoft.com/office/drawing/2014/main" id="{B7FAFA56-2316-B9F7-9DB0-A38EAF2CD6D9}"/>
              </a:ext>
            </a:extLst>
          </p:cNvPr>
          <p:cNvSpPr/>
          <p:nvPr/>
        </p:nvSpPr>
        <p:spPr>
          <a:xfrm>
            <a:off x="1698342" y="1327454"/>
            <a:ext cx="8795316" cy="4056319"/>
          </a:xfrm>
          <a:prstGeom prst="roundRect">
            <a:avLst>
              <a:gd name="adj" fmla="val 9765"/>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a:p>
        </p:txBody>
      </p:sp>
      <p:sp>
        <p:nvSpPr>
          <p:cNvPr id="3" name="四角形: 角を丸くする 2">
            <a:extLst>
              <a:ext uri="{FF2B5EF4-FFF2-40B4-BE49-F238E27FC236}">
                <a16:creationId xmlns:a16="http://schemas.microsoft.com/office/drawing/2014/main" id="{D567F7B1-9262-46BD-C63E-5A9A29A8F828}"/>
              </a:ext>
            </a:extLst>
          </p:cNvPr>
          <p:cNvSpPr/>
          <p:nvPr/>
        </p:nvSpPr>
        <p:spPr>
          <a:xfrm>
            <a:off x="2051021" y="3014639"/>
            <a:ext cx="1545081"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rPr>
              <a:t>リミット</a:t>
            </a:r>
          </a:p>
        </p:txBody>
      </p:sp>
      <p:sp>
        <p:nvSpPr>
          <p:cNvPr id="4" name="四角形: 角を丸くする 3">
            <a:extLst>
              <a:ext uri="{FF2B5EF4-FFF2-40B4-BE49-F238E27FC236}">
                <a16:creationId xmlns:a16="http://schemas.microsoft.com/office/drawing/2014/main" id="{193AF6A2-EE69-8B5A-B013-900A9B720005}"/>
              </a:ext>
            </a:extLst>
          </p:cNvPr>
          <p:cNvSpPr/>
          <p:nvPr/>
        </p:nvSpPr>
        <p:spPr>
          <a:xfrm>
            <a:off x="2051021" y="1871154"/>
            <a:ext cx="1545081" cy="712577"/>
          </a:xfrm>
          <a:prstGeom prst="roundRect">
            <a:avLst>
              <a:gd name="adj" fmla="val 9765"/>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メイン</a:t>
            </a:r>
          </a:p>
        </p:txBody>
      </p:sp>
      <p:sp>
        <p:nvSpPr>
          <p:cNvPr id="5" name="四角形: 角を丸くする 4">
            <a:extLst>
              <a:ext uri="{FF2B5EF4-FFF2-40B4-BE49-F238E27FC236}">
                <a16:creationId xmlns:a16="http://schemas.microsoft.com/office/drawing/2014/main" id="{8429A99F-374E-BC1F-18C2-1460E1B6874B}"/>
              </a:ext>
            </a:extLst>
          </p:cNvPr>
          <p:cNvSpPr/>
          <p:nvPr/>
        </p:nvSpPr>
        <p:spPr>
          <a:xfrm>
            <a:off x="2051021" y="4158125"/>
            <a:ext cx="1545081" cy="712577"/>
          </a:xfrm>
          <a:prstGeom prst="roundRect">
            <a:avLst>
              <a:gd name="adj" fmla="val 9765"/>
            </a:avLst>
          </a:prstGeom>
          <a:solidFill>
            <a:schemeClr val="tx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完了済み</a:t>
            </a:r>
          </a:p>
        </p:txBody>
      </p:sp>
      <p:sp>
        <p:nvSpPr>
          <p:cNvPr id="6" name="フリーフォーム: 図形 5">
            <a:extLst>
              <a:ext uri="{FF2B5EF4-FFF2-40B4-BE49-F238E27FC236}">
                <a16:creationId xmlns:a16="http://schemas.microsoft.com/office/drawing/2014/main" id="{33DEB9C4-54F5-0177-A2BB-B8829669CD53}"/>
              </a:ext>
            </a:extLst>
          </p:cNvPr>
          <p:cNvSpPr/>
          <p:nvPr/>
        </p:nvSpPr>
        <p:spPr>
          <a:xfrm>
            <a:off x="3948781" y="1334606"/>
            <a:ext cx="6544877" cy="4056319"/>
          </a:xfrm>
          <a:custGeom>
            <a:avLst/>
            <a:gdLst>
              <a:gd name="csX0" fmla="*/ 0 w 6544877"/>
              <a:gd name="csY0" fmla="*/ 0 h 4056319"/>
              <a:gd name="csX1" fmla="*/ 6148777 w 6544877"/>
              <a:gd name="csY1" fmla="*/ 0 h 4056319"/>
              <a:gd name="csX2" fmla="*/ 6544877 w 6544877"/>
              <a:gd name="csY2" fmla="*/ 396100 h 4056319"/>
              <a:gd name="csX3" fmla="*/ 6544877 w 6544877"/>
              <a:gd name="csY3" fmla="*/ 3660219 h 4056319"/>
              <a:gd name="csX4" fmla="*/ 6148777 w 6544877"/>
              <a:gd name="csY4" fmla="*/ 4056319 h 4056319"/>
              <a:gd name="csX5" fmla="*/ 0 w 6544877"/>
              <a:gd name="csY5" fmla="*/ 4056319 h 4056319"/>
            </a:gdLst>
            <a:ahLst/>
            <a:cxnLst>
              <a:cxn ang="0">
                <a:pos x="csX0" y="csY0"/>
              </a:cxn>
              <a:cxn ang="0">
                <a:pos x="csX1" y="csY1"/>
              </a:cxn>
              <a:cxn ang="0">
                <a:pos x="csX2" y="csY2"/>
              </a:cxn>
              <a:cxn ang="0">
                <a:pos x="csX3" y="csY3"/>
              </a:cxn>
              <a:cxn ang="0">
                <a:pos x="csX4" y="csY4"/>
              </a:cxn>
              <a:cxn ang="0">
                <a:pos x="csX5" y="csY5"/>
              </a:cxn>
            </a:cxnLst>
            <a:rect l="l" t="t" r="r" b="b"/>
            <a:pathLst>
              <a:path w="6544877" h="4056319">
                <a:moveTo>
                  <a:pt x="0" y="0"/>
                </a:moveTo>
                <a:lnTo>
                  <a:pt x="6148777" y="0"/>
                </a:lnTo>
                <a:cubicBezTo>
                  <a:pt x="6367537" y="0"/>
                  <a:pt x="6544877" y="177340"/>
                  <a:pt x="6544877" y="396100"/>
                </a:cubicBezTo>
                <a:lnTo>
                  <a:pt x="6544877" y="3660219"/>
                </a:lnTo>
                <a:cubicBezTo>
                  <a:pt x="6544877" y="3878979"/>
                  <a:pt x="6367537" y="4056319"/>
                  <a:pt x="6148777" y="4056319"/>
                </a:cubicBezTo>
                <a:lnTo>
                  <a:pt x="0" y="4056319"/>
                </a:lnTo>
                <a:close/>
              </a:path>
            </a:pathLst>
          </a:cu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endParaRPr kumimoji="1" lang="ja-JP" altLang="en-US"/>
          </a:p>
        </p:txBody>
      </p:sp>
      <p:sp>
        <p:nvSpPr>
          <p:cNvPr id="7" name="四角形: 角を丸くする 6">
            <a:extLst>
              <a:ext uri="{FF2B5EF4-FFF2-40B4-BE49-F238E27FC236}">
                <a16:creationId xmlns:a16="http://schemas.microsoft.com/office/drawing/2014/main" id="{7CE63528-AC54-0D91-C8D4-531ED0DDF7E8}"/>
              </a:ext>
            </a:extLst>
          </p:cNvPr>
          <p:cNvSpPr/>
          <p:nvPr/>
        </p:nvSpPr>
        <p:spPr>
          <a:xfrm>
            <a:off x="3287031" y="3009492"/>
            <a:ext cx="1545081"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1" name="四角形: 角を丸くする 10">
            <a:extLst>
              <a:ext uri="{FF2B5EF4-FFF2-40B4-BE49-F238E27FC236}">
                <a16:creationId xmlns:a16="http://schemas.microsoft.com/office/drawing/2014/main" id="{055375FC-46B5-2F72-11B6-2CFEB4CB7A2D}"/>
              </a:ext>
            </a:extLst>
          </p:cNvPr>
          <p:cNvSpPr/>
          <p:nvPr/>
        </p:nvSpPr>
        <p:spPr>
          <a:xfrm>
            <a:off x="4489817" y="2358358"/>
            <a:ext cx="5462804" cy="1766061"/>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5" name="テキスト ボックス 14">
            <a:extLst>
              <a:ext uri="{FF2B5EF4-FFF2-40B4-BE49-F238E27FC236}">
                <a16:creationId xmlns:a16="http://schemas.microsoft.com/office/drawing/2014/main" id="{6A7FE29B-3256-874D-54D0-5207CF1F62E2}"/>
              </a:ext>
            </a:extLst>
          </p:cNvPr>
          <p:cNvSpPr txBox="1"/>
          <p:nvPr/>
        </p:nvSpPr>
        <p:spPr>
          <a:xfrm>
            <a:off x="5282225" y="1655865"/>
            <a:ext cx="3877986" cy="461665"/>
          </a:xfrm>
          <a:prstGeom prst="rect">
            <a:avLst/>
          </a:prstGeom>
          <a:noFill/>
        </p:spPr>
        <p:txBody>
          <a:bodyPr wrap="none" rtlCol="0">
            <a:spAutoFit/>
          </a:bodyPr>
          <a:lstStyle/>
          <a:p>
            <a:pPr algn="ctr"/>
            <a:r>
              <a:rPr lang="ja-JP" altLang="en-US"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進行中リミットミッション</a:t>
            </a:r>
            <a:endParaRPr kumimoji="1" lang="ja-JP" altLang="en-US" sz="24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18" name="グループ化 17">
            <a:extLst>
              <a:ext uri="{FF2B5EF4-FFF2-40B4-BE49-F238E27FC236}">
                <a16:creationId xmlns:a16="http://schemas.microsoft.com/office/drawing/2014/main" id="{7D330F6D-A969-BBFE-40BB-B7AB96A01F51}"/>
              </a:ext>
            </a:extLst>
          </p:cNvPr>
          <p:cNvGrpSpPr/>
          <p:nvPr/>
        </p:nvGrpSpPr>
        <p:grpSpPr>
          <a:xfrm>
            <a:off x="8710851" y="3425236"/>
            <a:ext cx="1035934" cy="474368"/>
            <a:chOff x="6592795" y="2986404"/>
            <a:chExt cx="1035934" cy="474368"/>
          </a:xfrm>
        </p:grpSpPr>
        <p:sp>
          <p:nvSpPr>
            <p:cNvPr id="20" name="二等辺三角形 19">
              <a:extLst>
                <a:ext uri="{FF2B5EF4-FFF2-40B4-BE49-F238E27FC236}">
                  <a16:creationId xmlns:a16="http://schemas.microsoft.com/office/drawing/2014/main" id="{C7B73F6B-18FA-B848-F17C-EB7BCFB2E94E}"/>
                </a:ext>
              </a:extLst>
            </p:cNvPr>
            <p:cNvSpPr/>
            <p:nvPr/>
          </p:nvSpPr>
          <p:spPr>
            <a:xfrm rot="5400000">
              <a:off x="7187076" y="3019119"/>
              <a:ext cx="474368" cy="408938"/>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テキスト ボックス 21">
              <a:extLst>
                <a:ext uri="{FF2B5EF4-FFF2-40B4-BE49-F238E27FC236}">
                  <a16:creationId xmlns:a16="http://schemas.microsoft.com/office/drawing/2014/main" id="{8C77D031-2409-D3C5-164E-4DC11E5D6C1C}"/>
                </a:ext>
              </a:extLst>
            </p:cNvPr>
            <p:cNvSpPr txBox="1"/>
            <p:nvPr/>
          </p:nvSpPr>
          <p:spPr>
            <a:xfrm>
              <a:off x="6592795" y="3038922"/>
              <a:ext cx="646332" cy="369332"/>
            </a:xfrm>
            <a:prstGeom prst="rect">
              <a:avLst/>
            </a:prstGeom>
            <a:noFill/>
          </p:spPr>
          <p:txBody>
            <a:bodyPr wrap="none" rtlCol="0">
              <a:spAutoFit/>
            </a:bodyPr>
            <a:lstStyle/>
            <a:p>
              <a:pPr algn="ctr"/>
              <a:r>
                <a:rPr lang="ja-JP" altLang="en-US">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進む</a:t>
              </a:r>
              <a:endParaRPr kumimoji="1" lang="ja-JP" altLang="en-US"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29" name="テキスト ボックス 28">
            <a:extLst>
              <a:ext uri="{FF2B5EF4-FFF2-40B4-BE49-F238E27FC236}">
                <a16:creationId xmlns:a16="http://schemas.microsoft.com/office/drawing/2014/main" id="{3D64CD0C-6AAC-6034-9C76-B0EE92124A3D}"/>
              </a:ext>
            </a:extLst>
          </p:cNvPr>
          <p:cNvSpPr txBox="1"/>
          <p:nvPr/>
        </p:nvSpPr>
        <p:spPr>
          <a:xfrm>
            <a:off x="4832112" y="2514594"/>
            <a:ext cx="1723549"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ミッション名</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2" name="テキスト ボックス 31">
            <a:extLst>
              <a:ext uri="{FF2B5EF4-FFF2-40B4-BE49-F238E27FC236}">
                <a16:creationId xmlns:a16="http://schemas.microsoft.com/office/drawing/2014/main" id="{BC23C522-B854-0FC4-104C-FC40576E55A0}"/>
              </a:ext>
            </a:extLst>
          </p:cNvPr>
          <p:cNvSpPr txBox="1"/>
          <p:nvPr/>
        </p:nvSpPr>
        <p:spPr>
          <a:xfrm>
            <a:off x="4832112" y="3124247"/>
            <a:ext cx="3877985" cy="830997"/>
          </a:xfrm>
          <a:prstGeom prst="rect">
            <a:avLst/>
          </a:prstGeom>
          <a:noFill/>
        </p:spPr>
        <p:txBody>
          <a:bodyPr wrap="none" rtlCol="0">
            <a:spAutoFit/>
          </a:bodyPr>
          <a:lstStyle/>
          <a:p>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フレーバーテキストフレーバーテキスト</a:t>
            </a:r>
          </a:p>
          <a:p>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フレーバーテキストフレーバーテキスト</a:t>
            </a:r>
            <a:br>
              <a:rPr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br>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フレーバーテキストフレーバーテキスト</a:t>
            </a:r>
          </a:p>
        </p:txBody>
      </p:sp>
      <p:sp>
        <p:nvSpPr>
          <p:cNvPr id="68" name="四角形: 角を丸くする 67">
            <a:extLst>
              <a:ext uri="{FF2B5EF4-FFF2-40B4-BE49-F238E27FC236}">
                <a16:creationId xmlns:a16="http://schemas.microsoft.com/office/drawing/2014/main" id="{DBCAA216-6758-2C19-925C-0C25A6E0548D}"/>
              </a:ext>
            </a:extLst>
          </p:cNvPr>
          <p:cNvSpPr/>
          <p:nvPr/>
        </p:nvSpPr>
        <p:spPr>
          <a:xfrm>
            <a:off x="4633632" y="4410830"/>
            <a:ext cx="5102512" cy="612948"/>
          </a:xfrm>
          <a:prstGeom prst="roundRect">
            <a:avLst>
              <a:gd name="adj" fmla="val 9765"/>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0" name="テキスト ボックス 69">
            <a:extLst>
              <a:ext uri="{FF2B5EF4-FFF2-40B4-BE49-F238E27FC236}">
                <a16:creationId xmlns:a16="http://schemas.microsoft.com/office/drawing/2014/main" id="{7350C498-EB9C-6E61-2AFD-9514555E38DC}"/>
              </a:ext>
            </a:extLst>
          </p:cNvPr>
          <p:cNvSpPr txBox="1"/>
          <p:nvPr/>
        </p:nvSpPr>
        <p:spPr>
          <a:xfrm>
            <a:off x="7167576" y="4585351"/>
            <a:ext cx="595035" cy="338554"/>
          </a:xfrm>
          <a:prstGeom prst="rect">
            <a:avLst/>
          </a:prstGeom>
          <a:noFill/>
        </p:spPr>
        <p:txBody>
          <a:bodyPr wrap="none" rtlCol="0">
            <a:spAutoFit/>
          </a:bodyPr>
          <a:lstStyle/>
          <a:p>
            <a:r>
              <a:rPr kumimoji="1"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報酬</a:t>
            </a: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72" name="楕円 71">
            <a:extLst>
              <a:ext uri="{FF2B5EF4-FFF2-40B4-BE49-F238E27FC236}">
                <a16:creationId xmlns:a16="http://schemas.microsoft.com/office/drawing/2014/main" id="{30125527-21A7-B3C4-BA6C-358FBBB0F040}"/>
              </a:ext>
            </a:extLst>
          </p:cNvPr>
          <p:cNvSpPr/>
          <p:nvPr/>
        </p:nvSpPr>
        <p:spPr>
          <a:xfrm>
            <a:off x="8953707" y="4459537"/>
            <a:ext cx="508246" cy="508246"/>
          </a:xfrm>
          <a:prstGeom prst="ellips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4" name="テキスト ボックス 73">
            <a:extLst>
              <a:ext uri="{FF2B5EF4-FFF2-40B4-BE49-F238E27FC236}">
                <a16:creationId xmlns:a16="http://schemas.microsoft.com/office/drawing/2014/main" id="{424DB21A-C2A9-01F0-0C61-FC3C48719CCB}"/>
              </a:ext>
            </a:extLst>
          </p:cNvPr>
          <p:cNvSpPr txBox="1"/>
          <p:nvPr/>
        </p:nvSpPr>
        <p:spPr>
          <a:xfrm>
            <a:off x="8756425" y="4545977"/>
            <a:ext cx="902811" cy="307777"/>
          </a:xfrm>
          <a:prstGeom prst="rect">
            <a:avLst/>
          </a:prstGeom>
          <a:noFill/>
        </p:spPr>
        <p:txBody>
          <a:bodyPr wrap="none" rtlCol="0">
            <a:spAutoFit/>
          </a:bodyPr>
          <a:lstStyle/>
          <a:p>
            <a:pPr algn="ctr"/>
            <a:r>
              <a:rPr lang="ja-JP" altLang="en-US" sz="1400">
                <a:solidFill>
                  <a:schemeClr val="bg1">
                    <a:lumMod val="95000"/>
                  </a:schemeClr>
                </a:solidFill>
                <a:effectLst>
                  <a:glow rad="114300">
                    <a:srgbClr val="FF00FF">
                      <a:alpha val="85000"/>
                    </a:srgbClr>
                  </a:glow>
                </a:effectLst>
                <a:latin typeface="原稿用標準書体" panose="03000503000000000000" pitchFamily="66" charset="-128"/>
                <a:ea typeface="原稿用標準書体" panose="03000503000000000000" pitchFamily="66" charset="-128"/>
                <a:cs typeface="叛逆明朝" panose="02000503000000000000" pitchFamily="2" charset="-128"/>
              </a:rPr>
              <a:t>受け取る</a:t>
            </a:r>
          </a:p>
        </p:txBody>
      </p:sp>
      <p:pic>
        <p:nvPicPr>
          <p:cNvPr id="76" name="図 75">
            <a:extLst>
              <a:ext uri="{FF2B5EF4-FFF2-40B4-BE49-F238E27FC236}">
                <a16:creationId xmlns:a16="http://schemas.microsoft.com/office/drawing/2014/main" id="{B311C060-A3B0-82D9-A8CA-BCD533B2C6D6}"/>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677292" y="4453666"/>
            <a:ext cx="532696" cy="518967"/>
          </a:xfrm>
          <a:prstGeom prst="rect">
            <a:avLst/>
          </a:prstGeom>
        </p:spPr>
      </p:pic>
      <p:sp>
        <p:nvSpPr>
          <p:cNvPr id="78" name="テキスト ボックス 77">
            <a:extLst>
              <a:ext uri="{FF2B5EF4-FFF2-40B4-BE49-F238E27FC236}">
                <a16:creationId xmlns:a16="http://schemas.microsoft.com/office/drawing/2014/main" id="{50675804-E9CD-BBF1-9509-EFD173EBB973}"/>
              </a:ext>
            </a:extLst>
          </p:cNvPr>
          <p:cNvSpPr txBox="1"/>
          <p:nvPr/>
        </p:nvSpPr>
        <p:spPr>
          <a:xfrm>
            <a:off x="8068501" y="4569962"/>
            <a:ext cx="710451" cy="369332"/>
          </a:xfrm>
          <a:prstGeom prst="rect">
            <a:avLst/>
          </a:prstGeom>
          <a:noFill/>
        </p:spPr>
        <p:txBody>
          <a:bodyPr wrap="none" rtlCol="0">
            <a:spAutoFit/>
          </a:bodyPr>
          <a:lstStyle/>
          <a:p>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005</a:t>
            </a: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80" name="テキスト ボックス 79">
            <a:extLst>
              <a:ext uri="{FF2B5EF4-FFF2-40B4-BE49-F238E27FC236}">
                <a16:creationId xmlns:a16="http://schemas.microsoft.com/office/drawing/2014/main" id="{788FE555-8234-CC1D-0EBA-79A4425B6620}"/>
              </a:ext>
            </a:extLst>
          </p:cNvPr>
          <p:cNvSpPr txBox="1"/>
          <p:nvPr/>
        </p:nvSpPr>
        <p:spPr>
          <a:xfrm>
            <a:off x="4874614" y="4486472"/>
            <a:ext cx="2223686" cy="461665"/>
          </a:xfrm>
          <a:prstGeom prst="rect">
            <a:avLst/>
          </a:prstGeom>
          <a:noFill/>
        </p:spPr>
        <p:txBody>
          <a:bodyPr wrap="none" rtlCol="0">
            <a:spAutoFit/>
          </a:bodyPr>
          <a:lstStyle/>
          <a:p>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累計達成数 </a:t>
            </a:r>
            <a:r>
              <a:rPr kumimoji="1" lang="en-US" altLang="ja-JP" sz="24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00010</a:t>
            </a:r>
            <a:endParaRPr kumimoji="1" lang="ja-JP" altLang="en-US"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81" name="グループ化 80">
            <a:extLst>
              <a:ext uri="{FF2B5EF4-FFF2-40B4-BE49-F238E27FC236}">
                <a16:creationId xmlns:a16="http://schemas.microsoft.com/office/drawing/2014/main" id="{4E2861A6-147E-1383-39E1-8E69536DC4BC}"/>
              </a:ext>
            </a:extLst>
          </p:cNvPr>
          <p:cNvGrpSpPr/>
          <p:nvPr/>
        </p:nvGrpSpPr>
        <p:grpSpPr>
          <a:xfrm>
            <a:off x="9169994" y="2509725"/>
            <a:ext cx="519521" cy="519521"/>
            <a:chOff x="8484520" y="3671796"/>
            <a:chExt cx="730638" cy="730638"/>
          </a:xfrm>
        </p:grpSpPr>
        <p:sp>
          <p:nvSpPr>
            <p:cNvPr id="82" name="楕円 81">
              <a:extLst>
                <a:ext uri="{FF2B5EF4-FFF2-40B4-BE49-F238E27FC236}">
                  <a16:creationId xmlns:a16="http://schemas.microsoft.com/office/drawing/2014/main" id="{1CE1D155-8B3F-F82B-0812-16C377F99C42}"/>
                </a:ext>
              </a:extLst>
            </p:cNvPr>
            <p:cNvSpPr/>
            <p:nvPr/>
          </p:nvSpPr>
          <p:spPr>
            <a:xfrm flipH="1">
              <a:off x="8484520" y="3671796"/>
              <a:ext cx="730638" cy="730638"/>
            </a:xfrm>
            <a:prstGeom prst="ellipse">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83" name="図 82">
              <a:extLst>
                <a:ext uri="{FF2B5EF4-FFF2-40B4-BE49-F238E27FC236}">
                  <a16:creationId xmlns:a16="http://schemas.microsoft.com/office/drawing/2014/main" id="{37B70FDF-8ED3-8FBF-20C1-6CF206C6F170}"/>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8603598" y="3867826"/>
              <a:ext cx="502997" cy="377248"/>
            </a:xfrm>
            <a:prstGeom prst="rect">
              <a:avLst/>
            </a:prstGeom>
          </p:spPr>
        </p:pic>
      </p:grpSp>
    </p:spTree>
    <p:extLst>
      <p:ext uri="{BB962C8B-B14F-4D97-AF65-F5344CB8AC3E}">
        <p14:creationId xmlns:p14="http://schemas.microsoft.com/office/powerpoint/2010/main" val="2823035445"/>
      </p:ext>
    </p:extLst>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p:bg>
      <p:bgPr>
        <a:solidFill>
          <a:srgbClr val="FFA4F3"/>
        </a:solidFill>
        <a:effectLst/>
      </p:bgPr>
    </p:bg>
    <p:spTree>
      <p:nvGrpSpPr>
        <p:cNvPr id="1" name="">
          <a:extLst>
            <a:ext uri="{FF2B5EF4-FFF2-40B4-BE49-F238E27FC236}">
              <a16:creationId xmlns:a16="http://schemas.microsoft.com/office/drawing/2014/main" id="{B7157325-3303-C70F-2A77-6024881BBA14}"/>
            </a:ext>
          </a:extLst>
        </p:cNvPr>
        <p:cNvGrpSpPr/>
        <p:nvPr/>
      </p:nvGrpSpPr>
      <p:grpSpPr>
        <a:xfrm>
          <a:off x="0" y="0"/>
          <a:ext cx="0" cy="0"/>
          <a:chOff x="0" y="0"/>
          <a:chExt cx="0" cy="0"/>
        </a:xfrm>
      </p:grpSpPr>
      <p:sp>
        <p:nvSpPr>
          <p:cNvPr id="33" name="テキスト ボックス 32">
            <a:extLst>
              <a:ext uri="{FF2B5EF4-FFF2-40B4-BE49-F238E27FC236}">
                <a16:creationId xmlns:a16="http://schemas.microsoft.com/office/drawing/2014/main" id="{580F3705-F827-3E47-0CFD-3C6AA44C6A85}"/>
              </a:ext>
            </a:extLst>
          </p:cNvPr>
          <p:cNvSpPr txBox="1"/>
          <p:nvPr/>
        </p:nvSpPr>
        <p:spPr>
          <a:xfrm>
            <a:off x="393726" y="202300"/>
            <a:ext cx="1210588" cy="707886"/>
          </a:xfrm>
          <a:prstGeom prst="rect">
            <a:avLst/>
          </a:prstGeom>
          <a:noFill/>
        </p:spPr>
        <p:txBody>
          <a:bodyPr wrap="none" rtlCol="0">
            <a:spAutoFit/>
          </a:bodyPr>
          <a:lstStyle/>
          <a:p>
            <a:pPr algn="ctr"/>
            <a:r>
              <a:rPr lang="en-US" altLang="ja-JP" sz="4000" b="1" dirty="0">
                <a:solidFill>
                  <a:schemeClr val="bg1">
                    <a:lumMod val="95000"/>
                  </a:schemeClr>
                </a:solidFill>
                <a:latin typeface="原稿用標準書体" panose="03000503000000000000" pitchFamily="66" charset="-128"/>
                <a:ea typeface="原稿用標準書体" panose="03000503000000000000" pitchFamily="66" charset="-128"/>
              </a:rPr>
              <a:t>LOAD</a:t>
            </a:r>
            <a:endParaRPr kumimoji="1" lang="ja-JP" altLang="en-US" sz="48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cxnSp>
        <p:nvCxnSpPr>
          <p:cNvPr id="35" name="直線コネクタ 34">
            <a:extLst>
              <a:ext uri="{FF2B5EF4-FFF2-40B4-BE49-F238E27FC236}">
                <a16:creationId xmlns:a16="http://schemas.microsoft.com/office/drawing/2014/main" id="{36C19F16-549C-891E-EA0F-0214D175D50C}"/>
              </a:ext>
            </a:extLst>
          </p:cNvPr>
          <p:cNvCxnSpPr>
            <a:cxnSpLocks/>
          </p:cNvCxnSpPr>
          <p:nvPr/>
        </p:nvCxnSpPr>
        <p:spPr>
          <a:xfrm flipH="1">
            <a:off x="-211707" y="916395"/>
            <a:ext cx="2238704" cy="0"/>
          </a:xfrm>
          <a:prstGeom prst="line">
            <a:avLst/>
          </a:prstGeom>
          <a:ln>
            <a:solidFill>
              <a:schemeClr val="bg1">
                <a:lumMod val="95000"/>
              </a:schemeClr>
            </a:solidFill>
            <a:headEnd type="arrow"/>
            <a:tailEnd type="arrow"/>
          </a:ln>
        </p:spPr>
        <p:style>
          <a:lnRef idx="2">
            <a:schemeClr val="accent1"/>
          </a:lnRef>
          <a:fillRef idx="0">
            <a:schemeClr val="accent1"/>
          </a:fillRef>
          <a:effectRef idx="1">
            <a:schemeClr val="accent1"/>
          </a:effectRef>
          <a:fontRef idx="minor">
            <a:schemeClr val="tx1"/>
          </a:fontRef>
        </p:style>
      </p:cxnSp>
      <p:grpSp>
        <p:nvGrpSpPr>
          <p:cNvPr id="39" name="グループ化 38">
            <a:extLst>
              <a:ext uri="{FF2B5EF4-FFF2-40B4-BE49-F238E27FC236}">
                <a16:creationId xmlns:a16="http://schemas.microsoft.com/office/drawing/2014/main" id="{3741A128-5609-72B5-F194-6CDCDD52DABC}"/>
              </a:ext>
            </a:extLst>
          </p:cNvPr>
          <p:cNvGrpSpPr/>
          <p:nvPr/>
        </p:nvGrpSpPr>
        <p:grpSpPr>
          <a:xfrm>
            <a:off x="11576392" y="3863211"/>
            <a:ext cx="236362" cy="2284060"/>
            <a:chOff x="11044871" y="4022147"/>
            <a:chExt cx="236362" cy="2031812"/>
          </a:xfrm>
        </p:grpSpPr>
        <p:sp>
          <p:nvSpPr>
            <p:cNvPr id="31" name="四角形: 角を丸くする 30">
              <a:extLst>
                <a:ext uri="{FF2B5EF4-FFF2-40B4-BE49-F238E27FC236}">
                  <a16:creationId xmlns:a16="http://schemas.microsoft.com/office/drawing/2014/main" id="{8E40D8FF-8130-C842-955E-EAAB1F9AD6B6}"/>
                </a:ext>
              </a:extLst>
            </p:cNvPr>
            <p:cNvSpPr/>
            <p:nvPr/>
          </p:nvSpPr>
          <p:spPr>
            <a:xfrm>
              <a:off x="11044871" y="4022147"/>
              <a:ext cx="236362" cy="2031812"/>
            </a:xfrm>
            <a:prstGeom prst="roundRect">
              <a:avLst/>
            </a:prstGeom>
            <a:no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8" name="四角形: 角を丸くする 37">
              <a:extLst>
                <a:ext uri="{FF2B5EF4-FFF2-40B4-BE49-F238E27FC236}">
                  <a16:creationId xmlns:a16="http://schemas.microsoft.com/office/drawing/2014/main" id="{0E9172E0-2FA3-1120-A37B-71DC88FFEC5C}"/>
                </a:ext>
              </a:extLst>
            </p:cNvPr>
            <p:cNvSpPr/>
            <p:nvPr/>
          </p:nvSpPr>
          <p:spPr>
            <a:xfrm>
              <a:off x="11066205" y="4094529"/>
              <a:ext cx="193695" cy="571313"/>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22" name="グループ化 21">
            <a:extLst>
              <a:ext uri="{FF2B5EF4-FFF2-40B4-BE49-F238E27FC236}">
                <a16:creationId xmlns:a16="http://schemas.microsoft.com/office/drawing/2014/main" id="{5B480644-CAC7-34DE-153F-777734DB3BB9}"/>
              </a:ext>
            </a:extLst>
          </p:cNvPr>
          <p:cNvGrpSpPr/>
          <p:nvPr/>
        </p:nvGrpSpPr>
        <p:grpSpPr>
          <a:xfrm>
            <a:off x="2440821" y="1178530"/>
            <a:ext cx="8486935" cy="1186295"/>
            <a:chOff x="1526425" y="935293"/>
            <a:chExt cx="8486935" cy="1186295"/>
          </a:xfrm>
        </p:grpSpPr>
        <p:sp>
          <p:nvSpPr>
            <p:cNvPr id="17" name="六角形 16">
              <a:extLst>
                <a:ext uri="{FF2B5EF4-FFF2-40B4-BE49-F238E27FC236}">
                  <a16:creationId xmlns:a16="http://schemas.microsoft.com/office/drawing/2014/main" id="{99453454-8C65-A1B2-AE15-C37247E2670B}"/>
                </a:ext>
              </a:extLst>
            </p:cNvPr>
            <p:cNvSpPr/>
            <p:nvPr/>
          </p:nvSpPr>
          <p:spPr>
            <a:xfrm>
              <a:off x="1531691" y="935293"/>
              <a:ext cx="8481669" cy="1186295"/>
            </a:xfrm>
            <a:prstGeom prst="hexagon">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0" name="六角形 19">
              <a:extLst>
                <a:ext uri="{FF2B5EF4-FFF2-40B4-BE49-F238E27FC236}">
                  <a16:creationId xmlns:a16="http://schemas.microsoft.com/office/drawing/2014/main" id="{17C0D45C-B515-897C-BCF7-C15B4537B2A6}"/>
                </a:ext>
              </a:extLst>
            </p:cNvPr>
            <p:cNvSpPr/>
            <p:nvPr/>
          </p:nvSpPr>
          <p:spPr>
            <a:xfrm>
              <a:off x="1526425" y="935293"/>
              <a:ext cx="1649148" cy="1186295"/>
            </a:xfrm>
            <a:prstGeom prst="hexagon">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3" name="テキスト ボックス 12">
              <a:extLst>
                <a:ext uri="{FF2B5EF4-FFF2-40B4-BE49-F238E27FC236}">
                  <a16:creationId xmlns:a16="http://schemas.microsoft.com/office/drawing/2014/main" id="{BD402825-4EF4-3257-0771-6565F3CB33A0}"/>
                </a:ext>
              </a:extLst>
            </p:cNvPr>
            <p:cNvSpPr txBox="1"/>
            <p:nvPr/>
          </p:nvSpPr>
          <p:spPr>
            <a:xfrm>
              <a:off x="1950889" y="1112942"/>
              <a:ext cx="800219" cy="830997"/>
            </a:xfrm>
            <a:prstGeom prst="rect">
              <a:avLst/>
            </a:prstGeom>
            <a:noFill/>
          </p:spPr>
          <p:txBody>
            <a:bodyPr wrap="none" rtlCol="0">
              <a:spAutoFit/>
            </a:bodyPr>
            <a:lstStyle/>
            <a:p>
              <a:pPr algn="ctr"/>
              <a:r>
                <a:rPr lang="en-US" altLang="ja-JP" sz="2400" b="1" dirty="0">
                  <a:solidFill>
                    <a:schemeClr val="bg1">
                      <a:lumMod val="95000"/>
                    </a:schemeClr>
                  </a:solidFill>
                  <a:latin typeface="原稿用標準書体" panose="03000503000000000000" pitchFamily="66" charset="-128"/>
                  <a:ea typeface="原稿用標準書体" panose="03000503000000000000" pitchFamily="66" charset="-128"/>
                </a:rPr>
                <a:t>AUTO</a:t>
              </a:r>
              <a:br>
                <a:rPr lang="en-US" altLang="ja-JP" sz="2400" b="1" dirty="0">
                  <a:solidFill>
                    <a:schemeClr val="bg1">
                      <a:lumMod val="95000"/>
                    </a:schemeClr>
                  </a:solidFill>
                  <a:latin typeface="原稿用標準書体" panose="03000503000000000000" pitchFamily="66" charset="-128"/>
                  <a:ea typeface="原稿用標準書体" panose="03000503000000000000" pitchFamily="66" charset="-128"/>
                </a:rPr>
              </a:br>
              <a:r>
                <a:rPr lang="en-US" altLang="ja-JP" sz="2400" b="1" dirty="0">
                  <a:solidFill>
                    <a:schemeClr val="bg1">
                      <a:lumMod val="95000"/>
                    </a:schemeClr>
                  </a:solidFill>
                  <a:latin typeface="原稿用標準書体" panose="03000503000000000000" pitchFamily="66" charset="-128"/>
                  <a:ea typeface="原稿用標準書体" panose="03000503000000000000" pitchFamily="66" charset="-128"/>
                </a:rPr>
                <a:t>SAVE</a:t>
              </a:r>
              <a:endParaRPr kumimoji="1" lang="ja-JP" altLang="en-US" sz="3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60" name="グループ化 59">
            <a:extLst>
              <a:ext uri="{FF2B5EF4-FFF2-40B4-BE49-F238E27FC236}">
                <a16:creationId xmlns:a16="http://schemas.microsoft.com/office/drawing/2014/main" id="{3ADFB17F-81D0-0290-62A5-D0C860FE54C8}"/>
              </a:ext>
            </a:extLst>
          </p:cNvPr>
          <p:cNvGrpSpPr/>
          <p:nvPr/>
        </p:nvGrpSpPr>
        <p:grpSpPr>
          <a:xfrm>
            <a:off x="8214158" y="1626697"/>
            <a:ext cx="2380516" cy="289960"/>
            <a:chOff x="8231923" y="1510868"/>
            <a:chExt cx="2380516" cy="289960"/>
          </a:xfrm>
        </p:grpSpPr>
        <p:sp>
          <p:nvSpPr>
            <p:cNvPr id="48" name="楕円 47">
              <a:extLst>
                <a:ext uri="{FF2B5EF4-FFF2-40B4-BE49-F238E27FC236}">
                  <a16:creationId xmlns:a16="http://schemas.microsoft.com/office/drawing/2014/main" id="{F85CA85F-8290-CA11-44BF-91873D8E9B72}"/>
                </a:ext>
              </a:extLst>
            </p:cNvPr>
            <p:cNvSpPr/>
            <p:nvPr/>
          </p:nvSpPr>
          <p:spPr>
            <a:xfrm>
              <a:off x="10322479"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9" name="ハート 48">
              <a:extLst>
                <a:ext uri="{FF2B5EF4-FFF2-40B4-BE49-F238E27FC236}">
                  <a16:creationId xmlns:a16="http://schemas.microsoft.com/office/drawing/2014/main" id="{E8DE3DE4-8E5D-42DB-4070-4833F830C00D}"/>
                </a:ext>
              </a:extLst>
            </p:cNvPr>
            <p:cNvSpPr/>
            <p:nvPr/>
          </p:nvSpPr>
          <p:spPr>
            <a:xfrm>
              <a:off x="8231923"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1" name="楕円 50">
              <a:extLst>
                <a:ext uri="{FF2B5EF4-FFF2-40B4-BE49-F238E27FC236}">
                  <a16:creationId xmlns:a16="http://schemas.microsoft.com/office/drawing/2014/main" id="{AC2D7461-10D7-1E16-A7F9-4E8EAB2D60B1}"/>
                </a:ext>
              </a:extLst>
            </p:cNvPr>
            <p:cNvSpPr/>
            <p:nvPr/>
          </p:nvSpPr>
          <p:spPr>
            <a:xfrm>
              <a:off x="9277201"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3" name="楕円 52">
              <a:extLst>
                <a:ext uri="{FF2B5EF4-FFF2-40B4-BE49-F238E27FC236}">
                  <a16:creationId xmlns:a16="http://schemas.microsoft.com/office/drawing/2014/main" id="{EE83FF91-53C3-563A-C705-EC5E8F4D0233}"/>
                </a:ext>
              </a:extLst>
            </p:cNvPr>
            <p:cNvSpPr/>
            <p:nvPr/>
          </p:nvSpPr>
          <p:spPr>
            <a:xfrm>
              <a:off x="9625628"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5" name="楕円 54">
              <a:extLst>
                <a:ext uri="{FF2B5EF4-FFF2-40B4-BE49-F238E27FC236}">
                  <a16:creationId xmlns:a16="http://schemas.microsoft.com/office/drawing/2014/main" id="{7E97DDD5-AC96-1179-F9BE-CA554B8DB805}"/>
                </a:ext>
              </a:extLst>
            </p:cNvPr>
            <p:cNvSpPr/>
            <p:nvPr/>
          </p:nvSpPr>
          <p:spPr>
            <a:xfrm>
              <a:off x="9974055"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7" name="ハート 56">
              <a:extLst>
                <a:ext uri="{FF2B5EF4-FFF2-40B4-BE49-F238E27FC236}">
                  <a16:creationId xmlns:a16="http://schemas.microsoft.com/office/drawing/2014/main" id="{6C85C145-146A-CD80-499F-680A99367E5C}"/>
                </a:ext>
              </a:extLst>
            </p:cNvPr>
            <p:cNvSpPr/>
            <p:nvPr/>
          </p:nvSpPr>
          <p:spPr>
            <a:xfrm>
              <a:off x="8580349"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9" name="ハート 58">
              <a:extLst>
                <a:ext uri="{FF2B5EF4-FFF2-40B4-BE49-F238E27FC236}">
                  <a16:creationId xmlns:a16="http://schemas.microsoft.com/office/drawing/2014/main" id="{6FFFF961-3985-76EE-2C3F-D7CBF42FCCCF}"/>
                </a:ext>
              </a:extLst>
            </p:cNvPr>
            <p:cNvSpPr/>
            <p:nvPr/>
          </p:nvSpPr>
          <p:spPr>
            <a:xfrm>
              <a:off x="8928775"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23" name="グループ化 22">
            <a:extLst>
              <a:ext uri="{FF2B5EF4-FFF2-40B4-BE49-F238E27FC236}">
                <a16:creationId xmlns:a16="http://schemas.microsoft.com/office/drawing/2014/main" id="{27DA555A-F6F4-E40D-938E-445956463B3E}"/>
              </a:ext>
            </a:extLst>
          </p:cNvPr>
          <p:cNvGrpSpPr/>
          <p:nvPr/>
        </p:nvGrpSpPr>
        <p:grpSpPr>
          <a:xfrm>
            <a:off x="2440821" y="2808079"/>
            <a:ext cx="8486935" cy="1186295"/>
            <a:chOff x="1526425" y="935293"/>
            <a:chExt cx="8486935" cy="1186295"/>
          </a:xfrm>
        </p:grpSpPr>
        <p:sp>
          <p:nvSpPr>
            <p:cNvPr id="24" name="六角形 23">
              <a:extLst>
                <a:ext uri="{FF2B5EF4-FFF2-40B4-BE49-F238E27FC236}">
                  <a16:creationId xmlns:a16="http://schemas.microsoft.com/office/drawing/2014/main" id="{D6C5AACD-896A-9D64-CC5B-21ABC31FD477}"/>
                </a:ext>
              </a:extLst>
            </p:cNvPr>
            <p:cNvSpPr/>
            <p:nvPr/>
          </p:nvSpPr>
          <p:spPr>
            <a:xfrm>
              <a:off x="1531691" y="935293"/>
              <a:ext cx="8481669" cy="1186295"/>
            </a:xfrm>
            <a:prstGeom prst="hexagon">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25" name="六角形 24">
              <a:extLst>
                <a:ext uri="{FF2B5EF4-FFF2-40B4-BE49-F238E27FC236}">
                  <a16:creationId xmlns:a16="http://schemas.microsoft.com/office/drawing/2014/main" id="{DE22D0DB-F650-909E-3CB1-DCEB52A1A789}"/>
                </a:ext>
              </a:extLst>
            </p:cNvPr>
            <p:cNvSpPr/>
            <p:nvPr/>
          </p:nvSpPr>
          <p:spPr>
            <a:xfrm>
              <a:off x="1526425" y="935293"/>
              <a:ext cx="1649148" cy="1186295"/>
            </a:xfrm>
            <a:prstGeom prst="hexagon">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26" name="テキスト ボックス 25">
              <a:extLst>
                <a:ext uri="{FF2B5EF4-FFF2-40B4-BE49-F238E27FC236}">
                  <a16:creationId xmlns:a16="http://schemas.microsoft.com/office/drawing/2014/main" id="{1242EE88-A4CD-F8FA-CA6C-BE89D9C7EDA3}"/>
                </a:ext>
              </a:extLst>
            </p:cNvPr>
            <p:cNvSpPr txBox="1"/>
            <p:nvPr/>
          </p:nvSpPr>
          <p:spPr>
            <a:xfrm>
              <a:off x="1797001" y="1297608"/>
              <a:ext cx="1107996" cy="461665"/>
            </a:xfrm>
            <a:prstGeom prst="rect">
              <a:avLst/>
            </a:prstGeom>
            <a:noFill/>
          </p:spPr>
          <p:txBody>
            <a:bodyPr wrap="none" rtlCol="0">
              <a:spAutoFit/>
            </a:bodyPr>
            <a:lstStyle/>
            <a:p>
              <a:pPr algn="ctr"/>
              <a:r>
                <a:rPr lang="en-US" altLang="ja-JP" sz="2400" b="1" dirty="0">
                  <a:solidFill>
                    <a:schemeClr val="bg1">
                      <a:lumMod val="95000"/>
                    </a:schemeClr>
                  </a:solidFill>
                  <a:latin typeface="原稿用標準書体" panose="03000503000000000000" pitchFamily="66" charset="-128"/>
                  <a:ea typeface="原稿用標準書体" panose="03000503000000000000" pitchFamily="66" charset="-128"/>
                </a:rPr>
                <a:t>SAVE01</a:t>
              </a:r>
              <a:endParaRPr kumimoji="1" lang="ja-JP" altLang="en-US" sz="3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67" name="グループ化 66">
            <a:extLst>
              <a:ext uri="{FF2B5EF4-FFF2-40B4-BE49-F238E27FC236}">
                <a16:creationId xmlns:a16="http://schemas.microsoft.com/office/drawing/2014/main" id="{DE71F177-22A6-3D3C-0160-9CD62A3354FC}"/>
              </a:ext>
            </a:extLst>
          </p:cNvPr>
          <p:cNvGrpSpPr/>
          <p:nvPr/>
        </p:nvGrpSpPr>
        <p:grpSpPr>
          <a:xfrm>
            <a:off x="8214158" y="3276866"/>
            <a:ext cx="2380516" cy="289960"/>
            <a:chOff x="8231923" y="1510868"/>
            <a:chExt cx="2380516" cy="289960"/>
          </a:xfrm>
        </p:grpSpPr>
        <p:sp>
          <p:nvSpPr>
            <p:cNvPr id="68" name="楕円 67">
              <a:extLst>
                <a:ext uri="{FF2B5EF4-FFF2-40B4-BE49-F238E27FC236}">
                  <a16:creationId xmlns:a16="http://schemas.microsoft.com/office/drawing/2014/main" id="{E5C4719D-CF58-F638-91F0-A6DA31455327}"/>
                </a:ext>
              </a:extLst>
            </p:cNvPr>
            <p:cNvSpPr/>
            <p:nvPr/>
          </p:nvSpPr>
          <p:spPr>
            <a:xfrm>
              <a:off x="10322479" y="1510868"/>
              <a:ext cx="289960" cy="289960"/>
            </a:xfrm>
            <a:prstGeom prst="ellipse">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69" name="ハート 68">
              <a:extLst>
                <a:ext uri="{FF2B5EF4-FFF2-40B4-BE49-F238E27FC236}">
                  <a16:creationId xmlns:a16="http://schemas.microsoft.com/office/drawing/2014/main" id="{BF21F11E-ABFA-6B09-5224-5E6901CC10B1}"/>
                </a:ext>
              </a:extLst>
            </p:cNvPr>
            <p:cNvSpPr/>
            <p:nvPr/>
          </p:nvSpPr>
          <p:spPr>
            <a:xfrm>
              <a:off x="8231923"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0" name="楕円 69">
              <a:extLst>
                <a:ext uri="{FF2B5EF4-FFF2-40B4-BE49-F238E27FC236}">
                  <a16:creationId xmlns:a16="http://schemas.microsoft.com/office/drawing/2014/main" id="{C4AC91F6-6FA8-6F33-3918-F0057672FEC8}"/>
                </a:ext>
              </a:extLst>
            </p:cNvPr>
            <p:cNvSpPr/>
            <p:nvPr/>
          </p:nvSpPr>
          <p:spPr>
            <a:xfrm>
              <a:off x="9277201"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1" name="楕円 70">
              <a:extLst>
                <a:ext uri="{FF2B5EF4-FFF2-40B4-BE49-F238E27FC236}">
                  <a16:creationId xmlns:a16="http://schemas.microsoft.com/office/drawing/2014/main" id="{BB104D36-D661-4CD6-05D5-85A2A804775B}"/>
                </a:ext>
              </a:extLst>
            </p:cNvPr>
            <p:cNvSpPr/>
            <p:nvPr/>
          </p:nvSpPr>
          <p:spPr>
            <a:xfrm>
              <a:off x="9625628"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2" name="楕円 71">
              <a:extLst>
                <a:ext uri="{FF2B5EF4-FFF2-40B4-BE49-F238E27FC236}">
                  <a16:creationId xmlns:a16="http://schemas.microsoft.com/office/drawing/2014/main" id="{D363B747-A3DF-6D11-3EED-5C6553AF0363}"/>
                </a:ext>
              </a:extLst>
            </p:cNvPr>
            <p:cNvSpPr/>
            <p:nvPr/>
          </p:nvSpPr>
          <p:spPr>
            <a:xfrm>
              <a:off x="9974055"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3" name="ハート 72">
              <a:extLst>
                <a:ext uri="{FF2B5EF4-FFF2-40B4-BE49-F238E27FC236}">
                  <a16:creationId xmlns:a16="http://schemas.microsoft.com/office/drawing/2014/main" id="{57B57283-7F8C-1D16-46AD-B77ACB23A3D4}"/>
                </a:ext>
              </a:extLst>
            </p:cNvPr>
            <p:cNvSpPr/>
            <p:nvPr/>
          </p:nvSpPr>
          <p:spPr>
            <a:xfrm>
              <a:off x="8580349"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4" name="ハート 73">
              <a:extLst>
                <a:ext uri="{FF2B5EF4-FFF2-40B4-BE49-F238E27FC236}">
                  <a16:creationId xmlns:a16="http://schemas.microsoft.com/office/drawing/2014/main" id="{92D8A2DD-63A2-3FE9-E5B6-7B9115B6CEE5}"/>
                </a:ext>
              </a:extLst>
            </p:cNvPr>
            <p:cNvSpPr/>
            <p:nvPr/>
          </p:nvSpPr>
          <p:spPr>
            <a:xfrm>
              <a:off x="8928775"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27" name="グループ化 26">
            <a:extLst>
              <a:ext uri="{FF2B5EF4-FFF2-40B4-BE49-F238E27FC236}">
                <a16:creationId xmlns:a16="http://schemas.microsoft.com/office/drawing/2014/main" id="{CF48DE83-8F79-A507-A811-F9EBC428CC47}"/>
              </a:ext>
            </a:extLst>
          </p:cNvPr>
          <p:cNvGrpSpPr/>
          <p:nvPr/>
        </p:nvGrpSpPr>
        <p:grpSpPr>
          <a:xfrm>
            <a:off x="2440821" y="4437628"/>
            <a:ext cx="8486935" cy="1186295"/>
            <a:chOff x="1526425" y="935293"/>
            <a:chExt cx="8486935" cy="1186295"/>
          </a:xfrm>
        </p:grpSpPr>
        <p:sp>
          <p:nvSpPr>
            <p:cNvPr id="28" name="六角形 27">
              <a:extLst>
                <a:ext uri="{FF2B5EF4-FFF2-40B4-BE49-F238E27FC236}">
                  <a16:creationId xmlns:a16="http://schemas.microsoft.com/office/drawing/2014/main" id="{F7D9DD4E-58DD-C88B-9738-41F4D0AC2A96}"/>
                </a:ext>
              </a:extLst>
            </p:cNvPr>
            <p:cNvSpPr/>
            <p:nvPr/>
          </p:nvSpPr>
          <p:spPr>
            <a:xfrm>
              <a:off x="1531691" y="935293"/>
              <a:ext cx="8481669" cy="1186295"/>
            </a:xfrm>
            <a:prstGeom prst="hexagon">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29" name="六角形 28">
              <a:extLst>
                <a:ext uri="{FF2B5EF4-FFF2-40B4-BE49-F238E27FC236}">
                  <a16:creationId xmlns:a16="http://schemas.microsoft.com/office/drawing/2014/main" id="{DD9EAC13-E9FF-38DE-E2DB-9EECF2809E24}"/>
                </a:ext>
              </a:extLst>
            </p:cNvPr>
            <p:cNvSpPr/>
            <p:nvPr/>
          </p:nvSpPr>
          <p:spPr>
            <a:xfrm>
              <a:off x="1526425" y="935293"/>
              <a:ext cx="1649148" cy="1186295"/>
            </a:xfrm>
            <a:prstGeom prst="hexagon">
              <a:avLst/>
            </a:prstGeom>
            <a:solidFill>
              <a:schemeClr val="bg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30" name="テキスト ボックス 29">
              <a:extLst>
                <a:ext uri="{FF2B5EF4-FFF2-40B4-BE49-F238E27FC236}">
                  <a16:creationId xmlns:a16="http://schemas.microsoft.com/office/drawing/2014/main" id="{4CA70A2E-EE7E-A673-6A61-032A53092F11}"/>
                </a:ext>
              </a:extLst>
            </p:cNvPr>
            <p:cNvSpPr txBox="1"/>
            <p:nvPr/>
          </p:nvSpPr>
          <p:spPr>
            <a:xfrm>
              <a:off x="1797001" y="1297608"/>
              <a:ext cx="1107996" cy="461665"/>
            </a:xfrm>
            <a:prstGeom prst="rect">
              <a:avLst/>
            </a:prstGeom>
            <a:noFill/>
          </p:spPr>
          <p:txBody>
            <a:bodyPr wrap="none" rtlCol="0">
              <a:spAutoFit/>
            </a:bodyPr>
            <a:lstStyle/>
            <a:p>
              <a:pPr algn="ctr"/>
              <a:r>
                <a:rPr lang="en-US" altLang="ja-JP" sz="2400" b="1" dirty="0">
                  <a:solidFill>
                    <a:schemeClr val="bg1">
                      <a:lumMod val="95000"/>
                    </a:schemeClr>
                  </a:solidFill>
                  <a:latin typeface="原稿用標準書体" panose="03000503000000000000" pitchFamily="66" charset="-128"/>
                  <a:ea typeface="原稿用標準書体" panose="03000503000000000000" pitchFamily="66" charset="-128"/>
                </a:rPr>
                <a:t>SAVE02</a:t>
              </a:r>
              <a:endParaRPr kumimoji="1" lang="ja-JP" altLang="en-US" sz="3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82" name="グループ化 81">
            <a:extLst>
              <a:ext uri="{FF2B5EF4-FFF2-40B4-BE49-F238E27FC236}">
                <a16:creationId xmlns:a16="http://schemas.microsoft.com/office/drawing/2014/main" id="{0E9DCAC5-0138-BFFE-76B3-91CD18A3CE5F}"/>
              </a:ext>
            </a:extLst>
          </p:cNvPr>
          <p:cNvGrpSpPr/>
          <p:nvPr/>
        </p:nvGrpSpPr>
        <p:grpSpPr>
          <a:xfrm>
            <a:off x="8214158" y="4906415"/>
            <a:ext cx="2380516" cy="289960"/>
            <a:chOff x="8231923" y="1510868"/>
            <a:chExt cx="2380516" cy="289960"/>
          </a:xfrm>
          <a:solidFill>
            <a:schemeClr val="bg1">
              <a:lumMod val="50000"/>
            </a:schemeClr>
          </a:solidFill>
        </p:grpSpPr>
        <p:sp>
          <p:nvSpPr>
            <p:cNvPr id="83" name="楕円 82">
              <a:extLst>
                <a:ext uri="{FF2B5EF4-FFF2-40B4-BE49-F238E27FC236}">
                  <a16:creationId xmlns:a16="http://schemas.microsoft.com/office/drawing/2014/main" id="{8EE8D484-A84E-22D9-3CA7-B672A9F7C847}"/>
                </a:ext>
              </a:extLst>
            </p:cNvPr>
            <p:cNvSpPr/>
            <p:nvPr/>
          </p:nvSpPr>
          <p:spPr>
            <a:xfrm>
              <a:off x="10322479" y="1510868"/>
              <a:ext cx="289960" cy="289960"/>
            </a:xfrm>
            <a:prstGeom prst="ellipse">
              <a:avLst/>
            </a:prstGeom>
            <a:grp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4" name="ハート 83">
              <a:extLst>
                <a:ext uri="{FF2B5EF4-FFF2-40B4-BE49-F238E27FC236}">
                  <a16:creationId xmlns:a16="http://schemas.microsoft.com/office/drawing/2014/main" id="{E26A8F2A-6223-5687-E451-0317B088F663}"/>
                </a:ext>
              </a:extLst>
            </p:cNvPr>
            <p:cNvSpPr/>
            <p:nvPr/>
          </p:nvSpPr>
          <p:spPr>
            <a:xfrm>
              <a:off x="8231923" y="1510869"/>
              <a:ext cx="289959" cy="289959"/>
            </a:xfrm>
            <a:prstGeom prst="ellipse">
              <a:avLst/>
            </a:prstGeom>
            <a:grp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5" name="楕円 84">
              <a:extLst>
                <a:ext uri="{FF2B5EF4-FFF2-40B4-BE49-F238E27FC236}">
                  <a16:creationId xmlns:a16="http://schemas.microsoft.com/office/drawing/2014/main" id="{21B7E62B-A28A-836A-9B04-D23B4CE08964}"/>
                </a:ext>
              </a:extLst>
            </p:cNvPr>
            <p:cNvSpPr/>
            <p:nvPr/>
          </p:nvSpPr>
          <p:spPr>
            <a:xfrm>
              <a:off x="9277201" y="1510868"/>
              <a:ext cx="289960" cy="289960"/>
            </a:xfrm>
            <a:prstGeom prst="ellipse">
              <a:avLst/>
            </a:prstGeom>
            <a:grp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6" name="楕円 85">
              <a:extLst>
                <a:ext uri="{FF2B5EF4-FFF2-40B4-BE49-F238E27FC236}">
                  <a16:creationId xmlns:a16="http://schemas.microsoft.com/office/drawing/2014/main" id="{1FE3F649-76D2-EA41-8764-22D582427F33}"/>
                </a:ext>
              </a:extLst>
            </p:cNvPr>
            <p:cNvSpPr/>
            <p:nvPr/>
          </p:nvSpPr>
          <p:spPr>
            <a:xfrm>
              <a:off x="9625628" y="1510868"/>
              <a:ext cx="289960" cy="289960"/>
            </a:xfrm>
            <a:prstGeom prst="ellipse">
              <a:avLst/>
            </a:prstGeom>
            <a:grp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7" name="楕円 86">
              <a:extLst>
                <a:ext uri="{FF2B5EF4-FFF2-40B4-BE49-F238E27FC236}">
                  <a16:creationId xmlns:a16="http://schemas.microsoft.com/office/drawing/2014/main" id="{6E55565A-1D7F-82F6-C224-7E8C5A7E0AB2}"/>
                </a:ext>
              </a:extLst>
            </p:cNvPr>
            <p:cNvSpPr/>
            <p:nvPr/>
          </p:nvSpPr>
          <p:spPr>
            <a:xfrm>
              <a:off x="9974055" y="1510868"/>
              <a:ext cx="289960" cy="289960"/>
            </a:xfrm>
            <a:prstGeom prst="ellipse">
              <a:avLst/>
            </a:prstGeom>
            <a:grp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8" name="ハート 87">
              <a:extLst>
                <a:ext uri="{FF2B5EF4-FFF2-40B4-BE49-F238E27FC236}">
                  <a16:creationId xmlns:a16="http://schemas.microsoft.com/office/drawing/2014/main" id="{59E84A73-5C6D-E044-891F-6D8EC656C42D}"/>
                </a:ext>
              </a:extLst>
            </p:cNvPr>
            <p:cNvSpPr/>
            <p:nvPr/>
          </p:nvSpPr>
          <p:spPr>
            <a:xfrm>
              <a:off x="8580349" y="1510869"/>
              <a:ext cx="289959" cy="289959"/>
            </a:xfrm>
            <a:prstGeom prst="ellipse">
              <a:avLst/>
            </a:prstGeom>
            <a:grp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9" name="ハート 88">
              <a:extLst>
                <a:ext uri="{FF2B5EF4-FFF2-40B4-BE49-F238E27FC236}">
                  <a16:creationId xmlns:a16="http://schemas.microsoft.com/office/drawing/2014/main" id="{3C17B5B8-AE50-8B69-4A90-79D11977A6BC}"/>
                </a:ext>
              </a:extLst>
            </p:cNvPr>
            <p:cNvSpPr/>
            <p:nvPr/>
          </p:nvSpPr>
          <p:spPr>
            <a:xfrm>
              <a:off x="8928775" y="1510869"/>
              <a:ext cx="289959" cy="289959"/>
            </a:xfrm>
            <a:prstGeom prst="ellipse">
              <a:avLst/>
            </a:prstGeom>
            <a:grp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96" name="グループ化 95">
            <a:extLst>
              <a:ext uri="{FF2B5EF4-FFF2-40B4-BE49-F238E27FC236}">
                <a16:creationId xmlns:a16="http://schemas.microsoft.com/office/drawing/2014/main" id="{492D8388-671A-5B14-75BC-1CC47DC46944}"/>
              </a:ext>
            </a:extLst>
          </p:cNvPr>
          <p:cNvGrpSpPr/>
          <p:nvPr/>
        </p:nvGrpSpPr>
        <p:grpSpPr>
          <a:xfrm>
            <a:off x="2440821" y="6067176"/>
            <a:ext cx="8486935" cy="1186295"/>
            <a:chOff x="1526425" y="935293"/>
            <a:chExt cx="8486935" cy="1186295"/>
          </a:xfrm>
        </p:grpSpPr>
        <p:sp>
          <p:nvSpPr>
            <p:cNvPr id="112" name="六角形 111">
              <a:extLst>
                <a:ext uri="{FF2B5EF4-FFF2-40B4-BE49-F238E27FC236}">
                  <a16:creationId xmlns:a16="http://schemas.microsoft.com/office/drawing/2014/main" id="{3443FFA0-E668-D642-FBAB-21C3446C95FE}"/>
                </a:ext>
              </a:extLst>
            </p:cNvPr>
            <p:cNvSpPr/>
            <p:nvPr/>
          </p:nvSpPr>
          <p:spPr>
            <a:xfrm>
              <a:off x="1531691" y="935293"/>
              <a:ext cx="8481669" cy="1186295"/>
            </a:xfrm>
            <a:prstGeom prst="hexagon">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13" name="六角形 112">
              <a:extLst>
                <a:ext uri="{FF2B5EF4-FFF2-40B4-BE49-F238E27FC236}">
                  <a16:creationId xmlns:a16="http://schemas.microsoft.com/office/drawing/2014/main" id="{35341021-88E9-A3E1-5789-D741725A04E6}"/>
                </a:ext>
              </a:extLst>
            </p:cNvPr>
            <p:cNvSpPr/>
            <p:nvPr/>
          </p:nvSpPr>
          <p:spPr>
            <a:xfrm>
              <a:off x="1526425" y="935293"/>
              <a:ext cx="1649148" cy="1186295"/>
            </a:xfrm>
            <a:prstGeom prst="hexagon">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14" name="テキスト ボックス 113">
              <a:extLst>
                <a:ext uri="{FF2B5EF4-FFF2-40B4-BE49-F238E27FC236}">
                  <a16:creationId xmlns:a16="http://schemas.microsoft.com/office/drawing/2014/main" id="{96031E53-7269-4EEA-EAEF-3436D911FA57}"/>
                </a:ext>
              </a:extLst>
            </p:cNvPr>
            <p:cNvSpPr txBox="1"/>
            <p:nvPr/>
          </p:nvSpPr>
          <p:spPr>
            <a:xfrm>
              <a:off x="1797001" y="1297608"/>
              <a:ext cx="1107996" cy="461665"/>
            </a:xfrm>
            <a:prstGeom prst="rect">
              <a:avLst/>
            </a:prstGeom>
            <a:noFill/>
          </p:spPr>
          <p:txBody>
            <a:bodyPr wrap="none" rtlCol="0">
              <a:spAutoFit/>
            </a:bodyPr>
            <a:lstStyle/>
            <a:p>
              <a:pPr algn="ctr"/>
              <a:r>
                <a:rPr lang="en-US" altLang="ja-JP" sz="2400" b="1" dirty="0">
                  <a:solidFill>
                    <a:schemeClr val="bg1">
                      <a:lumMod val="95000"/>
                    </a:schemeClr>
                  </a:solidFill>
                  <a:latin typeface="原稿用標準書体" panose="03000503000000000000" pitchFamily="66" charset="-128"/>
                  <a:ea typeface="原稿用標準書体" panose="03000503000000000000" pitchFamily="66" charset="-128"/>
                </a:rPr>
                <a:t>SAVE03</a:t>
              </a:r>
              <a:endParaRPr kumimoji="1" lang="ja-JP" altLang="en-US" sz="3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100" name="グループ化 99">
            <a:extLst>
              <a:ext uri="{FF2B5EF4-FFF2-40B4-BE49-F238E27FC236}">
                <a16:creationId xmlns:a16="http://schemas.microsoft.com/office/drawing/2014/main" id="{379E9F68-38A6-1432-BF10-71FA436A2F25}"/>
              </a:ext>
            </a:extLst>
          </p:cNvPr>
          <p:cNvGrpSpPr/>
          <p:nvPr/>
        </p:nvGrpSpPr>
        <p:grpSpPr>
          <a:xfrm>
            <a:off x="8214158" y="6535963"/>
            <a:ext cx="2380516" cy="289960"/>
            <a:chOff x="8231923" y="1510868"/>
            <a:chExt cx="2380516" cy="289960"/>
          </a:xfrm>
        </p:grpSpPr>
        <p:sp>
          <p:nvSpPr>
            <p:cNvPr id="101" name="楕円 100">
              <a:extLst>
                <a:ext uri="{FF2B5EF4-FFF2-40B4-BE49-F238E27FC236}">
                  <a16:creationId xmlns:a16="http://schemas.microsoft.com/office/drawing/2014/main" id="{F6BD9B46-EB2C-EB44-AC2D-2A6B8181DE3F}"/>
                </a:ext>
              </a:extLst>
            </p:cNvPr>
            <p:cNvSpPr/>
            <p:nvPr/>
          </p:nvSpPr>
          <p:spPr>
            <a:xfrm>
              <a:off x="10322479"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2" name="ハート 101">
              <a:extLst>
                <a:ext uri="{FF2B5EF4-FFF2-40B4-BE49-F238E27FC236}">
                  <a16:creationId xmlns:a16="http://schemas.microsoft.com/office/drawing/2014/main" id="{23271D89-E4D8-0D34-ADD4-4749EE0A506C}"/>
                </a:ext>
              </a:extLst>
            </p:cNvPr>
            <p:cNvSpPr/>
            <p:nvPr/>
          </p:nvSpPr>
          <p:spPr>
            <a:xfrm>
              <a:off x="8231923"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3" name="楕円 102">
              <a:extLst>
                <a:ext uri="{FF2B5EF4-FFF2-40B4-BE49-F238E27FC236}">
                  <a16:creationId xmlns:a16="http://schemas.microsoft.com/office/drawing/2014/main" id="{255716FE-69DD-CF52-E902-6A022514BA69}"/>
                </a:ext>
              </a:extLst>
            </p:cNvPr>
            <p:cNvSpPr/>
            <p:nvPr/>
          </p:nvSpPr>
          <p:spPr>
            <a:xfrm>
              <a:off x="9277201"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4" name="楕円 103">
              <a:extLst>
                <a:ext uri="{FF2B5EF4-FFF2-40B4-BE49-F238E27FC236}">
                  <a16:creationId xmlns:a16="http://schemas.microsoft.com/office/drawing/2014/main" id="{769A3823-01E4-F9DE-5D48-787484F1660C}"/>
                </a:ext>
              </a:extLst>
            </p:cNvPr>
            <p:cNvSpPr/>
            <p:nvPr/>
          </p:nvSpPr>
          <p:spPr>
            <a:xfrm>
              <a:off x="9625628"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5" name="楕円 104">
              <a:extLst>
                <a:ext uri="{FF2B5EF4-FFF2-40B4-BE49-F238E27FC236}">
                  <a16:creationId xmlns:a16="http://schemas.microsoft.com/office/drawing/2014/main" id="{6238FCB1-0941-5D26-7401-1556DF2E2AC2}"/>
                </a:ext>
              </a:extLst>
            </p:cNvPr>
            <p:cNvSpPr/>
            <p:nvPr/>
          </p:nvSpPr>
          <p:spPr>
            <a:xfrm>
              <a:off x="9974055"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6" name="ハート 105">
              <a:extLst>
                <a:ext uri="{FF2B5EF4-FFF2-40B4-BE49-F238E27FC236}">
                  <a16:creationId xmlns:a16="http://schemas.microsoft.com/office/drawing/2014/main" id="{85A43BA6-15CE-DD36-319C-43245B9116EB}"/>
                </a:ext>
              </a:extLst>
            </p:cNvPr>
            <p:cNvSpPr/>
            <p:nvPr/>
          </p:nvSpPr>
          <p:spPr>
            <a:xfrm>
              <a:off x="8580349"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7" name="ハート 106">
              <a:extLst>
                <a:ext uri="{FF2B5EF4-FFF2-40B4-BE49-F238E27FC236}">
                  <a16:creationId xmlns:a16="http://schemas.microsoft.com/office/drawing/2014/main" id="{20404652-37D5-AEA0-DEE0-CCC05B3D2DA1}"/>
                </a:ext>
              </a:extLst>
            </p:cNvPr>
            <p:cNvSpPr/>
            <p:nvPr/>
          </p:nvSpPr>
          <p:spPr>
            <a:xfrm>
              <a:off x="8928775"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10" name="グループ化 9">
            <a:extLst>
              <a:ext uri="{FF2B5EF4-FFF2-40B4-BE49-F238E27FC236}">
                <a16:creationId xmlns:a16="http://schemas.microsoft.com/office/drawing/2014/main" id="{9475AE44-5371-9BB5-E610-B0DCC8A060FF}"/>
              </a:ext>
            </a:extLst>
          </p:cNvPr>
          <p:cNvGrpSpPr/>
          <p:nvPr/>
        </p:nvGrpSpPr>
        <p:grpSpPr>
          <a:xfrm>
            <a:off x="4266558" y="2945547"/>
            <a:ext cx="3256407" cy="963346"/>
            <a:chOff x="4260533" y="2945547"/>
            <a:chExt cx="3256407" cy="963346"/>
          </a:xfrm>
        </p:grpSpPr>
        <p:grpSp>
          <p:nvGrpSpPr>
            <p:cNvPr id="66" name="グループ化 65">
              <a:extLst>
                <a:ext uri="{FF2B5EF4-FFF2-40B4-BE49-F238E27FC236}">
                  <a16:creationId xmlns:a16="http://schemas.microsoft.com/office/drawing/2014/main" id="{BAA78584-2DA0-CE49-B76C-8C48B4D1CA94}"/>
                </a:ext>
              </a:extLst>
            </p:cNvPr>
            <p:cNvGrpSpPr/>
            <p:nvPr/>
          </p:nvGrpSpPr>
          <p:grpSpPr>
            <a:xfrm>
              <a:off x="4260533" y="2945547"/>
              <a:ext cx="3069555" cy="400110"/>
              <a:chOff x="4472608" y="1805236"/>
              <a:chExt cx="3069555" cy="400110"/>
            </a:xfrm>
          </p:grpSpPr>
          <p:sp>
            <p:nvSpPr>
              <p:cNvPr id="75" name="テキスト ボックス 74">
                <a:extLst>
                  <a:ext uri="{FF2B5EF4-FFF2-40B4-BE49-F238E27FC236}">
                    <a16:creationId xmlns:a16="http://schemas.microsoft.com/office/drawing/2014/main" id="{2E4EF600-4B79-64D2-18EB-7A09EE96A92B}"/>
                  </a:ext>
                </a:extLst>
              </p:cNvPr>
              <p:cNvSpPr txBox="1"/>
              <p:nvPr/>
            </p:nvSpPr>
            <p:spPr>
              <a:xfrm>
                <a:off x="4472608" y="1866792"/>
                <a:ext cx="595035" cy="338554"/>
              </a:xfrm>
              <a:prstGeom prst="rect">
                <a:avLst/>
              </a:prstGeom>
              <a:noFill/>
            </p:spPr>
            <p:txBody>
              <a:bodyPr wrap="none" rtlCol="0">
                <a:spAutoFit/>
              </a:bodyPr>
              <a:lstStyle/>
              <a:p>
                <a:pPr algn="ctr"/>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Date</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76" name="テキスト ボックス 75">
                <a:extLst>
                  <a:ext uri="{FF2B5EF4-FFF2-40B4-BE49-F238E27FC236}">
                    <a16:creationId xmlns:a16="http://schemas.microsoft.com/office/drawing/2014/main" id="{F919C13D-0768-AFE6-C795-D6571A383892}"/>
                  </a:ext>
                </a:extLst>
              </p:cNvPr>
              <p:cNvSpPr txBox="1"/>
              <p:nvPr/>
            </p:nvSpPr>
            <p:spPr>
              <a:xfrm>
                <a:off x="5177413" y="1805236"/>
                <a:ext cx="2364750" cy="400110"/>
              </a:xfrm>
              <a:prstGeom prst="rect">
                <a:avLst/>
              </a:prstGeom>
              <a:noFill/>
            </p:spPr>
            <p:txBody>
              <a:bodyPr wrap="none" rtlCol="0">
                <a:spAutoFit/>
              </a:bodyPr>
              <a:lstStyle/>
              <a:p>
                <a:pPr algn="ctr"/>
                <a:r>
                  <a:rPr lang="en-US" altLang="ja-JP"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YYYY/MM/DD</a:t>
                </a:r>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　</a:t>
                </a:r>
                <a:r>
                  <a:rPr lang="en-US" altLang="ja-JP" sz="2000" dirty="0" err="1">
                    <a:solidFill>
                      <a:schemeClr val="tx1">
                        <a:lumMod val="85000"/>
                        <a:lumOff val="15000"/>
                      </a:schemeClr>
                    </a:solidFill>
                    <a:latin typeface="原稿用標準書体" panose="03000503000000000000" pitchFamily="66" charset="-128"/>
                    <a:ea typeface="原稿用標準書体" panose="03000503000000000000" pitchFamily="66" charset="-128"/>
                  </a:rPr>
                  <a:t>HH:mm</a:t>
                </a:r>
                <a:endParaRPr kumimoji="1"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9" name="グループ化 8">
              <a:extLst>
                <a:ext uri="{FF2B5EF4-FFF2-40B4-BE49-F238E27FC236}">
                  <a16:creationId xmlns:a16="http://schemas.microsoft.com/office/drawing/2014/main" id="{6FFA720D-2008-6BFA-50D0-3018D9B9F3EC}"/>
                </a:ext>
              </a:extLst>
            </p:cNvPr>
            <p:cNvGrpSpPr/>
            <p:nvPr/>
          </p:nvGrpSpPr>
          <p:grpSpPr>
            <a:xfrm>
              <a:off x="4260535" y="3493560"/>
              <a:ext cx="3256405" cy="415333"/>
              <a:chOff x="4260535" y="3493560"/>
              <a:chExt cx="3256405" cy="415333"/>
            </a:xfrm>
          </p:grpSpPr>
          <p:sp>
            <p:nvSpPr>
              <p:cNvPr id="3" name="テキスト ボックス 2">
                <a:extLst>
                  <a:ext uri="{FF2B5EF4-FFF2-40B4-BE49-F238E27FC236}">
                    <a16:creationId xmlns:a16="http://schemas.microsoft.com/office/drawing/2014/main" id="{324FF122-9489-98F9-718E-EFDC83B457EB}"/>
                  </a:ext>
                </a:extLst>
              </p:cNvPr>
              <p:cNvSpPr txBox="1"/>
              <p:nvPr/>
            </p:nvSpPr>
            <p:spPr>
              <a:xfrm>
                <a:off x="4260535" y="3493560"/>
                <a:ext cx="1005403" cy="338554"/>
              </a:xfrm>
              <a:prstGeom prst="rect">
                <a:avLst/>
              </a:prstGeom>
              <a:noFill/>
            </p:spPr>
            <p:txBody>
              <a:bodyPr wrap="none" rtlCol="0">
                <a:spAutoFit/>
              </a:bodyPr>
              <a:lstStyle/>
              <a:p>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PlayTime</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6" name="テキスト ボックス 5">
                <a:extLst>
                  <a:ext uri="{FF2B5EF4-FFF2-40B4-BE49-F238E27FC236}">
                    <a16:creationId xmlns:a16="http://schemas.microsoft.com/office/drawing/2014/main" id="{E3979A13-965D-B102-6345-0E55CD59F727}"/>
                  </a:ext>
                </a:extLst>
              </p:cNvPr>
              <p:cNvSpPr txBox="1"/>
              <p:nvPr/>
            </p:nvSpPr>
            <p:spPr>
              <a:xfrm>
                <a:off x="5323133" y="3508783"/>
                <a:ext cx="889945" cy="400110"/>
              </a:xfrm>
              <a:prstGeom prst="rect">
                <a:avLst/>
              </a:prstGeom>
              <a:noFill/>
            </p:spPr>
            <p:txBody>
              <a:bodyPr wrap="square">
                <a:spAutoFit/>
              </a:bodyPr>
              <a:lstStyle/>
              <a:p>
                <a:r>
                  <a:rPr lang="en-US" altLang="ja-JP" sz="2000">
                    <a:solidFill>
                      <a:schemeClr val="tx1">
                        <a:lumMod val="85000"/>
                        <a:lumOff val="15000"/>
                      </a:schemeClr>
                    </a:solidFill>
                    <a:latin typeface="原稿用標準書体" panose="03000503000000000000" pitchFamily="66" charset="-128"/>
                    <a:ea typeface="原稿用標準書体" panose="03000503000000000000" pitchFamily="66" charset="-128"/>
                  </a:rPr>
                  <a:t>HH:mm</a:t>
                </a:r>
                <a:endParaRPr lang="ja-JP" altLang="en-US"/>
              </a:p>
            </p:txBody>
          </p:sp>
          <p:sp>
            <p:nvSpPr>
              <p:cNvPr id="8" name="テキスト ボックス 7">
                <a:extLst>
                  <a:ext uri="{FF2B5EF4-FFF2-40B4-BE49-F238E27FC236}">
                    <a16:creationId xmlns:a16="http://schemas.microsoft.com/office/drawing/2014/main" id="{1E96645F-9855-5C75-DDBF-204D1C6E21BA}"/>
                  </a:ext>
                </a:extLst>
              </p:cNvPr>
              <p:cNvSpPr txBox="1"/>
              <p:nvPr/>
            </p:nvSpPr>
            <p:spPr>
              <a:xfrm>
                <a:off x="6408944" y="3493560"/>
                <a:ext cx="1107996" cy="338554"/>
              </a:xfrm>
              <a:prstGeom prst="rect">
                <a:avLst/>
              </a:prstGeom>
              <a:noFill/>
            </p:spPr>
            <p:txBody>
              <a:bodyPr wrap="none" rtlCol="0">
                <a:spAutoFit/>
              </a:bodyPr>
              <a:lstStyle/>
              <a:p>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Chapter</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 </a:t>
                </a:r>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0</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grpSp>
        <p:nvGrpSpPr>
          <p:cNvPr id="11" name="グループ化 10">
            <a:extLst>
              <a:ext uri="{FF2B5EF4-FFF2-40B4-BE49-F238E27FC236}">
                <a16:creationId xmlns:a16="http://schemas.microsoft.com/office/drawing/2014/main" id="{4112D6B8-0502-3324-F3A9-DD9B2D2BEE0F}"/>
              </a:ext>
            </a:extLst>
          </p:cNvPr>
          <p:cNvGrpSpPr/>
          <p:nvPr/>
        </p:nvGrpSpPr>
        <p:grpSpPr>
          <a:xfrm>
            <a:off x="4266558" y="1290004"/>
            <a:ext cx="3256407" cy="963346"/>
            <a:chOff x="4260533" y="2945547"/>
            <a:chExt cx="3256407" cy="963346"/>
          </a:xfrm>
        </p:grpSpPr>
        <p:grpSp>
          <p:nvGrpSpPr>
            <p:cNvPr id="12" name="グループ化 11">
              <a:extLst>
                <a:ext uri="{FF2B5EF4-FFF2-40B4-BE49-F238E27FC236}">
                  <a16:creationId xmlns:a16="http://schemas.microsoft.com/office/drawing/2014/main" id="{24BDB9FC-DA50-8092-D68B-FCCAFBFC87BE}"/>
                </a:ext>
              </a:extLst>
            </p:cNvPr>
            <p:cNvGrpSpPr/>
            <p:nvPr/>
          </p:nvGrpSpPr>
          <p:grpSpPr>
            <a:xfrm>
              <a:off x="4260533" y="2945547"/>
              <a:ext cx="3069555" cy="400110"/>
              <a:chOff x="4472608" y="1805236"/>
              <a:chExt cx="3069555" cy="400110"/>
            </a:xfrm>
          </p:grpSpPr>
          <p:sp>
            <p:nvSpPr>
              <p:cNvPr id="19" name="テキスト ボックス 18">
                <a:extLst>
                  <a:ext uri="{FF2B5EF4-FFF2-40B4-BE49-F238E27FC236}">
                    <a16:creationId xmlns:a16="http://schemas.microsoft.com/office/drawing/2014/main" id="{3D6D85D5-1979-BF73-754C-F431B41E06F5}"/>
                  </a:ext>
                </a:extLst>
              </p:cNvPr>
              <p:cNvSpPr txBox="1"/>
              <p:nvPr/>
            </p:nvSpPr>
            <p:spPr>
              <a:xfrm>
                <a:off x="4472608" y="1866792"/>
                <a:ext cx="595035" cy="338554"/>
              </a:xfrm>
              <a:prstGeom prst="rect">
                <a:avLst/>
              </a:prstGeom>
              <a:noFill/>
            </p:spPr>
            <p:txBody>
              <a:bodyPr wrap="none" rtlCol="0">
                <a:spAutoFit/>
              </a:bodyPr>
              <a:lstStyle/>
              <a:p>
                <a:pPr algn="ctr"/>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Date</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21" name="テキスト ボックス 20">
                <a:extLst>
                  <a:ext uri="{FF2B5EF4-FFF2-40B4-BE49-F238E27FC236}">
                    <a16:creationId xmlns:a16="http://schemas.microsoft.com/office/drawing/2014/main" id="{05E2F0C1-9415-B1BE-EE69-018E714F0F28}"/>
                  </a:ext>
                </a:extLst>
              </p:cNvPr>
              <p:cNvSpPr txBox="1"/>
              <p:nvPr/>
            </p:nvSpPr>
            <p:spPr>
              <a:xfrm>
                <a:off x="5177413" y="1805236"/>
                <a:ext cx="2364750" cy="400110"/>
              </a:xfrm>
              <a:prstGeom prst="rect">
                <a:avLst/>
              </a:prstGeom>
              <a:noFill/>
            </p:spPr>
            <p:txBody>
              <a:bodyPr wrap="none" rtlCol="0">
                <a:spAutoFit/>
              </a:bodyPr>
              <a:lstStyle/>
              <a:p>
                <a:pPr algn="ctr"/>
                <a:r>
                  <a:rPr lang="en-US" altLang="ja-JP"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YYYY/MM/DD</a:t>
                </a:r>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　</a:t>
                </a:r>
                <a:r>
                  <a:rPr lang="en-US" altLang="ja-JP" sz="2000" dirty="0" err="1">
                    <a:solidFill>
                      <a:schemeClr val="tx1">
                        <a:lumMod val="85000"/>
                        <a:lumOff val="15000"/>
                      </a:schemeClr>
                    </a:solidFill>
                    <a:latin typeface="原稿用標準書体" panose="03000503000000000000" pitchFamily="66" charset="-128"/>
                    <a:ea typeface="原稿用標準書体" panose="03000503000000000000" pitchFamily="66" charset="-128"/>
                  </a:rPr>
                  <a:t>HH:mm</a:t>
                </a:r>
                <a:endParaRPr kumimoji="1"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14" name="グループ化 13">
              <a:extLst>
                <a:ext uri="{FF2B5EF4-FFF2-40B4-BE49-F238E27FC236}">
                  <a16:creationId xmlns:a16="http://schemas.microsoft.com/office/drawing/2014/main" id="{18AADAAF-E55B-E28C-9E86-F1C3A961E09D}"/>
                </a:ext>
              </a:extLst>
            </p:cNvPr>
            <p:cNvGrpSpPr/>
            <p:nvPr/>
          </p:nvGrpSpPr>
          <p:grpSpPr>
            <a:xfrm>
              <a:off x="4260535" y="3493560"/>
              <a:ext cx="3256405" cy="415333"/>
              <a:chOff x="4260535" y="3493560"/>
              <a:chExt cx="3256405" cy="415333"/>
            </a:xfrm>
          </p:grpSpPr>
          <p:sp>
            <p:nvSpPr>
              <p:cNvPr id="15" name="テキスト ボックス 14">
                <a:extLst>
                  <a:ext uri="{FF2B5EF4-FFF2-40B4-BE49-F238E27FC236}">
                    <a16:creationId xmlns:a16="http://schemas.microsoft.com/office/drawing/2014/main" id="{07CDC6DC-873B-0B9D-724C-81689C40428E}"/>
                  </a:ext>
                </a:extLst>
              </p:cNvPr>
              <p:cNvSpPr txBox="1"/>
              <p:nvPr/>
            </p:nvSpPr>
            <p:spPr>
              <a:xfrm>
                <a:off x="4260535" y="3493560"/>
                <a:ext cx="1005403" cy="338554"/>
              </a:xfrm>
              <a:prstGeom prst="rect">
                <a:avLst/>
              </a:prstGeom>
              <a:noFill/>
            </p:spPr>
            <p:txBody>
              <a:bodyPr wrap="none" rtlCol="0">
                <a:spAutoFit/>
              </a:bodyPr>
              <a:lstStyle/>
              <a:p>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PlayTime</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6" name="テキスト ボックス 15">
                <a:extLst>
                  <a:ext uri="{FF2B5EF4-FFF2-40B4-BE49-F238E27FC236}">
                    <a16:creationId xmlns:a16="http://schemas.microsoft.com/office/drawing/2014/main" id="{50F1D726-3EE5-4B63-4CD0-3D6CAFA7CDB4}"/>
                  </a:ext>
                </a:extLst>
              </p:cNvPr>
              <p:cNvSpPr txBox="1"/>
              <p:nvPr/>
            </p:nvSpPr>
            <p:spPr>
              <a:xfrm>
                <a:off x="5323133" y="3508783"/>
                <a:ext cx="889945" cy="400110"/>
              </a:xfrm>
              <a:prstGeom prst="rect">
                <a:avLst/>
              </a:prstGeom>
              <a:noFill/>
            </p:spPr>
            <p:txBody>
              <a:bodyPr wrap="square">
                <a:spAutoFit/>
              </a:bodyPr>
              <a:lstStyle/>
              <a:p>
                <a:r>
                  <a:rPr lang="en-US" altLang="ja-JP" sz="2000">
                    <a:solidFill>
                      <a:schemeClr val="tx1">
                        <a:lumMod val="85000"/>
                        <a:lumOff val="15000"/>
                      </a:schemeClr>
                    </a:solidFill>
                    <a:latin typeface="原稿用標準書体" panose="03000503000000000000" pitchFamily="66" charset="-128"/>
                    <a:ea typeface="原稿用標準書体" panose="03000503000000000000" pitchFamily="66" charset="-128"/>
                  </a:rPr>
                  <a:t>HH:mm</a:t>
                </a:r>
                <a:endParaRPr lang="ja-JP" altLang="en-US"/>
              </a:p>
            </p:txBody>
          </p:sp>
          <p:sp>
            <p:nvSpPr>
              <p:cNvPr id="18" name="テキスト ボックス 17">
                <a:extLst>
                  <a:ext uri="{FF2B5EF4-FFF2-40B4-BE49-F238E27FC236}">
                    <a16:creationId xmlns:a16="http://schemas.microsoft.com/office/drawing/2014/main" id="{DE234832-AA62-541F-7CCC-65DA7A5C368C}"/>
                  </a:ext>
                </a:extLst>
              </p:cNvPr>
              <p:cNvSpPr txBox="1"/>
              <p:nvPr/>
            </p:nvSpPr>
            <p:spPr>
              <a:xfrm>
                <a:off x="6408944" y="3493560"/>
                <a:ext cx="1107996" cy="338554"/>
              </a:xfrm>
              <a:prstGeom prst="rect">
                <a:avLst/>
              </a:prstGeom>
              <a:noFill/>
            </p:spPr>
            <p:txBody>
              <a:bodyPr wrap="none" rtlCol="0">
                <a:spAutoFit/>
              </a:bodyPr>
              <a:lstStyle/>
              <a:p>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Chapter</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 </a:t>
                </a:r>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0</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grpSp>
        <p:nvGrpSpPr>
          <p:cNvPr id="32" name="グループ化 31">
            <a:extLst>
              <a:ext uri="{FF2B5EF4-FFF2-40B4-BE49-F238E27FC236}">
                <a16:creationId xmlns:a16="http://schemas.microsoft.com/office/drawing/2014/main" id="{3F544414-6C12-555F-4186-77A3EC389C25}"/>
              </a:ext>
            </a:extLst>
          </p:cNvPr>
          <p:cNvGrpSpPr/>
          <p:nvPr/>
        </p:nvGrpSpPr>
        <p:grpSpPr>
          <a:xfrm>
            <a:off x="4266558" y="6178650"/>
            <a:ext cx="3256407" cy="963346"/>
            <a:chOff x="4260533" y="2945547"/>
            <a:chExt cx="3256407" cy="963346"/>
          </a:xfrm>
        </p:grpSpPr>
        <p:grpSp>
          <p:nvGrpSpPr>
            <p:cNvPr id="34" name="グループ化 33">
              <a:extLst>
                <a:ext uri="{FF2B5EF4-FFF2-40B4-BE49-F238E27FC236}">
                  <a16:creationId xmlns:a16="http://schemas.microsoft.com/office/drawing/2014/main" id="{D82BB834-E5E5-C8D2-D03B-866DFA767B56}"/>
                </a:ext>
              </a:extLst>
            </p:cNvPr>
            <p:cNvGrpSpPr/>
            <p:nvPr/>
          </p:nvGrpSpPr>
          <p:grpSpPr>
            <a:xfrm>
              <a:off x="4260533" y="2945547"/>
              <a:ext cx="3069555" cy="400110"/>
              <a:chOff x="4472608" y="1805236"/>
              <a:chExt cx="3069555" cy="400110"/>
            </a:xfrm>
          </p:grpSpPr>
          <p:sp>
            <p:nvSpPr>
              <p:cNvPr id="42" name="テキスト ボックス 41">
                <a:extLst>
                  <a:ext uri="{FF2B5EF4-FFF2-40B4-BE49-F238E27FC236}">
                    <a16:creationId xmlns:a16="http://schemas.microsoft.com/office/drawing/2014/main" id="{E01E2B71-FF97-C80F-6D79-654F2EEF0002}"/>
                  </a:ext>
                </a:extLst>
              </p:cNvPr>
              <p:cNvSpPr txBox="1"/>
              <p:nvPr/>
            </p:nvSpPr>
            <p:spPr>
              <a:xfrm>
                <a:off x="4472608" y="1866792"/>
                <a:ext cx="595035" cy="338554"/>
              </a:xfrm>
              <a:prstGeom prst="rect">
                <a:avLst/>
              </a:prstGeom>
              <a:noFill/>
            </p:spPr>
            <p:txBody>
              <a:bodyPr wrap="none" rtlCol="0">
                <a:spAutoFit/>
              </a:bodyPr>
              <a:lstStyle/>
              <a:p>
                <a:pPr algn="ctr"/>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Date</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43" name="テキスト ボックス 42">
                <a:extLst>
                  <a:ext uri="{FF2B5EF4-FFF2-40B4-BE49-F238E27FC236}">
                    <a16:creationId xmlns:a16="http://schemas.microsoft.com/office/drawing/2014/main" id="{0AEA5ED3-A60B-B288-9255-D9836FD47B3F}"/>
                  </a:ext>
                </a:extLst>
              </p:cNvPr>
              <p:cNvSpPr txBox="1"/>
              <p:nvPr/>
            </p:nvSpPr>
            <p:spPr>
              <a:xfrm>
                <a:off x="5177413" y="1805236"/>
                <a:ext cx="2364750" cy="400110"/>
              </a:xfrm>
              <a:prstGeom prst="rect">
                <a:avLst/>
              </a:prstGeom>
              <a:noFill/>
            </p:spPr>
            <p:txBody>
              <a:bodyPr wrap="none" rtlCol="0">
                <a:spAutoFit/>
              </a:bodyPr>
              <a:lstStyle/>
              <a:p>
                <a:pPr algn="ctr"/>
                <a:r>
                  <a:rPr lang="en-US" altLang="ja-JP"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YYYY/MM/DD</a:t>
                </a:r>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　</a:t>
                </a:r>
                <a:r>
                  <a:rPr lang="en-US" altLang="ja-JP" sz="2000" dirty="0" err="1">
                    <a:solidFill>
                      <a:schemeClr val="tx1">
                        <a:lumMod val="85000"/>
                        <a:lumOff val="15000"/>
                      </a:schemeClr>
                    </a:solidFill>
                    <a:latin typeface="原稿用標準書体" panose="03000503000000000000" pitchFamily="66" charset="-128"/>
                    <a:ea typeface="原稿用標準書体" panose="03000503000000000000" pitchFamily="66" charset="-128"/>
                  </a:rPr>
                  <a:t>HH:mm</a:t>
                </a:r>
                <a:endParaRPr kumimoji="1"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36" name="グループ化 35">
              <a:extLst>
                <a:ext uri="{FF2B5EF4-FFF2-40B4-BE49-F238E27FC236}">
                  <a16:creationId xmlns:a16="http://schemas.microsoft.com/office/drawing/2014/main" id="{6B94E6F9-F4D8-E7B4-70D4-492C71DCE8AC}"/>
                </a:ext>
              </a:extLst>
            </p:cNvPr>
            <p:cNvGrpSpPr/>
            <p:nvPr/>
          </p:nvGrpSpPr>
          <p:grpSpPr>
            <a:xfrm>
              <a:off x="4260535" y="3493560"/>
              <a:ext cx="3256405" cy="415333"/>
              <a:chOff x="4260535" y="3493560"/>
              <a:chExt cx="3256405" cy="415333"/>
            </a:xfrm>
          </p:grpSpPr>
          <p:sp>
            <p:nvSpPr>
              <p:cNvPr id="37" name="テキスト ボックス 36">
                <a:extLst>
                  <a:ext uri="{FF2B5EF4-FFF2-40B4-BE49-F238E27FC236}">
                    <a16:creationId xmlns:a16="http://schemas.microsoft.com/office/drawing/2014/main" id="{3F7C7F95-3C87-9EE3-0102-6F8AA18B1471}"/>
                  </a:ext>
                </a:extLst>
              </p:cNvPr>
              <p:cNvSpPr txBox="1"/>
              <p:nvPr/>
            </p:nvSpPr>
            <p:spPr>
              <a:xfrm>
                <a:off x="4260535" y="3493560"/>
                <a:ext cx="1005403" cy="338554"/>
              </a:xfrm>
              <a:prstGeom prst="rect">
                <a:avLst/>
              </a:prstGeom>
              <a:noFill/>
            </p:spPr>
            <p:txBody>
              <a:bodyPr wrap="none" rtlCol="0">
                <a:spAutoFit/>
              </a:bodyPr>
              <a:lstStyle/>
              <a:p>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PlayTime</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40" name="テキスト ボックス 39">
                <a:extLst>
                  <a:ext uri="{FF2B5EF4-FFF2-40B4-BE49-F238E27FC236}">
                    <a16:creationId xmlns:a16="http://schemas.microsoft.com/office/drawing/2014/main" id="{186D971A-49BB-5A1C-083D-34ECC58F6E2A}"/>
                  </a:ext>
                </a:extLst>
              </p:cNvPr>
              <p:cNvSpPr txBox="1"/>
              <p:nvPr/>
            </p:nvSpPr>
            <p:spPr>
              <a:xfrm>
                <a:off x="5323133" y="3508783"/>
                <a:ext cx="889945" cy="400110"/>
              </a:xfrm>
              <a:prstGeom prst="rect">
                <a:avLst/>
              </a:prstGeom>
              <a:noFill/>
            </p:spPr>
            <p:txBody>
              <a:bodyPr wrap="square">
                <a:spAutoFit/>
              </a:bodyPr>
              <a:lstStyle/>
              <a:p>
                <a:r>
                  <a:rPr lang="en-US" altLang="ja-JP" sz="2000">
                    <a:solidFill>
                      <a:schemeClr val="tx1">
                        <a:lumMod val="85000"/>
                        <a:lumOff val="15000"/>
                      </a:schemeClr>
                    </a:solidFill>
                    <a:latin typeface="原稿用標準書体" panose="03000503000000000000" pitchFamily="66" charset="-128"/>
                    <a:ea typeface="原稿用標準書体" panose="03000503000000000000" pitchFamily="66" charset="-128"/>
                  </a:rPr>
                  <a:t>HH:mm</a:t>
                </a:r>
                <a:endParaRPr lang="ja-JP" altLang="en-US"/>
              </a:p>
            </p:txBody>
          </p:sp>
          <p:sp>
            <p:nvSpPr>
              <p:cNvPr id="41" name="テキスト ボックス 40">
                <a:extLst>
                  <a:ext uri="{FF2B5EF4-FFF2-40B4-BE49-F238E27FC236}">
                    <a16:creationId xmlns:a16="http://schemas.microsoft.com/office/drawing/2014/main" id="{DDC9C430-DF94-E8C9-FF74-55F12F7002DE}"/>
                  </a:ext>
                </a:extLst>
              </p:cNvPr>
              <p:cNvSpPr txBox="1"/>
              <p:nvPr/>
            </p:nvSpPr>
            <p:spPr>
              <a:xfrm>
                <a:off x="6408944" y="3493560"/>
                <a:ext cx="1107996" cy="338554"/>
              </a:xfrm>
              <a:prstGeom prst="rect">
                <a:avLst/>
              </a:prstGeom>
              <a:noFill/>
            </p:spPr>
            <p:txBody>
              <a:bodyPr wrap="none" rtlCol="0">
                <a:spAutoFit/>
              </a:bodyPr>
              <a:lstStyle/>
              <a:p>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Chapter</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 </a:t>
                </a:r>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0</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grpSp>
        <p:nvGrpSpPr>
          <p:cNvPr id="44" name="グループ化 43">
            <a:extLst>
              <a:ext uri="{FF2B5EF4-FFF2-40B4-BE49-F238E27FC236}">
                <a16:creationId xmlns:a16="http://schemas.microsoft.com/office/drawing/2014/main" id="{9DEFF790-F918-00F6-6F89-04B16D321711}"/>
              </a:ext>
            </a:extLst>
          </p:cNvPr>
          <p:cNvGrpSpPr/>
          <p:nvPr/>
        </p:nvGrpSpPr>
        <p:grpSpPr>
          <a:xfrm>
            <a:off x="169071" y="5261608"/>
            <a:ext cx="1975684" cy="1396119"/>
            <a:chOff x="163586" y="134635"/>
            <a:chExt cx="1975684" cy="1396119"/>
          </a:xfrm>
        </p:grpSpPr>
        <p:grpSp>
          <p:nvGrpSpPr>
            <p:cNvPr id="46" name="グループ化 45">
              <a:extLst>
                <a:ext uri="{FF2B5EF4-FFF2-40B4-BE49-F238E27FC236}">
                  <a16:creationId xmlns:a16="http://schemas.microsoft.com/office/drawing/2014/main" id="{5C64597D-24D2-89FA-B757-FE5618FF98CF}"/>
                </a:ext>
              </a:extLst>
            </p:cNvPr>
            <p:cNvGrpSpPr/>
            <p:nvPr/>
          </p:nvGrpSpPr>
          <p:grpSpPr>
            <a:xfrm>
              <a:off x="163586" y="134635"/>
              <a:ext cx="1975684" cy="1396119"/>
              <a:chOff x="163586" y="134635"/>
              <a:chExt cx="1975684" cy="1396119"/>
            </a:xfrm>
          </p:grpSpPr>
          <p:pic>
            <p:nvPicPr>
              <p:cNvPr id="52" name="図 51">
                <a:extLst>
                  <a:ext uri="{FF2B5EF4-FFF2-40B4-BE49-F238E27FC236}">
                    <a16:creationId xmlns:a16="http://schemas.microsoft.com/office/drawing/2014/main" id="{2A385B6B-F389-7DD7-095C-9F537AC3456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54" name="楕円 53">
                <a:extLst>
                  <a:ext uri="{FF2B5EF4-FFF2-40B4-BE49-F238E27FC236}">
                    <a16:creationId xmlns:a16="http://schemas.microsoft.com/office/drawing/2014/main" id="{84082BAD-003C-AEAB-0E85-89805D723714}"/>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50" name="図 49">
              <a:extLst>
                <a:ext uri="{FF2B5EF4-FFF2-40B4-BE49-F238E27FC236}">
                  <a16:creationId xmlns:a16="http://schemas.microsoft.com/office/drawing/2014/main" id="{8F92F1C9-DAF4-AA50-A3C7-774E8E45E53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
        <p:nvSpPr>
          <p:cNvPr id="4" name="正方形/長方形 3">
            <a:extLst>
              <a:ext uri="{FF2B5EF4-FFF2-40B4-BE49-F238E27FC236}">
                <a16:creationId xmlns:a16="http://schemas.microsoft.com/office/drawing/2014/main" id="{6BBA063D-0588-D90F-8B21-EA8FCF37AF41}"/>
              </a:ext>
            </a:extLst>
          </p:cNvPr>
          <p:cNvSpPr>
            <a:spLocks/>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 name="四角形: 角を丸くする 4">
            <a:extLst>
              <a:ext uri="{FF2B5EF4-FFF2-40B4-BE49-F238E27FC236}">
                <a16:creationId xmlns:a16="http://schemas.microsoft.com/office/drawing/2014/main" id="{B8E1ACB6-D109-5306-BD9B-1ABDC1426A58}"/>
              </a:ext>
            </a:extLst>
          </p:cNvPr>
          <p:cNvSpPr/>
          <p:nvPr/>
        </p:nvSpPr>
        <p:spPr>
          <a:xfrm>
            <a:off x="2267222" y="1823170"/>
            <a:ext cx="7657556" cy="3211661"/>
          </a:xfrm>
          <a:prstGeom prst="roundRect">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テキスト ボックス 6">
            <a:extLst>
              <a:ext uri="{FF2B5EF4-FFF2-40B4-BE49-F238E27FC236}">
                <a16:creationId xmlns:a16="http://schemas.microsoft.com/office/drawing/2014/main" id="{8EA191E4-749F-026B-8747-B09C56C5B7FD}"/>
              </a:ext>
            </a:extLst>
          </p:cNvPr>
          <p:cNvSpPr txBox="1"/>
          <p:nvPr/>
        </p:nvSpPr>
        <p:spPr>
          <a:xfrm>
            <a:off x="4949692" y="2631564"/>
            <a:ext cx="2292615" cy="584775"/>
          </a:xfrm>
          <a:prstGeom prst="rect">
            <a:avLst/>
          </a:prstGeom>
          <a:noFill/>
        </p:spPr>
        <p:txBody>
          <a:bodyPr wrap="none" rtlCol="0">
            <a:spAutoFit/>
          </a:bodyPr>
          <a:lstStyle/>
          <a:p>
            <a:pPr algn="ctr"/>
            <a:r>
              <a:rPr lang="ja-JP" altLang="en-US" sz="3200" b="1">
                <a:solidFill>
                  <a:schemeClr val="tx1">
                    <a:lumMod val="85000"/>
                    <a:lumOff val="15000"/>
                  </a:schemeClr>
                </a:solidFill>
                <a:latin typeface="和音 Joyo R" panose="00000500000000000000" pitchFamily="50" charset="-128"/>
                <a:ea typeface="和音 Joyo R" panose="00000500000000000000" pitchFamily="50" charset="-128"/>
              </a:rPr>
              <a:t>セーブ中</a:t>
            </a:r>
            <a:r>
              <a:rPr lang="en-US" altLang="ja-JP" sz="3200" b="1">
                <a:solidFill>
                  <a:schemeClr val="tx1">
                    <a:lumMod val="85000"/>
                    <a:lumOff val="15000"/>
                  </a:schemeClr>
                </a:solidFill>
                <a:latin typeface="和音 Joyo R" panose="00000500000000000000" pitchFamily="50" charset="-128"/>
                <a:ea typeface="和音 Joyo R" panose="00000500000000000000" pitchFamily="50" charset="-128"/>
              </a:rPr>
              <a:t>…</a:t>
            </a:r>
            <a:endParaRPr kumimoji="1" lang="ja-JP" altLang="en-US" sz="4000" b="1"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grpSp>
        <p:nvGrpSpPr>
          <p:cNvPr id="90" name="グループ化 89">
            <a:extLst>
              <a:ext uri="{FF2B5EF4-FFF2-40B4-BE49-F238E27FC236}">
                <a16:creationId xmlns:a16="http://schemas.microsoft.com/office/drawing/2014/main" id="{F6302BEC-B060-9ED1-C4ED-6EA3CF5A3A83}"/>
              </a:ext>
            </a:extLst>
          </p:cNvPr>
          <p:cNvGrpSpPr/>
          <p:nvPr/>
        </p:nvGrpSpPr>
        <p:grpSpPr>
          <a:xfrm>
            <a:off x="2976842" y="3671796"/>
            <a:ext cx="6238316" cy="730638"/>
            <a:chOff x="3038013" y="3671796"/>
            <a:chExt cx="6238316" cy="730638"/>
          </a:xfrm>
        </p:grpSpPr>
        <p:sp>
          <p:nvSpPr>
            <p:cNvPr id="58" name="楕円 57">
              <a:extLst>
                <a:ext uri="{FF2B5EF4-FFF2-40B4-BE49-F238E27FC236}">
                  <a16:creationId xmlns:a16="http://schemas.microsoft.com/office/drawing/2014/main" id="{B035E8C0-BF5A-5D4D-FADB-DDA01680D8B7}"/>
                </a:ext>
              </a:extLst>
            </p:cNvPr>
            <p:cNvSpPr/>
            <p:nvPr/>
          </p:nvSpPr>
          <p:spPr>
            <a:xfrm>
              <a:off x="3038013" y="3671796"/>
              <a:ext cx="730638" cy="730638"/>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2" name="楕円 61">
              <a:extLst>
                <a:ext uri="{FF2B5EF4-FFF2-40B4-BE49-F238E27FC236}">
                  <a16:creationId xmlns:a16="http://schemas.microsoft.com/office/drawing/2014/main" id="{A46CB546-241E-03D9-37F9-A7D9E86877D3}"/>
                </a:ext>
              </a:extLst>
            </p:cNvPr>
            <p:cNvSpPr/>
            <p:nvPr/>
          </p:nvSpPr>
          <p:spPr>
            <a:xfrm>
              <a:off x="4139549" y="3671796"/>
              <a:ext cx="730638" cy="730638"/>
            </a:xfrm>
            <a:prstGeom prst="ellipse">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4" name="楕円 63">
              <a:extLst>
                <a:ext uri="{FF2B5EF4-FFF2-40B4-BE49-F238E27FC236}">
                  <a16:creationId xmlns:a16="http://schemas.microsoft.com/office/drawing/2014/main" id="{4818C696-0C4D-B473-4701-A6C914D4B2EA}"/>
                </a:ext>
              </a:extLst>
            </p:cNvPr>
            <p:cNvSpPr/>
            <p:nvPr/>
          </p:nvSpPr>
          <p:spPr>
            <a:xfrm>
              <a:off x="6342621" y="3671796"/>
              <a:ext cx="730638" cy="730638"/>
            </a:xfrm>
            <a:prstGeom prst="ellipse">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7" name="楕円 76">
              <a:extLst>
                <a:ext uri="{FF2B5EF4-FFF2-40B4-BE49-F238E27FC236}">
                  <a16:creationId xmlns:a16="http://schemas.microsoft.com/office/drawing/2014/main" id="{E59FE20B-DAAE-DE5E-9EB3-BCEE6A70BDF3}"/>
                </a:ext>
              </a:extLst>
            </p:cNvPr>
            <p:cNvSpPr/>
            <p:nvPr/>
          </p:nvSpPr>
          <p:spPr>
            <a:xfrm>
              <a:off x="8545691" y="3671796"/>
              <a:ext cx="730638" cy="730638"/>
            </a:xfrm>
            <a:prstGeom prst="ellipse">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9" name="楕円 78">
              <a:extLst>
                <a:ext uri="{FF2B5EF4-FFF2-40B4-BE49-F238E27FC236}">
                  <a16:creationId xmlns:a16="http://schemas.microsoft.com/office/drawing/2014/main" id="{E9B76170-CBCF-8B86-7C6D-44F201AECBC4}"/>
                </a:ext>
              </a:extLst>
            </p:cNvPr>
            <p:cNvSpPr/>
            <p:nvPr/>
          </p:nvSpPr>
          <p:spPr>
            <a:xfrm>
              <a:off x="7444157" y="3671796"/>
              <a:ext cx="730638" cy="730638"/>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1" name="楕円 80">
              <a:extLst>
                <a:ext uri="{FF2B5EF4-FFF2-40B4-BE49-F238E27FC236}">
                  <a16:creationId xmlns:a16="http://schemas.microsoft.com/office/drawing/2014/main" id="{3C9B427C-D94B-0356-BEF3-91E489F70113}"/>
                </a:ext>
              </a:extLst>
            </p:cNvPr>
            <p:cNvSpPr/>
            <p:nvPr/>
          </p:nvSpPr>
          <p:spPr>
            <a:xfrm>
              <a:off x="5241085" y="3671796"/>
              <a:ext cx="730638" cy="730638"/>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Tree>
    <p:extLst>
      <p:ext uri="{BB962C8B-B14F-4D97-AF65-F5344CB8AC3E}">
        <p14:creationId xmlns:p14="http://schemas.microsoft.com/office/powerpoint/2010/main" val="1714076538"/>
      </p:ext>
    </p:extLst>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p:bg>
      <p:bgPr>
        <a:solidFill>
          <a:srgbClr val="FFA4F3"/>
        </a:solidFill>
        <a:effectLst/>
      </p:bgPr>
    </p:bg>
    <p:spTree>
      <p:nvGrpSpPr>
        <p:cNvPr id="1" name="">
          <a:extLst>
            <a:ext uri="{FF2B5EF4-FFF2-40B4-BE49-F238E27FC236}">
              <a16:creationId xmlns:a16="http://schemas.microsoft.com/office/drawing/2014/main" id="{7D5AD0B8-ACA4-1361-B0DC-AAC5E9E1784F}"/>
            </a:ext>
          </a:extLst>
        </p:cNvPr>
        <p:cNvGrpSpPr/>
        <p:nvPr/>
      </p:nvGrpSpPr>
      <p:grpSpPr>
        <a:xfrm>
          <a:off x="0" y="0"/>
          <a:ext cx="0" cy="0"/>
          <a:chOff x="0" y="0"/>
          <a:chExt cx="0" cy="0"/>
        </a:xfrm>
      </p:grpSpPr>
      <p:sp>
        <p:nvSpPr>
          <p:cNvPr id="33" name="テキスト ボックス 32">
            <a:extLst>
              <a:ext uri="{FF2B5EF4-FFF2-40B4-BE49-F238E27FC236}">
                <a16:creationId xmlns:a16="http://schemas.microsoft.com/office/drawing/2014/main" id="{5C0859B0-12BD-F10A-1102-850E9D9482D6}"/>
              </a:ext>
            </a:extLst>
          </p:cNvPr>
          <p:cNvSpPr txBox="1"/>
          <p:nvPr/>
        </p:nvSpPr>
        <p:spPr>
          <a:xfrm>
            <a:off x="393726" y="202300"/>
            <a:ext cx="1210588" cy="707886"/>
          </a:xfrm>
          <a:prstGeom prst="rect">
            <a:avLst/>
          </a:prstGeom>
          <a:noFill/>
        </p:spPr>
        <p:txBody>
          <a:bodyPr wrap="none" rtlCol="0">
            <a:spAutoFit/>
          </a:bodyPr>
          <a:lstStyle/>
          <a:p>
            <a:pPr algn="ctr"/>
            <a:r>
              <a:rPr lang="en-US" altLang="ja-JP" sz="4000" b="1" dirty="0">
                <a:solidFill>
                  <a:schemeClr val="bg1">
                    <a:lumMod val="95000"/>
                  </a:schemeClr>
                </a:solidFill>
                <a:latin typeface="原稿用標準書体" panose="03000503000000000000" pitchFamily="66" charset="-128"/>
                <a:ea typeface="原稿用標準書体" panose="03000503000000000000" pitchFamily="66" charset="-128"/>
              </a:rPr>
              <a:t>LOAD</a:t>
            </a:r>
            <a:endParaRPr kumimoji="1" lang="ja-JP" altLang="en-US" sz="48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cxnSp>
        <p:nvCxnSpPr>
          <p:cNvPr id="35" name="直線コネクタ 34">
            <a:extLst>
              <a:ext uri="{FF2B5EF4-FFF2-40B4-BE49-F238E27FC236}">
                <a16:creationId xmlns:a16="http://schemas.microsoft.com/office/drawing/2014/main" id="{54792F3B-3E85-DC2D-872F-347037D15812}"/>
              </a:ext>
            </a:extLst>
          </p:cNvPr>
          <p:cNvCxnSpPr>
            <a:cxnSpLocks/>
          </p:cNvCxnSpPr>
          <p:nvPr/>
        </p:nvCxnSpPr>
        <p:spPr>
          <a:xfrm flipH="1">
            <a:off x="-211707" y="916395"/>
            <a:ext cx="2238704" cy="0"/>
          </a:xfrm>
          <a:prstGeom prst="line">
            <a:avLst/>
          </a:prstGeom>
          <a:ln>
            <a:solidFill>
              <a:schemeClr val="bg1">
                <a:lumMod val="95000"/>
              </a:schemeClr>
            </a:solidFill>
            <a:headEnd type="arrow"/>
            <a:tailEnd type="arrow"/>
          </a:ln>
        </p:spPr>
        <p:style>
          <a:lnRef idx="2">
            <a:schemeClr val="accent1"/>
          </a:lnRef>
          <a:fillRef idx="0">
            <a:schemeClr val="accent1"/>
          </a:fillRef>
          <a:effectRef idx="1">
            <a:schemeClr val="accent1"/>
          </a:effectRef>
          <a:fontRef idx="minor">
            <a:schemeClr val="tx1"/>
          </a:fontRef>
        </p:style>
      </p:cxnSp>
      <p:grpSp>
        <p:nvGrpSpPr>
          <p:cNvPr id="39" name="グループ化 38">
            <a:extLst>
              <a:ext uri="{FF2B5EF4-FFF2-40B4-BE49-F238E27FC236}">
                <a16:creationId xmlns:a16="http://schemas.microsoft.com/office/drawing/2014/main" id="{56E21A57-6815-19AC-2C97-559EBB1C9577}"/>
              </a:ext>
            </a:extLst>
          </p:cNvPr>
          <p:cNvGrpSpPr/>
          <p:nvPr/>
        </p:nvGrpSpPr>
        <p:grpSpPr>
          <a:xfrm>
            <a:off x="11576392" y="3863211"/>
            <a:ext cx="236362" cy="2284060"/>
            <a:chOff x="11044871" y="4022147"/>
            <a:chExt cx="236362" cy="2031812"/>
          </a:xfrm>
        </p:grpSpPr>
        <p:sp>
          <p:nvSpPr>
            <p:cNvPr id="31" name="四角形: 角を丸くする 30">
              <a:extLst>
                <a:ext uri="{FF2B5EF4-FFF2-40B4-BE49-F238E27FC236}">
                  <a16:creationId xmlns:a16="http://schemas.microsoft.com/office/drawing/2014/main" id="{B8876D4D-696C-D7F4-F0E4-6136D2518FE5}"/>
                </a:ext>
              </a:extLst>
            </p:cNvPr>
            <p:cNvSpPr/>
            <p:nvPr/>
          </p:nvSpPr>
          <p:spPr>
            <a:xfrm>
              <a:off x="11044871" y="4022147"/>
              <a:ext cx="236362" cy="2031812"/>
            </a:xfrm>
            <a:prstGeom prst="roundRect">
              <a:avLst/>
            </a:prstGeom>
            <a:no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8" name="四角形: 角を丸くする 37">
              <a:extLst>
                <a:ext uri="{FF2B5EF4-FFF2-40B4-BE49-F238E27FC236}">
                  <a16:creationId xmlns:a16="http://schemas.microsoft.com/office/drawing/2014/main" id="{ACF675C7-2AEB-1C16-8A96-E3B52060237D}"/>
                </a:ext>
              </a:extLst>
            </p:cNvPr>
            <p:cNvSpPr/>
            <p:nvPr/>
          </p:nvSpPr>
          <p:spPr>
            <a:xfrm>
              <a:off x="11066205" y="4094529"/>
              <a:ext cx="193695" cy="571313"/>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22" name="グループ化 21">
            <a:extLst>
              <a:ext uri="{FF2B5EF4-FFF2-40B4-BE49-F238E27FC236}">
                <a16:creationId xmlns:a16="http://schemas.microsoft.com/office/drawing/2014/main" id="{DD5D64F9-5382-2738-4882-23A9271454A5}"/>
              </a:ext>
            </a:extLst>
          </p:cNvPr>
          <p:cNvGrpSpPr/>
          <p:nvPr/>
        </p:nvGrpSpPr>
        <p:grpSpPr>
          <a:xfrm>
            <a:off x="2440821" y="1178530"/>
            <a:ext cx="8486935" cy="1186295"/>
            <a:chOff x="1526425" y="935293"/>
            <a:chExt cx="8486935" cy="1186295"/>
          </a:xfrm>
        </p:grpSpPr>
        <p:sp>
          <p:nvSpPr>
            <p:cNvPr id="17" name="六角形 16">
              <a:extLst>
                <a:ext uri="{FF2B5EF4-FFF2-40B4-BE49-F238E27FC236}">
                  <a16:creationId xmlns:a16="http://schemas.microsoft.com/office/drawing/2014/main" id="{21E76642-487D-E23E-2CCB-CCC08387DF9A}"/>
                </a:ext>
              </a:extLst>
            </p:cNvPr>
            <p:cNvSpPr/>
            <p:nvPr/>
          </p:nvSpPr>
          <p:spPr>
            <a:xfrm>
              <a:off x="1531691" y="935293"/>
              <a:ext cx="8481669" cy="1186295"/>
            </a:xfrm>
            <a:prstGeom prst="hexagon">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0" name="六角形 19">
              <a:extLst>
                <a:ext uri="{FF2B5EF4-FFF2-40B4-BE49-F238E27FC236}">
                  <a16:creationId xmlns:a16="http://schemas.microsoft.com/office/drawing/2014/main" id="{EC43A5ED-A1AC-3CA6-5363-D893AFCE8042}"/>
                </a:ext>
              </a:extLst>
            </p:cNvPr>
            <p:cNvSpPr/>
            <p:nvPr/>
          </p:nvSpPr>
          <p:spPr>
            <a:xfrm>
              <a:off x="1526425" y="935293"/>
              <a:ext cx="1649148" cy="1186295"/>
            </a:xfrm>
            <a:prstGeom prst="hexagon">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3" name="テキスト ボックス 12">
              <a:extLst>
                <a:ext uri="{FF2B5EF4-FFF2-40B4-BE49-F238E27FC236}">
                  <a16:creationId xmlns:a16="http://schemas.microsoft.com/office/drawing/2014/main" id="{E7F3ED31-8F10-FC73-FE1B-55D229814230}"/>
                </a:ext>
              </a:extLst>
            </p:cNvPr>
            <p:cNvSpPr txBox="1"/>
            <p:nvPr/>
          </p:nvSpPr>
          <p:spPr>
            <a:xfrm>
              <a:off x="1950889" y="1112942"/>
              <a:ext cx="800219" cy="830997"/>
            </a:xfrm>
            <a:prstGeom prst="rect">
              <a:avLst/>
            </a:prstGeom>
            <a:noFill/>
          </p:spPr>
          <p:txBody>
            <a:bodyPr wrap="none" rtlCol="0">
              <a:spAutoFit/>
            </a:bodyPr>
            <a:lstStyle/>
            <a:p>
              <a:pPr algn="ctr"/>
              <a:r>
                <a:rPr lang="en-US" altLang="ja-JP" sz="2400" b="1" dirty="0">
                  <a:solidFill>
                    <a:schemeClr val="bg1">
                      <a:lumMod val="95000"/>
                    </a:schemeClr>
                  </a:solidFill>
                  <a:latin typeface="原稿用標準書体" panose="03000503000000000000" pitchFamily="66" charset="-128"/>
                  <a:ea typeface="原稿用標準書体" panose="03000503000000000000" pitchFamily="66" charset="-128"/>
                </a:rPr>
                <a:t>AUTO</a:t>
              </a:r>
              <a:br>
                <a:rPr lang="en-US" altLang="ja-JP" sz="2400" b="1" dirty="0">
                  <a:solidFill>
                    <a:schemeClr val="bg1">
                      <a:lumMod val="95000"/>
                    </a:schemeClr>
                  </a:solidFill>
                  <a:latin typeface="原稿用標準書体" panose="03000503000000000000" pitchFamily="66" charset="-128"/>
                  <a:ea typeface="原稿用標準書体" panose="03000503000000000000" pitchFamily="66" charset="-128"/>
                </a:rPr>
              </a:br>
              <a:r>
                <a:rPr lang="en-US" altLang="ja-JP" sz="2400" b="1" dirty="0">
                  <a:solidFill>
                    <a:schemeClr val="bg1">
                      <a:lumMod val="95000"/>
                    </a:schemeClr>
                  </a:solidFill>
                  <a:latin typeface="原稿用標準書体" panose="03000503000000000000" pitchFamily="66" charset="-128"/>
                  <a:ea typeface="原稿用標準書体" panose="03000503000000000000" pitchFamily="66" charset="-128"/>
                </a:rPr>
                <a:t>SAVE</a:t>
              </a:r>
              <a:endParaRPr kumimoji="1" lang="ja-JP" altLang="en-US" sz="3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60" name="グループ化 59">
            <a:extLst>
              <a:ext uri="{FF2B5EF4-FFF2-40B4-BE49-F238E27FC236}">
                <a16:creationId xmlns:a16="http://schemas.microsoft.com/office/drawing/2014/main" id="{A05AC18A-A0CC-0254-D05E-0ED49B66CAF1}"/>
              </a:ext>
            </a:extLst>
          </p:cNvPr>
          <p:cNvGrpSpPr/>
          <p:nvPr/>
        </p:nvGrpSpPr>
        <p:grpSpPr>
          <a:xfrm>
            <a:off x="8214158" y="1626697"/>
            <a:ext cx="2380516" cy="289960"/>
            <a:chOff x="8231923" y="1510868"/>
            <a:chExt cx="2380516" cy="289960"/>
          </a:xfrm>
        </p:grpSpPr>
        <p:sp>
          <p:nvSpPr>
            <p:cNvPr id="48" name="楕円 47">
              <a:extLst>
                <a:ext uri="{FF2B5EF4-FFF2-40B4-BE49-F238E27FC236}">
                  <a16:creationId xmlns:a16="http://schemas.microsoft.com/office/drawing/2014/main" id="{806AD27C-3436-CCE2-E069-9DDD7D0B01C9}"/>
                </a:ext>
              </a:extLst>
            </p:cNvPr>
            <p:cNvSpPr/>
            <p:nvPr/>
          </p:nvSpPr>
          <p:spPr>
            <a:xfrm>
              <a:off x="10322479"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9" name="ハート 48">
              <a:extLst>
                <a:ext uri="{FF2B5EF4-FFF2-40B4-BE49-F238E27FC236}">
                  <a16:creationId xmlns:a16="http://schemas.microsoft.com/office/drawing/2014/main" id="{298272F4-0797-F809-B0D8-F2FF96FE17E4}"/>
                </a:ext>
              </a:extLst>
            </p:cNvPr>
            <p:cNvSpPr/>
            <p:nvPr/>
          </p:nvSpPr>
          <p:spPr>
            <a:xfrm>
              <a:off x="8231923"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1" name="楕円 50">
              <a:extLst>
                <a:ext uri="{FF2B5EF4-FFF2-40B4-BE49-F238E27FC236}">
                  <a16:creationId xmlns:a16="http://schemas.microsoft.com/office/drawing/2014/main" id="{C5D70CDB-1A72-95E0-4EEF-8FF240944AD6}"/>
                </a:ext>
              </a:extLst>
            </p:cNvPr>
            <p:cNvSpPr/>
            <p:nvPr/>
          </p:nvSpPr>
          <p:spPr>
            <a:xfrm>
              <a:off x="9277201"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3" name="楕円 52">
              <a:extLst>
                <a:ext uri="{FF2B5EF4-FFF2-40B4-BE49-F238E27FC236}">
                  <a16:creationId xmlns:a16="http://schemas.microsoft.com/office/drawing/2014/main" id="{9E082849-8330-ABC0-AE9D-84533DE45044}"/>
                </a:ext>
              </a:extLst>
            </p:cNvPr>
            <p:cNvSpPr/>
            <p:nvPr/>
          </p:nvSpPr>
          <p:spPr>
            <a:xfrm>
              <a:off x="9625628"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5" name="楕円 54">
              <a:extLst>
                <a:ext uri="{FF2B5EF4-FFF2-40B4-BE49-F238E27FC236}">
                  <a16:creationId xmlns:a16="http://schemas.microsoft.com/office/drawing/2014/main" id="{2F2A6140-6349-F553-BEAA-4B5F2D3253CA}"/>
                </a:ext>
              </a:extLst>
            </p:cNvPr>
            <p:cNvSpPr/>
            <p:nvPr/>
          </p:nvSpPr>
          <p:spPr>
            <a:xfrm>
              <a:off x="9974055"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7" name="ハート 56">
              <a:extLst>
                <a:ext uri="{FF2B5EF4-FFF2-40B4-BE49-F238E27FC236}">
                  <a16:creationId xmlns:a16="http://schemas.microsoft.com/office/drawing/2014/main" id="{65ADA10D-009F-FCE3-9419-E30BE1C2B982}"/>
                </a:ext>
              </a:extLst>
            </p:cNvPr>
            <p:cNvSpPr/>
            <p:nvPr/>
          </p:nvSpPr>
          <p:spPr>
            <a:xfrm>
              <a:off x="8580349"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9" name="ハート 58">
              <a:extLst>
                <a:ext uri="{FF2B5EF4-FFF2-40B4-BE49-F238E27FC236}">
                  <a16:creationId xmlns:a16="http://schemas.microsoft.com/office/drawing/2014/main" id="{F358E0F7-8B9F-A2F2-0967-28D9C1F0FCD7}"/>
                </a:ext>
              </a:extLst>
            </p:cNvPr>
            <p:cNvSpPr/>
            <p:nvPr/>
          </p:nvSpPr>
          <p:spPr>
            <a:xfrm>
              <a:off x="8928775"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23" name="グループ化 22">
            <a:extLst>
              <a:ext uri="{FF2B5EF4-FFF2-40B4-BE49-F238E27FC236}">
                <a16:creationId xmlns:a16="http://schemas.microsoft.com/office/drawing/2014/main" id="{CDC85156-7E71-3EDE-29AB-897F318CCA50}"/>
              </a:ext>
            </a:extLst>
          </p:cNvPr>
          <p:cNvGrpSpPr/>
          <p:nvPr/>
        </p:nvGrpSpPr>
        <p:grpSpPr>
          <a:xfrm>
            <a:off x="2440821" y="2808079"/>
            <a:ext cx="8486935" cy="1186295"/>
            <a:chOff x="1526425" y="935293"/>
            <a:chExt cx="8486935" cy="1186295"/>
          </a:xfrm>
        </p:grpSpPr>
        <p:sp>
          <p:nvSpPr>
            <p:cNvPr id="24" name="六角形 23">
              <a:extLst>
                <a:ext uri="{FF2B5EF4-FFF2-40B4-BE49-F238E27FC236}">
                  <a16:creationId xmlns:a16="http://schemas.microsoft.com/office/drawing/2014/main" id="{02F9A995-3942-CF9E-A68B-2C589CE16D81}"/>
                </a:ext>
              </a:extLst>
            </p:cNvPr>
            <p:cNvSpPr/>
            <p:nvPr/>
          </p:nvSpPr>
          <p:spPr>
            <a:xfrm>
              <a:off x="1531691" y="935293"/>
              <a:ext cx="8481669" cy="1186295"/>
            </a:xfrm>
            <a:prstGeom prst="hexagon">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25" name="六角形 24">
              <a:extLst>
                <a:ext uri="{FF2B5EF4-FFF2-40B4-BE49-F238E27FC236}">
                  <a16:creationId xmlns:a16="http://schemas.microsoft.com/office/drawing/2014/main" id="{ACA36425-6D4F-F805-EFC3-DC6FF59BA6EE}"/>
                </a:ext>
              </a:extLst>
            </p:cNvPr>
            <p:cNvSpPr/>
            <p:nvPr/>
          </p:nvSpPr>
          <p:spPr>
            <a:xfrm>
              <a:off x="1526425" y="935293"/>
              <a:ext cx="1649148" cy="1186295"/>
            </a:xfrm>
            <a:prstGeom prst="hexagon">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26" name="テキスト ボックス 25">
              <a:extLst>
                <a:ext uri="{FF2B5EF4-FFF2-40B4-BE49-F238E27FC236}">
                  <a16:creationId xmlns:a16="http://schemas.microsoft.com/office/drawing/2014/main" id="{14338D4E-3697-EE85-479A-2650EA3763CD}"/>
                </a:ext>
              </a:extLst>
            </p:cNvPr>
            <p:cNvSpPr txBox="1"/>
            <p:nvPr/>
          </p:nvSpPr>
          <p:spPr>
            <a:xfrm>
              <a:off x="1797001" y="1297608"/>
              <a:ext cx="1107996" cy="461665"/>
            </a:xfrm>
            <a:prstGeom prst="rect">
              <a:avLst/>
            </a:prstGeom>
            <a:noFill/>
          </p:spPr>
          <p:txBody>
            <a:bodyPr wrap="none" rtlCol="0">
              <a:spAutoFit/>
            </a:bodyPr>
            <a:lstStyle/>
            <a:p>
              <a:pPr algn="ctr"/>
              <a:r>
                <a:rPr lang="en-US" altLang="ja-JP" sz="2400" b="1" dirty="0">
                  <a:solidFill>
                    <a:schemeClr val="bg1">
                      <a:lumMod val="95000"/>
                    </a:schemeClr>
                  </a:solidFill>
                  <a:latin typeface="原稿用標準書体" panose="03000503000000000000" pitchFamily="66" charset="-128"/>
                  <a:ea typeface="原稿用標準書体" panose="03000503000000000000" pitchFamily="66" charset="-128"/>
                </a:rPr>
                <a:t>SAVE01</a:t>
              </a:r>
              <a:endParaRPr kumimoji="1" lang="ja-JP" altLang="en-US" sz="3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67" name="グループ化 66">
            <a:extLst>
              <a:ext uri="{FF2B5EF4-FFF2-40B4-BE49-F238E27FC236}">
                <a16:creationId xmlns:a16="http://schemas.microsoft.com/office/drawing/2014/main" id="{8EEFA4D6-A62F-02CC-3EDC-EFFE1A7788B0}"/>
              </a:ext>
            </a:extLst>
          </p:cNvPr>
          <p:cNvGrpSpPr/>
          <p:nvPr/>
        </p:nvGrpSpPr>
        <p:grpSpPr>
          <a:xfrm>
            <a:off x="8214158" y="3276866"/>
            <a:ext cx="2380516" cy="289960"/>
            <a:chOff x="8231923" y="1510868"/>
            <a:chExt cx="2380516" cy="289960"/>
          </a:xfrm>
        </p:grpSpPr>
        <p:sp>
          <p:nvSpPr>
            <p:cNvPr id="68" name="楕円 67">
              <a:extLst>
                <a:ext uri="{FF2B5EF4-FFF2-40B4-BE49-F238E27FC236}">
                  <a16:creationId xmlns:a16="http://schemas.microsoft.com/office/drawing/2014/main" id="{DF63AE2D-AB19-704D-2210-D87DC9A6A2D5}"/>
                </a:ext>
              </a:extLst>
            </p:cNvPr>
            <p:cNvSpPr/>
            <p:nvPr/>
          </p:nvSpPr>
          <p:spPr>
            <a:xfrm>
              <a:off x="10322479" y="1510868"/>
              <a:ext cx="289960" cy="289960"/>
            </a:xfrm>
            <a:prstGeom prst="ellipse">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69" name="ハート 68">
              <a:extLst>
                <a:ext uri="{FF2B5EF4-FFF2-40B4-BE49-F238E27FC236}">
                  <a16:creationId xmlns:a16="http://schemas.microsoft.com/office/drawing/2014/main" id="{4B400952-5C0D-280A-4C40-D5386680FD60}"/>
                </a:ext>
              </a:extLst>
            </p:cNvPr>
            <p:cNvSpPr/>
            <p:nvPr/>
          </p:nvSpPr>
          <p:spPr>
            <a:xfrm>
              <a:off x="8231923"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0" name="楕円 69">
              <a:extLst>
                <a:ext uri="{FF2B5EF4-FFF2-40B4-BE49-F238E27FC236}">
                  <a16:creationId xmlns:a16="http://schemas.microsoft.com/office/drawing/2014/main" id="{772BF25D-5EED-1E44-4BED-3CCBEC6FE65E}"/>
                </a:ext>
              </a:extLst>
            </p:cNvPr>
            <p:cNvSpPr/>
            <p:nvPr/>
          </p:nvSpPr>
          <p:spPr>
            <a:xfrm>
              <a:off x="9277201"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1" name="楕円 70">
              <a:extLst>
                <a:ext uri="{FF2B5EF4-FFF2-40B4-BE49-F238E27FC236}">
                  <a16:creationId xmlns:a16="http://schemas.microsoft.com/office/drawing/2014/main" id="{CB68D1A0-53F4-B389-20F8-649EBB9D06EB}"/>
                </a:ext>
              </a:extLst>
            </p:cNvPr>
            <p:cNvSpPr/>
            <p:nvPr/>
          </p:nvSpPr>
          <p:spPr>
            <a:xfrm>
              <a:off x="9625628"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2" name="楕円 71">
              <a:extLst>
                <a:ext uri="{FF2B5EF4-FFF2-40B4-BE49-F238E27FC236}">
                  <a16:creationId xmlns:a16="http://schemas.microsoft.com/office/drawing/2014/main" id="{78EA584A-A0E8-6B42-7630-D0C2590B8B08}"/>
                </a:ext>
              </a:extLst>
            </p:cNvPr>
            <p:cNvSpPr/>
            <p:nvPr/>
          </p:nvSpPr>
          <p:spPr>
            <a:xfrm>
              <a:off x="9974055"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3" name="ハート 72">
              <a:extLst>
                <a:ext uri="{FF2B5EF4-FFF2-40B4-BE49-F238E27FC236}">
                  <a16:creationId xmlns:a16="http://schemas.microsoft.com/office/drawing/2014/main" id="{8BB559FB-CEDF-226E-A106-EB3407CCBE7D}"/>
                </a:ext>
              </a:extLst>
            </p:cNvPr>
            <p:cNvSpPr/>
            <p:nvPr/>
          </p:nvSpPr>
          <p:spPr>
            <a:xfrm>
              <a:off x="8580349"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4" name="ハート 73">
              <a:extLst>
                <a:ext uri="{FF2B5EF4-FFF2-40B4-BE49-F238E27FC236}">
                  <a16:creationId xmlns:a16="http://schemas.microsoft.com/office/drawing/2014/main" id="{F31DB74C-4743-BA35-1779-3F1DF37DFA26}"/>
                </a:ext>
              </a:extLst>
            </p:cNvPr>
            <p:cNvSpPr/>
            <p:nvPr/>
          </p:nvSpPr>
          <p:spPr>
            <a:xfrm>
              <a:off x="8928775"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27" name="グループ化 26">
            <a:extLst>
              <a:ext uri="{FF2B5EF4-FFF2-40B4-BE49-F238E27FC236}">
                <a16:creationId xmlns:a16="http://schemas.microsoft.com/office/drawing/2014/main" id="{95EB7E33-AD0A-F6D4-7C4E-A9D973E0DA18}"/>
              </a:ext>
            </a:extLst>
          </p:cNvPr>
          <p:cNvGrpSpPr/>
          <p:nvPr/>
        </p:nvGrpSpPr>
        <p:grpSpPr>
          <a:xfrm>
            <a:off x="2440821" y="4437628"/>
            <a:ext cx="8486935" cy="1186295"/>
            <a:chOff x="1526425" y="935293"/>
            <a:chExt cx="8486935" cy="1186295"/>
          </a:xfrm>
        </p:grpSpPr>
        <p:sp>
          <p:nvSpPr>
            <p:cNvPr id="28" name="六角形 27">
              <a:extLst>
                <a:ext uri="{FF2B5EF4-FFF2-40B4-BE49-F238E27FC236}">
                  <a16:creationId xmlns:a16="http://schemas.microsoft.com/office/drawing/2014/main" id="{31BA8EE8-F556-68E2-83CD-7E3E09FD1E29}"/>
                </a:ext>
              </a:extLst>
            </p:cNvPr>
            <p:cNvSpPr/>
            <p:nvPr/>
          </p:nvSpPr>
          <p:spPr>
            <a:xfrm>
              <a:off x="1531691" y="935293"/>
              <a:ext cx="8481669" cy="1186295"/>
            </a:xfrm>
            <a:prstGeom prst="hexagon">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29" name="六角形 28">
              <a:extLst>
                <a:ext uri="{FF2B5EF4-FFF2-40B4-BE49-F238E27FC236}">
                  <a16:creationId xmlns:a16="http://schemas.microsoft.com/office/drawing/2014/main" id="{BF119B66-CBA0-437E-0BB0-1E918230E619}"/>
                </a:ext>
              </a:extLst>
            </p:cNvPr>
            <p:cNvSpPr/>
            <p:nvPr/>
          </p:nvSpPr>
          <p:spPr>
            <a:xfrm>
              <a:off x="1526425" y="935293"/>
              <a:ext cx="1649148" cy="1186295"/>
            </a:xfrm>
            <a:prstGeom prst="hexagon">
              <a:avLst/>
            </a:prstGeom>
            <a:solidFill>
              <a:schemeClr val="bg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30" name="テキスト ボックス 29">
              <a:extLst>
                <a:ext uri="{FF2B5EF4-FFF2-40B4-BE49-F238E27FC236}">
                  <a16:creationId xmlns:a16="http://schemas.microsoft.com/office/drawing/2014/main" id="{FBDC407F-F8DB-FA77-CF5F-E8CE91E11575}"/>
                </a:ext>
              </a:extLst>
            </p:cNvPr>
            <p:cNvSpPr txBox="1"/>
            <p:nvPr/>
          </p:nvSpPr>
          <p:spPr>
            <a:xfrm>
              <a:off x="1797001" y="1297608"/>
              <a:ext cx="1107996" cy="461665"/>
            </a:xfrm>
            <a:prstGeom prst="rect">
              <a:avLst/>
            </a:prstGeom>
            <a:noFill/>
          </p:spPr>
          <p:txBody>
            <a:bodyPr wrap="none" rtlCol="0">
              <a:spAutoFit/>
            </a:bodyPr>
            <a:lstStyle/>
            <a:p>
              <a:pPr algn="ctr"/>
              <a:r>
                <a:rPr lang="en-US" altLang="ja-JP" sz="2400" b="1" dirty="0">
                  <a:solidFill>
                    <a:schemeClr val="bg1">
                      <a:lumMod val="95000"/>
                    </a:schemeClr>
                  </a:solidFill>
                  <a:latin typeface="原稿用標準書体" panose="03000503000000000000" pitchFamily="66" charset="-128"/>
                  <a:ea typeface="原稿用標準書体" panose="03000503000000000000" pitchFamily="66" charset="-128"/>
                </a:rPr>
                <a:t>SAVE02</a:t>
              </a:r>
              <a:endParaRPr kumimoji="1" lang="ja-JP" altLang="en-US" sz="3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82" name="グループ化 81">
            <a:extLst>
              <a:ext uri="{FF2B5EF4-FFF2-40B4-BE49-F238E27FC236}">
                <a16:creationId xmlns:a16="http://schemas.microsoft.com/office/drawing/2014/main" id="{5C8C7171-C98D-F0F5-159D-3CC7ED1BA987}"/>
              </a:ext>
            </a:extLst>
          </p:cNvPr>
          <p:cNvGrpSpPr/>
          <p:nvPr/>
        </p:nvGrpSpPr>
        <p:grpSpPr>
          <a:xfrm>
            <a:off x="8214158" y="4906415"/>
            <a:ext cx="2380516" cy="289960"/>
            <a:chOff x="8231923" y="1510868"/>
            <a:chExt cx="2380516" cy="289960"/>
          </a:xfrm>
          <a:solidFill>
            <a:schemeClr val="bg1">
              <a:lumMod val="50000"/>
            </a:schemeClr>
          </a:solidFill>
        </p:grpSpPr>
        <p:sp>
          <p:nvSpPr>
            <p:cNvPr id="83" name="楕円 82">
              <a:extLst>
                <a:ext uri="{FF2B5EF4-FFF2-40B4-BE49-F238E27FC236}">
                  <a16:creationId xmlns:a16="http://schemas.microsoft.com/office/drawing/2014/main" id="{ED468C72-EA72-D965-5189-5647B5440DD7}"/>
                </a:ext>
              </a:extLst>
            </p:cNvPr>
            <p:cNvSpPr/>
            <p:nvPr/>
          </p:nvSpPr>
          <p:spPr>
            <a:xfrm>
              <a:off x="10322479" y="1510868"/>
              <a:ext cx="289960" cy="289960"/>
            </a:xfrm>
            <a:prstGeom prst="ellipse">
              <a:avLst/>
            </a:prstGeom>
            <a:grp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4" name="ハート 83">
              <a:extLst>
                <a:ext uri="{FF2B5EF4-FFF2-40B4-BE49-F238E27FC236}">
                  <a16:creationId xmlns:a16="http://schemas.microsoft.com/office/drawing/2014/main" id="{B4757F03-CFA6-2CB6-32F9-B69C2D58B347}"/>
                </a:ext>
              </a:extLst>
            </p:cNvPr>
            <p:cNvSpPr/>
            <p:nvPr/>
          </p:nvSpPr>
          <p:spPr>
            <a:xfrm>
              <a:off x="8231923" y="1510869"/>
              <a:ext cx="289959" cy="289959"/>
            </a:xfrm>
            <a:prstGeom prst="ellipse">
              <a:avLst/>
            </a:prstGeom>
            <a:grp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5" name="楕円 84">
              <a:extLst>
                <a:ext uri="{FF2B5EF4-FFF2-40B4-BE49-F238E27FC236}">
                  <a16:creationId xmlns:a16="http://schemas.microsoft.com/office/drawing/2014/main" id="{F196210B-6836-F35A-F3A6-98003AA8EDB7}"/>
                </a:ext>
              </a:extLst>
            </p:cNvPr>
            <p:cNvSpPr/>
            <p:nvPr/>
          </p:nvSpPr>
          <p:spPr>
            <a:xfrm>
              <a:off x="9277201" y="1510868"/>
              <a:ext cx="289960" cy="289960"/>
            </a:xfrm>
            <a:prstGeom prst="ellipse">
              <a:avLst/>
            </a:prstGeom>
            <a:grp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6" name="楕円 85">
              <a:extLst>
                <a:ext uri="{FF2B5EF4-FFF2-40B4-BE49-F238E27FC236}">
                  <a16:creationId xmlns:a16="http://schemas.microsoft.com/office/drawing/2014/main" id="{DB2679E3-61E0-8CFE-3963-77F0746EDAD3}"/>
                </a:ext>
              </a:extLst>
            </p:cNvPr>
            <p:cNvSpPr/>
            <p:nvPr/>
          </p:nvSpPr>
          <p:spPr>
            <a:xfrm>
              <a:off x="9625628" y="1510868"/>
              <a:ext cx="289960" cy="289960"/>
            </a:xfrm>
            <a:prstGeom prst="ellipse">
              <a:avLst/>
            </a:prstGeom>
            <a:grp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7" name="楕円 86">
              <a:extLst>
                <a:ext uri="{FF2B5EF4-FFF2-40B4-BE49-F238E27FC236}">
                  <a16:creationId xmlns:a16="http://schemas.microsoft.com/office/drawing/2014/main" id="{15DF4D9D-981D-7EDC-BB0D-40BB92868CE5}"/>
                </a:ext>
              </a:extLst>
            </p:cNvPr>
            <p:cNvSpPr/>
            <p:nvPr/>
          </p:nvSpPr>
          <p:spPr>
            <a:xfrm>
              <a:off x="9974055" y="1510868"/>
              <a:ext cx="289960" cy="289960"/>
            </a:xfrm>
            <a:prstGeom prst="ellipse">
              <a:avLst/>
            </a:prstGeom>
            <a:grp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8" name="ハート 87">
              <a:extLst>
                <a:ext uri="{FF2B5EF4-FFF2-40B4-BE49-F238E27FC236}">
                  <a16:creationId xmlns:a16="http://schemas.microsoft.com/office/drawing/2014/main" id="{483B7ED1-2F0F-6B93-F0A1-0BA8957705E0}"/>
                </a:ext>
              </a:extLst>
            </p:cNvPr>
            <p:cNvSpPr/>
            <p:nvPr/>
          </p:nvSpPr>
          <p:spPr>
            <a:xfrm>
              <a:off x="8580349" y="1510869"/>
              <a:ext cx="289959" cy="289959"/>
            </a:xfrm>
            <a:prstGeom prst="ellipse">
              <a:avLst/>
            </a:prstGeom>
            <a:grp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9" name="ハート 88">
              <a:extLst>
                <a:ext uri="{FF2B5EF4-FFF2-40B4-BE49-F238E27FC236}">
                  <a16:creationId xmlns:a16="http://schemas.microsoft.com/office/drawing/2014/main" id="{A7162570-317C-47FC-AD11-4BD24CB27CFC}"/>
                </a:ext>
              </a:extLst>
            </p:cNvPr>
            <p:cNvSpPr/>
            <p:nvPr/>
          </p:nvSpPr>
          <p:spPr>
            <a:xfrm>
              <a:off x="8928775" y="1510869"/>
              <a:ext cx="289959" cy="289959"/>
            </a:xfrm>
            <a:prstGeom prst="ellipse">
              <a:avLst/>
            </a:prstGeom>
            <a:grp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96" name="グループ化 95">
            <a:extLst>
              <a:ext uri="{FF2B5EF4-FFF2-40B4-BE49-F238E27FC236}">
                <a16:creationId xmlns:a16="http://schemas.microsoft.com/office/drawing/2014/main" id="{309017DA-86B6-96BB-CABB-BBAAFE8CF299}"/>
              </a:ext>
            </a:extLst>
          </p:cNvPr>
          <p:cNvGrpSpPr/>
          <p:nvPr/>
        </p:nvGrpSpPr>
        <p:grpSpPr>
          <a:xfrm>
            <a:off x="2440821" y="6067176"/>
            <a:ext cx="8486935" cy="1186295"/>
            <a:chOff x="1526425" y="935293"/>
            <a:chExt cx="8486935" cy="1186295"/>
          </a:xfrm>
        </p:grpSpPr>
        <p:sp>
          <p:nvSpPr>
            <p:cNvPr id="112" name="六角形 111">
              <a:extLst>
                <a:ext uri="{FF2B5EF4-FFF2-40B4-BE49-F238E27FC236}">
                  <a16:creationId xmlns:a16="http://schemas.microsoft.com/office/drawing/2014/main" id="{66F86480-A6BB-A158-F205-F9BE20F8AC73}"/>
                </a:ext>
              </a:extLst>
            </p:cNvPr>
            <p:cNvSpPr/>
            <p:nvPr/>
          </p:nvSpPr>
          <p:spPr>
            <a:xfrm>
              <a:off x="1531691" y="935293"/>
              <a:ext cx="8481669" cy="1186295"/>
            </a:xfrm>
            <a:prstGeom prst="hexagon">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13" name="六角形 112">
              <a:extLst>
                <a:ext uri="{FF2B5EF4-FFF2-40B4-BE49-F238E27FC236}">
                  <a16:creationId xmlns:a16="http://schemas.microsoft.com/office/drawing/2014/main" id="{A13993BF-0919-8184-2CE8-66D637117C5C}"/>
                </a:ext>
              </a:extLst>
            </p:cNvPr>
            <p:cNvSpPr/>
            <p:nvPr/>
          </p:nvSpPr>
          <p:spPr>
            <a:xfrm>
              <a:off x="1526425" y="935293"/>
              <a:ext cx="1649148" cy="1186295"/>
            </a:xfrm>
            <a:prstGeom prst="hexagon">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14" name="テキスト ボックス 113">
              <a:extLst>
                <a:ext uri="{FF2B5EF4-FFF2-40B4-BE49-F238E27FC236}">
                  <a16:creationId xmlns:a16="http://schemas.microsoft.com/office/drawing/2014/main" id="{B01CB37A-BA87-EDDD-D1A2-F73A2381F174}"/>
                </a:ext>
              </a:extLst>
            </p:cNvPr>
            <p:cNvSpPr txBox="1"/>
            <p:nvPr/>
          </p:nvSpPr>
          <p:spPr>
            <a:xfrm>
              <a:off x="1797001" y="1297608"/>
              <a:ext cx="1107996" cy="461665"/>
            </a:xfrm>
            <a:prstGeom prst="rect">
              <a:avLst/>
            </a:prstGeom>
            <a:noFill/>
          </p:spPr>
          <p:txBody>
            <a:bodyPr wrap="none" rtlCol="0">
              <a:spAutoFit/>
            </a:bodyPr>
            <a:lstStyle/>
            <a:p>
              <a:pPr algn="ctr"/>
              <a:r>
                <a:rPr lang="en-US" altLang="ja-JP" sz="2400" b="1" dirty="0">
                  <a:solidFill>
                    <a:schemeClr val="bg1">
                      <a:lumMod val="95000"/>
                    </a:schemeClr>
                  </a:solidFill>
                  <a:latin typeface="原稿用標準書体" panose="03000503000000000000" pitchFamily="66" charset="-128"/>
                  <a:ea typeface="原稿用標準書体" panose="03000503000000000000" pitchFamily="66" charset="-128"/>
                </a:rPr>
                <a:t>SAVE03</a:t>
              </a:r>
              <a:endParaRPr kumimoji="1" lang="ja-JP" altLang="en-US" sz="3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100" name="グループ化 99">
            <a:extLst>
              <a:ext uri="{FF2B5EF4-FFF2-40B4-BE49-F238E27FC236}">
                <a16:creationId xmlns:a16="http://schemas.microsoft.com/office/drawing/2014/main" id="{37DC2004-C2B7-3723-998B-E1CDB864C440}"/>
              </a:ext>
            </a:extLst>
          </p:cNvPr>
          <p:cNvGrpSpPr/>
          <p:nvPr/>
        </p:nvGrpSpPr>
        <p:grpSpPr>
          <a:xfrm>
            <a:off x="8214158" y="6535963"/>
            <a:ext cx="2380516" cy="289960"/>
            <a:chOff x="8231923" y="1510868"/>
            <a:chExt cx="2380516" cy="289960"/>
          </a:xfrm>
        </p:grpSpPr>
        <p:sp>
          <p:nvSpPr>
            <p:cNvPr id="101" name="楕円 100">
              <a:extLst>
                <a:ext uri="{FF2B5EF4-FFF2-40B4-BE49-F238E27FC236}">
                  <a16:creationId xmlns:a16="http://schemas.microsoft.com/office/drawing/2014/main" id="{38E05021-9DF9-260A-15B7-5FD55DDDEDDD}"/>
                </a:ext>
              </a:extLst>
            </p:cNvPr>
            <p:cNvSpPr/>
            <p:nvPr/>
          </p:nvSpPr>
          <p:spPr>
            <a:xfrm>
              <a:off x="10322479"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2" name="ハート 101">
              <a:extLst>
                <a:ext uri="{FF2B5EF4-FFF2-40B4-BE49-F238E27FC236}">
                  <a16:creationId xmlns:a16="http://schemas.microsoft.com/office/drawing/2014/main" id="{79771CE7-E888-8714-22F8-B1C24260C14C}"/>
                </a:ext>
              </a:extLst>
            </p:cNvPr>
            <p:cNvSpPr/>
            <p:nvPr/>
          </p:nvSpPr>
          <p:spPr>
            <a:xfrm>
              <a:off x="8231923"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3" name="楕円 102">
              <a:extLst>
                <a:ext uri="{FF2B5EF4-FFF2-40B4-BE49-F238E27FC236}">
                  <a16:creationId xmlns:a16="http://schemas.microsoft.com/office/drawing/2014/main" id="{B5EB2715-690A-3D17-E37B-38E8D07E6D8B}"/>
                </a:ext>
              </a:extLst>
            </p:cNvPr>
            <p:cNvSpPr/>
            <p:nvPr/>
          </p:nvSpPr>
          <p:spPr>
            <a:xfrm>
              <a:off x="9277201"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4" name="楕円 103">
              <a:extLst>
                <a:ext uri="{FF2B5EF4-FFF2-40B4-BE49-F238E27FC236}">
                  <a16:creationId xmlns:a16="http://schemas.microsoft.com/office/drawing/2014/main" id="{3914BF5B-B8BE-E717-4BAA-16DF334A45D7}"/>
                </a:ext>
              </a:extLst>
            </p:cNvPr>
            <p:cNvSpPr/>
            <p:nvPr/>
          </p:nvSpPr>
          <p:spPr>
            <a:xfrm>
              <a:off x="9625628"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5" name="楕円 104">
              <a:extLst>
                <a:ext uri="{FF2B5EF4-FFF2-40B4-BE49-F238E27FC236}">
                  <a16:creationId xmlns:a16="http://schemas.microsoft.com/office/drawing/2014/main" id="{FF12F8E6-C848-2922-74D6-7766312BDB7B}"/>
                </a:ext>
              </a:extLst>
            </p:cNvPr>
            <p:cNvSpPr/>
            <p:nvPr/>
          </p:nvSpPr>
          <p:spPr>
            <a:xfrm>
              <a:off x="9974055"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6" name="ハート 105">
              <a:extLst>
                <a:ext uri="{FF2B5EF4-FFF2-40B4-BE49-F238E27FC236}">
                  <a16:creationId xmlns:a16="http://schemas.microsoft.com/office/drawing/2014/main" id="{B4BF7EEF-B05C-C75E-CC1D-661D10F905C0}"/>
                </a:ext>
              </a:extLst>
            </p:cNvPr>
            <p:cNvSpPr/>
            <p:nvPr/>
          </p:nvSpPr>
          <p:spPr>
            <a:xfrm>
              <a:off x="8580349"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7" name="ハート 106">
              <a:extLst>
                <a:ext uri="{FF2B5EF4-FFF2-40B4-BE49-F238E27FC236}">
                  <a16:creationId xmlns:a16="http://schemas.microsoft.com/office/drawing/2014/main" id="{41F223D2-C76B-D5ED-F6AE-C03EA4DAB658}"/>
                </a:ext>
              </a:extLst>
            </p:cNvPr>
            <p:cNvSpPr/>
            <p:nvPr/>
          </p:nvSpPr>
          <p:spPr>
            <a:xfrm>
              <a:off x="8928775"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10" name="グループ化 9">
            <a:extLst>
              <a:ext uri="{FF2B5EF4-FFF2-40B4-BE49-F238E27FC236}">
                <a16:creationId xmlns:a16="http://schemas.microsoft.com/office/drawing/2014/main" id="{50C90996-D929-4217-8FD7-8CEC1988ED35}"/>
              </a:ext>
            </a:extLst>
          </p:cNvPr>
          <p:cNvGrpSpPr/>
          <p:nvPr/>
        </p:nvGrpSpPr>
        <p:grpSpPr>
          <a:xfrm>
            <a:off x="4266558" y="2945547"/>
            <a:ext cx="3256407" cy="963346"/>
            <a:chOff x="4260533" y="2945547"/>
            <a:chExt cx="3256407" cy="963346"/>
          </a:xfrm>
        </p:grpSpPr>
        <p:grpSp>
          <p:nvGrpSpPr>
            <p:cNvPr id="66" name="グループ化 65">
              <a:extLst>
                <a:ext uri="{FF2B5EF4-FFF2-40B4-BE49-F238E27FC236}">
                  <a16:creationId xmlns:a16="http://schemas.microsoft.com/office/drawing/2014/main" id="{8869FC59-66DA-5369-ACF1-307C217F1491}"/>
                </a:ext>
              </a:extLst>
            </p:cNvPr>
            <p:cNvGrpSpPr/>
            <p:nvPr/>
          </p:nvGrpSpPr>
          <p:grpSpPr>
            <a:xfrm>
              <a:off x="4260533" y="2945547"/>
              <a:ext cx="3069555" cy="400110"/>
              <a:chOff x="4472608" y="1805236"/>
              <a:chExt cx="3069555" cy="400110"/>
            </a:xfrm>
          </p:grpSpPr>
          <p:sp>
            <p:nvSpPr>
              <p:cNvPr id="75" name="テキスト ボックス 74">
                <a:extLst>
                  <a:ext uri="{FF2B5EF4-FFF2-40B4-BE49-F238E27FC236}">
                    <a16:creationId xmlns:a16="http://schemas.microsoft.com/office/drawing/2014/main" id="{5ED3D2DB-E666-5895-1BEF-2B4411C66327}"/>
                  </a:ext>
                </a:extLst>
              </p:cNvPr>
              <p:cNvSpPr txBox="1"/>
              <p:nvPr/>
            </p:nvSpPr>
            <p:spPr>
              <a:xfrm>
                <a:off x="4472608" y="1866792"/>
                <a:ext cx="595035" cy="338554"/>
              </a:xfrm>
              <a:prstGeom prst="rect">
                <a:avLst/>
              </a:prstGeom>
              <a:noFill/>
            </p:spPr>
            <p:txBody>
              <a:bodyPr wrap="none" rtlCol="0">
                <a:spAutoFit/>
              </a:bodyPr>
              <a:lstStyle/>
              <a:p>
                <a:pPr algn="ctr"/>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Date</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76" name="テキスト ボックス 75">
                <a:extLst>
                  <a:ext uri="{FF2B5EF4-FFF2-40B4-BE49-F238E27FC236}">
                    <a16:creationId xmlns:a16="http://schemas.microsoft.com/office/drawing/2014/main" id="{BB9100AE-9AAF-9863-323B-0580B6B95DC4}"/>
                  </a:ext>
                </a:extLst>
              </p:cNvPr>
              <p:cNvSpPr txBox="1"/>
              <p:nvPr/>
            </p:nvSpPr>
            <p:spPr>
              <a:xfrm>
                <a:off x="5177413" y="1805236"/>
                <a:ext cx="2364750" cy="400110"/>
              </a:xfrm>
              <a:prstGeom prst="rect">
                <a:avLst/>
              </a:prstGeom>
              <a:noFill/>
            </p:spPr>
            <p:txBody>
              <a:bodyPr wrap="none" rtlCol="0">
                <a:spAutoFit/>
              </a:bodyPr>
              <a:lstStyle/>
              <a:p>
                <a:pPr algn="ctr"/>
                <a:r>
                  <a:rPr lang="en-US" altLang="ja-JP"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YYYY/MM/DD</a:t>
                </a:r>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　</a:t>
                </a:r>
                <a:r>
                  <a:rPr lang="en-US" altLang="ja-JP" sz="2000" dirty="0" err="1">
                    <a:solidFill>
                      <a:schemeClr val="tx1">
                        <a:lumMod val="85000"/>
                        <a:lumOff val="15000"/>
                      </a:schemeClr>
                    </a:solidFill>
                    <a:latin typeface="原稿用標準書体" panose="03000503000000000000" pitchFamily="66" charset="-128"/>
                    <a:ea typeface="原稿用標準書体" panose="03000503000000000000" pitchFamily="66" charset="-128"/>
                  </a:rPr>
                  <a:t>HH:mm</a:t>
                </a:r>
                <a:endParaRPr kumimoji="1"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9" name="グループ化 8">
              <a:extLst>
                <a:ext uri="{FF2B5EF4-FFF2-40B4-BE49-F238E27FC236}">
                  <a16:creationId xmlns:a16="http://schemas.microsoft.com/office/drawing/2014/main" id="{C3617391-009F-4E97-2DE8-6BAE6F4BDD3B}"/>
                </a:ext>
              </a:extLst>
            </p:cNvPr>
            <p:cNvGrpSpPr/>
            <p:nvPr/>
          </p:nvGrpSpPr>
          <p:grpSpPr>
            <a:xfrm>
              <a:off x="4260535" y="3493560"/>
              <a:ext cx="3256405" cy="415333"/>
              <a:chOff x="4260535" y="3493560"/>
              <a:chExt cx="3256405" cy="415333"/>
            </a:xfrm>
          </p:grpSpPr>
          <p:sp>
            <p:nvSpPr>
              <p:cNvPr id="3" name="テキスト ボックス 2">
                <a:extLst>
                  <a:ext uri="{FF2B5EF4-FFF2-40B4-BE49-F238E27FC236}">
                    <a16:creationId xmlns:a16="http://schemas.microsoft.com/office/drawing/2014/main" id="{3ABA0CBA-02A9-2820-17E5-36645BE68B84}"/>
                  </a:ext>
                </a:extLst>
              </p:cNvPr>
              <p:cNvSpPr txBox="1"/>
              <p:nvPr/>
            </p:nvSpPr>
            <p:spPr>
              <a:xfrm>
                <a:off x="4260535" y="3493560"/>
                <a:ext cx="1005403" cy="338554"/>
              </a:xfrm>
              <a:prstGeom prst="rect">
                <a:avLst/>
              </a:prstGeom>
              <a:noFill/>
            </p:spPr>
            <p:txBody>
              <a:bodyPr wrap="none" rtlCol="0">
                <a:spAutoFit/>
              </a:bodyPr>
              <a:lstStyle/>
              <a:p>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PlayTime</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6" name="テキスト ボックス 5">
                <a:extLst>
                  <a:ext uri="{FF2B5EF4-FFF2-40B4-BE49-F238E27FC236}">
                    <a16:creationId xmlns:a16="http://schemas.microsoft.com/office/drawing/2014/main" id="{594E435B-5415-DA26-BD98-83135B283309}"/>
                  </a:ext>
                </a:extLst>
              </p:cNvPr>
              <p:cNvSpPr txBox="1"/>
              <p:nvPr/>
            </p:nvSpPr>
            <p:spPr>
              <a:xfrm>
                <a:off x="5323133" y="3508783"/>
                <a:ext cx="889945" cy="400110"/>
              </a:xfrm>
              <a:prstGeom prst="rect">
                <a:avLst/>
              </a:prstGeom>
              <a:noFill/>
            </p:spPr>
            <p:txBody>
              <a:bodyPr wrap="square">
                <a:spAutoFit/>
              </a:bodyPr>
              <a:lstStyle/>
              <a:p>
                <a:r>
                  <a:rPr lang="en-US" altLang="ja-JP" sz="2000">
                    <a:solidFill>
                      <a:schemeClr val="tx1">
                        <a:lumMod val="85000"/>
                        <a:lumOff val="15000"/>
                      </a:schemeClr>
                    </a:solidFill>
                    <a:latin typeface="原稿用標準書体" panose="03000503000000000000" pitchFamily="66" charset="-128"/>
                    <a:ea typeface="原稿用標準書体" panose="03000503000000000000" pitchFamily="66" charset="-128"/>
                  </a:rPr>
                  <a:t>HH:mm</a:t>
                </a:r>
                <a:endParaRPr lang="ja-JP" altLang="en-US"/>
              </a:p>
            </p:txBody>
          </p:sp>
          <p:sp>
            <p:nvSpPr>
              <p:cNvPr id="8" name="テキスト ボックス 7">
                <a:extLst>
                  <a:ext uri="{FF2B5EF4-FFF2-40B4-BE49-F238E27FC236}">
                    <a16:creationId xmlns:a16="http://schemas.microsoft.com/office/drawing/2014/main" id="{351A879A-8BD8-7006-1A54-714BFC3E615F}"/>
                  </a:ext>
                </a:extLst>
              </p:cNvPr>
              <p:cNvSpPr txBox="1"/>
              <p:nvPr/>
            </p:nvSpPr>
            <p:spPr>
              <a:xfrm>
                <a:off x="6408944" y="3493560"/>
                <a:ext cx="1107996" cy="338554"/>
              </a:xfrm>
              <a:prstGeom prst="rect">
                <a:avLst/>
              </a:prstGeom>
              <a:noFill/>
            </p:spPr>
            <p:txBody>
              <a:bodyPr wrap="none" rtlCol="0">
                <a:spAutoFit/>
              </a:bodyPr>
              <a:lstStyle/>
              <a:p>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Chapter</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 </a:t>
                </a:r>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0</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grpSp>
        <p:nvGrpSpPr>
          <p:cNvPr id="11" name="グループ化 10">
            <a:extLst>
              <a:ext uri="{FF2B5EF4-FFF2-40B4-BE49-F238E27FC236}">
                <a16:creationId xmlns:a16="http://schemas.microsoft.com/office/drawing/2014/main" id="{3584E037-A5FD-9EE3-BFC6-7E852CC14FE5}"/>
              </a:ext>
            </a:extLst>
          </p:cNvPr>
          <p:cNvGrpSpPr/>
          <p:nvPr/>
        </p:nvGrpSpPr>
        <p:grpSpPr>
          <a:xfrm>
            <a:off x="4266558" y="1290004"/>
            <a:ext cx="3256407" cy="963346"/>
            <a:chOff x="4260533" y="2945547"/>
            <a:chExt cx="3256407" cy="963346"/>
          </a:xfrm>
        </p:grpSpPr>
        <p:grpSp>
          <p:nvGrpSpPr>
            <p:cNvPr id="12" name="グループ化 11">
              <a:extLst>
                <a:ext uri="{FF2B5EF4-FFF2-40B4-BE49-F238E27FC236}">
                  <a16:creationId xmlns:a16="http://schemas.microsoft.com/office/drawing/2014/main" id="{CD0B8CAF-C4EA-4873-F314-BB9A242D3D06}"/>
                </a:ext>
              </a:extLst>
            </p:cNvPr>
            <p:cNvGrpSpPr/>
            <p:nvPr/>
          </p:nvGrpSpPr>
          <p:grpSpPr>
            <a:xfrm>
              <a:off x="4260533" y="2945547"/>
              <a:ext cx="3069555" cy="400110"/>
              <a:chOff x="4472608" y="1805236"/>
              <a:chExt cx="3069555" cy="400110"/>
            </a:xfrm>
          </p:grpSpPr>
          <p:sp>
            <p:nvSpPr>
              <p:cNvPr id="19" name="テキスト ボックス 18">
                <a:extLst>
                  <a:ext uri="{FF2B5EF4-FFF2-40B4-BE49-F238E27FC236}">
                    <a16:creationId xmlns:a16="http://schemas.microsoft.com/office/drawing/2014/main" id="{335D0E5E-70DA-8E3D-EE8E-18FA7DD5E7B3}"/>
                  </a:ext>
                </a:extLst>
              </p:cNvPr>
              <p:cNvSpPr txBox="1"/>
              <p:nvPr/>
            </p:nvSpPr>
            <p:spPr>
              <a:xfrm>
                <a:off x="4472608" y="1866792"/>
                <a:ext cx="595035" cy="338554"/>
              </a:xfrm>
              <a:prstGeom prst="rect">
                <a:avLst/>
              </a:prstGeom>
              <a:noFill/>
            </p:spPr>
            <p:txBody>
              <a:bodyPr wrap="none" rtlCol="0">
                <a:spAutoFit/>
              </a:bodyPr>
              <a:lstStyle/>
              <a:p>
                <a:pPr algn="ctr"/>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Date</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21" name="テキスト ボックス 20">
                <a:extLst>
                  <a:ext uri="{FF2B5EF4-FFF2-40B4-BE49-F238E27FC236}">
                    <a16:creationId xmlns:a16="http://schemas.microsoft.com/office/drawing/2014/main" id="{D5C01FF1-574B-F9C4-4974-CBFEA421D14A}"/>
                  </a:ext>
                </a:extLst>
              </p:cNvPr>
              <p:cNvSpPr txBox="1"/>
              <p:nvPr/>
            </p:nvSpPr>
            <p:spPr>
              <a:xfrm>
                <a:off x="5177413" y="1805236"/>
                <a:ext cx="2364750" cy="400110"/>
              </a:xfrm>
              <a:prstGeom prst="rect">
                <a:avLst/>
              </a:prstGeom>
              <a:noFill/>
            </p:spPr>
            <p:txBody>
              <a:bodyPr wrap="none" rtlCol="0">
                <a:spAutoFit/>
              </a:bodyPr>
              <a:lstStyle/>
              <a:p>
                <a:pPr algn="ctr"/>
                <a:r>
                  <a:rPr lang="en-US" altLang="ja-JP"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YYYY/MM/DD</a:t>
                </a:r>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　</a:t>
                </a:r>
                <a:r>
                  <a:rPr lang="en-US" altLang="ja-JP" sz="2000" dirty="0" err="1">
                    <a:solidFill>
                      <a:schemeClr val="tx1">
                        <a:lumMod val="85000"/>
                        <a:lumOff val="15000"/>
                      </a:schemeClr>
                    </a:solidFill>
                    <a:latin typeface="原稿用標準書体" panose="03000503000000000000" pitchFamily="66" charset="-128"/>
                    <a:ea typeface="原稿用標準書体" panose="03000503000000000000" pitchFamily="66" charset="-128"/>
                  </a:rPr>
                  <a:t>HH:mm</a:t>
                </a:r>
                <a:endParaRPr kumimoji="1"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14" name="グループ化 13">
              <a:extLst>
                <a:ext uri="{FF2B5EF4-FFF2-40B4-BE49-F238E27FC236}">
                  <a16:creationId xmlns:a16="http://schemas.microsoft.com/office/drawing/2014/main" id="{6DF364A5-7C08-E9A8-EDF1-03CCC85E22B8}"/>
                </a:ext>
              </a:extLst>
            </p:cNvPr>
            <p:cNvGrpSpPr/>
            <p:nvPr/>
          </p:nvGrpSpPr>
          <p:grpSpPr>
            <a:xfrm>
              <a:off x="4260535" y="3493560"/>
              <a:ext cx="3256405" cy="415333"/>
              <a:chOff x="4260535" y="3493560"/>
              <a:chExt cx="3256405" cy="415333"/>
            </a:xfrm>
          </p:grpSpPr>
          <p:sp>
            <p:nvSpPr>
              <p:cNvPr id="15" name="テキスト ボックス 14">
                <a:extLst>
                  <a:ext uri="{FF2B5EF4-FFF2-40B4-BE49-F238E27FC236}">
                    <a16:creationId xmlns:a16="http://schemas.microsoft.com/office/drawing/2014/main" id="{C16ACE33-B770-6C3D-264C-A7081FF6DC77}"/>
                  </a:ext>
                </a:extLst>
              </p:cNvPr>
              <p:cNvSpPr txBox="1"/>
              <p:nvPr/>
            </p:nvSpPr>
            <p:spPr>
              <a:xfrm>
                <a:off x="4260535" y="3493560"/>
                <a:ext cx="1005403" cy="338554"/>
              </a:xfrm>
              <a:prstGeom prst="rect">
                <a:avLst/>
              </a:prstGeom>
              <a:noFill/>
            </p:spPr>
            <p:txBody>
              <a:bodyPr wrap="none" rtlCol="0">
                <a:spAutoFit/>
              </a:bodyPr>
              <a:lstStyle/>
              <a:p>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PlayTime</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6" name="テキスト ボックス 15">
                <a:extLst>
                  <a:ext uri="{FF2B5EF4-FFF2-40B4-BE49-F238E27FC236}">
                    <a16:creationId xmlns:a16="http://schemas.microsoft.com/office/drawing/2014/main" id="{DCA99C42-6E0C-750A-3BA4-52D602C61C13}"/>
                  </a:ext>
                </a:extLst>
              </p:cNvPr>
              <p:cNvSpPr txBox="1"/>
              <p:nvPr/>
            </p:nvSpPr>
            <p:spPr>
              <a:xfrm>
                <a:off x="5323133" y="3508783"/>
                <a:ext cx="889945" cy="400110"/>
              </a:xfrm>
              <a:prstGeom prst="rect">
                <a:avLst/>
              </a:prstGeom>
              <a:noFill/>
            </p:spPr>
            <p:txBody>
              <a:bodyPr wrap="square">
                <a:spAutoFit/>
              </a:bodyPr>
              <a:lstStyle/>
              <a:p>
                <a:r>
                  <a:rPr lang="en-US" altLang="ja-JP" sz="2000">
                    <a:solidFill>
                      <a:schemeClr val="tx1">
                        <a:lumMod val="85000"/>
                        <a:lumOff val="15000"/>
                      </a:schemeClr>
                    </a:solidFill>
                    <a:latin typeface="原稿用標準書体" panose="03000503000000000000" pitchFamily="66" charset="-128"/>
                    <a:ea typeface="原稿用標準書体" panose="03000503000000000000" pitchFamily="66" charset="-128"/>
                  </a:rPr>
                  <a:t>HH:mm</a:t>
                </a:r>
                <a:endParaRPr lang="ja-JP" altLang="en-US"/>
              </a:p>
            </p:txBody>
          </p:sp>
          <p:sp>
            <p:nvSpPr>
              <p:cNvPr id="18" name="テキスト ボックス 17">
                <a:extLst>
                  <a:ext uri="{FF2B5EF4-FFF2-40B4-BE49-F238E27FC236}">
                    <a16:creationId xmlns:a16="http://schemas.microsoft.com/office/drawing/2014/main" id="{EB87716E-E8F2-9B9E-3DA2-D741A8A493B5}"/>
                  </a:ext>
                </a:extLst>
              </p:cNvPr>
              <p:cNvSpPr txBox="1"/>
              <p:nvPr/>
            </p:nvSpPr>
            <p:spPr>
              <a:xfrm>
                <a:off x="6408944" y="3493560"/>
                <a:ext cx="1107996" cy="338554"/>
              </a:xfrm>
              <a:prstGeom prst="rect">
                <a:avLst/>
              </a:prstGeom>
              <a:noFill/>
            </p:spPr>
            <p:txBody>
              <a:bodyPr wrap="none" rtlCol="0">
                <a:spAutoFit/>
              </a:bodyPr>
              <a:lstStyle/>
              <a:p>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Chapter</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 </a:t>
                </a:r>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0</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grpSp>
        <p:nvGrpSpPr>
          <p:cNvPr id="32" name="グループ化 31">
            <a:extLst>
              <a:ext uri="{FF2B5EF4-FFF2-40B4-BE49-F238E27FC236}">
                <a16:creationId xmlns:a16="http://schemas.microsoft.com/office/drawing/2014/main" id="{BCEF8351-9204-9728-6CC5-FC8CB403FE94}"/>
              </a:ext>
            </a:extLst>
          </p:cNvPr>
          <p:cNvGrpSpPr/>
          <p:nvPr/>
        </p:nvGrpSpPr>
        <p:grpSpPr>
          <a:xfrm>
            <a:off x="4266558" y="6178650"/>
            <a:ext cx="3256407" cy="963346"/>
            <a:chOff x="4260533" y="2945547"/>
            <a:chExt cx="3256407" cy="963346"/>
          </a:xfrm>
        </p:grpSpPr>
        <p:grpSp>
          <p:nvGrpSpPr>
            <p:cNvPr id="34" name="グループ化 33">
              <a:extLst>
                <a:ext uri="{FF2B5EF4-FFF2-40B4-BE49-F238E27FC236}">
                  <a16:creationId xmlns:a16="http://schemas.microsoft.com/office/drawing/2014/main" id="{E4179902-491F-188C-CB57-3C8B57E1F321}"/>
                </a:ext>
              </a:extLst>
            </p:cNvPr>
            <p:cNvGrpSpPr/>
            <p:nvPr/>
          </p:nvGrpSpPr>
          <p:grpSpPr>
            <a:xfrm>
              <a:off x="4260533" y="2945547"/>
              <a:ext cx="3069555" cy="400110"/>
              <a:chOff x="4472608" y="1805236"/>
              <a:chExt cx="3069555" cy="400110"/>
            </a:xfrm>
          </p:grpSpPr>
          <p:sp>
            <p:nvSpPr>
              <p:cNvPr id="42" name="テキスト ボックス 41">
                <a:extLst>
                  <a:ext uri="{FF2B5EF4-FFF2-40B4-BE49-F238E27FC236}">
                    <a16:creationId xmlns:a16="http://schemas.microsoft.com/office/drawing/2014/main" id="{BB60C897-C097-9ACD-FEE8-A0A46FAFFD76}"/>
                  </a:ext>
                </a:extLst>
              </p:cNvPr>
              <p:cNvSpPr txBox="1"/>
              <p:nvPr/>
            </p:nvSpPr>
            <p:spPr>
              <a:xfrm>
                <a:off x="4472608" y="1866792"/>
                <a:ext cx="595035" cy="338554"/>
              </a:xfrm>
              <a:prstGeom prst="rect">
                <a:avLst/>
              </a:prstGeom>
              <a:noFill/>
            </p:spPr>
            <p:txBody>
              <a:bodyPr wrap="none" rtlCol="0">
                <a:spAutoFit/>
              </a:bodyPr>
              <a:lstStyle/>
              <a:p>
                <a:pPr algn="ctr"/>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Date</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43" name="テキスト ボックス 42">
                <a:extLst>
                  <a:ext uri="{FF2B5EF4-FFF2-40B4-BE49-F238E27FC236}">
                    <a16:creationId xmlns:a16="http://schemas.microsoft.com/office/drawing/2014/main" id="{73258504-6621-CFCB-85BB-E406FA4CC870}"/>
                  </a:ext>
                </a:extLst>
              </p:cNvPr>
              <p:cNvSpPr txBox="1"/>
              <p:nvPr/>
            </p:nvSpPr>
            <p:spPr>
              <a:xfrm>
                <a:off x="5177413" y="1805236"/>
                <a:ext cx="2364750" cy="400110"/>
              </a:xfrm>
              <a:prstGeom prst="rect">
                <a:avLst/>
              </a:prstGeom>
              <a:noFill/>
            </p:spPr>
            <p:txBody>
              <a:bodyPr wrap="none" rtlCol="0">
                <a:spAutoFit/>
              </a:bodyPr>
              <a:lstStyle/>
              <a:p>
                <a:pPr algn="ctr"/>
                <a:r>
                  <a:rPr lang="en-US" altLang="ja-JP"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YYYY/MM/DD</a:t>
                </a:r>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　</a:t>
                </a:r>
                <a:r>
                  <a:rPr lang="en-US" altLang="ja-JP" sz="2000" dirty="0" err="1">
                    <a:solidFill>
                      <a:schemeClr val="tx1">
                        <a:lumMod val="85000"/>
                        <a:lumOff val="15000"/>
                      </a:schemeClr>
                    </a:solidFill>
                    <a:latin typeface="原稿用標準書体" panose="03000503000000000000" pitchFamily="66" charset="-128"/>
                    <a:ea typeface="原稿用標準書体" panose="03000503000000000000" pitchFamily="66" charset="-128"/>
                  </a:rPr>
                  <a:t>HH:mm</a:t>
                </a:r>
                <a:endParaRPr kumimoji="1"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36" name="グループ化 35">
              <a:extLst>
                <a:ext uri="{FF2B5EF4-FFF2-40B4-BE49-F238E27FC236}">
                  <a16:creationId xmlns:a16="http://schemas.microsoft.com/office/drawing/2014/main" id="{D4C14C25-13BF-0169-3214-DE713E88B58C}"/>
                </a:ext>
              </a:extLst>
            </p:cNvPr>
            <p:cNvGrpSpPr/>
            <p:nvPr/>
          </p:nvGrpSpPr>
          <p:grpSpPr>
            <a:xfrm>
              <a:off x="4260535" y="3493560"/>
              <a:ext cx="3256405" cy="415333"/>
              <a:chOff x="4260535" y="3493560"/>
              <a:chExt cx="3256405" cy="415333"/>
            </a:xfrm>
          </p:grpSpPr>
          <p:sp>
            <p:nvSpPr>
              <p:cNvPr id="37" name="テキスト ボックス 36">
                <a:extLst>
                  <a:ext uri="{FF2B5EF4-FFF2-40B4-BE49-F238E27FC236}">
                    <a16:creationId xmlns:a16="http://schemas.microsoft.com/office/drawing/2014/main" id="{A24F5662-953F-332A-24E3-F57950679147}"/>
                  </a:ext>
                </a:extLst>
              </p:cNvPr>
              <p:cNvSpPr txBox="1"/>
              <p:nvPr/>
            </p:nvSpPr>
            <p:spPr>
              <a:xfrm>
                <a:off x="4260535" y="3493560"/>
                <a:ext cx="1005403" cy="338554"/>
              </a:xfrm>
              <a:prstGeom prst="rect">
                <a:avLst/>
              </a:prstGeom>
              <a:noFill/>
            </p:spPr>
            <p:txBody>
              <a:bodyPr wrap="none" rtlCol="0">
                <a:spAutoFit/>
              </a:bodyPr>
              <a:lstStyle/>
              <a:p>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PlayTime</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40" name="テキスト ボックス 39">
                <a:extLst>
                  <a:ext uri="{FF2B5EF4-FFF2-40B4-BE49-F238E27FC236}">
                    <a16:creationId xmlns:a16="http://schemas.microsoft.com/office/drawing/2014/main" id="{4A4EA7AA-10BE-B9E2-BD41-59DA64146B67}"/>
                  </a:ext>
                </a:extLst>
              </p:cNvPr>
              <p:cNvSpPr txBox="1"/>
              <p:nvPr/>
            </p:nvSpPr>
            <p:spPr>
              <a:xfrm>
                <a:off x="5323133" y="3508783"/>
                <a:ext cx="889945" cy="400110"/>
              </a:xfrm>
              <a:prstGeom prst="rect">
                <a:avLst/>
              </a:prstGeom>
              <a:noFill/>
            </p:spPr>
            <p:txBody>
              <a:bodyPr wrap="square">
                <a:spAutoFit/>
              </a:bodyPr>
              <a:lstStyle/>
              <a:p>
                <a:r>
                  <a:rPr lang="en-US" altLang="ja-JP" sz="2000">
                    <a:solidFill>
                      <a:schemeClr val="tx1">
                        <a:lumMod val="85000"/>
                        <a:lumOff val="15000"/>
                      </a:schemeClr>
                    </a:solidFill>
                    <a:latin typeface="原稿用標準書体" panose="03000503000000000000" pitchFamily="66" charset="-128"/>
                    <a:ea typeface="原稿用標準書体" panose="03000503000000000000" pitchFamily="66" charset="-128"/>
                  </a:rPr>
                  <a:t>HH:mm</a:t>
                </a:r>
                <a:endParaRPr lang="ja-JP" altLang="en-US"/>
              </a:p>
            </p:txBody>
          </p:sp>
          <p:sp>
            <p:nvSpPr>
              <p:cNvPr id="41" name="テキスト ボックス 40">
                <a:extLst>
                  <a:ext uri="{FF2B5EF4-FFF2-40B4-BE49-F238E27FC236}">
                    <a16:creationId xmlns:a16="http://schemas.microsoft.com/office/drawing/2014/main" id="{A637C07A-BD90-BE05-3923-EF4D65D84C3D}"/>
                  </a:ext>
                </a:extLst>
              </p:cNvPr>
              <p:cNvSpPr txBox="1"/>
              <p:nvPr/>
            </p:nvSpPr>
            <p:spPr>
              <a:xfrm>
                <a:off x="6408944" y="3493560"/>
                <a:ext cx="1107996" cy="338554"/>
              </a:xfrm>
              <a:prstGeom prst="rect">
                <a:avLst/>
              </a:prstGeom>
              <a:noFill/>
            </p:spPr>
            <p:txBody>
              <a:bodyPr wrap="none" rtlCol="0">
                <a:spAutoFit/>
              </a:bodyPr>
              <a:lstStyle/>
              <a:p>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Chapter</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 </a:t>
                </a:r>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0</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grpSp>
        <p:nvGrpSpPr>
          <p:cNvPr id="44" name="グループ化 43">
            <a:extLst>
              <a:ext uri="{FF2B5EF4-FFF2-40B4-BE49-F238E27FC236}">
                <a16:creationId xmlns:a16="http://schemas.microsoft.com/office/drawing/2014/main" id="{0D3A74C1-E19E-4708-70E8-24CB4D2E8D98}"/>
              </a:ext>
            </a:extLst>
          </p:cNvPr>
          <p:cNvGrpSpPr/>
          <p:nvPr/>
        </p:nvGrpSpPr>
        <p:grpSpPr>
          <a:xfrm>
            <a:off x="169071" y="5261608"/>
            <a:ext cx="1975684" cy="1396119"/>
            <a:chOff x="163586" y="134635"/>
            <a:chExt cx="1975684" cy="1396119"/>
          </a:xfrm>
        </p:grpSpPr>
        <p:grpSp>
          <p:nvGrpSpPr>
            <p:cNvPr id="46" name="グループ化 45">
              <a:extLst>
                <a:ext uri="{FF2B5EF4-FFF2-40B4-BE49-F238E27FC236}">
                  <a16:creationId xmlns:a16="http://schemas.microsoft.com/office/drawing/2014/main" id="{18C08A11-20D7-0E13-49A4-F2874673557C}"/>
                </a:ext>
              </a:extLst>
            </p:cNvPr>
            <p:cNvGrpSpPr/>
            <p:nvPr/>
          </p:nvGrpSpPr>
          <p:grpSpPr>
            <a:xfrm>
              <a:off x="163586" y="134635"/>
              <a:ext cx="1975684" cy="1396119"/>
              <a:chOff x="163586" y="134635"/>
              <a:chExt cx="1975684" cy="1396119"/>
            </a:xfrm>
          </p:grpSpPr>
          <p:pic>
            <p:nvPicPr>
              <p:cNvPr id="52" name="図 51">
                <a:extLst>
                  <a:ext uri="{FF2B5EF4-FFF2-40B4-BE49-F238E27FC236}">
                    <a16:creationId xmlns:a16="http://schemas.microsoft.com/office/drawing/2014/main" id="{CA24E585-4E84-AF72-9B52-6939F0F96A7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54" name="楕円 53">
                <a:extLst>
                  <a:ext uri="{FF2B5EF4-FFF2-40B4-BE49-F238E27FC236}">
                    <a16:creationId xmlns:a16="http://schemas.microsoft.com/office/drawing/2014/main" id="{57F1D19D-B0CD-8C04-473B-28E30F76F2C5}"/>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50" name="図 49">
              <a:extLst>
                <a:ext uri="{FF2B5EF4-FFF2-40B4-BE49-F238E27FC236}">
                  <a16:creationId xmlns:a16="http://schemas.microsoft.com/office/drawing/2014/main" id="{ACFB843C-469E-43BD-9E8D-E8B0AEC0B0B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
        <p:nvSpPr>
          <p:cNvPr id="4" name="正方形/長方形 3">
            <a:extLst>
              <a:ext uri="{FF2B5EF4-FFF2-40B4-BE49-F238E27FC236}">
                <a16:creationId xmlns:a16="http://schemas.microsoft.com/office/drawing/2014/main" id="{721476DE-D045-6E60-5966-D59A97827DC6}"/>
              </a:ext>
            </a:extLst>
          </p:cNvPr>
          <p:cNvSpPr>
            <a:spLocks/>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 name="四角形: 角を丸くする 4">
            <a:extLst>
              <a:ext uri="{FF2B5EF4-FFF2-40B4-BE49-F238E27FC236}">
                <a16:creationId xmlns:a16="http://schemas.microsoft.com/office/drawing/2014/main" id="{0A89A930-F290-FD69-1D62-B0537DCE9B6A}"/>
              </a:ext>
            </a:extLst>
          </p:cNvPr>
          <p:cNvSpPr/>
          <p:nvPr/>
        </p:nvSpPr>
        <p:spPr>
          <a:xfrm>
            <a:off x="2267222" y="1823170"/>
            <a:ext cx="7657556" cy="3211661"/>
          </a:xfrm>
          <a:prstGeom prst="roundRect">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テキスト ボックス 6">
            <a:extLst>
              <a:ext uri="{FF2B5EF4-FFF2-40B4-BE49-F238E27FC236}">
                <a16:creationId xmlns:a16="http://schemas.microsoft.com/office/drawing/2014/main" id="{C4C9B74C-E9C8-5462-72AD-8E0DB66AF581}"/>
              </a:ext>
            </a:extLst>
          </p:cNvPr>
          <p:cNvSpPr txBox="1"/>
          <p:nvPr/>
        </p:nvSpPr>
        <p:spPr>
          <a:xfrm>
            <a:off x="4949692" y="2631564"/>
            <a:ext cx="2292615" cy="584775"/>
          </a:xfrm>
          <a:prstGeom prst="rect">
            <a:avLst/>
          </a:prstGeom>
          <a:noFill/>
        </p:spPr>
        <p:txBody>
          <a:bodyPr wrap="none" rtlCol="0">
            <a:spAutoFit/>
          </a:bodyPr>
          <a:lstStyle/>
          <a:p>
            <a:pPr algn="ctr"/>
            <a:r>
              <a:rPr lang="ja-JP" altLang="en-US" sz="3200" b="1">
                <a:solidFill>
                  <a:schemeClr val="tx1">
                    <a:lumMod val="85000"/>
                    <a:lumOff val="15000"/>
                  </a:schemeClr>
                </a:solidFill>
                <a:latin typeface="和音 Joyo R" panose="00000500000000000000" pitchFamily="50" charset="-128"/>
                <a:ea typeface="和音 Joyo R" panose="00000500000000000000" pitchFamily="50" charset="-128"/>
              </a:rPr>
              <a:t>セーブ中</a:t>
            </a:r>
            <a:r>
              <a:rPr lang="en-US" altLang="ja-JP" sz="3200" b="1">
                <a:solidFill>
                  <a:schemeClr val="tx1">
                    <a:lumMod val="85000"/>
                    <a:lumOff val="15000"/>
                  </a:schemeClr>
                </a:solidFill>
                <a:latin typeface="和音 Joyo R" panose="00000500000000000000" pitchFamily="50" charset="-128"/>
                <a:ea typeface="和音 Joyo R" panose="00000500000000000000" pitchFamily="50" charset="-128"/>
              </a:rPr>
              <a:t>…</a:t>
            </a:r>
            <a:endParaRPr kumimoji="1" lang="ja-JP" altLang="en-US" sz="4000" b="1"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grpSp>
        <p:nvGrpSpPr>
          <p:cNvPr id="90" name="グループ化 89">
            <a:extLst>
              <a:ext uri="{FF2B5EF4-FFF2-40B4-BE49-F238E27FC236}">
                <a16:creationId xmlns:a16="http://schemas.microsoft.com/office/drawing/2014/main" id="{CF6CB101-DBD2-FB37-1ABB-721331333BA3}"/>
              </a:ext>
            </a:extLst>
          </p:cNvPr>
          <p:cNvGrpSpPr/>
          <p:nvPr/>
        </p:nvGrpSpPr>
        <p:grpSpPr>
          <a:xfrm flipH="1">
            <a:off x="2976842" y="3671796"/>
            <a:ext cx="6238316" cy="730638"/>
            <a:chOff x="3038013" y="3671796"/>
            <a:chExt cx="6238316" cy="730638"/>
          </a:xfrm>
        </p:grpSpPr>
        <p:sp>
          <p:nvSpPr>
            <p:cNvPr id="58" name="楕円 57">
              <a:extLst>
                <a:ext uri="{FF2B5EF4-FFF2-40B4-BE49-F238E27FC236}">
                  <a16:creationId xmlns:a16="http://schemas.microsoft.com/office/drawing/2014/main" id="{1B4E854D-4AA9-F956-6FBC-BCE3F2EE363C}"/>
                </a:ext>
              </a:extLst>
            </p:cNvPr>
            <p:cNvSpPr/>
            <p:nvPr/>
          </p:nvSpPr>
          <p:spPr>
            <a:xfrm>
              <a:off x="3038013" y="3671796"/>
              <a:ext cx="730638" cy="730638"/>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2" name="楕円 61">
              <a:extLst>
                <a:ext uri="{FF2B5EF4-FFF2-40B4-BE49-F238E27FC236}">
                  <a16:creationId xmlns:a16="http://schemas.microsoft.com/office/drawing/2014/main" id="{291130BB-76FC-CDFB-049F-B7FCDD258EDB}"/>
                </a:ext>
              </a:extLst>
            </p:cNvPr>
            <p:cNvSpPr/>
            <p:nvPr/>
          </p:nvSpPr>
          <p:spPr>
            <a:xfrm>
              <a:off x="4139549" y="3671796"/>
              <a:ext cx="730638" cy="730638"/>
            </a:xfrm>
            <a:prstGeom prst="ellipse">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4" name="楕円 63">
              <a:extLst>
                <a:ext uri="{FF2B5EF4-FFF2-40B4-BE49-F238E27FC236}">
                  <a16:creationId xmlns:a16="http://schemas.microsoft.com/office/drawing/2014/main" id="{40C34AE4-C954-B3DA-F8DD-2482B70A0091}"/>
                </a:ext>
              </a:extLst>
            </p:cNvPr>
            <p:cNvSpPr/>
            <p:nvPr/>
          </p:nvSpPr>
          <p:spPr>
            <a:xfrm>
              <a:off x="6342621" y="3671796"/>
              <a:ext cx="730638" cy="730638"/>
            </a:xfrm>
            <a:prstGeom prst="ellipse">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7" name="楕円 76">
              <a:extLst>
                <a:ext uri="{FF2B5EF4-FFF2-40B4-BE49-F238E27FC236}">
                  <a16:creationId xmlns:a16="http://schemas.microsoft.com/office/drawing/2014/main" id="{27AF4ECB-584E-F6BB-CA20-48EEC680E945}"/>
                </a:ext>
              </a:extLst>
            </p:cNvPr>
            <p:cNvSpPr/>
            <p:nvPr/>
          </p:nvSpPr>
          <p:spPr>
            <a:xfrm>
              <a:off x="8545691" y="3671796"/>
              <a:ext cx="730638" cy="730638"/>
            </a:xfrm>
            <a:prstGeom prst="ellipse">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9" name="楕円 78">
              <a:extLst>
                <a:ext uri="{FF2B5EF4-FFF2-40B4-BE49-F238E27FC236}">
                  <a16:creationId xmlns:a16="http://schemas.microsoft.com/office/drawing/2014/main" id="{A9CA3986-5BE5-151D-C2C0-BCB65F444D9A}"/>
                </a:ext>
              </a:extLst>
            </p:cNvPr>
            <p:cNvSpPr/>
            <p:nvPr/>
          </p:nvSpPr>
          <p:spPr>
            <a:xfrm>
              <a:off x="7444157" y="3671796"/>
              <a:ext cx="730638" cy="730638"/>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1" name="楕円 80">
              <a:extLst>
                <a:ext uri="{FF2B5EF4-FFF2-40B4-BE49-F238E27FC236}">
                  <a16:creationId xmlns:a16="http://schemas.microsoft.com/office/drawing/2014/main" id="{D4F00375-3B07-92F6-0D40-EB83BE8BE2A4}"/>
                </a:ext>
              </a:extLst>
            </p:cNvPr>
            <p:cNvSpPr/>
            <p:nvPr/>
          </p:nvSpPr>
          <p:spPr>
            <a:xfrm>
              <a:off x="5241085" y="3671796"/>
              <a:ext cx="730638" cy="730638"/>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Tree>
    <p:extLst>
      <p:ext uri="{BB962C8B-B14F-4D97-AF65-F5344CB8AC3E}">
        <p14:creationId xmlns:p14="http://schemas.microsoft.com/office/powerpoint/2010/main" val="1991891217"/>
      </p:ext>
    </p:extLst>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p:bg>
      <p:bgPr>
        <a:solidFill>
          <a:srgbClr val="FFA4F3"/>
        </a:solidFill>
        <a:effectLst/>
      </p:bgPr>
    </p:bg>
    <p:spTree>
      <p:nvGrpSpPr>
        <p:cNvPr id="1" name="">
          <a:extLst>
            <a:ext uri="{FF2B5EF4-FFF2-40B4-BE49-F238E27FC236}">
              <a16:creationId xmlns:a16="http://schemas.microsoft.com/office/drawing/2014/main" id="{4B7ACB1F-1385-CFFD-1417-5B760D35F251}"/>
            </a:ext>
          </a:extLst>
        </p:cNvPr>
        <p:cNvGrpSpPr/>
        <p:nvPr/>
      </p:nvGrpSpPr>
      <p:grpSpPr>
        <a:xfrm>
          <a:off x="0" y="0"/>
          <a:ext cx="0" cy="0"/>
          <a:chOff x="0" y="0"/>
          <a:chExt cx="0" cy="0"/>
        </a:xfrm>
      </p:grpSpPr>
      <p:sp>
        <p:nvSpPr>
          <p:cNvPr id="33" name="テキスト ボックス 32">
            <a:extLst>
              <a:ext uri="{FF2B5EF4-FFF2-40B4-BE49-F238E27FC236}">
                <a16:creationId xmlns:a16="http://schemas.microsoft.com/office/drawing/2014/main" id="{6CF1CF8B-3646-900D-7F0B-6F7766B5FF38}"/>
              </a:ext>
            </a:extLst>
          </p:cNvPr>
          <p:cNvSpPr txBox="1"/>
          <p:nvPr/>
        </p:nvSpPr>
        <p:spPr>
          <a:xfrm>
            <a:off x="393726" y="202300"/>
            <a:ext cx="1210588" cy="707886"/>
          </a:xfrm>
          <a:prstGeom prst="rect">
            <a:avLst/>
          </a:prstGeom>
          <a:noFill/>
        </p:spPr>
        <p:txBody>
          <a:bodyPr wrap="none" rtlCol="0">
            <a:spAutoFit/>
          </a:bodyPr>
          <a:lstStyle/>
          <a:p>
            <a:pPr algn="ctr"/>
            <a:r>
              <a:rPr lang="en-US" altLang="ja-JP" sz="4000" b="1" dirty="0">
                <a:solidFill>
                  <a:schemeClr val="bg1">
                    <a:lumMod val="95000"/>
                  </a:schemeClr>
                </a:solidFill>
                <a:latin typeface="原稿用標準書体" panose="03000503000000000000" pitchFamily="66" charset="-128"/>
                <a:ea typeface="原稿用標準書体" panose="03000503000000000000" pitchFamily="66" charset="-128"/>
              </a:rPr>
              <a:t>LOAD</a:t>
            </a:r>
            <a:endParaRPr kumimoji="1" lang="ja-JP" altLang="en-US" sz="48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cxnSp>
        <p:nvCxnSpPr>
          <p:cNvPr id="35" name="直線コネクタ 34">
            <a:extLst>
              <a:ext uri="{FF2B5EF4-FFF2-40B4-BE49-F238E27FC236}">
                <a16:creationId xmlns:a16="http://schemas.microsoft.com/office/drawing/2014/main" id="{68D66C1F-AF66-4A9A-5644-DD0533E13E61}"/>
              </a:ext>
            </a:extLst>
          </p:cNvPr>
          <p:cNvCxnSpPr>
            <a:cxnSpLocks/>
          </p:cNvCxnSpPr>
          <p:nvPr/>
        </p:nvCxnSpPr>
        <p:spPr>
          <a:xfrm flipH="1">
            <a:off x="-211707" y="916395"/>
            <a:ext cx="2238704" cy="0"/>
          </a:xfrm>
          <a:prstGeom prst="line">
            <a:avLst/>
          </a:prstGeom>
          <a:ln>
            <a:solidFill>
              <a:schemeClr val="bg1">
                <a:lumMod val="95000"/>
              </a:schemeClr>
            </a:solidFill>
            <a:headEnd type="arrow"/>
            <a:tailEnd type="arrow"/>
          </a:ln>
        </p:spPr>
        <p:style>
          <a:lnRef idx="2">
            <a:schemeClr val="accent1"/>
          </a:lnRef>
          <a:fillRef idx="0">
            <a:schemeClr val="accent1"/>
          </a:fillRef>
          <a:effectRef idx="1">
            <a:schemeClr val="accent1"/>
          </a:effectRef>
          <a:fontRef idx="minor">
            <a:schemeClr val="tx1"/>
          </a:fontRef>
        </p:style>
      </p:cxnSp>
      <p:grpSp>
        <p:nvGrpSpPr>
          <p:cNvPr id="39" name="グループ化 38">
            <a:extLst>
              <a:ext uri="{FF2B5EF4-FFF2-40B4-BE49-F238E27FC236}">
                <a16:creationId xmlns:a16="http://schemas.microsoft.com/office/drawing/2014/main" id="{551FC606-6A21-81E1-581A-99A8E83E1EDA}"/>
              </a:ext>
            </a:extLst>
          </p:cNvPr>
          <p:cNvGrpSpPr/>
          <p:nvPr/>
        </p:nvGrpSpPr>
        <p:grpSpPr>
          <a:xfrm>
            <a:off x="11576392" y="3863211"/>
            <a:ext cx="236362" cy="2284060"/>
            <a:chOff x="11044871" y="4022147"/>
            <a:chExt cx="236362" cy="2031812"/>
          </a:xfrm>
        </p:grpSpPr>
        <p:sp>
          <p:nvSpPr>
            <p:cNvPr id="31" name="四角形: 角を丸くする 30">
              <a:extLst>
                <a:ext uri="{FF2B5EF4-FFF2-40B4-BE49-F238E27FC236}">
                  <a16:creationId xmlns:a16="http://schemas.microsoft.com/office/drawing/2014/main" id="{D5DE2EBD-F5B7-37F9-05D2-E78F8191C7A5}"/>
                </a:ext>
              </a:extLst>
            </p:cNvPr>
            <p:cNvSpPr/>
            <p:nvPr/>
          </p:nvSpPr>
          <p:spPr>
            <a:xfrm>
              <a:off x="11044871" y="4022147"/>
              <a:ext cx="236362" cy="2031812"/>
            </a:xfrm>
            <a:prstGeom prst="roundRect">
              <a:avLst/>
            </a:prstGeom>
            <a:no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8" name="四角形: 角を丸くする 37">
              <a:extLst>
                <a:ext uri="{FF2B5EF4-FFF2-40B4-BE49-F238E27FC236}">
                  <a16:creationId xmlns:a16="http://schemas.microsoft.com/office/drawing/2014/main" id="{1D1D607F-B9CF-B859-CD37-854D4C36CC77}"/>
                </a:ext>
              </a:extLst>
            </p:cNvPr>
            <p:cNvSpPr/>
            <p:nvPr/>
          </p:nvSpPr>
          <p:spPr>
            <a:xfrm>
              <a:off x="11066205" y="4094529"/>
              <a:ext cx="193695" cy="571313"/>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22" name="グループ化 21">
            <a:extLst>
              <a:ext uri="{FF2B5EF4-FFF2-40B4-BE49-F238E27FC236}">
                <a16:creationId xmlns:a16="http://schemas.microsoft.com/office/drawing/2014/main" id="{8FA19217-8645-FF11-D120-8B3F69A6294D}"/>
              </a:ext>
            </a:extLst>
          </p:cNvPr>
          <p:cNvGrpSpPr/>
          <p:nvPr/>
        </p:nvGrpSpPr>
        <p:grpSpPr>
          <a:xfrm>
            <a:off x="2440821" y="1178530"/>
            <a:ext cx="8486935" cy="1186295"/>
            <a:chOff x="1526425" y="935293"/>
            <a:chExt cx="8486935" cy="1186295"/>
          </a:xfrm>
        </p:grpSpPr>
        <p:sp>
          <p:nvSpPr>
            <p:cNvPr id="17" name="六角形 16">
              <a:extLst>
                <a:ext uri="{FF2B5EF4-FFF2-40B4-BE49-F238E27FC236}">
                  <a16:creationId xmlns:a16="http://schemas.microsoft.com/office/drawing/2014/main" id="{1EEC4344-A541-637C-3CDF-89509995AD40}"/>
                </a:ext>
              </a:extLst>
            </p:cNvPr>
            <p:cNvSpPr/>
            <p:nvPr/>
          </p:nvSpPr>
          <p:spPr>
            <a:xfrm>
              <a:off x="1531691" y="935293"/>
              <a:ext cx="8481669" cy="1186295"/>
            </a:xfrm>
            <a:prstGeom prst="hexagon">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0" name="六角形 19">
              <a:extLst>
                <a:ext uri="{FF2B5EF4-FFF2-40B4-BE49-F238E27FC236}">
                  <a16:creationId xmlns:a16="http://schemas.microsoft.com/office/drawing/2014/main" id="{89D32C97-E079-BAC4-9936-2C889380704A}"/>
                </a:ext>
              </a:extLst>
            </p:cNvPr>
            <p:cNvSpPr/>
            <p:nvPr/>
          </p:nvSpPr>
          <p:spPr>
            <a:xfrm>
              <a:off x="1526425" y="935293"/>
              <a:ext cx="1649148" cy="1186295"/>
            </a:xfrm>
            <a:prstGeom prst="hexagon">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3" name="テキスト ボックス 12">
              <a:extLst>
                <a:ext uri="{FF2B5EF4-FFF2-40B4-BE49-F238E27FC236}">
                  <a16:creationId xmlns:a16="http://schemas.microsoft.com/office/drawing/2014/main" id="{6D71DDFA-D1D9-5C70-23E2-14A71F8A96A5}"/>
                </a:ext>
              </a:extLst>
            </p:cNvPr>
            <p:cNvSpPr txBox="1"/>
            <p:nvPr/>
          </p:nvSpPr>
          <p:spPr>
            <a:xfrm>
              <a:off x="1950889" y="1112942"/>
              <a:ext cx="800219" cy="830997"/>
            </a:xfrm>
            <a:prstGeom prst="rect">
              <a:avLst/>
            </a:prstGeom>
            <a:noFill/>
          </p:spPr>
          <p:txBody>
            <a:bodyPr wrap="none" rtlCol="0">
              <a:spAutoFit/>
            </a:bodyPr>
            <a:lstStyle/>
            <a:p>
              <a:pPr algn="ctr"/>
              <a:r>
                <a:rPr lang="en-US" altLang="ja-JP" sz="2400" b="1" dirty="0">
                  <a:solidFill>
                    <a:schemeClr val="bg1">
                      <a:lumMod val="95000"/>
                    </a:schemeClr>
                  </a:solidFill>
                  <a:latin typeface="原稿用標準書体" panose="03000503000000000000" pitchFamily="66" charset="-128"/>
                  <a:ea typeface="原稿用標準書体" panose="03000503000000000000" pitchFamily="66" charset="-128"/>
                </a:rPr>
                <a:t>AUTO</a:t>
              </a:r>
              <a:br>
                <a:rPr lang="en-US" altLang="ja-JP" sz="2400" b="1" dirty="0">
                  <a:solidFill>
                    <a:schemeClr val="bg1">
                      <a:lumMod val="95000"/>
                    </a:schemeClr>
                  </a:solidFill>
                  <a:latin typeface="原稿用標準書体" panose="03000503000000000000" pitchFamily="66" charset="-128"/>
                  <a:ea typeface="原稿用標準書体" panose="03000503000000000000" pitchFamily="66" charset="-128"/>
                </a:rPr>
              </a:br>
              <a:r>
                <a:rPr lang="en-US" altLang="ja-JP" sz="2400" b="1" dirty="0">
                  <a:solidFill>
                    <a:schemeClr val="bg1">
                      <a:lumMod val="95000"/>
                    </a:schemeClr>
                  </a:solidFill>
                  <a:latin typeface="原稿用標準書体" panose="03000503000000000000" pitchFamily="66" charset="-128"/>
                  <a:ea typeface="原稿用標準書体" panose="03000503000000000000" pitchFamily="66" charset="-128"/>
                </a:rPr>
                <a:t>SAVE</a:t>
              </a:r>
              <a:endParaRPr kumimoji="1" lang="ja-JP" altLang="en-US" sz="3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60" name="グループ化 59">
            <a:extLst>
              <a:ext uri="{FF2B5EF4-FFF2-40B4-BE49-F238E27FC236}">
                <a16:creationId xmlns:a16="http://schemas.microsoft.com/office/drawing/2014/main" id="{906F579C-8ABF-C3DB-D5B3-EC9855633174}"/>
              </a:ext>
            </a:extLst>
          </p:cNvPr>
          <p:cNvGrpSpPr/>
          <p:nvPr/>
        </p:nvGrpSpPr>
        <p:grpSpPr>
          <a:xfrm>
            <a:off x="8214158" y="1626697"/>
            <a:ext cx="2380516" cy="289960"/>
            <a:chOff x="8231923" y="1510868"/>
            <a:chExt cx="2380516" cy="289960"/>
          </a:xfrm>
        </p:grpSpPr>
        <p:sp>
          <p:nvSpPr>
            <p:cNvPr id="48" name="楕円 47">
              <a:extLst>
                <a:ext uri="{FF2B5EF4-FFF2-40B4-BE49-F238E27FC236}">
                  <a16:creationId xmlns:a16="http://schemas.microsoft.com/office/drawing/2014/main" id="{C31C60E3-8978-5966-75C5-D2C509D93186}"/>
                </a:ext>
              </a:extLst>
            </p:cNvPr>
            <p:cNvSpPr/>
            <p:nvPr/>
          </p:nvSpPr>
          <p:spPr>
            <a:xfrm>
              <a:off x="10322479"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9" name="ハート 48">
              <a:extLst>
                <a:ext uri="{FF2B5EF4-FFF2-40B4-BE49-F238E27FC236}">
                  <a16:creationId xmlns:a16="http://schemas.microsoft.com/office/drawing/2014/main" id="{8AE7FC9C-EF62-7E01-1313-976095DF1996}"/>
                </a:ext>
              </a:extLst>
            </p:cNvPr>
            <p:cNvSpPr/>
            <p:nvPr/>
          </p:nvSpPr>
          <p:spPr>
            <a:xfrm>
              <a:off x="8231923"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1" name="楕円 50">
              <a:extLst>
                <a:ext uri="{FF2B5EF4-FFF2-40B4-BE49-F238E27FC236}">
                  <a16:creationId xmlns:a16="http://schemas.microsoft.com/office/drawing/2014/main" id="{71896F07-41D4-D0A7-C56D-C3E9172A2F6C}"/>
                </a:ext>
              </a:extLst>
            </p:cNvPr>
            <p:cNvSpPr/>
            <p:nvPr/>
          </p:nvSpPr>
          <p:spPr>
            <a:xfrm>
              <a:off x="9277201"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3" name="楕円 52">
              <a:extLst>
                <a:ext uri="{FF2B5EF4-FFF2-40B4-BE49-F238E27FC236}">
                  <a16:creationId xmlns:a16="http://schemas.microsoft.com/office/drawing/2014/main" id="{49D5C996-3964-912B-C61A-53051A6A8849}"/>
                </a:ext>
              </a:extLst>
            </p:cNvPr>
            <p:cNvSpPr/>
            <p:nvPr/>
          </p:nvSpPr>
          <p:spPr>
            <a:xfrm>
              <a:off x="9625628"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5" name="楕円 54">
              <a:extLst>
                <a:ext uri="{FF2B5EF4-FFF2-40B4-BE49-F238E27FC236}">
                  <a16:creationId xmlns:a16="http://schemas.microsoft.com/office/drawing/2014/main" id="{6DA78BC9-5A47-F96C-D7F7-8E0D357F196E}"/>
                </a:ext>
              </a:extLst>
            </p:cNvPr>
            <p:cNvSpPr/>
            <p:nvPr/>
          </p:nvSpPr>
          <p:spPr>
            <a:xfrm>
              <a:off x="9974055"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7" name="ハート 56">
              <a:extLst>
                <a:ext uri="{FF2B5EF4-FFF2-40B4-BE49-F238E27FC236}">
                  <a16:creationId xmlns:a16="http://schemas.microsoft.com/office/drawing/2014/main" id="{1E0DB3F3-CDC1-140A-41B7-CBED6C6DF55A}"/>
                </a:ext>
              </a:extLst>
            </p:cNvPr>
            <p:cNvSpPr/>
            <p:nvPr/>
          </p:nvSpPr>
          <p:spPr>
            <a:xfrm>
              <a:off x="8580349"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9" name="ハート 58">
              <a:extLst>
                <a:ext uri="{FF2B5EF4-FFF2-40B4-BE49-F238E27FC236}">
                  <a16:creationId xmlns:a16="http://schemas.microsoft.com/office/drawing/2014/main" id="{F8E8FB5A-57C7-4E96-509E-09AD5B98AD51}"/>
                </a:ext>
              </a:extLst>
            </p:cNvPr>
            <p:cNvSpPr/>
            <p:nvPr/>
          </p:nvSpPr>
          <p:spPr>
            <a:xfrm>
              <a:off x="8928775"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23" name="グループ化 22">
            <a:extLst>
              <a:ext uri="{FF2B5EF4-FFF2-40B4-BE49-F238E27FC236}">
                <a16:creationId xmlns:a16="http://schemas.microsoft.com/office/drawing/2014/main" id="{529AAB53-CE79-C471-7581-D3E0FD2E55BC}"/>
              </a:ext>
            </a:extLst>
          </p:cNvPr>
          <p:cNvGrpSpPr/>
          <p:nvPr/>
        </p:nvGrpSpPr>
        <p:grpSpPr>
          <a:xfrm>
            <a:off x="2440821" y="2808079"/>
            <a:ext cx="8486935" cy="1186295"/>
            <a:chOff x="1526425" y="935293"/>
            <a:chExt cx="8486935" cy="1186295"/>
          </a:xfrm>
        </p:grpSpPr>
        <p:sp>
          <p:nvSpPr>
            <p:cNvPr id="24" name="六角形 23">
              <a:extLst>
                <a:ext uri="{FF2B5EF4-FFF2-40B4-BE49-F238E27FC236}">
                  <a16:creationId xmlns:a16="http://schemas.microsoft.com/office/drawing/2014/main" id="{3047954C-B98D-36BA-A986-7A2AA181C754}"/>
                </a:ext>
              </a:extLst>
            </p:cNvPr>
            <p:cNvSpPr/>
            <p:nvPr/>
          </p:nvSpPr>
          <p:spPr>
            <a:xfrm>
              <a:off x="1531691" y="935293"/>
              <a:ext cx="8481669" cy="1186295"/>
            </a:xfrm>
            <a:prstGeom prst="hexagon">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25" name="六角形 24">
              <a:extLst>
                <a:ext uri="{FF2B5EF4-FFF2-40B4-BE49-F238E27FC236}">
                  <a16:creationId xmlns:a16="http://schemas.microsoft.com/office/drawing/2014/main" id="{5BD5E68C-2F34-AB54-BAE6-03D06CB053D2}"/>
                </a:ext>
              </a:extLst>
            </p:cNvPr>
            <p:cNvSpPr/>
            <p:nvPr/>
          </p:nvSpPr>
          <p:spPr>
            <a:xfrm>
              <a:off x="1526425" y="935293"/>
              <a:ext cx="1649148" cy="1186295"/>
            </a:xfrm>
            <a:prstGeom prst="hexagon">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26" name="テキスト ボックス 25">
              <a:extLst>
                <a:ext uri="{FF2B5EF4-FFF2-40B4-BE49-F238E27FC236}">
                  <a16:creationId xmlns:a16="http://schemas.microsoft.com/office/drawing/2014/main" id="{1F16ABB2-91DA-03AB-D2C9-C6CFDF3FFE56}"/>
                </a:ext>
              </a:extLst>
            </p:cNvPr>
            <p:cNvSpPr txBox="1"/>
            <p:nvPr/>
          </p:nvSpPr>
          <p:spPr>
            <a:xfrm>
              <a:off x="1797001" y="1297608"/>
              <a:ext cx="1107996" cy="461665"/>
            </a:xfrm>
            <a:prstGeom prst="rect">
              <a:avLst/>
            </a:prstGeom>
            <a:noFill/>
          </p:spPr>
          <p:txBody>
            <a:bodyPr wrap="none" rtlCol="0">
              <a:spAutoFit/>
            </a:bodyPr>
            <a:lstStyle/>
            <a:p>
              <a:pPr algn="ctr"/>
              <a:r>
                <a:rPr lang="en-US" altLang="ja-JP" sz="2400" b="1" dirty="0">
                  <a:solidFill>
                    <a:schemeClr val="bg1">
                      <a:lumMod val="95000"/>
                    </a:schemeClr>
                  </a:solidFill>
                  <a:latin typeface="原稿用標準書体" panose="03000503000000000000" pitchFamily="66" charset="-128"/>
                  <a:ea typeface="原稿用標準書体" panose="03000503000000000000" pitchFamily="66" charset="-128"/>
                </a:rPr>
                <a:t>SAVE01</a:t>
              </a:r>
              <a:endParaRPr kumimoji="1" lang="ja-JP" altLang="en-US" sz="3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67" name="グループ化 66">
            <a:extLst>
              <a:ext uri="{FF2B5EF4-FFF2-40B4-BE49-F238E27FC236}">
                <a16:creationId xmlns:a16="http://schemas.microsoft.com/office/drawing/2014/main" id="{0E94CB91-0B0C-1A4C-7EC3-D1D395B4EE8E}"/>
              </a:ext>
            </a:extLst>
          </p:cNvPr>
          <p:cNvGrpSpPr/>
          <p:nvPr/>
        </p:nvGrpSpPr>
        <p:grpSpPr>
          <a:xfrm>
            <a:off x="8214158" y="3276866"/>
            <a:ext cx="2380516" cy="289960"/>
            <a:chOff x="8231923" y="1510868"/>
            <a:chExt cx="2380516" cy="289960"/>
          </a:xfrm>
        </p:grpSpPr>
        <p:sp>
          <p:nvSpPr>
            <p:cNvPr id="68" name="楕円 67">
              <a:extLst>
                <a:ext uri="{FF2B5EF4-FFF2-40B4-BE49-F238E27FC236}">
                  <a16:creationId xmlns:a16="http://schemas.microsoft.com/office/drawing/2014/main" id="{C517354C-2FC2-F7EA-ED87-1F31E6369F8B}"/>
                </a:ext>
              </a:extLst>
            </p:cNvPr>
            <p:cNvSpPr/>
            <p:nvPr/>
          </p:nvSpPr>
          <p:spPr>
            <a:xfrm>
              <a:off x="10322479" y="1510868"/>
              <a:ext cx="289960" cy="289960"/>
            </a:xfrm>
            <a:prstGeom prst="ellipse">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69" name="ハート 68">
              <a:extLst>
                <a:ext uri="{FF2B5EF4-FFF2-40B4-BE49-F238E27FC236}">
                  <a16:creationId xmlns:a16="http://schemas.microsoft.com/office/drawing/2014/main" id="{5A007C19-68E5-3D26-16FD-767527129315}"/>
                </a:ext>
              </a:extLst>
            </p:cNvPr>
            <p:cNvSpPr/>
            <p:nvPr/>
          </p:nvSpPr>
          <p:spPr>
            <a:xfrm>
              <a:off x="8231923"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0" name="楕円 69">
              <a:extLst>
                <a:ext uri="{FF2B5EF4-FFF2-40B4-BE49-F238E27FC236}">
                  <a16:creationId xmlns:a16="http://schemas.microsoft.com/office/drawing/2014/main" id="{BACA05D0-7967-52D9-9FCF-D57452FE19D9}"/>
                </a:ext>
              </a:extLst>
            </p:cNvPr>
            <p:cNvSpPr/>
            <p:nvPr/>
          </p:nvSpPr>
          <p:spPr>
            <a:xfrm>
              <a:off x="9277201"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1" name="楕円 70">
              <a:extLst>
                <a:ext uri="{FF2B5EF4-FFF2-40B4-BE49-F238E27FC236}">
                  <a16:creationId xmlns:a16="http://schemas.microsoft.com/office/drawing/2014/main" id="{55FF203F-6418-30BE-F9D1-37234A5FDE86}"/>
                </a:ext>
              </a:extLst>
            </p:cNvPr>
            <p:cNvSpPr/>
            <p:nvPr/>
          </p:nvSpPr>
          <p:spPr>
            <a:xfrm>
              <a:off x="9625628"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2" name="楕円 71">
              <a:extLst>
                <a:ext uri="{FF2B5EF4-FFF2-40B4-BE49-F238E27FC236}">
                  <a16:creationId xmlns:a16="http://schemas.microsoft.com/office/drawing/2014/main" id="{9FA72F24-4D46-C663-A73C-8C853AEB06E2}"/>
                </a:ext>
              </a:extLst>
            </p:cNvPr>
            <p:cNvSpPr/>
            <p:nvPr/>
          </p:nvSpPr>
          <p:spPr>
            <a:xfrm>
              <a:off x="9974055"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3" name="ハート 72">
              <a:extLst>
                <a:ext uri="{FF2B5EF4-FFF2-40B4-BE49-F238E27FC236}">
                  <a16:creationId xmlns:a16="http://schemas.microsoft.com/office/drawing/2014/main" id="{D3244AE5-367B-0E6E-EC11-1D5B05E942A9}"/>
                </a:ext>
              </a:extLst>
            </p:cNvPr>
            <p:cNvSpPr/>
            <p:nvPr/>
          </p:nvSpPr>
          <p:spPr>
            <a:xfrm>
              <a:off x="8580349"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4" name="ハート 73">
              <a:extLst>
                <a:ext uri="{FF2B5EF4-FFF2-40B4-BE49-F238E27FC236}">
                  <a16:creationId xmlns:a16="http://schemas.microsoft.com/office/drawing/2014/main" id="{512AAB61-E160-6272-6202-EA441006E03B}"/>
                </a:ext>
              </a:extLst>
            </p:cNvPr>
            <p:cNvSpPr/>
            <p:nvPr/>
          </p:nvSpPr>
          <p:spPr>
            <a:xfrm>
              <a:off x="8928775"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27" name="グループ化 26">
            <a:extLst>
              <a:ext uri="{FF2B5EF4-FFF2-40B4-BE49-F238E27FC236}">
                <a16:creationId xmlns:a16="http://schemas.microsoft.com/office/drawing/2014/main" id="{8B1CE105-0AF6-A39C-5B36-93177FA1EF12}"/>
              </a:ext>
            </a:extLst>
          </p:cNvPr>
          <p:cNvGrpSpPr/>
          <p:nvPr/>
        </p:nvGrpSpPr>
        <p:grpSpPr>
          <a:xfrm>
            <a:off x="2440821" y="4437628"/>
            <a:ext cx="8486935" cy="1186295"/>
            <a:chOff x="1526425" y="935293"/>
            <a:chExt cx="8486935" cy="1186295"/>
          </a:xfrm>
        </p:grpSpPr>
        <p:sp>
          <p:nvSpPr>
            <p:cNvPr id="28" name="六角形 27">
              <a:extLst>
                <a:ext uri="{FF2B5EF4-FFF2-40B4-BE49-F238E27FC236}">
                  <a16:creationId xmlns:a16="http://schemas.microsoft.com/office/drawing/2014/main" id="{DD520A49-1043-E71F-3757-A6A2EAE7128E}"/>
                </a:ext>
              </a:extLst>
            </p:cNvPr>
            <p:cNvSpPr/>
            <p:nvPr/>
          </p:nvSpPr>
          <p:spPr>
            <a:xfrm>
              <a:off x="1531691" y="935293"/>
              <a:ext cx="8481669" cy="1186295"/>
            </a:xfrm>
            <a:prstGeom prst="hexagon">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29" name="六角形 28">
              <a:extLst>
                <a:ext uri="{FF2B5EF4-FFF2-40B4-BE49-F238E27FC236}">
                  <a16:creationId xmlns:a16="http://schemas.microsoft.com/office/drawing/2014/main" id="{78F2797C-CD67-FACF-F09C-FB2538461EE0}"/>
                </a:ext>
              </a:extLst>
            </p:cNvPr>
            <p:cNvSpPr/>
            <p:nvPr/>
          </p:nvSpPr>
          <p:spPr>
            <a:xfrm>
              <a:off x="1526425" y="935293"/>
              <a:ext cx="1649148" cy="1186295"/>
            </a:xfrm>
            <a:prstGeom prst="hexagon">
              <a:avLst/>
            </a:prstGeom>
            <a:solidFill>
              <a:schemeClr val="bg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30" name="テキスト ボックス 29">
              <a:extLst>
                <a:ext uri="{FF2B5EF4-FFF2-40B4-BE49-F238E27FC236}">
                  <a16:creationId xmlns:a16="http://schemas.microsoft.com/office/drawing/2014/main" id="{5B9463A2-5E4C-4A1C-BBB4-CC32B4CAFEC2}"/>
                </a:ext>
              </a:extLst>
            </p:cNvPr>
            <p:cNvSpPr txBox="1"/>
            <p:nvPr/>
          </p:nvSpPr>
          <p:spPr>
            <a:xfrm>
              <a:off x="1797001" y="1297608"/>
              <a:ext cx="1107996" cy="461665"/>
            </a:xfrm>
            <a:prstGeom prst="rect">
              <a:avLst/>
            </a:prstGeom>
            <a:noFill/>
          </p:spPr>
          <p:txBody>
            <a:bodyPr wrap="none" rtlCol="0">
              <a:spAutoFit/>
            </a:bodyPr>
            <a:lstStyle/>
            <a:p>
              <a:pPr algn="ctr"/>
              <a:r>
                <a:rPr lang="en-US" altLang="ja-JP" sz="2400" b="1" dirty="0">
                  <a:solidFill>
                    <a:schemeClr val="bg1">
                      <a:lumMod val="95000"/>
                    </a:schemeClr>
                  </a:solidFill>
                  <a:latin typeface="原稿用標準書体" panose="03000503000000000000" pitchFamily="66" charset="-128"/>
                  <a:ea typeface="原稿用標準書体" panose="03000503000000000000" pitchFamily="66" charset="-128"/>
                </a:rPr>
                <a:t>SAVE02</a:t>
              </a:r>
              <a:endParaRPr kumimoji="1" lang="ja-JP" altLang="en-US" sz="3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82" name="グループ化 81">
            <a:extLst>
              <a:ext uri="{FF2B5EF4-FFF2-40B4-BE49-F238E27FC236}">
                <a16:creationId xmlns:a16="http://schemas.microsoft.com/office/drawing/2014/main" id="{CCE02E96-8737-BCEC-DE1A-6A6BB218E578}"/>
              </a:ext>
            </a:extLst>
          </p:cNvPr>
          <p:cNvGrpSpPr/>
          <p:nvPr/>
        </p:nvGrpSpPr>
        <p:grpSpPr>
          <a:xfrm>
            <a:off x="8214158" y="4906415"/>
            <a:ext cx="2380516" cy="289960"/>
            <a:chOff x="8231923" y="1510868"/>
            <a:chExt cx="2380516" cy="289960"/>
          </a:xfrm>
          <a:solidFill>
            <a:schemeClr val="bg1">
              <a:lumMod val="50000"/>
            </a:schemeClr>
          </a:solidFill>
        </p:grpSpPr>
        <p:sp>
          <p:nvSpPr>
            <p:cNvPr id="83" name="楕円 82">
              <a:extLst>
                <a:ext uri="{FF2B5EF4-FFF2-40B4-BE49-F238E27FC236}">
                  <a16:creationId xmlns:a16="http://schemas.microsoft.com/office/drawing/2014/main" id="{5D594129-387B-CEF0-6A87-B10926E41015}"/>
                </a:ext>
              </a:extLst>
            </p:cNvPr>
            <p:cNvSpPr/>
            <p:nvPr/>
          </p:nvSpPr>
          <p:spPr>
            <a:xfrm>
              <a:off x="10322479" y="1510868"/>
              <a:ext cx="289960" cy="289960"/>
            </a:xfrm>
            <a:prstGeom prst="ellipse">
              <a:avLst/>
            </a:prstGeom>
            <a:grp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4" name="ハート 83">
              <a:extLst>
                <a:ext uri="{FF2B5EF4-FFF2-40B4-BE49-F238E27FC236}">
                  <a16:creationId xmlns:a16="http://schemas.microsoft.com/office/drawing/2014/main" id="{69FCCF2B-D68A-9F79-B592-64029DEA3393}"/>
                </a:ext>
              </a:extLst>
            </p:cNvPr>
            <p:cNvSpPr/>
            <p:nvPr/>
          </p:nvSpPr>
          <p:spPr>
            <a:xfrm>
              <a:off x="8231923" y="1510869"/>
              <a:ext cx="289959" cy="289959"/>
            </a:xfrm>
            <a:prstGeom prst="ellipse">
              <a:avLst/>
            </a:prstGeom>
            <a:grp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5" name="楕円 84">
              <a:extLst>
                <a:ext uri="{FF2B5EF4-FFF2-40B4-BE49-F238E27FC236}">
                  <a16:creationId xmlns:a16="http://schemas.microsoft.com/office/drawing/2014/main" id="{F0FB00CD-1AB1-02CA-33F8-75A771CE7B89}"/>
                </a:ext>
              </a:extLst>
            </p:cNvPr>
            <p:cNvSpPr/>
            <p:nvPr/>
          </p:nvSpPr>
          <p:spPr>
            <a:xfrm>
              <a:off x="9277201" y="1510868"/>
              <a:ext cx="289960" cy="289960"/>
            </a:xfrm>
            <a:prstGeom prst="ellipse">
              <a:avLst/>
            </a:prstGeom>
            <a:grp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6" name="楕円 85">
              <a:extLst>
                <a:ext uri="{FF2B5EF4-FFF2-40B4-BE49-F238E27FC236}">
                  <a16:creationId xmlns:a16="http://schemas.microsoft.com/office/drawing/2014/main" id="{78ABF7DD-49AF-8A0B-0E67-426560AA16AE}"/>
                </a:ext>
              </a:extLst>
            </p:cNvPr>
            <p:cNvSpPr/>
            <p:nvPr/>
          </p:nvSpPr>
          <p:spPr>
            <a:xfrm>
              <a:off x="9625628" y="1510868"/>
              <a:ext cx="289960" cy="289960"/>
            </a:xfrm>
            <a:prstGeom prst="ellipse">
              <a:avLst/>
            </a:prstGeom>
            <a:grp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7" name="楕円 86">
              <a:extLst>
                <a:ext uri="{FF2B5EF4-FFF2-40B4-BE49-F238E27FC236}">
                  <a16:creationId xmlns:a16="http://schemas.microsoft.com/office/drawing/2014/main" id="{591F25C2-4682-9474-023D-1BFDE5CB344F}"/>
                </a:ext>
              </a:extLst>
            </p:cNvPr>
            <p:cNvSpPr/>
            <p:nvPr/>
          </p:nvSpPr>
          <p:spPr>
            <a:xfrm>
              <a:off x="9974055" y="1510868"/>
              <a:ext cx="289960" cy="289960"/>
            </a:xfrm>
            <a:prstGeom prst="ellipse">
              <a:avLst/>
            </a:prstGeom>
            <a:grp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8" name="ハート 87">
              <a:extLst>
                <a:ext uri="{FF2B5EF4-FFF2-40B4-BE49-F238E27FC236}">
                  <a16:creationId xmlns:a16="http://schemas.microsoft.com/office/drawing/2014/main" id="{EFCE1260-B5E5-101B-0F5E-AAB5E2E1F217}"/>
                </a:ext>
              </a:extLst>
            </p:cNvPr>
            <p:cNvSpPr/>
            <p:nvPr/>
          </p:nvSpPr>
          <p:spPr>
            <a:xfrm>
              <a:off x="8580349" y="1510869"/>
              <a:ext cx="289959" cy="289959"/>
            </a:xfrm>
            <a:prstGeom prst="ellipse">
              <a:avLst/>
            </a:prstGeom>
            <a:grp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9" name="ハート 88">
              <a:extLst>
                <a:ext uri="{FF2B5EF4-FFF2-40B4-BE49-F238E27FC236}">
                  <a16:creationId xmlns:a16="http://schemas.microsoft.com/office/drawing/2014/main" id="{50FDA497-9AE5-D9AE-2900-43E8052AE258}"/>
                </a:ext>
              </a:extLst>
            </p:cNvPr>
            <p:cNvSpPr/>
            <p:nvPr/>
          </p:nvSpPr>
          <p:spPr>
            <a:xfrm>
              <a:off x="8928775" y="1510869"/>
              <a:ext cx="289959" cy="289959"/>
            </a:xfrm>
            <a:prstGeom prst="ellipse">
              <a:avLst/>
            </a:prstGeom>
            <a:grp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96" name="グループ化 95">
            <a:extLst>
              <a:ext uri="{FF2B5EF4-FFF2-40B4-BE49-F238E27FC236}">
                <a16:creationId xmlns:a16="http://schemas.microsoft.com/office/drawing/2014/main" id="{21A60E77-FE63-E1C8-2B89-4D90D528D095}"/>
              </a:ext>
            </a:extLst>
          </p:cNvPr>
          <p:cNvGrpSpPr/>
          <p:nvPr/>
        </p:nvGrpSpPr>
        <p:grpSpPr>
          <a:xfrm>
            <a:off x="2440821" y="6067176"/>
            <a:ext cx="8486935" cy="1186295"/>
            <a:chOff x="1526425" y="935293"/>
            <a:chExt cx="8486935" cy="1186295"/>
          </a:xfrm>
        </p:grpSpPr>
        <p:sp>
          <p:nvSpPr>
            <p:cNvPr id="112" name="六角形 111">
              <a:extLst>
                <a:ext uri="{FF2B5EF4-FFF2-40B4-BE49-F238E27FC236}">
                  <a16:creationId xmlns:a16="http://schemas.microsoft.com/office/drawing/2014/main" id="{FDA9C2E1-FC01-144B-AB3E-5C3D31DC4E66}"/>
                </a:ext>
              </a:extLst>
            </p:cNvPr>
            <p:cNvSpPr/>
            <p:nvPr/>
          </p:nvSpPr>
          <p:spPr>
            <a:xfrm>
              <a:off x="1531691" y="935293"/>
              <a:ext cx="8481669" cy="1186295"/>
            </a:xfrm>
            <a:prstGeom prst="hexagon">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13" name="六角形 112">
              <a:extLst>
                <a:ext uri="{FF2B5EF4-FFF2-40B4-BE49-F238E27FC236}">
                  <a16:creationId xmlns:a16="http://schemas.microsoft.com/office/drawing/2014/main" id="{FA807835-842A-5BBC-45E1-341AE0BCD51F}"/>
                </a:ext>
              </a:extLst>
            </p:cNvPr>
            <p:cNvSpPr/>
            <p:nvPr/>
          </p:nvSpPr>
          <p:spPr>
            <a:xfrm>
              <a:off x="1526425" y="935293"/>
              <a:ext cx="1649148" cy="1186295"/>
            </a:xfrm>
            <a:prstGeom prst="hexagon">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14" name="テキスト ボックス 113">
              <a:extLst>
                <a:ext uri="{FF2B5EF4-FFF2-40B4-BE49-F238E27FC236}">
                  <a16:creationId xmlns:a16="http://schemas.microsoft.com/office/drawing/2014/main" id="{5C3691C6-8B0C-58E4-5EBD-80E47E4DC75B}"/>
                </a:ext>
              </a:extLst>
            </p:cNvPr>
            <p:cNvSpPr txBox="1"/>
            <p:nvPr/>
          </p:nvSpPr>
          <p:spPr>
            <a:xfrm>
              <a:off x="1797001" y="1297608"/>
              <a:ext cx="1107996" cy="461665"/>
            </a:xfrm>
            <a:prstGeom prst="rect">
              <a:avLst/>
            </a:prstGeom>
            <a:noFill/>
          </p:spPr>
          <p:txBody>
            <a:bodyPr wrap="none" rtlCol="0">
              <a:spAutoFit/>
            </a:bodyPr>
            <a:lstStyle/>
            <a:p>
              <a:pPr algn="ctr"/>
              <a:r>
                <a:rPr lang="en-US" altLang="ja-JP" sz="2400" b="1" dirty="0">
                  <a:solidFill>
                    <a:schemeClr val="bg1">
                      <a:lumMod val="95000"/>
                    </a:schemeClr>
                  </a:solidFill>
                  <a:latin typeface="原稿用標準書体" panose="03000503000000000000" pitchFamily="66" charset="-128"/>
                  <a:ea typeface="原稿用標準書体" panose="03000503000000000000" pitchFamily="66" charset="-128"/>
                </a:rPr>
                <a:t>SAVE03</a:t>
              </a:r>
              <a:endParaRPr kumimoji="1" lang="ja-JP" altLang="en-US" sz="3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100" name="グループ化 99">
            <a:extLst>
              <a:ext uri="{FF2B5EF4-FFF2-40B4-BE49-F238E27FC236}">
                <a16:creationId xmlns:a16="http://schemas.microsoft.com/office/drawing/2014/main" id="{EFECC05B-4DD2-2F06-B62A-8AFB7F245351}"/>
              </a:ext>
            </a:extLst>
          </p:cNvPr>
          <p:cNvGrpSpPr/>
          <p:nvPr/>
        </p:nvGrpSpPr>
        <p:grpSpPr>
          <a:xfrm>
            <a:off x="8214158" y="6535963"/>
            <a:ext cx="2380516" cy="289960"/>
            <a:chOff x="8231923" y="1510868"/>
            <a:chExt cx="2380516" cy="289960"/>
          </a:xfrm>
        </p:grpSpPr>
        <p:sp>
          <p:nvSpPr>
            <p:cNvPr id="101" name="楕円 100">
              <a:extLst>
                <a:ext uri="{FF2B5EF4-FFF2-40B4-BE49-F238E27FC236}">
                  <a16:creationId xmlns:a16="http://schemas.microsoft.com/office/drawing/2014/main" id="{4C92A642-AA8C-284B-F8C0-C7B34BEA91F9}"/>
                </a:ext>
              </a:extLst>
            </p:cNvPr>
            <p:cNvSpPr/>
            <p:nvPr/>
          </p:nvSpPr>
          <p:spPr>
            <a:xfrm>
              <a:off x="10322479"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2" name="ハート 101">
              <a:extLst>
                <a:ext uri="{FF2B5EF4-FFF2-40B4-BE49-F238E27FC236}">
                  <a16:creationId xmlns:a16="http://schemas.microsoft.com/office/drawing/2014/main" id="{2DB9F603-A2F7-D876-8723-B427040473F1}"/>
                </a:ext>
              </a:extLst>
            </p:cNvPr>
            <p:cNvSpPr/>
            <p:nvPr/>
          </p:nvSpPr>
          <p:spPr>
            <a:xfrm>
              <a:off x="8231923"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3" name="楕円 102">
              <a:extLst>
                <a:ext uri="{FF2B5EF4-FFF2-40B4-BE49-F238E27FC236}">
                  <a16:creationId xmlns:a16="http://schemas.microsoft.com/office/drawing/2014/main" id="{11279A21-4C47-916E-A857-30CC448A67EA}"/>
                </a:ext>
              </a:extLst>
            </p:cNvPr>
            <p:cNvSpPr/>
            <p:nvPr/>
          </p:nvSpPr>
          <p:spPr>
            <a:xfrm>
              <a:off x="9277201"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4" name="楕円 103">
              <a:extLst>
                <a:ext uri="{FF2B5EF4-FFF2-40B4-BE49-F238E27FC236}">
                  <a16:creationId xmlns:a16="http://schemas.microsoft.com/office/drawing/2014/main" id="{A8BC1B72-F9B5-F9BB-FED4-79125CA921E1}"/>
                </a:ext>
              </a:extLst>
            </p:cNvPr>
            <p:cNvSpPr/>
            <p:nvPr/>
          </p:nvSpPr>
          <p:spPr>
            <a:xfrm>
              <a:off x="9625628"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5" name="楕円 104">
              <a:extLst>
                <a:ext uri="{FF2B5EF4-FFF2-40B4-BE49-F238E27FC236}">
                  <a16:creationId xmlns:a16="http://schemas.microsoft.com/office/drawing/2014/main" id="{2B124F99-1CEC-EC44-CE06-C1B18BFBA1CF}"/>
                </a:ext>
              </a:extLst>
            </p:cNvPr>
            <p:cNvSpPr/>
            <p:nvPr/>
          </p:nvSpPr>
          <p:spPr>
            <a:xfrm>
              <a:off x="9974055"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6" name="ハート 105">
              <a:extLst>
                <a:ext uri="{FF2B5EF4-FFF2-40B4-BE49-F238E27FC236}">
                  <a16:creationId xmlns:a16="http://schemas.microsoft.com/office/drawing/2014/main" id="{094B28E0-B430-F019-2669-15E71A88A86B}"/>
                </a:ext>
              </a:extLst>
            </p:cNvPr>
            <p:cNvSpPr/>
            <p:nvPr/>
          </p:nvSpPr>
          <p:spPr>
            <a:xfrm>
              <a:off x="8580349"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7" name="ハート 106">
              <a:extLst>
                <a:ext uri="{FF2B5EF4-FFF2-40B4-BE49-F238E27FC236}">
                  <a16:creationId xmlns:a16="http://schemas.microsoft.com/office/drawing/2014/main" id="{71773484-69B7-47AD-F2F7-E21125A3525C}"/>
                </a:ext>
              </a:extLst>
            </p:cNvPr>
            <p:cNvSpPr/>
            <p:nvPr/>
          </p:nvSpPr>
          <p:spPr>
            <a:xfrm>
              <a:off x="8928775"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10" name="グループ化 9">
            <a:extLst>
              <a:ext uri="{FF2B5EF4-FFF2-40B4-BE49-F238E27FC236}">
                <a16:creationId xmlns:a16="http://schemas.microsoft.com/office/drawing/2014/main" id="{ED5A41C1-A1FA-E2BC-64B8-20D0A226775B}"/>
              </a:ext>
            </a:extLst>
          </p:cNvPr>
          <p:cNvGrpSpPr/>
          <p:nvPr/>
        </p:nvGrpSpPr>
        <p:grpSpPr>
          <a:xfrm>
            <a:off x="4266558" y="2945547"/>
            <a:ext cx="3256407" cy="963346"/>
            <a:chOff x="4260533" y="2945547"/>
            <a:chExt cx="3256407" cy="963346"/>
          </a:xfrm>
        </p:grpSpPr>
        <p:grpSp>
          <p:nvGrpSpPr>
            <p:cNvPr id="66" name="グループ化 65">
              <a:extLst>
                <a:ext uri="{FF2B5EF4-FFF2-40B4-BE49-F238E27FC236}">
                  <a16:creationId xmlns:a16="http://schemas.microsoft.com/office/drawing/2014/main" id="{7B832D6D-3BC8-9B7F-59BF-322D6098A484}"/>
                </a:ext>
              </a:extLst>
            </p:cNvPr>
            <p:cNvGrpSpPr/>
            <p:nvPr/>
          </p:nvGrpSpPr>
          <p:grpSpPr>
            <a:xfrm>
              <a:off x="4260533" y="2945547"/>
              <a:ext cx="3069555" cy="400110"/>
              <a:chOff x="4472608" y="1805236"/>
              <a:chExt cx="3069555" cy="400110"/>
            </a:xfrm>
          </p:grpSpPr>
          <p:sp>
            <p:nvSpPr>
              <p:cNvPr id="75" name="テキスト ボックス 74">
                <a:extLst>
                  <a:ext uri="{FF2B5EF4-FFF2-40B4-BE49-F238E27FC236}">
                    <a16:creationId xmlns:a16="http://schemas.microsoft.com/office/drawing/2014/main" id="{CBEA49A9-CD29-31D9-DEE6-7DB6067ADC38}"/>
                  </a:ext>
                </a:extLst>
              </p:cNvPr>
              <p:cNvSpPr txBox="1"/>
              <p:nvPr/>
            </p:nvSpPr>
            <p:spPr>
              <a:xfrm>
                <a:off x="4472608" y="1866792"/>
                <a:ext cx="595035" cy="338554"/>
              </a:xfrm>
              <a:prstGeom prst="rect">
                <a:avLst/>
              </a:prstGeom>
              <a:noFill/>
            </p:spPr>
            <p:txBody>
              <a:bodyPr wrap="none" rtlCol="0">
                <a:spAutoFit/>
              </a:bodyPr>
              <a:lstStyle/>
              <a:p>
                <a:pPr algn="ctr"/>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Date</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76" name="テキスト ボックス 75">
                <a:extLst>
                  <a:ext uri="{FF2B5EF4-FFF2-40B4-BE49-F238E27FC236}">
                    <a16:creationId xmlns:a16="http://schemas.microsoft.com/office/drawing/2014/main" id="{A5B2C171-BEA4-C51B-C5F6-6C5734A008DB}"/>
                  </a:ext>
                </a:extLst>
              </p:cNvPr>
              <p:cNvSpPr txBox="1"/>
              <p:nvPr/>
            </p:nvSpPr>
            <p:spPr>
              <a:xfrm>
                <a:off x="5177413" y="1805236"/>
                <a:ext cx="2364750" cy="400110"/>
              </a:xfrm>
              <a:prstGeom prst="rect">
                <a:avLst/>
              </a:prstGeom>
              <a:noFill/>
            </p:spPr>
            <p:txBody>
              <a:bodyPr wrap="none" rtlCol="0">
                <a:spAutoFit/>
              </a:bodyPr>
              <a:lstStyle/>
              <a:p>
                <a:pPr algn="ctr"/>
                <a:r>
                  <a:rPr lang="en-US" altLang="ja-JP"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YYYY/MM/DD</a:t>
                </a:r>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　</a:t>
                </a:r>
                <a:r>
                  <a:rPr lang="en-US" altLang="ja-JP" sz="2000" dirty="0" err="1">
                    <a:solidFill>
                      <a:schemeClr val="tx1">
                        <a:lumMod val="85000"/>
                        <a:lumOff val="15000"/>
                      </a:schemeClr>
                    </a:solidFill>
                    <a:latin typeface="原稿用標準書体" panose="03000503000000000000" pitchFamily="66" charset="-128"/>
                    <a:ea typeface="原稿用標準書体" panose="03000503000000000000" pitchFamily="66" charset="-128"/>
                  </a:rPr>
                  <a:t>HH:mm</a:t>
                </a:r>
                <a:endParaRPr kumimoji="1"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9" name="グループ化 8">
              <a:extLst>
                <a:ext uri="{FF2B5EF4-FFF2-40B4-BE49-F238E27FC236}">
                  <a16:creationId xmlns:a16="http://schemas.microsoft.com/office/drawing/2014/main" id="{9BB9A2E8-83E6-46FC-2E07-671FE1E08147}"/>
                </a:ext>
              </a:extLst>
            </p:cNvPr>
            <p:cNvGrpSpPr/>
            <p:nvPr/>
          </p:nvGrpSpPr>
          <p:grpSpPr>
            <a:xfrm>
              <a:off x="4260535" y="3493560"/>
              <a:ext cx="3256405" cy="415333"/>
              <a:chOff x="4260535" y="3493560"/>
              <a:chExt cx="3256405" cy="415333"/>
            </a:xfrm>
          </p:grpSpPr>
          <p:sp>
            <p:nvSpPr>
              <p:cNvPr id="3" name="テキスト ボックス 2">
                <a:extLst>
                  <a:ext uri="{FF2B5EF4-FFF2-40B4-BE49-F238E27FC236}">
                    <a16:creationId xmlns:a16="http://schemas.microsoft.com/office/drawing/2014/main" id="{23D02E32-0B5C-E532-E345-3DC20DE52A5C}"/>
                  </a:ext>
                </a:extLst>
              </p:cNvPr>
              <p:cNvSpPr txBox="1"/>
              <p:nvPr/>
            </p:nvSpPr>
            <p:spPr>
              <a:xfrm>
                <a:off x="4260535" y="3493560"/>
                <a:ext cx="1005403" cy="338554"/>
              </a:xfrm>
              <a:prstGeom prst="rect">
                <a:avLst/>
              </a:prstGeom>
              <a:noFill/>
            </p:spPr>
            <p:txBody>
              <a:bodyPr wrap="none" rtlCol="0">
                <a:spAutoFit/>
              </a:bodyPr>
              <a:lstStyle/>
              <a:p>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PlayTime</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6" name="テキスト ボックス 5">
                <a:extLst>
                  <a:ext uri="{FF2B5EF4-FFF2-40B4-BE49-F238E27FC236}">
                    <a16:creationId xmlns:a16="http://schemas.microsoft.com/office/drawing/2014/main" id="{68ADC160-68C9-2CA5-E7F6-BC4F811372F5}"/>
                  </a:ext>
                </a:extLst>
              </p:cNvPr>
              <p:cNvSpPr txBox="1"/>
              <p:nvPr/>
            </p:nvSpPr>
            <p:spPr>
              <a:xfrm>
                <a:off x="5323133" y="3508783"/>
                <a:ext cx="889945" cy="400110"/>
              </a:xfrm>
              <a:prstGeom prst="rect">
                <a:avLst/>
              </a:prstGeom>
              <a:noFill/>
            </p:spPr>
            <p:txBody>
              <a:bodyPr wrap="square">
                <a:spAutoFit/>
              </a:bodyPr>
              <a:lstStyle/>
              <a:p>
                <a:r>
                  <a:rPr lang="en-US" altLang="ja-JP" sz="2000">
                    <a:solidFill>
                      <a:schemeClr val="tx1">
                        <a:lumMod val="85000"/>
                        <a:lumOff val="15000"/>
                      </a:schemeClr>
                    </a:solidFill>
                    <a:latin typeface="原稿用標準書体" panose="03000503000000000000" pitchFamily="66" charset="-128"/>
                    <a:ea typeface="原稿用標準書体" panose="03000503000000000000" pitchFamily="66" charset="-128"/>
                  </a:rPr>
                  <a:t>HH:mm</a:t>
                </a:r>
                <a:endParaRPr lang="ja-JP" altLang="en-US"/>
              </a:p>
            </p:txBody>
          </p:sp>
          <p:sp>
            <p:nvSpPr>
              <p:cNvPr id="8" name="テキスト ボックス 7">
                <a:extLst>
                  <a:ext uri="{FF2B5EF4-FFF2-40B4-BE49-F238E27FC236}">
                    <a16:creationId xmlns:a16="http://schemas.microsoft.com/office/drawing/2014/main" id="{4AAE94B7-7783-24F9-4359-EC2583204FA6}"/>
                  </a:ext>
                </a:extLst>
              </p:cNvPr>
              <p:cNvSpPr txBox="1"/>
              <p:nvPr/>
            </p:nvSpPr>
            <p:spPr>
              <a:xfrm>
                <a:off x="6408944" y="3493560"/>
                <a:ext cx="1107996" cy="338554"/>
              </a:xfrm>
              <a:prstGeom prst="rect">
                <a:avLst/>
              </a:prstGeom>
              <a:noFill/>
            </p:spPr>
            <p:txBody>
              <a:bodyPr wrap="none" rtlCol="0">
                <a:spAutoFit/>
              </a:bodyPr>
              <a:lstStyle/>
              <a:p>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Chapter</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 </a:t>
                </a:r>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0</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grpSp>
        <p:nvGrpSpPr>
          <p:cNvPr id="11" name="グループ化 10">
            <a:extLst>
              <a:ext uri="{FF2B5EF4-FFF2-40B4-BE49-F238E27FC236}">
                <a16:creationId xmlns:a16="http://schemas.microsoft.com/office/drawing/2014/main" id="{CFC25A76-D60C-1F17-73DB-5BAF11BB04CF}"/>
              </a:ext>
            </a:extLst>
          </p:cNvPr>
          <p:cNvGrpSpPr/>
          <p:nvPr/>
        </p:nvGrpSpPr>
        <p:grpSpPr>
          <a:xfrm>
            <a:off x="4266558" y="1290004"/>
            <a:ext cx="3256407" cy="963346"/>
            <a:chOff x="4260533" y="2945547"/>
            <a:chExt cx="3256407" cy="963346"/>
          </a:xfrm>
        </p:grpSpPr>
        <p:grpSp>
          <p:nvGrpSpPr>
            <p:cNvPr id="12" name="グループ化 11">
              <a:extLst>
                <a:ext uri="{FF2B5EF4-FFF2-40B4-BE49-F238E27FC236}">
                  <a16:creationId xmlns:a16="http://schemas.microsoft.com/office/drawing/2014/main" id="{C6EA30F7-E76E-53D5-9374-9FC1250818ED}"/>
                </a:ext>
              </a:extLst>
            </p:cNvPr>
            <p:cNvGrpSpPr/>
            <p:nvPr/>
          </p:nvGrpSpPr>
          <p:grpSpPr>
            <a:xfrm>
              <a:off x="4260533" y="2945547"/>
              <a:ext cx="3069555" cy="400110"/>
              <a:chOff x="4472608" y="1805236"/>
              <a:chExt cx="3069555" cy="400110"/>
            </a:xfrm>
          </p:grpSpPr>
          <p:sp>
            <p:nvSpPr>
              <p:cNvPr id="19" name="テキスト ボックス 18">
                <a:extLst>
                  <a:ext uri="{FF2B5EF4-FFF2-40B4-BE49-F238E27FC236}">
                    <a16:creationId xmlns:a16="http://schemas.microsoft.com/office/drawing/2014/main" id="{A2BEE03D-1F8C-4DE8-BAF8-ADEB108C0EFF}"/>
                  </a:ext>
                </a:extLst>
              </p:cNvPr>
              <p:cNvSpPr txBox="1"/>
              <p:nvPr/>
            </p:nvSpPr>
            <p:spPr>
              <a:xfrm>
                <a:off x="4472608" y="1866792"/>
                <a:ext cx="595035" cy="338554"/>
              </a:xfrm>
              <a:prstGeom prst="rect">
                <a:avLst/>
              </a:prstGeom>
              <a:noFill/>
            </p:spPr>
            <p:txBody>
              <a:bodyPr wrap="none" rtlCol="0">
                <a:spAutoFit/>
              </a:bodyPr>
              <a:lstStyle/>
              <a:p>
                <a:pPr algn="ctr"/>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Date</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21" name="テキスト ボックス 20">
                <a:extLst>
                  <a:ext uri="{FF2B5EF4-FFF2-40B4-BE49-F238E27FC236}">
                    <a16:creationId xmlns:a16="http://schemas.microsoft.com/office/drawing/2014/main" id="{D0AEF958-28F2-DC71-34B1-73B412E76EDC}"/>
                  </a:ext>
                </a:extLst>
              </p:cNvPr>
              <p:cNvSpPr txBox="1"/>
              <p:nvPr/>
            </p:nvSpPr>
            <p:spPr>
              <a:xfrm>
                <a:off x="5177413" y="1805236"/>
                <a:ext cx="2364750" cy="400110"/>
              </a:xfrm>
              <a:prstGeom prst="rect">
                <a:avLst/>
              </a:prstGeom>
              <a:noFill/>
            </p:spPr>
            <p:txBody>
              <a:bodyPr wrap="none" rtlCol="0">
                <a:spAutoFit/>
              </a:bodyPr>
              <a:lstStyle/>
              <a:p>
                <a:pPr algn="ctr"/>
                <a:r>
                  <a:rPr lang="en-US" altLang="ja-JP"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YYYY/MM/DD</a:t>
                </a:r>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　</a:t>
                </a:r>
                <a:r>
                  <a:rPr lang="en-US" altLang="ja-JP" sz="2000" dirty="0" err="1">
                    <a:solidFill>
                      <a:schemeClr val="tx1">
                        <a:lumMod val="85000"/>
                        <a:lumOff val="15000"/>
                      </a:schemeClr>
                    </a:solidFill>
                    <a:latin typeface="原稿用標準書体" panose="03000503000000000000" pitchFamily="66" charset="-128"/>
                    <a:ea typeface="原稿用標準書体" panose="03000503000000000000" pitchFamily="66" charset="-128"/>
                  </a:rPr>
                  <a:t>HH:mm</a:t>
                </a:r>
                <a:endParaRPr kumimoji="1"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14" name="グループ化 13">
              <a:extLst>
                <a:ext uri="{FF2B5EF4-FFF2-40B4-BE49-F238E27FC236}">
                  <a16:creationId xmlns:a16="http://schemas.microsoft.com/office/drawing/2014/main" id="{2E1B503B-1CD0-BE70-CC17-668803C53DDE}"/>
                </a:ext>
              </a:extLst>
            </p:cNvPr>
            <p:cNvGrpSpPr/>
            <p:nvPr/>
          </p:nvGrpSpPr>
          <p:grpSpPr>
            <a:xfrm>
              <a:off x="4260535" y="3493560"/>
              <a:ext cx="3256405" cy="415333"/>
              <a:chOff x="4260535" y="3493560"/>
              <a:chExt cx="3256405" cy="415333"/>
            </a:xfrm>
          </p:grpSpPr>
          <p:sp>
            <p:nvSpPr>
              <p:cNvPr id="15" name="テキスト ボックス 14">
                <a:extLst>
                  <a:ext uri="{FF2B5EF4-FFF2-40B4-BE49-F238E27FC236}">
                    <a16:creationId xmlns:a16="http://schemas.microsoft.com/office/drawing/2014/main" id="{B3BBCA9C-1985-9E60-ECC5-B373B528291C}"/>
                  </a:ext>
                </a:extLst>
              </p:cNvPr>
              <p:cNvSpPr txBox="1"/>
              <p:nvPr/>
            </p:nvSpPr>
            <p:spPr>
              <a:xfrm>
                <a:off x="4260535" y="3493560"/>
                <a:ext cx="1005403" cy="338554"/>
              </a:xfrm>
              <a:prstGeom prst="rect">
                <a:avLst/>
              </a:prstGeom>
              <a:noFill/>
            </p:spPr>
            <p:txBody>
              <a:bodyPr wrap="none" rtlCol="0">
                <a:spAutoFit/>
              </a:bodyPr>
              <a:lstStyle/>
              <a:p>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PlayTime</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6" name="テキスト ボックス 15">
                <a:extLst>
                  <a:ext uri="{FF2B5EF4-FFF2-40B4-BE49-F238E27FC236}">
                    <a16:creationId xmlns:a16="http://schemas.microsoft.com/office/drawing/2014/main" id="{ADE6314E-70A6-298A-B54E-1FC10E9B23F8}"/>
                  </a:ext>
                </a:extLst>
              </p:cNvPr>
              <p:cNvSpPr txBox="1"/>
              <p:nvPr/>
            </p:nvSpPr>
            <p:spPr>
              <a:xfrm>
                <a:off x="5323133" y="3508783"/>
                <a:ext cx="889945" cy="400110"/>
              </a:xfrm>
              <a:prstGeom prst="rect">
                <a:avLst/>
              </a:prstGeom>
              <a:noFill/>
            </p:spPr>
            <p:txBody>
              <a:bodyPr wrap="square">
                <a:spAutoFit/>
              </a:bodyPr>
              <a:lstStyle/>
              <a:p>
                <a:r>
                  <a:rPr lang="en-US" altLang="ja-JP" sz="2000">
                    <a:solidFill>
                      <a:schemeClr val="tx1">
                        <a:lumMod val="85000"/>
                        <a:lumOff val="15000"/>
                      </a:schemeClr>
                    </a:solidFill>
                    <a:latin typeface="原稿用標準書体" panose="03000503000000000000" pitchFamily="66" charset="-128"/>
                    <a:ea typeface="原稿用標準書体" panose="03000503000000000000" pitchFamily="66" charset="-128"/>
                  </a:rPr>
                  <a:t>HH:mm</a:t>
                </a:r>
                <a:endParaRPr lang="ja-JP" altLang="en-US"/>
              </a:p>
            </p:txBody>
          </p:sp>
          <p:sp>
            <p:nvSpPr>
              <p:cNvPr id="18" name="テキスト ボックス 17">
                <a:extLst>
                  <a:ext uri="{FF2B5EF4-FFF2-40B4-BE49-F238E27FC236}">
                    <a16:creationId xmlns:a16="http://schemas.microsoft.com/office/drawing/2014/main" id="{AF9D5BE3-6567-2EE1-93A5-4DA9A285E9AF}"/>
                  </a:ext>
                </a:extLst>
              </p:cNvPr>
              <p:cNvSpPr txBox="1"/>
              <p:nvPr/>
            </p:nvSpPr>
            <p:spPr>
              <a:xfrm>
                <a:off x="6408944" y="3493560"/>
                <a:ext cx="1107996" cy="338554"/>
              </a:xfrm>
              <a:prstGeom prst="rect">
                <a:avLst/>
              </a:prstGeom>
              <a:noFill/>
            </p:spPr>
            <p:txBody>
              <a:bodyPr wrap="none" rtlCol="0">
                <a:spAutoFit/>
              </a:bodyPr>
              <a:lstStyle/>
              <a:p>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Chapter</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 </a:t>
                </a:r>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0</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grpSp>
        <p:nvGrpSpPr>
          <p:cNvPr id="32" name="グループ化 31">
            <a:extLst>
              <a:ext uri="{FF2B5EF4-FFF2-40B4-BE49-F238E27FC236}">
                <a16:creationId xmlns:a16="http://schemas.microsoft.com/office/drawing/2014/main" id="{7F1B24D0-B613-08BD-BD1E-2101F11340AD}"/>
              </a:ext>
            </a:extLst>
          </p:cNvPr>
          <p:cNvGrpSpPr/>
          <p:nvPr/>
        </p:nvGrpSpPr>
        <p:grpSpPr>
          <a:xfrm>
            <a:off x="4266558" y="6178650"/>
            <a:ext cx="3256407" cy="963346"/>
            <a:chOff x="4260533" y="2945547"/>
            <a:chExt cx="3256407" cy="963346"/>
          </a:xfrm>
        </p:grpSpPr>
        <p:grpSp>
          <p:nvGrpSpPr>
            <p:cNvPr id="34" name="グループ化 33">
              <a:extLst>
                <a:ext uri="{FF2B5EF4-FFF2-40B4-BE49-F238E27FC236}">
                  <a16:creationId xmlns:a16="http://schemas.microsoft.com/office/drawing/2014/main" id="{9402F6C3-D14E-8414-2018-1D83F38E6512}"/>
                </a:ext>
              </a:extLst>
            </p:cNvPr>
            <p:cNvGrpSpPr/>
            <p:nvPr/>
          </p:nvGrpSpPr>
          <p:grpSpPr>
            <a:xfrm>
              <a:off x="4260533" y="2945547"/>
              <a:ext cx="3069555" cy="400110"/>
              <a:chOff x="4472608" y="1805236"/>
              <a:chExt cx="3069555" cy="400110"/>
            </a:xfrm>
          </p:grpSpPr>
          <p:sp>
            <p:nvSpPr>
              <p:cNvPr id="42" name="テキスト ボックス 41">
                <a:extLst>
                  <a:ext uri="{FF2B5EF4-FFF2-40B4-BE49-F238E27FC236}">
                    <a16:creationId xmlns:a16="http://schemas.microsoft.com/office/drawing/2014/main" id="{B394E507-1E21-CB5E-EC4B-FFF0CA1BED10}"/>
                  </a:ext>
                </a:extLst>
              </p:cNvPr>
              <p:cNvSpPr txBox="1"/>
              <p:nvPr/>
            </p:nvSpPr>
            <p:spPr>
              <a:xfrm>
                <a:off x="4472608" y="1866792"/>
                <a:ext cx="595035" cy="338554"/>
              </a:xfrm>
              <a:prstGeom prst="rect">
                <a:avLst/>
              </a:prstGeom>
              <a:noFill/>
            </p:spPr>
            <p:txBody>
              <a:bodyPr wrap="none" rtlCol="0">
                <a:spAutoFit/>
              </a:bodyPr>
              <a:lstStyle/>
              <a:p>
                <a:pPr algn="ctr"/>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Date</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43" name="テキスト ボックス 42">
                <a:extLst>
                  <a:ext uri="{FF2B5EF4-FFF2-40B4-BE49-F238E27FC236}">
                    <a16:creationId xmlns:a16="http://schemas.microsoft.com/office/drawing/2014/main" id="{F89BE372-8D11-5602-B456-F643A8DEC00F}"/>
                  </a:ext>
                </a:extLst>
              </p:cNvPr>
              <p:cNvSpPr txBox="1"/>
              <p:nvPr/>
            </p:nvSpPr>
            <p:spPr>
              <a:xfrm>
                <a:off x="5177413" y="1805236"/>
                <a:ext cx="2364750" cy="400110"/>
              </a:xfrm>
              <a:prstGeom prst="rect">
                <a:avLst/>
              </a:prstGeom>
              <a:noFill/>
            </p:spPr>
            <p:txBody>
              <a:bodyPr wrap="none" rtlCol="0">
                <a:spAutoFit/>
              </a:bodyPr>
              <a:lstStyle/>
              <a:p>
                <a:pPr algn="ctr"/>
                <a:r>
                  <a:rPr lang="en-US" altLang="ja-JP"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YYYY/MM/DD</a:t>
                </a:r>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　</a:t>
                </a:r>
                <a:r>
                  <a:rPr lang="en-US" altLang="ja-JP" sz="2000" dirty="0" err="1">
                    <a:solidFill>
                      <a:schemeClr val="tx1">
                        <a:lumMod val="85000"/>
                        <a:lumOff val="15000"/>
                      </a:schemeClr>
                    </a:solidFill>
                    <a:latin typeface="原稿用標準書体" panose="03000503000000000000" pitchFamily="66" charset="-128"/>
                    <a:ea typeface="原稿用標準書体" panose="03000503000000000000" pitchFamily="66" charset="-128"/>
                  </a:rPr>
                  <a:t>HH:mm</a:t>
                </a:r>
                <a:endParaRPr kumimoji="1"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36" name="グループ化 35">
              <a:extLst>
                <a:ext uri="{FF2B5EF4-FFF2-40B4-BE49-F238E27FC236}">
                  <a16:creationId xmlns:a16="http://schemas.microsoft.com/office/drawing/2014/main" id="{3B421AA0-D0A7-5529-2F2E-4625B2780460}"/>
                </a:ext>
              </a:extLst>
            </p:cNvPr>
            <p:cNvGrpSpPr/>
            <p:nvPr/>
          </p:nvGrpSpPr>
          <p:grpSpPr>
            <a:xfrm>
              <a:off x="4260535" y="3493560"/>
              <a:ext cx="3256405" cy="415333"/>
              <a:chOff x="4260535" y="3493560"/>
              <a:chExt cx="3256405" cy="415333"/>
            </a:xfrm>
          </p:grpSpPr>
          <p:sp>
            <p:nvSpPr>
              <p:cNvPr id="37" name="テキスト ボックス 36">
                <a:extLst>
                  <a:ext uri="{FF2B5EF4-FFF2-40B4-BE49-F238E27FC236}">
                    <a16:creationId xmlns:a16="http://schemas.microsoft.com/office/drawing/2014/main" id="{78A51B7A-2B27-2A9A-7740-06D25817A07E}"/>
                  </a:ext>
                </a:extLst>
              </p:cNvPr>
              <p:cNvSpPr txBox="1"/>
              <p:nvPr/>
            </p:nvSpPr>
            <p:spPr>
              <a:xfrm>
                <a:off x="4260535" y="3493560"/>
                <a:ext cx="1005403" cy="338554"/>
              </a:xfrm>
              <a:prstGeom prst="rect">
                <a:avLst/>
              </a:prstGeom>
              <a:noFill/>
            </p:spPr>
            <p:txBody>
              <a:bodyPr wrap="none" rtlCol="0">
                <a:spAutoFit/>
              </a:bodyPr>
              <a:lstStyle/>
              <a:p>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PlayTime</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40" name="テキスト ボックス 39">
                <a:extLst>
                  <a:ext uri="{FF2B5EF4-FFF2-40B4-BE49-F238E27FC236}">
                    <a16:creationId xmlns:a16="http://schemas.microsoft.com/office/drawing/2014/main" id="{D3828958-233B-D573-38CF-32C396EACD43}"/>
                  </a:ext>
                </a:extLst>
              </p:cNvPr>
              <p:cNvSpPr txBox="1"/>
              <p:nvPr/>
            </p:nvSpPr>
            <p:spPr>
              <a:xfrm>
                <a:off x="5323133" y="3508783"/>
                <a:ext cx="889945" cy="400110"/>
              </a:xfrm>
              <a:prstGeom prst="rect">
                <a:avLst/>
              </a:prstGeom>
              <a:noFill/>
            </p:spPr>
            <p:txBody>
              <a:bodyPr wrap="square">
                <a:spAutoFit/>
              </a:bodyPr>
              <a:lstStyle/>
              <a:p>
                <a:r>
                  <a:rPr lang="en-US" altLang="ja-JP" sz="2000">
                    <a:solidFill>
                      <a:schemeClr val="tx1">
                        <a:lumMod val="85000"/>
                        <a:lumOff val="15000"/>
                      </a:schemeClr>
                    </a:solidFill>
                    <a:latin typeface="原稿用標準書体" panose="03000503000000000000" pitchFamily="66" charset="-128"/>
                    <a:ea typeface="原稿用標準書体" panose="03000503000000000000" pitchFamily="66" charset="-128"/>
                  </a:rPr>
                  <a:t>HH:mm</a:t>
                </a:r>
                <a:endParaRPr lang="ja-JP" altLang="en-US"/>
              </a:p>
            </p:txBody>
          </p:sp>
          <p:sp>
            <p:nvSpPr>
              <p:cNvPr id="41" name="テキスト ボックス 40">
                <a:extLst>
                  <a:ext uri="{FF2B5EF4-FFF2-40B4-BE49-F238E27FC236}">
                    <a16:creationId xmlns:a16="http://schemas.microsoft.com/office/drawing/2014/main" id="{24724C9E-A885-7EBB-48D4-8C3FC6DADC13}"/>
                  </a:ext>
                </a:extLst>
              </p:cNvPr>
              <p:cNvSpPr txBox="1"/>
              <p:nvPr/>
            </p:nvSpPr>
            <p:spPr>
              <a:xfrm>
                <a:off x="6408944" y="3493560"/>
                <a:ext cx="1107996" cy="338554"/>
              </a:xfrm>
              <a:prstGeom prst="rect">
                <a:avLst/>
              </a:prstGeom>
              <a:noFill/>
            </p:spPr>
            <p:txBody>
              <a:bodyPr wrap="none" rtlCol="0">
                <a:spAutoFit/>
              </a:bodyPr>
              <a:lstStyle/>
              <a:p>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Chapter</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 </a:t>
                </a:r>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0</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grpSp>
        <p:nvGrpSpPr>
          <p:cNvPr id="44" name="グループ化 43">
            <a:extLst>
              <a:ext uri="{FF2B5EF4-FFF2-40B4-BE49-F238E27FC236}">
                <a16:creationId xmlns:a16="http://schemas.microsoft.com/office/drawing/2014/main" id="{981540C6-F780-9EC1-D2D1-911B05AEA3B0}"/>
              </a:ext>
            </a:extLst>
          </p:cNvPr>
          <p:cNvGrpSpPr/>
          <p:nvPr/>
        </p:nvGrpSpPr>
        <p:grpSpPr>
          <a:xfrm>
            <a:off x="169071" y="5261608"/>
            <a:ext cx="1975684" cy="1396119"/>
            <a:chOff x="163586" y="134635"/>
            <a:chExt cx="1975684" cy="1396119"/>
          </a:xfrm>
        </p:grpSpPr>
        <p:grpSp>
          <p:nvGrpSpPr>
            <p:cNvPr id="46" name="グループ化 45">
              <a:extLst>
                <a:ext uri="{FF2B5EF4-FFF2-40B4-BE49-F238E27FC236}">
                  <a16:creationId xmlns:a16="http://schemas.microsoft.com/office/drawing/2014/main" id="{86AFB798-42A7-EC7C-44FB-3D5CFF0D844C}"/>
                </a:ext>
              </a:extLst>
            </p:cNvPr>
            <p:cNvGrpSpPr/>
            <p:nvPr/>
          </p:nvGrpSpPr>
          <p:grpSpPr>
            <a:xfrm>
              <a:off x="163586" y="134635"/>
              <a:ext cx="1975684" cy="1396119"/>
              <a:chOff x="163586" y="134635"/>
              <a:chExt cx="1975684" cy="1396119"/>
            </a:xfrm>
          </p:grpSpPr>
          <p:pic>
            <p:nvPicPr>
              <p:cNvPr id="52" name="図 51">
                <a:extLst>
                  <a:ext uri="{FF2B5EF4-FFF2-40B4-BE49-F238E27FC236}">
                    <a16:creationId xmlns:a16="http://schemas.microsoft.com/office/drawing/2014/main" id="{6383728B-62B8-C9F7-CE9A-9DD7618C2A2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54" name="楕円 53">
                <a:extLst>
                  <a:ext uri="{FF2B5EF4-FFF2-40B4-BE49-F238E27FC236}">
                    <a16:creationId xmlns:a16="http://schemas.microsoft.com/office/drawing/2014/main" id="{6EC001F6-3A02-18BF-BAC0-033FEE8B17D8}"/>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50" name="図 49">
              <a:extLst>
                <a:ext uri="{FF2B5EF4-FFF2-40B4-BE49-F238E27FC236}">
                  <a16:creationId xmlns:a16="http://schemas.microsoft.com/office/drawing/2014/main" id="{C7CEDD4E-531E-FF17-04AF-145FA4BB404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
        <p:nvSpPr>
          <p:cNvPr id="4" name="正方形/長方形 3">
            <a:extLst>
              <a:ext uri="{FF2B5EF4-FFF2-40B4-BE49-F238E27FC236}">
                <a16:creationId xmlns:a16="http://schemas.microsoft.com/office/drawing/2014/main" id="{9BD57DB2-3264-502A-5E46-A7DA96FF37DC}"/>
              </a:ext>
            </a:extLst>
          </p:cNvPr>
          <p:cNvSpPr>
            <a:spLocks/>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 name="四角形: 角を丸くする 4">
            <a:extLst>
              <a:ext uri="{FF2B5EF4-FFF2-40B4-BE49-F238E27FC236}">
                <a16:creationId xmlns:a16="http://schemas.microsoft.com/office/drawing/2014/main" id="{3E7E99A0-D787-2321-264D-78572E086CDA}"/>
              </a:ext>
            </a:extLst>
          </p:cNvPr>
          <p:cNvSpPr/>
          <p:nvPr/>
        </p:nvSpPr>
        <p:spPr>
          <a:xfrm>
            <a:off x="2267222" y="1823170"/>
            <a:ext cx="7657556" cy="3211661"/>
          </a:xfrm>
          <a:prstGeom prst="roundRect">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テキスト ボックス 6">
            <a:extLst>
              <a:ext uri="{FF2B5EF4-FFF2-40B4-BE49-F238E27FC236}">
                <a16:creationId xmlns:a16="http://schemas.microsoft.com/office/drawing/2014/main" id="{E8E5C413-77D3-3CBC-0059-9B0B674F6BDB}"/>
              </a:ext>
            </a:extLst>
          </p:cNvPr>
          <p:cNvSpPr txBox="1"/>
          <p:nvPr/>
        </p:nvSpPr>
        <p:spPr>
          <a:xfrm>
            <a:off x="4738898" y="2631564"/>
            <a:ext cx="2714206" cy="584775"/>
          </a:xfrm>
          <a:prstGeom prst="rect">
            <a:avLst/>
          </a:prstGeom>
          <a:solidFill>
            <a:srgbClr val="FFA4F3"/>
          </a:solidFill>
        </p:spPr>
        <p:txBody>
          <a:bodyPr wrap="none" rtlCol="0">
            <a:spAutoFit/>
          </a:bodyPr>
          <a:lstStyle/>
          <a:p>
            <a:pPr algn="ctr"/>
            <a:r>
              <a:rPr lang="ja-JP" altLang="en-US" sz="3200" b="1">
                <a:solidFill>
                  <a:schemeClr val="tx1">
                    <a:lumMod val="85000"/>
                    <a:lumOff val="15000"/>
                  </a:schemeClr>
                </a:solidFill>
                <a:latin typeface="和音 Joyo R" panose="00000500000000000000" pitchFamily="50" charset="-128"/>
                <a:ea typeface="和音 Joyo R" panose="00000500000000000000" pitchFamily="50" charset="-128"/>
              </a:rPr>
              <a:t>セーブ完了！</a:t>
            </a:r>
            <a:endParaRPr kumimoji="1" lang="ja-JP" altLang="en-US" sz="4000" b="1"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sp>
        <p:nvSpPr>
          <p:cNvPr id="58" name="楕円 57">
            <a:extLst>
              <a:ext uri="{FF2B5EF4-FFF2-40B4-BE49-F238E27FC236}">
                <a16:creationId xmlns:a16="http://schemas.microsoft.com/office/drawing/2014/main" id="{616E77AB-664A-5832-7E49-A914EC0C39A6}"/>
              </a:ext>
            </a:extLst>
          </p:cNvPr>
          <p:cNvSpPr/>
          <p:nvPr/>
        </p:nvSpPr>
        <p:spPr>
          <a:xfrm flipH="1">
            <a:off x="8484520" y="3671796"/>
            <a:ext cx="730638" cy="730638"/>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2" name="楕円 61">
            <a:extLst>
              <a:ext uri="{FF2B5EF4-FFF2-40B4-BE49-F238E27FC236}">
                <a16:creationId xmlns:a16="http://schemas.microsoft.com/office/drawing/2014/main" id="{80780CD2-3EED-6E73-28CC-86931084BE9C}"/>
              </a:ext>
            </a:extLst>
          </p:cNvPr>
          <p:cNvSpPr/>
          <p:nvPr/>
        </p:nvSpPr>
        <p:spPr>
          <a:xfrm flipH="1">
            <a:off x="7382984" y="3671796"/>
            <a:ext cx="730638" cy="730638"/>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4" name="楕円 63">
            <a:extLst>
              <a:ext uri="{FF2B5EF4-FFF2-40B4-BE49-F238E27FC236}">
                <a16:creationId xmlns:a16="http://schemas.microsoft.com/office/drawing/2014/main" id="{2BB90F6E-FE6F-F7D6-DF13-52F629042F34}"/>
              </a:ext>
            </a:extLst>
          </p:cNvPr>
          <p:cNvSpPr/>
          <p:nvPr/>
        </p:nvSpPr>
        <p:spPr>
          <a:xfrm flipH="1">
            <a:off x="5179912" y="3671796"/>
            <a:ext cx="730638" cy="730638"/>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7" name="楕円 76">
            <a:extLst>
              <a:ext uri="{FF2B5EF4-FFF2-40B4-BE49-F238E27FC236}">
                <a16:creationId xmlns:a16="http://schemas.microsoft.com/office/drawing/2014/main" id="{68A67979-BC97-2B60-D694-D72AF5947589}"/>
              </a:ext>
            </a:extLst>
          </p:cNvPr>
          <p:cNvSpPr/>
          <p:nvPr/>
        </p:nvSpPr>
        <p:spPr>
          <a:xfrm flipH="1">
            <a:off x="2976842" y="3671796"/>
            <a:ext cx="730638" cy="730638"/>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9" name="楕円 78">
            <a:extLst>
              <a:ext uri="{FF2B5EF4-FFF2-40B4-BE49-F238E27FC236}">
                <a16:creationId xmlns:a16="http://schemas.microsoft.com/office/drawing/2014/main" id="{5A5880C5-76DE-4F7C-6652-A2A624B3BA14}"/>
              </a:ext>
            </a:extLst>
          </p:cNvPr>
          <p:cNvSpPr/>
          <p:nvPr/>
        </p:nvSpPr>
        <p:spPr>
          <a:xfrm flipH="1">
            <a:off x="4078376" y="3671796"/>
            <a:ext cx="730638" cy="730638"/>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1" name="楕円 80">
            <a:extLst>
              <a:ext uri="{FF2B5EF4-FFF2-40B4-BE49-F238E27FC236}">
                <a16:creationId xmlns:a16="http://schemas.microsoft.com/office/drawing/2014/main" id="{F70558F0-84AF-B403-4C5C-168B25877EAA}"/>
              </a:ext>
            </a:extLst>
          </p:cNvPr>
          <p:cNvSpPr/>
          <p:nvPr/>
        </p:nvSpPr>
        <p:spPr>
          <a:xfrm flipH="1">
            <a:off x="6281448" y="3671796"/>
            <a:ext cx="730638" cy="730638"/>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45" name="図 44">
            <a:extLst>
              <a:ext uri="{FF2B5EF4-FFF2-40B4-BE49-F238E27FC236}">
                <a16:creationId xmlns:a16="http://schemas.microsoft.com/office/drawing/2014/main" id="{C242D8FE-10E3-1CF3-574B-5A4EDD58836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085404" y="3867826"/>
            <a:ext cx="502997" cy="377248"/>
          </a:xfrm>
          <a:prstGeom prst="rect">
            <a:avLst/>
          </a:prstGeom>
        </p:spPr>
      </p:pic>
      <p:pic>
        <p:nvPicPr>
          <p:cNvPr id="56" name="図 55">
            <a:extLst>
              <a:ext uri="{FF2B5EF4-FFF2-40B4-BE49-F238E27FC236}">
                <a16:creationId xmlns:a16="http://schemas.microsoft.com/office/drawing/2014/main" id="{BF4ECB37-6B12-C70F-7197-CC4BC200D090}"/>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189043" y="3867826"/>
            <a:ext cx="502997" cy="377248"/>
          </a:xfrm>
          <a:prstGeom prst="rect">
            <a:avLst/>
          </a:prstGeom>
        </p:spPr>
      </p:pic>
      <p:pic>
        <p:nvPicPr>
          <p:cNvPr id="94" name="図 93">
            <a:extLst>
              <a:ext uri="{FF2B5EF4-FFF2-40B4-BE49-F238E27FC236}">
                <a16:creationId xmlns:a16="http://schemas.microsoft.com/office/drawing/2014/main" id="{3C0357F4-FEC5-D8F0-40E9-91DAB44B38F7}"/>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292682" y="3867826"/>
            <a:ext cx="502997" cy="377248"/>
          </a:xfrm>
          <a:prstGeom prst="rect">
            <a:avLst/>
          </a:prstGeom>
        </p:spPr>
      </p:pic>
      <p:pic>
        <p:nvPicPr>
          <p:cNvPr id="95" name="図 94">
            <a:extLst>
              <a:ext uri="{FF2B5EF4-FFF2-40B4-BE49-F238E27FC236}">
                <a16:creationId xmlns:a16="http://schemas.microsoft.com/office/drawing/2014/main" id="{C6A2B2D2-8161-DAEB-0D76-729C100E806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396321" y="3867826"/>
            <a:ext cx="502997" cy="377248"/>
          </a:xfrm>
          <a:prstGeom prst="rect">
            <a:avLst/>
          </a:prstGeom>
        </p:spPr>
      </p:pic>
      <p:pic>
        <p:nvPicPr>
          <p:cNvPr id="97" name="図 96">
            <a:extLst>
              <a:ext uri="{FF2B5EF4-FFF2-40B4-BE49-F238E27FC236}">
                <a16:creationId xmlns:a16="http://schemas.microsoft.com/office/drawing/2014/main" id="{85ADF9A4-F333-08B8-7761-2CE889E322D2}"/>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499960" y="3867826"/>
            <a:ext cx="502997" cy="377248"/>
          </a:xfrm>
          <a:prstGeom prst="rect">
            <a:avLst/>
          </a:prstGeom>
        </p:spPr>
      </p:pic>
      <p:pic>
        <p:nvPicPr>
          <p:cNvPr id="98" name="図 97">
            <a:extLst>
              <a:ext uri="{FF2B5EF4-FFF2-40B4-BE49-F238E27FC236}">
                <a16:creationId xmlns:a16="http://schemas.microsoft.com/office/drawing/2014/main" id="{CC3C04C0-74D9-6520-560A-27B2651DE86D}"/>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8603598" y="3867826"/>
            <a:ext cx="502997" cy="377248"/>
          </a:xfrm>
          <a:prstGeom prst="rect">
            <a:avLst/>
          </a:prstGeom>
        </p:spPr>
      </p:pic>
    </p:spTree>
    <p:extLst>
      <p:ext uri="{BB962C8B-B14F-4D97-AF65-F5344CB8AC3E}">
        <p14:creationId xmlns:p14="http://schemas.microsoft.com/office/powerpoint/2010/main" val="3037976446"/>
      </p:ext>
    </p:extLst>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a:extLst>
            <a:ext uri="{FF2B5EF4-FFF2-40B4-BE49-F238E27FC236}">
              <a16:creationId xmlns:a16="http://schemas.microsoft.com/office/drawing/2014/main" id="{22252F3E-3CC7-DFEE-A3AB-FA1B6DC86E60}"/>
            </a:ext>
          </a:extLst>
        </p:cNvPr>
        <p:cNvGrpSpPr/>
        <p:nvPr/>
      </p:nvGrpSpPr>
      <p:grpSpPr>
        <a:xfrm>
          <a:off x="0" y="0"/>
          <a:ext cx="0" cy="0"/>
          <a:chOff x="0" y="0"/>
          <a:chExt cx="0" cy="0"/>
        </a:xfrm>
      </p:grpSpPr>
      <p:sp>
        <p:nvSpPr>
          <p:cNvPr id="22" name="楕円 21">
            <a:extLst>
              <a:ext uri="{FF2B5EF4-FFF2-40B4-BE49-F238E27FC236}">
                <a16:creationId xmlns:a16="http://schemas.microsoft.com/office/drawing/2014/main" id="{03E1796B-4301-86C7-DAF7-161C0F7825AE}"/>
              </a:ext>
            </a:extLst>
          </p:cNvPr>
          <p:cNvSpPr/>
          <p:nvPr/>
        </p:nvSpPr>
        <p:spPr>
          <a:xfrm>
            <a:off x="8844505" y="4536806"/>
            <a:ext cx="911928" cy="911928"/>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楕円 14">
            <a:extLst>
              <a:ext uri="{FF2B5EF4-FFF2-40B4-BE49-F238E27FC236}">
                <a16:creationId xmlns:a16="http://schemas.microsoft.com/office/drawing/2014/main" id="{A92762AC-91FB-937F-20ED-89E44A0AC16D}"/>
              </a:ext>
            </a:extLst>
          </p:cNvPr>
          <p:cNvSpPr/>
          <p:nvPr/>
        </p:nvSpPr>
        <p:spPr>
          <a:xfrm>
            <a:off x="10313307" y="4536806"/>
            <a:ext cx="911928" cy="911928"/>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3" name="図 2">
            <a:extLst>
              <a:ext uri="{FF2B5EF4-FFF2-40B4-BE49-F238E27FC236}">
                <a16:creationId xmlns:a16="http://schemas.microsoft.com/office/drawing/2014/main" id="{4C644660-4E94-3E6B-42DB-7F9A34BEA82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443025" y="914113"/>
            <a:ext cx="5305951" cy="7490029"/>
          </a:xfrm>
          <a:prstGeom prst="rect">
            <a:avLst/>
          </a:prstGeom>
        </p:spPr>
      </p:pic>
      <p:sp>
        <p:nvSpPr>
          <p:cNvPr id="6" name="四角形: 角を丸くする 5">
            <a:extLst>
              <a:ext uri="{FF2B5EF4-FFF2-40B4-BE49-F238E27FC236}">
                <a16:creationId xmlns:a16="http://schemas.microsoft.com/office/drawing/2014/main" id="{C2A66C40-6724-2CC8-D166-B71E91C52E2D}"/>
              </a:ext>
            </a:extLst>
          </p:cNvPr>
          <p:cNvSpPr/>
          <p:nvPr/>
        </p:nvSpPr>
        <p:spPr>
          <a:xfrm>
            <a:off x="431675" y="5656233"/>
            <a:ext cx="11328651" cy="914400"/>
          </a:xfrm>
          <a:prstGeom prst="roundRect">
            <a:avLst>
              <a:gd name="adj" fmla="val 4803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10" name="四角形: 角を丸くする 9">
            <a:extLst>
              <a:ext uri="{FF2B5EF4-FFF2-40B4-BE49-F238E27FC236}">
                <a16:creationId xmlns:a16="http://schemas.microsoft.com/office/drawing/2014/main" id="{09AE625C-B029-1CA6-F931-60AA5B69B991}"/>
              </a:ext>
            </a:extLst>
          </p:cNvPr>
          <p:cNvSpPr/>
          <p:nvPr/>
        </p:nvSpPr>
        <p:spPr>
          <a:xfrm>
            <a:off x="989774" y="5640918"/>
            <a:ext cx="1338828" cy="914400"/>
          </a:xfrm>
          <a:prstGeom prst="roundRect">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45" name="楕円 44">
            <a:extLst>
              <a:ext uri="{FF2B5EF4-FFF2-40B4-BE49-F238E27FC236}">
                <a16:creationId xmlns:a16="http://schemas.microsoft.com/office/drawing/2014/main" id="{19216D89-39C3-B8A5-BF95-E530BBA4F4E7}"/>
              </a:ext>
            </a:extLst>
          </p:cNvPr>
          <p:cNvSpPr/>
          <p:nvPr/>
        </p:nvSpPr>
        <p:spPr>
          <a:xfrm>
            <a:off x="8714529" y="293295"/>
            <a:ext cx="791128" cy="791128"/>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4" name="図 3">
            <a:extLst>
              <a:ext uri="{FF2B5EF4-FFF2-40B4-BE49-F238E27FC236}">
                <a16:creationId xmlns:a16="http://schemas.microsoft.com/office/drawing/2014/main" id="{89C67AC6-7EF1-72B6-3485-92E58B61EB04}"/>
              </a:ext>
            </a:extLst>
          </p:cNvPr>
          <p:cNvPicPr>
            <a:picLocks noChangeAspect="1"/>
          </p:cNvPicPr>
          <p:nvPr/>
        </p:nvPicPr>
        <p:blipFill>
          <a:blip r:embed="rId4">
            <a:extLst>
              <a:ext uri="{28A0092B-C50C-407E-A947-70E740481C1C}">
                <a14:useLocalDpi xmlns:a14="http://schemas.microsoft.com/office/drawing/2010/main" val="0"/>
              </a:ext>
            </a:extLst>
          </a:blip>
          <a:srcRect l="59639" t="36782" r="20854" b="36420"/>
          <a:stretch>
            <a:fillRect/>
          </a:stretch>
        </p:blipFill>
        <p:spPr>
          <a:xfrm>
            <a:off x="10785553" y="134635"/>
            <a:ext cx="1104697" cy="1138172"/>
          </a:xfrm>
          <a:prstGeom prst="rect">
            <a:avLst/>
          </a:prstGeom>
        </p:spPr>
      </p:pic>
      <p:sp>
        <p:nvSpPr>
          <p:cNvPr id="11" name="テキスト ボックス 10">
            <a:extLst>
              <a:ext uri="{FF2B5EF4-FFF2-40B4-BE49-F238E27FC236}">
                <a16:creationId xmlns:a16="http://schemas.microsoft.com/office/drawing/2014/main" id="{24AB210C-AA9F-E18E-B754-330AC62CFCFC}"/>
              </a:ext>
            </a:extLst>
          </p:cNvPr>
          <p:cNvSpPr txBox="1"/>
          <p:nvPr/>
        </p:nvSpPr>
        <p:spPr>
          <a:xfrm>
            <a:off x="10089424" y="5040238"/>
            <a:ext cx="1338828" cy="369332"/>
          </a:xfrm>
          <a:prstGeom prst="rect">
            <a:avLst/>
          </a:prstGeom>
          <a:noFill/>
        </p:spPr>
        <p:txBody>
          <a:bodyPr wrap="none" rtlCol="0">
            <a:spAutoFit/>
          </a:bodyPr>
          <a:lstStyle/>
          <a:p>
            <a:pPr algn="ctr"/>
            <a:r>
              <a:rPr lang="ja-JP" altLang="en-US" b="1" dirty="0">
                <a:ln w="9525">
                  <a:noFill/>
                </a:ln>
                <a:solidFill>
                  <a:srgbClr val="FF00FF"/>
                </a:solidFill>
                <a:effectLst>
                  <a:glow rad="50800">
                    <a:schemeClr val="bg1">
                      <a:lumMod val="95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rPr>
              <a:t>ミッション</a:t>
            </a:r>
            <a:endParaRPr kumimoji="1" lang="ja-JP" altLang="en-US" b="1" dirty="0">
              <a:ln w="9525">
                <a:noFill/>
              </a:ln>
              <a:solidFill>
                <a:srgbClr val="FF00FF"/>
              </a:solidFill>
              <a:effectLst>
                <a:glow rad="50800">
                  <a:schemeClr val="bg1">
                    <a:lumMod val="95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4" name="テキスト ボックス 13">
            <a:extLst>
              <a:ext uri="{FF2B5EF4-FFF2-40B4-BE49-F238E27FC236}">
                <a16:creationId xmlns:a16="http://schemas.microsoft.com/office/drawing/2014/main" id="{58CE00CE-062F-C5FF-BBAA-7B65293937EF}"/>
              </a:ext>
            </a:extLst>
          </p:cNvPr>
          <p:cNvSpPr txBox="1"/>
          <p:nvPr/>
        </p:nvSpPr>
        <p:spPr>
          <a:xfrm>
            <a:off x="1165119"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6" name="テキスト ボックス 15">
            <a:extLst>
              <a:ext uri="{FF2B5EF4-FFF2-40B4-BE49-F238E27FC236}">
                <a16:creationId xmlns:a16="http://schemas.microsoft.com/office/drawing/2014/main" id="{BF6AE42C-0BC4-FD02-819B-C33238F5A785}"/>
              </a:ext>
            </a:extLst>
          </p:cNvPr>
          <p:cNvSpPr txBox="1"/>
          <p:nvPr/>
        </p:nvSpPr>
        <p:spPr>
          <a:xfrm flipH="1">
            <a:off x="529243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9" name="テキスト ボックス 18">
            <a:extLst>
              <a:ext uri="{FF2B5EF4-FFF2-40B4-BE49-F238E27FC236}">
                <a16:creationId xmlns:a16="http://schemas.microsoft.com/office/drawing/2014/main" id="{8591476C-84A9-00CF-F98D-B81A6B58BD89}"/>
              </a:ext>
            </a:extLst>
          </p:cNvPr>
          <p:cNvSpPr txBox="1"/>
          <p:nvPr/>
        </p:nvSpPr>
        <p:spPr>
          <a:xfrm>
            <a:off x="284405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9" name="テキスト ボックス 8">
            <a:extLst>
              <a:ext uri="{FF2B5EF4-FFF2-40B4-BE49-F238E27FC236}">
                <a16:creationId xmlns:a16="http://schemas.microsoft.com/office/drawing/2014/main" id="{648F18B0-01E1-9262-58B1-421C9867F9E8}"/>
              </a:ext>
            </a:extLst>
          </p:cNvPr>
          <p:cNvSpPr txBox="1"/>
          <p:nvPr/>
        </p:nvSpPr>
        <p:spPr>
          <a:xfrm>
            <a:off x="8393833"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 name="テキスト ボックス 4">
            <a:extLst>
              <a:ext uri="{FF2B5EF4-FFF2-40B4-BE49-F238E27FC236}">
                <a16:creationId xmlns:a16="http://schemas.microsoft.com/office/drawing/2014/main" id="{AA996E09-EFB7-AB22-DB27-794D8777A79E}"/>
              </a:ext>
            </a:extLst>
          </p:cNvPr>
          <p:cNvSpPr txBox="1"/>
          <p:nvPr/>
        </p:nvSpPr>
        <p:spPr>
          <a:xfrm>
            <a:off x="6714895"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2" name="テキスト ボックス 31">
            <a:extLst>
              <a:ext uri="{FF2B5EF4-FFF2-40B4-BE49-F238E27FC236}">
                <a16:creationId xmlns:a16="http://schemas.microsoft.com/office/drawing/2014/main" id="{9861E2EC-7C7C-BB99-32AC-86863734D033}"/>
              </a:ext>
            </a:extLst>
          </p:cNvPr>
          <p:cNvSpPr txBox="1"/>
          <p:nvPr/>
        </p:nvSpPr>
        <p:spPr>
          <a:xfrm flipH="1">
            <a:off x="9816293" y="5913378"/>
            <a:ext cx="1210588"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7" name="四角形: 角を丸くする 16">
            <a:extLst>
              <a:ext uri="{FF2B5EF4-FFF2-40B4-BE49-F238E27FC236}">
                <a16:creationId xmlns:a16="http://schemas.microsoft.com/office/drawing/2014/main" id="{12E0CE62-997A-AEDB-C805-0FC3CE06C6FC}"/>
              </a:ext>
            </a:extLst>
          </p:cNvPr>
          <p:cNvSpPr/>
          <p:nvPr/>
        </p:nvSpPr>
        <p:spPr>
          <a:xfrm>
            <a:off x="567559" y="504494"/>
            <a:ext cx="3414360" cy="914400"/>
          </a:xfrm>
          <a:prstGeom prst="roundRect">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テキスト ボックス 19">
            <a:extLst>
              <a:ext uri="{FF2B5EF4-FFF2-40B4-BE49-F238E27FC236}">
                <a16:creationId xmlns:a16="http://schemas.microsoft.com/office/drawing/2014/main" id="{74E1242D-AC32-4AE7-65DE-8FF0578344D6}"/>
              </a:ext>
            </a:extLst>
          </p:cNvPr>
          <p:cNvSpPr txBox="1"/>
          <p:nvPr/>
        </p:nvSpPr>
        <p:spPr>
          <a:xfrm>
            <a:off x="1156484" y="761639"/>
            <a:ext cx="2236510" cy="400110"/>
          </a:xfrm>
          <a:prstGeom prst="rect">
            <a:avLst/>
          </a:prstGeom>
          <a:noFill/>
        </p:spPr>
        <p:txBody>
          <a:bodyPr wrap="none" rtlCol="0">
            <a:spAutoFit/>
          </a:bodyPr>
          <a:lstStyle/>
          <a:p>
            <a:r>
              <a:rPr lang="ja-JP" altLang="en-US" sz="20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メインミッション</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21" name="吹き出し: 角を丸めた四角形 20">
            <a:extLst>
              <a:ext uri="{FF2B5EF4-FFF2-40B4-BE49-F238E27FC236}">
                <a16:creationId xmlns:a16="http://schemas.microsoft.com/office/drawing/2014/main" id="{7AF9F8C7-564E-C398-3855-BFCC41A3BED4}"/>
              </a:ext>
            </a:extLst>
          </p:cNvPr>
          <p:cNvSpPr/>
          <p:nvPr/>
        </p:nvSpPr>
        <p:spPr>
          <a:xfrm>
            <a:off x="8262219" y="1825224"/>
            <a:ext cx="3274549" cy="2126137"/>
          </a:xfrm>
          <a:prstGeom prst="wedgeRoundRectCallout">
            <a:avLst>
              <a:gd name="adj1" fmla="val -66579"/>
              <a:gd name="adj2" fmla="val 24789"/>
              <a:gd name="adj3" fmla="val 16667"/>
            </a:avLst>
          </a:prstGeom>
          <a:solidFill>
            <a:schemeClr val="bg1">
              <a:lumMod val="95000"/>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1" name="楕円 30">
            <a:extLst>
              <a:ext uri="{FF2B5EF4-FFF2-40B4-BE49-F238E27FC236}">
                <a16:creationId xmlns:a16="http://schemas.microsoft.com/office/drawing/2014/main" id="{C761E974-E25B-BA82-469F-B6DB6CA5B380}"/>
              </a:ext>
            </a:extLst>
          </p:cNvPr>
          <p:cNvSpPr/>
          <p:nvPr/>
        </p:nvSpPr>
        <p:spPr>
          <a:xfrm>
            <a:off x="9676741" y="293295"/>
            <a:ext cx="791128" cy="791128"/>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34" name="図 33">
            <a:extLst>
              <a:ext uri="{FF2B5EF4-FFF2-40B4-BE49-F238E27FC236}">
                <a16:creationId xmlns:a16="http://schemas.microsoft.com/office/drawing/2014/main" id="{96AA6D7B-805C-DF73-0E00-5DDE843B33F3}"/>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824112" y="504494"/>
            <a:ext cx="491958" cy="377616"/>
          </a:xfrm>
          <a:prstGeom prst="rect">
            <a:avLst/>
          </a:prstGeom>
        </p:spPr>
      </p:pic>
      <p:pic>
        <p:nvPicPr>
          <p:cNvPr id="37" name="図 36">
            <a:extLst>
              <a:ext uri="{FF2B5EF4-FFF2-40B4-BE49-F238E27FC236}">
                <a16:creationId xmlns:a16="http://schemas.microsoft.com/office/drawing/2014/main" id="{6E9F89CC-3293-2D93-51EB-EA43F8ECC72C}"/>
              </a:ext>
            </a:extLst>
          </p:cNvPr>
          <p:cNvPicPr>
            <a:picLocks noChangeAspect="1"/>
          </p:cNvPicPr>
          <p:nvPr/>
        </p:nvPicPr>
        <p:blipFill>
          <a:blip r:embed="rId6">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a:off x="10089424" y="438866"/>
            <a:ext cx="248496" cy="248496"/>
          </a:xfrm>
          <a:prstGeom prst="rect">
            <a:avLst/>
          </a:prstGeom>
        </p:spPr>
      </p:pic>
      <p:grpSp>
        <p:nvGrpSpPr>
          <p:cNvPr id="46" name="グループ化 45">
            <a:extLst>
              <a:ext uri="{FF2B5EF4-FFF2-40B4-BE49-F238E27FC236}">
                <a16:creationId xmlns:a16="http://schemas.microsoft.com/office/drawing/2014/main" id="{B6565501-A76D-BC5D-BFE7-070E258F8327}"/>
              </a:ext>
            </a:extLst>
          </p:cNvPr>
          <p:cNvGrpSpPr/>
          <p:nvPr/>
        </p:nvGrpSpPr>
        <p:grpSpPr>
          <a:xfrm>
            <a:off x="8866612" y="440512"/>
            <a:ext cx="482849" cy="431323"/>
            <a:chOff x="8844072" y="425149"/>
            <a:chExt cx="617254" cy="551388"/>
          </a:xfrm>
        </p:grpSpPr>
        <p:sp>
          <p:nvSpPr>
            <p:cNvPr id="43" name="ハート 42">
              <a:extLst>
                <a:ext uri="{FF2B5EF4-FFF2-40B4-BE49-F238E27FC236}">
                  <a16:creationId xmlns:a16="http://schemas.microsoft.com/office/drawing/2014/main" id="{487B6B16-5A86-C5AE-1389-7F75F87A7071}"/>
                </a:ext>
              </a:extLst>
            </p:cNvPr>
            <p:cNvSpPr/>
            <p:nvPr/>
          </p:nvSpPr>
          <p:spPr>
            <a:xfrm>
              <a:off x="9017415" y="532627"/>
              <a:ext cx="443911" cy="443910"/>
            </a:xfrm>
            <a:prstGeom prst="heart">
              <a:avLst/>
            </a:prstGeom>
            <a:solidFill>
              <a:srgbClr val="FFA4F3"/>
            </a:solidFill>
            <a:ln w="63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1" name="ハート 40">
              <a:extLst>
                <a:ext uri="{FF2B5EF4-FFF2-40B4-BE49-F238E27FC236}">
                  <a16:creationId xmlns:a16="http://schemas.microsoft.com/office/drawing/2014/main" id="{E4C19674-B6F2-2A3E-811D-6C562828BF57}"/>
                </a:ext>
              </a:extLst>
            </p:cNvPr>
            <p:cNvSpPr/>
            <p:nvPr/>
          </p:nvSpPr>
          <p:spPr>
            <a:xfrm>
              <a:off x="8844072" y="425149"/>
              <a:ext cx="443910" cy="443910"/>
            </a:xfrm>
            <a:prstGeom prst="heart">
              <a:avLst/>
            </a:prstGeom>
            <a:solidFill>
              <a:schemeClr val="accent4">
                <a:lumMod val="20000"/>
                <a:lumOff val="80000"/>
              </a:schemeClr>
            </a:solidFill>
            <a:ln w="63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51" name="グループ化 50">
            <a:extLst>
              <a:ext uri="{FF2B5EF4-FFF2-40B4-BE49-F238E27FC236}">
                <a16:creationId xmlns:a16="http://schemas.microsoft.com/office/drawing/2014/main" id="{3EE487BC-4953-C6C9-35A1-D136B7ACE781}"/>
              </a:ext>
            </a:extLst>
          </p:cNvPr>
          <p:cNvGrpSpPr/>
          <p:nvPr/>
        </p:nvGrpSpPr>
        <p:grpSpPr>
          <a:xfrm>
            <a:off x="9012614" y="726793"/>
            <a:ext cx="230130" cy="326302"/>
            <a:chOff x="8812481" y="694218"/>
            <a:chExt cx="1470606" cy="1692464"/>
          </a:xfrm>
          <a:effectLst>
            <a:glow rad="12700">
              <a:schemeClr val="tx1">
                <a:lumMod val="85000"/>
                <a:lumOff val="15000"/>
                <a:alpha val="70000"/>
              </a:schemeClr>
            </a:glow>
          </a:effectLst>
        </p:grpSpPr>
        <p:pic>
          <p:nvPicPr>
            <p:cNvPr id="48" name="図 47">
              <a:extLst>
                <a:ext uri="{FF2B5EF4-FFF2-40B4-BE49-F238E27FC236}">
                  <a16:creationId xmlns:a16="http://schemas.microsoft.com/office/drawing/2014/main" id="{35E661F9-F3F5-EE3E-0696-A9635CAB4DED}"/>
                </a:ext>
              </a:extLst>
            </p:cNvPr>
            <p:cNvPicPr>
              <a:picLocks noChangeAspect="1"/>
            </p:cNvPicPr>
            <p:nvPr/>
          </p:nvPicPr>
          <p:blipFill>
            <a:blip r:embed="rId7">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rot="13959555">
              <a:off x="8830608" y="676091"/>
              <a:ext cx="1282845" cy="1319099"/>
            </a:xfrm>
            <a:prstGeom prst="rect">
              <a:avLst/>
            </a:prstGeom>
          </p:spPr>
        </p:pic>
        <p:pic>
          <p:nvPicPr>
            <p:cNvPr id="50" name="図 49">
              <a:extLst>
                <a:ext uri="{FF2B5EF4-FFF2-40B4-BE49-F238E27FC236}">
                  <a16:creationId xmlns:a16="http://schemas.microsoft.com/office/drawing/2014/main" id="{64717787-AA62-4485-1BCC-91D6DB39D4BE}"/>
                </a:ext>
              </a:extLst>
            </p:cNvPr>
            <p:cNvPicPr>
              <a:picLocks noChangeAspect="1"/>
            </p:cNvPicPr>
            <p:nvPr/>
          </p:nvPicPr>
          <p:blipFill>
            <a:blip r:embed="rId7">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rot="13959555" flipH="1" flipV="1">
              <a:off x="8982115" y="1085710"/>
              <a:ext cx="1282845" cy="1319099"/>
            </a:xfrm>
            <a:prstGeom prst="rect">
              <a:avLst/>
            </a:prstGeom>
          </p:spPr>
        </p:pic>
      </p:grpSp>
      <p:sp>
        <p:nvSpPr>
          <p:cNvPr id="53" name="楕円 52">
            <a:extLst>
              <a:ext uri="{FF2B5EF4-FFF2-40B4-BE49-F238E27FC236}">
                <a16:creationId xmlns:a16="http://schemas.microsoft.com/office/drawing/2014/main" id="{826362D7-6398-0604-CDB1-0078EA177FBB}"/>
              </a:ext>
            </a:extLst>
          </p:cNvPr>
          <p:cNvSpPr/>
          <p:nvPr/>
        </p:nvSpPr>
        <p:spPr>
          <a:xfrm>
            <a:off x="7750340" y="293295"/>
            <a:ext cx="791128" cy="791128"/>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61" name="グループ化 60">
            <a:extLst>
              <a:ext uri="{FF2B5EF4-FFF2-40B4-BE49-F238E27FC236}">
                <a16:creationId xmlns:a16="http://schemas.microsoft.com/office/drawing/2014/main" id="{9E9C4A51-1426-18D6-1A93-ED607B12B73D}"/>
              </a:ext>
            </a:extLst>
          </p:cNvPr>
          <p:cNvGrpSpPr/>
          <p:nvPr/>
        </p:nvGrpSpPr>
        <p:grpSpPr>
          <a:xfrm>
            <a:off x="7930527" y="481731"/>
            <a:ext cx="419156" cy="437613"/>
            <a:chOff x="7930527" y="463715"/>
            <a:chExt cx="419156" cy="437613"/>
          </a:xfrm>
        </p:grpSpPr>
        <p:grpSp>
          <p:nvGrpSpPr>
            <p:cNvPr id="57" name="グループ化 56">
              <a:extLst>
                <a:ext uri="{FF2B5EF4-FFF2-40B4-BE49-F238E27FC236}">
                  <a16:creationId xmlns:a16="http://schemas.microsoft.com/office/drawing/2014/main" id="{FB0C6AF8-2F67-E686-9AA5-4CAC58FE9476}"/>
                </a:ext>
              </a:extLst>
            </p:cNvPr>
            <p:cNvGrpSpPr/>
            <p:nvPr/>
          </p:nvGrpSpPr>
          <p:grpSpPr>
            <a:xfrm>
              <a:off x="7930527" y="463715"/>
              <a:ext cx="174927" cy="437613"/>
              <a:chOff x="7930527" y="462528"/>
              <a:chExt cx="174927" cy="437613"/>
            </a:xfrm>
          </p:grpSpPr>
          <p:sp>
            <p:nvSpPr>
              <p:cNvPr id="54" name="L 字 53">
                <a:extLst>
                  <a:ext uri="{FF2B5EF4-FFF2-40B4-BE49-F238E27FC236}">
                    <a16:creationId xmlns:a16="http://schemas.microsoft.com/office/drawing/2014/main" id="{D51DA4FE-8408-9660-274E-032BA31222C8}"/>
                  </a:ext>
                </a:extLst>
              </p:cNvPr>
              <p:cNvSpPr/>
              <p:nvPr/>
            </p:nvSpPr>
            <p:spPr>
              <a:xfrm>
                <a:off x="7930527" y="725214"/>
                <a:ext cx="174927" cy="174927"/>
              </a:xfrm>
              <a:prstGeom prst="corner">
                <a:avLst>
                  <a:gd name="adj1" fmla="val 28808"/>
                  <a:gd name="adj2" fmla="val 29924"/>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6" name="L 字 55">
                <a:extLst>
                  <a:ext uri="{FF2B5EF4-FFF2-40B4-BE49-F238E27FC236}">
                    <a16:creationId xmlns:a16="http://schemas.microsoft.com/office/drawing/2014/main" id="{8AA82451-4306-9C50-7697-5A7AF30595C5}"/>
                  </a:ext>
                </a:extLst>
              </p:cNvPr>
              <p:cNvSpPr/>
              <p:nvPr/>
            </p:nvSpPr>
            <p:spPr>
              <a:xfrm flipV="1">
                <a:off x="7930527" y="462528"/>
                <a:ext cx="174927" cy="174927"/>
              </a:xfrm>
              <a:prstGeom prst="corner">
                <a:avLst>
                  <a:gd name="adj1" fmla="val 28808"/>
                  <a:gd name="adj2" fmla="val 29924"/>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58" name="グループ化 57">
              <a:extLst>
                <a:ext uri="{FF2B5EF4-FFF2-40B4-BE49-F238E27FC236}">
                  <a16:creationId xmlns:a16="http://schemas.microsoft.com/office/drawing/2014/main" id="{22326DBB-8CFE-81C9-6B31-660D4E3B97C5}"/>
                </a:ext>
              </a:extLst>
            </p:cNvPr>
            <p:cNvGrpSpPr/>
            <p:nvPr/>
          </p:nvGrpSpPr>
          <p:grpSpPr>
            <a:xfrm flipH="1">
              <a:off x="8174756" y="463715"/>
              <a:ext cx="174927" cy="437613"/>
              <a:chOff x="7930527" y="462528"/>
              <a:chExt cx="174927" cy="437613"/>
            </a:xfrm>
          </p:grpSpPr>
          <p:sp>
            <p:nvSpPr>
              <p:cNvPr id="59" name="L 字 58">
                <a:extLst>
                  <a:ext uri="{FF2B5EF4-FFF2-40B4-BE49-F238E27FC236}">
                    <a16:creationId xmlns:a16="http://schemas.microsoft.com/office/drawing/2014/main" id="{C57BBD68-3784-40FD-555D-F4C6DB4C528D}"/>
                  </a:ext>
                </a:extLst>
              </p:cNvPr>
              <p:cNvSpPr/>
              <p:nvPr/>
            </p:nvSpPr>
            <p:spPr>
              <a:xfrm>
                <a:off x="7930527" y="725214"/>
                <a:ext cx="174927" cy="174927"/>
              </a:xfrm>
              <a:prstGeom prst="corner">
                <a:avLst>
                  <a:gd name="adj1" fmla="val 28808"/>
                  <a:gd name="adj2" fmla="val 29924"/>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0" name="L 字 59">
                <a:extLst>
                  <a:ext uri="{FF2B5EF4-FFF2-40B4-BE49-F238E27FC236}">
                    <a16:creationId xmlns:a16="http://schemas.microsoft.com/office/drawing/2014/main" id="{0DF14748-A2AC-F26C-73AD-5BC3806FA413}"/>
                  </a:ext>
                </a:extLst>
              </p:cNvPr>
              <p:cNvSpPr/>
              <p:nvPr/>
            </p:nvSpPr>
            <p:spPr>
              <a:xfrm flipV="1">
                <a:off x="7930527" y="462528"/>
                <a:ext cx="174927" cy="174927"/>
              </a:xfrm>
              <a:prstGeom prst="corner">
                <a:avLst>
                  <a:gd name="adj1" fmla="val 28808"/>
                  <a:gd name="adj2" fmla="val 29924"/>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sp>
        <p:nvSpPr>
          <p:cNvPr id="63" name="テキスト ボックス 62">
            <a:extLst>
              <a:ext uri="{FF2B5EF4-FFF2-40B4-BE49-F238E27FC236}">
                <a16:creationId xmlns:a16="http://schemas.microsoft.com/office/drawing/2014/main" id="{EF816D81-CE6E-DF2A-652A-1D321FFB21DB}"/>
              </a:ext>
            </a:extLst>
          </p:cNvPr>
          <p:cNvSpPr txBox="1"/>
          <p:nvPr/>
        </p:nvSpPr>
        <p:spPr>
          <a:xfrm>
            <a:off x="8861888" y="5040238"/>
            <a:ext cx="877163" cy="369332"/>
          </a:xfrm>
          <a:prstGeom prst="rect">
            <a:avLst/>
          </a:prstGeom>
          <a:noFill/>
        </p:spPr>
        <p:txBody>
          <a:bodyPr wrap="none" rtlCol="0">
            <a:spAutoFit/>
          </a:bodyPr>
          <a:lstStyle/>
          <a:p>
            <a:pPr algn="ctr"/>
            <a:r>
              <a:rPr lang="ja-JP" altLang="en-US" b="1" dirty="0">
                <a:solidFill>
                  <a:srgbClr val="FF00FF"/>
                </a:solidFill>
                <a:effectLst>
                  <a:glow rad="50800">
                    <a:schemeClr val="bg1">
                      <a:lumMod val="95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rPr>
              <a:t>セーブ</a:t>
            </a:r>
            <a:endParaRPr kumimoji="1" lang="ja-JP" altLang="en-US" b="1" dirty="0">
              <a:solidFill>
                <a:srgbClr val="FF00FF"/>
              </a:solidFill>
              <a:effectLst>
                <a:glow rad="50800">
                  <a:schemeClr val="bg1">
                    <a:lumMod val="95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pic>
        <p:nvPicPr>
          <p:cNvPr id="12" name="図 11">
            <a:extLst>
              <a:ext uri="{FF2B5EF4-FFF2-40B4-BE49-F238E27FC236}">
                <a16:creationId xmlns:a16="http://schemas.microsoft.com/office/drawing/2014/main" id="{06FEA224-DF6D-C99B-3A05-3E0BDFC8FDD7}"/>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10422556" y="4463494"/>
            <a:ext cx="725993" cy="725993"/>
          </a:xfrm>
          <a:prstGeom prst="rect">
            <a:avLst/>
          </a:prstGeom>
        </p:spPr>
      </p:pic>
      <p:pic>
        <p:nvPicPr>
          <p:cNvPr id="24" name="図 23">
            <a:extLst>
              <a:ext uri="{FF2B5EF4-FFF2-40B4-BE49-F238E27FC236}">
                <a16:creationId xmlns:a16="http://schemas.microsoft.com/office/drawing/2014/main" id="{D650EC0E-FD6B-50DA-74DA-8C7DB5728852}"/>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9105832" y="4690759"/>
            <a:ext cx="389274" cy="389274"/>
          </a:xfrm>
          <a:prstGeom prst="rect">
            <a:avLst/>
          </a:prstGeom>
        </p:spPr>
      </p:pic>
      <p:sp>
        <p:nvSpPr>
          <p:cNvPr id="7" name="四角形: 角を丸くする 6">
            <a:extLst>
              <a:ext uri="{FF2B5EF4-FFF2-40B4-BE49-F238E27FC236}">
                <a16:creationId xmlns:a16="http://schemas.microsoft.com/office/drawing/2014/main" id="{303A4BF8-F34B-1958-D581-D390AF530D10}"/>
              </a:ext>
            </a:extLst>
          </p:cNvPr>
          <p:cNvSpPr/>
          <p:nvPr/>
        </p:nvSpPr>
        <p:spPr>
          <a:xfrm>
            <a:off x="803196" y="3951361"/>
            <a:ext cx="2977742" cy="1275835"/>
          </a:xfrm>
          <a:prstGeom prst="roundRect">
            <a:avLst/>
          </a:prstGeom>
          <a:solidFill>
            <a:schemeClr val="bg1">
              <a:lumMod val="50000"/>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テキスト ボックス 12">
            <a:extLst>
              <a:ext uri="{FF2B5EF4-FFF2-40B4-BE49-F238E27FC236}">
                <a16:creationId xmlns:a16="http://schemas.microsoft.com/office/drawing/2014/main" id="{F97A3111-BDD1-4BBC-E52F-8707E6FC29D1}"/>
              </a:ext>
            </a:extLst>
          </p:cNvPr>
          <p:cNvSpPr txBox="1"/>
          <p:nvPr/>
        </p:nvSpPr>
        <p:spPr>
          <a:xfrm>
            <a:off x="1943254" y="4389223"/>
            <a:ext cx="697627" cy="400110"/>
          </a:xfrm>
          <a:prstGeom prst="rect">
            <a:avLst/>
          </a:prstGeom>
          <a:noFill/>
        </p:spPr>
        <p:txBody>
          <a:bodyPr wrap="none" rtlCol="0">
            <a:spAutoFit/>
          </a:bodyPr>
          <a:lstStyle/>
          <a:p>
            <a:pPr algn="ctr"/>
            <a:r>
              <a:rPr lang="en-US" altLang="ja-JP" sz="20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Tips</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8" name="正方形/長方形 7">
            <a:extLst>
              <a:ext uri="{FF2B5EF4-FFF2-40B4-BE49-F238E27FC236}">
                <a16:creationId xmlns:a16="http://schemas.microsoft.com/office/drawing/2014/main" id="{0D1BEF97-9B6F-B1A7-62A3-E8FABBC6E4BD}"/>
              </a:ext>
            </a:extLst>
          </p:cNvPr>
          <p:cNvSpPr>
            <a:spLocks/>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3" name="四角形: 角を丸くする 22">
            <a:extLst>
              <a:ext uri="{FF2B5EF4-FFF2-40B4-BE49-F238E27FC236}">
                <a16:creationId xmlns:a16="http://schemas.microsoft.com/office/drawing/2014/main" id="{FFA4ACCE-E81A-F9BB-081B-9DC2BAAEDD35}"/>
              </a:ext>
            </a:extLst>
          </p:cNvPr>
          <p:cNvSpPr/>
          <p:nvPr/>
        </p:nvSpPr>
        <p:spPr>
          <a:xfrm>
            <a:off x="3159739" y="1782567"/>
            <a:ext cx="5872517" cy="3545696"/>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6" name="テキスト ボックス 25">
            <a:extLst>
              <a:ext uri="{FF2B5EF4-FFF2-40B4-BE49-F238E27FC236}">
                <a16:creationId xmlns:a16="http://schemas.microsoft.com/office/drawing/2014/main" id="{F079D174-8D7B-7F5A-BBFA-6A0DDCB8FFAF}"/>
              </a:ext>
            </a:extLst>
          </p:cNvPr>
          <p:cNvSpPr txBox="1"/>
          <p:nvPr/>
        </p:nvSpPr>
        <p:spPr>
          <a:xfrm>
            <a:off x="3591946" y="2085607"/>
            <a:ext cx="5008102" cy="1077218"/>
          </a:xfrm>
          <a:prstGeom prst="rect">
            <a:avLst/>
          </a:prstGeom>
          <a:noFill/>
        </p:spPr>
        <p:txBody>
          <a:bodyPr wrap="none" rtlCol="0">
            <a:spAutoFit/>
          </a:bodyPr>
          <a:lstStyle/>
          <a:p>
            <a:pPr algn="ctr"/>
            <a:r>
              <a:rPr lang="ja-JP" altLang="en-US" sz="3200" b="1">
                <a:solidFill>
                  <a:schemeClr val="tx1">
                    <a:lumMod val="85000"/>
                    <a:lumOff val="15000"/>
                  </a:schemeClr>
                </a:solidFill>
                <a:latin typeface="和音 Joyo R" panose="00000500000000000000" pitchFamily="50" charset="-128"/>
                <a:ea typeface="和音 Joyo R" panose="00000500000000000000" pitchFamily="50" charset="-128"/>
              </a:rPr>
              <a:t>‘キャラ名‘のエロシーンが</a:t>
            </a:r>
            <a:br>
              <a:rPr lang="en-US" altLang="ja-JP" sz="3200" b="1">
                <a:solidFill>
                  <a:schemeClr val="tx1">
                    <a:lumMod val="85000"/>
                    <a:lumOff val="15000"/>
                  </a:schemeClr>
                </a:solidFill>
                <a:latin typeface="和音 Joyo R" panose="00000500000000000000" pitchFamily="50" charset="-128"/>
                <a:ea typeface="和音 Joyo R" panose="00000500000000000000" pitchFamily="50" charset="-128"/>
              </a:rPr>
            </a:br>
            <a:r>
              <a:rPr lang="ja-JP" altLang="en-US" sz="3200" b="1">
                <a:solidFill>
                  <a:schemeClr val="tx1">
                    <a:lumMod val="85000"/>
                    <a:lumOff val="15000"/>
                  </a:schemeClr>
                </a:solidFill>
                <a:latin typeface="和音 Joyo R" panose="00000500000000000000" pitchFamily="50" charset="-128"/>
                <a:ea typeface="和音 Joyo R" panose="00000500000000000000" pitchFamily="50" charset="-128"/>
              </a:rPr>
              <a:t>解放されていません。</a:t>
            </a:r>
            <a:endParaRPr kumimoji="1" lang="ja-JP" altLang="en-US" sz="4000" b="1"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sp>
        <p:nvSpPr>
          <p:cNvPr id="28" name="四角形: 角を丸くする 27">
            <a:extLst>
              <a:ext uri="{FF2B5EF4-FFF2-40B4-BE49-F238E27FC236}">
                <a16:creationId xmlns:a16="http://schemas.microsoft.com/office/drawing/2014/main" id="{1F7171A7-2513-0557-4A23-402D0B242831}"/>
              </a:ext>
            </a:extLst>
          </p:cNvPr>
          <p:cNvSpPr/>
          <p:nvPr/>
        </p:nvSpPr>
        <p:spPr>
          <a:xfrm>
            <a:off x="5026885" y="4334824"/>
            <a:ext cx="2138224" cy="767022"/>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a:latin typeface="和音 Joyo R" panose="00000500000000000000" pitchFamily="50" charset="-128"/>
                <a:ea typeface="和音 Joyo R" panose="00000500000000000000" pitchFamily="50" charset="-128"/>
              </a:rPr>
              <a:t>閉じる</a:t>
            </a:r>
            <a:endParaRPr kumimoji="1" lang="ja-JP" altLang="en-US" sz="2400" dirty="0">
              <a:latin typeface="和音 Joyo R" panose="00000500000000000000" pitchFamily="50" charset="-128"/>
              <a:ea typeface="和音 Joyo R" panose="00000500000000000000" pitchFamily="50" charset="-128"/>
            </a:endParaRPr>
          </a:p>
        </p:txBody>
      </p:sp>
      <p:sp>
        <p:nvSpPr>
          <p:cNvPr id="30" name="正方形/長方形 29">
            <a:extLst>
              <a:ext uri="{FF2B5EF4-FFF2-40B4-BE49-F238E27FC236}">
                <a16:creationId xmlns:a16="http://schemas.microsoft.com/office/drawing/2014/main" id="{9B29A39A-D789-C8E2-093B-489107F40237}"/>
              </a:ext>
            </a:extLst>
          </p:cNvPr>
          <p:cNvSpPr/>
          <p:nvPr/>
        </p:nvSpPr>
        <p:spPr>
          <a:xfrm>
            <a:off x="3167720" y="3419970"/>
            <a:ext cx="5872517" cy="598183"/>
          </a:xfrm>
          <a:prstGeom prst="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5" name="テキスト ボックス 34">
            <a:extLst>
              <a:ext uri="{FF2B5EF4-FFF2-40B4-BE49-F238E27FC236}">
                <a16:creationId xmlns:a16="http://schemas.microsoft.com/office/drawing/2014/main" id="{4445F6DF-6CF8-8DA3-6610-7D3D0C8DBFDC}"/>
              </a:ext>
            </a:extLst>
          </p:cNvPr>
          <p:cNvSpPr txBox="1"/>
          <p:nvPr/>
        </p:nvSpPr>
        <p:spPr>
          <a:xfrm>
            <a:off x="3393982" y="3535848"/>
            <a:ext cx="5404043" cy="369332"/>
          </a:xfrm>
          <a:prstGeom prst="rect">
            <a:avLst/>
          </a:prstGeom>
          <a:noFill/>
        </p:spPr>
        <p:txBody>
          <a:bodyPr wrap="none" rtlCol="0">
            <a:spAutoFit/>
          </a:bodyPr>
          <a:lstStyle/>
          <a:p>
            <a:pPr algn="ctr"/>
            <a:r>
              <a:rPr kumimoji="1" lang="en-US" altLang="ja-JP" b="1">
                <a:solidFill>
                  <a:srgbClr val="FF00FF"/>
                </a:solidFill>
                <a:latin typeface="和音 Joyo R" panose="00000500000000000000" pitchFamily="50" charset="-128"/>
                <a:ea typeface="和音 Joyo R" panose="00000500000000000000" pitchFamily="50" charset="-128"/>
              </a:rPr>
              <a:t>※</a:t>
            </a:r>
            <a:r>
              <a:rPr lang="ja-JP" altLang="en-US" b="1">
                <a:solidFill>
                  <a:srgbClr val="FF00FF"/>
                </a:solidFill>
                <a:latin typeface="和音 Joyo R" panose="00000500000000000000" pitchFamily="50" charset="-128"/>
                <a:ea typeface="和音 Joyo R" panose="00000500000000000000" pitchFamily="50" charset="-128"/>
              </a:rPr>
              <a:t>ストーリーゲートを進めて才能開花すると</a:t>
            </a:r>
            <a:r>
              <a:rPr lang="en-US" altLang="ja-JP" b="1">
                <a:solidFill>
                  <a:srgbClr val="FF00FF"/>
                </a:solidFill>
                <a:latin typeface="和音 Joyo R" panose="00000500000000000000" pitchFamily="50" charset="-128"/>
                <a:ea typeface="和音 Joyo R" panose="00000500000000000000" pitchFamily="50" charset="-128"/>
              </a:rPr>
              <a:t>…</a:t>
            </a:r>
            <a:r>
              <a:rPr lang="ja-JP" altLang="en-US" b="1">
                <a:solidFill>
                  <a:srgbClr val="FF00FF"/>
                </a:solidFill>
                <a:latin typeface="和音 Joyo R" panose="00000500000000000000" pitchFamily="50" charset="-128"/>
                <a:ea typeface="和音 Joyo R" panose="00000500000000000000" pitchFamily="50" charset="-128"/>
              </a:rPr>
              <a:t>？</a:t>
            </a:r>
            <a:endParaRPr kumimoji="1" lang="ja-JP" altLang="en-US" sz="2400" b="1" dirty="0">
              <a:solidFill>
                <a:srgbClr val="FF00FF"/>
              </a:solidFill>
              <a:latin typeface="和音 Joyo R" panose="00000500000000000000" pitchFamily="50" charset="-128"/>
              <a:ea typeface="和音 Joyo R" panose="00000500000000000000" pitchFamily="50" charset="-128"/>
            </a:endParaRPr>
          </a:p>
        </p:txBody>
      </p:sp>
    </p:spTree>
    <p:extLst>
      <p:ext uri="{BB962C8B-B14F-4D97-AF65-F5344CB8AC3E}">
        <p14:creationId xmlns:p14="http://schemas.microsoft.com/office/powerpoint/2010/main" val="3139949774"/>
      </p:ext>
    </p:extLst>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a:extLst>
            <a:ext uri="{FF2B5EF4-FFF2-40B4-BE49-F238E27FC236}">
              <a16:creationId xmlns:a16="http://schemas.microsoft.com/office/drawing/2014/main" id="{9D0663E2-E62B-EAFB-75E6-B25A2B7D8B1D}"/>
            </a:ext>
          </a:extLst>
        </p:cNvPr>
        <p:cNvGrpSpPr/>
        <p:nvPr/>
      </p:nvGrpSpPr>
      <p:grpSpPr>
        <a:xfrm>
          <a:off x="0" y="0"/>
          <a:ext cx="0" cy="0"/>
          <a:chOff x="0" y="0"/>
          <a:chExt cx="0" cy="0"/>
        </a:xfrm>
      </p:grpSpPr>
      <p:pic>
        <p:nvPicPr>
          <p:cNvPr id="3" name="図 2">
            <a:extLst>
              <a:ext uri="{FF2B5EF4-FFF2-40B4-BE49-F238E27FC236}">
                <a16:creationId xmlns:a16="http://schemas.microsoft.com/office/drawing/2014/main" id="{6E973CA9-2829-D7CB-20A0-62302B16C68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443025" y="914113"/>
            <a:ext cx="5305951" cy="7490029"/>
          </a:xfrm>
          <a:prstGeom prst="rect">
            <a:avLst/>
          </a:prstGeom>
        </p:spPr>
      </p:pic>
      <p:sp>
        <p:nvSpPr>
          <p:cNvPr id="8" name="正方形/長方形 7">
            <a:extLst>
              <a:ext uri="{FF2B5EF4-FFF2-40B4-BE49-F238E27FC236}">
                <a16:creationId xmlns:a16="http://schemas.microsoft.com/office/drawing/2014/main" id="{25854298-1B55-4245-A969-6D81A6967C72}"/>
              </a:ext>
            </a:extLst>
          </p:cNvPr>
          <p:cNvSpPr>
            <a:spLocks/>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四角形: 角を丸くする 9">
            <a:extLst>
              <a:ext uri="{FF2B5EF4-FFF2-40B4-BE49-F238E27FC236}">
                <a16:creationId xmlns:a16="http://schemas.microsoft.com/office/drawing/2014/main" id="{0CB458A3-5011-34A2-757C-2EA98B2B7AC7}"/>
              </a:ext>
            </a:extLst>
          </p:cNvPr>
          <p:cNvSpPr/>
          <p:nvPr/>
        </p:nvSpPr>
        <p:spPr>
          <a:xfrm>
            <a:off x="1698342" y="1355452"/>
            <a:ext cx="8795316" cy="4056319"/>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a:p>
        </p:txBody>
      </p:sp>
      <p:sp>
        <p:nvSpPr>
          <p:cNvPr id="14" name="フリーフォーム: 図形 13">
            <a:extLst>
              <a:ext uri="{FF2B5EF4-FFF2-40B4-BE49-F238E27FC236}">
                <a16:creationId xmlns:a16="http://schemas.microsoft.com/office/drawing/2014/main" id="{C2AD2E95-6690-2B5B-2217-4A87A61ED32A}"/>
              </a:ext>
            </a:extLst>
          </p:cNvPr>
          <p:cNvSpPr/>
          <p:nvPr/>
        </p:nvSpPr>
        <p:spPr>
          <a:xfrm>
            <a:off x="3948781" y="1352986"/>
            <a:ext cx="6544877" cy="4056319"/>
          </a:xfrm>
          <a:custGeom>
            <a:avLst/>
            <a:gdLst>
              <a:gd name="csX0" fmla="*/ 0 w 6544877"/>
              <a:gd name="csY0" fmla="*/ 0 h 4056319"/>
              <a:gd name="csX1" fmla="*/ 6148777 w 6544877"/>
              <a:gd name="csY1" fmla="*/ 0 h 4056319"/>
              <a:gd name="csX2" fmla="*/ 6544877 w 6544877"/>
              <a:gd name="csY2" fmla="*/ 396100 h 4056319"/>
              <a:gd name="csX3" fmla="*/ 6544877 w 6544877"/>
              <a:gd name="csY3" fmla="*/ 3660219 h 4056319"/>
              <a:gd name="csX4" fmla="*/ 6148777 w 6544877"/>
              <a:gd name="csY4" fmla="*/ 4056319 h 4056319"/>
              <a:gd name="csX5" fmla="*/ 0 w 6544877"/>
              <a:gd name="csY5" fmla="*/ 4056319 h 4056319"/>
            </a:gdLst>
            <a:ahLst/>
            <a:cxnLst>
              <a:cxn ang="0">
                <a:pos x="csX0" y="csY0"/>
              </a:cxn>
              <a:cxn ang="0">
                <a:pos x="csX1" y="csY1"/>
              </a:cxn>
              <a:cxn ang="0">
                <a:pos x="csX2" y="csY2"/>
              </a:cxn>
              <a:cxn ang="0">
                <a:pos x="csX3" y="csY3"/>
              </a:cxn>
              <a:cxn ang="0">
                <a:pos x="csX4" y="csY4"/>
              </a:cxn>
              <a:cxn ang="0">
                <a:pos x="csX5" y="csY5"/>
              </a:cxn>
            </a:cxnLst>
            <a:rect l="l" t="t" r="r" b="b"/>
            <a:pathLst>
              <a:path w="6544877" h="4056319">
                <a:moveTo>
                  <a:pt x="0" y="0"/>
                </a:moveTo>
                <a:lnTo>
                  <a:pt x="6148777" y="0"/>
                </a:lnTo>
                <a:cubicBezTo>
                  <a:pt x="6367537" y="0"/>
                  <a:pt x="6544877" y="177340"/>
                  <a:pt x="6544877" y="396100"/>
                </a:cubicBezTo>
                <a:lnTo>
                  <a:pt x="6544877" y="3660219"/>
                </a:lnTo>
                <a:cubicBezTo>
                  <a:pt x="6544877" y="3878979"/>
                  <a:pt x="6367537" y="4056319"/>
                  <a:pt x="6148777" y="4056319"/>
                </a:cubicBezTo>
                <a:lnTo>
                  <a:pt x="0" y="4056319"/>
                </a:lnTo>
                <a:close/>
              </a:path>
            </a:pathLst>
          </a:cu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endParaRPr kumimoji="1" lang="ja-JP" altLang="en-US"/>
          </a:p>
        </p:txBody>
      </p:sp>
      <p:grpSp>
        <p:nvGrpSpPr>
          <p:cNvPr id="2" name="グループ化 1">
            <a:extLst>
              <a:ext uri="{FF2B5EF4-FFF2-40B4-BE49-F238E27FC236}">
                <a16:creationId xmlns:a16="http://schemas.microsoft.com/office/drawing/2014/main" id="{74EAF85E-2AA9-B896-C894-AECD9A479329}"/>
              </a:ext>
            </a:extLst>
          </p:cNvPr>
          <p:cNvGrpSpPr/>
          <p:nvPr/>
        </p:nvGrpSpPr>
        <p:grpSpPr>
          <a:xfrm>
            <a:off x="431675" y="5640918"/>
            <a:ext cx="11328651" cy="929715"/>
            <a:chOff x="431675" y="5640918"/>
            <a:chExt cx="11328651" cy="929715"/>
          </a:xfrm>
        </p:grpSpPr>
        <p:sp>
          <p:nvSpPr>
            <p:cNvPr id="18" name="四角形: 角を丸くする 17">
              <a:extLst>
                <a:ext uri="{FF2B5EF4-FFF2-40B4-BE49-F238E27FC236}">
                  <a16:creationId xmlns:a16="http://schemas.microsoft.com/office/drawing/2014/main" id="{D9CCED6D-7120-95D4-166A-1D903330CFB6}"/>
                </a:ext>
              </a:extLst>
            </p:cNvPr>
            <p:cNvSpPr/>
            <p:nvPr/>
          </p:nvSpPr>
          <p:spPr>
            <a:xfrm>
              <a:off x="431675" y="5656233"/>
              <a:ext cx="11328651" cy="914400"/>
            </a:xfrm>
            <a:prstGeom prst="roundRect">
              <a:avLst>
                <a:gd name="adj" fmla="val 4803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25" name="四角形: 角を丸くする 24">
              <a:extLst>
                <a:ext uri="{FF2B5EF4-FFF2-40B4-BE49-F238E27FC236}">
                  <a16:creationId xmlns:a16="http://schemas.microsoft.com/office/drawing/2014/main" id="{162EF642-7FEB-AE79-AC6A-AE5A9F119238}"/>
                </a:ext>
              </a:extLst>
            </p:cNvPr>
            <p:cNvSpPr/>
            <p:nvPr/>
          </p:nvSpPr>
          <p:spPr>
            <a:xfrm>
              <a:off x="989774" y="5640918"/>
              <a:ext cx="1338828" cy="914400"/>
            </a:xfrm>
            <a:prstGeom prst="roundRect">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7" name="テキスト ボックス 26">
              <a:extLst>
                <a:ext uri="{FF2B5EF4-FFF2-40B4-BE49-F238E27FC236}">
                  <a16:creationId xmlns:a16="http://schemas.microsoft.com/office/drawing/2014/main" id="{09C73EBF-2D10-A7B5-AC12-61FAAE611CDA}"/>
                </a:ext>
              </a:extLst>
            </p:cNvPr>
            <p:cNvSpPr txBox="1"/>
            <p:nvPr/>
          </p:nvSpPr>
          <p:spPr>
            <a:xfrm>
              <a:off x="1165119"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29" name="テキスト ボックス 28">
              <a:extLst>
                <a:ext uri="{FF2B5EF4-FFF2-40B4-BE49-F238E27FC236}">
                  <a16:creationId xmlns:a16="http://schemas.microsoft.com/office/drawing/2014/main" id="{238C9B93-6AB8-85FC-C438-F99F269A7357}"/>
                </a:ext>
              </a:extLst>
            </p:cNvPr>
            <p:cNvSpPr txBox="1"/>
            <p:nvPr/>
          </p:nvSpPr>
          <p:spPr>
            <a:xfrm flipH="1">
              <a:off x="529243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3" name="テキスト ボックス 32">
              <a:extLst>
                <a:ext uri="{FF2B5EF4-FFF2-40B4-BE49-F238E27FC236}">
                  <a16:creationId xmlns:a16="http://schemas.microsoft.com/office/drawing/2014/main" id="{ADEB62F6-DDE0-C80F-4108-6F7B52FFFF41}"/>
                </a:ext>
              </a:extLst>
            </p:cNvPr>
            <p:cNvSpPr txBox="1"/>
            <p:nvPr/>
          </p:nvSpPr>
          <p:spPr>
            <a:xfrm>
              <a:off x="284405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6" name="テキスト ボックス 35">
              <a:extLst>
                <a:ext uri="{FF2B5EF4-FFF2-40B4-BE49-F238E27FC236}">
                  <a16:creationId xmlns:a16="http://schemas.microsoft.com/office/drawing/2014/main" id="{3A12131F-6D64-F495-E29A-9EF494E3AB6A}"/>
                </a:ext>
              </a:extLst>
            </p:cNvPr>
            <p:cNvSpPr txBox="1"/>
            <p:nvPr/>
          </p:nvSpPr>
          <p:spPr>
            <a:xfrm>
              <a:off x="8393833"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8" name="テキスト ボックス 37">
              <a:extLst>
                <a:ext uri="{FF2B5EF4-FFF2-40B4-BE49-F238E27FC236}">
                  <a16:creationId xmlns:a16="http://schemas.microsoft.com/office/drawing/2014/main" id="{2CE479EA-EC39-7D25-F524-86E19D37A2F5}"/>
                </a:ext>
              </a:extLst>
            </p:cNvPr>
            <p:cNvSpPr txBox="1"/>
            <p:nvPr/>
          </p:nvSpPr>
          <p:spPr>
            <a:xfrm>
              <a:off x="6714895"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9" name="テキスト ボックス 38">
              <a:extLst>
                <a:ext uri="{FF2B5EF4-FFF2-40B4-BE49-F238E27FC236}">
                  <a16:creationId xmlns:a16="http://schemas.microsoft.com/office/drawing/2014/main" id="{2AB01980-D5B7-113D-88C7-92ECDA1C534D}"/>
                </a:ext>
              </a:extLst>
            </p:cNvPr>
            <p:cNvSpPr txBox="1"/>
            <p:nvPr/>
          </p:nvSpPr>
          <p:spPr>
            <a:xfrm flipH="1">
              <a:off x="9816293" y="5913378"/>
              <a:ext cx="1210588"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47" name="四角形: 角を丸くする 46">
            <a:extLst>
              <a:ext uri="{FF2B5EF4-FFF2-40B4-BE49-F238E27FC236}">
                <a16:creationId xmlns:a16="http://schemas.microsoft.com/office/drawing/2014/main" id="{C85CF844-43FB-213F-64B0-52C1CFB15614}"/>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52" name="テキスト ボックス 51">
            <a:extLst>
              <a:ext uri="{FF2B5EF4-FFF2-40B4-BE49-F238E27FC236}">
                <a16:creationId xmlns:a16="http://schemas.microsoft.com/office/drawing/2014/main" id="{25133767-A32A-E6E6-4B2A-DECDEBC6640B}"/>
              </a:ext>
            </a:extLst>
          </p:cNvPr>
          <p:cNvSpPr txBox="1"/>
          <p:nvPr/>
        </p:nvSpPr>
        <p:spPr>
          <a:xfrm>
            <a:off x="1624591" y="641390"/>
            <a:ext cx="1467068" cy="400110"/>
          </a:xfrm>
          <a:prstGeom prst="rect">
            <a:avLst/>
          </a:prstGeom>
          <a:noFill/>
        </p:spPr>
        <p:txBody>
          <a:bodyPr wrap="none" rtlCol="0">
            <a:spAutoFit/>
          </a:bodyPr>
          <a:lstStyle/>
          <a:p>
            <a:pPr algn="ctr"/>
            <a:r>
              <a:rPr kumimoji="1"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ホーム設定</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55" name="グループ化 54">
            <a:extLst>
              <a:ext uri="{FF2B5EF4-FFF2-40B4-BE49-F238E27FC236}">
                <a16:creationId xmlns:a16="http://schemas.microsoft.com/office/drawing/2014/main" id="{BCB90BF5-8F03-E6EE-5147-ED6B29E8C4AA}"/>
              </a:ext>
            </a:extLst>
          </p:cNvPr>
          <p:cNvGrpSpPr/>
          <p:nvPr/>
        </p:nvGrpSpPr>
        <p:grpSpPr>
          <a:xfrm>
            <a:off x="163586" y="134635"/>
            <a:ext cx="1975684" cy="1396119"/>
            <a:chOff x="163586" y="134635"/>
            <a:chExt cx="1975684" cy="1396119"/>
          </a:xfrm>
        </p:grpSpPr>
        <p:grpSp>
          <p:nvGrpSpPr>
            <p:cNvPr id="62" name="グループ化 61">
              <a:extLst>
                <a:ext uri="{FF2B5EF4-FFF2-40B4-BE49-F238E27FC236}">
                  <a16:creationId xmlns:a16="http://schemas.microsoft.com/office/drawing/2014/main" id="{EA63BB64-7775-22DD-D037-F83C046A5100}"/>
                </a:ext>
              </a:extLst>
            </p:cNvPr>
            <p:cNvGrpSpPr/>
            <p:nvPr/>
          </p:nvGrpSpPr>
          <p:grpSpPr>
            <a:xfrm>
              <a:off x="163586" y="134635"/>
              <a:ext cx="1975684" cy="1396119"/>
              <a:chOff x="163586" y="134635"/>
              <a:chExt cx="1975684" cy="1396119"/>
            </a:xfrm>
          </p:grpSpPr>
          <p:pic>
            <p:nvPicPr>
              <p:cNvPr id="65" name="図 64">
                <a:extLst>
                  <a:ext uri="{FF2B5EF4-FFF2-40B4-BE49-F238E27FC236}">
                    <a16:creationId xmlns:a16="http://schemas.microsoft.com/office/drawing/2014/main" id="{CA8D1243-BEEC-4AF3-BA09-E34F7BE9E04F}"/>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66" name="楕円 65">
                <a:extLst>
                  <a:ext uri="{FF2B5EF4-FFF2-40B4-BE49-F238E27FC236}">
                    <a16:creationId xmlns:a16="http://schemas.microsoft.com/office/drawing/2014/main" id="{7999DCB1-700C-65C6-7B15-77B6577B410D}"/>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64" name="図 63">
              <a:extLst>
                <a:ext uri="{FF2B5EF4-FFF2-40B4-BE49-F238E27FC236}">
                  <a16:creationId xmlns:a16="http://schemas.microsoft.com/office/drawing/2014/main" id="{BB60481C-690D-5112-3F40-6B79C1FA1F5E}"/>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nvGrpSpPr>
          <p:cNvPr id="7" name="グループ化 6">
            <a:extLst>
              <a:ext uri="{FF2B5EF4-FFF2-40B4-BE49-F238E27FC236}">
                <a16:creationId xmlns:a16="http://schemas.microsoft.com/office/drawing/2014/main" id="{81E75675-E5C2-1F5D-EADF-4A0E34A51DE7}"/>
              </a:ext>
            </a:extLst>
          </p:cNvPr>
          <p:cNvGrpSpPr/>
          <p:nvPr/>
        </p:nvGrpSpPr>
        <p:grpSpPr>
          <a:xfrm>
            <a:off x="2061798" y="1848637"/>
            <a:ext cx="1545081" cy="3160725"/>
            <a:chOff x="2319118" y="1796537"/>
            <a:chExt cx="1545081" cy="3160725"/>
          </a:xfrm>
        </p:grpSpPr>
        <p:sp>
          <p:nvSpPr>
            <p:cNvPr id="68" name="四角形: 角を丸くする 67">
              <a:extLst>
                <a:ext uri="{FF2B5EF4-FFF2-40B4-BE49-F238E27FC236}">
                  <a16:creationId xmlns:a16="http://schemas.microsoft.com/office/drawing/2014/main" id="{FD6ACCB7-B2B1-40F7-E977-B108EA25026E}"/>
                </a:ext>
              </a:extLst>
            </p:cNvPr>
            <p:cNvSpPr/>
            <p:nvPr/>
          </p:nvSpPr>
          <p:spPr>
            <a:xfrm>
              <a:off x="2319118" y="1796537"/>
              <a:ext cx="1545081" cy="712577"/>
            </a:xfrm>
            <a:prstGeom prst="roundRect">
              <a:avLst>
                <a:gd name="adj" fmla="val 9765"/>
              </a:avLst>
            </a:prstGeom>
            <a:solidFill>
              <a:srgbClr val="FFA4F3"/>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a:latin typeface="原稿用標準書体" panose="03000503000000000000" pitchFamily="66" charset="-128"/>
                  <a:ea typeface="原稿用標準書体" panose="03000503000000000000" pitchFamily="66" charset="-128"/>
                </a:rPr>
                <a:t>カスタム</a:t>
              </a:r>
              <a:endParaRPr kumimoji="1" lang="ja-JP" altLang="en-US">
                <a:latin typeface="原稿用標準書体" panose="03000503000000000000" pitchFamily="66" charset="-128"/>
                <a:ea typeface="原稿用標準書体" panose="03000503000000000000" pitchFamily="66" charset="-128"/>
              </a:endParaRPr>
            </a:p>
          </p:txBody>
        </p:sp>
        <p:sp>
          <p:nvSpPr>
            <p:cNvPr id="69" name="四角形: 角を丸くする 68">
              <a:extLst>
                <a:ext uri="{FF2B5EF4-FFF2-40B4-BE49-F238E27FC236}">
                  <a16:creationId xmlns:a16="http://schemas.microsoft.com/office/drawing/2014/main" id="{FAAF0102-60B3-01E7-4EFA-AB64146320AC}"/>
                </a:ext>
              </a:extLst>
            </p:cNvPr>
            <p:cNvSpPr/>
            <p:nvPr/>
          </p:nvSpPr>
          <p:spPr>
            <a:xfrm>
              <a:off x="2319118" y="3020611"/>
              <a:ext cx="1545081" cy="712577"/>
            </a:xfrm>
            <a:prstGeom prst="roundRect">
              <a:avLst>
                <a:gd name="adj" fmla="val 9765"/>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ランダム</a:t>
              </a:r>
            </a:p>
          </p:txBody>
        </p:sp>
        <p:sp>
          <p:nvSpPr>
            <p:cNvPr id="5" name="四角形: 角を丸くする 4">
              <a:extLst>
                <a:ext uri="{FF2B5EF4-FFF2-40B4-BE49-F238E27FC236}">
                  <a16:creationId xmlns:a16="http://schemas.microsoft.com/office/drawing/2014/main" id="{102A881A-F274-F4AD-D2A2-C68162D57E69}"/>
                </a:ext>
              </a:extLst>
            </p:cNvPr>
            <p:cNvSpPr/>
            <p:nvPr/>
          </p:nvSpPr>
          <p:spPr>
            <a:xfrm>
              <a:off x="2319118" y="4244685"/>
              <a:ext cx="1545081" cy="712577"/>
            </a:xfrm>
            <a:prstGeom prst="roundRect">
              <a:avLst>
                <a:gd name="adj" fmla="val 9765"/>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確定</a:t>
              </a:r>
            </a:p>
          </p:txBody>
        </p:sp>
      </p:grpSp>
      <p:sp>
        <p:nvSpPr>
          <p:cNvPr id="16" name="四角形: 角を丸くする 15">
            <a:extLst>
              <a:ext uri="{FF2B5EF4-FFF2-40B4-BE49-F238E27FC236}">
                <a16:creationId xmlns:a16="http://schemas.microsoft.com/office/drawing/2014/main" id="{AB0AD2AC-F7A8-5B74-2D38-54C741073B65}"/>
              </a:ext>
            </a:extLst>
          </p:cNvPr>
          <p:cNvSpPr/>
          <p:nvPr/>
        </p:nvSpPr>
        <p:spPr>
          <a:xfrm>
            <a:off x="4426603" y="2456046"/>
            <a:ext cx="1545081" cy="1624405"/>
          </a:xfrm>
          <a:prstGeom prst="roundRect">
            <a:avLst>
              <a:gd name="adj" fmla="val 5007"/>
            </a:avLst>
          </a:prstGeom>
          <a:solidFill>
            <a:schemeClr val="bg1">
              <a:lumMod val="65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a:latin typeface="原稿用標準書体" panose="03000503000000000000" pitchFamily="66" charset="-128"/>
                <a:ea typeface="原稿用標準書体" panose="03000503000000000000" pitchFamily="66" charset="-128"/>
              </a:rPr>
              <a:t>キャラ</a:t>
            </a:r>
            <a:endParaRPr kumimoji="1" lang="ja-JP" altLang="en-US">
              <a:latin typeface="原稿用標準書体" panose="03000503000000000000" pitchFamily="66" charset="-128"/>
              <a:ea typeface="原稿用標準書体" panose="03000503000000000000" pitchFamily="66" charset="-128"/>
            </a:endParaRPr>
          </a:p>
        </p:txBody>
      </p:sp>
      <p:sp>
        <p:nvSpPr>
          <p:cNvPr id="19" name="四角形: 角を丸くする 18">
            <a:extLst>
              <a:ext uri="{FF2B5EF4-FFF2-40B4-BE49-F238E27FC236}">
                <a16:creationId xmlns:a16="http://schemas.microsoft.com/office/drawing/2014/main" id="{206B9A53-3FF8-94BB-B793-A03A81C23C11}"/>
              </a:ext>
            </a:extLst>
          </p:cNvPr>
          <p:cNvSpPr/>
          <p:nvPr/>
        </p:nvSpPr>
        <p:spPr>
          <a:xfrm>
            <a:off x="4425824" y="4085046"/>
            <a:ext cx="1545081" cy="735838"/>
          </a:xfrm>
          <a:prstGeom prst="roundRect">
            <a:avLst>
              <a:gd name="adj" fmla="val 9765"/>
            </a:avLst>
          </a:prstGeom>
          <a:solidFill>
            <a:schemeClr val="bg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背景</a:t>
            </a:r>
          </a:p>
        </p:txBody>
      </p:sp>
      <p:sp>
        <p:nvSpPr>
          <p:cNvPr id="28" name="四角形: 角を丸くする 27">
            <a:extLst>
              <a:ext uri="{FF2B5EF4-FFF2-40B4-BE49-F238E27FC236}">
                <a16:creationId xmlns:a16="http://schemas.microsoft.com/office/drawing/2014/main" id="{DEF7C625-BA1F-105C-A678-B1A47F13BA3C}"/>
              </a:ext>
            </a:extLst>
          </p:cNvPr>
          <p:cNvSpPr/>
          <p:nvPr/>
        </p:nvSpPr>
        <p:spPr>
          <a:xfrm>
            <a:off x="6448687" y="2456046"/>
            <a:ext cx="1545081" cy="1624405"/>
          </a:xfrm>
          <a:prstGeom prst="roundRect">
            <a:avLst>
              <a:gd name="adj" fmla="val 5007"/>
            </a:avLst>
          </a:prstGeom>
          <a:solidFill>
            <a:schemeClr val="bg1">
              <a:lumMod val="65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キャラ</a:t>
            </a:r>
          </a:p>
        </p:txBody>
      </p:sp>
      <p:sp>
        <p:nvSpPr>
          <p:cNvPr id="30" name="四角形: 角を丸くする 29">
            <a:extLst>
              <a:ext uri="{FF2B5EF4-FFF2-40B4-BE49-F238E27FC236}">
                <a16:creationId xmlns:a16="http://schemas.microsoft.com/office/drawing/2014/main" id="{292DA248-DCCB-B090-B06B-D6B016B225F4}"/>
              </a:ext>
            </a:extLst>
          </p:cNvPr>
          <p:cNvSpPr/>
          <p:nvPr/>
        </p:nvSpPr>
        <p:spPr>
          <a:xfrm>
            <a:off x="6447908" y="4085046"/>
            <a:ext cx="1545081" cy="735838"/>
          </a:xfrm>
          <a:prstGeom prst="roundRect">
            <a:avLst>
              <a:gd name="adj" fmla="val 9765"/>
            </a:avLst>
          </a:prstGeom>
          <a:solidFill>
            <a:schemeClr val="bg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背景</a:t>
            </a:r>
          </a:p>
        </p:txBody>
      </p:sp>
      <p:sp>
        <p:nvSpPr>
          <p:cNvPr id="32" name="四角形: 角を丸くする 31">
            <a:extLst>
              <a:ext uri="{FF2B5EF4-FFF2-40B4-BE49-F238E27FC236}">
                <a16:creationId xmlns:a16="http://schemas.microsoft.com/office/drawing/2014/main" id="{0A503FA4-2B76-D0E0-1CFC-EBF398F2E12B}"/>
              </a:ext>
            </a:extLst>
          </p:cNvPr>
          <p:cNvSpPr/>
          <p:nvPr/>
        </p:nvSpPr>
        <p:spPr>
          <a:xfrm>
            <a:off x="8470771" y="2456046"/>
            <a:ext cx="1545081" cy="1624405"/>
          </a:xfrm>
          <a:prstGeom prst="roundRect">
            <a:avLst>
              <a:gd name="adj" fmla="val 5007"/>
            </a:avLst>
          </a:prstGeom>
          <a:solidFill>
            <a:schemeClr val="bg1">
              <a:lumMod val="65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キャラ</a:t>
            </a:r>
          </a:p>
        </p:txBody>
      </p:sp>
      <p:sp>
        <p:nvSpPr>
          <p:cNvPr id="34" name="四角形: 角を丸くする 33">
            <a:extLst>
              <a:ext uri="{FF2B5EF4-FFF2-40B4-BE49-F238E27FC236}">
                <a16:creationId xmlns:a16="http://schemas.microsoft.com/office/drawing/2014/main" id="{A929D8B5-DB07-DCC1-9A1E-9A8ADB4B8282}"/>
              </a:ext>
            </a:extLst>
          </p:cNvPr>
          <p:cNvSpPr/>
          <p:nvPr/>
        </p:nvSpPr>
        <p:spPr>
          <a:xfrm>
            <a:off x="8469992" y="4085046"/>
            <a:ext cx="1545081" cy="735838"/>
          </a:xfrm>
          <a:prstGeom prst="roundRect">
            <a:avLst>
              <a:gd name="adj" fmla="val 9765"/>
            </a:avLst>
          </a:prstGeom>
          <a:solidFill>
            <a:schemeClr val="bg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背景</a:t>
            </a:r>
          </a:p>
        </p:txBody>
      </p:sp>
      <p:sp>
        <p:nvSpPr>
          <p:cNvPr id="37" name="テキスト ボックス 36">
            <a:extLst>
              <a:ext uri="{FF2B5EF4-FFF2-40B4-BE49-F238E27FC236}">
                <a16:creationId xmlns:a16="http://schemas.microsoft.com/office/drawing/2014/main" id="{D30883FB-D047-7D67-833B-402C21695419}"/>
              </a:ext>
            </a:extLst>
          </p:cNvPr>
          <p:cNvSpPr txBox="1"/>
          <p:nvPr/>
        </p:nvSpPr>
        <p:spPr>
          <a:xfrm>
            <a:off x="5016653" y="1720585"/>
            <a:ext cx="364202" cy="523220"/>
          </a:xfrm>
          <a:prstGeom prst="rect">
            <a:avLst/>
          </a:prstGeom>
          <a:noFill/>
        </p:spPr>
        <p:txBody>
          <a:bodyPr wrap="none" rtlCol="0">
            <a:spAutoFit/>
          </a:bodyPr>
          <a:lstStyle/>
          <a:p>
            <a:r>
              <a:rPr lang="en-US" altLang="ja-JP" sz="28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1</a:t>
            </a:r>
            <a:endParaRPr kumimoji="1" lang="ja-JP" altLang="en-US" sz="28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41" name="テキスト ボックス 40">
            <a:extLst>
              <a:ext uri="{FF2B5EF4-FFF2-40B4-BE49-F238E27FC236}">
                <a16:creationId xmlns:a16="http://schemas.microsoft.com/office/drawing/2014/main" id="{155CF59E-F278-8306-4D21-F64AB868B469}"/>
              </a:ext>
            </a:extLst>
          </p:cNvPr>
          <p:cNvSpPr txBox="1"/>
          <p:nvPr/>
        </p:nvSpPr>
        <p:spPr>
          <a:xfrm>
            <a:off x="7038737" y="1720585"/>
            <a:ext cx="364202" cy="523220"/>
          </a:xfrm>
          <a:prstGeom prst="rect">
            <a:avLst/>
          </a:prstGeom>
          <a:noFill/>
        </p:spPr>
        <p:txBody>
          <a:bodyPr wrap="none" rtlCol="0">
            <a:spAutoFit/>
          </a:bodyPr>
          <a:lstStyle/>
          <a:p>
            <a:r>
              <a:rPr lang="en-US" altLang="ja-JP" sz="28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2</a:t>
            </a:r>
            <a:endParaRPr kumimoji="1"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44" name="テキスト ボックス 43">
            <a:extLst>
              <a:ext uri="{FF2B5EF4-FFF2-40B4-BE49-F238E27FC236}">
                <a16:creationId xmlns:a16="http://schemas.microsoft.com/office/drawing/2014/main" id="{BD9C9292-D7AD-7344-49DA-45410B3A3E63}"/>
              </a:ext>
            </a:extLst>
          </p:cNvPr>
          <p:cNvSpPr txBox="1"/>
          <p:nvPr/>
        </p:nvSpPr>
        <p:spPr>
          <a:xfrm>
            <a:off x="9060821" y="1720585"/>
            <a:ext cx="364202" cy="523220"/>
          </a:xfrm>
          <a:prstGeom prst="rect">
            <a:avLst/>
          </a:prstGeom>
          <a:noFill/>
        </p:spPr>
        <p:txBody>
          <a:bodyPr wrap="none" rtlCol="0">
            <a:spAutoFit/>
          </a:bodyPr>
          <a:lstStyle/>
          <a:p>
            <a:r>
              <a:rPr lang="en-US" altLang="ja-JP" sz="28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3</a:t>
            </a:r>
            <a:endParaRPr kumimoji="1"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46" name="四角形: 角を丸くする 45">
            <a:extLst>
              <a:ext uri="{FF2B5EF4-FFF2-40B4-BE49-F238E27FC236}">
                <a16:creationId xmlns:a16="http://schemas.microsoft.com/office/drawing/2014/main" id="{B62B0BE3-3B77-97F2-B2FE-0439A6F7D131}"/>
              </a:ext>
            </a:extLst>
          </p:cNvPr>
          <p:cNvSpPr/>
          <p:nvPr/>
        </p:nvSpPr>
        <p:spPr>
          <a:xfrm>
            <a:off x="4387749" y="2407725"/>
            <a:ext cx="1624487" cy="2467543"/>
          </a:xfrm>
          <a:prstGeom prst="roundRect">
            <a:avLst>
              <a:gd name="adj" fmla="val 5007"/>
            </a:avLst>
          </a:prstGeom>
          <a:no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9" name="四角形: 角を丸くする 48">
            <a:extLst>
              <a:ext uri="{FF2B5EF4-FFF2-40B4-BE49-F238E27FC236}">
                <a16:creationId xmlns:a16="http://schemas.microsoft.com/office/drawing/2014/main" id="{7A65CE76-9576-B976-3905-35DA97478204}"/>
              </a:ext>
            </a:extLst>
          </p:cNvPr>
          <p:cNvSpPr/>
          <p:nvPr/>
        </p:nvSpPr>
        <p:spPr>
          <a:xfrm>
            <a:off x="3357968" y="1847207"/>
            <a:ext cx="903478"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Tree>
    <p:extLst>
      <p:ext uri="{BB962C8B-B14F-4D97-AF65-F5344CB8AC3E}">
        <p14:creationId xmlns:p14="http://schemas.microsoft.com/office/powerpoint/2010/main" val="4129616313"/>
      </p:ext>
    </p:extLst>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a:extLst>
            <a:ext uri="{FF2B5EF4-FFF2-40B4-BE49-F238E27FC236}">
              <a16:creationId xmlns:a16="http://schemas.microsoft.com/office/drawing/2014/main" id="{7E0E18E9-BE21-0155-F5FD-33A5AF18550D}"/>
            </a:ext>
          </a:extLst>
        </p:cNvPr>
        <p:cNvGrpSpPr/>
        <p:nvPr/>
      </p:nvGrpSpPr>
      <p:grpSpPr>
        <a:xfrm>
          <a:off x="0" y="0"/>
          <a:ext cx="0" cy="0"/>
          <a:chOff x="0" y="0"/>
          <a:chExt cx="0" cy="0"/>
        </a:xfrm>
      </p:grpSpPr>
      <p:pic>
        <p:nvPicPr>
          <p:cNvPr id="3" name="図 2">
            <a:extLst>
              <a:ext uri="{FF2B5EF4-FFF2-40B4-BE49-F238E27FC236}">
                <a16:creationId xmlns:a16="http://schemas.microsoft.com/office/drawing/2014/main" id="{B450B94E-B905-11CD-0990-C91AF1C1D7E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443025" y="914113"/>
            <a:ext cx="5305951" cy="7490029"/>
          </a:xfrm>
          <a:prstGeom prst="rect">
            <a:avLst/>
          </a:prstGeom>
        </p:spPr>
      </p:pic>
      <p:sp>
        <p:nvSpPr>
          <p:cNvPr id="10" name="四角形: 角を丸くする 9">
            <a:extLst>
              <a:ext uri="{FF2B5EF4-FFF2-40B4-BE49-F238E27FC236}">
                <a16:creationId xmlns:a16="http://schemas.microsoft.com/office/drawing/2014/main" id="{0332439B-2494-6348-CC11-7F16E5F779B3}"/>
              </a:ext>
            </a:extLst>
          </p:cNvPr>
          <p:cNvSpPr/>
          <p:nvPr/>
        </p:nvSpPr>
        <p:spPr>
          <a:xfrm>
            <a:off x="1698342" y="1355452"/>
            <a:ext cx="8795316" cy="4056319"/>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a:p>
        </p:txBody>
      </p:sp>
      <p:sp>
        <p:nvSpPr>
          <p:cNvPr id="14" name="フリーフォーム: 図形 13">
            <a:extLst>
              <a:ext uri="{FF2B5EF4-FFF2-40B4-BE49-F238E27FC236}">
                <a16:creationId xmlns:a16="http://schemas.microsoft.com/office/drawing/2014/main" id="{7F5E37C5-5517-4231-417B-DDA72A837E5D}"/>
              </a:ext>
            </a:extLst>
          </p:cNvPr>
          <p:cNvSpPr/>
          <p:nvPr/>
        </p:nvSpPr>
        <p:spPr>
          <a:xfrm>
            <a:off x="3948781" y="1352986"/>
            <a:ext cx="6544877" cy="4056319"/>
          </a:xfrm>
          <a:custGeom>
            <a:avLst/>
            <a:gdLst>
              <a:gd name="csX0" fmla="*/ 0 w 6544877"/>
              <a:gd name="csY0" fmla="*/ 0 h 4056319"/>
              <a:gd name="csX1" fmla="*/ 6148777 w 6544877"/>
              <a:gd name="csY1" fmla="*/ 0 h 4056319"/>
              <a:gd name="csX2" fmla="*/ 6544877 w 6544877"/>
              <a:gd name="csY2" fmla="*/ 396100 h 4056319"/>
              <a:gd name="csX3" fmla="*/ 6544877 w 6544877"/>
              <a:gd name="csY3" fmla="*/ 3660219 h 4056319"/>
              <a:gd name="csX4" fmla="*/ 6148777 w 6544877"/>
              <a:gd name="csY4" fmla="*/ 4056319 h 4056319"/>
              <a:gd name="csX5" fmla="*/ 0 w 6544877"/>
              <a:gd name="csY5" fmla="*/ 4056319 h 4056319"/>
            </a:gdLst>
            <a:ahLst/>
            <a:cxnLst>
              <a:cxn ang="0">
                <a:pos x="csX0" y="csY0"/>
              </a:cxn>
              <a:cxn ang="0">
                <a:pos x="csX1" y="csY1"/>
              </a:cxn>
              <a:cxn ang="0">
                <a:pos x="csX2" y="csY2"/>
              </a:cxn>
              <a:cxn ang="0">
                <a:pos x="csX3" y="csY3"/>
              </a:cxn>
              <a:cxn ang="0">
                <a:pos x="csX4" y="csY4"/>
              </a:cxn>
              <a:cxn ang="0">
                <a:pos x="csX5" y="csY5"/>
              </a:cxn>
            </a:cxnLst>
            <a:rect l="l" t="t" r="r" b="b"/>
            <a:pathLst>
              <a:path w="6544877" h="4056319">
                <a:moveTo>
                  <a:pt x="0" y="0"/>
                </a:moveTo>
                <a:lnTo>
                  <a:pt x="6148777" y="0"/>
                </a:lnTo>
                <a:cubicBezTo>
                  <a:pt x="6367537" y="0"/>
                  <a:pt x="6544877" y="177340"/>
                  <a:pt x="6544877" y="396100"/>
                </a:cubicBezTo>
                <a:lnTo>
                  <a:pt x="6544877" y="3660219"/>
                </a:lnTo>
                <a:cubicBezTo>
                  <a:pt x="6544877" y="3878979"/>
                  <a:pt x="6367537" y="4056319"/>
                  <a:pt x="6148777" y="4056319"/>
                </a:cubicBezTo>
                <a:lnTo>
                  <a:pt x="0" y="4056319"/>
                </a:lnTo>
                <a:close/>
              </a:path>
            </a:pathLst>
          </a:cu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endParaRPr kumimoji="1" lang="ja-JP" altLang="en-US"/>
          </a:p>
        </p:txBody>
      </p:sp>
      <p:grpSp>
        <p:nvGrpSpPr>
          <p:cNvPr id="2" name="グループ化 1">
            <a:extLst>
              <a:ext uri="{FF2B5EF4-FFF2-40B4-BE49-F238E27FC236}">
                <a16:creationId xmlns:a16="http://schemas.microsoft.com/office/drawing/2014/main" id="{CB934CCD-2BA4-4E4E-E265-9E0157047345}"/>
              </a:ext>
            </a:extLst>
          </p:cNvPr>
          <p:cNvGrpSpPr/>
          <p:nvPr/>
        </p:nvGrpSpPr>
        <p:grpSpPr>
          <a:xfrm>
            <a:off x="431675" y="5640918"/>
            <a:ext cx="11328651" cy="929715"/>
            <a:chOff x="431675" y="5640918"/>
            <a:chExt cx="11328651" cy="929715"/>
          </a:xfrm>
        </p:grpSpPr>
        <p:sp>
          <p:nvSpPr>
            <p:cNvPr id="18" name="四角形: 角を丸くする 17">
              <a:extLst>
                <a:ext uri="{FF2B5EF4-FFF2-40B4-BE49-F238E27FC236}">
                  <a16:creationId xmlns:a16="http://schemas.microsoft.com/office/drawing/2014/main" id="{FA3A6721-CD51-73C6-E61F-574A615ABDCC}"/>
                </a:ext>
              </a:extLst>
            </p:cNvPr>
            <p:cNvSpPr/>
            <p:nvPr/>
          </p:nvSpPr>
          <p:spPr>
            <a:xfrm>
              <a:off x="431675" y="5656233"/>
              <a:ext cx="11328651" cy="914400"/>
            </a:xfrm>
            <a:prstGeom prst="roundRect">
              <a:avLst>
                <a:gd name="adj" fmla="val 4803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25" name="四角形: 角を丸くする 24">
              <a:extLst>
                <a:ext uri="{FF2B5EF4-FFF2-40B4-BE49-F238E27FC236}">
                  <a16:creationId xmlns:a16="http://schemas.microsoft.com/office/drawing/2014/main" id="{33D19E93-50F8-EEEB-DA51-9E9060B8FC36}"/>
                </a:ext>
              </a:extLst>
            </p:cNvPr>
            <p:cNvSpPr/>
            <p:nvPr/>
          </p:nvSpPr>
          <p:spPr>
            <a:xfrm>
              <a:off x="989774" y="5640918"/>
              <a:ext cx="1338828" cy="914400"/>
            </a:xfrm>
            <a:prstGeom prst="roundRect">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7" name="テキスト ボックス 26">
              <a:extLst>
                <a:ext uri="{FF2B5EF4-FFF2-40B4-BE49-F238E27FC236}">
                  <a16:creationId xmlns:a16="http://schemas.microsoft.com/office/drawing/2014/main" id="{58C7324E-786F-8648-C4FC-1878203BD6F8}"/>
                </a:ext>
              </a:extLst>
            </p:cNvPr>
            <p:cNvSpPr txBox="1"/>
            <p:nvPr/>
          </p:nvSpPr>
          <p:spPr>
            <a:xfrm>
              <a:off x="1165119"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29" name="テキスト ボックス 28">
              <a:extLst>
                <a:ext uri="{FF2B5EF4-FFF2-40B4-BE49-F238E27FC236}">
                  <a16:creationId xmlns:a16="http://schemas.microsoft.com/office/drawing/2014/main" id="{581C74FE-90B6-69D7-F1A2-A172C5A5E801}"/>
                </a:ext>
              </a:extLst>
            </p:cNvPr>
            <p:cNvSpPr txBox="1"/>
            <p:nvPr/>
          </p:nvSpPr>
          <p:spPr>
            <a:xfrm flipH="1">
              <a:off x="529243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3" name="テキスト ボックス 32">
              <a:extLst>
                <a:ext uri="{FF2B5EF4-FFF2-40B4-BE49-F238E27FC236}">
                  <a16:creationId xmlns:a16="http://schemas.microsoft.com/office/drawing/2014/main" id="{1766B44D-E39B-5880-6068-86954839B149}"/>
                </a:ext>
              </a:extLst>
            </p:cNvPr>
            <p:cNvSpPr txBox="1"/>
            <p:nvPr/>
          </p:nvSpPr>
          <p:spPr>
            <a:xfrm>
              <a:off x="284405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6" name="テキスト ボックス 35">
              <a:extLst>
                <a:ext uri="{FF2B5EF4-FFF2-40B4-BE49-F238E27FC236}">
                  <a16:creationId xmlns:a16="http://schemas.microsoft.com/office/drawing/2014/main" id="{6A9A4709-91B6-EC7D-C994-9ED26C4ECBBB}"/>
                </a:ext>
              </a:extLst>
            </p:cNvPr>
            <p:cNvSpPr txBox="1"/>
            <p:nvPr/>
          </p:nvSpPr>
          <p:spPr>
            <a:xfrm>
              <a:off x="8393833"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8" name="テキスト ボックス 37">
              <a:extLst>
                <a:ext uri="{FF2B5EF4-FFF2-40B4-BE49-F238E27FC236}">
                  <a16:creationId xmlns:a16="http://schemas.microsoft.com/office/drawing/2014/main" id="{3071171E-7197-9693-5F3B-9963BFF522A3}"/>
                </a:ext>
              </a:extLst>
            </p:cNvPr>
            <p:cNvSpPr txBox="1"/>
            <p:nvPr/>
          </p:nvSpPr>
          <p:spPr>
            <a:xfrm>
              <a:off x="6714895"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9" name="テキスト ボックス 38">
              <a:extLst>
                <a:ext uri="{FF2B5EF4-FFF2-40B4-BE49-F238E27FC236}">
                  <a16:creationId xmlns:a16="http://schemas.microsoft.com/office/drawing/2014/main" id="{19A5CD44-4615-ECC2-13C3-9C49414D5A5F}"/>
                </a:ext>
              </a:extLst>
            </p:cNvPr>
            <p:cNvSpPr txBox="1"/>
            <p:nvPr/>
          </p:nvSpPr>
          <p:spPr>
            <a:xfrm flipH="1">
              <a:off x="9816293" y="5913378"/>
              <a:ext cx="1210588"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47" name="四角形: 角を丸くする 46">
            <a:extLst>
              <a:ext uri="{FF2B5EF4-FFF2-40B4-BE49-F238E27FC236}">
                <a16:creationId xmlns:a16="http://schemas.microsoft.com/office/drawing/2014/main" id="{CFF153C9-1965-A00E-FB1F-4432EF5CC08D}"/>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52" name="テキスト ボックス 51">
            <a:extLst>
              <a:ext uri="{FF2B5EF4-FFF2-40B4-BE49-F238E27FC236}">
                <a16:creationId xmlns:a16="http://schemas.microsoft.com/office/drawing/2014/main" id="{78858E69-279D-7176-6BA8-6D1202B155F0}"/>
              </a:ext>
            </a:extLst>
          </p:cNvPr>
          <p:cNvSpPr txBox="1"/>
          <p:nvPr/>
        </p:nvSpPr>
        <p:spPr>
          <a:xfrm>
            <a:off x="1624591" y="641390"/>
            <a:ext cx="1467068" cy="400110"/>
          </a:xfrm>
          <a:prstGeom prst="rect">
            <a:avLst/>
          </a:prstGeom>
          <a:noFill/>
        </p:spPr>
        <p:txBody>
          <a:bodyPr wrap="none" rtlCol="0">
            <a:spAutoFit/>
          </a:bodyPr>
          <a:lstStyle/>
          <a:p>
            <a:pPr algn="ctr"/>
            <a:r>
              <a:rPr kumimoji="1"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ホーム設定</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55" name="グループ化 54">
            <a:extLst>
              <a:ext uri="{FF2B5EF4-FFF2-40B4-BE49-F238E27FC236}">
                <a16:creationId xmlns:a16="http://schemas.microsoft.com/office/drawing/2014/main" id="{EF84F96F-D04E-3D2D-9D62-0264F64031DA}"/>
              </a:ext>
            </a:extLst>
          </p:cNvPr>
          <p:cNvGrpSpPr/>
          <p:nvPr/>
        </p:nvGrpSpPr>
        <p:grpSpPr>
          <a:xfrm>
            <a:off x="163586" y="134635"/>
            <a:ext cx="1975684" cy="1396119"/>
            <a:chOff x="163586" y="134635"/>
            <a:chExt cx="1975684" cy="1396119"/>
          </a:xfrm>
        </p:grpSpPr>
        <p:grpSp>
          <p:nvGrpSpPr>
            <p:cNvPr id="62" name="グループ化 61">
              <a:extLst>
                <a:ext uri="{FF2B5EF4-FFF2-40B4-BE49-F238E27FC236}">
                  <a16:creationId xmlns:a16="http://schemas.microsoft.com/office/drawing/2014/main" id="{CCCE0D6B-0823-8012-67F0-C813EE22DA71}"/>
                </a:ext>
              </a:extLst>
            </p:cNvPr>
            <p:cNvGrpSpPr/>
            <p:nvPr/>
          </p:nvGrpSpPr>
          <p:grpSpPr>
            <a:xfrm>
              <a:off x="163586" y="134635"/>
              <a:ext cx="1975684" cy="1396119"/>
              <a:chOff x="163586" y="134635"/>
              <a:chExt cx="1975684" cy="1396119"/>
            </a:xfrm>
          </p:grpSpPr>
          <p:pic>
            <p:nvPicPr>
              <p:cNvPr id="65" name="図 64">
                <a:extLst>
                  <a:ext uri="{FF2B5EF4-FFF2-40B4-BE49-F238E27FC236}">
                    <a16:creationId xmlns:a16="http://schemas.microsoft.com/office/drawing/2014/main" id="{1342843A-DDCD-DEBB-0ADB-AA62A37257A3}"/>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66" name="楕円 65">
                <a:extLst>
                  <a:ext uri="{FF2B5EF4-FFF2-40B4-BE49-F238E27FC236}">
                    <a16:creationId xmlns:a16="http://schemas.microsoft.com/office/drawing/2014/main" id="{FAEA11DE-1D80-6B93-6996-FDE97EF7202B}"/>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64" name="図 63">
              <a:extLst>
                <a:ext uri="{FF2B5EF4-FFF2-40B4-BE49-F238E27FC236}">
                  <a16:creationId xmlns:a16="http://schemas.microsoft.com/office/drawing/2014/main" id="{43B64052-D485-4287-920C-F3C2FA9E7E77}"/>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nvGrpSpPr>
          <p:cNvPr id="7" name="グループ化 6">
            <a:extLst>
              <a:ext uri="{FF2B5EF4-FFF2-40B4-BE49-F238E27FC236}">
                <a16:creationId xmlns:a16="http://schemas.microsoft.com/office/drawing/2014/main" id="{D0D68382-1DA6-0A1C-9F22-B6B57B4C6324}"/>
              </a:ext>
            </a:extLst>
          </p:cNvPr>
          <p:cNvGrpSpPr/>
          <p:nvPr/>
        </p:nvGrpSpPr>
        <p:grpSpPr>
          <a:xfrm>
            <a:off x="2061798" y="1848637"/>
            <a:ext cx="1545081" cy="3160725"/>
            <a:chOff x="2319118" y="1796537"/>
            <a:chExt cx="1545081" cy="3160725"/>
          </a:xfrm>
        </p:grpSpPr>
        <p:sp>
          <p:nvSpPr>
            <p:cNvPr id="68" name="四角形: 角を丸くする 67">
              <a:extLst>
                <a:ext uri="{FF2B5EF4-FFF2-40B4-BE49-F238E27FC236}">
                  <a16:creationId xmlns:a16="http://schemas.microsoft.com/office/drawing/2014/main" id="{E190E877-EDBA-669E-0BB1-6F2EBBE1FB6C}"/>
                </a:ext>
              </a:extLst>
            </p:cNvPr>
            <p:cNvSpPr/>
            <p:nvPr/>
          </p:nvSpPr>
          <p:spPr>
            <a:xfrm>
              <a:off x="2319118" y="1796537"/>
              <a:ext cx="1545081" cy="712577"/>
            </a:xfrm>
            <a:prstGeom prst="roundRect">
              <a:avLst>
                <a:gd name="adj" fmla="val 9765"/>
              </a:avLst>
            </a:prstGeom>
            <a:solidFill>
              <a:srgbClr val="FFA4F3"/>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a:latin typeface="原稿用標準書体" panose="03000503000000000000" pitchFamily="66" charset="-128"/>
                  <a:ea typeface="原稿用標準書体" panose="03000503000000000000" pitchFamily="66" charset="-128"/>
                </a:rPr>
                <a:t>カスタム</a:t>
              </a:r>
              <a:endParaRPr kumimoji="1" lang="ja-JP" altLang="en-US">
                <a:latin typeface="原稿用標準書体" panose="03000503000000000000" pitchFamily="66" charset="-128"/>
                <a:ea typeface="原稿用標準書体" panose="03000503000000000000" pitchFamily="66" charset="-128"/>
              </a:endParaRPr>
            </a:p>
          </p:txBody>
        </p:sp>
        <p:sp>
          <p:nvSpPr>
            <p:cNvPr id="69" name="四角形: 角を丸くする 68">
              <a:extLst>
                <a:ext uri="{FF2B5EF4-FFF2-40B4-BE49-F238E27FC236}">
                  <a16:creationId xmlns:a16="http://schemas.microsoft.com/office/drawing/2014/main" id="{41A94E3D-EBAF-D931-C1D7-A843B8793B74}"/>
                </a:ext>
              </a:extLst>
            </p:cNvPr>
            <p:cNvSpPr/>
            <p:nvPr/>
          </p:nvSpPr>
          <p:spPr>
            <a:xfrm>
              <a:off x="2319118" y="3020611"/>
              <a:ext cx="1545081" cy="712577"/>
            </a:xfrm>
            <a:prstGeom prst="roundRect">
              <a:avLst>
                <a:gd name="adj" fmla="val 9765"/>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ランダム</a:t>
              </a:r>
            </a:p>
          </p:txBody>
        </p:sp>
        <p:sp>
          <p:nvSpPr>
            <p:cNvPr id="5" name="四角形: 角を丸くする 4">
              <a:extLst>
                <a:ext uri="{FF2B5EF4-FFF2-40B4-BE49-F238E27FC236}">
                  <a16:creationId xmlns:a16="http://schemas.microsoft.com/office/drawing/2014/main" id="{D222A8B3-28E4-EA05-CEAC-6FFAD42F8884}"/>
                </a:ext>
              </a:extLst>
            </p:cNvPr>
            <p:cNvSpPr/>
            <p:nvPr/>
          </p:nvSpPr>
          <p:spPr>
            <a:xfrm>
              <a:off x="2319118" y="4244685"/>
              <a:ext cx="1545081" cy="712577"/>
            </a:xfrm>
            <a:prstGeom prst="roundRect">
              <a:avLst>
                <a:gd name="adj" fmla="val 9765"/>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確定</a:t>
              </a:r>
            </a:p>
          </p:txBody>
        </p:sp>
      </p:grpSp>
      <p:sp>
        <p:nvSpPr>
          <p:cNvPr id="16" name="四角形: 角を丸くする 15">
            <a:extLst>
              <a:ext uri="{FF2B5EF4-FFF2-40B4-BE49-F238E27FC236}">
                <a16:creationId xmlns:a16="http://schemas.microsoft.com/office/drawing/2014/main" id="{02DD7D34-4AAA-3C64-E053-6938CFA82049}"/>
              </a:ext>
            </a:extLst>
          </p:cNvPr>
          <p:cNvSpPr/>
          <p:nvPr/>
        </p:nvSpPr>
        <p:spPr>
          <a:xfrm>
            <a:off x="4426603" y="2456046"/>
            <a:ext cx="1545081" cy="1624405"/>
          </a:xfrm>
          <a:prstGeom prst="roundRect">
            <a:avLst>
              <a:gd name="adj" fmla="val 5007"/>
            </a:avLst>
          </a:prstGeom>
          <a:solidFill>
            <a:schemeClr val="bg1">
              <a:lumMod val="65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a:latin typeface="原稿用標準書体" panose="03000503000000000000" pitchFamily="66" charset="-128"/>
                <a:ea typeface="原稿用標準書体" panose="03000503000000000000" pitchFamily="66" charset="-128"/>
              </a:rPr>
              <a:t>キャラ</a:t>
            </a:r>
            <a:endParaRPr kumimoji="1" lang="ja-JP" altLang="en-US">
              <a:latin typeface="原稿用標準書体" panose="03000503000000000000" pitchFamily="66" charset="-128"/>
              <a:ea typeface="原稿用標準書体" panose="03000503000000000000" pitchFamily="66" charset="-128"/>
            </a:endParaRPr>
          </a:p>
        </p:txBody>
      </p:sp>
      <p:sp>
        <p:nvSpPr>
          <p:cNvPr id="19" name="四角形: 角を丸くする 18">
            <a:extLst>
              <a:ext uri="{FF2B5EF4-FFF2-40B4-BE49-F238E27FC236}">
                <a16:creationId xmlns:a16="http://schemas.microsoft.com/office/drawing/2014/main" id="{AAA54897-3C81-AE1B-6AF7-ACC614500A3B}"/>
              </a:ext>
            </a:extLst>
          </p:cNvPr>
          <p:cNvSpPr/>
          <p:nvPr/>
        </p:nvSpPr>
        <p:spPr>
          <a:xfrm>
            <a:off x="4425824" y="4085046"/>
            <a:ext cx="1545081" cy="735838"/>
          </a:xfrm>
          <a:prstGeom prst="roundRect">
            <a:avLst>
              <a:gd name="adj" fmla="val 9765"/>
            </a:avLst>
          </a:prstGeom>
          <a:solidFill>
            <a:schemeClr val="bg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背景</a:t>
            </a:r>
          </a:p>
        </p:txBody>
      </p:sp>
      <p:sp>
        <p:nvSpPr>
          <p:cNvPr id="28" name="四角形: 角を丸くする 27">
            <a:extLst>
              <a:ext uri="{FF2B5EF4-FFF2-40B4-BE49-F238E27FC236}">
                <a16:creationId xmlns:a16="http://schemas.microsoft.com/office/drawing/2014/main" id="{98FF77C8-E1CD-3891-F0B7-24D5684A2799}"/>
              </a:ext>
            </a:extLst>
          </p:cNvPr>
          <p:cNvSpPr/>
          <p:nvPr/>
        </p:nvSpPr>
        <p:spPr>
          <a:xfrm>
            <a:off x="6448687" y="2456046"/>
            <a:ext cx="1545081" cy="1624405"/>
          </a:xfrm>
          <a:prstGeom prst="roundRect">
            <a:avLst>
              <a:gd name="adj" fmla="val 5007"/>
            </a:avLst>
          </a:prstGeom>
          <a:solidFill>
            <a:schemeClr val="bg1">
              <a:lumMod val="65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キャラ</a:t>
            </a:r>
          </a:p>
        </p:txBody>
      </p:sp>
      <p:sp>
        <p:nvSpPr>
          <p:cNvPr id="30" name="四角形: 角を丸くする 29">
            <a:extLst>
              <a:ext uri="{FF2B5EF4-FFF2-40B4-BE49-F238E27FC236}">
                <a16:creationId xmlns:a16="http://schemas.microsoft.com/office/drawing/2014/main" id="{3765E0BB-FE1C-84A7-AB28-3FC88EAC8AAA}"/>
              </a:ext>
            </a:extLst>
          </p:cNvPr>
          <p:cNvSpPr/>
          <p:nvPr/>
        </p:nvSpPr>
        <p:spPr>
          <a:xfrm>
            <a:off x="6447908" y="4085046"/>
            <a:ext cx="1545081" cy="735838"/>
          </a:xfrm>
          <a:prstGeom prst="roundRect">
            <a:avLst>
              <a:gd name="adj" fmla="val 9765"/>
            </a:avLst>
          </a:prstGeom>
          <a:solidFill>
            <a:schemeClr val="bg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背景</a:t>
            </a:r>
          </a:p>
        </p:txBody>
      </p:sp>
      <p:sp>
        <p:nvSpPr>
          <p:cNvPr id="32" name="四角形: 角を丸くする 31">
            <a:extLst>
              <a:ext uri="{FF2B5EF4-FFF2-40B4-BE49-F238E27FC236}">
                <a16:creationId xmlns:a16="http://schemas.microsoft.com/office/drawing/2014/main" id="{B8050F02-D3D1-40D2-733B-0414B82C431C}"/>
              </a:ext>
            </a:extLst>
          </p:cNvPr>
          <p:cNvSpPr/>
          <p:nvPr/>
        </p:nvSpPr>
        <p:spPr>
          <a:xfrm>
            <a:off x="8470771" y="2456046"/>
            <a:ext cx="1545081" cy="1624405"/>
          </a:xfrm>
          <a:prstGeom prst="roundRect">
            <a:avLst>
              <a:gd name="adj" fmla="val 5007"/>
            </a:avLst>
          </a:prstGeom>
          <a:solidFill>
            <a:schemeClr val="bg1">
              <a:lumMod val="65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キャラ</a:t>
            </a:r>
          </a:p>
        </p:txBody>
      </p:sp>
      <p:sp>
        <p:nvSpPr>
          <p:cNvPr id="34" name="四角形: 角を丸くする 33">
            <a:extLst>
              <a:ext uri="{FF2B5EF4-FFF2-40B4-BE49-F238E27FC236}">
                <a16:creationId xmlns:a16="http://schemas.microsoft.com/office/drawing/2014/main" id="{7806CB43-E68E-5316-22FE-0D011F97D5D9}"/>
              </a:ext>
            </a:extLst>
          </p:cNvPr>
          <p:cNvSpPr/>
          <p:nvPr/>
        </p:nvSpPr>
        <p:spPr>
          <a:xfrm>
            <a:off x="8469992" y="4085046"/>
            <a:ext cx="1545081" cy="735838"/>
          </a:xfrm>
          <a:prstGeom prst="roundRect">
            <a:avLst>
              <a:gd name="adj" fmla="val 9765"/>
            </a:avLst>
          </a:prstGeom>
          <a:solidFill>
            <a:schemeClr val="bg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背景</a:t>
            </a:r>
          </a:p>
        </p:txBody>
      </p:sp>
      <p:sp>
        <p:nvSpPr>
          <p:cNvPr id="37" name="テキスト ボックス 36">
            <a:extLst>
              <a:ext uri="{FF2B5EF4-FFF2-40B4-BE49-F238E27FC236}">
                <a16:creationId xmlns:a16="http://schemas.microsoft.com/office/drawing/2014/main" id="{C19050A9-3ABE-5151-2861-09A0DEB7552C}"/>
              </a:ext>
            </a:extLst>
          </p:cNvPr>
          <p:cNvSpPr txBox="1"/>
          <p:nvPr/>
        </p:nvSpPr>
        <p:spPr>
          <a:xfrm>
            <a:off x="5016653" y="1720585"/>
            <a:ext cx="364202" cy="523220"/>
          </a:xfrm>
          <a:prstGeom prst="rect">
            <a:avLst/>
          </a:prstGeom>
          <a:noFill/>
        </p:spPr>
        <p:txBody>
          <a:bodyPr wrap="none" rtlCol="0">
            <a:spAutoFit/>
          </a:bodyPr>
          <a:lstStyle/>
          <a:p>
            <a:r>
              <a:rPr lang="en-US" altLang="ja-JP" sz="28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1</a:t>
            </a:r>
            <a:endParaRPr kumimoji="1" lang="ja-JP" altLang="en-US" sz="28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41" name="テキスト ボックス 40">
            <a:extLst>
              <a:ext uri="{FF2B5EF4-FFF2-40B4-BE49-F238E27FC236}">
                <a16:creationId xmlns:a16="http://schemas.microsoft.com/office/drawing/2014/main" id="{FFAF106F-8B6E-CBF4-F5AA-37DB285A1EEA}"/>
              </a:ext>
            </a:extLst>
          </p:cNvPr>
          <p:cNvSpPr txBox="1"/>
          <p:nvPr/>
        </p:nvSpPr>
        <p:spPr>
          <a:xfrm>
            <a:off x="7038737" y="1720585"/>
            <a:ext cx="364202" cy="523220"/>
          </a:xfrm>
          <a:prstGeom prst="rect">
            <a:avLst/>
          </a:prstGeom>
          <a:noFill/>
        </p:spPr>
        <p:txBody>
          <a:bodyPr wrap="none" rtlCol="0">
            <a:spAutoFit/>
          </a:bodyPr>
          <a:lstStyle/>
          <a:p>
            <a:r>
              <a:rPr lang="en-US" altLang="ja-JP" sz="28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2</a:t>
            </a:r>
            <a:endParaRPr kumimoji="1"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44" name="テキスト ボックス 43">
            <a:extLst>
              <a:ext uri="{FF2B5EF4-FFF2-40B4-BE49-F238E27FC236}">
                <a16:creationId xmlns:a16="http://schemas.microsoft.com/office/drawing/2014/main" id="{70640C47-E203-5B80-A0F5-1462B21BA370}"/>
              </a:ext>
            </a:extLst>
          </p:cNvPr>
          <p:cNvSpPr txBox="1"/>
          <p:nvPr/>
        </p:nvSpPr>
        <p:spPr>
          <a:xfrm>
            <a:off x="9060821" y="1720585"/>
            <a:ext cx="364202" cy="523220"/>
          </a:xfrm>
          <a:prstGeom prst="rect">
            <a:avLst/>
          </a:prstGeom>
          <a:noFill/>
        </p:spPr>
        <p:txBody>
          <a:bodyPr wrap="none" rtlCol="0">
            <a:spAutoFit/>
          </a:bodyPr>
          <a:lstStyle/>
          <a:p>
            <a:r>
              <a:rPr lang="en-US" altLang="ja-JP" sz="28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3</a:t>
            </a:r>
            <a:endParaRPr kumimoji="1"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46" name="四角形: 角を丸くする 45">
            <a:extLst>
              <a:ext uri="{FF2B5EF4-FFF2-40B4-BE49-F238E27FC236}">
                <a16:creationId xmlns:a16="http://schemas.microsoft.com/office/drawing/2014/main" id="{D46354C9-C074-34C8-3168-7AE05A6E2D86}"/>
              </a:ext>
            </a:extLst>
          </p:cNvPr>
          <p:cNvSpPr/>
          <p:nvPr/>
        </p:nvSpPr>
        <p:spPr>
          <a:xfrm>
            <a:off x="4387749" y="2407725"/>
            <a:ext cx="1624487" cy="2467543"/>
          </a:xfrm>
          <a:prstGeom prst="roundRect">
            <a:avLst>
              <a:gd name="adj" fmla="val 5007"/>
            </a:avLst>
          </a:prstGeom>
          <a:no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9" name="四角形: 角を丸くする 48">
            <a:extLst>
              <a:ext uri="{FF2B5EF4-FFF2-40B4-BE49-F238E27FC236}">
                <a16:creationId xmlns:a16="http://schemas.microsoft.com/office/drawing/2014/main" id="{098DC781-CE44-5EBA-4F2E-669CC285E209}"/>
              </a:ext>
            </a:extLst>
          </p:cNvPr>
          <p:cNvSpPr/>
          <p:nvPr/>
        </p:nvSpPr>
        <p:spPr>
          <a:xfrm>
            <a:off x="3357968" y="1847207"/>
            <a:ext cx="903478"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 name="正方形/長方形 7">
            <a:extLst>
              <a:ext uri="{FF2B5EF4-FFF2-40B4-BE49-F238E27FC236}">
                <a16:creationId xmlns:a16="http://schemas.microsoft.com/office/drawing/2014/main" id="{8D433718-1F2D-D934-3D4B-853888DB18E3}"/>
              </a:ext>
            </a:extLst>
          </p:cNvPr>
          <p:cNvSpPr>
            <a:spLocks/>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4" name="グループ化 3">
            <a:extLst>
              <a:ext uri="{FF2B5EF4-FFF2-40B4-BE49-F238E27FC236}">
                <a16:creationId xmlns:a16="http://schemas.microsoft.com/office/drawing/2014/main" id="{72B5880B-A392-F955-BF0D-3944CC2135A2}"/>
              </a:ext>
            </a:extLst>
          </p:cNvPr>
          <p:cNvGrpSpPr/>
          <p:nvPr/>
        </p:nvGrpSpPr>
        <p:grpSpPr>
          <a:xfrm>
            <a:off x="3159742" y="1823170"/>
            <a:ext cx="5872517" cy="3211661"/>
            <a:chOff x="3159742" y="1823170"/>
            <a:chExt cx="5872517" cy="3211661"/>
          </a:xfrm>
        </p:grpSpPr>
        <p:sp>
          <p:nvSpPr>
            <p:cNvPr id="6" name="四角形: 角を丸くする 5">
              <a:extLst>
                <a:ext uri="{FF2B5EF4-FFF2-40B4-BE49-F238E27FC236}">
                  <a16:creationId xmlns:a16="http://schemas.microsoft.com/office/drawing/2014/main" id="{B0492599-027A-99B0-10AF-4BC8FE8E9264}"/>
                </a:ext>
              </a:extLst>
            </p:cNvPr>
            <p:cNvSpPr/>
            <p:nvPr/>
          </p:nvSpPr>
          <p:spPr>
            <a:xfrm>
              <a:off x="3159742" y="1823170"/>
              <a:ext cx="5872517" cy="3211661"/>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四角形: 角を丸くする 8">
              <a:extLst>
                <a:ext uri="{FF2B5EF4-FFF2-40B4-BE49-F238E27FC236}">
                  <a16:creationId xmlns:a16="http://schemas.microsoft.com/office/drawing/2014/main" id="{F20F5E95-51AD-061A-8FA9-2C901F4FF7C5}"/>
                </a:ext>
              </a:extLst>
            </p:cNvPr>
            <p:cNvSpPr/>
            <p:nvPr/>
          </p:nvSpPr>
          <p:spPr>
            <a:xfrm>
              <a:off x="6323378" y="3797078"/>
              <a:ext cx="2138224" cy="767022"/>
            </a:xfrm>
            <a:prstGeom prst="roundRect">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a:latin typeface="和音 Joyo R" panose="00000500000000000000" pitchFamily="50" charset="-128"/>
                  <a:ea typeface="和音 Joyo R" panose="00000500000000000000" pitchFamily="50" charset="-128"/>
                </a:rPr>
                <a:t>はい</a:t>
              </a:r>
              <a:endParaRPr lang="ja-JP" altLang="en-US" sz="2400" dirty="0">
                <a:latin typeface="和音 Joyo R" panose="00000500000000000000" pitchFamily="50" charset="-128"/>
                <a:ea typeface="和音 Joyo R" panose="00000500000000000000" pitchFamily="50" charset="-128"/>
              </a:endParaRPr>
            </a:p>
          </p:txBody>
        </p:sp>
        <p:sp>
          <p:nvSpPr>
            <p:cNvPr id="11" name="四角形: 角を丸くする 10">
              <a:extLst>
                <a:ext uri="{FF2B5EF4-FFF2-40B4-BE49-F238E27FC236}">
                  <a16:creationId xmlns:a16="http://schemas.microsoft.com/office/drawing/2014/main" id="{6B6A54D8-D7E3-C3BF-1212-64B585D1E86B}"/>
                </a:ext>
              </a:extLst>
            </p:cNvPr>
            <p:cNvSpPr/>
            <p:nvPr/>
          </p:nvSpPr>
          <p:spPr>
            <a:xfrm>
              <a:off x="3730400" y="3797078"/>
              <a:ext cx="2138224" cy="767022"/>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a:latin typeface="和音 Joyo R" panose="00000500000000000000" pitchFamily="50" charset="-128"/>
                  <a:ea typeface="和音 Joyo R" panose="00000500000000000000" pitchFamily="50" charset="-128"/>
                </a:rPr>
                <a:t>いいえ</a:t>
              </a:r>
              <a:endParaRPr kumimoji="1" lang="ja-JP" altLang="en-US" sz="2400" dirty="0">
                <a:latin typeface="和音 Joyo R" panose="00000500000000000000" pitchFamily="50" charset="-128"/>
                <a:ea typeface="和音 Joyo R" panose="00000500000000000000" pitchFamily="50" charset="-128"/>
              </a:endParaRPr>
            </a:p>
          </p:txBody>
        </p:sp>
        <p:sp>
          <p:nvSpPr>
            <p:cNvPr id="12" name="テキスト ボックス 11">
              <a:extLst>
                <a:ext uri="{FF2B5EF4-FFF2-40B4-BE49-F238E27FC236}">
                  <a16:creationId xmlns:a16="http://schemas.microsoft.com/office/drawing/2014/main" id="{32FE977F-D8B9-BF9E-A5D3-23F966CD4571}"/>
                </a:ext>
              </a:extLst>
            </p:cNvPr>
            <p:cNvSpPr txBox="1"/>
            <p:nvPr/>
          </p:nvSpPr>
          <p:spPr>
            <a:xfrm>
              <a:off x="3263337" y="2409602"/>
              <a:ext cx="5665333" cy="584775"/>
            </a:xfrm>
            <a:prstGeom prst="rect">
              <a:avLst/>
            </a:prstGeom>
            <a:noFill/>
          </p:spPr>
          <p:txBody>
            <a:bodyPr wrap="none" rtlCol="0">
              <a:spAutoFit/>
            </a:bodyPr>
            <a:lstStyle/>
            <a:p>
              <a:pPr algn="ctr"/>
              <a:r>
                <a:rPr kumimoji="1" lang="ja-JP" altLang="en-US" sz="3200" b="1" dirty="0">
                  <a:solidFill>
                    <a:schemeClr val="tx1">
                      <a:lumMod val="85000"/>
                      <a:lumOff val="15000"/>
                    </a:schemeClr>
                  </a:solidFill>
                  <a:latin typeface="和音 Joyo R" panose="00000500000000000000" pitchFamily="50" charset="-128"/>
                  <a:ea typeface="和音 Joyo R" panose="00000500000000000000" pitchFamily="50" charset="-128"/>
                </a:rPr>
                <a:t>変更をキャンセルしますか？</a:t>
              </a:r>
              <a:endParaRPr kumimoji="1" lang="ja-JP" altLang="en-US" sz="4000" b="1"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grpSp>
    </p:spTree>
    <p:extLst>
      <p:ext uri="{BB962C8B-B14F-4D97-AF65-F5344CB8AC3E}">
        <p14:creationId xmlns:p14="http://schemas.microsoft.com/office/powerpoint/2010/main" val="2835807957"/>
      </p:ext>
    </p:extLst>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a:extLst>
            <a:ext uri="{FF2B5EF4-FFF2-40B4-BE49-F238E27FC236}">
              <a16:creationId xmlns:a16="http://schemas.microsoft.com/office/drawing/2014/main" id="{0FDA3C42-7B9E-0F56-F367-422CBBCD686F}"/>
            </a:ext>
          </a:extLst>
        </p:cNvPr>
        <p:cNvGrpSpPr/>
        <p:nvPr/>
      </p:nvGrpSpPr>
      <p:grpSpPr>
        <a:xfrm>
          <a:off x="0" y="0"/>
          <a:ext cx="0" cy="0"/>
          <a:chOff x="0" y="0"/>
          <a:chExt cx="0" cy="0"/>
        </a:xfrm>
      </p:grpSpPr>
      <p:pic>
        <p:nvPicPr>
          <p:cNvPr id="3" name="図 2">
            <a:extLst>
              <a:ext uri="{FF2B5EF4-FFF2-40B4-BE49-F238E27FC236}">
                <a16:creationId xmlns:a16="http://schemas.microsoft.com/office/drawing/2014/main" id="{7207621C-82F3-B546-448E-AA5F2E27D74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443025" y="914113"/>
            <a:ext cx="5305951" cy="7490029"/>
          </a:xfrm>
          <a:prstGeom prst="rect">
            <a:avLst/>
          </a:prstGeom>
        </p:spPr>
      </p:pic>
      <p:sp>
        <p:nvSpPr>
          <p:cNvPr id="8" name="正方形/長方形 7">
            <a:extLst>
              <a:ext uri="{FF2B5EF4-FFF2-40B4-BE49-F238E27FC236}">
                <a16:creationId xmlns:a16="http://schemas.microsoft.com/office/drawing/2014/main" id="{06EA066E-A27D-954C-40B6-E5A9DB2BA630}"/>
              </a:ext>
            </a:extLst>
          </p:cNvPr>
          <p:cNvSpPr>
            <a:spLocks/>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四角形: 角を丸くする 9">
            <a:extLst>
              <a:ext uri="{FF2B5EF4-FFF2-40B4-BE49-F238E27FC236}">
                <a16:creationId xmlns:a16="http://schemas.microsoft.com/office/drawing/2014/main" id="{52BBE151-6C7B-4DE0-0777-349E67913D83}"/>
              </a:ext>
            </a:extLst>
          </p:cNvPr>
          <p:cNvSpPr/>
          <p:nvPr/>
        </p:nvSpPr>
        <p:spPr>
          <a:xfrm>
            <a:off x="1698342" y="1355452"/>
            <a:ext cx="8795316" cy="4056319"/>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a:p>
        </p:txBody>
      </p:sp>
      <p:sp>
        <p:nvSpPr>
          <p:cNvPr id="14" name="フリーフォーム: 図形 13">
            <a:extLst>
              <a:ext uri="{FF2B5EF4-FFF2-40B4-BE49-F238E27FC236}">
                <a16:creationId xmlns:a16="http://schemas.microsoft.com/office/drawing/2014/main" id="{58168044-D63F-C4D9-9921-9DB8CCB1DEE7}"/>
              </a:ext>
            </a:extLst>
          </p:cNvPr>
          <p:cNvSpPr/>
          <p:nvPr/>
        </p:nvSpPr>
        <p:spPr>
          <a:xfrm>
            <a:off x="3948781" y="1352986"/>
            <a:ext cx="6544877" cy="4056319"/>
          </a:xfrm>
          <a:custGeom>
            <a:avLst/>
            <a:gdLst>
              <a:gd name="csX0" fmla="*/ 0 w 6544877"/>
              <a:gd name="csY0" fmla="*/ 0 h 4056319"/>
              <a:gd name="csX1" fmla="*/ 6148777 w 6544877"/>
              <a:gd name="csY1" fmla="*/ 0 h 4056319"/>
              <a:gd name="csX2" fmla="*/ 6544877 w 6544877"/>
              <a:gd name="csY2" fmla="*/ 396100 h 4056319"/>
              <a:gd name="csX3" fmla="*/ 6544877 w 6544877"/>
              <a:gd name="csY3" fmla="*/ 3660219 h 4056319"/>
              <a:gd name="csX4" fmla="*/ 6148777 w 6544877"/>
              <a:gd name="csY4" fmla="*/ 4056319 h 4056319"/>
              <a:gd name="csX5" fmla="*/ 0 w 6544877"/>
              <a:gd name="csY5" fmla="*/ 4056319 h 4056319"/>
            </a:gdLst>
            <a:ahLst/>
            <a:cxnLst>
              <a:cxn ang="0">
                <a:pos x="csX0" y="csY0"/>
              </a:cxn>
              <a:cxn ang="0">
                <a:pos x="csX1" y="csY1"/>
              </a:cxn>
              <a:cxn ang="0">
                <a:pos x="csX2" y="csY2"/>
              </a:cxn>
              <a:cxn ang="0">
                <a:pos x="csX3" y="csY3"/>
              </a:cxn>
              <a:cxn ang="0">
                <a:pos x="csX4" y="csY4"/>
              </a:cxn>
              <a:cxn ang="0">
                <a:pos x="csX5" y="csY5"/>
              </a:cxn>
            </a:cxnLst>
            <a:rect l="l" t="t" r="r" b="b"/>
            <a:pathLst>
              <a:path w="6544877" h="4056319">
                <a:moveTo>
                  <a:pt x="0" y="0"/>
                </a:moveTo>
                <a:lnTo>
                  <a:pt x="6148777" y="0"/>
                </a:lnTo>
                <a:cubicBezTo>
                  <a:pt x="6367537" y="0"/>
                  <a:pt x="6544877" y="177340"/>
                  <a:pt x="6544877" y="396100"/>
                </a:cubicBezTo>
                <a:lnTo>
                  <a:pt x="6544877" y="3660219"/>
                </a:lnTo>
                <a:cubicBezTo>
                  <a:pt x="6544877" y="3878979"/>
                  <a:pt x="6367537" y="4056319"/>
                  <a:pt x="6148777" y="4056319"/>
                </a:cubicBezTo>
                <a:lnTo>
                  <a:pt x="0" y="4056319"/>
                </a:lnTo>
                <a:close/>
              </a:path>
            </a:pathLst>
          </a:cu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endParaRPr kumimoji="1" lang="ja-JP" altLang="en-US"/>
          </a:p>
        </p:txBody>
      </p:sp>
      <p:grpSp>
        <p:nvGrpSpPr>
          <p:cNvPr id="2" name="グループ化 1">
            <a:extLst>
              <a:ext uri="{FF2B5EF4-FFF2-40B4-BE49-F238E27FC236}">
                <a16:creationId xmlns:a16="http://schemas.microsoft.com/office/drawing/2014/main" id="{AF89F36E-E055-D70E-C89B-C415EC758430}"/>
              </a:ext>
            </a:extLst>
          </p:cNvPr>
          <p:cNvGrpSpPr/>
          <p:nvPr/>
        </p:nvGrpSpPr>
        <p:grpSpPr>
          <a:xfrm>
            <a:off x="431675" y="5640918"/>
            <a:ext cx="11328651" cy="929715"/>
            <a:chOff x="431675" y="5640918"/>
            <a:chExt cx="11328651" cy="929715"/>
          </a:xfrm>
        </p:grpSpPr>
        <p:sp>
          <p:nvSpPr>
            <p:cNvPr id="18" name="四角形: 角を丸くする 17">
              <a:extLst>
                <a:ext uri="{FF2B5EF4-FFF2-40B4-BE49-F238E27FC236}">
                  <a16:creationId xmlns:a16="http://schemas.microsoft.com/office/drawing/2014/main" id="{26581930-ABA0-E025-612C-EB14AB37A52C}"/>
                </a:ext>
              </a:extLst>
            </p:cNvPr>
            <p:cNvSpPr/>
            <p:nvPr/>
          </p:nvSpPr>
          <p:spPr>
            <a:xfrm>
              <a:off x="431675" y="5656233"/>
              <a:ext cx="11328651" cy="914400"/>
            </a:xfrm>
            <a:prstGeom prst="roundRect">
              <a:avLst>
                <a:gd name="adj" fmla="val 4803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25" name="四角形: 角を丸くする 24">
              <a:extLst>
                <a:ext uri="{FF2B5EF4-FFF2-40B4-BE49-F238E27FC236}">
                  <a16:creationId xmlns:a16="http://schemas.microsoft.com/office/drawing/2014/main" id="{EAC987AD-824D-7CA2-51D3-317BE2D3494B}"/>
                </a:ext>
              </a:extLst>
            </p:cNvPr>
            <p:cNvSpPr/>
            <p:nvPr/>
          </p:nvSpPr>
          <p:spPr>
            <a:xfrm>
              <a:off x="989774" y="5640918"/>
              <a:ext cx="1338828" cy="914400"/>
            </a:xfrm>
            <a:prstGeom prst="roundRect">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7" name="テキスト ボックス 26">
              <a:extLst>
                <a:ext uri="{FF2B5EF4-FFF2-40B4-BE49-F238E27FC236}">
                  <a16:creationId xmlns:a16="http://schemas.microsoft.com/office/drawing/2014/main" id="{6726EB42-6AF0-5D91-E45A-2C17F3CC2DC5}"/>
                </a:ext>
              </a:extLst>
            </p:cNvPr>
            <p:cNvSpPr txBox="1"/>
            <p:nvPr/>
          </p:nvSpPr>
          <p:spPr>
            <a:xfrm>
              <a:off x="1165119"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29" name="テキスト ボックス 28">
              <a:extLst>
                <a:ext uri="{FF2B5EF4-FFF2-40B4-BE49-F238E27FC236}">
                  <a16:creationId xmlns:a16="http://schemas.microsoft.com/office/drawing/2014/main" id="{AE93F198-9717-3D9A-343F-32C631407EDD}"/>
                </a:ext>
              </a:extLst>
            </p:cNvPr>
            <p:cNvSpPr txBox="1"/>
            <p:nvPr/>
          </p:nvSpPr>
          <p:spPr>
            <a:xfrm flipH="1">
              <a:off x="529243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3" name="テキスト ボックス 32">
              <a:extLst>
                <a:ext uri="{FF2B5EF4-FFF2-40B4-BE49-F238E27FC236}">
                  <a16:creationId xmlns:a16="http://schemas.microsoft.com/office/drawing/2014/main" id="{2530E72A-08F0-BA81-D684-0CC9501A1045}"/>
                </a:ext>
              </a:extLst>
            </p:cNvPr>
            <p:cNvSpPr txBox="1"/>
            <p:nvPr/>
          </p:nvSpPr>
          <p:spPr>
            <a:xfrm>
              <a:off x="284405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6" name="テキスト ボックス 35">
              <a:extLst>
                <a:ext uri="{FF2B5EF4-FFF2-40B4-BE49-F238E27FC236}">
                  <a16:creationId xmlns:a16="http://schemas.microsoft.com/office/drawing/2014/main" id="{25302A49-8C6B-8437-D416-88871C0C8F12}"/>
                </a:ext>
              </a:extLst>
            </p:cNvPr>
            <p:cNvSpPr txBox="1"/>
            <p:nvPr/>
          </p:nvSpPr>
          <p:spPr>
            <a:xfrm>
              <a:off x="8393833"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8" name="テキスト ボックス 37">
              <a:extLst>
                <a:ext uri="{FF2B5EF4-FFF2-40B4-BE49-F238E27FC236}">
                  <a16:creationId xmlns:a16="http://schemas.microsoft.com/office/drawing/2014/main" id="{DC184C2C-F75E-AC45-C577-DE8C31BD70D2}"/>
                </a:ext>
              </a:extLst>
            </p:cNvPr>
            <p:cNvSpPr txBox="1"/>
            <p:nvPr/>
          </p:nvSpPr>
          <p:spPr>
            <a:xfrm>
              <a:off x="6714895"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9" name="テキスト ボックス 38">
              <a:extLst>
                <a:ext uri="{FF2B5EF4-FFF2-40B4-BE49-F238E27FC236}">
                  <a16:creationId xmlns:a16="http://schemas.microsoft.com/office/drawing/2014/main" id="{BD2A4050-DCEB-46B3-05CD-0288C2A5AD03}"/>
                </a:ext>
              </a:extLst>
            </p:cNvPr>
            <p:cNvSpPr txBox="1"/>
            <p:nvPr/>
          </p:nvSpPr>
          <p:spPr>
            <a:xfrm flipH="1">
              <a:off x="9816293" y="5913378"/>
              <a:ext cx="1210588"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47" name="四角形: 角を丸くする 46">
            <a:extLst>
              <a:ext uri="{FF2B5EF4-FFF2-40B4-BE49-F238E27FC236}">
                <a16:creationId xmlns:a16="http://schemas.microsoft.com/office/drawing/2014/main" id="{E145F2AF-A6FC-4C9E-3C50-A944DDBD249F}"/>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52" name="テキスト ボックス 51">
            <a:extLst>
              <a:ext uri="{FF2B5EF4-FFF2-40B4-BE49-F238E27FC236}">
                <a16:creationId xmlns:a16="http://schemas.microsoft.com/office/drawing/2014/main" id="{5C6F8347-92F2-FDAB-2873-EBD680EB99E7}"/>
              </a:ext>
            </a:extLst>
          </p:cNvPr>
          <p:cNvSpPr txBox="1"/>
          <p:nvPr/>
        </p:nvSpPr>
        <p:spPr>
          <a:xfrm>
            <a:off x="1624591" y="641390"/>
            <a:ext cx="1467068" cy="400110"/>
          </a:xfrm>
          <a:prstGeom prst="rect">
            <a:avLst/>
          </a:prstGeom>
          <a:noFill/>
        </p:spPr>
        <p:txBody>
          <a:bodyPr wrap="none" rtlCol="0">
            <a:spAutoFit/>
          </a:bodyPr>
          <a:lstStyle/>
          <a:p>
            <a:pPr algn="ctr"/>
            <a:r>
              <a:rPr kumimoji="1"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ホーム設定</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55" name="グループ化 54">
            <a:extLst>
              <a:ext uri="{FF2B5EF4-FFF2-40B4-BE49-F238E27FC236}">
                <a16:creationId xmlns:a16="http://schemas.microsoft.com/office/drawing/2014/main" id="{5BF29584-8AFE-6C8B-B295-00480F776281}"/>
              </a:ext>
            </a:extLst>
          </p:cNvPr>
          <p:cNvGrpSpPr/>
          <p:nvPr/>
        </p:nvGrpSpPr>
        <p:grpSpPr>
          <a:xfrm>
            <a:off x="163586" y="134635"/>
            <a:ext cx="1975684" cy="1396119"/>
            <a:chOff x="163586" y="134635"/>
            <a:chExt cx="1975684" cy="1396119"/>
          </a:xfrm>
        </p:grpSpPr>
        <p:grpSp>
          <p:nvGrpSpPr>
            <p:cNvPr id="62" name="グループ化 61">
              <a:extLst>
                <a:ext uri="{FF2B5EF4-FFF2-40B4-BE49-F238E27FC236}">
                  <a16:creationId xmlns:a16="http://schemas.microsoft.com/office/drawing/2014/main" id="{5F515F47-4F14-EA67-D0BE-794373B58E73}"/>
                </a:ext>
              </a:extLst>
            </p:cNvPr>
            <p:cNvGrpSpPr/>
            <p:nvPr/>
          </p:nvGrpSpPr>
          <p:grpSpPr>
            <a:xfrm>
              <a:off x="163586" y="134635"/>
              <a:ext cx="1975684" cy="1396119"/>
              <a:chOff x="163586" y="134635"/>
              <a:chExt cx="1975684" cy="1396119"/>
            </a:xfrm>
          </p:grpSpPr>
          <p:pic>
            <p:nvPicPr>
              <p:cNvPr id="65" name="図 64">
                <a:extLst>
                  <a:ext uri="{FF2B5EF4-FFF2-40B4-BE49-F238E27FC236}">
                    <a16:creationId xmlns:a16="http://schemas.microsoft.com/office/drawing/2014/main" id="{645EB96F-1C40-ADCD-2DAB-14001F561105}"/>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66" name="楕円 65">
                <a:extLst>
                  <a:ext uri="{FF2B5EF4-FFF2-40B4-BE49-F238E27FC236}">
                    <a16:creationId xmlns:a16="http://schemas.microsoft.com/office/drawing/2014/main" id="{EE5373F7-7E33-841D-F6B9-3623B47CAD2E}"/>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64" name="図 63">
              <a:extLst>
                <a:ext uri="{FF2B5EF4-FFF2-40B4-BE49-F238E27FC236}">
                  <a16:creationId xmlns:a16="http://schemas.microsoft.com/office/drawing/2014/main" id="{E8DFC0E7-0ED9-C605-761F-91F3FD340B52}"/>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nvGrpSpPr>
          <p:cNvPr id="7" name="グループ化 6">
            <a:extLst>
              <a:ext uri="{FF2B5EF4-FFF2-40B4-BE49-F238E27FC236}">
                <a16:creationId xmlns:a16="http://schemas.microsoft.com/office/drawing/2014/main" id="{C407F7C9-6A9C-0810-C37A-9DB4698E9661}"/>
              </a:ext>
            </a:extLst>
          </p:cNvPr>
          <p:cNvGrpSpPr/>
          <p:nvPr/>
        </p:nvGrpSpPr>
        <p:grpSpPr>
          <a:xfrm>
            <a:off x="2061798" y="1848637"/>
            <a:ext cx="1545081" cy="3160725"/>
            <a:chOff x="2319118" y="1796537"/>
            <a:chExt cx="1545081" cy="3160725"/>
          </a:xfrm>
        </p:grpSpPr>
        <p:sp>
          <p:nvSpPr>
            <p:cNvPr id="68" name="四角形: 角を丸くする 67">
              <a:extLst>
                <a:ext uri="{FF2B5EF4-FFF2-40B4-BE49-F238E27FC236}">
                  <a16:creationId xmlns:a16="http://schemas.microsoft.com/office/drawing/2014/main" id="{780F7161-0D9B-EAF5-88CF-A767CB628BB3}"/>
                </a:ext>
              </a:extLst>
            </p:cNvPr>
            <p:cNvSpPr/>
            <p:nvPr/>
          </p:nvSpPr>
          <p:spPr>
            <a:xfrm>
              <a:off x="2319118" y="1796537"/>
              <a:ext cx="1545081" cy="712577"/>
            </a:xfrm>
            <a:prstGeom prst="roundRect">
              <a:avLst>
                <a:gd name="adj" fmla="val 9765"/>
              </a:avLst>
            </a:prstGeom>
            <a:solidFill>
              <a:srgbClr val="FFA4F3"/>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a:latin typeface="原稿用標準書体" panose="03000503000000000000" pitchFamily="66" charset="-128"/>
                  <a:ea typeface="原稿用標準書体" panose="03000503000000000000" pitchFamily="66" charset="-128"/>
                </a:rPr>
                <a:t>カスタム</a:t>
              </a:r>
              <a:endParaRPr kumimoji="1" lang="ja-JP" altLang="en-US">
                <a:latin typeface="原稿用標準書体" panose="03000503000000000000" pitchFamily="66" charset="-128"/>
                <a:ea typeface="原稿用標準書体" panose="03000503000000000000" pitchFamily="66" charset="-128"/>
              </a:endParaRPr>
            </a:p>
          </p:txBody>
        </p:sp>
        <p:sp>
          <p:nvSpPr>
            <p:cNvPr id="69" name="四角形: 角を丸くする 68">
              <a:extLst>
                <a:ext uri="{FF2B5EF4-FFF2-40B4-BE49-F238E27FC236}">
                  <a16:creationId xmlns:a16="http://schemas.microsoft.com/office/drawing/2014/main" id="{BBF6616A-8607-77D6-E25F-CFD875060E8E}"/>
                </a:ext>
              </a:extLst>
            </p:cNvPr>
            <p:cNvSpPr/>
            <p:nvPr/>
          </p:nvSpPr>
          <p:spPr>
            <a:xfrm>
              <a:off x="2319118" y="3020611"/>
              <a:ext cx="1545081" cy="712577"/>
            </a:xfrm>
            <a:prstGeom prst="roundRect">
              <a:avLst>
                <a:gd name="adj" fmla="val 9765"/>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ランダム</a:t>
              </a:r>
            </a:p>
          </p:txBody>
        </p:sp>
        <p:sp>
          <p:nvSpPr>
            <p:cNvPr id="5" name="四角形: 角を丸くする 4">
              <a:extLst>
                <a:ext uri="{FF2B5EF4-FFF2-40B4-BE49-F238E27FC236}">
                  <a16:creationId xmlns:a16="http://schemas.microsoft.com/office/drawing/2014/main" id="{FFCD0C8C-02C3-DABB-B0CD-11D3707BC403}"/>
                </a:ext>
              </a:extLst>
            </p:cNvPr>
            <p:cNvSpPr/>
            <p:nvPr/>
          </p:nvSpPr>
          <p:spPr>
            <a:xfrm>
              <a:off x="2319118" y="4244685"/>
              <a:ext cx="1545081" cy="712577"/>
            </a:xfrm>
            <a:prstGeom prst="roundRect">
              <a:avLst>
                <a:gd name="adj" fmla="val 9765"/>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a:latin typeface="原稿用標準書体" panose="03000503000000000000" pitchFamily="66" charset="-128"/>
                  <a:ea typeface="原稿用標準書体" panose="03000503000000000000" pitchFamily="66" charset="-128"/>
                </a:rPr>
                <a:t>変更</a:t>
              </a: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12" name="グループ化 11">
            <a:extLst>
              <a:ext uri="{FF2B5EF4-FFF2-40B4-BE49-F238E27FC236}">
                <a16:creationId xmlns:a16="http://schemas.microsoft.com/office/drawing/2014/main" id="{EDDEBFA2-26C5-B9A6-29E3-D6B4C121BC42}"/>
              </a:ext>
            </a:extLst>
          </p:cNvPr>
          <p:cNvGrpSpPr/>
          <p:nvPr/>
        </p:nvGrpSpPr>
        <p:grpSpPr>
          <a:xfrm>
            <a:off x="6448289" y="1720585"/>
            <a:ext cx="1545860" cy="3114084"/>
            <a:chOff x="4591244" y="1720585"/>
            <a:chExt cx="1545860" cy="3114084"/>
          </a:xfrm>
        </p:grpSpPr>
        <p:grpSp>
          <p:nvGrpSpPr>
            <p:cNvPr id="24" name="グループ化 23">
              <a:extLst>
                <a:ext uri="{FF2B5EF4-FFF2-40B4-BE49-F238E27FC236}">
                  <a16:creationId xmlns:a16="http://schemas.microsoft.com/office/drawing/2014/main" id="{687CFAF5-CC6E-A071-851C-9EA153A31E54}"/>
                </a:ext>
              </a:extLst>
            </p:cNvPr>
            <p:cNvGrpSpPr/>
            <p:nvPr/>
          </p:nvGrpSpPr>
          <p:grpSpPr>
            <a:xfrm>
              <a:off x="4591244" y="2442261"/>
              <a:ext cx="1545860" cy="2392408"/>
              <a:chOff x="4530846" y="2193464"/>
              <a:chExt cx="1545860" cy="2392408"/>
            </a:xfrm>
          </p:grpSpPr>
          <p:sp>
            <p:nvSpPr>
              <p:cNvPr id="16" name="四角形: 角を丸くする 15">
                <a:extLst>
                  <a:ext uri="{FF2B5EF4-FFF2-40B4-BE49-F238E27FC236}">
                    <a16:creationId xmlns:a16="http://schemas.microsoft.com/office/drawing/2014/main" id="{4738F6BE-6AC3-E581-3C29-EF8EEDDE4AF2}"/>
                  </a:ext>
                </a:extLst>
              </p:cNvPr>
              <p:cNvSpPr/>
              <p:nvPr/>
            </p:nvSpPr>
            <p:spPr>
              <a:xfrm>
                <a:off x="4531625" y="2193464"/>
                <a:ext cx="1545081" cy="1624405"/>
              </a:xfrm>
              <a:prstGeom prst="roundRect">
                <a:avLst>
                  <a:gd name="adj" fmla="val 5007"/>
                </a:avLst>
              </a:prstGeom>
              <a:solidFill>
                <a:schemeClr val="bg1">
                  <a:lumMod val="65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a:latin typeface="原稿用標準書体" panose="03000503000000000000" pitchFamily="66" charset="-128"/>
                    <a:ea typeface="原稿用標準書体" panose="03000503000000000000" pitchFamily="66" charset="-128"/>
                  </a:rPr>
                  <a:t>キャラ</a:t>
                </a:r>
                <a:endParaRPr kumimoji="1" lang="ja-JP" altLang="en-US">
                  <a:latin typeface="原稿用標準書体" panose="03000503000000000000" pitchFamily="66" charset="-128"/>
                  <a:ea typeface="原稿用標準書体" panose="03000503000000000000" pitchFamily="66" charset="-128"/>
                </a:endParaRPr>
              </a:p>
            </p:txBody>
          </p:sp>
          <p:sp>
            <p:nvSpPr>
              <p:cNvPr id="19" name="四角形: 角を丸くする 18">
                <a:extLst>
                  <a:ext uri="{FF2B5EF4-FFF2-40B4-BE49-F238E27FC236}">
                    <a16:creationId xmlns:a16="http://schemas.microsoft.com/office/drawing/2014/main" id="{70FA1136-D861-BBA0-6C97-E9C8A4CED809}"/>
                  </a:ext>
                </a:extLst>
              </p:cNvPr>
              <p:cNvSpPr/>
              <p:nvPr/>
            </p:nvSpPr>
            <p:spPr>
              <a:xfrm>
                <a:off x="4530846" y="3850034"/>
                <a:ext cx="1545081" cy="735838"/>
              </a:xfrm>
              <a:prstGeom prst="roundRect">
                <a:avLst>
                  <a:gd name="adj" fmla="val 9765"/>
                </a:avLst>
              </a:prstGeom>
              <a:solidFill>
                <a:schemeClr val="bg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背景</a:t>
                </a:r>
              </a:p>
            </p:txBody>
          </p:sp>
        </p:grpSp>
        <p:sp>
          <p:nvSpPr>
            <p:cNvPr id="11" name="テキスト ボックス 10">
              <a:extLst>
                <a:ext uri="{FF2B5EF4-FFF2-40B4-BE49-F238E27FC236}">
                  <a16:creationId xmlns:a16="http://schemas.microsoft.com/office/drawing/2014/main" id="{3AE37DDD-4DF4-B68C-F84B-12462ADD6B76}"/>
                </a:ext>
              </a:extLst>
            </p:cNvPr>
            <p:cNvSpPr txBox="1"/>
            <p:nvPr/>
          </p:nvSpPr>
          <p:spPr>
            <a:xfrm>
              <a:off x="4733232" y="1720585"/>
              <a:ext cx="1261885" cy="523220"/>
            </a:xfrm>
            <a:prstGeom prst="rect">
              <a:avLst/>
            </a:prstGeom>
            <a:noFill/>
          </p:spPr>
          <p:txBody>
            <a:bodyPr wrap="none" rtlCol="0">
              <a:spAutoFit/>
            </a:bodyPr>
            <a:lstStyle/>
            <a:p>
              <a:pPr algn="ctr"/>
              <a:r>
                <a:rPr lang="en-US" altLang="ja-JP" sz="28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Slot:1</a:t>
              </a:r>
              <a:endParaRPr kumimoji="1" lang="ja-JP" altLang="en-US" sz="28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23" name="グループ化 22">
            <a:extLst>
              <a:ext uri="{FF2B5EF4-FFF2-40B4-BE49-F238E27FC236}">
                <a16:creationId xmlns:a16="http://schemas.microsoft.com/office/drawing/2014/main" id="{AA4119B2-A979-93C0-C2BD-6F0AA46D8D7E}"/>
              </a:ext>
            </a:extLst>
          </p:cNvPr>
          <p:cNvGrpSpPr/>
          <p:nvPr/>
        </p:nvGrpSpPr>
        <p:grpSpPr>
          <a:xfrm>
            <a:off x="5124118" y="2453358"/>
            <a:ext cx="4169035" cy="1601583"/>
            <a:chOff x="5135789" y="2453358"/>
            <a:chExt cx="4169035" cy="1601583"/>
          </a:xfrm>
        </p:grpSpPr>
        <p:pic>
          <p:nvPicPr>
            <p:cNvPr id="15" name="図 14">
              <a:extLst>
                <a:ext uri="{FF2B5EF4-FFF2-40B4-BE49-F238E27FC236}">
                  <a16:creationId xmlns:a16="http://schemas.microsoft.com/office/drawing/2014/main" id="{AF5C6F42-9038-03EE-855F-4D93F2C1FC3A}"/>
                </a:ext>
              </a:extLst>
            </p:cNvPr>
            <p:cNvPicPr>
              <a:picLocks noChangeAspect="1"/>
            </p:cNvPicPr>
            <p:nvPr/>
          </p:nvPicPr>
          <p:blipFill>
            <a:blip r:embed="rId6">
              <a:lum bright="70000" contrast="-70000"/>
              <a:extLst>
                <a:ext uri="{28A0092B-C50C-407E-A947-70E740481C1C}">
                  <a14:useLocalDpi xmlns:a14="http://schemas.microsoft.com/office/drawing/2010/main" val="0"/>
                </a:ext>
              </a:extLst>
            </a:blip>
            <a:stretch>
              <a:fillRect/>
            </a:stretch>
          </p:blipFill>
          <p:spPr>
            <a:xfrm>
              <a:off x="5135789" y="2453358"/>
              <a:ext cx="1601583" cy="1601583"/>
            </a:xfrm>
            <a:prstGeom prst="rect">
              <a:avLst/>
            </a:prstGeom>
          </p:spPr>
        </p:pic>
        <p:pic>
          <p:nvPicPr>
            <p:cNvPr id="20" name="図 19">
              <a:extLst>
                <a:ext uri="{FF2B5EF4-FFF2-40B4-BE49-F238E27FC236}">
                  <a16:creationId xmlns:a16="http://schemas.microsoft.com/office/drawing/2014/main" id="{BAD1F54F-5C20-DCFF-E328-8F553D6DE858}"/>
                </a:ext>
              </a:extLst>
            </p:cNvPr>
            <p:cNvPicPr>
              <a:picLocks noChangeAspect="1"/>
            </p:cNvPicPr>
            <p:nvPr/>
          </p:nvPicPr>
          <p:blipFill>
            <a:blip r:embed="rId6">
              <a:lum bright="70000" contrast="-70000"/>
              <a:extLst>
                <a:ext uri="{28A0092B-C50C-407E-A947-70E740481C1C}">
                  <a14:useLocalDpi xmlns:a14="http://schemas.microsoft.com/office/drawing/2010/main" val="0"/>
                </a:ext>
              </a:extLst>
            </a:blip>
            <a:stretch>
              <a:fillRect/>
            </a:stretch>
          </p:blipFill>
          <p:spPr>
            <a:xfrm flipH="1">
              <a:off x="7703241" y="2453358"/>
              <a:ext cx="1601583" cy="1601583"/>
            </a:xfrm>
            <a:prstGeom prst="rect">
              <a:avLst/>
            </a:prstGeom>
          </p:spPr>
        </p:pic>
      </p:grpSp>
      <p:sp>
        <p:nvSpPr>
          <p:cNvPr id="22" name="四角形: 角を丸くする 21">
            <a:extLst>
              <a:ext uri="{FF2B5EF4-FFF2-40B4-BE49-F238E27FC236}">
                <a16:creationId xmlns:a16="http://schemas.microsoft.com/office/drawing/2014/main" id="{6D3DE8F2-42BF-534E-29C3-EA4FB29B1711}"/>
              </a:ext>
            </a:extLst>
          </p:cNvPr>
          <p:cNvSpPr/>
          <p:nvPr/>
        </p:nvSpPr>
        <p:spPr>
          <a:xfrm>
            <a:off x="4357482" y="2696476"/>
            <a:ext cx="1043592" cy="1097170"/>
          </a:xfrm>
          <a:prstGeom prst="roundRect">
            <a:avLst>
              <a:gd name="adj" fmla="val 5007"/>
            </a:avLst>
          </a:prstGeom>
          <a:solidFill>
            <a:schemeClr val="bg1">
              <a:lumMod val="50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a:solidFill>
                  <a:schemeClr val="bg1">
                    <a:lumMod val="65000"/>
                  </a:schemeClr>
                </a:solidFill>
                <a:latin typeface="原稿用標準書体" panose="03000503000000000000" pitchFamily="66" charset="-128"/>
                <a:ea typeface="原稿用標準書体" panose="03000503000000000000" pitchFamily="66" charset="-128"/>
              </a:rPr>
              <a:t>キャラ</a:t>
            </a:r>
            <a:endParaRPr kumimoji="1" lang="ja-JP" altLang="en-US">
              <a:solidFill>
                <a:schemeClr val="bg1">
                  <a:lumMod val="65000"/>
                </a:schemeClr>
              </a:solidFill>
              <a:latin typeface="原稿用標準書体" panose="03000503000000000000" pitchFamily="66" charset="-128"/>
              <a:ea typeface="原稿用標準書体" panose="03000503000000000000" pitchFamily="66" charset="-128"/>
            </a:endParaRPr>
          </a:p>
        </p:txBody>
      </p:sp>
      <p:grpSp>
        <p:nvGrpSpPr>
          <p:cNvPr id="35" name="グループ化 34">
            <a:extLst>
              <a:ext uri="{FF2B5EF4-FFF2-40B4-BE49-F238E27FC236}">
                <a16:creationId xmlns:a16="http://schemas.microsoft.com/office/drawing/2014/main" id="{A3D9B839-0ACA-D778-B634-14EFB7DE78FA}"/>
              </a:ext>
            </a:extLst>
          </p:cNvPr>
          <p:cNvGrpSpPr/>
          <p:nvPr/>
        </p:nvGrpSpPr>
        <p:grpSpPr>
          <a:xfrm>
            <a:off x="5124118" y="3665958"/>
            <a:ext cx="4169035" cy="1601583"/>
            <a:chOff x="5135789" y="2453358"/>
            <a:chExt cx="4169035" cy="1601583"/>
          </a:xfrm>
        </p:grpSpPr>
        <p:pic>
          <p:nvPicPr>
            <p:cNvPr id="40" name="図 39">
              <a:extLst>
                <a:ext uri="{FF2B5EF4-FFF2-40B4-BE49-F238E27FC236}">
                  <a16:creationId xmlns:a16="http://schemas.microsoft.com/office/drawing/2014/main" id="{E885E8F7-9F1B-CD08-5098-DEEC67DDC3C0}"/>
                </a:ext>
              </a:extLst>
            </p:cNvPr>
            <p:cNvPicPr>
              <a:picLocks noChangeAspect="1"/>
            </p:cNvPicPr>
            <p:nvPr/>
          </p:nvPicPr>
          <p:blipFill>
            <a:blip r:embed="rId6">
              <a:lum bright="70000" contrast="-70000"/>
              <a:extLst>
                <a:ext uri="{28A0092B-C50C-407E-A947-70E740481C1C}">
                  <a14:useLocalDpi xmlns:a14="http://schemas.microsoft.com/office/drawing/2010/main" val="0"/>
                </a:ext>
              </a:extLst>
            </a:blip>
            <a:stretch>
              <a:fillRect/>
            </a:stretch>
          </p:blipFill>
          <p:spPr>
            <a:xfrm>
              <a:off x="5135789" y="2453358"/>
              <a:ext cx="1601583" cy="1601583"/>
            </a:xfrm>
            <a:prstGeom prst="rect">
              <a:avLst/>
            </a:prstGeom>
          </p:spPr>
        </p:pic>
        <p:pic>
          <p:nvPicPr>
            <p:cNvPr id="42" name="図 41">
              <a:extLst>
                <a:ext uri="{FF2B5EF4-FFF2-40B4-BE49-F238E27FC236}">
                  <a16:creationId xmlns:a16="http://schemas.microsoft.com/office/drawing/2014/main" id="{EAB31E8D-09A4-7D25-EDA2-D03ED8D59B21}"/>
                </a:ext>
              </a:extLst>
            </p:cNvPr>
            <p:cNvPicPr>
              <a:picLocks noChangeAspect="1"/>
            </p:cNvPicPr>
            <p:nvPr/>
          </p:nvPicPr>
          <p:blipFill>
            <a:blip r:embed="rId6">
              <a:lum bright="70000" contrast="-70000"/>
              <a:extLst>
                <a:ext uri="{28A0092B-C50C-407E-A947-70E740481C1C}">
                  <a14:useLocalDpi xmlns:a14="http://schemas.microsoft.com/office/drawing/2010/main" val="0"/>
                </a:ext>
              </a:extLst>
            </a:blip>
            <a:stretch>
              <a:fillRect/>
            </a:stretch>
          </p:blipFill>
          <p:spPr>
            <a:xfrm flipH="1">
              <a:off x="7703241" y="2453358"/>
              <a:ext cx="1601583" cy="1601583"/>
            </a:xfrm>
            <a:prstGeom prst="rect">
              <a:avLst/>
            </a:prstGeom>
          </p:spPr>
        </p:pic>
      </p:grpSp>
      <p:sp>
        <p:nvSpPr>
          <p:cNvPr id="45" name="四角形: 角を丸くする 44">
            <a:extLst>
              <a:ext uri="{FF2B5EF4-FFF2-40B4-BE49-F238E27FC236}">
                <a16:creationId xmlns:a16="http://schemas.microsoft.com/office/drawing/2014/main" id="{7C5B1307-893A-A8FA-5763-5386E572272A}"/>
              </a:ext>
            </a:extLst>
          </p:cNvPr>
          <p:cNvSpPr/>
          <p:nvPr/>
        </p:nvSpPr>
        <p:spPr>
          <a:xfrm>
            <a:off x="9047191" y="2696476"/>
            <a:ext cx="1043592" cy="1097170"/>
          </a:xfrm>
          <a:prstGeom prst="roundRect">
            <a:avLst>
              <a:gd name="adj" fmla="val 5007"/>
            </a:avLst>
          </a:prstGeom>
          <a:solidFill>
            <a:schemeClr val="bg1">
              <a:lumMod val="50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a:solidFill>
                  <a:schemeClr val="bg1">
                    <a:lumMod val="65000"/>
                  </a:schemeClr>
                </a:solidFill>
                <a:latin typeface="原稿用標準書体" panose="03000503000000000000" pitchFamily="66" charset="-128"/>
                <a:ea typeface="原稿用標準書体" panose="03000503000000000000" pitchFamily="66" charset="-128"/>
              </a:rPr>
              <a:t>キャラ</a:t>
            </a:r>
            <a:endParaRPr kumimoji="1" lang="ja-JP" altLang="en-US">
              <a:solidFill>
                <a:schemeClr val="bg1">
                  <a:lumMod val="65000"/>
                </a:schemeClr>
              </a:solidFill>
              <a:latin typeface="原稿用標準書体" panose="03000503000000000000" pitchFamily="66" charset="-128"/>
              <a:ea typeface="原稿用標準書体" panose="03000503000000000000" pitchFamily="66" charset="-128"/>
            </a:endParaRPr>
          </a:p>
        </p:txBody>
      </p:sp>
      <p:sp>
        <p:nvSpPr>
          <p:cNvPr id="53" name="四角形: 角を丸くする 52">
            <a:extLst>
              <a:ext uri="{FF2B5EF4-FFF2-40B4-BE49-F238E27FC236}">
                <a16:creationId xmlns:a16="http://schemas.microsoft.com/office/drawing/2014/main" id="{EC1922A9-0AC9-0043-5987-C41023C6ED08}"/>
              </a:ext>
            </a:extLst>
          </p:cNvPr>
          <p:cNvSpPr/>
          <p:nvPr/>
        </p:nvSpPr>
        <p:spPr>
          <a:xfrm>
            <a:off x="3357968" y="1847207"/>
            <a:ext cx="903478"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6" name="四角形: 角を丸くする 55">
            <a:extLst>
              <a:ext uri="{FF2B5EF4-FFF2-40B4-BE49-F238E27FC236}">
                <a16:creationId xmlns:a16="http://schemas.microsoft.com/office/drawing/2014/main" id="{64AAC2A8-262F-2501-17B8-AEE86A739911}"/>
              </a:ext>
            </a:extLst>
          </p:cNvPr>
          <p:cNvSpPr/>
          <p:nvPr/>
        </p:nvSpPr>
        <p:spPr>
          <a:xfrm>
            <a:off x="9047191" y="4218246"/>
            <a:ext cx="1043592" cy="497006"/>
          </a:xfrm>
          <a:prstGeom prst="roundRect">
            <a:avLst>
              <a:gd name="adj" fmla="val 9765"/>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solidFill>
                  <a:schemeClr val="bg1">
                    <a:lumMod val="50000"/>
                  </a:schemeClr>
                </a:solidFill>
                <a:latin typeface="原稿用標準書体" panose="03000503000000000000" pitchFamily="66" charset="-128"/>
                <a:ea typeface="原稿用標準書体" panose="03000503000000000000" pitchFamily="66" charset="-128"/>
              </a:rPr>
              <a:t>背景</a:t>
            </a:r>
          </a:p>
        </p:txBody>
      </p:sp>
      <p:sp>
        <p:nvSpPr>
          <p:cNvPr id="58" name="四角形: 角を丸くする 57">
            <a:extLst>
              <a:ext uri="{FF2B5EF4-FFF2-40B4-BE49-F238E27FC236}">
                <a16:creationId xmlns:a16="http://schemas.microsoft.com/office/drawing/2014/main" id="{D3B7772A-952D-1142-0D60-B2C5A8E17731}"/>
              </a:ext>
            </a:extLst>
          </p:cNvPr>
          <p:cNvSpPr/>
          <p:nvPr/>
        </p:nvSpPr>
        <p:spPr>
          <a:xfrm>
            <a:off x="4357482" y="4218246"/>
            <a:ext cx="1043592" cy="497006"/>
          </a:xfrm>
          <a:prstGeom prst="roundRect">
            <a:avLst>
              <a:gd name="adj" fmla="val 9765"/>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solidFill>
                  <a:schemeClr val="bg1">
                    <a:lumMod val="50000"/>
                  </a:schemeClr>
                </a:solidFill>
                <a:latin typeface="原稿用標準書体" panose="03000503000000000000" pitchFamily="66" charset="-128"/>
                <a:ea typeface="原稿用標準書体" panose="03000503000000000000" pitchFamily="66" charset="-128"/>
              </a:rPr>
              <a:t>背景</a:t>
            </a:r>
          </a:p>
        </p:txBody>
      </p:sp>
      <p:sp>
        <p:nvSpPr>
          <p:cNvPr id="6" name="四角形: 角を丸くする 5">
            <a:extLst>
              <a:ext uri="{FF2B5EF4-FFF2-40B4-BE49-F238E27FC236}">
                <a16:creationId xmlns:a16="http://schemas.microsoft.com/office/drawing/2014/main" id="{CD377CAC-127C-862D-43E0-8AFC43E5F91F}"/>
              </a:ext>
            </a:extLst>
          </p:cNvPr>
          <p:cNvSpPr/>
          <p:nvPr/>
        </p:nvSpPr>
        <p:spPr>
          <a:xfrm>
            <a:off x="8607373" y="1621531"/>
            <a:ext cx="1545081" cy="622274"/>
          </a:xfrm>
          <a:prstGeom prst="roundRect">
            <a:avLst>
              <a:gd name="adj" fmla="val 5007"/>
            </a:avLst>
          </a:prstGeom>
          <a:solidFill>
            <a:schemeClr val="bg1">
              <a:lumMod val="85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rPr>
              <a:t>リセット</a:t>
            </a:r>
            <a:endPar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Tree>
    <p:extLst>
      <p:ext uri="{BB962C8B-B14F-4D97-AF65-F5344CB8AC3E}">
        <p14:creationId xmlns:p14="http://schemas.microsoft.com/office/powerpoint/2010/main" val="1281997299"/>
      </p:ext>
    </p:extLst>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a:extLst>
            <a:ext uri="{FF2B5EF4-FFF2-40B4-BE49-F238E27FC236}">
              <a16:creationId xmlns:a16="http://schemas.microsoft.com/office/drawing/2014/main" id="{814C2123-9480-96EC-3E8A-763F8EF68501}"/>
            </a:ext>
          </a:extLst>
        </p:cNvPr>
        <p:cNvGrpSpPr/>
        <p:nvPr/>
      </p:nvGrpSpPr>
      <p:grpSpPr>
        <a:xfrm>
          <a:off x="0" y="0"/>
          <a:ext cx="0" cy="0"/>
          <a:chOff x="0" y="0"/>
          <a:chExt cx="0" cy="0"/>
        </a:xfrm>
      </p:grpSpPr>
      <p:pic>
        <p:nvPicPr>
          <p:cNvPr id="3" name="図 2">
            <a:extLst>
              <a:ext uri="{FF2B5EF4-FFF2-40B4-BE49-F238E27FC236}">
                <a16:creationId xmlns:a16="http://schemas.microsoft.com/office/drawing/2014/main" id="{3A994EF0-F98E-4FCB-4C6F-8121235C4BB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443025" y="914113"/>
            <a:ext cx="5305951" cy="7490029"/>
          </a:xfrm>
          <a:prstGeom prst="rect">
            <a:avLst/>
          </a:prstGeom>
        </p:spPr>
      </p:pic>
      <p:sp>
        <p:nvSpPr>
          <p:cNvPr id="10" name="四角形: 角を丸くする 9">
            <a:extLst>
              <a:ext uri="{FF2B5EF4-FFF2-40B4-BE49-F238E27FC236}">
                <a16:creationId xmlns:a16="http://schemas.microsoft.com/office/drawing/2014/main" id="{3FEE31CF-4C36-074E-BCD8-39011ABE21E7}"/>
              </a:ext>
            </a:extLst>
          </p:cNvPr>
          <p:cNvSpPr/>
          <p:nvPr/>
        </p:nvSpPr>
        <p:spPr>
          <a:xfrm>
            <a:off x="1698342" y="1355452"/>
            <a:ext cx="8795316" cy="4056319"/>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a:p>
        </p:txBody>
      </p:sp>
      <p:sp>
        <p:nvSpPr>
          <p:cNvPr id="14" name="フリーフォーム: 図形 13">
            <a:extLst>
              <a:ext uri="{FF2B5EF4-FFF2-40B4-BE49-F238E27FC236}">
                <a16:creationId xmlns:a16="http://schemas.microsoft.com/office/drawing/2014/main" id="{E21D4007-3E5F-BEF3-7E34-CE6F063280B3}"/>
              </a:ext>
            </a:extLst>
          </p:cNvPr>
          <p:cNvSpPr/>
          <p:nvPr/>
        </p:nvSpPr>
        <p:spPr>
          <a:xfrm>
            <a:off x="3948781" y="1352986"/>
            <a:ext cx="6544877" cy="4056319"/>
          </a:xfrm>
          <a:custGeom>
            <a:avLst/>
            <a:gdLst>
              <a:gd name="csX0" fmla="*/ 0 w 6544877"/>
              <a:gd name="csY0" fmla="*/ 0 h 4056319"/>
              <a:gd name="csX1" fmla="*/ 6148777 w 6544877"/>
              <a:gd name="csY1" fmla="*/ 0 h 4056319"/>
              <a:gd name="csX2" fmla="*/ 6544877 w 6544877"/>
              <a:gd name="csY2" fmla="*/ 396100 h 4056319"/>
              <a:gd name="csX3" fmla="*/ 6544877 w 6544877"/>
              <a:gd name="csY3" fmla="*/ 3660219 h 4056319"/>
              <a:gd name="csX4" fmla="*/ 6148777 w 6544877"/>
              <a:gd name="csY4" fmla="*/ 4056319 h 4056319"/>
              <a:gd name="csX5" fmla="*/ 0 w 6544877"/>
              <a:gd name="csY5" fmla="*/ 4056319 h 4056319"/>
            </a:gdLst>
            <a:ahLst/>
            <a:cxnLst>
              <a:cxn ang="0">
                <a:pos x="csX0" y="csY0"/>
              </a:cxn>
              <a:cxn ang="0">
                <a:pos x="csX1" y="csY1"/>
              </a:cxn>
              <a:cxn ang="0">
                <a:pos x="csX2" y="csY2"/>
              </a:cxn>
              <a:cxn ang="0">
                <a:pos x="csX3" y="csY3"/>
              </a:cxn>
              <a:cxn ang="0">
                <a:pos x="csX4" y="csY4"/>
              </a:cxn>
              <a:cxn ang="0">
                <a:pos x="csX5" y="csY5"/>
              </a:cxn>
            </a:cxnLst>
            <a:rect l="l" t="t" r="r" b="b"/>
            <a:pathLst>
              <a:path w="6544877" h="4056319">
                <a:moveTo>
                  <a:pt x="0" y="0"/>
                </a:moveTo>
                <a:lnTo>
                  <a:pt x="6148777" y="0"/>
                </a:lnTo>
                <a:cubicBezTo>
                  <a:pt x="6367537" y="0"/>
                  <a:pt x="6544877" y="177340"/>
                  <a:pt x="6544877" y="396100"/>
                </a:cubicBezTo>
                <a:lnTo>
                  <a:pt x="6544877" y="3660219"/>
                </a:lnTo>
                <a:cubicBezTo>
                  <a:pt x="6544877" y="3878979"/>
                  <a:pt x="6367537" y="4056319"/>
                  <a:pt x="6148777" y="4056319"/>
                </a:cubicBezTo>
                <a:lnTo>
                  <a:pt x="0" y="4056319"/>
                </a:lnTo>
                <a:close/>
              </a:path>
            </a:pathLst>
          </a:cu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endParaRPr kumimoji="1" lang="ja-JP" altLang="en-US"/>
          </a:p>
        </p:txBody>
      </p:sp>
      <p:grpSp>
        <p:nvGrpSpPr>
          <p:cNvPr id="2" name="グループ化 1">
            <a:extLst>
              <a:ext uri="{FF2B5EF4-FFF2-40B4-BE49-F238E27FC236}">
                <a16:creationId xmlns:a16="http://schemas.microsoft.com/office/drawing/2014/main" id="{DEDDAB9F-47DF-727B-A937-079178759AF8}"/>
              </a:ext>
            </a:extLst>
          </p:cNvPr>
          <p:cNvGrpSpPr/>
          <p:nvPr/>
        </p:nvGrpSpPr>
        <p:grpSpPr>
          <a:xfrm>
            <a:off x="431675" y="5640918"/>
            <a:ext cx="11328651" cy="929715"/>
            <a:chOff x="431675" y="5640918"/>
            <a:chExt cx="11328651" cy="929715"/>
          </a:xfrm>
        </p:grpSpPr>
        <p:sp>
          <p:nvSpPr>
            <p:cNvPr id="18" name="四角形: 角を丸くする 17">
              <a:extLst>
                <a:ext uri="{FF2B5EF4-FFF2-40B4-BE49-F238E27FC236}">
                  <a16:creationId xmlns:a16="http://schemas.microsoft.com/office/drawing/2014/main" id="{2D02E70A-1AF0-3682-E3A9-50FEBCDBB491}"/>
                </a:ext>
              </a:extLst>
            </p:cNvPr>
            <p:cNvSpPr/>
            <p:nvPr/>
          </p:nvSpPr>
          <p:spPr>
            <a:xfrm>
              <a:off x="431675" y="5656233"/>
              <a:ext cx="11328651" cy="914400"/>
            </a:xfrm>
            <a:prstGeom prst="roundRect">
              <a:avLst>
                <a:gd name="adj" fmla="val 4803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25" name="四角形: 角を丸くする 24">
              <a:extLst>
                <a:ext uri="{FF2B5EF4-FFF2-40B4-BE49-F238E27FC236}">
                  <a16:creationId xmlns:a16="http://schemas.microsoft.com/office/drawing/2014/main" id="{F402720C-C7FF-9B23-B36D-7BF2F927E588}"/>
                </a:ext>
              </a:extLst>
            </p:cNvPr>
            <p:cNvSpPr/>
            <p:nvPr/>
          </p:nvSpPr>
          <p:spPr>
            <a:xfrm>
              <a:off x="989774" y="5640918"/>
              <a:ext cx="1338828" cy="914400"/>
            </a:xfrm>
            <a:prstGeom prst="roundRect">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7" name="テキスト ボックス 26">
              <a:extLst>
                <a:ext uri="{FF2B5EF4-FFF2-40B4-BE49-F238E27FC236}">
                  <a16:creationId xmlns:a16="http://schemas.microsoft.com/office/drawing/2014/main" id="{E2A7C184-7DA7-3FA0-CA6E-196EBB5DE51E}"/>
                </a:ext>
              </a:extLst>
            </p:cNvPr>
            <p:cNvSpPr txBox="1"/>
            <p:nvPr/>
          </p:nvSpPr>
          <p:spPr>
            <a:xfrm>
              <a:off x="1165119"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29" name="テキスト ボックス 28">
              <a:extLst>
                <a:ext uri="{FF2B5EF4-FFF2-40B4-BE49-F238E27FC236}">
                  <a16:creationId xmlns:a16="http://schemas.microsoft.com/office/drawing/2014/main" id="{8B591929-6C1F-6193-7F7E-EC7926606E08}"/>
                </a:ext>
              </a:extLst>
            </p:cNvPr>
            <p:cNvSpPr txBox="1"/>
            <p:nvPr/>
          </p:nvSpPr>
          <p:spPr>
            <a:xfrm flipH="1">
              <a:off x="529243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3" name="テキスト ボックス 32">
              <a:extLst>
                <a:ext uri="{FF2B5EF4-FFF2-40B4-BE49-F238E27FC236}">
                  <a16:creationId xmlns:a16="http://schemas.microsoft.com/office/drawing/2014/main" id="{3B9A408B-2F67-A46D-5E56-67D1440B76F7}"/>
                </a:ext>
              </a:extLst>
            </p:cNvPr>
            <p:cNvSpPr txBox="1"/>
            <p:nvPr/>
          </p:nvSpPr>
          <p:spPr>
            <a:xfrm>
              <a:off x="284405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6" name="テキスト ボックス 35">
              <a:extLst>
                <a:ext uri="{FF2B5EF4-FFF2-40B4-BE49-F238E27FC236}">
                  <a16:creationId xmlns:a16="http://schemas.microsoft.com/office/drawing/2014/main" id="{2DD2666D-A78F-DCB3-F090-8403762C70A2}"/>
                </a:ext>
              </a:extLst>
            </p:cNvPr>
            <p:cNvSpPr txBox="1"/>
            <p:nvPr/>
          </p:nvSpPr>
          <p:spPr>
            <a:xfrm>
              <a:off x="8393833"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8" name="テキスト ボックス 37">
              <a:extLst>
                <a:ext uri="{FF2B5EF4-FFF2-40B4-BE49-F238E27FC236}">
                  <a16:creationId xmlns:a16="http://schemas.microsoft.com/office/drawing/2014/main" id="{3DB38F20-13DB-95A8-D553-32A332FF718F}"/>
                </a:ext>
              </a:extLst>
            </p:cNvPr>
            <p:cNvSpPr txBox="1"/>
            <p:nvPr/>
          </p:nvSpPr>
          <p:spPr>
            <a:xfrm>
              <a:off x="6714895"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9" name="テキスト ボックス 38">
              <a:extLst>
                <a:ext uri="{FF2B5EF4-FFF2-40B4-BE49-F238E27FC236}">
                  <a16:creationId xmlns:a16="http://schemas.microsoft.com/office/drawing/2014/main" id="{2C2AC22C-FC5A-61BC-3E04-F6CBCEB349D5}"/>
                </a:ext>
              </a:extLst>
            </p:cNvPr>
            <p:cNvSpPr txBox="1"/>
            <p:nvPr/>
          </p:nvSpPr>
          <p:spPr>
            <a:xfrm flipH="1">
              <a:off x="9816293" y="5913378"/>
              <a:ext cx="1210588"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47" name="四角形: 角を丸くする 46">
            <a:extLst>
              <a:ext uri="{FF2B5EF4-FFF2-40B4-BE49-F238E27FC236}">
                <a16:creationId xmlns:a16="http://schemas.microsoft.com/office/drawing/2014/main" id="{B39F31A1-33BA-1D3F-C298-9202C4A5D1E8}"/>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52" name="テキスト ボックス 51">
            <a:extLst>
              <a:ext uri="{FF2B5EF4-FFF2-40B4-BE49-F238E27FC236}">
                <a16:creationId xmlns:a16="http://schemas.microsoft.com/office/drawing/2014/main" id="{15B62C8D-69F9-45B7-64D5-0F53E1A8D492}"/>
              </a:ext>
            </a:extLst>
          </p:cNvPr>
          <p:cNvSpPr txBox="1"/>
          <p:nvPr/>
        </p:nvSpPr>
        <p:spPr>
          <a:xfrm>
            <a:off x="1624591" y="641390"/>
            <a:ext cx="1467068" cy="400110"/>
          </a:xfrm>
          <a:prstGeom prst="rect">
            <a:avLst/>
          </a:prstGeom>
          <a:noFill/>
        </p:spPr>
        <p:txBody>
          <a:bodyPr wrap="none" rtlCol="0">
            <a:spAutoFit/>
          </a:bodyPr>
          <a:lstStyle/>
          <a:p>
            <a:pPr algn="ctr"/>
            <a:r>
              <a:rPr kumimoji="1"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ホーム設定</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55" name="グループ化 54">
            <a:extLst>
              <a:ext uri="{FF2B5EF4-FFF2-40B4-BE49-F238E27FC236}">
                <a16:creationId xmlns:a16="http://schemas.microsoft.com/office/drawing/2014/main" id="{88FA2BC7-FA95-A274-4DCF-3BAC913E1987}"/>
              </a:ext>
            </a:extLst>
          </p:cNvPr>
          <p:cNvGrpSpPr/>
          <p:nvPr/>
        </p:nvGrpSpPr>
        <p:grpSpPr>
          <a:xfrm>
            <a:off x="163586" y="134635"/>
            <a:ext cx="1975684" cy="1396119"/>
            <a:chOff x="163586" y="134635"/>
            <a:chExt cx="1975684" cy="1396119"/>
          </a:xfrm>
        </p:grpSpPr>
        <p:grpSp>
          <p:nvGrpSpPr>
            <p:cNvPr id="62" name="グループ化 61">
              <a:extLst>
                <a:ext uri="{FF2B5EF4-FFF2-40B4-BE49-F238E27FC236}">
                  <a16:creationId xmlns:a16="http://schemas.microsoft.com/office/drawing/2014/main" id="{28E39E0F-9FE5-BC2B-963D-81CC5350045D}"/>
                </a:ext>
              </a:extLst>
            </p:cNvPr>
            <p:cNvGrpSpPr/>
            <p:nvPr/>
          </p:nvGrpSpPr>
          <p:grpSpPr>
            <a:xfrm>
              <a:off x="163586" y="134635"/>
              <a:ext cx="1975684" cy="1396119"/>
              <a:chOff x="163586" y="134635"/>
              <a:chExt cx="1975684" cy="1396119"/>
            </a:xfrm>
          </p:grpSpPr>
          <p:pic>
            <p:nvPicPr>
              <p:cNvPr id="65" name="図 64">
                <a:extLst>
                  <a:ext uri="{FF2B5EF4-FFF2-40B4-BE49-F238E27FC236}">
                    <a16:creationId xmlns:a16="http://schemas.microsoft.com/office/drawing/2014/main" id="{93A985E2-0D16-F5CD-3777-EDCBD658833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66" name="楕円 65">
                <a:extLst>
                  <a:ext uri="{FF2B5EF4-FFF2-40B4-BE49-F238E27FC236}">
                    <a16:creationId xmlns:a16="http://schemas.microsoft.com/office/drawing/2014/main" id="{57309677-6DD7-2B22-3BB9-DFC744775C0D}"/>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64" name="図 63">
              <a:extLst>
                <a:ext uri="{FF2B5EF4-FFF2-40B4-BE49-F238E27FC236}">
                  <a16:creationId xmlns:a16="http://schemas.microsoft.com/office/drawing/2014/main" id="{0E2D3452-23D5-C92F-2BBB-8C5B5F064073}"/>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nvGrpSpPr>
          <p:cNvPr id="7" name="グループ化 6">
            <a:extLst>
              <a:ext uri="{FF2B5EF4-FFF2-40B4-BE49-F238E27FC236}">
                <a16:creationId xmlns:a16="http://schemas.microsoft.com/office/drawing/2014/main" id="{30838280-8A80-2961-DA69-A2A7B8FD029E}"/>
              </a:ext>
            </a:extLst>
          </p:cNvPr>
          <p:cNvGrpSpPr/>
          <p:nvPr/>
        </p:nvGrpSpPr>
        <p:grpSpPr>
          <a:xfrm>
            <a:off x="2061798" y="1848637"/>
            <a:ext cx="1545081" cy="3160725"/>
            <a:chOff x="2319118" y="1796537"/>
            <a:chExt cx="1545081" cy="3160725"/>
          </a:xfrm>
        </p:grpSpPr>
        <p:sp>
          <p:nvSpPr>
            <p:cNvPr id="68" name="四角形: 角を丸くする 67">
              <a:extLst>
                <a:ext uri="{FF2B5EF4-FFF2-40B4-BE49-F238E27FC236}">
                  <a16:creationId xmlns:a16="http://schemas.microsoft.com/office/drawing/2014/main" id="{E798F4B5-4EFC-A620-774B-0EDF7BAEB95B}"/>
                </a:ext>
              </a:extLst>
            </p:cNvPr>
            <p:cNvSpPr/>
            <p:nvPr/>
          </p:nvSpPr>
          <p:spPr>
            <a:xfrm>
              <a:off x="2319118" y="1796537"/>
              <a:ext cx="1545081" cy="712577"/>
            </a:xfrm>
            <a:prstGeom prst="roundRect">
              <a:avLst>
                <a:gd name="adj" fmla="val 9765"/>
              </a:avLst>
            </a:prstGeom>
            <a:solidFill>
              <a:srgbClr val="FFA4F3"/>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a:latin typeface="原稿用標準書体" panose="03000503000000000000" pitchFamily="66" charset="-128"/>
                  <a:ea typeface="原稿用標準書体" panose="03000503000000000000" pitchFamily="66" charset="-128"/>
                </a:rPr>
                <a:t>カスタム</a:t>
              </a:r>
              <a:endParaRPr kumimoji="1" lang="ja-JP" altLang="en-US">
                <a:latin typeface="原稿用標準書体" panose="03000503000000000000" pitchFamily="66" charset="-128"/>
                <a:ea typeface="原稿用標準書体" panose="03000503000000000000" pitchFamily="66" charset="-128"/>
              </a:endParaRPr>
            </a:p>
          </p:txBody>
        </p:sp>
        <p:sp>
          <p:nvSpPr>
            <p:cNvPr id="69" name="四角形: 角を丸くする 68">
              <a:extLst>
                <a:ext uri="{FF2B5EF4-FFF2-40B4-BE49-F238E27FC236}">
                  <a16:creationId xmlns:a16="http://schemas.microsoft.com/office/drawing/2014/main" id="{A1133DB6-7BE6-D191-AC82-CF5B0FEEEC14}"/>
                </a:ext>
              </a:extLst>
            </p:cNvPr>
            <p:cNvSpPr/>
            <p:nvPr/>
          </p:nvSpPr>
          <p:spPr>
            <a:xfrm>
              <a:off x="2319118" y="3020611"/>
              <a:ext cx="1545081" cy="712577"/>
            </a:xfrm>
            <a:prstGeom prst="roundRect">
              <a:avLst>
                <a:gd name="adj" fmla="val 9765"/>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ランダム</a:t>
              </a:r>
            </a:p>
          </p:txBody>
        </p:sp>
        <p:sp>
          <p:nvSpPr>
            <p:cNvPr id="5" name="四角形: 角を丸くする 4">
              <a:extLst>
                <a:ext uri="{FF2B5EF4-FFF2-40B4-BE49-F238E27FC236}">
                  <a16:creationId xmlns:a16="http://schemas.microsoft.com/office/drawing/2014/main" id="{9A88C479-2918-6782-93C3-ED1E48AB9EF6}"/>
                </a:ext>
              </a:extLst>
            </p:cNvPr>
            <p:cNvSpPr/>
            <p:nvPr/>
          </p:nvSpPr>
          <p:spPr>
            <a:xfrm>
              <a:off x="2319118" y="4244685"/>
              <a:ext cx="1545081" cy="712577"/>
            </a:xfrm>
            <a:prstGeom prst="roundRect">
              <a:avLst>
                <a:gd name="adj" fmla="val 9765"/>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a:latin typeface="原稿用標準書体" panose="03000503000000000000" pitchFamily="66" charset="-128"/>
                  <a:ea typeface="原稿用標準書体" panose="03000503000000000000" pitchFamily="66" charset="-128"/>
                </a:rPr>
                <a:t>変更</a:t>
              </a: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12" name="グループ化 11">
            <a:extLst>
              <a:ext uri="{FF2B5EF4-FFF2-40B4-BE49-F238E27FC236}">
                <a16:creationId xmlns:a16="http://schemas.microsoft.com/office/drawing/2014/main" id="{6322B773-3A34-7DE5-95A6-5129AFFA76F7}"/>
              </a:ext>
            </a:extLst>
          </p:cNvPr>
          <p:cNvGrpSpPr/>
          <p:nvPr/>
        </p:nvGrpSpPr>
        <p:grpSpPr>
          <a:xfrm>
            <a:off x="6448289" y="1720585"/>
            <a:ext cx="1545860" cy="3114084"/>
            <a:chOff x="4591244" y="1720585"/>
            <a:chExt cx="1545860" cy="3114084"/>
          </a:xfrm>
        </p:grpSpPr>
        <p:grpSp>
          <p:nvGrpSpPr>
            <p:cNvPr id="24" name="グループ化 23">
              <a:extLst>
                <a:ext uri="{FF2B5EF4-FFF2-40B4-BE49-F238E27FC236}">
                  <a16:creationId xmlns:a16="http://schemas.microsoft.com/office/drawing/2014/main" id="{0001A354-A76C-3D22-DBA5-23459727450E}"/>
                </a:ext>
              </a:extLst>
            </p:cNvPr>
            <p:cNvGrpSpPr/>
            <p:nvPr/>
          </p:nvGrpSpPr>
          <p:grpSpPr>
            <a:xfrm>
              <a:off x="4591244" y="2442261"/>
              <a:ext cx="1545860" cy="2392408"/>
              <a:chOff x="4530846" y="2193464"/>
              <a:chExt cx="1545860" cy="2392408"/>
            </a:xfrm>
          </p:grpSpPr>
          <p:sp>
            <p:nvSpPr>
              <p:cNvPr id="16" name="四角形: 角を丸くする 15">
                <a:extLst>
                  <a:ext uri="{FF2B5EF4-FFF2-40B4-BE49-F238E27FC236}">
                    <a16:creationId xmlns:a16="http://schemas.microsoft.com/office/drawing/2014/main" id="{AA6D2737-4833-075D-BD52-B71827BC38E4}"/>
                  </a:ext>
                </a:extLst>
              </p:cNvPr>
              <p:cNvSpPr/>
              <p:nvPr/>
            </p:nvSpPr>
            <p:spPr>
              <a:xfrm>
                <a:off x="4531625" y="2193464"/>
                <a:ext cx="1545081" cy="1624405"/>
              </a:xfrm>
              <a:prstGeom prst="roundRect">
                <a:avLst>
                  <a:gd name="adj" fmla="val 5007"/>
                </a:avLst>
              </a:prstGeom>
              <a:solidFill>
                <a:schemeClr val="bg1">
                  <a:lumMod val="65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a:latin typeface="原稿用標準書体" panose="03000503000000000000" pitchFamily="66" charset="-128"/>
                    <a:ea typeface="原稿用標準書体" panose="03000503000000000000" pitchFamily="66" charset="-128"/>
                  </a:rPr>
                  <a:t>キャラ</a:t>
                </a:r>
                <a:endParaRPr kumimoji="1" lang="ja-JP" altLang="en-US">
                  <a:latin typeface="原稿用標準書体" panose="03000503000000000000" pitchFamily="66" charset="-128"/>
                  <a:ea typeface="原稿用標準書体" panose="03000503000000000000" pitchFamily="66" charset="-128"/>
                </a:endParaRPr>
              </a:p>
            </p:txBody>
          </p:sp>
          <p:sp>
            <p:nvSpPr>
              <p:cNvPr id="19" name="四角形: 角を丸くする 18">
                <a:extLst>
                  <a:ext uri="{FF2B5EF4-FFF2-40B4-BE49-F238E27FC236}">
                    <a16:creationId xmlns:a16="http://schemas.microsoft.com/office/drawing/2014/main" id="{85747702-AE36-539F-5680-419E62352227}"/>
                  </a:ext>
                </a:extLst>
              </p:cNvPr>
              <p:cNvSpPr/>
              <p:nvPr/>
            </p:nvSpPr>
            <p:spPr>
              <a:xfrm>
                <a:off x="4530846" y="3850034"/>
                <a:ext cx="1545081" cy="735838"/>
              </a:xfrm>
              <a:prstGeom prst="roundRect">
                <a:avLst>
                  <a:gd name="adj" fmla="val 9765"/>
                </a:avLst>
              </a:prstGeom>
              <a:solidFill>
                <a:schemeClr val="bg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背景</a:t>
                </a:r>
              </a:p>
            </p:txBody>
          </p:sp>
        </p:grpSp>
        <p:sp>
          <p:nvSpPr>
            <p:cNvPr id="11" name="テキスト ボックス 10">
              <a:extLst>
                <a:ext uri="{FF2B5EF4-FFF2-40B4-BE49-F238E27FC236}">
                  <a16:creationId xmlns:a16="http://schemas.microsoft.com/office/drawing/2014/main" id="{EA09A86A-1075-F5CC-CAED-1BE24177C7C4}"/>
                </a:ext>
              </a:extLst>
            </p:cNvPr>
            <p:cNvSpPr txBox="1"/>
            <p:nvPr/>
          </p:nvSpPr>
          <p:spPr>
            <a:xfrm>
              <a:off x="4733232" y="1720585"/>
              <a:ext cx="1261885" cy="523220"/>
            </a:xfrm>
            <a:prstGeom prst="rect">
              <a:avLst/>
            </a:prstGeom>
            <a:noFill/>
          </p:spPr>
          <p:txBody>
            <a:bodyPr wrap="none" rtlCol="0">
              <a:spAutoFit/>
            </a:bodyPr>
            <a:lstStyle/>
            <a:p>
              <a:pPr algn="ctr"/>
              <a:r>
                <a:rPr lang="en-US" altLang="ja-JP" sz="28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Slot:1</a:t>
              </a:r>
              <a:endParaRPr kumimoji="1" lang="ja-JP" altLang="en-US" sz="28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23" name="グループ化 22">
            <a:extLst>
              <a:ext uri="{FF2B5EF4-FFF2-40B4-BE49-F238E27FC236}">
                <a16:creationId xmlns:a16="http://schemas.microsoft.com/office/drawing/2014/main" id="{1CEAEBD9-77BF-48F7-6DB6-A7904C37C937}"/>
              </a:ext>
            </a:extLst>
          </p:cNvPr>
          <p:cNvGrpSpPr/>
          <p:nvPr/>
        </p:nvGrpSpPr>
        <p:grpSpPr>
          <a:xfrm>
            <a:off x="5124118" y="2453358"/>
            <a:ext cx="4169035" cy="1601583"/>
            <a:chOff x="5135789" y="2453358"/>
            <a:chExt cx="4169035" cy="1601583"/>
          </a:xfrm>
        </p:grpSpPr>
        <p:pic>
          <p:nvPicPr>
            <p:cNvPr id="15" name="図 14">
              <a:extLst>
                <a:ext uri="{FF2B5EF4-FFF2-40B4-BE49-F238E27FC236}">
                  <a16:creationId xmlns:a16="http://schemas.microsoft.com/office/drawing/2014/main" id="{0D0AB710-F105-4F04-9AB2-08F2ACCB9F6F}"/>
                </a:ext>
              </a:extLst>
            </p:cNvPr>
            <p:cNvPicPr>
              <a:picLocks noChangeAspect="1"/>
            </p:cNvPicPr>
            <p:nvPr/>
          </p:nvPicPr>
          <p:blipFill>
            <a:blip r:embed="rId6">
              <a:lum bright="70000" contrast="-70000"/>
              <a:extLst>
                <a:ext uri="{28A0092B-C50C-407E-A947-70E740481C1C}">
                  <a14:useLocalDpi xmlns:a14="http://schemas.microsoft.com/office/drawing/2010/main" val="0"/>
                </a:ext>
              </a:extLst>
            </a:blip>
            <a:stretch>
              <a:fillRect/>
            </a:stretch>
          </p:blipFill>
          <p:spPr>
            <a:xfrm>
              <a:off x="5135789" y="2453358"/>
              <a:ext cx="1601583" cy="1601583"/>
            </a:xfrm>
            <a:prstGeom prst="rect">
              <a:avLst/>
            </a:prstGeom>
          </p:spPr>
        </p:pic>
        <p:pic>
          <p:nvPicPr>
            <p:cNvPr id="20" name="図 19">
              <a:extLst>
                <a:ext uri="{FF2B5EF4-FFF2-40B4-BE49-F238E27FC236}">
                  <a16:creationId xmlns:a16="http://schemas.microsoft.com/office/drawing/2014/main" id="{6003CBE8-6709-985E-A245-76C815DBDAE1}"/>
                </a:ext>
              </a:extLst>
            </p:cNvPr>
            <p:cNvPicPr>
              <a:picLocks noChangeAspect="1"/>
            </p:cNvPicPr>
            <p:nvPr/>
          </p:nvPicPr>
          <p:blipFill>
            <a:blip r:embed="rId6">
              <a:lum bright="70000" contrast="-70000"/>
              <a:extLst>
                <a:ext uri="{28A0092B-C50C-407E-A947-70E740481C1C}">
                  <a14:useLocalDpi xmlns:a14="http://schemas.microsoft.com/office/drawing/2010/main" val="0"/>
                </a:ext>
              </a:extLst>
            </a:blip>
            <a:stretch>
              <a:fillRect/>
            </a:stretch>
          </p:blipFill>
          <p:spPr>
            <a:xfrm flipH="1">
              <a:off x="7703241" y="2453358"/>
              <a:ext cx="1601583" cy="1601583"/>
            </a:xfrm>
            <a:prstGeom prst="rect">
              <a:avLst/>
            </a:prstGeom>
          </p:spPr>
        </p:pic>
      </p:grpSp>
      <p:sp>
        <p:nvSpPr>
          <p:cNvPr id="22" name="四角形: 角を丸くする 21">
            <a:extLst>
              <a:ext uri="{FF2B5EF4-FFF2-40B4-BE49-F238E27FC236}">
                <a16:creationId xmlns:a16="http://schemas.microsoft.com/office/drawing/2014/main" id="{A73D2568-B8EE-A325-287D-B94AADB17CA5}"/>
              </a:ext>
            </a:extLst>
          </p:cNvPr>
          <p:cNvSpPr/>
          <p:nvPr/>
        </p:nvSpPr>
        <p:spPr>
          <a:xfrm>
            <a:off x="4357482" y="2696476"/>
            <a:ext cx="1043592" cy="1097170"/>
          </a:xfrm>
          <a:prstGeom prst="roundRect">
            <a:avLst>
              <a:gd name="adj" fmla="val 5007"/>
            </a:avLst>
          </a:prstGeom>
          <a:solidFill>
            <a:schemeClr val="bg1">
              <a:lumMod val="50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a:solidFill>
                  <a:schemeClr val="bg1">
                    <a:lumMod val="65000"/>
                  </a:schemeClr>
                </a:solidFill>
                <a:latin typeface="原稿用標準書体" panose="03000503000000000000" pitchFamily="66" charset="-128"/>
                <a:ea typeface="原稿用標準書体" panose="03000503000000000000" pitchFamily="66" charset="-128"/>
              </a:rPr>
              <a:t>キャラ</a:t>
            </a:r>
            <a:endParaRPr kumimoji="1" lang="ja-JP" altLang="en-US">
              <a:solidFill>
                <a:schemeClr val="bg1">
                  <a:lumMod val="65000"/>
                </a:schemeClr>
              </a:solidFill>
              <a:latin typeface="原稿用標準書体" panose="03000503000000000000" pitchFamily="66" charset="-128"/>
              <a:ea typeface="原稿用標準書体" panose="03000503000000000000" pitchFamily="66" charset="-128"/>
            </a:endParaRPr>
          </a:p>
        </p:txBody>
      </p:sp>
      <p:grpSp>
        <p:nvGrpSpPr>
          <p:cNvPr id="35" name="グループ化 34">
            <a:extLst>
              <a:ext uri="{FF2B5EF4-FFF2-40B4-BE49-F238E27FC236}">
                <a16:creationId xmlns:a16="http://schemas.microsoft.com/office/drawing/2014/main" id="{B67A9EEE-0FDE-C6F1-FF48-810B97D587B8}"/>
              </a:ext>
            </a:extLst>
          </p:cNvPr>
          <p:cNvGrpSpPr/>
          <p:nvPr/>
        </p:nvGrpSpPr>
        <p:grpSpPr>
          <a:xfrm>
            <a:off x="5124118" y="3665958"/>
            <a:ext cx="4169035" cy="1601583"/>
            <a:chOff x="5135789" y="2453358"/>
            <a:chExt cx="4169035" cy="1601583"/>
          </a:xfrm>
        </p:grpSpPr>
        <p:pic>
          <p:nvPicPr>
            <p:cNvPr id="40" name="図 39">
              <a:extLst>
                <a:ext uri="{FF2B5EF4-FFF2-40B4-BE49-F238E27FC236}">
                  <a16:creationId xmlns:a16="http://schemas.microsoft.com/office/drawing/2014/main" id="{3F771629-55E6-BB0A-C7D5-F0D53FD490F8}"/>
                </a:ext>
              </a:extLst>
            </p:cNvPr>
            <p:cNvPicPr>
              <a:picLocks noChangeAspect="1"/>
            </p:cNvPicPr>
            <p:nvPr/>
          </p:nvPicPr>
          <p:blipFill>
            <a:blip r:embed="rId6">
              <a:lum bright="70000" contrast="-70000"/>
              <a:extLst>
                <a:ext uri="{28A0092B-C50C-407E-A947-70E740481C1C}">
                  <a14:useLocalDpi xmlns:a14="http://schemas.microsoft.com/office/drawing/2010/main" val="0"/>
                </a:ext>
              </a:extLst>
            </a:blip>
            <a:stretch>
              <a:fillRect/>
            </a:stretch>
          </p:blipFill>
          <p:spPr>
            <a:xfrm>
              <a:off x="5135789" y="2453358"/>
              <a:ext cx="1601583" cy="1601583"/>
            </a:xfrm>
            <a:prstGeom prst="rect">
              <a:avLst/>
            </a:prstGeom>
          </p:spPr>
        </p:pic>
        <p:pic>
          <p:nvPicPr>
            <p:cNvPr id="42" name="図 41">
              <a:extLst>
                <a:ext uri="{FF2B5EF4-FFF2-40B4-BE49-F238E27FC236}">
                  <a16:creationId xmlns:a16="http://schemas.microsoft.com/office/drawing/2014/main" id="{AE8C5375-C239-AE30-5A03-085E364B1605}"/>
                </a:ext>
              </a:extLst>
            </p:cNvPr>
            <p:cNvPicPr>
              <a:picLocks noChangeAspect="1"/>
            </p:cNvPicPr>
            <p:nvPr/>
          </p:nvPicPr>
          <p:blipFill>
            <a:blip r:embed="rId6">
              <a:lum bright="70000" contrast="-70000"/>
              <a:extLst>
                <a:ext uri="{28A0092B-C50C-407E-A947-70E740481C1C}">
                  <a14:useLocalDpi xmlns:a14="http://schemas.microsoft.com/office/drawing/2010/main" val="0"/>
                </a:ext>
              </a:extLst>
            </a:blip>
            <a:stretch>
              <a:fillRect/>
            </a:stretch>
          </p:blipFill>
          <p:spPr>
            <a:xfrm flipH="1">
              <a:off x="7703241" y="2453358"/>
              <a:ext cx="1601583" cy="1601583"/>
            </a:xfrm>
            <a:prstGeom prst="rect">
              <a:avLst/>
            </a:prstGeom>
          </p:spPr>
        </p:pic>
      </p:grpSp>
      <p:sp>
        <p:nvSpPr>
          <p:cNvPr id="45" name="四角形: 角を丸くする 44">
            <a:extLst>
              <a:ext uri="{FF2B5EF4-FFF2-40B4-BE49-F238E27FC236}">
                <a16:creationId xmlns:a16="http://schemas.microsoft.com/office/drawing/2014/main" id="{0CB2784C-AFD5-4DA9-8EE6-064831875456}"/>
              </a:ext>
            </a:extLst>
          </p:cNvPr>
          <p:cNvSpPr/>
          <p:nvPr/>
        </p:nvSpPr>
        <p:spPr>
          <a:xfrm>
            <a:off x="9047191" y="2696476"/>
            <a:ext cx="1043592" cy="1097170"/>
          </a:xfrm>
          <a:prstGeom prst="roundRect">
            <a:avLst>
              <a:gd name="adj" fmla="val 5007"/>
            </a:avLst>
          </a:prstGeom>
          <a:solidFill>
            <a:schemeClr val="bg1">
              <a:lumMod val="50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a:solidFill>
                  <a:schemeClr val="bg1">
                    <a:lumMod val="65000"/>
                  </a:schemeClr>
                </a:solidFill>
                <a:latin typeface="原稿用標準書体" panose="03000503000000000000" pitchFamily="66" charset="-128"/>
                <a:ea typeface="原稿用標準書体" panose="03000503000000000000" pitchFamily="66" charset="-128"/>
              </a:rPr>
              <a:t>キャラ</a:t>
            </a:r>
            <a:endParaRPr kumimoji="1" lang="ja-JP" altLang="en-US">
              <a:solidFill>
                <a:schemeClr val="bg1">
                  <a:lumMod val="65000"/>
                </a:schemeClr>
              </a:solidFill>
              <a:latin typeface="原稿用標準書体" panose="03000503000000000000" pitchFamily="66" charset="-128"/>
              <a:ea typeface="原稿用標準書体" panose="03000503000000000000" pitchFamily="66" charset="-128"/>
            </a:endParaRPr>
          </a:p>
        </p:txBody>
      </p:sp>
      <p:sp>
        <p:nvSpPr>
          <p:cNvPr id="53" name="四角形: 角を丸くする 52">
            <a:extLst>
              <a:ext uri="{FF2B5EF4-FFF2-40B4-BE49-F238E27FC236}">
                <a16:creationId xmlns:a16="http://schemas.microsoft.com/office/drawing/2014/main" id="{B36E0127-9F2C-BE40-14CA-467C882FF04F}"/>
              </a:ext>
            </a:extLst>
          </p:cNvPr>
          <p:cNvSpPr/>
          <p:nvPr/>
        </p:nvSpPr>
        <p:spPr>
          <a:xfrm>
            <a:off x="3357968" y="1847207"/>
            <a:ext cx="903478"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6" name="四角形: 角を丸くする 55">
            <a:extLst>
              <a:ext uri="{FF2B5EF4-FFF2-40B4-BE49-F238E27FC236}">
                <a16:creationId xmlns:a16="http://schemas.microsoft.com/office/drawing/2014/main" id="{7D5C4C75-6319-E1B4-9315-CDA0C541CF76}"/>
              </a:ext>
            </a:extLst>
          </p:cNvPr>
          <p:cNvSpPr/>
          <p:nvPr/>
        </p:nvSpPr>
        <p:spPr>
          <a:xfrm>
            <a:off x="9047191" y="4218246"/>
            <a:ext cx="1043592" cy="497006"/>
          </a:xfrm>
          <a:prstGeom prst="roundRect">
            <a:avLst>
              <a:gd name="adj" fmla="val 9765"/>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solidFill>
                  <a:schemeClr val="bg1">
                    <a:lumMod val="50000"/>
                  </a:schemeClr>
                </a:solidFill>
                <a:latin typeface="原稿用標準書体" panose="03000503000000000000" pitchFamily="66" charset="-128"/>
                <a:ea typeface="原稿用標準書体" panose="03000503000000000000" pitchFamily="66" charset="-128"/>
              </a:rPr>
              <a:t>背景</a:t>
            </a:r>
          </a:p>
        </p:txBody>
      </p:sp>
      <p:sp>
        <p:nvSpPr>
          <p:cNvPr id="58" name="四角形: 角を丸くする 57">
            <a:extLst>
              <a:ext uri="{FF2B5EF4-FFF2-40B4-BE49-F238E27FC236}">
                <a16:creationId xmlns:a16="http://schemas.microsoft.com/office/drawing/2014/main" id="{F30C57B5-4D4A-A1D6-0B7D-A0ACB3B6C425}"/>
              </a:ext>
            </a:extLst>
          </p:cNvPr>
          <p:cNvSpPr/>
          <p:nvPr/>
        </p:nvSpPr>
        <p:spPr>
          <a:xfrm>
            <a:off x="4357482" y="4218246"/>
            <a:ext cx="1043592" cy="497006"/>
          </a:xfrm>
          <a:prstGeom prst="roundRect">
            <a:avLst>
              <a:gd name="adj" fmla="val 9765"/>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solidFill>
                  <a:schemeClr val="bg1">
                    <a:lumMod val="50000"/>
                  </a:schemeClr>
                </a:solidFill>
                <a:latin typeface="原稿用標準書体" panose="03000503000000000000" pitchFamily="66" charset="-128"/>
                <a:ea typeface="原稿用標準書体" panose="03000503000000000000" pitchFamily="66" charset="-128"/>
              </a:rPr>
              <a:t>背景</a:t>
            </a:r>
          </a:p>
        </p:txBody>
      </p:sp>
      <p:sp>
        <p:nvSpPr>
          <p:cNvPr id="8" name="正方形/長方形 7">
            <a:extLst>
              <a:ext uri="{FF2B5EF4-FFF2-40B4-BE49-F238E27FC236}">
                <a16:creationId xmlns:a16="http://schemas.microsoft.com/office/drawing/2014/main" id="{50770805-9DD1-5C33-37A5-0F1B2BE24A77}"/>
              </a:ext>
            </a:extLst>
          </p:cNvPr>
          <p:cNvSpPr>
            <a:spLocks/>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4" name="グループ化 3">
            <a:extLst>
              <a:ext uri="{FF2B5EF4-FFF2-40B4-BE49-F238E27FC236}">
                <a16:creationId xmlns:a16="http://schemas.microsoft.com/office/drawing/2014/main" id="{12122C1C-AECC-3457-2782-177A87341A20}"/>
              </a:ext>
            </a:extLst>
          </p:cNvPr>
          <p:cNvGrpSpPr/>
          <p:nvPr/>
        </p:nvGrpSpPr>
        <p:grpSpPr>
          <a:xfrm>
            <a:off x="3159742" y="1823170"/>
            <a:ext cx="5872517" cy="3211661"/>
            <a:chOff x="3159742" y="1823170"/>
            <a:chExt cx="5872517" cy="3211661"/>
          </a:xfrm>
        </p:grpSpPr>
        <p:sp>
          <p:nvSpPr>
            <p:cNvPr id="6" name="四角形: 角を丸くする 5">
              <a:extLst>
                <a:ext uri="{FF2B5EF4-FFF2-40B4-BE49-F238E27FC236}">
                  <a16:creationId xmlns:a16="http://schemas.microsoft.com/office/drawing/2014/main" id="{F11497E7-B68E-1C2B-4585-EA06B97518E4}"/>
                </a:ext>
              </a:extLst>
            </p:cNvPr>
            <p:cNvSpPr/>
            <p:nvPr/>
          </p:nvSpPr>
          <p:spPr>
            <a:xfrm>
              <a:off x="3159742" y="1823170"/>
              <a:ext cx="5872517" cy="3211661"/>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四角形: 角を丸くする 8">
              <a:extLst>
                <a:ext uri="{FF2B5EF4-FFF2-40B4-BE49-F238E27FC236}">
                  <a16:creationId xmlns:a16="http://schemas.microsoft.com/office/drawing/2014/main" id="{A5775497-D059-2624-6B45-A9A9A8195DFE}"/>
                </a:ext>
              </a:extLst>
            </p:cNvPr>
            <p:cNvSpPr/>
            <p:nvPr/>
          </p:nvSpPr>
          <p:spPr>
            <a:xfrm>
              <a:off x="6323378" y="3797078"/>
              <a:ext cx="2138224" cy="767022"/>
            </a:xfrm>
            <a:prstGeom prst="roundRect">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a:latin typeface="和音 Joyo R" panose="00000500000000000000" pitchFamily="50" charset="-128"/>
                  <a:ea typeface="和音 Joyo R" panose="00000500000000000000" pitchFamily="50" charset="-128"/>
                </a:rPr>
                <a:t>はい</a:t>
              </a:r>
              <a:endParaRPr lang="ja-JP" altLang="en-US" sz="2400" dirty="0">
                <a:latin typeface="和音 Joyo R" panose="00000500000000000000" pitchFamily="50" charset="-128"/>
                <a:ea typeface="和音 Joyo R" panose="00000500000000000000" pitchFamily="50" charset="-128"/>
              </a:endParaRPr>
            </a:p>
          </p:txBody>
        </p:sp>
        <p:sp>
          <p:nvSpPr>
            <p:cNvPr id="13" name="四角形: 角を丸くする 12">
              <a:extLst>
                <a:ext uri="{FF2B5EF4-FFF2-40B4-BE49-F238E27FC236}">
                  <a16:creationId xmlns:a16="http://schemas.microsoft.com/office/drawing/2014/main" id="{F8615CAA-AF88-6F5F-451F-02BDB0E29F66}"/>
                </a:ext>
              </a:extLst>
            </p:cNvPr>
            <p:cNvSpPr/>
            <p:nvPr/>
          </p:nvSpPr>
          <p:spPr>
            <a:xfrm>
              <a:off x="3730400" y="3797078"/>
              <a:ext cx="2138224" cy="767022"/>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a:latin typeface="和音 Joyo R" panose="00000500000000000000" pitchFamily="50" charset="-128"/>
                  <a:ea typeface="和音 Joyo R" panose="00000500000000000000" pitchFamily="50" charset="-128"/>
                </a:rPr>
                <a:t>いいえ</a:t>
              </a:r>
              <a:endParaRPr kumimoji="1" lang="ja-JP" altLang="en-US" sz="2400" dirty="0">
                <a:latin typeface="和音 Joyo R" panose="00000500000000000000" pitchFamily="50" charset="-128"/>
                <a:ea typeface="和音 Joyo R" panose="00000500000000000000" pitchFamily="50" charset="-128"/>
              </a:endParaRPr>
            </a:p>
          </p:txBody>
        </p:sp>
        <p:sp>
          <p:nvSpPr>
            <p:cNvPr id="17" name="テキスト ボックス 16">
              <a:extLst>
                <a:ext uri="{FF2B5EF4-FFF2-40B4-BE49-F238E27FC236}">
                  <a16:creationId xmlns:a16="http://schemas.microsoft.com/office/drawing/2014/main" id="{2982AB5B-2604-7AB5-2DC0-164EB5643DF7}"/>
                </a:ext>
              </a:extLst>
            </p:cNvPr>
            <p:cNvSpPr txBox="1"/>
            <p:nvPr/>
          </p:nvSpPr>
          <p:spPr>
            <a:xfrm>
              <a:off x="3263337" y="2409602"/>
              <a:ext cx="5665333" cy="584775"/>
            </a:xfrm>
            <a:prstGeom prst="rect">
              <a:avLst/>
            </a:prstGeom>
            <a:noFill/>
          </p:spPr>
          <p:txBody>
            <a:bodyPr wrap="none" rtlCol="0">
              <a:spAutoFit/>
            </a:bodyPr>
            <a:lstStyle/>
            <a:p>
              <a:pPr algn="ctr"/>
              <a:r>
                <a:rPr kumimoji="1" lang="ja-JP" altLang="en-US" sz="3200" b="1" dirty="0">
                  <a:solidFill>
                    <a:schemeClr val="tx1">
                      <a:lumMod val="85000"/>
                      <a:lumOff val="15000"/>
                    </a:schemeClr>
                  </a:solidFill>
                  <a:latin typeface="和音 Joyo R" panose="00000500000000000000" pitchFamily="50" charset="-128"/>
                  <a:ea typeface="和音 Joyo R" panose="00000500000000000000" pitchFamily="50" charset="-128"/>
                </a:rPr>
                <a:t>変更をキャンセルしますか？</a:t>
              </a:r>
              <a:endParaRPr kumimoji="1" lang="ja-JP" altLang="en-US" sz="4000" b="1"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grpSp>
    </p:spTree>
    <p:extLst>
      <p:ext uri="{BB962C8B-B14F-4D97-AF65-F5344CB8AC3E}">
        <p14:creationId xmlns:p14="http://schemas.microsoft.com/office/powerpoint/2010/main" val="2206714089"/>
      </p:ext>
    </p:extLst>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a:extLst>
            <a:ext uri="{FF2B5EF4-FFF2-40B4-BE49-F238E27FC236}">
              <a16:creationId xmlns:a16="http://schemas.microsoft.com/office/drawing/2014/main" id="{86F71E5B-3675-28FC-AE45-2E7F1F5B9888}"/>
            </a:ext>
          </a:extLst>
        </p:cNvPr>
        <p:cNvGrpSpPr/>
        <p:nvPr/>
      </p:nvGrpSpPr>
      <p:grpSpPr>
        <a:xfrm>
          <a:off x="0" y="0"/>
          <a:ext cx="0" cy="0"/>
          <a:chOff x="0" y="0"/>
          <a:chExt cx="0" cy="0"/>
        </a:xfrm>
      </p:grpSpPr>
      <p:grpSp>
        <p:nvGrpSpPr>
          <p:cNvPr id="66" name="グループ化 65">
            <a:extLst>
              <a:ext uri="{FF2B5EF4-FFF2-40B4-BE49-F238E27FC236}">
                <a16:creationId xmlns:a16="http://schemas.microsoft.com/office/drawing/2014/main" id="{81516356-A8CE-7392-521F-A16B551C1D45}"/>
              </a:ext>
            </a:extLst>
          </p:cNvPr>
          <p:cNvGrpSpPr/>
          <p:nvPr/>
        </p:nvGrpSpPr>
        <p:grpSpPr>
          <a:xfrm>
            <a:off x="431675" y="5640918"/>
            <a:ext cx="11328651" cy="929715"/>
            <a:chOff x="431675" y="5640918"/>
            <a:chExt cx="11328651" cy="929715"/>
          </a:xfrm>
        </p:grpSpPr>
        <p:sp>
          <p:nvSpPr>
            <p:cNvPr id="43" name="四角形: 角を丸くする 42">
              <a:extLst>
                <a:ext uri="{FF2B5EF4-FFF2-40B4-BE49-F238E27FC236}">
                  <a16:creationId xmlns:a16="http://schemas.microsoft.com/office/drawing/2014/main" id="{50E50FDF-2656-6005-676E-ECCC27822FC0}"/>
                </a:ext>
              </a:extLst>
            </p:cNvPr>
            <p:cNvSpPr/>
            <p:nvPr/>
          </p:nvSpPr>
          <p:spPr>
            <a:xfrm>
              <a:off x="431675" y="5656233"/>
              <a:ext cx="11328651" cy="914400"/>
            </a:xfrm>
            <a:prstGeom prst="roundRect">
              <a:avLst>
                <a:gd name="adj" fmla="val 4803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53" name="四角形: 角を丸くする 52">
              <a:extLst>
                <a:ext uri="{FF2B5EF4-FFF2-40B4-BE49-F238E27FC236}">
                  <a16:creationId xmlns:a16="http://schemas.microsoft.com/office/drawing/2014/main" id="{CAD694F9-0DDC-1B58-4085-98404685ED23}"/>
                </a:ext>
              </a:extLst>
            </p:cNvPr>
            <p:cNvSpPr/>
            <p:nvPr/>
          </p:nvSpPr>
          <p:spPr>
            <a:xfrm>
              <a:off x="989774" y="5640918"/>
              <a:ext cx="1338828" cy="914400"/>
            </a:xfrm>
            <a:prstGeom prst="roundRect">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5" name="テキスト ボックス 54">
              <a:extLst>
                <a:ext uri="{FF2B5EF4-FFF2-40B4-BE49-F238E27FC236}">
                  <a16:creationId xmlns:a16="http://schemas.microsoft.com/office/drawing/2014/main" id="{157859F1-138A-5824-49B9-DA13D67AB50D}"/>
                </a:ext>
              </a:extLst>
            </p:cNvPr>
            <p:cNvSpPr txBox="1"/>
            <p:nvPr/>
          </p:nvSpPr>
          <p:spPr>
            <a:xfrm>
              <a:off x="1165119"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7" name="テキスト ボックス 56">
              <a:extLst>
                <a:ext uri="{FF2B5EF4-FFF2-40B4-BE49-F238E27FC236}">
                  <a16:creationId xmlns:a16="http://schemas.microsoft.com/office/drawing/2014/main" id="{4887B773-D5A8-AA8F-47E2-D895B68E0F26}"/>
                </a:ext>
              </a:extLst>
            </p:cNvPr>
            <p:cNvSpPr txBox="1"/>
            <p:nvPr/>
          </p:nvSpPr>
          <p:spPr>
            <a:xfrm flipH="1">
              <a:off x="529243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9" name="テキスト ボックス 58">
              <a:extLst>
                <a:ext uri="{FF2B5EF4-FFF2-40B4-BE49-F238E27FC236}">
                  <a16:creationId xmlns:a16="http://schemas.microsoft.com/office/drawing/2014/main" id="{88D84AC3-4AB5-FADF-E3B5-4BC9419D4967}"/>
                </a:ext>
              </a:extLst>
            </p:cNvPr>
            <p:cNvSpPr txBox="1"/>
            <p:nvPr/>
          </p:nvSpPr>
          <p:spPr>
            <a:xfrm>
              <a:off x="284405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1" name="テキスト ボックス 60">
              <a:extLst>
                <a:ext uri="{FF2B5EF4-FFF2-40B4-BE49-F238E27FC236}">
                  <a16:creationId xmlns:a16="http://schemas.microsoft.com/office/drawing/2014/main" id="{DC9F0C54-1AC6-A100-D487-A9D39E06B7A9}"/>
                </a:ext>
              </a:extLst>
            </p:cNvPr>
            <p:cNvSpPr txBox="1"/>
            <p:nvPr/>
          </p:nvSpPr>
          <p:spPr>
            <a:xfrm>
              <a:off x="8393833"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3" name="テキスト ボックス 62">
              <a:extLst>
                <a:ext uri="{FF2B5EF4-FFF2-40B4-BE49-F238E27FC236}">
                  <a16:creationId xmlns:a16="http://schemas.microsoft.com/office/drawing/2014/main" id="{390823B1-8537-5B47-F401-639F0F019B2E}"/>
                </a:ext>
              </a:extLst>
            </p:cNvPr>
            <p:cNvSpPr txBox="1"/>
            <p:nvPr/>
          </p:nvSpPr>
          <p:spPr>
            <a:xfrm>
              <a:off x="6714895"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5" name="テキスト ボックス 64">
              <a:extLst>
                <a:ext uri="{FF2B5EF4-FFF2-40B4-BE49-F238E27FC236}">
                  <a16:creationId xmlns:a16="http://schemas.microsoft.com/office/drawing/2014/main" id="{C0BAF98C-4F8E-39CD-4D53-0805062F4D41}"/>
                </a:ext>
              </a:extLst>
            </p:cNvPr>
            <p:cNvSpPr txBox="1"/>
            <p:nvPr/>
          </p:nvSpPr>
          <p:spPr>
            <a:xfrm flipH="1">
              <a:off x="9816293" y="5913378"/>
              <a:ext cx="1210588"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37" name="四角形: 角を丸くする 36">
            <a:extLst>
              <a:ext uri="{FF2B5EF4-FFF2-40B4-BE49-F238E27FC236}">
                <a16:creationId xmlns:a16="http://schemas.microsoft.com/office/drawing/2014/main" id="{1A8AABC2-87D8-8626-53AE-012C0053BDA1}"/>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grpSp>
        <p:nvGrpSpPr>
          <p:cNvPr id="24" name="グループ化 23">
            <a:extLst>
              <a:ext uri="{FF2B5EF4-FFF2-40B4-BE49-F238E27FC236}">
                <a16:creationId xmlns:a16="http://schemas.microsoft.com/office/drawing/2014/main" id="{764A6B21-A933-73A2-D010-D784ECE94A3D}"/>
              </a:ext>
            </a:extLst>
          </p:cNvPr>
          <p:cNvGrpSpPr/>
          <p:nvPr/>
        </p:nvGrpSpPr>
        <p:grpSpPr>
          <a:xfrm>
            <a:off x="163586" y="134635"/>
            <a:ext cx="1975684" cy="1396119"/>
            <a:chOff x="163586" y="134635"/>
            <a:chExt cx="1975684" cy="1396119"/>
          </a:xfrm>
        </p:grpSpPr>
        <p:grpSp>
          <p:nvGrpSpPr>
            <p:cNvPr id="25" name="グループ化 24">
              <a:extLst>
                <a:ext uri="{FF2B5EF4-FFF2-40B4-BE49-F238E27FC236}">
                  <a16:creationId xmlns:a16="http://schemas.microsoft.com/office/drawing/2014/main" id="{4F617642-C45F-7B24-7C04-9FEAFED60747}"/>
                </a:ext>
              </a:extLst>
            </p:cNvPr>
            <p:cNvGrpSpPr/>
            <p:nvPr/>
          </p:nvGrpSpPr>
          <p:grpSpPr>
            <a:xfrm>
              <a:off x="163586" y="134635"/>
              <a:ext cx="1975684" cy="1396119"/>
              <a:chOff x="163586" y="134635"/>
              <a:chExt cx="1975684" cy="1396119"/>
            </a:xfrm>
          </p:grpSpPr>
          <p:pic>
            <p:nvPicPr>
              <p:cNvPr id="27" name="図 26">
                <a:extLst>
                  <a:ext uri="{FF2B5EF4-FFF2-40B4-BE49-F238E27FC236}">
                    <a16:creationId xmlns:a16="http://schemas.microsoft.com/office/drawing/2014/main" id="{888D7518-4DEA-417D-6C6C-69377500A37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8" name="楕円 27">
                <a:extLst>
                  <a:ext uri="{FF2B5EF4-FFF2-40B4-BE49-F238E27FC236}">
                    <a16:creationId xmlns:a16="http://schemas.microsoft.com/office/drawing/2014/main" id="{92320BA3-8E0C-DF6C-58DA-D7F15AB39A95}"/>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6" name="図 25">
              <a:extLst>
                <a:ext uri="{FF2B5EF4-FFF2-40B4-BE49-F238E27FC236}">
                  <a16:creationId xmlns:a16="http://schemas.microsoft.com/office/drawing/2014/main" id="{F28756D4-B7B9-1251-5324-134CE1AF839F}"/>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
        <p:nvSpPr>
          <p:cNvPr id="39" name="テキスト ボックス 38">
            <a:extLst>
              <a:ext uri="{FF2B5EF4-FFF2-40B4-BE49-F238E27FC236}">
                <a16:creationId xmlns:a16="http://schemas.microsoft.com/office/drawing/2014/main" id="{3AEE6B39-6C1A-F571-2D56-7F9EC317A6EF}"/>
              </a:ext>
            </a:extLst>
          </p:cNvPr>
          <p:cNvSpPr txBox="1"/>
          <p:nvPr/>
        </p:nvSpPr>
        <p:spPr>
          <a:xfrm>
            <a:off x="1624588" y="641390"/>
            <a:ext cx="146706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ミッション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2" name="四角形: 角を丸くする 1">
            <a:extLst>
              <a:ext uri="{FF2B5EF4-FFF2-40B4-BE49-F238E27FC236}">
                <a16:creationId xmlns:a16="http://schemas.microsoft.com/office/drawing/2014/main" id="{825D2DC0-35AA-4E6C-5983-11BD45607662}"/>
              </a:ext>
            </a:extLst>
          </p:cNvPr>
          <p:cNvSpPr/>
          <p:nvPr/>
        </p:nvSpPr>
        <p:spPr>
          <a:xfrm>
            <a:off x="1698342" y="1327454"/>
            <a:ext cx="8795316" cy="4056319"/>
          </a:xfrm>
          <a:prstGeom prst="roundRect">
            <a:avLst>
              <a:gd name="adj" fmla="val 9765"/>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a:p>
        </p:txBody>
      </p:sp>
      <p:sp>
        <p:nvSpPr>
          <p:cNvPr id="3" name="四角形: 角を丸くする 2">
            <a:extLst>
              <a:ext uri="{FF2B5EF4-FFF2-40B4-BE49-F238E27FC236}">
                <a16:creationId xmlns:a16="http://schemas.microsoft.com/office/drawing/2014/main" id="{E54F092D-2F61-00B5-F6F3-64E255D302BD}"/>
              </a:ext>
            </a:extLst>
          </p:cNvPr>
          <p:cNvSpPr/>
          <p:nvPr/>
        </p:nvSpPr>
        <p:spPr>
          <a:xfrm>
            <a:off x="2051021" y="3014639"/>
            <a:ext cx="1545081"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rPr>
              <a:t>リミット</a:t>
            </a:r>
          </a:p>
        </p:txBody>
      </p:sp>
      <p:sp>
        <p:nvSpPr>
          <p:cNvPr id="4" name="四角形: 角を丸くする 3">
            <a:extLst>
              <a:ext uri="{FF2B5EF4-FFF2-40B4-BE49-F238E27FC236}">
                <a16:creationId xmlns:a16="http://schemas.microsoft.com/office/drawing/2014/main" id="{406D6069-EE79-5E25-68FD-FAFB90AFE3D1}"/>
              </a:ext>
            </a:extLst>
          </p:cNvPr>
          <p:cNvSpPr/>
          <p:nvPr/>
        </p:nvSpPr>
        <p:spPr>
          <a:xfrm>
            <a:off x="2051021" y="1871154"/>
            <a:ext cx="1545081" cy="712577"/>
          </a:xfrm>
          <a:prstGeom prst="roundRect">
            <a:avLst>
              <a:gd name="adj" fmla="val 9765"/>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メイン</a:t>
            </a:r>
          </a:p>
        </p:txBody>
      </p:sp>
      <p:sp>
        <p:nvSpPr>
          <p:cNvPr id="5" name="四角形: 角を丸くする 4">
            <a:extLst>
              <a:ext uri="{FF2B5EF4-FFF2-40B4-BE49-F238E27FC236}">
                <a16:creationId xmlns:a16="http://schemas.microsoft.com/office/drawing/2014/main" id="{1D15AFC8-8872-0910-E479-38CDBAF39A61}"/>
              </a:ext>
            </a:extLst>
          </p:cNvPr>
          <p:cNvSpPr/>
          <p:nvPr/>
        </p:nvSpPr>
        <p:spPr>
          <a:xfrm>
            <a:off x="2051021" y="4158125"/>
            <a:ext cx="1545081" cy="712577"/>
          </a:xfrm>
          <a:prstGeom prst="roundRect">
            <a:avLst>
              <a:gd name="adj" fmla="val 9765"/>
            </a:avLst>
          </a:prstGeom>
          <a:solidFill>
            <a:schemeClr val="tx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完了済み</a:t>
            </a:r>
          </a:p>
        </p:txBody>
      </p:sp>
      <p:sp>
        <p:nvSpPr>
          <p:cNvPr id="6" name="フリーフォーム: 図形 5">
            <a:extLst>
              <a:ext uri="{FF2B5EF4-FFF2-40B4-BE49-F238E27FC236}">
                <a16:creationId xmlns:a16="http://schemas.microsoft.com/office/drawing/2014/main" id="{6816E500-FECB-73C8-871F-A45F44E3A507}"/>
              </a:ext>
            </a:extLst>
          </p:cNvPr>
          <p:cNvSpPr/>
          <p:nvPr/>
        </p:nvSpPr>
        <p:spPr>
          <a:xfrm>
            <a:off x="3948781" y="1334606"/>
            <a:ext cx="6544877" cy="4056319"/>
          </a:xfrm>
          <a:custGeom>
            <a:avLst/>
            <a:gdLst>
              <a:gd name="csX0" fmla="*/ 0 w 6544877"/>
              <a:gd name="csY0" fmla="*/ 0 h 4056319"/>
              <a:gd name="csX1" fmla="*/ 6148777 w 6544877"/>
              <a:gd name="csY1" fmla="*/ 0 h 4056319"/>
              <a:gd name="csX2" fmla="*/ 6544877 w 6544877"/>
              <a:gd name="csY2" fmla="*/ 396100 h 4056319"/>
              <a:gd name="csX3" fmla="*/ 6544877 w 6544877"/>
              <a:gd name="csY3" fmla="*/ 3660219 h 4056319"/>
              <a:gd name="csX4" fmla="*/ 6148777 w 6544877"/>
              <a:gd name="csY4" fmla="*/ 4056319 h 4056319"/>
              <a:gd name="csX5" fmla="*/ 0 w 6544877"/>
              <a:gd name="csY5" fmla="*/ 4056319 h 4056319"/>
            </a:gdLst>
            <a:ahLst/>
            <a:cxnLst>
              <a:cxn ang="0">
                <a:pos x="csX0" y="csY0"/>
              </a:cxn>
              <a:cxn ang="0">
                <a:pos x="csX1" y="csY1"/>
              </a:cxn>
              <a:cxn ang="0">
                <a:pos x="csX2" y="csY2"/>
              </a:cxn>
              <a:cxn ang="0">
                <a:pos x="csX3" y="csY3"/>
              </a:cxn>
              <a:cxn ang="0">
                <a:pos x="csX4" y="csY4"/>
              </a:cxn>
              <a:cxn ang="0">
                <a:pos x="csX5" y="csY5"/>
              </a:cxn>
            </a:cxnLst>
            <a:rect l="l" t="t" r="r" b="b"/>
            <a:pathLst>
              <a:path w="6544877" h="4056319">
                <a:moveTo>
                  <a:pt x="0" y="0"/>
                </a:moveTo>
                <a:lnTo>
                  <a:pt x="6148777" y="0"/>
                </a:lnTo>
                <a:cubicBezTo>
                  <a:pt x="6367537" y="0"/>
                  <a:pt x="6544877" y="177340"/>
                  <a:pt x="6544877" y="396100"/>
                </a:cubicBezTo>
                <a:lnTo>
                  <a:pt x="6544877" y="3660219"/>
                </a:lnTo>
                <a:cubicBezTo>
                  <a:pt x="6544877" y="3878979"/>
                  <a:pt x="6367537" y="4056319"/>
                  <a:pt x="6148777" y="4056319"/>
                </a:cubicBezTo>
                <a:lnTo>
                  <a:pt x="0" y="4056319"/>
                </a:lnTo>
                <a:close/>
              </a:path>
            </a:pathLst>
          </a:cu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endParaRPr kumimoji="1" lang="ja-JP" altLang="en-US"/>
          </a:p>
        </p:txBody>
      </p:sp>
      <p:sp>
        <p:nvSpPr>
          <p:cNvPr id="7" name="四角形: 角を丸くする 6">
            <a:extLst>
              <a:ext uri="{FF2B5EF4-FFF2-40B4-BE49-F238E27FC236}">
                <a16:creationId xmlns:a16="http://schemas.microsoft.com/office/drawing/2014/main" id="{11BEE2E8-A517-1BCE-8AB6-16C001B11864}"/>
              </a:ext>
            </a:extLst>
          </p:cNvPr>
          <p:cNvSpPr/>
          <p:nvPr/>
        </p:nvSpPr>
        <p:spPr>
          <a:xfrm>
            <a:off x="3287031" y="3009492"/>
            <a:ext cx="1545081"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1" name="四角形: 角を丸くする 10">
            <a:extLst>
              <a:ext uri="{FF2B5EF4-FFF2-40B4-BE49-F238E27FC236}">
                <a16:creationId xmlns:a16="http://schemas.microsoft.com/office/drawing/2014/main" id="{01BB7332-6BC8-C38F-2BDF-D8AD7E760781}"/>
              </a:ext>
            </a:extLst>
          </p:cNvPr>
          <p:cNvSpPr/>
          <p:nvPr/>
        </p:nvSpPr>
        <p:spPr>
          <a:xfrm>
            <a:off x="4489817" y="2358358"/>
            <a:ext cx="5462804" cy="1766061"/>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5" name="テキスト ボックス 14">
            <a:extLst>
              <a:ext uri="{FF2B5EF4-FFF2-40B4-BE49-F238E27FC236}">
                <a16:creationId xmlns:a16="http://schemas.microsoft.com/office/drawing/2014/main" id="{1294978C-BE0A-1CDB-1870-D99C4178BD67}"/>
              </a:ext>
            </a:extLst>
          </p:cNvPr>
          <p:cNvSpPr txBox="1"/>
          <p:nvPr/>
        </p:nvSpPr>
        <p:spPr>
          <a:xfrm>
            <a:off x="5282225" y="1655865"/>
            <a:ext cx="3877986" cy="461665"/>
          </a:xfrm>
          <a:prstGeom prst="rect">
            <a:avLst/>
          </a:prstGeom>
          <a:noFill/>
        </p:spPr>
        <p:txBody>
          <a:bodyPr wrap="none" rtlCol="0">
            <a:spAutoFit/>
          </a:bodyPr>
          <a:lstStyle/>
          <a:p>
            <a:pPr algn="ctr"/>
            <a:r>
              <a:rPr lang="ja-JP" altLang="en-US"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進行中リミットミッション</a:t>
            </a:r>
            <a:endParaRPr kumimoji="1" lang="ja-JP" altLang="en-US" sz="24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18" name="グループ化 17">
            <a:extLst>
              <a:ext uri="{FF2B5EF4-FFF2-40B4-BE49-F238E27FC236}">
                <a16:creationId xmlns:a16="http://schemas.microsoft.com/office/drawing/2014/main" id="{D9CBC867-1B7F-84C5-53AF-F06A58D80376}"/>
              </a:ext>
            </a:extLst>
          </p:cNvPr>
          <p:cNvGrpSpPr/>
          <p:nvPr/>
        </p:nvGrpSpPr>
        <p:grpSpPr>
          <a:xfrm>
            <a:off x="8710851" y="3425236"/>
            <a:ext cx="1035934" cy="474368"/>
            <a:chOff x="6592795" y="2986404"/>
            <a:chExt cx="1035934" cy="474368"/>
          </a:xfrm>
        </p:grpSpPr>
        <p:sp>
          <p:nvSpPr>
            <p:cNvPr id="20" name="二等辺三角形 19">
              <a:extLst>
                <a:ext uri="{FF2B5EF4-FFF2-40B4-BE49-F238E27FC236}">
                  <a16:creationId xmlns:a16="http://schemas.microsoft.com/office/drawing/2014/main" id="{31A24D3A-BE32-40CF-E8EF-7E9A8F635EB7}"/>
                </a:ext>
              </a:extLst>
            </p:cNvPr>
            <p:cNvSpPr/>
            <p:nvPr/>
          </p:nvSpPr>
          <p:spPr>
            <a:xfrm rot="5400000">
              <a:off x="7187076" y="3019119"/>
              <a:ext cx="474368" cy="408938"/>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テキスト ボックス 21">
              <a:extLst>
                <a:ext uri="{FF2B5EF4-FFF2-40B4-BE49-F238E27FC236}">
                  <a16:creationId xmlns:a16="http://schemas.microsoft.com/office/drawing/2014/main" id="{E894E2B4-3DE7-F842-4B35-A0B04A694C7B}"/>
                </a:ext>
              </a:extLst>
            </p:cNvPr>
            <p:cNvSpPr txBox="1"/>
            <p:nvPr/>
          </p:nvSpPr>
          <p:spPr>
            <a:xfrm>
              <a:off x="6592795" y="3038922"/>
              <a:ext cx="646332" cy="369332"/>
            </a:xfrm>
            <a:prstGeom prst="rect">
              <a:avLst/>
            </a:prstGeom>
            <a:noFill/>
          </p:spPr>
          <p:txBody>
            <a:bodyPr wrap="none" rtlCol="0">
              <a:spAutoFit/>
            </a:bodyPr>
            <a:lstStyle/>
            <a:p>
              <a:pPr algn="ctr"/>
              <a:r>
                <a:rPr lang="ja-JP" altLang="en-US">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進む</a:t>
              </a:r>
              <a:endParaRPr kumimoji="1" lang="ja-JP" altLang="en-US"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29" name="テキスト ボックス 28">
            <a:extLst>
              <a:ext uri="{FF2B5EF4-FFF2-40B4-BE49-F238E27FC236}">
                <a16:creationId xmlns:a16="http://schemas.microsoft.com/office/drawing/2014/main" id="{1F13FFCC-B24E-FC0F-E2EC-A620B4B64815}"/>
              </a:ext>
            </a:extLst>
          </p:cNvPr>
          <p:cNvSpPr txBox="1"/>
          <p:nvPr/>
        </p:nvSpPr>
        <p:spPr>
          <a:xfrm>
            <a:off x="4832112" y="2514594"/>
            <a:ext cx="1723549"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ミッション名</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2" name="テキスト ボックス 31">
            <a:extLst>
              <a:ext uri="{FF2B5EF4-FFF2-40B4-BE49-F238E27FC236}">
                <a16:creationId xmlns:a16="http://schemas.microsoft.com/office/drawing/2014/main" id="{31E4FD7B-78A7-C17B-68B5-3A6D2B7B2A60}"/>
              </a:ext>
            </a:extLst>
          </p:cNvPr>
          <p:cNvSpPr txBox="1"/>
          <p:nvPr/>
        </p:nvSpPr>
        <p:spPr>
          <a:xfrm>
            <a:off x="4832112" y="3124247"/>
            <a:ext cx="3877985" cy="830997"/>
          </a:xfrm>
          <a:prstGeom prst="rect">
            <a:avLst/>
          </a:prstGeom>
          <a:noFill/>
        </p:spPr>
        <p:txBody>
          <a:bodyPr wrap="none" rtlCol="0">
            <a:spAutoFit/>
          </a:bodyPr>
          <a:lstStyle/>
          <a:p>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フレーバーテキストフレーバーテキスト</a:t>
            </a:r>
          </a:p>
          <a:p>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フレーバーテキストフレーバーテキスト</a:t>
            </a:r>
            <a:br>
              <a:rPr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br>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フレーバーテキストフレーバーテキスト</a:t>
            </a:r>
          </a:p>
        </p:txBody>
      </p:sp>
      <p:sp>
        <p:nvSpPr>
          <p:cNvPr id="68" name="四角形: 角を丸くする 67">
            <a:extLst>
              <a:ext uri="{FF2B5EF4-FFF2-40B4-BE49-F238E27FC236}">
                <a16:creationId xmlns:a16="http://schemas.microsoft.com/office/drawing/2014/main" id="{FD6E3071-2997-A84C-5165-7CA267DB9300}"/>
              </a:ext>
            </a:extLst>
          </p:cNvPr>
          <p:cNvSpPr/>
          <p:nvPr/>
        </p:nvSpPr>
        <p:spPr>
          <a:xfrm>
            <a:off x="4633632" y="4410830"/>
            <a:ext cx="5102512" cy="612948"/>
          </a:xfrm>
          <a:prstGeom prst="roundRect">
            <a:avLst>
              <a:gd name="adj" fmla="val 9765"/>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0" name="テキスト ボックス 69">
            <a:extLst>
              <a:ext uri="{FF2B5EF4-FFF2-40B4-BE49-F238E27FC236}">
                <a16:creationId xmlns:a16="http://schemas.microsoft.com/office/drawing/2014/main" id="{EAA94211-437C-C02E-DCFB-BEB9B721125E}"/>
              </a:ext>
            </a:extLst>
          </p:cNvPr>
          <p:cNvSpPr txBox="1"/>
          <p:nvPr/>
        </p:nvSpPr>
        <p:spPr>
          <a:xfrm>
            <a:off x="7167576" y="4585351"/>
            <a:ext cx="595035" cy="338554"/>
          </a:xfrm>
          <a:prstGeom prst="rect">
            <a:avLst/>
          </a:prstGeom>
          <a:noFill/>
        </p:spPr>
        <p:txBody>
          <a:bodyPr wrap="none" rtlCol="0">
            <a:spAutoFit/>
          </a:bodyPr>
          <a:lstStyle/>
          <a:p>
            <a:r>
              <a:rPr kumimoji="1"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報酬</a:t>
            </a: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72" name="楕円 71">
            <a:extLst>
              <a:ext uri="{FF2B5EF4-FFF2-40B4-BE49-F238E27FC236}">
                <a16:creationId xmlns:a16="http://schemas.microsoft.com/office/drawing/2014/main" id="{9CD59A1D-7EC6-5939-63B5-2485BBD49967}"/>
              </a:ext>
            </a:extLst>
          </p:cNvPr>
          <p:cNvSpPr/>
          <p:nvPr/>
        </p:nvSpPr>
        <p:spPr>
          <a:xfrm>
            <a:off x="8953707" y="4459537"/>
            <a:ext cx="508246" cy="508246"/>
          </a:xfrm>
          <a:prstGeom prst="ellips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4" name="テキスト ボックス 73">
            <a:extLst>
              <a:ext uri="{FF2B5EF4-FFF2-40B4-BE49-F238E27FC236}">
                <a16:creationId xmlns:a16="http://schemas.microsoft.com/office/drawing/2014/main" id="{76952112-CCCB-ABE1-335C-0CB481EB6F24}"/>
              </a:ext>
            </a:extLst>
          </p:cNvPr>
          <p:cNvSpPr txBox="1"/>
          <p:nvPr/>
        </p:nvSpPr>
        <p:spPr>
          <a:xfrm>
            <a:off x="8756425" y="4545977"/>
            <a:ext cx="902811" cy="307777"/>
          </a:xfrm>
          <a:prstGeom prst="rect">
            <a:avLst/>
          </a:prstGeom>
          <a:noFill/>
        </p:spPr>
        <p:txBody>
          <a:bodyPr wrap="none" rtlCol="0">
            <a:spAutoFit/>
          </a:bodyPr>
          <a:lstStyle/>
          <a:p>
            <a:pPr algn="ctr"/>
            <a:r>
              <a:rPr lang="ja-JP" altLang="en-US" sz="1400">
                <a:solidFill>
                  <a:schemeClr val="bg1">
                    <a:lumMod val="95000"/>
                  </a:schemeClr>
                </a:solidFill>
                <a:effectLst>
                  <a:glow rad="114300">
                    <a:srgbClr val="FF00FF">
                      <a:alpha val="85000"/>
                    </a:srgbClr>
                  </a:glow>
                </a:effectLst>
                <a:latin typeface="原稿用標準書体" panose="03000503000000000000" pitchFamily="66" charset="-128"/>
                <a:ea typeface="原稿用標準書体" panose="03000503000000000000" pitchFamily="66" charset="-128"/>
                <a:cs typeface="叛逆明朝" panose="02000503000000000000" pitchFamily="2" charset="-128"/>
              </a:rPr>
              <a:t>受け取る</a:t>
            </a:r>
          </a:p>
        </p:txBody>
      </p:sp>
      <p:pic>
        <p:nvPicPr>
          <p:cNvPr id="76" name="図 75">
            <a:extLst>
              <a:ext uri="{FF2B5EF4-FFF2-40B4-BE49-F238E27FC236}">
                <a16:creationId xmlns:a16="http://schemas.microsoft.com/office/drawing/2014/main" id="{BD8E2CEE-8B38-B8BB-381B-0454DD2B9557}"/>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677292" y="4453666"/>
            <a:ext cx="532696" cy="518967"/>
          </a:xfrm>
          <a:prstGeom prst="rect">
            <a:avLst/>
          </a:prstGeom>
        </p:spPr>
      </p:pic>
      <p:sp>
        <p:nvSpPr>
          <p:cNvPr id="78" name="テキスト ボックス 77">
            <a:extLst>
              <a:ext uri="{FF2B5EF4-FFF2-40B4-BE49-F238E27FC236}">
                <a16:creationId xmlns:a16="http://schemas.microsoft.com/office/drawing/2014/main" id="{B8EF3890-0B24-A6A3-2073-F3489B60640C}"/>
              </a:ext>
            </a:extLst>
          </p:cNvPr>
          <p:cNvSpPr txBox="1"/>
          <p:nvPr/>
        </p:nvSpPr>
        <p:spPr>
          <a:xfrm>
            <a:off x="8068501" y="4569962"/>
            <a:ext cx="710451" cy="369332"/>
          </a:xfrm>
          <a:prstGeom prst="rect">
            <a:avLst/>
          </a:prstGeom>
          <a:noFill/>
        </p:spPr>
        <p:txBody>
          <a:bodyPr wrap="none" rtlCol="0">
            <a:spAutoFit/>
          </a:bodyPr>
          <a:lstStyle/>
          <a:p>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005</a:t>
            </a: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80" name="テキスト ボックス 79">
            <a:extLst>
              <a:ext uri="{FF2B5EF4-FFF2-40B4-BE49-F238E27FC236}">
                <a16:creationId xmlns:a16="http://schemas.microsoft.com/office/drawing/2014/main" id="{E912BCDC-15AB-876F-1D35-708CA97AA089}"/>
              </a:ext>
            </a:extLst>
          </p:cNvPr>
          <p:cNvSpPr txBox="1"/>
          <p:nvPr/>
        </p:nvSpPr>
        <p:spPr>
          <a:xfrm>
            <a:off x="4874614" y="4486472"/>
            <a:ext cx="2223686" cy="461665"/>
          </a:xfrm>
          <a:prstGeom prst="rect">
            <a:avLst/>
          </a:prstGeom>
          <a:noFill/>
        </p:spPr>
        <p:txBody>
          <a:bodyPr wrap="none" rtlCol="0">
            <a:spAutoFit/>
          </a:bodyPr>
          <a:lstStyle/>
          <a:p>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累計達成数 </a:t>
            </a:r>
            <a:r>
              <a:rPr kumimoji="1" lang="en-US" altLang="ja-JP" sz="24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00010</a:t>
            </a:r>
            <a:endParaRPr kumimoji="1" lang="ja-JP" altLang="en-US"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82" name="楕円 81">
            <a:extLst>
              <a:ext uri="{FF2B5EF4-FFF2-40B4-BE49-F238E27FC236}">
                <a16:creationId xmlns:a16="http://schemas.microsoft.com/office/drawing/2014/main" id="{ED594AAD-821A-F392-6677-032E35249695}"/>
              </a:ext>
            </a:extLst>
          </p:cNvPr>
          <p:cNvSpPr/>
          <p:nvPr/>
        </p:nvSpPr>
        <p:spPr>
          <a:xfrm flipH="1">
            <a:off x="9169994" y="2509725"/>
            <a:ext cx="519521" cy="519521"/>
          </a:xfrm>
          <a:prstGeom prst="ellipse">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5" name="テキスト ボックス 84">
            <a:extLst>
              <a:ext uri="{FF2B5EF4-FFF2-40B4-BE49-F238E27FC236}">
                <a16:creationId xmlns:a16="http://schemas.microsoft.com/office/drawing/2014/main" id="{020464BA-3E7D-368D-7FF2-ECDA474518BE}"/>
              </a:ext>
            </a:extLst>
          </p:cNvPr>
          <p:cNvSpPr txBox="1"/>
          <p:nvPr/>
        </p:nvSpPr>
        <p:spPr>
          <a:xfrm>
            <a:off x="7057260" y="2594975"/>
            <a:ext cx="1620957" cy="338554"/>
          </a:xfrm>
          <a:prstGeom prst="rect">
            <a:avLst/>
          </a:prstGeom>
          <a:noFill/>
        </p:spPr>
        <p:txBody>
          <a:bodyPr wrap="none" rtlCol="0">
            <a:spAutoFit/>
          </a:bodyPr>
          <a:lstStyle/>
          <a:p>
            <a:pPr algn="ctr"/>
            <a:r>
              <a:rPr lang="ja-JP" altLang="en-US" sz="1600">
                <a:solidFill>
                  <a:srgbClr val="C00000"/>
                </a:solidFill>
                <a:latin typeface="原稿用標準書体" panose="03000503000000000000" pitchFamily="66" charset="-128"/>
                <a:ea typeface="原稿用標準書体" panose="03000503000000000000" pitchFamily="66" charset="-128"/>
                <a:cs typeface="叛逆明朝" panose="02000503000000000000" pitchFamily="2" charset="-128"/>
              </a:rPr>
              <a:t>タイムオーバー</a:t>
            </a:r>
            <a:endParaRPr kumimoji="1" lang="ja-JP" altLang="en-US" dirty="0">
              <a:solidFill>
                <a:srgbClr val="C00000"/>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pic>
        <p:nvPicPr>
          <p:cNvPr id="12" name="図 11">
            <a:extLst>
              <a:ext uri="{FF2B5EF4-FFF2-40B4-BE49-F238E27FC236}">
                <a16:creationId xmlns:a16="http://schemas.microsoft.com/office/drawing/2014/main" id="{809DE0E5-0941-CD64-D5BF-065BD90D5511}"/>
              </a:ext>
            </a:extLst>
          </p:cNvPr>
          <p:cNvPicPr>
            <a:picLocks noChangeAspect="1"/>
          </p:cNvPicPr>
          <p:nvPr/>
        </p:nvPicPr>
        <p:blipFill>
          <a:blip r:embed="rId6">
            <a:duotone>
              <a:schemeClr val="bg2">
                <a:shade val="45000"/>
                <a:satMod val="135000"/>
              </a:schemeClr>
              <a:prstClr val="white"/>
            </a:duotone>
            <a:extLst>
              <a:ext uri="{28A0092B-C50C-407E-A947-70E740481C1C}">
                <a14:useLocalDpi xmlns:a14="http://schemas.microsoft.com/office/drawing/2010/main" val="0"/>
              </a:ext>
            </a:extLst>
          </a:blip>
          <a:stretch>
            <a:fillRect/>
          </a:stretch>
        </p:blipFill>
        <p:spPr>
          <a:xfrm>
            <a:off x="9266256" y="2605987"/>
            <a:ext cx="326997" cy="326997"/>
          </a:xfrm>
          <a:prstGeom prst="rect">
            <a:avLst/>
          </a:prstGeom>
        </p:spPr>
      </p:pic>
    </p:spTree>
    <p:extLst>
      <p:ext uri="{BB962C8B-B14F-4D97-AF65-F5344CB8AC3E}">
        <p14:creationId xmlns:p14="http://schemas.microsoft.com/office/powerpoint/2010/main" val="1905804375"/>
      </p:ext>
    </p:extLst>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a:extLst>
            <a:ext uri="{FF2B5EF4-FFF2-40B4-BE49-F238E27FC236}">
              <a16:creationId xmlns:a16="http://schemas.microsoft.com/office/drawing/2014/main" id="{18404807-C228-54F5-8F3C-B426187E8373}"/>
            </a:ext>
          </a:extLst>
        </p:cNvPr>
        <p:cNvGrpSpPr/>
        <p:nvPr/>
      </p:nvGrpSpPr>
      <p:grpSpPr>
        <a:xfrm>
          <a:off x="0" y="0"/>
          <a:ext cx="0" cy="0"/>
          <a:chOff x="0" y="0"/>
          <a:chExt cx="0" cy="0"/>
        </a:xfrm>
      </p:grpSpPr>
      <p:grpSp>
        <p:nvGrpSpPr>
          <p:cNvPr id="66" name="グループ化 65">
            <a:extLst>
              <a:ext uri="{FF2B5EF4-FFF2-40B4-BE49-F238E27FC236}">
                <a16:creationId xmlns:a16="http://schemas.microsoft.com/office/drawing/2014/main" id="{700B8A3F-7C62-E2D4-A90A-AD35B6BE27C2}"/>
              </a:ext>
            </a:extLst>
          </p:cNvPr>
          <p:cNvGrpSpPr/>
          <p:nvPr/>
        </p:nvGrpSpPr>
        <p:grpSpPr>
          <a:xfrm>
            <a:off x="431675" y="5640918"/>
            <a:ext cx="11328651" cy="929715"/>
            <a:chOff x="431675" y="5640918"/>
            <a:chExt cx="11328651" cy="929715"/>
          </a:xfrm>
        </p:grpSpPr>
        <p:sp>
          <p:nvSpPr>
            <p:cNvPr id="43" name="四角形: 角を丸くする 42">
              <a:extLst>
                <a:ext uri="{FF2B5EF4-FFF2-40B4-BE49-F238E27FC236}">
                  <a16:creationId xmlns:a16="http://schemas.microsoft.com/office/drawing/2014/main" id="{06AB3677-E3B0-900A-1ED8-D0F928165FFD}"/>
                </a:ext>
              </a:extLst>
            </p:cNvPr>
            <p:cNvSpPr/>
            <p:nvPr/>
          </p:nvSpPr>
          <p:spPr>
            <a:xfrm>
              <a:off x="431675" y="5656233"/>
              <a:ext cx="11328651" cy="914400"/>
            </a:xfrm>
            <a:prstGeom prst="roundRect">
              <a:avLst>
                <a:gd name="adj" fmla="val 4803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53" name="四角形: 角を丸くする 52">
              <a:extLst>
                <a:ext uri="{FF2B5EF4-FFF2-40B4-BE49-F238E27FC236}">
                  <a16:creationId xmlns:a16="http://schemas.microsoft.com/office/drawing/2014/main" id="{9C9B8236-6A4D-26CB-3D2B-A9980A6A8A9F}"/>
                </a:ext>
              </a:extLst>
            </p:cNvPr>
            <p:cNvSpPr/>
            <p:nvPr/>
          </p:nvSpPr>
          <p:spPr>
            <a:xfrm>
              <a:off x="989774" y="5640918"/>
              <a:ext cx="1338828" cy="914400"/>
            </a:xfrm>
            <a:prstGeom prst="roundRect">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5" name="テキスト ボックス 54">
              <a:extLst>
                <a:ext uri="{FF2B5EF4-FFF2-40B4-BE49-F238E27FC236}">
                  <a16:creationId xmlns:a16="http://schemas.microsoft.com/office/drawing/2014/main" id="{D4B9DF9F-EB90-7D1E-2EB2-F97DEBBBC495}"/>
                </a:ext>
              </a:extLst>
            </p:cNvPr>
            <p:cNvSpPr txBox="1"/>
            <p:nvPr/>
          </p:nvSpPr>
          <p:spPr>
            <a:xfrm>
              <a:off x="1165119"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7" name="テキスト ボックス 56">
              <a:extLst>
                <a:ext uri="{FF2B5EF4-FFF2-40B4-BE49-F238E27FC236}">
                  <a16:creationId xmlns:a16="http://schemas.microsoft.com/office/drawing/2014/main" id="{935ABF41-1EEF-E94A-4873-7086B0980A0B}"/>
                </a:ext>
              </a:extLst>
            </p:cNvPr>
            <p:cNvSpPr txBox="1"/>
            <p:nvPr/>
          </p:nvSpPr>
          <p:spPr>
            <a:xfrm flipH="1">
              <a:off x="529243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9" name="テキスト ボックス 58">
              <a:extLst>
                <a:ext uri="{FF2B5EF4-FFF2-40B4-BE49-F238E27FC236}">
                  <a16:creationId xmlns:a16="http://schemas.microsoft.com/office/drawing/2014/main" id="{3CA88CCD-BE35-0D46-C966-796077A1A0A3}"/>
                </a:ext>
              </a:extLst>
            </p:cNvPr>
            <p:cNvSpPr txBox="1"/>
            <p:nvPr/>
          </p:nvSpPr>
          <p:spPr>
            <a:xfrm>
              <a:off x="284405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1" name="テキスト ボックス 60">
              <a:extLst>
                <a:ext uri="{FF2B5EF4-FFF2-40B4-BE49-F238E27FC236}">
                  <a16:creationId xmlns:a16="http://schemas.microsoft.com/office/drawing/2014/main" id="{850C2AE6-F8A2-8706-26B7-23E8929D9147}"/>
                </a:ext>
              </a:extLst>
            </p:cNvPr>
            <p:cNvSpPr txBox="1"/>
            <p:nvPr/>
          </p:nvSpPr>
          <p:spPr>
            <a:xfrm>
              <a:off x="8393833"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3" name="テキスト ボックス 62">
              <a:extLst>
                <a:ext uri="{FF2B5EF4-FFF2-40B4-BE49-F238E27FC236}">
                  <a16:creationId xmlns:a16="http://schemas.microsoft.com/office/drawing/2014/main" id="{D28BAC5A-475C-F889-8E34-7AC8101CFB00}"/>
                </a:ext>
              </a:extLst>
            </p:cNvPr>
            <p:cNvSpPr txBox="1"/>
            <p:nvPr/>
          </p:nvSpPr>
          <p:spPr>
            <a:xfrm>
              <a:off x="6714895"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5" name="テキスト ボックス 64">
              <a:extLst>
                <a:ext uri="{FF2B5EF4-FFF2-40B4-BE49-F238E27FC236}">
                  <a16:creationId xmlns:a16="http://schemas.microsoft.com/office/drawing/2014/main" id="{4F64976C-76C7-E861-AB2E-F058AB6ABDAE}"/>
                </a:ext>
              </a:extLst>
            </p:cNvPr>
            <p:cNvSpPr txBox="1"/>
            <p:nvPr/>
          </p:nvSpPr>
          <p:spPr>
            <a:xfrm flipH="1">
              <a:off x="9816293" y="5913378"/>
              <a:ext cx="1210588"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37" name="四角形: 角を丸くする 36">
            <a:extLst>
              <a:ext uri="{FF2B5EF4-FFF2-40B4-BE49-F238E27FC236}">
                <a16:creationId xmlns:a16="http://schemas.microsoft.com/office/drawing/2014/main" id="{6654E5AA-1601-919D-F60C-6BAEDC9DA35D}"/>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grpSp>
        <p:nvGrpSpPr>
          <p:cNvPr id="24" name="グループ化 23">
            <a:extLst>
              <a:ext uri="{FF2B5EF4-FFF2-40B4-BE49-F238E27FC236}">
                <a16:creationId xmlns:a16="http://schemas.microsoft.com/office/drawing/2014/main" id="{4C08618C-DC22-D8C4-6316-D5761681377E}"/>
              </a:ext>
            </a:extLst>
          </p:cNvPr>
          <p:cNvGrpSpPr/>
          <p:nvPr/>
        </p:nvGrpSpPr>
        <p:grpSpPr>
          <a:xfrm>
            <a:off x="163586" y="134635"/>
            <a:ext cx="1975684" cy="1396119"/>
            <a:chOff x="163586" y="134635"/>
            <a:chExt cx="1975684" cy="1396119"/>
          </a:xfrm>
        </p:grpSpPr>
        <p:grpSp>
          <p:nvGrpSpPr>
            <p:cNvPr id="25" name="グループ化 24">
              <a:extLst>
                <a:ext uri="{FF2B5EF4-FFF2-40B4-BE49-F238E27FC236}">
                  <a16:creationId xmlns:a16="http://schemas.microsoft.com/office/drawing/2014/main" id="{97CF85DD-1AAF-07FE-F5C3-772596410562}"/>
                </a:ext>
              </a:extLst>
            </p:cNvPr>
            <p:cNvGrpSpPr/>
            <p:nvPr/>
          </p:nvGrpSpPr>
          <p:grpSpPr>
            <a:xfrm>
              <a:off x="163586" y="134635"/>
              <a:ext cx="1975684" cy="1396119"/>
              <a:chOff x="163586" y="134635"/>
              <a:chExt cx="1975684" cy="1396119"/>
            </a:xfrm>
          </p:grpSpPr>
          <p:pic>
            <p:nvPicPr>
              <p:cNvPr id="27" name="図 26">
                <a:extLst>
                  <a:ext uri="{FF2B5EF4-FFF2-40B4-BE49-F238E27FC236}">
                    <a16:creationId xmlns:a16="http://schemas.microsoft.com/office/drawing/2014/main" id="{9FEFB82D-395D-3D30-7011-C313F01BADD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8" name="楕円 27">
                <a:extLst>
                  <a:ext uri="{FF2B5EF4-FFF2-40B4-BE49-F238E27FC236}">
                    <a16:creationId xmlns:a16="http://schemas.microsoft.com/office/drawing/2014/main" id="{06C8BD5F-2B48-3ACB-CD4A-01617327A8FA}"/>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6" name="図 25">
              <a:extLst>
                <a:ext uri="{FF2B5EF4-FFF2-40B4-BE49-F238E27FC236}">
                  <a16:creationId xmlns:a16="http://schemas.microsoft.com/office/drawing/2014/main" id="{2DA22C2B-A5C3-BF3C-2D78-6EFDE17DC09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
        <p:nvSpPr>
          <p:cNvPr id="39" name="テキスト ボックス 38">
            <a:extLst>
              <a:ext uri="{FF2B5EF4-FFF2-40B4-BE49-F238E27FC236}">
                <a16:creationId xmlns:a16="http://schemas.microsoft.com/office/drawing/2014/main" id="{1204E1A4-FCA3-43B6-E88C-26DD2592C9F5}"/>
              </a:ext>
            </a:extLst>
          </p:cNvPr>
          <p:cNvSpPr txBox="1"/>
          <p:nvPr/>
        </p:nvSpPr>
        <p:spPr>
          <a:xfrm>
            <a:off x="1624588" y="641390"/>
            <a:ext cx="146706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ミッション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2" name="四角形: 角を丸くする 1">
            <a:extLst>
              <a:ext uri="{FF2B5EF4-FFF2-40B4-BE49-F238E27FC236}">
                <a16:creationId xmlns:a16="http://schemas.microsoft.com/office/drawing/2014/main" id="{307FCC29-86BE-4C84-A272-F243E732F1AF}"/>
              </a:ext>
            </a:extLst>
          </p:cNvPr>
          <p:cNvSpPr/>
          <p:nvPr/>
        </p:nvSpPr>
        <p:spPr>
          <a:xfrm>
            <a:off x="1698342" y="1327454"/>
            <a:ext cx="8795316" cy="4056319"/>
          </a:xfrm>
          <a:prstGeom prst="roundRect">
            <a:avLst>
              <a:gd name="adj" fmla="val 9765"/>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a:p>
        </p:txBody>
      </p:sp>
      <p:sp>
        <p:nvSpPr>
          <p:cNvPr id="3" name="四角形: 角を丸くする 2">
            <a:extLst>
              <a:ext uri="{FF2B5EF4-FFF2-40B4-BE49-F238E27FC236}">
                <a16:creationId xmlns:a16="http://schemas.microsoft.com/office/drawing/2014/main" id="{E0F90952-02FE-1F83-3334-DA99E14EE599}"/>
              </a:ext>
            </a:extLst>
          </p:cNvPr>
          <p:cNvSpPr/>
          <p:nvPr/>
        </p:nvSpPr>
        <p:spPr>
          <a:xfrm>
            <a:off x="2051021" y="3014639"/>
            <a:ext cx="1545081"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rPr>
              <a:t>リミット</a:t>
            </a:r>
          </a:p>
        </p:txBody>
      </p:sp>
      <p:sp>
        <p:nvSpPr>
          <p:cNvPr id="4" name="四角形: 角を丸くする 3">
            <a:extLst>
              <a:ext uri="{FF2B5EF4-FFF2-40B4-BE49-F238E27FC236}">
                <a16:creationId xmlns:a16="http://schemas.microsoft.com/office/drawing/2014/main" id="{D884968C-AFB8-C1FC-D9F8-B4CAF6581575}"/>
              </a:ext>
            </a:extLst>
          </p:cNvPr>
          <p:cNvSpPr/>
          <p:nvPr/>
        </p:nvSpPr>
        <p:spPr>
          <a:xfrm>
            <a:off x="2051021" y="1871154"/>
            <a:ext cx="1545081" cy="712577"/>
          </a:xfrm>
          <a:prstGeom prst="roundRect">
            <a:avLst>
              <a:gd name="adj" fmla="val 9765"/>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メイン</a:t>
            </a:r>
          </a:p>
        </p:txBody>
      </p:sp>
      <p:sp>
        <p:nvSpPr>
          <p:cNvPr id="5" name="四角形: 角を丸くする 4">
            <a:extLst>
              <a:ext uri="{FF2B5EF4-FFF2-40B4-BE49-F238E27FC236}">
                <a16:creationId xmlns:a16="http://schemas.microsoft.com/office/drawing/2014/main" id="{A72794C3-9A99-5049-664B-182592AA9092}"/>
              </a:ext>
            </a:extLst>
          </p:cNvPr>
          <p:cNvSpPr/>
          <p:nvPr/>
        </p:nvSpPr>
        <p:spPr>
          <a:xfrm>
            <a:off x="2051021" y="4158125"/>
            <a:ext cx="1545081" cy="712577"/>
          </a:xfrm>
          <a:prstGeom prst="roundRect">
            <a:avLst>
              <a:gd name="adj" fmla="val 9765"/>
            </a:avLst>
          </a:prstGeom>
          <a:solidFill>
            <a:schemeClr val="tx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完了済み</a:t>
            </a:r>
          </a:p>
        </p:txBody>
      </p:sp>
      <p:sp>
        <p:nvSpPr>
          <p:cNvPr id="6" name="フリーフォーム: 図形 5">
            <a:extLst>
              <a:ext uri="{FF2B5EF4-FFF2-40B4-BE49-F238E27FC236}">
                <a16:creationId xmlns:a16="http://schemas.microsoft.com/office/drawing/2014/main" id="{A23C5454-1099-3D52-8E2B-1904C41D49FE}"/>
              </a:ext>
            </a:extLst>
          </p:cNvPr>
          <p:cNvSpPr/>
          <p:nvPr/>
        </p:nvSpPr>
        <p:spPr>
          <a:xfrm>
            <a:off x="3948781" y="1334606"/>
            <a:ext cx="6544877" cy="4056319"/>
          </a:xfrm>
          <a:custGeom>
            <a:avLst/>
            <a:gdLst>
              <a:gd name="csX0" fmla="*/ 0 w 6544877"/>
              <a:gd name="csY0" fmla="*/ 0 h 4056319"/>
              <a:gd name="csX1" fmla="*/ 6148777 w 6544877"/>
              <a:gd name="csY1" fmla="*/ 0 h 4056319"/>
              <a:gd name="csX2" fmla="*/ 6544877 w 6544877"/>
              <a:gd name="csY2" fmla="*/ 396100 h 4056319"/>
              <a:gd name="csX3" fmla="*/ 6544877 w 6544877"/>
              <a:gd name="csY3" fmla="*/ 3660219 h 4056319"/>
              <a:gd name="csX4" fmla="*/ 6148777 w 6544877"/>
              <a:gd name="csY4" fmla="*/ 4056319 h 4056319"/>
              <a:gd name="csX5" fmla="*/ 0 w 6544877"/>
              <a:gd name="csY5" fmla="*/ 4056319 h 4056319"/>
            </a:gdLst>
            <a:ahLst/>
            <a:cxnLst>
              <a:cxn ang="0">
                <a:pos x="csX0" y="csY0"/>
              </a:cxn>
              <a:cxn ang="0">
                <a:pos x="csX1" y="csY1"/>
              </a:cxn>
              <a:cxn ang="0">
                <a:pos x="csX2" y="csY2"/>
              </a:cxn>
              <a:cxn ang="0">
                <a:pos x="csX3" y="csY3"/>
              </a:cxn>
              <a:cxn ang="0">
                <a:pos x="csX4" y="csY4"/>
              </a:cxn>
              <a:cxn ang="0">
                <a:pos x="csX5" y="csY5"/>
              </a:cxn>
            </a:cxnLst>
            <a:rect l="l" t="t" r="r" b="b"/>
            <a:pathLst>
              <a:path w="6544877" h="4056319">
                <a:moveTo>
                  <a:pt x="0" y="0"/>
                </a:moveTo>
                <a:lnTo>
                  <a:pt x="6148777" y="0"/>
                </a:lnTo>
                <a:cubicBezTo>
                  <a:pt x="6367537" y="0"/>
                  <a:pt x="6544877" y="177340"/>
                  <a:pt x="6544877" y="396100"/>
                </a:cubicBezTo>
                <a:lnTo>
                  <a:pt x="6544877" y="3660219"/>
                </a:lnTo>
                <a:cubicBezTo>
                  <a:pt x="6544877" y="3878979"/>
                  <a:pt x="6367537" y="4056319"/>
                  <a:pt x="6148777" y="4056319"/>
                </a:cubicBezTo>
                <a:lnTo>
                  <a:pt x="0" y="4056319"/>
                </a:lnTo>
                <a:close/>
              </a:path>
            </a:pathLst>
          </a:cu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endParaRPr kumimoji="1" lang="ja-JP" altLang="en-US"/>
          </a:p>
        </p:txBody>
      </p:sp>
      <p:sp>
        <p:nvSpPr>
          <p:cNvPr id="7" name="四角形: 角を丸くする 6">
            <a:extLst>
              <a:ext uri="{FF2B5EF4-FFF2-40B4-BE49-F238E27FC236}">
                <a16:creationId xmlns:a16="http://schemas.microsoft.com/office/drawing/2014/main" id="{42B2CDF9-C3BF-7C09-9026-9D34BD4C7F98}"/>
              </a:ext>
            </a:extLst>
          </p:cNvPr>
          <p:cNvSpPr/>
          <p:nvPr/>
        </p:nvSpPr>
        <p:spPr>
          <a:xfrm>
            <a:off x="3287031" y="3009492"/>
            <a:ext cx="1545081"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1" name="四角形: 角を丸くする 10">
            <a:extLst>
              <a:ext uri="{FF2B5EF4-FFF2-40B4-BE49-F238E27FC236}">
                <a16:creationId xmlns:a16="http://schemas.microsoft.com/office/drawing/2014/main" id="{7053AABF-C1D7-57FE-226D-998F5B01ED1C}"/>
              </a:ext>
            </a:extLst>
          </p:cNvPr>
          <p:cNvSpPr/>
          <p:nvPr/>
        </p:nvSpPr>
        <p:spPr>
          <a:xfrm>
            <a:off x="4489817" y="2358358"/>
            <a:ext cx="5462804" cy="1766061"/>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5" name="テキスト ボックス 14">
            <a:extLst>
              <a:ext uri="{FF2B5EF4-FFF2-40B4-BE49-F238E27FC236}">
                <a16:creationId xmlns:a16="http://schemas.microsoft.com/office/drawing/2014/main" id="{236A3197-8C8E-E675-FB8C-5858F38F7B95}"/>
              </a:ext>
            </a:extLst>
          </p:cNvPr>
          <p:cNvSpPr txBox="1"/>
          <p:nvPr/>
        </p:nvSpPr>
        <p:spPr>
          <a:xfrm>
            <a:off x="5513059" y="1655865"/>
            <a:ext cx="3416320" cy="461665"/>
          </a:xfrm>
          <a:prstGeom prst="rect">
            <a:avLst/>
          </a:prstGeom>
          <a:noFill/>
        </p:spPr>
        <p:txBody>
          <a:bodyPr wrap="none" rtlCol="0">
            <a:spAutoFit/>
          </a:bodyPr>
          <a:lstStyle/>
          <a:p>
            <a:pPr algn="ctr"/>
            <a:r>
              <a:rPr lang="en-US" altLang="ja-JP"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a:t>
            </a:r>
            <a:r>
              <a:rPr lang="ja-JP" altLang="en-US"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章リミットミッション</a:t>
            </a:r>
            <a:endParaRPr kumimoji="1" lang="ja-JP" altLang="en-US" sz="24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18" name="グループ化 17">
            <a:extLst>
              <a:ext uri="{FF2B5EF4-FFF2-40B4-BE49-F238E27FC236}">
                <a16:creationId xmlns:a16="http://schemas.microsoft.com/office/drawing/2014/main" id="{186F71B2-2CFF-16E9-F42F-4EA3062DAC0A}"/>
              </a:ext>
            </a:extLst>
          </p:cNvPr>
          <p:cNvGrpSpPr/>
          <p:nvPr/>
        </p:nvGrpSpPr>
        <p:grpSpPr>
          <a:xfrm>
            <a:off x="8710851" y="3425236"/>
            <a:ext cx="1035934" cy="474368"/>
            <a:chOff x="6592795" y="2986404"/>
            <a:chExt cx="1035934" cy="474368"/>
          </a:xfrm>
        </p:grpSpPr>
        <p:sp>
          <p:nvSpPr>
            <p:cNvPr id="20" name="二等辺三角形 19">
              <a:extLst>
                <a:ext uri="{FF2B5EF4-FFF2-40B4-BE49-F238E27FC236}">
                  <a16:creationId xmlns:a16="http://schemas.microsoft.com/office/drawing/2014/main" id="{83DB93CF-7E06-8A3B-4B66-A372D6CCF6B2}"/>
                </a:ext>
              </a:extLst>
            </p:cNvPr>
            <p:cNvSpPr/>
            <p:nvPr/>
          </p:nvSpPr>
          <p:spPr>
            <a:xfrm rot="5400000">
              <a:off x="7187076" y="3019119"/>
              <a:ext cx="474368" cy="408938"/>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テキスト ボックス 21">
              <a:extLst>
                <a:ext uri="{FF2B5EF4-FFF2-40B4-BE49-F238E27FC236}">
                  <a16:creationId xmlns:a16="http://schemas.microsoft.com/office/drawing/2014/main" id="{C728B0F6-428B-1FDB-5221-535CD0F237EA}"/>
                </a:ext>
              </a:extLst>
            </p:cNvPr>
            <p:cNvSpPr txBox="1"/>
            <p:nvPr/>
          </p:nvSpPr>
          <p:spPr>
            <a:xfrm>
              <a:off x="6592795" y="3038922"/>
              <a:ext cx="646332" cy="369332"/>
            </a:xfrm>
            <a:prstGeom prst="rect">
              <a:avLst/>
            </a:prstGeom>
            <a:noFill/>
          </p:spPr>
          <p:txBody>
            <a:bodyPr wrap="none" rtlCol="0">
              <a:spAutoFit/>
            </a:bodyPr>
            <a:lstStyle/>
            <a:p>
              <a:pPr algn="ctr"/>
              <a:r>
                <a:rPr lang="ja-JP" altLang="en-US">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進む</a:t>
              </a:r>
              <a:endParaRPr kumimoji="1" lang="ja-JP" altLang="en-US"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29" name="テキスト ボックス 28">
            <a:extLst>
              <a:ext uri="{FF2B5EF4-FFF2-40B4-BE49-F238E27FC236}">
                <a16:creationId xmlns:a16="http://schemas.microsoft.com/office/drawing/2014/main" id="{9683E64F-2FD1-B3FC-451B-5AA53A01117A}"/>
              </a:ext>
            </a:extLst>
          </p:cNvPr>
          <p:cNvSpPr txBox="1"/>
          <p:nvPr/>
        </p:nvSpPr>
        <p:spPr>
          <a:xfrm>
            <a:off x="4832112" y="2514594"/>
            <a:ext cx="1723549"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ミッション名</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2" name="テキスト ボックス 31">
            <a:extLst>
              <a:ext uri="{FF2B5EF4-FFF2-40B4-BE49-F238E27FC236}">
                <a16:creationId xmlns:a16="http://schemas.microsoft.com/office/drawing/2014/main" id="{BE926E92-6B82-F351-FE23-A3402BF65A16}"/>
              </a:ext>
            </a:extLst>
          </p:cNvPr>
          <p:cNvSpPr txBox="1"/>
          <p:nvPr/>
        </p:nvSpPr>
        <p:spPr>
          <a:xfrm>
            <a:off x="4832112" y="3124247"/>
            <a:ext cx="3877985" cy="830997"/>
          </a:xfrm>
          <a:prstGeom prst="rect">
            <a:avLst/>
          </a:prstGeom>
          <a:noFill/>
        </p:spPr>
        <p:txBody>
          <a:bodyPr wrap="none" rtlCol="0">
            <a:spAutoFit/>
          </a:bodyPr>
          <a:lstStyle/>
          <a:p>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フレーバーテキストフレーバーテキスト</a:t>
            </a:r>
          </a:p>
          <a:p>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フレーバーテキストフレーバーテキスト</a:t>
            </a:r>
            <a:br>
              <a:rPr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br>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フレーバーテキストフレーバーテキスト</a:t>
            </a:r>
          </a:p>
        </p:txBody>
      </p:sp>
      <p:sp>
        <p:nvSpPr>
          <p:cNvPr id="68" name="四角形: 角を丸くする 67">
            <a:extLst>
              <a:ext uri="{FF2B5EF4-FFF2-40B4-BE49-F238E27FC236}">
                <a16:creationId xmlns:a16="http://schemas.microsoft.com/office/drawing/2014/main" id="{2963EA9F-50D8-3D0F-7E93-69F697F0FD3F}"/>
              </a:ext>
            </a:extLst>
          </p:cNvPr>
          <p:cNvSpPr/>
          <p:nvPr/>
        </p:nvSpPr>
        <p:spPr>
          <a:xfrm>
            <a:off x="4633632" y="4410830"/>
            <a:ext cx="5102512" cy="612948"/>
          </a:xfrm>
          <a:prstGeom prst="roundRect">
            <a:avLst>
              <a:gd name="adj" fmla="val 9765"/>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0" name="テキスト ボックス 69">
            <a:extLst>
              <a:ext uri="{FF2B5EF4-FFF2-40B4-BE49-F238E27FC236}">
                <a16:creationId xmlns:a16="http://schemas.microsoft.com/office/drawing/2014/main" id="{8814ECE3-00FE-0D64-4C66-BE2968D33E52}"/>
              </a:ext>
            </a:extLst>
          </p:cNvPr>
          <p:cNvSpPr txBox="1"/>
          <p:nvPr/>
        </p:nvSpPr>
        <p:spPr>
          <a:xfrm>
            <a:off x="7167576" y="4585351"/>
            <a:ext cx="595035" cy="338554"/>
          </a:xfrm>
          <a:prstGeom prst="rect">
            <a:avLst/>
          </a:prstGeom>
          <a:noFill/>
        </p:spPr>
        <p:txBody>
          <a:bodyPr wrap="none" rtlCol="0">
            <a:spAutoFit/>
          </a:bodyPr>
          <a:lstStyle/>
          <a:p>
            <a:r>
              <a:rPr kumimoji="1"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報酬</a:t>
            </a: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pic>
        <p:nvPicPr>
          <p:cNvPr id="76" name="図 75">
            <a:extLst>
              <a:ext uri="{FF2B5EF4-FFF2-40B4-BE49-F238E27FC236}">
                <a16:creationId xmlns:a16="http://schemas.microsoft.com/office/drawing/2014/main" id="{49AD523C-DB6D-F9CC-8C68-EACD4A9266EE}"/>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677292" y="4453666"/>
            <a:ext cx="532696" cy="518967"/>
          </a:xfrm>
          <a:prstGeom prst="rect">
            <a:avLst/>
          </a:prstGeom>
        </p:spPr>
      </p:pic>
      <p:sp>
        <p:nvSpPr>
          <p:cNvPr id="78" name="テキスト ボックス 77">
            <a:extLst>
              <a:ext uri="{FF2B5EF4-FFF2-40B4-BE49-F238E27FC236}">
                <a16:creationId xmlns:a16="http://schemas.microsoft.com/office/drawing/2014/main" id="{A7DC410F-D9CB-2DDA-619B-5647297EE4AB}"/>
              </a:ext>
            </a:extLst>
          </p:cNvPr>
          <p:cNvSpPr txBox="1"/>
          <p:nvPr/>
        </p:nvSpPr>
        <p:spPr>
          <a:xfrm>
            <a:off x="8068501" y="4569962"/>
            <a:ext cx="710451" cy="369332"/>
          </a:xfrm>
          <a:prstGeom prst="rect">
            <a:avLst/>
          </a:prstGeom>
          <a:noFill/>
        </p:spPr>
        <p:txBody>
          <a:bodyPr wrap="none" rtlCol="0">
            <a:spAutoFit/>
          </a:bodyPr>
          <a:lstStyle/>
          <a:p>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005</a:t>
            </a: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80" name="テキスト ボックス 79">
            <a:extLst>
              <a:ext uri="{FF2B5EF4-FFF2-40B4-BE49-F238E27FC236}">
                <a16:creationId xmlns:a16="http://schemas.microsoft.com/office/drawing/2014/main" id="{9EB77568-717F-AC16-AFD3-CF234F91E12B}"/>
              </a:ext>
            </a:extLst>
          </p:cNvPr>
          <p:cNvSpPr txBox="1"/>
          <p:nvPr/>
        </p:nvSpPr>
        <p:spPr>
          <a:xfrm>
            <a:off x="4874614" y="4486472"/>
            <a:ext cx="2146742" cy="461665"/>
          </a:xfrm>
          <a:prstGeom prst="rect">
            <a:avLst/>
          </a:prstGeom>
          <a:noFill/>
        </p:spPr>
        <p:txBody>
          <a:bodyPr wrap="none" rtlCol="0">
            <a:spAutoFit/>
          </a:bodyPr>
          <a:lstStyle/>
          <a:p>
            <a:r>
              <a:rPr kumimoji="1" lang="en-US" altLang="ja-JP"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a:t>
            </a:r>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章</a:t>
            </a:r>
            <a:r>
              <a:rPr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達成</a:t>
            </a:r>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数 </a:t>
            </a:r>
            <a:r>
              <a:rPr lang="en-US" altLang="ja-JP" sz="24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0</a:t>
            </a:r>
            <a:r>
              <a:rPr kumimoji="1" lang="en-US" altLang="ja-JP" sz="24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0/05</a:t>
            </a:r>
            <a:endParaRPr kumimoji="1" lang="ja-JP" altLang="en-US"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82" name="楕円 81">
            <a:extLst>
              <a:ext uri="{FF2B5EF4-FFF2-40B4-BE49-F238E27FC236}">
                <a16:creationId xmlns:a16="http://schemas.microsoft.com/office/drawing/2014/main" id="{38184F92-151A-3289-C822-12F4683030CB}"/>
              </a:ext>
            </a:extLst>
          </p:cNvPr>
          <p:cNvSpPr/>
          <p:nvPr/>
        </p:nvSpPr>
        <p:spPr>
          <a:xfrm flipH="1">
            <a:off x="9169994" y="2509725"/>
            <a:ext cx="519521" cy="519521"/>
          </a:xfrm>
          <a:prstGeom prst="ellipse">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7" name="楕円 86">
            <a:extLst>
              <a:ext uri="{FF2B5EF4-FFF2-40B4-BE49-F238E27FC236}">
                <a16:creationId xmlns:a16="http://schemas.microsoft.com/office/drawing/2014/main" id="{72D45E37-166C-C61A-5700-C5B63E234093}"/>
              </a:ext>
            </a:extLst>
          </p:cNvPr>
          <p:cNvSpPr/>
          <p:nvPr/>
        </p:nvSpPr>
        <p:spPr>
          <a:xfrm>
            <a:off x="8949017" y="4459536"/>
            <a:ext cx="508246" cy="508246"/>
          </a:xfrm>
          <a:prstGeom prst="ellipse">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9" name="テキスト ボックス 88">
            <a:extLst>
              <a:ext uri="{FF2B5EF4-FFF2-40B4-BE49-F238E27FC236}">
                <a16:creationId xmlns:a16="http://schemas.microsoft.com/office/drawing/2014/main" id="{830AB8C5-CEF4-7A54-D98D-4D37912751ED}"/>
              </a:ext>
            </a:extLst>
          </p:cNvPr>
          <p:cNvSpPr txBox="1"/>
          <p:nvPr/>
        </p:nvSpPr>
        <p:spPr>
          <a:xfrm>
            <a:off x="8841503" y="4545976"/>
            <a:ext cx="723275" cy="307777"/>
          </a:xfrm>
          <a:prstGeom prst="rect">
            <a:avLst/>
          </a:prstGeom>
          <a:noFill/>
        </p:spPr>
        <p:txBody>
          <a:bodyPr wrap="none" rtlCol="0">
            <a:spAutoFit/>
          </a:bodyPr>
          <a:lstStyle/>
          <a:p>
            <a:pPr algn="ctr"/>
            <a:r>
              <a:rPr lang="ja-JP" altLang="en-US" sz="1400">
                <a:solidFill>
                  <a:schemeClr val="bg1">
                    <a:lumMod val="95000"/>
                  </a:schemeClr>
                </a:solidFill>
                <a:effectLst>
                  <a:glow rad="114300">
                    <a:schemeClr val="tx1">
                      <a:lumMod val="50000"/>
                      <a:lumOff val="50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rPr>
              <a:t>未達成</a:t>
            </a:r>
          </a:p>
        </p:txBody>
      </p:sp>
    </p:spTree>
    <p:extLst>
      <p:ext uri="{BB962C8B-B14F-4D97-AF65-F5344CB8AC3E}">
        <p14:creationId xmlns:p14="http://schemas.microsoft.com/office/powerpoint/2010/main" val="2219268413"/>
      </p:ext>
    </p:extLst>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a:extLst>
            <a:ext uri="{FF2B5EF4-FFF2-40B4-BE49-F238E27FC236}">
              <a16:creationId xmlns:a16="http://schemas.microsoft.com/office/drawing/2014/main" id="{1518D955-9EEE-C258-9653-F5A3E804E685}"/>
            </a:ext>
          </a:extLst>
        </p:cNvPr>
        <p:cNvGrpSpPr/>
        <p:nvPr/>
      </p:nvGrpSpPr>
      <p:grpSpPr>
        <a:xfrm>
          <a:off x="0" y="0"/>
          <a:ext cx="0" cy="0"/>
          <a:chOff x="0" y="0"/>
          <a:chExt cx="0" cy="0"/>
        </a:xfrm>
      </p:grpSpPr>
      <p:grpSp>
        <p:nvGrpSpPr>
          <p:cNvPr id="66" name="グループ化 65">
            <a:extLst>
              <a:ext uri="{FF2B5EF4-FFF2-40B4-BE49-F238E27FC236}">
                <a16:creationId xmlns:a16="http://schemas.microsoft.com/office/drawing/2014/main" id="{D8588C14-7DE8-A61E-7005-B1CA8128F160}"/>
              </a:ext>
            </a:extLst>
          </p:cNvPr>
          <p:cNvGrpSpPr/>
          <p:nvPr/>
        </p:nvGrpSpPr>
        <p:grpSpPr>
          <a:xfrm>
            <a:off x="431675" y="5640918"/>
            <a:ext cx="11328651" cy="929715"/>
            <a:chOff x="431675" y="5640918"/>
            <a:chExt cx="11328651" cy="929715"/>
          </a:xfrm>
        </p:grpSpPr>
        <p:sp>
          <p:nvSpPr>
            <p:cNvPr id="43" name="四角形: 角を丸くする 42">
              <a:extLst>
                <a:ext uri="{FF2B5EF4-FFF2-40B4-BE49-F238E27FC236}">
                  <a16:creationId xmlns:a16="http://schemas.microsoft.com/office/drawing/2014/main" id="{E66A42A1-2D85-CB22-56D7-B4C32053CEC1}"/>
                </a:ext>
              </a:extLst>
            </p:cNvPr>
            <p:cNvSpPr/>
            <p:nvPr/>
          </p:nvSpPr>
          <p:spPr>
            <a:xfrm>
              <a:off x="431675" y="5656233"/>
              <a:ext cx="11328651" cy="914400"/>
            </a:xfrm>
            <a:prstGeom prst="roundRect">
              <a:avLst>
                <a:gd name="adj" fmla="val 4803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53" name="四角形: 角を丸くする 52">
              <a:extLst>
                <a:ext uri="{FF2B5EF4-FFF2-40B4-BE49-F238E27FC236}">
                  <a16:creationId xmlns:a16="http://schemas.microsoft.com/office/drawing/2014/main" id="{D3F34384-AE5F-8716-0D13-3FF8EA23C36B}"/>
                </a:ext>
              </a:extLst>
            </p:cNvPr>
            <p:cNvSpPr/>
            <p:nvPr/>
          </p:nvSpPr>
          <p:spPr>
            <a:xfrm>
              <a:off x="989774" y="5640918"/>
              <a:ext cx="1338828" cy="914400"/>
            </a:xfrm>
            <a:prstGeom prst="roundRect">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5" name="テキスト ボックス 54">
              <a:extLst>
                <a:ext uri="{FF2B5EF4-FFF2-40B4-BE49-F238E27FC236}">
                  <a16:creationId xmlns:a16="http://schemas.microsoft.com/office/drawing/2014/main" id="{682B7669-232E-0AD1-182C-3A245601EE72}"/>
                </a:ext>
              </a:extLst>
            </p:cNvPr>
            <p:cNvSpPr txBox="1"/>
            <p:nvPr/>
          </p:nvSpPr>
          <p:spPr>
            <a:xfrm>
              <a:off x="1165119"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7" name="テキスト ボックス 56">
              <a:extLst>
                <a:ext uri="{FF2B5EF4-FFF2-40B4-BE49-F238E27FC236}">
                  <a16:creationId xmlns:a16="http://schemas.microsoft.com/office/drawing/2014/main" id="{54BC65D2-CDAA-C01E-95C3-79C4846FDCD3}"/>
                </a:ext>
              </a:extLst>
            </p:cNvPr>
            <p:cNvSpPr txBox="1"/>
            <p:nvPr/>
          </p:nvSpPr>
          <p:spPr>
            <a:xfrm flipH="1">
              <a:off x="529243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9" name="テキスト ボックス 58">
              <a:extLst>
                <a:ext uri="{FF2B5EF4-FFF2-40B4-BE49-F238E27FC236}">
                  <a16:creationId xmlns:a16="http://schemas.microsoft.com/office/drawing/2014/main" id="{1E6DDCDD-9070-0F2B-95B9-E374B3458447}"/>
                </a:ext>
              </a:extLst>
            </p:cNvPr>
            <p:cNvSpPr txBox="1"/>
            <p:nvPr/>
          </p:nvSpPr>
          <p:spPr>
            <a:xfrm>
              <a:off x="284405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1" name="テキスト ボックス 60">
              <a:extLst>
                <a:ext uri="{FF2B5EF4-FFF2-40B4-BE49-F238E27FC236}">
                  <a16:creationId xmlns:a16="http://schemas.microsoft.com/office/drawing/2014/main" id="{5D5A46CD-846F-05BF-C097-0A5A7A72610F}"/>
                </a:ext>
              </a:extLst>
            </p:cNvPr>
            <p:cNvSpPr txBox="1"/>
            <p:nvPr/>
          </p:nvSpPr>
          <p:spPr>
            <a:xfrm>
              <a:off x="8393833"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3" name="テキスト ボックス 62">
              <a:extLst>
                <a:ext uri="{FF2B5EF4-FFF2-40B4-BE49-F238E27FC236}">
                  <a16:creationId xmlns:a16="http://schemas.microsoft.com/office/drawing/2014/main" id="{E8BF9ED8-BD07-EB8E-0886-67FB64A467BD}"/>
                </a:ext>
              </a:extLst>
            </p:cNvPr>
            <p:cNvSpPr txBox="1"/>
            <p:nvPr/>
          </p:nvSpPr>
          <p:spPr>
            <a:xfrm>
              <a:off x="6714895"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5" name="テキスト ボックス 64">
              <a:extLst>
                <a:ext uri="{FF2B5EF4-FFF2-40B4-BE49-F238E27FC236}">
                  <a16:creationId xmlns:a16="http://schemas.microsoft.com/office/drawing/2014/main" id="{03D566C5-35CE-2C42-883B-E41B6AC17070}"/>
                </a:ext>
              </a:extLst>
            </p:cNvPr>
            <p:cNvSpPr txBox="1"/>
            <p:nvPr/>
          </p:nvSpPr>
          <p:spPr>
            <a:xfrm flipH="1">
              <a:off x="9816293" y="5913378"/>
              <a:ext cx="1210588"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37" name="四角形: 角を丸くする 36">
            <a:extLst>
              <a:ext uri="{FF2B5EF4-FFF2-40B4-BE49-F238E27FC236}">
                <a16:creationId xmlns:a16="http://schemas.microsoft.com/office/drawing/2014/main" id="{0DA10372-CBB6-2BCD-019D-C5CF5A55ACA6}"/>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grpSp>
        <p:nvGrpSpPr>
          <p:cNvPr id="24" name="グループ化 23">
            <a:extLst>
              <a:ext uri="{FF2B5EF4-FFF2-40B4-BE49-F238E27FC236}">
                <a16:creationId xmlns:a16="http://schemas.microsoft.com/office/drawing/2014/main" id="{A2896644-5D94-8A2B-760C-93239CF9F4D6}"/>
              </a:ext>
            </a:extLst>
          </p:cNvPr>
          <p:cNvGrpSpPr/>
          <p:nvPr/>
        </p:nvGrpSpPr>
        <p:grpSpPr>
          <a:xfrm>
            <a:off x="163586" y="134635"/>
            <a:ext cx="1975684" cy="1396119"/>
            <a:chOff x="163586" y="134635"/>
            <a:chExt cx="1975684" cy="1396119"/>
          </a:xfrm>
        </p:grpSpPr>
        <p:grpSp>
          <p:nvGrpSpPr>
            <p:cNvPr id="25" name="グループ化 24">
              <a:extLst>
                <a:ext uri="{FF2B5EF4-FFF2-40B4-BE49-F238E27FC236}">
                  <a16:creationId xmlns:a16="http://schemas.microsoft.com/office/drawing/2014/main" id="{BA8F67CA-2ED0-385F-D695-799B3FC64F70}"/>
                </a:ext>
              </a:extLst>
            </p:cNvPr>
            <p:cNvGrpSpPr/>
            <p:nvPr/>
          </p:nvGrpSpPr>
          <p:grpSpPr>
            <a:xfrm>
              <a:off x="163586" y="134635"/>
              <a:ext cx="1975684" cy="1396119"/>
              <a:chOff x="163586" y="134635"/>
              <a:chExt cx="1975684" cy="1396119"/>
            </a:xfrm>
          </p:grpSpPr>
          <p:pic>
            <p:nvPicPr>
              <p:cNvPr id="27" name="図 26">
                <a:extLst>
                  <a:ext uri="{FF2B5EF4-FFF2-40B4-BE49-F238E27FC236}">
                    <a16:creationId xmlns:a16="http://schemas.microsoft.com/office/drawing/2014/main" id="{E484F7FF-CBB4-FBBF-EA95-ABB4B22535C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8" name="楕円 27">
                <a:extLst>
                  <a:ext uri="{FF2B5EF4-FFF2-40B4-BE49-F238E27FC236}">
                    <a16:creationId xmlns:a16="http://schemas.microsoft.com/office/drawing/2014/main" id="{EFFB5D08-F6FC-99DE-8516-5E3B4D6EDBB3}"/>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6" name="図 25">
              <a:extLst>
                <a:ext uri="{FF2B5EF4-FFF2-40B4-BE49-F238E27FC236}">
                  <a16:creationId xmlns:a16="http://schemas.microsoft.com/office/drawing/2014/main" id="{DD85A119-58B3-72E1-AFDB-78999C123408}"/>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
        <p:nvSpPr>
          <p:cNvPr id="39" name="テキスト ボックス 38">
            <a:extLst>
              <a:ext uri="{FF2B5EF4-FFF2-40B4-BE49-F238E27FC236}">
                <a16:creationId xmlns:a16="http://schemas.microsoft.com/office/drawing/2014/main" id="{E8EB1BC2-9B5B-3F36-5FDB-423C25905765}"/>
              </a:ext>
            </a:extLst>
          </p:cNvPr>
          <p:cNvSpPr txBox="1"/>
          <p:nvPr/>
        </p:nvSpPr>
        <p:spPr>
          <a:xfrm>
            <a:off x="1624588" y="641390"/>
            <a:ext cx="146706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ミッション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2" name="四角形: 角を丸くする 1">
            <a:extLst>
              <a:ext uri="{FF2B5EF4-FFF2-40B4-BE49-F238E27FC236}">
                <a16:creationId xmlns:a16="http://schemas.microsoft.com/office/drawing/2014/main" id="{CD5114F8-6584-E254-9E24-5065F7B75D67}"/>
              </a:ext>
            </a:extLst>
          </p:cNvPr>
          <p:cNvSpPr/>
          <p:nvPr/>
        </p:nvSpPr>
        <p:spPr>
          <a:xfrm>
            <a:off x="1698342" y="1327454"/>
            <a:ext cx="8795316" cy="4056319"/>
          </a:xfrm>
          <a:prstGeom prst="roundRect">
            <a:avLst>
              <a:gd name="adj" fmla="val 9765"/>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a:p>
        </p:txBody>
      </p:sp>
      <p:sp>
        <p:nvSpPr>
          <p:cNvPr id="3" name="四角形: 角を丸くする 2">
            <a:extLst>
              <a:ext uri="{FF2B5EF4-FFF2-40B4-BE49-F238E27FC236}">
                <a16:creationId xmlns:a16="http://schemas.microsoft.com/office/drawing/2014/main" id="{7D92A6C1-9875-E5DD-64A9-2A962A60AC40}"/>
              </a:ext>
            </a:extLst>
          </p:cNvPr>
          <p:cNvSpPr/>
          <p:nvPr/>
        </p:nvSpPr>
        <p:spPr>
          <a:xfrm>
            <a:off x="2051021" y="3014639"/>
            <a:ext cx="1545081"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rPr>
              <a:t>リミット</a:t>
            </a:r>
          </a:p>
        </p:txBody>
      </p:sp>
      <p:sp>
        <p:nvSpPr>
          <p:cNvPr id="4" name="四角形: 角を丸くする 3">
            <a:extLst>
              <a:ext uri="{FF2B5EF4-FFF2-40B4-BE49-F238E27FC236}">
                <a16:creationId xmlns:a16="http://schemas.microsoft.com/office/drawing/2014/main" id="{E5EB0BBF-8652-9605-3C45-DBD2E423AD8D}"/>
              </a:ext>
            </a:extLst>
          </p:cNvPr>
          <p:cNvSpPr/>
          <p:nvPr/>
        </p:nvSpPr>
        <p:spPr>
          <a:xfrm>
            <a:off x="2051021" y="1871154"/>
            <a:ext cx="1545081" cy="712577"/>
          </a:xfrm>
          <a:prstGeom prst="roundRect">
            <a:avLst>
              <a:gd name="adj" fmla="val 9765"/>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メイン</a:t>
            </a:r>
          </a:p>
        </p:txBody>
      </p:sp>
      <p:sp>
        <p:nvSpPr>
          <p:cNvPr id="5" name="四角形: 角を丸くする 4">
            <a:extLst>
              <a:ext uri="{FF2B5EF4-FFF2-40B4-BE49-F238E27FC236}">
                <a16:creationId xmlns:a16="http://schemas.microsoft.com/office/drawing/2014/main" id="{EAC76BA6-D777-1B58-3A4B-B832BE8EF3BE}"/>
              </a:ext>
            </a:extLst>
          </p:cNvPr>
          <p:cNvSpPr/>
          <p:nvPr/>
        </p:nvSpPr>
        <p:spPr>
          <a:xfrm>
            <a:off x="2051021" y="4158125"/>
            <a:ext cx="1545081" cy="712577"/>
          </a:xfrm>
          <a:prstGeom prst="roundRect">
            <a:avLst>
              <a:gd name="adj" fmla="val 9765"/>
            </a:avLst>
          </a:prstGeom>
          <a:solidFill>
            <a:schemeClr val="tx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完了済み</a:t>
            </a:r>
          </a:p>
        </p:txBody>
      </p:sp>
      <p:sp>
        <p:nvSpPr>
          <p:cNvPr id="6" name="フリーフォーム: 図形 5">
            <a:extLst>
              <a:ext uri="{FF2B5EF4-FFF2-40B4-BE49-F238E27FC236}">
                <a16:creationId xmlns:a16="http://schemas.microsoft.com/office/drawing/2014/main" id="{05A59FAE-8126-C473-8A0E-16CFD2A3CAB6}"/>
              </a:ext>
            </a:extLst>
          </p:cNvPr>
          <p:cNvSpPr/>
          <p:nvPr/>
        </p:nvSpPr>
        <p:spPr>
          <a:xfrm>
            <a:off x="3948781" y="1334606"/>
            <a:ext cx="6544877" cy="4056319"/>
          </a:xfrm>
          <a:custGeom>
            <a:avLst/>
            <a:gdLst>
              <a:gd name="csX0" fmla="*/ 0 w 6544877"/>
              <a:gd name="csY0" fmla="*/ 0 h 4056319"/>
              <a:gd name="csX1" fmla="*/ 6148777 w 6544877"/>
              <a:gd name="csY1" fmla="*/ 0 h 4056319"/>
              <a:gd name="csX2" fmla="*/ 6544877 w 6544877"/>
              <a:gd name="csY2" fmla="*/ 396100 h 4056319"/>
              <a:gd name="csX3" fmla="*/ 6544877 w 6544877"/>
              <a:gd name="csY3" fmla="*/ 3660219 h 4056319"/>
              <a:gd name="csX4" fmla="*/ 6148777 w 6544877"/>
              <a:gd name="csY4" fmla="*/ 4056319 h 4056319"/>
              <a:gd name="csX5" fmla="*/ 0 w 6544877"/>
              <a:gd name="csY5" fmla="*/ 4056319 h 4056319"/>
            </a:gdLst>
            <a:ahLst/>
            <a:cxnLst>
              <a:cxn ang="0">
                <a:pos x="csX0" y="csY0"/>
              </a:cxn>
              <a:cxn ang="0">
                <a:pos x="csX1" y="csY1"/>
              </a:cxn>
              <a:cxn ang="0">
                <a:pos x="csX2" y="csY2"/>
              </a:cxn>
              <a:cxn ang="0">
                <a:pos x="csX3" y="csY3"/>
              </a:cxn>
              <a:cxn ang="0">
                <a:pos x="csX4" y="csY4"/>
              </a:cxn>
              <a:cxn ang="0">
                <a:pos x="csX5" y="csY5"/>
              </a:cxn>
            </a:cxnLst>
            <a:rect l="l" t="t" r="r" b="b"/>
            <a:pathLst>
              <a:path w="6544877" h="4056319">
                <a:moveTo>
                  <a:pt x="0" y="0"/>
                </a:moveTo>
                <a:lnTo>
                  <a:pt x="6148777" y="0"/>
                </a:lnTo>
                <a:cubicBezTo>
                  <a:pt x="6367537" y="0"/>
                  <a:pt x="6544877" y="177340"/>
                  <a:pt x="6544877" y="396100"/>
                </a:cubicBezTo>
                <a:lnTo>
                  <a:pt x="6544877" y="3660219"/>
                </a:lnTo>
                <a:cubicBezTo>
                  <a:pt x="6544877" y="3878979"/>
                  <a:pt x="6367537" y="4056319"/>
                  <a:pt x="6148777" y="4056319"/>
                </a:cubicBezTo>
                <a:lnTo>
                  <a:pt x="0" y="4056319"/>
                </a:lnTo>
                <a:close/>
              </a:path>
            </a:pathLst>
          </a:cu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endParaRPr kumimoji="1" lang="ja-JP" altLang="en-US"/>
          </a:p>
        </p:txBody>
      </p:sp>
      <p:sp>
        <p:nvSpPr>
          <p:cNvPr id="7" name="四角形: 角を丸くする 6">
            <a:extLst>
              <a:ext uri="{FF2B5EF4-FFF2-40B4-BE49-F238E27FC236}">
                <a16:creationId xmlns:a16="http://schemas.microsoft.com/office/drawing/2014/main" id="{DA566246-C054-1F07-5CC7-4B7F3C61B05B}"/>
              </a:ext>
            </a:extLst>
          </p:cNvPr>
          <p:cNvSpPr/>
          <p:nvPr/>
        </p:nvSpPr>
        <p:spPr>
          <a:xfrm>
            <a:off x="3287031" y="3009492"/>
            <a:ext cx="1545081"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8" name="グループ化 7">
            <a:extLst>
              <a:ext uri="{FF2B5EF4-FFF2-40B4-BE49-F238E27FC236}">
                <a16:creationId xmlns:a16="http://schemas.microsoft.com/office/drawing/2014/main" id="{E455F38E-409B-A319-6EFD-D61263F4CAC2}"/>
              </a:ext>
            </a:extLst>
          </p:cNvPr>
          <p:cNvGrpSpPr/>
          <p:nvPr/>
        </p:nvGrpSpPr>
        <p:grpSpPr>
          <a:xfrm>
            <a:off x="10022798" y="2220735"/>
            <a:ext cx="236362" cy="2284060"/>
            <a:chOff x="11044871" y="4022147"/>
            <a:chExt cx="236362" cy="2031812"/>
          </a:xfrm>
        </p:grpSpPr>
        <p:sp>
          <p:nvSpPr>
            <p:cNvPr id="9" name="四角形: 角を丸くする 8">
              <a:extLst>
                <a:ext uri="{FF2B5EF4-FFF2-40B4-BE49-F238E27FC236}">
                  <a16:creationId xmlns:a16="http://schemas.microsoft.com/office/drawing/2014/main" id="{20EF8D41-69AE-B685-6A9D-1C6999365900}"/>
                </a:ext>
              </a:extLst>
            </p:cNvPr>
            <p:cNvSpPr/>
            <p:nvPr/>
          </p:nvSpPr>
          <p:spPr>
            <a:xfrm>
              <a:off x="11044871" y="4022147"/>
              <a:ext cx="236362" cy="2031812"/>
            </a:xfrm>
            <a:prstGeom prst="roundRect">
              <a:avLst/>
            </a:prstGeom>
            <a:noFill/>
            <a:ln>
              <a:solidFill>
                <a:schemeClr val="tx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 name="四角形: 角を丸くする 9">
              <a:extLst>
                <a:ext uri="{FF2B5EF4-FFF2-40B4-BE49-F238E27FC236}">
                  <a16:creationId xmlns:a16="http://schemas.microsoft.com/office/drawing/2014/main" id="{7E714A1A-4A78-FA6B-1402-32D523F0B647}"/>
                </a:ext>
              </a:extLst>
            </p:cNvPr>
            <p:cNvSpPr/>
            <p:nvPr/>
          </p:nvSpPr>
          <p:spPr>
            <a:xfrm>
              <a:off x="11066205" y="4094529"/>
              <a:ext cx="193695" cy="571313"/>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34" name="四角形: 角を丸くする 33">
            <a:extLst>
              <a:ext uri="{FF2B5EF4-FFF2-40B4-BE49-F238E27FC236}">
                <a16:creationId xmlns:a16="http://schemas.microsoft.com/office/drawing/2014/main" id="{52D77A83-33C4-C54A-BE7D-C3E396D20DE6}"/>
              </a:ext>
            </a:extLst>
          </p:cNvPr>
          <p:cNvSpPr/>
          <p:nvPr/>
        </p:nvSpPr>
        <p:spPr>
          <a:xfrm>
            <a:off x="4492959" y="1813012"/>
            <a:ext cx="5102512" cy="612948"/>
          </a:xfrm>
          <a:prstGeom prst="roundRect">
            <a:avLst>
              <a:gd name="adj" fmla="val 9765"/>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6" name="四角形: 角を丸くする 35">
            <a:extLst>
              <a:ext uri="{FF2B5EF4-FFF2-40B4-BE49-F238E27FC236}">
                <a16:creationId xmlns:a16="http://schemas.microsoft.com/office/drawing/2014/main" id="{F315E1F8-BCC4-E49C-58EE-3FAA84796F5F}"/>
              </a:ext>
            </a:extLst>
          </p:cNvPr>
          <p:cNvSpPr/>
          <p:nvPr/>
        </p:nvSpPr>
        <p:spPr>
          <a:xfrm>
            <a:off x="4492959" y="2483495"/>
            <a:ext cx="5102512" cy="612948"/>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0" name="四角形: 角を丸くする 39">
            <a:extLst>
              <a:ext uri="{FF2B5EF4-FFF2-40B4-BE49-F238E27FC236}">
                <a16:creationId xmlns:a16="http://schemas.microsoft.com/office/drawing/2014/main" id="{F52D2258-1A26-8241-B82E-3C356E819506}"/>
              </a:ext>
            </a:extLst>
          </p:cNvPr>
          <p:cNvSpPr/>
          <p:nvPr/>
        </p:nvSpPr>
        <p:spPr>
          <a:xfrm>
            <a:off x="4492959" y="3153978"/>
            <a:ext cx="5102512" cy="612948"/>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2" name="四角形: 角を丸くする 41">
            <a:extLst>
              <a:ext uri="{FF2B5EF4-FFF2-40B4-BE49-F238E27FC236}">
                <a16:creationId xmlns:a16="http://schemas.microsoft.com/office/drawing/2014/main" id="{F2D380F5-5070-A3D9-D8D9-E53BD52CB76A}"/>
              </a:ext>
            </a:extLst>
          </p:cNvPr>
          <p:cNvSpPr/>
          <p:nvPr/>
        </p:nvSpPr>
        <p:spPr>
          <a:xfrm>
            <a:off x="4492959" y="3824461"/>
            <a:ext cx="5102512" cy="612948"/>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5" name="四角形: 角を丸くする 44">
            <a:extLst>
              <a:ext uri="{FF2B5EF4-FFF2-40B4-BE49-F238E27FC236}">
                <a16:creationId xmlns:a16="http://schemas.microsoft.com/office/drawing/2014/main" id="{CB06717A-6561-7CF2-8BB0-A095A6D67C41}"/>
              </a:ext>
            </a:extLst>
          </p:cNvPr>
          <p:cNvSpPr/>
          <p:nvPr/>
        </p:nvSpPr>
        <p:spPr>
          <a:xfrm>
            <a:off x="4492959" y="4494943"/>
            <a:ext cx="5102512" cy="612948"/>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2" name="テキスト ボックス 11">
            <a:extLst>
              <a:ext uri="{FF2B5EF4-FFF2-40B4-BE49-F238E27FC236}">
                <a16:creationId xmlns:a16="http://schemas.microsoft.com/office/drawing/2014/main" id="{4F800DE6-21EE-4847-9ADD-FAFB665CC88E}"/>
              </a:ext>
            </a:extLst>
          </p:cNvPr>
          <p:cNvSpPr txBox="1"/>
          <p:nvPr/>
        </p:nvSpPr>
        <p:spPr>
          <a:xfrm>
            <a:off x="7026903" y="1987533"/>
            <a:ext cx="595035" cy="338554"/>
          </a:xfrm>
          <a:prstGeom prst="rect">
            <a:avLst/>
          </a:prstGeom>
          <a:noFill/>
        </p:spPr>
        <p:txBody>
          <a:bodyPr wrap="none" rtlCol="0">
            <a:spAutoFit/>
          </a:bodyPr>
          <a:lstStyle/>
          <a:p>
            <a:r>
              <a:rPr kumimoji="1"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報酬</a:t>
            </a: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4" name="楕円 13">
            <a:extLst>
              <a:ext uri="{FF2B5EF4-FFF2-40B4-BE49-F238E27FC236}">
                <a16:creationId xmlns:a16="http://schemas.microsoft.com/office/drawing/2014/main" id="{57FD60BB-787D-54F2-EAE7-66F247AF7E62}"/>
              </a:ext>
            </a:extLst>
          </p:cNvPr>
          <p:cNvSpPr/>
          <p:nvPr/>
        </p:nvSpPr>
        <p:spPr>
          <a:xfrm>
            <a:off x="8813034" y="1861719"/>
            <a:ext cx="508246" cy="508246"/>
          </a:xfrm>
          <a:prstGeom prst="ellipse">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テキスト ボックス 15">
            <a:extLst>
              <a:ext uri="{FF2B5EF4-FFF2-40B4-BE49-F238E27FC236}">
                <a16:creationId xmlns:a16="http://schemas.microsoft.com/office/drawing/2014/main" id="{5C10099B-051F-5464-DDB6-24FEA307A196}"/>
              </a:ext>
            </a:extLst>
          </p:cNvPr>
          <p:cNvSpPr txBox="1"/>
          <p:nvPr/>
        </p:nvSpPr>
        <p:spPr>
          <a:xfrm>
            <a:off x="8705520" y="1948159"/>
            <a:ext cx="723275" cy="307777"/>
          </a:xfrm>
          <a:prstGeom prst="rect">
            <a:avLst/>
          </a:prstGeom>
          <a:noFill/>
        </p:spPr>
        <p:txBody>
          <a:bodyPr wrap="none" rtlCol="0">
            <a:spAutoFit/>
          </a:bodyPr>
          <a:lstStyle/>
          <a:p>
            <a:pPr algn="ctr"/>
            <a:r>
              <a:rPr lang="ja-JP" altLang="en-US" sz="1400">
                <a:solidFill>
                  <a:schemeClr val="bg1">
                    <a:lumMod val="95000"/>
                  </a:schemeClr>
                </a:solidFill>
                <a:effectLst>
                  <a:glow rad="114300">
                    <a:schemeClr val="tx1">
                      <a:lumMod val="50000"/>
                      <a:lumOff val="50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rPr>
              <a:t>未達成</a:t>
            </a:r>
          </a:p>
        </p:txBody>
      </p:sp>
      <p:pic>
        <p:nvPicPr>
          <p:cNvPr id="13" name="図 12">
            <a:extLst>
              <a:ext uri="{FF2B5EF4-FFF2-40B4-BE49-F238E27FC236}">
                <a16:creationId xmlns:a16="http://schemas.microsoft.com/office/drawing/2014/main" id="{1BD67EB6-F129-EA77-BFF7-5AE7599B132E}"/>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536619" y="1855848"/>
            <a:ext cx="532696" cy="518967"/>
          </a:xfrm>
          <a:prstGeom prst="rect">
            <a:avLst/>
          </a:prstGeom>
        </p:spPr>
      </p:pic>
      <p:sp>
        <p:nvSpPr>
          <p:cNvPr id="17" name="テキスト ボックス 16">
            <a:extLst>
              <a:ext uri="{FF2B5EF4-FFF2-40B4-BE49-F238E27FC236}">
                <a16:creationId xmlns:a16="http://schemas.microsoft.com/office/drawing/2014/main" id="{B08555E4-B8C8-48E4-D879-727CAE040B73}"/>
              </a:ext>
            </a:extLst>
          </p:cNvPr>
          <p:cNvSpPr txBox="1"/>
          <p:nvPr/>
        </p:nvSpPr>
        <p:spPr>
          <a:xfrm>
            <a:off x="7927828" y="1972144"/>
            <a:ext cx="710451" cy="369332"/>
          </a:xfrm>
          <a:prstGeom prst="rect">
            <a:avLst/>
          </a:prstGeom>
          <a:noFill/>
        </p:spPr>
        <p:txBody>
          <a:bodyPr wrap="none" rtlCol="0">
            <a:spAutoFit/>
          </a:bodyPr>
          <a:lstStyle/>
          <a:p>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005</a:t>
            </a: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9" name="テキスト ボックス 18">
            <a:extLst>
              <a:ext uri="{FF2B5EF4-FFF2-40B4-BE49-F238E27FC236}">
                <a16:creationId xmlns:a16="http://schemas.microsoft.com/office/drawing/2014/main" id="{87BA5055-9568-6030-2E4B-8F81F2850111}"/>
              </a:ext>
            </a:extLst>
          </p:cNvPr>
          <p:cNvSpPr txBox="1"/>
          <p:nvPr/>
        </p:nvSpPr>
        <p:spPr>
          <a:xfrm>
            <a:off x="4733941" y="1888654"/>
            <a:ext cx="2223686" cy="461665"/>
          </a:xfrm>
          <a:prstGeom prst="rect">
            <a:avLst/>
          </a:prstGeom>
          <a:noFill/>
        </p:spPr>
        <p:txBody>
          <a:bodyPr wrap="none" rtlCol="0">
            <a:spAutoFit/>
          </a:bodyPr>
          <a:lstStyle/>
          <a:p>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累計達成数 </a:t>
            </a:r>
            <a:r>
              <a:rPr kumimoji="1" lang="en-US" altLang="ja-JP" sz="24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00000</a:t>
            </a:r>
            <a:endParaRPr kumimoji="1" lang="ja-JP" altLang="en-US"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48" name="グループ化 47">
            <a:extLst>
              <a:ext uri="{FF2B5EF4-FFF2-40B4-BE49-F238E27FC236}">
                <a16:creationId xmlns:a16="http://schemas.microsoft.com/office/drawing/2014/main" id="{FA7C7B17-3658-3001-1B0E-D6BEF2F825C3}"/>
              </a:ext>
            </a:extLst>
          </p:cNvPr>
          <p:cNvGrpSpPr/>
          <p:nvPr/>
        </p:nvGrpSpPr>
        <p:grpSpPr>
          <a:xfrm>
            <a:off x="4832112" y="2544439"/>
            <a:ext cx="4497794" cy="519521"/>
            <a:chOff x="4832112" y="2544439"/>
            <a:chExt cx="4497794" cy="519521"/>
          </a:xfrm>
        </p:grpSpPr>
        <p:sp>
          <p:nvSpPr>
            <p:cNvPr id="21" name="テキスト ボックス 20">
              <a:extLst>
                <a:ext uri="{FF2B5EF4-FFF2-40B4-BE49-F238E27FC236}">
                  <a16:creationId xmlns:a16="http://schemas.microsoft.com/office/drawing/2014/main" id="{1A85FA74-DC9F-DE99-48B2-F40773100999}"/>
                </a:ext>
              </a:extLst>
            </p:cNvPr>
            <p:cNvSpPr txBox="1"/>
            <p:nvPr/>
          </p:nvSpPr>
          <p:spPr>
            <a:xfrm>
              <a:off x="4832112" y="2638490"/>
              <a:ext cx="1620957" cy="338554"/>
            </a:xfrm>
            <a:prstGeom prst="rect">
              <a:avLst/>
            </a:prstGeom>
            <a:noFill/>
          </p:spPr>
          <p:txBody>
            <a:bodyPr wrap="none" rtlCol="0">
              <a:spAutoFit/>
            </a:bodyPr>
            <a:lstStyle/>
            <a:p>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防衛戦をクリア</a:t>
              </a: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31" name="グループ化 30">
              <a:extLst>
                <a:ext uri="{FF2B5EF4-FFF2-40B4-BE49-F238E27FC236}">
                  <a16:creationId xmlns:a16="http://schemas.microsoft.com/office/drawing/2014/main" id="{4693AD44-17AF-F4D7-C11C-11889C798A07}"/>
                </a:ext>
              </a:extLst>
            </p:cNvPr>
            <p:cNvGrpSpPr/>
            <p:nvPr/>
          </p:nvGrpSpPr>
          <p:grpSpPr>
            <a:xfrm>
              <a:off x="8810385" y="2544439"/>
              <a:ext cx="519521" cy="519521"/>
              <a:chOff x="8484520" y="3671796"/>
              <a:chExt cx="730638" cy="730638"/>
            </a:xfrm>
          </p:grpSpPr>
          <p:sp>
            <p:nvSpPr>
              <p:cNvPr id="23" name="楕円 22">
                <a:extLst>
                  <a:ext uri="{FF2B5EF4-FFF2-40B4-BE49-F238E27FC236}">
                    <a16:creationId xmlns:a16="http://schemas.microsoft.com/office/drawing/2014/main" id="{1DB86C5A-A880-B292-0F86-5834FD534B20}"/>
                  </a:ext>
                </a:extLst>
              </p:cNvPr>
              <p:cNvSpPr/>
              <p:nvPr/>
            </p:nvSpPr>
            <p:spPr>
              <a:xfrm flipH="1">
                <a:off x="8484520" y="3671796"/>
                <a:ext cx="730638" cy="730638"/>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30" name="図 29">
                <a:extLst>
                  <a:ext uri="{FF2B5EF4-FFF2-40B4-BE49-F238E27FC236}">
                    <a16:creationId xmlns:a16="http://schemas.microsoft.com/office/drawing/2014/main" id="{5607C5BB-72B8-D8AA-89E3-0233CABAA9C9}"/>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8603598" y="3867826"/>
                <a:ext cx="502997" cy="377248"/>
              </a:xfrm>
              <a:prstGeom prst="rect">
                <a:avLst/>
              </a:prstGeom>
            </p:spPr>
          </p:pic>
        </p:grpSp>
        <p:sp>
          <p:nvSpPr>
            <p:cNvPr id="33" name="テキスト ボックス 32">
              <a:extLst>
                <a:ext uri="{FF2B5EF4-FFF2-40B4-BE49-F238E27FC236}">
                  <a16:creationId xmlns:a16="http://schemas.microsoft.com/office/drawing/2014/main" id="{16F1CC38-EEEC-5FD0-E872-73F27DDE0C23}"/>
                </a:ext>
              </a:extLst>
            </p:cNvPr>
            <p:cNvSpPr txBox="1"/>
            <p:nvPr/>
          </p:nvSpPr>
          <p:spPr>
            <a:xfrm>
              <a:off x="6969081" y="2638490"/>
              <a:ext cx="1210588" cy="338554"/>
            </a:xfrm>
            <a:prstGeom prst="rect">
              <a:avLst/>
            </a:prstGeom>
            <a:noFill/>
          </p:spPr>
          <p:txBody>
            <a:bodyPr wrap="none" rtlCol="0">
              <a:spAutoFit/>
            </a:bodyPr>
            <a:lstStyle/>
            <a:p>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ーー：ーー</a:t>
              </a: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47" name="グループ化 46">
            <a:extLst>
              <a:ext uri="{FF2B5EF4-FFF2-40B4-BE49-F238E27FC236}">
                <a16:creationId xmlns:a16="http://schemas.microsoft.com/office/drawing/2014/main" id="{39FC5390-F25C-CD66-90CE-42CA0DA9FFE5}"/>
              </a:ext>
            </a:extLst>
          </p:cNvPr>
          <p:cNvGrpSpPr/>
          <p:nvPr/>
        </p:nvGrpSpPr>
        <p:grpSpPr>
          <a:xfrm>
            <a:off x="4832112" y="3210178"/>
            <a:ext cx="4497794" cy="519521"/>
            <a:chOff x="4832112" y="3206727"/>
            <a:chExt cx="4497794" cy="519521"/>
          </a:xfrm>
        </p:grpSpPr>
        <p:sp>
          <p:nvSpPr>
            <p:cNvPr id="35" name="テキスト ボックス 34">
              <a:extLst>
                <a:ext uri="{FF2B5EF4-FFF2-40B4-BE49-F238E27FC236}">
                  <a16:creationId xmlns:a16="http://schemas.microsoft.com/office/drawing/2014/main" id="{B8D97B18-1C8F-0C1A-1476-F688C7E88359}"/>
                </a:ext>
              </a:extLst>
            </p:cNvPr>
            <p:cNvSpPr txBox="1"/>
            <p:nvPr/>
          </p:nvSpPr>
          <p:spPr>
            <a:xfrm>
              <a:off x="4832112" y="3300778"/>
              <a:ext cx="1928733" cy="338554"/>
            </a:xfrm>
            <a:prstGeom prst="rect">
              <a:avLst/>
            </a:prstGeom>
            <a:noFill/>
          </p:spPr>
          <p:txBody>
            <a:bodyPr wrap="none" rtlCol="0">
              <a:spAutoFit/>
            </a:bodyPr>
            <a:lstStyle/>
            <a:p>
              <a:r>
                <a:rPr kumimoji="1"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防衛戦を</a:t>
              </a:r>
              <a:r>
                <a:rPr kumimoji="1"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3</a:t>
              </a:r>
              <a:r>
                <a:rPr kumimoji="1"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回クリア</a:t>
              </a: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41" name="楕円 40">
              <a:extLst>
                <a:ext uri="{FF2B5EF4-FFF2-40B4-BE49-F238E27FC236}">
                  <a16:creationId xmlns:a16="http://schemas.microsoft.com/office/drawing/2014/main" id="{66A65FDB-443A-FCF5-CA91-C76A8903921E}"/>
                </a:ext>
              </a:extLst>
            </p:cNvPr>
            <p:cNvSpPr/>
            <p:nvPr/>
          </p:nvSpPr>
          <p:spPr>
            <a:xfrm flipH="1">
              <a:off x="8810385" y="3206727"/>
              <a:ext cx="519521" cy="519521"/>
            </a:xfrm>
            <a:prstGeom prst="ellipse">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6" name="テキスト ボックス 45">
              <a:extLst>
                <a:ext uri="{FF2B5EF4-FFF2-40B4-BE49-F238E27FC236}">
                  <a16:creationId xmlns:a16="http://schemas.microsoft.com/office/drawing/2014/main" id="{CCF354B9-F585-02E3-25EC-8918E9A7AE19}"/>
                </a:ext>
              </a:extLst>
            </p:cNvPr>
            <p:cNvSpPr txBox="1"/>
            <p:nvPr/>
          </p:nvSpPr>
          <p:spPr>
            <a:xfrm>
              <a:off x="6841294" y="3332943"/>
              <a:ext cx="1441420" cy="307777"/>
            </a:xfrm>
            <a:prstGeom prst="rect">
              <a:avLst/>
            </a:prstGeom>
            <a:noFill/>
          </p:spPr>
          <p:txBody>
            <a:bodyPr wrap="none" rtlCol="0">
              <a:spAutoFit/>
            </a:bodyPr>
            <a:lstStyle/>
            <a:p>
              <a:pPr algn="ctr"/>
              <a:r>
                <a:rPr kumimoji="1" lang="ja-JP" altLang="en-US" sz="1400">
                  <a:solidFill>
                    <a:srgbClr val="C00000"/>
                  </a:solidFill>
                  <a:latin typeface="原稿用標準書体" panose="03000503000000000000" pitchFamily="66" charset="-128"/>
                  <a:ea typeface="原稿用標準書体" panose="03000503000000000000" pitchFamily="66" charset="-128"/>
                  <a:cs typeface="叛逆明朝" panose="02000503000000000000" pitchFamily="2" charset="-128"/>
                </a:rPr>
                <a:t>タイムオーバー</a:t>
              </a:r>
              <a:endParaRPr kumimoji="1" lang="ja-JP" altLang="en-US" sz="1600" dirty="0">
                <a:solidFill>
                  <a:srgbClr val="C00000"/>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49" name="グループ化 48">
            <a:extLst>
              <a:ext uri="{FF2B5EF4-FFF2-40B4-BE49-F238E27FC236}">
                <a16:creationId xmlns:a16="http://schemas.microsoft.com/office/drawing/2014/main" id="{74953161-928E-F188-5E7E-5672FCD5B727}"/>
              </a:ext>
            </a:extLst>
          </p:cNvPr>
          <p:cNvGrpSpPr/>
          <p:nvPr/>
        </p:nvGrpSpPr>
        <p:grpSpPr>
          <a:xfrm>
            <a:off x="4832112" y="3875917"/>
            <a:ext cx="4497794" cy="519521"/>
            <a:chOff x="4832112" y="3206727"/>
            <a:chExt cx="4497794" cy="519521"/>
          </a:xfrm>
        </p:grpSpPr>
        <p:sp>
          <p:nvSpPr>
            <p:cNvPr id="50" name="テキスト ボックス 49">
              <a:extLst>
                <a:ext uri="{FF2B5EF4-FFF2-40B4-BE49-F238E27FC236}">
                  <a16:creationId xmlns:a16="http://schemas.microsoft.com/office/drawing/2014/main" id="{3B0E6964-5578-7F0E-BBA4-FA94A97A06CE}"/>
                </a:ext>
              </a:extLst>
            </p:cNvPr>
            <p:cNvSpPr txBox="1"/>
            <p:nvPr/>
          </p:nvSpPr>
          <p:spPr>
            <a:xfrm>
              <a:off x="4832112" y="3300778"/>
              <a:ext cx="1415772" cy="338554"/>
            </a:xfrm>
            <a:prstGeom prst="rect">
              <a:avLst/>
            </a:prstGeom>
            <a:noFill/>
          </p:spPr>
          <p:txBody>
            <a:bodyPr wrap="none" rtlCol="0">
              <a:spAutoFit/>
            </a:bodyPr>
            <a:lstStyle/>
            <a:p>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クエスト内容</a:t>
              </a: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1" name="楕円 50">
              <a:extLst>
                <a:ext uri="{FF2B5EF4-FFF2-40B4-BE49-F238E27FC236}">
                  <a16:creationId xmlns:a16="http://schemas.microsoft.com/office/drawing/2014/main" id="{962261C0-00E2-A115-05FC-67B1B58F7843}"/>
                </a:ext>
              </a:extLst>
            </p:cNvPr>
            <p:cNvSpPr/>
            <p:nvPr/>
          </p:nvSpPr>
          <p:spPr>
            <a:xfrm flipH="1">
              <a:off x="8810385" y="3206727"/>
              <a:ext cx="519521" cy="519521"/>
            </a:xfrm>
            <a:prstGeom prst="ellipse">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2" name="テキスト ボックス 51">
              <a:extLst>
                <a:ext uri="{FF2B5EF4-FFF2-40B4-BE49-F238E27FC236}">
                  <a16:creationId xmlns:a16="http://schemas.microsoft.com/office/drawing/2014/main" id="{9860F2A2-199C-1CA5-6E2E-2AF984BBCBE2}"/>
                </a:ext>
              </a:extLst>
            </p:cNvPr>
            <p:cNvSpPr txBox="1"/>
            <p:nvPr/>
          </p:nvSpPr>
          <p:spPr>
            <a:xfrm>
              <a:off x="7174266" y="3300778"/>
              <a:ext cx="800219" cy="338554"/>
            </a:xfrm>
            <a:prstGeom prst="rect">
              <a:avLst/>
            </a:prstGeom>
            <a:noFill/>
          </p:spPr>
          <p:txBody>
            <a:bodyPr wrap="none" rtlCol="0">
              <a:spAutoFit/>
            </a:bodyPr>
            <a:lstStyle/>
            <a:p>
              <a:r>
                <a:rPr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MM</a:t>
              </a:r>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ss</a:t>
              </a: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54" name="グループ化 53">
            <a:extLst>
              <a:ext uri="{FF2B5EF4-FFF2-40B4-BE49-F238E27FC236}">
                <a16:creationId xmlns:a16="http://schemas.microsoft.com/office/drawing/2014/main" id="{F2E15C3A-B2C1-3D2A-905E-5019C22E851F}"/>
              </a:ext>
            </a:extLst>
          </p:cNvPr>
          <p:cNvGrpSpPr/>
          <p:nvPr/>
        </p:nvGrpSpPr>
        <p:grpSpPr>
          <a:xfrm>
            <a:off x="4832112" y="4541656"/>
            <a:ext cx="4497794" cy="519521"/>
            <a:chOff x="4832112" y="3206727"/>
            <a:chExt cx="4497794" cy="519521"/>
          </a:xfrm>
        </p:grpSpPr>
        <p:sp>
          <p:nvSpPr>
            <p:cNvPr id="56" name="テキスト ボックス 55">
              <a:extLst>
                <a:ext uri="{FF2B5EF4-FFF2-40B4-BE49-F238E27FC236}">
                  <a16:creationId xmlns:a16="http://schemas.microsoft.com/office/drawing/2014/main" id="{03A2A046-082D-E7E9-BB06-F0758C5F3FFF}"/>
                </a:ext>
              </a:extLst>
            </p:cNvPr>
            <p:cNvSpPr txBox="1"/>
            <p:nvPr/>
          </p:nvSpPr>
          <p:spPr>
            <a:xfrm>
              <a:off x="4832112" y="3300778"/>
              <a:ext cx="1415772" cy="338554"/>
            </a:xfrm>
            <a:prstGeom prst="rect">
              <a:avLst/>
            </a:prstGeom>
            <a:noFill/>
          </p:spPr>
          <p:txBody>
            <a:bodyPr wrap="none" rtlCol="0">
              <a:spAutoFit/>
            </a:bodyPr>
            <a:lstStyle/>
            <a:p>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クエスト内容</a:t>
              </a: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8" name="楕円 57">
              <a:extLst>
                <a:ext uri="{FF2B5EF4-FFF2-40B4-BE49-F238E27FC236}">
                  <a16:creationId xmlns:a16="http://schemas.microsoft.com/office/drawing/2014/main" id="{DCB2A550-64A7-4C67-6B2B-9CEF335690BF}"/>
                </a:ext>
              </a:extLst>
            </p:cNvPr>
            <p:cNvSpPr/>
            <p:nvPr/>
          </p:nvSpPr>
          <p:spPr>
            <a:xfrm flipH="1">
              <a:off x="8810385" y="3206727"/>
              <a:ext cx="519521" cy="519521"/>
            </a:xfrm>
            <a:prstGeom prst="ellipse">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0" name="テキスト ボックス 59">
              <a:extLst>
                <a:ext uri="{FF2B5EF4-FFF2-40B4-BE49-F238E27FC236}">
                  <a16:creationId xmlns:a16="http://schemas.microsoft.com/office/drawing/2014/main" id="{1FD93546-8395-C33B-2A3D-C63BB3169519}"/>
                </a:ext>
              </a:extLst>
            </p:cNvPr>
            <p:cNvSpPr txBox="1"/>
            <p:nvPr/>
          </p:nvSpPr>
          <p:spPr>
            <a:xfrm>
              <a:off x="7174266" y="3300778"/>
              <a:ext cx="800219" cy="338554"/>
            </a:xfrm>
            <a:prstGeom prst="rect">
              <a:avLst/>
            </a:prstGeom>
            <a:noFill/>
          </p:spPr>
          <p:txBody>
            <a:bodyPr wrap="none" rtlCol="0">
              <a:spAutoFit/>
            </a:bodyPr>
            <a:lstStyle/>
            <a:p>
              <a:r>
                <a:rPr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MM</a:t>
              </a:r>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ss</a:t>
              </a: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pic>
        <p:nvPicPr>
          <p:cNvPr id="15" name="図 14">
            <a:extLst>
              <a:ext uri="{FF2B5EF4-FFF2-40B4-BE49-F238E27FC236}">
                <a16:creationId xmlns:a16="http://schemas.microsoft.com/office/drawing/2014/main" id="{2DFA6E4B-4466-B3CC-5152-44DB82335904}"/>
              </a:ext>
            </a:extLst>
          </p:cNvPr>
          <p:cNvPicPr>
            <a:picLocks noChangeAspect="1"/>
          </p:cNvPicPr>
          <p:nvPr/>
        </p:nvPicPr>
        <p:blipFill>
          <a:blip r:embed="rId7">
            <a:lum bright="70000" contrast="-70000"/>
            <a:extLst>
              <a:ext uri="{28A0092B-C50C-407E-A947-70E740481C1C}">
                <a14:useLocalDpi xmlns:a14="http://schemas.microsoft.com/office/drawing/2010/main" val="0"/>
              </a:ext>
            </a:extLst>
          </a:blip>
          <a:stretch>
            <a:fillRect/>
          </a:stretch>
        </p:blipFill>
        <p:spPr>
          <a:xfrm>
            <a:off x="8888486" y="3290707"/>
            <a:ext cx="361199" cy="361199"/>
          </a:xfrm>
          <a:prstGeom prst="rect">
            <a:avLst/>
          </a:prstGeom>
        </p:spPr>
      </p:pic>
    </p:spTree>
    <p:extLst>
      <p:ext uri="{BB962C8B-B14F-4D97-AF65-F5344CB8AC3E}">
        <p14:creationId xmlns:p14="http://schemas.microsoft.com/office/powerpoint/2010/main" val="2184516643"/>
      </p:ext>
    </p:extLst>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a:extLst>
            <a:ext uri="{FF2B5EF4-FFF2-40B4-BE49-F238E27FC236}">
              <a16:creationId xmlns:a16="http://schemas.microsoft.com/office/drawing/2014/main" id="{60E5AA97-1A21-BD03-2DF7-F00505D73FB4}"/>
            </a:ext>
          </a:extLst>
        </p:cNvPr>
        <p:cNvGrpSpPr/>
        <p:nvPr/>
      </p:nvGrpSpPr>
      <p:grpSpPr>
        <a:xfrm>
          <a:off x="0" y="0"/>
          <a:ext cx="0" cy="0"/>
          <a:chOff x="0" y="0"/>
          <a:chExt cx="0" cy="0"/>
        </a:xfrm>
      </p:grpSpPr>
      <p:grpSp>
        <p:nvGrpSpPr>
          <p:cNvPr id="66" name="グループ化 65">
            <a:extLst>
              <a:ext uri="{FF2B5EF4-FFF2-40B4-BE49-F238E27FC236}">
                <a16:creationId xmlns:a16="http://schemas.microsoft.com/office/drawing/2014/main" id="{28FF9B7C-2CEA-97D0-E714-36E1E8DEBE11}"/>
              </a:ext>
            </a:extLst>
          </p:cNvPr>
          <p:cNvGrpSpPr/>
          <p:nvPr/>
        </p:nvGrpSpPr>
        <p:grpSpPr>
          <a:xfrm>
            <a:off x="431675" y="5640918"/>
            <a:ext cx="11328651" cy="929715"/>
            <a:chOff x="431675" y="5640918"/>
            <a:chExt cx="11328651" cy="929715"/>
          </a:xfrm>
        </p:grpSpPr>
        <p:sp>
          <p:nvSpPr>
            <p:cNvPr id="43" name="四角形: 角を丸くする 42">
              <a:extLst>
                <a:ext uri="{FF2B5EF4-FFF2-40B4-BE49-F238E27FC236}">
                  <a16:creationId xmlns:a16="http://schemas.microsoft.com/office/drawing/2014/main" id="{9C9A4C61-C561-042A-DC9C-B579F76DF103}"/>
                </a:ext>
              </a:extLst>
            </p:cNvPr>
            <p:cNvSpPr/>
            <p:nvPr/>
          </p:nvSpPr>
          <p:spPr>
            <a:xfrm>
              <a:off x="431675" y="5656233"/>
              <a:ext cx="11328651" cy="914400"/>
            </a:xfrm>
            <a:prstGeom prst="roundRect">
              <a:avLst>
                <a:gd name="adj" fmla="val 4803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53" name="四角形: 角を丸くする 52">
              <a:extLst>
                <a:ext uri="{FF2B5EF4-FFF2-40B4-BE49-F238E27FC236}">
                  <a16:creationId xmlns:a16="http://schemas.microsoft.com/office/drawing/2014/main" id="{EB62DE60-CDC8-BDB9-2C3C-D30E55E68983}"/>
                </a:ext>
              </a:extLst>
            </p:cNvPr>
            <p:cNvSpPr/>
            <p:nvPr/>
          </p:nvSpPr>
          <p:spPr>
            <a:xfrm>
              <a:off x="989774" y="5640918"/>
              <a:ext cx="1338828" cy="914400"/>
            </a:xfrm>
            <a:prstGeom prst="roundRect">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5" name="テキスト ボックス 54">
              <a:extLst>
                <a:ext uri="{FF2B5EF4-FFF2-40B4-BE49-F238E27FC236}">
                  <a16:creationId xmlns:a16="http://schemas.microsoft.com/office/drawing/2014/main" id="{73B5E569-8FE2-DC5A-A14E-2C8909F143E8}"/>
                </a:ext>
              </a:extLst>
            </p:cNvPr>
            <p:cNvSpPr txBox="1"/>
            <p:nvPr/>
          </p:nvSpPr>
          <p:spPr>
            <a:xfrm>
              <a:off x="1165119"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7" name="テキスト ボックス 56">
              <a:extLst>
                <a:ext uri="{FF2B5EF4-FFF2-40B4-BE49-F238E27FC236}">
                  <a16:creationId xmlns:a16="http://schemas.microsoft.com/office/drawing/2014/main" id="{03E18939-9E99-A3A4-3388-70421268CF86}"/>
                </a:ext>
              </a:extLst>
            </p:cNvPr>
            <p:cNvSpPr txBox="1"/>
            <p:nvPr/>
          </p:nvSpPr>
          <p:spPr>
            <a:xfrm flipH="1">
              <a:off x="529243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9" name="テキスト ボックス 58">
              <a:extLst>
                <a:ext uri="{FF2B5EF4-FFF2-40B4-BE49-F238E27FC236}">
                  <a16:creationId xmlns:a16="http://schemas.microsoft.com/office/drawing/2014/main" id="{9B51C69B-5508-B56A-13E6-D326EEE239C5}"/>
                </a:ext>
              </a:extLst>
            </p:cNvPr>
            <p:cNvSpPr txBox="1"/>
            <p:nvPr/>
          </p:nvSpPr>
          <p:spPr>
            <a:xfrm>
              <a:off x="284405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1" name="テキスト ボックス 60">
              <a:extLst>
                <a:ext uri="{FF2B5EF4-FFF2-40B4-BE49-F238E27FC236}">
                  <a16:creationId xmlns:a16="http://schemas.microsoft.com/office/drawing/2014/main" id="{D14FC0F6-EA49-1914-60D9-337BFFA0111B}"/>
                </a:ext>
              </a:extLst>
            </p:cNvPr>
            <p:cNvSpPr txBox="1"/>
            <p:nvPr/>
          </p:nvSpPr>
          <p:spPr>
            <a:xfrm>
              <a:off x="8393833"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3" name="テキスト ボックス 62">
              <a:extLst>
                <a:ext uri="{FF2B5EF4-FFF2-40B4-BE49-F238E27FC236}">
                  <a16:creationId xmlns:a16="http://schemas.microsoft.com/office/drawing/2014/main" id="{40E2F084-520F-9ED6-5C1C-263DB081C86B}"/>
                </a:ext>
              </a:extLst>
            </p:cNvPr>
            <p:cNvSpPr txBox="1"/>
            <p:nvPr/>
          </p:nvSpPr>
          <p:spPr>
            <a:xfrm>
              <a:off x="6714895"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5" name="テキスト ボックス 64">
              <a:extLst>
                <a:ext uri="{FF2B5EF4-FFF2-40B4-BE49-F238E27FC236}">
                  <a16:creationId xmlns:a16="http://schemas.microsoft.com/office/drawing/2014/main" id="{C8AD70C4-B0CE-A8D7-2671-316A3668166A}"/>
                </a:ext>
              </a:extLst>
            </p:cNvPr>
            <p:cNvSpPr txBox="1"/>
            <p:nvPr/>
          </p:nvSpPr>
          <p:spPr>
            <a:xfrm flipH="1">
              <a:off x="9816293" y="5913378"/>
              <a:ext cx="1210588"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37" name="四角形: 角を丸くする 36">
            <a:extLst>
              <a:ext uri="{FF2B5EF4-FFF2-40B4-BE49-F238E27FC236}">
                <a16:creationId xmlns:a16="http://schemas.microsoft.com/office/drawing/2014/main" id="{D2430A5E-AA4B-B307-9094-29453FEBE955}"/>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grpSp>
        <p:nvGrpSpPr>
          <p:cNvPr id="24" name="グループ化 23">
            <a:extLst>
              <a:ext uri="{FF2B5EF4-FFF2-40B4-BE49-F238E27FC236}">
                <a16:creationId xmlns:a16="http://schemas.microsoft.com/office/drawing/2014/main" id="{2CF6C539-280D-4D22-E423-9D05C673F534}"/>
              </a:ext>
            </a:extLst>
          </p:cNvPr>
          <p:cNvGrpSpPr/>
          <p:nvPr/>
        </p:nvGrpSpPr>
        <p:grpSpPr>
          <a:xfrm>
            <a:off x="163586" y="134635"/>
            <a:ext cx="1975684" cy="1396119"/>
            <a:chOff x="163586" y="134635"/>
            <a:chExt cx="1975684" cy="1396119"/>
          </a:xfrm>
        </p:grpSpPr>
        <p:grpSp>
          <p:nvGrpSpPr>
            <p:cNvPr id="25" name="グループ化 24">
              <a:extLst>
                <a:ext uri="{FF2B5EF4-FFF2-40B4-BE49-F238E27FC236}">
                  <a16:creationId xmlns:a16="http://schemas.microsoft.com/office/drawing/2014/main" id="{9A82642F-7D3A-2FAA-56A1-17C5BF94B852}"/>
                </a:ext>
              </a:extLst>
            </p:cNvPr>
            <p:cNvGrpSpPr/>
            <p:nvPr/>
          </p:nvGrpSpPr>
          <p:grpSpPr>
            <a:xfrm>
              <a:off x="163586" y="134635"/>
              <a:ext cx="1975684" cy="1396119"/>
              <a:chOff x="163586" y="134635"/>
              <a:chExt cx="1975684" cy="1396119"/>
            </a:xfrm>
          </p:grpSpPr>
          <p:pic>
            <p:nvPicPr>
              <p:cNvPr id="27" name="図 26">
                <a:extLst>
                  <a:ext uri="{FF2B5EF4-FFF2-40B4-BE49-F238E27FC236}">
                    <a16:creationId xmlns:a16="http://schemas.microsoft.com/office/drawing/2014/main" id="{BFCD2380-6174-7A4F-70C4-665F3ED9C97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8" name="楕円 27">
                <a:extLst>
                  <a:ext uri="{FF2B5EF4-FFF2-40B4-BE49-F238E27FC236}">
                    <a16:creationId xmlns:a16="http://schemas.microsoft.com/office/drawing/2014/main" id="{0746F216-84E5-C13A-9511-0AF07AF8E3CA}"/>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6" name="図 25">
              <a:extLst>
                <a:ext uri="{FF2B5EF4-FFF2-40B4-BE49-F238E27FC236}">
                  <a16:creationId xmlns:a16="http://schemas.microsoft.com/office/drawing/2014/main" id="{ED658C33-6DDD-8416-28D5-84253E6BC726}"/>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
        <p:nvSpPr>
          <p:cNvPr id="39" name="テキスト ボックス 38">
            <a:extLst>
              <a:ext uri="{FF2B5EF4-FFF2-40B4-BE49-F238E27FC236}">
                <a16:creationId xmlns:a16="http://schemas.microsoft.com/office/drawing/2014/main" id="{CC539DE6-97FC-30AE-D1D9-56DC3AAB587E}"/>
              </a:ext>
            </a:extLst>
          </p:cNvPr>
          <p:cNvSpPr txBox="1"/>
          <p:nvPr/>
        </p:nvSpPr>
        <p:spPr>
          <a:xfrm>
            <a:off x="1624588" y="641390"/>
            <a:ext cx="146706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ミッション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2" name="四角形: 角を丸くする 1">
            <a:extLst>
              <a:ext uri="{FF2B5EF4-FFF2-40B4-BE49-F238E27FC236}">
                <a16:creationId xmlns:a16="http://schemas.microsoft.com/office/drawing/2014/main" id="{9BBDE55E-FF94-8B79-8B8A-C85869AF6108}"/>
              </a:ext>
            </a:extLst>
          </p:cNvPr>
          <p:cNvSpPr/>
          <p:nvPr/>
        </p:nvSpPr>
        <p:spPr>
          <a:xfrm>
            <a:off x="1698342" y="1327454"/>
            <a:ext cx="8795316" cy="4056319"/>
          </a:xfrm>
          <a:prstGeom prst="roundRect">
            <a:avLst>
              <a:gd name="adj" fmla="val 9765"/>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a:p>
        </p:txBody>
      </p:sp>
      <p:sp>
        <p:nvSpPr>
          <p:cNvPr id="3" name="四角形: 角を丸くする 2">
            <a:extLst>
              <a:ext uri="{FF2B5EF4-FFF2-40B4-BE49-F238E27FC236}">
                <a16:creationId xmlns:a16="http://schemas.microsoft.com/office/drawing/2014/main" id="{B3187A83-F28D-F731-B2B3-161BC992BD32}"/>
              </a:ext>
            </a:extLst>
          </p:cNvPr>
          <p:cNvSpPr/>
          <p:nvPr/>
        </p:nvSpPr>
        <p:spPr>
          <a:xfrm>
            <a:off x="2051021" y="3014639"/>
            <a:ext cx="1545081"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rPr>
              <a:t>リミット</a:t>
            </a:r>
          </a:p>
        </p:txBody>
      </p:sp>
      <p:sp>
        <p:nvSpPr>
          <p:cNvPr id="4" name="四角形: 角を丸くする 3">
            <a:extLst>
              <a:ext uri="{FF2B5EF4-FFF2-40B4-BE49-F238E27FC236}">
                <a16:creationId xmlns:a16="http://schemas.microsoft.com/office/drawing/2014/main" id="{3FA1C48D-27EA-FB5D-7F4B-3C7CE96B85E8}"/>
              </a:ext>
            </a:extLst>
          </p:cNvPr>
          <p:cNvSpPr/>
          <p:nvPr/>
        </p:nvSpPr>
        <p:spPr>
          <a:xfrm>
            <a:off x="2051021" y="1871154"/>
            <a:ext cx="1545081" cy="712577"/>
          </a:xfrm>
          <a:prstGeom prst="roundRect">
            <a:avLst>
              <a:gd name="adj" fmla="val 9765"/>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メイン</a:t>
            </a:r>
          </a:p>
        </p:txBody>
      </p:sp>
      <p:sp>
        <p:nvSpPr>
          <p:cNvPr id="5" name="四角形: 角を丸くする 4">
            <a:extLst>
              <a:ext uri="{FF2B5EF4-FFF2-40B4-BE49-F238E27FC236}">
                <a16:creationId xmlns:a16="http://schemas.microsoft.com/office/drawing/2014/main" id="{7F1C77EE-7F47-430A-341B-C6A383E91E19}"/>
              </a:ext>
            </a:extLst>
          </p:cNvPr>
          <p:cNvSpPr/>
          <p:nvPr/>
        </p:nvSpPr>
        <p:spPr>
          <a:xfrm>
            <a:off x="2051021" y="4158125"/>
            <a:ext cx="1545081" cy="712577"/>
          </a:xfrm>
          <a:prstGeom prst="roundRect">
            <a:avLst>
              <a:gd name="adj" fmla="val 9765"/>
            </a:avLst>
          </a:prstGeom>
          <a:solidFill>
            <a:schemeClr val="tx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完了済み</a:t>
            </a:r>
          </a:p>
        </p:txBody>
      </p:sp>
      <p:sp>
        <p:nvSpPr>
          <p:cNvPr id="6" name="フリーフォーム: 図形 5">
            <a:extLst>
              <a:ext uri="{FF2B5EF4-FFF2-40B4-BE49-F238E27FC236}">
                <a16:creationId xmlns:a16="http://schemas.microsoft.com/office/drawing/2014/main" id="{C0834FB4-97B8-E93C-4B0C-AE5F0D10B344}"/>
              </a:ext>
            </a:extLst>
          </p:cNvPr>
          <p:cNvSpPr/>
          <p:nvPr/>
        </p:nvSpPr>
        <p:spPr>
          <a:xfrm>
            <a:off x="3948781" y="1334606"/>
            <a:ext cx="6544877" cy="4056319"/>
          </a:xfrm>
          <a:custGeom>
            <a:avLst/>
            <a:gdLst>
              <a:gd name="csX0" fmla="*/ 0 w 6544877"/>
              <a:gd name="csY0" fmla="*/ 0 h 4056319"/>
              <a:gd name="csX1" fmla="*/ 6148777 w 6544877"/>
              <a:gd name="csY1" fmla="*/ 0 h 4056319"/>
              <a:gd name="csX2" fmla="*/ 6544877 w 6544877"/>
              <a:gd name="csY2" fmla="*/ 396100 h 4056319"/>
              <a:gd name="csX3" fmla="*/ 6544877 w 6544877"/>
              <a:gd name="csY3" fmla="*/ 3660219 h 4056319"/>
              <a:gd name="csX4" fmla="*/ 6148777 w 6544877"/>
              <a:gd name="csY4" fmla="*/ 4056319 h 4056319"/>
              <a:gd name="csX5" fmla="*/ 0 w 6544877"/>
              <a:gd name="csY5" fmla="*/ 4056319 h 4056319"/>
            </a:gdLst>
            <a:ahLst/>
            <a:cxnLst>
              <a:cxn ang="0">
                <a:pos x="csX0" y="csY0"/>
              </a:cxn>
              <a:cxn ang="0">
                <a:pos x="csX1" y="csY1"/>
              </a:cxn>
              <a:cxn ang="0">
                <a:pos x="csX2" y="csY2"/>
              </a:cxn>
              <a:cxn ang="0">
                <a:pos x="csX3" y="csY3"/>
              </a:cxn>
              <a:cxn ang="0">
                <a:pos x="csX4" y="csY4"/>
              </a:cxn>
              <a:cxn ang="0">
                <a:pos x="csX5" y="csY5"/>
              </a:cxn>
            </a:cxnLst>
            <a:rect l="l" t="t" r="r" b="b"/>
            <a:pathLst>
              <a:path w="6544877" h="4056319">
                <a:moveTo>
                  <a:pt x="0" y="0"/>
                </a:moveTo>
                <a:lnTo>
                  <a:pt x="6148777" y="0"/>
                </a:lnTo>
                <a:cubicBezTo>
                  <a:pt x="6367537" y="0"/>
                  <a:pt x="6544877" y="177340"/>
                  <a:pt x="6544877" y="396100"/>
                </a:cubicBezTo>
                <a:lnTo>
                  <a:pt x="6544877" y="3660219"/>
                </a:lnTo>
                <a:cubicBezTo>
                  <a:pt x="6544877" y="3878979"/>
                  <a:pt x="6367537" y="4056319"/>
                  <a:pt x="6148777" y="4056319"/>
                </a:cubicBezTo>
                <a:lnTo>
                  <a:pt x="0" y="4056319"/>
                </a:lnTo>
                <a:close/>
              </a:path>
            </a:pathLst>
          </a:cu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endParaRPr kumimoji="1" lang="ja-JP" altLang="en-US"/>
          </a:p>
        </p:txBody>
      </p:sp>
      <p:sp>
        <p:nvSpPr>
          <p:cNvPr id="7" name="四角形: 角を丸くする 6">
            <a:extLst>
              <a:ext uri="{FF2B5EF4-FFF2-40B4-BE49-F238E27FC236}">
                <a16:creationId xmlns:a16="http://schemas.microsoft.com/office/drawing/2014/main" id="{6DF1C1F2-A85B-5CE3-A390-0280A94C6437}"/>
              </a:ext>
            </a:extLst>
          </p:cNvPr>
          <p:cNvSpPr/>
          <p:nvPr/>
        </p:nvSpPr>
        <p:spPr>
          <a:xfrm>
            <a:off x="3287031" y="3009492"/>
            <a:ext cx="1545081"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8" name="グループ化 7">
            <a:extLst>
              <a:ext uri="{FF2B5EF4-FFF2-40B4-BE49-F238E27FC236}">
                <a16:creationId xmlns:a16="http://schemas.microsoft.com/office/drawing/2014/main" id="{C5BE7C8C-6946-BA27-21C9-571E7BE605AC}"/>
              </a:ext>
            </a:extLst>
          </p:cNvPr>
          <p:cNvGrpSpPr/>
          <p:nvPr/>
        </p:nvGrpSpPr>
        <p:grpSpPr>
          <a:xfrm>
            <a:off x="10022798" y="2220735"/>
            <a:ext cx="236362" cy="2284060"/>
            <a:chOff x="11044871" y="4022147"/>
            <a:chExt cx="236362" cy="2031812"/>
          </a:xfrm>
        </p:grpSpPr>
        <p:sp>
          <p:nvSpPr>
            <p:cNvPr id="9" name="四角形: 角を丸くする 8">
              <a:extLst>
                <a:ext uri="{FF2B5EF4-FFF2-40B4-BE49-F238E27FC236}">
                  <a16:creationId xmlns:a16="http://schemas.microsoft.com/office/drawing/2014/main" id="{587507BD-0656-9B78-A9BE-A8260E7109E0}"/>
                </a:ext>
              </a:extLst>
            </p:cNvPr>
            <p:cNvSpPr/>
            <p:nvPr/>
          </p:nvSpPr>
          <p:spPr>
            <a:xfrm>
              <a:off x="11044871" y="4022147"/>
              <a:ext cx="236362" cy="2031812"/>
            </a:xfrm>
            <a:prstGeom prst="roundRect">
              <a:avLst/>
            </a:prstGeom>
            <a:noFill/>
            <a:ln>
              <a:solidFill>
                <a:schemeClr val="tx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 name="四角形: 角を丸くする 9">
              <a:extLst>
                <a:ext uri="{FF2B5EF4-FFF2-40B4-BE49-F238E27FC236}">
                  <a16:creationId xmlns:a16="http://schemas.microsoft.com/office/drawing/2014/main" id="{7E2FFA6B-0565-E605-A642-F2A0E347447F}"/>
                </a:ext>
              </a:extLst>
            </p:cNvPr>
            <p:cNvSpPr/>
            <p:nvPr/>
          </p:nvSpPr>
          <p:spPr>
            <a:xfrm>
              <a:off x="11066205" y="4094529"/>
              <a:ext cx="193695" cy="571313"/>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34" name="四角形: 角を丸くする 33">
            <a:extLst>
              <a:ext uri="{FF2B5EF4-FFF2-40B4-BE49-F238E27FC236}">
                <a16:creationId xmlns:a16="http://schemas.microsoft.com/office/drawing/2014/main" id="{72F8C594-2A30-FA00-A1F5-C4F211D4CC66}"/>
              </a:ext>
            </a:extLst>
          </p:cNvPr>
          <p:cNvSpPr/>
          <p:nvPr/>
        </p:nvSpPr>
        <p:spPr>
          <a:xfrm>
            <a:off x="4492959" y="1813012"/>
            <a:ext cx="5102512" cy="612948"/>
          </a:xfrm>
          <a:prstGeom prst="roundRect">
            <a:avLst>
              <a:gd name="adj" fmla="val 9765"/>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6" name="四角形: 角を丸くする 35">
            <a:extLst>
              <a:ext uri="{FF2B5EF4-FFF2-40B4-BE49-F238E27FC236}">
                <a16:creationId xmlns:a16="http://schemas.microsoft.com/office/drawing/2014/main" id="{302270E0-32AD-0D12-A793-C049F997B353}"/>
              </a:ext>
            </a:extLst>
          </p:cNvPr>
          <p:cNvSpPr/>
          <p:nvPr/>
        </p:nvSpPr>
        <p:spPr>
          <a:xfrm>
            <a:off x="4492959" y="2483495"/>
            <a:ext cx="5102512" cy="612948"/>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0" name="四角形: 角を丸くする 39">
            <a:extLst>
              <a:ext uri="{FF2B5EF4-FFF2-40B4-BE49-F238E27FC236}">
                <a16:creationId xmlns:a16="http://schemas.microsoft.com/office/drawing/2014/main" id="{99467F94-0837-BA11-689D-5948337241DF}"/>
              </a:ext>
            </a:extLst>
          </p:cNvPr>
          <p:cNvSpPr/>
          <p:nvPr/>
        </p:nvSpPr>
        <p:spPr>
          <a:xfrm>
            <a:off x="4492959" y="3153978"/>
            <a:ext cx="5102512" cy="612948"/>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2" name="四角形: 角を丸くする 41">
            <a:extLst>
              <a:ext uri="{FF2B5EF4-FFF2-40B4-BE49-F238E27FC236}">
                <a16:creationId xmlns:a16="http://schemas.microsoft.com/office/drawing/2014/main" id="{2E51106A-A9D2-2248-1C1E-7DF995213D96}"/>
              </a:ext>
            </a:extLst>
          </p:cNvPr>
          <p:cNvSpPr/>
          <p:nvPr/>
        </p:nvSpPr>
        <p:spPr>
          <a:xfrm>
            <a:off x="4492959" y="3824461"/>
            <a:ext cx="5102512" cy="612948"/>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5" name="四角形: 角を丸くする 44">
            <a:extLst>
              <a:ext uri="{FF2B5EF4-FFF2-40B4-BE49-F238E27FC236}">
                <a16:creationId xmlns:a16="http://schemas.microsoft.com/office/drawing/2014/main" id="{D159535A-3F98-204C-E16C-DD60A0C2DD3D}"/>
              </a:ext>
            </a:extLst>
          </p:cNvPr>
          <p:cNvSpPr/>
          <p:nvPr/>
        </p:nvSpPr>
        <p:spPr>
          <a:xfrm>
            <a:off x="4492959" y="4494943"/>
            <a:ext cx="5102512" cy="612948"/>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2" name="テキスト ボックス 11">
            <a:extLst>
              <a:ext uri="{FF2B5EF4-FFF2-40B4-BE49-F238E27FC236}">
                <a16:creationId xmlns:a16="http://schemas.microsoft.com/office/drawing/2014/main" id="{DDD0F74D-B31A-4ABE-0F2D-9B356EA076C6}"/>
              </a:ext>
            </a:extLst>
          </p:cNvPr>
          <p:cNvSpPr txBox="1"/>
          <p:nvPr/>
        </p:nvSpPr>
        <p:spPr>
          <a:xfrm>
            <a:off x="7026903" y="1987533"/>
            <a:ext cx="595035" cy="338554"/>
          </a:xfrm>
          <a:prstGeom prst="rect">
            <a:avLst/>
          </a:prstGeom>
          <a:noFill/>
        </p:spPr>
        <p:txBody>
          <a:bodyPr wrap="none" rtlCol="0">
            <a:spAutoFit/>
          </a:bodyPr>
          <a:lstStyle/>
          <a:p>
            <a:r>
              <a:rPr kumimoji="1"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報酬</a:t>
            </a: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4" name="楕円 13">
            <a:extLst>
              <a:ext uri="{FF2B5EF4-FFF2-40B4-BE49-F238E27FC236}">
                <a16:creationId xmlns:a16="http://schemas.microsoft.com/office/drawing/2014/main" id="{756F2EC2-3E14-D66C-D973-8A99067F9CD8}"/>
              </a:ext>
            </a:extLst>
          </p:cNvPr>
          <p:cNvSpPr/>
          <p:nvPr/>
        </p:nvSpPr>
        <p:spPr>
          <a:xfrm>
            <a:off x="8813034" y="1861719"/>
            <a:ext cx="508246" cy="508246"/>
          </a:xfrm>
          <a:prstGeom prst="ellips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テキスト ボックス 15">
            <a:extLst>
              <a:ext uri="{FF2B5EF4-FFF2-40B4-BE49-F238E27FC236}">
                <a16:creationId xmlns:a16="http://schemas.microsoft.com/office/drawing/2014/main" id="{C4C63CD1-C10A-E827-5572-1BE106FA54B0}"/>
              </a:ext>
            </a:extLst>
          </p:cNvPr>
          <p:cNvSpPr txBox="1"/>
          <p:nvPr/>
        </p:nvSpPr>
        <p:spPr>
          <a:xfrm>
            <a:off x="8615752" y="1948159"/>
            <a:ext cx="902811" cy="307777"/>
          </a:xfrm>
          <a:prstGeom prst="rect">
            <a:avLst/>
          </a:prstGeom>
          <a:noFill/>
        </p:spPr>
        <p:txBody>
          <a:bodyPr wrap="none" rtlCol="0">
            <a:spAutoFit/>
          </a:bodyPr>
          <a:lstStyle/>
          <a:p>
            <a:pPr algn="ctr"/>
            <a:r>
              <a:rPr lang="ja-JP" altLang="en-US" sz="1400">
                <a:solidFill>
                  <a:schemeClr val="bg1">
                    <a:lumMod val="95000"/>
                  </a:schemeClr>
                </a:solidFill>
                <a:effectLst>
                  <a:glow rad="114300">
                    <a:srgbClr val="FF00FF">
                      <a:alpha val="85000"/>
                    </a:srgbClr>
                  </a:glow>
                </a:effectLst>
                <a:latin typeface="原稿用標準書体" panose="03000503000000000000" pitchFamily="66" charset="-128"/>
                <a:ea typeface="原稿用標準書体" panose="03000503000000000000" pitchFamily="66" charset="-128"/>
                <a:cs typeface="叛逆明朝" panose="02000503000000000000" pitchFamily="2" charset="-128"/>
              </a:rPr>
              <a:t>受け取る</a:t>
            </a:r>
          </a:p>
        </p:txBody>
      </p:sp>
      <p:pic>
        <p:nvPicPr>
          <p:cNvPr id="13" name="図 12">
            <a:extLst>
              <a:ext uri="{FF2B5EF4-FFF2-40B4-BE49-F238E27FC236}">
                <a16:creationId xmlns:a16="http://schemas.microsoft.com/office/drawing/2014/main" id="{FAEB0F83-18EA-17AC-A15E-077BF41CEEF4}"/>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536619" y="1855848"/>
            <a:ext cx="532696" cy="518967"/>
          </a:xfrm>
          <a:prstGeom prst="rect">
            <a:avLst/>
          </a:prstGeom>
        </p:spPr>
      </p:pic>
      <p:sp>
        <p:nvSpPr>
          <p:cNvPr id="17" name="テキスト ボックス 16">
            <a:extLst>
              <a:ext uri="{FF2B5EF4-FFF2-40B4-BE49-F238E27FC236}">
                <a16:creationId xmlns:a16="http://schemas.microsoft.com/office/drawing/2014/main" id="{9FA6C481-139E-58FD-15CD-BC02DE7324E1}"/>
              </a:ext>
            </a:extLst>
          </p:cNvPr>
          <p:cNvSpPr txBox="1"/>
          <p:nvPr/>
        </p:nvSpPr>
        <p:spPr>
          <a:xfrm>
            <a:off x="7927828" y="1972144"/>
            <a:ext cx="710451" cy="369332"/>
          </a:xfrm>
          <a:prstGeom prst="rect">
            <a:avLst/>
          </a:prstGeom>
          <a:noFill/>
        </p:spPr>
        <p:txBody>
          <a:bodyPr wrap="none" rtlCol="0">
            <a:spAutoFit/>
          </a:bodyPr>
          <a:lstStyle/>
          <a:p>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005</a:t>
            </a: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9" name="テキスト ボックス 18">
            <a:extLst>
              <a:ext uri="{FF2B5EF4-FFF2-40B4-BE49-F238E27FC236}">
                <a16:creationId xmlns:a16="http://schemas.microsoft.com/office/drawing/2014/main" id="{45D90872-FEB9-C8DC-9C70-FA97837A3D93}"/>
              </a:ext>
            </a:extLst>
          </p:cNvPr>
          <p:cNvSpPr txBox="1"/>
          <p:nvPr/>
        </p:nvSpPr>
        <p:spPr>
          <a:xfrm>
            <a:off x="4733941" y="1888654"/>
            <a:ext cx="2223686" cy="461665"/>
          </a:xfrm>
          <a:prstGeom prst="rect">
            <a:avLst/>
          </a:prstGeom>
          <a:noFill/>
        </p:spPr>
        <p:txBody>
          <a:bodyPr wrap="none" rtlCol="0">
            <a:spAutoFit/>
          </a:bodyPr>
          <a:lstStyle/>
          <a:p>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累計達成数 </a:t>
            </a:r>
            <a:r>
              <a:rPr kumimoji="1" lang="en-US" altLang="ja-JP" sz="24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00010</a:t>
            </a:r>
            <a:endParaRPr kumimoji="1" lang="ja-JP" altLang="en-US"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21" name="テキスト ボックス 20">
            <a:extLst>
              <a:ext uri="{FF2B5EF4-FFF2-40B4-BE49-F238E27FC236}">
                <a16:creationId xmlns:a16="http://schemas.microsoft.com/office/drawing/2014/main" id="{032DF762-5DC2-1FDA-FD20-DE5F1353AD85}"/>
              </a:ext>
            </a:extLst>
          </p:cNvPr>
          <p:cNvSpPr txBox="1"/>
          <p:nvPr/>
        </p:nvSpPr>
        <p:spPr>
          <a:xfrm>
            <a:off x="4832112" y="2638490"/>
            <a:ext cx="1620957" cy="338554"/>
          </a:xfrm>
          <a:prstGeom prst="rect">
            <a:avLst/>
          </a:prstGeom>
          <a:noFill/>
        </p:spPr>
        <p:txBody>
          <a:bodyPr wrap="none" rtlCol="0">
            <a:spAutoFit/>
          </a:bodyPr>
          <a:lstStyle/>
          <a:p>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防衛戦をクリア</a:t>
            </a: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31" name="グループ化 30">
            <a:extLst>
              <a:ext uri="{FF2B5EF4-FFF2-40B4-BE49-F238E27FC236}">
                <a16:creationId xmlns:a16="http://schemas.microsoft.com/office/drawing/2014/main" id="{6E45B19B-A258-AD92-45D9-68F10A747ED8}"/>
              </a:ext>
            </a:extLst>
          </p:cNvPr>
          <p:cNvGrpSpPr/>
          <p:nvPr/>
        </p:nvGrpSpPr>
        <p:grpSpPr>
          <a:xfrm>
            <a:off x="8810385" y="2544439"/>
            <a:ext cx="519521" cy="519521"/>
            <a:chOff x="8484520" y="3671796"/>
            <a:chExt cx="730638" cy="730638"/>
          </a:xfrm>
        </p:grpSpPr>
        <p:sp>
          <p:nvSpPr>
            <p:cNvPr id="23" name="楕円 22">
              <a:extLst>
                <a:ext uri="{FF2B5EF4-FFF2-40B4-BE49-F238E27FC236}">
                  <a16:creationId xmlns:a16="http://schemas.microsoft.com/office/drawing/2014/main" id="{6423DEC9-4F2A-49CA-7BBE-92EE7FD06AC3}"/>
                </a:ext>
              </a:extLst>
            </p:cNvPr>
            <p:cNvSpPr/>
            <p:nvPr/>
          </p:nvSpPr>
          <p:spPr>
            <a:xfrm flipH="1">
              <a:off x="8484520" y="3671796"/>
              <a:ext cx="730638" cy="730638"/>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30" name="図 29">
              <a:extLst>
                <a:ext uri="{FF2B5EF4-FFF2-40B4-BE49-F238E27FC236}">
                  <a16:creationId xmlns:a16="http://schemas.microsoft.com/office/drawing/2014/main" id="{1590932E-D94B-48F7-5CB8-77CC28A00E40}"/>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8603598" y="3867826"/>
              <a:ext cx="502997" cy="377248"/>
            </a:xfrm>
            <a:prstGeom prst="rect">
              <a:avLst/>
            </a:prstGeom>
          </p:spPr>
        </p:pic>
      </p:grpSp>
      <p:sp>
        <p:nvSpPr>
          <p:cNvPr id="33" name="テキスト ボックス 32">
            <a:extLst>
              <a:ext uri="{FF2B5EF4-FFF2-40B4-BE49-F238E27FC236}">
                <a16:creationId xmlns:a16="http://schemas.microsoft.com/office/drawing/2014/main" id="{FC674A76-E73B-26EA-A65B-C03975DAFF5E}"/>
              </a:ext>
            </a:extLst>
          </p:cNvPr>
          <p:cNvSpPr txBox="1"/>
          <p:nvPr/>
        </p:nvSpPr>
        <p:spPr>
          <a:xfrm>
            <a:off x="6969081" y="2638490"/>
            <a:ext cx="1210588" cy="338554"/>
          </a:xfrm>
          <a:prstGeom prst="rect">
            <a:avLst/>
          </a:prstGeom>
          <a:noFill/>
        </p:spPr>
        <p:txBody>
          <a:bodyPr wrap="none" rtlCol="0">
            <a:spAutoFit/>
          </a:bodyPr>
          <a:lstStyle/>
          <a:p>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ーー：ーー</a:t>
            </a: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47" name="グループ化 46">
            <a:extLst>
              <a:ext uri="{FF2B5EF4-FFF2-40B4-BE49-F238E27FC236}">
                <a16:creationId xmlns:a16="http://schemas.microsoft.com/office/drawing/2014/main" id="{0EA4F00C-33F3-30EB-FC3B-F51EA6BE0F1A}"/>
              </a:ext>
            </a:extLst>
          </p:cNvPr>
          <p:cNvGrpSpPr/>
          <p:nvPr/>
        </p:nvGrpSpPr>
        <p:grpSpPr>
          <a:xfrm>
            <a:off x="4832112" y="3210178"/>
            <a:ext cx="4497794" cy="519521"/>
            <a:chOff x="4832112" y="3206727"/>
            <a:chExt cx="4497794" cy="519521"/>
          </a:xfrm>
        </p:grpSpPr>
        <p:sp>
          <p:nvSpPr>
            <p:cNvPr id="35" name="テキスト ボックス 34">
              <a:extLst>
                <a:ext uri="{FF2B5EF4-FFF2-40B4-BE49-F238E27FC236}">
                  <a16:creationId xmlns:a16="http://schemas.microsoft.com/office/drawing/2014/main" id="{CD0FF93A-5ED3-7E70-890B-2FE8A116E314}"/>
                </a:ext>
              </a:extLst>
            </p:cNvPr>
            <p:cNvSpPr txBox="1"/>
            <p:nvPr/>
          </p:nvSpPr>
          <p:spPr>
            <a:xfrm>
              <a:off x="4832112" y="3300778"/>
              <a:ext cx="1415772" cy="338554"/>
            </a:xfrm>
            <a:prstGeom prst="rect">
              <a:avLst/>
            </a:prstGeom>
            <a:noFill/>
          </p:spPr>
          <p:txBody>
            <a:bodyPr wrap="none" rtlCol="0">
              <a:spAutoFit/>
            </a:bodyPr>
            <a:lstStyle/>
            <a:p>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クエスト内容</a:t>
              </a: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41" name="楕円 40">
              <a:extLst>
                <a:ext uri="{FF2B5EF4-FFF2-40B4-BE49-F238E27FC236}">
                  <a16:creationId xmlns:a16="http://schemas.microsoft.com/office/drawing/2014/main" id="{D31375BF-DFFF-8FFB-951B-DC8558653F58}"/>
                </a:ext>
              </a:extLst>
            </p:cNvPr>
            <p:cNvSpPr/>
            <p:nvPr/>
          </p:nvSpPr>
          <p:spPr>
            <a:xfrm flipH="1">
              <a:off x="8810385" y="3206727"/>
              <a:ext cx="519521" cy="519521"/>
            </a:xfrm>
            <a:prstGeom prst="ellipse">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6" name="テキスト ボックス 45">
              <a:extLst>
                <a:ext uri="{FF2B5EF4-FFF2-40B4-BE49-F238E27FC236}">
                  <a16:creationId xmlns:a16="http://schemas.microsoft.com/office/drawing/2014/main" id="{E1AE6389-1188-779E-A8EB-EEBAB70FAC2B}"/>
                </a:ext>
              </a:extLst>
            </p:cNvPr>
            <p:cNvSpPr txBox="1"/>
            <p:nvPr/>
          </p:nvSpPr>
          <p:spPr>
            <a:xfrm>
              <a:off x="7174266" y="3300778"/>
              <a:ext cx="800219" cy="338554"/>
            </a:xfrm>
            <a:prstGeom prst="rect">
              <a:avLst/>
            </a:prstGeom>
            <a:noFill/>
          </p:spPr>
          <p:txBody>
            <a:bodyPr wrap="none" rtlCol="0">
              <a:spAutoFit/>
            </a:bodyPr>
            <a:lstStyle/>
            <a:p>
              <a:r>
                <a:rPr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MM</a:t>
              </a:r>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ss</a:t>
              </a: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49" name="グループ化 48">
            <a:extLst>
              <a:ext uri="{FF2B5EF4-FFF2-40B4-BE49-F238E27FC236}">
                <a16:creationId xmlns:a16="http://schemas.microsoft.com/office/drawing/2014/main" id="{EE1698AE-CFD4-8EEB-E0B8-5E874A75AE31}"/>
              </a:ext>
            </a:extLst>
          </p:cNvPr>
          <p:cNvGrpSpPr/>
          <p:nvPr/>
        </p:nvGrpSpPr>
        <p:grpSpPr>
          <a:xfrm>
            <a:off x="4832112" y="3875917"/>
            <a:ext cx="4497794" cy="519521"/>
            <a:chOff x="4832112" y="3206727"/>
            <a:chExt cx="4497794" cy="519521"/>
          </a:xfrm>
        </p:grpSpPr>
        <p:sp>
          <p:nvSpPr>
            <p:cNvPr id="50" name="テキスト ボックス 49">
              <a:extLst>
                <a:ext uri="{FF2B5EF4-FFF2-40B4-BE49-F238E27FC236}">
                  <a16:creationId xmlns:a16="http://schemas.microsoft.com/office/drawing/2014/main" id="{791FB1C2-36F9-92D2-A150-2CD2D0E1B4A1}"/>
                </a:ext>
              </a:extLst>
            </p:cNvPr>
            <p:cNvSpPr txBox="1"/>
            <p:nvPr/>
          </p:nvSpPr>
          <p:spPr>
            <a:xfrm>
              <a:off x="4832112" y="3300778"/>
              <a:ext cx="1415772" cy="338554"/>
            </a:xfrm>
            <a:prstGeom prst="rect">
              <a:avLst/>
            </a:prstGeom>
            <a:noFill/>
          </p:spPr>
          <p:txBody>
            <a:bodyPr wrap="none" rtlCol="0">
              <a:spAutoFit/>
            </a:bodyPr>
            <a:lstStyle/>
            <a:p>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クエスト内容</a:t>
              </a: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1" name="楕円 50">
              <a:extLst>
                <a:ext uri="{FF2B5EF4-FFF2-40B4-BE49-F238E27FC236}">
                  <a16:creationId xmlns:a16="http://schemas.microsoft.com/office/drawing/2014/main" id="{5B3DE5AD-EBC8-7B7A-719F-111E710DEDB3}"/>
                </a:ext>
              </a:extLst>
            </p:cNvPr>
            <p:cNvSpPr/>
            <p:nvPr/>
          </p:nvSpPr>
          <p:spPr>
            <a:xfrm flipH="1">
              <a:off x="8810385" y="3206727"/>
              <a:ext cx="519521" cy="519521"/>
            </a:xfrm>
            <a:prstGeom prst="ellipse">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2" name="テキスト ボックス 51">
              <a:extLst>
                <a:ext uri="{FF2B5EF4-FFF2-40B4-BE49-F238E27FC236}">
                  <a16:creationId xmlns:a16="http://schemas.microsoft.com/office/drawing/2014/main" id="{EFD80D3C-6416-D1CC-2656-63DF305A0D5F}"/>
                </a:ext>
              </a:extLst>
            </p:cNvPr>
            <p:cNvSpPr txBox="1"/>
            <p:nvPr/>
          </p:nvSpPr>
          <p:spPr>
            <a:xfrm>
              <a:off x="7174266" y="3300778"/>
              <a:ext cx="800219" cy="338554"/>
            </a:xfrm>
            <a:prstGeom prst="rect">
              <a:avLst/>
            </a:prstGeom>
            <a:noFill/>
          </p:spPr>
          <p:txBody>
            <a:bodyPr wrap="none" rtlCol="0">
              <a:spAutoFit/>
            </a:bodyPr>
            <a:lstStyle/>
            <a:p>
              <a:r>
                <a:rPr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MM</a:t>
              </a:r>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ss</a:t>
              </a: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54" name="グループ化 53">
            <a:extLst>
              <a:ext uri="{FF2B5EF4-FFF2-40B4-BE49-F238E27FC236}">
                <a16:creationId xmlns:a16="http://schemas.microsoft.com/office/drawing/2014/main" id="{D86B4ED1-6D1E-4C54-C7BE-206308612D97}"/>
              </a:ext>
            </a:extLst>
          </p:cNvPr>
          <p:cNvGrpSpPr/>
          <p:nvPr/>
        </p:nvGrpSpPr>
        <p:grpSpPr>
          <a:xfrm>
            <a:off x="4832112" y="4541656"/>
            <a:ext cx="4497794" cy="519521"/>
            <a:chOff x="4832112" y="3206727"/>
            <a:chExt cx="4497794" cy="519521"/>
          </a:xfrm>
        </p:grpSpPr>
        <p:sp>
          <p:nvSpPr>
            <p:cNvPr id="56" name="テキスト ボックス 55">
              <a:extLst>
                <a:ext uri="{FF2B5EF4-FFF2-40B4-BE49-F238E27FC236}">
                  <a16:creationId xmlns:a16="http://schemas.microsoft.com/office/drawing/2014/main" id="{1812981B-F971-4705-43E8-2C39968F1802}"/>
                </a:ext>
              </a:extLst>
            </p:cNvPr>
            <p:cNvSpPr txBox="1"/>
            <p:nvPr/>
          </p:nvSpPr>
          <p:spPr>
            <a:xfrm>
              <a:off x="4832112" y="3300778"/>
              <a:ext cx="1415772" cy="338554"/>
            </a:xfrm>
            <a:prstGeom prst="rect">
              <a:avLst/>
            </a:prstGeom>
            <a:noFill/>
          </p:spPr>
          <p:txBody>
            <a:bodyPr wrap="none" rtlCol="0">
              <a:spAutoFit/>
            </a:bodyPr>
            <a:lstStyle/>
            <a:p>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クエスト内容</a:t>
              </a: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8" name="楕円 57">
              <a:extLst>
                <a:ext uri="{FF2B5EF4-FFF2-40B4-BE49-F238E27FC236}">
                  <a16:creationId xmlns:a16="http://schemas.microsoft.com/office/drawing/2014/main" id="{B4978ABD-E957-E2DA-0426-0AA75ABFACF7}"/>
                </a:ext>
              </a:extLst>
            </p:cNvPr>
            <p:cNvSpPr/>
            <p:nvPr/>
          </p:nvSpPr>
          <p:spPr>
            <a:xfrm flipH="1">
              <a:off x="8810385" y="3206727"/>
              <a:ext cx="519521" cy="519521"/>
            </a:xfrm>
            <a:prstGeom prst="ellipse">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0" name="テキスト ボックス 59">
              <a:extLst>
                <a:ext uri="{FF2B5EF4-FFF2-40B4-BE49-F238E27FC236}">
                  <a16:creationId xmlns:a16="http://schemas.microsoft.com/office/drawing/2014/main" id="{A9C84614-7A94-A741-3EDB-E41F0D56DC29}"/>
                </a:ext>
              </a:extLst>
            </p:cNvPr>
            <p:cNvSpPr txBox="1"/>
            <p:nvPr/>
          </p:nvSpPr>
          <p:spPr>
            <a:xfrm>
              <a:off x="7174266" y="3300778"/>
              <a:ext cx="800219" cy="338554"/>
            </a:xfrm>
            <a:prstGeom prst="rect">
              <a:avLst/>
            </a:prstGeom>
            <a:noFill/>
          </p:spPr>
          <p:txBody>
            <a:bodyPr wrap="none" rtlCol="0">
              <a:spAutoFit/>
            </a:bodyPr>
            <a:lstStyle/>
            <a:p>
              <a:r>
                <a:rPr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MM</a:t>
              </a:r>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ss</a:t>
              </a: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Tree>
    <p:extLst>
      <p:ext uri="{BB962C8B-B14F-4D97-AF65-F5344CB8AC3E}">
        <p14:creationId xmlns:p14="http://schemas.microsoft.com/office/powerpoint/2010/main" val="3297074119"/>
      </p:ext>
    </p:extLst>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58AE05-8A6B-3496-B1C8-90872DB47689}"/>
            </a:ext>
          </a:extLst>
        </p:cNvPr>
        <p:cNvGrpSpPr/>
        <p:nvPr/>
      </p:nvGrpSpPr>
      <p:grpSpPr>
        <a:xfrm>
          <a:off x="0" y="0"/>
          <a:ext cx="0" cy="0"/>
          <a:chOff x="0" y="0"/>
          <a:chExt cx="0" cy="0"/>
        </a:xfrm>
      </p:grpSpPr>
      <p:grpSp>
        <p:nvGrpSpPr>
          <p:cNvPr id="14" name="グループ化 13">
            <a:extLst>
              <a:ext uri="{FF2B5EF4-FFF2-40B4-BE49-F238E27FC236}">
                <a16:creationId xmlns:a16="http://schemas.microsoft.com/office/drawing/2014/main" id="{D5B13785-2D83-3320-8999-951F58FB0012}"/>
              </a:ext>
            </a:extLst>
          </p:cNvPr>
          <p:cNvGrpSpPr/>
          <p:nvPr/>
        </p:nvGrpSpPr>
        <p:grpSpPr>
          <a:xfrm>
            <a:off x="1647517" y="604359"/>
            <a:ext cx="3715887" cy="612648"/>
            <a:chOff x="1632857" y="639555"/>
            <a:chExt cx="3715887" cy="612648"/>
          </a:xfrm>
        </p:grpSpPr>
        <p:sp>
          <p:nvSpPr>
            <p:cNvPr id="12" name="フローチャート: 論理積ゲート 11">
              <a:extLst>
                <a:ext uri="{FF2B5EF4-FFF2-40B4-BE49-F238E27FC236}">
                  <a16:creationId xmlns:a16="http://schemas.microsoft.com/office/drawing/2014/main" id="{CF9D3215-912B-D755-5630-83C33D2CDBF2}"/>
                </a:ext>
              </a:extLst>
            </p:cNvPr>
            <p:cNvSpPr/>
            <p:nvPr/>
          </p:nvSpPr>
          <p:spPr>
            <a:xfrm>
              <a:off x="4736096" y="639555"/>
              <a:ext cx="612648" cy="612648"/>
            </a:xfrm>
            <a:prstGeom prst="flowChartDelay">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フローチャート: 処理 12">
              <a:extLst>
                <a:ext uri="{FF2B5EF4-FFF2-40B4-BE49-F238E27FC236}">
                  <a16:creationId xmlns:a16="http://schemas.microsoft.com/office/drawing/2014/main" id="{70B938DB-CE0D-7CA8-627B-C6B6CF0E1741}"/>
                </a:ext>
              </a:extLst>
            </p:cNvPr>
            <p:cNvSpPr/>
            <p:nvPr/>
          </p:nvSpPr>
          <p:spPr>
            <a:xfrm>
              <a:off x="1632857" y="639555"/>
              <a:ext cx="3121901" cy="612648"/>
            </a:xfrm>
            <a:prstGeom prst="flowChartProcess">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7" name="図 6">
            <a:extLst>
              <a:ext uri="{FF2B5EF4-FFF2-40B4-BE49-F238E27FC236}">
                <a16:creationId xmlns:a16="http://schemas.microsoft.com/office/drawing/2014/main" id="{33FD1F77-913C-B5A8-F0A2-36AA27B4C36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464248" y="1452185"/>
            <a:ext cx="3651478" cy="5154531"/>
          </a:xfrm>
          <a:prstGeom prst="rect">
            <a:avLst/>
          </a:prstGeom>
        </p:spPr>
      </p:pic>
      <p:sp>
        <p:nvSpPr>
          <p:cNvPr id="11" name="楕円 10">
            <a:extLst>
              <a:ext uri="{FF2B5EF4-FFF2-40B4-BE49-F238E27FC236}">
                <a16:creationId xmlns:a16="http://schemas.microsoft.com/office/drawing/2014/main" id="{EAE171BF-EE89-43F5-0061-722B7C4A3BCC}"/>
              </a:ext>
            </a:extLst>
          </p:cNvPr>
          <p:cNvSpPr/>
          <p:nvPr/>
        </p:nvSpPr>
        <p:spPr>
          <a:xfrm>
            <a:off x="1184989" y="546790"/>
            <a:ext cx="727787" cy="727787"/>
          </a:xfrm>
          <a:prstGeom prst="ellipse">
            <a:avLst/>
          </a:prstGeom>
          <a:solidFill>
            <a:schemeClr val="accent6">
              <a:lumMod val="60000"/>
              <a:lumOff val="40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400" dirty="0">
                <a:solidFill>
                  <a:schemeClr val="tx1">
                    <a:lumMod val="85000"/>
                    <a:lumOff val="15000"/>
                  </a:schemeClr>
                </a:solidFill>
                <a:latin typeface="BIZ UDP明朝 Medium" panose="02020500000000000000" pitchFamily="18" charset="-128"/>
                <a:ea typeface="BIZ UDP明朝 Medium" panose="02020500000000000000" pitchFamily="18" charset="-128"/>
              </a:rPr>
              <a:t>倫</a:t>
            </a:r>
          </a:p>
        </p:txBody>
      </p:sp>
      <p:sp>
        <p:nvSpPr>
          <p:cNvPr id="15" name="テキスト ボックス 14">
            <a:extLst>
              <a:ext uri="{FF2B5EF4-FFF2-40B4-BE49-F238E27FC236}">
                <a16:creationId xmlns:a16="http://schemas.microsoft.com/office/drawing/2014/main" id="{0CC22BD7-8F02-0E98-9377-5BEAA1407053}"/>
              </a:ext>
            </a:extLst>
          </p:cNvPr>
          <p:cNvSpPr txBox="1"/>
          <p:nvPr/>
        </p:nvSpPr>
        <p:spPr>
          <a:xfrm>
            <a:off x="1417038" y="722503"/>
            <a:ext cx="4009051" cy="400110"/>
          </a:xfrm>
          <a:prstGeom prst="rect">
            <a:avLst/>
          </a:prstGeom>
          <a:noFill/>
        </p:spPr>
        <p:txBody>
          <a:bodyPr wrap="square">
            <a:spAutoFit/>
          </a:bodyPr>
          <a:lstStyle/>
          <a:p>
            <a:pPr algn="ctr"/>
            <a:r>
              <a:rPr kumimoji="1" lang="ja-JP" altLang="en-US" sz="2000" b="1" dirty="0">
                <a:solidFill>
                  <a:schemeClr val="tx1">
                    <a:lumMod val="85000"/>
                    <a:lumOff val="15000"/>
                  </a:schemeClr>
                </a:solidFill>
                <a:latin typeface="BIZ UDP明朝 Medium" panose="02020500000000000000" pitchFamily="18" charset="-128"/>
                <a:ea typeface="BIZ UDP明朝 Medium" panose="02020500000000000000" pitchFamily="18" charset="-128"/>
              </a:rPr>
              <a:t>東雲 倫</a:t>
            </a:r>
          </a:p>
        </p:txBody>
      </p:sp>
      <p:grpSp>
        <p:nvGrpSpPr>
          <p:cNvPr id="36" name="グループ化 35">
            <a:extLst>
              <a:ext uri="{FF2B5EF4-FFF2-40B4-BE49-F238E27FC236}">
                <a16:creationId xmlns:a16="http://schemas.microsoft.com/office/drawing/2014/main" id="{A0888100-6877-E492-2A8B-49432517934B}"/>
              </a:ext>
            </a:extLst>
          </p:cNvPr>
          <p:cNvGrpSpPr/>
          <p:nvPr/>
        </p:nvGrpSpPr>
        <p:grpSpPr>
          <a:xfrm>
            <a:off x="7981009" y="4138156"/>
            <a:ext cx="2899283" cy="1757857"/>
            <a:chOff x="8192278" y="2817842"/>
            <a:chExt cx="2761861" cy="2066432"/>
          </a:xfrm>
        </p:grpSpPr>
        <p:sp>
          <p:nvSpPr>
            <p:cNvPr id="37" name="吹き出し: 角を丸めた四角形 36">
              <a:extLst>
                <a:ext uri="{FF2B5EF4-FFF2-40B4-BE49-F238E27FC236}">
                  <a16:creationId xmlns:a16="http://schemas.microsoft.com/office/drawing/2014/main" id="{3CB778C6-C411-3AE4-6997-2D15280C8527}"/>
                </a:ext>
              </a:extLst>
            </p:cNvPr>
            <p:cNvSpPr/>
            <p:nvPr/>
          </p:nvSpPr>
          <p:spPr>
            <a:xfrm rot="400317">
              <a:off x="8192278" y="2817842"/>
              <a:ext cx="2761861" cy="612648"/>
            </a:xfrm>
            <a:prstGeom prst="wedgeRoundRectCallout">
              <a:avLst>
                <a:gd name="adj1" fmla="val 59552"/>
                <a:gd name="adj2" fmla="val 28994"/>
                <a:gd name="adj3" fmla="val 16667"/>
              </a:avLst>
            </a:prstGeom>
            <a:solidFill>
              <a:schemeClr val="accent2"/>
            </a:solidFill>
            <a:ln w="190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tx1">
                      <a:lumMod val="85000"/>
                      <a:lumOff val="15000"/>
                    </a:schemeClr>
                  </a:solidFill>
                  <a:latin typeface="02流線形 Bold" pitchFamily="2" charset="-128"/>
                  <a:ea typeface="02流線形 Bold" pitchFamily="2" charset="-128"/>
                </a:rPr>
                <a:t>抱かせろ</a:t>
              </a:r>
            </a:p>
          </p:txBody>
        </p:sp>
        <p:sp>
          <p:nvSpPr>
            <p:cNvPr id="38" name="吹き出し: 角を丸めた四角形 37">
              <a:extLst>
                <a:ext uri="{FF2B5EF4-FFF2-40B4-BE49-F238E27FC236}">
                  <a16:creationId xmlns:a16="http://schemas.microsoft.com/office/drawing/2014/main" id="{89C2702E-CBEF-21DC-72F6-6DA61EDBA4A2}"/>
                </a:ext>
              </a:extLst>
            </p:cNvPr>
            <p:cNvSpPr/>
            <p:nvPr/>
          </p:nvSpPr>
          <p:spPr>
            <a:xfrm rot="167217">
              <a:off x="8546842" y="3623385"/>
              <a:ext cx="2407297" cy="533997"/>
            </a:xfrm>
            <a:prstGeom prst="wedgeRoundRectCallout">
              <a:avLst>
                <a:gd name="adj1" fmla="val 59552"/>
                <a:gd name="adj2" fmla="val 28994"/>
                <a:gd name="adj3" fmla="val 16667"/>
              </a:avLst>
            </a:prstGeom>
            <a:solidFill>
              <a:schemeClr val="accent2">
                <a:lumMod val="60000"/>
                <a:lumOff val="40000"/>
              </a:schemeClr>
            </a:solidFill>
            <a:ln w="12700">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tx1">
                      <a:lumMod val="85000"/>
                      <a:lumOff val="15000"/>
                    </a:schemeClr>
                  </a:solidFill>
                  <a:latin typeface="02流線形 Bold" pitchFamily="2" charset="-128"/>
                  <a:ea typeface="02流線形 Bold" pitchFamily="2" charset="-128"/>
                </a:rPr>
                <a:t>ばーか</a:t>
              </a:r>
              <a:endParaRPr kumimoji="1" lang="ja-JP" altLang="en-US" dirty="0">
                <a:solidFill>
                  <a:schemeClr val="tx1">
                    <a:lumMod val="85000"/>
                    <a:lumOff val="15000"/>
                  </a:schemeClr>
                </a:solidFill>
                <a:latin typeface="02流線形 Bold" pitchFamily="2" charset="-128"/>
                <a:ea typeface="02流線形 Bold" pitchFamily="2" charset="-128"/>
              </a:endParaRPr>
            </a:p>
          </p:txBody>
        </p:sp>
        <p:sp>
          <p:nvSpPr>
            <p:cNvPr id="39" name="吹き出し: 角を丸めた四角形 38">
              <a:extLst>
                <a:ext uri="{FF2B5EF4-FFF2-40B4-BE49-F238E27FC236}">
                  <a16:creationId xmlns:a16="http://schemas.microsoft.com/office/drawing/2014/main" id="{163DBDF0-7FCE-29A9-0A1B-AE713D5760C6}"/>
                </a:ext>
              </a:extLst>
            </p:cNvPr>
            <p:cNvSpPr/>
            <p:nvPr/>
          </p:nvSpPr>
          <p:spPr>
            <a:xfrm rot="21446654">
              <a:off x="8546841" y="4350277"/>
              <a:ext cx="2407297" cy="533997"/>
            </a:xfrm>
            <a:prstGeom prst="wedgeRoundRectCallout">
              <a:avLst>
                <a:gd name="adj1" fmla="val 59552"/>
                <a:gd name="adj2" fmla="val 28994"/>
                <a:gd name="adj3" fmla="val 16667"/>
              </a:avLst>
            </a:prstGeom>
            <a:solidFill>
              <a:schemeClr val="accent2">
                <a:lumMod val="60000"/>
                <a:lumOff val="40000"/>
              </a:schemeClr>
            </a:solidFill>
            <a:ln w="12700">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tx1">
                      <a:lumMod val="85000"/>
                      <a:lumOff val="15000"/>
                    </a:schemeClr>
                  </a:solidFill>
                  <a:latin typeface="02流線形 Bold" pitchFamily="2" charset="-128"/>
                  <a:ea typeface="02流線形 Bold" pitchFamily="2" charset="-128"/>
                </a:rPr>
                <a:t>いい天気ですね</a:t>
              </a:r>
            </a:p>
          </p:txBody>
        </p:sp>
      </p:grpSp>
      <p:sp>
        <p:nvSpPr>
          <p:cNvPr id="40" name="吹き出し: 角を丸めた四角形 39">
            <a:extLst>
              <a:ext uri="{FF2B5EF4-FFF2-40B4-BE49-F238E27FC236}">
                <a16:creationId xmlns:a16="http://schemas.microsoft.com/office/drawing/2014/main" id="{2729A833-7562-86B9-389E-5E0C853D5D63}"/>
              </a:ext>
            </a:extLst>
          </p:cNvPr>
          <p:cNvSpPr/>
          <p:nvPr/>
        </p:nvSpPr>
        <p:spPr>
          <a:xfrm rot="21432783" flipH="1">
            <a:off x="7189954" y="2006434"/>
            <a:ext cx="2527077" cy="454257"/>
          </a:xfrm>
          <a:prstGeom prst="wedgeRoundRectCallout">
            <a:avLst>
              <a:gd name="adj1" fmla="val 59552"/>
              <a:gd name="adj2" fmla="val 28994"/>
              <a:gd name="adj3" fmla="val 16667"/>
            </a:avLst>
          </a:prstGeom>
          <a:solidFill>
            <a:schemeClr val="accent6">
              <a:lumMod val="60000"/>
              <a:lumOff val="40000"/>
            </a:schemeClr>
          </a:solidFill>
          <a:ln w="12700">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tx1">
                    <a:lumMod val="85000"/>
                    <a:lumOff val="15000"/>
                  </a:schemeClr>
                </a:solidFill>
                <a:latin typeface="02流線形 Bold" pitchFamily="2" charset="-128"/>
                <a:ea typeface="02流線形 Bold" pitchFamily="2" charset="-128"/>
              </a:rPr>
              <a:t>ねぇ</a:t>
            </a:r>
          </a:p>
        </p:txBody>
      </p:sp>
      <p:sp>
        <p:nvSpPr>
          <p:cNvPr id="41" name="吹き出し: 角を丸めた四角形 40">
            <a:extLst>
              <a:ext uri="{FF2B5EF4-FFF2-40B4-BE49-F238E27FC236}">
                <a16:creationId xmlns:a16="http://schemas.microsoft.com/office/drawing/2014/main" id="{34DF23E6-D9A3-40E3-491E-9EE909B87283}"/>
              </a:ext>
            </a:extLst>
          </p:cNvPr>
          <p:cNvSpPr/>
          <p:nvPr/>
        </p:nvSpPr>
        <p:spPr>
          <a:xfrm rot="167217">
            <a:off x="8352537" y="2620500"/>
            <a:ext cx="2527077" cy="454257"/>
          </a:xfrm>
          <a:prstGeom prst="wedgeRoundRectCallout">
            <a:avLst>
              <a:gd name="adj1" fmla="val 59552"/>
              <a:gd name="adj2" fmla="val 28994"/>
              <a:gd name="adj3" fmla="val 16667"/>
            </a:avLst>
          </a:prstGeom>
          <a:solidFill>
            <a:schemeClr val="bg1">
              <a:lumMod val="95000"/>
            </a:schemeClr>
          </a:solidFill>
          <a:ln w="12700">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tx1">
                    <a:lumMod val="85000"/>
                    <a:lumOff val="15000"/>
                  </a:schemeClr>
                </a:solidFill>
                <a:latin typeface="02流線形 Bold" pitchFamily="2" charset="-128"/>
                <a:ea typeface="02流線形 Bold" pitchFamily="2" charset="-128"/>
              </a:rPr>
              <a:t>ん？</a:t>
            </a:r>
          </a:p>
        </p:txBody>
      </p:sp>
      <p:sp>
        <p:nvSpPr>
          <p:cNvPr id="42" name="吹き出し: 角を丸めた四角形 41">
            <a:extLst>
              <a:ext uri="{FF2B5EF4-FFF2-40B4-BE49-F238E27FC236}">
                <a16:creationId xmlns:a16="http://schemas.microsoft.com/office/drawing/2014/main" id="{E88C8E53-60EB-CDC3-4071-080425DC4526}"/>
              </a:ext>
            </a:extLst>
          </p:cNvPr>
          <p:cNvSpPr/>
          <p:nvPr/>
        </p:nvSpPr>
        <p:spPr>
          <a:xfrm rot="21432783" flipH="1">
            <a:off x="7136879" y="3298445"/>
            <a:ext cx="2527077" cy="454257"/>
          </a:xfrm>
          <a:prstGeom prst="wedgeRoundRectCallout">
            <a:avLst>
              <a:gd name="adj1" fmla="val 59552"/>
              <a:gd name="adj2" fmla="val 28994"/>
              <a:gd name="adj3" fmla="val 16667"/>
            </a:avLst>
          </a:prstGeom>
          <a:solidFill>
            <a:schemeClr val="accent6">
              <a:lumMod val="60000"/>
              <a:lumOff val="40000"/>
            </a:schemeClr>
          </a:solidFill>
          <a:ln w="12700">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tx1">
                    <a:lumMod val="85000"/>
                    <a:lumOff val="15000"/>
                  </a:schemeClr>
                </a:solidFill>
                <a:latin typeface="02流線形 Bold" pitchFamily="2" charset="-128"/>
                <a:ea typeface="02流線形 Bold" pitchFamily="2" charset="-128"/>
              </a:rPr>
              <a:t>話そーよ</a:t>
            </a:r>
          </a:p>
        </p:txBody>
      </p:sp>
      <p:sp>
        <p:nvSpPr>
          <p:cNvPr id="46" name="楕円 45">
            <a:extLst>
              <a:ext uri="{FF2B5EF4-FFF2-40B4-BE49-F238E27FC236}">
                <a16:creationId xmlns:a16="http://schemas.microsoft.com/office/drawing/2014/main" id="{FB088C1F-6DE2-E359-B09A-22333621DF1E}"/>
              </a:ext>
            </a:extLst>
          </p:cNvPr>
          <p:cNvSpPr/>
          <p:nvPr/>
        </p:nvSpPr>
        <p:spPr>
          <a:xfrm>
            <a:off x="6454286" y="2164699"/>
            <a:ext cx="436466" cy="436466"/>
          </a:xfrm>
          <a:prstGeom prst="ellipse">
            <a:avLst/>
          </a:prstGeom>
          <a:solidFill>
            <a:schemeClr val="accent6">
              <a:lumMod val="60000"/>
              <a:lumOff val="40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600" dirty="0">
                <a:solidFill>
                  <a:schemeClr val="tx1">
                    <a:lumMod val="85000"/>
                    <a:lumOff val="15000"/>
                  </a:schemeClr>
                </a:solidFill>
                <a:latin typeface="BIZ UDP明朝 Medium" panose="02020500000000000000" pitchFamily="18" charset="-128"/>
                <a:ea typeface="BIZ UDP明朝 Medium" panose="02020500000000000000" pitchFamily="18" charset="-128"/>
              </a:rPr>
              <a:t>倫</a:t>
            </a:r>
          </a:p>
        </p:txBody>
      </p:sp>
      <p:sp>
        <p:nvSpPr>
          <p:cNvPr id="47" name="楕円 46">
            <a:extLst>
              <a:ext uri="{FF2B5EF4-FFF2-40B4-BE49-F238E27FC236}">
                <a16:creationId xmlns:a16="http://schemas.microsoft.com/office/drawing/2014/main" id="{142B62E9-01BE-F0B6-F66A-D473C0F2734E}"/>
              </a:ext>
            </a:extLst>
          </p:cNvPr>
          <p:cNvSpPr/>
          <p:nvPr/>
        </p:nvSpPr>
        <p:spPr>
          <a:xfrm>
            <a:off x="6410741" y="3464766"/>
            <a:ext cx="436466" cy="436466"/>
          </a:xfrm>
          <a:prstGeom prst="ellipse">
            <a:avLst/>
          </a:prstGeom>
          <a:solidFill>
            <a:schemeClr val="accent6">
              <a:lumMod val="60000"/>
              <a:lumOff val="40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600" dirty="0">
                <a:solidFill>
                  <a:schemeClr val="tx1">
                    <a:lumMod val="85000"/>
                    <a:lumOff val="15000"/>
                  </a:schemeClr>
                </a:solidFill>
                <a:latin typeface="BIZ UDP明朝 Medium" panose="02020500000000000000" pitchFamily="18" charset="-128"/>
                <a:ea typeface="BIZ UDP明朝 Medium" panose="02020500000000000000" pitchFamily="18" charset="-128"/>
              </a:rPr>
              <a:t>倫</a:t>
            </a:r>
          </a:p>
        </p:txBody>
      </p:sp>
      <p:sp>
        <p:nvSpPr>
          <p:cNvPr id="48" name="楕円 47">
            <a:extLst>
              <a:ext uri="{FF2B5EF4-FFF2-40B4-BE49-F238E27FC236}">
                <a16:creationId xmlns:a16="http://schemas.microsoft.com/office/drawing/2014/main" id="{ADED115D-6018-669D-C690-526DC32F19B6}"/>
              </a:ext>
            </a:extLst>
          </p:cNvPr>
          <p:cNvSpPr/>
          <p:nvPr/>
        </p:nvSpPr>
        <p:spPr>
          <a:xfrm>
            <a:off x="11226261" y="2774877"/>
            <a:ext cx="436466" cy="436466"/>
          </a:xfrm>
          <a:prstGeom prst="ellipse">
            <a:avLst/>
          </a:prstGeom>
          <a:solidFill>
            <a:schemeClr val="bg1">
              <a:lumMod val="95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
        <p:nvSpPr>
          <p:cNvPr id="49" name="楕円 48">
            <a:extLst>
              <a:ext uri="{FF2B5EF4-FFF2-40B4-BE49-F238E27FC236}">
                <a16:creationId xmlns:a16="http://schemas.microsoft.com/office/drawing/2014/main" id="{D45AD083-2B1E-DB42-946F-66DEBC6105F8}"/>
              </a:ext>
            </a:extLst>
          </p:cNvPr>
          <p:cNvSpPr/>
          <p:nvPr/>
        </p:nvSpPr>
        <p:spPr>
          <a:xfrm>
            <a:off x="11244389" y="4456338"/>
            <a:ext cx="436466" cy="436466"/>
          </a:xfrm>
          <a:prstGeom prst="ellipse">
            <a:avLst/>
          </a:prstGeom>
          <a:solidFill>
            <a:schemeClr val="bg1">
              <a:lumMod val="95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Tree>
    <p:extLst>
      <p:ext uri="{BB962C8B-B14F-4D97-AF65-F5344CB8AC3E}">
        <p14:creationId xmlns:p14="http://schemas.microsoft.com/office/powerpoint/2010/main" val="4182752936"/>
      </p:ext>
    </p:extLst>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3B76CE-E0CB-96C2-968F-19AE05AF41CF}"/>
            </a:ext>
          </a:extLst>
        </p:cNvPr>
        <p:cNvGrpSpPr/>
        <p:nvPr/>
      </p:nvGrpSpPr>
      <p:grpSpPr>
        <a:xfrm>
          <a:off x="0" y="0"/>
          <a:ext cx="0" cy="0"/>
          <a:chOff x="0" y="0"/>
          <a:chExt cx="0" cy="0"/>
        </a:xfrm>
      </p:grpSpPr>
      <p:sp>
        <p:nvSpPr>
          <p:cNvPr id="20" name="四角形: 角を丸くする 19">
            <a:extLst>
              <a:ext uri="{FF2B5EF4-FFF2-40B4-BE49-F238E27FC236}">
                <a16:creationId xmlns:a16="http://schemas.microsoft.com/office/drawing/2014/main" id="{6A75F619-B3C1-4037-8C51-C7A8657D97EA}"/>
              </a:ext>
            </a:extLst>
          </p:cNvPr>
          <p:cNvSpPr>
            <a:spLocks/>
          </p:cNvSpPr>
          <p:nvPr/>
        </p:nvSpPr>
        <p:spPr>
          <a:xfrm>
            <a:off x="7244719" y="3954386"/>
            <a:ext cx="4175950" cy="1512308"/>
          </a:xfrm>
          <a:prstGeom prst="roundRect">
            <a:avLst>
              <a:gd name="adj" fmla="val 9570"/>
            </a:avLst>
          </a:prstGeom>
          <a:solidFill>
            <a:schemeClr val="accent6">
              <a:lumMod val="40000"/>
              <a:lumOff val="60000"/>
              <a:alpha val="87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台形 18">
            <a:extLst>
              <a:ext uri="{FF2B5EF4-FFF2-40B4-BE49-F238E27FC236}">
                <a16:creationId xmlns:a16="http://schemas.microsoft.com/office/drawing/2014/main" id="{D0D0EA20-86D8-AAA9-70D8-613FF470BE83}"/>
              </a:ext>
            </a:extLst>
          </p:cNvPr>
          <p:cNvSpPr/>
          <p:nvPr/>
        </p:nvSpPr>
        <p:spPr>
          <a:xfrm rot="15985624">
            <a:off x="9078591" y="2294891"/>
            <a:ext cx="536162" cy="2550290"/>
          </a:xfrm>
          <a:prstGeom prst="trapezoid">
            <a:avLst>
              <a:gd name="adj" fmla="val 38526"/>
            </a:avLst>
          </a:prstGeom>
          <a:solidFill>
            <a:schemeClr val="accent6">
              <a:lumMod val="40000"/>
              <a:lumOff val="60000"/>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4" name="グループ化 13">
            <a:extLst>
              <a:ext uri="{FF2B5EF4-FFF2-40B4-BE49-F238E27FC236}">
                <a16:creationId xmlns:a16="http://schemas.microsoft.com/office/drawing/2014/main" id="{03510F12-E7D3-809F-A80A-5C856EA7FCBE}"/>
              </a:ext>
            </a:extLst>
          </p:cNvPr>
          <p:cNvGrpSpPr/>
          <p:nvPr/>
        </p:nvGrpSpPr>
        <p:grpSpPr>
          <a:xfrm>
            <a:off x="1647517" y="604359"/>
            <a:ext cx="3715887" cy="612648"/>
            <a:chOff x="1632857" y="639555"/>
            <a:chExt cx="3715887" cy="612648"/>
          </a:xfrm>
        </p:grpSpPr>
        <p:sp>
          <p:nvSpPr>
            <p:cNvPr id="12" name="フローチャート: 論理積ゲート 11">
              <a:extLst>
                <a:ext uri="{FF2B5EF4-FFF2-40B4-BE49-F238E27FC236}">
                  <a16:creationId xmlns:a16="http://schemas.microsoft.com/office/drawing/2014/main" id="{E77BD1AF-6321-A06C-8E8D-8AB626B8AA4A}"/>
                </a:ext>
              </a:extLst>
            </p:cNvPr>
            <p:cNvSpPr/>
            <p:nvPr/>
          </p:nvSpPr>
          <p:spPr>
            <a:xfrm>
              <a:off x="4736096" y="639555"/>
              <a:ext cx="612648" cy="612648"/>
            </a:xfrm>
            <a:prstGeom prst="flowChartDelay">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フローチャート: 処理 12">
              <a:extLst>
                <a:ext uri="{FF2B5EF4-FFF2-40B4-BE49-F238E27FC236}">
                  <a16:creationId xmlns:a16="http://schemas.microsoft.com/office/drawing/2014/main" id="{0B03A7D4-DE14-4912-2013-3F75F27E38B5}"/>
                </a:ext>
              </a:extLst>
            </p:cNvPr>
            <p:cNvSpPr/>
            <p:nvPr/>
          </p:nvSpPr>
          <p:spPr>
            <a:xfrm>
              <a:off x="1632857" y="639555"/>
              <a:ext cx="3121901" cy="612648"/>
            </a:xfrm>
            <a:prstGeom prst="flowChartProcess">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7" name="図 6">
            <a:extLst>
              <a:ext uri="{FF2B5EF4-FFF2-40B4-BE49-F238E27FC236}">
                <a16:creationId xmlns:a16="http://schemas.microsoft.com/office/drawing/2014/main" id="{717DCE21-5B4C-8F69-5045-8482C0F7396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464248" y="1452185"/>
            <a:ext cx="3651478" cy="5154531"/>
          </a:xfrm>
          <a:prstGeom prst="rect">
            <a:avLst/>
          </a:prstGeom>
        </p:spPr>
      </p:pic>
      <p:sp>
        <p:nvSpPr>
          <p:cNvPr id="11" name="楕円 10">
            <a:extLst>
              <a:ext uri="{FF2B5EF4-FFF2-40B4-BE49-F238E27FC236}">
                <a16:creationId xmlns:a16="http://schemas.microsoft.com/office/drawing/2014/main" id="{8F29158C-9D47-8513-35A6-0E58C60DC8A5}"/>
              </a:ext>
            </a:extLst>
          </p:cNvPr>
          <p:cNvSpPr/>
          <p:nvPr/>
        </p:nvSpPr>
        <p:spPr>
          <a:xfrm>
            <a:off x="1184989" y="546790"/>
            <a:ext cx="727787" cy="727787"/>
          </a:xfrm>
          <a:prstGeom prst="ellipse">
            <a:avLst/>
          </a:prstGeom>
          <a:solidFill>
            <a:schemeClr val="accent6">
              <a:lumMod val="60000"/>
              <a:lumOff val="40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400" dirty="0">
                <a:solidFill>
                  <a:schemeClr val="tx1">
                    <a:lumMod val="85000"/>
                    <a:lumOff val="15000"/>
                  </a:schemeClr>
                </a:solidFill>
                <a:latin typeface="BIZ UDP明朝 Medium" panose="02020500000000000000" pitchFamily="18" charset="-128"/>
                <a:ea typeface="BIZ UDP明朝 Medium" panose="02020500000000000000" pitchFamily="18" charset="-128"/>
              </a:rPr>
              <a:t>倫</a:t>
            </a:r>
          </a:p>
        </p:txBody>
      </p:sp>
      <p:sp>
        <p:nvSpPr>
          <p:cNvPr id="15" name="テキスト ボックス 14">
            <a:extLst>
              <a:ext uri="{FF2B5EF4-FFF2-40B4-BE49-F238E27FC236}">
                <a16:creationId xmlns:a16="http://schemas.microsoft.com/office/drawing/2014/main" id="{79FFEE96-2F43-24C5-9743-17CA04DE824E}"/>
              </a:ext>
            </a:extLst>
          </p:cNvPr>
          <p:cNvSpPr txBox="1"/>
          <p:nvPr/>
        </p:nvSpPr>
        <p:spPr>
          <a:xfrm>
            <a:off x="1417038" y="722503"/>
            <a:ext cx="4009051" cy="400110"/>
          </a:xfrm>
          <a:prstGeom prst="rect">
            <a:avLst/>
          </a:prstGeom>
          <a:noFill/>
        </p:spPr>
        <p:txBody>
          <a:bodyPr wrap="square">
            <a:spAutoFit/>
          </a:bodyPr>
          <a:lstStyle/>
          <a:p>
            <a:pPr algn="ctr"/>
            <a:r>
              <a:rPr kumimoji="1" lang="ja-JP" altLang="en-US" sz="2000" b="1" dirty="0">
                <a:solidFill>
                  <a:schemeClr val="tx1">
                    <a:lumMod val="85000"/>
                    <a:lumOff val="15000"/>
                  </a:schemeClr>
                </a:solidFill>
                <a:latin typeface="BIZ UDP明朝 Medium" panose="02020500000000000000" pitchFamily="18" charset="-128"/>
                <a:ea typeface="BIZ UDP明朝 Medium" panose="02020500000000000000" pitchFamily="18" charset="-128"/>
              </a:rPr>
              <a:t>東雲 倫</a:t>
            </a:r>
          </a:p>
        </p:txBody>
      </p:sp>
      <p:sp>
        <p:nvSpPr>
          <p:cNvPr id="37" name="吹き出し: 角を丸めた四角形 36">
            <a:extLst>
              <a:ext uri="{FF2B5EF4-FFF2-40B4-BE49-F238E27FC236}">
                <a16:creationId xmlns:a16="http://schemas.microsoft.com/office/drawing/2014/main" id="{D6B6E9B8-CBAA-34A0-0FF9-EB506C4DF79E}"/>
              </a:ext>
            </a:extLst>
          </p:cNvPr>
          <p:cNvSpPr/>
          <p:nvPr/>
        </p:nvSpPr>
        <p:spPr>
          <a:xfrm rot="152770">
            <a:off x="7897032" y="1643485"/>
            <a:ext cx="2899283" cy="521163"/>
          </a:xfrm>
          <a:prstGeom prst="wedgeRoundRectCallout">
            <a:avLst>
              <a:gd name="adj1" fmla="val 59552"/>
              <a:gd name="adj2" fmla="val 28994"/>
              <a:gd name="adj3" fmla="val 16667"/>
            </a:avLst>
          </a:prstGeom>
          <a:solidFill>
            <a:schemeClr val="accent2"/>
          </a:solidFill>
          <a:ln w="190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tx1">
                    <a:lumMod val="85000"/>
                    <a:lumOff val="15000"/>
                  </a:schemeClr>
                </a:solidFill>
                <a:latin typeface="02流線形 Bold" pitchFamily="2" charset="-128"/>
                <a:ea typeface="02流線形 Bold" pitchFamily="2" charset="-128"/>
              </a:rPr>
              <a:t>いい天気ですね</a:t>
            </a:r>
          </a:p>
        </p:txBody>
      </p:sp>
      <p:sp>
        <p:nvSpPr>
          <p:cNvPr id="42" name="吹き出し: 角を丸めた四角形 41">
            <a:extLst>
              <a:ext uri="{FF2B5EF4-FFF2-40B4-BE49-F238E27FC236}">
                <a16:creationId xmlns:a16="http://schemas.microsoft.com/office/drawing/2014/main" id="{B3EBF59F-FA4A-133C-2C3C-05D5B5ACB78F}"/>
              </a:ext>
            </a:extLst>
          </p:cNvPr>
          <p:cNvSpPr/>
          <p:nvPr/>
        </p:nvSpPr>
        <p:spPr>
          <a:xfrm rot="21432783" flipH="1">
            <a:off x="7136879" y="760512"/>
            <a:ext cx="2527077" cy="454257"/>
          </a:xfrm>
          <a:prstGeom prst="wedgeRoundRectCallout">
            <a:avLst>
              <a:gd name="adj1" fmla="val 59552"/>
              <a:gd name="adj2" fmla="val 28994"/>
              <a:gd name="adj3" fmla="val 16667"/>
            </a:avLst>
          </a:prstGeom>
          <a:solidFill>
            <a:schemeClr val="accent6">
              <a:lumMod val="60000"/>
              <a:lumOff val="40000"/>
            </a:schemeClr>
          </a:solidFill>
          <a:ln w="12700">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7" name="楕円 46">
            <a:extLst>
              <a:ext uri="{FF2B5EF4-FFF2-40B4-BE49-F238E27FC236}">
                <a16:creationId xmlns:a16="http://schemas.microsoft.com/office/drawing/2014/main" id="{FF037801-13A1-2130-3004-3300FCEAE140}"/>
              </a:ext>
            </a:extLst>
          </p:cNvPr>
          <p:cNvSpPr/>
          <p:nvPr/>
        </p:nvSpPr>
        <p:spPr>
          <a:xfrm>
            <a:off x="6410741" y="926833"/>
            <a:ext cx="436466" cy="436466"/>
          </a:xfrm>
          <a:prstGeom prst="ellipse">
            <a:avLst/>
          </a:prstGeom>
          <a:solidFill>
            <a:schemeClr val="accent6">
              <a:lumMod val="60000"/>
              <a:lumOff val="40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600" dirty="0">
                <a:solidFill>
                  <a:schemeClr val="tx1">
                    <a:lumMod val="85000"/>
                    <a:lumOff val="15000"/>
                  </a:schemeClr>
                </a:solidFill>
                <a:latin typeface="BIZ UDP明朝 Medium" panose="02020500000000000000" pitchFamily="18" charset="-128"/>
                <a:ea typeface="BIZ UDP明朝 Medium" panose="02020500000000000000" pitchFamily="18" charset="-128"/>
              </a:rPr>
              <a:t>倫</a:t>
            </a:r>
          </a:p>
        </p:txBody>
      </p:sp>
      <p:sp>
        <p:nvSpPr>
          <p:cNvPr id="49" name="楕円 48">
            <a:extLst>
              <a:ext uri="{FF2B5EF4-FFF2-40B4-BE49-F238E27FC236}">
                <a16:creationId xmlns:a16="http://schemas.microsoft.com/office/drawing/2014/main" id="{AEEBF686-0686-9CCB-F0C7-515CDCB88289}"/>
              </a:ext>
            </a:extLst>
          </p:cNvPr>
          <p:cNvSpPr/>
          <p:nvPr/>
        </p:nvSpPr>
        <p:spPr>
          <a:xfrm>
            <a:off x="11244389" y="1918405"/>
            <a:ext cx="436466" cy="436466"/>
          </a:xfrm>
          <a:prstGeom prst="ellipse">
            <a:avLst/>
          </a:prstGeom>
          <a:solidFill>
            <a:schemeClr val="bg1">
              <a:lumMod val="95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
        <p:nvSpPr>
          <p:cNvPr id="3" name="四角形: 角を丸くする 2">
            <a:extLst>
              <a:ext uri="{FF2B5EF4-FFF2-40B4-BE49-F238E27FC236}">
                <a16:creationId xmlns:a16="http://schemas.microsoft.com/office/drawing/2014/main" id="{9B747349-8A32-BEE7-4011-2A9854A150FD}"/>
              </a:ext>
            </a:extLst>
          </p:cNvPr>
          <p:cNvSpPr/>
          <p:nvPr/>
        </p:nvSpPr>
        <p:spPr>
          <a:xfrm>
            <a:off x="8862861" y="5716570"/>
            <a:ext cx="2729924" cy="631055"/>
          </a:xfrm>
          <a:prstGeom prst="roundRect">
            <a:avLst>
              <a:gd name="adj" fmla="val 9570"/>
            </a:avLst>
          </a:prstGeom>
          <a:solidFill>
            <a:schemeClr val="accent6"/>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rPr>
              <a:t>進む</a:t>
            </a:r>
          </a:p>
        </p:txBody>
      </p:sp>
      <p:sp>
        <p:nvSpPr>
          <p:cNvPr id="5" name="吹き出し: 角を丸めた四角形 4">
            <a:extLst>
              <a:ext uri="{FF2B5EF4-FFF2-40B4-BE49-F238E27FC236}">
                <a16:creationId xmlns:a16="http://schemas.microsoft.com/office/drawing/2014/main" id="{5D9178A8-5A6D-F92A-BAF7-00AFC6A69203}"/>
              </a:ext>
            </a:extLst>
          </p:cNvPr>
          <p:cNvSpPr/>
          <p:nvPr/>
        </p:nvSpPr>
        <p:spPr>
          <a:xfrm rot="21432783" flipH="1">
            <a:off x="7136879" y="2581432"/>
            <a:ext cx="2527077" cy="454257"/>
          </a:xfrm>
          <a:prstGeom prst="wedgeRoundRectCallout">
            <a:avLst>
              <a:gd name="adj1" fmla="val 59552"/>
              <a:gd name="adj2" fmla="val 28994"/>
              <a:gd name="adj3" fmla="val 16667"/>
            </a:avLst>
          </a:prstGeom>
          <a:solidFill>
            <a:schemeClr val="accent6">
              <a:lumMod val="60000"/>
              <a:lumOff val="40000"/>
            </a:schemeClr>
          </a:solidFill>
          <a:ln w="12700">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600" dirty="0">
                <a:solidFill>
                  <a:schemeClr val="tx1">
                    <a:lumMod val="85000"/>
                    <a:lumOff val="15000"/>
                  </a:schemeClr>
                </a:solidFill>
                <a:latin typeface="02流線形 Bold" pitchFamily="2" charset="-128"/>
                <a:ea typeface="02流線形 Bold" pitchFamily="2" charset="-128"/>
              </a:rPr>
              <a:t>そうですね</a:t>
            </a:r>
          </a:p>
        </p:txBody>
      </p:sp>
      <p:sp>
        <p:nvSpPr>
          <p:cNvPr id="6" name="楕円 5">
            <a:extLst>
              <a:ext uri="{FF2B5EF4-FFF2-40B4-BE49-F238E27FC236}">
                <a16:creationId xmlns:a16="http://schemas.microsoft.com/office/drawing/2014/main" id="{F21952E4-6465-5D37-49CB-81BDBEFB3CEE}"/>
              </a:ext>
            </a:extLst>
          </p:cNvPr>
          <p:cNvSpPr/>
          <p:nvPr/>
        </p:nvSpPr>
        <p:spPr>
          <a:xfrm>
            <a:off x="6410741" y="2747753"/>
            <a:ext cx="436466" cy="436466"/>
          </a:xfrm>
          <a:prstGeom prst="ellipse">
            <a:avLst/>
          </a:prstGeom>
          <a:solidFill>
            <a:schemeClr val="accent6">
              <a:lumMod val="60000"/>
              <a:lumOff val="40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600" dirty="0">
                <a:solidFill>
                  <a:schemeClr val="tx1">
                    <a:lumMod val="85000"/>
                    <a:lumOff val="15000"/>
                  </a:schemeClr>
                </a:solidFill>
                <a:latin typeface="BIZ UDP明朝 Medium" panose="02020500000000000000" pitchFamily="18" charset="-128"/>
                <a:ea typeface="BIZ UDP明朝 Medium" panose="02020500000000000000" pitchFamily="18" charset="-128"/>
              </a:rPr>
              <a:t>倫</a:t>
            </a:r>
          </a:p>
        </p:txBody>
      </p:sp>
      <p:sp>
        <p:nvSpPr>
          <p:cNvPr id="16" name="テキスト ボックス 15">
            <a:extLst>
              <a:ext uri="{FF2B5EF4-FFF2-40B4-BE49-F238E27FC236}">
                <a16:creationId xmlns:a16="http://schemas.microsoft.com/office/drawing/2014/main" id="{405AAA54-EA4F-4324-24CD-CBCC6B7CCDD7}"/>
              </a:ext>
            </a:extLst>
          </p:cNvPr>
          <p:cNvSpPr txBox="1"/>
          <p:nvPr/>
        </p:nvSpPr>
        <p:spPr>
          <a:xfrm>
            <a:off x="8177122" y="3250891"/>
            <a:ext cx="2339102" cy="523220"/>
          </a:xfrm>
          <a:prstGeom prst="rect">
            <a:avLst/>
          </a:prstGeom>
          <a:noFill/>
        </p:spPr>
        <p:txBody>
          <a:bodyPr wrap="none" rtlCol="0">
            <a:spAutoFit/>
          </a:bodyPr>
          <a:lstStyle/>
          <a:p>
            <a:pPr algn="ctr"/>
            <a:r>
              <a:rPr kumimoji="1" lang="ja-JP" altLang="en-US" sz="2800" b="1" dirty="0">
                <a:solidFill>
                  <a:schemeClr val="bg1">
                    <a:lumMod val="95000"/>
                  </a:schemeClr>
                </a:solidFill>
                <a:latin typeface="02流線形 Bold" pitchFamily="2" charset="-128"/>
                <a:ea typeface="02流線形 Bold" pitchFamily="2" charset="-128"/>
              </a:rPr>
              <a:t>イベント失敗</a:t>
            </a:r>
          </a:p>
        </p:txBody>
      </p:sp>
      <p:pic>
        <p:nvPicPr>
          <p:cNvPr id="17" name="図 16">
            <a:extLst>
              <a:ext uri="{FF2B5EF4-FFF2-40B4-BE49-F238E27FC236}">
                <a16:creationId xmlns:a16="http://schemas.microsoft.com/office/drawing/2014/main" id="{3E7BBED5-1D06-6885-F60C-F92556ABF5A9}"/>
              </a:ext>
            </a:extLst>
          </p:cNvPr>
          <p:cNvPicPr>
            <a:picLocks noChangeAspect="1"/>
          </p:cNvPicPr>
          <p:nvPr/>
        </p:nvPicPr>
        <p:blipFill>
          <a:blip r:embed="rId2">
            <a:extLst>
              <a:ext uri="{28A0092B-C50C-407E-A947-70E740481C1C}">
                <a14:useLocalDpi xmlns:a14="http://schemas.microsoft.com/office/drawing/2010/main" val="0"/>
              </a:ext>
            </a:extLst>
          </a:blip>
          <a:srcRect b="55518"/>
          <a:stretch>
            <a:fillRect/>
          </a:stretch>
        </p:blipFill>
        <p:spPr>
          <a:xfrm>
            <a:off x="7076276" y="4065623"/>
            <a:ext cx="2231275" cy="1401071"/>
          </a:xfrm>
          <a:prstGeom prst="rect">
            <a:avLst/>
          </a:prstGeom>
        </p:spPr>
      </p:pic>
      <p:sp>
        <p:nvSpPr>
          <p:cNvPr id="22" name="テキスト ボックス 21">
            <a:extLst>
              <a:ext uri="{FF2B5EF4-FFF2-40B4-BE49-F238E27FC236}">
                <a16:creationId xmlns:a16="http://schemas.microsoft.com/office/drawing/2014/main" id="{6C5249C2-D4E9-54BB-4B6E-A6555BD8B482}"/>
              </a:ext>
            </a:extLst>
          </p:cNvPr>
          <p:cNvSpPr txBox="1"/>
          <p:nvPr/>
        </p:nvSpPr>
        <p:spPr>
          <a:xfrm>
            <a:off x="8835554" y="4577852"/>
            <a:ext cx="2492991" cy="369332"/>
          </a:xfrm>
          <a:prstGeom prst="rect">
            <a:avLst/>
          </a:prstGeom>
          <a:noFill/>
        </p:spPr>
        <p:txBody>
          <a:bodyPr wrap="none" rtlCol="0">
            <a:spAutoFit/>
          </a:bodyPr>
          <a:lstStyle/>
          <a:p>
            <a:pPr algn="ctr"/>
            <a:r>
              <a:rPr lang="ja-JP" altLang="en-US" b="1" dirty="0">
                <a:solidFill>
                  <a:schemeClr val="tx1">
                    <a:lumMod val="85000"/>
                    <a:lumOff val="15000"/>
                  </a:schemeClr>
                </a:solidFill>
                <a:latin typeface="02流線形 Bold" pitchFamily="2" charset="-128"/>
                <a:ea typeface="02流線形 Bold" pitchFamily="2" charset="-128"/>
              </a:rPr>
              <a:t>何も起こらなかった</a:t>
            </a:r>
            <a:r>
              <a:rPr lang="en-US" altLang="ja-JP" b="1" dirty="0">
                <a:solidFill>
                  <a:schemeClr val="tx1">
                    <a:lumMod val="85000"/>
                    <a:lumOff val="15000"/>
                  </a:schemeClr>
                </a:solidFill>
                <a:latin typeface="02流線形 Bold" pitchFamily="2" charset="-128"/>
                <a:ea typeface="02流線形 Bold" pitchFamily="2" charset="-128"/>
              </a:rPr>
              <a:t>…</a:t>
            </a:r>
            <a:endParaRPr kumimoji="1" lang="ja-JP" altLang="en-US" b="1" dirty="0">
              <a:solidFill>
                <a:schemeClr val="tx1">
                  <a:lumMod val="85000"/>
                  <a:lumOff val="15000"/>
                </a:schemeClr>
              </a:solidFill>
              <a:latin typeface="02流線形 Bold" pitchFamily="2" charset="-128"/>
              <a:ea typeface="02流線形 Bold" pitchFamily="2" charset="-128"/>
            </a:endParaRPr>
          </a:p>
        </p:txBody>
      </p:sp>
    </p:spTree>
    <p:extLst>
      <p:ext uri="{BB962C8B-B14F-4D97-AF65-F5344CB8AC3E}">
        <p14:creationId xmlns:p14="http://schemas.microsoft.com/office/powerpoint/2010/main" val="417948096"/>
      </p:ext>
    </p:extLst>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29E44E-6AF5-6120-5540-B224B04DD805}"/>
            </a:ext>
          </a:extLst>
        </p:cNvPr>
        <p:cNvGrpSpPr/>
        <p:nvPr/>
      </p:nvGrpSpPr>
      <p:grpSpPr>
        <a:xfrm>
          <a:off x="0" y="0"/>
          <a:ext cx="0" cy="0"/>
          <a:chOff x="0" y="0"/>
          <a:chExt cx="0" cy="0"/>
        </a:xfrm>
      </p:grpSpPr>
      <p:sp>
        <p:nvSpPr>
          <p:cNvPr id="19" name="台形 18">
            <a:extLst>
              <a:ext uri="{FF2B5EF4-FFF2-40B4-BE49-F238E27FC236}">
                <a16:creationId xmlns:a16="http://schemas.microsoft.com/office/drawing/2014/main" id="{451F4016-E540-A599-3297-1FF436F24DD8}"/>
              </a:ext>
            </a:extLst>
          </p:cNvPr>
          <p:cNvSpPr/>
          <p:nvPr/>
        </p:nvSpPr>
        <p:spPr>
          <a:xfrm rot="15655971">
            <a:off x="8504318" y="2930013"/>
            <a:ext cx="637073" cy="3030281"/>
          </a:xfrm>
          <a:prstGeom prst="trapezoid">
            <a:avLst>
              <a:gd name="adj" fmla="val 38526"/>
            </a:avLst>
          </a:prstGeom>
          <a:solidFill>
            <a:schemeClr val="accent6">
              <a:lumMod val="40000"/>
              <a:lumOff val="60000"/>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 name="テキスト ボックス 1">
            <a:extLst>
              <a:ext uri="{FF2B5EF4-FFF2-40B4-BE49-F238E27FC236}">
                <a16:creationId xmlns:a16="http://schemas.microsoft.com/office/drawing/2014/main" id="{139A9486-AAEA-8FD7-5485-D9486C18036B}"/>
              </a:ext>
            </a:extLst>
          </p:cNvPr>
          <p:cNvSpPr txBox="1"/>
          <p:nvPr/>
        </p:nvSpPr>
        <p:spPr>
          <a:xfrm>
            <a:off x="757942" y="294880"/>
            <a:ext cx="2441694" cy="1446550"/>
          </a:xfrm>
          <a:prstGeom prst="rect">
            <a:avLst/>
          </a:prstGeom>
          <a:noFill/>
        </p:spPr>
        <p:txBody>
          <a:bodyPr wrap="none" rtlCol="0">
            <a:spAutoFit/>
          </a:bodyPr>
          <a:lstStyle/>
          <a:p>
            <a:pPr algn="ctr"/>
            <a:r>
              <a:rPr lang="ja-JP" altLang="en-US" sz="8800" b="1" dirty="0">
                <a:solidFill>
                  <a:schemeClr val="bg1">
                    <a:lumMod val="95000"/>
                  </a:schemeClr>
                </a:solidFill>
                <a:latin typeface="02流線形 Bold" pitchFamily="2" charset="-128"/>
                <a:ea typeface="02流線形 Bold" pitchFamily="2" charset="-128"/>
              </a:rPr>
              <a:t>勝利</a:t>
            </a:r>
            <a:endParaRPr kumimoji="1" lang="ja-JP" altLang="en-US" sz="8800" b="1" dirty="0">
              <a:solidFill>
                <a:schemeClr val="bg1">
                  <a:lumMod val="95000"/>
                </a:schemeClr>
              </a:solidFill>
              <a:latin typeface="02流線形 Bold" pitchFamily="2" charset="-128"/>
              <a:ea typeface="02流線形 Bold" pitchFamily="2" charset="-128"/>
            </a:endParaRPr>
          </a:p>
        </p:txBody>
      </p:sp>
      <p:sp>
        <p:nvSpPr>
          <p:cNvPr id="7" name="四角形: 角を丸くする 6">
            <a:extLst>
              <a:ext uri="{FF2B5EF4-FFF2-40B4-BE49-F238E27FC236}">
                <a16:creationId xmlns:a16="http://schemas.microsoft.com/office/drawing/2014/main" id="{E846672C-7658-0BE3-51CD-C6D59A1BB621}"/>
              </a:ext>
            </a:extLst>
          </p:cNvPr>
          <p:cNvSpPr/>
          <p:nvPr/>
        </p:nvSpPr>
        <p:spPr>
          <a:xfrm>
            <a:off x="8862861" y="5716570"/>
            <a:ext cx="2729924" cy="631055"/>
          </a:xfrm>
          <a:prstGeom prst="roundRect">
            <a:avLst>
              <a:gd name="adj" fmla="val 9570"/>
            </a:avLst>
          </a:prstGeom>
          <a:solidFill>
            <a:schemeClr val="accent6"/>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rPr>
              <a:t>進む</a:t>
            </a:r>
          </a:p>
        </p:txBody>
      </p:sp>
      <p:sp>
        <p:nvSpPr>
          <p:cNvPr id="8" name="テキスト ボックス 7">
            <a:extLst>
              <a:ext uri="{FF2B5EF4-FFF2-40B4-BE49-F238E27FC236}">
                <a16:creationId xmlns:a16="http://schemas.microsoft.com/office/drawing/2014/main" id="{3E521E48-CF90-704F-1759-07F0B86F7888}"/>
              </a:ext>
            </a:extLst>
          </p:cNvPr>
          <p:cNvSpPr txBox="1"/>
          <p:nvPr/>
        </p:nvSpPr>
        <p:spPr>
          <a:xfrm>
            <a:off x="6087141" y="294880"/>
            <a:ext cx="2441694" cy="1446550"/>
          </a:xfrm>
          <a:prstGeom prst="rect">
            <a:avLst/>
          </a:prstGeom>
          <a:noFill/>
        </p:spPr>
        <p:txBody>
          <a:bodyPr wrap="none" rtlCol="0">
            <a:spAutoFit/>
          </a:bodyPr>
          <a:lstStyle/>
          <a:p>
            <a:pPr algn="ctr"/>
            <a:r>
              <a:rPr lang="ja-JP" altLang="en-US" sz="8800" b="1" dirty="0">
                <a:solidFill>
                  <a:schemeClr val="bg1">
                    <a:lumMod val="95000"/>
                  </a:schemeClr>
                </a:solidFill>
                <a:latin typeface="02流線形 Bold" pitchFamily="2" charset="-128"/>
                <a:ea typeface="02流線形 Bold" pitchFamily="2" charset="-128"/>
              </a:rPr>
              <a:t>報酬</a:t>
            </a:r>
            <a:endParaRPr kumimoji="1" lang="ja-JP" altLang="en-US" sz="8800" b="1" dirty="0">
              <a:solidFill>
                <a:schemeClr val="bg1">
                  <a:lumMod val="95000"/>
                </a:schemeClr>
              </a:solidFill>
              <a:latin typeface="02流線形 Bold" pitchFamily="2" charset="-128"/>
              <a:ea typeface="02流線形 Bold" pitchFamily="2" charset="-128"/>
            </a:endParaRPr>
          </a:p>
        </p:txBody>
      </p:sp>
      <p:sp>
        <p:nvSpPr>
          <p:cNvPr id="13" name="テキスト ボックス 12">
            <a:extLst>
              <a:ext uri="{FF2B5EF4-FFF2-40B4-BE49-F238E27FC236}">
                <a16:creationId xmlns:a16="http://schemas.microsoft.com/office/drawing/2014/main" id="{150ECDE6-51A8-3144-2399-69F417325BBD}"/>
              </a:ext>
            </a:extLst>
          </p:cNvPr>
          <p:cNvSpPr txBox="1"/>
          <p:nvPr/>
        </p:nvSpPr>
        <p:spPr>
          <a:xfrm>
            <a:off x="7435295" y="2377132"/>
            <a:ext cx="3095719" cy="830997"/>
          </a:xfrm>
          <a:prstGeom prst="rect">
            <a:avLst/>
          </a:prstGeom>
          <a:noFill/>
        </p:spPr>
        <p:txBody>
          <a:bodyPr wrap="none" rtlCol="0">
            <a:spAutoFit/>
          </a:bodyPr>
          <a:lstStyle/>
          <a:p>
            <a:pPr algn="ctr"/>
            <a:r>
              <a:rPr lang="ja-JP" altLang="en-US" sz="3200" b="1" dirty="0">
                <a:solidFill>
                  <a:schemeClr val="bg1">
                    <a:lumMod val="95000"/>
                  </a:schemeClr>
                </a:solidFill>
                <a:latin typeface="02流線形 Bold" pitchFamily="2" charset="-128"/>
                <a:ea typeface="02流線形 Bold" pitchFamily="2" charset="-128"/>
              </a:rPr>
              <a:t>ボーナス</a:t>
            </a:r>
            <a:r>
              <a:rPr lang="en-US" altLang="ja-JP" sz="3200" b="1" dirty="0">
                <a:solidFill>
                  <a:schemeClr val="bg1">
                    <a:lumMod val="95000"/>
                  </a:schemeClr>
                </a:solidFill>
                <a:latin typeface="02流線形 Bold" pitchFamily="2" charset="-128"/>
                <a:ea typeface="02流線形 Bold" pitchFamily="2" charset="-128"/>
              </a:rPr>
              <a:t>×</a:t>
            </a:r>
            <a:r>
              <a:rPr lang="en-US" altLang="ja-JP" sz="4800" b="1" dirty="0">
                <a:solidFill>
                  <a:srgbClr val="CC00FF"/>
                </a:solidFill>
                <a:latin typeface="02流線形 Bold" pitchFamily="2" charset="-128"/>
                <a:ea typeface="02流線形 Bold" pitchFamily="2" charset="-128"/>
              </a:rPr>
              <a:t>1.5</a:t>
            </a:r>
            <a:endParaRPr kumimoji="1" lang="ja-JP" altLang="en-US" sz="4000" b="1" dirty="0">
              <a:solidFill>
                <a:srgbClr val="CC00FF"/>
              </a:solidFill>
              <a:latin typeface="02流線形 Bold" pitchFamily="2" charset="-128"/>
              <a:ea typeface="02流線形 Bold" pitchFamily="2" charset="-128"/>
            </a:endParaRPr>
          </a:p>
        </p:txBody>
      </p:sp>
      <p:sp>
        <p:nvSpPr>
          <p:cNvPr id="14" name="テキスト ボックス 13">
            <a:extLst>
              <a:ext uri="{FF2B5EF4-FFF2-40B4-BE49-F238E27FC236}">
                <a16:creationId xmlns:a16="http://schemas.microsoft.com/office/drawing/2014/main" id="{71CE22BA-0229-8297-0F82-5C475C862BEF}"/>
              </a:ext>
            </a:extLst>
          </p:cNvPr>
          <p:cNvSpPr txBox="1"/>
          <p:nvPr/>
        </p:nvSpPr>
        <p:spPr>
          <a:xfrm rot="20897315">
            <a:off x="9813730" y="4710916"/>
            <a:ext cx="1463862" cy="584775"/>
          </a:xfrm>
          <a:prstGeom prst="rect">
            <a:avLst/>
          </a:prstGeom>
          <a:noFill/>
        </p:spPr>
        <p:txBody>
          <a:bodyPr wrap="none" rtlCol="0">
            <a:spAutoFit/>
          </a:bodyPr>
          <a:lstStyle/>
          <a:p>
            <a:pPr algn="ctr"/>
            <a:r>
              <a:rPr lang="en-US" altLang="ja-JP" sz="3200" b="1" dirty="0">
                <a:solidFill>
                  <a:schemeClr val="bg1">
                    <a:lumMod val="95000"/>
                  </a:schemeClr>
                </a:solidFill>
                <a:latin typeface="02流線形 Bold" pitchFamily="2" charset="-128"/>
                <a:ea typeface="02流線形 Bold" pitchFamily="2" charset="-128"/>
              </a:rPr>
              <a:t>GET</a:t>
            </a:r>
            <a:r>
              <a:rPr lang="ja-JP" altLang="en-US" sz="3200" b="1" dirty="0">
                <a:solidFill>
                  <a:schemeClr val="bg1">
                    <a:lumMod val="95000"/>
                  </a:schemeClr>
                </a:solidFill>
                <a:latin typeface="02流線形 Bold" pitchFamily="2" charset="-128"/>
                <a:ea typeface="02流線形 Bold" pitchFamily="2" charset="-128"/>
              </a:rPr>
              <a:t>！</a:t>
            </a:r>
            <a:endParaRPr kumimoji="1" lang="ja-JP" altLang="en-US" sz="3200" b="1" dirty="0">
              <a:solidFill>
                <a:srgbClr val="CC00FF"/>
              </a:solidFill>
              <a:latin typeface="02流線形 Bold" pitchFamily="2" charset="-128"/>
              <a:ea typeface="02流線形 Bold" pitchFamily="2" charset="-128"/>
            </a:endParaRPr>
          </a:p>
        </p:txBody>
      </p:sp>
      <p:pic>
        <p:nvPicPr>
          <p:cNvPr id="15" name="図 14">
            <a:extLst>
              <a:ext uri="{FF2B5EF4-FFF2-40B4-BE49-F238E27FC236}">
                <a16:creationId xmlns:a16="http://schemas.microsoft.com/office/drawing/2014/main" id="{585F68FE-F6AF-697E-6444-E854EAB1111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095429" y="3560189"/>
            <a:ext cx="1433406" cy="1396462"/>
          </a:xfrm>
          <a:prstGeom prst="rect">
            <a:avLst/>
          </a:prstGeom>
        </p:spPr>
      </p:pic>
      <p:sp>
        <p:nvSpPr>
          <p:cNvPr id="16" name="テキスト ボックス 15">
            <a:extLst>
              <a:ext uri="{FF2B5EF4-FFF2-40B4-BE49-F238E27FC236}">
                <a16:creationId xmlns:a16="http://schemas.microsoft.com/office/drawing/2014/main" id="{FA4F9E1B-C03C-F265-147B-571309C5E5F0}"/>
              </a:ext>
            </a:extLst>
          </p:cNvPr>
          <p:cNvSpPr txBox="1"/>
          <p:nvPr/>
        </p:nvSpPr>
        <p:spPr>
          <a:xfrm>
            <a:off x="8257566" y="3949657"/>
            <a:ext cx="1826142" cy="923330"/>
          </a:xfrm>
          <a:prstGeom prst="rect">
            <a:avLst/>
          </a:prstGeom>
          <a:noFill/>
        </p:spPr>
        <p:txBody>
          <a:bodyPr wrap="none" rtlCol="0">
            <a:spAutoFit/>
          </a:bodyPr>
          <a:lstStyle/>
          <a:p>
            <a:pPr algn="ctr"/>
            <a:r>
              <a:rPr lang="en-US" altLang="ja-JP" sz="3200" b="1" dirty="0">
                <a:solidFill>
                  <a:schemeClr val="bg1">
                    <a:lumMod val="95000"/>
                  </a:schemeClr>
                </a:solidFill>
                <a:latin typeface="02流線形 Bold" pitchFamily="2" charset="-128"/>
                <a:ea typeface="02流線形 Bold" pitchFamily="2" charset="-128"/>
              </a:rPr>
              <a:t>×</a:t>
            </a:r>
            <a:r>
              <a:rPr lang="en-US" altLang="ja-JP" sz="5400" b="1" dirty="0">
                <a:solidFill>
                  <a:schemeClr val="bg1">
                    <a:lumMod val="95000"/>
                  </a:schemeClr>
                </a:solidFill>
                <a:latin typeface="02流線形 Bold" pitchFamily="2" charset="-128"/>
                <a:ea typeface="02流線形 Bold" pitchFamily="2" charset="-128"/>
              </a:rPr>
              <a:t>000</a:t>
            </a:r>
            <a:endParaRPr kumimoji="1" lang="ja-JP" altLang="en-US" sz="4000" b="1" dirty="0">
              <a:solidFill>
                <a:srgbClr val="CC00FF"/>
              </a:solidFill>
              <a:latin typeface="02流線形 Bold" pitchFamily="2" charset="-128"/>
              <a:ea typeface="02流線形 Bold" pitchFamily="2" charset="-128"/>
            </a:endParaRPr>
          </a:p>
        </p:txBody>
      </p:sp>
      <p:grpSp>
        <p:nvGrpSpPr>
          <p:cNvPr id="30" name="グループ化 29">
            <a:extLst>
              <a:ext uri="{FF2B5EF4-FFF2-40B4-BE49-F238E27FC236}">
                <a16:creationId xmlns:a16="http://schemas.microsoft.com/office/drawing/2014/main" id="{5F909BFF-3EBE-4FC8-9C3B-A95704374029}"/>
              </a:ext>
            </a:extLst>
          </p:cNvPr>
          <p:cNvGrpSpPr/>
          <p:nvPr/>
        </p:nvGrpSpPr>
        <p:grpSpPr>
          <a:xfrm>
            <a:off x="884329" y="2228755"/>
            <a:ext cx="5080838" cy="3303240"/>
            <a:chOff x="884329" y="2228755"/>
            <a:chExt cx="5080838" cy="3303240"/>
          </a:xfrm>
        </p:grpSpPr>
        <p:grpSp>
          <p:nvGrpSpPr>
            <p:cNvPr id="25" name="グループ化 24">
              <a:extLst>
                <a:ext uri="{FF2B5EF4-FFF2-40B4-BE49-F238E27FC236}">
                  <a16:creationId xmlns:a16="http://schemas.microsoft.com/office/drawing/2014/main" id="{605460A2-A0F1-8C65-7C4D-D535F587A7D4}"/>
                </a:ext>
              </a:extLst>
            </p:cNvPr>
            <p:cNvGrpSpPr/>
            <p:nvPr/>
          </p:nvGrpSpPr>
          <p:grpSpPr>
            <a:xfrm>
              <a:off x="884329" y="2228755"/>
              <a:ext cx="1537402" cy="3303240"/>
              <a:chOff x="884329" y="2228755"/>
              <a:chExt cx="1537402" cy="3303240"/>
            </a:xfrm>
          </p:grpSpPr>
          <p:sp>
            <p:nvSpPr>
              <p:cNvPr id="4" name="テキスト ボックス 3">
                <a:extLst>
                  <a:ext uri="{FF2B5EF4-FFF2-40B4-BE49-F238E27FC236}">
                    <a16:creationId xmlns:a16="http://schemas.microsoft.com/office/drawing/2014/main" id="{3670D7B3-0C84-BDBA-B2A5-C52846F4D072}"/>
                  </a:ext>
                </a:extLst>
              </p:cNvPr>
              <p:cNvSpPr txBox="1"/>
              <p:nvPr/>
            </p:nvSpPr>
            <p:spPr>
              <a:xfrm>
                <a:off x="1108551" y="2228755"/>
                <a:ext cx="1313180" cy="1446550"/>
              </a:xfrm>
              <a:prstGeom prst="rect">
                <a:avLst/>
              </a:prstGeom>
              <a:noFill/>
            </p:spPr>
            <p:txBody>
              <a:bodyPr wrap="none" rtlCol="0">
                <a:spAutoFit/>
              </a:bodyPr>
              <a:lstStyle/>
              <a:p>
                <a:pPr algn="ctr"/>
                <a:r>
                  <a:rPr lang="ja-JP" altLang="en-US" sz="8800" b="1" dirty="0">
                    <a:solidFill>
                      <a:schemeClr val="bg1">
                        <a:lumMod val="95000"/>
                      </a:schemeClr>
                    </a:solidFill>
                    <a:latin typeface="02流線形 Bold" pitchFamily="2" charset="-128"/>
                    <a:ea typeface="02流線形 Bold" pitchFamily="2" charset="-128"/>
                  </a:rPr>
                  <a:t>★</a:t>
                </a:r>
                <a:endParaRPr kumimoji="1" lang="ja-JP" altLang="en-US" sz="8800" b="1" dirty="0">
                  <a:solidFill>
                    <a:schemeClr val="bg1">
                      <a:lumMod val="95000"/>
                    </a:schemeClr>
                  </a:solidFill>
                  <a:latin typeface="02流線形 Bold" pitchFamily="2" charset="-128"/>
                  <a:ea typeface="02流線形 Bold" pitchFamily="2" charset="-128"/>
                </a:endParaRPr>
              </a:p>
            </p:txBody>
          </p:sp>
          <p:sp>
            <p:nvSpPr>
              <p:cNvPr id="6" name="テキスト ボックス 5">
                <a:extLst>
                  <a:ext uri="{FF2B5EF4-FFF2-40B4-BE49-F238E27FC236}">
                    <a16:creationId xmlns:a16="http://schemas.microsoft.com/office/drawing/2014/main" id="{987DB89B-C05B-7503-3849-A87E86E7CFF5}"/>
                  </a:ext>
                </a:extLst>
              </p:cNvPr>
              <p:cNvSpPr txBox="1"/>
              <p:nvPr/>
            </p:nvSpPr>
            <p:spPr>
              <a:xfrm>
                <a:off x="1000278" y="3157100"/>
                <a:ext cx="1313180" cy="1446550"/>
              </a:xfrm>
              <a:prstGeom prst="rect">
                <a:avLst/>
              </a:prstGeom>
              <a:noFill/>
            </p:spPr>
            <p:txBody>
              <a:bodyPr wrap="none" rtlCol="0">
                <a:spAutoFit/>
              </a:bodyPr>
              <a:lstStyle/>
              <a:p>
                <a:pPr algn="ctr"/>
                <a:r>
                  <a:rPr kumimoji="1" lang="ja-JP" altLang="en-US" sz="8800" b="1" dirty="0">
                    <a:solidFill>
                      <a:schemeClr val="bg1">
                        <a:lumMod val="95000"/>
                      </a:schemeClr>
                    </a:solidFill>
                    <a:latin typeface="02流線形 Bold" pitchFamily="2" charset="-128"/>
                    <a:ea typeface="02流線形 Bold" pitchFamily="2" charset="-128"/>
                  </a:rPr>
                  <a:t>☆</a:t>
                </a:r>
              </a:p>
            </p:txBody>
          </p:sp>
          <p:sp>
            <p:nvSpPr>
              <p:cNvPr id="9" name="テキスト ボックス 8">
                <a:extLst>
                  <a:ext uri="{FF2B5EF4-FFF2-40B4-BE49-F238E27FC236}">
                    <a16:creationId xmlns:a16="http://schemas.microsoft.com/office/drawing/2014/main" id="{96064C3A-252A-6F52-B803-754674107DB8}"/>
                  </a:ext>
                </a:extLst>
              </p:cNvPr>
              <p:cNvSpPr txBox="1"/>
              <p:nvPr/>
            </p:nvSpPr>
            <p:spPr>
              <a:xfrm>
                <a:off x="884329" y="4085445"/>
                <a:ext cx="1313180" cy="1446550"/>
              </a:xfrm>
              <a:prstGeom prst="rect">
                <a:avLst/>
              </a:prstGeom>
              <a:noFill/>
            </p:spPr>
            <p:txBody>
              <a:bodyPr wrap="none" rtlCol="0">
                <a:spAutoFit/>
              </a:bodyPr>
              <a:lstStyle/>
              <a:p>
                <a:pPr algn="ctr"/>
                <a:r>
                  <a:rPr kumimoji="1" lang="ja-JP" altLang="en-US" sz="8800" b="1" dirty="0">
                    <a:solidFill>
                      <a:schemeClr val="bg1">
                        <a:lumMod val="95000"/>
                      </a:schemeClr>
                    </a:solidFill>
                    <a:latin typeface="02流線形 Bold" pitchFamily="2" charset="-128"/>
                    <a:ea typeface="02流線形 Bold" pitchFamily="2" charset="-128"/>
                  </a:rPr>
                  <a:t>☆</a:t>
                </a:r>
              </a:p>
            </p:txBody>
          </p:sp>
        </p:grpSp>
        <p:sp>
          <p:nvSpPr>
            <p:cNvPr id="10" name="テキスト ボックス 9">
              <a:extLst>
                <a:ext uri="{FF2B5EF4-FFF2-40B4-BE49-F238E27FC236}">
                  <a16:creationId xmlns:a16="http://schemas.microsoft.com/office/drawing/2014/main" id="{A1528D08-B186-CC15-809D-509628305F67}"/>
                </a:ext>
              </a:extLst>
            </p:cNvPr>
            <p:cNvSpPr txBox="1"/>
            <p:nvPr/>
          </p:nvSpPr>
          <p:spPr>
            <a:xfrm>
              <a:off x="2337251" y="2603910"/>
              <a:ext cx="3627916" cy="830997"/>
            </a:xfrm>
            <a:prstGeom prst="rect">
              <a:avLst/>
            </a:prstGeom>
            <a:noFill/>
          </p:spPr>
          <p:txBody>
            <a:bodyPr wrap="none" rtlCol="0">
              <a:spAutoFit/>
            </a:bodyPr>
            <a:lstStyle/>
            <a:p>
              <a:r>
                <a:rPr lang="ja-JP" altLang="en-US" sz="4000" b="1" dirty="0">
                  <a:solidFill>
                    <a:schemeClr val="bg1">
                      <a:lumMod val="95000"/>
                    </a:schemeClr>
                  </a:solidFill>
                  <a:latin typeface="02流線形 Bold" pitchFamily="2" charset="-128"/>
                  <a:ea typeface="02流線形 Bold" pitchFamily="2" charset="-128"/>
                </a:rPr>
                <a:t>生存者</a:t>
              </a:r>
              <a:r>
                <a:rPr lang="en-US" altLang="ja-JP" sz="4800" b="1" dirty="0">
                  <a:solidFill>
                    <a:srgbClr val="CC00FF"/>
                  </a:solidFill>
                  <a:latin typeface="02流線形 Bold" pitchFamily="2" charset="-128"/>
                  <a:ea typeface="02流線形 Bold" pitchFamily="2" charset="-128"/>
                </a:rPr>
                <a:t>2</a:t>
              </a:r>
              <a:r>
                <a:rPr lang="ja-JP" altLang="en-US" sz="4000" b="1" dirty="0">
                  <a:solidFill>
                    <a:schemeClr val="bg1">
                      <a:lumMod val="95000"/>
                    </a:schemeClr>
                  </a:solidFill>
                  <a:latin typeface="02流線形 Bold" pitchFamily="2" charset="-128"/>
                  <a:ea typeface="02流線形 Bold" pitchFamily="2" charset="-128"/>
                </a:rPr>
                <a:t>人以下</a:t>
              </a:r>
              <a:endParaRPr kumimoji="1" lang="ja-JP" altLang="en-US" sz="4000" b="1" dirty="0">
                <a:solidFill>
                  <a:schemeClr val="bg1">
                    <a:lumMod val="95000"/>
                  </a:schemeClr>
                </a:solidFill>
                <a:latin typeface="02流線形 Bold" pitchFamily="2" charset="-128"/>
                <a:ea typeface="02流線形 Bold" pitchFamily="2" charset="-128"/>
              </a:endParaRPr>
            </a:p>
          </p:txBody>
        </p:sp>
        <p:sp>
          <p:nvSpPr>
            <p:cNvPr id="22" name="テキスト ボックス 21">
              <a:extLst>
                <a:ext uri="{FF2B5EF4-FFF2-40B4-BE49-F238E27FC236}">
                  <a16:creationId xmlns:a16="http://schemas.microsoft.com/office/drawing/2014/main" id="{C923CA37-CFA0-F3AA-110B-A15F092E5F6B}"/>
                </a:ext>
              </a:extLst>
            </p:cNvPr>
            <p:cNvSpPr txBox="1"/>
            <p:nvPr/>
          </p:nvSpPr>
          <p:spPr>
            <a:xfrm>
              <a:off x="2236294" y="3660847"/>
              <a:ext cx="3262432" cy="707886"/>
            </a:xfrm>
            <a:prstGeom prst="rect">
              <a:avLst/>
            </a:prstGeom>
            <a:noFill/>
          </p:spPr>
          <p:txBody>
            <a:bodyPr wrap="none" rtlCol="0">
              <a:spAutoFit/>
            </a:bodyPr>
            <a:lstStyle/>
            <a:p>
              <a:r>
                <a:rPr lang="ja-JP" altLang="en-US" sz="4000" b="1" dirty="0">
                  <a:solidFill>
                    <a:srgbClr val="CC00FF"/>
                  </a:solidFill>
                  <a:latin typeface="02流線形 Bold" pitchFamily="2" charset="-128"/>
                  <a:ea typeface="02流線形 Bold" pitchFamily="2" charset="-128"/>
                </a:rPr>
                <a:t>半数以上</a:t>
              </a:r>
              <a:r>
                <a:rPr lang="ja-JP" altLang="en-US" sz="4000" b="1" dirty="0">
                  <a:solidFill>
                    <a:schemeClr val="bg1">
                      <a:lumMod val="95000"/>
                    </a:schemeClr>
                  </a:solidFill>
                  <a:latin typeface="02流線形 Bold" pitchFamily="2" charset="-128"/>
                  <a:ea typeface="02流線形 Bold" pitchFamily="2" charset="-128"/>
                </a:rPr>
                <a:t>生存</a:t>
              </a:r>
              <a:endParaRPr kumimoji="1" lang="ja-JP" altLang="en-US" sz="4000" b="1" dirty="0">
                <a:solidFill>
                  <a:schemeClr val="bg1">
                    <a:lumMod val="95000"/>
                  </a:schemeClr>
                </a:solidFill>
                <a:latin typeface="02流線形 Bold" pitchFamily="2" charset="-128"/>
                <a:ea typeface="02流線形 Bold" pitchFamily="2" charset="-128"/>
              </a:endParaRPr>
            </a:p>
          </p:txBody>
        </p:sp>
        <p:sp>
          <p:nvSpPr>
            <p:cNvPr id="23" name="テキスト ボックス 22">
              <a:extLst>
                <a:ext uri="{FF2B5EF4-FFF2-40B4-BE49-F238E27FC236}">
                  <a16:creationId xmlns:a16="http://schemas.microsoft.com/office/drawing/2014/main" id="{4794197E-5A7F-E9EE-E09C-572D0C38FB8F}"/>
                </a:ext>
              </a:extLst>
            </p:cNvPr>
            <p:cNvSpPr txBox="1"/>
            <p:nvPr/>
          </p:nvSpPr>
          <p:spPr>
            <a:xfrm>
              <a:off x="2106912" y="4541918"/>
              <a:ext cx="2236510" cy="707886"/>
            </a:xfrm>
            <a:prstGeom prst="rect">
              <a:avLst/>
            </a:prstGeom>
            <a:noFill/>
          </p:spPr>
          <p:txBody>
            <a:bodyPr wrap="none" rtlCol="0">
              <a:spAutoFit/>
            </a:bodyPr>
            <a:lstStyle/>
            <a:p>
              <a:r>
                <a:rPr lang="ja-JP" altLang="en-US" sz="4000" b="1" dirty="0">
                  <a:solidFill>
                    <a:srgbClr val="CC00FF"/>
                  </a:solidFill>
                  <a:latin typeface="02流線形 Bold" pitchFamily="2" charset="-128"/>
                  <a:ea typeface="02流線形 Bold" pitchFamily="2" charset="-128"/>
                </a:rPr>
                <a:t>全員</a:t>
              </a:r>
              <a:r>
                <a:rPr lang="ja-JP" altLang="en-US" sz="4000" b="1" dirty="0">
                  <a:solidFill>
                    <a:schemeClr val="bg1">
                      <a:lumMod val="95000"/>
                    </a:schemeClr>
                  </a:solidFill>
                  <a:latin typeface="02流線形 Bold" pitchFamily="2" charset="-128"/>
                  <a:ea typeface="02流線形 Bold" pitchFamily="2" charset="-128"/>
                </a:rPr>
                <a:t>生存</a:t>
              </a:r>
              <a:endParaRPr kumimoji="1" lang="ja-JP" altLang="en-US" sz="4000" b="1" dirty="0">
                <a:solidFill>
                  <a:schemeClr val="bg1">
                    <a:lumMod val="95000"/>
                  </a:schemeClr>
                </a:solidFill>
                <a:latin typeface="02流線形 Bold" pitchFamily="2" charset="-128"/>
                <a:ea typeface="02流線形 Bold" pitchFamily="2" charset="-128"/>
              </a:endParaRPr>
            </a:p>
          </p:txBody>
        </p:sp>
      </p:grpSp>
      <p:grpSp>
        <p:nvGrpSpPr>
          <p:cNvPr id="26" name="グループ化 25">
            <a:extLst>
              <a:ext uri="{FF2B5EF4-FFF2-40B4-BE49-F238E27FC236}">
                <a16:creationId xmlns:a16="http://schemas.microsoft.com/office/drawing/2014/main" id="{04166664-5642-2BB2-B1A4-A5DBA7D96F03}"/>
              </a:ext>
            </a:extLst>
          </p:cNvPr>
          <p:cNvGrpSpPr/>
          <p:nvPr/>
        </p:nvGrpSpPr>
        <p:grpSpPr>
          <a:xfrm>
            <a:off x="6715005" y="1930877"/>
            <a:ext cx="870553" cy="1559745"/>
            <a:chOff x="1217753" y="2700392"/>
            <a:chExt cx="870553" cy="1559745"/>
          </a:xfrm>
        </p:grpSpPr>
        <p:sp>
          <p:nvSpPr>
            <p:cNvPr id="27" name="テキスト ボックス 26">
              <a:extLst>
                <a:ext uri="{FF2B5EF4-FFF2-40B4-BE49-F238E27FC236}">
                  <a16:creationId xmlns:a16="http://schemas.microsoft.com/office/drawing/2014/main" id="{4CD822E8-4200-31AF-2581-F82AF0EBB889}"/>
                </a:ext>
              </a:extLst>
            </p:cNvPr>
            <p:cNvSpPr txBox="1"/>
            <p:nvPr/>
          </p:nvSpPr>
          <p:spPr>
            <a:xfrm>
              <a:off x="1441975" y="2700392"/>
              <a:ext cx="646331" cy="646331"/>
            </a:xfrm>
            <a:prstGeom prst="rect">
              <a:avLst/>
            </a:prstGeom>
            <a:noFill/>
          </p:spPr>
          <p:txBody>
            <a:bodyPr wrap="none" rtlCol="0">
              <a:spAutoFit/>
            </a:bodyPr>
            <a:lstStyle/>
            <a:p>
              <a:pPr algn="ctr"/>
              <a:r>
                <a:rPr lang="ja-JP" altLang="en-US" sz="3600" b="1" dirty="0">
                  <a:solidFill>
                    <a:schemeClr val="bg1">
                      <a:lumMod val="95000"/>
                    </a:schemeClr>
                  </a:solidFill>
                  <a:latin typeface="02流線形 Bold" pitchFamily="2" charset="-128"/>
                  <a:ea typeface="02流線形 Bold" pitchFamily="2" charset="-128"/>
                </a:rPr>
                <a:t>★</a:t>
              </a:r>
              <a:endParaRPr kumimoji="1" lang="ja-JP" altLang="en-US" sz="3600" b="1" dirty="0">
                <a:solidFill>
                  <a:schemeClr val="bg1">
                    <a:lumMod val="95000"/>
                  </a:schemeClr>
                </a:solidFill>
                <a:latin typeface="02流線形 Bold" pitchFamily="2" charset="-128"/>
                <a:ea typeface="02流線形 Bold" pitchFamily="2" charset="-128"/>
              </a:endParaRPr>
            </a:p>
          </p:txBody>
        </p:sp>
        <p:sp>
          <p:nvSpPr>
            <p:cNvPr id="28" name="テキスト ボックス 27">
              <a:extLst>
                <a:ext uri="{FF2B5EF4-FFF2-40B4-BE49-F238E27FC236}">
                  <a16:creationId xmlns:a16="http://schemas.microsoft.com/office/drawing/2014/main" id="{6C84188F-E77F-CE36-AE90-70906C5BF46A}"/>
                </a:ext>
              </a:extLst>
            </p:cNvPr>
            <p:cNvSpPr txBox="1"/>
            <p:nvPr/>
          </p:nvSpPr>
          <p:spPr>
            <a:xfrm>
              <a:off x="1333702" y="3157100"/>
              <a:ext cx="646331" cy="646331"/>
            </a:xfrm>
            <a:prstGeom prst="rect">
              <a:avLst/>
            </a:prstGeom>
            <a:noFill/>
          </p:spPr>
          <p:txBody>
            <a:bodyPr wrap="none" rtlCol="0">
              <a:spAutoFit/>
            </a:bodyPr>
            <a:lstStyle/>
            <a:p>
              <a:pPr algn="ctr"/>
              <a:r>
                <a:rPr kumimoji="1" lang="ja-JP" altLang="en-US" sz="3600" b="1" dirty="0">
                  <a:solidFill>
                    <a:schemeClr val="bg1">
                      <a:lumMod val="95000"/>
                    </a:schemeClr>
                  </a:solidFill>
                  <a:latin typeface="02流線形 Bold" pitchFamily="2" charset="-128"/>
                  <a:ea typeface="02流線形 Bold" pitchFamily="2" charset="-128"/>
                </a:rPr>
                <a:t>☆</a:t>
              </a:r>
            </a:p>
          </p:txBody>
        </p:sp>
        <p:sp>
          <p:nvSpPr>
            <p:cNvPr id="29" name="テキスト ボックス 28">
              <a:extLst>
                <a:ext uri="{FF2B5EF4-FFF2-40B4-BE49-F238E27FC236}">
                  <a16:creationId xmlns:a16="http://schemas.microsoft.com/office/drawing/2014/main" id="{A24EC476-98D6-6012-6122-9DDEA52C892D}"/>
                </a:ext>
              </a:extLst>
            </p:cNvPr>
            <p:cNvSpPr txBox="1"/>
            <p:nvPr/>
          </p:nvSpPr>
          <p:spPr>
            <a:xfrm>
              <a:off x="1217753" y="3613806"/>
              <a:ext cx="646331" cy="646331"/>
            </a:xfrm>
            <a:prstGeom prst="rect">
              <a:avLst/>
            </a:prstGeom>
            <a:noFill/>
          </p:spPr>
          <p:txBody>
            <a:bodyPr wrap="none" rtlCol="0">
              <a:spAutoFit/>
            </a:bodyPr>
            <a:lstStyle/>
            <a:p>
              <a:pPr algn="ctr"/>
              <a:r>
                <a:rPr kumimoji="1" lang="ja-JP" altLang="en-US" sz="3600" b="1" dirty="0">
                  <a:solidFill>
                    <a:schemeClr val="bg1">
                      <a:lumMod val="95000"/>
                    </a:schemeClr>
                  </a:solidFill>
                  <a:latin typeface="02流線形 Bold" pitchFamily="2" charset="-128"/>
                  <a:ea typeface="02流線形 Bold" pitchFamily="2" charset="-128"/>
                </a:rPr>
                <a:t>☆</a:t>
              </a:r>
            </a:p>
          </p:txBody>
        </p:sp>
      </p:grpSp>
    </p:spTree>
    <p:extLst>
      <p:ext uri="{BB962C8B-B14F-4D97-AF65-F5344CB8AC3E}">
        <p14:creationId xmlns:p14="http://schemas.microsoft.com/office/powerpoint/2010/main" val="1057292214"/>
      </p:ext>
    </p:extLst>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6C5B3B-CA96-F61D-A63A-7FD76C91795F}"/>
            </a:ext>
          </a:extLst>
        </p:cNvPr>
        <p:cNvGrpSpPr/>
        <p:nvPr/>
      </p:nvGrpSpPr>
      <p:grpSpPr>
        <a:xfrm>
          <a:off x="0" y="0"/>
          <a:ext cx="0" cy="0"/>
          <a:chOff x="0" y="0"/>
          <a:chExt cx="0" cy="0"/>
        </a:xfrm>
      </p:grpSpPr>
      <p:sp>
        <p:nvSpPr>
          <p:cNvPr id="19" name="台形 18">
            <a:extLst>
              <a:ext uri="{FF2B5EF4-FFF2-40B4-BE49-F238E27FC236}">
                <a16:creationId xmlns:a16="http://schemas.microsoft.com/office/drawing/2014/main" id="{972F020B-2072-53CC-B68F-0F278229F670}"/>
              </a:ext>
            </a:extLst>
          </p:cNvPr>
          <p:cNvSpPr/>
          <p:nvPr/>
        </p:nvSpPr>
        <p:spPr>
          <a:xfrm rot="15655971">
            <a:off x="8504318" y="2930013"/>
            <a:ext cx="637073" cy="3030281"/>
          </a:xfrm>
          <a:prstGeom prst="trapezoid">
            <a:avLst>
              <a:gd name="adj" fmla="val 38526"/>
            </a:avLst>
          </a:prstGeom>
          <a:solidFill>
            <a:schemeClr val="accent6">
              <a:lumMod val="40000"/>
              <a:lumOff val="60000"/>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 name="テキスト ボックス 1">
            <a:extLst>
              <a:ext uri="{FF2B5EF4-FFF2-40B4-BE49-F238E27FC236}">
                <a16:creationId xmlns:a16="http://schemas.microsoft.com/office/drawing/2014/main" id="{C07A1A0D-D68F-665F-99D3-2C612584E49B}"/>
              </a:ext>
            </a:extLst>
          </p:cNvPr>
          <p:cNvSpPr txBox="1"/>
          <p:nvPr/>
        </p:nvSpPr>
        <p:spPr>
          <a:xfrm>
            <a:off x="757942" y="294880"/>
            <a:ext cx="2441694" cy="1446550"/>
          </a:xfrm>
          <a:prstGeom prst="rect">
            <a:avLst/>
          </a:prstGeom>
          <a:noFill/>
        </p:spPr>
        <p:txBody>
          <a:bodyPr wrap="none" rtlCol="0">
            <a:spAutoFit/>
          </a:bodyPr>
          <a:lstStyle/>
          <a:p>
            <a:pPr algn="ctr"/>
            <a:r>
              <a:rPr lang="ja-JP" altLang="en-US" sz="8800" b="1" dirty="0">
                <a:solidFill>
                  <a:schemeClr val="bg1">
                    <a:lumMod val="95000"/>
                  </a:schemeClr>
                </a:solidFill>
                <a:latin typeface="02流線形 Bold" pitchFamily="2" charset="-128"/>
                <a:ea typeface="02流線形 Bold" pitchFamily="2" charset="-128"/>
              </a:rPr>
              <a:t>勝利</a:t>
            </a:r>
            <a:endParaRPr kumimoji="1" lang="ja-JP" altLang="en-US" sz="8800" b="1" dirty="0">
              <a:solidFill>
                <a:schemeClr val="bg1">
                  <a:lumMod val="95000"/>
                </a:schemeClr>
              </a:solidFill>
              <a:latin typeface="02流線形 Bold" pitchFamily="2" charset="-128"/>
              <a:ea typeface="02流線形 Bold" pitchFamily="2" charset="-128"/>
            </a:endParaRPr>
          </a:p>
        </p:txBody>
      </p:sp>
      <p:sp>
        <p:nvSpPr>
          <p:cNvPr id="4" name="テキスト ボックス 3">
            <a:extLst>
              <a:ext uri="{FF2B5EF4-FFF2-40B4-BE49-F238E27FC236}">
                <a16:creationId xmlns:a16="http://schemas.microsoft.com/office/drawing/2014/main" id="{192903B9-8515-995F-026A-DE212DE98FDF}"/>
              </a:ext>
            </a:extLst>
          </p:cNvPr>
          <p:cNvSpPr txBox="1"/>
          <p:nvPr/>
        </p:nvSpPr>
        <p:spPr>
          <a:xfrm>
            <a:off x="708084" y="2227049"/>
            <a:ext cx="1107997" cy="1200329"/>
          </a:xfrm>
          <a:prstGeom prst="rect">
            <a:avLst/>
          </a:prstGeom>
          <a:noFill/>
        </p:spPr>
        <p:txBody>
          <a:bodyPr wrap="none" rtlCol="0">
            <a:spAutoFit/>
          </a:bodyPr>
          <a:lstStyle/>
          <a:p>
            <a:pPr algn="ctr"/>
            <a:r>
              <a:rPr lang="ja-JP" altLang="en-US" sz="7200" b="1" dirty="0">
                <a:solidFill>
                  <a:schemeClr val="bg1">
                    <a:lumMod val="95000"/>
                  </a:schemeClr>
                </a:solidFill>
                <a:latin typeface="02流線形 Bold" pitchFamily="2" charset="-128"/>
                <a:ea typeface="02流線形 Bold" pitchFamily="2" charset="-128"/>
              </a:rPr>
              <a:t>★</a:t>
            </a:r>
            <a:endParaRPr kumimoji="1" lang="ja-JP" altLang="en-US" sz="7200" b="1" dirty="0">
              <a:solidFill>
                <a:schemeClr val="bg1">
                  <a:lumMod val="95000"/>
                </a:schemeClr>
              </a:solidFill>
              <a:latin typeface="02流線形 Bold" pitchFamily="2" charset="-128"/>
              <a:ea typeface="02流線形 Bold" pitchFamily="2" charset="-128"/>
            </a:endParaRPr>
          </a:p>
        </p:txBody>
      </p:sp>
      <p:sp>
        <p:nvSpPr>
          <p:cNvPr id="7" name="四角形: 角を丸くする 6">
            <a:extLst>
              <a:ext uri="{FF2B5EF4-FFF2-40B4-BE49-F238E27FC236}">
                <a16:creationId xmlns:a16="http://schemas.microsoft.com/office/drawing/2014/main" id="{416D78D2-DDF2-2ECC-FF79-E3FC8F0CCA37}"/>
              </a:ext>
            </a:extLst>
          </p:cNvPr>
          <p:cNvSpPr/>
          <p:nvPr/>
        </p:nvSpPr>
        <p:spPr>
          <a:xfrm>
            <a:off x="8862861" y="5716570"/>
            <a:ext cx="2729924" cy="631055"/>
          </a:xfrm>
          <a:prstGeom prst="roundRect">
            <a:avLst>
              <a:gd name="adj" fmla="val 9570"/>
            </a:avLst>
          </a:prstGeom>
          <a:solidFill>
            <a:schemeClr val="accent6"/>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rPr>
              <a:t>進む</a:t>
            </a:r>
          </a:p>
        </p:txBody>
      </p:sp>
      <p:sp>
        <p:nvSpPr>
          <p:cNvPr id="8" name="テキスト ボックス 7">
            <a:extLst>
              <a:ext uri="{FF2B5EF4-FFF2-40B4-BE49-F238E27FC236}">
                <a16:creationId xmlns:a16="http://schemas.microsoft.com/office/drawing/2014/main" id="{F26343CC-011A-EAF8-6192-891B78040021}"/>
              </a:ext>
            </a:extLst>
          </p:cNvPr>
          <p:cNvSpPr txBox="1"/>
          <p:nvPr/>
        </p:nvSpPr>
        <p:spPr>
          <a:xfrm>
            <a:off x="6087141" y="294880"/>
            <a:ext cx="2441694" cy="1446550"/>
          </a:xfrm>
          <a:prstGeom prst="rect">
            <a:avLst/>
          </a:prstGeom>
          <a:noFill/>
        </p:spPr>
        <p:txBody>
          <a:bodyPr wrap="none" rtlCol="0">
            <a:spAutoFit/>
          </a:bodyPr>
          <a:lstStyle/>
          <a:p>
            <a:pPr algn="ctr"/>
            <a:r>
              <a:rPr lang="ja-JP" altLang="en-US" sz="8800" b="1" dirty="0">
                <a:solidFill>
                  <a:schemeClr val="bg1">
                    <a:lumMod val="95000"/>
                  </a:schemeClr>
                </a:solidFill>
                <a:latin typeface="02流線形 Bold" pitchFamily="2" charset="-128"/>
                <a:ea typeface="02流線形 Bold" pitchFamily="2" charset="-128"/>
              </a:rPr>
              <a:t>報酬</a:t>
            </a:r>
            <a:endParaRPr kumimoji="1" lang="ja-JP" altLang="en-US" sz="8800" b="1" dirty="0">
              <a:solidFill>
                <a:schemeClr val="bg1">
                  <a:lumMod val="95000"/>
                </a:schemeClr>
              </a:solidFill>
              <a:latin typeface="02流線形 Bold" pitchFamily="2" charset="-128"/>
              <a:ea typeface="02流線形 Bold" pitchFamily="2" charset="-128"/>
            </a:endParaRPr>
          </a:p>
        </p:txBody>
      </p:sp>
      <p:sp>
        <p:nvSpPr>
          <p:cNvPr id="10" name="テキスト ボックス 9">
            <a:extLst>
              <a:ext uri="{FF2B5EF4-FFF2-40B4-BE49-F238E27FC236}">
                <a16:creationId xmlns:a16="http://schemas.microsoft.com/office/drawing/2014/main" id="{1E5A02F7-5157-C415-83AE-28D7BFA1283F}"/>
              </a:ext>
            </a:extLst>
          </p:cNvPr>
          <p:cNvSpPr txBox="1"/>
          <p:nvPr/>
        </p:nvSpPr>
        <p:spPr>
          <a:xfrm rot="2859386">
            <a:off x="836699" y="3785074"/>
            <a:ext cx="1654620" cy="707886"/>
          </a:xfrm>
          <a:prstGeom prst="rect">
            <a:avLst/>
          </a:prstGeom>
          <a:noFill/>
        </p:spPr>
        <p:txBody>
          <a:bodyPr wrap="none" rtlCol="0">
            <a:spAutoFit/>
            <a:scene3d>
              <a:camera prst="isometricOffAxis2Left"/>
              <a:lightRig rig="threePt" dir="t"/>
            </a:scene3d>
          </a:bodyPr>
          <a:lstStyle/>
          <a:p>
            <a:r>
              <a:rPr lang="en-US" altLang="ja-JP" sz="4000" b="1" dirty="0">
                <a:solidFill>
                  <a:srgbClr val="CC00FF"/>
                </a:solidFill>
                <a:latin typeface="02流線形 Bold" pitchFamily="2" charset="-128"/>
                <a:ea typeface="02流線形 Bold" pitchFamily="2" charset="-128"/>
              </a:rPr>
              <a:t>1</a:t>
            </a:r>
            <a:r>
              <a:rPr lang="ja-JP" altLang="en-US" sz="3200" b="1" dirty="0">
                <a:solidFill>
                  <a:schemeClr val="bg1">
                    <a:lumMod val="95000"/>
                  </a:schemeClr>
                </a:solidFill>
                <a:latin typeface="02流線形 Bold" pitchFamily="2" charset="-128"/>
                <a:ea typeface="02流線形 Bold" pitchFamily="2" charset="-128"/>
              </a:rPr>
              <a:t>人生存</a:t>
            </a:r>
            <a:endParaRPr kumimoji="1" lang="ja-JP" altLang="en-US" sz="3200" b="1" dirty="0">
              <a:solidFill>
                <a:schemeClr val="bg1">
                  <a:lumMod val="95000"/>
                </a:schemeClr>
              </a:solidFill>
              <a:latin typeface="02流線形 Bold" pitchFamily="2" charset="-128"/>
              <a:ea typeface="02流線形 Bold" pitchFamily="2" charset="-128"/>
            </a:endParaRPr>
          </a:p>
        </p:txBody>
      </p:sp>
      <p:sp>
        <p:nvSpPr>
          <p:cNvPr id="13" name="テキスト ボックス 12">
            <a:extLst>
              <a:ext uri="{FF2B5EF4-FFF2-40B4-BE49-F238E27FC236}">
                <a16:creationId xmlns:a16="http://schemas.microsoft.com/office/drawing/2014/main" id="{F258E34A-28C6-CBE4-49C6-DC922B35C946}"/>
              </a:ext>
            </a:extLst>
          </p:cNvPr>
          <p:cNvSpPr txBox="1"/>
          <p:nvPr/>
        </p:nvSpPr>
        <p:spPr>
          <a:xfrm>
            <a:off x="8388197" y="2319382"/>
            <a:ext cx="3095719" cy="830997"/>
          </a:xfrm>
          <a:prstGeom prst="rect">
            <a:avLst/>
          </a:prstGeom>
          <a:noFill/>
        </p:spPr>
        <p:txBody>
          <a:bodyPr wrap="none" rtlCol="0">
            <a:spAutoFit/>
          </a:bodyPr>
          <a:lstStyle/>
          <a:p>
            <a:pPr algn="ctr"/>
            <a:r>
              <a:rPr lang="ja-JP" altLang="en-US" sz="3200" b="1" dirty="0">
                <a:solidFill>
                  <a:schemeClr val="bg1">
                    <a:lumMod val="95000"/>
                  </a:schemeClr>
                </a:solidFill>
                <a:latin typeface="02流線形 Bold" pitchFamily="2" charset="-128"/>
                <a:ea typeface="02流線形 Bold" pitchFamily="2" charset="-128"/>
              </a:rPr>
              <a:t>ボーナス</a:t>
            </a:r>
            <a:r>
              <a:rPr lang="en-US" altLang="ja-JP" sz="3200" b="1" dirty="0">
                <a:solidFill>
                  <a:schemeClr val="bg1">
                    <a:lumMod val="95000"/>
                  </a:schemeClr>
                </a:solidFill>
                <a:latin typeface="02流線形 Bold" pitchFamily="2" charset="-128"/>
                <a:ea typeface="02流線形 Bold" pitchFamily="2" charset="-128"/>
              </a:rPr>
              <a:t>×</a:t>
            </a:r>
            <a:r>
              <a:rPr lang="en-US" altLang="ja-JP" sz="4800" b="1" dirty="0">
                <a:solidFill>
                  <a:srgbClr val="CC00FF"/>
                </a:solidFill>
                <a:latin typeface="02流線形 Bold" pitchFamily="2" charset="-128"/>
                <a:ea typeface="02流線形 Bold" pitchFamily="2" charset="-128"/>
              </a:rPr>
              <a:t>1.5</a:t>
            </a:r>
            <a:endParaRPr kumimoji="1" lang="ja-JP" altLang="en-US" sz="4000" b="1" dirty="0">
              <a:solidFill>
                <a:srgbClr val="CC00FF"/>
              </a:solidFill>
              <a:latin typeface="02流線形 Bold" pitchFamily="2" charset="-128"/>
              <a:ea typeface="02流線形 Bold" pitchFamily="2" charset="-128"/>
            </a:endParaRPr>
          </a:p>
        </p:txBody>
      </p:sp>
      <p:sp>
        <p:nvSpPr>
          <p:cNvPr id="14" name="テキスト ボックス 13">
            <a:extLst>
              <a:ext uri="{FF2B5EF4-FFF2-40B4-BE49-F238E27FC236}">
                <a16:creationId xmlns:a16="http://schemas.microsoft.com/office/drawing/2014/main" id="{03589303-3AAA-B4BB-7EB2-D55BAF4CDC2C}"/>
              </a:ext>
            </a:extLst>
          </p:cNvPr>
          <p:cNvSpPr txBox="1"/>
          <p:nvPr/>
        </p:nvSpPr>
        <p:spPr>
          <a:xfrm rot="20897315">
            <a:off x="9813730" y="4710916"/>
            <a:ext cx="1463862" cy="584775"/>
          </a:xfrm>
          <a:prstGeom prst="rect">
            <a:avLst/>
          </a:prstGeom>
          <a:noFill/>
        </p:spPr>
        <p:txBody>
          <a:bodyPr wrap="none" rtlCol="0">
            <a:spAutoFit/>
          </a:bodyPr>
          <a:lstStyle/>
          <a:p>
            <a:pPr algn="ctr"/>
            <a:r>
              <a:rPr lang="en-US" altLang="ja-JP" sz="3200" b="1" dirty="0">
                <a:solidFill>
                  <a:schemeClr val="bg1">
                    <a:lumMod val="95000"/>
                  </a:schemeClr>
                </a:solidFill>
                <a:latin typeface="02流線形 Bold" pitchFamily="2" charset="-128"/>
                <a:ea typeface="02流線形 Bold" pitchFamily="2" charset="-128"/>
              </a:rPr>
              <a:t>GET</a:t>
            </a:r>
            <a:r>
              <a:rPr lang="ja-JP" altLang="en-US" sz="3200" b="1" dirty="0">
                <a:solidFill>
                  <a:schemeClr val="bg1">
                    <a:lumMod val="95000"/>
                  </a:schemeClr>
                </a:solidFill>
                <a:latin typeface="02流線形 Bold" pitchFamily="2" charset="-128"/>
                <a:ea typeface="02流線形 Bold" pitchFamily="2" charset="-128"/>
              </a:rPr>
              <a:t>！</a:t>
            </a:r>
            <a:endParaRPr kumimoji="1" lang="ja-JP" altLang="en-US" sz="3200" b="1" dirty="0">
              <a:solidFill>
                <a:srgbClr val="CC00FF"/>
              </a:solidFill>
              <a:latin typeface="02流線形 Bold" pitchFamily="2" charset="-128"/>
              <a:ea typeface="02流線形 Bold" pitchFamily="2" charset="-128"/>
            </a:endParaRPr>
          </a:p>
        </p:txBody>
      </p:sp>
      <p:pic>
        <p:nvPicPr>
          <p:cNvPr id="15" name="図 14">
            <a:extLst>
              <a:ext uri="{FF2B5EF4-FFF2-40B4-BE49-F238E27FC236}">
                <a16:creationId xmlns:a16="http://schemas.microsoft.com/office/drawing/2014/main" id="{58360AD9-B4B8-4D6E-C538-EEAD52CD8EE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095429" y="3560189"/>
            <a:ext cx="1433406" cy="1396462"/>
          </a:xfrm>
          <a:prstGeom prst="rect">
            <a:avLst/>
          </a:prstGeom>
        </p:spPr>
      </p:pic>
      <p:sp>
        <p:nvSpPr>
          <p:cNvPr id="16" name="テキスト ボックス 15">
            <a:extLst>
              <a:ext uri="{FF2B5EF4-FFF2-40B4-BE49-F238E27FC236}">
                <a16:creationId xmlns:a16="http://schemas.microsoft.com/office/drawing/2014/main" id="{EDB0BC84-BED9-731F-D081-6E64046DBE47}"/>
              </a:ext>
            </a:extLst>
          </p:cNvPr>
          <p:cNvSpPr txBox="1"/>
          <p:nvPr/>
        </p:nvSpPr>
        <p:spPr>
          <a:xfrm>
            <a:off x="8257566" y="3949657"/>
            <a:ext cx="1826142" cy="923330"/>
          </a:xfrm>
          <a:prstGeom prst="rect">
            <a:avLst/>
          </a:prstGeom>
          <a:noFill/>
        </p:spPr>
        <p:txBody>
          <a:bodyPr wrap="none" rtlCol="0">
            <a:spAutoFit/>
          </a:bodyPr>
          <a:lstStyle/>
          <a:p>
            <a:pPr algn="ctr"/>
            <a:r>
              <a:rPr lang="en-US" altLang="ja-JP" sz="3200" b="1" dirty="0">
                <a:solidFill>
                  <a:schemeClr val="bg1">
                    <a:lumMod val="95000"/>
                  </a:schemeClr>
                </a:solidFill>
                <a:latin typeface="02流線形 Bold" pitchFamily="2" charset="-128"/>
                <a:ea typeface="02流線形 Bold" pitchFamily="2" charset="-128"/>
              </a:rPr>
              <a:t>×</a:t>
            </a:r>
            <a:r>
              <a:rPr lang="en-US" altLang="ja-JP" sz="5400" b="1" dirty="0">
                <a:solidFill>
                  <a:schemeClr val="bg1">
                    <a:lumMod val="95000"/>
                  </a:schemeClr>
                </a:solidFill>
                <a:latin typeface="02流線形 Bold" pitchFamily="2" charset="-128"/>
                <a:ea typeface="02流線形 Bold" pitchFamily="2" charset="-128"/>
              </a:rPr>
              <a:t>000</a:t>
            </a:r>
            <a:endParaRPr kumimoji="1" lang="ja-JP" altLang="en-US" sz="4000" b="1" dirty="0">
              <a:solidFill>
                <a:srgbClr val="CC00FF"/>
              </a:solidFill>
              <a:latin typeface="02流線形 Bold" pitchFamily="2" charset="-128"/>
              <a:ea typeface="02流線形 Bold" pitchFamily="2" charset="-128"/>
            </a:endParaRPr>
          </a:p>
        </p:txBody>
      </p:sp>
      <p:sp>
        <p:nvSpPr>
          <p:cNvPr id="18" name="テキスト ボックス 17">
            <a:extLst>
              <a:ext uri="{FF2B5EF4-FFF2-40B4-BE49-F238E27FC236}">
                <a16:creationId xmlns:a16="http://schemas.microsoft.com/office/drawing/2014/main" id="{EBFE1DDD-F26A-2B5E-4EC1-BE4D0D0E1A69}"/>
              </a:ext>
            </a:extLst>
          </p:cNvPr>
          <p:cNvSpPr txBox="1"/>
          <p:nvPr/>
        </p:nvSpPr>
        <p:spPr>
          <a:xfrm>
            <a:off x="6041485" y="2227049"/>
            <a:ext cx="877163" cy="923330"/>
          </a:xfrm>
          <a:prstGeom prst="rect">
            <a:avLst/>
          </a:prstGeom>
          <a:noFill/>
        </p:spPr>
        <p:txBody>
          <a:bodyPr wrap="none" rtlCol="0">
            <a:spAutoFit/>
          </a:bodyPr>
          <a:lstStyle/>
          <a:p>
            <a:pPr algn="ctr"/>
            <a:r>
              <a:rPr lang="ja-JP" altLang="en-US" sz="5400" b="1" dirty="0">
                <a:solidFill>
                  <a:schemeClr val="bg1">
                    <a:lumMod val="95000"/>
                  </a:schemeClr>
                </a:solidFill>
                <a:latin typeface="02流線形 Bold" pitchFamily="2" charset="-128"/>
                <a:ea typeface="02流線形 Bold" pitchFamily="2" charset="-128"/>
              </a:rPr>
              <a:t>★</a:t>
            </a:r>
            <a:endParaRPr kumimoji="1" lang="ja-JP" altLang="en-US" sz="5400" b="1" dirty="0">
              <a:solidFill>
                <a:schemeClr val="bg1">
                  <a:lumMod val="95000"/>
                </a:schemeClr>
              </a:solidFill>
              <a:latin typeface="02流線形 Bold" pitchFamily="2" charset="-128"/>
              <a:ea typeface="02流線形 Bold" pitchFamily="2" charset="-128"/>
            </a:endParaRPr>
          </a:p>
        </p:txBody>
      </p:sp>
      <p:sp>
        <p:nvSpPr>
          <p:cNvPr id="20" name="テキスト ボックス 19">
            <a:extLst>
              <a:ext uri="{FF2B5EF4-FFF2-40B4-BE49-F238E27FC236}">
                <a16:creationId xmlns:a16="http://schemas.microsoft.com/office/drawing/2014/main" id="{EDCAFB58-24F3-BF70-9A05-1B88F449E54D}"/>
              </a:ext>
            </a:extLst>
          </p:cNvPr>
          <p:cNvSpPr txBox="1"/>
          <p:nvPr/>
        </p:nvSpPr>
        <p:spPr>
          <a:xfrm>
            <a:off x="6825607" y="2227049"/>
            <a:ext cx="877163" cy="923330"/>
          </a:xfrm>
          <a:prstGeom prst="rect">
            <a:avLst/>
          </a:prstGeom>
          <a:noFill/>
        </p:spPr>
        <p:txBody>
          <a:bodyPr wrap="none" rtlCol="0">
            <a:spAutoFit/>
          </a:bodyPr>
          <a:lstStyle/>
          <a:p>
            <a:pPr algn="ctr"/>
            <a:r>
              <a:rPr kumimoji="1" lang="ja-JP" altLang="en-US" sz="5400" b="1" dirty="0">
                <a:solidFill>
                  <a:schemeClr val="bg1">
                    <a:lumMod val="95000"/>
                  </a:schemeClr>
                </a:solidFill>
                <a:latin typeface="02流線形 Bold" pitchFamily="2" charset="-128"/>
                <a:ea typeface="02流線形 Bold" pitchFamily="2" charset="-128"/>
              </a:rPr>
              <a:t>☆</a:t>
            </a:r>
          </a:p>
        </p:txBody>
      </p:sp>
      <p:sp>
        <p:nvSpPr>
          <p:cNvPr id="21" name="テキスト ボックス 20">
            <a:extLst>
              <a:ext uri="{FF2B5EF4-FFF2-40B4-BE49-F238E27FC236}">
                <a16:creationId xmlns:a16="http://schemas.microsoft.com/office/drawing/2014/main" id="{A0AEDDB4-90B6-DCA9-1767-465221139208}"/>
              </a:ext>
            </a:extLst>
          </p:cNvPr>
          <p:cNvSpPr txBox="1"/>
          <p:nvPr/>
        </p:nvSpPr>
        <p:spPr>
          <a:xfrm>
            <a:off x="7609729" y="2227049"/>
            <a:ext cx="877163" cy="923330"/>
          </a:xfrm>
          <a:prstGeom prst="rect">
            <a:avLst/>
          </a:prstGeom>
          <a:noFill/>
        </p:spPr>
        <p:txBody>
          <a:bodyPr wrap="none" rtlCol="0">
            <a:spAutoFit/>
          </a:bodyPr>
          <a:lstStyle/>
          <a:p>
            <a:pPr algn="ctr"/>
            <a:r>
              <a:rPr kumimoji="1" lang="ja-JP" altLang="en-US" sz="5400" b="1" dirty="0">
                <a:solidFill>
                  <a:schemeClr val="bg1">
                    <a:lumMod val="95000"/>
                  </a:schemeClr>
                </a:solidFill>
                <a:latin typeface="02流線形 Bold" pitchFamily="2" charset="-128"/>
                <a:ea typeface="02流線形 Bold" pitchFamily="2" charset="-128"/>
              </a:rPr>
              <a:t>☆</a:t>
            </a:r>
          </a:p>
        </p:txBody>
      </p:sp>
      <p:sp>
        <p:nvSpPr>
          <p:cNvPr id="3" name="テキスト ボックス 2">
            <a:extLst>
              <a:ext uri="{FF2B5EF4-FFF2-40B4-BE49-F238E27FC236}">
                <a16:creationId xmlns:a16="http://schemas.microsoft.com/office/drawing/2014/main" id="{11171BAF-3D90-B0D1-AD39-A33913D6E3F8}"/>
              </a:ext>
            </a:extLst>
          </p:cNvPr>
          <p:cNvSpPr txBox="1"/>
          <p:nvPr/>
        </p:nvSpPr>
        <p:spPr>
          <a:xfrm>
            <a:off x="1905672" y="2233897"/>
            <a:ext cx="1107997" cy="1200329"/>
          </a:xfrm>
          <a:prstGeom prst="rect">
            <a:avLst/>
          </a:prstGeom>
          <a:noFill/>
        </p:spPr>
        <p:txBody>
          <a:bodyPr wrap="none" rtlCol="0">
            <a:spAutoFit/>
          </a:bodyPr>
          <a:lstStyle/>
          <a:p>
            <a:pPr algn="ctr"/>
            <a:r>
              <a:rPr kumimoji="1" lang="ja-JP" altLang="en-US" sz="7200" b="1" dirty="0">
                <a:solidFill>
                  <a:schemeClr val="bg1">
                    <a:lumMod val="95000"/>
                  </a:schemeClr>
                </a:solidFill>
                <a:latin typeface="02流線形 Bold" pitchFamily="2" charset="-128"/>
                <a:ea typeface="02流線形 Bold" pitchFamily="2" charset="-128"/>
              </a:rPr>
              <a:t>☆</a:t>
            </a:r>
          </a:p>
        </p:txBody>
      </p:sp>
      <p:sp>
        <p:nvSpPr>
          <p:cNvPr id="5" name="テキスト ボックス 4">
            <a:extLst>
              <a:ext uri="{FF2B5EF4-FFF2-40B4-BE49-F238E27FC236}">
                <a16:creationId xmlns:a16="http://schemas.microsoft.com/office/drawing/2014/main" id="{1154F2D8-5DF5-1DD5-8A1F-1F581B3F04A3}"/>
              </a:ext>
            </a:extLst>
          </p:cNvPr>
          <p:cNvSpPr txBox="1"/>
          <p:nvPr/>
        </p:nvSpPr>
        <p:spPr>
          <a:xfrm>
            <a:off x="3103261" y="2233897"/>
            <a:ext cx="1107997" cy="1200329"/>
          </a:xfrm>
          <a:prstGeom prst="rect">
            <a:avLst/>
          </a:prstGeom>
          <a:noFill/>
        </p:spPr>
        <p:txBody>
          <a:bodyPr wrap="none" rtlCol="0">
            <a:spAutoFit/>
          </a:bodyPr>
          <a:lstStyle/>
          <a:p>
            <a:pPr algn="ctr"/>
            <a:r>
              <a:rPr kumimoji="1" lang="ja-JP" altLang="en-US" sz="7200" b="1" dirty="0">
                <a:solidFill>
                  <a:schemeClr val="bg1">
                    <a:lumMod val="95000"/>
                  </a:schemeClr>
                </a:solidFill>
                <a:latin typeface="02流線形 Bold" pitchFamily="2" charset="-128"/>
                <a:ea typeface="02流線形 Bold" pitchFamily="2" charset="-128"/>
              </a:rPr>
              <a:t>☆</a:t>
            </a:r>
          </a:p>
        </p:txBody>
      </p:sp>
      <p:sp>
        <p:nvSpPr>
          <p:cNvPr id="11" name="テキスト ボックス 10">
            <a:extLst>
              <a:ext uri="{FF2B5EF4-FFF2-40B4-BE49-F238E27FC236}">
                <a16:creationId xmlns:a16="http://schemas.microsoft.com/office/drawing/2014/main" id="{44755C2B-E748-0DC6-7D91-4B374FEFC908}"/>
              </a:ext>
            </a:extLst>
          </p:cNvPr>
          <p:cNvSpPr txBox="1"/>
          <p:nvPr/>
        </p:nvSpPr>
        <p:spPr>
          <a:xfrm rot="2859386">
            <a:off x="2040957" y="3785074"/>
            <a:ext cx="1720343" cy="707886"/>
          </a:xfrm>
          <a:prstGeom prst="rect">
            <a:avLst/>
          </a:prstGeom>
          <a:noFill/>
        </p:spPr>
        <p:txBody>
          <a:bodyPr wrap="none" rtlCol="0">
            <a:spAutoFit/>
            <a:scene3d>
              <a:camera prst="isometricOffAxis2Left"/>
              <a:lightRig rig="threePt" dir="t"/>
            </a:scene3d>
          </a:bodyPr>
          <a:lstStyle/>
          <a:p>
            <a:r>
              <a:rPr lang="en-US" altLang="ja-JP" sz="4000" b="1" dirty="0">
                <a:solidFill>
                  <a:srgbClr val="CC00FF"/>
                </a:solidFill>
                <a:latin typeface="02流線形 Bold" pitchFamily="2" charset="-128"/>
                <a:ea typeface="02流線形 Bold" pitchFamily="2" charset="-128"/>
              </a:rPr>
              <a:t>2</a:t>
            </a:r>
            <a:r>
              <a:rPr lang="ja-JP" altLang="en-US" sz="3200" b="1" dirty="0">
                <a:solidFill>
                  <a:schemeClr val="bg1">
                    <a:lumMod val="95000"/>
                  </a:schemeClr>
                </a:solidFill>
                <a:latin typeface="02流線形 Bold" pitchFamily="2" charset="-128"/>
                <a:ea typeface="02流線形 Bold" pitchFamily="2" charset="-128"/>
              </a:rPr>
              <a:t>人生存</a:t>
            </a:r>
            <a:endParaRPr kumimoji="1" lang="ja-JP" altLang="en-US" sz="3200" b="1" dirty="0">
              <a:solidFill>
                <a:schemeClr val="bg1">
                  <a:lumMod val="95000"/>
                </a:schemeClr>
              </a:solidFill>
              <a:latin typeface="02流線形 Bold" pitchFamily="2" charset="-128"/>
              <a:ea typeface="02流線形 Bold" pitchFamily="2" charset="-128"/>
            </a:endParaRPr>
          </a:p>
        </p:txBody>
      </p:sp>
      <p:sp>
        <p:nvSpPr>
          <p:cNvPr id="17" name="テキスト ボックス 16">
            <a:extLst>
              <a:ext uri="{FF2B5EF4-FFF2-40B4-BE49-F238E27FC236}">
                <a16:creationId xmlns:a16="http://schemas.microsoft.com/office/drawing/2014/main" id="{B2D24856-1AEC-FCF2-E65F-4082BF2F5D04}"/>
              </a:ext>
            </a:extLst>
          </p:cNvPr>
          <p:cNvSpPr txBox="1"/>
          <p:nvPr/>
        </p:nvSpPr>
        <p:spPr>
          <a:xfrm rot="2859386">
            <a:off x="3236304" y="3785074"/>
            <a:ext cx="1720343" cy="707886"/>
          </a:xfrm>
          <a:prstGeom prst="rect">
            <a:avLst/>
          </a:prstGeom>
          <a:noFill/>
        </p:spPr>
        <p:txBody>
          <a:bodyPr wrap="none" rtlCol="0">
            <a:spAutoFit/>
            <a:scene3d>
              <a:camera prst="isometricOffAxis2Left"/>
              <a:lightRig rig="threePt" dir="t"/>
            </a:scene3d>
          </a:bodyPr>
          <a:lstStyle/>
          <a:p>
            <a:r>
              <a:rPr lang="en-US" altLang="ja-JP" sz="4000" b="1" dirty="0">
                <a:solidFill>
                  <a:srgbClr val="CC00FF"/>
                </a:solidFill>
                <a:latin typeface="02流線形 Bold" pitchFamily="2" charset="-128"/>
                <a:ea typeface="02流線形 Bold" pitchFamily="2" charset="-128"/>
              </a:rPr>
              <a:t>3</a:t>
            </a:r>
            <a:r>
              <a:rPr lang="ja-JP" altLang="en-US" sz="3200" b="1" dirty="0">
                <a:solidFill>
                  <a:schemeClr val="bg1">
                    <a:lumMod val="95000"/>
                  </a:schemeClr>
                </a:solidFill>
                <a:latin typeface="02流線形 Bold" pitchFamily="2" charset="-128"/>
                <a:ea typeface="02流線形 Bold" pitchFamily="2" charset="-128"/>
              </a:rPr>
              <a:t>人生存</a:t>
            </a:r>
            <a:endParaRPr kumimoji="1" lang="ja-JP" altLang="en-US" sz="3200" b="1" dirty="0">
              <a:solidFill>
                <a:schemeClr val="bg1">
                  <a:lumMod val="95000"/>
                </a:schemeClr>
              </a:solidFill>
              <a:latin typeface="02流線形 Bold" pitchFamily="2" charset="-128"/>
              <a:ea typeface="02流線形 Bold" pitchFamily="2" charset="-128"/>
            </a:endParaRPr>
          </a:p>
        </p:txBody>
      </p:sp>
    </p:spTree>
    <p:extLst>
      <p:ext uri="{BB962C8B-B14F-4D97-AF65-F5344CB8AC3E}">
        <p14:creationId xmlns:p14="http://schemas.microsoft.com/office/powerpoint/2010/main" val="401039934"/>
      </p:ext>
    </p:extLst>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a:extLst>
            <a:ext uri="{FF2B5EF4-FFF2-40B4-BE49-F238E27FC236}">
              <a16:creationId xmlns:a16="http://schemas.microsoft.com/office/drawing/2014/main" id="{633A0240-DC04-6BB1-3B3E-A27ED46A4D0D}"/>
            </a:ext>
          </a:extLst>
        </p:cNvPr>
        <p:cNvGrpSpPr/>
        <p:nvPr/>
      </p:nvGrpSpPr>
      <p:grpSpPr>
        <a:xfrm>
          <a:off x="0" y="0"/>
          <a:ext cx="0" cy="0"/>
          <a:chOff x="0" y="0"/>
          <a:chExt cx="0" cy="0"/>
        </a:xfrm>
      </p:grpSpPr>
      <p:sp>
        <p:nvSpPr>
          <p:cNvPr id="22" name="楕円 21">
            <a:extLst>
              <a:ext uri="{FF2B5EF4-FFF2-40B4-BE49-F238E27FC236}">
                <a16:creationId xmlns:a16="http://schemas.microsoft.com/office/drawing/2014/main" id="{4B2F369B-D86D-F4EB-A2D7-A41DDD5643F0}"/>
              </a:ext>
            </a:extLst>
          </p:cNvPr>
          <p:cNvSpPr/>
          <p:nvPr/>
        </p:nvSpPr>
        <p:spPr>
          <a:xfrm>
            <a:off x="8844505" y="4536806"/>
            <a:ext cx="911928" cy="911928"/>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楕円 14">
            <a:extLst>
              <a:ext uri="{FF2B5EF4-FFF2-40B4-BE49-F238E27FC236}">
                <a16:creationId xmlns:a16="http://schemas.microsoft.com/office/drawing/2014/main" id="{4A85716A-7E4A-2B95-EAEB-059FA460D64E}"/>
              </a:ext>
            </a:extLst>
          </p:cNvPr>
          <p:cNvSpPr/>
          <p:nvPr/>
        </p:nvSpPr>
        <p:spPr>
          <a:xfrm>
            <a:off x="10313307" y="4536806"/>
            <a:ext cx="911928" cy="911928"/>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3" name="図 2">
            <a:extLst>
              <a:ext uri="{FF2B5EF4-FFF2-40B4-BE49-F238E27FC236}">
                <a16:creationId xmlns:a16="http://schemas.microsoft.com/office/drawing/2014/main" id="{CC940934-07C5-2767-DEA7-2406F5D05A2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443025" y="914113"/>
            <a:ext cx="5305951" cy="7490029"/>
          </a:xfrm>
          <a:prstGeom prst="rect">
            <a:avLst/>
          </a:prstGeom>
        </p:spPr>
      </p:pic>
      <p:sp>
        <p:nvSpPr>
          <p:cNvPr id="6" name="四角形: 角を丸くする 5">
            <a:extLst>
              <a:ext uri="{FF2B5EF4-FFF2-40B4-BE49-F238E27FC236}">
                <a16:creationId xmlns:a16="http://schemas.microsoft.com/office/drawing/2014/main" id="{61CE3C34-DB0A-A83B-AB85-6A140129EFB8}"/>
              </a:ext>
            </a:extLst>
          </p:cNvPr>
          <p:cNvSpPr/>
          <p:nvPr/>
        </p:nvSpPr>
        <p:spPr>
          <a:xfrm>
            <a:off x="431675" y="5656233"/>
            <a:ext cx="11328651" cy="914400"/>
          </a:xfrm>
          <a:prstGeom prst="roundRect">
            <a:avLst>
              <a:gd name="adj" fmla="val 4803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10" name="四角形: 角を丸くする 9">
            <a:extLst>
              <a:ext uri="{FF2B5EF4-FFF2-40B4-BE49-F238E27FC236}">
                <a16:creationId xmlns:a16="http://schemas.microsoft.com/office/drawing/2014/main" id="{50DF75CB-D0D8-A1E0-56F7-342EF7BCFB46}"/>
              </a:ext>
            </a:extLst>
          </p:cNvPr>
          <p:cNvSpPr/>
          <p:nvPr/>
        </p:nvSpPr>
        <p:spPr>
          <a:xfrm>
            <a:off x="989774" y="5640918"/>
            <a:ext cx="1338828" cy="914400"/>
          </a:xfrm>
          <a:prstGeom prst="roundRect">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45" name="楕円 44">
            <a:extLst>
              <a:ext uri="{FF2B5EF4-FFF2-40B4-BE49-F238E27FC236}">
                <a16:creationId xmlns:a16="http://schemas.microsoft.com/office/drawing/2014/main" id="{BA3CA173-94D4-9543-5EC5-87194A45462A}"/>
              </a:ext>
            </a:extLst>
          </p:cNvPr>
          <p:cNvSpPr/>
          <p:nvPr/>
        </p:nvSpPr>
        <p:spPr>
          <a:xfrm>
            <a:off x="8714529" y="293295"/>
            <a:ext cx="791128" cy="791128"/>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4" name="図 3">
            <a:extLst>
              <a:ext uri="{FF2B5EF4-FFF2-40B4-BE49-F238E27FC236}">
                <a16:creationId xmlns:a16="http://schemas.microsoft.com/office/drawing/2014/main" id="{21D0A42D-4E4B-F281-254C-3198703B7227}"/>
              </a:ext>
            </a:extLst>
          </p:cNvPr>
          <p:cNvPicPr>
            <a:picLocks noChangeAspect="1"/>
          </p:cNvPicPr>
          <p:nvPr/>
        </p:nvPicPr>
        <p:blipFill>
          <a:blip r:embed="rId4">
            <a:extLst>
              <a:ext uri="{28A0092B-C50C-407E-A947-70E740481C1C}">
                <a14:useLocalDpi xmlns:a14="http://schemas.microsoft.com/office/drawing/2010/main" val="0"/>
              </a:ext>
            </a:extLst>
          </a:blip>
          <a:srcRect l="59639" t="36782" r="20854" b="36420"/>
          <a:stretch>
            <a:fillRect/>
          </a:stretch>
        </p:blipFill>
        <p:spPr>
          <a:xfrm>
            <a:off x="10785553" y="134635"/>
            <a:ext cx="1104697" cy="1138172"/>
          </a:xfrm>
          <a:prstGeom prst="rect">
            <a:avLst/>
          </a:prstGeom>
        </p:spPr>
      </p:pic>
      <p:sp>
        <p:nvSpPr>
          <p:cNvPr id="11" name="テキスト ボックス 10">
            <a:extLst>
              <a:ext uri="{FF2B5EF4-FFF2-40B4-BE49-F238E27FC236}">
                <a16:creationId xmlns:a16="http://schemas.microsoft.com/office/drawing/2014/main" id="{DD028F07-A7F0-4E67-3F41-E0090A15856A}"/>
              </a:ext>
            </a:extLst>
          </p:cNvPr>
          <p:cNvSpPr txBox="1"/>
          <p:nvPr/>
        </p:nvSpPr>
        <p:spPr>
          <a:xfrm>
            <a:off x="10089424" y="5040238"/>
            <a:ext cx="1338828" cy="369332"/>
          </a:xfrm>
          <a:prstGeom prst="rect">
            <a:avLst/>
          </a:prstGeom>
          <a:noFill/>
        </p:spPr>
        <p:txBody>
          <a:bodyPr wrap="none" rtlCol="0">
            <a:spAutoFit/>
          </a:bodyPr>
          <a:lstStyle/>
          <a:p>
            <a:pPr algn="ctr"/>
            <a:r>
              <a:rPr lang="ja-JP" altLang="en-US" b="1" dirty="0">
                <a:ln w="9525">
                  <a:noFill/>
                </a:ln>
                <a:solidFill>
                  <a:srgbClr val="FF00FF"/>
                </a:solidFill>
                <a:effectLst>
                  <a:glow rad="50800">
                    <a:schemeClr val="bg1">
                      <a:lumMod val="95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rPr>
              <a:t>ミッション</a:t>
            </a:r>
            <a:endParaRPr kumimoji="1" lang="ja-JP" altLang="en-US" b="1" dirty="0">
              <a:ln w="9525">
                <a:noFill/>
              </a:ln>
              <a:solidFill>
                <a:srgbClr val="FF00FF"/>
              </a:solidFill>
              <a:effectLst>
                <a:glow rad="50800">
                  <a:schemeClr val="bg1">
                    <a:lumMod val="95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4" name="テキスト ボックス 13">
            <a:extLst>
              <a:ext uri="{FF2B5EF4-FFF2-40B4-BE49-F238E27FC236}">
                <a16:creationId xmlns:a16="http://schemas.microsoft.com/office/drawing/2014/main" id="{AA4DE695-92EB-677B-1195-1569C18DD517}"/>
              </a:ext>
            </a:extLst>
          </p:cNvPr>
          <p:cNvSpPr txBox="1"/>
          <p:nvPr/>
        </p:nvSpPr>
        <p:spPr>
          <a:xfrm>
            <a:off x="1165119"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6" name="テキスト ボックス 15">
            <a:extLst>
              <a:ext uri="{FF2B5EF4-FFF2-40B4-BE49-F238E27FC236}">
                <a16:creationId xmlns:a16="http://schemas.microsoft.com/office/drawing/2014/main" id="{15986874-A05B-0347-31FD-EE2D730E17A8}"/>
              </a:ext>
            </a:extLst>
          </p:cNvPr>
          <p:cNvSpPr txBox="1"/>
          <p:nvPr/>
        </p:nvSpPr>
        <p:spPr>
          <a:xfrm flipH="1">
            <a:off x="529243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9" name="テキスト ボックス 18">
            <a:extLst>
              <a:ext uri="{FF2B5EF4-FFF2-40B4-BE49-F238E27FC236}">
                <a16:creationId xmlns:a16="http://schemas.microsoft.com/office/drawing/2014/main" id="{087634A6-F979-8C36-4BD0-C767D6A9E748}"/>
              </a:ext>
            </a:extLst>
          </p:cNvPr>
          <p:cNvSpPr txBox="1"/>
          <p:nvPr/>
        </p:nvSpPr>
        <p:spPr>
          <a:xfrm>
            <a:off x="284405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9" name="テキスト ボックス 8">
            <a:extLst>
              <a:ext uri="{FF2B5EF4-FFF2-40B4-BE49-F238E27FC236}">
                <a16:creationId xmlns:a16="http://schemas.microsoft.com/office/drawing/2014/main" id="{01F5A46B-0083-8D75-53D6-64248553A6F1}"/>
              </a:ext>
            </a:extLst>
          </p:cNvPr>
          <p:cNvSpPr txBox="1"/>
          <p:nvPr/>
        </p:nvSpPr>
        <p:spPr>
          <a:xfrm>
            <a:off x="8393833"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 name="テキスト ボックス 4">
            <a:extLst>
              <a:ext uri="{FF2B5EF4-FFF2-40B4-BE49-F238E27FC236}">
                <a16:creationId xmlns:a16="http://schemas.microsoft.com/office/drawing/2014/main" id="{35A675DB-F251-4426-7207-1368C766A7FB}"/>
              </a:ext>
            </a:extLst>
          </p:cNvPr>
          <p:cNvSpPr txBox="1"/>
          <p:nvPr/>
        </p:nvSpPr>
        <p:spPr>
          <a:xfrm>
            <a:off x="6714895"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2" name="テキスト ボックス 31">
            <a:extLst>
              <a:ext uri="{FF2B5EF4-FFF2-40B4-BE49-F238E27FC236}">
                <a16:creationId xmlns:a16="http://schemas.microsoft.com/office/drawing/2014/main" id="{3795A0C7-6E1A-91C3-0F36-9FD8343F325D}"/>
              </a:ext>
            </a:extLst>
          </p:cNvPr>
          <p:cNvSpPr txBox="1"/>
          <p:nvPr/>
        </p:nvSpPr>
        <p:spPr>
          <a:xfrm flipH="1">
            <a:off x="9816293" y="5913378"/>
            <a:ext cx="1210588"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7" name="四角形: 角を丸くする 16">
            <a:extLst>
              <a:ext uri="{FF2B5EF4-FFF2-40B4-BE49-F238E27FC236}">
                <a16:creationId xmlns:a16="http://schemas.microsoft.com/office/drawing/2014/main" id="{8321E2F0-50DF-1646-CC14-134D7A572DD9}"/>
              </a:ext>
            </a:extLst>
          </p:cNvPr>
          <p:cNvSpPr/>
          <p:nvPr/>
        </p:nvSpPr>
        <p:spPr>
          <a:xfrm>
            <a:off x="567559" y="504494"/>
            <a:ext cx="3414360" cy="914400"/>
          </a:xfrm>
          <a:prstGeom prst="roundRect">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テキスト ボックス 19">
            <a:extLst>
              <a:ext uri="{FF2B5EF4-FFF2-40B4-BE49-F238E27FC236}">
                <a16:creationId xmlns:a16="http://schemas.microsoft.com/office/drawing/2014/main" id="{E58EE2A5-0362-E703-963A-14320724C449}"/>
              </a:ext>
            </a:extLst>
          </p:cNvPr>
          <p:cNvSpPr txBox="1"/>
          <p:nvPr/>
        </p:nvSpPr>
        <p:spPr>
          <a:xfrm>
            <a:off x="1156484" y="761639"/>
            <a:ext cx="2236510" cy="400110"/>
          </a:xfrm>
          <a:prstGeom prst="rect">
            <a:avLst/>
          </a:prstGeom>
          <a:noFill/>
        </p:spPr>
        <p:txBody>
          <a:bodyPr wrap="none" rtlCol="0">
            <a:spAutoFit/>
          </a:bodyPr>
          <a:lstStyle/>
          <a:p>
            <a:r>
              <a:rPr lang="ja-JP" altLang="en-US" sz="20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メインミッション</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1" name="楕円 30">
            <a:extLst>
              <a:ext uri="{FF2B5EF4-FFF2-40B4-BE49-F238E27FC236}">
                <a16:creationId xmlns:a16="http://schemas.microsoft.com/office/drawing/2014/main" id="{CA7E12E0-7802-1070-910D-5FA21C2684C7}"/>
              </a:ext>
            </a:extLst>
          </p:cNvPr>
          <p:cNvSpPr/>
          <p:nvPr/>
        </p:nvSpPr>
        <p:spPr>
          <a:xfrm>
            <a:off x="9676741" y="293295"/>
            <a:ext cx="791128" cy="791128"/>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34" name="図 33">
            <a:extLst>
              <a:ext uri="{FF2B5EF4-FFF2-40B4-BE49-F238E27FC236}">
                <a16:creationId xmlns:a16="http://schemas.microsoft.com/office/drawing/2014/main" id="{D826B757-7B79-A019-C0FC-D812FB895758}"/>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824112" y="504494"/>
            <a:ext cx="491958" cy="377616"/>
          </a:xfrm>
          <a:prstGeom prst="rect">
            <a:avLst/>
          </a:prstGeom>
        </p:spPr>
      </p:pic>
      <p:pic>
        <p:nvPicPr>
          <p:cNvPr id="37" name="図 36">
            <a:extLst>
              <a:ext uri="{FF2B5EF4-FFF2-40B4-BE49-F238E27FC236}">
                <a16:creationId xmlns:a16="http://schemas.microsoft.com/office/drawing/2014/main" id="{BC74DD4F-F534-2596-5EED-E2EBDB3A0887}"/>
              </a:ext>
            </a:extLst>
          </p:cNvPr>
          <p:cNvPicPr>
            <a:picLocks noChangeAspect="1"/>
          </p:cNvPicPr>
          <p:nvPr/>
        </p:nvPicPr>
        <p:blipFill>
          <a:blip r:embed="rId6">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a:off x="10089424" y="438866"/>
            <a:ext cx="248496" cy="248496"/>
          </a:xfrm>
          <a:prstGeom prst="rect">
            <a:avLst/>
          </a:prstGeom>
        </p:spPr>
      </p:pic>
      <p:grpSp>
        <p:nvGrpSpPr>
          <p:cNvPr id="46" name="グループ化 45">
            <a:extLst>
              <a:ext uri="{FF2B5EF4-FFF2-40B4-BE49-F238E27FC236}">
                <a16:creationId xmlns:a16="http://schemas.microsoft.com/office/drawing/2014/main" id="{2ECDF44B-EC0B-24BE-D291-630D35704EDE}"/>
              </a:ext>
            </a:extLst>
          </p:cNvPr>
          <p:cNvGrpSpPr/>
          <p:nvPr/>
        </p:nvGrpSpPr>
        <p:grpSpPr>
          <a:xfrm>
            <a:off x="8866612" y="440512"/>
            <a:ext cx="482849" cy="431323"/>
            <a:chOff x="8844072" y="425149"/>
            <a:chExt cx="617254" cy="551388"/>
          </a:xfrm>
        </p:grpSpPr>
        <p:sp>
          <p:nvSpPr>
            <p:cNvPr id="43" name="ハート 42">
              <a:extLst>
                <a:ext uri="{FF2B5EF4-FFF2-40B4-BE49-F238E27FC236}">
                  <a16:creationId xmlns:a16="http://schemas.microsoft.com/office/drawing/2014/main" id="{310BE6EB-7D5F-AF05-55D4-3D638F59DF50}"/>
                </a:ext>
              </a:extLst>
            </p:cNvPr>
            <p:cNvSpPr/>
            <p:nvPr/>
          </p:nvSpPr>
          <p:spPr>
            <a:xfrm>
              <a:off x="9017415" y="532627"/>
              <a:ext cx="443911" cy="443910"/>
            </a:xfrm>
            <a:prstGeom prst="heart">
              <a:avLst/>
            </a:prstGeom>
            <a:solidFill>
              <a:srgbClr val="FFA4F3"/>
            </a:solidFill>
            <a:ln w="63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1" name="ハート 40">
              <a:extLst>
                <a:ext uri="{FF2B5EF4-FFF2-40B4-BE49-F238E27FC236}">
                  <a16:creationId xmlns:a16="http://schemas.microsoft.com/office/drawing/2014/main" id="{067F9196-AEED-471F-88B4-86456A80A9B8}"/>
                </a:ext>
              </a:extLst>
            </p:cNvPr>
            <p:cNvSpPr/>
            <p:nvPr/>
          </p:nvSpPr>
          <p:spPr>
            <a:xfrm>
              <a:off x="8844072" y="425149"/>
              <a:ext cx="443910" cy="443910"/>
            </a:xfrm>
            <a:prstGeom prst="heart">
              <a:avLst/>
            </a:prstGeom>
            <a:solidFill>
              <a:schemeClr val="accent4">
                <a:lumMod val="20000"/>
                <a:lumOff val="80000"/>
              </a:schemeClr>
            </a:solidFill>
            <a:ln w="63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51" name="グループ化 50">
            <a:extLst>
              <a:ext uri="{FF2B5EF4-FFF2-40B4-BE49-F238E27FC236}">
                <a16:creationId xmlns:a16="http://schemas.microsoft.com/office/drawing/2014/main" id="{D5B11F54-55D5-6E6F-FFE1-1687598DC77C}"/>
              </a:ext>
            </a:extLst>
          </p:cNvPr>
          <p:cNvGrpSpPr/>
          <p:nvPr/>
        </p:nvGrpSpPr>
        <p:grpSpPr>
          <a:xfrm>
            <a:off x="9012614" y="726793"/>
            <a:ext cx="230130" cy="326302"/>
            <a:chOff x="8812481" y="694218"/>
            <a:chExt cx="1470606" cy="1692464"/>
          </a:xfrm>
          <a:effectLst>
            <a:glow rad="12700">
              <a:schemeClr val="tx1">
                <a:lumMod val="85000"/>
                <a:lumOff val="15000"/>
                <a:alpha val="70000"/>
              </a:schemeClr>
            </a:glow>
          </a:effectLst>
        </p:grpSpPr>
        <p:pic>
          <p:nvPicPr>
            <p:cNvPr id="48" name="図 47">
              <a:extLst>
                <a:ext uri="{FF2B5EF4-FFF2-40B4-BE49-F238E27FC236}">
                  <a16:creationId xmlns:a16="http://schemas.microsoft.com/office/drawing/2014/main" id="{F6EAE941-1162-C7D1-A5AC-73643C3F8BB8}"/>
                </a:ext>
              </a:extLst>
            </p:cNvPr>
            <p:cNvPicPr>
              <a:picLocks noChangeAspect="1"/>
            </p:cNvPicPr>
            <p:nvPr/>
          </p:nvPicPr>
          <p:blipFill>
            <a:blip r:embed="rId7">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rot="13959555">
              <a:off x="8830608" y="676091"/>
              <a:ext cx="1282845" cy="1319099"/>
            </a:xfrm>
            <a:prstGeom prst="rect">
              <a:avLst/>
            </a:prstGeom>
          </p:spPr>
        </p:pic>
        <p:pic>
          <p:nvPicPr>
            <p:cNvPr id="50" name="図 49">
              <a:extLst>
                <a:ext uri="{FF2B5EF4-FFF2-40B4-BE49-F238E27FC236}">
                  <a16:creationId xmlns:a16="http://schemas.microsoft.com/office/drawing/2014/main" id="{74312699-6930-5091-EF41-74D88F7C134A}"/>
                </a:ext>
              </a:extLst>
            </p:cNvPr>
            <p:cNvPicPr>
              <a:picLocks noChangeAspect="1"/>
            </p:cNvPicPr>
            <p:nvPr/>
          </p:nvPicPr>
          <p:blipFill>
            <a:blip r:embed="rId7">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rot="13959555" flipH="1" flipV="1">
              <a:off x="8982115" y="1085710"/>
              <a:ext cx="1282845" cy="1319099"/>
            </a:xfrm>
            <a:prstGeom prst="rect">
              <a:avLst/>
            </a:prstGeom>
          </p:spPr>
        </p:pic>
      </p:grpSp>
      <p:sp>
        <p:nvSpPr>
          <p:cNvPr id="53" name="楕円 52">
            <a:extLst>
              <a:ext uri="{FF2B5EF4-FFF2-40B4-BE49-F238E27FC236}">
                <a16:creationId xmlns:a16="http://schemas.microsoft.com/office/drawing/2014/main" id="{5B89A098-34B5-C761-D6C4-3FEDD671D8F5}"/>
              </a:ext>
            </a:extLst>
          </p:cNvPr>
          <p:cNvSpPr/>
          <p:nvPr/>
        </p:nvSpPr>
        <p:spPr>
          <a:xfrm>
            <a:off x="7750340" y="293295"/>
            <a:ext cx="791128" cy="791128"/>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61" name="グループ化 60">
            <a:extLst>
              <a:ext uri="{FF2B5EF4-FFF2-40B4-BE49-F238E27FC236}">
                <a16:creationId xmlns:a16="http://schemas.microsoft.com/office/drawing/2014/main" id="{139B5F44-19D0-A03C-4B8A-4D86C3625988}"/>
              </a:ext>
            </a:extLst>
          </p:cNvPr>
          <p:cNvGrpSpPr/>
          <p:nvPr/>
        </p:nvGrpSpPr>
        <p:grpSpPr>
          <a:xfrm>
            <a:off x="7930527" y="481731"/>
            <a:ext cx="419156" cy="437613"/>
            <a:chOff x="7930527" y="463715"/>
            <a:chExt cx="419156" cy="437613"/>
          </a:xfrm>
        </p:grpSpPr>
        <p:grpSp>
          <p:nvGrpSpPr>
            <p:cNvPr id="57" name="グループ化 56">
              <a:extLst>
                <a:ext uri="{FF2B5EF4-FFF2-40B4-BE49-F238E27FC236}">
                  <a16:creationId xmlns:a16="http://schemas.microsoft.com/office/drawing/2014/main" id="{58A5E8D3-7F1D-7093-1AD4-3302880139F4}"/>
                </a:ext>
              </a:extLst>
            </p:cNvPr>
            <p:cNvGrpSpPr/>
            <p:nvPr/>
          </p:nvGrpSpPr>
          <p:grpSpPr>
            <a:xfrm>
              <a:off x="7930527" y="463715"/>
              <a:ext cx="174927" cy="437613"/>
              <a:chOff x="7930527" y="462528"/>
              <a:chExt cx="174927" cy="437613"/>
            </a:xfrm>
          </p:grpSpPr>
          <p:sp>
            <p:nvSpPr>
              <p:cNvPr id="54" name="L 字 53">
                <a:extLst>
                  <a:ext uri="{FF2B5EF4-FFF2-40B4-BE49-F238E27FC236}">
                    <a16:creationId xmlns:a16="http://schemas.microsoft.com/office/drawing/2014/main" id="{C45AB907-4467-8090-19BC-8C591BF108A6}"/>
                  </a:ext>
                </a:extLst>
              </p:cNvPr>
              <p:cNvSpPr/>
              <p:nvPr/>
            </p:nvSpPr>
            <p:spPr>
              <a:xfrm>
                <a:off x="7930527" y="725214"/>
                <a:ext cx="174927" cy="174927"/>
              </a:xfrm>
              <a:prstGeom prst="corner">
                <a:avLst>
                  <a:gd name="adj1" fmla="val 28808"/>
                  <a:gd name="adj2" fmla="val 29924"/>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6" name="L 字 55">
                <a:extLst>
                  <a:ext uri="{FF2B5EF4-FFF2-40B4-BE49-F238E27FC236}">
                    <a16:creationId xmlns:a16="http://schemas.microsoft.com/office/drawing/2014/main" id="{FE8F1951-B99D-5D07-85CC-2EC6E5C45A53}"/>
                  </a:ext>
                </a:extLst>
              </p:cNvPr>
              <p:cNvSpPr/>
              <p:nvPr/>
            </p:nvSpPr>
            <p:spPr>
              <a:xfrm flipV="1">
                <a:off x="7930527" y="462528"/>
                <a:ext cx="174927" cy="174927"/>
              </a:xfrm>
              <a:prstGeom prst="corner">
                <a:avLst>
                  <a:gd name="adj1" fmla="val 28808"/>
                  <a:gd name="adj2" fmla="val 29924"/>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58" name="グループ化 57">
              <a:extLst>
                <a:ext uri="{FF2B5EF4-FFF2-40B4-BE49-F238E27FC236}">
                  <a16:creationId xmlns:a16="http://schemas.microsoft.com/office/drawing/2014/main" id="{B2796C37-A646-6026-4F20-739683735281}"/>
                </a:ext>
              </a:extLst>
            </p:cNvPr>
            <p:cNvGrpSpPr/>
            <p:nvPr/>
          </p:nvGrpSpPr>
          <p:grpSpPr>
            <a:xfrm flipH="1">
              <a:off x="8174756" y="463715"/>
              <a:ext cx="174927" cy="437613"/>
              <a:chOff x="7930527" y="462528"/>
              <a:chExt cx="174927" cy="437613"/>
            </a:xfrm>
          </p:grpSpPr>
          <p:sp>
            <p:nvSpPr>
              <p:cNvPr id="59" name="L 字 58">
                <a:extLst>
                  <a:ext uri="{FF2B5EF4-FFF2-40B4-BE49-F238E27FC236}">
                    <a16:creationId xmlns:a16="http://schemas.microsoft.com/office/drawing/2014/main" id="{B56B1B27-D590-1D05-2002-0D59964F6534}"/>
                  </a:ext>
                </a:extLst>
              </p:cNvPr>
              <p:cNvSpPr/>
              <p:nvPr/>
            </p:nvSpPr>
            <p:spPr>
              <a:xfrm>
                <a:off x="7930527" y="725214"/>
                <a:ext cx="174927" cy="174927"/>
              </a:xfrm>
              <a:prstGeom prst="corner">
                <a:avLst>
                  <a:gd name="adj1" fmla="val 28808"/>
                  <a:gd name="adj2" fmla="val 29924"/>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0" name="L 字 59">
                <a:extLst>
                  <a:ext uri="{FF2B5EF4-FFF2-40B4-BE49-F238E27FC236}">
                    <a16:creationId xmlns:a16="http://schemas.microsoft.com/office/drawing/2014/main" id="{49320B98-A060-F87B-24CE-F759719D2AC4}"/>
                  </a:ext>
                </a:extLst>
              </p:cNvPr>
              <p:cNvSpPr/>
              <p:nvPr/>
            </p:nvSpPr>
            <p:spPr>
              <a:xfrm flipV="1">
                <a:off x="7930527" y="462528"/>
                <a:ext cx="174927" cy="174927"/>
              </a:xfrm>
              <a:prstGeom prst="corner">
                <a:avLst>
                  <a:gd name="adj1" fmla="val 28808"/>
                  <a:gd name="adj2" fmla="val 29924"/>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sp>
        <p:nvSpPr>
          <p:cNvPr id="63" name="テキスト ボックス 62">
            <a:extLst>
              <a:ext uri="{FF2B5EF4-FFF2-40B4-BE49-F238E27FC236}">
                <a16:creationId xmlns:a16="http://schemas.microsoft.com/office/drawing/2014/main" id="{AFA8DECF-5DEE-944F-A11F-F608C24E1468}"/>
              </a:ext>
            </a:extLst>
          </p:cNvPr>
          <p:cNvSpPr txBox="1"/>
          <p:nvPr/>
        </p:nvSpPr>
        <p:spPr>
          <a:xfrm>
            <a:off x="8861888" y="5040238"/>
            <a:ext cx="877163" cy="369332"/>
          </a:xfrm>
          <a:prstGeom prst="rect">
            <a:avLst/>
          </a:prstGeom>
          <a:noFill/>
        </p:spPr>
        <p:txBody>
          <a:bodyPr wrap="none" rtlCol="0">
            <a:spAutoFit/>
          </a:bodyPr>
          <a:lstStyle/>
          <a:p>
            <a:pPr algn="ctr"/>
            <a:r>
              <a:rPr lang="ja-JP" altLang="en-US" b="1" dirty="0">
                <a:solidFill>
                  <a:srgbClr val="FF00FF"/>
                </a:solidFill>
                <a:effectLst>
                  <a:glow rad="50800">
                    <a:schemeClr val="bg1">
                      <a:lumMod val="95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rPr>
              <a:t>セーブ</a:t>
            </a:r>
            <a:endParaRPr kumimoji="1" lang="ja-JP" altLang="en-US" b="1" dirty="0">
              <a:solidFill>
                <a:srgbClr val="FF00FF"/>
              </a:solidFill>
              <a:effectLst>
                <a:glow rad="50800">
                  <a:schemeClr val="bg1">
                    <a:lumMod val="95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pic>
        <p:nvPicPr>
          <p:cNvPr id="12" name="図 11">
            <a:extLst>
              <a:ext uri="{FF2B5EF4-FFF2-40B4-BE49-F238E27FC236}">
                <a16:creationId xmlns:a16="http://schemas.microsoft.com/office/drawing/2014/main" id="{0DCBD2C3-3215-A8DE-61D0-FCEE3E3D8C34}"/>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10422556" y="4463494"/>
            <a:ext cx="725993" cy="725993"/>
          </a:xfrm>
          <a:prstGeom prst="rect">
            <a:avLst/>
          </a:prstGeom>
        </p:spPr>
      </p:pic>
      <p:pic>
        <p:nvPicPr>
          <p:cNvPr id="24" name="図 23">
            <a:extLst>
              <a:ext uri="{FF2B5EF4-FFF2-40B4-BE49-F238E27FC236}">
                <a16:creationId xmlns:a16="http://schemas.microsoft.com/office/drawing/2014/main" id="{4E86D449-4EDA-33E4-BF70-33728FD56AA3}"/>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9105832" y="4690759"/>
            <a:ext cx="389274" cy="389274"/>
          </a:xfrm>
          <a:prstGeom prst="rect">
            <a:avLst/>
          </a:prstGeom>
        </p:spPr>
      </p:pic>
      <p:sp>
        <p:nvSpPr>
          <p:cNvPr id="7" name="四角形: 角を丸くする 6">
            <a:extLst>
              <a:ext uri="{FF2B5EF4-FFF2-40B4-BE49-F238E27FC236}">
                <a16:creationId xmlns:a16="http://schemas.microsoft.com/office/drawing/2014/main" id="{9B4DB79F-37FF-54DD-EBB3-6F01B3FD1F68}"/>
              </a:ext>
            </a:extLst>
          </p:cNvPr>
          <p:cNvSpPr/>
          <p:nvPr/>
        </p:nvSpPr>
        <p:spPr>
          <a:xfrm>
            <a:off x="803196" y="4081991"/>
            <a:ext cx="2977742" cy="1275835"/>
          </a:xfrm>
          <a:prstGeom prst="roundRect">
            <a:avLst/>
          </a:prstGeom>
          <a:solidFill>
            <a:schemeClr val="bg1">
              <a:lumMod val="50000"/>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テキスト ボックス 12">
            <a:extLst>
              <a:ext uri="{FF2B5EF4-FFF2-40B4-BE49-F238E27FC236}">
                <a16:creationId xmlns:a16="http://schemas.microsoft.com/office/drawing/2014/main" id="{C9BDB59C-F0E8-B8F9-E3DF-C8EB660DAC7C}"/>
              </a:ext>
            </a:extLst>
          </p:cNvPr>
          <p:cNvSpPr txBox="1"/>
          <p:nvPr/>
        </p:nvSpPr>
        <p:spPr>
          <a:xfrm>
            <a:off x="1943254" y="4519853"/>
            <a:ext cx="697627" cy="400110"/>
          </a:xfrm>
          <a:prstGeom prst="rect">
            <a:avLst/>
          </a:prstGeom>
          <a:noFill/>
        </p:spPr>
        <p:txBody>
          <a:bodyPr wrap="none" rtlCol="0">
            <a:spAutoFit/>
          </a:bodyPr>
          <a:lstStyle/>
          <a:p>
            <a:pPr algn="ctr"/>
            <a:r>
              <a:rPr lang="en-US" altLang="ja-JP" sz="20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Tips</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pic>
        <p:nvPicPr>
          <p:cNvPr id="23" name="図 22">
            <a:extLst>
              <a:ext uri="{FF2B5EF4-FFF2-40B4-BE49-F238E27FC236}">
                <a16:creationId xmlns:a16="http://schemas.microsoft.com/office/drawing/2014/main" id="{F1EA57EB-1678-53CF-0E8E-D7C352863E8E}"/>
              </a:ext>
            </a:extLst>
          </p:cNvPr>
          <p:cNvPicPr>
            <a:picLocks noChangeAspect="1"/>
          </p:cNvPicPr>
          <p:nvPr/>
        </p:nvPicPr>
        <p:blipFill>
          <a:blip r:embed="rId10">
            <a:duotone>
              <a:schemeClr val="accent1">
                <a:shade val="45000"/>
                <a:satMod val="135000"/>
              </a:schemeClr>
              <a:prstClr val="white"/>
            </a:duotone>
            <a:alphaModFix amt="45000"/>
            <a:extLst>
              <a:ext uri="{28A0092B-C50C-407E-A947-70E740481C1C}">
                <a14:useLocalDpi xmlns:a14="http://schemas.microsoft.com/office/drawing/2010/main" val="0"/>
              </a:ext>
            </a:extLst>
          </a:blip>
          <a:stretch>
            <a:fillRect/>
          </a:stretch>
        </p:blipFill>
        <p:spPr>
          <a:xfrm>
            <a:off x="371236" y="2729896"/>
            <a:ext cx="1398209" cy="1398209"/>
          </a:xfrm>
          <a:prstGeom prst="rect">
            <a:avLst/>
          </a:prstGeom>
          <a:effectLst>
            <a:glow rad="88900">
              <a:srgbClr val="FFA4F3">
                <a:alpha val="30000"/>
              </a:srgbClr>
            </a:glow>
          </a:effectLst>
        </p:spPr>
      </p:pic>
      <p:pic>
        <p:nvPicPr>
          <p:cNvPr id="26" name="図 25">
            <a:extLst>
              <a:ext uri="{FF2B5EF4-FFF2-40B4-BE49-F238E27FC236}">
                <a16:creationId xmlns:a16="http://schemas.microsoft.com/office/drawing/2014/main" id="{E8302E72-A356-E5A2-40D8-3DB017ACC6EF}"/>
              </a:ext>
            </a:extLst>
          </p:cNvPr>
          <p:cNvPicPr>
            <a:picLocks noChangeAspect="1"/>
          </p:cNvPicPr>
          <p:nvPr/>
        </p:nvPicPr>
        <p:blipFill>
          <a:blip r:embed="rId10">
            <a:duotone>
              <a:schemeClr val="accent1">
                <a:shade val="45000"/>
                <a:satMod val="135000"/>
              </a:schemeClr>
              <a:prstClr val="white"/>
            </a:duotone>
            <a:alphaModFix amt="45000"/>
            <a:extLst>
              <a:ext uri="{28A0092B-C50C-407E-A947-70E740481C1C}">
                <a14:useLocalDpi xmlns:a14="http://schemas.microsoft.com/office/drawing/2010/main" val="0"/>
              </a:ext>
            </a:extLst>
          </a:blip>
          <a:stretch>
            <a:fillRect/>
          </a:stretch>
        </p:blipFill>
        <p:spPr>
          <a:xfrm flipH="1">
            <a:off x="10421587" y="2729895"/>
            <a:ext cx="1398209" cy="1398209"/>
          </a:xfrm>
          <a:prstGeom prst="rect">
            <a:avLst/>
          </a:prstGeom>
          <a:effectLst>
            <a:glow rad="88900">
              <a:srgbClr val="FFA4F3">
                <a:alpha val="30000"/>
              </a:srgbClr>
            </a:glow>
          </a:effectLst>
        </p:spPr>
      </p:pic>
    </p:spTree>
    <p:extLst>
      <p:ext uri="{BB962C8B-B14F-4D97-AF65-F5344CB8AC3E}">
        <p14:creationId xmlns:p14="http://schemas.microsoft.com/office/powerpoint/2010/main" val="1213002528"/>
      </p:ext>
    </p:extLst>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a:extLst>
            <a:ext uri="{FF2B5EF4-FFF2-40B4-BE49-F238E27FC236}">
              <a16:creationId xmlns:a16="http://schemas.microsoft.com/office/drawing/2014/main" id="{2A03F133-0CB1-0264-4D64-654FC86EF751}"/>
            </a:ext>
          </a:extLst>
        </p:cNvPr>
        <p:cNvGrpSpPr/>
        <p:nvPr/>
      </p:nvGrpSpPr>
      <p:grpSpPr>
        <a:xfrm>
          <a:off x="0" y="0"/>
          <a:ext cx="0" cy="0"/>
          <a:chOff x="0" y="0"/>
          <a:chExt cx="0" cy="0"/>
        </a:xfrm>
      </p:grpSpPr>
      <p:sp>
        <p:nvSpPr>
          <p:cNvPr id="22" name="楕円 21">
            <a:extLst>
              <a:ext uri="{FF2B5EF4-FFF2-40B4-BE49-F238E27FC236}">
                <a16:creationId xmlns:a16="http://schemas.microsoft.com/office/drawing/2014/main" id="{5CD91381-61D2-EA94-6D84-4AC7289E7A88}"/>
              </a:ext>
            </a:extLst>
          </p:cNvPr>
          <p:cNvSpPr/>
          <p:nvPr/>
        </p:nvSpPr>
        <p:spPr>
          <a:xfrm>
            <a:off x="8844505" y="4536806"/>
            <a:ext cx="911928" cy="911928"/>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楕円 14">
            <a:extLst>
              <a:ext uri="{FF2B5EF4-FFF2-40B4-BE49-F238E27FC236}">
                <a16:creationId xmlns:a16="http://schemas.microsoft.com/office/drawing/2014/main" id="{A9E432F1-C166-E39A-0E58-AC5084B6BA1E}"/>
              </a:ext>
            </a:extLst>
          </p:cNvPr>
          <p:cNvSpPr/>
          <p:nvPr/>
        </p:nvSpPr>
        <p:spPr>
          <a:xfrm>
            <a:off x="10313307" y="4536806"/>
            <a:ext cx="911928" cy="911928"/>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3" name="図 2">
            <a:extLst>
              <a:ext uri="{FF2B5EF4-FFF2-40B4-BE49-F238E27FC236}">
                <a16:creationId xmlns:a16="http://schemas.microsoft.com/office/drawing/2014/main" id="{C8D2FC93-2675-C427-B952-230A8DC195A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443025" y="914113"/>
            <a:ext cx="5305951" cy="7490029"/>
          </a:xfrm>
          <a:prstGeom prst="rect">
            <a:avLst/>
          </a:prstGeom>
        </p:spPr>
      </p:pic>
      <p:sp>
        <p:nvSpPr>
          <p:cNvPr id="6" name="四角形: 角を丸くする 5">
            <a:extLst>
              <a:ext uri="{FF2B5EF4-FFF2-40B4-BE49-F238E27FC236}">
                <a16:creationId xmlns:a16="http://schemas.microsoft.com/office/drawing/2014/main" id="{194D3BAD-03D6-C8AD-2BAA-73C18786559C}"/>
              </a:ext>
            </a:extLst>
          </p:cNvPr>
          <p:cNvSpPr/>
          <p:nvPr/>
        </p:nvSpPr>
        <p:spPr>
          <a:xfrm>
            <a:off x="431675" y="5656233"/>
            <a:ext cx="11328651" cy="914400"/>
          </a:xfrm>
          <a:prstGeom prst="roundRect">
            <a:avLst>
              <a:gd name="adj" fmla="val 4803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10" name="四角形: 角を丸くする 9">
            <a:extLst>
              <a:ext uri="{FF2B5EF4-FFF2-40B4-BE49-F238E27FC236}">
                <a16:creationId xmlns:a16="http://schemas.microsoft.com/office/drawing/2014/main" id="{FAEE29F2-3DA7-AB71-F60F-E17BD393A22D}"/>
              </a:ext>
            </a:extLst>
          </p:cNvPr>
          <p:cNvSpPr/>
          <p:nvPr/>
        </p:nvSpPr>
        <p:spPr>
          <a:xfrm>
            <a:off x="989774" y="5640918"/>
            <a:ext cx="1338828" cy="914400"/>
          </a:xfrm>
          <a:prstGeom prst="roundRect">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45" name="楕円 44">
            <a:extLst>
              <a:ext uri="{FF2B5EF4-FFF2-40B4-BE49-F238E27FC236}">
                <a16:creationId xmlns:a16="http://schemas.microsoft.com/office/drawing/2014/main" id="{2E5E63CF-081D-1FDF-12A4-35299EDDCEAC}"/>
              </a:ext>
            </a:extLst>
          </p:cNvPr>
          <p:cNvSpPr/>
          <p:nvPr/>
        </p:nvSpPr>
        <p:spPr>
          <a:xfrm>
            <a:off x="8714529" y="293295"/>
            <a:ext cx="791128" cy="791128"/>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4" name="図 3">
            <a:extLst>
              <a:ext uri="{FF2B5EF4-FFF2-40B4-BE49-F238E27FC236}">
                <a16:creationId xmlns:a16="http://schemas.microsoft.com/office/drawing/2014/main" id="{35599C44-7F9E-56DA-9969-B74FC597F4B0}"/>
              </a:ext>
            </a:extLst>
          </p:cNvPr>
          <p:cNvPicPr>
            <a:picLocks noChangeAspect="1"/>
          </p:cNvPicPr>
          <p:nvPr/>
        </p:nvPicPr>
        <p:blipFill>
          <a:blip r:embed="rId4">
            <a:extLst>
              <a:ext uri="{28A0092B-C50C-407E-A947-70E740481C1C}">
                <a14:useLocalDpi xmlns:a14="http://schemas.microsoft.com/office/drawing/2010/main" val="0"/>
              </a:ext>
            </a:extLst>
          </a:blip>
          <a:srcRect l="59639" t="36782" r="20854" b="36420"/>
          <a:stretch>
            <a:fillRect/>
          </a:stretch>
        </p:blipFill>
        <p:spPr>
          <a:xfrm>
            <a:off x="10785553" y="134635"/>
            <a:ext cx="1104697" cy="1138172"/>
          </a:xfrm>
          <a:prstGeom prst="rect">
            <a:avLst/>
          </a:prstGeom>
        </p:spPr>
      </p:pic>
      <p:sp>
        <p:nvSpPr>
          <p:cNvPr id="11" name="テキスト ボックス 10">
            <a:extLst>
              <a:ext uri="{FF2B5EF4-FFF2-40B4-BE49-F238E27FC236}">
                <a16:creationId xmlns:a16="http://schemas.microsoft.com/office/drawing/2014/main" id="{CECB676E-A3A3-6843-B683-DC13209FB203}"/>
              </a:ext>
            </a:extLst>
          </p:cNvPr>
          <p:cNvSpPr txBox="1"/>
          <p:nvPr/>
        </p:nvSpPr>
        <p:spPr>
          <a:xfrm>
            <a:off x="10089424" y="5040238"/>
            <a:ext cx="1338828" cy="369332"/>
          </a:xfrm>
          <a:prstGeom prst="rect">
            <a:avLst/>
          </a:prstGeom>
          <a:noFill/>
        </p:spPr>
        <p:txBody>
          <a:bodyPr wrap="none" rtlCol="0">
            <a:spAutoFit/>
          </a:bodyPr>
          <a:lstStyle/>
          <a:p>
            <a:pPr algn="ctr"/>
            <a:r>
              <a:rPr lang="ja-JP" altLang="en-US" b="1" dirty="0">
                <a:ln w="9525">
                  <a:noFill/>
                </a:ln>
                <a:solidFill>
                  <a:srgbClr val="FF00FF"/>
                </a:solidFill>
                <a:effectLst>
                  <a:glow rad="50800">
                    <a:schemeClr val="bg1">
                      <a:lumMod val="95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rPr>
              <a:t>ミッション</a:t>
            </a:r>
            <a:endParaRPr kumimoji="1" lang="ja-JP" altLang="en-US" b="1" dirty="0">
              <a:ln w="9525">
                <a:noFill/>
              </a:ln>
              <a:solidFill>
                <a:srgbClr val="FF00FF"/>
              </a:solidFill>
              <a:effectLst>
                <a:glow rad="50800">
                  <a:schemeClr val="bg1">
                    <a:lumMod val="95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4" name="テキスト ボックス 13">
            <a:extLst>
              <a:ext uri="{FF2B5EF4-FFF2-40B4-BE49-F238E27FC236}">
                <a16:creationId xmlns:a16="http://schemas.microsoft.com/office/drawing/2014/main" id="{C41186FD-5650-22F8-CB05-050CD9C9179B}"/>
              </a:ext>
            </a:extLst>
          </p:cNvPr>
          <p:cNvSpPr txBox="1"/>
          <p:nvPr/>
        </p:nvSpPr>
        <p:spPr>
          <a:xfrm>
            <a:off x="1165119"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6" name="テキスト ボックス 15">
            <a:extLst>
              <a:ext uri="{FF2B5EF4-FFF2-40B4-BE49-F238E27FC236}">
                <a16:creationId xmlns:a16="http://schemas.microsoft.com/office/drawing/2014/main" id="{E5F9BC6C-8783-6385-CC2C-416B5AED7431}"/>
              </a:ext>
            </a:extLst>
          </p:cNvPr>
          <p:cNvSpPr txBox="1"/>
          <p:nvPr/>
        </p:nvSpPr>
        <p:spPr>
          <a:xfrm flipH="1">
            <a:off x="529243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9" name="テキスト ボックス 18">
            <a:extLst>
              <a:ext uri="{FF2B5EF4-FFF2-40B4-BE49-F238E27FC236}">
                <a16:creationId xmlns:a16="http://schemas.microsoft.com/office/drawing/2014/main" id="{4C8D2F56-7EC0-6C4E-9E51-558D71A56FE6}"/>
              </a:ext>
            </a:extLst>
          </p:cNvPr>
          <p:cNvSpPr txBox="1"/>
          <p:nvPr/>
        </p:nvSpPr>
        <p:spPr>
          <a:xfrm>
            <a:off x="284405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9" name="テキスト ボックス 8">
            <a:extLst>
              <a:ext uri="{FF2B5EF4-FFF2-40B4-BE49-F238E27FC236}">
                <a16:creationId xmlns:a16="http://schemas.microsoft.com/office/drawing/2014/main" id="{229DB889-11F3-A43D-4A05-8B2A6A6EDC67}"/>
              </a:ext>
            </a:extLst>
          </p:cNvPr>
          <p:cNvSpPr txBox="1"/>
          <p:nvPr/>
        </p:nvSpPr>
        <p:spPr>
          <a:xfrm>
            <a:off x="8393833"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 name="テキスト ボックス 4">
            <a:extLst>
              <a:ext uri="{FF2B5EF4-FFF2-40B4-BE49-F238E27FC236}">
                <a16:creationId xmlns:a16="http://schemas.microsoft.com/office/drawing/2014/main" id="{34A08E01-18A3-272E-6853-0E88FF23FD8B}"/>
              </a:ext>
            </a:extLst>
          </p:cNvPr>
          <p:cNvSpPr txBox="1"/>
          <p:nvPr/>
        </p:nvSpPr>
        <p:spPr>
          <a:xfrm>
            <a:off x="6714895"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2" name="テキスト ボックス 31">
            <a:extLst>
              <a:ext uri="{FF2B5EF4-FFF2-40B4-BE49-F238E27FC236}">
                <a16:creationId xmlns:a16="http://schemas.microsoft.com/office/drawing/2014/main" id="{FEEAA996-DB03-F1B5-8A9D-3320B2AD26A3}"/>
              </a:ext>
            </a:extLst>
          </p:cNvPr>
          <p:cNvSpPr txBox="1"/>
          <p:nvPr/>
        </p:nvSpPr>
        <p:spPr>
          <a:xfrm flipH="1">
            <a:off x="9816293" y="5913378"/>
            <a:ext cx="1210588"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7" name="四角形: 角を丸くする 16">
            <a:extLst>
              <a:ext uri="{FF2B5EF4-FFF2-40B4-BE49-F238E27FC236}">
                <a16:creationId xmlns:a16="http://schemas.microsoft.com/office/drawing/2014/main" id="{79BCDDAC-BF5A-7C10-3865-024FE8A5F267}"/>
              </a:ext>
            </a:extLst>
          </p:cNvPr>
          <p:cNvSpPr/>
          <p:nvPr/>
        </p:nvSpPr>
        <p:spPr>
          <a:xfrm>
            <a:off x="567559" y="504494"/>
            <a:ext cx="3414360" cy="914400"/>
          </a:xfrm>
          <a:prstGeom prst="roundRect">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テキスト ボックス 19">
            <a:extLst>
              <a:ext uri="{FF2B5EF4-FFF2-40B4-BE49-F238E27FC236}">
                <a16:creationId xmlns:a16="http://schemas.microsoft.com/office/drawing/2014/main" id="{0993EF74-E032-8EB4-5150-ABD2F6ED780C}"/>
              </a:ext>
            </a:extLst>
          </p:cNvPr>
          <p:cNvSpPr txBox="1"/>
          <p:nvPr/>
        </p:nvSpPr>
        <p:spPr>
          <a:xfrm>
            <a:off x="1156484" y="761639"/>
            <a:ext cx="2236510" cy="400110"/>
          </a:xfrm>
          <a:prstGeom prst="rect">
            <a:avLst/>
          </a:prstGeom>
          <a:noFill/>
        </p:spPr>
        <p:txBody>
          <a:bodyPr wrap="none" rtlCol="0">
            <a:spAutoFit/>
          </a:bodyPr>
          <a:lstStyle/>
          <a:p>
            <a:r>
              <a:rPr lang="ja-JP" altLang="en-US" sz="20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メインミッション</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21" name="吹き出し: 角を丸めた四角形 20">
            <a:extLst>
              <a:ext uri="{FF2B5EF4-FFF2-40B4-BE49-F238E27FC236}">
                <a16:creationId xmlns:a16="http://schemas.microsoft.com/office/drawing/2014/main" id="{A7DF9EEE-7923-B4E2-80F8-77418D7B071F}"/>
              </a:ext>
            </a:extLst>
          </p:cNvPr>
          <p:cNvSpPr/>
          <p:nvPr/>
        </p:nvSpPr>
        <p:spPr>
          <a:xfrm>
            <a:off x="8262219" y="1825224"/>
            <a:ext cx="3274549" cy="2126137"/>
          </a:xfrm>
          <a:prstGeom prst="wedgeRoundRectCallout">
            <a:avLst>
              <a:gd name="adj1" fmla="val -66579"/>
              <a:gd name="adj2" fmla="val 24789"/>
              <a:gd name="adj3" fmla="val 16667"/>
            </a:avLst>
          </a:prstGeom>
          <a:solidFill>
            <a:schemeClr val="bg1">
              <a:lumMod val="95000"/>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1" name="楕円 30">
            <a:extLst>
              <a:ext uri="{FF2B5EF4-FFF2-40B4-BE49-F238E27FC236}">
                <a16:creationId xmlns:a16="http://schemas.microsoft.com/office/drawing/2014/main" id="{C65047DC-88BB-1243-1D5A-859F55ACFA95}"/>
              </a:ext>
            </a:extLst>
          </p:cNvPr>
          <p:cNvSpPr/>
          <p:nvPr/>
        </p:nvSpPr>
        <p:spPr>
          <a:xfrm>
            <a:off x="9676741" y="293295"/>
            <a:ext cx="791128" cy="791128"/>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34" name="図 33">
            <a:extLst>
              <a:ext uri="{FF2B5EF4-FFF2-40B4-BE49-F238E27FC236}">
                <a16:creationId xmlns:a16="http://schemas.microsoft.com/office/drawing/2014/main" id="{88CE6694-396D-5D10-F67E-7B971892D466}"/>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824112" y="504494"/>
            <a:ext cx="491958" cy="377616"/>
          </a:xfrm>
          <a:prstGeom prst="rect">
            <a:avLst/>
          </a:prstGeom>
        </p:spPr>
      </p:pic>
      <p:pic>
        <p:nvPicPr>
          <p:cNvPr id="37" name="図 36">
            <a:extLst>
              <a:ext uri="{FF2B5EF4-FFF2-40B4-BE49-F238E27FC236}">
                <a16:creationId xmlns:a16="http://schemas.microsoft.com/office/drawing/2014/main" id="{093EC25C-8B95-4E81-6FAB-7D327763E4CA}"/>
              </a:ext>
            </a:extLst>
          </p:cNvPr>
          <p:cNvPicPr>
            <a:picLocks noChangeAspect="1"/>
          </p:cNvPicPr>
          <p:nvPr/>
        </p:nvPicPr>
        <p:blipFill>
          <a:blip r:embed="rId6">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a:off x="10089424" y="438866"/>
            <a:ext cx="248496" cy="248496"/>
          </a:xfrm>
          <a:prstGeom prst="rect">
            <a:avLst/>
          </a:prstGeom>
        </p:spPr>
      </p:pic>
      <p:grpSp>
        <p:nvGrpSpPr>
          <p:cNvPr id="46" name="グループ化 45">
            <a:extLst>
              <a:ext uri="{FF2B5EF4-FFF2-40B4-BE49-F238E27FC236}">
                <a16:creationId xmlns:a16="http://schemas.microsoft.com/office/drawing/2014/main" id="{7C9907AE-CEF3-1B4E-A2BC-C8BC83836F38}"/>
              </a:ext>
            </a:extLst>
          </p:cNvPr>
          <p:cNvGrpSpPr/>
          <p:nvPr/>
        </p:nvGrpSpPr>
        <p:grpSpPr>
          <a:xfrm>
            <a:off x="8866612" y="440512"/>
            <a:ext cx="482849" cy="431323"/>
            <a:chOff x="8844072" y="425149"/>
            <a:chExt cx="617254" cy="551388"/>
          </a:xfrm>
        </p:grpSpPr>
        <p:sp>
          <p:nvSpPr>
            <p:cNvPr id="43" name="ハート 42">
              <a:extLst>
                <a:ext uri="{FF2B5EF4-FFF2-40B4-BE49-F238E27FC236}">
                  <a16:creationId xmlns:a16="http://schemas.microsoft.com/office/drawing/2014/main" id="{55997FE7-9686-5BAA-0208-2DE2B3CF9916}"/>
                </a:ext>
              </a:extLst>
            </p:cNvPr>
            <p:cNvSpPr/>
            <p:nvPr/>
          </p:nvSpPr>
          <p:spPr>
            <a:xfrm>
              <a:off x="9017415" y="532627"/>
              <a:ext cx="443911" cy="443910"/>
            </a:xfrm>
            <a:prstGeom prst="heart">
              <a:avLst/>
            </a:prstGeom>
            <a:solidFill>
              <a:srgbClr val="FFA4F3"/>
            </a:solidFill>
            <a:ln w="63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1" name="ハート 40">
              <a:extLst>
                <a:ext uri="{FF2B5EF4-FFF2-40B4-BE49-F238E27FC236}">
                  <a16:creationId xmlns:a16="http://schemas.microsoft.com/office/drawing/2014/main" id="{ABFD4836-2C31-A76D-6836-7B60CF133C41}"/>
                </a:ext>
              </a:extLst>
            </p:cNvPr>
            <p:cNvSpPr/>
            <p:nvPr/>
          </p:nvSpPr>
          <p:spPr>
            <a:xfrm>
              <a:off x="8844072" y="425149"/>
              <a:ext cx="443910" cy="443910"/>
            </a:xfrm>
            <a:prstGeom prst="heart">
              <a:avLst/>
            </a:prstGeom>
            <a:solidFill>
              <a:schemeClr val="accent4">
                <a:lumMod val="20000"/>
                <a:lumOff val="80000"/>
              </a:schemeClr>
            </a:solidFill>
            <a:ln w="63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51" name="グループ化 50">
            <a:extLst>
              <a:ext uri="{FF2B5EF4-FFF2-40B4-BE49-F238E27FC236}">
                <a16:creationId xmlns:a16="http://schemas.microsoft.com/office/drawing/2014/main" id="{1E1EA456-79C2-BFCD-C355-1D13938B966A}"/>
              </a:ext>
            </a:extLst>
          </p:cNvPr>
          <p:cNvGrpSpPr/>
          <p:nvPr/>
        </p:nvGrpSpPr>
        <p:grpSpPr>
          <a:xfrm>
            <a:off x="9012614" y="726793"/>
            <a:ext cx="230130" cy="326302"/>
            <a:chOff x="8812481" y="694218"/>
            <a:chExt cx="1470606" cy="1692464"/>
          </a:xfrm>
          <a:effectLst>
            <a:glow rad="12700">
              <a:schemeClr val="tx1">
                <a:lumMod val="85000"/>
                <a:lumOff val="15000"/>
                <a:alpha val="70000"/>
              </a:schemeClr>
            </a:glow>
          </a:effectLst>
        </p:grpSpPr>
        <p:pic>
          <p:nvPicPr>
            <p:cNvPr id="48" name="図 47">
              <a:extLst>
                <a:ext uri="{FF2B5EF4-FFF2-40B4-BE49-F238E27FC236}">
                  <a16:creationId xmlns:a16="http://schemas.microsoft.com/office/drawing/2014/main" id="{9CD25691-00B0-0DEE-A0AC-5FF8B4AFA18B}"/>
                </a:ext>
              </a:extLst>
            </p:cNvPr>
            <p:cNvPicPr>
              <a:picLocks noChangeAspect="1"/>
            </p:cNvPicPr>
            <p:nvPr/>
          </p:nvPicPr>
          <p:blipFill>
            <a:blip r:embed="rId7">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rot="13959555">
              <a:off x="8830608" y="676091"/>
              <a:ext cx="1282845" cy="1319099"/>
            </a:xfrm>
            <a:prstGeom prst="rect">
              <a:avLst/>
            </a:prstGeom>
          </p:spPr>
        </p:pic>
        <p:pic>
          <p:nvPicPr>
            <p:cNvPr id="50" name="図 49">
              <a:extLst>
                <a:ext uri="{FF2B5EF4-FFF2-40B4-BE49-F238E27FC236}">
                  <a16:creationId xmlns:a16="http://schemas.microsoft.com/office/drawing/2014/main" id="{F029749E-9723-4DE9-1485-6F5F301760CD}"/>
                </a:ext>
              </a:extLst>
            </p:cNvPr>
            <p:cNvPicPr>
              <a:picLocks noChangeAspect="1"/>
            </p:cNvPicPr>
            <p:nvPr/>
          </p:nvPicPr>
          <p:blipFill>
            <a:blip r:embed="rId7">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rot="13959555" flipH="1" flipV="1">
              <a:off x="8982115" y="1085710"/>
              <a:ext cx="1282845" cy="1319099"/>
            </a:xfrm>
            <a:prstGeom prst="rect">
              <a:avLst/>
            </a:prstGeom>
          </p:spPr>
        </p:pic>
      </p:grpSp>
      <p:sp>
        <p:nvSpPr>
          <p:cNvPr id="53" name="楕円 52">
            <a:extLst>
              <a:ext uri="{FF2B5EF4-FFF2-40B4-BE49-F238E27FC236}">
                <a16:creationId xmlns:a16="http://schemas.microsoft.com/office/drawing/2014/main" id="{0D21EFB8-3A62-3772-4531-43C007697980}"/>
              </a:ext>
            </a:extLst>
          </p:cNvPr>
          <p:cNvSpPr/>
          <p:nvPr/>
        </p:nvSpPr>
        <p:spPr>
          <a:xfrm>
            <a:off x="7750340" y="293295"/>
            <a:ext cx="791128" cy="791128"/>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61" name="グループ化 60">
            <a:extLst>
              <a:ext uri="{FF2B5EF4-FFF2-40B4-BE49-F238E27FC236}">
                <a16:creationId xmlns:a16="http://schemas.microsoft.com/office/drawing/2014/main" id="{AEE5ED99-96E3-820F-5551-BF47715F137D}"/>
              </a:ext>
            </a:extLst>
          </p:cNvPr>
          <p:cNvGrpSpPr/>
          <p:nvPr/>
        </p:nvGrpSpPr>
        <p:grpSpPr>
          <a:xfrm>
            <a:off x="7930527" y="481731"/>
            <a:ext cx="419156" cy="437613"/>
            <a:chOff x="7930527" y="463715"/>
            <a:chExt cx="419156" cy="437613"/>
          </a:xfrm>
        </p:grpSpPr>
        <p:grpSp>
          <p:nvGrpSpPr>
            <p:cNvPr id="57" name="グループ化 56">
              <a:extLst>
                <a:ext uri="{FF2B5EF4-FFF2-40B4-BE49-F238E27FC236}">
                  <a16:creationId xmlns:a16="http://schemas.microsoft.com/office/drawing/2014/main" id="{5EE23FD3-65F0-E235-3CA0-4E82E50671E2}"/>
                </a:ext>
              </a:extLst>
            </p:cNvPr>
            <p:cNvGrpSpPr/>
            <p:nvPr/>
          </p:nvGrpSpPr>
          <p:grpSpPr>
            <a:xfrm>
              <a:off x="7930527" y="463715"/>
              <a:ext cx="174927" cy="437613"/>
              <a:chOff x="7930527" y="462528"/>
              <a:chExt cx="174927" cy="437613"/>
            </a:xfrm>
          </p:grpSpPr>
          <p:sp>
            <p:nvSpPr>
              <p:cNvPr id="54" name="L 字 53">
                <a:extLst>
                  <a:ext uri="{FF2B5EF4-FFF2-40B4-BE49-F238E27FC236}">
                    <a16:creationId xmlns:a16="http://schemas.microsoft.com/office/drawing/2014/main" id="{D759FB65-CCEA-3447-DE8E-469C1164A94F}"/>
                  </a:ext>
                </a:extLst>
              </p:cNvPr>
              <p:cNvSpPr/>
              <p:nvPr/>
            </p:nvSpPr>
            <p:spPr>
              <a:xfrm>
                <a:off x="7930527" y="725214"/>
                <a:ext cx="174927" cy="174927"/>
              </a:xfrm>
              <a:prstGeom prst="corner">
                <a:avLst>
                  <a:gd name="adj1" fmla="val 28808"/>
                  <a:gd name="adj2" fmla="val 29924"/>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6" name="L 字 55">
                <a:extLst>
                  <a:ext uri="{FF2B5EF4-FFF2-40B4-BE49-F238E27FC236}">
                    <a16:creationId xmlns:a16="http://schemas.microsoft.com/office/drawing/2014/main" id="{5151A07D-A6E6-9DB7-4960-1BA399C2CE74}"/>
                  </a:ext>
                </a:extLst>
              </p:cNvPr>
              <p:cNvSpPr/>
              <p:nvPr/>
            </p:nvSpPr>
            <p:spPr>
              <a:xfrm flipV="1">
                <a:off x="7930527" y="462528"/>
                <a:ext cx="174927" cy="174927"/>
              </a:xfrm>
              <a:prstGeom prst="corner">
                <a:avLst>
                  <a:gd name="adj1" fmla="val 28808"/>
                  <a:gd name="adj2" fmla="val 29924"/>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58" name="グループ化 57">
              <a:extLst>
                <a:ext uri="{FF2B5EF4-FFF2-40B4-BE49-F238E27FC236}">
                  <a16:creationId xmlns:a16="http://schemas.microsoft.com/office/drawing/2014/main" id="{37A4821A-3848-8DAD-3B31-684BA65BAB72}"/>
                </a:ext>
              </a:extLst>
            </p:cNvPr>
            <p:cNvGrpSpPr/>
            <p:nvPr/>
          </p:nvGrpSpPr>
          <p:grpSpPr>
            <a:xfrm flipH="1">
              <a:off x="8174756" y="463715"/>
              <a:ext cx="174927" cy="437613"/>
              <a:chOff x="7930527" y="462528"/>
              <a:chExt cx="174927" cy="437613"/>
            </a:xfrm>
          </p:grpSpPr>
          <p:sp>
            <p:nvSpPr>
              <p:cNvPr id="59" name="L 字 58">
                <a:extLst>
                  <a:ext uri="{FF2B5EF4-FFF2-40B4-BE49-F238E27FC236}">
                    <a16:creationId xmlns:a16="http://schemas.microsoft.com/office/drawing/2014/main" id="{83797C0E-3E2D-8638-0396-973E35ADC899}"/>
                  </a:ext>
                </a:extLst>
              </p:cNvPr>
              <p:cNvSpPr/>
              <p:nvPr/>
            </p:nvSpPr>
            <p:spPr>
              <a:xfrm>
                <a:off x="7930527" y="725214"/>
                <a:ext cx="174927" cy="174927"/>
              </a:xfrm>
              <a:prstGeom prst="corner">
                <a:avLst>
                  <a:gd name="adj1" fmla="val 28808"/>
                  <a:gd name="adj2" fmla="val 29924"/>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0" name="L 字 59">
                <a:extLst>
                  <a:ext uri="{FF2B5EF4-FFF2-40B4-BE49-F238E27FC236}">
                    <a16:creationId xmlns:a16="http://schemas.microsoft.com/office/drawing/2014/main" id="{0419DDB6-81C0-D9D1-3BC8-687E0A81F685}"/>
                  </a:ext>
                </a:extLst>
              </p:cNvPr>
              <p:cNvSpPr/>
              <p:nvPr/>
            </p:nvSpPr>
            <p:spPr>
              <a:xfrm flipV="1">
                <a:off x="7930527" y="462528"/>
                <a:ext cx="174927" cy="174927"/>
              </a:xfrm>
              <a:prstGeom prst="corner">
                <a:avLst>
                  <a:gd name="adj1" fmla="val 28808"/>
                  <a:gd name="adj2" fmla="val 29924"/>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sp>
        <p:nvSpPr>
          <p:cNvPr id="63" name="テキスト ボックス 62">
            <a:extLst>
              <a:ext uri="{FF2B5EF4-FFF2-40B4-BE49-F238E27FC236}">
                <a16:creationId xmlns:a16="http://schemas.microsoft.com/office/drawing/2014/main" id="{8D9B0244-9971-8F52-2F91-1513DD3A397E}"/>
              </a:ext>
            </a:extLst>
          </p:cNvPr>
          <p:cNvSpPr txBox="1"/>
          <p:nvPr/>
        </p:nvSpPr>
        <p:spPr>
          <a:xfrm>
            <a:off x="8861888" y="5040238"/>
            <a:ext cx="877163" cy="369332"/>
          </a:xfrm>
          <a:prstGeom prst="rect">
            <a:avLst/>
          </a:prstGeom>
          <a:noFill/>
        </p:spPr>
        <p:txBody>
          <a:bodyPr wrap="none" rtlCol="0">
            <a:spAutoFit/>
          </a:bodyPr>
          <a:lstStyle/>
          <a:p>
            <a:pPr algn="ctr"/>
            <a:r>
              <a:rPr lang="ja-JP" altLang="en-US" b="1" dirty="0">
                <a:solidFill>
                  <a:srgbClr val="FF00FF"/>
                </a:solidFill>
                <a:effectLst>
                  <a:glow rad="50800">
                    <a:schemeClr val="bg1">
                      <a:lumMod val="95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rPr>
              <a:t>セーブ</a:t>
            </a:r>
            <a:endParaRPr kumimoji="1" lang="ja-JP" altLang="en-US" b="1" dirty="0">
              <a:solidFill>
                <a:srgbClr val="FF00FF"/>
              </a:solidFill>
              <a:effectLst>
                <a:glow rad="50800">
                  <a:schemeClr val="bg1">
                    <a:lumMod val="95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pic>
        <p:nvPicPr>
          <p:cNvPr id="12" name="図 11">
            <a:extLst>
              <a:ext uri="{FF2B5EF4-FFF2-40B4-BE49-F238E27FC236}">
                <a16:creationId xmlns:a16="http://schemas.microsoft.com/office/drawing/2014/main" id="{F6238778-11A1-E2C8-71A9-F9D33AA5D6A9}"/>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10422556" y="4463494"/>
            <a:ext cx="725993" cy="725993"/>
          </a:xfrm>
          <a:prstGeom prst="rect">
            <a:avLst/>
          </a:prstGeom>
        </p:spPr>
      </p:pic>
      <p:pic>
        <p:nvPicPr>
          <p:cNvPr id="24" name="図 23">
            <a:extLst>
              <a:ext uri="{FF2B5EF4-FFF2-40B4-BE49-F238E27FC236}">
                <a16:creationId xmlns:a16="http://schemas.microsoft.com/office/drawing/2014/main" id="{BCEDEB3D-B329-429B-88C4-64E7AB64839E}"/>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9105832" y="4690759"/>
            <a:ext cx="389274" cy="389274"/>
          </a:xfrm>
          <a:prstGeom prst="rect">
            <a:avLst/>
          </a:prstGeom>
        </p:spPr>
      </p:pic>
      <p:sp>
        <p:nvSpPr>
          <p:cNvPr id="7" name="四角形: 角を丸くする 6">
            <a:extLst>
              <a:ext uri="{FF2B5EF4-FFF2-40B4-BE49-F238E27FC236}">
                <a16:creationId xmlns:a16="http://schemas.microsoft.com/office/drawing/2014/main" id="{9AF621E6-881A-B2D8-61E7-69D256BE3F5B}"/>
              </a:ext>
            </a:extLst>
          </p:cNvPr>
          <p:cNvSpPr/>
          <p:nvPr/>
        </p:nvSpPr>
        <p:spPr>
          <a:xfrm>
            <a:off x="803196" y="4081991"/>
            <a:ext cx="2977742" cy="1275835"/>
          </a:xfrm>
          <a:prstGeom prst="roundRect">
            <a:avLst/>
          </a:prstGeom>
          <a:solidFill>
            <a:schemeClr val="bg1">
              <a:lumMod val="50000"/>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テキスト ボックス 12">
            <a:extLst>
              <a:ext uri="{FF2B5EF4-FFF2-40B4-BE49-F238E27FC236}">
                <a16:creationId xmlns:a16="http://schemas.microsoft.com/office/drawing/2014/main" id="{134FBE14-8845-E910-8FBE-E65CF882C1E3}"/>
              </a:ext>
            </a:extLst>
          </p:cNvPr>
          <p:cNvSpPr txBox="1"/>
          <p:nvPr/>
        </p:nvSpPr>
        <p:spPr>
          <a:xfrm>
            <a:off x="1943254" y="4519853"/>
            <a:ext cx="697627" cy="400110"/>
          </a:xfrm>
          <a:prstGeom prst="rect">
            <a:avLst/>
          </a:prstGeom>
          <a:noFill/>
        </p:spPr>
        <p:txBody>
          <a:bodyPr wrap="none" rtlCol="0">
            <a:spAutoFit/>
          </a:bodyPr>
          <a:lstStyle/>
          <a:p>
            <a:pPr algn="ctr"/>
            <a:r>
              <a:rPr lang="en-US" altLang="ja-JP" sz="20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Tips</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pic>
        <p:nvPicPr>
          <p:cNvPr id="23" name="図 22">
            <a:extLst>
              <a:ext uri="{FF2B5EF4-FFF2-40B4-BE49-F238E27FC236}">
                <a16:creationId xmlns:a16="http://schemas.microsoft.com/office/drawing/2014/main" id="{03EB101A-C851-7CCD-FACF-94129AAC4926}"/>
              </a:ext>
            </a:extLst>
          </p:cNvPr>
          <p:cNvPicPr>
            <a:picLocks noChangeAspect="1"/>
          </p:cNvPicPr>
          <p:nvPr/>
        </p:nvPicPr>
        <p:blipFill>
          <a:blip r:embed="rId10">
            <a:duotone>
              <a:schemeClr val="accent1">
                <a:shade val="45000"/>
                <a:satMod val="135000"/>
              </a:schemeClr>
              <a:prstClr val="white"/>
            </a:duotone>
            <a:alphaModFix amt="30000"/>
            <a:extLst>
              <a:ext uri="{28A0092B-C50C-407E-A947-70E740481C1C}">
                <a14:useLocalDpi xmlns:a14="http://schemas.microsoft.com/office/drawing/2010/main" val="0"/>
              </a:ext>
            </a:extLst>
          </a:blip>
          <a:stretch>
            <a:fillRect/>
          </a:stretch>
        </p:blipFill>
        <p:spPr>
          <a:xfrm>
            <a:off x="371236" y="2729896"/>
            <a:ext cx="1398209" cy="1398209"/>
          </a:xfrm>
          <a:prstGeom prst="rect">
            <a:avLst/>
          </a:prstGeom>
          <a:effectLst>
            <a:glow rad="88900">
              <a:srgbClr val="FFA4F3">
                <a:alpha val="30000"/>
              </a:srgbClr>
            </a:glow>
          </a:effectLst>
        </p:spPr>
      </p:pic>
      <p:pic>
        <p:nvPicPr>
          <p:cNvPr id="26" name="図 25">
            <a:extLst>
              <a:ext uri="{FF2B5EF4-FFF2-40B4-BE49-F238E27FC236}">
                <a16:creationId xmlns:a16="http://schemas.microsoft.com/office/drawing/2014/main" id="{AD67C9F2-B4DD-8403-BFF1-0DD88C6E240D}"/>
              </a:ext>
            </a:extLst>
          </p:cNvPr>
          <p:cNvPicPr>
            <a:picLocks noChangeAspect="1"/>
          </p:cNvPicPr>
          <p:nvPr/>
        </p:nvPicPr>
        <p:blipFill>
          <a:blip r:embed="rId10">
            <a:duotone>
              <a:schemeClr val="accent1">
                <a:shade val="45000"/>
                <a:satMod val="135000"/>
              </a:schemeClr>
              <a:prstClr val="white"/>
            </a:duotone>
            <a:alphaModFix amt="30000"/>
            <a:extLst>
              <a:ext uri="{28A0092B-C50C-407E-A947-70E740481C1C}">
                <a14:useLocalDpi xmlns:a14="http://schemas.microsoft.com/office/drawing/2010/main" val="0"/>
              </a:ext>
            </a:extLst>
          </a:blip>
          <a:stretch>
            <a:fillRect/>
          </a:stretch>
        </p:blipFill>
        <p:spPr>
          <a:xfrm flipH="1">
            <a:off x="10421587" y="2729895"/>
            <a:ext cx="1398209" cy="1398209"/>
          </a:xfrm>
          <a:prstGeom prst="rect">
            <a:avLst/>
          </a:prstGeom>
          <a:effectLst>
            <a:glow rad="88900">
              <a:srgbClr val="FFA4F3">
                <a:alpha val="30000"/>
              </a:srgbClr>
            </a:glow>
          </a:effectLst>
        </p:spPr>
      </p:pic>
    </p:spTree>
    <p:extLst>
      <p:ext uri="{BB962C8B-B14F-4D97-AF65-F5344CB8AC3E}">
        <p14:creationId xmlns:p14="http://schemas.microsoft.com/office/powerpoint/2010/main" val="2260281866"/>
      </p:ext>
    </p:extLst>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97DEBB-5C21-BF32-8F06-C105A448CCCD}"/>
            </a:ext>
          </a:extLst>
        </p:cNvPr>
        <p:cNvGrpSpPr/>
        <p:nvPr/>
      </p:nvGrpSpPr>
      <p:grpSpPr>
        <a:xfrm>
          <a:off x="0" y="0"/>
          <a:ext cx="0" cy="0"/>
          <a:chOff x="0" y="0"/>
          <a:chExt cx="0" cy="0"/>
        </a:xfrm>
      </p:grpSpPr>
      <p:sp>
        <p:nvSpPr>
          <p:cNvPr id="6" name="四角形: 角を丸くする 5">
            <a:extLst>
              <a:ext uri="{FF2B5EF4-FFF2-40B4-BE49-F238E27FC236}">
                <a16:creationId xmlns:a16="http://schemas.microsoft.com/office/drawing/2014/main" id="{BF45D2AB-6F9C-4C78-5666-094B42EDE9EE}"/>
              </a:ext>
            </a:extLst>
          </p:cNvPr>
          <p:cNvSpPr/>
          <p:nvPr/>
        </p:nvSpPr>
        <p:spPr>
          <a:xfrm>
            <a:off x="6645728" y="445192"/>
            <a:ext cx="4960773" cy="5950564"/>
          </a:xfrm>
          <a:prstGeom prst="roundRect">
            <a:avLst>
              <a:gd name="adj" fmla="val 2570"/>
            </a:avLst>
          </a:prstGeom>
          <a:solidFill>
            <a:schemeClr val="tx1">
              <a:lumMod val="50000"/>
              <a:lumOff val="5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0" name="四角形: 角を丸くする 49">
            <a:extLst>
              <a:ext uri="{FF2B5EF4-FFF2-40B4-BE49-F238E27FC236}">
                <a16:creationId xmlns:a16="http://schemas.microsoft.com/office/drawing/2014/main" id="{9C89CB82-A0A6-5A3E-BB7F-1F63F1DC45B6}"/>
              </a:ext>
            </a:extLst>
          </p:cNvPr>
          <p:cNvSpPr/>
          <p:nvPr/>
        </p:nvSpPr>
        <p:spPr>
          <a:xfrm>
            <a:off x="10013585" y="619038"/>
            <a:ext cx="1422938" cy="1458109"/>
          </a:xfrm>
          <a:prstGeom prst="roundRect">
            <a:avLst>
              <a:gd name="adj" fmla="val 4721"/>
            </a:avLst>
          </a:prstGeom>
          <a:solidFill>
            <a:schemeClr val="bg1">
              <a:lumMod val="6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 name="四角形: 角を丸くする 3">
            <a:extLst>
              <a:ext uri="{FF2B5EF4-FFF2-40B4-BE49-F238E27FC236}">
                <a16:creationId xmlns:a16="http://schemas.microsoft.com/office/drawing/2014/main" id="{0875595D-5BDC-1780-EF58-BD65991B459C}"/>
              </a:ext>
            </a:extLst>
          </p:cNvPr>
          <p:cNvSpPr/>
          <p:nvPr/>
        </p:nvSpPr>
        <p:spPr>
          <a:xfrm>
            <a:off x="6815498" y="619037"/>
            <a:ext cx="1422938" cy="1458109"/>
          </a:xfrm>
          <a:prstGeom prst="roundRect">
            <a:avLst>
              <a:gd name="adj" fmla="val 4721"/>
            </a:avLst>
          </a:prstGeom>
          <a:solidFill>
            <a:schemeClr val="bg1">
              <a:lumMod val="7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フリーフォーム: 図形 9">
            <a:extLst>
              <a:ext uri="{FF2B5EF4-FFF2-40B4-BE49-F238E27FC236}">
                <a16:creationId xmlns:a16="http://schemas.microsoft.com/office/drawing/2014/main" id="{67A8122F-7940-DCB5-E627-A82483C8755F}"/>
              </a:ext>
            </a:extLst>
          </p:cNvPr>
          <p:cNvSpPr/>
          <p:nvPr/>
        </p:nvSpPr>
        <p:spPr>
          <a:xfrm>
            <a:off x="6812549" y="619037"/>
            <a:ext cx="4616684" cy="4732654"/>
          </a:xfrm>
          <a:custGeom>
            <a:avLst/>
            <a:gdLst>
              <a:gd name="csX0" fmla="*/ 1668013 w 4616684"/>
              <a:gd name="csY0" fmla="*/ 0 h 4732654"/>
              <a:gd name="csX1" fmla="*/ 2956597 w 4616684"/>
              <a:gd name="csY1" fmla="*/ 0 h 4732654"/>
              <a:gd name="csX2" fmla="*/ 3023774 w 4616684"/>
              <a:gd name="csY2" fmla="*/ 67177 h 4732654"/>
              <a:gd name="csX3" fmla="*/ 3023774 w 4616684"/>
              <a:gd name="csY3" fmla="*/ 539508 h 4732654"/>
              <a:gd name="csX4" fmla="*/ 4418726 w 4616684"/>
              <a:gd name="csY4" fmla="*/ 539508 h 4732654"/>
              <a:gd name="csX5" fmla="*/ 4616684 w 4616684"/>
              <a:gd name="csY5" fmla="*/ 737466 h 4732654"/>
              <a:gd name="csX6" fmla="*/ 4616684 w 4616684"/>
              <a:gd name="csY6" fmla="*/ 4534696 h 4732654"/>
              <a:gd name="csX7" fmla="*/ 4418726 w 4616684"/>
              <a:gd name="csY7" fmla="*/ 4732654 h 4732654"/>
              <a:gd name="csX8" fmla="*/ 197958 w 4616684"/>
              <a:gd name="csY8" fmla="*/ 4732654 h 4732654"/>
              <a:gd name="csX9" fmla="*/ 0 w 4616684"/>
              <a:gd name="csY9" fmla="*/ 4534696 h 4732654"/>
              <a:gd name="csX10" fmla="*/ 0 w 4616684"/>
              <a:gd name="csY10" fmla="*/ 737466 h 4732654"/>
              <a:gd name="csX11" fmla="*/ 197958 w 4616684"/>
              <a:gd name="csY11" fmla="*/ 539508 h 4732654"/>
              <a:gd name="csX12" fmla="*/ 1600836 w 4616684"/>
              <a:gd name="csY12" fmla="*/ 539508 h 4732654"/>
              <a:gd name="csX13" fmla="*/ 1600836 w 4616684"/>
              <a:gd name="csY13" fmla="*/ 67177 h 4732654"/>
              <a:gd name="csX14" fmla="*/ 1668013 w 4616684"/>
              <a:gd name="csY14" fmla="*/ 0 h 473265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4616684" h="4732654">
                <a:moveTo>
                  <a:pt x="1668013" y="0"/>
                </a:moveTo>
                <a:lnTo>
                  <a:pt x="2956597" y="0"/>
                </a:lnTo>
                <a:cubicBezTo>
                  <a:pt x="2993698" y="0"/>
                  <a:pt x="3023774" y="30076"/>
                  <a:pt x="3023774" y="67177"/>
                </a:cubicBezTo>
                <a:lnTo>
                  <a:pt x="3023774" y="539508"/>
                </a:lnTo>
                <a:lnTo>
                  <a:pt x="4418726" y="539508"/>
                </a:lnTo>
                <a:cubicBezTo>
                  <a:pt x="4528055" y="539508"/>
                  <a:pt x="4616684" y="628137"/>
                  <a:pt x="4616684" y="737466"/>
                </a:cubicBezTo>
                <a:lnTo>
                  <a:pt x="4616684" y="4534696"/>
                </a:lnTo>
                <a:cubicBezTo>
                  <a:pt x="4616684" y="4644025"/>
                  <a:pt x="4528055" y="4732654"/>
                  <a:pt x="4418726" y="4732654"/>
                </a:cubicBezTo>
                <a:lnTo>
                  <a:pt x="197958" y="4732654"/>
                </a:lnTo>
                <a:cubicBezTo>
                  <a:pt x="88629" y="4732654"/>
                  <a:pt x="0" y="4644025"/>
                  <a:pt x="0" y="4534696"/>
                </a:cubicBezTo>
                <a:lnTo>
                  <a:pt x="0" y="737466"/>
                </a:lnTo>
                <a:cubicBezTo>
                  <a:pt x="0" y="628137"/>
                  <a:pt x="88629" y="539508"/>
                  <a:pt x="197958" y="539508"/>
                </a:cubicBezTo>
                <a:lnTo>
                  <a:pt x="1600836" y="539508"/>
                </a:lnTo>
                <a:lnTo>
                  <a:pt x="1600836" y="67177"/>
                </a:lnTo>
                <a:cubicBezTo>
                  <a:pt x="1600836" y="30076"/>
                  <a:pt x="1630912" y="0"/>
                  <a:pt x="1668013" y="0"/>
                </a:cubicBezTo>
                <a:close/>
              </a:path>
            </a:pathLst>
          </a:custGeom>
          <a:solidFill>
            <a:schemeClr val="bg1">
              <a:lumMod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a:p>
        </p:txBody>
      </p:sp>
      <p:sp>
        <p:nvSpPr>
          <p:cNvPr id="9" name="四角形: 角を丸くする 8">
            <a:extLst>
              <a:ext uri="{FF2B5EF4-FFF2-40B4-BE49-F238E27FC236}">
                <a16:creationId xmlns:a16="http://schemas.microsoft.com/office/drawing/2014/main" id="{E95BAF4E-F0B9-8DF1-2595-10F327E11AD0}"/>
              </a:ext>
            </a:extLst>
          </p:cNvPr>
          <p:cNvSpPr/>
          <p:nvPr/>
        </p:nvSpPr>
        <p:spPr>
          <a:xfrm>
            <a:off x="585498" y="445192"/>
            <a:ext cx="5710332" cy="5967615"/>
          </a:xfrm>
          <a:prstGeom prst="roundRect">
            <a:avLst>
              <a:gd name="adj" fmla="val 2174"/>
            </a:avLst>
          </a:prstGeom>
          <a:solidFill>
            <a:schemeClr val="accent6">
              <a:lumMod val="40000"/>
              <a:lumOff val="6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 name="テキスト ボックス 4">
            <a:extLst>
              <a:ext uri="{FF2B5EF4-FFF2-40B4-BE49-F238E27FC236}">
                <a16:creationId xmlns:a16="http://schemas.microsoft.com/office/drawing/2014/main" id="{BF446E9A-E060-EC92-D26F-720E99869816}"/>
              </a:ext>
            </a:extLst>
          </p:cNvPr>
          <p:cNvSpPr txBox="1"/>
          <p:nvPr/>
        </p:nvSpPr>
        <p:spPr>
          <a:xfrm>
            <a:off x="820249" y="529494"/>
            <a:ext cx="5173211" cy="646331"/>
          </a:xfrm>
          <a:prstGeom prst="rect">
            <a:avLst/>
          </a:prstGeom>
          <a:noFill/>
        </p:spPr>
        <p:txBody>
          <a:bodyPr wrap="none" rtlCol="0">
            <a:spAutoFit/>
          </a:bodyPr>
          <a:lstStyle/>
          <a:p>
            <a:r>
              <a:rPr lang="ja-JP" altLang="en-US" sz="3600" b="1" dirty="0">
                <a:solidFill>
                  <a:schemeClr val="tx1">
                    <a:lumMod val="75000"/>
                    <a:lumOff val="25000"/>
                  </a:schemeClr>
                </a:solidFill>
                <a:latin typeface="BIZ UDP明朝 Medium" panose="02020500000000000000" pitchFamily="18" charset="-128"/>
                <a:ea typeface="BIZ UDP明朝 Medium" panose="02020500000000000000" pitchFamily="18" charset="-128"/>
              </a:rPr>
              <a:t>前衛</a:t>
            </a:r>
            <a:r>
              <a:rPr lang="ja-JP" altLang="en-US" dirty="0">
                <a:solidFill>
                  <a:schemeClr val="tx1">
                    <a:lumMod val="75000"/>
                    <a:lumOff val="25000"/>
                  </a:schemeClr>
                </a:solidFill>
                <a:latin typeface="BIZ UDP明朝 Medium" panose="02020500000000000000" pitchFamily="18" charset="-128"/>
                <a:ea typeface="BIZ UDP明朝 Medium" panose="02020500000000000000" pitchFamily="18" charset="-128"/>
              </a:rPr>
              <a:t>：</a:t>
            </a:r>
            <a:r>
              <a:rPr lang="en-US" altLang="ja-JP" dirty="0">
                <a:solidFill>
                  <a:schemeClr val="tx1">
                    <a:lumMod val="75000"/>
                    <a:lumOff val="25000"/>
                  </a:schemeClr>
                </a:solidFill>
                <a:latin typeface="BIZ UDP明朝 Medium" panose="02020500000000000000" pitchFamily="18" charset="-128"/>
                <a:ea typeface="BIZ UDP明朝 Medium" panose="02020500000000000000" pitchFamily="18" charset="-128"/>
              </a:rPr>
              <a:t>ATK+20%</a:t>
            </a:r>
            <a:r>
              <a:rPr lang="ja-JP" altLang="en-US" dirty="0">
                <a:solidFill>
                  <a:schemeClr val="tx1">
                    <a:lumMod val="75000"/>
                    <a:lumOff val="25000"/>
                  </a:schemeClr>
                </a:solidFill>
                <a:latin typeface="BIZ UDP明朝 Medium" panose="02020500000000000000" pitchFamily="18" charset="-128"/>
                <a:ea typeface="BIZ UDP明朝 Medium" panose="02020500000000000000" pitchFamily="18" charset="-128"/>
              </a:rPr>
              <a:t>、注目度</a:t>
            </a:r>
            <a:r>
              <a:rPr lang="en-US" altLang="ja-JP" dirty="0">
                <a:solidFill>
                  <a:schemeClr val="tx1">
                    <a:lumMod val="75000"/>
                    <a:lumOff val="25000"/>
                  </a:schemeClr>
                </a:solidFill>
                <a:latin typeface="BIZ UDP明朝 Medium" panose="02020500000000000000" pitchFamily="18" charset="-128"/>
                <a:ea typeface="BIZ UDP明朝 Medium" panose="02020500000000000000" pitchFamily="18" charset="-128"/>
              </a:rPr>
              <a:t>+4</a:t>
            </a:r>
            <a:r>
              <a:rPr lang="ja-JP" altLang="en-US" dirty="0">
                <a:solidFill>
                  <a:schemeClr val="tx1">
                    <a:lumMod val="75000"/>
                    <a:lumOff val="25000"/>
                  </a:schemeClr>
                </a:solidFill>
                <a:latin typeface="BIZ UDP明朝 Medium" panose="02020500000000000000" pitchFamily="18" charset="-128"/>
                <a:ea typeface="BIZ UDP明朝 Medium" panose="02020500000000000000" pitchFamily="18" charset="-128"/>
              </a:rPr>
              <a:t>、回避率</a:t>
            </a:r>
            <a:r>
              <a:rPr lang="en-US" altLang="ja-JP" dirty="0">
                <a:solidFill>
                  <a:schemeClr val="tx1">
                    <a:lumMod val="75000"/>
                    <a:lumOff val="25000"/>
                  </a:schemeClr>
                </a:solidFill>
                <a:latin typeface="BIZ UDP明朝 Medium" panose="02020500000000000000" pitchFamily="18" charset="-128"/>
                <a:ea typeface="BIZ UDP明朝 Medium" panose="02020500000000000000" pitchFamily="18" charset="-128"/>
              </a:rPr>
              <a:t>-20%</a:t>
            </a:r>
            <a:endParaRPr kumimoji="1" lang="ja-JP" altLang="en-US" sz="3600" dirty="0">
              <a:solidFill>
                <a:schemeClr val="tx1">
                  <a:lumMod val="75000"/>
                  <a:lumOff val="25000"/>
                </a:schemeClr>
              </a:solidFill>
              <a:latin typeface="BIZ UDP明朝 Medium" panose="02020500000000000000" pitchFamily="18" charset="-128"/>
              <a:ea typeface="BIZ UDP明朝 Medium" panose="02020500000000000000" pitchFamily="18" charset="-128"/>
            </a:endParaRPr>
          </a:p>
        </p:txBody>
      </p:sp>
      <p:grpSp>
        <p:nvGrpSpPr>
          <p:cNvPr id="16" name="グループ化 15">
            <a:extLst>
              <a:ext uri="{FF2B5EF4-FFF2-40B4-BE49-F238E27FC236}">
                <a16:creationId xmlns:a16="http://schemas.microsoft.com/office/drawing/2014/main" id="{C407B752-2642-ABF4-DA42-472DA5D4D263}"/>
              </a:ext>
            </a:extLst>
          </p:cNvPr>
          <p:cNvGrpSpPr/>
          <p:nvPr/>
        </p:nvGrpSpPr>
        <p:grpSpPr>
          <a:xfrm>
            <a:off x="789688" y="1318039"/>
            <a:ext cx="5301952" cy="1230022"/>
            <a:chOff x="922576" y="2450171"/>
            <a:chExt cx="5301952" cy="1309138"/>
          </a:xfrm>
          <a:solidFill>
            <a:schemeClr val="tx1">
              <a:lumMod val="75000"/>
              <a:lumOff val="25000"/>
              <a:alpha val="85000"/>
            </a:schemeClr>
          </a:solidFill>
        </p:grpSpPr>
        <p:sp>
          <p:nvSpPr>
            <p:cNvPr id="12" name="四角形: 角を丸くする 11">
              <a:extLst>
                <a:ext uri="{FF2B5EF4-FFF2-40B4-BE49-F238E27FC236}">
                  <a16:creationId xmlns:a16="http://schemas.microsoft.com/office/drawing/2014/main" id="{455163F2-833B-3FE7-3B98-EBB53DC78BFD}"/>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四角形: 角を丸くする 12">
              <a:extLst>
                <a:ext uri="{FF2B5EF4-FFF2-40B4-BE49-F238E27FC236}">
                  <a16:creationId xmlns:a16="http://schemas.microsoft.com/office/drawing/2014/main" id="{A544CADF-4B4B-A45A-9A09-46270C97E0FA}"/>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 name="四角形: 角を丸くする 13">
              <a:extLst>
                <a:ext uri="{FF2B5EF4-FFF2-40B4-BE49-F238E27FC236}">
                  <a16:creationId xmlns:a16="http://schemas.microsoft.com/office/drawing/2014/main" id="{2C91BE0E-7C1A-B18F-3830-07986827B17A}"/>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四角形: 角を丸くする 14">
              <a:extLst>
                <a:ext uri="{FF2B5EF4-FFF2-40B4-BE49-F238E27FC236}">
                  <a16:creationId xmlns:a16="http://schemas.microsoft.com/office/drawing/2014/main" id="{07433435-93C0-8669-DB64-3DE1FCA3A6D5}"/>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1" name="テキスト ボックス 10">
            <a:extLst>
              <a:ext uri="{FF2B5EF4-FFF2-40B4-BE49-F238E27FC236}">
                <a16:creationId xmlns:a16="http://schemas.microsoft.com/office/drawing/2014/main" id="{BA0DFB95-C237-622B-2B53-FCB7EE64C246}"/>
              </a:ext>
            </a:extLst>
          </p:cNvPr>
          <p:cNvSpPr txBox="1"/>
          <p:nvPr/>
        </p:nvSpPr>
        <p:spPr>
          <a:xfrm>
            <a:off x="820249" y="3523725"/>
            <a:ext cx="5136342" cy="646331"/>
          </a:xfrm>
          <a:prstGeom prst="rect">
            <a:avLst/>
          </a:prstGeom>
          <a:noFill/>
        </p:spPr>
        <p:txBody>
          <a:bodyPr wrap="none" rtlCol="0">
            <a:spAutoFit/>
          </a:bodyPr>
          <a:lstStyle/>
          <a:p>
            <a:r>
              <a:rPr lang="ja-JP" altLang="en-US" sz="3600" b="1" dirty="0">
                <a:solidFill>
                  <a:schemeClr val="bg1">
                    <a:lumMod val="95000"/>
                  </a:schemeClr>
                </a:solidFill>
                <a:latin typeface="BIZ UDP明朝 Medium" panose="02020500000000000000" pitchFamily="18" charset="-128"/>
                <a:ea typeface="BIZ UDP明朝 Medium" panose="02020500000000000000" pitchFamily="18" charset="-128"/>
              </a:rPr>
              <a:t>後衛</a:t>
            </a:r>
            <a:r>
              <a:rPr lang="ja-JP" altLang="en-US" dirty="0">
                <a:solidFill>
                  <a:schemeClr val="bg1">
                    <a:lumMod val="95000"/>
                  </a:schemeClr>
                </a:solidFill>
                <a:latin typeface="BIZ UDP明朝 Medium" panose="02020500000000000000" pitchFamily="18" charset="-128"/>
                <a:ea typeface="BIZ UDP明朝 Medium" panose="02020500000000000000" pitchFamily="18" charset="-128"/>
              </a:rPr>
              <a:t>：</a:t>
            </a:r>
            <a:r>
              <a:rPr lang="ja-JP" altLang="en-US" b="1" dirty="0">
                <a:solidFill>
                  <a:schemeClr val="bg1">
                    <a:lumMod val="95000"/>
                  </a:schemeClr>
                </a:solidFill>
                <a:latin typeface="BIZ UDP明朝 Medium" panose="02020500000000000000" pitchFamily="18" charset="-128"/>
                <a:ea typeface="BIZ UDP明朝 Medium" panose="02020500000000000000" pitchFamily="18" charset="-128"/>
              </a:rPr>
              <a:t>回避率</a:t>
            </a:r>
            <a:r>
              <a:rPr lang="en-US" altLang="ja-JP" b="1" dirty="0">
                <a:solidFill>
                  <a:schemeClr val="bg1">
                    <a:lumMod val="95000"/>
                  </a:schemeClr>
                </a:solidFill>
                <a:latin typeface="BIZ UDP明朝 Medium" panose="02020500000000000000" pitchFamily="18" charset="-128"/>
                <a:ea typeface="BIZ UDP明朝 Medium" panose="02020500000000000000" pitchFamily="18" charset="-128"/>
              </a:rPr>
              <a:t>+20%</a:t>
            </a:r>
            <a:r>
              <a:rPr lang="ja-JP" altLang="en-US" b="1" dirty="0">
                <a:solidFill>
                  <a:schemeClr val="bg1">
                    <a:lumMod val="95000"/>
                  </a:schemeClr>
                </a:solidFill>
                <a:latin typeface="BIZ UDP明朝 Medium" panose="02020500000000000000" pitchFamily="18" charset="-128"/>
                <a:ea typeface="BIZ UDP明朝 Medium" panose="02020500000000000000" pitchFamily="18" charset="-128"/>
              </a:rPr>
              <a:t>、注目度</a:t>
            </a:r>
            <a:r>
              <a:rPr lang="en-US" altLang="ja-JP" b="1" dirty="0">
                <a:solidFill>
                  <a:schemeClr val="bg1">
                    <a:lumMod val="95000"/>
                  </a:schemeClr>
                </a:solidFill>
                <a:latin typeface="BIZ UDP明朝 Medium" panose="02020500000000000000" pitchFamily="18" charset="-128"/>
                <a:ea typeface="BIZ UDP明朝 Medium" panose="02020500000000000000" pitchFamily="18" charset="-128"/>
              </a:rPr>
              <a:t>+1</a:t>
            </a:r>
            <a:r>
              <a:rPr lang="ja-JP" altLang="en-US" b="1" dirty="0">
                <a:solidFill>
                  <a:schemeClr val="bg1">
                    <a:lumMod val="95000"/>
                  </a:schemeClr>
                </a:solidFill>
                <a:latin typeface="BIZ UDP明朝 Medium" panose="02020500000000000000" pitchFamily="18" charset="-128"/>
                <a:ea typeface="BIZ UDP明朝 Medium" panose="02020500000000000000" pitchFamily="18" charset="-128"/>
              </a:rPr>
              <a:t>、</a:t>
            </a:r>
            <a:r>
              <a:rPr lang="en-US" altLang="ja-JP" b="1" dirty="0">
                <a:solidFill>
                  <a:schemeClr val="bg1">
                    <a:lumMod val="95000"/>
                  </a:schemeClr>
                </a:solidFill>
                <a:latin typeface="BIZ UDP明朝 Medium" panose="02020500000000000000" pitchFamily="18" charset="-128"/>
                <a:ea typeface="BIZ UDP明朝 Medium" panose="02020500000000000000" pitchFamily="18" charset="-128"/>
              </a:rPr>
              <a:t>ATK-20%</a:t>
            </a:r>
            <a:endParaRPr kumimoji="1" lang="ja-JP" altLang="en-US" sz="36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nvGrpSpPr>
          <p:cNvPr id="19" name="グループ化 18">
            <a:extLst>
              <a:ext uri="{FF2B5EF4-FFF2-40B4-BE49-F238E27FC236}">
                <a16:creationId xmlns:a16="http://schemas.microsoft.com/office/drawing/2014/main" id="{B146E4AD-5394-6B7D-A472-101235CCAA84}"/>
              </a:ext>
            </a:extLst>
          </p:cNvPr>
          <p:cNvGrpSpPr/>
          <p:nvPr/>
        </p:nvGrpSpPr>
        <p:grpSpPr>
          <a:xfrm>
            <a:off x="789688" y="4320508"/>
            <a:ext cx="5301952" cy="1230022"/>
            <a:chOff x="922576" y="2450171"/>
            <a:chExt cx="5301952" cy="1309138"/>
          </a:xfrm>
          <a:solidFill>
            <a:schemeClr val="bg1">
              <a:lumMod val="85000"/>
              <a:alpha val="85000"/>
            </a:schemeClr>
          </a:solidFill>
        </p:grpSpPr>
        <p:sp>
          <p:nvSpPr>
            <p:cNvPr id="20" name="四角形: 角を丸くする 19">
              <a:extLst>
                <a:ext uri="{FF2B5EF4-FFF2-40B4-BE49-F238E27FC236}">
                  <a16:creationId xmlns:a16="http://schemas.microsoft.com/office/drawing/2014/main" id="{C4E9D9EB-57E8-87FF-D757-582CABB373D9}"/>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1" name="四角形: 角を丸くする 20">
              <a:extLst>
                <a:ext uri="{FF2B5EF4-FFF2-40B4-BE49-F238E27FC236}">
                  <a16:creationId xmlns:a16="http://schemas.microsoft.com/office/drawing/2014/main" id="{80352B69-45E8-13F9-804C-94ADD09448DE}"/>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四角形: 角を丸くする 21">
              <a:extLst>
                <a:ext uri="{FF2B5EF4-FFF2-40B4-BE49-F238E27FC236}">
                  <a16:creationId xmlns:a16="http://schemas.microsoft.com/office/drawing/2014/main" id="{2B0A0BB6-3255-3A43-BC33-6C677644949D}"/>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3" name="四角形: 角を丸くする 22">
              <a:extLst>
                <a:ext uri="{FF2B5EF4-FFF2-40B4-BE49-F238E27FC236}">
                  <a16:creationId xmlns:a16="http://schemas.microsoft.com/office/drawing/2014/main" id="{CFF0D522-B68D-7C57-0B24-0A74F77CC7C6}"/>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cxnSp>
        <p:nvCxnSpPr>
          <p:cNvPr id="25" name="直線コネクタ 24">
            <a:extLst>
              <a:ext uri="{FF2B5EF4-FFF2-40B4-BE49-F238E27FC236}">
                <a16:creationId xmlns:a16="http://schemas.microsoft.com/office/drawing/2014/main" id="{74C6D620-E88E-D20B-35F4-7582EB8FFF74}"/>
              </a:ext>
            </a:extLst>
          </p:cNvPr>
          <p:cNvCxnSpPr>
            <a:cxnSpLocks/>
          </p:cNvCxnSpPr>
          <p:nvPr/>
        </p:nvCxnSpPr>
        <p:spPr>
          <a:xfrm>
            <a:off x="759127" y="3428999"/>
            <a:ext cx="5363074" cy="0"/>
          </a:xfrm>
          <a:prstGeom prst="line">
            <a:avLst/>
          </a:prstGeom>
          <a:ln w="12700">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grpSp>
        <p:nvGrpSpPr>
          <p:cNvPr id="28" name="グループ化 27">
            <a:extLst>
              <a:ext uri="{FF2B5EF4-FFF2-40B4-BE49-F238E27FC236}">
                <a16:creationId xmlns:a16="http://schemas.microsoft.com/office/drawing/2014/main" id="{394F099C-2084-AE63-B917-781269340DCD}"/>
              </a:ext>
            </a:extLst>
          </p:cNvPr>
          <p:cNvGrpSpPr/>
          <p:nvPr/>
        </p:nvGrpSpPr>
        <p:grpSpPr>
          <a:xfrm>
            <a:off x="787120" y="2633455"/>
            <a:ext cx="5301952" cy="635908"/>
            <a:chOff x="922576" y="2450171"/>
            <a:chExt cx="5301952" cy="1309138"/>
          </a:xfrm>
          <a:solidFill>
            <a:schemeClr val="tx1">
              <a:lumMod val="75000"/>
              <a:lumOff val="25000"/>
              <a:alpha val="85000"/>
            </a:schemeClr>
          </a:solidFill>
        </p:grpSpPr>
        <p:sp>
          <p:nvSpPr>
            <p:cNvPr id="29" name="四角形: 角を丸くする 28">
              <a:extLst>
                <a:ext uri="{FF2B5EF4-FFF2-40B4-BE49-F238E27FC236}">
                  <a16:creationId xmlns:a16="http://schemas.microsoft.com/office/drawing/2014/main" id="{9D350CE0-3714-EEA7-67C8-8CFA557C1362}"/>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0" name="四角形: 角を丸くする 29">
              <a:extLst>
                <a:ext uri="{FF2B5EF4-FFF2-40B4-BE49-F238E27FC236}">
                  <a16:creationId xmlns:a16="http://schemas.microsoft.com/office/drawing/2014/main" id="{1082220A-B445-AC82-F132-7EE7C2E3BF51}"/>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1" name="四角形: 角を丸くする 30">
              <a:extLst>
                <a:ext uri="{FF2B5EF4-FFF2-40B4-BE49-F238E27FC236}">
                  <a16:creationId xmlns:a16="http://schemas.microsoft.com/office/drawing/2014/main" id="{17FFE27E-6AC4-1105-EBA8-B70A79360C0E}"/>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2" name="四角形: 角を丸くする 31">
              <a:extLst>
                <a:ext uri="{FF2B5EF4-FFF2-40B4-BE49-F238E27FC236}">
                  <a16:creationId xmlns:a16="http://schemas.microsoft.com/office/drawing/2014/main" id="{3DB33BC3-0319-81CC-F7C3-7C3944440609}"/>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33" name="グループ化 32">
            <a:extLst>
              <a:ext uri="{FF2B5EF4-FFF2-40B4-BE49-F238E27FC236}">
                <a16:creationId xmlns:a16="http://schemas.microsoft.com/office/drawing/2014/main" id="{10FAE686-DAC8-FCBC-6B8C-677E20A42DF4}"/>
              </a:ext>
            </a:extLst>
          </p:cNvPr>
          <p:cNvGrpSpPr/>
          <p:nvPr/>
        </p:nvGrpSpPr>
        <p:grpSpPr>
          <a:xfrm>
            <a:off x="787120" y="5645255"/>
            <a:ext cx="5301952" cy="635908"/>
            <a:chOff x="922576" y="2450171"/>
            <a:chExt cx="5301952" cy="1309138"/>
          </a:xfrm>
          <a:solidFill>
            <a:schemeClr val="bg1">
              <a:lumMod val="85000"/>
              <a:alpha val="85000"/>
            </a:schemeClr>
          </a:solidFill>
        </p:grpSpPr>
        <p:sp>
          <p:nvSpPr>
            <p:cNvPr id="34" name="四角形: 角を丸くする 33">
              <a:extLst>
                <a:ext uri="{FF2B5EF4-FFF2-40B4-BE49-F238E27FC236}">
                  <a16:creationId xmlns:a16="http://schemas.microsoft.com/office/drawing/2014/main" id="{A623D161-BF0A-BA8F-955D-9D40B7BD4CF6}"/>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5" name="四角形: 角を丸くする 34">
              <a:extLst>
                <a:ext uri="{FF2B5EF4-FFF2-40B4-BE49-F238E27FC236}">
                  <a16:creationId xmlns:a16="http://schemas.microsoft.com/office/drawing/2014/main" id="{2328E98A-7A77-4EC9-BFCA-8D2C8A679B55}"/>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6" name="四角形: 角を丸くする 35">
              <a:extLst>
                <a:ext uri="{FF2B5EF4-FFF2-40B4-BE49-F238E27FC236}">
                  <a16:creationId xmlns:a16="http://schemas.microsoft.com/office/drawing/2014/main" id="{F7C4781F-2F0A-60F2-3198-B843D1F59675}"/>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7" name="四角形: 角を丸くする 36">
              <a:extLst>
                <a:ext uri="{FF2B5EF4-FFF2-40B4-BE49-F238E27FC236}">
                  <a16:creationId xmlns:a16="http://schemas.microsoft.com/office/drawing/2014/main" id="{850A6F33-5EF9-EC50-9B85-78BFBCE886BF}"/>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7" name="矢印: 五方向 6">
            <a:extLst>
              <a:ext uri="{FF2B5EF4-FFF2-40B4-BE49-F238E27FC236}">
                <a16:creationId xmlns:a16="http://schemas.microsoft.com/office/drawing/2014/main" id="{5B7150FC-ACAB-F9A4-F6E9-C9F3AF415FB6}"/>
              </a:ext>
            </a:extLst>
          </p:cNvPr>
          <p:cNvSpPr/>
          <p:nvPr/>
        </p:nvSpPr>
        <p:spPr>
          <a:xfrm>
            <a:off x="9670398" y="5507053"/>
            <a:ext cx="1733973" cy="710476"/>
          </a:xfrm>
          <a:prstGeom prst="homePlate">
            <a:avLst/>
          </a:prstGeom>
          <a:solidFill>
            <a:schemeClr val="accent6">
              <a:lumMod val="60000"/>
              <a:lumOff val="40000"/>
              <a:alpha val="6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000" b="1" dirty="0">
                <a:latin typeface="BIZ UDP明朝 Medium" panose="02020500000000000000" pitchFamily="18" charset="-128"/>
                <a:ea typeface="BIZ UDP明朝 Medium" panose="02020500000000000000" pitchFamily="18" charset="-128"/>
              </a:rPr>
              <a:t>ゲート進入</a:t>
            </a:r>
          </a:p>
        </p:txBody>
      </p:sp>
      <p:sp>
        <p:nvSpPr>
          <p:cNvPr id="38" name="矢印: 五方向 37">
            <a:extLst>
              <a:ext uri="{FF2B5EF4-FFF2-40B4-BE49-F238E27FC236}">
                <a16:creationId xmlns:a16="http://schemas.microsoft.com/office/drawing/2014/main" id="{1AE7F853-9CDE-567B-DDD5-30953A899BFF}"/>
              </a:ext>
            </a:extLst>
          </p:cNvPr>
          <p:cNvSpPr/>
          <p:nvPr/>
        </p:nvSpPr>
        <p:spPr>
          <a:xfrm flipH="1">
            <a:off x="6847855" y="5507053"/>
            <a:ext cx="1733973" cy="710476"/>
          </a:xfrm>
          <a:prstGeom prst="homePlate">
            <a:avLst/>
          </a:prstGeom>
          <a:solidFill>
            <a:schemeClr val="tx1">
              <a:lumMod val="85000"/>
              <a:lumOff val="15000"/>
              <a:alpha val="6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000" b="1" dirty="0">
                <a:latin typeface="BIZ UDP明朝 Medium" panose="02020500000000000000" pitchFamily="18" charset="-128"/>
                <a:ea typeface="BIZ UDP明朝 Medium" panose="02020500000000000000" pitchFamily="18" charset="-128"/>
              </a:rPr>
              <a:t>一覧へ</a:t>
            </a:r>
            <a:endParaRPr kumimoji="1" lang="ja-JP" altLang="en-US" sz="2000" b="1" dirty="0">
              <a:latin typeface="BIZ UDP明朝 Medium" panose="02020500000000000000" pitchFamily="18" charset="-128"/>
              <a:ea typeface="BIZ UDP明朝 Medium" panose="02020500000000000000" pitchFamily="18" charset="-128"/>
            </a:endParaRPr>
          </a:p>
        </p:txBody>
      </p:sp>
      <p:sp>
        <p:nvSpPr>
          <p:cNvPr id="40" name="四角形: 角を丸くする 39">
            <a:extLst>
              <a:ext uri="{FF2B5EF4-FFF2-40B4-BE49-F238E27FC236}">
                <a16:creationId xmlns:a16="http://schemas.microsoft.com/office/drawing/2014/main" id="{C5BBA805-E549-81CF-760C-1BA625C19910}"/>
              </a:ext>
            </a:extLst>
          </p:cNvPr>
          <p:cNvSpPr/>
          <p:nvPr/>
        </p:nvSpPr>
        <p:spPr>
          <a:xfrm>
            <a:off x="8778581" y="5507053"/>
            <a:ext cx="695066" cy="710476"/>
          </a:xfrm>
          <a:prstGeom prst="roundRect">
            <a:avLst>
              <a:gd name="adj" fmla="val 5579"/>
            </a:avLst>
          </a:prstGeom>
          <a:solidFill>
            <a:schemeClr val="bg1">
              <a:lumMod val="8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42" name="グラフィックス 41" descr="家 単色塗りつぶし">
            <a:extLst>
              <a:ext uri="{FF2B5EF4-FFF2-40B4-BE49-F238E27FC236}">
                <a16:creationId xmlns:a16="http://schemas.microsoft.com/office/drawing/2014/main" id="{8FB6D115-5097-EA76-4FD8-62D8E174D4C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852321" y="5578162"/>
            <a:ext cx="545063" cy="545063"/>
          </a:xfrm>
          <a:prstGeom prst="rect">
            <a:avLst/>
          </a:prstGeom>
        </p:spPr>
      </p:pic>
      <p:sp>
        <p:nvSpPr>
          <p:cNvPr id="2" name="テキスト ボックス 1">
            <a:extLst>
              <a:ext uri="{FF2B5EF4-FFF2-40B4-BE49-F238E27FC236}">
                <a16:creationId xmlns:a16="http://schemas.microsoft.com/office/drawing/2014/main" id="{73463211-88BB-39C0-E8BB-711C831C9BC7}"/>
              </a:ext>
            </a:extLst>
          </p:cNvPr>
          <p:cNvSpPr txBox="1"/>
          <p:nvPr/>
        </p:nvSpPr>
        <p:spPr>
          <a:xfrm>
            <a:off x="7098261" y="688737"/>
            <a:ext cx="851515" cy="400110"/>
          </a:xfrm>
          <a:prstGeom prst="rect">
            <a:avLst/>
          </a:prstGeom>
          <a:noFill/>
        </p:spPr>
        <p:txBody>
          <a:bodyPr wrap="none" rtlCol="0">
            <a:spAutoFit/>
          </a:bodyPr>
          <a:lstStyle/>
          <a:p>
            <a:pPr algn="ctr"/>
            <a:r>
              <a:rPr lang="ja-JP" altLang="en-US" sz="2000" b="1" dirty="0">
                <a:solidFill>
                  <a:schemeClr val="bg1">
                    <a:lumMod val="95000"/>
                  </a:schemeClr>
                </a:solidFill>
                <a:latin typeface="BIZ UDP明朝 Medium" panose="02020500000000000000" pitchFamily="18" charset="-128"/>
                <a:ea typeface="BIZ UDP明朝 Medium" panose="02020500000000000000" pitchFamily="18" charset="-128"/>
              </a:rPr>
              <a:t>ゲート</a:t>
            </a:r>
            <a:endParaRPr kumimoji="1" lang="ja-JP" altLang="en-US" sz="20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43" name="テキスト ボックス 42">
            <a:extLst>
              <a:ext uri="{FF2B5EF4-FFF2-40B4-BE49-F238E27FC236}">
                <a16:creationId xmlns:a16="http://schemas.microsoft.com/office/drawing/2014/main" id="{E4B9CF7F-A253-BDD8-6723-68730115A518}"/>
              </a:ext>
            </a:extLst>
          </p:cNvPr>
          <p:cNvSpPr txBox="1"/>
          <p:nvPr/>
        </p:nvSpPr>
        <p:spPr>
          <a:xfrm>
            <a:off x="8704706" y="688737"/>
            <a:ext cx="840295" cy="400110"/>
          </a:xfrm>
          <a:prstGeom prst="rect">
            <a:avLst/>
          </a:prstGeom>
          <a:noFill/>
        </p:spPr>
        <p:txBody>
          <a:bodyPr wrap="none" rtlCol="0">
            <a:spAutoFit/>
          </a:bodyPr>
          <a:lstStyle/>
          <a:p>
            <a:pPr algn="ctr"/>
            <a:r>
              <a:rPr lang="ja-JP" altLang="en-US" sz="2000" b="1" dirty="0">
                <a:solidFill>
                  <a:schemeClr val="tx1">
                    <a:lumMod val="75000"/>
                    <a:lumOff val="25000"/>
                  </a:schemeClr>
                </a:solidFill>
                <a:latin typeface="BIZ UDP明朝 Medium" panose="02020500000000000000" pitchFamily="18" charset="-128"/>
                <a:ea typeface="BIZ UDP明朝 Medium" panose="02020500000000000000" pitchFamily="18" charset="-128"/>
              </a:rPr>
              <a:t>キャラ</a:t>
            </a:r>
            <a:endParaRPr kumimoji="1" lang="ja-JP" altLang="en-US" sz="2000" b="1" dirty="0">
              <a:solidFill>
                <a:schemeClr val="tx1">
                  <a:lumMod val="75000"/>
                  <a:lumOff val="25000"/>
                </a:schemeClr>
              </a:solidFill>
              <a:latin typeface="BIZ UDP明朝 Medium" panose="02020500000000000000" pitchFamily="18" charset="-128"/>
              <a:ea typeface="BIZ UDP明朝 Medium" panose="02020500000000000000" pitchFamily="18" charset="-128"/>
            </a:endParaRPr>
          </a:p>
        </p:txBody>
      </p:sp>
      <p:sp>
        <p:nvSpPr>
          <p:cNvPr id="44" name="テキスト ボックス 43">
            <a:extLst>
              <a:ext uri="{FF2B5EF4-FFF2-40B4-BE49-F238E27FC236}">
                <a16:creationId xmlns:a16="http://schemas.microsoft.com/office/drawing/2014/main" id="{AA6BAF84-8CA7-87BB-4EAC-9A218052AC47}"/>
              </a:ext>
            </a:extLst>
          </p:cNvPr>
          <p:cNvSpPr txBox="1"/>
          <p:nvPr/>
        </p:nvSpPr>
        <p:spPr>
          <a:xfrm>
            <a:off x="10376241" y="688737"/>
            <a:ext cx="697627" cy="400110"/>
          </a:xfrm>
          <a:prstGeom prst="rect">
            <a:avLst/>
          </a:prstGeom>
          <a:noFill/>
        </p:spPr>
        <p:txBody>
          <a:bodyPr wrap="none" rtlCol="0">
            <a:spAutoFit/>
          </a:bodyPr>
          <a:lstStyle/>
          <a:p>
            <a:pPr algn="ctr"/>
            <a:r>
              <a:rPr lang="ja-JP" altLang="en-US" sz="2000" b="1" dirty="0">
                <a:solidFill>
                  <a:schemeClr val="bg1">
                    <a:lumMod val="95000"/>
                  </a:schemeClr>
                </a:solidFill>
                <a:latin typeface="BIZ UDP明朝 Medium" panose="02020500000000000000" pitchFamily="18" charset="-128"/>
                <a:ea typeface="BIZ UDP明朝 Medium" panose="02020500000000000000" pitchFamily="18" charset="-128"/>
              </a:rPr>
              <a:t>武器</a:t>
            </a:r>
            <a:endParaRPr kumimoji="1" lang="ja-JP" altLang="en-US" sz="20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nvGrpSpPr>
          <p:cNvPr id="60" name="グループ化 59">
            <a:extLst>
              <a:ext uri="{FF2B5EF4-FFF2-40B4-BE49-F238E27FC236}">
                <a16:creationId xmlns:a16="http://schemas.microsoft.com/office/drawing/2014/main" id="{A21E36A6-6FDF-ACC1-74BC-39C1FBAD1A89}"/>
              </a:ext>
            </a:extLst>
          </p:cNvPr>
          <p:cNvGrpSpPr/>
          <p:nvPr/>
        </p:nvGrpSpPr>
        <p:grpSpPr>
          <a:xfrm>
            <a:off x="1063119" y="2758022"/>
            <a:ext cx="4765774" cy="400110"/>
            <a:chOff x="1168089" y="2766548"/>
            <a:chExt cx="4765774" cy="400110"/>
          </a:xfrm>
        </p:grpSpPr>
        <p:sp>
          <p:nvSpPr>
            <p:cNvPr id="52" name="テキスト ボックス 51">
              <a:extLst>
                <a:ext uri="{FF2B5EF4-FFF2-40B4-BE49-F238E27FC236}">
                  <a16:creationId xmlns:a16="http://schemas.microsoft.com/office/drawing/2014/main" id="{F0E37F71-AC33-BD96-E2F7-A04B19A112B5}"/>
                </a:ext>
              </a:extLst>
            </p:cNvPr>
            <p:cNvSpPr txBox="1"/>
            <p:nvPr/>
          </p:nvSpPr>
          <p:spPr>
            <a:xfrm>
              <a:off x="1168089" y="2766548"/>
              <a:ext cx="697627" cy="400110"/>
            </a:xfrm>
            <a:prstGeom prst="rect">
              <a:avLst/>
            </a:prstGeom>
            <a:noFill/>
          </p:spPr>
          <p:txBody>
            <a:bodyPr wrap="none" rtlCol="0">
              <a:spAutoFit/>
            </a:bodyPr>
            <a:lstStyle/>
            <a:p>
              <a:pPr algn="ctr"/>
              <a:r>
                <a:rPr lang="ja-JP" altLang="en-US" sz="2000" b="1" dirty="0">
                  <a:solidFill>
                    <a:schemeClr val="bg1">
                      <a:lumMod val="95000"/>
                    </a:schemeClr>
                  </a:solidFill>
                  <a:latin typeface="BIZ UDP明朝 Medium" panose="02020500000000000000" pitchFamily="18" charset="-128"/>
                  <a:ea typeface="BIZ UDP明朝 Medium" panose="02020500000000000000" pitchFamily="18" charset="-128"/>
                </a:rPr>
                <a:t>武器</a:t>
              </a:r>
              <a:endParaRPr kumimoji="1" lang="ja-JP" altLang="en-US" sz="20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53" name="テキスト ボックス 52">
              <a:extLst>
                <a:ext uri="{FF2B5EF4-FFF2-40B4-BE49-F238E27FC236}">
                  <a16:creationId xmlns:a16="http://schemas.microsoft.com/office/drawing/2014/main" id="{9953479F-ECFC-FE57-17C4-9F53918C85FE}"/>
                </a:ext>
              </a:extLst>
            </p:cNvPr>
            <p:cNvSpPr txBox="1"/>
            <p:nvPr/>
          </p:nvSpPr>
          <p:spPr>
            <a:xfrm>
              <a:off x="2524138" y="2766548"/>
              <a:ext cx="697627" cy="400110"/>
            </a:xfrm>
            <a:prstGeom prst="rect">
              <a:avLst/>
            </a:prstGeom>
            <a:noFill/>
          </p:spPr>
          <p:txBody>
            <a:bodyPr wrap="none" rtlCol="0">
              <a:spAutoFit/>
            </a:bodyPr>
            <a:lstStyle/>
            <a:p>
              <a:pPr algn="ctr"/>
              <a:r>
                <a:rPr lang="ja-JP" altLang="en-US" sz="2000" b="1" dirty="0">
                  <a:solidFill>
                    <a:schemeClr val="bg1">
                      <a:lumMod val="95000"/>
                    </a:schemeClr>
                  </a:solidFill>
                  <a:latin typeface="BIZ UDP明朝 Medium" panose="02020500000000000000" pitchFamily="18" charset="-128"/>
                  <a:ea typeface="BIZ UDP明朝 Medium" panose="02020500000000000000" pitchFamily="18" charset="-128"/>
                </a:rPr>
                <a:t>武器</a:t>
              </a:r>
              <a:endParaRPr kumimoji="1" lang="ja-JP" altLang="en-US" sz="20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54" name="テキスト ボックス 53">
              <a:extLst>
                <a:ext uri="{FF2B5EF4-FFF2-40B4-BE49-F238E27FC236}">
                  <a16:creationId xmlns:a16="http://schemas.microsoft.com/office/drawing/2014/main" id="{7D91A110-0CC2-4241-7907-6F4C44AD2741}"/>
                </a:ext>
              </a:extLst>
            </p:cNvPr>
            <p:cNvSpPr txBox="1"/>
            <p:nvPr/>
          </p:nvSpPr>
          <p:spPr>
            <a:xfrm>
              <a:off x="3880187" y="2766548"/>
              <a:ext cx="697627" cy="400110"/>
            </a:xfrm>
            <a:prstGeom prst="rect">
              <a:avLst/>
            </a:prstGeom>
            <a:noFill/>
          </p:spPr>
          <p:txBody>
            <a:bodyPr wrap="none" rtlCol="0">
              <a:spAutoFit/>
            </a:bodyPr>
            <a:lstStyle/>
            <a:p>
              <a:pPr algn="ctr"/>
              <a:r>
                <a:rPr lang="ja-JP" altLang="en-US" sz="2000" b="1" dirty="0">
                  <a:solidFill>
                    <a:schemeClr val="bg1">
                      <a:lumMod val="95000"/>
                    </a:schemeClr>
                  </a:solidFill>
                  <a:latin typeface="BIZ UDP明朝 Medium" panose="02020500000000000000" pitchFamily="18" charset="-128"/>
                  <a:ea typeface="BIZ UDP明朝 Medium" panose="02020500000000000000" pitchFamily="18" charset="-128"/>
                </a:rPr>
                <a:t>武器</a:t>
              </a:r>
              <a:endParaRPr kumimoji="1" lang="ja-JP" altLang="en-US" sz="20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55" name="テキスト ボックス 54">
              <a:extLst>
                <a:ext uri="{FF2B5EF4-FFF2-40B4-BE49-F238E27FC236}">
                  <a16:creationId xmlns:a16="http://schemas.microsoft.com/office/drawing/2014/main" id="{AE86CF15-260F-3A47-CCB9-788EDEA7D60D}"/>
                </a:ext>
              </a:extLst>
            </p:cNvPr>
            <p:cNvSpPr txBox="1"/>
            <p:nvPr/>
          </p:nvSpPr>
          <p:spPr>
            <a:xfrm>
              <a:off x="5236236" y="2766548"/>
              <a:ext cx="697627" cy="400110"/>
            </a:xfrm>
            <a:prstGeom prst="rect">
              <a:avLst/>
            </a:prstGeom>
            <a:noFill/>
          </p:spPr>
          <p:txBody>
            <a:bodyPr wrap="none" rtlCol="0">
              <a:spAutoFit/>
            </a:bodyPr>
            <a:lstStyle/>
            <a:p>
              <a:pPr algn="ctr"/>
              <a:r>
                <a:rPr lang="ja-JP" altLang="en-US" sz="2000" b="1" dirty="0">
                  <a:solidFill>
                    <a:schemeClr val="bg1">
                      <a:lumMod val="95000"/>
                    </a:schemeClr>
                  </a:solidFill>
                  <a:latin typeface="BIZ UDP明朝 Medium" panose="02020500000000000000" pitchFamily="18" charset="-128"/>
                  <a:ea typeface="BIZ UDP明朝 Medium" panose="02020500000000000000" pitchFamily="18" charset="-128"/>
                </a:rPr>
                <a:t>武器</a:t>
              </a:r>
              <a:endParaRPr kumimoji="1" lang="ja-JP" altLang="en-US" sz="20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sp>
        <p:nvSpPr>
          <p:cNvPr id="56" name="テキスト ボックス 55">
            <a:extLst>
              <a:ext uri="{FF2B5EF4-FFF2-40B4-BE49-F238E27FC236}">
                <a16:creationId xmlns:a16="http://schemas.microsoft.com/office/drawing/2014/main" id="{4D652B2F-A9FA-B15E-6904-D4E6AFE5468F}"/>
              </a:ext>
            </a:extLst>
          </p:cNvPr>
          <p:cNvSpPr txBox="1"/>
          <p:nvPr/>
        </p:nvSpPr>
        <p:spPr>
          <a:xfrm>
            <a:off x="1063119" y="5763426"/>
            <a:ext cx="697627" cy="400110"/>
          </a:xfrm>
          <a:prstGeom prst="rect">
            <a:avLst/>
          </a:prstGeom>
          <a:noFill/>
        </p:spPr>
        <p:txBody>
          <a:bodyPr wrap="none" rtlCol="0">
            <a:spAutoFit/>
          </a:bodyPr>
          <a:lstStyle/>
          <a:p>
            <a:pPr algn="ctr"/>
            <a:r>
              <a:rPr lang="ja-JP" altLang="en-US" sz="2000" b="1" dirty="0">
                <a:solidFill>
                  <a:schemeClr val="tx1">
                    <a:lumMod val="75000"/>
                    <a:lumOff val="25000"/>
                  </a:schemeClr>
                </a:solidFill>
                <a:latin typeface="BIZ UDP明朝 Medium" panose="02020500000000000000" pitchFamily="18" charset="-128"/>
                <a:ea typeface="BIZ UDP明朝 Medium" panose="02020500000000000000" pitchFamily="18" charset="-128"/>
              </a:rPr>
              <a:t>武器</a:t>
            </a:r>
            <a:endParaRPr kumimoji="1" lang="ja-JP" altLang="en-US" sz="2000" b="1" dirty="0">
              <a:solidFill>
                <a:schemeClr val="tx1">
                  <a:lumMod val="75000"/>
                  <a:lumOff val="25000"/>
                </a:schemeClr>
              </a:solidFill>
              <a:latin typeface="BIZ UDP明朝 Medium" panose="02020500000000000000" pitchFamily="18" charset="-128"/>
              <a:ea typeface="BIZ UDP明朝 Medium" panose="02020500000000000000" pitchFamily="18" charset="-128"/>
            </a:endParaRPr>
          </a:p>
        </p:txBody>
      </p:sp>
      <p:sp>
        <p:nvSpPr>
          <p:cNvPr id="57" name="テキスト ボックス 56">
            <a:extLst>
              <a:ext uri="{FF2B5EF4-FFF2-40B4-BE49-F238E27FC236}">
                <a16:creationId xmlns:a16="http://schemas.microsoft.com/office/drawing/2014/main" id="{00047B7D-DAF6-29D9-8A6C-E101A836FD64}"/>
              </a:ext>
            </a:extLst>
          </p:cNvPr>
          <p:cNvSpPr txBox="1"/>
          <p:nvPr/>
        </p:nvSpPr>
        <p:spPr>
          <a:xfrm>
            <a:off x="2419168" y="5763426"/>
            <a:ext cx="697627" cy="400110"/>
          </a:xfrm>
          <a:prstGeom prst="rect">
            <a:avLst/>
          </a:prstGeom>
          <a:noFill/>
        </p:spPr>
        <p:txBody>
          <a:bodyPr wrap="none" rtlCol="0">
            <a:spAutoFit/>
          </a:bodyPr>
          <a:lstStyle/>
          <a:p>
            <a:pPr algn="ctr"/>
            <a:r>
              <a:rPr lang="ja-JP" altLang="en-US" sz="2000" b="1" dirty="0">
                <a:solidFill>
                  <a:schemeClr val="tx1">
                    <a:lumMod val="75000"/>
                    <a:lumOff val="25000"/>
                  </a:schemeClr>
                </a:solidFill>
                <a:latin typeface="BIZ UDP明朝 Medium" panose="02020500000000000000" pitchFamily="18" charset="-128"/>
                <a:ea typeface="BIZ UDP明朝 Medium" panose="02020500000000000000" pitchFamily="18" charset="-128"/>
              </a:rPr>
              <a:t>武器</a:t>
            </a:r>
            <a:endParaRPr kumimoji="1" lang="ja-JP" altLang="en-US" sz="2000" b="1" dirty="0">
              <a:solidFill>
                <a:schemeClr val="tx1">
                  <a:lumMod val="75000"/>
                  <a:lumOff val="25000"/>
                </a:schemeClr>
              </a:solidFill>
              <a:latin typeface="BIZ UDP明朝 Medium" panose="02020500000000000000" pitchFamily="18" charset="-128"/>
              <a:ea typeface="BIZ UDP明朝 Medium" panose="02020500000000000000" pitchFamily="18" charset="-128"/>
            </a:endParaRPr>
          </a:p>
        </p:txBody>
      </p:sp>
      <p:sp>
        <p:nvSpPr>
          <p:cNvPr id="58" name="テキスト ボックス 57">
            <a:extLst>
              <a:ext uri="{FF2B5EF4-FFF2-40B4-BE49-F238E27FC236}">
                <a16:creationId xmlns:a16="http://schemas.microsoft.com/office/drawing/2014/main" id="{7AA29D35-4170-9161-9E97-765DE4A3F346}"/>
              </a:ext>
            </a:extLst>
          </p:cNvPr>
          <p:cNvSpPr txBox="1"/>
          <p:nvPr/>
        </p:nvSpPr>
        <p:spPr>
          <a:xfrm>
            <a:off x="3775217" y="5763426"/>
            <a:ext cx="697627" cy="400110"/>
          </a:xfrm>
          <a:prstGeom prst="rect">
            <a:avLst/>
          </a:prstGeom>
          <a:noFill/>
        </p:spPr>
        <p:txBody>
          <a:bodyPr wrap="none" rtlCol="0">
            <a:spAutoFit/>
          </a:bodyPr>
          <a:lstStyle/>
          <a:p>
            <a:pPr algn="ctr"/>
            <a:r>
              <a:rPr lang="ja-JP" altLang="en-US" sz="2000" b="1" dirty="0">
                <a:solidFill>
                  <a:schemeClr val="tx1">
                    <a:lumMod val="75000"/>
                    <a:lumOff val="25000"/>
                  </a:schemeClr>
                </a:solidFill>
                <a:latin typeface="BIZ UDP明朝 Medium" panose="02020500000000000000" pitchFamily="18" charset="-128"/>
                <a:ea typeface="BIZ UDP明朝 Medium" panose="02020500000000000000" pitchFamily="18" charset="-128"/>
              </a:rPr>
              <a:t>武器</a:t>
            </a:r>
            <a:endParaRPr kumimoji="1" lang="ja-JP" altLang="en-US" sz="2000" b="1" dirty="0">
              <a:solidFill>
                <a:schemeClr val="tx1">
                  <a:lumMod val="75000"/>
                  <a:lumOff val="25000"/>
                </a:schemeClr>
              </a:solidFill>
              <a:latin typeface="BIZ UDP明朝 Medium" panose="02020500000000000000" pitchFamily="18" charset="-128"/>
              <a:ea typeface="BIZ UDP明朝 Medium" panose="02020500000000000000" pitchFamily="18" charset="-128"/>
            </a:endParaRPr>
          </a:p>
        </p:txBody>
      </p:sp>
      <p:sp>
        <p:nvSpPr>
          <p:cNvPr id="59" name="テキスト ボックス 58">
            <a:extLst>
              <a:ext uri="{FF2B5EF4-FFF2-40B4-BE49-F238E27FC236}">
                <a16:creationId xmlns:a16="http://schemas.microsoft.com/office/drawing/2014/main" id="{15D63353-1692-E5EA-59B1-6C1D07BF7B35}"/>
              </a:ext>
            </a:extLst>
          </p:cNvPr>
          <p:cNvSpPr txBox="1"/>
          <p:nvPr/>
        </p:nvSpPr>
        <p:spPr>
          <a:xfrm>
            <a:off x="5131266" y="5763426"/>
            <a:ext cx="697627" cy="400110"/>
          </a:xfrm>
          <a:prstGeom prst="rect">
            <a:avLst/>
          </a:prstGeom>
          <a:noFill/>
        </p:spPr>
        <p:txBody>
          <a:bodyPr wrap="none" rtlCol="0">
            <a:spAutoFit/>
          </a:bodyPr>
          <a:lstStyle/>
          <a:p>
            <a:pPr algn="ctr"/>
            <a:r>
              <a:rPr lang="ja-JP" altLang="en-US" sz="2000" b="1" dirty="0">
                <a:solidFill>
                  <a:schemeClr val="tx1">
                    <a:lumMod val="75000"/>
                    <a:lumOff val="25000"/>
                  </a:schemeClr>
                </a:solidFill>
                <a:latin typeface="BIZ UDP明朝 Medium" panose="02020500000000000000" pitchFamily="18" charset="-128"/>
                <a:ea typeface="BIZ UDP明朝 Medium" panose="02020500000000000000" pitchFamily="18" charset="-128"/>
              </a:rPr>
              <a:t>武器</a:t>
            </a:r>
            <a:endParaRPr kumimoji="1" lang="ja-JP" altLang="en-US" sz="2000" b="1" dirty="0">
              <a:solidFill>
                <a:schemeClr val="tx1">
                  <a:lumMod val="75000"/>
                  <a:lumOff val="25000"/>
                </a:schemeClr>
              </a:solidFill>
              <a:latin typeface="BIZ UDP明朝 Medium" panose="02020500000000000000" pitchFamily="18" charset="-128"/>
              <a:ea typeface="BIZ UDP明朝 Medium" panose="02020500000000000000" pitchFamily="18" charset="-128"/>
            </a:endParaRPr>
          </a:p>
        </p:txBody>
      </p:sp>
      <p:grpSp>
        <p:nvGrpSpPr>
          <p:cNvPr id="61" name="グループ化 60">
            <a:extLst>
              <a:ext uri="{FF2B5EF4-FFF2-40B4-BE49-F238E27FC236}">
                <a16:creationId xmlns:a16="http://schemas.microsoft.com/office/drawing/2014/main" id="{A187B93C-25FD-49A5-F0E0-2509D2B75C29}"/>
              </a:ext>
            </a:extLst>
          </p:cNvPr>
          <p:cNvGrpSpPr/>
          <p:nvPr/>
        </p:nvGrpSpPr>
        <p:grpSpPr>
          <a:xfrm>
            <a:off x="994458" y="1713369"/>
            <a:ext cx="4892412" cy="400110"/>
            <a:chOff x="1104770" y="2766548"/>
            <a:chExt cx="4892412" cy="400110"/>
          </a:xfrm>
        </p:grpSpPr>
        <p:sp>
          <p:nvSpPr>
            <p:cNvPr id="62" name="テキスト ボックス 61">
              <a:extLst>
                <a:ext uri="{FF2B5EF4-FFF2-40B4-BE49-F238E27FC236}">
                  <a16:creationId xmlns:a16="http://schemas.microsoft.com/office/drawing/2014/main" id="{85410359-DEF7-F55D-6A86-57298DE57D77}"/>
                </a:ext>
              </a:extLst>
            </p:cNvPr>
            <p:cNvSpPr txBox="1"/>
            <p:nvPr/>
          </p:nvSpPr>
          <p:spPr>
            <a:xfrm>
              <a:off x="1104770" y="2766548"/>
              <a:ext cx="824265" cy="400110"/>
            </a:xfrm>
            <a:prstGeom prst="rect">
              <a:avLst/>
            </a:prstGeom>
            <a:noFill/>
          </p:spPr>
          <p:txBody>
            <a:bodyPr wrap="none" rtlCol="0">
              <a:spAutoFit/>
            </a:bodyPr>
            <a:lstStyle/>
            <a:p>
              <a:pPr algn="ctr"/>
              <a:r>
                <a:rPr lang="ja-JP" altLang="en-US" sz="2000" b="1" dirty="0">
                  <a:solidFill>
                    <a:schemeClr val="bg1">
                      <a:lumMod val="95000"/>
                    </a:schemeClr>
                  </a:solidFill>
                  <a:latin typeface="BIZ UDP明朝 Medium" panose="02020500000000000000" pitchFamily="18" charset="-128"/>
                  <a:ea typeface="BIZ UDP明朝 Medium" panose="02020500000000000000" pitchFamily="18" charset="-128"/>
                </a:rPr>
                <a:t>キャラ</a:t>
              </a:r>
              <a:endParaRPr kumimoji="1" lang="ja-JP" altLang="en-US" sz="20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63" name="テキスト ボックス 62">
              <a:extLst>
                <a:ext uri="{FF2B5EF4-FFF2-40B4-BE49-F238E27FC236}">
                  <a16:creationId xmlns:a16="http://schemas.microsoft.com/office/drawing/2014/main" id="{23E6C820-3577-4410-E642-AD1CFD8A0A5B}"/>
                </a:ext>
              </a:extLst>
            </p:cNvPr>
            <p:cNvSpPr txBox="1"/>
            <p:nvPr/>
          </p:nvSpPr>
          <p:spPr>
            <a:xfrm>
              <a:off x="2460819" y="2766548"/>
              <a:ext cx="824265" cy="400110"/>
            </a:xfrm>
            <a:prstGeom prst="rect">
              <a:avLst/>
            </a:prstGeom>
            <a:noFill/>
          </p:spPr>
          <p:txBody>
            <a:bodyPr wrap="none" rtlCol="0">
              <a:spAutoFit/>
            </a:bodyPr>
            <a:lstStyle/>
            <a:p>
              <a:pPr algn="ctr"/>
              <a:r>
                <a:rPr lang="ja-JP" altLang="en-US" sz="2000" b="1"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sp>
          <p:nvSpPr>
            <p:cNvPr id="64" name="テキスト ボックス 63">
              <a:extLst>
                <a:ext uri="{FF2B5EF4-FFF2-40B4-BE49-F238E27FC236}">
                  <a16:creationId xmlns:a16="http://schemas.microsoft.com/office/drawing/2014/main" id="{56132C5B-3BA4-C0BA-187F-F8211BA1D2AA}"/>
                </a:ext>
              </a:extLst>
            </p:cNvPr>
            <p:cNvSpPr txBox="1"/>
            <p:nvPr/>
          </p:nvSpPr>
          <p:spPr>
            <a:xfrm>
              <a:off x="3816868" y="2766548"/>
              <a:ext cx="824265" cy="400110"/>
            </a:xfrm>
            <a:prstGeom prst="rect">
              <a:avLst/>
            </a:prstGeom>
            <a:noFill/>
          </p:spPr>
          <p:txBody>
            <a:bodyPr wrap="none" rtlCol="0">
              <a:spAutoFit/>
            </a:bodyPr>
            <a:lstStyle/>
            <a:p>
              <a:pPr algn="ctr"/>
              <a:r>
                <a:rPr lang="ja-JP" altLang="en-US" sz="2000" b="1"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sp>
          <p:nvSpPr>
            <p:cNvPr id="65" name="テキスト ボックス 64">
              <a:extLst>
                <a:ext uri="{FF2B5EF4-FFF2-40B4-BE49-F238E27FC236}">
                  <a16:creationId xmlns:a16="http://schemas.microsoft.com/office/drawing/2014/main" id="{796D6B47-6A44-3718-2B6C-224F7ABBD1B8}"/>
                </a:ext>
              </a:extLst>
            </p:cNvPr>
            <p:cNvSpPr txBox="1"/>
            <p:nvPr/>
          </p:nvSpPr>
          <p:spPr>
            <a:xfrm>
              <a:off x="5172917" y="2766548"/>
              <a:ext cx="824265" cy="400110"/>
            </a:xfrm>
            <a:prstGeom prst="rect">
              <a:avLst/>
            </a:prstGeom>
            <a:noFill/>
          </p:spPr>
          <p:txBody>
            <a:bodyPr wrap="none" rtlCol="0">
              <a:spAutoFit/>
            </a:bodyPr>
            <a:lstStyle/>
            <a:p>
              <a:pPr algn="ctr"/>
              <a:r>
                <a:rPr lang="ja-JP" altLang="en-US" sz="2000" b="1"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nvGrpSpPr>
          <p:cNvPr id="66" name="グループ化 65">
            <a:extLst>
              <a:ext uri="{FF2B5EF4-FFF2-40B4-BE49-F238E27FC236}">
                <a16:creationId xmlns:a16="http://schemas.microsoft.com/office/drawing/2014/main" id="{F8C87F5B-B14B-D67D-C51B-91490DFEF35A}"/>
              </a:ext>
            </a:extLst>
          </p:cNvPr>
          <p:cNvGrpSpPr/>
          <p:nvPr/>
        </p:nvGrpSpPr>
        <p:grpSpPr>
          <a:xfrm>
            <a:off x="960648" y="4764316"/>
            <a:ext cx="4892412" cy="400110"/>
            <a:chOff x="1104770" y="2766548"/>
            <a:chExt cx="4892412" cy="400110"/>
          </a:xfrm>
        </p:grpSpPr>
        <p:sp>
          <p:nvSpPr>
            <p:cNvPr id="67" name="テキスト ボックス 66">
              <a:extLst>
                <a:ext uri="{FF2B5EF4-FFF2-40B4-BE49-F238E27FC236}">
                  <a16:creationId xmlns:a16="http://schemas.microsoft.com/office/drawing/2014/main" id="{5F72A876-1936-C898-E864-FFCBBAC0B58D}"/>
                </a:ext>
              </a:extLst>
            </p:cNvPr>
            <p:cNvSpPr txBox="1"/>
            <p:nvPr/>
          </p:nvSpPr>
          <p:spPr>
            <a:xfrm>
              <a:off x="1104770" y="2766548"/>
              <a:ext cx="824265" cy="400110"/>
            </a:xfrm>
            <a:prstGeom prst="rect">
              <a:avLst/>
            </a:prstGeom>
            <a:noFill/>
          </p:spPr>
          <p:txBody>
            <a:bodyPr wrap="none" rtlCol="0">
              <a:spAutoFit/>
            </a:bodyPr>
            <a:lstStyle/>
            <a:p>
              <a:pPr algn="ctr"/>
              <a:r>
                <a:rPr lang="ja-JP" altLang="en-US" sz="2000" b="1" dirty="0">
                  <a:solidFill>
                    <a:schemeClr val="tx1">
                      <a:lumMod val="75000"/>
                      <a:lumOff val="25000"/>
                    </a:schemeClr>
                  </a:solidFill>
                  <a:latin typeface="BIZ UDP明朝 Medium" panose="02020500000000000000" pitchFamily="18" charset="-128"/>
                  <a:ea typeface="BIZ UDP明朝 Medium" panose="02020500000000000000" pitchFamily="18" charset="-128"/>
                </a:rPr>
                <a:t>キャラ</a:t>
              </a:r>
              <a:endParaRPr kumimoji="1" lang="ja-JP" altLang="en-US" sz="2000" b="1" dirty="0">
                <a:solidFill>
                  <a:schemeClr val="tx1">
                    <a:lumMod val="75000"/>
                    <a:lumOff val="25000"/>
                  </a:schemeClr>
                </a:solidFill>
                <a:latin typeface="BIZ UDP明朝 Medium" panose="02020500000000000000" pitchFamily="18" charset="-128"/>
                <a:ea typeface="BIZ UDP明朝 Medium" panose="02020500000000000000" pitchFamily="18" charset="-128"/>
              </a:endParaRPr>
            </a:p>
          </p:txBody>
        </p:sp>
        <p:sp>
          <p:nvSpPr>
            <p:cNvPr id="68" name="テキスト ボックス 67">
              <a:extLst>
                <a:ext uri="{FF2B5EF4-FFF2-40B4-BE49-F238E27FC236}">
                  <a16:creationId xmlns:a16="http://schemas.microsoft.com/office/drawing/2014/main" id="{214E8A5C-7D7A-0A4D-3AD9-ACE2903D6339}"/>
                </a:ext>
              </a:extLst>
            </p:cNvPr>
            <p:cNvSpPr txBox="1"/>
            <p:nvPr/>
          </p:nvSpPr>
          <p:spPr>
            <a:xfrm>
              <a:off x="2460819" y="2766548"/>
              <a:ext cx="824265" cy="400110"/>
            </a:xfrm>
            <a:prstGeom prst="rect">
              <a:avLst/>
            </a:prstGeom>
            <a:noFill/>
          </p:spPr>
          <p:txBody>
            <a:bodyPr wrap="none" rtlCol="0">
              <a:spAutoFit/>
            </a:bodyPr>
            <a:lstStyle/>
            <a:p>
              <a:pPr algn="ctr"/>
              <a:r>
                <a:rPr lang="ja-JP" altLang="en-US" sz="2000" b="1" dirty="0">
                  <a:solidFill>
                    <a:schemeClr val="tx1">
                      <a:lumMod val="75000"/>
                      <a:lumOff val="25000"/>
                    </a:schemeClr>
                  </a:solidFill>
                  <a:latin typeface="BIZ UDP明朝 Medium" panose="02020500000000000000" pitchFamily="18" charset="-128"/>
                  <a:ea typeface="BIZ UDP明朝 Medium" panose="02020500000000000000" pitchFamily="18" charset="-128"/>
                </a:rPr>
                <a:t>キャラ</a:t>
              </a:r>
            </a:p>
          </p:txBody>
        </p:sp>
        <p:sp>
          <p:nvSpPr>
            <p:cNvPr id="69" name="テキスト ボックス 68">
              <a:extLst>
                <a:ext uri="{FF2B5EF4-FFF2-40B4-BE49-F238E27FC236}">
                  <a16:creationId xmlns:a16="http://schemas.microsoft.com/office/drawing/2014/main" id="{B8362FA0-F205-3FB3-680C-99AE3F28593D}"/>
                </a:ext>
              </a:extLst>
            </p:cNvPr>
            <p:cNvSpPr txBox="1"/>
            <p:nvPr/>
          </p:nvSpPr>
          <p:spPr>
            <a:xfrm>
              <a:off x="3816868" y="2766548"/>
              <a:ext cx="824265" cy="400110"/>
            </a:xfrm>
            <a:prstGeom prst="rect">
              <a:avLst/>
            </a:prstGeom>
            <a:noFill/>
          </p:spPr>
          <p:txBody>
            <a:bodyPr wrap="none" rtlCol="0">
              <a:spAutoFit/>
            </a:bodyPr>
            <a:lstStyle/>
            <a:p>
              <a:pPr algn="ctr"/>
              <a:r>
                <a:rPr lang="ja-JP" altLang="en-US" sz="2000" b="1" dirty="0">
                  <a:solidFill>
                    <a:schemeClr val="tx1">
                      <a:lumMod val="75000"/>
                      <a:lumOff val="25000"/>
                    </a:schemeClr>
                  </a:solidFill>
                  <a:latin typeface="BIZ UDP明朝 Medium" panose="02020500000000000000" pitchFamily="18" charset="-128"/>
                  <a:ea typeface="BIZ UDP明朝 Medium" panose="02020500000000000000" pitchFamily="18" charset="-128"/>
                </a:rPr>
                <a:t>キャラ</a:t>
              </a:r>
            </a:p>
          </p:txBody>
        </p:sp>
        <p:sp>
          <p:nvSpPr>
            <p:cNvPr id="70" name="テキスト ボックス 69">
              <a:extLst>
                <a:ext uri="{FF2B5EF4-FFF2-40B4-BE49-F238E27FC236}">
                  <a16:creationId xmlns:a16="http://schemas.microsoft.com/office/drawing/2014/main" id="{E8720320-1A07-D82A-3A14-7EA6C839AE42}"/>
                </a:ext>
              </a:extLst>
            </p:cNvPr>
            <p:cNvSpPr txBox="1"/>
            <p:nvPr/>
          </p:nvSpPr>
          <p:spPr>
            <a:xfrm>
              <a:off x="5172917" y="2766548"/>
              <a:ext cx="824265" cy="400110"/>
            </a:xfrm>
            <a:prstGeom prst="rect">
              <a:avLst/>
            </a:prstGeom>
            <a:noFill/>
          </p:spPr>
          <p:txBody>
            <a:bodyPr wrap="none" rtlCol="0">
              <a:spAutoFit/>
            </a:bodyPr>
            <a:lstStyle/>
            <a:p>
              <a:pPr algn="ctr"/>
              <a:r>
                <a:rPr lang="ja-JP" altLang="en-US" sz="2000" b="1" dirty="0">
                  <a:solidFill>
                    <a:schemeClr val="tx1">
                      <a:lumMod val="75000"/>
                      <a:lumOff val="25000"/>
                    </a:schemeClr>
                  </a:solidFill>
                  <a:latin typeface="BIZ UDP明朝 Medium" panose="02020500000000000000" pitchFamily="18" charset="-128"/>
                  <a:ea typeface="BIZ UDP明朝 Medium" panose="02020500000000000000" pitchFamily="18" charset="-128"/>
                </a:rPr>
                <a:t>キャラ</a:t>
              </a:r>
            </a:p>
          </p:txBody>
        </p:sp>
      </p:grpSp>
      <p:sp>
        <p:nvSpPr>
          <p:cNvPr id="17" name="二等辺三角形 16">
            <a:extLst>
              <a:ext uri="{FF2B5EF4-FFF2-40B4-BE49-F238E27FC236}">
                <a16:creationId xmlns:a16="http://schemas.microsoft.com/office/drawing/2014/main" id="{AE45CA30-7490-AC08-A24A-E8F07E3D73A7}"/>
              </a:ext>
            </a:extLst>
          </p:cNvPr>
          <p:cNvSpPr/>
          <p:nvPr/>
        </p:nvSpPr>
        <p:spPr>
          <a:xfrm rot="16200000">
            <a:off x="7160422" y="1412967"/>
            <a:ext cx="450025" cy="462375"/>
          </a:xfrm>
          <a:prstGeom prst="triangle">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 name="二等辺三角形 17">
            <a:extLst>
              <a:ext uri="{FF2B5EF4-FFF2-40B4-BE49-F238E27FC236}">
                <a16:creationId xmlns:a16="http://schemas.microsoft.com/office/drawing/2014/main" id="{F801612C-FBB8-E636-7DE1-25EB09A0E2A7}"/>
              </a:ext>
            </a:extLst>
          </p:cNvPr>
          <p:cNvSpPr/>
          <p:nvPr/>
        </p:nvSpPr>
        <p:spPr>
          <a:xfrm rot="5400000" flipH="1">
            <a:off x="10616694" y="1412967"/>
            <a:ext cx="450025" cy="462375"/>
          </a:xfrm>
          <a:prstGeom prst="triangle">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 name="テキスト ボックス 23">
            <a:extLst>
              <a:ext uri="{FF2B5EF4-FFF2-40B4-BE49-F238E27FC236}">
                <a16:creationId xmlns:a16="http://schemas.microsoft.com/office/drawing/2014/main" id="{9BCA3E3C-9CD8-D7B8-96C7-BA94454217D9}"/>
              </a:ext>
            </a:extLst>
          </p:cNvPr>
          <p:cNvSpPr txBox="1"/>
          <p:nvPr/>
        </p:nvSpPr>
        <p:spPr>
          <a:xfrm>
            <a:off x="8490423" y="1399357"/>
            <a:ext cx="1260281" cy="461665"/>
          </a:xfrm>
          <a:prstGeom prst="rect">
            <a:avLst/>
          </a:prstGeom>
          <a:noFill/>
        </p:spPr>
        <p:txBody>
          <a:bodyPr wrap="none" rtlCol="0">
            <a:spAutoFit/>
          </a:bodyPr>
          <a:lstStyle/>
          <a:p>
            <a:pPr algn="ctr"/>
            <a:r>
              <a:rPr lang="ja-JP" altLang="en-US" sz="2400" b="1" dirty="0">
                <a:solidFill>
                  <a:schemeClr val="accent6">
                    <a:lumMod val="60000"/>
                    <a:lumOff val="40000"/>
                  </a:schemeClr>
                </a:solidFill>
                <a:latin typeface="BIZ UDP明朝 Medium" panose="02020500000000000000" pitchFamily="18" charset="-128"/>
                <a:ea typeface="BIZ UDP明朝 Medium" panose="02020500000000000000" pitchFamily="18" charset="-128"/>
              </a:rPr>
              <a:t>キャラ名</a:t>
            </a:r>
          </a:p>
        </p:txBody>
      </p:sp>
      <p:pic>
        <p:nvPicPr>
          <p:cNvPr id="46" name="図 45">
            <a:extLst>
              <a:ext uri="{FF2B5EF4-FFF2-40B4-BE49-F238E27FC236}">
                <a16:creationId xmlns:a16="http://schemas.microsoft.com/office/drawing/2014/main" id="{0DA267C1-A95B-830A-6346-BF5803F659F6}"/>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8641361" y="2024529"/>
            <a:ext cx="2512235" cy="3129884"/>
          </a:xfrm>
          <a:prstGeom prst="rect">
            <a:avLst/>
          </a:prstGeom>
        </p:spPr>
      </p:pic>
      <p:grpSp>
        <p:nvGrpSpPr>
          <p:cNvPr id="89" name="グループ化 88">
            <a:extLst>
              <a:ext uri="{FF2B5EF4-FFF2-40B4-BE49-F238E27FC236}">
                <a16:creationId xmlns:a16="http://schemas.microsoft.com/office/drawing/2014/main" id="{0D733931-B3BA-D447-FA15-3DEE000085C6}"/>
              </a:ext>
            </a:extLst>
          </p:cNvPr>
          <p:cNvGrpSpPr/>
          <p:nvPr/>
        </p:nvGrpSpPr>
        <p:grpSpPr>
          <a:xfrm>
            <a:off x="7182307" y="4317385"/>
            <a:ext cx="1226618" cy="748254"/>
            <a:chOff x="7088997" y="4289392"/>
            <a:chExt cx="1226618" cy="748254"/>
          </a:xfrm>
        </p:grpSpPr>
        <p:pic>
          <p:nvPicPr>
            <p:cNvPr id="86" name="図 85">
              <a:extLst>
                <a:ext uri="{FF2B5EF4-FFF2-40B4-BE49-F238E27FC236}">
                  <a16:creationId xmlns:a16="http://schemas.microsoft.com/office/drawing/2014/main" id="{F040D644-D73F-24E0-E965-5FAD1252893C}"/>
                </a:ext>
              </a:extLst>
            </p:cNvPr>
            <p:cNvPicPr>
              <a:picLocks noChangeAspect="1"/>
            </p:cNvPicPr>
            <p:nvPr/>
          </p:nvPicPr>
          <p:blipFill>
            <a:blip r:embed="rId5">
              <a:duotone>
                <a:schemeClr val="accent3">
                  <a:shade val="45000"/>
                  <a:satMod val="135000"/>
                </a:schemeClr>
                <a:prstClr val="white"/>
              </a:duotone>
              <a:extLst>
                <a:ext uri="{28A0092B-C50C-407E-A947-70E740481C1C}">
                  <a14:useLocalDpi xmlns:a14="http://schemas.microsoft.com/office/drawing/2010/main" val="0"/>
                </a:ext>
              </a:extLst>
            </a:blip>
            <a:srcRect l="6840" t="30163" r="48646" b="36883"/>
            <a:stretch>
              <a:fillRect/>
            </a:stretch>
          </p:blipFill>
          <p:spPr>
            <a:xfrm>
              <a:off x="7098261" y="4289392"/>
              <a:ext cx="452228" cy="502188"/>
            </a:xfrm>
            <a:prstGeom prst="rect">
              <a:avLst/>
            </a:prstGeom>
          </p:spPr>
        </p:pic>
        <p:sp>
          <p:nvSpPr>
            <p:cNvPr id="87" name="テキスト ボックス 86">
              <a:extLst>
                <a:ext uri="{FF2B5EF4-FFF2-40B4-BE49-F238E27FC236}">
                  <a16:creationId xmlns:a16="http://schemas.microsoft.com/office/drawing/2014/main" id="{E91A1D0A-041C-2C01-C1C1-3F02E9961E1E}"/>
                </a:ext>
              </a:extLst>
            </p:cNvPr>
            <p:cNvSpPr txBox="1"/>
            <p:nvPr/>
          </p:nvSpPr>
          <p:spPr>
            <a:xfrm>
              <a:off x="7472051" y="4372863"/>
              <a:ext cx="805029" cy="338554"/>
            </a:xfrm>
            <a:prstGeom prst="rect">
              <a:avLst/>
            </a:prstGeom>
            <a:noFill/>
            <a:effectLst>
              <a:glow rad="63500">
                <a:schemeClr val="accent3">
                  <a:satMod val="175000"/>
                  <a:alpha val="40000"/>
                </a:schemeClr>
              </a:glow>
            </a:effectLst>
          </p:spPr>
          <p:txBody>
            <a:bodyPr wrap="none" rtlCol="0">
              <a:spAutoFit/>
            </a:bodyPr>
            <a:lstStyle/>
            <a:p>
              <a:r>
                <a:rPr lang="ja-JP" altLang="en-US" sz="1600" b="1" dirty="0">
                  <a:solidFill>
                    <a:schemeClr val="tx1">
                      <a:lumMod val="85000"/>
                      <a:lumOff val="15000"/>
                    </a:schemeClr>
                  </a:solidFill>
                  <a:effectLst>
                    <a:glow rad="38100">
                      <a:schemeClr val="accent3">
                        <a:satMod val="175000"/>
                        <a:alpha val="65000"/>
                      </a:schemeClr>
                    </a:glow>
                  </a:effectLst>
                  <a:latin typeface="HGS明朝E" panose="02020900000000000000" pitchFamily="18" charset="-128"/>
                  <a:ea typeface="HGS明朝E" panose="02020900000000000000" pitchFamily="18" charset="-128"/>
                </a:rPr>
                <a:t>タンク</a:t>
              </a:r>
              <a:endParaRPr lang="en-US" altLang="ja-JP" sz="1200" b="1" dirty="0">
                <a:solidFill>
                  <a:schemeClr val="tx1">
                    <a:lumMod val="85000"/>
                    <a:lumOff val="15000"/>
                  </a:schemeClr>
                </a:solidFill>
                <a:effectLst>
                  <a:glow rad="38100">
                    <a:schemeClr val="accent3">
                      <a:satMod val="175000"/>
                      <a:alpha val="65000"/>
                    </a:schemeClr>
                  </a:glow>
                </a:effectLst>
                <a:latin typeface="HGS明朝E" panose="02020900000000000000" pitchFamily="18" charset="-128"/>
                <a:ea typeface="HGS明朝E" panose="02020900000000000000" pitchFamily="18" charset="-128"/>
              </a:endParaRPr>
            </a:p>
          </p:txBody>
        </p:sp>
        <p:sp>
          <p:nvSpPr>
            <p:cNvPr id="88" name="テキスト ボックス 87">
              <a:extLst>
                <a:ext uri="{FF2B5EF4-FFF2-40B4-BE49-F238E27FC236}">
                  <a16:creationId xmlns:a16="http://schemas.microsoft.com/office/drawing/2014/main" id="{117B8563-0EE5-3989-581D-802694546D42}"/>
                </a:ext>
              </a:extLst>
            </p:cNvPr>
            <p:cNvSpPr txBox="1"/>
            <p:nvPr/>
          </p:nvSpPr>
          <p:spPr>
            <a:xfrm>
              <a:off x="7088997" y="4760647"/>
              <a:ext cx="1226618" cy="276999"/>
            </a:xfrm>
            <a:prstGeom prst="rect">
              <a:avLst/>
            </a:prstGeom>
            <a:noFill/>
          </p:spPr>
          <p:txBody>
            <a:bodyPr wrap="none" rtlCol="0">
              <a:spAutoFit/>
            </a:bodyPr>
            <a:lstStyle/>
            <a:p>
              <a:r>
                <a:rPr lang="ja-JP" altLang="en-US" sz="1050" dirty="0">
                  <a:solidFill>
                    <a:schemeClr val="tx1">
                      <a:lumMod val="75000"/>
                      <a:lumOff val="25000"/>
                    </a:schemeClr>
                  </a:solidFill>
                  <a:latin typeface="HGS明朝E" panose="02020900000000000000" pitchFamily="18" charset="-128"/>
                  <a:ea typeface="HGS明朝E" panose="02020900000000000000" pitchFamily="18" charset="-128"/>
                </a:rPr>
                <a:t>毎ターン</a:t>
              </a:r>
              <a:r>
                <a:rPr lang="en-US" altLang="ja-JP" sz="1200" dirty="0">
                  <a:solidFill>
                    <a:schemeClr val="tx1">
                      <a:lumMod val="75000"/>
                      <a:lumOff val="25000"/>
                    </a:schemeClr>
                  </a:solidFill>
                  <a:latin typeface="HGS明朝E" panose="02020900000000000000" pitchFamily="18" charset="-128"/>
                  <a:ea typeface="HGS明朝E" panose="02020900000000000000" pitchFamily="18" charset="-128"/>
                </a:rPr>
                <a:t>5</a:t>
              </a:r>
              <a:r>
                <a:rPr lang="ja-JP" altLang="en-US" sz="1050" dirty="0">
                  <a:solidFill>
                    <a:schemeClr val="tx1">
                      <a:lumMod val="75000"/>
                      <a:lumOff val="25000"/>
                    </a:schemeClr>
                  </a:solidFill>
                  <a:latin typeface="HGS明朝E" panose="02020900000000000000" pitchFamily="18" charset="-128"/>
                  <a:ea typeface="HGS明朝E" panose="02020900000000000000" pitchFamily="18" charset="-128"/>
                </a:rPr>
                <a:t>％回復</a:t>
              </a:r>
              <a:endParaRPr lang="en-US" altLang="ja-JP" sz="1050" dirty="0">
                <a:solidFill>
                  <a:schemeClr val="tx1">
                    <a:lumMod val="75000"/>
                    <a:lumOff val="25000"/>
                  </a:schemeClr>
                </a:solidFill>
                <a:latin typeface="HGS明朝E" panose="02020900000000000000" pitchFamily="18" charset="-128"/>
                <a:ea typeface="HGS明朝E" panose="02020900000000000000" pitchFamily="18" charset="-128"/>
              </a:endParaRPr>
            </a:p>
          </p:txBody>
        </p:sp>
      </p:grpSp>
      <p:grpSp>
        <p:nvGrpSpPr>
          <p:cNvPr id="90" name="グループ化 89">
            <a:extLst>
              <a:ext uri="{FF2B5EF4-FFF2-40B4-BE49-F238E27FC236}">
                <a16:creationId xmlns:a16="http://schemas.microsoft.com/office/drawing/2014/main" id="{4F8C184F-AB66-C091-F689-949105DF0E2C}"/>
              </a:ext>
            </a:extLst>
          </p:cNvPr>
          <p:cNvGrpSpPr/>
          <p:nvPr/>
        </p:nvGrpSpPr>
        <p:grpSpPr>
          <a:xfrm>
            <a:off x="7079024" y="3959376"/>
            <a:ext cx="1422939" cy="1185706"/>
            <a:chOff x="4343042" y="2005061"/>
            <a:chExt cx="4595682" cy="1782085"/>
          </a:xfrm>
        </p:grpSpPr>
        <p:sp>
          <p:nvSpPr>
            <p:cNvPr id="91" name="四角形: 角を丸くする 90">
              <a:extLst>
                <a:ext uri="{FF2B5EF4-FFF2-40B4-BE49-F238E27FC236}">
                  <a16:creationId xmlns:a16="http://schemas.microsoft.com/office/drawing/2014/main" id="{DB42179C-2AB4-BA3A-13E5-1DEB3AAF0F6E}"/>
                </a:ext>
              </a:extLst>
            </p:cNvPr>
            <p:cNvSpPr/>
            <p:nvPr/>
          </p:nvSpPr>
          <p:spPr>
            <a:xfrm>
              <a:off x="4343042" y="2434991"/>
              <a:ext cx="4595682" cy="1352155"/>
            </a:xfrm>
            <a:prstGeom prst="roundRect">
              <a:avLst>
                <a:gd name="adj" fmla="val 5178"/>
              </a:avLst>
            </a:prstGeom>
            <a:noFill/>
            <a:ln w="254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dirty="0">
                <a:latin typeface="HGS明朝E" panose="02020900000000000000" pitchFamily="18" charset="-128"/>
                <a:ea typeface="HGS明朝E" panose="02020900000000000000" pitchFamily="18" charset="-128"/>
              </a:endParaRPr>
            </a:p>
          </p:txBody>
        </p:sp>
        <p:sp>
          <p:nvSpPr>
            <p:cNvPr id="92" name="四角形: 角を丸くする 91">
              <a:extLst>
                <a:ext uri="{FF2B5EF4-FFF2-40B4-BE49-F238E27FC236}">
                  <a16:creationId xmlns:a16="http://schemas.microsoft.com/office/drawing/2014/main" id="{D58018CF-CAB7-2641-ADDF-202FC685AE05}"/>
                </a:ext>
              </a:extLst>
            </p:cNvPr>
            <p:cNvSpPr/>
            <p:nvPr/>
          </p:nvSpPr>
          <p:spPr>
            <a:xfrm>
              <a:off x="5027040" y="2005061"/>
              <a:ext cx="3294263" cy="461666"/>
            </a:xfrm>
            <a:prstGeom prst="round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latin typeface="HGS明朝E" panose="02020900000000000000" pitchFamily="18" charset="-128"/>
                  <a:ea typeface="HGS明朝E" panose="02020900000000000000" pitchFamily="18" charset="-128"/>
                </a:rPr>
                <a:t>ロール</a:t>
              </a:r>
            </a:p>
          </p:txBody>
        </p:sp>
      </p:grpSp>
      <p:sp>
        <p:nvSpPr>
          <p:cNvPr id="93" name="楕円 92">
            <a:extLst>
              <a:ext uri="{FF2B5EF4-FFF2-40B4-BE49-F238E27FC236}">
                <a16:creationId xmlns:a16="http://schemas.microsoft.com/office/drawing/2014/main" id="{161FDEAE-D017-4B88-69DA-F1BE9951A69C}"/>
              </a:ext>
            </a:extLst>
          </p:cNvPr>
          <p:cNvSpPr/>
          <p:nvPr/>
        </p:nvSpPr>
        <p:spPr>
          <a:xfrm>
            <a:off x="10060241" y="2744850"/>
            <a:ext cx="296742" cy="296742"/>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200" dirty="0">
                <a:solidFill>
                  <a:schemeClr val="bg1">
                    <a:lumMod val="95000"/>
                  </a:schemeClr>
                </a:solidFill>
                <a:latin typeface="BIZ UDP明朝 Medium" panose="02020500000000000000" pitchFamily="18" charset="-128"/>
                <a:ea typeface="BIZ UDP明朝 Medium" panose="02020500000000000000" pitchFamily="18" charset="-128"/>
              </a:rPr>
              <a:t>剛</a:t>
            </a:r>
            <a:endParaRPr kumimoji="1" lang="ja-JP" altLang="en-US" sz="1200"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8" name="テキスト ボックス 7">
            <a:extLst>
              <a:ext uri="{FF2B5EF4-FFF2-40B4-BE49-F238E27FC236}">
                <a16:creationId xmlns:a16="http://schemas.microsoft.com/office/drawing/2014/main" id="{CB161A12-2C68-1A60-8C78-49DCAA63B786}"/>
              </a:ext>
            </a:extLst>
          </p:cNvPr>
          <p:cNvSpPr txBox="1"/>
          <p:nvPr/>
        </p:nvSpPr>
        <p:spPr>
          <a:xfrm>
            <a:off x="9366255" y="4331555"/>
            <a:ext cx="1062446" cy="261610"/>
          </a:xfrm>
          <a:prstGeom prst="rect">
            <a:avLst/>
          </a:prstGeom>
          <a:noFill/>
        </p:spPr>
        <p:txBody>
          <a:bodyPr wrap="square">
            <a:spAutoFit/>
          </a:bodyPr>
          <a:lstStyle/>
          <a:p>
            <a:pPr algn="ctr"/>
            <a:r>
              <a:rPr lang="ja-JP" altLang="en-US" sz="1100" b="1" dirty="0">
                <a:solidFill>
                  <a:schemeClr val="bg1">
                    <a:lumMod val="95000"/>
                  </a:schemeClr>
                </a:solidFill>
                <a:highlight>
                  <a:srgbClr val="808080"/>
                </a:highlight>
                <a:latin typeface="BIZ UDP明朝 Medium" panose="02020500000000000000" pitchFamily="18" charset="-128"/>
                <a:ea typeface="BIZ UDP明朝 Medium" panose="02020500000000000000" pitchFamily="18" charset="-128"/>
              </a:rPr>
              <a:t>武器</a:t>
            </a:r>
            <a:endParaRPr kumimoji="1" lang="ja-JP" altLang="en-US" sz="1100" b="1" dirty="0">
              <a:solidFill>
                <a:schemeClr val="bg1">
                  <a:lumMod val="95000"/>
                </a:schemeClr>
              </a:solidFill>
              <a:highlight>
                <a:srgbClr val="808080"/>
              </a:highlight>
              <a:latin typeface="BIZ UDP明朝 Medium" panose="02020500000000000000" pitchFamily="18" charset="-128"/>
              <a:ea typeface="BIZ UDP明朝 Medium" panose="02020500000000000000" pitchFamily="18" charset="-128"/>
            </a:endParaRPr>
          </a:p>
        </p:txBody>
      </p:sp>
      <p:pic>
        <p:nvPicPr>
          <p:cNvPr id="3" name="図 2">
            <a:extLst>
              <a:ext uri="{FF2B5EF4-FFF2-40B4-BE49-F238E27FC236}">
                <a16:creationId xmlns:a16="http://schemas.microsoft.com/office/drawing/2014/main" id="{7024EF26-0335-F515-8B3A-E436EC1DF2CB}"/>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6992219" y="1933050"/>
            <a:ext cx="1387192" cy="1958200"/>
          </a:xfrm>
          <a:prstGeom prst="rect">
            <a:avLst/>
          </a:prstGeom>
        </p:spPr>
      </p:pic>
    </p:spTree>
    <p:extLst>
      <p:ext uri="{BB962C8B-B14F-4D97-AF65-F5344CB8AC3E}">
        <p14:creationId xmlns:p14="http://schemas.microsoft.com/office/powerpoint/2010/main" val="98370422"/>
      </p:ext>
    </p:extLst>
  </p:cSld>
  <p:clrMapOvr>
    <a:masterClrMapping/>
  </p:clrMapOvr>
  <p:extLst>
    <p:ext uri="{6950BFC3-D8DA-4A85-94F7-54DA5524770B}">
      <p188:commentRel xmlns:p188="http://schemas.microsoft.com/office/powerpoint/2018/8/main" r:id="rId2"/>
    </p:ext>
  </p:extLst>
</p:sld>
</file>

<file path=ppt/slides/slide197.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a:extLst>
            <a:ext uri="{FF2B5EF4-FFF2-40B4-BE49-F238E27FC236}">
              <a16:creationId xmlns:a16="http://schemas.microsoft.com/office/drawing/2014/main" id="{EB8EBCD6-15F7-79BF-2D76-D7C1CAB8BCF2}"/>
            </a:ext>
          </a:extLst>
        </p:cNvPr>
        <p:cNvGrpSpPr/>
        <p:nvPr/>
      </p:nvGrpSpPr>
      <p:grpSpPr>
        <a:xfrm>
          <a:off x="0" y="0"/>
          <a:ext cx="0" cy="0"/>
          <a:chOff x="0" y="0"/>
          <a:chExt cx="0" cy="0"/>
        </a:xfrm>
      </p:grpSpPr>
      <p:sp>
        <p:nvSpPr>
          <p:cNvPr id="13" name="四角形: 角を丸くする 12">
            <a:extLst>
              <a:ext uri="{FF2B5EF4-FFF2-40B4-BE49-F238E27FC236}">
                <a16:creationId xmlns:a16="http://schemas.microsoft.com/office/drawing/2014/main" id="{9685F53F-85D2-3587-5097-987F26C1B7CF}"/>
              </a:ext>
            </a:extLst>
          </p:cNvPr>
          <p:cNvSpPr/>
          <p:nvPr/>
        </p:nvSpPr>
        <p:spPr>
          <a:xfrm>
            <a:off x="1698342" y="1327454"/>
            <a:ext cx="8795316" cy="4056319"/>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a:p>
        </p:txBody>
      </p:sp>
      <p:grpSp>
        <p:nvGrpSpPr>
          <p:cNvPr id="66" name="グループ化 65">
            <a:extLst>
              <a:ext uri="{FF2B5EF4-FFF2-40B4-BE49-F238E27FC236}">
                <a16:creationId xmlns:a16="http://schemas.microsoft.com/office/drawing/2014/main" id="{B19D55F7-76DC-BC51-63D4-1E1D47F9DBBE}"/>
              </a:ext>
            </a:extLst>
          </p:cNvPr>
          <p:cNvGrpSpPr/>
          <p:nvPr/>
        </p:nvGrpSpPr>
        <p:grpSpPr>
          <a:xfrm>
            <a:off x="431675" y="5640918"/>
            <a:ext cx="11328651" cy="929715"/>
            <a:chOff x="431675" y="5640918"/>
            <a:chExt cx="11328651" cy="929715"/>
          </a:xfrm>
        </p:grpSpPr>
        <p:sp>
          <p:nvSpPr>
            <p:cNvPr id="43" name="四角形: 角を丸くする 42">
              <a:extLst>
                <a:ext uri="{FF2B5EF4-FFF2-40B4-BE49-F238E27FC236}">
                  <a16:creationId xmlns:a16="http://schemas.microsoft.com/office/drawing/2014/main" id="{1280046E-3E8F-86E6-C4C1-0D5741B908D6}"/>
                </a:ext>
              </a:extLst>
            </p:cNvPr>
            <p:cNvSpPr/>
            <p:nvPr/>
          </p:nvSpPr>
          <p:spPr>
            <a:xfrm>
              <a:off x="431675" y="5656233"/>
              <a:ext cx="11328651" cy="914400"/>
            </a:xfrm>
            <a:prstGeom prst="roundRect">
              <a:avLst>
                <a:gd name="adj" fmla="val 4803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53" name="四角形: 角を丸くする 52">
              <a:extLst>
                <a:ext uri="{FF2B5EF4-FFF2-40B4-BE49-F238E27FC236}">
                  <a16:creationId xmlns:a16="http://schemas.microsoft.com/office/drawing/2014/main" id="{F34E35FC-5302-40BF-531F-570C110FA0C1}"/>
                </a:ext>
              </a:extLst>
            </p:cNvPr>
            <p:cNvSpPr/>
            <p:nvPr/>
          </p:nvSpPr>
          <p:spPr>
            <a:xfrm>
              <a:off x="989774" y="5640918"/>
              <a:ext cx="1338828" cy="914400"/>
            </a:xfrm>
            <a:prstGeom prst="roundRect">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5" name="テキスト ボックス 54">
              <a:extLst>
                <a:ext uri="{FF2B5EF4-FFF2-40B4-BE49-F238E27FC236}">
                  <a16:creationId xmlns:a16="http://schemas.microsoft.com/office/drawing/2014/main" id="{A494FAEA-82D5-A562-365E-BBC17F4F60B5}"/>
                </a:ext>
              </a:extLst>
            </p:cNvPr>
            <p:cNvSpPr txBox="1"/>
            <p:nvPr/>
          </p:nvSpPr>
          <p:spPr>
            <a:xfrm>
              <a:off x="1165119"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7" name="テキスト ボックス 56">
              <a:extLst>
                <a:ext uri="{FF2B5EF4-FFF2-40B4-BE49-F238E27FC236}">
                  <a16:creationId xmlns:a16="http://schemas.microsoft.com/office/drawing/2014/main" id="{32C5C46B-073A-DF26-B79C-CF71A3E2F58F}"/>
                </a:ext>
              </a:extLst>
            </p:cNvPr>
            <p:cNvSpPr txBox="1"/>
            <p:nvPr/>
          </p:nvSpPr>
          <p:spPr>
            <a:xfrm flipH="1">
              <a:off x="529243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9" name="テキスト ボックス 58">
              <a:extLst>
                <a:ext uri="{FF2B5EF4-FFF2-40B4-BE49-F238E27FC236}">
                  <a16:creationId xmlns:a16="http://schemas.microsoft.com/office/drawing/2014/main" id="{BD966DAC-2FEA-443C-C29D-33C91F43A337}"/>
                </a:ext>
              </a:extLst>
            </p:cNvPr>
            <p:cNvSpPr txBox="1"/>
            <p:nvPr/>
          </p:nvSpPr>
          <p:spPr>
            <a:xfrm>
              <a:off x="284405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1" name="テキスト ボックス 60">
              <a:extLst>
                <a:ext uri="{FF2B5EF4-FFF2-40B4-BE49-F238E27FC236}">
                  <a16:creationId xmlns:a16="http://schemas.microsoft.com/office/drawing/2014/main" id="{04772BF3-795E-0D21-DF15-86A3BFAB5C35}"/>
                </a:ext>
              </a:extLst>
            </p:cNvPr>
            <p:cNvSpPr txBox="1"/>
            <p:nvPr/>
          </p:nvSpPr>
          <p:spPr>
            <a:xfrm>
              <a:off x="8393833"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3" name="テキスト ボックス 62">
              <a:extLst>
                <a:ext uri="{FF2B5EF4-FFF2-40B4-BE49-F238E27FC236}">
                  <a16:creationId xmlns:a16="http://schemas.microsoft.com/office/drawing/2014/main" id="{77B24FA1-E977-3B5F-AE07-5EA40767675D}"/>
                </a:ext>
              </a:extLst>
            </p:cNvPr>
            <p:cNvSpPr txBox="1"/>
            <p:nvPr/>
          </p:nvSpPr>
          <p:spPr>
            <a:xfrm>
              <a:off x="6714895"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5" name="テキスト ボックス 64">
              <a:extLst>
                <a:ext uri="{FF2B5EF4-FFF2-40B4-BE49-F238E27FC236}">
                  <a16:creationId xmlns:a16="http://schemas.microsoft.com/office/drawing/2014/main" id="{14B5F4D8-D943-9D04-F029-AFD844E330BB}"/>
                </a:ext>
              </a:extLst>
            </p:cNvPr>
            <p:cNvSpPr txBox="1"/>
            <p:nvPr/>
          </p:nvSpPr>
          <p:spPr>
            <a:xfrm flipH="1">
              <a:off x="9816293" y="5913378"/>
              <a:ext cx="1210588"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37" name="四角形: 角を丸くする 36">
            <a:extLst>
              <a:ext uri="{FF2B5EF4-FFF2-40B4-BE49-F238E27FC236}">
                <a16:creationId xmlns:a16="http://schemas.microsoft.com/office/drawing/2014/main" id="{BE06DA4D-D54D-8C6B-CA83-4F9BC8DF79FC}"/>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grpSp>
        <p:nvGrpSpPr>
          <p:cNvPr id="24" name="グループ化 23">
            <a:extLst>
              <a:ext uri="{FF2B5EF4-FFF2-40B4-BE49-F238E27FC236}">
                <a16:creationId xmlns:a16="http://schemas.microsoft.com/office/drawing/2014/main" id="{52D8742D-31DB-EBF9-C10B-6C1763F5F339}"/>
              </a:ext>
            </a:extLst>
          </p:cNvPr>
          <p:cNvGrpSpPr/>
          <p:nvPr/>
        </p:nvGrpSpPr>
        <p:grpSpPr>
          <a:xfrm>
            <a:off x="163586" y="134635"/>
            <a:ext cx="1975684" cy="1396119"/>
            <a:chOff x="163586" y="134635"/>
            <a:chExt cx="1975684" cy="1396119"/>
          </a:xfrm>
        </p:grpSpPr>
        <p:grpSp>
          <p:nvGrpSpPr>
            <p:cNvPr id="25" name="グループ化 24">
              <a:extLst>
                <a:ext uri="{FF2B5EF4-FFF2-40B4-BE49-F238E27FC236}">
                  <a16:creationId xmlns:a16="http://schemas.microsoft.com/office/drawing/2014/main" id="{FF58EEA9-31B8-500C-E8EB-15F424C67EB3}"/>
                </a:ext>
              </a:extLst>
            </p:cNvPr>
            <p:cNvGrpSpPr/>
            <p:nvPr/>
          </p:nvGrpSpPr>
          <p:grpSpPr>
            <a:xfrm>
              <a:off x="163586" y="134635"/>
              <a:ext cx="1975684" cy="1396119"/>
              <a:chOff x="163586" y="134635"/>
              <a:chExt cx="1975684" cy="1396119"/>
            </a:xfrm>
          </p:grpSpPr>
          <p:pic>
            <p:nvPicPr>
              <p:cNvPr id="27" name="図 26">
                <a:extLst>
                  <a:ext uri="{FF2B5EF4-FFF2-40B4-BE49-F238E27FC236}">
                    <a16:creationId xmlns:a16="http://schemas.microsoft.com/office/drawing/2014/main" id="{74A2BA0D-FBB6-D5BF-19D3-94F535D72C9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8" name="楕円 27">
                <a:extLst>
                  <a:ext uri="{FF2B5EF4-FFF2-40B4-BE49-F238E27FC236}">
                    <a16:creationId xmlns:a16="http://schemas.microsoft.com/office/drawing/2014/main" id="{CCCE308B-6C8C-14C9-458E-A2E1AB7A6E34}"/>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6" name="図 25">
              <a:extLst>
                <a:ext uri="{FF2B5EF4-FFF2-40B4-BE49-F238E27FC236}">
                  <a16:creationId xmlns:a16="http://schemas.microsoft.com/office/drawing/2014/main" id="{A17D2A2D-C648-B241-A296-0F314EE6262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
        <p:nvSpPr>
          <p:cNvPr id="39" name="テキスト ボックス 38">
            <a:extLst>
              <a:ext uri="{FF2B5EF4-FFF2-40B4-BE49-F238E27FC236}">
                <a16:creationId xmlns:a16="http://schemas.microsoft.com/office/drawing/2014/main" id="{27CEAEDE-5CDA-0573-E8BC-F8CCA8F1DA37}"/>
              </a:ext>
            </a:extLst>
          </p:cNvPr>
          <p:cNvSpPr txBox="1"/>
          <p:nvPr/>
        </p:nvSpPr>
        <p:spPr>
          <a:xfrm>
            <a:off x="1752829" y="641390"/>
            <a:ext cx="1210588" cy="400110"/>
          </a:xfrm>
          <a:prstGeom prst="rect">
            <a:avLst/>
          </a:prstGeom>
          <a:noFill/>
        </p:spPr>
        <p:txBody>
          <a:bodyPr wrap="none" rtlCol="0">
            <a:spAutoFit/>
          </a:bodyPr>
          <a:lstStyle/>
          <a:p>
            <a:pPr algn="ctr"/>
            <a:r>
              <a:rPr kumimoji="1"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アイテム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 name="四角形: 角を丸くする 4">
            <a:extLst>
              <a:ext uri="{FF2B5EF4-FFF2-40B4-BE49-F238E27FC236}">
                <a16:creationId xmlns:a16="http://schemas.microsoft.com/office/drawing/2014/main" id="{2BE2E1EA-4E94-04A7-4C2D-9EAFA90F4826}"/>
              </a:ext>
            </a:extLst>
          </p:cNvPr>
          <p:cNvSpPr/>
          <p:nvPr/>
        </p:nvSpPr>
        <p:spPr>
          <a:xfrm>
            <a:off x="2051021" y="3014639"/>
            <a:ext cx="1545081" cy="712577"/>
          </a:xfrm>
          <a:prstGeom prst="roundRect">
            <a:avLst>
              <a:gd name="adj" fmla="val 9765"/>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素材</a:t>
            </a:r>
          </a:p>
        </p:txBody>
      </p:sp>
      <p:sp>
        <p:nvSpPr>
          <p:cNvPr id="7" name="四角形: 角を丸くする 6">
            <a:extLst>
              <a:ext uri="{FF2B5EF4-FFF2-40B4-BE49-F238E27FC236}">
                <a16:creationId xmlns:a16="http://schemas.microsoft.com/office/drawing/2014/main" id="{85B297A1-B950-094D-116D-688C02B72773}"/>
              </a:ext>
            </a:extLst>
          </p:cNvPr>
          <p:cNvSpPr/>
          <p:nvPr/>
        </p:nvSpPr>
        <p:spPr>
          <a:xfrm>
            <a:off x="2051021" y="1871154"/>
            <a:ext cx="1545081"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消費</a:t>
            </a:r>
          </a:p>
        </p:txBody>
      </p:sp>
      <p:sp>
        <p:nvSpPr>
          <p:cNvPr id="9" name="四角形: 角を丸くする 8">
            <a:extLst>
              <a:ext uri="{FF2B5EF4-FFF2-40B4-BE49-F238E27FC236}">
                <a16:creationId xmlns:a16="http://schemas.microsoft.com/office/drawing/2014/main" id="{9FC035DB-B726-5202-4F09-81F56BACEBF3}"/>
              </a:ext>
            </a:extLst>
          </p:cNvPr>
          <p:cNvSpPr/>
          <p:nvPr/>
        </p:nvSpPr>
        <p:spPr>
          <a:xfrm>
            <a:off x="2051021" y="4158125"/>
            <a:ext cx="1545081" cy="712577"/>
          </a:xfrm>
          <a:prstGeom prst="roundRect">
            <a:avLst>
              <a:gd name="adj" fmla="val 9765"/>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ストーリー</a:t>
            </a:r>
          </a:p>
        </p:txBody>
      </p:sp>
      <p:sp>
        <p:nvSpPr>
          <p:cNvPr id="19" name="フリーフォーム: 図形 18">
            <a:extLst>
              <a:ext uri="{FF2B5EF4-FFF2-40B4-BE49-F238E27FC236}">
                <a16:creationId xmlns:a16="http://schemas.microsoft.com/office/drawing/2014/main" id="{6A181FBB-A224-2A26-02AA-D7C560268319}"/>
              </a:ext>
            </a:extLst>
          </p:cNvPr>
          <p:cNvSpPr/>
          <p:nvPr/>
        </p:nvSpPr>
        <p:spPr>
          <a:xfrm>
            <a:off x="3948781" y="1334606"/>
            <a:ext cx="6544877" cy="4056319"/>
          </a:xfrm>
          <a:custGeom>
            <a:avLst/>
            <a:gdLst>
              <a:gd name="csX0" fmla="*/ 0 w 6544877"/>
              <a:gd name="csY0" fmla="*/ 0 h 4056319"/>
              <a:gd name="csX1" fmla="*/ 6148777 w 6544877"/>
              <a:gd name="csY1" fmla="*/ 0 h 4056319"/>
              <a:gd name="csX2" fmla="*/ 6544877 w 6544877"/>
              <a:gd name="csY2" fmla="*/ 396100 h 4056319"/>
              <a:gd name="csX3" fmla="*/ 6544877 w 6544877"/>
              <a:gd name="csY3" fmla="*/ 3660219 h 4056319"/>
              <a:gd name="csX4" fmla="*/ 6148777 w 6544877"/>
              <a:gd name="csY4" fmla="*/ 4056319 h 4056319"/>
              <a:gd name="csX5" fmla="*/ 0 w 6544877"/>
              <a:gd name="csY5" fmla="*/ 4056319 h 4056319"/>
            </a:gdLst>
            <a:ahLst/>
            <a:cxnLst>
              <a:cxn ang="0">
                <a:pos x="csX0" y="csY0"/>
              </a:cxn>
              <a:cxn ang="0">
                <a:pos x="csX1" y="csY1"/>
              </a:cxn>
              <a:cxn ang="0">
                <a:pos x="csX2" y="csY2"/>
              </a:cxn>
              <a:cxn ang="0">
                <a:pos x="csX3" y="csY3"/>
              </a:cxn>
              <a:cxn ang="0">
                <a:pos x="csX4" y="csY4"/>
              </a:cxn>
              <a:cxn ang="0">
                <a:pos x="csX5" y="csY5"/>
              </a:cxn>
            </a:cxnLst>
            <a:rect l="l" t="t" r="r" b="b"/>
            <a:pathLst>
              <a:path w="6544877" h="4056319">
                <a:moveTo>
                  <a:pt x="0" y="0"/>
                </a:moveTo>
                <a:lnTo>
                  <a:pt x="6148777" y="0"/>
                </a:lnTo>
                <a:cubicBezTo>
                  <a:pt x="6367537" y="0"/>
                  <a:pt x="6544877" y="177340"/>
                  <a:pt x="6544877" y="396100"/>
                </a:cubicBezTo>
                <a:lnTo>
                  <a:pt x="6544877" y="3660219"/>
                </a:lnTo>
                <a:cubicBezTo>
                  <a:pt x="6544877" y="3878979"/>
                  <a:pt x="6367537" y="4056319"/>
                  <a:pt x="6148777" y="4056319"/>
                </a:cubicBezTo>
                <a:lnTo>
                  <a:pt x="0" y="4056319"/>
                </a:lnTo>
                <a:close/>
              </a:path>
            </a:pathLst>
          </a:cu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endParaRPr kumimoji="1" lang="ja-JP" altLang="en-US"/>
          </a:p>
        </p:txBody>
      </p:sp>
      <p:sp>
        <p:nvSpPr>
          <p:cNvPr id="23" name="四角形: 角を丸くする 22">
            <a:extLst>
              <a:ext uri="{FF2B5EF4-FFF2-40B4-BE49-F238E27FC236}">
                <a16:creationId xmlns:a16="http://schemas.microsoft.com/office/drawing/2014/main" id="{3E329ABE-C3BE-4ADC-EBB2-5361EB015488}"/>
              </a:ext>
            </a:extLst>
          </p:cNvPr>
          <p:cNvSpPr/>
          <p:nvPr/>
        </p:nvSpPr>
        <p:spPr>
          <a:xfrm>
            <a:off x="3287031" y="1871153"/>
            <a:ext cx="1545081"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40" name="グループ化 39">
            <a:extLst>
              <a:ext uri="{FF2B5EF4-FFF2-40B4-BE49-F238E27FC236}">
                <a16:creationId xmlns:a16="http://schemas.microsoft.com/office/drawing/2014/main" id="{5DAE7667-466E-A862-63B1-93B87C026321}"/>
              </a:ext>
            </a:extLst>
          </p:cNvPr>
          <p:cNvGrpSpPr/>
          <p:nvPr/>
        </p:nvGrpSpPr>
        <p:grpSpPr>
          <a:xfrm>
            <a:off x="10022798" y="2220735"/>
            <a:ext cx="236362" cy="2284060"/>
            <a:chOff x="11044871" y="4022147"/>
            <a:chExt cx="236362" cy="2031812"/>
          </a:xfrm>
        </p:grpSpPr>
        <p:sp>
          <p:nvSpPr>
            <p:cNvPr id="41" name="四角形: 角を丸くする 40">
              <a:extLst>
                <a:ext uri="{FF2B5EF4-FFF2-40B4-BE49-F238E27FC236}">
                  <a16:creationId xmlns:a16="http://schemas.microsoft.com/office/drawing/2014/main" id="{872E9591-D8C9-EBE2-0E4E-2453C54ACAEF}"/>
                </a:ext>
              </a:extLst>
            </p:cNvPr>
            <p:cNvSpPr/>
            <p:nvPr/>
          </p:nvSpPr>
          <p:spPr>
            <a:xfrm>
              <a:off x="11044871" y="4022147"/>
              <a:ext cx="236362" cy="2031812"/>
            </a:xfrm>
            <a:prstGeom prst="roundRect">
              <a:avLst/>
            </a:prstGeom>
            <a:no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2" name="四角形: 角を丸くする 41">
              <a:extLst>
                <a:ext uri="{FF2B5EF4-FFF2-40B4-BE49-F238E27FC236}">
                  <a16:creationId xmlns:a16="http://schemas.microsoft.com/office/drawing/2014/main" id="{62E89E51-5EFE-D185-D798-021B659D6DFC}"/>
                </a:ext>
              </a:extLst>
            </p:cNvPr>
            <p:cNvSpPr/>
            <p:nvPr/>
          </p:nvSpPr>
          <p:spPr>
            <a:xfrm>
              <a:off x="11066205" y="4094529"/>
              <a:ext cx="193695" cy="571313"/>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74" name="グループ化 73">
            <a:extLst>
              <a:ext uri="{FF2B5EF4-FFF2-40B4-BE49-F238E27FC236}">
                <a16:creationId xmlns:a16="http://schemas.microsoft.com/office/drawing/2014/main" id="{77B7AAA3-1356-172A-FFA3-1B70AA9EF60E}"/>
              </a:ext>
            </a:extLst>
          </p:cNvPr>
          <p:cNvGrpSpPr/>
          <p:nvPr/>
        </p:nvGrpSpPr>
        <p:grpSpPr>
          <a:xfrm>
            <a:off x="4461820" y="1714900"/>
            <a:ext cx="5047940" cy="3295731"/>
            <a:chOff x="4567606" y="1712966"/>
            <a:chExt cx="5047940" cy="3295731"/>
          </a:xfrm>
        </p:grpSpPr>
        <p:grpSp>
          <p:nvGrpSpPr>
            <p:cNvPr id="38" name="グループ化 37">
              <a:extLst>
                <a:ext uri="{FF2B5EF4-FFF2-40B4-BE49-F238E27FC236}">
                  <a16:creationId xmlns:a16="http://schemas.microsoft.com/office/drawing/2014/main" id="{69878FBF-AFE0-C4EE-E8D6-5A7142E54292}"/>
                </a:ext>
              </a:extLst>
            </p:cNvPr>
            <p:cNvGrpSpPr/>
            <p:nvPr/>
          </p:nvGrpSpPr>
          <p:grpSpPr>
            <a:xfrm>
              <a:off x="4567606" y="1712966"/>
              <a:ext cx="995006" cy="3295731"/>
              <a:chOff x="4567605" y="1871153"/>
              <a:chExt cx="995006" cy="3295731"/>
            </a:xfrm>
          </p:grpSpPr>
          <p:sp>
            <p:nvSpPr>
              <p:cNvPr id="31" name="四角形: 角を丸くする 30">
                <a:extLst>
                  <a:ext uri="{FF2B5EF4-FFF2-40B4-BE49-F238E27FC236}">
                    <a16:creationId xmlns:a16="http://schemas.microsoft.com/office/drawing/2014/main" id="{DA019305-A949-EE0A-9239-957F905A3355}"/>
                  </a:ext>
                </a:extLst>
              </p:cNvPr>
              <p:cNvSpPr/>
              <p:nvPr/>
            </p:nvSpPr>
            <p:spPr>
              <a:xfrm>
                <a:off x="4567606" y="1871153"/>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4" name="四角形: 角を丸くする 33">
                <a:extLst>
                  <a:ext uri="{FF2B5EF4-FFF2-40B4-BE49-F238E27FC236}">
                    <a16:creationId xmlns:a16="http://schemas.microsoft.com/office/drawing/2014/main" id="{5451DB14-39B9-B09C-2F43-DA362CC5B6EA}"/>
                  </a:ext>
                </a:extLst>
              </p:cNvPr>
              <p:cNvSpPr/>
              <p:nvPr/>
            </p:nvSpPr>
            <p:spPr>
              <a:xfrm>
                <a:off x="4567606" y="3030482"/>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6" name="四角形: 角を丸くする 35">
                <a:extLst>
                  <a:ext uri="{FF2B5EF4-FFF2-40B4-BE49-F238E27FC236}">
                    <a16:creationId xmlns:a16="http://schemas.microsoft.com/office/drawing/2014/main" id="{5E330149-E554-5B74-1574-8332CCD5E279}"/>
                  </a:ext>
                </a:extLst>
              </p:cNvPr>
              <p:cNvSpPr/>
              <p:nvPr/>
            </p:nvSpPr>
            <p:spPr>
              <a:xfrm>
                <a:off x="4567605" y="4188701"/>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44" name="グループ化 43">
              <a:extLst>
                <a:ext uri="{FF2B5EF4-FFF2-40B4-BE49-F238E27FC236}">
                  <a16:creationId xmlns:a16="http://schemas.microsoft.com/office/drawing/2014/main" id="{9C223779-E921-BA1C-1517-D48FE834E58F}"/>
                </a:ext>
              </a:extLst>
            </p:cNvPr>
            <p:cNvGrpSpPr/>
            <p:nvPr/>
          </p:nvGrpSpPr>
          <p:grpSpPr>
            <a:xfrm>
              <a:off x="5918584" y="1712966"/>
              <a:ext cx="995006" cy="3295731"/>
              <a:chOff x="4567605" y="1871153"/>
              <a:chExt cx="995006" cy="3295731"/>
            </a:xfrm>
          </p:grpSpPr>
          <p:sp>
            <p:nvSpPr>
              <p:cNvPr id="54" name="四角形: 角を丸くする 53">
                <a:extLst>
                  <a:ext uri="{FF2B5EF4-FFF2-40B4-BE49-F238E27FC236}">
                    <a16:creationId xmlns:a16="http://schemas.microsoft.com/office/drawing/2014/main" id="{3E9A3D83-B810-EFFC-C9CF-59EB9D07113F}"/>
                  </a:ext>
                </a:extLst>
              </p:cNvPr>
              <p:cNvSpPr/>
              <p:nvPr/>
            </p:nvSpPr>
            <p:spPr>
              <a:xfrm>
                <a:off x="4567606" y="1871153"/>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6" name="四角形: 角を丸くする 55">
                <a:extLst>
                  <a:ext uri="{FF2B5EF4-FFF2-40B4-BE49-F238E27FC236}">
                    <a16:creationId xmlns:a16="http://schemas.microsoft.com/office/drawing/2014/main" id="{F778E4A3-F2D8-D459-1819-346219F44A07}"/>
                  </a:ext>
                </a:extLst>
              </p:cNvPr>
              <p:cNvSpPr/>
              <p:nvPr/>
            </p:nvSpPr>
            <p:spPr>
              <a:xfrm>
                <a:off x="4567606" y="3030482"/>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8" name="四角形: 角を丸くする 57">
                <a:extLst>
                  <a:ext uri="{FF2B5EF4-FFF2-40B4-BE49-F238E27FC236}">
                    <a16:creationId xmlns:a16="http://schemas.microsoft.com/office/drawing/2014/main" id="{905BED42-70DE-6EB3-A123-7EAD774E1387}"/>
                  </a:ext>
                </a:extLst>
              </p:cNvPr>
              <p:cNvSpPr/>
              <p:nvPr/>
            </p:nvSpPr>
            <p:spPr>
              <a:xfrm>
                <a:off x="4567605" y="4188701"/>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60" name="グループ化 59">
              <a:extLst>
                <a:ext uri="{FF2B5EF4-FFF2-40B4-BE49-F238E27FC236}">
                  <a16:creationId xmlns:a16="http://schemas.microsoft.com/office/drawing/2014/main" id="{2DE9790E-1599-E990-72BD-37A07DE65419}"/>
                </a:ext>
              </a:extLst>
            </p:cNvPr>
            <p:cNvGrpSpPr/>
            <p:nvPr/>
          </p:nvGrpSpPr>
          <p:grpSpPr>
            <a:xfrm>
              <a:off x="7269562" y="1712966"/>
              <a:ext cx="995006" cy="3295731"/>
              <a:chOff x="4567605" y="1871153"/>
              <a:chExt cx="995006" cy="3295731"/>
            </a:xfrm>
          </p:grpSpPr>
          <p:sp>
            <p:nvSpPr>
              <p:cNvPr id="62" name="四角形: 角を丸くする 61">
                <a:extLst>
                  <a:ext uri="{FF2B5EF4-FFF2-40B4-BE49-F238E27FC236}">
                    <a16:creationId xmlns:a16="http://schemas.microsoft.com/office/drawing/2014/main" id="{65F2C94B-6261-A09F-216C-8F9585508E7C}"/>
                  </a:ext>
                </a:extLst>
              </p:cNvPr>
              <p:cNvSpPr/>
              <p:nvPr/>
            </p:nvSpPr>
            <p:spPr>
              <a:xfrm>
                <a:off x="4567606" y="1871153"/>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64" name="四角形: 角を丸くする 63">
                <a:extLst>
                  <a:ext uri="{FF2B5EF4-FFF2-40B4-BE49-F238E27FC236}">
                    <a16:creationId xmlns:a16="http://schemas.microsoft.com/office/drawing/2014/main" id="{FD6AF8BF-4D92-41E7-85F8-C7AFBE34F92F}"/>
                  </a:ext>
                </a:extLst>
              </p:cNvPr>
              <p:cNvSpPr/>
              <p:nvPr/>
            </p:nvSpPr>
            <p:spPr>
              <a:xfrm>
                <a:off x="4567606" y="3030482"/>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67" name="四角形: 角を丸くする 66">
                <a:extLst>
                  <a:ext uri="{FF2B5EF4-FFF2-40B4-BE49-F238E27FC236}">
                    <a16:creationId xmlns:a16="http://schemas.microsoft.com/office/drawing/2014/main" id="{81EA1598-6ACB-6235-63D1-9BECFF60E311}"/>
                  </a:ext>
                </a:extLst>
              </p:cNvPr>
              <p:cNvSpPr/>
              <p:nvPr/>
            </p:nvSpPr>
            <p:spPr>
              <a:xfrm>
                <a:off x="4567605" y="4188701"/>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68" name="グループ化 67">
              <a:extLst>
                <a:ext uri="{FF2B5EF4-FFF2-40B4-BE49-F238E27FC236}">
                  <a16:creationId xmlns:a16="http://schemas.microsoft.com/office/drawing/2014/main" id="{FEFFB233-8ECA-AC09-1140-FDE3A0086985}"/>
                </a:ext>
              </a:extLst>
            </p:cNvPr>
            <p:cNvGrpSpPr/>
            <p:nvPr/>
          </p:nvGrpSpPr>
          <p:grpSpPr>
            <a:xfrm>
              <a:off x="8620540" y="1712966"/>
              <a:ext cx="995006" cy="3295731"/>
              <a:chOff x="4567605" y="1871153"/>
              <a:chExt cx="995006" cy="3295731"/>
            </a:xfrm>
          </p:grpSpPr>
          <p:sp>
            <p:nvSpPr>
              <p:cNvPr id="70" name="四角形: 角を丸くする 69">
                <a:extLst>
                  <a:ext uri="{FF2B5EF4-FFF2-40B4-BE49-F238E27FC236}">
                    <a16:creationId xmlns:a16="http://schemas.microsoft.com/office/drawing/2014/main" id="{E8312165-33AD-BC63-C6B8-E2E7E69D1FC1}"/>
                  </a:ext>
                </a:extLst>
              </p:cNvPr>
              <p:cNvSpPr/>
              <p:nvPr/>
            </p:nvSpPr>
            <p:spPr>
              <a:xfrm>
                <a:off x="4567606" y="1871153"/>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2" name="四角形: 角を丸くする 71">
                <a:extLst>
                  <a:ext uri="{FF2B5EF4-FFF2-40B4-BE49-F238E27FC236}">
                    <a16:creationId xmlns:a16="http://schemas.microsoft.com/office/drawing/2014/main" id="{EA739DEB-0A39-3428-034F-BE48C5E674EC}"/>
                  </a:ext>
                </a:extLst>
              </p:cNvPr>
              <p:cNvSpPr/>
              <p:nvPr/>
            </p:nvSpPr>
            <p:spPr>
              <a:xfrm>
                <a:off x="4567606" y="3030482"/>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3" name="四角形: 角を丸くする 72">
                <a:extLst>
                  <a:ext uri="{FF2B5EF4-FFF2-40B4-BE49-F238E27FC236}">
                    <a16:creationId xmlns:a16="http://schemas.microsoft.com/office/drawing/2014/main" id="{C51734CA-8212-36C8-7392-417F60037C02}"/>
                  </a:ext>
                </a:extLst>
              </p:cNvPr>
              <p:cNvSpPr/>
              <p:nvPr/>
            </p:nvSpPr>
            <p:spPr>
              <a:xfrm>
                <a:off x="4567605" y="4188701"/>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sp>
        <p:nvSpPr>
          <p:cNvPr id="3" name="正方形/長方形 2">
            <a:extLst>
              <a:ext uri="{FF2B5EF4-FFF2-40B4-BE49-F238E27FC236}">
                <a16:creationId xmlns:a16="http://schemas.microsoft.com/office/drawing/2014/main" id="{DF85DB2F-11DF-9334-AB24-C8E109051EA0}"/>
              </a:ext>
            </a:extLst>
          </p:cNvPr>
          <p:cNvSpPr>
            <a:spLocks/>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四角形: 角を丸くする 5">
            <a:extLst>
              <a:ext uri="{FF2B5EF4-FFF2-40B4-BE49-F238E27FC236}">
                <a16:creationId xmlns:a16="http://schemas.microsoft.com/office/drawing/2014/main" id="{333E0B52-D2CD-E3EB-C59A-B9682D8B14A2}"/>
              </a:ext>
            </a:extLst>
          </p:cNvPr>
          <p:cNvSpPr/>
          <p:nvPr/>
        </p:nvSpPr>
        <p:spPr>
          <a:xfrm>
            <a:off x="3159740" y="1541088"/>
            <a:ext cx="5872517" cy="3640397"/>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四角形: 角を丸くする 19">
            <a:extLst>
              <a:ext uri="{FF2B5EF4-FFF2-40B4-BE49-F238E27FC236}">
                <a16:creationId xmlns:a16="http://schemas.microsoft.com/office/drawing/2014/main" id="{996AE37F-1D92-0916-C241-949693F68041}"/>
              </a:ext>
            </a:extLst>
          </p:cNvPr>
          <p:cNvSpPr/>
          <p:nvPr/>
        </p:nvSpPr>
        <p:spPr>
          <a:xfrm>
            <a:off x="5598495" y="1697199"/>
            <a:ext cx="995005" cy="978183"/>
          </a:xfrm>
          <a:prstGeom prst="roundRect">
            <a:avLst>
              <a:gd name="adj" fmla="val 9765"/>
            </a:avLst>
          </a:prstGeom>
          <a:solidFill>
            <a:schemeClr val="bg1">
              <a:lumMod val="95000"/>
            </a:schemeClr>
          </a:solid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2" name="テキスト ボックス 21">
            <a:extLst>
              <a:ext uri="{FF2B5EF4-FFF2-40B4-BE49-F238E27FC236}">
                <a16:creationId xmlns:a16="http://schemas.microsoft.com/office/drawing/2014/main" id="{C6251C94-9E58-C220-9AF1-DD96D1F3CDF6}"/>
              </a:ext>
            </a:extLst>
          </p:cNvPr>
          <p:cNvSpPr txBox="1"/>
          <p:nvPr/>
        </p:nvSpPr>
        <p:spPr>
          <a:xfrm>
            <a:off x="5490704" y="2710463"/>
            <a:ext cx="1210588" cy="338554"/>
          </a:xfrm>
          <a:prstGeom prst="rect">
            <a:avLst/>
          </a:prstGeom>
          <a:noFill/>
        </p:spPr>
        <p:txBody>
          <a:bodyPr wrap="none" rtlCol="0">
            <a:spAutoFit/>
          </a:bodyPr>
          <a:lstStyle/>
          <a:p>
            <a:pPr algn="ctr"/>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アイテム名</a:t>
            </a: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29" name="正方形/長方形 28">
            <a:extLst>
              <a:ext uri="{FF2B5EF4-FFF2-40B4-BE49-F238E27FC236}">
                <a16:creationId xmlns:a16="http://schemas.microsoft.com/office/drawing/2014/main" id="{B10EE395-FC98-4891-0F51-69E0ADEF9F4D}"/>
              </a:ext>
            </a:extLst>
          </p:cNvPr>
          <p:cNvSpPr/>
          <p:nvPr/>
        </p:nvSpPr>
        <p:spPr>
          <a:xfrm>
            <a:off x="3159741" y="3069961"/>
            <a:ext cx="5872516" cy="598183"/>
          </a:xfrm>
          <a:prstGeom prst="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2" name="テキスト ボックス 31">
            <a:extLst>
              <a:ext uri="{FF2B5EF4-FFF2-40B4-BE49-F238E27FC236}">
                <a16:creationId xmlns:a16="http://schemas.microsoft.com/office/drawing/2014/main" id="{7151CC6A-BA53-3A43-EA59-2DA191E0FEE9}"/>
              </a:ext>
            </a:extLst>
          </p:cNvPr>
          <p:cNvSpPr txBox="1"/>
          <p:nvPr/>
        </p:nvSpPr>
        <p:spPr>
          <a:xfrm>
            <a:off x="3363458" y="3147749"/>
            <a:ext cx="5465082" cy="461665"/>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説明テキスト説明テキスト説明テキスト説明テキスト説明テキスト</a:t>
            </a:r>
          </a:p>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説明テキスト説明テキスト説明テキスト説明テキスト説明テキスト</a:t>
            </a:r>
          </a:p>
        </p:txBody>
      </p:sp>
      <p:sp>
        <p:nvSpPr>
          <p:cNvPr id="48" name="四角形: 角を丸くする 47">
            <a:extLst>
              <a:ext uri="{FF2B5EF4-FFF2-40B4-BE49-F238E27FC236}">
                <a16:creationId xmlns:a16="http://schemas.microsoft.com/office/drawing/2014/main" id="{80EDF095-268D-C693-6BAD-56EE58F8E92D}"/>
              </a:ext>
            </a:extLst>
          </p:cNvPr>
          <p:cNvSpPr/>
          <p:nvPr/>
        </p:nvSpPr>
        <p:spPr>
          <a:xfrm>
            <a:off x="5239260" y="3796899"/>
            <a:ext cx="698274" cy="348144"/>
          </a:xfrm>
          <a:prstGeom prst="round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5" name="テキスト ボックス 34">
            <a:extLst>
              <a:ext uri="{FF2B5EF4-FFF2-40B4-BE49-F238E27FC236}">
                <a16:creationId xmlns:a16="http://schemas.microsoft.com/office/drawing/2014/main" id="{40EA5887-4040-F255-DFFA-3698C0E835E8}"/>
              </a:ext>
            </a:extLst>
          </p:cNvPr>
          <p:cNvSpPr txBox="1"/>
          <p:nvPr/>
        </p:nvSpPr>
        <p:spPr>
          <a:xfrm>
            <a:off x="5068663" y="3821731"/>
            <a:ext cx="1039469"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所持数</a:t>
            </a:r>
          </a:p>
        </p:txBody>
      </p:sp>
      <p:sp>
        <p:nvSpPr>
          <p:cNvPr id="50" name="テキスト ボックス 49">
            <a:extLst>
              <a:ext uri="{FF2B5EF4-FFF2-40B4-BE49-F238E27FC236}">
                <a16:creationId xmlns:a16="http://schemas.microsoft.com/office/drawing/2014/main" id="{A6F3260B-5867-D7D8-16D6-F97F4816024A}"/>
              </a:ext>
            </a:extLst>
          </p:cNvPr>
          <p:cNvSpPr txBox="1"/>
          <p:nvPr/>
        </p:nvSpPr>
        <p:spPr>
          <a:xfrm>
            <a:off x="6124306" y="3824736"/>
            <a:ext cx="1039469" cy="276999"/>
          </a:xfrm>
          <a:prstGeom prst="rect">
            <a:avLst/>
          </a:prstGeom>
          <a:noFill/>
        </p:spPr>
        <p:txBody>
          <a:bodyPr wrap="square" rtlCol="0">
            <a:spAutoFit/>
          </a:bodyPr>
          <a:lstStyle/>
          <a:p>
            <a:pPr algn="ctr"/>
            <a:r>
              <a:rPr lang="en-US" altLang="ja-JP"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000000000</a:t>
            </a:r>
            <a:endPar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4" name="四角形: 角を丸くする 3">
            <a:extLst>
              <a:ext uri="{FF2B5EF4-FFF2-40B4-BE49-F238E27FC236}">
                <a16:creationId xmlns:a16="http://schemas.microsoft.com/office/drawing/2014/main" id="{1A26782A-23AA-AD3B-F5A5-60C0447C3BD5}"/>
              </a:ext>
            </a:extLst>
          </p:cNvPr>
          <p:cNvSpPr/>
          <p:nvPr/>
        </p:nvSpPr>
        <p:spPr>
          <a:xfrm>
            <a:off x="6323378" y="4272941"/>
            <a:ext cx="2138224" cy="767022"/>
          </a:xfrm>
          <a:prstGeom prst="roundRect">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a:latin typeface="和音 Joyo R" panose="00000500000000000000" pitchFamily="50" charset="-128"/>
                <a:ea typeface="和音 Joyo R" panose="00000500000000000000" pitchFamily="50" charset="-128"/>
              </a:rPr>
              <a:t>使用</a:t>
            </a:r>
            <a:endParaRPr lang="ja-JP" altLang="en-US" sz="2400" dirty="0">
              <a:latin typeface="和音 Joyo R" panose="00000500000000000000" pitchFamily="50" charset="-128"/>
              <a:ea typeface="和音 Joyo R" panose="00000500000000000000" pitchFamily="50" charset="-128"/>
            </a:endParaRPr>
          </a:p>
        </p:txBody>
      </p:sp>
      <p:sp>
        <p:nvSpPr>
          <p:cNvPr id="10" name="四角形: 角を丸くする 9">
            <a:extLst>
              <a:ext uri="{FF2B5EF4-FFF2-40B4-BE49-F238E27FC236}">
                <a16:creationId xmlns:a16="http://schemas.microsoft.com/office/drawing/2014/main" id="{E1C331A8-0A61-3E92-9016-556EB652E74F}"/>
              </a:ext>
            </a:extLst>
          </p:cNvPr>
          <p:cNvSpPr/>
          <p:nvPr/>
        </p:nvSpPr>
        <p:spPr>
          <a:xfrm>
            <a:off x="3730400" y="4272941"/>
            <a:ext cx="2138224" cy="767022"/>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a:latin typeface="和音 Joyo R" panose="00000500000000000000" pitchFamily="50" charset="-128"/>
                <a:ea typeface="和音 Joyo R" panose="00000500000000000000" pitchFamily="50" charset="-128"/>
              </a:rPr>
              <a:t>閉じる</a:t>
            </a:r>
            <a:endParaRPr kumimoji="1" lang="ja-JP" altLang="en-US" sz="2400" dirty="0">
              <a:latin typeface="和音 Joyo R" panose="00000500000000000000" pitchFamily="50" charset="-128"/>
              <a:ea typeface="和音 Joyo R" panose="00000500000000000000" pitchFamily="50" charset="-128"/>
            </a:endParaRPr>
          </a:p>
        </p:txBody>
      </p:sp>
    </p:spTree>
    <p:extLst>
      <p:ext uri="{BB962C8B-B14F-4D97-AF65-F5344CB8AC3E}">
        <p14:creationId xmlns:p14="http://schemas.microsoft.com/office/powerpoint/2010/main" val="2931838850"/>
      </p:ext>
    </p:extLst>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a:extLst>
            <a:ext uri="{FF2B5EF4-FFF2-40B4-BE49-F238E27FC236}">
              <a16:creationId xmlns:a16="http://schemas.microsoft.com/office/drawing/2014/main" id="{C00F70AA-5C4C-6520-4E4D-2094C4B00105}"/>
            </a:ext>
          </a:extLst>
        </p:cNvPr>
        <p:cNvGrpSpPr/>
        <p:nvPr/>
      </p:nvGrpSpPr>
      <p:grpSpPr>
        <a:xfrm>
          <a:off x="0" y="0"/>
          <a:ext cx="0" cy="0"/>
          <a:chOff x="0" y="0"/>
          <a:chExt cx="0" cy="0"/>
        </a:xfrm>
      </p:grpSpPr>
      <p:sp>
        <p:nvSpPr>
          <p:cNvPr id="37" name="四角形: 角を丸くする 36">
            <a:extLst>
              <a:ext uri="{FF2B5EF4-FFF2-40B4-BE49-F238E27FC236}">
                <a16:creationId xmlns:a16="http://schemas.microsoft.com/office/drawing/2014/main" id="{609005C4-A00E-19D3-B466-08BCF4B2E37A}"/>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grpSp>
        <p:nvGrpSpPr>
          <p:cNvPr id="24" name="グループ化 23">
            <a:extLst>
              <a:ext uri="{FF2B5EF4-FFF2-40B4-BE49-F238E27FC236}">
                <a16:creationId xmlns:a16="http://schemas.microsoft.com/office/drawing/2014/main" id="{DB3767C7-D9B0-EDAF-323B-87138397E97F}"/>
              </a:ext>
            </a:extLst>
          </p:cNvPr>
          <p:cNvGrpSpPr/>
          <p:nvPr/>
        </p:nvGrpSpPr>
        <p:grpSpPr>
          <a:xfrm>
            <a:off x="163586" y="134635"/>
            <a:ext cx="1975684" cy="1396119"/>
            <a:chOff x="163586" y="134635"/>
            <a:chExt cx="1975684" cy="1396119"/>
          </a:xfrm>
        </p:grpSpPr>
        <p:grpSp>
          <p:nvGrpSpPr>
            <p:cNvPr id="25" name="グループ化 24">
              <a:extLst>
                <a:ext uri="{FF2B5EF4-FFF2-40B4-BE49-F238E27FC236}">
                  <a16:creationId xmlns:a16="http://schemas.microsoft.com/office/drawing/2014/main" id="{4FFA83E0-1186-12FF-60F0-9F20F97C6920}"/>
                </a:ext>
              </a:extLst>
            </p:cNvPr>
            <p:cNvGrpSpPr/>
            <p:nvPr/>
          </p:nvGrpSpPr>
          <p:grpSpPr>
            <a:xfrm>
              <a:off x="163586" y="134635"/>
              <a:ext cx="1975684" cy="1396119"/>
              <a:chOff x="163586" y="134635"/>
              <a:chExt cx="1975684" cy="1396119"/>
            </a:xfrm>
          </p:grpSpPr>
          <p:pic>
            <p:nvPicPr>
              <p:cNvPr id="27" name="図 26">
                <a:extLst>
                  <a:ext uri="{FF2B5EF4-FFF2-40B4-BE49-F238E27FC236}">
                    <a16:creationId xmlns:a16="http://schemas.microsoft.com/office/drawing/2014/main" id="{1C28B5AA-40D3-6E82-B167-8B10E3C730F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8" name="楕円 27">
                <a:extLst>
                  <a:ext uri="{FF2B5EF4-FFF2-40B4-BE49-F238E27FC236}">
                    <a16:creationId xmlns:a16="http://schemas.microsoft.com/office/drawing/2014/main" id="{5F70EC03-30A7-7562-CBCC-8AF6D558C091}"/>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6" name="図 25">
              <a:extLst>
                <a:ext uri="{FF2B5EF4-FFF2-40B4-BE49-F238E27FC236}">
                  <a16:creationId xmlns:a16="http://schemas.microsoft.com/office/drawing/2014/main" id="{79B76E76-EBE2-A291-2ABC-78D9A2AA9BB0}"/>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
        <p:nvSpPr>
          <p:cNvPr id="39" name="テキスト ボックス 38">
            <a:extLst>
              <a:ext uri="{FF2B5EF4-FFF2-40B4-BE49-F238E27FC236}">
                <a16:creationId xmlns:a16="http://schemas.microsoft.com/office/drawing/2014/main" id="{9BAF16FA-CDEE-67B7-BF7A-0E161FA27929}"/>
              </a:ext>
            </a:extLst>
          </p:cNvPr>
          <p:cNvSpPr txBox="1"/>
          <p:nvPr/>
        </p:nvSpPr>
        <p:spPr>
          <a:xfrm>
            <a:off x="1752829" y="641390"/>
            <a:ext cx="1210589" cy="400110"/>
          </a:xfrm>
          <a:prstGeom prst="rect">
            <a:avLst/>
          </a:prstGeom>
          <a:noFill/>
        </p:spPr>
        <p:txBody>
          <a:bodyPr wrap="none" rtlCol="0">
            <a:spAutoFit/>
          </a:bodyPr>
          <a:lstStyle/>
          <a:p>
            <a:pPr algn="ctr"/>
            <a:r>
              <a:rPr kumimoji="1"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メニュー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52" name="グループ化 51">
            <a:extLst>
              <a:ext uri="{FF2B5EF4-FFF2-40B4-BE49-F238E27FC236}">
                <a16:creationId xmlns:a16="http://schemas.microsoft.com/office/drawing/2014/main" id="{0C3C5D5D-8157-E522-F79F-C3915E5E5756}"/>
              </a:ext>
            </a:extLst>
          </p:cNvPr>
          <p:cNvGrpSpPr/>
          <p:nvPr/>
        </p:nvGrpSpPr>
        <p:grpSpPr>
          <a:xfrm>
            <a:off x="4062697" y="1338943"/>
            <a:ext cx="4066606" cy="3678256"/>
            <a:chOff x="4062697" y="1228836"/>
            <a:chExt cx="4066606" cy="3678256"/>
          </a:xfrm>
        </p:grpSpPr>
        <p:grpSp>
          <p:nvGrpSpPr>
            <p:cNvPr id="45" name="グループ化 44">
              <a:extLst>
                <a:ext uri="{FF2B5EF4-FFF2-40B4-BE49-F238E27FC236}">
                  <a16:creationId xmlns:a16="http://schemas.microsoft.com/office/drawing/2014/main" id="{0BFEAC75-2D20-342F-AEE5-928B3A57131C}"/>
                </a:ext>
              </a:extLst>
            </p:cNvPr>
            <p:cNvGrpSpPr/>
            <p:nvPr/>
          </p:nvGrpSpPr>
          <p:grpSpPr>
            <a:xfrm>
              <a:off x="4062697" y="1228836"/>
              <a:ext cx="4066606" cy="914400"/>
              <a:chOff x="3917035" y="1105498"/>
              <a:chExt cx="4066606" cy="914400"/>
            </a:xfrm>
          </p:grpSpPr>
          <p:sp>
            <p:nvSpPr>
              <p:cNvPr id="30" name="六角形 29">
                <a:extLst>
                  <a:ext uri="{FF2B5EF4-FFF2-40B4-BE49-F238E27FC236}">
                    <a16:creationId xmlns:a16="http://schemas.microsoft.com/office/drawing/2014/main" id="{88102CF1-20BD-01C5-CA8E-E62CB3AE532F}"/>
                  </a:ext>
                </a:extLst>
              </p:cNvPr>
              <p:cNvSpPr/>
              <p:nvPr/>
            </p:nvSpPr>
            <p:spPr>
              <a:xfrm>
                <a:off x="3917035" y="1105498"/>
                <a:ext cx="4066606" cy="914400"/>
              </a:xfrm>
              <a:prstGeom prst="hexagon">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2" name="テキスト ボックス 31">
                <a:extLst>
                  <a:ext uri="{FF2B5EF4-FFF2-40B4-BE49-F238E27FC236}">
                    <a16:creationId xmlns:a16="http://schemas.microsoft.com/office/drawing/2014/main" id="{365158DB-9CF8-A68B-C3BC-A50DFEBCF8FD}"/>
                  </a:ext>
                </a:extLst>
              </p:cNvPr>
              <p:cNvSpPr txBox="1"/>
              <p:nvPr/>
            </p:nvSpPr>
            <p:spPr>
              <a:xfrm>
                <a:off x="5088564" y="1331866"/>
                <a:ext cx="1723549" cy="461665"/>
              </a:xfrm>
              <a:prstGeom prst="rect">
                <a:avLst/>
              </a:prstGeom>
              <a:noFill/>
            </p:spPr>
            <p:txBody>
              <a:bodyPr wrap="none" rtlCol="0">
                <a:spAutoFit/>
              </a:bodyPr>
              <a:lstStyle/>
              <a:p>
                <a:pPr algn="ctr"/>
                <a:r>
                  <a:rPr lang="ja-JP" altLang="en-US"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ゲーム設定</a:t>
                </a:r>
                <a:endParaRPr kumimoji="1" lang="ja-JP" altLang="en-US" sz="24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46" name="グループ化 45">
              <a:extLst>
                <a:ext uri="{FF2B5EF4-FFF2-40B4-BE49-F238E27FC236}">
                  <a16:creationId xmlns:a16="http://schemas.microsoft.com/office/drawing/2014/main" id="{FF1B741E-0C69-E704-ACE6-817068FF79F4}"/>
                </a:ext>
              </a:extLst>
            </p:cNvPr>
            <p:cNvGrpSpPr/>
            <p:nvPr/>
          </p:nvGrpSpPr>
          <p:grpSpPr>
            <a:xfrm>
              <a:off x="4062697" y="2610764"/>
              <a:ext cx="4066606" cy="914400"/>
              <a:chOff x="3917035" y="1105498"/>
              <a:chExt cx="4066606" cy="914400"/>
            </a:xfrm>
          </p:grpSpPr>
          <p:sp>
            <p:nvSpPr>
              <p:cNvPr id="47" name="六角形 46">
                <a:extLst>
                  <a:ext uri="{FF2B5EF4-FFF2-40B4-BE49-F238E27FC236}">
                    <a16:creationId xmlns:a16="http://schemas.microsoft.com/office/drawing/2014/main" id="{02B73241-02EA-7EB4-0F55-213D9FB32C1D}"/>
                  </a:ext>
                </a:extLst>
              </p:cNvPr>
              <p:cNvSpPr/>
              <p:nvPr/>
            </p:nvSpPr>
            <p:spPr>
              <a:xfrm>
                <a:off x="3917035" y="1105498"/>
                <a:ext cx="4066606" cy="914400"/>
              </a:xfrm>
              <a:prstGeom prst="hexagon">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8" name="テキスト ボックス 47">
                <a:extLst>
                  <a:ext uri="{FF2B5EF4-FFF2-40B4-BE49-F238E27FC236}">
                    <a16:creationId xmlns:a16="http://schemas.microsoft.com/office/drawing/2014/main" id="{F57E369E-8F16-A953-8D65-521BA9BFF546}"/>
                  </a:ext>
                </a:extLst>
              </p:cNvPr>
              <p:cNvSpPr txBox="1"/>
              <p:nvPr/>
            </p:nvSpPr>
            <p:spPr>
              <a:xfrm>
                <a:off x="4780789" y="1331866"/>
                <a:ext cx="2339102" cy="461665"/>
              </a:xfrm>
              <a:prstGeom prst="rect">
                <a:avLst/>
              </a:prstGeom>
              <a:noFill/>
            </p:spPr>
            <p:txBody>
              <a:bodyPr wrap="none" rtlCol="0">
                <a:spAutoFit/>
              </a:bodyPr>
              <a:lstStyle/>
              <a:p>
                <a:pPr algn="ctr"/>
                <a:r>
                  <a:rPr lang="ja-JP" altLang="en-US"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タイトルへ戻る</a:t>
                </a:r>
                <a:endParaRPr kumimoji="1" lang="ja-JP" altLang="en-US" sz="24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49" name="グループ化 48">
              <a:extLst>
                <a:ext uri="{FF2B5EF4-FFF2-40B4-BE49-F238E27FC236}">
                  <a16:creationId xmlns:a16="http://schemas.microsoft.com/office/drawing/2014/main" id="{D9949204-60E7-C61A-C614-C869C38B644E}"/>
                </a:ext>
              </a:extLst>
            </p:cNvPr>
            <p:cNvGrpSpPr/>
            <p:nvPr/>
          </p:nvGrpSpPr>
          <p:grpSpPr>
            <a:xfrm>
              <a:off x="4062697" y="3992692"/>
              <a:ext cx="4066606" cy="914400"/>
              <a:chOff x="3917035" y="1105498"/>
              <a:chExt cx="4066606" cy="914400"/>
            </a:xfrm>
          </p:grpSpPr>
          <p:sp>
            <p:nvSpPr>
              <p:cNvPr id="50" name="六角形 49">
                <a:extLst>
                  <a:ext uri="{FF2B5EF4-FFF2-40B4-BE49-F238E27FC236}">
                    <a16:creationId xmlns:a16="http://schemas.microsoft.com/office/drawing/2014/main" id="{445FF6DF-1B98-6BB3-9461-B64672C93779}"/>
                  </a:ext>
                </a:extLst>
              </p:cNvPr>
              <p:cNvSpPr/>
              <p:nvPr/>
            </p:nvSpPr>
            <p:spPr>
              <a:xfrm>
                <a:off x="3917035" y="1105498"/>
                <a:ext cx="4066606" cy="914400"/>
              </a:xfrm>
              <a:prstGeom prst="hexagon">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1" name="テキスト ボックス 50">
                <a:extLst>
                  <a:ext uri="{FF2B5EF4-FFF2-40B4-BE49-F238E27FC236}">
                    <a16:creationId xmlns:a16="http://schemas.microsoft.com/office/drawing/2014/main" id="{622A86E7-04A7-68CC-0E48-17D946C8C8DB}"/>
                  </a:ext>
                </a:extLst>
              </p:cNvPr>
              <p:cNvSpPr txBox="1"/>
              <p:nvPr/>
            </p:nvSpPr>
            <p:spPr>
              <a:xfrm>
                <a:off x="5242456" y="1331866"/>
                <a:ext cx="1415772" cy="461665"/>
              </a:xfrm>
              <a:prstGeom prst="rect">
                <a:avLst/>
              </a:prstGeom>
              <a:noFill/>
            </p:spPr>
            <p:txBody>
              <a:bodyPr wrap="none" rtlCol="0">
                <a:spAutoFit/>
              </a:bodyPr>
              <a:lstStyle/>
              <a:p>
                <a:pPr algn="ctr"/>
                <a:r>
                  <a:rPr lang="ja-JP" altLang="en-US"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アイテム</a:t>
                </a:r>
                <a:endParaRPr kumimoji="1" lang="ja-JP" altLang="en-US" sz="24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sp>
        <p:nvSpPr>
          <p:cNvPr id="2" name="四角形: 角を丸くする 1">
            <a:extLst>
              <a:ext uri="{FF2B5EF4-FFF2-40B4-BE49-F238E27FC236}">
                <a16:creationId xmlns:a16="http://schemas.microsoft.com/office/drawing/2014/main" id="{B7F0BB00-621D-3371-1C96-E51E79482E22}"/>
              </a:ext>
            </a:extLst>
          </p:cNvPr>
          <p:cNvSpPr/>
          <p:nvPr/>
        </p:nvSpPr>
        <p:spPr>
          <a:xfrm>
            <a:off x="431675" y="5656233"/>
            <a:ext cx="11328651" cy="914400"/>
          </a:xfrm>
          <a:prstGeom prst="roundRect">
            <a:avLst>
              <a:gd name="adj" fmla="val 4803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3" name="四角形: 角を丸くする 2">
            <a:extLst>
              <a:ext uri="{FF2B5EF4-FFF2-40B4-BE49-F238E27FC236}">
                <a16:creationId xmlns:a16="http://schemas.microsoft.com/office/drawing/2014/main" id="{7358C66D-1DAA-B7F6-D261-F5AAF6644EF9}"/>
              </a:ext>
            </a:extLst>
          </p:cNvPr>
          <p:cNvSpPr/>
          <p:nvPr/>
        </p:nvSpPr>
        <p:spPr>
          <a:xfrm>
            <a:off x="989774" y="5640918"/>
            <a:ext cx="1338828" cy="914400"/>
          </a:xfrm>
          <a:prstGeom prst="roundRect">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nvGrpSpPr>
          <p:cNvPr id="4" name="グループ化 3">
            <a:extLst>
              <a:ext uri="{FF2B5EF4-FFF2-40B4-BE49-F238E27FC236}">
                <a16:creationId xmlns:a16="http://schemas.microsoft.com/office/drawing/2014/main" id="{F5533246-2052-6380-8BEC-F44AE55070B2}"/>
              </a:ext>
            </a:extLst>
          </p:cNvPr>
          <p:cNvGrpSpPr/>
          <p:nvPr/>
        </p:nvGrpSpPr>
        <p:grpSpPr>
          <a:xfrm>
            <a:off x="1165119" y="5913378"/>
            <a:ext cx="9861762" cy="400110"/>
            <a:chOff x="1036879" y="5913378"/>
            <a:chExt cx="9861762" cy="400110"/>
          </a:xfrm>
        </p:grpSpPr>
        <p:sp>
          <p:nvSpPr>
            <p:cNvPr id="5" name="テキスト ボックス 4">
              <a:extLst>
                <a:ext uri="{FF2B5EF4-FFF2-40B4-BE49-F238E27FC236}">
                  <a16:creationId xmlns:a16="http://schemas.microsoft.com/office/drawing/2014/main" id="{C55C7B1C-455A-3DBF-A5B7-075B79C57D7A}"/>
                </a:ext>
              </a:extLst>
            </p:cNvPr>
            <p:cNvSpPr txBox="1"/>
            <p:nvPr/>
          </p:nvSpPr>
          <p:spPr>
            <a:xfrm>
              <a:off x="1036879"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 name="テキスト ボックス 5">
              <a:extLst>
                <a:ext uri="{FF2B5EF4-FFF2-40B4-BE49-F238E27FC236}">
                  <a16:creationId xmlns:a16="http://schemas.microsoft.com/office/drawing/2014/main" id="{C22451F2-CD49-0B6B-E12D-9D296A712327}"/>
                </a:ext>
              </a:extLst>
            </p:cNvPr>
            <p:cNvSpPr txBox="1"/>
            <p:nvPr/>
          </p:nvSpPr>
          <p:spPr>
            <a:xfrm flipH="1">
              <a:off x="516419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7" name="テキスト ボックス 6">
              <a:extLst>
                <a:ext uri="{FF2B5EF4-FFF2-40B4-BE49-F238E27FC236}">
                  <a16:creationId xmlns:a16="http://schemas.microsoft.com/office/drawing/2014/main" id="{2B8EC51C-887B-2BAB-0FFE-18DB650EE7B2}"/>
                </a:ext>
              </a:extLst>
            </p:cNvPr>
            <p:cNvSpPr txBox="1"/>
            <p:nvPr/>
          </p:nvSpPr>
          <p:spPr>
            <a:xfrm>
              <a:off x="271581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8" name="テキスト ボックス 7">
              <a:extLst>
                <a:ext uri="{FF2B5EF4-FFF2-40B4-BE49-F238E27FC236}">
                  <a16:creationId xmlns:a16="http://schemas.microsoft.com/office/drawing/2014/main" id="{B8E06765-60B6-9E4E-B34C-3ABB4BB5728B}"/>
                </a:ext>
              </a:extLst>
            </p:cNvPr>
            <p:cNvSpPr txBox="1"/>
            <p:nvPr/>
          </p:nvSpPr>
          <p:spPr>
            <a:xfrm>
              <a:off x="8522074"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9" name="テキスト ボックス 8">
              <a:extLst>
                <a:ext uri="{FF2B5EF4-FFF2-40B4-BE49-F238E27FC236}">
                  <a16:creationId xmlns:a16="http://schemas.microsoft.com/office/drawing/2014/main" id="{B0C526D7-73F6-EDF4-3C20-985DA4F58B97}"/>
                </a:ext>
              </a:extLst>
            </p:cNvPr>
            <p:cNvSpPr txBox="1"/>
            <p:nvPr/>
          </p:nvSpPr>
          <p:spPr>
            <a:xfrm flipH="1">
              <a:off x="9944534"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0" name="テキスト ボックス 9">
              <a:extLst>
                <a:ext uri="{FF2B5EF4-FFF2-40B4-BE49-F238E27FC236}">
                  <a16:creationId xmlns:a16="http://schemas.microsoft.com/office/drawing/2014/main" id="{1063278E-455B-C615-11D2-C34196E21844}"/>
                </a:ext>
              </a:extLst>
            </p:cNvPr>
            <p:cNvSpPr txBox="1"/>
            <p:nvPr/>
          </p:nvSpPr>
          <p:spPr>
            <a:xfrm>
              <a:off x="6586655" y="5913378"/>
              <a:ext cx="1210588"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Tree>
    <p:extLst>
      <p:ext uri="{BB962C8B-B14F-4D97-AF65-F5344CB8AC3E}">
        <p14:creationId xmlns:p14="http://schemas.microsoft.com/office/powerpoint/2010/main" val="1818637498"/>
      </p:ext>
    </p:extLst>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a:extLst>
            <a:ext uri="{FF2B5EF4-FFF2-40B4-BE49-F238E27FC236}">
              <a16:creationId xmlns:a16="http://schemas.microsoft.com/office/drawing/2014/main" id="{36B1D4E5-ECCF-5810-B15E-CE8D462C1E03}"/>
            </a:ext>
          </a:extLst>
        </p:cNvPr>
        <p:cNvGrpSpPr/>
        <p:nvPr/>
      </p:nvGrpSpPr>
      <p:grpSpPr>
        <a:xfrm>
          <a:off x="0" y="0"/>
          <a:ext cx="0" cy="0"/>
          <a:chOff x="0" y="0"/>
          <a:chExt cx="0" cy="0"/>
        </a:xfrm>
      </p:grpSpPr>
      <p:pic>
        <p:nvPicPr>
          <p:cNvPr id="39" name="図 38">
            <a:extLst>
              <a:ext uri="{FF2B5EF4-FFF2-40B4-BE49-F238E27FC236}">
                <a16:creationId xmlns:a16="http://schemas.microsoft.com/office/drawing/2014/main" id="{97A55177-FED3-57E2-D2C3-7D9A88B1CEF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376931" y="1797112"/>
            <a:ext cx="3135206" cy="2351404"/>
          </a:xfrm>
          <a:prstGeom prst="rect">
            <a:avLst/>
          </a:prstGeom>
          <a:effectLst>
            <a:glow rad="88900">
              <a:schemeClr val="bg1">
                <a:lumMod val="95000"/>
                <a:alpha val="55000"/>
              </a:schemeClr>
            </a:glow>
          </a:effectLst>
        </p:spPr>
      </p:pic>
      <p:sp>
        <p:nvSpPr>
          <p:cNvPr id="22" name="楕円 21">
            <a:extLst>
              <a:ext uri="{FF2B5EF4-FFF2-40B4-BE49-F238E27FC236}">
                <a16:creationId xmlns:a16="http://schemas.microsoft.com/office/drawing/2014/main" id="{CA03F16D-4882-CE67-83D5-C10639475701}"/>
              </a:ext>
            </a:extLst>
          </p:cNvPr>
          <p:cNvSpPr/>
          <p:nvPr/>
        </p:nvSpPr>
        <p:spPr>
          <a:xfrm>
            <a:off x="8844505" y="4536806"/>
            <a:ext cx="911928" cy="911928"/>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楕円 14">
            <a:extLst>
              <a:ext uri="{FF2B5EF4-FFF2-40B4-BE49-F238E27FC236}">
                <a16:creationId xmlns:a16="http://schemas.microsoft.com/office/drawing/2014/main" id="{0A448DBD-0418-AD1A-D5AA-045E69EDF014}"/>
              </a:ext>
            </a:extLst>
          </p:cNvPr>
          <p:cNvSpPr/>
          <p:nvPr/>
        </p:nvSpPr>
        <p:spPr>
          <a:xfrm>
            <a:off x="10313307" y="4536806"/>
            <a:ext cx="911928" cy="911928"/>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3" name="図 2">
            <a:extLst>
              <a:ext uri="{FF2B5EF4-FFF2-40B4-BE49-F238E27FC236}">
                <a16:creationId xmlns:a16="http://schemas.microsoft.com/office/drawing/2014/main" id="{736EB736-531C-A8BA-E137-6CC2765A017B}"/>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443025" y="914113"/>
            <a:ext cx="5305951" cy="7490029"/>
          </a:xfrm>
          <a:prstGeom prst="rect">
            <a:avLst/>
          </a:prstGeom>
        </p:spPr>
      </p:pic>
      <p:sp>
        <p:nvSpPr>
          <p:cNvPr id="6" name="四角形: 角を丸くする 5">
            <a:extLst>
              <a:ext uri="{FF2B5EF4-FFF2-40B4-BE49-F238E27FC236}">
                <a16:creationId xmlns:a16="http://schemas.microsoft.com/office/drawing/2014/main" id="{C6227C82-BA38-DEB0-D4A5-69BF15498F56}"/>
              </a:ext>
            </a:extLst>
          </p:cNvPr>
          <p:cNvSpPr/>
          <p:nvPr/>
        </p:nvSpPr>
        <p:spPr>
          <a:xfrm>
            <a:off x="431675" y="5656233"/>
            <a:ext cx="11328651" cy="914400"/>
          </a:xfrm>
          <a:prstGeom prst="roundRect">
            <a:avLst>
              <a:gd name="adj" fmla="val 4803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10" name="四角形: 角を丸くする 9">
            <a:extLst>
              <a:ext uri="{FF2B5EF4-FFF2-40B4-BE49-F238E27FC236}">
                <a16:creationId xmlns:a16="http://schemas.microsoft.com/office/drawing/2014/main" id="{EECC53CC-FD2E-FABE-F705-14D86687925F}"/>
              </a:ext>
            </a:extLst>
          </p:cNvPr>
          <p:cNvSpPr/>
          <p:nvPr/>
        </p:nvSpPr>
        <p:spPr>
          <a:xfrm>
            <a:off x="849425" y="5640918"/>
            <a:ext cx="1338828" cy="914400"/>
          </a:xfrm>
          <a:prstGeom prst="roundRect">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45" name="楕円 44">
            <a:extLst>
              <a:ext uri="{FF2B5EF4-FFF2-40B4-BE49-F238E27FC236}">
                <a16:creationId xmlns:a16="http://schemas.microsoft.com/office/drawing/2014/main" id="{E439FA59-16EB-0EEF-390E-249F1495091E}"/>
              </a:ext>
            </a:extLst>
          </p:cNvPr>
          <p:cNvSpPr/>
          <p:nvPr/>
        </p:nvSpPr>
        <p:spPr>
          <a:xfrm>
            <a:off x="8714529" y="293295"/>
            <a:ext cx="791128" cy="791128"/>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4" name="図 3">
            <a:extLst>
              <a:ext uri="{FF2B5EF4-FFF2-40B4-BE49-F238E27FC236}">
                <a16:creationId xmlns:a16="http://schemas.microsoft.com/office/drawing/2014/main" id="{E5F87997-4F6A-3494-D61A-D5B1C5D0AC44}"/>
              </a:ext>
            </a:extLst>
          </p:cNvPr>
          <p:cNvPicPr>
            <a:picLocks noChangeAspect="1"/>
          </p:cNvPicPr>
          <p:nvPr/>
        </p:nvPicPr>
        <p:blipFill>
          <a:blip r:embed="rId5">
            <a:extLst>
              <a:ext uri="{28A0092B-C50C-407E-A947-70E740481C1C}">
                <a14:useLocalDpi xmlns:a14="http://schemas.microsoft.com/office/drawing/2010/main" val="0"/>
              </a:ext>
            </a:extLst>
          </a:blip>
          <a:srcRect l="59639" t="36782" r="20854" b="36420"/>
          <a:stretch>
            <a:fillRect/>
          </a:stretch>
        </p:blipFill>
        <p:spPr>
          <a:xfrm>
            <a:off x="10785553" y="134635"/>
            <a:ext cx="1104697" cy="1138172"/>
          </a:xfrm>
          <a:prstGeom prst="rect">
            <a:avLst/>
          </a:prstGeom>
        </p:spPr>
      </p:pic>
      <p:sp>
        <p:nvSpPr>
          <p:cNvPr id="11" name="テキスト ボックス 10">
            <a:extLst>
              <a:ext uri="{FF2B5EF4-FFF2-40B4-BE49-F238E27FC236}">
                <a16:creationId xmlns:a16="http://schemas.microsoft.com/office/drawing/2014/main" id="{3073AD74-ACEA-E6BC-EA17-EEC7515AD75D}"/>
              </a:ext>
            </a:extLst>
          </p:cNvPr>
          <p:cNvSpPr txBox="1"/>
          <p:nvPr/>
        </p:nvSpPr>
        <p:spPr>
          <a:xfrm>
            <a:off x="10089424" y="5040238"/>
            <a:ext cx="1338828" cy="369332"/>
          </a:xfrm>
          <a:prstGeom prst="rect">
            <a:avLst/>
          </a:prstGeom>
          <a:noFill/>
        </p:spPr>
        <p:txBody>
          <a:bodyPr wrap="none" rtlCol="0">
            <a:spAutoFit/>
          </a:bodyPr>
          <a:lstStyle/>
          <a:p>
            <a:pPr algn="ctr"/>
            <a:r>
              <a:rPr lang="ja-JP" altLang="en-US" b="1" dirty="0">
                <a:ln w="9525">
                  <a:noFill/>
                </a:ln>
                <a:solidFill>
                  <a:srgbClr val="FF00FF"/>
                </a:solidFill>
                <a:effectLst>
                  <a:glow rad="50800">
                    <a:schemeClr val="bg1">
                      <a:lumMod val="95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rPr>
              <a:t>ミッション</a:t>
            </a:r>
            <a:endParaRPr kumimoji="1" lang="ja-JP" altLang="en-US" b="1" dirty="0">
              <a:ln w="9525">
                <a:noFill/>
              </a:ln>
              <a:solidFill>
                <a:srgbClr val="FF00FF"/>
              </a:solidFill>
              <a:effectLst>
                <a:glow rad="50800">
                  <a:schemeClr val="bg1">
                    <a:lumMod val="95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33" name="グループ化 32">
            <a:extLst>
              <a:ext uri="{FF2B5EF4-FFF2-40B4-BE49-F238E27FC236}">
                <a16:creationId xmlns:a16="http://schemas.microsoft.com/office/drawing/2014/main" id="{7CEE3E22-5D63-676D-2C40-9B4E04A9588C}"/>
              </a:ext>
            </a:extLst>
          </p:cNvPr>
          <p:cNvGrpSpPr/>
          <p:nvPr/>
        </p:nvGrpSpPr>
        <p:grpSpPr>
          <a:xfrm>
            <a:off x="1036879" y="5913378"/>
            <a:ext cx="10118243" cy="400110"/>
            <a:chOff x="1036879" y="5913378"/>
            <a:chExt cx="10118243" cy="400110"/>
          </a:xfrm>
        </p:grpSpPr>
        <p:sp>
          <p:nvSpPr>
            <p:cNvPr id="14" name="テキスト ボックス 13">
              <a:extLst>
                <a:ext uri="{FF2B5EF4-FFF2-40B4-BE49-F238E27FC236}">
                  <a16:creationId xmlns:a16="http://schemas.microsoft.com/office/drawing/2014/main" id="{925E1A92-7D07-5C0B-23C7-8D7E30CDE011}"/>
                </a:ext>
              </a:extLst>
            </p:cNvPr>
            <p:cNvSpPr txBox="1"/>
            <p:nvPr/>
          </p:nvSpPr>
          <p:spPr>
            <a:xfrm>
              <a:off x="1036879"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6" name="テキスト ボックス 15">
              <a:extLst>
                <a:ext uri="{FF2B5EF4-FFF2-40B4-BE49-F238E27FC236}">
                  <a16:creationId xmlns:a16="http://schemas.microsoft.com/office/drawing/2014/main" id="{290D1C44-B0B8-B658-F8D0-B3353CF4DE12}"/>
                </a:ext>
              </a:extLst>
            </p:cNvPr>
            <p:cNvSpPr txBox="1"/>
            <p:nvPr/>
          </p:nvSpPr>
          <p:spPr>
            <a:xfrm flipH="1">
              <a:off x="516419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9" name="テキスト ボックス 18">
              <a:extLst>
                <a:ext uri="{FF2B5EF4-FFF2-40B4-BE49-F238E27FC236}">
                  <a16:creationId xmlns:a16="http://schemas.microsoft.com/office/drawing/2014/main" id="{D2A905B4-3E2C-149E-2D37-51CDC089F8AD}"/>
                </a:ext>
              </a:extLst>
            </p:cNvPr>
            <p:cNvSpPr txBox="1"/>
            <p:nvPr/>
          </p:nvSpPr>
          <p:spPr>
            <a:xfrm>
              <a:off x="271581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9" name="テキスト ボックス 8">
              <a:extLst>
                <a:ext uri="{FF2B5EF4-FFF2-40B4-BE49-F238E27FC236}">
                  <a16:creationId xmlns:a16="http://schemas.microsoft.com/office/drawing/2014/main" id="{F027C96D-C619-0039-E3DA-CABAE2446F64}"/>
                </a:ext>
              </a:extLst>
            </p:cNvPr>
            <p:cNvSpPr txBox="1"/>
            <p:nvPr/>
          </p:nvSpPr>
          <p:spPr>
            <a:xfrm>
              <a:off x="8522074"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 name="テキスト ボックス 4">
              <a:extLst>
                <a:ext uri="{FF2B5EF4-FFF2-40B4-BE49-F238E27FC236}">
                  <a16:creationId xmlns:a16="http://schemas.microsoft.com/office/drawing/2014/main" id="{EAA9FC39-0597-8ED3-01FC-C1A73F2847BA}"/>
                </a:ext>
              </a:extLst>
            </p:cNvPr>
            <p:cNvSpPr txBox="1"/>
            <p:nvPr/>
          </p:nvSpPr>
          <p:spPr>
            <a:xfrm flipH="1">
              <a:off x="9944534" y="5913378"/>
              <a:ext cx="1210588" cy="400110"/>
            </a:xfrm>
            <a:prstGeom prst="rect">
              <a:avLst/>
            </a:prstGeom>
            <a:noFill/>
          </p:spPr>
          <p:txBody>
            <a:bodyPr wrap="none" rtlCol="0">
              <a:spAutoFit/>
            </a:bodyPr>
            <a:lstStyle/>
            <a:p>
              <a:r>
                <a:rPr kumimoji="1"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アイテム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2" name="テキスト ボックス 31">
              <a:extLst>
                <a:ext uri="{FF2B5EF4-FFF2-40B4-BE49-F238E27FC236}">
                  <a16:creationId xmlns:a16="http://schemas.microsoft.com/office/drawing/2014/main" id="{EDD59253-4C47-DE29-61ED-3E26D617B222}"/>
                </a:ext>
              </a:extLst>
            </p:cNvPr>
            <p:cNvSpPr txBox="1"/>
            <p:nvPr/>
          </p:nvSpPr>
          <p:spPr>
            <a:xfrm>
              <a:off x="6586655" y="5913378"/>
              <a:ext cx="1210588"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17" name="四角形: 角を丸くする 16">
            <a:extLst>
              <a:ext uri="{FF2B5EF4-FFF2-40B4-BE49-F238E27FC236}">
                <a16:creationId xmlns:a16="http://schemas.microsoft.com/office/drawing/2014/main" id="{79682BE7-A68E-8E22-6074-80CD6A9F7D41}"/>
              </a:ext>
            </a:extLst>
          </p:cNvPr>
          <p:cNvSpPr/>
          <p:nvPr/>
        </p:nvSpPr>
        <p:spPr>
          <a:xfrm>
            <a:off x="567559" y="504494"/>
            <a:ext cx="3414360" cy="914400"/>
          </a:xfrm>
          <a:prstGeom prst="roundRect">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テキスト ボックス 19">
            <a:extLst>
              <a:ext uri="{FF2B5EF4-FFF2-40B4-BE49-F238E27FC236}">
                <a16:creationId xmlns:a16="http://schemas.microsoft.com/office/drawing/2014/main" id="{C9A5C30C-0BBF-0564-8BB8-68BC535FD4A5}"/>
              </a:ext>
            </a:extLst>
          </p:cNvPr>
          <p:cNvSpPr txBox="1"/>
          <p:nvPr/>
        </p:nvSpPr>
        <p:spPr>
          <a:xfrm>
            <a:off x="1156484" y="761639"/>
            <a:ext cx="2236510" cy="400110"/>
          </a:xfrm>
          <a:prstGeom prst="rect">
            <a:avLst/>
          </a:prstGeom>
          <a:noFill/>
        </p:spPr>
        <p:txBody>
          <a:bodyPr wrap="none" rtlCol="0">
            <a:spAutoFit/>
          </a:bodyPr>
          <a:lstStyle/>
          <a:p>
            <a:r>
              <a:rPr lang="ja-JP" altLang="en-US" sz="20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メインミッション</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21" name="吹き出し: 角を丸めた四角形 20">
            <a:extLst>
              <a:ext uri="{FF2B5EF4-FFF2-40B4-BE49-F238E27FC236}">
                <a16:creationId xmlns:a16="http://schemas.microsoft.com/office/drawing/2014/main" id="{B7A42E99-D9B4-68FB-3D4B-2BA568FE6681}"/>
              </a:ext>
            </a:extLst>
          </p:cNvPr>
          <p:cNvSpPr/>
          <p:nvPr/>
        </p:nvSpPr>
        <p:spPr>
          <a:xfrm flipH="1">
            <a:off x="877985" y="2474495"/>
            <a:ext cx="3274549" cy="2126137"/>
          </a:xfrm>
          <a:prstGeom prst="wedgeRoundRectCallout">
            <a:avLst>
              <a:gd name="adj1" fmla="val -66579"/>
              <a:gd name="adj2" fmla="val 24789"/>
              <a:gd name="adj3" fmla="val 16667"/>
            </a:avLst>
          </a:prstGeom>
          <a:solidFill>
            <a:schemeClr val="bg1">
              <a:lumMod val="95000"/>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1" name="楕円 30">
            <a:extLst>
              <a:ext uri="{FF2B5EF4-FFF2-40B4-BE49-F238E27FC236}">
                <a16:creationId xmlns:a16="http://schemas.microsoft.com/office/drawing/2014/main" id="{8A5FDC09-5816-FAF0-933D-70525F4524EA}"/>
              </a:ext>
            </a:extLst>
          </p:cNvPr>
          <p:cNvSpPr/>
          <p:nvPr/>
        </p:nvSpPr>
        <p:spPr>
          <a:xfrm>
            <a:off x="9676741" y="293295"/>
            <a:ext cx="791128" cy="791128"/>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34" name="図 33">
            <a:extLst>
              <a:ext uri="{FF2B5EF4-FFF2-40B4-BE49-F238E27FC236}">
                <a16:creationId xmlns:a16="http://schemas.microsoft.com/office/drawing/2014/main" id="{7998D19A-5789-364E-978A-8D032CB0A8FB}"/>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9824112" y="504494"/>
            <a:ext cx="491958" cy="377616"/>
          </a:xfrm>
          <a:prstGeom prst="rect">
            <a:avLst/>
          </a:prstGeom>
        </p:spPr>
      </p:pic>
      <p:pic>
        <p:nvPicPr>
          <p:cNvPr id="37" name="図 36">
            <a:extLst>
              <a:ext uri="{FF2B5EF4-FFF2-40B4-BE49-F238E27FC236}">
                <a16:creationId xmlns:a16="http://schemas.microsoft.com/office/drawing/2014/main" id="{731F3FD4-9C0E-7A0A-2767-7C96E7B4B5A5}"/>
              </a:ext>
            </a:extLst>
          </p:cNvPr>
          <p:cNvPicPr>
            <a:picLocks noChangeAspect="1"/>
          </p:cNvPicPr>
          <p:nvPr/>
        </p:nvPicPr>
        <p:blipFill>
          <a:blip r:embed="rId7">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a:off x="10089424" y="438866"/>
            <a:ext cx="248496" cy="248496"/>
          </a:xfrm>
          <a:prstGeom prst="rect">
            <a:avLst/>
          </a:prstGeom>
        </p:spPr>
      </p:pic>
      <p:grpSp>
        <p:nvGrpSpPr>
          <p:cNvPr id="46" name="グループ化 45">
            <a:extLst>
              <a:ext uri="{FF2B5EF4-FFF2-40B4-BE49-F238E27FC236}">
                <a16:creationId xmlns:a16="http://schemas.microsoft.com/office/drawing/2014/main" id="{B4F3F3DA-18F0-45A3-2C0E-D2EFE7A87ECC}"/>
              </a:ext>
            </a:extLst>
          </p:cNvPr>
          <p:cNvGrpSpPr/>
          <p:nvPr/>
        </p:nvGrpSpPr>
        <p:grpSpPr>
          <a:xfrm>
            <a:off x="8866612" y="440512"/>
            <a:ext cx="482849" cy="431323"/>
            <a:chOff x="8844072" y="425149"/>
            <a:chExt cx="617254" cy="551388"/>
          </a:xfrm>
        </p:grpSpPr>
        <p:sp>
          <p:nvSpPr>
            <p:cNvPr id="43" name="ハート 42">
              <a:extLst>
                <a:ext uri="{FF2B5EF4-FFF2-40B4-BE49-F238E27FC236}">
                  <a16:creationId xmlns:a16="http://schemas.microsoft.com/office/drawing/2014/main" id="{421DA4DE-7B1F-D550-A671-611827D9E6E4}"/>
                </a:ext>
              </a:extLst>
            </p:cNvPr>
            <p:cNvSpPr/>
            <p:nvPr/>
          </p:nvSpPr>
          <p:spPr>
            <a:xfrm>
              <a:off x="9017415" y="532627"/>
              <a:ext cx="443911" cy="443910"/>
            </a:xfrm>
            <a:prstGeom prst="heart">
              <a:avLst/>
            </a:prstGeom>
            <a:solidFill>
              <a:srgbClr val="FFA4F3"/>
            </a:solidFill>
            <a:ln w="63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1" name="ハート 40">
              <a:extLst>
                <a:ext uri="{FF2B5EF4-FFF2-40B4-BE49-F238E27FC236}">
                  <a16:creationId xmlns:a16="http://schemas.microsoft.com/office/drawing/2014/main" id="{35DCDB66-065D-7E41-0A39-B161320ED3BE}"/>
                </a:ext>
              </a:extLst>
            </p:cNvPr>
            <p:cNvSpPr/>
            <p:nvPr/>
          </p:nvSpPr>
          <p:spPr>
            <a:xfrm>
              <a:off x="8844072" y="425149"/>
              <a:ext cx="443910" cy="443910"/>
            </a:xfrm>
            <a:prstGeom prst="heart">
              <a:avLst/>
            </a:prstGeom>
            <a:solidFill>
              <a:schemeClr val="accent4">
                <a:lumMod val="20000"/>
                <a:lumOff val="80000"/>
              </a:schemeClr>
            </a:solidFill>
            <a:ln w="63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51" name="グループ化 50">
            <a:extLst>
              <a:ext uri="{FF2B5EF4-FFF2-40B4-BE49-F238E27FC236}">
                <a16:creationId xmlns:a16="http://schemas.microsoft.com/office/drawing/2014/main" id="{1B4FF6EA-92DF-04CF-523A-7FC28F09D9D9}"/>
              </a:ext>
            </a:extLst>
          </p:cNvPr>
          <p:cNvGrpSpPr/>
          <p:nvPr/>
        </p:nvGrpSpPr>
        <p:grpSpPr>
          <a:xfrm>
            <a:off x="9012614" y="726793"/>
            <a:ext cx="230130" cy="326302"/>
            <a:chOff x="8812481" y="694218"/>
            <a:chExt cx="1470606" cy="1692464"/>
          </a:xfrm>
          <a:effectLst>
            <a:glow rad="12700">
              <a:schemeClr val="tx1">
                <a:lumMod val="85000"/>
                <a:lumOff val="15000"/>
                <a:alpha val="70000"/>
              </a:schemeClr>
            </a:glow>
          </a:effectLst>
        </p:grpSpPr>
        <p:pic>
          <p:nvPicPr>
            <p:cNvPr id="48" name="図 47">
              <a:extLst>
                <a:ext uri="{FF2B5EF4-FFF2-40B4-BE49-F238E27FC236}">
                  <a16:creationId xmlns:a16="http://schemas.microsoft.com/office/drawing/2014/main" id="{149BA9C0-E248-4F2E-CBE8-0E71EF628D8E}"/>
                </a:ext>
              </a:extLst>
            </p:cNvPr>
            <p:cNvPicPr>
              <a:picLocks noChangeAspect="1"/>
            </p:cNvPicPr>
            <p:nvPr/>
          </p:nvPicPr>
          <p:blipFill>
            <a:blip r:embed="rId8">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rot="13959555">
              <a:off x="8830608" y="676091"/>
              <a:ext cx="1282845" cy="1319099"/>
            </a:xfrm>
            <a:prstGeom prst="rect">
              <a:avLst/>
            </a:prstGeom>
          </p:spPr>
        </p:pic>
        <p:pic>
          <p:nvPicPr>
            <p:cNvPr id="50" name="図 49">
              <a:extLst>
                <a:ext uri="{FF2B5EF4-FFF2-40B4-BE49-F238E27FC236}">
                  <a16:creationId xmlns:a16="http://schemas.microsoft.com/office/drawing/2014/main" id="{066A3357-2A3A-4388-3925-E3204AA52B8D}"/>
                </a:ext>
              </a:extLst>
            </p:cNvPr>
            <p:cNvPicPr>
              <a:picLocks noChangeAspect="1"/>
            </p:cNvPicPr>
            <p:nvPr/>
          </p:nvPicPr>
          <p:blipFill>
            <a:blip r:embed="rId8">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rot="13959555" flipH="1" flipV="1">
              <a:off x="8982115" y="1085710"/>
              <a:ext cx="1282845" cy="1319099"/>
            </a:xfrm>
            <a:prstGeom prst="rect">
              <a:avLst/>
            </a:prstGeom>
          </p:spPr>
        </p:pic>
      </p:grpSp>
      <p:sp>
        <p:nvSpPr>
          <p:cNvPr id="53" name="楕円 52">
            <a:extLst>
              <a:ext uri="{FF2B5EF4-FFF2-40B4-BE49-F238E27FC236}">
                <a16:creationId xmlns:a16="http://schemas.microsoft.com/office/drawing/2014/main" id="{CFCBFD8D-71AA-E4B6-2ADD-83CE22F4F628}"/>
              </a:ext>
            </a:extLst>
          </p:cNvPr>
          <p:cNvSpPr/>
          <p:nvPr/>
        </p:nvSpPr>
        <p:spPr>
          <a:xfrm>
            <a:off x="7750340" y="293295"/>
            <a:ext cx="791128" cy="791128"/>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61" name="グループ化 60">
            <a:extLst>
              <a:ext uri="{FF2B5EF4-FFF2-40B4-BE49-F238E27FC236}">
                <a16:creationId xmlns:a16="http://schemas.microsoft.com/office/drawing/2014/main" id="{9337E06D-ABCF-B56A-A5E2-8BEA20A4DCAC}"/>
              </a:ext>
            </a:extLst>
          </p:cNvPr>
          <p:cNvGrpSpPr/>
          <p:nvPr/>
        </p:nvGrpSpPr>
        <p:grpSpPr>
          <a:xfrm>
            <a:off x="7930527" y="481731"/>
            <a:ext cx="419156" cy="437613"/>
            <a:chOff x="7930527" y="463715"/>
            <a:chExt cx="419156" cy="437613"/>
          </a:xfrm>
        </p:grpSpPr>
        <p:grpSp>
          <p:nvGrpSpPr>
            <p:cNvPr id="57" name="グループ化 56">
              <a:extLst>
                <a:ext uri="{FF2B5EF4-FFF2-40B4-BE49-F238E27FC236}">
                  <a16:creationId xmlns:a16="http://schemas.microsoft.com/office/drawing/2014/main" id="{5993A498-878B-7BC7-C87E-709A73F3B806}"/>
                </a:ext>
              </a:extLst>
            </p:cNvPr>
            <p:cNvGrpSpPr/>
            <p:nvPr/>
          </p:nvGrpSpPr>
          <p:grpSpPr>
            <a:xfrm>
              <a:off x="7930527" y="463715"/>
              <a:ext cx="174927" cy="437613"/>
              <a:chOff x="7930527" y="462528"/>
              <a:chExt cx="174927" cy="437613"/>
            </a:xfrm>
          </p:grpSpPr>
          <p:sp>
            <p:nvSpPr>
              <p:cNvPr id="54" name="L 字 53">
                <a:extLst>
                  <a:ext uri="{FF2B5EF4-FFF2-40B4-BE49-F238E27FC236}">
                    <a16:creationId xmlns:a16="http://schemas.microsoft.com/office/drawing/2014/main" id="{BE35E3A7-23D0-371C-80A5-37CBC22480BB}"/>
                  </a:ext>
                </a:extLst>
              </p:cNvPr>
              <p:cNvSpPr/>
              <p:nvPr/>
            </p:nvSpPr>
            <p:spPr>
              <a:xfrm>
                <a:off x="7930527" y="725214"/>
                <a:ext cx="174927" cy="174927"/>
              </a:xfrm>
              <a:prstGeom prst="corner">
                <a:avLst>
                  <a:gd name="adj1" fmla="val 28808"/>
                  <a:gd name="adj2" fmla="val 29924"/>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6" name="L 字 55">
                <a:extLst>
                  <a:ext uri="{FF2B5EF4-FFF2-40B4-BE49-F238E27FC236}">
                    <a16:creationId xmlns:a16="http://schemas.microsoft.com/office/drawing/2014/main" id="{CDF18277-DC5B-BEE5-1ADD-D8D3153E3B4F}"/>
                  </a:ext>
                </a:extLst>
              </p:cNvPr>
              <p:cNvSpPr/>
              <p:nvPr/>
            </p:nvSpPr>
            <p:spPr>
              <a:xfrm flipV="1">
                <a:off x="7930527" y="462528"/>
                <a:ext cx="174927" cy="174927"/>
              </a:xfrm>
              <a:prstGeom prst="corner">
                <a:avLst>
                  <a:gd name="adj1" fmla="val 28808"/>
                  <a:gd name="adj2" fmla="val 29924"/>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58" name="グループ化 57">
              <a:extLst>
                <a:ext uri="{FF2B5EF4-FFF2-40B4-BE49-F238E27FC236}">
                  <a16:creationId xmlns:a16="http://schemas.microsoft.com/office/drawing/2014/main" id="{DA2371A3-86C7-68C2-8B04-1F8B36E3832A}"/>
                </a:ext>
              </a:extLst>
            </p:cNvPr>
            <p:cNvGrpSpPr/>
            <p:nvPr/>
          </p:nvGrpSpPr>
          <p:grpSpPr>
            <a:xfrm flipH="1">
              <a:off x="8174756" y="463715"/>
              <a:ext cx="174927" cy="437613"/>
              <a:chOff x="7930527" y="462528"/>
              <a:chExt cx="174927" cy="437613"/>
            </a:xfrm>
          </p:grpSpPr>
          <p:sp>
            <p:nvSpPr>
              <p:cNvPr id="59" name="L 字 58">
                <a:extLst>
                  <a:ext uri="{FF2B5EF4-FFF2-40B4-BE49-F238E27FC236}">
                    <a16:creationId xmlns:a16="http://schemas.microsoft.com/office/drawing/2014/main" id="{9C0EC1BC-0A60-9201-F025-82D890DC2279}"/>
                  </a:ext>
                </a:extLst>
              </p:cNvPr>
              <p:cNvSpPr/>
              <p:nvPr/>
            </p:nvSpPr>
            <p:spPr>
              <a:xfrm>
                <a:off x="7930527" y="725214"/>
                <a:ext cx="174927" cy="174927"/>
              </a:xfrm>
              <a:prstGeom prst="corner">
                <a:avLst>
                  <a:gd name="adj1" fmla="val 28808"/>
                  <a:gd name="adj2" fmla="val 29924"/>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0" name="L 字 59">
                <a:extLst>
                  <a:ext uri="{FF2B5EF4-FFF2-40B4-BE49-F238E27FC236}">
                    <a16:creationId xmlns:a16="http://schemas.microsoft.com/office/drawing/2014/main" id="{D4D37612-0315-A781-BBC9-1590700E7546}"/>
                  </a:ext>
                </a:extLst>
              </p:cNvPr>
              <p:cNvSpPr/>
              <p:nvPr/>
            </p:nvSpPr>
            <p:spPr>
              <a:xfrm flipV="1">
                <a:off x="7930527" y="462528"/>
                <a:ext cx="174927" cy="174927"/>
              </a:xfrm>
              <a:prstGeom prst="corner">
                <a:avLst>
                  <a:gd name="adj1" fmla="val 28808"/>
                  <a:gd name="adj2" fmla="val 29924"/>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sp>
        <p:nvSpPr>
          <p:cNvPr id="63" name="テキスト ボックス 62">
            <a:extLst>
              <a:ext uri="{FF2B5EF4-FFF2-40B4-BE49-F238E27FC236}">
                <a16:creationId xmlns:a16="http://schemas.microsoft.com/office/drawing/2014/main" id="{9A7FCA7F-9339-6585-8F82-5F8A19744238}"/>
              </a:ext>
            </a:extLst>
          </p:cNvPr>
          <p:cNvSpPr txBox="1"/>
          <p:nvPr/>
        </p:nvSpPr>
        <p:spPr>
          <a:xfrm>
            <a:off x="8861888" y="5040238"/>
            <a:ext cx="877163" cy="369332"/>
          </a:xfrm>
          <a:prstGeom prst="rect">
            <a:avLst/>
          </a:prstGeom>
          <a:noFill/>
        </p:spPr>
        <p:txBody>
          <a:bodyPr wrap="none" rtlCol="0">
            <a:spAutoFit/>
          </a:bodyPr>
          <a:lstStyle/>
          <a:p>
            <a:pPr algn="ctr"/>
            <a:r>
              <a:rPr lang="ja-JP" altLang="en-US" b="1" dirty="0">
                <a:solidFill>
                  <a:srgbClr val="FF00FF"/>
                </a:solidFill>
                <a:effectLst>
                  <a:glow rad="50800">
                    <a:schemeClr val="bg1">
                      <a:lumMod val="95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rPr>
              <a:t>セーブ</a:t>
            </a:r>
            <a:endParaRPr kumimoji="1" lang="ja-JP" altLang="en-US" b="1" dirty="0">
              <a:solidFill>
                <a:srgbClr val="FF00FF"/>
              </a:solidFill>
              <a:effectLst>
                <a:glow rad="50800">
                  <a:schemeClr val="bg1">
                    <a:lumMod val="95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pic>
        <p:nvPicPr>
          <p:cNvPr id="12" name="図 11">
            <a:extLst>
              <a:ext uri="{FF2B5EF4-FFF2-40B4-BE49-F238E27FC236}">
                <a16:creationId xmlns:a16="http://schemas.microsoft.com/office/drawing/2014/main" id="{9D4B9EC7-12A7-6515-71AB-6656FF416933}"/>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10422556" y="4463494"/>
            <a:ext cx="725993" cy="725993"/>
          </a:xfrm>
          <a:prstGeom prst="rect">
            <a:avLst/>
          </a:prstGeom>
        </p:spPr>
      </p:pic>
      <p:pic>
        <p:nvPicPr>
          <p:cNvPr id="24" name="図 23">
            <a:extLst>
              <a:ext uri="{FF2B5EF4-FFF2-40B4-BE49-F238E27FC236}">
                <a16:creationId xmlns:a16="http://schemas.microsoft.com/office/drawing/2014/main" id="{1D3258C7-CB63-9B51-3163-2DBAB6E29440}"/>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9105832" y="4690759"/>
            <a:ext cx="389274" cy="389274"/>
          </a:xfrm>
          <a:prstGeom prst="rect">
            <a:avLst/>
          </a:prstGeom>
        </p:spPr>
      </p:pic>
      <p:sp>
        <p:nvSpPr>
          <p:cNvPr id="36" name="テキスト ボックス 35">
            <a:extLst>
              <a:ext uri="{FF2B5EF4-FFF2-40B4-BE49-F238E27FC236}">
                <a16:creationId xmlns:a16="http://schemas.microsoft.com/office/drawing/2014/main" id="{13E4F42F-23F6-4CAB-257A-055D0A568989}"/>
              </a:ext>
            </a:extLst>
          </p:cNvPr>
          <p:cNvSpPr txBox="1"/>
          <p:nvPr/>
        </p:nvSpPr>
        <p:spPr>
          <a:xfrm flipH="1">
            <a:off x="9236648" y="2786006"/>
            <a:ext cx="1415772" cy="584775"/>
          </a:xfrm>
          <a:prstGeom prst="rect">
            <a:avLst/>
          </a:prstGeom>
          <a:noFill/>
          <a:effectLst>
            <a:glow rad="63500">
              <a:schemeClr val="bg1">
                <a:lumMod val="95000"/>
                <a:alpha val="40000"/>
              </a:schemeClr>
            </a:glow>
          </a:effectLst>
        </p:spPr>
        <p:txBody>
          <a:bodyPr wrap="none" rtlCol="0">
            <a:spAutoFit/>
          </a:bodyPr>
          <a:lstStyle/>
          <a:p>
            <a:r>
              <a:rPr kumimoji="1" lang="ja-JP" altLang="en-US" sz="3200" b="1">
                <a:solidFill>
                  <a:schemeClr val="tx1">
                    <a:lumMod val="85000"/>
                    <a:lumOff val="15000"/>
                  </a:schemeClr>
                </a:solidFill>
                <a:effectLst>
                  <a:glow rad="101600">
                    <a:schemeClr val="bg1">
                      <a:lumMod val="95000"/>
                      <a:alpha val="9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3200" b="1" dirty="0">
              <a:solidFill>
                <a:schemeClr val="tx1">
                  <a:lumMod val="85000"/>
                  <a:lumOff val="15000"/>
                </a:schemeClr>
              </a:solidFill>
              <a:effectLst>
                <a:glow rad="101600">
                  <a:schemeClr val="bg1">
                    <a:lumMod val="95000"/>
                    <a:alpha val="9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Tree>
    <p:extLst>
      <p:ext uri="{BB962C8B-B14F-4D97-AF65-F5344CB8AC3E}">
        <p14:creationId xmlns:p14="http://schemas.microsoft.com/office/powerpoint/2010/main" val="3558039445"/>
      </p:ext>
    </p:extLst>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p:bg>
      <p:bgPr>
        <a:solidFill>
          <a:srgbClr val="FFA4F3"/>
        </a:solidFill>
        <a:effectLst/>
      </p:bgPr>
    </p:bg>
    <p:spTree>
      <p:nvGrpSpPr>
        <p:cNvPr id="1" name="">
          <a:extLst>
            <a:ext uri="{FF2B5EF4-FFF2-40B4-BE49-F238E27FC236}">
              <a16:creationId xmlns:a16="http://schemas.microsoft.com/office/drawing/2014/main" id="{14BAAE25-AF1B-6B37-AC05-1555D3D356DC}"/>
            </a:ext>
          </a:extLst>
        </p:cNvPr>
        <p:cNvGrpSpPr/>
        <p:nvPr/>
      </p:nvGrpSpPr>
      <p:grpSpPr>
        <a:xfrm>
          <a:off x="0" y="0"/>
          <a:ext cx="0" cy="0"/>
          <a:chOff x="0" y="0"/>
          <a:chExt cx="0" cy="0"/>
        </a:xfrm>
      </p:grpSpPr>
      <p:pic>
        <p:nvPicPr>
          <p:cNvPr id="4" name="図 3">
            <a:extLst>
              <a:ext uri="{FF2B5EF4-FFF2-40B4-BE49-F238E27FC236}">
                <a16:creationId xmlns:a16="http://schemas.microsoft.com/office/drawing/2014/main" id="{E7F54425-9DA1-E8BC-EB65-3F048E42975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783266" y="268073"/>
            <a:ext cx="6625468" cy="3312734"/>
          </a:xfrm>
          <a:prstGeom prst="rect">
            <a:avLst/>
          </a:prstGeom>
        </p:spPr>
      </p:pic>
      <p:sp>
        <p:nvSpPr>
          <p:cNvPr id="10" name="テキスト ボックス 9">
            <a:extLst>
              <a:ext uri="{FF2B5EF4-FFF2-40B4-BE49-F238E27FC236}">
                <a16:creationId xmlns:a16="http://schemas.microsoft.com/office/drawing/2014/main" id="{1E33BCDB-6D55-0EF0-CB25-538A0A2AAEDD}"/>
              </a:ext>
            </a:extLst>
          </p:cNvPr>
          <p:cNvSpPr txBox="1"/>
          <p:nvPr/>
        </p:nvSpPr>
        <p:spPr>
          <a:xfrm>
            <a:off x="10202172" y="105024"/>
            <a:ext cx="1653017" cy="461665"/>
          </a:xfrm>
          <a:prstGeom prst="rect">
            <a:avLst/>
          </a:prstGeom>
          <a:noFill/>
        </p:spPr>
        <p:txBody>
          <a:bodyPr wrap="none" rtlCol="0">
            <a:spAutoFit/>
          </a:bodyPr>
          <a:lstStyle/>
          <a:p>
            <a:r>
              <a:rPr lang="en-US" altLang="ja-JP" sz="2400" b="1" dirty="0">
                <a:solidFill>
                  <a:schemeClr val="bg1">
                    <a:lumMod val="95000"/>
                  </a:schemeClr>
                </a:solidFill>
                <a:latin typeface="和音 Joyo R" panose="00000500000000000000" pitchFamily="50" charset="-128"/>
                <a:ea typeface="和音 Joyo R" panose="00000500000000000000" pitchFamily="50" charset="-128"/>
              </a:rPr>
              <a:t>Ver.0.0.0</a:t>
            </a:r>
            <a:endParaRPr kumimoji="1" lang="ja-JP" altLang="en-US" sz="3200" b="1" dirty="0">
              <a:solidFill>
                <a:srgbClr val="CC00FF"/>
              </a:solidFill>
              <a:latin typeface="和音 Joyo R" panose="00000500000000000000" pitchFamily="50" charset="-128"/>
              <a:ea typeface="和音 Joyo R" panose="00000500000000000000" pitchFamily="50" charset="-128"/>
            </a:endParaRPr>
          </a:p>
        </p:txBody>
      </p:sp>
      <p:sp>
        <p:nvSpPr>
          <p:cNvPr id="6" name="テキスト ボックス 5">
            <a:extLst>
              <a:ext uri="{FF2B5EF4-FFF2-40B4-BE49-F238E27FC236}">
                <a16:creationId xmlns:a16="http://schemas.microsoft.com/office/drawing/2014/main" id="{CBCA8CD8-D7D8-9E76-01BE-12A1315B6453}"/>
              </a:ext>
            </a:extLst>
          </p:cNvPr>
          <p:cNvSpPr txBox="1"/>
          <p:nvPr/>
        </p:nvSpPr>
        <p:spPr>
          <a:xfrm>
            <a:off x="5160488" y="3658088"/>
            <a:ext cx="1871025" cy="584775"/>
          </a:xfrm>
          <a:prstGeom prst="rect">
            <a:avLst/>
          </a:prstGeom>
          <a:noFill/>
        </p:spPr>
        <p:txBody>
          <a:bodyPr wrap="none" rtlCol="0">
            <a:spAutoFit/>
          </a:bodyPr>
          <a:lstStyle/>
          <a:p>
            <a:r>
              <a:rPr lang="ja-JP" altLang="en-US" sz="3200" b="1" dirty="0">
                <a:solidFill>
                  <a:srgbClr val="FF00FF"/>
                </a:solidFill>
                <a:latin typeface="和音 Joyo R" panose="00000500000000000000" pitchFamily="50" charset="-128"/>
                <a:ea typeface="和音 Joyo R" panose="00000500000000000000" pitchFamily="50" charset="-128"/>
              </a:rPr>
              <a:t>始めから</a:t>
            </a:r>
            <a:endParaRPr kumimoji="1" lang="ja-JP" altLang="en-US" sz="4000" b="1" dirty="0">
              <a:solidFill>
                <a:srgbClr val="FF00FF"/>
              </a:solidFill>
              <a:latin typeface="和音 Joyo R" panose="00000500000000000000" pitchFamily="50" charset="-128"/>
              <a:ea typeface="和音 Joyo R" panose="00000500000000000000" pitchFamily="50" charset="-128"/>
            </a:endParaRPr>
          </a:p>
        </p:txBody>
      </p:sp>
      <p:sp>
        <p:nvSpPr>
          <p:cNvPr id="8" name="テキスト ボックス 7">
            <a:extLst>
              <a:ext uri="{FF2B5EF4-FFF2-40B4-BE49-F238E27FC236}">
                <a16:creationId xmlns:a16="http://schemas.microsoft.com/office/drawing/2014/main" id="{6ABF3137-56B8-DD16-1FE1-0ADAC660360B}"/>
              </a:ext>
            </a:extLst>
          </p:cNvPr>
          <p:cNvSpPr txBox="1"/>
          <p:nvPr/>
        </p:nvSpPr>
        <p:spPr>
          <a:xfrm>
            <a:off x="5160488" y="4397424"/>
            <a:ext cx="1871025" cy="584775"/>
          </a:xfrm>
          <a:prstGeom prst="rect">
            <a:avLst/>
          </a:prstGeom>
          <a:noFill/>
        </p:spPr>
        <p:txBody>
          <a:bodyPr wrap="none" rtlCol="0">
            <a:spAutoFit/>
          </a:bodyPr>
          <a:lstStyle/>
          <a:p>
            <a:r>
              <a:rPr lang="ja-JP" altLang="en-US" sz="3200" b="1" dirty="0">
                <a:solidFill>
                  <a:schemeClr val="bg1">
                    <a:lumMod val="95000"/>
                  </a:schemeClr>
                </a:solidFill>
                <a:latin typeface="和音 Joyo R" panose="00000500000000000000" pitchFamily="50" charset="-128"/>
                <a:ea typeface="和音 Joyo R" panose="00000500000000000000" pitchFamily="50" charset="-128"/>
              </a:rPr>
              <a:t>続きから</a:t>
            </a:r>
            <a:endParaRPr kumimoji="1" lang="ja-JP" altLang="en-US" sz="4000" b="1" dirty="0">
              <a:solidFill>
                <a:schemeClr val="bg1">
                  <a:lumMod val="95000"/>
                </a:schemeClr>
              </a:solidFill>
              <a:latin typeface="和音 Joyo R" panose="00000500000000000000" pitchFamily="50" charset="-128"/>
              <a:ea typeface="和音 Joyo R" panose="00000500000000000000" pitchFamily="50" charset="-128"/>
            </a:endParaRPr>
          </a:p>
        </p:txBody>
      </p:sp>
      <p:sp>
        <p:nvSpPr>
          <p:cNvPr id="12" name="テキスト ボックス 11">
            <a:extLst>
              <a:ext uri="{FF2B5EF4-FFF2-40B4-BE49-F238E27FC236}">
                <a16:creationId xmlns:a16="http://schemas.microsoft.com/office/drawing/2014/main" id="{ACE181EA-7ACE-036D-3A21-FD25181204B4}"/>
              </a:ext>
            </a:extLst>
          </p:cNvPr>
          <p:cNvSpPr txBox="1"/>
          <p:nvPr/>
        </p:nvSpPr>
        <p:spPr>
          <a:xfrm>
            <a:off x="4949693" y="5136760"/>
            <a:ext cx="2292615" cy="584775"/>
          </a:xfrm>
          <a:prstGeom prst="rect">
            <a:avLst/>
          </a:prstGeom>
          <a:noFill/>
        </p:spPr>
        <p:txBody>
          <a:bodyPr wrap="none" rtlCol="0">
            <a:spAutoFit/>
          </a:bodyPr>
          <a:lstStyle/>
          <a:p>
            <a:r>
              <a:rPr lang="ja-JP" altLang="en-US" sz="3200" b="1" dirty="0">
                <a:solidFill>
                  <a:schemeClr val="bg1">
                    <a:lumMod val="95000"/>
                  </a:schemeClr>
                </a:solidFill>
                <a:latin typeface="和音 Joyo R" panose="00000500000000000000" pitchFamily="50" charset="-128"/>
                <a:ea typeface="和音 Joyo R" panose="00000500000000000000" pitchFamily="50" charset="-128"/>
              </a:rPr>
              <a:t>ゲーム終了</a:t>
            </a:r>
            <a:endParaRPr kumimoji="1" lang="ja-JP" altLang="en-US" sz="4000" b="1" dirty="0">
              <a:solidFill>
                <a:schemeClr val="bg1">
                  <a:lumMod val="95000"/>
                </a:schemeClr>
              </a:solidFill>
              <a:latin typeface="和音 Joyo R" panose="00000500000000000000" pitchFamily="50" charset="-128"/>
              <a:ea typeface="和音 Joyo R" panose="00000500000000000000" pitchFamily="50" charset="-128"/>
            </a:endParaRPr>
          </a:p>
        </p:txBody>
      </p:sp>
      <p:sp>
        <p:nvSpPr>
          <p:cNvPr id="14" name="テキスト ボックス 13">
            <a:extLst>
              <a:ext uri="{FF2B5EF4-FFF2-40B4-BE49-F238E27FC236}">
                <a16:creationId xmlns:a16="http://schemas.microsoft.com/office/drawing/2014/main" id="{33EF4E32-E6F8-3725-C597-7CC44A065B22}"/>
              </a:ext>
            </a:extLst>
          </p:cNvPr>
          <p:cNvSpPr txBox="1"/>
          <p:nvPr/>
        </p:nvSpPr>
        <p:spPr>
          <a:xfrm>
            <a:off x="5160488" y="5876097"/>
            <a:ext cx="1871025" cy="584775"/>
          </a:xfrm>
          <a:prstGeom prst="rect">
            <a:avLst/>
          </a:prstGeom>
          <a:noFill/>
        </p:spPr>
        <p:txBody>
          <a:bodyPr wrap="none" rtlCol="0">
            <a:spAutoFit/>
          </a:bodyPr>
          <a:lstStyle/>
          <a:p>
            <a:r>
              <a:rPr lang="ja-JP" altLang="en-US" sz="3200" b="1" dirty="0">
                <a:solidFill>
                  <a:schemeClr val="bg1">
                    <a:lumMod val="95000"/>
                  </a:schemeClr>
                </a:solidFill>
                <a:latin typeface="和音 Joyo R" panose="00000500000000000000" pitchFamily="50" charset="-128"/>
                <a:ea typeface="和音 Joyo R" panose="00000500000000000000" pitchFamily="50" charset="-128"/>
              </a:rPr>
              <a:t>環境設定</a:t>
            </a:r>
            <a:endParaRPr kumimoji="1" lang="ja-JP" altLang="en-US" sz="4000" b="1" dirty="0">
              <a:solidFill>
                <a:schemeClr val="bg1">
                  <a:lumMod val="95000"/>
                </a:schemeClr>
              </a:solidFill>
              <a:latin typeface="和音 Joyo R" panose="00000500000000000000" pitchFamily="50" charset="-128"/>
              <a:ea typeface="和音 Joyo R" panose="00000500000000000000" pitchFamily="50" charset="-128"/>
            </a:endParaRPr>
          </a:p>
        </p:txBody>
      </p:sp>
      <p:cxnSp>
        <p:nvCxnSpPr>
          <p:cNvPr id="17" name="直線コネクタ 16">
            <a:extLst>
              <a:ext uri="{FF2B5EF4-FFF2-40B4-BE49-F238E27FC236}">
                <a16:creationId xmlns:a16="http://schemas.microsoft.com/office/drawing/2014/main" id="{1CDB453C-96D0-B878-D953-0F984A11414F}"/>
              </a:ext>
            </a:extLst>
          </p:cNvPr>
          <p:cNvCxnSpPr>
            <a:cxnSpLocks/>
          </p:cNvCxnSpPr>
          <p:nvPr/>
        </p:nvCxnSpPr>
        <p:spPr>
          <a:xfrm>
            <a:off x="2537261" y="4301734"/>
            <a:ext cx="7117479" cy="0"/>
          </a:xfrm>
          <a:prstGeom prst="line">
            <a:avLst/>
          </a:prstGeom>
          <a:ln>
            <a:solidFill>
              <a:srgbClr val="FF00FF"/>
            </a:solidFill>
            <a:headEnd type="stealth"/>
            <a:tailEnd type="stealth"/>
          </a:ln>
        </p:spPr>
        <p:style>
          <a:lnRef idx="2">
            <a:schemeClr val="accent1"/>
          </a:lnRef>
          <a:fillRef idx="0">
            <a:schemeClr val="accent1"/>
          </a:fillRef>
          <a:effectRef idx="1">
            <a:schemeClr val="accent1"/>
          </a:effectRef>
          <a:fontRef idx="minor">
            <a:schemeClr val="tx1"/>
          </a:fontRef>
        </p:style>
      </p:cxnSp>
      <p:sp>
        <p:nvSpPr>
          <p:cNvPr id="2" name="正方形/長方形 1">
            <a:extLst>
              <a:ext uri="{FF2B5EF4-FFF2-40B4-BE49-F238E27FC236}">
                <a16:creationId xmlns:a16="http://schemas.microsoft.com/office/drawing/2014/main" id="{5DEACCEA-715D-AA3A-2A0E-4983C97E35E6}"/>
              </a:ext>
            </a:extLst>
          </p:cNvPr>
          <p:cNvSpPr>
            <a:spLocks noGrp="1" noRot="1" noMove="1" noResize="1" noEditPoints="1" noAdjustHandles="1" noChangeArrowheads="1" noChangeShapeType="1"/>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 name="四角形: 角を丸くする 2">
            <a:extLst>
              <a:ext uri="{FF2B5EF4-FFF2-40B4-BE49-F238E27FC236}">
                <a16:creationId xmlns:a16="http://schemas.microsoft.com/office/drawing/2014/main" id="{E7A3C3C2-8CAC-5744-EF4A-19726C59F4D0}"/>
              </a:ext>
            </a:extLst>
          </p:cNvPr>
          <p:cNvSpPr/>
          <p:nvPr/>
        </p:nvSpPr>
        <p:spPr>
          <a:xfrm>
            <a:off x="3030299" y="1231181"/>
            <a:ext cx="6131402" cy="4699251"/>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a:p>
        </p:txBody>
      </p:sp>
      <p:grpSp>
        <p:nvGrpSpPr>
          <p:cNvPr id="16" name="グループ化 15">
            <a:extLst>
              <a:ext uri="{FF2B5EF4-FFF2-40B4-BE49-F238E27FC236}">
                <a16:creationId xmlns:a16="http://schemas.microsoft.com/office/drawing/2014/main" id="{1D920465-D07E-CFA7-6EDC-BE9754F8EB6E}"/>
              </a:ext>
            </a:extLst>
          </p:cNvPr>
          <p:cNvGrpSpPr/>
          <p:nvPr/>
        </p:nvGrpSpPr>
        <p:grpSpPr>
          <a:xfrm>
            <a:off x="3511571" y="5021012"/>
            <a:ext cx="5168858" cy="625904"/>
            <a:chOff x="3684922" y="3580807"/>
            <a:chExt cx="4731202" cy="893978"/>
          </a:xfrm>
        </p:grpSpPr>
        <p:sp>
          <p:nvSpPr>
            <p:cNvPr id="11" name="四角形: 角を丸くする 10">
              <a:extLst>
                <a:ext uri="{FF2B5EF4-FFF2-40B4-BE49-F238E27FC236}">
                  <a16:creationId xmlns:a16="http://schemas.microsoft.com/office/drawing/2014/main" id="{D66FFBB5-3067-B5D4-88F6-B05305BCA6A0}"/>
                </a:ext>
              </a:extLst>
            </p:cNvPr>
            <p:cNvSpPr/>
            <p:nvPr/>
          </p:nvSpPr>
          <p:spPr>
            <a:xfrm>
              <a:off x="6277900" y="3580807"/>
              <a:ext cx="2138224" cy="893978"/>
            </a:xfrm>
            <a:prstGeom prst="roundRect">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latin typeface="和音 Joyo R" panose="00000500000000000000" pitchFamily="50" charset="-128"/>
                  <a:ea typeface="和音 Joyo R" panose="00000500000000000000" pitchFamily="50" charset="-128"/>
                </a:rPr>
                <a:t>OK</a:t>
              </a:r>
              <a:endParaRPr kumimoji="1" lang="ja-JP" altLang="en-US" sz="2000" dirty="0">
                <a:latin typeface="和音 Joyo R" panose="00000500000000000000" pitchFamily="50" charset="-128"/>
                <a:ea typeface="和音 Joyo R" panose="00000500000000000000" pitchFamily="50" charset="-128"/>
              </a:endParaRPr>
            </a:p>
          </p:txBody>
        </p:sp>
        <p:sp>
          <p:nvSpPr>
            <p:cNvPr id="15" name="四角形: 角を丸くする 14">
              <a:extLst>
                <a:ext uri="{FF2B5EF4-FFF2-40B4-BE49-F238E27FC236}">
                  <a16:creationId xmlns:a16="http://schemas.microsoft.com/office/drawing/2014/main" id="{759386EE-A5EF-8729-D7A8-D324D8244B5E}"/>
                </a:ext>
              </a:extLst>
            </p:cNvPr>
            <p:cNvSpPr/>
            <p:nvPr/>
          </p:nvSpPr>
          <p:spPr>
            <a:xfrm>
              <a:off x="3684922" y="3580807"/>
              <a:ext cx="2138224" cy="893978"/>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000" dirty="0">
                  <a:latin typeface="和音 Joyo R" panose="00000500000000000000" pitchFamily="50" charset="-128"/>
                  <a:ea typeface="和音 Joyo R" panose="00000500000000000000" pitchFamily="50" charset="-128"/>
                </a:rPr>
                <a:t>デフォルトに戻す</a:t>
              </a:r>
            </a:p>
          </p:txBody>
        </p:sp>
      </p:grpSp>
      <p:pic>
        <p:nvPicPr>
          <p:cNvPr id="9" name="図 8">
            <a:extLst>
              <a:ext uri="{FF2B5EF4-FFF2-40B4-BE49-F238E27FC236}">
                <a16:creationId xmlns:a16="http://schemas.microsoft.com/office/drawing/2014/main" id="{5C862267-0BD9-9F51-4EF7-4DC3D16D9B8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377198" y="927568"/>
            <a:ext cx="1278055" cy="903139"/>
          </a:xfrm>
          <a:prstGeom prst="rect">
            <a:avLst/>
          </a:prstGeom>
        </p:spPr>
      </p:pic>
      <p:sp>
        <p:nvSpPr>
          <p:cNvPr id="18" name="テキスト ボックス 17">
            <a:extLst>
              <a:ext uri="{FF2B5EF4-FFF2-40B4-BE49-F238E27FC236}">
                <a16:creationId xmlns:a16="http://schemas.microsoft.com/office/drawing/2014/main" id="{3C12F595-19B3-7334-F9BD-AFF669D49D87}"/>
              </a:ext>
            </a:extLst>
          </p:cNvPr>
          <p:cNvSpPr txBox="1"/>
          <p:nvPr/>
        </p:nvSpPr>
        <p:spPr>
          <a:xfrm>
            <a:off x="5372083" y="1323213"/>
            <a:ext cx="1447832" cy="461665"/>
          </a:xfrm>
          <a:prstGeom prst="rect">
            <a:avLst/>
          </a:prstGeom>
          <a:noFill/>
        </p:spPr>
        <p:txBody>
          <a:bodyPr wrap="none" rtlCol="0">
            <a:spAutoFit/>
          </a:bodyPr>
          <a:lstStyle/>
          <a:p>
            <a:pPr algn="ctr"/>
            <a:r>
              <a:rPr kumimoji="1" lang="ja-JP" altLang="en-US" sz="2400" b="1" dirty="0">
                <a:solidFill>
                  <a:srgbClr val="FF00FF"/>
                </a:solidFill>
                <a:latin typeface="和音 Joyo R" panose="00000500000000000000" pitchFamily="50" charset="-128"/>
                <a:ea typeface="和音 Joyo R" panose="00000500000000000000" pitchFamily="50" charset="-128"/>
              </a:rPr>
              <a:t>環境設定</a:t>
            </a:r>
            <a:endParaRPr kumimoji="1" lang="ja-JP" altLang="en-US" sz="3200" b="1" dirty="0">
              <a:solidFill>
                <a:srgbClr val="FF00FF"/>
              </a:solidFill>
              <a:latin typeface="和音 Joyo R" panose="00000500000000000000" pitchFamily="50" charset="-128"/>
              <a:ea typeface="和音 Joyo R" panose="00000500000000000000" pitchFamily="50" charset="-128"/>
            </a:endParaRPr>
          </a:p>
        </p:txBody>
      </p:sp>
      <p:sp>
        <p:nvSpPr>
          <p:cNvPr id="20" name="テキスト ボックス 19">
            <a:extLst>
              <a:ext uri="{FF2B5EF4-FFF2-40B4-BE49-F238E27FC236}">
                <a16:creationId xmlns:a16="http://schemas.microsoft.com/office/drawing/2014/main" id="{15CC3149-7513-1A58-E58A-B999085E25EA}"/>
              </a:ext>
            </a:extLst>
          </p:cNvPr>
          <p:cNvSpPr txBox="1"/>
          <p:nvPr/>
        </p:nvSpPr>
        <p:spPr>
          <a:xfrm>
            <a:off x="3607658" y="1975512"/>
            <a:ext cx="1236236" cy="400110"/>
          </a:xfrm>
          <a:prstGeom prst="rect">
            <a:avLst/>
          </a:prstGeom>
          <a:noFill/>
        </p:spPr>
        <p:txBody>
          <a:bodyPr wrap="none" rtlCol="0">
            <a:spAutoFit/>
          </a:bodyPr>
          <a:lstStyle/>
          <a:p>
            <a:r>
              <a:rPr kumimoji="1" lang="ja-JP" altLang="en-US" sz="2000" b="1" dirty="0">
                <a:solidFill>
                  <a:schemeClr val="tx1">
                    <a:lumMod val="75000"/>
                    <a:lumOff val="25000"/>
                  </a:schemeClr>
                </a:solidFill>
                <a:latin typeface="和音 Joyo R" panose="00000500000000000000" pitchFamily="50" charset="-128"/>
                <a:ea typeface="和音 Joyo R" panose="00000500000000000000" pitchFamily="50" charset="-128"/>
              </a:rPr>
              <a:t>サウンド</a:t>
            </a:r>
            <a:endParaRPr kumimoji="1" lang="ja-JP" altLang="en-US" sz="28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cxnSp>
        <p:nvCxnSpPr>
          <p:cNvPr id="21" name="直線コネクタ 20">
            <a:extLst>
              <a:ext uri="{FF2B5EF4-FFF2-40B4-BE49-F238E27FC236}">
                <a16:creationId xmlns:a16="http://schemas.microsoft.com/office/drawing/2014/main" id="{52667DDD-36DF-0EDC-59DE-952BF5B7454D}"/>
              </a:ext>
            </a:extLst>
          </p:cNvPr>
          <p:cNvCxnSpPr>
            <a:cxnSpLocks/>
          </p:cNvCxnSpPr>
          <p:nvPr/>
        </p:nvCxnSpPr>
        <p:spPr>
          <a:xfrm>
            <a:off x="4363450" y="1820950"/>
            <a:ext cx="3465100" cy="0"/>
          </a:xfrm>
          <a:prstGeom prst="line">
            <a:avLst/>
          </a:prstGeom>
          <a:ln>
            <a:solidFill>
              <a:srgbClr val="FF00FF"/>
            </a:solidFill>
            <a:headEnd type="stealth"/>
            <a:tailEnd type="stealth"/>
          </a:ln>
        </p:spPr>
        <p:style>
          <a:lnRef idx="2">
            <a:schemeClr val="accent1"/>
          </a:lnRef>
          <a:fillRef idx="0">
            <a:schemeClr val="accent1"/>
          </a:fillRef>
          <a:effectRef idx="1">
            <a:schemeClr val="accent1"/>
          </a:effectRef>
          <a:fontRef idx="minor">
            <a:schemeClr val="tx1"/>
          </a:fontRef>
        </p:style>
      </p:cxnSp>
      <p:sp>
        <p:nvSpPr>
          <p:cNvPr id="24" name="テキスト ボックス 23">
            <a:extLst>
              <a:ext uri="{FF2B5EF4-FFF2-40B4-BE49-F238E27FC236}">
                <a16:creationId xmlns:a16="http://schemas.microsoft.com/office/drawing/2014/main" id="{68BABB03-96D1-FC49-5119-A91D807FEEB4}"/>
              </a:ext>
            </a:extLst>
          </p:cNvPr>
          <p:cNvSpPr txBox="1"/>
          <p:nvPr/>
        </p:nvSpPr>
        <p:spPr>
          <a:xfrm>
            <a:off x="5261149" y="2026089"/>
            <a:ext cx="681597" cy="338554"/>
          </a:xfrm>
          <a:prstGeom prst="rect">
            <a:avLst/>
          </a:prstGeom>
          <a:noFill/>
        </p:spPr>
        <p:txBody>
          <a:bodyPr wrap="none" rtlCol="0">
            <a:spAutoFit/>
          </a:bodyPr>
          <a:lstStyle/>
          <a:p>
            <a:r>
              <a:rPr kumimoji="1" lang="en-US" altLang="ja-JP" sz="1600" b="1" dirty="0">
                <a:solidFill>
                  <a:schemeClr val="tx1">
                    <a:lumMod val="75000"/>
                    <a:lumOff val="25000"/>
                  </a:schemeClr>
                </a:solidFill>
                <a:latin typeface="和音 Joyo R" panose="00000500000000000000" pitchFamily="50" charset="-128"/>
                <a:ea typeface="和音 Joyo R" panose="00000500000000000000" pitchFamily="50" charset="-128"/>
              </a:rPr>
              <a:t>BGM</a:t>
            </a:r>
            <a:endParaRPr kumimoji="1" lang="ja-JP" altLang="en-US" sz="20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sp>
        <p:nvSpPr>
          <p:cNvPr id="26" name="テキスト ボックス 25">
            <a:extLst>
              <a:ext uri="{FF2B5EF4-FFF2-40B4-BE49-F238E27FC236}">
                <a16:creationId xmlns:a16="http://schemas.microsoft.com/office/drawing/2014/main" id="{7F9B0939-519D-6160-0A3D-C019FDC0D416}"/>
              </a:ext>
            </a:extLst>
          </p:cNvPr>
          <p:cNvSpPr txBox="1"/>
          <p:nvPr/>
        </p:nvSpPr>
        <p:spPr>
          <a:xfrm>
            <a:off x="5261149" y="2441588"/>
            <a:ext cx="452368" cy="338554"/>
          </a:xfrm>
          <a:prstGeom prst="rect">
            <a:avLst/>
          </a:prstGeom>
          <a:noFill/>
        </p:spPr>
        <p:txBody>
          <a:bodyPr wrap="none" rtlCol="0">
            <a:spAutoFit/>
          </a:bodyPr>
          <a:lstStyle/>
          <a:p>
            <a:r>
              <a:rPr kumimoji="1" lang="en-US" altLang="ja-JP" sz="1600" b="1" dirty="0">
                <a:solidFill>
                  <a:schemeClr val="tx1">
                    <a:lumMod val="75000"/>
                    <a:lumOff val="25000"/>
                  </a:schemeClr>
                </a:solidFill>
                <a:latin typeface="和音 Joyo R" panose="00000500000000000000" pitchFamily="50" charset="-128"/>
                <a:ea typeface="和音 Joyo R" panose="00000500000000000000" pitchFamily="50" charset="-128"/>
              </a:rPr>
              <a:t>SE</a:t>
            </a:r>
            <a:endParaRPr kumimoji="1" lang="ja-JP" altLang="en-US" sz="20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sp>
        <p:nvSpPr>
          <p:cNvPr id="28" name="テキスト ボックス 27">
            <a:extLst>
              <a:ext uri="{FF2B5EF4-FFF2-40B4-BE49-F238E27FC236}">
                <a16:creationId xmlns:a16="http://schemas.microsoft.com/office/drawing/2014/main" id="{558B3653-F121-D20E-48AE-F8E54DC8003D}"/>
              </a:ext>
            </a:extLst>
          </p:cNvPr>
          <p:cNvSpPr txBox="1"/>
          <p:nvPr/>
        </p:nvSpPr>
        <p:spPr>
          <a:xfrm>
            <a:off x="5261149" y="2879760"/>
            <a:ext cx="853119" cy="338554"/>
          </a:xfrm>
          <a:prstGeom prst="rect">
            <a:avLst/>
          </a:prstGeom>
          <a:noFill/>
        </p:spPr>
        <p:txBody>
          <a:bodyPr wrap="none" rtlCol="0">
            <a:spAutoFit/>
          </a:bodyPr>
          <a:lstStyle/>
          <a:p>
            <a:r>
              <a:rPr kumimoji="1" lang="en-US" altLang="ja-JP" sz="1600" b="1" dirty="0">
                <a:solidFill>
                  <a:schemeClr val="tx1">
                    <a:lumMod val="75000"/>
                    <a:lumOff val="25000"/>
                  </a:schemeClr>
                </a:solidFill>
                <a:latin typeface="和音 Joyo R" panose="00000500000000000000" pitchFamily="50" charset="-128"/>
                <a:ea typeface="和音 Joyo R" panose="00000500000000000000" pitchFamily="50" charset="-128"/>
              </a:rPr>
              <a:t>VOICE</a:t>
            </a:r>
            <a:endParaRPr kumimoji="1" lang="ja-JP" altLang="en-US" sz="20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grpSp>
        <p:nvGrpSpPr>
          <p:cNvPr id="31" name="グループ化 30">
            <a:extLst>
              <a:ext uri="{FF2B5EF4-FFF2-40B4-BE49-F238E27FC236}">
                <a16:creationId xmlns:a16="http://schemas.microsoft.com/office/drawing/2014/main" id="{926A20EB-C278-4F42-E514-51C302472244}"/>
              </a:ext>
            </a:extLst>
          </p:cNvPr>
          <p:cNvGrpSpPr/>
          <p:nvPr/>
        </p:nvGrpSpPr>
        <p:grpSpPr>
          <a:xfrm rot="5400000">
            <a:off x="7375689" y="1053336"/>
            <a:ext cx="325422" cy="2284060"/>
            <a:chOff x="11000341" y="4022147"/>
            <a:chExt cx="325422" cy="2031812"/>
          </a:xfrm>
        </p:grpSpPr>
        <p:sp>
          <p:nvSpPr>
            <p:cNvPr id="32" name="四角形: 角を丸くする 31">
              <a:extLst>
                <a:ext uri="{FF2B5EF4-FFF2-40B4-BE49-F238E27FC236}">
                  <a16:creationId xmlns:a16="http://schemas.microsoft.com/office/drawing/2014/main" id="{EC9062CA-E20C-7572-1FFC-826281D6627E}"/>
                </a:ext>
              </a:extLst>
            </p:cNvPr>
            <p:cNvSpPr/>
            <p:nvPr/>
          </p:nvSpPr>
          <p:spPr>
            <a:xfrm>
              <a:off x="11044871" y="4022147"/>
              <a:ext cx="236362" cy="2031812"/>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3" name="四角形: 角を丸くする 32">
              <a:extLst>
                <a:ext uri="{FF2B5EF4-FFF2-40B4-BE49-F238E27FC236}">
                  <a16:creationId xmlns:a16="http://schemas.microsoft.com/office/drawing/2014/main" id="{CA34EE5F-C4E7-9B27-887B-89BFDF28F3C3}"/>
                </a:ext>
              </a:extLst>
            </p:cNvPr>
            <p:cNvSpPr/>
            <p:nvPr/>
          </p:nvSpPr>
          <p:spPr>
            <a:xfrm>
              <a:off x="11000341" y="4648311"/>
              <a:ext cx="325422" cy="263274"/>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34" name="グループ化 33">
            <a:extLst>
              <a:ext uri="{FF2B5EF4-FFF2-40B4-BE49-F238E27FC236}">
                <a16:creationId xmlns:a16="http://schemas.microsoft.com/office/drawing/2014/main" id="{7CADB3C1-2821-A394-07F3-EBD0D245832A}"/>
              </a:ext>
            </a:extLst>
          </p:cNvPr>
          <p:cNvGrpSpPr/>
          <p:nvPr/>
        </p:nvGrpSpPr>
        <p:grpSpPr>
          <a:xfrm rot="5400000">
            <a:off x="7375688" y="1468835"/>
            <a:ext cx="325422" cy="2284060"/>
            <a:chOff x="11000341" y="4022147"/>
            <a:chExt cx="325422" cy="2031812"/>
          </a:xfrm>
        </p:grpSpPr>
        <p:sp>
          <p:nvSpPr>
            <p:cNvPr id="35" name="四角形: 角を丸くする 34">
              <a:extLst>
                <a:ext uri="{FF2B5EF4-FFF2-40B4-BE49-F238E27FC236}">
                  <a16:creationId xmlns:a16="http://schemas.microsoft.com/office/drawing/2014/main" id="{A7E57E80-CEBB-CA24-8C25-6CD29FDF6BE3}"/>
                </a:ext>
              </a:extLst>
            </p:cNvPr>
            <p:cNvSpPr/>
            <p:nvPr/>
          </p:nvSpPr>
          <p:spPr>
            <a:xfrm>
              <a:off x="11044871" y="4022147"/>
              <a:ext cx="236362" cy="2031812"/>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6" name="四角形: 角を丸くする 35">
              <a:extLst>
                <a:ext uri="{FF2B5EF4-FFF2-40B4-BE49-F238E27FC236}">
                  <a16:creationId xmlns:a16="http://schemas.microsoft.com/office/drawing/2014/main" id="{D6FA07E3-FFF9-73B8-B63E-95A9009ADE3B}"/>
                </a:ext>
              </a:extLst>
            </p:cNvPr>
            <p:cNvSpPr/>
            <p:nvPr/>
          </p:nvSpPr>
          <p:spPr>
            <a:xfrm>
              <a:off x="11000341" y="4648311"/>
              <a:ext cx="325422" cy="263274"/>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37" name="グループ化 36">
            <a:extLst>
              <a:ext uri="{FF2B5EF4-FFF2-40B4-BE49-F238E27FC236}">
                <a16:creationId xmlns:a16="http://schemas.microsoft.com/office/drawing/2014/main" id="{8A430392-5AAE-F650-9DEA-5610FD89A164}"/>
              </a:ext>
            </a:extLst>
          </p:cNvPr>
          <p:cNvGrpSpPr/>
          <p:nvPr/>
        </p:nvGrpSpPr>
        <p:grpSpPr>
          <a:xfrm rot="5400000">
            <a:off x="7375688" y="1907007"/>
            <a:ext cx="325422" cy="2284060"/>
            <a:chOff x="11000341" y="4022147"/>
            <a:chExt cx="325422" cy="2031812"/>
          </a:xfrm>
        </p:grpSpPr>
        <p:sp>
          <p:nvSpPr>
            <p:cNvPr id="38" name="四角形: 角を丸くする 37">
              <a:extLst>
                <a:ext uri="{FF2B5EF4-FFF2-40B4-BE49-F238E27FC236}">
                  <a16:creationId xmlns:a16="http://schemas.microsoft.com/office/drawing/2014/main" id="{D798D09F-513F-A30A-EC01-88409BABAAB0}"/>
                </a:ext>
              </a:extLst>
            </p:cNvPr>
            <p:cNvSpPr/>
            <p:nvPr/>
          </p:nvSpPr>
          <p:spPr>
            <a:xfrm>
              <a:off x="11044871" y="4022147"/>
              <a:ext cx="236362" cy="2031812"/>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9" name="四角形: 角を丸くする 38">
              <a:extLst>
                <a:ext uri="{FF2B5EF4-FFF2-40B4-BE49-F238E27FC236}">
                  <a16:creationId xmlns:a16="http://schemas.microsoft.com/office/drawing/2014/main" id="{A48DE241-97D5-2CD7-50CB-652C5999905C}"/>
                </a:ext>
              </a:extLst>
            </p:cNvPr>
            <p:cNvSpPr/>
            <p:nvPr/>
          </p:nvSpPr>
          <p:spPr>
            <a:xfrm>
              <a:off x="11000341" y="4648311"/>
              <a:ext cx="325422" cy="263274"/>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41" name="テキスト ボックス 40">
            <a:extLst>
              <a:ext uri="{FF2B5EF4-FFF2-40B4-BE49-F238E27FC236}">
                <a16:creationId xmlns:a16="http://schemas.microsoft.com/office/drawing/2014/main" id="{9382A0C4-E79F-3663-5AF1-1B09660B7272}"/>
              </a:ext>
            </a:extLst>
          </p:cNvPr>
          <p:cNvSpPr txBox="1"/>
          <p:nvPr/>
        </p:nvSpPr>
        <p:spPr>
          <a:xfrm>
            <a:off x="3607658" y="3301560"/>
            <a:ext cx="1499128" cy="400110"/>
          </a:xfrm>
          <a:prstGeom prst="rect">
            <a:avLst/>
          </a:prstGeom>
          <a:noFill/>
        </p:spPr>
        <p:txBody>
          <a:bodyPr wrap="none" rtlCol="0">
            <a:spAutoFit/>
          </a:bodyPr>
          <a:lstStyle/>
          <a:p>
            <a:r>
              <a:rPr kumimoji="1" lang="ja-JP" altLang="en-US" sz="2000" b="1" dirty="0">
                <a:solidFill>
                  <a:schemeClr val="tx1">
                    <a:lumMod val="75000"/>
                    <a:lumOff val="25000"/>
                  </a:schemeClr>
                </a:solidFill>
                <a:latin typeface="和音 Joyo R" panose="00000500000000000000" pitchFamily="50" charset="-128"/>
                <a:ea typeface="和音 Joyo R" panose="00000500000000000000" pitchFamily="50" charset="-128"/>
              </a:rPr>
              <a:t>画面モード</a:t>
            </a:r>
            <a:endParaRPr kumimoji="1" lang="ja-JP" altLang="en-US" sz="28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sp>
        <p:nvSpPr>
          <p:cNvPr id="43" name="テキスト ボックス 42">
            <a:extLst>
              <a:ext uri="{FF2B5EF4-FFF2-40B4-BE49-F238E27FC236}">
                <a16:creationId xmlns:a16="http://schemas.microsoft.com/office/drawing/2014/main" id="{5B4D3ADA-91CE-1803-366D-070800AD7E5A}"/>
              </a:ext>
            </a:extLst>
          </p:cNvPr>
          <p:cNvSpPr txBox="1"/>
          <p:nvPr/>
        </p:nvSpPr>
        <p:spPr>
          <a:xfrm>
            <a:off x="3607658" y="3855379"/>
            <a:ext cx="1499128" cy="400110"/>
          </a:xfrm>
          <a:prstGeom prst="rect">
            <a:avLst/>
          </a:prstGeom>
          <a:noFill/>
        </p:spPr>
        <p:txBody>
          <a:bodyPr wrap="none" rtlCol="0">
            <a:spAutoFit/>
          </a:bodyPr>
          <a:lstStyle/>
          <a:p>
            <a:r>
              <a:rPr kumimoji="1" lang="ja-JP" altLang="en-US" sz="2000" b="1" dirty="0">
                <a:solidFill>
                  <a:schemeClr val="tx1">
                    <a:lumMod val="75000"/>
                    <a:lumOff val="25000"/>
                  </a:schemeClr>
                </a:solidFill>
                <a:latin typeface="和音 Joyo R" panose="00000500000000000000" pitchFamily="50" charset="-128"/>
                <a:ea typeface="和音 Joyo R" panose="00000500000000000000" pitchFamily="50" charset="-128"/>
              </a:rPr>
              <a:t>図面解像度</a:t>
            </a:r>
            <a:endParaRPr kumimoji="1" lang="ja-JP" altLang="en-US" sz="28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sp>
        <p:nvSpPr>
          <p:cNvPr id="45" name="テキスト ボックス 44">
            <a:extLst>
              <a:ext uri="{FF2B5EF4-FFF2-40B4-BE49-F238E27FC236}">
                <a16:creationId xmlns:a16="http://schemas.microsoft.com/office/drawing/2014/main" id="{68DAA86E-9878-8609-DEC3-C6AFDEE87E40}"/>
              </a:ext>
            </a:extLst>
          </p:cNvPr>
          <p:cNvSpPr txBox="1"/>
          <p:nvPr/>
        </p:nvSpPr>
        <p:spPr>
          <a:xfrm>
            <a:off x="3607658" y="4409198"/>
            <a:ext cx="2024913" cy="400110"/>
          </a:xfrm>
          <a:prstGeom prst="rect">
            <a:avLst/>
          </a:prstGeom>
          <a:noFill/>
        </p:spPr>
        <p:txBody>
          <a:bodyPr wrap="none" rtlCol="0">
            <a:spAutoFit/>
          </a:bodyPr>
          <a:lstStyle/>
          <a:p>
            <a:r>
              <a:rPr kumimoji="1" lang="ja-JP" altLang="en-US" sz="2000" b="1" dirty="0">
                <a:solidFill>
                  <a:schemeClr val="tx1">
                    <a:lumMod val="75000"/>
                    <a:lumOff val="25000"/>
                  </a:schemeClr>
                </a:solidFill>
                <a:latin typeface="和音 Joyo R" panose="00000500000000000000" pitchFamily="50" charset="-128"/>
                <a:ea typeface="和音 Joyo R" panose="00000500000000000000" pitchFamily="50" charset="-128"/>
              </a:rPr>
              <a:t>メッセージ速度</a:t>
            </a:r>
            <a:endParaRPr kumimoji="1" lang="ja-JP" altLang="en-US" sz="28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grpSp>
        <p:nvGrpSpPr>
          <p:cNvPr id="56" name="グループ化 55">
            <a:extLst>
              <a:ext uri="{FF2B5EF4-FFF2-40B4-BE49-F238E27FC236}">
                <a16:creationId xmlns:a16="http://schemas.microsoft.com/office/drawing/2014/main" id="{357FDD84-4B47-F9AC-B312-78E9ACAD36A9}"/>
              </a:ext>
            </a:extLst>
          </p:cNvPr>
          <p:cNvGrpSpPr/>
          <p:nvPr/>
        </p:nvGrpSpPr>
        <p:grpSpPr>
          <a:xfrm>
            <a:off x="5804185" y="4431096"/>
            <a:ext cx="2876243" cy="356570"/>
            <a:chOff x="5804185" y="4397755"/>
            <a:chExt cx="2876243" cy="356570"/>
          </a:xfrm>
        </p:grpSpPr>
        <p:sp>
          <p:nvSpPr>
            <p:cNvPr id="47" name="四角形: 角を丸くする 46">
              <a:extLst>
                <a:ext uri="{FF2B5EF4-FFF2-40B4-BE49-F238E27FC236}">
                  <a16:creationId xmlns:a16="http://schemas.microsoft.com/office/drawing/2014/main" id="{E1F1408C-BA97-C8AB-048F-7FF93982A4C0}"/>
                </a:ext>
              </a:extLst>
            </p:cNvPr>
            <p:cNvSpPr/>
            <p:nvPr/>
          </p:nvSpPr>
          <p:spPr>
            <a:xfrm rot="5400000">
              <a:off x="6352028" y="3864047"/>
              <a:ext cx="342435" cy="1438121"/>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sp>
          <p:nvSpPr>
            <p:cNvPr id="51" name="四角形: 角を丸くする 50">
              <a:extLst>
                <a:ext uri="{FF2B5EF4-FFF2-40B4-BE49-F238E27FC236}">
                  <a16:creationId xmlns:a16="http://schemas.microsoft.com/office/drawing/2014/main" id="{001CC1FA-0B84-0160-3CEA-C137665F2319}"/>
                </a:ext>
              </a:extLst>
            </p:cNvPr>
            <p:cNvSpPr/>
            <p:nvPr/>
          </p:nvSpPr>
          <p:spPr>
            <a:xfrm rot="5400000">
              <a:off x="7790150" y="3856851"/>
              <a:ext cx="342435" cy="1438121"/>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p>
          </p:txBody>
        </p:sp>
        <p:sp>
          <p:nvSpPr>
            <p:cNvPr id="53" name="テキスト ボックス 52">
              <a:extLst>
                <a:ext uri="{FF2B5EF4-FFF2-40B4-BE49-F238E27FC236}">
                  <a16:creationId xmlns:a16="http://schemas.microsoft.com/office/drawing/2014/main" id="{05747AE7-BCA2-4A02-E5E6-1BD6044C7848}"/>
                </a:ext>
              </a:extLst>
            </p:cNvPr>
            <p:cNvSpPr txBox="1"/>
            <p:nvPr/>
          </p:nvSpPr>
          <p:spPr>
            <a:xfrm>
              <a:off x="7320049" y="4397755"/>
              <a:ext cx="1290738" cy="307777"/>
            </a:xfrm>
            <a:prstGeom prst="rect">
              <a:avLst/>
            </a:prstGeom>
            <a:noFill/>
          </p:spPr>
          <p:txBody>
            <a:bodyPr wrap="none" rtlCol="0">
              <a:spAutoFit/>
            </a:bodyPr>
            <a:lstStyle/>
            <a:p>
              <a:pPr algn="ctr"/>
              <a:r>
                <a:rPr kumimoji="1" lang="ja-JP" altLang="en-US" sz="1400" b="1" dirty="0">
                  <a:solidFill>
                    <a:schemeClr val="bg1">
                      <a:lumMod val="95000"/>
                    </a:schemeClr>
                  </a:solidFill>
                  <a:latin typeface="和音 Joyo R" panose="00000500000000000000" pitchFamily="50" charset="-128"/>
                  <a:ea typeface="和音 Joyo R" panose="00000500000000000000" pitchFamily="50" charset="-128"/>
                </a:rPr>
                <a:t>ノーウェイト</a:t>
              </a:r>
              <a:endParaRPr kumimoji="1" lang="ja-JP" altLang="en-US" b="1" dirty="0">
                <a:solidFill>
                  <a:schemeClr val="bg1">
                    <a:lumMod val="95000"/>
                  </a:schemeClr>
                </a:solidFill>
                <a:latin typeface="和音 Joyo R" panose="00000500000000000000" pitchFamily="50" charset="-128"/>
                <a:ea typeface="和音 Joyo R" panose="00000500000000000000" pitchFamily="50" charset="-128"/>
              </a:endParaRPr>
            </a:p>
          </p:txBody>
        </p:sp>
        <p:sp>
          <p:nvSpPr>
            <p:cNvPr id="55" name="テキスト ボックス 54">
              <a:extLst>
                <a:ext uri="{FF2B5EF4-FFF2-40B4-BE49-F238E27FC236}">
                  <a16:creationId xmlns:a16="http://schemas.microsoft.com/office/drawing/2014/main" id="{F8106365-FB84-23D2-ECBE-67C01839CBA8}"/>
                </a:ext>
              </a:extLst>
            </p:cNvPr>
            <p:cNvSpPr txBox="1"/>
            <p:nvPr/>
          </p:nvSpPr>
          <p:spPr>
            <a:xfrm>
              <a:off x="6062221" y="4406341"/>
              <a:ext cx="922047" cy="307777"/>
            </a:xfrm>
            <a:prstGeom prst="rect">
              <a:avLst/>
            </a:prstGeom>
            <a:noFill/>
          </p:spPr>
          <p:txBody>
            <a:bodyPr wrap="none" rtlCol="0">
              <a:spAutoFit/>
            </a:bodyPr>
            <a:lstStyle/>
            <a:p>
              <a:pPr algn="ctr"/>
              <a:r>
                <a:rPr kumimoji="1" lang="ja-JP" altLang="en-US" sz="1400" b="1" dirty="0">
                  <a:solidFill>
                    <a:schemeClr val="bg1">
                      <a:lumMod val="95000"/>
                    </a:schemeClr>
                  </a:solidFill>
                  <a:latin typeface="和音 Joyo R" panose="00000500000000000000" pitchFamily="50" charset="-128"/>
                  <a:ea typeface="和音 Joyo R" panose="00000500000000000000" pitchFamily="50" charset="-128"/>
                </a:rPr>
                <a:t>ノーマル</a:t>
              </a:r>
              <a:endParaRPr kumimoji="1" lang="ja-JP" altLang="en-US" b="1" dirty="0">
                <a:solidFill>
                  <a:schemeClr val="bg1">
                    <a:lumMod val="95000"/>
                  </a:schemeClr>
                </a:solidFill>
                <a:latin typeface="和音 Joyo R" panose="00000500000000000000" pitchFamily="50" charset="-128"/>
                <a:ea typeface="和音 Joyo R" panose="00000500000000000000" pitchFamily="50" charset="-128"/>
              </a:endParaRPr>
            </a:p>
          </p:txBody>
        </p:sp>
      </p:grpSp>
      <p:grpSp>
        <p:nvGrpSpPr>
          <p:cNvPr id="57" name="グループ化 56">
            <a:extLst>
              <a:ext uri="{FF2B5EF4-FFF2-40B4-BE49-F238E27FC236}">
                <a16:creationId xmlns:a16="http://schemas.microsoft.com/office/drawing/2014/main" id="{AB30CE3A-23C9-6DAB-F689-9312AC6CA995}"/>
              </a:ext>
            </a:extLst>
          </p:cNvPr>
          <p:cNvGrpSpPr/>
          <p:nvPr/>
        </p:nvGrpSpPr>
        <p:grpSpPr>
          <a:xfrm>
            <a:off x="5804185" y="3896094"/>
            <a:ext cx="2876243" cy="356570"/>
            <a:chOff x="5804185" y="4397755"/>
            <a:chExt cx="2876243" cy="356570"/>
          </a:xfrm>
        </p:grpSpPr>
        <p:sp>
          <p:nvSpPr>
            <p:cNvPr id="58" name="四角形: 角を丸くする 57">
              <a:extLst>
                <a:ext uri="{FF2B5EF4-FFF2-40B4-BE49-F238E27FC236}">
                  <a16:creationId xmlns:a16="http://schemas.microsoft.com/office/drawing/2014/main" id="{51F4BF2C-8232-005F-38DA-DE896FB9F70F}"/>
                </a:ext>
              </a:extLst>
            </p:cNvPr>
            <p:cNvSpPr/>
            <p:nvPr/>
          </p:nvSpPr>
          <p:spPr>
            <a:xfrm rot="5400000">
              <a:off x="6352028" y="3864047"/>
              <a:ext cx="342435" cy="1438121"/>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sp>
          <p:nvSpPr>
            <p:cNvPr id="59" name="四角形: 角を丸くする 58">
              <a:extLst>
                <a:ext uri="{FF2B5EF4-FFF2-40B4-BE49-F238E27FC236}">
                  <a16:creationId xmlns:a16="http://schemas.microsoft.com/office/drawing/2014/main" id="{9060E43E-1BC4-9D96-F8B1-E83359EE09F3}"/>
                </a:ext>
              </a:extLst>
            </p:cNvPr>
            <p:cNvSpPr/>
            <p:nvPr/>
          </p:nvSpPr>
          <p:spPr>
            <a:xfrm rot="5400000">
              <a:off x="7790150" y="3856851"/>
              <a:ext cx="342435" cy="1438121"/>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p>
          </p:txBody>
        </p:sp>
        <p:sp>
          <p:nvSpPr>
            <p:cNvPr id="60" name="テキスト ボックス 59">
              <a:extLst>
                <a:ext uri="{FF2B5EF4-FFF2-40B4-BE49-F238E27FC236}">
                  <a16:creationId xmlns:a16="http://schemas.microsoft.com/office/drawing/2014/main" id="{EE04B9A0-A977-0021-49E6-F579C7686259}"/>
                </a:ext>
              </a:extLst>
            </p:cNvPr>
            <p:cNvSpPr txBox="1"/>
            <p:nvPr/>
          </p:nvSpPr>
          <p:spPr>
            <a:xfrm>
              <a:off x="7356918" y="4397755"/>
              <a:ext cx="1217001" cy="307777"/>
            </a:xfrm>
            <a:prstGeom prst="rect">
              <a:avLst/>
            </a:prstGeom>
            <a:noFill/>
          </p:spPr>
          <p:txBody>
            <a:bodyPr wrap="none" rtlCol="0">
              <a:spAutoFit/>
            </a:bodyPr>
            <a:lstStyle/>
            <a:p>
              <a:pPr algn="ctr"/>
              <a:r>
                <a:rPr kumimoji="1" lang="en-US" altLang="ja-JP" sz="1400" b="1" dirty="0">
                  <a:solidFill>
                    <a:schemeClr val="bg1">
                      <a:lumMod val="95000"/>
                    </a:schemeClr>
                  </a:solidFill>
                  <a:latin typeface="和音 Joyo R" panose="00000500000000000000" pitchFamily="50" charset="-128"/>
                  <a:ea typeface="和音 Joyo R" panose="00000500000000000000" pitchFamily="50" charset="-128"/>
                </a:rPr>
                <a:t>1280×720</a:t>
              </a:r>
              <a:endParaRPr kumimoji="1" lang="ja-JP" altLang="en-US" b="1" dirty="0">
                <a:solidFill>
                  <a:schemeClr val="bg1">
                    <a:lumMod val="95000"/>
                  </a:schemeClr>
                </a:solidFill>
                <a:latin typeface="和音 Joyo R" panose="00000500000000000000" pitchFamily="50" charset="-128"/>
                <a:ea typeface="和音 Joyo R" panose="00000500000000000000" pitchFamily="50" charset="-128"/>
              </a:endParaRPr>
            </a:p>
          </p:txBody>
        </p:sp>
        <p:sp>
          <p:nvSpPr>
            <p:cNvPr id="61" name="テキスト ボックス 60">
              <a:extLst>
                <a:ext uri="{FF2B5EF4-FFF2-40B4-BE49-F238E27FC236}">
                  <a16:creationId xmlns:a16="http://schemas.microsoft.com/office/drawing/2014/main" id="{5E51CFA5-B75F-2009-6DB8-D8323B5AAF54}"/>
                </a:ext>
              </a:extLst>
            </p:cNvPr>
            <p:cNvSpPr txBox="1"/>
            <p:nvPr/>
          </p:nvSpPr>
          <p:spPr>
            <a:xfrm>
              <a:off x="5871464" y="4406341"/>
              <a:ext cx="1303562" cy="307777"/>
            </a:xfrm>
            <a:prstGeom prst="rect">
              <a:avLst/>
            </a:prstGeom>
            <a:noFill/>
          </p:spPr>
          <p:txBody>
            <a:bodyPr wrap="none" rtlCol="0">
              <a:spAutoFit/>
            </a:bodyPr>
            <a:lstStyle/>
            <a:p>
              <a:pPr algn="ctr"/>
              <a:r>
                <a:rPr kumimoji="1" lang="en-US" altLang="ja-JP" sz="1400" b="1" dirty="0">
                  <a:solidFill>
                    <a:schemeClr val="bg1">
                      <a:lumMod val="95000"/>
                    </a:schemeClr>
                  </a:solidFill>
                  <a:latin typeface="和音 Joyo R" panose="00000500000000000000" pitchFamily="50" charset="-128"/>
                  <a:ea typeface="和音 Joyo R" panose="00000500000000000000" pitchFamily="50" charset="-128"/>
                </a:rPr>
                <a:t>1920×1080</a:t>
              </a:r>
              <a:endParaRPr kumimoji="1" lang="ja-JP" altLang="en-US" b="1" dirty="0">
                <a:solidFill>
                  <a:schemeClr val="bg1">
                    <a:lumMod val="95000"/>
                  </a:schemeClr>
                </a:solidFill>
                <a:latin typeface="和音 Joyo R" panose="00000500000000000000" pitchFamily="50" charset="-128"/>
                <a:ea typeface="和音 Joyo R" panose="00000500000000000000" pitchFamily="50" charset="-128"/>
              </a:endParaRPr>
            </a:p>
          </p:txBody>
        </p:sp>
      </p:grpSp>
      <p:grpSp>
        <p:nvGrpSpPr>
          <p:cNvPr id="62" name="グループ化 61">
            <a:extLst>
              <a:ext uri="{FF2B5EF4-FFF2-40B4-BE49-F238E27FC236}">
                <a16:creationId xmlns:a16="http://schemas.microsoft.com/office/drawing/2014/main" id="{1A72A6A1-9AC8-459B-4D79-8FF561EE96A4}"/>
              </a:ext>
            </a:extLst>
          </p:cNvPr>
          <p:cNvGrpSpPr/>
          <p:nvPr/>
        </p:nvGrpSpPr>
        <p:grpSpPr>
          <a:xfrm>
            <a:off x="5785703" y="3361092"/>
            <a:ext cx="2894725" cy="356570"/>
            <a:chOff x="5785703" y="4397755"/>
            <a:chExt cx="2894725" cy="356570"/>
          </a:xfrm>
        </p:grpSpPr>
        <p:sp>
          <p:nvSpPr>
            <p:cNvPr id="63" name="四角形: 角を丸くする 62">
              <a:extLst>
                <a:ext uri="{FF2B5EF4-FFF2-40B4-BE49-F238E27FC236}">
                  <a16:creationId xmlns:a16="http://schemas.microsoft.com/office/drawing/2014/main" id="{142B35A9-D70A-6763-2DC0-73CFB40C0BF8}"/>
                </a:ext>
              </a:extLst>
            </p:cNvPr>
            <p:cNvSpPr/>
            <p:nvPr/>
          </p:nvSpPr>
          <p:spPr>
            <a:xfrm rot="5400000">
              <a:off x="6352028" y="3864047"/>
              <a:ext cx="342435" cy="1438121"/>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sp>
          <p:nvSpPr>
            <p:cNvPr id="64" name="四角形: 角を丸くする 63">
              <a:extLst>
                <a:ext uri="{FF2B5EF4-FFF2-40B4-BE49-F238E27FC236}">
                  <a16:creationId xmlns:a16="http://schemas.microsoft.com/office/drawing/2014/main" id="{A7C212A8-9639-E481-CFD2-C0640249021C}"/>
                </a:ext>
              </a:extLst>
            </p:cNvPr>
            <p:cNvSpPr/>
            <p:nvPr/>
          </p:nvSpPr>
          <p:spPr>
            <a:xfrm rot="5400000">
              <a:off x="7790150" y="3856851"/>
              <a:ext cx="342435" cy="1438121"/>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p>
          </p:txBody>
        </p:sp>
        <p:sp>
          <p:nvSpPr>
            <p:cNvPr id="65" name="テキスト ボックス 64">
              <a:extLst>
                <a:ext uri="{FF2B5EF4-FFF2-40B4-BE49-F238E27FC236}">
                  <a16:creationId xmlns:a16="http://schemas.microsoft.com/office/drawing/2014/main" id="{05EFB766-771E-3C0A-7A39-47EE8CF8A251}"/>
                </a:ext>
              </a:extLst>
            </p:cNvPr>
            <p:cNvSpPr txBox="1"/>
            <p:nvPr/>
          </p:nvSpPr>
          <p:spPr>
            <a:xfrm>
              <a:off x="7412222" y="4397755"/>
              <a:ext cx="1106393" cy="307777"/>
            </a:xfrm>
            <a:prstGeom prst="rect">
              <a:avLst/>
            </a:prstGeom>
            <a:noFill/>
          </p:spPr>
          <p:txBody>
            <a:bodyPr wrap="none" rtlCol="0">
              <a:spAutoFit/>
            </a:bodyPr>
            <a:lstStyle/>
            <a:p>
              <a:pPr algn="ctr"/>
              <a:r>
                <a:rPr kumimoji="1" lang="ja-JP" altLang="en-US" sz="1400" b="1" dirty="0">
                  <a:solidFill>
                    <a:schemeClr val="bg1">
                      <a:lumMod val="95000"/>
                    </a:schemeClr>
                  </a:solidFill>
                  <a:latin typeface="和音 Joyo R" panose="00000500000000000000" pitchFamily="50" charset="-128"/>
                  <a:ea typeface="和音 Joyo R" panose="00000500000000000000" pitchFamily="50" charset="-128"/>
                </a:rPr>
                <a:t>ウィンドウ</a:t>
              </a:r>
              <a:endParaRPr kumimoji="1" lang="ja-JP" altLang="en-US" b="1" dirty="0">
                <a:solidFill>
                  <a:schemeClr val="bg1">
                    <a:lumMod val="95000"/>
                  </a:schemeClr>
                </a:solidFill>
                <a:latin typeface="和音 Joyo R" panose="00000500000000000000" pitchFamily="50" charset="-128"/>
                <a:ea typeface="和音 Joyo R" panose="00000500000000000000" pitchFamily="50" charset="-128"/>
              </a:endParaRPr>
            </a:p>
          </p:txBody>
        </p:sp>
        <p:sp>
          <p:nvSpPr>
            <p:cNvPr id="66" name="テキスト ボックス 65">
              <a:extLst>
                <a:ext uri="{FF2B5EF4-FFF2-40B4-BE49-F238E27FC236}">
                  <a16:creationId xmlns:a16="http://schemas.microsoft.com/office/drawing/2014/main" id="{424FA5E9-9158-94D0-CDF8-4DC3C7766E6B}"/>
                </a:ext>
              </a:extLst>
            </p:cNvPr>
            <p:cNvSpPr txBox="1"/>
            <p:nvPr/>
          </p:nvSpPr>
          <p:spPr>
            <a:xfrm>
              <a:off x="5785703" y="4406341"/>
              <a:ext cx="1475083" cy="307777"/>
            </a:xfrm>
            <a:prstGeom prst="rect">
              <a:avLst/>
            </a:prstGeom>
            <a:noFill/>
          </p:spPr>
          <p:txBody>
            <a:bodyPr wrap="none" rtlCol="0">
              <a:spAutoFit/>
            </a:bodyPr>
            <a:lstStyle/>
            <a:p>
              <a:pPr algn="ctr"/>
              <a:r>
                <a:rPr kumimoji="1" lang="ja-JP" altLang="en-US" sz="1400" b="1" dirty="0">
                  <a:solidFill>
                    <a:schemeClr val="bg1">
                      <a:lumMod val="95000"/>
                    </a:schemeClr>
                  </a:solidFill>
                  <a:latin typeface="和音 Joyo R" panose="00000500000000000000" pitchFamily="50" charset="-128"/>
                  <a:ea typeface="和音 Joyo R" panose="00000500000000000000" pitchFamily="50" charset="-128"/>
                </a:rPr>
                <a:t>フルスクリーン</a:t>
              </a:r>
              <a:endParaRPr kumimoji="1" lang="ja-JP" altLang="en-US" b="1" dirty="0">
                <a:solidFill>
                  <a:schemeClr val="bg1">
                    <a:lumMod val="95000"/>
                  </a:schemeClr>
                </a:solidFill>
                <a:latin typeface="和音 Joyo R" panose="00000500000000000000" pitchFamily="50" charset="-128"/>
                <a:ea typeface="和音 Joyo R" panose="00000500000000000000" pitchFamily="50" charset="-128"/>
              </a:endParaRPr>
            </a:p>
          </p:txBody>
        </p:sp>
      </p:grpSp>
    </p:spTree>
    <p:extLst>
      <p:ext uri="{BB962C8B-B14F-4D97-AF65-F5344CB8AC3E}">
        <p14:creationId xmlns:p14="http://schemas.microsoft.com/office/powerpoint/2010/main" val="3976121057"/>
      </p:ext>
    </p:extLst>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a:extLst>
            <a:ext uri="{FF2B5EF4-FFF2-40B4-BE49-F238E27FC236}">
              <a16:creationId xmlns:a16="http://schemas.microsoft.com/office/drawing/2014/main" id="{A5AFDA67-65C6-A9D9-1FFA-EC317EB9A479}"/>
            </a:ext>
          </a:extLst>
        </p:cNvPr>
        <p:cNvGrpSpPr/>
        <p:nvPr/>
      </p:nvGrpSpPr>
      <p:grpSpPr>
        <a:xfrm>
          <a:off x="0" y="0"/>
          <a:ext cx="0" cy="0"/>
          <a:chOff x="0" y="0"/>
          <a:chExt cx="0" cy="0"/>
        </a:xfrm>
      </p:grpSpPr>
      <p:sp>
        <p:nvSpPr>
          <p:cNvPr id="10" name="六角形 9">
            <a:extLst>
              <a:ext uri="{FF2B5EF4-FFF2-40B4-BE49-F238E27FC236}">
                <a16:creationId xmlns:a16="http://schemas.microsoft.com/office/drawing/2014/main" id="{95B87AAC-2804-B978-3303-792D30039BC6}"/>
              </a:ext>
            </a:extLst>
          </p:cNvPr>
          <p:cNvSpPr/>
          <p:nvPr/>
        </p:nvSpPr>
        <p:spPr>
          <a:xfrm>
            <a:off x="431675" y="5656233"/>
            <a:ext cx="11328650" cy="914400"/>
          </a:xfrm>
          <a:prstGeom prst="hexagon">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六角形 6">
            <a:extLst>
              <a:ext uri="{FF2B5EF4-FFF2-40B4-BE49-F238E27FC236}">
                <a16:creationId xmlns:a16="http://schemas.microsoft.com/office/drawing/2014/main" id="{7BF6822E-7B90-3D7A-5F0B-037FD3392E93}"/>
              </a:ext>
            </a:extLst>
          </p:cNvPr>
          <p:cNvSpPr/>
          <p:nvPr/>
        </p:nvSpPr>
        <p:spPr>
          <a:xfrm>
            <a:off x="877638" y="5656233"/>
            <a:ext cx="1338828" cy="914400"/>
          </a:xfrm>
          <a:prstGeom prst="hexagon">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2" name="テキスト ボックス 11">
            <a:extLst>
              <a:ext uri="{FF2B5EF4-FFF2-40B4-BE49-F238E27FC236}">
                <a16:creationId xmlns:a16="http://schemas.microsoft.com/office/drawing/2014/main" id="{0CF26EE5-AD52-339C-5053-CEBD92497C49}"/>
              </a:ext>
            </a:extLst>
          </p:cNvPr>
          <p:cNvSpPr txBox="1"/>
          <p:nvPr/>
        </p:nvSpPr>
        <p:spPr>
          <a:xfrm>
            <a:off x="1036879" y="5913378"/>
            <a:ext cx="1210588"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メニュー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3" name="テキスト ボックス 12">
            <a:extLst>
              <a:ext uri="{FF2B5EF4-FFF2-40B4-BE49-F238E27FC236}">
                <a16:creationId xmlns:a16="http://schemas.microsoft.com/office/drawing/2014/main" id="{C1D5ACA3-2D11-2951-C3D8-DBE5E844A8D0}"/>
              </a:ext>
            </a:extLst>
          </p:cNvPr>
          <p:cNvSpPr txBox="1"/>
          <p:nvPr/>
        </p:nvSpPr>
        <p:spPr>
          <a:xfrm flipH="1">
            <a:off x="516419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4" name="テキスト ボックス 13">
            <a:extLst>
              <a:ext uri="{FF2B5EF4-FFF2-40B4-BE49-F238E27FC236}">
                <a16:creationId xmlns:a16="http://schemas.microsoft.com/office/drawing/2014/main" id="{2BD39F8F-7A5A-39BA-C576-EE49FF845200}"/>
              </a:ext>
            </a:extLst>
          </p:cNvPr>
          <p:cNvSpPr txBox="1"/>
          <p:nvPr/>
        </p:nvSpPr>
        <p:spPr>
          <a:xfrm>
            <a:off x="271581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8" name="グループ化 7">
            <a:extLst>
              <a:ext uri="{FF2B5EF4-FFF2-40B4-BE49-F238E27FC236}">
                <a16:creationId xmlns:a16="http://schemas.microsoft.com/office/drawing/2014/main" id="{4EDF8A17-24D3-8EC3-0E4A-EA1984D4610E}"/>
              </a:ext>
            </a:extLst>
          </p:cNvPr>
          <p:cNvGrpSpPr/>
          <p:nvPr/>
        </p:nvGrpSpPr>
        <p:grpSpPr>
          <a:xfrm>
            <a:off x="163586" y="134635"/>
            <a:ext cx="1975684" cy="1396119"/>
            <a:chOff x="163586" y="134635"/>
            <a:chExt cx="1975684" cy="1396119"/>
          </a:xfrm>
        </p:grpSpPr>
        <p:grpSp>
          <p:nvGrpSpPr>
            <p:cNvPr id="3" name="グループ化 2">
              <a:extLst>
                <a:ext uri="{FF2B5EF4-FFF2-40B4-BE49-F238E27FC236}">
                  <a16:creationId xmlns:a16="http://schemas.microsoft.com/office/drawing/2014/main" id="{52D198BE-5204-5037-98D3-F17208E92114}"/>
                </a:ext>
              </a:extLst>
            </p:cNvPr>
            <p:cNvGrpSpPr/>
            <p:nvPr/>
          </p:nvGrpSpPr>
          <p:grpSpPr>
            <a:xfrm>
              <a:off x="163586" y="134635"/>
              <a:ext cx="1975684" cy="1396119"/>
              <a:chOff x="163586" y="134635"/>
              <a:chExt cx="1975684" cy="1396119"/>
            </a:xfrm>
          </p:grpSpPr>
          <p:pic>
            <p:nvPicPr>
              <p:cNvPr id="43" name="図 42">
                <a:extLst>
                  <a:ext uri="{FF2B5EF4-FFF2-40B4-BE49-F238E27FC236}">
                    <a16:creationId xmlns:a16="http://schemas.microsoft.com/office/drawing/2014/main" id="{4297D73E-C00B-4014-E72A-29D1D2D05D1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 name="楕円 1">
                <a:extLst>
                  <a:ext uri="{FF2B5EF4-FFF2-40B4-BE49-F238E27FC236}">
                    <a16:creationId xmlns:a16="http://schemas.microsoft.com/office/drawing/2014/main" id="{5B0C2E01-0D21-5D73-F4FE-E21B2309F1F7}"/>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5" name="図 4">
              <a:extLst>
                <a:ext uri="{FF2B5EF4-FFF2-40B4-BE49-F238E27FC236}">
                  <a16:creationId xmlns:a16="http://schemas.microsoft.com/office/drawing/2014/main" id="{4A990B08-88F9-3E78-2C0B-ABA053373FE0}"/>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Tree>
    <p:extLst>
      <p:ext uri="{BB962C8B-B14F-4D97-AF65-F5344CB8AC3E}">
        <p14:creationId xmlns:p14="http://schemas.microsoft.com/office/powerpoint/2010/main" val="3117964465"/>
      </p:ext>
    </p:extLst>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a:extLst>
            <a:ext uri="{FF2B5EF4-FFF2-40B4-BE49-F238E27FC236}">
              <a16:creationId xmlns:a16="http://schemas.microsoft.com/office/drawing/2014/main" id="{A4734979-3648-026A-FF93-A8B0D352F3D7}"/>
            </a:ext>
          </a:extLst>
        </p:cNvPr>
        <p:cNvGrpSpPr/>
        <p:nvPr/>
      </p:nvGrpSpPr>
      <p:grpSpPr>
        <a:xfrm>
          <a:off x="0" y="0"/>
          <a:ext cx="0" cy="0"/>
          <a:chOff x="0" y="0"/>
          <a:chExt cx="0" cy="0"/>
        </a:xfrm>
      </p:grpSpPr>
      <p:sp>
        <p:nvSpPr>
          <p:cNvPr id="6" name="四角形: 角を丸くする 5">
            <a:extLst>
              <a:ext uri="{FF2B5EF4-FFF2-40B4-BE49-F238E27FC236}">
                <a16:creationId xmlns:a16="http://schemas.microsoft.com/office/drawing/2014/main" id="{036403A9-5C23-98D0-FA47-3FF68EADF034}"/>
              </a:ext>
            </a:extLst>
          </p:cNvPr>
          <p:cNvSpPr/>
          <p:nvPr/>
        </p:nvSpPr>
        <p:spPr>
          <a:xfrm>
            <a:off x="431675" y="5656233"/>
            <a:ext cx="11328651" cy="914400"/>
          </a:xfrm>
          <a:prstGeom prst="roundRect">
            <a:avLst>
              <a:gd name="adj" fmla="val 4803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7" name="四角形: 角を丸くする 6">
            <a:extLst>
              <a:ext uri="{FF2B5EF4-FFF2-40B4-BE49-F238E27FC236}">
                <a16:creationId xmlns:a16="http://schemas.microsoft.com/office/drawing/2014/main" id="{B6D20D0C-7B48-538F-30FC-2D55D9E0F8AA}"/>
              </a:ext>
            </a:extLst>
          </p:cNvPr>
          <p:cNvSpPr/>
          <p:nvPr/>
        </p:nvSpPr>
        <p:spPr>
          <a:xfrm>
            <a:off x="849425" y="5640918"/>
            <a:ext cx="1338828" cy="914400"/>
          </a:xfrm>
          <a:prstGeom prst="roundRect">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2" name="テキスト ボックス 11">
            <a:extLst>
              <a:ext uri="{FF2B5EF4-FFF2-40B4-BE49-F238E27FC236}">
                <a16:creationId xmlns:a16="http://schemas.microsoft.com/office/drawing/2014/main" id="{8FE022DC-2FCE-48BA-3AF2-867A95FBEFE5}"/>
              </a:ext>
            </a:extLst>
          </p:cNvPr>
          <p:cNvSpPr txBox="1"/>
          <p:nvPr/>
        </p:nvSpPr>
        <p:spPr>
          <a:xfrm>
            <a:off x="1036879"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3" name="テキスト ボックス 12">
            <a:extLst>
              <a:ext uri="{FF2B5EF4-FFF2-40B4-BE49-F238E27FC236}">
                <a16:creationId xmlns:a16="http://schemas.microsoft.com/office/drawing/2014/main" id="{6479D649-8D89-4214-388F-3CDF32120D5A}"/>
              </a:ext>
            </a:extLst>
          </p:cNvPr>
          <p:cNvSpPr txBox="1"/>
          <p:nvPr/>
        </p:nvSpPr>
        <p:spPr>
          <a:xfrm flipH="1">
            <a:off x="516419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4" name="テキスト ボックス 13">
            <a:extLst>
              <a:ext uri="{FF2B5EF4-FFF2-40B4-BE49-F238E27FC236}">
                <a16:creationId xmlns:a16="http://schemas.microsoft.com/office/drawing/2014/main" id="{FFE6B97D-0ABD-D41B-FACC-386A140BF62F}"/>
              </a:ext>
            </a:extLst>
          </p:cNvPr>
          <p:cNvSpPr txBox="1"/>
          <p:nvPr/>
        </p:nvSpPr>
        <p:spPr>
          <a:xfrm>
            <a:off x="271581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pic>
        <p:nvPicPr>
          <p:cNvPr id="43" name="図 42">
            <a:extLst>
              <a:ext uri="{FF2B5EF4-FFF2-40B4-BE49-F238E27FC236}">
                <a16:creationId xmlns:a16="http://schemas.microsoft.com/office/drawing/2014/main" id="{F0AAA4F0-4586-0E96-D222-7452C41E347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Tree>
    <p:extLst>
      <p:ext uri="{BB962C8B-B14F-4D97-AF65-F5344CB8AC3E}">
        <p14:creationId xmlns:p14="http://schemas.microsoft.com/office/powerpoint/2010/main" val="1340125419"/>
      </p:ext>
    </p:extLst>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p:bg>
      <p:bgPr>
        <a:solidFill>
          <a:srgbClr val="FFA4F3"/>
        </a:solidFill>
        <a:effectLst/>
      </p:bgPr>
    </p:bg>
    <p:spTree>
      <p:nvGrpSpPr>
        <p:cNvPr id="1" name="">
          <a:extLst>
            <a:ext uri="{FF2B5EF4-FFF2-40B4-BE49-F238E27FC236}">
              <a16:creationId xmlns:a16="http://schemas.microsoft.com/office/drawing/2014/main" id="{E5DD527A-5E54-7BB4-1D57-11F1FDA04ECA}"/>
            </a:ext>
          </a:extLst>
        </p:cNvPr>
        <p:cNvGrpSpPr/>
        <p:nvPr/>
      </p:nvGrpSpPr>
      <p:grpSpPr>
        <a:xfrm>
          <a:off x="0" y="0"/>
          <a:ext cx="0" cy="0"/>
          <a:chOff x="0" y="0"/>
          <a:chExt cx="0" cy="0"/>
        </a:xfrm>
      </p:grpSpPr>
      <p:sp>
        <p:nvSpPr>
          <p:cNvPr id="33" name="テキスト ボックス 32">
            <a:extLst>
              <a:ext uri="{FF2B5EF4-FFF2-40B4-BE49-F238E27FC236}">
                <a16:creationId xmlns:a16="http://schemas.microsoft.com/office/drawing/2014/main" id="{BB41E4DD-E27D-26C5-31B9-6BD0B5519782}"/>
              </a:ext>
            </a:extLst>
          </p:cNvPr>
          <p:cNvSpPr txBox="1"/>
          <p:nvPr/>
        </p:nvSpPr>
        <p:spPr>
          <a:xfrm>
            <a:off x="142856" y="202300"/>
            <a:ext cx="1712328" cy="707886"/>
          </a:xfrm>
          <a:prstGeom prst="rect">
            <a:avLst/>
          </a:prstGeom>
          <a:noFill/>
        </p:spPr>
        <p:txBody>
          <a:bodyPr wrap="none" rtlCol="0">
            <a:spAutoFit/>
          </a:bodyPr>
          <a:lstStyle/>
          <a:p>
            <a:pPr algn="ctr"/>
            <a:r>
              <a:rPr lang="en-US" altLang="ja-JP" sz="4000" b="1" dirty="0">
                <a:solidFill>
                  <a:schemeClr val="bg1">
                    <a:lumMod val="95000"/>
                  </a:schemeClr>
                </a:solidFill>
                <a:latin typeface="和音 Joyo R" panose="00000500000000000000" pitchFamily="50" charset="-128"/>
                <a:ea typeface="和音 Joyo R" panose="00000500000000000000" pitchFamily="50" charset="-128"/>
              </a:rPr>
              <a:t>LOAD</a:t>
            </a:r>
            <a:endParaRPr kumimoji="1" lang="ja-JP" altLang="en-US" sz="4800" b="1" dirty="0">
              <a:solidFill>
                <a:schemeClr val="bg1">
                  <a:lumMod val="95000"/>
                </a:schemeClr>
              </a:solidFill>
              <a:latin typeface="和音 Joyo R" panose="00000500000000000000" pitchFamily="50" charset="-128"/>
              <a:ea typeface="和音 Joyo R" panose="00000500000000000000" pitchFamily="50" charset="-128"/>
            </a:endParaRPr>
          </a:p>
        </p:txBody>
      </p:sp>
      <p:cxnSp>
        <p:nvCxnSpPr>
          <p:cNvPr id="35" name="直線コネクタ 34">
            <a:extLst>
              <a:ext uri="{FF2B5EF4-FFF2-40B4-BE49-F238E27FC236}">
                <a16:creationId xmlns:a16="http://schemas.microsoft.com/office/drawing/2014/main" id="{8801215B-AFCC-B104-8A03-71BBED5A3528}"/>
              </a:ext>
            </a:extLst>
          </p:cNvPr>
          <p:cNvCxnSpPr>
            <a:cxnSpLocks/>
          </p:cNvCxnSpPr>
          <p:nvPr/>
        </p:nvCxnSpPr>
        <p:spPr>
          <a:xfrm flipH="1">
            <a:off x="-211707" y="873865"/>
            <a:ext cx="2238704" cy="0"/>
          </a:xfrm>
          <a:prstGeom prst="line">
            <a:avLst/>
          </a:prstGeom>
          <a:ln>
            <a:solidFill>
              <a:schemeClr val="bg1">
                <a:lumMod val="95000"/>
              </a:schemeClr>
            </a:solidFill>
            <a:headEnd type="arrow"/>
            <a:tailEnd type="arrow"/>
          </a:ln>
        </p:spPr>
        <p:style>
          <a:lnRef idx="2">
            <a:schemeClr val="accent1"/>
          </a:lnRef>
          <a:fillRef idx="0">
            <a:schemeClr val="accent1"/>
          </a:fillRef>
          <a:effectRef idx="1">
            <a:schemeClr val="accent1"/>
          </a:effectRef>
          <a:fontRef idx="minor">
            <a:schemeClr val="tx1"/>
          </a:fontRef>
        </p:style>
      </p:cxnSp>
      <p:grpSp>
        <p:nvGrpSpPr>
          <p:cNvPr id="39" name="グループ化 38">
            <a:extLst>
              <a:ext uri="{FF2B5EF4-FFF2-40B4-BE49-F238E27FC236}">
                <a16:creationId xmlns:a16="http://schemas.microsoft.com/office/drawing/2014/main" id="{6A266F92-1608-B5B7-EE5D-8AA456440AD8}"/>
              </a:ext>
            </a:extLst>
          </p:cNvPr>
          <p:cNvGrpSpPr/>
          <p:nvPr/>
        </p:nvGrpSpPr>
        <p:grpSpPr>
          <a:xfrm>
            <a:off x="11576392" y="3863211"/>
            <a:ext cx="236362" cy="2284060"/>
            <a:chOff x="11044871" y="4022147"/>
            <a:chExt cx="236362" cy="2031812"/>
          </a:xfrm>
        </p:grpSpPr>
        <p:sp>
          <p:nvSpPr>
            <p:cNvPr id="31" name="四角形: 角を丸くする 30">
              <a:extLst>
                <a:ext uri="{FF2B5EF4-FFF2-40B4-BE49-F238E27FC236}">
                  <a16:creationId xmlns:a16="http://schemas.microsoft.com/office/drawing/2014/main" id="{673EA1F1-3D5F-40D1-0527-3FB274C60C72}"/>
                </a:ext>
              </a:extLst>
            </p:cNvPr>
            <p:cNvSpPr/>
            <p:nvPr/>
          </p:nvSpPr>
          <p:spPr>
            <a:xfrm>
              <a:off x="11044871" y="4022147"/>
              <a:ext cx="236362" cy="2031812"/>
            </a:xfrm>
            <a:prstGeom prst="roundRect">
              <a:avLst/>
            </a:prstGeom>
            <a:no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8" name="四角形: 角を丸くする 37">
              <a:extLst>
                <a:ext uri="{FF2B5EF4-FFF2-40B4-BE49-F238E27FC236}">
                  <a16:creationId xmlns:a16="http://schemas.microsoft.com/office/drawing/2014/main" id="{31CE329A-8F34-E436-7176-99F6B029F4D3}"/>
                </a:ext>
              </a:extLst>
            </p:cNvPr>
            <p:cNvSpPr/>
            <p:nvPr/>
          </p:nvSpPr>
          <p:spPr>
            <a:xfrm>
              <a:off x="11066205" y="4094529"/>
              <a:ext cx="193695" cy="571313"/>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116" name="グループ化 115">
            <a:extLst>
              <a:ext uri="{FF2B5EF4-FFF2-40B4-BE49-F238E27FC236}">
                <a16:creationId xmlns:a16="http://schemas.microsoft.com/office/drawing/2014/main" id="{AEA63A79-43A1-2448-598F-A44D475D8858}"/>
              </a:ext>
            </a:extLst>
          </p:cNvPr>
          <p:cNvGrpSpPr/>
          <p:nvPr/>
        </p:nvGrpSpPr>
        <p:grpSpPr>
          <a:xfrm>
            <a:off x="2440821" y="1178530"/>
            <a:ext cx="8486935" cy="1186295"/>
            <a:chOff x="2494870" y="1178530"/>
            <a:chExt cx="8486935" cy="1186295"/>
          </a:xfrm>
        </p:grpSpPr>
        <p:grpSp>
          <p:nvGrpSpPr>
            <p:cNvPr id="22" name="グループ化 21">
              <a:extLst>
                <a:ext uri="{FF2B5EF4-FFF2-40B4-BE49-F238E27FC236}">
                  <a16:creationId xmlns:a16="http://schemas.microsoft.com/office/drawing/2014/main" id="{5F4F8938-834D-7012-F639-B5E2A024ABC7}"/>
                </a:ext>
              </a:extLst>
            </p:cNvPr>
            <p:cNvGrpSpPr/>
            <p:nvPr/>
          </p:nvGrpSpPr>
          <p:grpSpPr>
            <a:xfrm>
              <a:off x="2494870" y="1178530"/>
              <a:ext cx="8486935" cy="1186295"/>
              <a:chOff x="1526425" y="935293"/>
              <a:chExt cx="8486935" cy="1186295"/>
            </a:xfrm>
          </p:grpSpPr>
          <p:sp>
            <p:nvSpPr>
              <p:cNvPr id="17" name="六角形 16">
                <a:extLst>
                  <a:ext uri="{FF2B5EF4-FFF2-40B4-BE49-F238E27FC236}">
                    <a16:creationId xmlns:a16="http://schemas.microsoft.com/office/drawing/2014/main" id="{184C79AF-473F-ABB9-462F-694EFF6FD144}"/>
                  </a:ext>
                </a:extLst>
              </p:cNvPr>
              <p:cNvSpPr/>
              <p:nvPr/>
            </p:nvSpPr>
            <p:spPr>
              <a:xfrm>
                <a:off x="1531691" y="935293"/>
                <a:ext cx="8481669" cy="1186295"/>
              </a:xfrm>
              <a:prstGeom prst="hexagon">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六角形 19">
                <a:extLst>
                  <a:ext uri="{FF2B5EF4-FFF2-40B4-BE49-F238E27FC236}">
                    <a16:creationId xmlns:a16="http://schemas.microsoft.com/office/drawing/2014/main" id="{E9692C18-9E86-99A4-C1B5-C1E22D2B811A}"/>
                  </a:ext>
                </a:extLst>
              </p:cNvPr>
              <p:cNvSpPr/>
              <p:nvPr/>
            </p:nvSpPr>
            <p:spPr>
              <a:xfrm>
                <a:off x="1526425" y="935293"/>
                <a:ext cx="1649148" cy="1186295"/>
              </a:xfrm>
              <a:prstGeom prst="hexagon">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3" name="テキスト ボックス 12">
                <a:extLst>
                  <a:ext uri="{FF2B5EF4-FFF2-40B4-BE49-F238E27FC236}">
                    <a16:creationId xmlns:a16="http://schemas.microsoft.com/office/drawing/2014/main" id="{49ABA54B-0EE5-94C9-CDE9-3731E1A378AB}"/>
                  </a:ext>
                </a:extLst>
              </p:cNvPr>
              <p:cNvSpPr txBox="1"/>
              <p:nvPr/>
            </p:nvSpPr>
            <p:spPr>
              <a:xfrm>
                <a:off x="1794596" y="1112942"/>
                <a:ext cx="1112806" cy="830997"/>
              </a:xfrm>
              <a:prstGeom prst="rect">
                <a:avLst/>
              </a:prstGeom>
              <a:noFill/>
            </p:spPr>
            <p:txBody>
              <a:bodyPr wrap="none" rtlCol="0">
                <a:spAutoFit/>
              </a:bodyPr>
              <a:lstStyle/>
              <a:p>
                <a:pPr algn="ctr"/>
                <a:r>
                  <a:rPr lang="en-US" altLang="ja-JP" sz="2400" b="1" dirty="0">
                    <a:solidFill>
                      <a:schemeClr val="bg1">
                        <a:lumMod val="95000"/>
                      </a:schemeClr>
                    </a:solidFill>
                    <a:latin typeface="和音 Joyo R" panose="00000500000000000000" pitchFamily="50" charset="-128"/>
                    <a:ea typeface="和音 Joyo R" panose="00000500000000000000" pitchFamily="50" charset="-128"/>
                  </a:rPr>
                  <a:t>AUTO</a:t>
                </a:r>
                <a:br>
                  <a:rPr lang="en-US" altLang="ja-JP" sz="2400" b="1" dirty="0">
                    <a:solidFill>
                      <a:schemeClr val="bg1">
                        <a:lumMod val="95000"/>
                      </a:schemeClr>
                    </a:solidFill>
                    <a:latin typeface="和音 Joyo R" panose="00000500000000000000" pitchFamily="50" charset="-128"/>
                    <a:ea typeface="和音 Joyo R" panose="00000500000000000000" pitchFamily="50" charset="-128"/>
                  </a:rPr>
                </a:br>
                <a:r>
                  <a:rPr lang="en-US" altLang="ja-JP" sz="2400" b="1" dirty="0">
                    <a:solidFill>
                      <a:schemeClr val="bg1">
                        <a:lumMod val="95000"/>
                      </a:schemeClr>
                    </a:solidFill>
                    <a:latin typeface="和音 Joyo R" panose="00000500000000000000" pitchFamily="50" charset="-128"/>
                    <a:ea typeface="和音 Joyo R" panose="00000500000000000000" pitchFamily="50" charset="-128"/>
                  </a:rPr>
                  <a:t>SAVE</a:t>
                </a:r>
                <a:endParaRPr kumimoji="1" lang="ja-JP" altLang="en-US" sz="3200" b="1" dirty="0">
                  <a:solidFill>
                    <a:schemeClr val="bg1">
                      <a:lumMod val="95000"/>
                    </a:schemeClr>
                  </a:solidFill>
                  <a:latin typeface="和音 Joyo R" panose="00000500000000000000" pitchFamily="50" charset="-128"/>
                  <a:ea typeface="和音 Joyo R" panose="00000500000000000000" pitchFamily="50" charset="-128"/>
                </a:endParaRPr>
              </a:p>
            </p:txBody>
          </p:sp>
        </p:grpSp>
        <p:grpSp>
          <p:nvGrpSpPr>
            <p:cNvPr id="63" name="グループ化 62">
              <a:extLst>
                <a:ext uri="{FF2B5EF4-FFF2-40B4-BE49-F238E27FC236}">
                  <a16:creationId xmlns:a16="http://schemas.microsoft.com/office/drawing/2014/main" id="{C68C4A2F-41C3-CAA8-2806-AC26637AB2F2}"/>
                </a:ext>
              </a:extLst>
            </p:cNvPr>
            <p:cNvGrpSpPr/>
            <p:nvPr/>
          </p:nvGrpSpPr>
          <p:grpSpPr>
            <a:xfrm>
              <a:off x="4385124" y="1287760"/>
              <a:ext cx="6339927" cy="926594"/>
              <a:chOff x="4385124" y="1287760"/>
              <a:chExt cx="6339927" cy="926594"/>
            </a:xfrm>
          </p:grpSpPr>
          <p:grpSp>
            <p:nvGrpSpPr>
              <p:cNvPr id="62" name="グループ化 61">
                <a:extLst>
                  <a:ext uri="{FF2B5EF4-FFF2-40B4-BE49-F238E27FC236}">
                    <a16:creationId xmlns:a16="http://schemas.microsoft.com/office/drawing/2014/main" id="{50624C77-152B-E9F7-A7E7-06743E54CAC5}"/>
                  </a:ext>
                </a:extLst>
              </p:cNvPr>
              <p:cNvGrpSpPr/>
              <p:nvPr/>
            </p:nvGrpSpPr>
            <p:grpSpPr>
              <a:xfrm>
                <a:off x="4385124" y="1287760"/>
                <a:ext cx="2037377" cy="400110"/>
                <a:chOff x="4385124" y="1278752"/>
                <a:chExt cx="2037377" cy="400110"/>
              </a:xfrm>
            </p:grpSpPr>
            <p:sp>
              <p:nvSpPr>
                <p:cNvPr id="41" name="テキスト ボックス 40">
                  <a:extLst>
                    <a:ext uri="{FF2B5EF4-FFF2-40B4-BE49-F238E27FC236}">
                      <a16:creationId xmlns:a16="http://schemas.microsoft.com/office/drawing/2014/main" id="{E3B3EE9F-6C69-46BD-DDC0-0CA7757DD3BF}"/>
                    </a:ext>
                  </a:extLst>
                </p:cNvPr>
                <p:cNvSpPr txBox="1"/>
                <p:nvPr/>
              </p:nvSpPr>
              <p:spPr>
                <a:xfrm>
                  <a:off x="5115733" y="1278752"/>
                  <a:ext cx="1306768" cy="400110"/>
                </a:xfrm>
                <a:prstGeom prst="rect">
                  <a:avLst/>
                </a:prstGeom>
                <a:noFill/>
              </p:spPr>
              <p:txBody>
                <a:bodyPr wrap="none" rtlCol="0">
                  <a:spAutoFit/>
                </a:bodyPr>
                <a:lstStyle/>
                <a:p>
                  <a:pPr algn="ctr"/>
                  <a:r>
                    <a:rPr lang="ja-JP" altLang="en-US" sz="2000" b="1" dirty="0">
                      <a:solidFill>
                        <a:schemeClr val="tx1">
                          <a:lumMod val="85000"/>
                          <a:lumOff val="15000"/>
                        </a:schemeClr>
                      </a:solidFill>
                      <a:latin typeface="和音 Joyo R" panose="00000500000000000000" pitchFamily="50" charset="-128"/>
                      <a:ea typeface="和音 Joyo R" panose="00000500000000000000" pitchFamily="50" charset="-128"/>
                    </a:rPr>
                    <a:t>○○ △△</a:t>
                  </a:r>
                  <a:endParaRPr kumimoji="1" lang="ja-JP" altLang="en-US" sz="2800" b="1"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sp>
              <p:nvSpPr>
                <p:cNvPr id="43" name="テキスト ボックス 42">
                  <a:extLst>
                    <a:ext uri="{FF2B5EF4-FFF2-40B4-BE49-F238E27FC236}">
                      <a16:creationId xmlns:a16="http://schemas.microsoft.com/office/drawing/2014/main" id="{2E32AB0E-7C9F-315A-B2D5-16E150C81582}"/>
                    </a:ext>
                  </a:extLst>
                </p:cNvPr>
                <p:cNvSpPr txBox="1"/>
                <p:nvPr/>
              </p:nvSpPr>
              <p:spPr>
                <a:xfrm>
                  <a:off x="4385124" y="1340308"/>
                  <a:ext cx="777777" cy="338554"/>
                </a:xfrm>
                <a:prstGeom prst="rect">
                  <a:avLst/>
                </a:prstGeom>
                <a:noFill/>
              </p:spPr>
              <p:txBody>
                <a:bodyPr wrap="none" rtlCol="0">
                  <a:spAutoFit/>
                </a:bodyPr>
                <a:lstStyle/>
                <a:p>
                  <a:pPr algn="ctr"/>
                  <a:r>
                    <a:rPr lang="en-US" altLang="ja-JP" sz="1600" b="1" dirty="0">
                      <a:solidFill>
                        <a:schemeClr val="tx1">
                          <a:lumMod val="85000"/>
                          <a:lumOff val="15000"/>
                        </a:schemeClr>
                      </a:solidFill>
                      <a:latin typeface="和音 Joyo R" panose="00000500000000000000" pitchFamily="50" charset="-128"/>
                      <a:ea typeface="和音 Joyo R" panose="00000500000000000000" pitchFamily="50" charset="-128"/>
                    </a:rPr>
                    <a:t>Name</a:t>
                  </a:r>
                  <a:endParaRPr kumimoji="1" lang="ja-JP" altLang="en-US" sz="2000" b="1"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grpSp>
          <p:grpSp>
            <p:nvGrpSpPr>
              <p:cNvPr id="61" name="グループ化 60">
                <a:extLst>
                  <a:ext uri="{FF2B5EF4-FFF2-40B4-BE49-F238E27FC236}">
                    <a16:creationId xmlns:a16="http://schemas.microsoft.com/office/drawing/2014/main" id="{F49A3EE5-D456-41B8-7498-F4F033CDEF51}"/>
                  </a:ext>
                </a:extLst>
              </p:cNvPr>
              <p:cNvGrpSpPr/>
              <p:nvPr/>
            </p:nvGrpSpPr>
            <p:grpSpPr>
              <a:xfrm>
                <a:off x="4385124" y="1814244"/>
                <a:ext cx="3807405" cy="400110"/>
                <a:chOff x="4424518" y="1805236"/>
                <a:chExt cx="3807405" cy="400110"/>
              </a:xfrm>
            </p:grpSpPr>
            <p:sp>
              <p:nvSpPr>
                <p:cNvPr id="45" name="テキスト ボックス 44">
                  <a:extLst>
                    <a:ext uri="{FF2B5EF4-FFF2-40B4-BE49-F238E27FC236}">
                      <a16:creationId xmlns:a16="http://schemas.microsoft.com/office/drawing/2014/main" id="{89B3EA58-E195-D6C2-7653-EFB1FDF9AEBF}"/>
                    </a:ext>
                  </a:extLst>
                </p:cNvPr>
                <p:cNvSpPr txBox="1"/>
                <p:nvPr/>
              </p:nvSpPr>
              <p:spPr>
                <a:xfrm>
                  <a:off x="4424518" y="1866792"/>
                  <a:ext cx="691215" cy="338554"/>
                </a:xfrm>
                <a:prstGeom prst="rect">
                  <a:avLst/>
                </a:prstGeom>
                <a:noFill/>
              </p:spPr>
              <p:txBody>
                <a:bodyPr wrap="none" rtlCol="0">
                  <a:spAutoFit/>
                </a:bodyPr>
                <a:lstStyle/>
                <a:p>
                  <a:pPr algn="ctr"/>
                  <a:r>
                    <a:rPr lang="en-US" altLang="ja-JP" sz="1600" b="1" dirty="0">
                      <a:solidFill>
                        <a:schemeClr val="tx1">
                          <a:lumMod val="85000"/>
                          <a:lumOff val="15000"/>
                        </a:schemeClr>
                      </a:solidFill>
                      <a:latin typeface="和音 Joyo R" panose="00000500000000000000" pitchFamily="50" charset="-128"/>
                      <a:ea typeface="和音 Joyo R" panose="00000500000000000000" pitchFamily="50" charset="-128"/>
                    </a:rPr>
                    <a:t>Date</a:t>
                  </a:r>
                  <a:endParaRPr kumimoji="1" lang="ja-JP" altLang="en-US" sz="2000" b="1"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sp>
              <p:nvSpPr>
                <p:cNvPr id="47" name="テキスト ボックス 46">
                  <a:extLst>
                    <a:ext uri="{FF2B5EF4-FFF2-40B4-BE49-F238E27FC236}">
                      <a16:creationId xmlns:a16="http://schemas.microsoft.com/office/drawing/2014/main" id="{3AF6754E-7824-DE6D-9AA7-9C36AE576F1D}"/>
                    </a:ext>
                  </a:extLst>
                </p:cNvPr>
                <p:cNvSpPr txBox="1"/>
                <p:nvPr/>
              </p:nvSpPr>
              <p:spPr>
                <a:xfrm>
                  <a:off x="5142615" y="1805236"/>
                  <a:ext cx="3089308" cy="400110"/>
                </a:xfrm>
                <a:prstGeom prst="rect">
                  <a:avLst/>
                </a:prstGeom>
                <a:noFill/>
              </p:spPr>
              <p:txBody>
                <a:bodyPr wrap="none" rtlCol="0">
                  <a:spAutoFit/>
                </a:bodyPr>
                <a:lstStyle/>
                <a:p>
                  <a:pPr algn="ctr"/>
                  <a:r>
                    <a:rPr lang="en-US" altLang="ja-JP" sz="2000" dirty="0">
                      <a:solidFill>
                        <a:schemeClr val="tx1">
                          <a:lumMod val="85000"/>
                          <a:lumOff val="15000"/>
                        </a:schemeClr>
                      </a:solidFill>
                      <a:latin typeface="和音 Joyo R" panose="00000500000000000000" pitchFamily="50" charset="-128"/>
                      <a:ea typeface="和音 Joyo R" panose="00000500000000000000" pitchFamily="50" charset="-128"/>
                    </a:rPr>
                    <a:t>YYYY/MM/DD</a:t>
                  </a:r>
                  <a:r>
                    <a:rPr lang="ja-JP" altLang="en-US" sz="2000" dirty="0">
                      <a:solidFill>
                        <a:schemeClr val="tx1">
                          <a:lumMod val="85000"/>
                          <a:lumOff val="15000"/>
                        </a:schemeClr>
                      </a:solidFill>
                      <a:latin typeface="和音 Joyo R" panose="00000500000000000000" pitchFamily="50" charset="-128"/>
                      <a:ea typeface="和音 Joyo R" panose="00000500000000000000" pitchFamily="50" charset="-128"/>
                    </a:rPr>
                    <a:t>　</a:t>
                  </a:r>
                  <a:r>
                    <a:rPr lang="en-US" altLang="ja-JP" sz="2000" dirty="0" err="1">
                      <a:solidFill>
                        <a:schemeClr val="tx1">
                          <a:lumMod val="85000"/>
                          <a:lumOff val="15000"/>
                        </a:schemeClr>
                      </a:solidFill>
                      <a:latin typeface="和音 Joyo R" panose="00000500000000000000" pitchFamily="50" charset="-128"/>
                      <a:ea typeface="和音 Joyo R" panose="00000500000000000000" pitchFamily="50" charset="-128"/>
                    </a:rPr>
                    <a:t>HH:mm</a:t>
                  </a:r>
                  <a:endParaRPr kumimoji="1" lang="ja-JP" altLang="en-US" sz="2800"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grpSp>
          <p:grpSp>
            <p:nvGrpSpPr>
              <p:cNvPr id="60" name="グループ化 59">
                <a:extLst>
                  <a:ext uri="{FF2B5EF4-FFF2-40B4-BE49-F238E27FC236}">
                    <a16:creationId xmlns:a16="http://schemas.microsoft.com/office/drawing/2014/main" id="{412A37D5-0A0C-0726-AFD2-CF748415824A}"/>
                  </a:ext>
                </a:extLst>
              </p:cNvPr>
              <p:cNvGrpSpPr/>
              <p:nvPr/>
            </p:nvGrpSpPr>
            <p:grpSpPr>
              <a:xfrm>
                <a:off x="8344535" y="1626697"/>
                <a:ext cx="2380516" cy="289960"/>
                <a:chOff x="8231923" y="1510868"/>
                <a:chExt cx="2380516" cy="289960"/>
              </a:xfrm>
            </p:grpSpPr>
            <p:sp>
              <p:nvSpPr>
                <p:cNvPr id="48" name="楕円 47">
                  <a:extLst>
                    <a:ext uri="{FF2B5EF4-FFF2-40B4-BE49-F238E27FC236}">
                      <a16:creationId xmlns:a16="http://schemas.microsoft.com/office/drawing/2014/main" id="{9F44A179-F29D-7E50-3EB8-D7EC4B604D76}"/>
                    </a:ext>
                  </a:extLst>
                </p:cNvPr>
                <p:cNvSpPr/>
                <p:nvPr/>
              </p:nvSpPr>
              <p:spPr>
                <a:xfrm>
                  <a:off x="10322479"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9" name="ハート 48">
                  <a:extLst>
                    <a:ext uri="{FF2B5EF4-FFF2-40B4-BE49-F238E27FC236}">
                      <a16:creationId xmlns:a16="http://schemas.microsoft.com/office/drawing/2014/main" id="{54D3B8CC-FCB4-14FF-A7E0-73AE0B8B0501}"/>
                    </a:ext>
                  </a:extLst>
                </p:cNvPr>
                <p:cNvSpPr/>
                <p:nvPr/>
              </p:nvSpPr>
              <p:spPr>
                <a:xfrm>
                  <a:off x="8231923"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1" name="楕円 50">
                  <a:extLst>
                    <a:ext uri="{FF2B5EF4-FFF2-40B4-BE49-F238E27FC236}">
                      <a16:creationId xmlns:a16="http://schemas.microsoft.com/office/drawing/2014/main" id="{14E7BC44-F20B-E33A-0955-E83A48DFF3B4}"/>
                    </a:ext>
                  </a:extLst>
                </p:cNvPr>
                <p:cNvSpPr/>
                <p:nvPr/>
              </p:nvSpPr>
              <p:spPr>
                <a:xfrm>
                  <a:off x="9277201"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3" name="楕円 52">
                  <a:extLst>
                    <a:ext uri="{FF2B5EF4-FFF2-40B4-BE49-F238E27FC236}">
                      <a16:creationId xmlns:a16="http://schemas.microsoft.com/office/drawing/2014/main" id="{130B5C8D-2467-218B-2430-2C53EF839D66}"/>
                    </a:ext>
                  </a:extLst>
                </p:cNvPr>
                <p:cNvSpPr/>
                <p:nvPr/>
              </p:nvSpPr>
              <p:spPr>
                <a:xfrm>
                  <a:off x="9625628"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5" name="楕円 54">
                  <a:extLst>
                    <a:ext uri="{FF2B5EF4-FFF2-40B4-BE49-F238E27FC236}">
                      <a16:creationId xmlns:a16="http://schemas.microsoft.com/office/drawing/2014/main" id="{3991E5C1-41F2-7001-042D-EEB588E369CA}"/>
                    </a:ext>
                  </a:extLst>
                </p:cNvPr>
                <p:cNvSpPr/>
                <p:nvPr/>
              </p:nvSpPr>
              <p:spPr>
                <a:xfrm>
                  <a:off x="9974055"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7" name="ハート 56">
                  <a:extLst>
                    <a:ext uri="{FF2B5EF4-FFF2-40B4-BE49-F238E27FC236}">
                      <a16:creationId xmlns:a16="http://schemas.microsoft.com/office/drawing/2014/main" id="{0F1EB051-80EE-FBAA-C07F-76D5E2F655C9}"/>
                    </a:ext>
                  </a:extLst>
                </p:cNvPr>
                <p:cNvSpPr/>
                <p:nvPr/>
              </p:nvSpPr>
              <p:spPr>
                <a:xfrm>
                  <a:off x="8580349"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9" name="ハート 58">
                  <a:extLst>
                    <a:ext uri="{FF2B5EF4-FFF2-40B4-BE49-F238E27FC236}">
                      <a16:creationId xmlns:a16="http://schemas.microsoft.com/office/drawing/2014/main" id="{FFE70B26-1939-0F5E-A9F7-C162B54D3C3A}"/>
                    </a:ext>
                  </a:extLst>
                </p:cNvPr>
                <p:cNvSpPr/>
                <p:nvPr/>
              </p:nvSpPr>
              <p:spPr>
                <a:xfrm>
                  <a:off x="8928775"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grpSp>
      <p:grpSp>
        <p:nvGrpSpPr>
          <p:cNvPr id="115" name="グループ化 114">
            <a:extLst>
              <a:ext uri="{FF2B5EF4-FFF2-40B4-BE49-F238E27FC236}">
                <a16:creationId xmlns:a16="http://schemas.microsoft.com/office/drawing/2014/main" id="{08614297-CA8B-5805-2DE7-7C6FEACDD96D}"/>
              </a:ext>
            </a:extLst>
          </p:cNvPr>
          <p:cNvGrpSpPr/>
          <p:nvPr/>
        </p:nvGrpSpPr>
        <p:grpSpPr>
          <a:xfrm>
            <a:off x="2440821" y="2808079"/>
            <a:ext cx="8486935" cy="1186295"/>
            <a:chOff x="1805695" y="2795312"/>
            <a:chExt cx="8486935" cy="1186295"/>
          </a:xfrm>
        </p:grpSpPr>
        <p:grpSp>
          <p:nvGrpSpPr>
            <p:cNvPr id="23" name="グループ化 22">
              <a:extLst>
                <a:ext uri="{FF2B5EF4-FFF2-40B4-BE49-F238E27FC236}">
                  <a16:creationId xmlns:a16="http://schemas.microsoft.com/office/drawing/2014/main" id="{AD6493D0-AFFF-2483-950B-47A483F6ADC1}"/>
                </a:ext>
              </a:extLst>
            </p:cNvPr>
            <p:cNvGrpSpPr/>
            <p:nvPr/>
          </p:nvGrpSpPr>
          <p:grpSpPr>
            <a:xfrm>
              <a:off x="1805695" y="2795312"/>
              <a:ext cx="8486935" cy="1186295"/>
              <a:chOff x="1526425" y="935293"/>
              <a:chExt cx="8486935" cy="1186295"/>
            </a:xfrm>
          </p:grpSpPr>
          <p:sp>
            <p:nvSpPr>
              <p:cNvPr id="24" name="六角形 23">
                <a:extLst>
                  <a:ext uri="{FF2B5EF4-FFF2-40B4-BE49-F238E27FC236}">
                    <a16:creationId xmlns:a16="http://schemas.microsoft.com/office/drawing/2014/main" id="{1DD0B391-3AC9-08E4-F7B9-71597AD614EC}"/>
                  </a:ext>
                </a:extLst>
              </p:cNvPr>
              <p:cNvSpPr/>
              <p:nvPr/>
            </p:nvSpPr>
            <p:spPr>
              <a:xfrm>
                <a:off x="1531691" y="935293"/>
                <a:ext cx="8481669" cy="1186295"/>
              </a:xfrm>
              <a:prstGeom prst="hexagon">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5" name="六角形 24">
                <a:extLst>
                  <a:ext uri="{FF2B5EF4-FFF2-40B4-BE49-F238E27FC236}">
                    <a16:creationId xmlns:a16="http://schemas.microsoft.com/office/drawing/2014/main" id="{67341190-1AF8-A6D6-BE98-FE8736FFEED8}"/>
                  </a:ext>
                </a:extLst>
              </p:cNvPr>
              <p:cNvSpPr/>
              <p:nvPr/>
            </p:nvSpPr>
            <p:spPr>
              <a:xfrm>
                <a:off x="1526425" y="935293"/>
                <a:ext cx="1649148" cy="1186295"/>
              </a:xfrm>
              <a:prstGeom prst="hexagon">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6" name="テキスト ボックス 25">
                <a:extLst>
                  <a:ext uri="{FF2B5EF4-FFF2-40B4-BE49-F238E27FC236}">
                    <a16:creationId xmlns:a16="http://schemas.microsoft.com/office/drawing/2014/main" id="{30338D68-95EC-BF41-B567-85AAFF9EDB24}"/>
                  </a:ext>
                </a:extLst>
              </p:cNvPr>
              <p:cNvSpPr txBox="1"/>
              <p:nvPr/>
            </p:nvSpPr>
            <p:spPr>
              <a:xfrm>
                <a:off x="1647922" y="1297608"/>
                <a:ext cx="1406154" cy="461665"/>
              </a:xfrm>
              <a:prstGeom prst="rect">
                <a:avLst/>
              </a:prstGeom>
              <a:noFill/>
            </p:spPr>
            <p:txBody>
              <a:bodyPr wrap="none" rtlCol="0">
                <a:spAutoFit/>
              </a:bodyPr>
              <a:lstStyle/>
              <a:p>
                <a:pPr algn="ctr"/>
                <a:r>
                  <a:rPr lang="en-US" altLang="ja-JP" sz="2400" b="1" dirty="0">
                    <a:solidFill>
                      <a:schemeClr val="bg1">
                        <a:lumMod val="95000"/>
                      </a:schemeClr>
                    </a:solidFill>
                    <a:latin typeface="和音 Joyo R" panose="00000500000000000000" pitchFamily="50" charset="-128"/>
                    <a:ea typeface="和音 Joyo R" panose="00000500000000000000" pitchFamily="50" charset="-128"/>
                  </a:rPr>
                  <a:t>SAVE01</a:t>
                </a:r>
                <a:endParaRPr kumimoji="1" lang="ja-JP" altLang="en-US" sz="3200" b="1" dirty="0">
                  <a:solidFill>
                    <a:schemeClr val="bg1">
                      <a:lumMod val="95000"/>
                    </a:schemeClr>
                  </a:solidFill>
                  <a:latin typeface="和音 Joyo R" panose="00000500000000000000" pitchFamily="50" charset="-128"/>
                  <a:ea typeface="和音 Joyo R" panose="00000500000000000000" pitchFamily="50" charset="-128"/>
                </a:endParaRPr>
              </a:p>
            </p:txBody>
          </p:sp>
        </p:grpSp>
        <p:grpSp>
          <p:nvGrpSpPr>
            <p:cNvPr id="64" name="グループ化 63">
              <a:extLst>
                <a:ext uri="{FF2B5EF4-FFF2-40B4-BE49-F238E27FC236}">
                  <a16:creationId xmlns:a16="http://schemas.microsoft.com/office/drawing/2014/main" id="{EEC5CB21-3BAB-869A-A7C1-0B9D4AB42E51}"/>
                </a:ext>
              </a:extLst>
            </p:cNvPr>
            <p:cNvGrpSpPr/>
            <p:nvPr/>
          </p:nvGrpSpPr>
          <p:grpSpPr>
            <a:xfrm>
              <a:off x="3543293" y="2925162"/>
              <a:ext cx="6339927" cy="926594"/>
              <a:chOff x="4385124" y="1287760"/>
              <a:chExt cx="6339927" cy="926594"/>
            </a:xfrm>
          </p:grpSpPr>
          <p:grpSp>
            <p:nvGrpSpPr>
              <p:cNvPr id="65" name="グループ化 64">
                <a:extLst>
                  <a:ext uri="{FF2B5EF4-FFF2-40B4-BE49-F238E27FC236}">
                    <a16:creationId xmlns:a16="http://schemas.microsoft.com/office/drawing/2014/main" id="{4330CF9F-58B6-8285-09D5-7890A44669DA}"/>
                  </a:ext>
                </a:extLst>
              </p:cNvPr>
              <p:cNvGrpSpPr/>
              <p:nvPr/>
            </p:nvGrpSpPr>
            <p:grpSpPr>
              <a:xfrm>
                <a:off x="4385124" y="1287760"/>
                <a:ext cx="2037377" cy="400110"/>
                <a:chOff x="4385124" y="1278752"/>
                <a:chExt cx="2037377" cy="400110"/>
              </a:xfrm>
            </p:grpSpPr>
            <p:sp>
              <p:nvSpPr>
                <p:cNvPr id="77" name="テキスト ボックス 76">
                  <a:extLst>
                    <a:ext uri="{FF2B5EF4-FFF2-40B4-BE49-F238E27FC236}">
                      <a16:creationId xmlns:a16="http://schemas.microsoft.com/office/drawing/2014/main" id="{C8F088EC-B3D9-8745-828C-9E0831864493}"/>
                    </a:ext>
                  </a:extLst>
                </p:cNvPr>
                <p:cNvSpPr txBox="1"/>
                <p:nvPr/>
              </p:nvSpPr>
              <p:spPr>
                <a:xfrm>
                  <a:off x="5115733" y="1278752"/>
                  <a:ext cx="1306768" cy="400110"/>
                </a:xfrm>
                <a:prstGeom prst="rect">
                  <a:avLst/>
                </a:prstGeom>
                <a:noFill/>
              </p:spPr>
              <p:txBody>
                <a:bodyPr wrap="none" rtlCol="0">
                  <a:spAutoFit/>
                </a:bodyPr>
                <a:lstStyle/>
                <a:p>
                  <a:pPr algn="ctr"/>
                  <a:r>
                    <a:rPr lang="ja-JP" altLang="en-US" sz="2000" b="1" dirty="0">
                      <a:solidFill>
                        <a:schemeClr val="tx1">
                          <a:lumMod val="85000"/>
                          <a:lumOff val="15000"/>
                        </a:schemeClr>
                      </a:solidFill>
                      <a:latin typeface="和音 Joyo R" panose="00000500000000000000" pitchFamily="50" charset="-128"/>
                      <a:ea typeface="和音 Joyo R" panose="00000500000000000000" pitchFamily="50" charset="-128"/>
                    </a:rPr>
                    <a:t>○○ △△</a:t>
                  </a:r>
                  <a:endParaRPr kumimoji="1" lang="ja-JP" altLang="en-US" sz="2800" b="1"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sp>
              <p:nvSpPr>
                <p:cNvPr id="78" name="テキスト ボックス 77">
                  <a:extLst>
                    <a:ext uri="{FF2B5EF4-FFF2-40B4-BE49-F238E27FC236}">
                      <a16:creationId xmlns:a16="http://schemas.microsoft.com/office/drawing/2014/main" id="{C42A4177-8618-B657-0FA1-1334D03A9C41}"/>
                    </a:ext>
                  </a:extLst>
                </p:cNvPr>
                <p:cNvSpPr txBox="1"/>
                <p:nvPr/>
              </p:nvSpPr>
              <p:spPr>
                <a:xfrm>
                  <a:off x="4385124" y="1340308"/>
                  <a:ext cx="777777" cy="338554"/>
                </a:xfrm>
                <a:prstGeom prst="rect">
                  <a:avLst/>
                </a:prstGeom>
                <a:noFill/>
              </p:spPr>
              <p:txBody>
                <a:bodyPr wrap="none" rtlCol="0">
                  <a:spAutoFit/>
                </a:bodyPr>
                <a:lstStyle/>
                <a:p>
                  <a:pPr algn="ctr"/>
                  <a:r>
                    <a:rPr lang="en-US" altLang="ja-JP" sz="1600" b="1" dirty="0">
                      <a:solidFill>
                        <a:schemeClr val="tx1">
                          <a:lumMod val="85000"/>
                          <a:lumOff val="15000"/>
                        </a:schemeClr>
                      </a:solidFill>
                      <a:latin typeface="和音 Joyo R" panose="00000500000000000000" pitchFamily="50" charset="-128"/>
                      <a:ea typeface="和音 Joyo R" panose="00000500000000000000" pitchFamily="50" charset="-128"/>
                    </a:rPr>
                    <a:t>Name</a:t>
                  </a:r>
                  <a:endParaRPr kumimoji="1" lang="ja-JP" altLang="en-US" sz="2000" b="1"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grpSp>
          <p:grpSp>
            <p:nvGrpSpPr>
              <p:cNvPr id="66" name="グループ化 65">
                <a:extLst>
                  <a:ext uri="{FF2B5EF4-FFF2-40B4-BE49-F238E27FC236}">
                    <a16:creationId xmlns:a16="http://schemas.microsoft.com/office/drawing/2014/main" id="{22FD0115-37B3-902D-E4CC-2F27E8E1E131}"/>
                  </a:ext>
                </a:extLst>
              </p:cNvPr>
              <p:cNvGrpSpPr/>
              <p:nvPr/>
            </p:nvGrpSpPr>
            <p:grpSpPr>
              <a:xfrm>
                <a:off x="4385124" y="1814244"/>
                <a:ext cx="3807405" cy="400110"/>
                <a:chOff x="4424518" y="1805236"/>
                <a:chExt cx="3807405" cy="400110"/>
              </a:xfrm>
            </p:grpSpPr>
            <p:sp>
              <p:nvSpPr>
                <p:cNvPr id="75" name="テキスト ボックス 74">
                  <a:extLst>
                    <a:ext uri="{FF2B5EF4-FFF2-40B4-BE49-F238E27FC236}">
                      <a16:creationId xmlns:a16="http://schemas.microsoft.com/office/drawing/2014/main" id="{279BD083-0FBB-C914-6293-3112A68FE7FC}"/>
                    </a:ext>
                  </a:extLst>
                </p:cNvPr>
                <p:cNvSpPr txBox="1"/>
                <p:nvPr/>
              </p:nvSpPr>
              <p:spPr>
                <a:xfrm>
                  <a:off x="4424518" y="1866792"/>
                  <a:ext cx="691215" cy="338554"/>
                </a:xfrm>
                <a:prstGeom prst="rect">
                  <a:avLst/>
                </a:prstGeom>
                <a:noFill/>
              </p:spPr>
              <p:txBody>
                <a:bodyPr wrap="none" rtlCol="0">
                  <a:spAutoFit/>
                </a:bodyPr>
                <a:lstStyle/>
                <a:p>
                  <a:pPr algn="ctr"/>
                  <a:r>
                    <a:rPr lang="en-US" altLang="ja-JP" sz="1600" b="1" dirty="0">
                      <a:solidFill>
                        <a:schemeClr val="tx1">
                          <a:lumMod val="85000"/>
                          <a:lumOff val="15000"/>
                        </a:schemeClr>
                      </a:solidFill>
                      <a:latin typeface="和音 Joyo R" panose="00000500000000000000" pitchFamily="50" charset="-128"/>
                      <a:ea typeface="和音 Joyo R" panose="00000500000000000000" pitchFamily="50" charset="-128"/>
                    </a:rPr>
                    <a:t>Date</a:t>
                  </a:r>
                  <a:endParaRPr kumimoji="1" lang="ja-JP" altLang="en-US" sz="2000" b="1"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sp>
              <p:nvSpPr>
                <p:cNvPr id="76" name="テキスト ボックス 75">
                  <a:extLst>
                    <a:ext uri="{FF2B5EF4-FFF2-40B4-BE49-F238E27FC236}">
                      <a16:creationId xmlns:a16="http://schemas.microsoft.com/office/drawing/2014/main" id="{5AAF5337-4B91-F3D1-839D-BBDB1D0323C2}"/>
                    </a:ext>
                  </a:extLst>
                </p:cNvPr>
                <p:cNvSpPr txBox="1"/>
                <p:nvPr/>
              </p:nvSpPr>
              <p:spPr>
                <a:xfrm>
                  <a:off x="5142615" y="1805236"/>
                  <a:ext cx="3089308" cy="400110"/>
                </a:xfrm>
                <a:prstGeom prst="rect">
                  <a:avLst/>
                </a:prstGeom>
                <a:noFill/>
              </p:spPr>
              <p:txBody>
                <a:bodyPr wrap="none" rtlCol="0">
                  <a:spAutoFit/>
                </a:bodyPr>
                <a:lstStyle/>
                <a:p>
                  <a:pPr algn="ctr"/>
                  <a:r>
                    <a:rPr lang="en-US" altLang="ja-JP" sz="2000" dirty="0">
                      <a:solidFill>
                        <a:schemeClr val="tx1">
                          <a:lumMod val="85000"/>
                          <a:lumOff val="15000"/>
                        </a:schemeClr>
                      </a:solidFill>
                      <a:latin typeface="和音 Joyo R" panose="00000500000000000000" pitchFamily="50" charset="-128"/>
                      <a:ea typeface="和音 Joyo R" panose="00000500000000000000" pitchFamily="50" charset="-128"/>
                    </a:rPr>
                    <a:t>YYYY/MM/DD</a:t>
                  </a:r>
                  <a:r>
                    <a:rPr lang="ja-JP" altLang="en-US" sz="2000" dirty="0">
                      <a:solidFill>
                        <a:schemeClr val="tx1">
                          <a:lumMod val="85000"/>
                          <a:lumOff val="15000"/>
                        </a:schemeClr>
                      </a:solidFill>
                      <a:latin typeface="和音 Joyo R" panose="00000500000000000000" pitchFamily="50" charset="-128"/>
                      <a:ea typeface="和音 Joyo R" panose="00000500000000000000" pitchFamily="50" charset="-128"/>
                    </a:rPr>
                    <a:t>　</a:t>
                  </a:r>
                  <a:r>
                    <a:rPr lang="en-US" altLang="ja-JP" sz="2000" dirty="0" err="1">
                      <a:solidFill>
                        <a:schemeClr val="tx1">
                          <a:lumMod val="85000"/>
                          <a:lumOff val="15000"/>
                        </a:schemeClr>
                      </a:solidFill>
                      <a:latin typeface="和音 Joyo R" panose="00000500000000000000" pitchFamily="50" charset="-128"/>
                      <a:ea typeface="和音 Joyo R" panose="00000500000000000000" pitchFamily="50" charset="-128"/>
                    </a:rPr>
                    <a:t>HH:mm</a:t>
                  </a:r>
                  <a:endParaRPr kumimoji="1" lang="ja-JP" altLang="en-US" sz="2800"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grpSp>
          <p:grpSp>
            <p:nvGrpSpPr>
              <p:cNvPr id="67" name="グループ化 66">
                <a:extLst>
                  <a:ext uri="{FF2B5EF4-FFF2-40B4-BE49-F238E27FC236}">
                    <a16:creationId xmlns:a16="http://schemas.microsoft.com/office/drawing/2014/main" id="{6302C2F7-7090-E6DB-4C57-C49773D48B1A}"/>
                  </a:ext>
                </a:extLst>
              </p:cNvPr>
              <p:cNvGrpSpPr/>
              <p:nvPr/>
            </p:nvGrpSpPr>
            <p:grpSpPr>
              <a:xfrm>
                <a:off x="8344535" y="1626697"/>
                <a:ext cx="2380516" cy="289960"/>
                <a:chOff x="8231923" y="1510868"/>
                <a:chExt cx="2380516" cy="289960"/>
              </a:xfrm>
            </p:grpSpPr>
            <p:sp>
              <p:nvSpPr>
                <p:cNvPr id="68" name="楕円 67">
                  <a:extLst>
                    <a:ext uri="{FF2B5EF4-FFF2-40B4-BE49-F238E27FC236}">
                      <a16:creationId xmlns:a16="http://schemas.microsoft.com/office/drawing/2014/main" id="{14F05899-A7DD-F0BD-9BFC-8D44F1EBEB8D}"/>
                    </a:ext>
                  </a:extLst>
                </p:cNvPr>
                <p:cNvSpPr/>
                <p:nvPr/>
              </p:nvSpPr>
              <p:spPr>
                <a:xfrm>
                  <a:off x="10322479"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9" name="ハート 68">
                  <a:extLst>
                    <a:ext uri="{FF2B5EF4-FFF2-40B4-BE49-F238E27FC236}">
                      <a16:creationId xmlns:a16="http://schemas.microsoft.com/office/drawing/2014/main" id="{869DA596-D2DF-339C-7DA5-DF7C260B1A70}"/>
                    </a:ext>
                  </a:extLst>
                </p:cNvPr>
                <p:cNvSpPr/>
                <p:nvPr/>
              </p:nvSpPr>
              <p:spPr>
                <a:xfrm>
                  <a:off x="8231923"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0" name="楕円 69">
                  <a:extLst>
                    <a:ext uri="{FF2B5EF4-FFF2-40B4-BE49-F238E27FC236}">
                      <a16:creationId xmlns:a16="http://schemas.microsoft.com/office/drawing/2014/main" id="{5D5B8C94-42CC-1D52-74DB-8754E7C07A94}"/>
                    </a:ext>
                  </a:extLst>
                </p:cNvPr>
                <p:cNvSpPr/>
                <p:nvPr/>
              </p:nvSpPr>
              <p:spPr>
                <a:xfrm>
                  <a:off x="9277201"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1" name="楕円 70">
                  <a:extLst>
                    <a:ext uri="{FF2B5EF4-FFF2-40B4-BE49-F238E27FC236}">
                      <a16:creationId xmlns:a16="http://schemas.microsoft.com/office/drawing/2014/main" id="{3F5586E8-5AAA-E2D5-17B2-1910C51999B6}"/>
                    </a:ext>
                  </a:extLst>
                </p:cNvPr>
                <p:cNvSpPr/>
                <p:nvPr/>
              </p:nvSpPr>
              <p:spPr>
                <a:xfrm>
                  <a:off x="9625628"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2" name="楕円 71">
                  <a:extLst>
                    <a:ext uri="{FF2B5EF4-FFF2-40B4-BE49-F238E27FC236}">
                      <a16:creationId xmlns:a16="http://schemas.microsoft.com/office/drawing/2014/main" id="{B44BCE42-7802-4D04-F4B4-282C386AE1E3}"/>
                    </a:ext>
                  </a:extLst>
                </p:cNvPr>
                <p:cNvSpPr/>
                <p:nvPr/>
              </p:nvSpPr>
              <p:spPr>
                <a:xfrm>
                  <a:off x="9974055"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3" name="ハート 72">
                  <a:extLst>
                    <a:ext uri="{FF2B5EF4-FFF2-40B4-BE49-F238E27FC236}">
                      <a16:creationId xmlns:a16="http://schemas.microsoft.com/office/drawing/2014/main" id="{5D312AE2-FDC3-6A01-0321-9D92D256DCDE}"/>
                    </a:ext>
                  </a:extLst>
                </p:cNvPr>
                <p:cNvSpPr/>
                <p:nvPr/>
              </p:nvSpPr>
              <p:spPr>
                <a:xfrm>
                  <a:off x="8580349"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4" name="ハート 73">
                  <a:extLst>
                    <a:ext uri="{FF2B5EF4-FFF2-40B4-BE49-F238E27FC236}">
                      <a16:creationId xmlns:a16="http://schemas.microsoft.com/office/drawing/2014/main" id="{A9C800AF-47B1-926D-7995-AE204F6E41EB}"/>
                    </a:ext>
                  </a:extLst>
                </p:cNvPr>
                <p:cNvSpPr/>
                <p:nvPr/>
              </p:nvSpPr>
              <p:spPr>
                <a:xfrm>
                  <a:off x="8928775"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grpSp>
      <p:grpSp>
        <p:nvGrpSpPr>
          <p:cNvPr id="94" name="グループ化 93">
            <a:extLst>
              <a:ext uri="{FF2B5EF4-FFF2-40B4-BE49-F238E27FC236}">
                <a16:creationId xmlns:a16="http://schemas.microsoft.com/office/drawing/2014/main" id="{FB96F91B-0B82-EF56-5309-FAF9E0981B00}"/>
              </a:ext>
            </a:extLst>
          </p:cNvPr>
          <p:cNvGrpSpPr/>
          <p:nvPr/>
        </p:nvGrpSpPr>
        <p:grpSpPr>
          <a:xfrm>
            <a:off x="2440821" y="4437628"/>
            <a:ext cx="8486935" cy="1186295"/>
            <a:chOff x="1116519" y="4412094"/>
            <a:chExt cx="8486935" cy="1186295"/>
          </a:xfrm>
        </p:grpSpPr>
        <p:grpSp>
          <p:nvGrpSpPr>
            <p:cNvPr id="27" name="グループ化 26">
              <a:extLst>
                <a:ext uri="{FF2B5EF4-FFF2-40B4-BE49-F238E27FC236}">
                  <a16:creationId xmlns:a16="http://schemas.microsoft.com/office/drawing/2014/main" id="{85614047-564C-3373-BF25-BCF30B388966}"/>
                </a:ext>
              </a:extLst>
            </p:cNvPr>
            <p:cNvGrpSpPr/>
            <p:nvPr/>
          </p:nvGrpSpPr>
          <p:grpSpPr>
            <a:xfrm>
              <a:off x="1116519" y="4412094"/>
              <a:ext cx="8486935" cy="1186295"/>
              <a:chOff x="1526425" y="935293"/>
              <a:chExt cx="8486935" cy="1186295"/>
            </a:xfrm>
          </p:grpSpPr>
          <p:sp>
            <p:nvSpPr>
              <p:cNvPr id="28" name="六角形 27">
                <a:extLst>
                  <a:ext uri="{FF2B5EF4-FFF2-40B4-BE49-F238E27FC236}">
                    <a16:creationId xmlns:a16="http://schemas.microsoft.com/office/drawing/2014/main" id="{8DAFE37D-261F-ECC9-3723-46667C85E347}"/>
                  </a:ext>
                </a:extLst>
              </p:cNvPr>
              <p:cNvSpPr/>
              <p:nvPr/>
            </p:nvSpPr>
            <p:spPr>
              <a:xfrm>
                <a:off x="1531691" y="935293"/>
                <a:ext cx="8481669" cy="1186295"/>
              </a:xfrm>
              <a:prstGeom prst="hexagon">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9" name="六角形 28">
                <a:extLst>
                  <a:ext uri="{FF2B5EF4-FFF2-40B4-BE49-F238E27FC236}">
                    <a16:creationId xmlns:a16="http://schemas.microsoft.com/office/drawing/2014/main" id="{7F936CEB-EFA1-03E1-8BAD-3684F952E6E7}"/>
                  </a:ext>
                </a:extLst>
              </p:cNvPr>
              <p:cNvSpPr/>
              <p:nvPr/>
            </p:nvSpPr>
            <p:spPr>
              <a:xfrm>
                <a:off x="1526425" y="935293"/>
                <a:ext cx="1649148" cy="1186295"/>
              </a:xfrm>
              <a:prstGeom prst="hexagon">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30" name="テキスト ボックス 29">
                <a:extLst>
                  <a:ext uri="{FF2B5EF4-FFF2-40B4-BE49-F238E27FC236}">
                    <a16:creationId xmlns:a16="http://schemas.microsoft.com/office/drawing/2014/main" id="{14607DEE-2297-92F9-4D60-D24B43B37340}"/>
                  </a:ext>
                </a:extLst>
              </p:cNvPr>
              <p:cNvSpPr txBox="1"/>
              <p:nvPr/>
            </p:nvSpPr>
            <p:spPr>
              <a:xfrm>
                <a:off x="1613457" y="1297608"/>
                <a:ext cx="1475084" cy="461665"/>
              </a:xfrm>
              <a:prstGeom prst="rect">
                <a:avLst/>
              </a:prstGeom>
              <a:noFill/>
            </p:spPr>
            <p:txBody>
              <a:bodyPr wrap="none" rtlCol="0">
                <a:spAutoFit/>
              </a:bodyPr>
              <a:lstStyle/>
              <a:p>
                <a:pPr algn="ctr"/>
                <a:r>
                  <a:rPr lang="en-US" altLang="ja-JP" sz="2400" b="1" dirty="0">
                    <a:solidFill>
                      <a:schemeClr val="bg1">
                        <a:lumMod val="95000"/>
                      </a:schemeClr>
                    </a:solidFill>
                    <a:latin typeface="和音 Joyo R" panose="00000500000000000000" pitchFamily="50" charset="-128"/>
                    <a:ea typeface="和音 Joyo R" panose="00000500000000000000" pitchFamily="50" charset="-128"/>
                  </a:rPr>
                  <a:t>SAVE02</a:t>
                </a:r>
                <a:endParaRPr kumimoji="1" lang="ja-JP" altLang="en-US" sz="3200" b="1" dirty="0">
                  <a:solidFill>
                    <a:schemeClr val="bg1">
                      <a:lumMod val="95000"/>
                    </a:schemeClr>
                  </a:solidFill>
                  <a:latin typeface="和音 Joyo R" panose="00000500000000000000" pitchFamily="50" charset="-128"/>
                  <a:ea typeface="和音 Joyo R" panose="00000500000000000000" pitchFamily="50" charset="-128"/>
                </a:endParaRPr>
              </a:p>
            </p:txBody>
          </p:sp>
        </p:grpSp>
        <p:grpSp>
          <p:nvGrpSpPr>
            <p:cNvPr id="79" name="グループ化 78">
              <a:extLst>
                <a:ext uri="{FF2B5EF4-FFF2-40B4-BE49-F238E27FC236}">
                  <a16:creationId xmlns:a16="http://schemas.microsoft.com/office/drawing/2014/main" id="{C891D6B2-B67C-E2C0-FB68-89836429D948}"/>
                </a:ext>
              </a:extLst>
            </p:cNvPr>
            <p:cNvGrpSpPr/>
            <p:nvPr/>
          </p:nvGrpSpPr>
          <p:grpSpPr>
            <a:xfrm>
              <a:off x="2926036" y="4541944"/>
              <a:ext cx="6339927" cy="926594"/>
              <a:chOff x="4385124" y="1287760"/>
              <a:chExt cx="6339927" cy="926594"/>
            </a:xfrm>
          </p:grpSpPr>
          <p:grpSp>
            <p:nvGrpSpPr>
              <p:cNvPr id="80" name="グループ化 79">
                <a:extLst>
                  <a:ext uri="{FF2B5EF4-FFF2-40B4-BE49-F238E27FC236}">
                    <a16:creationId xmlns:a16="http://schemas.microsoft.com/office/drawing/2014/main" id="{98376364-5BE0-F9AB-2ED8-90784891CD76}"/>
                  </a:ext>
                </a:extLst>
              </p:cNvPr>
              <p:cNvGrpSpPr/>
              <p:nvPr/>
            </p:nvGrpSpPr>
            <p:grpSpPr>
              <a:xfrm>
                <a:off x="4385124" y="1287760"/>
                <a:ext cx="2037377" cy="400110"/>
                <a:chOff x="4385124" y="1278752"/>
                <a:chExt cx="2037377" cy="400110"/>
              </a:xfrm>
            </p:grpSpPr>
            <p:sp>
              <p:nvSpPr>
                <p:cNvPr id="92" name="テキスト ボックス 91">
                  <a:extLst>
                    <a:ext uri="{FF2B5EF4-FFF2-40B4-BE49-F238E27FC236}">
                      <a16:creationId xmlns:a16="http://schemas.microsoft.com/office/drawing/2014/main" id="{3149BF12-D753-65C2-D108-E71F1509259D}"/>
                    </a:ext>
                  </a:extLst>
                </p:cNvPr>
                <p:cNvSpPr txBox="1"/>
                <p:nvPr/>
              </p:nvSpPr>
              <p:spPr>
                <a:xfrm>
                  <a:off x="5115733" y="1278752"/>
                  <a:ext cx="1306768" cy="400110"/>
                </a:xfrm>
                <a:prstGeom prst="rect">
                  <a:avLst/>
                </a:prstGeom>
                <a:noFill/>
              </p:spPr>
              <p:txBody>
                <a:bodyPr wrap="none" rtlCol="0">
                  <a:spAutoFit/>
                </a:bodyPr>
                <a:lstStyle/>
                <a:p>
                  <a:pPr algn="ctr"/>
                  <a:r>
                    <a:rPr lang="ja-JP" altLang="en-US" sz="2000" b="1" dirty="0">
                      <a:solidFill>
                        <a:schemeClr val="tx1">
                          <a:lumMod val="85000"/>
                          <a:lumOff val="15000"/>
                        </a:schemeClr>
                      </a:solidFill>
                      <a:latin typeface="和音 Joyo R" panose="00000500000000000000" pitchFamily="50" charset="-128"/>
                      <a:ea typeface="和音 Joyo R" panose="00000500000000000000" pitchFamily="50" charset="-128"/>
                    </a:rPr>
                    <a:t>○○ △△</a:t>
                  </a:r>
                  <a:endParaRPr kumimoji="1" lang="ja-JP" altLang="en-US" sz="2800" b="1"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sp>
              <p:nvSpPr>
                <p:cNvPr id="93" name="テキスト ボックス 92">
                  <a:extLst>
                    <a:ext uri="{FF2B5EF4-FFF2-40B4-BE49-F238E27FC236}">
                      <a16:creationId xmlns:a16="http://schemas.microsoft.com/office/drawing/2014/main" id="{8BDCCB28-9346-9AF8-5D8F-564E3E417934}"/>
                    </a:ext>
                  </a:extLst>
                </p:cNvPr>
                <p:cNvSpPr txBox="1"/>
                <p:nvPr/>
              </p:nvSpPr>
              <p:spPr>
                <a:xfrm>
                  <a:off x="4385124" y="1340308"/>
                  <a:ext cx="777777" cy="338554"/>
                </a:xfrm>
                <a:prstGeom prst="rect">
                  <a:avLst/>
                </a:prstGeom>
                <a:noFill/>
              </p:spPr>
              <p:txBody>
                <a:bodyPr wrap="none" rtlCol="0">
                  <a:spAutoFit/>
                </a:bodyPr>
                <a:lstStyle/>
                <a:p>
                  <a:pPr algn="ctr"/>
                  <a:r>
                    <a:rPr lang="en-US" altLang="ja-JP" sz="1600" b="1" dirty="0">
                      <a:solidFill>
                        <a:schemeClr val="tx1">
                          <a:lumMod val="85000"/>
                          <a:lumOff val="15000"/>
                        </a:schemeClr>
                      </a:solidFill>
                      <a:latin typeface="和音 Joyo R" panose="00000500000000000000" pitchFamily="50" charset="-128"/>
                      <a:ea typeface="和音 Joyo R" panose="00000500000000000000" pitchFamily="50" charset="-128"/>
                    </a:rPr>
                    <a:t>Name</a:t>
                  </a:r>
                  <a:endParaRPr kumimoji="1" lang="ja-JP" altLang="en-US" sz="2000" b="1"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grpSp>
          <p:grpSp>
            <p:nvGrpSpPr>
              <p:cNvPr id="81" name="グループ化 80">
                <a:extLst>
                  <a:ext uri="{FF2B5EF4-FFF2-40B4-BE49-F238E27FC236}">
                    <a16:creationId xmlns:a16="http://schemas.microsoft.com/office/drawing/2014/main" id="{C97225A9-6B34-8BCF-EDE1-59B02C6C00F6}"/>
                  </a:ext>
                </a:extLst>
              </p:cNvPr>
              <p:cNvGrpSpPr/>
              <p:nvPr/>
            </p:nvGrpSpPr>
            <p:grpSpPr>
              <a:xfrm>
                <a:off x="4385124" y="1814244"/>
                <a:ext cx="3807405" cy="400110"/>
                <a:chOff x="4424518" y="1805236"/>
                <a:chExt cx="3807405" cy="400110"/>
              </a:xfrm>
            </p:grpSpPr>
            <p:sp>
              <p:nvSpPr>
                <p:cNvPr id="90" name="テキスト ボックス 89">
                  <a:extLst>
                    <a:ext uri="{FF2B5EF4-FFF2-40B4-BE49-F238E27FC236}">
                      <a16:creationId xmlns:a16="http://schemas.microsoft.com/office/drawing/2014/main" id="{B842548A-B663-E87F-9BA3-95D94095121B}"/>
                    </a:ext>
                  </a:extLst>
                </p:cNvPr>
                <p:cNvSpPr txBox="1"/>
                <p:nvPr/>
              </p:nvSpPr>
              <p:spPr>
                <a:xfrm>
                  <a:off x="4424518" y="1866792"/>
                  <a:ext cx="691215" cy="338554"/>
                </a:xfrm>
                <a:prstGeom prst="rect">
                  <a:avLst/>
                </a:prstGeom>
                <a:noFill/>
              </p:spPr>
              <p:txBody>
                <a:bodyPr wrap="none" rtlCol="0">
                  <a:spAutoFit/>
                </a:bodyPr>
                <a:lstStyle/>
                <a:p>
                  <a:pPr algn="ctr"/>
                  <a:r>
                    <a:rPr lang="en-US" altLang="ja-JP" sz="1600" b="1" dirty="0">
                      <a:solidFill>
                        <a:schemeClr val="tx1">
                          <a:lumMod val="85000"/>
                          <a:lumOff val="15000"/>
                        </a:schemeClr>
                      </a:solidFill>
                      <a:latin typeface="和音 Joyo R" panose="00000500000000000000" pitchFamily="50" charset="-128"/>
                      <a:ea typeface="和音 Joyo R" panose="00000500000000000000" pitchFamily="50" charset="-128"/>
                    </a:rPr>
                    <a:t>Date</a:t>
                  </a:r>
                  <a:endParaRPr kumimoji="1" lang="ja-JP" altLang="en-US" sz="2000" b="1"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sp>
              <p:nvSpPr>
                <p:cNvPr id="91" name="テキスト ボックス 90">
                  <a:extLst>
                    <a:ext uri="{FF2B5EF4-FFF2-40B4-BE49-F238E27FC236}">
                      <a16:creationId xmlns:a16="http://schemas.microsoft.com/office/drawing/2014/main" id="{D4C8E6E1-A8DC-BC15-32C1-55F3DB115BC2}"/>
                    </a:ext>
                  </a:extLst>
                </p:cNvPr>
                <p:cNvSpPr txBox="1"/>
                <p:nvPr/>
              </p:nvSpPr>
              <p:spPr>
                <a:xfrm>
                  <a:off x="5142615" y="1805236"/>
                  <a:ext cx="3089308" cy="400110"/>
                </a:xfrm>
                <a:prstGeom prst="rect">
                  <a:avLst/>
                </a:prstGeom>
                <a:noFill/>
              </p:spPr>
              <p:txBody>
                <a:bodyPr wrap="none" rtlCol="0">
                  <a:spAutoFit/>
                </a:bodyPr>
                <a:lstStyle/>
                <a:p>
                  <a:pPr algn="ctr"/>
                  <a:r>
                    <a:rPr lang="en-US" altLang="ja-JP" sz="2000" dirty="0">
                      <a:solidFill>
                        <a:schemeClr val="tx1">
                          <a:lumMod val="85000"/>
                          <a:lumOff val="15000"/>
                        </a:schemeClr>
                      </a:solidFill>
                      <a:latin typeface="和音 Joyo R" panose="00000500000000000000" pitchFamily="50" charset="-128"/>
                      <a:ea typeface="和音 Joyo R" panose="00000500000000000000" pitchFamily="50" charset="-128"/>
                    </a:rPr>
                    <a:t>YYYY/MM/DD</a:t>
                  </a:r>
                  <a:r>
                    <a:rPr lang="ja-JP" altLang="en-US" sz="2000" dirty="0">
                      <a:solidFill>
                        <a:schemeClr val="tx1">
                          <a:lumMod val="85000"/>
                          <a:lumOff val="15000"/>
                        </a:schemeClr>
                      </a:solidFill>
                      <a:latin typeface="和音 Joyo R" panose="00000500000000000000" pitchFamily="50" charset="-128"/>
                      <a:ea typeface="和音 Joyo R" panose="00000500000000000000" pitchFamily="50" charset="-128"/>
                    </a:rPr>
                    <a:t>　</a:t>
                  </a:r>
                  <a:r>
                    <a:rPr lang="en-US" altLang="ja-JP" sz="2000" dirty="0" err="1">
                      <a:solidFill>
                        <a:schemeClr val="tx1">
                          <a:lumMod val="85000"/>
                          <a:lumOff val="15000"/>
                        </a:schemeClr>
                      </a:solidFill>
                      <a:latin typeface="和音 Joyo R" panose="00000500000000000000" pitchFamily="50" charset="-128"/>
                      <a:ea typeface="和音 Joyo R" panose="00000500000000000000" pitchFamily="50" charset="-128"/>
                    </a:rPr>
                    <a:t>HH:mm</a:t>
                  </a:r>
                  <a:endParaRPr kumimoji="1" lang="ja-JP" altLang="en-US" sz="2800"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grpSp>
          <p:grpSp>
            <p:nvGrpSpPr>
              <p:cNvPr id="82" name="グループ化 81">
                <a:extLst>
                  <a:ext uri="{FF2B5EF4-FFF2-40B4-BE49-F238E27FC236}">
                    <a16:creationId xmlns:a16="http://schemas.microsoft.com/office/drawing/2014/main" id="{E6704197-5EAF-D976-1378-8D8A38E2B67E}"/>
                  </a:ext>
                </a:extLst>
              </p:cNvPr>
              <p:cNvGrpSpPr/>
              <p:nvPr/>
            </p:nvGrpSpPr>
            <p:grpSpPr>
              <a:xfrm>
                <a:off x="8344535" y="1626697"/>
                <a:ext cx="2380516" cy="289960"/>
                <a:chOff x="8231923" y="1510868"/>
                <a:chExt cx="2380516" cy="289960"/>
              </a:xfrm>
            </p:grpSpPr>
            <p:sp>
              <p:nvSpPr>
                <p:cNvPr id="83" name="楕円 82">
                  <a:extLst>
                    <a:ext uri="{FF2B5EF4-FFF2-40B4-BE49-F238E27FC236}">
                      <a16:creationId xmlns:a16="http://schemas.microsoft.com/office/drawing/2014/main" id="{F68C4DF0-F40A-CA31-F9B8-3A43B9D952DD}"/>
                    </a:ext>
                  </a:extLst>
                </p:cNvPr>
                <p:cNvSpPr/>
                <p:nvPr/>
              </p:nvSpPr>
              <p:spPr>
                <a:xfrm>
                  <a:off x="10322479"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4" name="ハート 83">
                  <a:extLst>
                    <a:ext uri="{FF2B5EF4-FFF2-40B4-BE49-F238E27FC236}">
                      <a16:creationId xmlns:a16="http://schemas.microsoft.com/office/drawing/2014/main" id="{5B50C1AD-C375-B695-8056-8452C4BC7BA4}"/>
                    </a:ext>
                  </a:extLst>
                </p:cNvPr>
                <p:cNvSpPr/>
                <p:nvPr/>
              </p:nvSpPr>
              <p:spPr>
                <a:xfrm>
                  <a:off x="8231923"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5" name="楕円 84">
                  <a:extLst>
                    <a:ext uri="{FF2B5EF4-FFF2-40B4-BE49-F238E27FC236}">
                      <a16:creationId xmlns:a16="http://schemas.microsoft.com/office/drawing/2014/main" id="{38F8B2B4-8DD5-551B-9CE9-B3EA6D7B1690}"/>
                    </a:ext>
                  </a:extLst>
                </p:cNvPr>
                <p:cNvSpPr/>
                <p:nvPr/>
              </p:nvSpPr>
              <p:spPr>
                <a:xfrm>
                  <a:off x="9277201"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6" name="楕円 85">
                  <a:extLst>
                    <a:ext uri="{FF2B5EF4-FFF2-40B4-BE49-F238E27FC236}">
                      <a16:creationId xmlns:a16="http://schemas.microsoft.com/office/drawing/2014/main" id="{F25F014C-2DC4-2479-092C-976D305874AD}"/>
                    </a:ext>
                  </a:extLst>
                </p:cNvPr>
                <p:cNvSpPr/>
                <p:nvPr/>
              </p:nvSpPr>
              <p:spPr>
                <a:xfrm>
                  <a:off x="9625628"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7" name="楕円 86">
                  <a:extLst>
                    <a:ext uri="{FF2B5EF4-FFF2-40B4-BE49-F238E27FC236}">
                      <a16:creationId xmlns:a16="http://schemas.microsoft.com/office/drawing/2014/main" id="{84631D34-9221-42F4-812B-7D1EF7E497ED}"/>
                    </a:ext>
                  </a:extLst>
                </p:cNvPr>
                <p:cNvSpPr/>
                <p:nvPr/>
              </p:nvSpPr>
              <p:spPr>
                <a:xfrm>
                  <a:off x="9974055"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8" name="ハート 87">
                  <a:extLst>
                    <a:ext uri="{FF2B5EF4-FFF2-40B4-BE49-F238E27FC236}">
                      <a16:creationId xmlns:a16="http://schemas.microsoft.com/office/drawing/2014/main" id="{89A746F1-333F-5B06-1077-A52600392E38}"/>
                    </a:ext>
                  </a:extLst>
                </p:cNvPr>
                <p:cNvSpPr/>
                <p:nvPr/>
              </p:nvSpPr>
              <p:spPr>
                <a:xfrm>
                  <a:off x="8580349"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9" name="ハート 88">
                  <a:extLst>
                    <a:ext uri="{FF2B5EF4-FFF2-40B4-BE49-F238E27FC236}">
                      <a16:creationId xmlns:a16="http://schemas.microsoft.com/office/drawing/2014/main" id="{B680D485-B6FC-3AA4-9159-5B3EE55961C0}"/>
                    </a:ext>
                  </a:extLst>
                </p:cNvPr>
                <p:cNvSpPr/>
                <p:nvPr/>
              </p:nvSpPr>
              <p:spPr>
                <a:xfrm>
                  <a:off x="8928775"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grpSp>
      <p:grpSp>
        <p:nvGrpSpPr>
          <p:cNvPr id="95" name="グループ化 94">
            <a:extLst>
              <a:ext uri="{FF2B5EF4-FFF2-40B4-BE49-F238E27FC236}">
                <a16:creationId xmlns:a16="http://schemas.microsoft.com/office/drawing/2014/main" id="{BF2328B9-DD8B-B6D5-0156-3413BC0F9061}"/>
              </a:ext>
            </a:extLst>
          </p:cNvPr>
          <p:cNvGrpSpPr/>
          <p:nvPr/>
        </p:nvGrpSpPr>
        <p:grpSpPr>
          <a:xfrm>
            <a:off x="2440821" y="6067176"/>
            <a:ext cx="8486935" cy="1186295"/>
            <a:chOff x="1116519" y="4412094"/>
            <a:chExt cx="8486935" cy="1186295"/>
          </a:xfrm>
        </p:grpSpPr>
        <p:grpSp>
          <p:nvGrpSpPr>
            <p:cNvPr id="96" name="グループ化 95">
              <a:extLst>
                <a:ext uri="{FF2B5EF4-FFF2-40B4-BE49-F238E27FC236}">
                  <a16:creationId xmlns:a16="http://schemas.microsoft.com/office/drawing/2014/main" id="{44774020-A9CF-251D-4153-A19DAF1D0BA0}"/>
                </a:ext>
              </a:extLst>
            </p:cNvPr>
            <p:cNvGrpSpPr/>
            <p:nvPr/>
          </p:nvGrpSpPr>
          <p:grpSpPr>
            <a:xfrm>
              <a:off x="1116519" y="4412094"/>
              <a:ext cx="8486935" cy="1186295"/>
              <a:chOff x="1526425" y="935293"/>
              <a:chExt cx="8486935" cy="1186295"/>
            </a:xfrm>
          </p:grpSpPr>
          <p:sp>
            <p:nvSpPr>
              <p:cNvPr id="112" name="六角形 111">
                <a:extLst>
                  <a:ext uri="{FF2B5EF4-FFF2-40B4-BE49-F238E27FC236}">
                    <a16:creationId xmlns:a16="http://schemas.microsoft.com/office/drawing/2014/main" id="{19B322A6-5A78-0591-4ED5-988CCAB3D65C}"/>
                  </a:ext>
                </a:extLst>
              </p:cNvPr>
              <p:cNvSpPr/>
              <p:nvPr/>
            </p:nvSpPr>
            <p:spPr>
              <a:xfrm>
                <a:off x="1531691" y="935293"/>
                <a:ext cx="8481669" cy="1186295"/>
              </a:xfrm>
              <a:prstGeom prst="hexagon">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13" name="六角形 112">
                <a:extLst>
                  <a:ext uri="{FF2B5EF4-FFF2-40B4-BE49-F238E27FC236}">
                    <a16:creationId xmlns:a16="http://schemas.microsoft.com/office/drawing/2014/main" id="{30476FFC-51CB-CBAF-3BB3-BC7058D60634}"/>
                  </a:ext>
                </a:extLst>
              </p:cNvPr>
              <p:cNvSpPr/>
              <p:nvPr/>
            </p:nvSpPr>
            <p:spPr>
              <a:xfrm>
                <a:off x="1526425" y="935293"/>
                <a:ext cx="1649148" cy="1186295"/>
              </a:xfrm>
              <a:prstGeom prst="hexagon">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14" name="テキスト ボックス 113">
                <a:extLst>
                  <a:ext uri="{FF2B5EF4-FFF2-40B4-BE49-F238E27FC236}">
                    <a16:creationId xmlns:a16="http://schemas.microsoft.com/office/drawing/2014/main" id="{0E995D27-C2CC-1440-25D3-9B54337A1499}"/>
                  </a:ext>
                </a:extLst>
              </p:cNvPr>
              <p:cNvSpPr txBox="1"/>
              <p:nvPr/>
            </p:nvSpPr>
            <p:spPr>
              <a:xfrm>
                <a:off x="1620671" y="1297608"/>
                <a:ext cx="1460657" cy="461665"/>
              </a:xfrm>
              <a:prstGeom prst="rect">
                <a:avLst/>
              </a:prstGeom>
              <a:noFill/>
            </p:spPr>
            <p:txBody>
              <a:bodyPr wrap="none" rtlCol="0">
                <a:spAutoFit/>
              </a:bodyPr>
              <a:lstStyle/>
              <a:p>
                <a:pPr algn="ctr"/>
                <a:r>
                  <a:rPr lang="en-US" altLang="ja-JP" sz="2400" b="1" dirty="0">
                    <a:solidFill>
                      <a:schemeClr val="bg1">
                        <a:lumMod val="95000"/>
                      </a:schemeClr>
                    </a:solidFill>
                    <a:latin typeface="和音 Joyo R" panose="00000500000000000000" pitchFamily="50" charset="-128"/>
                    <a:ea typeface="和音 Joyo R" panose="00000500000000000000" pitchFamily="50" charset="-128"/>
                  </a:rPr>
                  <a:t>SAVE03</a:t>
                </a:r>
                <a:endParaRPr kumimoji="1" lang="ja-JP" altLang="en-US" sz="3200" b="1" dirty="0">
                  <a:solidFill>
                    <a:schemeClr val="bg1">
                      <a:lumMod val="95000"/>
                    </a:schemeClr>
                  </a:solidFill>
                  <a:latin typeface="和音 Joyo R" panose="00000500000000000000" pitchFamily="50" charset="-128"/>
                  <a:ea typeface="和音 Joyo R" panose="00000500000000000000" pitchFamily="50" charset="-128"/>
                </a:endParaRPr>
              </a:p>
            </p:txBody>
          </p:sp>
        </p:grpSp>
        <p:grpSp>
          <p:nvGrpSpPr>
            <p:cNvPr id="97" name="グループ化 96">
              <a:extLst>
                <a:ext uri="{FF2B5EF4-FFF2-40B4-BE49-F238E27FC236}">
                  <a16:creationId xmlns:a16="http://schemas.microsoft.com/office/drawing/2014/main" id="{C463AAFE-86E7-2F4A-4972-EED59FE82771}"/>
                </a:ext>
              </a:extLst>
            </p:cNvPr>
            <p:cNvGrpSpPr/>
            <p:nvPr/>
          </p:nvGrpSpPr>
          <p:grpSpPr>
            <a:xfrm>
              <a:off x="2926036" y="4541944"/>
              <a:ext cx="6339927" cy="926594"/>
              <a:chOff x="4385124" y="1287760"/>
              <a:chExt cx="6339927" cy="926594"/>
            </a:xfrm>
          </p:grpSpPr>
          <p:grpSp>
            <p:nvGrpSpPr>
              <p:cNvPr id="98" name="グループ化 97">
                <a:extLst>
                  <a:ext uri="{FF2B5EF4-FFF2-40B4-BE49-F238E27FC236}">
                    <a16:creationId xmlns:a16="http://schemas.microsoft.com/office/drawing/2014/main" id="{7F9DC320-EAC6-22C6-9FB3-85A3885AA49A}"/>
                  </a:ext>
                </a:extLst>
              </p:cNvPr>
              <p:cNvGrpSpPr/>
              <p:nvPr/>
            </p:nvGrpSpPr>
            <p:grpSpPr>
              <a:xfrm>
                <a:off x="4385124" y="1287760"/>
                <a:ext cx="2037377" cy="400110"/>
                <a:chOff x="4385124" y="1278752"/>
                <a:chExt cx="2037377" cy="400110"/>
              </a:xfrm>
            </p:grpSpPr>
            <p:sp>
              <p:nvSpPr>
                <p:cNvPr id="110" name="テキスト ボックス 109">
                  <a:extLst>
                    <a:ext uri="{FF2B5EF4-FFF2-40B4-BE49-F238E27FC236}">
                      <a16:creationId xmlns:a16="http://schemas.microsoft.com/office/drawing/2014/main" id="{49BB5B41-1F5A-C0A0-6800-3D0A5AD9464E}"/>
                    </a:ext>
                  </a:extLst>
                </p:cNvPr>
                <p:cNvSpPr txBox="1"/>
                <p:nvPr/>
              </p:nvSpPr>
              <p:spPr>
                <a:xfrm>
                  <a:off x="5115733" y="1278752"/>
                  <a:ext cx="1306768" cy="400110"/>
                </a:xfrm>
                <a:prstGeom prst="rect">
                  <a:avLst/>
                </a:prstGeom>
                <a:noFill/>
              </p:spPr>
              <p:txBody>
                <a:bodyPr wrap="none" rtlCol="0">
                  <a:spAutoFit/>
                </a:bodyPr>
                <a:lstStyle/>
                <a:p>
                  <a:pPr algn="ctr"/>
                  <a:r>
                    <a:rPr lang="ja-JP" altLang="en-US" sz="2000" b="1" dirty="0">
                      <a:solidFill>
                        <a:schemeClr val="tx1">
                          <a:lumMod val="85000"/>
                          <a:lumOff val="15000"/>
                        </a:schemeClr>
                      </a:solidFill>
                      <a:latin typeface="和音 Joyo R" panose="00000500000000000000" pitchFamily="50" charset="-128"/>
                      <a:ea typeface="和音 Joyo R" panose="00000500000000000000" pitchFamily="50" charset="-128"/>
                    </a:rPr>
                    <a:t>○○ △△</a:t>
                  </a:r>
                  <a:endParaRPr kumimoji="1" lang="ja-JP" altLang="en-US" sz="2800" b="1"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sp>
              <p:nvSpPr>
                <p:cNvPr id="111" name="テキスト ボックス 110">
                  <a:extLst>
                    <a:ext uri="{FF2B5EF4-FFF2-40B4-BE49-F238E27FC236}">
                      <a16:creationId xmlns:a16="http://schemas.microsoft.com/office/drawing/2014/main" id="{AC5E3F0B-4E84-079E-8735-8517EDDEF2A6}"/>
                    </a:ext>
                  </a:extLst>
                </p:cNvPr>
                <p:cNvSpPr txBox="1"/>
                <p:nvPr/>
              </p:nvSpPr>
              <p:spPr>
                <a:xfrm>
                  <a:off x="4385124" y="1340308"/>
                  <a:ext cx="777777" cy="338554"/>
                </a:xfrm>
                <a:prstGeom prst="rect">
                  <a:avLst/>
                </a:prstGeom>
                <a:noFill/>
              </p:spPr>
              <p:txBody>
                <a:bodyPr wrap="none" rtlCol="0">
                  <a:spAutoFit/>
                </a:bodyPr>
                <a:lstStyle/>
                <a:p>
                  <a:pPr algn="ctr"/>
                  <a:r>
                    <a:rPr lang="en-US" altLang="ja-JP" sz="1600" b="1" dirty="0">
                      <a:solidFill>
                        <a:schemeClr val="tx1">
                          <a:lumMod val="85000"/>
                          <a:lumOff val="15000"/>
                        </a:schemeClr>
                      </a:solidFill>
                      <a:latin typeface="和音 Joyo R" panose="00000500000000000000" pitchFamily="50" charset="-128"/>
                      <a:ea typeface="和音 Joyo R" panose="00000500000000000000" pitchFamily="50" charset="-128"/>
                    </a:rPr>
                    <a:t>Name</a:t>
                  </a:r>
                  <a:endParaRPr kumimoji="1" lang="ja-JP" altLang="en-US" sz="2000" b="1"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grpSp>
          <p:grpSp>
            <p:nvGrpSpPr>
              <p:cNvPr id="99" name="グループ化 98">
                <a:extLst>
                  <a:ext uri="{FF2B5EF4-FFF2-40B4-BE49-F238E27FC236}">
                    <a16:creationId xmlns:a16="http://schemas.microsoft.com/office/drawing/2014/main" id="{818AC18D-7A3F-F55F-2BC8-2391E8090820}"/>
                  </a:ext>
                </a:extLst>
              </p:cNvPr>
              <p:cNvGrpSpPr/>
              <p:nvPr/>
            </p:nvGrpSpPr>
            <p:grpSpPr>
              <a:xfrm>
                <a:off x="4385124" y="1814244"/>
                <a:ext cx="3807405" cy="400110"/>
                <a:chOff x="4424518" y="1805236"/>
                <a:chExt cx="3807405" cy="400110"/>
              </a:xfrm>
            </p:grpSpPr>
            <p:sp>
              <p:nvSpPr>
                <p:cNvPr id="108" name="テキスト ボックス 107">
                  <a:extLst>
                    <a:ext uri="{FF2B5EF4-FFF2-40B4-BE49-F238E27FC236}">
                      <a16:creationId xmlns:a16="http://schemas.microsoft.com/office/drawing/2014/main" id="{762C7EFD-F55A-3AEA-A744-6413AE21F947}"/>
                    </a:ext>
                  </a:extLst>
                </p:cNvPr>
                <p:cNvSpPr txBox="1"/>
                <p:nvPr/>
              </p:nvSpPr>
              <p:spPr>
                <a:xfrm>
                  <a:off x="4424518" y="1866792"/>
                  <a:ext cx="691215" cy="338554"/>
                </a:xfrm>
                <a:prstGeom prst="rect">
                  <a:avLst/>
                </a:prstGeom>
                <a:noFill/>
              </p:spPr>
              <p:txBody>
                <a:bodyPr wrap="none" rtlCol="0">
                  <a:spAutoFit/>
                </a:bodyPr>
                <a:lstStyle/>
                <a:p>
                  <a:pPr algn="ctr"/>
                  <a:r>
                    <a:rPr lang="en-US" altLang="ja-JP" sz="1600" b="1" dirty="0">
                      <a:solidFill>
                        <a:schemeClr val="tx1">
                          <a:lumMod val="85000"/>
                          <a:lumOff val="15000"/>
                        </a:schemeClr>
                      </a:solidFill>
                      <a:latin typeface="和音 Joyo R" panose="00000500000000000000" pitchFamily="50" charset="-128"/>
                      <a:ea typeface="和音 Joyo R" panose="00000500000000000000" pitchFamily="50" charset="-128"/>
                    </a:rPr>
                    <a:t>Date</a:t>
                  </a:r>
                  <a:endParaRPr kumimoji="1" lang="ja-JP" altLang="en-US" sz="2000" b="1"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sp>
              <p:nvSpPr>
                <p:cNvPr id="109" name="テキスト ボックス 108">
                  <a:extLst>
                    <a:ext uri="{FF2B5EF4-FFF2-40B4-BE49-F238E27FC236}">
                      <a16:creationId xmlns:a16="http://schemas.microsoft.com/office/drawing/2014/main" id="{1F75A11D-6D1D-B72D-A527-AAAE7542D6F8}"/>
                    </a:ext>
                  </a:extLst>
                </p:cNvPr>
                <p:cNvSpPr txBox="1"/>
                <p:nvPr/>
              </p:nvSpPr>
              <p:spPr>
                <a:xfrm>
                  <a:off x="5142615" y="1805236"/>
                  <a:ext cx="3089308" cy="400110"/>
                </a:xfrm>
                <a:prstGeom prst="rect">
                  <a:avLst/>
                </a:prstGeom>
                <a:noFill/>
              </p:spPr>
              <p:txBody>
                <a:bodyPr wrap="none" rtlCol="0">
                  <a:spAutoFit/>
                </a:bodyPr>
                <a:lstStyle/>
                <a:p>
                  <a:pPr algn="ctr"/>
                  <a:r>
                    <a:rPr lang="en-US" altLang="ja-JP" sz="2000" dirty="0">
                      <a:solidFill>
                        <a:schemeClr val="tx1">
                          <a:lumMod val="85000"/>
                          <a:lumOff val="15000"/>
                        </a:schemeClr>
                      </a:solidFill>
                      <a:latin typeface="和音 Joyo R" panose="00000500000000000000" pitchFamily="50" charset="-128"/>
                      <a:ea typeface="和音 Joyo R" panose="00000500000000000000" pitchFamily="50" charset="-128"/>
                    </a:rPr>
                    <a:t>YYYY/MM/DD</a:t>
                  </a:r>
                  <a:r>
                    <a:rPr lang="ja-JP" altLang="en-US" sz="2000" dirty="0">
                      <a:solidFill>
                        <a:schemeClr val="tx1">
                          <a:lumMod val="85000"/>
                          <a:lumOff val="15000"/>
                        </a:schemeClr>
                      </a:solidFill>
                      <a:latin typeface="和音 Joyo R" panose="00000500000000000000" pitchFamily="50" charset="-128"/>
                      <a:ea typeface="和音 Joyo R" panose="00000500000000000000" pitchFamily="50" charset="-128"/>
                    </a:rPr>
                    <a:t>　</a:t>
                  </a:r>
                  <a:r>
                    <a:rPr lang="en-US" altLang="ja-JP" sz="2000" dirty="0" err="1">
                      <a:solidFill>
                        <a:schemeClr val="tx1">
                          <a:lumMod val="85000"/>
                          <a:lumOff val="15000"/>
                        </a:schemeClr>
                      </a:solidFill>
                      <a:latin typeface="和音 Joyo R" panose="00000500000000000000" pitchFamily="50" charset="-128"/>
                      <a:ea typeface="和音 Joyo R" panose="00000500000000000000" pitchFamily="50" charset="-128"/>
                    </a:rPr>
                    <a:t>HH:mm</a:t>
                  </a:r>
                  <a:endParaRPr kumimoji="1" lang="ja-JP" altLang="en-US" sz="2800"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grpSp>
          <p:grpSp>
            <p:nvGrpSpPr>
              <p:cNvPr id="100" name="グループ化 99">
                <a:extLst>
                  <a:ext uri="{FF2B5EF4-FFF2-40B4-BE49-F238E27FC236}">
                    <a16:creationId xmlns:a16="http://schemas.microsoft.com/office/drawing/2014/main" id="{07C1E30A-AC1A-6406-137F-E0E164733814}"/>
                  </a:ext>
                </a:extLst>
              </p:cNvPr>
              <p:cNvGrpSpPr/>
              <p:nvPr/>
            </p:nvGrpSpPr>
            <p:grpSpPr>
              <a:xfrm>
                <a:off x="8344535" y="1626697"/>
                <a:ext cx="2380516" cy="289960"/>
                <a:chOff x="8231923" y="1510868"/>
                <a:chExt cx="2380516" cy="289960"/>
              </a:xfrm>
            </p:grpSpPr>
            <p:sp>
              <p:nvSpPr>
                <p:cNvPr id="101" name="楕円 100">
                  <a:extLst>
                    <a:ext uri="{FF2B5EF4-FFF2-40B4-BE49-F238E27FC236}">
                      <a16:creationId xmlns:a16="http://schemas.microsoft.com/office/drawing/2014/main" id="{5ABE3891-27ED-19C3-1112-0D8E8D6B0275}"/>
                    </a:ext>
                  </a:extLst>
                </p:cNvPr>
                <p:cNvSpPr/>
                <p:nvPr/>
              </p:nvSpPr>
              <p:spPr>
                <a:xfrm>
                  <a:off x="10322479"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2" name="ハート 101">
                  <a:extLst>
                    <a:ext uri="{FF2B5EF4-FFF2-40B4-BE49-F238E27FC236}">
                      <a16:creationId xmlns:a16="http://schemas.microsoft.com/office/drawing/2014/main" id="{3390A03C-C114-91CB-3AC2-A3D897111616}"/>
                    </a:ext>
                  </a:extLst>
                </p:cNvPr>
                <p:cNvSpPr/>
                <p:nvPr/>
              </p:nvSpPr>
              <p:spPr>
                <a:xfrm>
                  <a:off x="8231923"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3" name="楕円 102">
                  <a:extLst>
                    <a:ext uri="{FF2B5EF4-FFF2-40B4-BE49-F238E27FC236}">
                      <a16:creationId xmlns:a16="http://schemas.microsoft.com/office/drawing/2014/main" id="{B7B2293B-067F-E3DB-6C74-3F093E096688}"/>
                    </a:ext>
                  </a:extLst>
                </p:cNvPr>
                <p:cNvSpPr/>
                <p:nvPr/>
              </p:nvSpPr>
              <p:spPr>
                <a:xfrm>
                  <a:off x="9277201"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4" name="楕円 103">
                  <a:extLst>
                    <a:ext uri="{FF2B5EF4-FFF2-40B4-BE49-F238E27FC236}">
                      <a16:creationId xmlns:a16="http://schemas.microsoft.com/office/drawing/2014/main" id="{43A83EB7-9D7C-8B9B-E1E9-96AB3D2AE2F8}"/>
                    </a:ext>
                  </a:extLst>
                </p:cNvPr>
                <p:cNvSpPr/>
                <p:nvPr/>
              </p:nvSpPr>
              <p:spPr>
                <a:xfrm>
                  <a:off x="9625628"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5" name="楕円 104">
                  <a:extLst>
                    <a:ext uri="{FF2B5EF4-FFF2-40B4-BE49-F238E27FC236}">
                      <a16:creationId xmlns:a16="http://schemas.microsoft.com/office/drawing/2014/main" id="{963B0C21-5129-4F49-1F18-062DF3496019}"/>
                    </a:ext>
                  </a:extLst>
                </p:cNvPr>
                <p:cNvSpPr/>
                <p:nvPr/>
              </p:nvSpPr>
              <p:spPr>
                <a:xfrm>
                  <a:off x="9974055"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6" name="ハート 105">
                  <a:extLst>
                    <a:ext uri="{FF2B5EF4-FFF2-40B4-BE49-F238E27FC236}">
                      <a16:creationId xmlns:a16="http://schemas.microsoft.com/office/drawing/2014/main" id="{95D0813A-B0C9-0A2F-4046-6F94524241C9}"/>
                    </a:ext>
                  </a:extLst>
                </p:cNvPr>
                <p:cNvSpPr/>
                <p:nvPr/>
              </p:nvSpPr>
              <p:spPr>
                <a:xfrm>
                  <a:off x="8580349"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7" name="ハート 106">
                  <a:extLst>
                    <a:ext uri="{FF2B5EF4-FFF2-40B4-BE49-F238E27FC236}">
                      <a16:creationId xmlns:a16="http://schemas.microsoft.com/office/drawing/2014/main" id="{830C99BD-68B3-DB15-1FCB-5DFF587B195E}"/>
                    </a:ext>
                  </a:extLst>
                </p:cNvPr>
                <p:cNvSpPr/>
                <p:nvPr/>
              </p:nvSpPr>
              <p:spPr>
                <a:xfrm>
                  <a:off x="8928775"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grpSp>
    </p:spTree>
    <p:extLst>
      <p:ext uri="{BB962C8B-B14F-4D97-AF65-F5344CB8AC3E}">
        <p14:creationId xmlns:p14="http://schemas.microsoft.com/office/powerpoint/2010/main" val="1889093543"/>
      </p:ext>
    </p:extLst>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861073-83F1-9B34-777D-69DFB47DBBCC}"/>
            </a:ext>
          </a:extLst>
        </p:cNvPr>
        <p:cNvGrpSpPr/>
        <p:nvPr/>
      </p:nvGrpSpPr>
      <p:grpSpPr>
        <a:xfrm>
          <a:off x="0" y="0"/>
          <a:ext cx="0" cy="0"/>
          <a:chOff x="0" y="0"/>
          <a:chExt cx="0" cy="0"/>
        </a:xfrm>
      </p:grpSpPr>
      <p:grpSp>
        <p:nvGrpSpPr>
          <p:cNvPr id="6" name="グループ化 5">
            <a:extLst>
              <a:ext uri="{FF2B5EF4-FFF2-40B4-BE49-F238E27FC236}">
                <a16:creationId xmlns:a16="http://schemas.microsoft.com/office/drawing/2014/main" id="{3061AA2B-5947-8325-B543-683B4B190633}"/>
              </a:ext>
            </a:extLst>
          </p:cNvPr>
          <p:cNvGrpSpPr/>
          <p:nvPr/>
        </p:nvGrpSpPr>
        <p:grpSpPr>
          <a:xfrm>
            <a:off x="8167626" y="4446072"/>
            <a:ext cx="2899283" cy="1757857"/>
            <a:chOff x="8192278" y="2817842"/>
            <a:chExt cx="2761861" cy="2066432"/>
          </a:xfrm>
        </p:grpSpPr>
        <p:sp>
          <p:nvSpPr>
            <p:cNvPr id="2" name="吹き出し: 角を丸めた四角形 1">
              <a:extLst>
                <a:ext uri="{FF2B5EF4-FFF2-40B4-BE49-F238E27FC236}">
                  <a16:creationId xmlns:a16="http://schemas.microsoft.com/office/drawing/2014/main" id="{F767FBF2-EC3F-E91D-137B-ACBC24B9E411}"/>
                </a:ext>
              </a:extLst>
            </p:cNvPr>
            <p:cNvSpPr/>
            <p:nvPr/>
          </p:nvSpPr>
          <p:spPr>
            <a:xfrm rot="400317">
              <a:off x="8192278" y="2817842"/>
              <a:ext cx="2761861" cy="612648"/>
            </a:xfrm>
            <a:prstGeom prst="wedgeRoundRectCallout">
              <a:avLst>
                <a:gd name="adj1" fmla="val 59552"/>
                <a:gd name="adj2" fmla="val 28994"/>
                <a:gd name="adj3" fmla="val 16667"/>
              </a:avLst>
            </a:prstGeom>
            <a:solidFill>
              <a:schemeClr val="accent2"/>
            </a:solidFill>
            <a:ln w="190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 name="吹き出し: 角を丸めた四角形 2">
              <a:extLst>
                <a:ext uri="{FF2B5EF4-FFF2-40B4-BE49-F238E27FC236}">
                  <a16:creationId xmlns:a16="http://schemas.microsoft.com/office/drawing/2014/main" id="{39838381-23C3-68C1-F95F-D82D62C7B04D}"/>
                </a:ext>
              </a:extLst>
            </p:cNvPr>
            <p:cNvSpPr/>
            <p:nvPr/>
          </p:nvSpPr>
          <p:spPr>
            <a:xfrm rot="167217">
              <a:off x="8546842" y="3623385"/>
              <a:ext cx="2407297" cy="533997"/>
            </a:xfrm>
            <a:prstGeom prst="wedgeRoundRectCallout">
              <a:avLst>
                <a:gd name="adj1" fmla="val 59552"/>
                <a:gd name="adj2" fmla="val 28994"/>
                <a:gd name="adj3" fmla="val 16667"/>
              </a:avLst>
            </a:prstGeom>
            <a:solidFill>
              <a:schemeClr val="accent2">
                <a:lumMod val="60000"/>
                <a:lumOff val="40000"/>
              </a:schemeClr>
            </a:solidFill>
            <a:ln w="12700">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 name="吹き出し: 角を丸めた四角形 4">
              <a:extLst>
                <a:ext uri="{FF2B5EF4-FFF2-40B4-BE49-F238E27FC236}">
                  <a16:creationId xmlns:a16="http://schemas.microsoft.com/office/drawing/2014/main" id="{E2835656-01C7-9EF2-6ECB-E30A4DD3E051}"/>
                </a:ext>
              </a:extLst>
            </p:cNvPr>
            <p:cNvSpPr/>
            <p:nvPr/>
          </p:nvSpPr>
          <p:spPr>
            <a:xfrm rot="21446654">
              <a:off x="8546841" y="4350277"/>
              <a:ext cx="2407297" cy="533997"/>
            </a:xfrm>
            <a:prstGeom prst="wedgeRoundRectCallout">
              <a:avLst>
                <a:gd name="adj1" fmla="val 59552"/>
                <a:gd name="adj2" fmla="val 28994"/>
                <a:gd name="adj3" fmla="val 16667"/>
              </a:avLst>
            </a:prstGeom>
            <a:solidFill>
              <a:schemeClr val="accent2">
                <a:lumMod val="60000"/>
                <a:lumOff val="40000"/>
              </a:schemeClr>
            </a:solidFill>
            <a:ln w="12700">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37" name="グループ化 36">
            <a:extLst>
              <a:ext uri="{FF2B5EF4-FFF2-40B4-BE49-F238E27FC236}">
                <a16:creationId xmlns:a16="http://schemas.microsoft.com/office/drawing/2014/main" id="{FCE5E2ED-1294-78DC-911D-B79D0BEDF179}"/>
              </a:ext>
            </a:extLst>
          </p:cNvPr>
          <p:cNvGrpSpPr/>
          <p:nvPr/>
        </p:nvGrpSpPr>
        <p:grpSpPr>
          <a:xfrm>
            <a:off x="4091474" y="262064"/>
            <a:ext cx="4063250" cy="682806"/>
            <a:chOff x="4091474" y="262064"/>
            <a:chExt cx="4063250" cy="682806"/>
          </a:xfrm>
        </p:grpSpPr>
        <p:sp>
          <p:nvSpPr>
            <p:cNvPr id="16" name="二等辺三角形 15">
              <a:extLst>
                <a:ext uri="{FF2B5EF4-FFF2-40B4-BE49-F238E27FC236}">
                  <a16:creationId xmlns:a16="http://schemas.microsoft.com/office/drawing/2014/main" id="{1703C855-DBE4-D7B9-3A52-DE24AC61E4FF}"/>
                </a:ext>
              </a:extLst>
            </p:cNvPr>
            <p:cNvSpPr/>
            <p:nvPr/>
          </p:nvSpPr>
          <p:spPr>
            <a:xfrm rot="16200000">
              <a:off x="5766625" y="-1014151"/>
              <a:ext cx="658751" cy="3259291"/>
            </a:xfrm>
            <a:prstGeom prst="triangle">
              <a:avLst/>
            </a:prstGeom>
            <a:solidFill>
              <a:schemeClr val="accent2">
                <a:lumMod val="20000"/>
                <a:lumOff val="80000"/>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テキスト ボックス 16">
              <a:extLst>
                <a:ext uri="{FF2B5EF4-FFF2-40B4-BE49-F238E27FC236}">
                  <a16:creationId xmlns:a16="http://schemas.microsoft.com/office/drawing/2014/main" id="{18D7EC02-7C8E-49C1-FC26-E11247889A47}"/>
                </a:ext>
              </a:extLst>
            </p:cNvPr>
            <p:cNvSpPr txBox="1"/>
            <p:nvPr/>
          </p:nvSpPr>
          <p:spPr>
            <a:xfrm>
              <a:off x="4145673" y="289924"/>
              <a:ext cx="4009051" cy="646331"/>
            </a:xfrm>
            <a:prstGeom prst="rect">
              <a:avLst/>
            </a:prstGeom>
            <a:noFill/>
          </p:spPr>
          <p:txBody>
            <a:bodyPr wrap="square">
              <a:spAutoFit/>
            </a:bodyPr>
            <a:lstStyle/>
            <a:p>
              <a:pPr algn="ctr"/>
              <a:r>
                <a:rPr lang="ja-JP" altLang="en-US" sz="3600" b="1" dirty="0">
                  <a:solidFill>
                    <a:schemeClr val="tx1">
                      <a:lumMod val="85000"/>
                      <a:lumOff val="15000"/>
                    </a:schemeClr>
                  </a:solidFill>
                  <a:latin typeface="BIZ UDP明朝 Medium" panose="02020500000000000000" pitchFamily="18" charset="-128"/>
                  <a:ea typeface="BIZ UDP明朝 Medium" panose="02020500000000000000" pitchFamily="18" charset="-128"/>
                </a:rPr>
                <a:t>イベント発生</a:t>
              </a:r>
              <a:endParaRPr kumimoji="1" lang="ja-JP" altLang="en-US" sz="3600" b="1"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
          <p:nvSpPr>
            <p:cNvPr id="18" name="テキスト ボックス 17">
              <a:extLst>
                <a:ext uri="{FF2B5EF4-FFF2-40B4-BE49-F238E27FC236}">
                  <a16:creationId xmlns:a16="http://schemas.microsoft.com/office/drawing/2014/main" id="{A4C9B452-1ED4-26A9-01B6-E4670B577815}"/>
                </a:ext>
              </a:extLst>
            </p:cNvPr>
            <p:cNvSpPr txBox="1"/>
            <p:nvPr/>
          </p:nvSpPr>
          <p:spPr>
            <a:xfrm>
              <a:off x="4091474" y="262064"/>
              <a:ext cx="4009051" cy="646331"/>
            </a:xfrm>
            <a:prstGeom prst="rect">
              <a:avLst/>
            </a:prstGeom>
            <a:noFill/>
          </p:spPr>
          <p:txBody>
            <a:bodyPr wrap="square">
              <a:spAutoFit/>
            </a:bodyPr>
            <a:lstStyle/>
            <a:p>
              <a:pPr algn="ctr"/>
              <a:r>
                <a:rPr lang="ja-JP" altLang="en-US" sz="3600" b="1" dirty="0">
                  <a:solidFill>
                    <a:schemeClr val="accent2">
                      <a:lumMod val="60000"/>
                      <a:lumOff val="40000"/>
                    </a:schemeClr>
                  </a:solidFill>
                  <a:latin typeface="BIZ UDP明朝 Medium" panose="02020500000000000000" pitchFamily="18" charset="-128"/>
                  <a:ea typeface="BIZ UDP明朝 Medium" panose="02020500000000000000" pitchFamily="18" charset="-128"/>
                </a:rPr>
                <a:t>イベント発生</a:t>
              </a:r>
              <a:endParaRPr kumimoji="1" lang="ja-JP" altLang="en-US" sz="3600" b="1" dirty="0">
                <a:solidFill>
                  <a:schemeClr val="accent2">
                    <a:lumMod val="60000"/>
                    <a:lumOff val="40000"/>
                  </a:schemeClr>
                </a:solidFill>
                <a:latin typeface="BIZ UDP明朝 Medium" panose="02020500000000000000" pitchFamily="18" charset="-128"/>
                <a:ea typeface="BIZ UDP明朝 Medium" panose="02020500000000000000" pitchFamily="18" charset="-128"/>
              </a:endParaRPr>
            </a:p>
          </p:txBody>
        </p:sp>
      </p:grpSp>
      <p:grpSp>
        <p:nvGrpSpPr>
          <p:cNvPr id="22" name="グループ化 21">
            <a:extLst>
              <a:ext uri="{FF2B5EF4-FFF2-40B4-BE49-F238E27FC236}">
                <a16:creationId xmlns:a16="http://schemas.microsoft.com/office/drawing/2014/main" id="{DFD6E36D-8745-5D46-68D3-B2F87271980A}"/>
              </a:ext>
            </a:extLst>
          </p:cNvPr>
          <p:cNvGrpSpPr/>
          <p:nvPr/>
        </p:nvGrpSpPr>
        <p:grpSpPr>
          <a:xfrm>
            <a:off x="244634" y="1750107"/>
            <a:ext cx="5754955" cy="2940935"/>
            <a:chOff x="123331" y="1550883"/>
            <a:chExt cx="6976518" cy="3565186"/>
          </a:xfrm>
        </p:grpSpPr>
        <p:pic>
          <p:nvPicPr>
            <p:cNvPr id="7" name="図 6">
              <a:extLst>
                <a:ext uri="{FF2B5EF4-FFF2-40B4-BE49-F238E27FC236}">
                  <a16:creationId xmlns:a16="http://schemas.microsoft.com/office/drawing/2014/main" id="{2397AEE1-8E5B-963C-5247-67FCD82DC9F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3331" y="1554516"/>
              <a:ext cx="2523010" cy="3561553"/>
            </a:xfrm>
            <a:prstGeom prst="rect">
              <a:avLst/>
            </a:prstGeom>
          </p:spPr>
        </p:pic>
        <p:pic>
          <p:nvPicPr>
            <p:cNvPr id="19" name="図 18">
              <a:extLst>
                <a:ext uri="{FF2B5EF4-FFF2-40B4-BE49-F238E27FC236}">
                  <a16:creationId xmlns:a16="http://schemas.microsoft.com/office/drawing/2014/main" id="{54A9B72C-FF1F-AB43-F61B-4CECAD7532E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22663" y="1554516"/>
              <a:ext cx="2523010" cy="3561553"/>
            </a:xfrm>
            <a:prstGeom prst="rect">
              <a:avLst/>
            </a:prstGeom>
          </p:spPr>
        </p:pic>
        <p:pic>
          <p:nvPicPr>
            <p:cNvPr id="20" name="図 19">
              <a:extLst>
                <a:ext uri="{FF2B5EF4-FFF2-40B4-BE49-F238E27FC236}">
                  <a16:creationId xmlns:a16="http://schemas.microsoft.com/office/drawing/2014/main" id="{EB8BB16C-E48B-895C-EC65-99E6AD8391C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098897" y="1550883"/>
              <a:ext cx="2523010" cy="3561553"/>
            </a:xfrm>
            <a:prstGeom prst="rect">
              <a:avLst/>
            </a:prstGeom>
          </p:spPr>
        </p:pic>
        <p:pic>
          <p:nvPicPr>
            <p:cNvPr id="21" name="図 20">
              <a:extLst>
                <a:ext uri="{FF2B5EF4-FFF2-40B4-BE49-F238E27FC236}">
                  <a16:creationId xmlns:a16="http://schemas.microsoft.com/office/drawing/2014/main" id="{BDDDBE82-AB5E-F76F-0C51-11ED3EFF1BE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576839" y="1553750"/>
              <a:ext cx="2523010" cy="3561553"/>
            </a:xfrm>
            <a:prstGeom prst="rect">
              <a:avLst/>
            </a:prstGeom>
          </p:spPr>
        </p:pic>
      </p:grpSp>
      <p:grpSp>
        <p:nvGrpSpPr>
          <p:cNvPr id="23" name="グループ化 22">
            <a:extLst>
              <a:ext uri="{FF2B5EF4-FFF2-40B4-BE49-F238E27FC236}">
                <a16:creationId xmlns:a16="http://schemas.microsoft.com/office/drawing/2014/main" id="{FC732B83-7CB5-DC54-89B0-6CDD2AF2023F}"/>
              </a:ext>
            </a:extLst>
          </p:cNvPr>
          <p:cNvGrpSpPr/>
          <p:nvPr/>
        </p:nvGrpSpPr>
        <p:grpSpPr>
          <a:xfrm>
            <a:off x="773370" y="3319112"/>
            <a:ext cx="5754955" cy="2940935"/>
            <a:chOff x="123331" y="1550883"/>
            <a:chExt cx="6976518" cy="3565186"/>
          </a:xfrm>
        </p:grpSpPr>
        <p:pic>
          <p:nvPicPr>
            <p:cNvPr id="24" name="図 23">
              <a:extLst>
                <a:ext uri="{FF2B5EF4-FFF2-40B4-BE49-F238E27FC236}">
                  <a16:creationId xmlns:a16="http://schemas.microsoft.com/office/drawing/2014/main" id="{EC094C03-48CF-CF10-F9F4-8BD2D17DB13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3331" y="1554516"/>
              <a:ext cx="2523010" cy="3561553"/>
            </a:xfrm>
            <a:prstGeom prst="rect">
              <a:avLst/>
            </a:prstGeom>
          </p:spPr>
        </p:pic>
        <p:pic>
          <p:nvPicPr>
            <p:cNvPr id="25" name="図 24">
              <a:extLst>
                <a:ext uri="{FF2B5EF4-FFF2-40B4-BE49-F238E27FC236}">
                  <a16:creationId xmlns:a16="http://schemas.microsoft.com/office/drawing/2014/main" id="{CB43FDDB-3CD0-135A-27C3-DE3E84BEC30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22663" y="1554516"/>
              <a:ext cx="2523010" cy="3561553"/>
            </a:xfrm>
            <a:prstGeom prst="rect">
              <a:avLst/>
            </a:prstGeom>
          </p:spPr>
        </p:pic>
        <p:pic>
          <p:nvPicPr>
            <p:cNvPr id="26" name="図 25">
              <a:extLst>
                <a:ext uri="{FF2B5EF4-FFF2-40B4-BE49-F238E27FC236}">
                  <a16:creationId xmlns:a16="http://schemas.microsoft.com/office/drawing/2014/main" id="{117A271F-CB2B-216F-3F98-0B2370BAF7E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098897" y="1550883"/>
              <a:ext cx="2523010" cy="3561553"/>
            </a:xfrm>
            <a:prstGeom prst="rect">
              <a:avLst/>
            </a:prstGeom>
          </p:spPr>
        </p:pic>
        <p:pic>
          <p:nvPicPr>
            <p:cNvPr id="27" name="図 26">
              <a:extLst>
                <a:ext uri="{FF2B5EF4-FFF2-40B4-BE49-F238E27FC236}">
                  <a16:creationId xmlns:a16="http://schemas.microsoft.com/office/drawing/2014/main" id="{50C61A0C-F161-3C2A-7004-4AE0FE2F927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576839" y="1553750"/>
              <a:ext cx="2523010" cy="3561553"/>
            </a:xfrm>
            <a:prstGeom prst="rect">
              <a:avLst/>
            </a:prstGeom>
          </p:spPr>
        </p:pic>
      </p:grpSp>
      <p:sp>
        <p:nvSpPr>
          <p:cNvPr id="30" name="吹き出し: 角を丸めた四角形 29">
            <a:extLst>
              <a:ext uri="{FF2B5EF4-FFF2-40B4-BE49-F238E27FC236}">
                <a16:creationId xmlns:a16="http://schemas.microsoft.com/office/drawing/2014/main" id="{218669A7-AC64-CEB8-9A51-4581C4676C03}"/>
              </a:ext>
            </a:extLst>
          </p:cNvPr>
          <p:cNvSpPr/>
          <p:nvPr/>
        </p:nvSpPr>
        <p:spPr>
          <a:xfrm rot="21432783" flipH="1">
            <a:off x="6944259" y="1472013"/>
            <a:ext cx="2527077" cy="454257"/>
          </a:xfrm>
          <a:prstGeom prst="wedgeRoundRectCallout">
            <a:avLst>
              <a:gd name="adj1" fmla="val 59552"/>
              <a:gd name="adj2" fmla="val 28994"/>
              <a:gd name="adj3" fmla="val 16667"/>
            </a:avLst>
          </a:prstGeom>
          <a:solidFill>
            <a:schemeClr val="accent6">
              <a:lumMod val="60000"/>
              <a:lumOff val="40000"/>
            </a:schemeClr>
          </a:solidFill>
          <a:ln w="12700">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1" name="吹き出し: 角を丸めた四角形 30">
            <a:extLst>
              <a:ext uri="{FF2B5EF4-FFF2-40B4-BE49-F238E27FC236}">
                <a16:creationId xmlns:a16="http://schemas.microsoft.com/office/drawing/2014/main" id="{F97371C1-CD64-6E6E-9A10-FA8B85A3AFC0}"/>
              </a:ext>
            </a:extLst>
          </p:cNvPr>
          <p:cNvSpPr/>
          <p:nvPr/>
        </p:nvSpPr>
        <p:spPr>
          <a:xfrm rot="167217">
            <a:off x="8536050" y="2095410"/>
            <a:ext cx="2527077" cy="454257"/>
          </a:xfrm>
          <a:prstGeom prst="wedgeRoundRectCallout">
            <a:avLst>
              <a:gd name="adj1" fmla="val 59552"/>
              <a:gd name="adj2" fmla="val 28994"/>
              <a:gd name="adj3" fmla="val 16667"/>
            </a:avLst>
          </a:prstGeom>
          <a:solidFill>
            <a:schemeClr val="bg1">
              <a:lumMod val="95000"/>
            </a:schemeClr>
          </a:solidFill>
          <a:ln w="12700">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2" name="吹き出し: 角を丸めた四角形 31">
            <a:extLst>
              <a:ext uri="{FF2B5EF4-FFF2-40B4-BE49-F238E27FC236}">
                <a16:creationId xmlns:a16="http://schemas.microsoft.com/office/drawing/2014/main" id="{D5546A7B-30AA-F41E-EE6C-E2620454EAB8}"/>
              </a:ext>
            </a:extLst>
          </p:cNvPr>
          <p:cNvSpPr/>
          <p:nvPr/>
        </p:nvSpPr>
        <p:spPr>
          <a:xfrm rot="21432783" flipH="1">
            <a:off x="6891184" y="2764024"/>
            <a:ext cx="2527077" cy="454257"/>
          </a:xfrm>
          <a:prstGeom prst="wedgeRoundRectCallout">
            <a:avLst>
              <a:gd name="adj1" fmla="val 59552"/>
              <a:gd name="adj2" fmla="val 28994"/>
              <a:gd name="adj3" fmla="val 16667"/>
            </a:avLst>
          </a:prstGeom>
          <a:solidFill>
            <a:schemeClr val="accent6">
              <a:lumMod val="60000"/>
              <a:lumOff val="40000"/>
            </a:schemeClr>
          </a:solidFill>
          <a:ln w="12700">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3" name="吹き出し: 角を丸めた四角形 32">
            <a:extLst>
              <a:ext uri="{FF2B5EF4-FFF2-40B4-BE49-F238E27FC236}">
                <a16:creationId xmlns:a16="http://schemas.microsoft.com/office/drawing/2014/main" id="{16D1E5DF-C294-D25B-EE64-83B7C7928ECF}"/>
              </a:ext>
            </a:extLst>
          </p:cNvPr>
          <p:cNvSpPr/>
          <p:nvPr/>
        </p:nvSpPr>
        <p:spPr>
          <a:xfrm rot="167217">
            <a:off x="8632466" y="3462749"/>
            <a:ext cx="2527077" cy="454257"/>
          </a:xfrm>
          <a:prstGeom prst="wedgeRoundRectCallout">
            <a:avLst>
              <a:gd name="adj1" fmla="val 59552"/>
              <a:gd name="adj2" fmla="val 28994"/>
              <a:gd name="adj3" fmla="val 16667"/>
            </a:avLst>
          </a:prstGeom>
          <a:solidFill>
            <a:schemeClr val="bg1">
              <a:lumMod val="95000"/>
            </a:schemeClr>
          </a:solidFill>
          <a:ln w="12700">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1333710240"/>
      </p:ext>
    </p:extLst>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C2DFFA-73E7-847D-C572-73AFD9F313CD}"/>
            </a:ext>
          </a:extLst>
        </p:cNvPr>
        <p:cNvGrpSpPr/>
        <p:nvPr/>
      </p:nvGrpSpPr>
      <p:grpSpPr>
        <a:xfrm>
          <a:off x="0" y="0"/>
          <a:ext cx="0" cy="0"/>
          <a:chOff x="0" y="0"/>
          <a:chExt cx="0" cy="0"/>
        </a:xfrm>
      </p:grpSpPr>
      <p:grpSp>
        <p:nvGrpSpPr>
          <p:cNvPr id="14" name="グループ化 13">
            <a:extLst>
              <a:ext uri="{FF2B5EF4-FFF2-40B4-BE49-F238E27FC236}">
                <a16:creationId xmlns:a16="http://schemas.microsoft.com/office/drawing/2014/main" id="{1A0AD6CB-3EC5-A350-B180-C3C08767114A}"/>
              </a:ext>
            </a:extLst>
          </p:cNvPr>
          <p:cNvGrpSpPr/>
          <p:nvPr/>
        </p:nvGrpSpPr>
        <p:grpSpPr>
          <a:xfrm>
            <a:off x="1647517" y="604359"/>
            <a:ext cx="3715887" cy="612648"/>
            <a:chOff x="1632857" y="639555"/>
            <a:chExt cx="3715887" cy="612648"/>
          </a:xfrm>
        </p:grpSpPr>
        <p:sp>
          <p:nvSpPr>
            <p:cNvPr id="12" name="フローチャート: 論理積ゲート 11">
              <a:extLst>
                <a:ext uri="{FF2B5EF4-FFF2-40B4-BE49-F238E27FC236}">
                  <a16:creationId xmlns:a16="http://schemas.microsoft.com/office/drawing/2014/main" id="{D2FC6D19-E516-DC4E-9D9F-E49D4519DF08}"/>
                </a:ext>
              </a:extLst>
            </p:cNvPr>
            <p:cNvSpPr/>
            <p:nvPr/>
          </p:nvSpPr>
          <p:spPr>
            <a:xfrm>
              <a:off x="4736096" y="639555"/>
              <a:ext cx="612648" cy="612648"/>
            </a:xfrm>
            <a:prstGeom prst="flowChartDelay">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フローチャート: 処理 12">
              <a:extLst>
                <a:ext uri="{FF2B5EF4-FFF2-40B4-BE49-F238E27FC236}">
                  <a16:creationId xmlns:a16="http://schemas.microsoft.com/office/drawing/2014/main" id="{8AB68D80-023A-589D-5F35-229C79922F62}"/>
                </a:ext>
              </a:extLst>
            </p:cNvPr>
            <p:cNvSpPr/>
            <p:nvPr/>
          </p:nvSpPr>
          <p:spPr>
            <a:xfrm>
              <a:off x="1632857" y="639555"/>
              <a:ext cx="3121901" cy="612648"/>
            </a:xfrm>
            <a:prstGeom prst="flowChartProcess">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1" name="楕円 10">
            <a:extLst>
              <a:ext uri="{FF2B5EF4-FFF2-40B4-BE49-F238E27FC236}">
                <a16:creationId xmlns:a16="http://schemas.microsoft.com/office/drawing/2014/main" id="{6E1B599D-0559-754C-84B4-9D001DEB8BAF}"/>
              </a:ext>
            </a:extLst>
          </p:cNvPr>
          <p:cNvSpPr/>
          <p:nvPr/>
        </p:nvSpPr>
        <p:spPr>
          <a:xfrm>
            <a:off x="1184989" y="546790"/>
            <a:ext cx="727787" cy="727787"/>
          </a:xfrm>
          <a:prstGeom prst="ellipse">
            <a:avLst/>
          </a:prstGeom>
          <a:solidFill>
            <a:schemeClr val="accent6">
              <a:lumMod val="60000"/>
              <a:lumOff val="40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dirty="0">
                <a:solidFill>
                  <a:schemeClr val="tx1">
                    <a:lumMod val="85000"/>
                    <a:lumOff val="15000"/>
                  </a:schemeClr>
                </a:solidFill>
                <a:latin typeface="BIZ UDP明朝 Medium" panose="02020500000000000000" pitchFamily="18" charset="-128"/>
                <a:ea typeface="BIZ UDP明朝 Medium" panose="02020500000000000000" pitchFamily="18" charset="-128"/>
              </a:rPr>
              <a:t>全</a:t>
            </a:r>
            <a:endParaRPr kumimoji="1" lang="ja-JP" altLang="en-US" sz="2400"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
        <p:nvSpPr>
          <p:cNvPr id="15" name="テキスト ボックス 14">
            <a:extLst>
              <a:ext uri="{FF2B5EF4-FFF2-40B4-BE49-F238E27FC236}">
                <a16:creationId xmlns:a16="http://schemas.microsoft.com/office/drawing/2014/main" id="{1AEE1858-BDB7-3909-62FB-0295CE270F6D}"/>
              </a:ext>
            </a:extLst>
          </p:cNvPr>
          <p:cNvSpPr txBox="1"/>
          <p:nvPr/>
        </p:nvSpPr>
        <p:spPr>
          <a:xfrm>
            <a:off x="1417038" y="722503"/>
            <a:ext cx="4009051" cy="400110"/>
          </a:xfrm>
          <a:prstGeom prst="rect">
            <a:avLst/>
          </a:prstGeom>
          <a:noFill/>
        </p:spPr>
        <p:txBody>
          <a:bodyPr wrap="square">
            <a:spAutoFit/>
          </a:bodyPr>
          <a:lstStyle/>
          <a:p>
            <a:pPr algn="ctr"/>
            <a:r>
              <a:rPr lang="ja-JP" altLang="en-US" sz="2000" b="1" dirty="0">
                <a:solidFill>
                  <a:schemeClr val="tx1">
                    <a:lumMod val="85000"/>
                    <a:lumOff val="15000"/>
                  </a:schemeClr>
                </a:solidFill>
                <a:latin typeface="BIZ UDP明朝 Medium" panose="02020500000000000000" pitchFamily="18" charset="-128"/>
                <a:ea typeface="BIZ UDP明朝 Medium" panose="02020500000000000000" pitchFamily="18" charset="-128"/>
              </a:rPr>
              <a:t>全員</a:t>
            </a:r>
            <a:endParaRPr kumimoji="1" lang="ja-JP" altLang="en-US" sz="2000" b="1"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grpSp>
        <p:nvGrpSpPr>
          <p:cNvPr id="16" name="グループ化 15">
            <a:extLst>
              <a:ext uri="{FF2B5EF4-FFF2-40B4-BE49-F238E27FC236}">
                <a16:creationId xmlns:a16="http://schemas.microsoft.com/office/drawing/2014/main" id="{29A837E8-E3B1-96AD-E09F-4B4629C5CC09}"/>
              </a:ext>
            </a:extLst>
          </p:cNvPr>
          <p:cNvGrpSpPr/>
          <p:nvPr/>
        </p:nvGrpSpPr>
        <p:grpSpPr>
          <a:xfrm>
            <a:off x="244634" y="1750107"/>
            <a:ext cx="5754955" cy="2940935"/>
            <a:chOff x="123331" y="1550883"/>
            <a:chExt cx="6976518" cy="3565186"/>
          </a:xfrm>
        </p:grpSpPr>
        <p:pic>
          <p:nvPicPr>
            <p:cNvPr id="17" name="図 16">
              <a:extLst>
                <a:ext uri="{FF2B5EF4-FFF2-40B4-BE49-F238E27FC236}">
                  <a16:creationId xmlns:a16="http://schemas.microsoft.com/office/drawing/2014/main" id="{57F3830C-DFB1-6105-6AAF-A79C893CAD4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3331" y="1554516"/>
              <a:ext cx="2523010" cy="3561553"/>
            </a:xfrm>
            <a:prstGeom prst="rect">
              <a:avLst/>
            </a:prstGeom>
          </p:spPr>
        </p:pic>
        <p:pic>
          <p:nvPicPr>
            <p:cNvPr id="18" name="図 17">
              <a:extLst>
                <a:ext uri="{FF2B5EF4-FFF2-40B4-BE49-F238E27FC236}">
                  <a16:creationId xmlns:a16="http://schemas.microsoft.com/office/drawing/2014/main" id="{286E697F-5252-5FE9-2CEC-3586A80C025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22663" y="1554516"/>
              <a:ext cx="2523010" cy="3561553"/>
            </a:xfrm>
            <a:prstGeom prst="rect">
              <a:avLst/>
            </a:prstGeom>
          </p:spPr>
        </p:pic>
        <p:pic>
          <p:nvPicPr>
            <p:cNvPr id="19" name="図 18">
              <a:extLst>
                <a:ext uri="{FF2B5EF4-FFF2-40B4-BE49-F238E27FC236}">
                  <a16:creationId xmlns:a16="http://schemas.microsoft.com/office/drawing/2014/main" id="{EB9A4CE6-A25E-C69D-765B-F15B71AADC2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098897" y="1550883"/>
              <a:ext cx="2523010" cy="3561553"/>
            </a:xfrm>
            <a:prstGeom prst="rect">
              <a:avLst/>
            </a:prstGeom>
          </p:spPr>
        </p:pic>
        <p:pic>
          <p:nvPicPr>
            <p:cNvPr id="20" name="図 19">
              <a:extLst>
                <a:ext uri="{FF2B5EF4-FFF2-40B4-BE49-F238E27FC236}">
                  <a16:creationId xmlns:a16="http://schemas.microsoft.com/office/drawing/2014/main" id="{22D5331E-4B6B-1C3A-46E7-E48C771D557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576839" y="1553750"/>
              <a:ext cx="2523010" cy="3561553"/>
            </a:xfrm>
            <a:prstGeom prst="rect">
              <a:avLst/>
            </a:prstGeom>
          </p:spPr>
        </p:pic>
      </p:grpSp>
      <p:grpSp>
        <p:nvGrpSpPr>
          <p:cNvPr id="21" name="グループ化 20">
            <a:extLst>
              <a:ext uri="{FF2B5EF4-FFF2-40B4-BE49-F238E27FC236}">
                <a16:creationId xmlns:a16="http://schemas.microsoft.com/office/drawing/2014/main" id="{A6163117-4D91-2E5D-0BCA-83EEAFA16FF3}"/>
              </a:ext>
            </a:extLst>
          </p:cNvPr>
          <p:cNvGrpSpPr/>
          <p:nvPr/>
        </p:nvGrpSpPr>
        <p:grpSpPr>
          <a:xfrm>
            <a:off x="773370" y="3319112"/>
            <a:ext cx="5754955" cy="2940935"/>
            <a:chOff x="123331" y="1550883"/>
            <a:chExt cx="6976518" cy="3565186"/>
          </a:xfrm>
        </p:grpSpPr>
        <p:pic>
          <p:nvPicPr>
            <p:cNvPr id="22" name="図 21">
              <a:extLst>
                <a:ext uri="{FF2B5EF4-FFF2-40B4-BE49-F238E27FC236}">
                  <a16:creationId xmlns:a16="http://schemas.microsoft.com/office/drawing/2014/main" id="{58885B62-CE97-B60D-3563-4473ECF9C8F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3331" y="1554516"/>
              <a:ext cx="2523010" cy="3561553"/>
            </a:xfrm>
            <a:prstGeom prst="rect">
              <a:avLst/>
            </a:prstGeom>
          </p:spPr>
        </p:pic>
        <p:pic>
          <p:nvPicPr>
            <p:cNvPr id="23" name="図 22">
              <a:extLst>
                <a:ext uri="{FF2B5EF4-FFF2-40B4-BE49-F238E27FC236}">
                  <a16:creationId xmlns:a16="http://schemas.microsoft.com/office/drawing/2014/main" id="{C0A95787-13BA-C933-CA41-A9B38910A91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22663" y="1554516"/>
              <a:ext cx="2523010" cy="3561553"/>
            </a:xfrm>
            <a:prstGeom prst="rect">
              <a:avLst/>
            </a:prstGeom>
          </p:spPr>
        </p:pic>
        <p:pic>
          <p:nvPicPr>
            <p:cNvPr id="24" name="図 23">
              <a:extLst>
                <a:ext uri="{FF2B5EF4-FFF2-40B4-BE49-F238E27FC236}">
                  <a16:creationId xmlns:a16="http://schemas.microsoft.com/office/drawing/2014/main" id="{6669B97F-87BA-4A6A-86D5-B011DFE17DC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098897" y="1550883"/>
              <a:ext cx="2523010" cy="3561553"/>
            </a:xfrm>
            <a:prstGeom prst="rect">
              <a:avLst/>
            </a:prstGeom>
          </p:spPr>
        </p:pic>
        <p:pic>
          <p:nvPicPr>
            <p:cNvPr id="25" name="図 24">
              <a:extLst>
                <a:ext uri="{FF2B5EF4-FFF2-40B4-BE49-F238E27FC236}">
                  <a16:creationId xmlns:a16="http://schemas.microsoft.com/office/drawing/2014/main" id="{711AC377-372D-E262-E99F-23708D9B39C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576839" y="1553750"/>
              <a:ext cx="2523010" cy="3561553"/>
            </a:xfrm>
            <a:prstGeom prst="rect">
              <a:avLst/>
            </a:prstGeom>
          </p:spPr>
        </p:pic>
      </p:grpSp>
      <p:grpSp>
        <p:nvGrpSpPr>
          <p:cNvPr id="27" name="グループ化 26">
            <a:extLst>
              <a:ext uri="{FF2B5EF4-FFF2-40B4-BE49-F238E27FC236}">
                <a16:creationId xmlns:a16="http://schemas.microsoft.com/office/drawing/2014/main" id="{FD681DBA-7585-8937-8879-929AED3E5E44}"/>
              </a:ext>
            </a:extLst>
          </p:cNvPr>
          <p:cNvGrpSpPr/>
          <p:nvPr/>
        </p:nvGrpSpPr>
        <p:grpSpPr>
          <a:xfrm>
            <a:off x="7981009" y="4138156"/>
            <a:ext cx="2899283" cy="1757857"/>
            <a:chOff x="8192278" y="2817842"/>
            <a:chExt cx="2761861" cy="2066432"/>
          </a:xfrm>
        </p:grpSpPr>
        <p:sp>
          <p:nvSpPr>
            <p:cNvPr id="34" name="吹き出し: 角を丸めた四角形 33">
              <a:extLst>
                <a:ext uri="{FF2B5EF4-FFF2-40B4-BE49-F238E27FC236}">
                  <a16:creationId xmlns:a16="http://schemas.microsoft.com/office/drawing/2014/main" id="{1E78B61A-E81B-D3FE-9D21-CDD6C6CB59D0}"/>
                </a:ext>
              </a:extLst>
            </p:cNvPr>
            <p:cNvSpPr/>
            <p:nvPr/>
          </p:nvSpPr>
          <p:spPr>
            <a:xfrm rot="400317">
              <a:off x="8192278" y="2817842"/>
              <a:ext cx="2761861" cy="612648"/>
            </a:xfrm>
            <a:prstGeom prst="wedgeRoundRectCallout">
              <a:avLst>
                <a:gd name="adj1" fmla="val 59552"/>
                <a:gd name="adj2" fmla="val 28994"/>
                <a:gd name="adj3" fmla="val 16667"/>
              </a:avLst>
            </a:prstGeom>
            <a:solidFill>
              <a:schemeClr val="accent2"/>
            </a:solidFill>
            <a:ln w="190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5" name="吹き出し: 角を丸めた四角形 34">
              <a:extLst>
                <a:ext uri="{FF2B5EF4-FFF2-40B4-BE49-F238E27FC236}">
                  <a16:creationId xmlns:a16="http://schemas.microsoft.com/office/drawing/2014/main" id="{5787E5C0-EEB1-8FF9-C14A-6E5AA734F805}"/>
                </a:ext>
              </a:extLst>
            </p:cNvPr>
            <p:cNvSpPr/>
            <p:nvPr/>
          </p:nvSpPr>
          <p:spPr>
            <a:xfrm rot="167217">
              <a:off x="8546842" y="3623385"/>
              <a:ext cx="2407297" cy="533997"/>
            </a:xfrm>
            <a:prstGeom prst="wedgeRoundRectCallout">
              <a:avLst>
                <a:gd name="adj1" fmla="val 59552"/>
                <a:gd name="adj2" fmla="val 28994"/>
                <a:gd name="adj3" fmla="val 16667"/>
              </a:avLst>
            </a:prstGeom>
            <a:solidFill>
              <a:schemeClr val="accent2">
                <a:lumMod val="60000"/>
                <a:lumOff val="40000"/>
              </a:schemeClr>
            </a:solidFill>
            <a:ln w="12700">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6" name="吹き出し: 角を丸めた四角形 35">
              <a:extLst>
                <a:ext uri="{FF2B5EF4-FFF2-40B4-BE49-F238E27FC236}">
                  <a16:creationId xmlns:a16="http://schemas.microsoft.com/office/drawing/2014/main" id="{E340F65C-8C83-8F8D-C2E6-DAE13A402E86}"/>
                </a:ext>
              </a:extLst>
            </p:cNvPr>
            <p:cNvSpPr/>
            <p:nvPr/>
          </p:nvSpPr>
          <p:spPr>
            <a:xfrm rot="21446654">
              <a:off x="8546841" y="4350277"/>
              <a:ext cx="2407297" cy="533997"/>
            </a:xfrm>
            <a:prstGeom prst="wedgeRoundRectCallout">
              <a:avLst>
                <a:gd name="adj1" fmla="val 59552"/>
                <a:gd name="adj2" fmla="val 28994"/>
                <a:gd name="adj3" fmla="val 16667"/>
              </a:avLst>
            </a:prstGeom>
            <a:solidFill>
              <a:schemeClr val="accent2">
                <a:lumMod val="60000"/>
                <a:lumOff val="40000"/>
              </a:schemeClr>
            </a:solidFill>
            <a:ln w="12700">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28" name="吹き出し: 角を丸めた四角形 27">
            <a:extLst>
              <a:ext uri="{FF2B5EF4-FFF2-40B4-BE49-F238E27FC236}">
                <a16:creationId xmlns:a16="http://schemas.microsoft.com/office/drawing/2014/main" id="{D8965861-AB3A-AFF7-E220-D3B206667ED9}"/>
              </a:ext>
            </a:extLst>
          </p:cNvPr>
          <p:cNvSpPr/>
          <p:nvPr/>
        </p:nvSpPr>
        <p:spPr>
          <a:xfrm rot="21432783" flipH="1">
            <a:off x="7189954" y="2006434"/>
            <a:ext cx="2527077" cy="454257"/>
          </a:xfrm>
          <a:prstGeom prst="wedgeRoundRectCallout">
            <a:avLst>
              <a:gd name="adj1" fmla="val 59552"/>
              <a:gd name="adj2" fmla="val 28994"/>
              <a:gd name="adj3" fmla="val 16667"/>
            </a:avLst>
          </a:prstGeom>
          <a:solidFill>
            <a:schemeClr val="accent6">
              <a:lumMod val="60000"/>
              <a:lumOff val="40000"/>
            </a:schemeClr>
          </a:solidFill>
          <a:ln w="12700">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9" name="吹き出し: 角を丸めた四角形 28">
            <a:extLst>
              <a:ext uri="{FF2B5EF4-FFF2-40B4-BE49-F238E27FC236}">
                <a16:creationId xmlns:a16="http://schemas.microsoft.com/office/drawing/2014/main" id="{128C33CE-8615-5010-316B-5BF7DC5C136D}"/>
              </a:ext>
            </a:extLst>
          </p:cNvPr>
          <p:cNvSpPr/>
          <p:nvPr/>
        </p:nvSpPr>
        <p:spPr>
          <a:xfrm rot="167217">
            <a:off x="8352537" y="2620500"/>
            <a:ext cx="2527077" cy="454257"/>
          </a:xfrm>
          <a:prstGeom prst="wedgeRoundRectCallout">
            <a:avLst>
              <a:gd name="adj1" fmla="val 59552"/>
              <a:gd name="adj2" fmla="val 28994"/>
              <a:gd name="adj3" fmla="val 16667"/>
            </a:avLst>
          </a:prstGeom>
          <a:solidFill>
            <a:schemeClr val="bg1">
              <a:lumMod val="95000"/>
            </a:schemeClr>
          </a:solidFill>
          <a:ln w="12700">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3" name="吹き出し: 角を丸めた四角形 32">
            <a:extLst>
              <a:ext uri="{FF2B5EF4-FFF2-40B4-BE49-F238E27FC236}">
                <a16:creationId xmlns:a16="http://schemas.microsoft.com/office/drawing/2014/main" id="{3F2CE605-A4C8-9044-DEC1-D3C884EFDC80}"/>
              </a:ext>
            </a:extLst>
          </p:cNvPr>
          <p:cNvSpPr/>
          <p:nvPr/>
        </p:nvSpPr>
        <p:spPr>
          <a:xfrm rot="21432783" flipH="1">
            <a:off x="7136879" y="3298445"/>
            <a:ext cx="2527077" cy="454257"/>
          </a:xfrm>
          <a:prstGeom prst="wedgeRoundRectCallout">
            <a:avLst>
              <a:gd name="adj1" fmla="val 59552"/>
              <a:gd name="adj2" fmla="val 28994"/>
              <a:gd name="adj3" fmla="val 16667"/>
            </a:avLst>
          </a:prstGeom>
          <a:solidFill>
            <a:schemeClr val="accent6">
              <a:lumMod val="60000"/>
              <a:lumOff val="40000"/>
            </a:schemeClr>
          </a:solidFill>
          <a:ln w="12700">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37" name="グループ化 36">
            <a:extLst>
              <a:ext uri="{FF2B5EF4-FFF2-40B4-BE49-F238E27FC236}">
                <a16:creationId xmlns:a16="http://schemas.microsoft.com/office/drawing/2014/main" id="{40538389-62CA-8CE1-B51C-7672CE4C3DB6}"/>
              </a:ext>
            </a:extLst>
          </p:cNvPr>
          <p:cNvGrpSpPr/>
          <p:nvPr/>
        </p:nvGrpSpPr>
        <p:grpSpPr>
          <a:xfrm>
            <a:off x="7337202" y="529905"/>
            <a:ext cx="4009051" cy="771268"/>
            <a:chOff x="4091474" y="345233"/>
            <a:chExt cx="4009051" cy="771268"/>
          </a:xfrm>
        </p:grpSpPr>
        <p:sp>
          <p:nvSpPr>
            <p:cNvPr id="38" name="思考の吹き出し: 雲形 37">
              <a:extLst>
                <a:ext uri="{FF2B5EF4-FFF2-40B4-BE49-F238E27FC236}">
                  <a16:creationId xmlns:a16="http://schemas.microsoft.com/office/drawing/2014/main" id="{502345FC-E4B0-E93B-6235-FCBDE99ECB5C}"/>
                </a:ext>
              </a:extLst>
            </p:cNvPr>
            <p:cNvSpPr/>
            <p:nvPr/>
          </p:nvSpPr>
          <p:spPr>
            <a:xfrm>
              <a:off x="4323184" y="345233"/>
              <a:ext cx="3545632" cy="771268"/>
            </a:xfrm>
            <a:prstGeom prst="cloudCallout">
              <a:avLst>
                <a:gd name="adj1" fmla="val 42588"/>
                <a:gd name="adj2" fmla="val 55241"/>
              </a:avLst>
            </a:prstGeom>
            <a:solidFill>
              <a:schemeClr val="accent2">
                <a:lumMod val="20000"/>
                <a:lumOff val="8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9" name="テキスト ボックス 38">
              <a:extLst>
                <a:ext uri="{FF2B5EF4-FFF2-40B4-BE49-F238E27FC236}">
                  <a16:creationId xmlns:a16="http://schemas.microsoft.com/office/drawing/2014/main" id="{CC32CAD1-2E42-FB6B-D115-C4D849EF319F}"/>
                </a:ext>
              </a:extLst>
            </p:cNvPr>
            <p:cNvSpPr txBox="1"/>
            <p:nvPr/>
          </p:nvSpPr>
          <p:spPr>
            <a:xfrm>
              <a:off x="4091474" y="513191"/>
              <a:ext cx="4009051" cy="400110"/>
            </a:xfrm>
            <a:prstGeom prst="rect">
              <a:avLst/>
            </a:prstGeom>
            <a:noFill/>
          </p:spPr>
          <p:txBody>
            <a:bodyPr wrap="square">
              <a:spAutoFit/>
            </a:bodyPr>
            <a:lstStyle/>
            <a:p>
              <a:pPr algn="ctr"/>
              <a:r>
                <a:rPr kumimoji="1" lang="ja-JP" altLang="en-US" sz="2000" b="1" dirty="0">
                  <a:solidFill>
                    <a:schemeClr val="tx1">
                      <a:lumMod val="85000"/>
                      <a:lumOff val="15000"/>
                    </a:schemeClr>
                  </a:solidFill>
                  <a:latin typeface="BIZ UDP明朝 Medium" panose="02020500000000000000" pitchFamily="18" charset="-128"/>
                  <a:ea typeface="BIZ UDP明朝 Medium" panose="02020500000000000000" pitchFamily="18" charset="-128"/>
                </a:rPr>
                <a:t>どう答えようか</a:t>
              </a:r>
              <a:r>
                <a:rPr kumimoji="1" lang="en-US" altLang="ja-JP" sz="2000" b="1" dirty="0">
                  <a:solidFill>
                    <a:schemeClr val="tx1">
                      <a:lumMod val="85000"/>
                      <a:lumOff val="15000"/>
                    </a:schemeClr>
                  </a:solidFill>
                  <a:latin typeface="BIZ UDP明朝 Medium" panose="02020500000000000000" pitchFamily="18" charset="-128"/>
                  <a:ea typeface="BIZ UDP明朝 Medium" panose="02020500000000000000" pitchFamily="18" charset="-128"/>
                </a:rPr>
                <a:t>…</a:t>
              </a:r>
              <a:endParaRPr kumimoji="1" lang="ja-JP" altLang="en-US" sz="2000" b="1"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grpSp>
      <p:sp>
        <p:nvSpPr>
          <p:cNvPr id="40" name="楕円 39">
            <a:extLst>
              <a:ext uri="{FF2B5EF4-FFF2-40B4-BE49-F238E27FC236}">
                <a16:creationId xmlns:a16="http://schemas.microsoft.com/office/drawing/2014/main" id="{B80E33A0-101C-6847-7680-BBB01BC79819}"/>
              </a:ext>
            </a:extLst>
          </p:cNvPr>
          <p:cNvSpPr/>
          <p:nvPr/>
        </p:nvSpPr>
        <p:spPr>
          <a:xfrm>
            <a:off x="6454286" y="2164699"/>
            <a:ext cx="436466" cy="436466"/>
          </a:xfrm>
          <a:prstGeom prst="ellipse">
            <a:avLst/>
          </a:prstGeom>
          <a:solidFill>
            <a:schemeClr val="accent6">
              <a:lumMod val="60000"/>
              <a:lumOff val="40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600" dirty="0">
                <a:solidFill>
                  <a:schemeClr val="tx1">
                    <a:lumMod val="85000"/>
                    <a:lumOff val="15000"/>
                  </a:schemeClr>
                </a:solidFill>
                <a:latin typeface="BIZ UDP明朝 Medium" panose="02020500000000000000" pitchFamily="18" charset="-128"/>
                <a:ea typeface="BIZ UDP明朝 Medium" panose="02020500000000000000" pitchFamily="18" charset="-128"/>
              </a:rPr>
              <a:t>全</a:t>
            </a:r>
            <a:endParaRPr kumimoji="1" lang="ja-JP" altLang="en-US" sz="1600"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
        <p:nvSpPr>
          <p:cNvPr id="41" name="楕円 40">
            <a:extLst>
              <a:ext uri="{FF2B5EF4-FFF2-40B4-BE49-F238E27FC236}">
                <a16:creationId xmlns:a16="http://schemas.microsoft.com/office/drawing/2014/main" id="{18924EE5-8864-7CE0-615F-9ED633502E34}"/>
              </a:ext>
            </a:extLst>
          </p:cNvPr>
          <p:cNvSpPr/>
          <p:nvPr/>
        </p:nvSpPr>
        <p:spPr>
          <a:xfrm>
            <a:off x="6410741" y="3464766"/>
            <a:ext cx="436466" cy="436466"/>
          </a:xfrm>
          <a:prstGeom prst="ellipse">
            <a:avLst/>
          </a:prstGeom>
          <a:solidFill>
            <a:schemeClr val="accent6">
              <a:lumMod val="60000"/>
              <a:lumOff val="40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600" dirty="0">
                <a:solidFill>
                  <a:schemeClr val="tx1">
                    <a:lumMod val="85000"/>
                    <a:lumOff val="15000"/>
                  </a:schemeClr>
                </a:solidFill>
                <a:latin typeface="BIZ UDP明朝 Medium" panose="02020500000000000000" pitchFamily="18" charset="-128"/>
                <a:ea typeface="BIZ UDP明朝 Medium" panose="02020500000000000000" pitchFamily="18" charset="-128"/>
              </a:rPr>
              <a:t>全</a:t>
            </a:r>
            <a:endParaRPr kumimoji="1" lang="ja-JP" altLang="en-US" sz="1600"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
        <p:nvSpPr>
          <p:cNvPr id="42" name="楕円 41">
            <a:extLst>
              <a:ext uri="{FF2B5EF4-FFF2-40B4-BE49-F238E27FC236}">
                <a16:creationId xmlns:a16="http://schemas.microsoft.com/office/drawing/2014/main" id="{1D86D87D-F9E0-DF47-96A1-E1E7AA53E17F}"/>
              </a:ext>
            </a:extLst>
          </p:cNvPr>
          <p:cNvSpPr/>
          <p:nvPr/>
        </p:nvSpPr>
        <p:spPr>
          <a:xfrm>
            <a:off x="11226261" y="2774877"/>
            <a:ext cx="436466" cy="436466"/>
          </a:xfrm>
          <a:prstGeom prst="ellipse">
            <a:avLst/>
          </a:prstGeom>
          <a:solidFill>
            <a:schemeClr val="bg1">
              <a:lumMod val="95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
        <p:nvSpPr>
          <p:cNvPr id="43" name="楕円 42">
            <a:extLst>
              <a:ext uri="{FF2B5EF4-FFF2-40B4-BE49-F238E27FC236}">
                <a16:creationId xmlns:a16="http://schemas.microsoft.com/office/drawing/2014/main" id="{17FD90AE-B470-36E2-71E1-EFA0A7CD2049}"/>
              </a:ext>
            </a:extLst>
          </p:cNvPr>
          <p:cNvSpPr/>
          <p:nvPr/>
        </p:nvSpPr>
        <p:spPr>
          <a:xfrm>
            <a:off x="11244389" y="4456338"/>
            <a:ext cx="436466" cy="436466"/>
          </a:xfrm>
          <a:prstGeom prst="ellipse">
            <a:avLst/>
          </a:prstGeom>
          <a:solidFill>
            <a:schemeClr val="bg1">
              <a:lumMod val="95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Tree>
    <p:extLst>
      <p:ext uri="{BB962C8B-B14F-4D97-AF65-F5344CB8AC3E}">
        <p14:creationId xmlns:p14="http://schemas.microsoft.com/office/powerpoint/2010/main" val="3743423793"/>
      </p:ext>
    </p:extLst>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137DB8-6705-C543-2987-2EA1553A2194}"/>
            </a:ext>
          </a:extLst>
        </p:cNvPr>
        <p:cNvGrpSpPr/>
        <p:nvPr/>
      </p:nvGrpSpPr>
      <p:grpSpPr>
        <a:xfrm>
          <a:off x="0" y="0"/>
          <a:ext cx="0" cy="0"/>
          <a:chOff x="0" y="0"/>
          <a:chExt cx="0" cy="0"/>
        </a:xfrm>
      </p:grpSpPr>
      <p:sp>
        <p:nvSpPr>
          <p:cNvPr id="19" name="台形 18">
            <a:extLst>
              <a:ext uri="{FF2B5EF4-FFF2-40B4-BE49-F238E27FC236}">
                <a16:creationId xmlns:a16="http://schemas.microsoft.com/office/drawing/2014/main" id="{E17BCA43-9771-0E82-B404-B1B3C9E70317}"/>
              </a:ext>
            </a:extLst>
          </p:cNvPr>
          <p:cNvSpPr/>
          <p:nvPr/>
        </p:nvSpPr>
        <p:spPr>
          <a:xfrm rot="15655971">
            <a:off x="8504318" y="2930013"/>
            <a:ext cx="637073" cy="3030281"/>
          </a:xfrm>
          <a:prstGeom prst="trapezoid">
            <a:avLst>
              <a:gd name="adj" fmla="val 38526"/>
            </a:avLst>
          </a:prstGeom>
          <a:solidFill>
            <a:schemeClr val="accent6">
              <a:lumMod val="40000"/>
              <a:lumOff val="60000"/>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 name="テキスト ボックス 1">
            <a:extLst>
              <a:ext uri="{FF2B5EF4-FFF2-40B4-BE49-F238E27FC236}">
                <a16:creationId xmlns:a16="http://schemas.microsoft.com/office/drawing/2014/main" id="{F3D652FD-D53B-7DE1-D1BA-3A1A74C673BD}"/>
              </a:ext>
            </a:extLst>
          </p:cNvPr>
          <p:cNvSpPr txBox="1"/>
          <p:nvPr/>
        </p:nvSpPr>
        <p:spPr>
          <a:xfrm>
            <a:off x="757942" y="294880"/>
            <a:ext cx="2441694" cy="1446550"/>
          </a:xfrm>
          <a:prstGeom prst="rect">
            <a:avLst/>
          </a:prstGeom>
          <a:noFill/>
        </p:spPr>
        <p:txBody>
          <a:bodyPr wrap="none" rtlCol="0">
            <a:spAutoFit/>
          </a:bodyPr>
          <a:lstStyle/>
          <a:p>
            <a:pPr algn="ctr"/>
            <a:r>
              <a:rPr lang="ja-JP" altLang="en-US" sz="8800" b="1" dirty="0">
                <a:solidFill>
                  <a:schemeClr val="bg1">
                    <a:lumMod val="95000"/>
                  </a:schemeClr>
                </a:solidFill>
                <a:latin typeface="02流線形 Bold" pitchFamily="2" charset="-128"/>
                <a:ea typeface="02流線形 Bold" pitchFamily="2" charset="-128"/>
              </a:rPr>
              <a:t>勝利</a:t>
            </a:r>
            <a:endParaRPr kumimoji="1" lang="ja-JP" altLang="en-US" sz="8800" b="1" dirty="0">
              <a:solidFill>
                <a:schemeClr val="bg1">
                  <a:lumMod val="95000"/>
                </a:schemeClr>
              </a:solidFill>
              <a:latin typeface="02流線形 Bold" pitchFamily="2" charset="-128"/>
              <a:ea typeface="02流線形 Bold" pitchFamily="2" charset="-128"/>
            </a:endParaRPr>
          </a:p>
        </p:txBody>
      </p:sp>
      <p:sp>
        <p:nvSpPr>
          <p:cNvPr id="7" name="四角形: 角を丸くする 6">
            <a:extLst>
              <a:ext uri="{FF2B5EF4-FFF2-40B4-BE49-F238E27FC236}">
                <a16:creationId xmlns:a16="http://schemas.microsoft.com/office/drawing/2014/main" id="{D18F02F0-5509-4605-B9CE-1A029C995F2D}"/>
              </a:ext>
            </a:extLst>
          </p:cNvPr>
          <p:cNvSpPr/>
          <p:nvPr/>
        </p:nvSpPr>
        <p:spPr>
          <a:xfrm>
            <a:off x="8862861" y="5716570"/>
            <a:ext cx="2729924" cy="631055"/>
          </a:xfrm>
          <a:prstGeom prst="roundRect">
            <a:avLst>
              <a:gd name="adj" fmla="val 9570"/>
            </a:avLst>
          </a:prstGeom>
          <a:solidFill>
            <a:schemeClr val="accent6"/>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rPr>
              <a:t>進む</a:t>
            </a:r>
          </a:p>
        </p:txBody>
      </p:sp>
      <p:sp>
        <p:nvSpPr>
          <p:cNvPr id="8" name="テキスト ボックス 7">
            <a:extLst>
              <a:ext uri="{FF2B5EF4-FFF2-40B4-BE49-F238E27FC236}">
                <a16:creationId xmlns:a16="http://schemas.microsoft.com/office/drawing/2014/main" id="{1054B58C-1BF8-7232-FEC8-71A6891E5190}"/>
              </a:ext>
            </a:extLst>
          </p:cNvPr>
          <p:cNvSpPr txBox="1"/>
          <p:nvPr/>
        </p:nvSpPr>
        <p:spPr>
          <a:xfrm>
            <a:off x="6087141" y="294880"/>
            <a:ext cx="2441694" cy="1446550"/>
          </a:xfrm>
          <a:prstGeom prst="rect">
            <a:avLst/>
          </a:prstGeom>
          <a:noFill/>
        </p:spPr>
        <p:txBody>
          <a:bodyPr wrap="none" rtlCol="0">
            <a:spAutoFit/>
          </a:bodyPr>
          <a:lstStyle/>
          <a:p>
            <a:pPr algn="ctr"/>
            <a:r>
              <a:rPr lang="ja-JP" altLang="en-US" sz="8800" b="1" dirty="0">
                <a:solidFill>
                  <a:schemeClr val="bg1">
                    <a:lumMod val="95000"/>
                  </a:schemeClr>
                </a:solidFill>
                <a:latin typeface="02流線形 Bold" pitchFamily="2" charset="-128"/>
                <a:ea typeface="02流線形 Bold" pitchFamily="2" charset="-128"/>
              </a:rPr>
              <a:t>報酬</a:t>
            </a:r>
            <a:endParaRPr kumimoji="1" lang="ja-JP" altLang="en-US" sz="8800" b="1" dirty="0">
              <a:solidFill>
                <a:schemeClr val="bg1">
                  <a:lumMod val="95000"/>
                </a:schemeClr>
              </a:solidFill>
              <a:latin typeface="02流線形 Bold" pitchFamily="2" charset="-128"/>
              <a:ea typeface="02流線形 Bold" pitchFamily="2" charset="-128"/>
            </a:endParaRPr>
          </a:p>
        </p:txBody>
      </p:sp>
      <p:sp>
        <p:nvSpPr>
          <p:cNvPr id="13" name="テキスト ボックス 12">
            <a:extLst>
              <a:ext uri="{FF2B5EF4-FFF2-40B4-BE49-F238E27FC236}">
                <a16:creationId xmlns:a16="http://schemas.microsoft.com/office/drawing/2014/main" id="{920928A4-B4D6-E16E-F64F-5A9F5044741C}"/>
              </a:ext>
            </a:extLst>
          </p:cNvPr>
          <p:cNvSpPr txBox="1"/>
          <p:nvPr/>
        </p:nvSpPr>
        <p:spPr>
          <a:xfrm>
            <a:off x="7435295" y="2377132"/>
            <a:ext cx="3095719" cy="830997"/>
          </a:xfrm>
          <a:prstGeom prst="rect">
            <a:avLst/>
          </a:prstGeom>
          <a:noFill/>
        </p:spPr>
        <p:txBody>
          <a:bodyPr wrap="none" rtlCol="0">
            <a:spAutoFit/>
          </a:bodyPr>
          <a:lstStyle/>
          <a:p>
            <a:pPr algn="ctr"/>
            <a:r>
              <a:rPr lang="ja-JP" altLang="en-US" sz="3200" b="1" dirty="0">
                <a:solidFill>
                  <a:schemeClr val="bg1">
                    <a:lumMod val="95000"/>
                  </a:schemeClr>
                </a:solidFill>
                <a:latin typeface="02流線形 Bold" pitchFamily="2" charset="-128"/>
                <a:ea typeface="02流線形 Bold" pitchFamily="2" charset="-128"/>
              </a:rPr>
              <a:t>ボーナス</a:t>
            </a:r>
            <a:r>
              <a:rPr lang="en-US" altLang="ja-JP" sz="3200" b="1" dirty="0">
                <a:solidFill>
                  <a:schemeClr val="bg1">
                    <a:lumMod val="95000"/>
                  </a:schemeClr>
                </a:solidFill>
                <a:latin typeface="02流線形 Bold" pitchFamily="2" charset="-128"/>
                <a:ea typeface="02流線形 Bold" pitchFamily="2" charset="-128"/>
              </a:rPr>
              <a:t>×</a:t>
            </a:r>
            <a:r>
              <a:rPr lang="en-US" altLang="ja-JP" sz="4800" b="1" dirty="0">
                <a:solidFill>
                  <a:srgbClr val="CC00FF"/>
                </a:solidFill>
                <a:latin typeface="02流線形 Bold" pitchFamily="2" charset="-128"/>
                <a:ea typeface="02流線形 Bold" pitchFamily="2" charset="-128"/>
              </a:rPr>
              <a:t>1.5</a:t>
            </a:r>
            <a:endParaRPr kumimoji="1" lang="ja-JP" altLang="en-US" sz="4000" b="1" dirty="0">
              <a:solidFill>
                <a:srgbClr val="CC00FF"/>
              </a:solidFill>
              <a:latin typeface="02流線形 Bold" pitchFamily="2" charset="-128"/>
              <a:ea typeface="02流線形 Bold" pitchFamily="2" charset="-128"/>
            </a:endParaRPr>
          </a:p>
        </p:txBody>
      </p:sp>
      <p:sp>
        <p:nvSpPr>
          <p:cNvPr id="14" name="テキスト ボックス 13">
            <a:extLst>
              <a:ext uri="{FF2B5EF4-FFF2-40B4-BE49-F238E27FC236}">
                <a16:creationId xmlns:a16="http://schemas.microsoft.com/office/drawing/2014/main" id="{6C541FE3-6989-C2A1-763F-D9624AD17131}"/>
              </a:ext>
            </a:extLst>
          </p:cNvPr>
          <p:cNvSpPr txBox="1"/>
          <p:nvPr/>
        </p:nvSpPr>
        <p:spPr>
          <a:xfrm rot="20897315">
            <a:off x="9813730" y="4710916"/>
            <a:ext cx="1463862" cy="584775"/>
          </a:xfrm>
          <a:prstGeom prst="rect">
            <a:avLst/>
          </a:prstGeom>
          <a:noFill/>
        </p:spPr>
        <p:txBody>
          <a:bodyPr wrap="none" rtlCol="0">
            <a:spAutoFit/>
          </a:bodyPr>
          <a:lstStyle/>
          <a:p>
            <a:pPr algn="ctr"/>
            <a:r>
              <a:rPr lang="en-US" altLang="ja-JP" sz="3200" b="1" dirty="0">
                <a:solidFill>
                  <a:schemeClr val="bg1">
                    <a:lumMod val="95000"/>
                  </a:schemeClr>
                </a:solidFill>
                <a:latin typeface="02流線形 Bold" pitchFamily="2" charset="-128"/>
                <a:ea typeface="02流線形 Bold" pitchFamily="2" charset="-128"/>
              </a:rPr>
              <a:t>GET</a:t>
            </a:r>
            <a:r>
              <a:rPr lang="ja-JP" altLang="en-US" sz="3200" b="1" dirty="0">
                <a:solidFill>
                  <a:schemeClr val="bg1">
                    <a:lumMod val="95000"/>
                  </a:schemeClr>
                </a:solidFill>
                <a:latin typeface="02流線形 Bold" pitchFamily="2" charset="-128"/>
                <a:ea typeface="02流線形 Bold" pitchFamily="2" charset="-128"/>
              </a:rPr>
              <a:t>！</a:t>
            </a:r>
            <a:endParaRPr kumimoji="1" lang="ja-JP" altLang="en-US" sz="3200" b="1" dirty="0">
              <a:solidFill>
                <a:srgbClr val="CC00FF"/>
              </a:solidFill>
              <a:latin typeface="02流線形 Bold" pitchFamily="2" charset="-128"/>
              <a:ea typeface="02流線形 Bold" pitchFamily="2" charset="-128"/>
            </a:endParaRPr>
          </a:p>
        </p:txBody>
      </p:sp>
      <p:pic>
        <p:nvPicPr>
          <p:cNvPr id="15" name="図 14">
            <a:extLst>
              <a:ext uri="{FF2B5EF4-FFF2-40B4-BE49-F238E27FC236}">
                <a16:creationId xmlns:a16="http://schemas.microsoft.com/office/drawing/2014/main" id="{F320D864-2DBE-8877-7205-2B820FE774D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095429" y="3560189"/>
            <a:ext cx="1433406" cy="1396462"/>
          </a:xfrm>
          <a:prstGeom prst="rect">
            <a:avLst/>
          </a:prstGeom>
        </p:spPr>
      </p:pic>
      <p:sp>
        <p:nvSpPr>
          <p:cNvPr id="16" name="テキスト ボックス 15">
            <a:extLst>
              <a:ext uri="{FF2B5EF4-FFF2-40B4-BE49-F238E27FC236}">
                <a16:creationId xmlns:a16="http://schemas.microsoft.com/office/drawing/2014/main" id="{221F205B-3096-B692-D7E4-6E4CC2BA3670}"/>
              </a:ext>
            </a:extLst>
          </p:cNvPr>
          <p:cNvSpPr txBox="1"/>
          <p:nvPr/>
        </p:nvSpPr>
        <p:spPr>
          <a:xfrm>
            <a:off x="8257566" y="3949657"/>
            <a:ext cx="1826142" cy="923330"/>
          </a:xfrm>
          <a:prstGeom prst="rect">
            <a:avLst/>
          </a:prstGeom>
          <a:noFill/>
        </p:spPr>
        <p:txBody>
          <a:bodyPr wrap="none" rtlCol="0">
            <a:spAutoFit/>
          </a:bodyPr>
          <a:lstStyle/>
          <a:p>
            <a:pPr algn="ctr"/>
            <a:r>
              <a:rPr lang="en-US" altLang="ja-JP" sz="3200" b="1" dirty="0">
                <a:solidFill>
                  <a:schemeClr val="bg1">
                    <a:lumMod val="95000"/>
                  </a:schemeClr>
                </a:solidFill>
                <a:latin typeface="02流線形 Bold" pitchFamily="2" charset="-128"/>
                <a:ea typeface="02流線形 Bold" pitchFamily="2" charset="-128"/>
              </a:rPr>
              <a:t>×</a:t>
            </a:r>
            <a:r>
              <a:rPr lang="en-US" altLang="ja-JP" sz="5400" b="1" dirty="0">
                <a:solidFill>
                  <a:schemeClr val="bg1">
                    <a:lumMod val="95000"/>
                  </a:schemeClr>
                </a:solidFill>
                <a:latin typeface="02流線形 Bold" pitchFamily="2" charset="-128"/>
                <a:ea typeface="02流線形 Bold" pitchFamily="2" charset="-128"/>
              </a:rPr>
              <a:t>000</a:t>
            </a:r>
            <a:endParaRPr kumimoji="1" lang="ja-JP" altLang="en-US" sz="4000" b="1" dirty="0">
              <a:solidFill>
                <a:srgbClr val="CC00FF"/>
              </a:solidFill>
              <a:latin typeface="02流線形 Bold" pitchFamily="2" charset="-128"/>
              <a:ea typeface="02流線形 Bold" pitchFamily="2" charset="-128"/>
            </a:endParaRPr>
          </a:p>
        </p:txBody>
      </p:sp>
      <p:grpSp>
        <p:nvGrpSpPr>
          <p:cNvPr id="30" name="グループ化 29">
            <a:extLst>
              <a:ext uri="{FF2B5EF4-FFF2-40B4-BE49-F238E27FC236}">
                <a16:creationId xmlns:a16="http://schemas.microsoft.com/office/drawing/2014/main" id="{C6669869-A379-616A-23CF-2FDEE8374096}"/>
              </a:ext>
            </a:extLst>
          </p:cNvPr>
          <p:cNvGrpSpPr/>
          <p:nvPr/>
        </p:nvGrpSpPr>
        <p:grpSpPr>
          <a:xfrm>
            <a:off x="884329" y="2228755"/>
            <a:ext cx="5080838" cy="3303240"/>
            <a:chOff x="884329" y="2228755"/>
            <a:chExt cx="5080838" cy="3303240"/>
          </a:xfrm>
        </p:grpSpPr>
        <p:grpSp>
          <p:nvGrpSpPr>
            <p:cNvPr id="25" name="グループ化 24">
              <a:extLst>
                <a:ext uri="{FF2B5EF4-FFF2-40B4-BE49-F238E27FC236}">
                  <a16:creationId xmlns:a16="http://schemas.microsoft.com/office/drawing/2014/main" id="{300D776C-BC95-C121-0472-56D322F24C63}"/>
                </a:ext>
              </a:extLst>
            </p:cNvPr>
            <p:cNvGrpSpPr/>
            <p:nvPr/>
          </p:nvGrpSpPr>
          <p:grpSpPr>
            <a:xfrm>
              <a:off x="884329" y="2228755"/>
              <a:ext cx="1537402" cy="3303240"/>
              <a:chOff x="884329" y="2228755"/>
              <a:chExt cx="1537402" cy="3303240"/>
            </a:xfrm>
          </p:grpSpPr>
          <p:sp>
            <p:nvSpPr>
              <p:cNvPr id="4" name="テキスト ボックス 3">
                <a:extLst>
                  <a:ext uri="{FF2B5EF4-FFF2-40B4-BE49-F238E27FC236}">
                    <a16:creationId xmlns:a16="http://schemas.microsoft.com/office/drawing/2014/main" id="{2BC74041-8EA1-7B2C-361B-655886D6569E}"/>
                  </a:ext>
                </a:extLst>
              </p:cNvPr>
              <p:cNvSpPr txBox="1"/>
              <p:nvPr/>
            </p:nvSpPr>
            <p:spPr>
              <a:xfrm>
                <a:off x="1108551" y="2228755"/>
                <a:ext cx="1313180" cy="1446550"/>
              </a:xfrm>
              <a:prstGeom prst="rect">
                <a:avLst/>
              </a:prstGeom>
              <a:noFill/>
            </p:spPr>
            <p:txBody>
              <a:bodyPr wrap="none" rtlCol="0">
                <a:spAutoFit/>
              </a:bodyPr>
              <a:lstStyle/>
              <a:p>
                <a:pPr algn="ctr"/>
                <a:r>
                  <a:rPr lang="ja-JP" altLang="en-US" sz="8800" b="1" dirty="0">
                    <a:solidFill>
                      <a:schemeClr val="bg1">
                        <a:lumMod val="95000"/>
                      </a:schemeClr>
                    </a:solidFill>
                    <a:latin typeface="02流線形 Bold" pitchFamily="2" charset="-128"/>
                    <a:ea typeface="02流線形 Bold" pitchFamily="2" charset="-128"/>
                  </a:rPr>
                  <a:t>★</a:t>
                </a:r>
                <a:endParaRPr kumimoji="1" lang="ja-JP" altLang="en-US" sz="8800" b="1" dirty="0">
                  <a:solidFill>
                    <a:schemeClr val="bg1">
                      <a:lumMod val="95000"/>
                    </a:schemeClr>
                  </a:solidFill>
                  <a:latin typeface="02流線形 Bold" pitchFamily="2" charset="-128"/>
                  <a:ea typeface="02流線形 Bold" pitchFamily="2" charset="-128"/>
                </a:endParaRPr>
              </a:p>
            </p:txBody>
          </p:sp>
          <p:sp>
            <p:nvSpPr>
              <p:cNvPr id="6" name="テキスト ボックス 5">
                <a:extLst>
                  <a:ext uri="{FF2B5EF4-FFF2-40B4-BE49-F238E27FC236}">
                    <a16:creationId xmlns:a16="http://schemas.microsoft.com/office/drawing/2014/main" id="{02B4CDAD-66B2-B312-C9A5-BEDDB7C4FDBE}"/>
                  </a:ext>
                </a:extLst>
              </p:cNvPr>
              <p:cNvSpPr txBox="1"/>
              <p:nvPr/>
            </p:nvSpPr>
            <p:spPr>
              <a:xfrm>
                <a:off x="1000278" y="3157100"/>
                <a:ext cx="1313180" cy="1446550"/>
              </a:xfrm>
              <a:prstGeom prst="rect">
                <a:avLst/>
              </a:prstGeom>
              <a:noFill/>
            </p:spPr>
            <p:txBody>
              <a:bodyPr wrap="none" rtlCol="0">
                <a:spAutoFit/>
              </a:bodyPr>
              <a:lstStyle/>
              <a:p>
                <a:pPr algn="ctr"/>
                <a:r>
                  <a:rPr kumimoji="1" lang="ja-JP" altLang="en-US" sz="8800" b="1" dirty="0">
                    <a:solidFill>
                      <a:schemeClr val="bg1">
                        <a:lumMod val="95000"/>
                      </a:schemeClr>
                    </a:solidFill>
                    <a:latin typeface="02流線形 Bold" pitchFamily="2" charset="-128"/>
                    <a:ea typeface="02流線形 Bold" pitchFamily="2" charset="-128"/>
                  </a:rPr>
                  <a:t>☆</a:t>
                </a:r>
              </a:p>
            </p:txBody>
          </p:sp>
          <p:sp>
            <p:nvSpPr>
              <p:cNvPr id="9" name="テキスト ボックス 8">
                <a:extLst>
                  <a:ext uri="{FF2B5EF4-FFF2-40B4-BE49-F238E27FC236}">
                    <a16:creationId xmlns:a16="http://schemas.microsoft.com/office/drawing/2014/main" id="{71E2C205-D8C1-0C37-4807-80B066C0FE23}"/>
                  </a:ext>
                </a:extLst>
              </p:cNvPr>
              <p:cNvSpPr txBox="1"/>
              <p:nvPr/>
            </p:nvSpPr>
            <p:spPr>
              <a:xfrm>
                <a:off x="884329" y="4085445"/>
                <a:ext cx="1313180" cy="1446550"/>
              </a:xfrm>
              <a:prstGeom prst="rect">
                <a:avLst/>
              </a:prstGeom>
              <a:noFill/>
            </p:spPr>
            <p:txBody>
              <a:bodyPr wrap="none" rtlCol="0">
                <a:spAutoFit/>
              </a:bodyPr>
              <a:lstStyle/>
              <a:p>
                <a:pPr algn="ctr"/>
                <a:r>
                  <a:rPr kumimoji="1" lang="ja-JP" altLang="en-US" sz="8800" b="1" dirty="0">
                    <a:solidFill>
                      <a:schemeClr val="bg1">
                        <a:lumMod val="95000"/>
                      </a:schemeClr>
                    </a:solidFill>
                    <a:latin typeface="02流線形 Bold" pitchFamily="2" charset="-128"/>
                    <a:ea typeface="02流線形 Bold" pitchFamily="2" charset="-128"/>
                  </a:rPr>
                  <a:t>☆</a:t>
                </a:r>
              </a:p>
            </p:txBody>
          </p:sp>
        </p:grpSp>
        <p:sp>
          <p:nvSpPr>
            <p:cNvPr id="10" name="テキスト ボックス 9">
              <a:extLst>
                <a:ext uri="{FF2B5EF4-FFF2-40B4-BE49-F238E27FC236}">
                  <a16:creationId xmlns:a16="http://schemas.microsoft.com/office/drawing/2014/main" id="{B85B1F51-337C-6EE1-A751-92E9B0B768AD}"/>
                </a:ext>
              </a:extLst>
            </p:cNvPr>
            <p:cNvSpPr txBox="1"/>
            <p:nvPr/>
          </p:nvSpPr>
          <p:spPr>
            <a:xfrm>
              <a:off x="2337251" y="2603910"/>
              <a:ext cx="3627916" cy="830997"/>
            </a:xfrm>
            <a:prstGeom prst="rect">
              <a:avLst/>
            </a:prstGeom>
            <a:noFill/>
          </p:spPr>
          <p:txBody>
            <a:bodyPr wrap="none" rtlCol="0">
              <a:spAutoFit/>
            </a:bodyPr>
            <a:lstStyle/>
            <a:p>
              <a:r>
                <a:rPr lang="ja-JP" altLang="en-US" sz="4000" b="1" dirty="0">
                  <a:solidFill>
                    <a:schemeClr val="bg1">
                      <a:lumMod val="95000"/>
                    </a:schemeClr>
                  </a:solidFill>
                  <a:latin typeface="02流線形 Bold" pitchFamily="2" charset="-128"/>
                  <a:ea typeface="02流線形 Bold" pitchFamily="2" charset="-128"/>
                </a:rPr>
                <a:t>瀕死が</a:t>
              </a:r>
              <a:r>
                <a:rPr lang="en-US" altLang="ja-JP" sz="4800" b="1" dirty="0">
                  <a:solidFill>
                    <a:srgbClr val="CC00FF"/>
                  </a:solidFill>
                  <a:latin typeface="02流線形 Bold" pitchFamily="2" charset="-128"/>
                  <a:ea typeface="02流線形 Bold" pitchFamily="2" charset="-128"/>
                </a:rPr>
                <a:t>2</a:t>
              </a:r>
              <a:r>
                <a:rPr lang="ja-JP" altLang="en-US" sz="4000" b="1" dirty="0">
                  <a:solidFill>
                    <a:schemeClr val="bg1">
                      <a:lumMod val="95000"/>
                    </a:schemeClr>
                  </a:solidFill>
                  <a:latin typeface="02流線形 Bold" pitchFamily="2" charset="-128"/>
                  <a:ea typeface="02流線形 Bold" pitchFamily="2" charset="-128"/>
                </a:rPr>
                <a:t>人以上</a:t>
              </a:r>
              <a:endParaRPr kumimoji="1" lang="ja-JP" altLang="en-US" sz="4000" b="1" dirty="0">
                <a:solidFill>
                  <a:schemeClr val="bg1">
                    <a:lumMod val="95000"/>
                  </a:schemeClr>
                </a:solidFill>
                <a:latin typeface="02流線形 Bold" pitchFamily="2" charset="-128"/>
                <a:ea typeface="02流線形 Bold" pitchFamily="2" charset="-128"/>
              </a:endParaRPr>
            </a:p>
          </p:txBody>
        </p:sp>
        <p:sp>
          <p:nvSpPr>
            <p:cNvPr id="22" name="テキスト ボックス 21">
              <a:extLst>
                <a:ext uri="{FF2B5EF4-FFF2-40B4-BE49-F238E27FC236}">
                  <a16:creationId xmlns:a16="http://schemas.microsoft.com/office/drawing/2014/main" id="{15437803-FB68-49B1-461C-BABC280C7562}"/>
                </a:ext>
              </a:extLst>
            </p:cNvPr>
            <p:cNvSpPr txBox="1"/>
            <p:nvPr/>
          </p:nvSpPr>
          <p:spPr>
            <a:xfrm>
              <a:off x="2253712" y="3547630"/>
              <a:ext cx="2523448" cy="830997"/>
            </a:xfrm>
            <a:prstGeom prst="rect">
              <a:avLst/>
            </a:prstGeom>
            <a:noFill/>
          </p:spPr>
          <p:txBody>
            <a:bodyPr wrap="none" rtlCol="0">
              <a:spAutoFit/>
            </a:bodyPr>
            <a:lstStyle/>
            <a:p>
              <a:r>
                <a:rPr lang="ja-JP" altLang="en-US" sz="4000" b="1" dirty="0">
                  <a:solidFill>
                    <a:schemeClr val="bg1">
                      <a:lumMod val="95000"/>
                    </a:schemeClr>
                  </a:solidFill>
                  <a:latin typeface="02流線形 Bold" pitchFamily="2" charset="-128"/>
                  <a:ea typeface="02流線形 Bold" pitchFamily="2" charset="-128"/>
                </a:rPr>
                <a:t>瀕死が</a:t>
              </a:r>
              <a:r>
                <a:rPr lang="en-US" altLang="ja-JP" sz="4800" b="1" dirty="0">
                  <a:solidFill>
                    <a:srgbClr val="CC00FF"/>
                  </a:solidFill>
                  <a:latin typeface="02流線形 Bold" pitchFamily="2" charset="-128"/>
                  <a:ea typeface="02流線形 Bold" pitchFamily="2" charset="-128"/>
                </a:rPr>
                <a:t>1</a:t>
              </a:r>
              <a:r>
                <a:rPr lang="ja-JP" altLang="en-US" sz="4000" b="1" dirty="0">
                  <a:solidFill>
                    <a:schemeClr val="bg1">
                      <a:lumMod val="95000"/>
                    </a:schemeClr>
                  </a:solidFill>
                  <a:latin typeface="02流線形 Bold" pitchFamily="2" charset="-128"/>
                  <a:ea typeface="02流線形 Bold" pitchFamily="2" charset="-128"/>
                </a:rPr>
                <a:t>人</a:t>
              </a:r>
              <a:endParaRPr kumimoji="1" lang="ja-JP" altLang="en-US" sz="4000" b="1" dirty="0">
                <a:solidFill>
                  <a:schemeClr val="bg1">
                    <a:lumMod val="95000"/>
                  </a:schemeClr>
                </a:solidFill>
                <a:latin typeface="02流線形 Bold" pitchFamily="2" charset="-128"/>
                <a:ea typeface="02流線形 Bold" pitchFamily="2" charset="-128"/>
              </a:endParaRPr>
            </a:p>
          </p:txBody>
        </p:sp>
        <p:sp>
          <p:nvSpPr>
            <p:cNvPr id="23" name="テキスト ボックス 22">
              <a:extLst>
                <a:ext uri="{FF2B5EF4-FFF2-40B4-BE49-F238E27FC236}">
                  <a16:creationId xmlns:a16="http://schemas.microsoft.com/office/drawing/2014/main" id="{A8C27360-0B69-8604-4268-30708D08517F}"/>
                </a:ext>
              </a:extLst>
            </p:cNvPr>
            <p:cNvSpPr txBox="1"/>
            <p:nvPr/>
          </p:nvSpPr>
          <p:spPr>
            <a:xfrm>
              <a:off x="2106912" y="4541918"/>
              <a:ext cx="2236510" cy="707886"/>
            </a:xfrm>
            <a:prstGeom prst="rect">
              <a:avLst/>
            </a:prstGeom>
            <a:noFill/>
          </p:spPr>
          <p:txBody>
            <a:bodyPr wrap="none" rtlCol="0">
              <a:spAutoFit/>
            </a:bodyPr>
            <a:lstStyle/>
            <a:p>
              <a:r>
                <a:rPr lang="ja-JP" altLang="en-US" sz="4000" b="1" dirty="0">
                  <a:solidFill>
                    <a:srgbClr val="CC00FF"/>
                  </a:solidFill>
                  <a:latin typeface="02流線形 Bold" pitchFamily="2" charset="-128"/>
                  <a:ea typeface="02流線形 Bold" pitchFamily="2" charset="-128"/>
                </a:rPr>
                <a:t>全員</a:t>
              </a:r>
              <a:r>
                <a:rPr lang="ja-JP" altLang="en-US" sz="4000" b="1" dirty="0">
                  <a:solidFill>
                    <a:schemeClr val="bg1">
                      <a:lumMod val="95000"/>
                    </a:schemeClr>
                  </a:solidFill>
                  <a:latin typeface="02流線形 Bold" pitchFamily="2" charset="-128"/>
                  <a:ea typeface="02流線形 Bold" pitchFamily="2" charset="-128"/>
                </a:rPr>
                <a:t>生存</a:t>
              </a:r>
              <a:endParaRPr kumimoji="1" lang="ja-JP" altLang="en-US" sz="4000" b="1" dirty="0">
                <a:solidFill>
                  <a:schemeClr val="bg1">
                    <a:lumMod val="95000"/>
                  </a:schemeClr>
                </a:solidFill>
                <a:latin typeface="02流線形 Bold" pitchFamily="2" charset="-128"/>
                <a:ea typeface="02流線形 Bold" pitchFamily="2" charset="-128"/>
              </a:endParaRPr>
            </a:p>
          </p:txBody>
        </p:sp>
      </p:grpSp>
      <p:grpSp>
        <p:nvGrpSpPr>
          <p:cNvPr id="26" name="グループ化 25">
            <a:extLst>
              <a:ext uri="{FF2B5EF4-FFF2-40B4-BE49-F238E27FC236}">
                <a16:creationId xmlns:a16="http://schemas.microsoft.com/office/drawing/2014/main" id="{FB89A78B-1D46-C3AA-E7A7-0D4B03E97A52}"/>
              </a:ext>
            </a:extLst>
          </p:cNvPr>
          <p:cNvGrpSpPr/>
          <p:nvPr/>
        </p:nvGrpSpPr>
        <p:grpSpPr>
          <a:xfrm>
            <a:off x="6715005" y="1930877"/>
            <a:ext cx="870553" cy="1559745"/>
            <a:chOff x="1217753" y="2700392"/>
            <a:chExt cx="870553" cy="1559745"/>
          </a:xfrm>
        </p:grpSpPr>
        <p:sp>
          <p:nvSpPr>
            <p:cNvPr id="27" name="テキスト ボックス 26">
              <a:extLst>
                <a:ext uri="{FF2B5EF4-FFF2-40B4-BE49-F238E27FC236}">
                  <a16:creationId xmlns:a16="http://schemas.microsoft.com/office/drawing/2014/main" id="{E805A093-F8DE-6B42-2DAD-3A3215828461}"/>
                </a:ext>
              </a:extLst>
            </p:cNvPr>
            <p:cNvSpPr txBox="1"/>
            <p:nvPr/>
          </p:nvSpPr>
          <p:spPr>
            <a:xfrm>
              <a:off x="1441975" y="2700392"/>
              <a:ext cx="646331" cy="646331"/>
            </a:xfrm>
            <a:prstGeom prst="rect">
              <a:avLst/>
            </a:prstGeom>
            <a:noFill/>
          </p:spPr>
          <p:txBody>
            <a:bodyPr wrap="none" rtlCol="0">
              <a:spAutoFit/>
            </a:bodyPr>
            <a:lstStyle/>
            <a:p>
              <a:pPr algn="ctr"/>
              <a:r>
                <a:rPr lang="ja-JP" altLang="en-US" sz="3600" b="1" dirty="0">
                  <a:solidFill>
                    <a:schemeClr val="bg1">
                      <a:lumMod val="95000"/>
                    </a:schemeClr>
                  </a:solidFill>
                  <a:latin typeface="02流線形 Bold" pitchFamily="2" charset="-128"/>
                  <a:ea typeface="02流線形 Bold" pitchFamily="2" charset="-128"/>
                </a:rPr>
                <a:t>★</a:t>
              </a:r>
              <a:endParaRPr kumimoji="1" lang="ja-JP" altLang="en-US" sz="3600" b="1" dirty="0">
                <a:solidFill>
                  <a:schemeClr val="bg1">
                    <a:lumMod val="95000"/>
                  </a:schemeClr>
                </a:solidFill>
                <a:latin typeface="02流線形 Bold" pitchFamily="2" charset="-128"/>
                <a:ea typeface="02流線形 Bold" pitchFamily="2" charset="-128"/>
              </a:endParaRPr>
            </a:p>
          </p:txBody>
        </p:sp>
        <p:sp>
          <p:nvSpPr>
            <p:cNvPr id="28" name="テキスト ボックス 27">
              <a:extLst>
                <a:ext uri="{FF2B5EF4-FFF2-40B4-BE49-F238E27FC236}">
                  <a16:creationId xmlns:a16="http://schemas.microsoft.com/office/drawing/2014/main" id="{6A5EDFDA-0392-8C86-DEB0-41CBCB16CE6A}"/>
                </a:ext>
              </a:extLst>
            </p:cNvPr>
            <p:cNvSpPr txBox="1"/>
            <p:nvPr/>
          </p:nvSpPr>
          <p:spPr>
            <a:xfrm>
              <a:off x="1333702" y="3157100"/>
              <a:ext cx="646331" cy="646331"/>
            </a:xfrm>
            <a:prstGeom prst="rect">
              <a:avLst/>
            </a:prstGeom>
            <a:noFill/>
          </p:spPr>
          <p:txBody>
            <a:bodyPr wrap="none" rtlCol="0">
              <a:spAutoFit/>
            </a:bodyPr>
            <a:lstStyle/>
            <a:p>
              <a:pPr algn="ctr"/>
              <a:r>
                <a:rPr kumimoji="1" lang="ja-JP" altLang="en-US" sz="3600" b="1" dirty="0">
                  <a:solidFill>
                    <a:schemeClr val="bg1">
                      <a:lumMod val="95000"/>
                    </a:schemeClr>
                  </a:solidFill>
                  <a:latin typeface="02流線形 Bold" pitchFamily="2" charset="-128"/>
                  <a:ea typeface="02流線形 Bold" pitchFamily="2" charset="-128"/>
                </a:rPr>
                <a:t>☆</a:t>
              </a:r>
            </a:p>
          </p:txBody>
        </p:sp>
        <p:sp>
          <p:nvSpPr>
            <p:cNvPr id="29" name="テキスト ボックス 28">
              <a:extLst>
                <a:ext uri="{FF2B5EF4-FFF2-40B4-BE49-F238E27FC236}">
                  <a16:creationId xmlns:a16="http://schemas.microsoft.com/office/drawing/2014/main" id="{A845BF0A-9799-CD5B-32C4-AE7D022C337C}"/>
                </a:ext>
              </a:extLst>
            </p:cNvPr>
            <p:cNvSpPr txBox="1"/>
            <p:nvPr/>
          </p:nvSpPr>
          <p:spPr>
            <a:xfrm>
              <a:off x="1217753" y="3613806"/>
              <a:ext cx="646331" cy="646331"/>
            </a:xfrm>
            <a:prstGeom prst="rect">
              <a:avLst/>
            </a:prstGeom>
            <a:noFill/>
          </p:spPr>
          <p:txBody>
            <a:bodyPr wrap="none" rtlCol="0">
              <a:spAutoFit/>
            </a:bodyPr>
            <a:lstStyle/>
            <a:p>
              <a:pPr algn="ctr"/>
              <a:r>
                <a:rPr kumimoji="1" lang="ja-JP" altLang="en-US" sz="3600" b="1" dirty="0">
                  <a:solidFill>
                    <a:schemeClr val="bg1">
                      <a:lumMod val="95000"/>
                    </a:schemeClr>
                  </a:solidFill>
                  <a:latin typeface="02流線形 Bold" pitchFamily="2" charset="-128"/>
                  <a:ea typeface="02流線形 Bold" pitchFamily="2" charset="-128"/>
                </a:rPr>
                <a:t>☆</a:t>
              </a:r>
            </a:p>
          </p:txBody>
        </p:sp>
      </p:grpSp>
    </p:spTree>
    <p:extLst>
      <p:ext uri="{BB962C8B-B14F-4D97-AF65-F5344CB8AC3E}">
        <p14:creationId xmlns:p14="http://schemas.microsoft.com/office/powerpoint/2010/main" val="472343492"/>
      </p:ext>
    </p:extLst>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687D82-E00D-43BF-F6A0-003BF0A5F02D}"/>
            </a:ext>
          </a:extLst>
        </p:cNvPr>
        <p:cNvGrpSpPr/>
        <p:nvPr/>
      </p:nvGrpSpPr>
      <p:grpSpPr>
        <a:xfrm>
          <a:off x="0" y="0"/>
          <a:ext cx="0" cy="0"/>
          <a:chOff x="0" y="0"/>
          <a:chExt cx="0" cy="0"/>
        </a:xfrm>
      </p:grpSpPr>
      <p:sp>
        <p:nvSpPr>
          <p:cNvPr id="11" name="正方形/長方形 10">
            <a:extLst>
              <a:ext uri="{FF2B5EF4-FFF2-40B4-BE49-F238E27FC236}">
                <a16:creationId xmlns:a16="http://schemas.microsoft.com/office/drawing/2014/main" id="{8CB10CC5-EB4D-CCD1-76BE-139E8369CF41}"/>
              </a:ext>
            </a:extLst>
          </p:cNvPr>
          <p:cNvSpPr/>
          <p:nvPr/>
        </p:nvSpPr>
        <p:spPr>
          <a:xfrm>
            <a:off x="0" y="1800592"/>
            <a:ext cx="12192000" cy="3659134"/>
          </a:xfrm>
          <a:prstGeom prst="rect">
            <a:avLst/>
          </a:prstGeom>
          <a:gradFill flip="none" rotWithShape="1">
            <a:gsLst>
              <a:gs pos="34000">
                <a:schemeClr val="tx1">
                  <a:lumMod val="85000"/>
                  <a:lumOff val="15000"/>
                  <a:alpha val="85000"/>
                </a:schemeClr>
              </a:gs>
              <a:gs pos="100000">
                <a:srgbClr val="CC66FF">
                  <a:alpha val="85000"/>
                </a:srgbClr>
              </a:gs>
            </a:gsLst>
            <a:lin ang="108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 name="テキスト ボックス 4">
            <a:extLst>
              <a:ext uri="{FF2B5EF4-FFF2-40B4-BE49-F238E27FC236}">
                <a16:creationId xmlns:a16="http://schemas.microsoft.com/office/drawing/2014/main" id="{DB6F851C-34BE-0C32-5AE9-AA99A9EDACA1}"/>
              </a:ext>
            </a:extLst>
          </p:cNvPr>
          <p:cNvSpPr txBox="1"/>
          <p:nvPr/>
        </p:nvSpPr>
        <p:spPr>
          <a:xfrm>
            <a:off x="5136442" y="2022311"/>
            <a:ext cx="1919115" cy="707886"/>
          </a:xfrm>
          <a:prstGeom prst="rect">
            <a:avLst/>
          </a:prstGeom>
          <a:noFill/>
        </p:spPr>
        <p:txBody>
          <a:bodyPr wrap="none" rtlCol="0">
            <a:spAutoFit/>
          </a:bodyPr>
          <a:lstStyle/>
          <a:p>
            <a:r>
              <a:rPr kumimoji="1" lang="en-US" altLang="ja-JP" sz="4000" b="1" dirty="0">
                <a:solidFill>
                  <a:schemeClr val="bg1">
                    <a:lumMod val="95000"/>
                  </a:schemeClr>
                </a:solidFill>
                <a:latin typeface="BIZ UDP明朝 Medium" panose="02020500000000000000" pitchFamily="18" charset="-128"/>
                <a:ea typeface="BIZ UDP明朝 Medium" panose="02020500000000000000" pitchFamily="18" charset="-128"/>
              </a:rPr>
              <a:t>EF</a:t>
            </a:r>
            <a:r>
              <a:rPr kumimoji="1" lang="ja-JP" altLang="en-US" sz="4000" b="1" dirty="0">
                <a:solidFill>
                  <a:schemeClr val="bg1">
                    <a:lumMod val="95000"/>
                  </a:schemeClr>
                </a:solidFill>
                <a:latin typeface="BIZ UDP明朝 Medium" panose="02020500000000000000" pitchFamily="18" charset="-128"/>
                <a:ea typeface="BIZ UDP明朝 Medium" panose="02020500000000000000" pitchFamily="18" charset="-128"/>
              </a:rPr>
              <a:t>最大</a:t>
            </a:r>
          </a:p>
        </p:txBody>
      </p:sp>
      <p:grpSp>
        <p:nvGrpSpPr>
          <p:cNvPr id="12" name="グループ化 11">
            <a:extLst>
              <a:ext uri="{FF2B5EF4-FFF2-40B4-BE49-F238E27FC236}">
                <a16:creationId xmlns:a16="http://schemas.microsoft.com/office/drawing/2014/main" id="{27449856-EBC1-C28E-A7BF-F4683BB26B46}"/>
              </a:ext>
            </a:extLst>
          </p:cNvPr>
          <p:cNvGrpSpPr/>
          <p:nvPr/>
        </p:nvGrpSpPr>
        <p:grpSpPr>
          <a:xfrm>
            <a:off x="1644061" y="3215309"/>
            <a:ext cx="8903876" cy="707886"/>
            <a:chOff x="1719571" y="274515"/>
            <a:chExt cx="4262430" cy="338877"/>
          </a:xfrm>
        </p:grpSpPr>
        <p:grpSp>
          <p:nvGrpSpPr>
            <p:cNvPr id="13" name="グループ化 12">
              <a:extLst>
                <a:ext uri="{FF2B5EF4-FFF2-40B4-BE49-F238E27FC236}">
                  <a16:creationId xmlns:a16="http://schemas.microsoft.com/office/drawing/2014/main" id="{AD95042C-D9C8-5BF9-07FC-3653C50EBF93}"/>
                </a:ext>
              </a:extLst>
            </p:cNvPr>
            <p:cNvGrpSpPr/>
            <p:nvPr/>
          </p:nvGrpSpPr>
          <p:grpSpPr>
            <a:xfrm>
              <a:off x="1719571" y="274517"/>
              <a:ext cx="3092165" cy="338875"/>
              <a:chOff x="1719571" y="215382"/>
              <a:chExt cx="3888059" cy="426098"/>
            </a:xfrm>
          </p:grpSpPr>
          <p:sp>
            <p:nvSpPr>
              <p:cNvPr id="21" name="平行四辺形 20">
                <a:extLst>
                  <a:ext uri="{FF2B5EF4-FFF2-40B4-BE49-F238E27FC236}">
                    <a16:creationId xmlns:a16="http://schemas.microsoft.com/office/drawing/2014/main" id="{9F6B3BAF-C8D7-C558-CD15-37EB1116C4F0}"/>
                  </a:ext>
                </a:extLst>
              </p:cNvPr>
              <p:cNvSpPr/>
              <p:nvPr/>
            </p:nvSpPr>
            <p:spPr>
              <a:xfrm>
                <a:off x="1719571" y="215382"/>
                <a:ext cx="855679" cy="426098"/>
              </a:xfrm>
              <a:prstGeom prst="parallelogram">
                <a:avLst/>
              </a:prstGeom>
              <a:solidFill>
                <a:srgbClr val="CC66FF">
                  <a:alpha val="70000"/>
                </a:srgbClr>
              </a:solidFill>
              <a:ln w="38100">
                <a:solidFill>
                  <a:schemeClr val="bg1">
                    <a:lumMod val="85000"/>
                  </a:schemeClr>
                </a:solidFill>
              </a:ln>
              <a:effectLst>
                <a:glow rad="266700">
                  <a:srgbClr val="CC66FF">
                    <a:alpha val="65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平行四辺形 21">
                <a:extLst>
                  <a:ext uri="{FF2B5EF4-FFF2-40B4-BE49-F238E27FC236}">
                    <a16:creationId xmlns:a16="http://schemas.microsoft.com/office/drawing/2014/main" id="{F1570463-EA76-2C81-1CC0-672EE1BADB9D}"/>
                  </a:ext>
                </a:extLst>
              </p:cNvPr>
              <p:cNvSpPr/>
              <p:nvPr/>
            </p:nvSpPr>
            <p:spPr>
              <a:xfrm>
                <a:off x="2477666" y="215382"/>
                <a:ext cx="855679" cy="426098"/>
              </a:xfrm>
              <a:prstGeom prst="parallelogram">
                <a:avLst/>
              </a:prstGeom>
              <a:solidFill>
                <a:srgbClr val="CC66FF">
                  <a:alpha val="70000"/>
                </a:srgbClr>
              </a:solidFill>
              <a:ln w="38100">
                <a:solidFill>
                  <a:schemeClr val="bg1">
                    <a:lumMod val="85000"/>
                  </a:schemeClr>
                </a:solidFill>
              </a:ln>
              <a:effectLst>
                <a:glow rad="266700">
                  <a:srgbClr val="CC66FF">
                    <a:alpha val="65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 name="平行四辺形 23">
                <a:extLst>
                  <a:ext uri="{FF2B5EF4-FFF2-40B4-BE49-F238E27FC236}">
                    <a16:creationId xmlns:a16="http://schemas.microsoft.com/office/drawing/2014/main" id="{36F9F02F-6629-9B6E-B378-3E5486D7F8D2}"/>
                  </a:ext>
                </a:extLst>
              </p:cNvPr>
              <p:cNvSpPr/>
              <p:nvPr/>
            </p:nvSpPr>
            <p:spPr>
              <a:xfrm>
                <a:off x="3235761" y="215382"/>
                <a:ext cx="855679" cy="426098"/>
              </a:xfrm>
              <a:prstGeom prst="parallelogram">
                <a:avLst/>
              </a:prstGeom>
              <a:solidFill>
                <a:srgbClr val="CC66FF">
                  <a:alpha val="70000"/>
                </a:srgbClr>
              </a:solidFill>
              <a:ln w="38100">
                <a:solidFill>
                  <a:schemeClr val="bg1">
                    <a:lumMod val="85000"/>
                  </a:schemeClr>
                </a:solidFill>
              </a:ln>
              <a:effectLst>
                <a:glow rad="266700">
                  <a:srgbClr val="CC66FF">
                    <a:alpha val="65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6" name="平行四辺形 25">
                <a:extLst>
                  <a:ext uri="{FF2B5EF4-FFF2-40B4-BE49-F238E27FC236}">
                    <a16:creationId xmlns:a16="http://schemas.microsoft.com/office/drawing/2014/main" id="{C7A7E1E8-1A45-BE84-B0FE-1BB7E46F6248}"/>
                  </a:ext>
                </a:extLst>
              </p:cNvPr>
              <p:cNvSpPr/>
              <p:nvPr/>
            </p:nvSpPr>
            <p:spPr>
              <a:xfrm>
                <a:off x="3993856" y="215382"/>
                <a:ext cx="855679" cy="426098"/>
              </a:xfrm>
              <a:prstGeom prst="parallelogram">
                <a:avLst/>
              </a:prstGeom>
              <a:solidFill>
                <a:srgbClr val="CC66FF">
                  <a:alpha val="70000"/>
                </a:srgbClr>
              </a:solidFill>
              <a:ln w="38100">
                <a:solidFill>
                  <a:schemeClr val="bg1">
                    <a:lumMod val="85000"/>
                  </a:schemeClr>
                </a:solidFill>
              </a:ln>
              <a:effectLst>
                <a:glow rad="266700">
                  <a:srgbClr val="CC66FF">
                    <a:alpha val="65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5" name="平行四辺形 24">
                <a:extLst>
                  <a:ext uri="{FF2B5EF4-FFF2-40B4-BE49-F238E27FC236}">
                    <a16:creationId xmlns:a16="http://schemas.microsoft.com/office/drawing/2014/main" id="{764A152E-D588-89CE-7C0C-3EDBFE5A169B}"/>
                  </a:ext>
                </a:extLst>
              </p:cNvPr>
              <p:cNvSpPr/>
              <p:nvPr/>
            </p:nvSpPr>
            <p:spPr>
              <a:xfrm>
                <a:off x="4751951" y="215382"/>
                <a:ext cx="855679" cy="426098"/>
              </a:xfrm>
              <a:prstGeom prst="parallelogram">
                <a:avLst/>
              </a:prstGeom>
              <a:solidFill>
                <a:srgbClr val="CC66FF">
                  <a:alpha val="70000"/>
                </a:srgbClr>
              </a:solidFill>
              <a:ln w="38100">
                <a:solidFill>
                  <a:schemeClr val="bg1">
                    <a:lumMod val="85000"/>
                  </a:schemeClr>
                </a:solidFill>
              </a:ln>
              <a:effectLst>
                <a:glow rad="266700">
                  <a:srgbClr val="CC66FF">
                    <a:alpha val="65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sp>
          <p:nvSpPr>
            <p:cNvPr id="14" name="平行四辺形 13">
              <a:extLst>
                <a:ext uri="{FF2B5EF4-FFF2-40B4-BE49-F238E27FC236}">
                  <a16:creationId xmlns:a16="http://schemas.microsoft.com/office/drawing/2014/main" id="{81EBA971-C114-98AF-DA44-5033F804FCCB}"/>
                </a:ext>
              </a:extLst>
            </p:cNvPr>
            <p:cNvSpPr/>
            <p:nvPr/>
          </p:nvSpPr>
          <p:spPr>
            <a:xfrm>
              <a:off x="4724774" y="274515"/>
              <a:ext cx="680520" cy="338875"/>
            </a:xfrm>
            <a:prstGeom prst="parallelogram">
              <a:avLst/>
            </a:prstGeom>
            <a:solidFill>
              <a:srgbClr val="CC66FF">
                <a:alpha val="70000"/>
              </a:srgbClr>
            </a:solidFill>
            <a:ln w="38100">
              <a:solidFill>
                <a:schemeClr val="bg1">
                  <a:lumMod val="85000"/>
                </a:schemeClr>
              </a:solidFill>
            </a:ln>
            <a:effectLst>
              <a:glow rad="266700">
                <a:srgbClr val="CC66FF">
                  <a:alpha val="65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0" name="平行四辺形 19">
              <a:extLst>
                <a:ext uri="{FF2B5EF4-FFF2-40B4-BE49-F238E27FC236}">
                  <a16:creationId xmlns:a16="http://schemas.microsoft.com/office/drawing/2014/main" id="{8025C8E7-A2A8-79D6-BFD9-039A18D44BF3}"/>
                </a:ext>
              </a:extLst>
            </p:cNvPr>
            <p:cNvSpPr/>
            <p:nvPr/>
          </p:nvSpPr>
          <p:spPr>
            <a:xfrm>
              <a:off x="5301481" y="274515"/>
              <a:ext cx="680520" cy="338875"/>
            </a:xfrm>
            <a:prstGeom prst="parallelogram">
              <a:avLst/>
            </a:prstGeom>
            <a:solidFill>
              <a:srgbClr val="CC66FF">
                <a:alpha val="70000"/>
              </a:srgbClr>
            </a:solidFill>
            <a:ln w="38100">
              <a:solidFill>
                <a:schemeClr val="bg1">
                  <a:lumMod val="85000"/>
                </a:schemeClr>
              </a:solidFill>
            </a:ln>
            <a:effectLst>
              <a:glow rad="266700">
                <a:srgbClr val="CC66FF">
                  <a:alpha val="65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spTree>
    <p:extLst>
      <p:ext uri="{BB962C8B-B14F-4D97-AF65-F5344CB8AC3E}">
        <p14:creationId xmlns:p14="http://schemas.microsoft.com/office/powerpoint/2010/main" val="3917434677"/>
      </p:ext>
    </p:extLst>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69D4BC-4F98-1495-BE87-0F38AB105AAE}"/>
            </a:ext>
          </a:extLst>
        </p:cNvPr>
        <p:cNvGrpSpPr/>
        <p:nvPr/>
      </p:nvGrpSpPr>
      <p:grpSpPr>
        <a:xfrm>
          <a:off x="0" y="0"/>
          <a:ext cx="0" cy="0"/>
          <a:chOff x="0" y="0"/>
          <a:chExt cx="0" cy="0"/>
        </a:xfrm>
      </p:grpSpPr>
      <p:sp>
        <p:nvSpPr>
          <p:cNvPr id="11" name="正方形/長方形 10">
            <a:extLst>
              <a:ext uri="{FF2B5EF4-FFF2-40B4-BE49-F238E27FC236}">
                <a16:creationId xmlns:a16="http://schemas.microsoft.com/office/drawing/2014/main" id="{58D2B9AC-D289-85F7-4D29-F0F610F08793}"/>
              </a:ext>
            </a:extLst>
          </p:cNvPr>
          <p:cNvSpPr/>
          <p:nvPr/>
        </p:nvSpPr>
        <p:spPr>
          <a:xfrm>
            <a:off x="0" y="1800592"/>
            <a:ext cx="12192000" cy="3659134"/>
          </a:xfrm>
          <a:prstGeom prst="rect">
            <a:avLst/>
          </a:prstGeom>
          <a:gradFill flip="none" rotWithShape="1">
            <a:gsLst>
              <a:gs pos="34000">
                <a:schemeClr val="tx1">
                  <a:lumMod val="85000"/>
                  <a:lumOff val="15000"/>
                  <a:alpha val="85000"/>
                </a:schemeClr>
              </a:gs>
              <a:gs pos="100000">
                <a:srgbClr val="CC66FF">
                  <a:alpha val="85000"/>
                </a:srgbClr>
              </a:gs>
            </a:gsLst>
            <a:lin ang="108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 name="テキスト ボックス 4">
            <a:extLst>
              <a:ext uri="{FF2B5EF4-FFF2-40B4-BE49-F238E27FC236}">
                <a16:creationId xmlns:a16="http://schemas.microsoft.com/office/drawing/2014/main" id="{CC7B269F-8556-9618-3D2F-D58B8F0E1815}"/>
              </a:ext>
            </a:extLst>
          </p:cNvPr>
          <p:cNvSpPr txBox="1"/>
          <p:nvPr/>
        </p:nvSpPr>
        <p:spPr>
          <a:xfrm>
            <a:off x="5416194" y="1960958"/>
            <a:ext cx="1401346" cy="707886"/>
          </a:xfrm>
          <a:prstGeom prst="rect">
            <a:avLst/>
          </a:prstGeom>
          <a:noFill/>
        </p:spPr>
        <p:txBody>
          <a:bodyPr wrap="none" rtlCol="0">
            <a:spAutoFit/>
          </a:bodyPr>
          <a:lstStyle/>
          <a:p>
            <a:pPr algn="ctr"/>
            <a:r>
              <a:rPr kumimoji="1" lang="en-US" altLang="ja-JP" sz="4000" b="1" dirty="0">
                <a:solidFill>
                  <a:schemeClr val="bg1">
                    <a:lumMod val="95000"/>
                  </a:schemeClr>
                </a:solidFill>
                <a:latin typeface="BIZ UDP明朝 Medium" panose="02020500000000000000" pitchFamily="18" charset="-128"/>
                <a:ea typeface="BIZ UDP明朝 Medium" panose="02020500000000000000" pitchFamily="18" charset="-128"/>
              </a:rPr>
              <a:t>FLIP</a:t>
            </a:r>
            <a:endParaRPr kumimoji="1" lang="ja-JP" altLang="en-US" sz="40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21" name="平行四辺形 20">
            <a:extLst>
              <a:ext uri="{FF2B5EF4-FFF2-40B4-BE49-F238E27FC236}">
                <a16:creationId xmlns:a16="http://schemas.microsoft.com/office/drawing/2014/main" id="{96882AA0-B734-CD8C-B633-3694C4911C61}"/>
              </a:ext>
            </a:extLst>
          </p:cNvPr>
          <p:cNvSpPr/>
          <p:nvPr/>
        </p:nvSpPr>
        <p:spPr>
          <a:xfrm>
            <a:off x="1644062" y="3177209"/>
            <a:ext cx="8903876" cy="707882"/>
          </a:xfrm>
          <a:prstGeom prst="parallelogram">
            <a:avLst/>
          </a:prstGeom>
          <a:solidFill>
            <a:srgbClr val="CC66FF">
              <a:alpha val="70000"/>
            </a:srgbClr>
          </a:solidFill>
          <a:ln w="38100">
            <a:solidFill>
              <a:schemeClr val="bg1">
                <a:lumMod val="85000"/>
              </a:schemeClr>
            </a:solidFill>
          </a:ln>
          <a:effectLst>
            <a:glow rad="266700">
              <a:srgbClr val="CC66FF">
                <a:alpha val="65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dirty="0">
                <a:latin typeface="BIZ UDP明朝 Medium" panose="02020500000000000000" pitchFamily="18" charset="-128"/>
                <a:ea typeface="BIZ UDP明朝 Medium" panose="02020500000000000000" pitchFamily="18" charset="-128"/>
              </a:rPr>
              <a:t>全パラメータ</a:t>
            </a:r>
            <a:r>
              <a:rPr kumimoji="1" lang="en-US" altLang="ja-JP" sz="2400" dirty="0">
                <a:latin typeface="BIZ UDP明朝 Medium" panose="02020500000000000000" pitchFamily="18" charset="-128"/>
                <a:ea typeface="BIZ UDP明朝 Medium" panose="02020500000000000000" pitchFamily="18" charset="-128"/>
              </a:rPr>
              <a:t>100</a:t>
            </a:r>
            <a:r>
              <a:rPr kumimoji="1" lang="ja-JP" altLang="en-US" sz="2400" dirty="0">
                <a:latin typeface="BIZ UDP明朝 Medium" panose="02020500000000000000" pitchFamily="18" charset="-128"/>
                <a:ea typeface="BIZ UDP明朝 Medium" panose="02020500000000000000" pitchFamily="18" charset="-128"/>
              </a:rPr>
              <a:t>％上昇＆スキルチャージ</a:t>
            </a:r>
            <a:r>
              <a:rPr kumimoji="1" lang="en-US" altLang="ja-JP" sz="2400" dirty="0">
                <a:latin typeface="BIZ UDP明朝 Medium" panose="02020500000000000000" pitchFamily="18" charset="-128"/>
                <a:ea typeface="BIZ UDP明朝 Medium" panose="02020500000000000000" pitchFamily="18" charset="-128"/>
              </a:rPr>
              <a:t>MAX</a:t>
            </a:r>
            <a:endParaRPr kumimoji="1" lang="ja-JP" altLang="en-US" sz="2400" dirty="0">
              <a:latin typeface="BIZ UDP明朝 Medium" panose="02020500000000000000" pitchFamily="18" charset="-128"/>
              <a:ea typeface="BIZ UDP明朝 Medium" panose="02020500000000000000" pitchFamily="18" charset="-128"/>
            </a:endParaRPr>
          </a:p>
        </p:txBody>
      </p:sp>
      <p:grpSp>
        <p:nvGrpSpPr>
          <p:cNvPr id="3" name="グループ化 2">
            <a:extLst>
              <a:ext uri="{FF2B5EF4-FFF2-40B4-BE49-F238E27FC236}">
                <a16:creationId xmlns:a16="http://schemas.microsoft.com/office/drawing/2014/main" id="{0F0904DF-8E68-EA90-B397-F376E43B30C6}"/>
              </a:ext>
            </a:extLst>
          </p:cNvPr>
          <p:cNvGrpSpPr/>
          <p:nvPr/>
        </p:nvGrpSpPr>
        <p:grpSpPr>
          <a:xfrm>
            <a:off x="4954530" y="4393456"/>
            <a:ext cx="2324674" cy="801291"/>
            <a:chOff x="8047249" y="4431717"/>
            <a:chExt cx="2324674" cy="801291"/>
          </a:xfrm>
        </p:grpSpPr>
        <p:sp>
          <p:nvSpPr>
            <p:cNvPr id="15" name="矢印: 五方向 14">
              <a:extLst>
                <a:ext uri="{FF2B5EF4-FFF2-40B4-BE49-F238E27FC236}">
                  <a16:creationId xmlns:a16="http://schemas.microsoft.com/office/drawing/2014/main" id="{44ADBCEE-304F-55EC-4ABC-F3869E3C4FAF}"/>
                </a:ext>
              </a:extLst>
            </p:cNvPr>
            <p:cNvSpPr/>
            <p:nvPr/>
          </p:nvSpPr>
          <p:spPr>
            <a:xfrm>
              <a:off x="8322906" y="4431717"/>
              <a:ext cx="1773360" cy="461826"/>
            </a:xfrm>
            <a:prstGeom prst="homePlate">
              <a:avLst/>
            </a:prstGeom>
            <a:solidFill>
              <a:srgbClr val="CC66FF">
                <a:alpha val="70000"/>
              </a:srgbClr>
            </a:solidFill>
            <a:ln w="25400">
              <a:gradFill>
                <a:gsLst>
                  <a:gs pos="0">
                    <a:schemeClr val="accent1">
                      <a:lumMod val="5000"/>
                      <a:lumOff val="95000"/>
                    </a:schemeClr>
                  </a:gs>
                  <a:gs pos="68000">
                    <a:srgbClr val="CC66FF">
                      <a:alpha val="0"/>
                    </a:srgbClr>
                  </a:gs>
                </a:gsLst>
                <a:lin ang="5400000" scaled="1"/>
              </a:gra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BIZ UDP明朝 Medium" panose="02020500000000000000" pitchFamily="18" charset="-128"/>
                  <a:ea typeface="BIZ UDP明朝 Medium" panose="02020500000000000000" pitchFamily="18" charset="-128"/>
                </a:rPr>
                <a:t>バトルに戻る</a:t>
              </a:r>
            </a:p>
          </p:txBody>
        </p:sp>
        <p:sp>
          <p:nvSpPr>
            <p:cNvPr id="2" name="テキスト ボックス 1">
              <a:extLst>
                <a:ext uri="{FF2B5EF4-FFF2-40B4-BE49-F238E27FC236}">
                  <a16:creationId xmlns:a16="http://schemas.microsoft.com/office/drawing/2014/main" id="{B38C01BB-CF7E-6044-B5FC-DB6B6D195B77}"/>
                </a:ext>
              </a:extLst>
            </p:cNvPr>
            <p:cNvSpPr txBox="1"/>
            <p:nvPr/>
          </p:nvSpPr>
          <p:spPr>
            <a:xfrm>
              <a:off x="8047249" y="4925231"/>
              <a:ext cx="2324674" cy="307777"/>
            </a:xfrm>
            <a:prstGeom prst="rect">
              <a:avLst/>
            </a:prstGeom>
            <a:noFill/>
          </p:spPr>
          <p:txBody>
            <a:bodyPr wrap="none" rtlCol="0">
              <a:spAutoFit/>
            </a:bodyPr>
            <a:lstStyle/>
            <a:p>
              <a:pPr algn="ctr"/>
              <a:r>
                <a:rPr lang="en-US" altLang="ja-JP" sz="1400" b="1" dirty="0">
                  <a:solidFill>
                    <a:schemeClr val="bg1">
                      <a:lumMod val="85000"/>
                    </a:schemeClr>
                  </a:solidFill>
                  <a:latin typeface="BIZ UDP明朝 Medium" panose="02020500000000000000" pitchFamily="18" charset="-128"/>
                  <a:ea typeface="BIZ UDP明朝 Medium" panose="02020500000000000000" pitchFamily="18" charset="-128"/>
                </a:rPr>
                <a:t>n</a:t>
              </a:r>
              <a:r>
                <a:rPr lang="ja-JP" altLang="en-US" sz="1400" b="1" dirty="0">
                  <a:solidFill>
                    <a:schemeClr val="bg1">
                      <a:lumMod val="85000"/>
                    </a:schemeClr>
                  </a:solidFill>
                  <a:latin typeface="BIZ UDP明朝 Medium" panose="02020500000000000000" pitchFamily="18" charset="-128"/>
                  <a:ea typeface="BIZ UDP明朝 Medium" panose="02020500000000000000" pitchFamily="18" charset="-128"/>
                </a:rPr>
                <a:t>秒後に自動でバトルに戻る</a:t>
              </a:r>
              <a:endParaRPr kumimoji="1" lang="ja-JP" altLang="en-US" sz="1400" b="1" dirty="0">
                <a:solidFill>
                  <a:schemeClr val="bg1">
                    <a:lumMod val="85000"/>
                  </a:schemeClr>
                </a:solidFill>
                <a:latin typeface="BIZ UDP明朝 Medium" panose="02020500000000000000" pitchFamily="18" charset="-128"/>
                <a:ea typeface="BIZ UDP明朝 Medium" panose="02020500000000000000" pitchFamily="18" charset="-128"/>
              </a:endParaRPr>
            </a:p>
          </p:txBody>
        </p:sp>
      </p:grpSp>
    </p:spTree>
    <p:extLst>
      <p:ext uri="{BB962C8B-B14F-4D97-AF65-F5344CB8AC3E}">
        <p14:creationId xmlns:p14="http://schemas.microsoft.com/office/powerpoint/2010/main" val="609949756"/>
      </p:ext>
    </p:extLst>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
          <a:extLst>
            <a:ext uri="{FF2B5EF4-FFF2-40B4-BE49-F238E27FC236}">
              <a16:creationId xmlns:a16="http://schemas.microsoft.com/office/drawing/2014/main" id="{B2CCFBA6-5A43-608D-60E1-0BC767097F21}"/>
            </a:ext>
          </a:extLst>
        </p:cNvPr>
        <p:cNvGrpSpPr/>
        <p:nvPr/>
      </p:nvGrpSpPr>
      <p:grpSpPr>
        <a:xfrm>
          <a:off x="0" y="0"/>
          <a:ext cx="0" cy="0"/>
          <a:chOff x="0" y="0"/>
          <a:chExt cx="0" cy="0"/>
        </a:xfrm>
      </p:grpSpPr>
      <p:sp>
        <p:nvSpPr>
          <p:cNvPr id="2" name="四角形: 角を丸くする 1">
            <a:extLst>
              <a:ext uri="{FF2B5EF4-FFF2-40B4-BE49-F238E27FC236}">
                <a16:creationId xmlns:a16="http://schemas.microsoft.com/office/drawing/2014/main" id="{807ABE02-2A51-5DF3-DF03-CAE488FA4CE8}"/>
              </a:ext>
            </a:extLst>
          </p:cNvPr>
          <p:cNvSpPr/>
          <p:nvPr/>
        </p:nvSpPr>
        <p:spPr>
          <a:xfrm>
            <a:off x="726233" y="695130"/>
            <a:ext cx="8501744" cy="5467739"/>
          </a:xfrm>
          <a:prstGeom prst="roundRect">
            <a:avLst>
              <a:gd name="adj" fmla="val 6428"/>
            </a:avLst>
          </a:prstGeom>
          <a:solidFill>
            <a:schemeClr val="tx1">
              <a:lumMod val="85000"/>
              <a:lumOff val="15000"/>
              <a:alpha val="4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pic>
        <p:nvPicPr>
          <p:cNvPr id="152" name="図 151">
            <a:extLst>
              <a:ext uri="{FF2B5EF4-FFF2-40B4-BE49-F238E27FC236}">
                <a16:creationId xmlns:a16="http://schemas.microsoft.com/office/drawing/2014/main" id="{641A7932-DB7A-8D68-EDCF-C7C3DCB74AA7}"/>
              </a:ext>
            </a:extLst>
          </p:cNvPr>
          <p:cNvPicPr>
            <a:picLocks noChangeAspect="1"/>
          </p:cNvPicPr>
          <p:nvPr/>
        </p:nvPicPr>
        <p:blipFill>
          <a:blip r:embed="rId4">
            <a:extLst>
              <a:ext uri="{28A0092B-C50C-407E-A947-70E740481C1C}">
                <a14:useLocalDpi xmlns:a14="http://schemas.microsoft.com/office/drawing/2010/main" val="0"/>
              </a:ext>
            </a:extLst>
          </a:blip>
          <a:srcRect r="41805"/>
          <a:stretch>
            <a:fillRect/>
          </a:stretch>
        </p:blipFill>
        <p:spPr>
          <a:xfrm>
            <a:off x="7614157" y="4594296"/>
            <a:ext cx="1122327" cy="1343904"/>
          </a:xfrm>
          <a:prstGeom prst="rect">
            <a:avLst/>
          </a:prstGeom>
        </p:spPr>
      </p:pic>
      <p:grpSp>
        <p:nvGrpSpPr>
          <p:cNvPr id="41" name="グループ化 40">
            <a:extLst>
              <a:ext uri="{FF2B5EF4-FFF2-40B4-BE49-F238E27FC236}">
                <a16:creationId xmlns:a16="http://schemas.microsoft.com/office/drawing/2014/main" id="{75F7412A-746A-F03E-66FC-4D8F4217F597}"/>
              </a:ext>
            </a:extLst>
          </p:cNvPr>
          <p:cNvGrpSpPr/>
          <p:nvPr/>
        </p:nvGrpSpPr>
        <p:grpSpPr>
          <a:xfrm>
            <a:off x="1217725" y="1338159"/>
            <a:ext cx="7518759" cy="2674716"/>
            <a:chOff x="1217725" y="1532774"/>
            <a:chExt cx="7518759" cy="2674716"/>
          </a:xfrm>
          <a:solidFill>
            <a:schemeClr val="bg1">
              <a:lumMod val="75000"/>
              <a:alpha val="70000"/>
            </a:schemeClr>
          </a:solidFill>
        </p:grpSpPr>
        <p:sp>
          <p:nvSpPr>
            <p:cNvPr id="15" name="四角形: 角を丸くする 14">
              <a:extLst>
                <a:ext uri="{FF2B5EF4-FFF2-40B4-BE49-F238E27FC236}">
                  <a16:creationId xmlns:a16="http://schemas.microsoft.com/office/drawing/2014/main" id="{885B4222-3C4D-CED7-3A6C-C2C265A5FD03}"/>
                </a:ext>
              </a:extLst>
            </p:cNvPr>
            <p:cNvSpPr/>
            <p:nvPr/>
          </p:nvSpPr>
          <p:spPr>
            <a:xfrm>
              <a:off x="1217725" y="1532774"/>
              <a:ext cx="1719934" cy="2674716"/>
            </a:xfrm>
            <a:prstGeom prst="roundRect">
              <a:avLst>
                <a:gd name="adj" fmla="val 9614"/>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34" name="四角形: 角を丸くする 33">
              <a:extLst>
                <a:ext uri="{FF2B5EF4-FFF2-40B4-BE49-F238E27FC236}">
                  <a16:creationId xmlns:a16="http://schemas.microsoft.com/office/drawing/2014/main" id="{4864CE9E-E951-0AFE-9331-CDAC09922A0D}"/>
                </a:ext>
              </a:extLst>
            </p:cNvPr>
            <p:cNvSpPr/>
            <p:nvPr/>
          </p:nvSpPr>
          <p:spPr>
            <a:xfrm>
              <a:off x="3150667" y="1532774"/>
              <a:ext cx="1719934" cy="2674716"/>
            </a:xfrm>
            <a:prstGeom prst="roundRect">
              <a:avLst>
                <a:gd name="adj" fmla="val 9614"/>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sp>
          <p:nvSpPr>
            <p:cNvPr id="39" name="四角形: 角を丸くする 38">
              <a:extLst>
                <a:ext uri="{FF2B5EF4-FFF2-40B4-BE49-F238E27FC236}">
                  <a16:creationId xmlns:a16="http://schemas.microsoft.com/office/drawing/2014/main" id="{3BC799B9-1964-5962-0A9E-50835711331D}"/>
                </a:ext>
              </a:extLst>
            </p:cNvPr>
            <p:cNvSpPr/>
            <p:nvPr/>
          </p:nvSpPr>
          <p:spPr>
            <a:xfrm>
              <a:off x="5083609" y="1532774"/>
              <a:ext cx="1719934" cy="2674716"/>
            </a:xfrm>
            <a:prstGeom prst="roundRect">
              <a:avLst>
                <a:gd name="adj" fmla="val 9614"/>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sp>
          <p:nvSpPr>
            <p:cNvPr id="40" name="四角形: 角を丸くする 39">
              <a:extLst>
                <a:ext uri="{FF2B5EF4-FFF2-40B4-BE49-F238E27FC236}">
                  <a16:creationId xmlns:a16="http://schemas.microsoft.com/office/drawing/2014/main" id="{9E9A331E-7E83-7776-09F4-6233938F372D}"/>
                </a:ext>
              </a:extLst>
            </p:cNvPr>
            <p:cNvSpPr/>
            <p:nvPr/>
          </p:nvSpPr>
          <p:spPr>
            <a:xfrm>
              <a:off x="7016550" y="1532774"/>
              <a:ext cx="1719934" cy="2674716"/>
            </a:xfrm>
            <a:prstGeom prst="roundRect">
              <a:avLst>
                <a:gd name="adj" fmla="val 9614"/>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grpSp>
        <p:nvGrpSpPr>
          <p:cNvPr id="156" name="グループ化 155">
            <a:extLst>
              <a:ext uri="{FF2B5EF4-FFF2-40B4-BE49-F238E27FC236}">
                <a16:creationId xmlns:a16="http://schemas.microsoft.com/office/drawing/2014/main" id="{A08B8B43-3730-3635-B6D5-0A6B8045DF3B}"/>
              </a:ext>
            </a:extLst>
          </p:cNvPr>
          <p:cNvGrpSpPr/>
          <p:nvPr/>
        </p:nvGrpSpPr>
        <p:grpSpPr>
          <a:xfrm>
            <a:off x="9569319" y="5011901"/>
            <a:ext cx="1755710" cy="810206"/>
            <a:chOff x="9569319" y="5159829"/>
            <a:chExt cx="1755710" cy="810206"/>
          </a:xfrm>
        </p:grpSpPr>
        <p:sp>
          <p:nvSpPr>
            <p:cNvPr id="5" name="四角形: 角を丸くする 4">
              <a:extLst>
                <a:ext uri="{FF2B5EF4-FFF2-40B4-BE49-F238E27FC236}">
                  <a16:creationId xmlns:a16="http://schemas.microsoft.com/office/drawing/2014/main" id="{F9F54722-DA59-6A04-273F-A378FF5E46C7}"/>
                </a:ext>
              </a:extLst>
            </p:cNvPr>
            <p:cNvSpPr/>
            <p:nvPr/>
          </p:nvSpPr>
          <p:spPr>
            <a:xfrm>
              <a:off x="9569319" y="5159829"/>
              <a:ext cx="1755710" cy="810206"/>
            </a:xfrm>
            <a:prstGeom prst="roundRect">
              <a:avLst>
                <a:gd name="adj" fmla="val 6428"/>
              </a:avLst>
            </a:prstGeom>
            <a:solidFill>
              <a:schemeClr val="tx1">
                <a:lumMod val="85000"/>
                <a:lumOff val="15000"/>
                <a:alpha val="80000"/>
              </a:schemeClr>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sp>
          <p:nvSpPr>
            <p:cNvPr id="9" name="テキスト ボックス 8">
              <a:extLst>
                <a:ext uri="{FF2B5EF4-FFF2-40B4-BE49-F238E27FC236}">
                  <a16:creationId xmlns:a16="http://schemas.microsoft.com/office/drawing/2014/main" id="{072A0197-D586-5D4C-44BD-4FEF616204D3}"/>
                </a:ext>
              </a:extLst>
            </p:cNvPr>
            <p:cNvSpPr txBox="1"/>
            <p:nvPr/>
          </p:nvSpPr>
          <p:spPr>
            <a:xfrm>
              <a:off x="10430947" y="5564932"/>
              <a:ext cx="877163" cy="369332"/>
            </a:xfrm>
            <a:prstGeom prst="rect">
              <a:avLst/>
            </a:prstGeom>
            <a:noFill/>
          </p:spPr>
          <p:txBody>
            <a:bodyPr wrap="none" rtlCol="0">
              <a:spAutoFit/>
            </a:bodyPr>
            <a:lstStyle/>
            <a:p>
              <a:pPr algn="r"/>
              <a:r>
                <a:rPr kumimoji="1" lang="ja-JP" altLang="en-US"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ルート</a:t>
              </a:r>
              <a:endParaRPr kumimoji="1" lang="en-US" altLang="ja-JP"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155" name="グループ化 154">
            <a:extLst>
              <a:ext uri="{FF2B5EF4-FFF2-40B4-BE49-F238E27FC236}">
                <a16:creationId xmlns:a16="http://schemas.microsoft.com/office/drawing/2014/main" id="{22E929E7-1E0D-A8A4-6875-381C71CAA4EC}"/>
              </a:ext>
            </a:extLst>
          </p:cNvPr>
          <p:cNvGrpSpPr/>
          <p:nvPr/>
        </p:nvGrpSpPr>
        <p:grpSpPr>
          <a:xfrm>
            <a:off x="9569319" y="3698488"/>
            <a:ext cx="1755710" cy="810206"/>
            <a:chOff x="9575538" y="4156787"/>
            <a:chExt cx="1755710" cy="810206"/>
          </a:xfrm>
        </p:grpSpPr>
        <p:sp>
          <p:nvSpPr>
            <p:cNvPr id="8" name="四角形: 角を丸くする 7">
              <a:extLst>
                <a:ext uri="{FF2B5EF4-FFF2-40B4-BE49-F238E27FC236}">
                  <a16:creationId xmlns:a16="http://schemas.microsoft.com/office/drawing/2014/main" id="{14B0BF4F-6AB1-4F9B-01D8-6328FC0C0C4D}"/>
                </a:ext>
              </a:extLst>
            </p:cNvPr>
            <p:cNvSpPr/>
            <p:nvPr/>
          </p:nvSpPr>
          <p:spPr>
            <a:xfrm>
              <a:off x="9575538" y="4156787"/>
              <a:ext cx="1755710" cy="810206"/>
            </a:xfrm>
            <a:prstGeom prst="roundRect">
              <a:avLst>
                <a:gd name="adj" fmla="val 6428"/>
              </a:avLst>
            </a:prstGeom>
            <a:solidFill>
              <a:schemeClr val="tx1">
                <a:lumMod val="85000"/>
                <a:lumOff val="15000"/>
                <a:alpha val="80000"/>
              </a:schemeClr>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sp>
          <p:nvSpPr>
            <p:cNvPr id="4" name="テキスト ボックス 3">
              <a:extLst>
                <a:ext uri="{FF2B5EF4-FFF2-40B4-BE49-F238E27FC236}">
                  <a16:creationId xmlns:a16="http://schemas.microsoft.com/office/drawing/2014/main" id="{03A7C779-4519-8202-7F98-47786B20DDB9}"/>
                </a:ext>
              </a:extLst>
            </p:cNvPr>
            <p:cNvSpPr txBox="1"/>
            <p:nvPr/>
          </p:nvSpPr>
          <p:spPr>
            <a:xfrm>
              <a:off x="10661779" y="4561890"/>
              <a:ext cx="646331" cy="369332"/>
            </a:xfrm>
            <a:prstGeom prst="rect">
              <a:avLst/>
            </a:prstGeom>
            <a:noFill/>
          </p:spPr>
          <p:txBody>
            <a:bodyPr wrap="none" rtlCol="0">
              <a:spAutoFit/>
            </a:bodyPr>
            <a:lstStyle/>
            <a:p>
              <a:pPr algn="r"/>
              <a:r>
                <a:rPr kumimoji="1" lang="ja-JP" altLang="en-US"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戻る</a:t>
              </a:r>
              <a:endParaRPr kumimoji="1" lang="en-US" altLang="ja-JP"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154" name="グループ化 153">
            <a:extLst>
              <a:ext uri="{FF2B5EF4-FFF2-40B4-BE49-F238E27FC236}">
                <a16:creationId xmlns:a16="http://schemas.microsoft.com/office/drawing/2014/main" id="{57475282-83C4-00E4-64AE-1AFA7974B25C}"/>
              </a:ext>
            </a:extLst>
          </p:cNvPr>
          <p:cNvGrpSpPr/>
          <p:nvPr/>
        </p:nvGrpSpPr>
        <p:grpSpPr>
          <a:xfrm>
            <a:off x="9569319" y="2385076"/>
            <a:ext cx="1755710" cy="810206"/>
            <a:chOff x="9569319" y="1891007"/>
            <a:chExt cx="1755710" cy="810206"/>
          </a:xfrm>
        </p:grpSpPr>
        <p:sp>
          <p:nvSpPr>
            <p:cNvPr id="7" name="四角形: 角を丸くする 6">
              <a:extLst>
                <a:ext uri="{FF2B5EF4-FFF2-40B4-BE49-F238E27FC236}">
                  <a16:creationId xmlns:a16="http://schemas.microsoft.com/office/drawing/2014/main" id="{AE0587CF-02AD-5FEA-AE64-E180583E0E3F}"/>
                </a:ext>
              </a:extLst>
            </p:cNvPr>
            <p:cNvSpPr/>
            <p:nvPr/>
          </p:nvSpPr>
          <p:spPr>
            <a:xfrm>
              <a:off x="9569319" y="1891007"/>
              <a:ext cx="1755710" cy="810206"/>
            </a:xfrm>
            <a:prstGeom prst="roundRect">
              <a:avLst>
                <a:gd name="adj" fmla="val 6428"/>
              </a:avLst>
            </a:prstGeom>
            <a:solidFill>
              <a:schemeClr val="accent6">
                <a:alpha val="80000"/>
              </a:schemeClr>
            </a:solid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sp>
          <p:nvSpPr>
            <p:cNvPr id="11" name="テキスト ボックス 10">
              <a:extLst>
                <a:ext uri="{FF2B5EF4-FFF2-40B4-BE49-F238E27FC236}">
                  <a16:creationId xmlns:a16="http://schemas.microsoft.com/office/drawing/2014/main" id="{4B89E113-8B71-1398-BE6D-FE2D69283523}"/>
                </a:ext>
              </a:extLst>
            </p:cNvPr>
            <p:cNvSpPr txBox="1"/>
            <p:nvPr/>
          </p:nvSpPr>
          <p:spPr>
            <a:xfrm>
              <a:off x="10678698" y="2290669"/>
              <a:ext cx="646331" cy="369332"/>
            </a:xfrm>
            <a:prstGeom prst="rect">
              <a:avLst/>
            </a:prstGeom>
            <a:noFill/>
          </p:spPr>
          <p:txBody>
            <a:bodyPr wrap="none" rtlCol="0">
              <a:spAutoFit/>
            </a:bodyPr>
            <a:lstStyle/>
            <a:p>
              <a:pPr algn="r"/>
              <a:r>
                <a:rPr lang="ja-JP" altLang="en-US"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バフ</a:t>
              </a:r>
              <a:endParaRPr kumimoji="1" lang="en-US" altLang="ja-JP"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153" name="グループ化 152">
            <a:extLst>
              <a:ext uri="{FF2B5EF4-FFF2-40B4-BE49-F238E27FC236}">
                <a16:creationId xmlns:a16="http://schemas.microsoft.com/office/drawing/2014/main" id="{EAF68641-A9BD-CE7E-525B-4366F8B5AA2E}"/>
              </a:ext>
            </a:extLst>
          </p:cNvPr>
          <p:cNvGrpSpPr/>
          <p:nvPr/>
        </p:nvGrpSpPr>
        <p:grpSpPr>
          <a:xfrm>
            <a:off x="9569319" y="1071664"/>
            <a:ext cx="1755710" cy="810206"/>
            <a:chOff x="9569319" y="887965"/>
            <a:chExt cx="1755710" cy="810206"/>
          </a:xfrm>
        </p:grpSpPr>
        <p:sp>
          <p:nvSpPr>
            <p:cNvPr id="6" name="四角形: 角を丸くする 5">
              <a:extLst>
                <a:ext uri="{FF2B5EF4-FFF2-40B4-BE49-F238E27FC236}">
                  <a16:creationId xmlns:a16="http://schemas.microsoft.com/office/drawing/2014/main" id="{E4FC759C-A8AC-149E-1238-851D053DE54D}"/>
                </a:ext>
              </a:extLst>
            </p:cNvPr>
            <p:cNvSpPr/>
            <p:nvPr/>
          </p:nvSpPr>
          <p:spPr>
            <a:xfrm>
              <a:off x="9569319" y="887965"/>
              <a:ext cx="1755710" cy="810206"/>
            </a:xfrm>
            <a:prstGeom prst="roundRect">
              <a:avLst>
                <a:gd name="adj" fmla="val 6428"/>
              </a:avLst>
            </a:prstGeom>
            <a:solidFill>
              <a:schemeClr val="accent6">
                <a:alpha val="8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2" name="テキスト ボックス 11">
              <a:extLst>
                <a:ext uri="{FF2B5EF4-FFF2-40B4-BE49-F238E27FC236}">
                  <a16:creationId xmlns:a16="http://schemas.microsoft.com/office/drawing/2014/main" id="{4F971C24-CBC5-B049-C93B-84B3B8CDDC3A}"/>
                </a:ext>
              </a:extLst>
            </p:cNvPr>
            <p:cNvSpPr txBox="1"/>
            <p:nvPr/>
          </p:nvSpPr>
          <p:spPr>
            <a:xfrm>
              <a:off x="9969282" y="1293068"/>
              <a:ext cx="1338828" cy="369332"/>
            </a:xfrm>
            <a:prstGeom prst="rect">
              <a:avLst/>
            </a:prstGeom>
            <a:noFill/>
          </p:spPr>
          <p:txBody>
            <a:bodyPr wrap="none" rtlCol="0">
              <a:spAutoFit/>
            </a:bodyPr>
            <a:lstStyle/>
            <a:p>
              <a:pPr algn="r"/>
              <a:r>
                <a:rPr lang="ja-JP" altLang="en-US"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パーティー</a:t>
              </a:r>
              <a:endParaRPr kumimoji="1" lang="en-US" altLang="ja-JP"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sp>
        <p:nvSpPr>
          <p:cNvPr id="18" name="テキスト ボックス 17">
            <a:extLst>
              <a:ext uri="{FF2B5EF4-FFF2-40B4-BE49-F238E27FC236}">
                <a16:creationId xmlns:a16="http://schemas.microsoft.com/office/drawing/2014/main" id="{6FED4CC7-5084-C1F3-35D7-EFE4464911E1}"/>
              </a:ext>
            </a:extLst>
          </p:cNvPr>
          <p:cNvSpPr txBox="1"/>
          <p:nvPr/>
        </p:nvSpPr>
        <p:spPr>
          <a:xfrm>
            <a:off x="991856" y="771656"/>
            <a:ext cx="902811" cy="523220"/>
          </a:xfrm>
          <a:prstGeom prst="rect">
            <a:avLst/>
          </a:prstGeom>
          <a:noFill/>
        </p:spPr>
        <p:txBody>
          <a:bodyPr wrap="none" rtlCol="0">
            <a:spAutoFit/>
          </a:bodyPr>
          <a:lstStyle/>
          <a:p>
            <a:r>
              <a:rPr kumimoji="1" lang="ja-JP" altLang="en-US" sz="2800" dirty="0">
                <a:solidFill>
                  <a:schemeClr val="bg1">
                    <a:lumMod val="95000"/>
                  </a:schemeClr>
                </a:solidFill>
                <a:latin typeface="HGS明朝E" panose="02020900000000000000" pitchFamily="18" charset="-128"/>
                <a:ea typeface="HGS明朝E" panose="02020900000000000000" pitchFamily="18" charset="-128"/>
              </a:rPr>
              <a:t>前衛</a:t>
            </a:r>
          </a:p>
        </p:txBody>
      </p:sp>
      <p:sp>
        <p:nvSpPr>
          <p:cNvPr id="19" name="テキスト ボックス 18">
            <a:extLst>
              <a:ext uri="{FF2B5EF4-FFF2-40B4-BE49-F238E27FC236}">
                <a16:creationId xmlns:a16="http://schemas.microsoft.com/office/drawing/2014/main" id="{B18BDFA9-00BF-2717-CA58-AE7B4428F000}"/>
              </a:ext>
            </a:extLst>
          </p:cNvPr>
          <p:cNvSpPr txBox="1"/>
          <p:nvPr/>
        </p:nvSpPr>
        <p:spPr>
          <a:xfrm>
            <a:off x="991856" y="4040478"/>
            <a:ext cx="902811" cy="523220"/>
          </a:xfrm>
          <a:prstGeom prst="rect">
            <a:avLst/>
          </a:prstGeom>
          <a:noFill/>
        </p:spPr>
        <p:txBody>
          <a:bodyPr wrap="none" rtlCol="0">
            <a:spAutoFit/>
          </a:bodyPr>
          <a:lstStyle/>
          <a:p>
            <a:r>
              <a:rPr lang="ja-JP" altLang="en-US" sz="2800" dirty="0">
                <a:solidFill>
                  <a:schemeClr val="bg1">
                    <a:lumMod val="95000"/>
                  </a:schemeClr>
                </a:solidFill>
                <a:latin typeface="HGS明朝E" panose="02020900000000000000" pitchFamily="18" charset="-128"/>
                <a:ea typeface="HGS明朝E" panose="02020900000000000000" pitchFamily="18" charset="-128"/>
              </a:rPr>
              <a:t>後衛</a:t>
            </a:r>
            <a:endParaRPr kumimoji="1" lang="ja-JP" altLang="en-US" sz="2800" dirty="0">
              <a:solidFill>
                <a:schemeClr val="bg1">
                  <a:lumMod val="95000"/>
                </a:schemeClr>
              </a:solidFill>
              <a:latin typeface="HGS明朝E" panose="02020900000000000000" pitchFamily="18" charset="-128"/>
              <a:ea typeface="HGS明朝E" panose="02020900000000000000" pitchFamily="18" charset="-128"/>
            </a:endParaRPr>
          </a:p>
        </p:txBody>
      </p:sp>
      <p:sp>
        <p:nvSpPr>
          <p:cNvPr id="10" name="四角形: 角を丸くする 9">
            <a:extLst>
              <a:ext uri="{FF2B5EF4-FFF2-40B4-BE49-F238E27FC236}">
                <a16:creationId xmlns:a16="http://schemas.microsoft.com/office/drawing/2014/main" id="{B1BD5BED-65F3-8387-8932-55B9D510D386}"/>
              </a:ext>
            </a:extLst>
          </p:cNvPr>
          <p:cNvSpPr/>
          <p:nvPr/>
        </p:nvSpPr>
        <p:spPr>
          <a:xfrm>
            <a:off x="1994263" y="4192552"/>
            <a:ext cx="6742221" cy="165873"/>
          </a:xfrm>
          <a:prstGeom prst="roundRect">
            <a:avLst/>
          </a:prstGeom>
          <a:solidFill>
            <a:schemeClr val="bg1">
              <a:lumMod val="65000"/>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3" name="四角形: 角を丸くする 22">
            <a:extLst>
              <a:ext uri="{FF2B5EF4-FFF2-40B4-BE49-F238E27FC236}">
                <a16:creationId xmlns:a16="http://schemas.microsoft.com/office/drawing/2014/main" id="{7B8BE597-5B04-06E3-D809-1A0173BF3AA3}"/>
              </a:ext>
            </a:extLst>
          </p:cNvPr>
          <p:cNvSpPr/>
          <p:nvPr/>
        </p:nvSpPr>
        <p:spPr>
          <a:xfrm>
            <a:off x="3351272" y="4599468"/>
            <a:ext cx="1928074" cy="1295919"/>
          </a:xfrm>
          <a:prstGeom prst="roundRect">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sp>
        <p:nvSpPr>
          <p:cNvPr id="24" name="四角形: 角を丸くする 23">
            <a:extLst>
              <a:ext uri="{FF2B5EF4-FFF2-40B4-BE49-F238E27FC236}">
                <a16:creationId xmlns:a16="http://schemas.microsoft.com/office/drawing/2014/main" id="{6C8C0CB1-C263-3FFA-93B7-737FA9E4E835}"/>
              </a:ext>
            </a:extLst>
          </p:cNvPr>
          <p:cNvSpPr/>
          <p:nvPr/>
        </p:nvSpPr>
        <p:spPr>
          <a:xfrm>
            <a:off x="5479951" y="4599468"/>
            <a:ext cx="1928074" cy="1295919"/>
          </a:xfrm>
          <a:prstGeom prst="roundRect">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grpSp>
        <p:nvGrpSpPr>
          <p:cNvPr id="78" name="グループ化 77">
            <a:extLst>
              <a:ext uri="{FF2B5EF4-FFF2-40B4-BE49-F238E27FC236}">
                <a16:creationId xmlns:a16="http://schemas.microsoft.com/office/drawing/2014/main" id="{54FD5AE5-4080-7BAF-6A40-7A17CEB3F64C}"/>
              </a:ext>
            </a:extLst>
          </p:cNvPr>
          <p:cNvGrpSpPr/>
          <p:nvPr/>
        </p:nvGrpSpPr>
        <p:grpSpPr>
          <a:xfrm>
            <a:off x="1373972" y="3389547"/>
            <a:ext cx="1439254" cy="523221"/>
            <a:chOff x="1373972" y="3464195"/>
            <a:chExt cx="1439254" cy="523221"/>
          </a:xfrm>
        </p:grpSpPr>
        <p:sp>
          <p:nvSpPr>
            <p:cNvPr id="28" name="テキスト ボックス 27">
              <a:extLst>
                <a:ext uri="{FF2B5EF4-FFF2-40B4-BE49-F238E27FC236}">
                  <a16:creationId xmlns:a16="http://schemas.microsoft.com/office/drawing/2014/main" id="{2D0A99ED-D062-3D36-4CD3-C19A25B076F1}"/>
                </a:ext>
              </a:extLst>
            </p:cNvPr>
            <p:cNvSpPr txBox="1"/>
            <p:nvPr/>
          </p:nvSpPr>
          <p:spPr>
            <a:xfrm>
              <a:off x="1807823" y="3620405"/>
              <a:ext cx="1005403" cy="338554"/>
            </a:xfrm>
            <a:prstGeom prst="rect">
              <a:avLst/>
            </a:prstGeom>
            <a:noFill/>
          </p:spPr>
          <p:txBody>
            <a:bodyPr wrap="none" rtlCol="0">
              <a:spAutoFit/>
            </a:bodyPr>
            <a:lstStyle/>
            <a:p>
              <a:r>
                <a:rPr lang="ja-JP" altLang="en-US" sz="1600" b="1" dirty="0">
                  <a:solidFill>
                    <a:schemeClr val="tx1">
                      <a:lumMod val="95000"/>
                      <a:lumOff val="5000"/>
                    </a:schemeClr>
                  </a:solidFill>
                  <a:latin typeface="HGS明朝E" panose="02020900000000000000" pitchFamily="18" charset="-128"/>
                  <a:ea typeface="HGS明朝E" panose="02020900000000000000" pitchFamily="18" charset="-128"/>
                </a:rPr>
                <a:t>キャラ名</a:t>
              </a:r>
              <a:endParaRPr kumimoji="1" lang="ja-JP" altLang="en-US" sz="1600" b="1" dirty="0">
                <a:solidFill>
                  <a:schemeClr val="tx1">
                    <a:lumMod val="95000"/>
                    <a:lumOff val="5000"/>
                  </a:schemeClr>
                </a:solidFill>
                <a:latin typeface="HGS明朝E" panose="02020900000000000000" pitchFamily="18" charset="-128"/>
                <a:ea typeface="HGS明朝E" panose="02020900000000000000" pitchFamily="18" charset="-128"/>
              </a:endParaRPr>
            </a:p>
          </p:txBody>
        </p:sp>
        <p:pic>
          <p:nvPicPr>
            <p:cNvPr id="43" name="図 42">
              <a:extLst>
                <a:ext uri="{FF2B5EF4-FFF2-40B4-BE49-F238E27FC236}">
                  <a16:creationId xmlns:a16="http://schemas.microsoft.com/office/drawing/2014/main" id="{C977AA83-0D61-083A-7DB4-6EC19BAE9324}"/>
                </a:ext>
              </a:extLst>
            </p:cNvPr>
            <p:cNvPicPr>
              <a:picLocks noChangeAspect="1"/>
            </p:cNvPicPr>
            <p:nvPr/>
          </p:nvPicPr>
          <p:blipFill>
            <a:blip r:embed="rId5">
              <a:grayscl/>
              <a:extLst>
                <a:ext uri="{28A0092B-C50C-407E-A947-70E740481C1C}">
                  <a14:useLocalDpi xmlns:a14="http://schemas.microsoft.com/office/drawing/2010/main" val="0"/>
                </a:ext>
              </a:extLst>
            </a:blip>
            <a:srcRect l="6840" t="30163" r="48646" b="36883"/>
            <a:stretch>
              <a:fillRect/>
            </a:stretch>
          </p:blipFill>
          <p:spPr>
            <a:xfrm>
              <a:off x="1373972" y="3464195"/>
              <a:ext cx="471169" cy="523221"/>
            </a:xfrm>
            <a:prstGeom prst="rect">
              <a:avLst/>
            </a:prstGeom>
          </p:spPr>
        </p:pic>
      </p:grpSp>
      <p:pic>
        <p:nvPicPr>
          <p:cNvPr id="45" name="図 44">
            <a:extLst>
              <a:ext uri="{FF2B5EF4-FFF2-40B4-BE49-F238E27FC236}">
                <a16:creationId xmlns:a16="http://schemas.microsoft.com/office/drawing/2014/main" id="{78C90B37-D777-1F9B-873E-B03D79222913}"/>
              </a:ext>
            </a:extLst>
          </p:cNvPr>
          <p:cNvPicPr>
            <a:picLocks noChangeAspect="1"/>
          </p:cNvPicPr>
          <p:nvPr/>
        </p:nvPicPr>
        <p:blipFill>
          <a:blip r:embed="rId6">
            <a:grayscl/>
            <a:extLst>
              <a:ext uri="{28A0092B-C50C-407E-A947-70E740481C1C}">
                <a14:useLocalDpi xmlns:a14="http://schemas.microsoft.com/office/drawing/2010/main" val="0"/>
              </a:ext>
            </a:extLst>
          </a:blip>
          <a:stretch>
            <a:fillRect/>
          </a:stretch>
        </p:blipFill>
        <p:spPr>
          <a:xfrm>
            <a:off x="3307728" y="3488778"/>
            <a:ext cx="402464" cy="402464"/>
          </a:xfrm>
          <a:prstGeom prst="rect">
            <a:avLst/>
          </a:prstGeom>
        </p:spPr>
      </p:pic>
      <p:sp>
        <p:nvSpPr>
          <p:cNvPr id="46" name="テキスト ボックス 45">
            <a:extLst>
              <a:ext uri="{FF2B5EF4-FFF2-40B4-BE49-F238E27FC236}">
                <a16:creationId xmlns:a16="http://schemas.microsoft.com/office/drawing/2014/main" id="{5EF9993F-28EB-44D0-91EF-23A987851E80}"/>
              </a:ext>
            </a:extLst>
          </p:cNvPr>
          <p:cNvSpPr txBox="1"/>
          <p:nvPr/>
        </p:nvSpPr>
        <p:spPr>
          <a:xfrm>
            <a:off x="3731126" y="3545757"/>
            <a:ext cx="1005403" cy="338554"/>
          </a:xfrm>
          <a:prstGeom prst="rect">
            <a:avLst/>
          </a:prstGeom>
          <a:noFill/>
        </p:spPr>
        <p:txBody>
          <a:bodyPr wrap="none" rtlCol="0">
            <a:spAutoFit/>
          </a:bodyPr>
          <a:lstStyle/>
          <a:p>
            <a:r>
              <a:rPr lang="ja-JP" altLang="en-US" sz="1600" b="1" dirty="0">
                <a:solidFill>
                  <a:schemeClr val="tx1">
                    <a:lumMod val="95000"/>
                    <a:lumOff val="5000"/>
                  </a:schemeClr>
                </a:solidFill>
                <a:latin typeface="HGS明朝E" panose="02020900000000000000" pitchFamily="18" charset="-128"/>
                <a:ea typeface="HGS明朝E" panose="02020900000000000000" pitchFamily="18" charset="-128"/>
              </a:rPr>
              <a:t>キャラ名</a:t>
            </a:r>
            <a:endParaRPr kumimoji="1" lang="ja-JP" altLang="en-US" sz="1600" b="1" dirty="0">
              <a:solidFill>
                <a:schemeClr val="tx1">
                  <a:lumMod val="95000"/>
                  <a:lumOff val="5000"/>
                </a:schemeClr>
              </a:solidFill>
              <a:latin typeface="HGS明朝E" panose="02020900000000000000" pitchFamily="18" charset="-128"/>
              <a:ea typeface="HGS明朝E" panose="02020900000000000000" pitchFamily="18" charset="-128"/>
            </a:endParaRPr>
          </a:p>
        </p:txBody>
      </p:sp>
      <p:sp>
        <p:nvSpPr>
          <p:cNvPr id="47" name="テキスト ボックス 46">
            <a:extLst>
              <a:ext uri="{FF2B5EF4-FFF2-40B4-BE49-F238E27FC236}">
                <a16:creationId xmlns:a16="http://schemas.microsoft.com/office/drawing/2014/main" id="{B2ADB293-DD9E-CF22-F30E-8749DD08DE84}"/>
              </a:ext>
            </a:extLst>
          </p:cNvPr>
          <p:cNvSpPr txBox="1"/>
          <p:nvPr/>
        </p:nvSpPr>
        <p:spPr>
          <a:xfrm>
            <a:off x="7577731" y="3545757"/>
            <a:ext cx="1005403" cy="338554"/>
          </a:xfrm>
          <a:prstGeom prst="rect">
            <a:avLst/>
          </a:prstGeom>
          <a:noFill/>
        </p:spPr>
        <p:txBody>
          <a:bodyPr wrap="none" rtlCol="0">
            <a:spAutoFit/>
          </a:bodyPr>
          <a:lstStyle/>
          <a:p>
            <a:r>
              <a:rPr lang="ja-JP" altLang="en-US" sz="1600" b="1" dirty="0">
                <a:solidFill>
                  <a:schemeClr val="tx1">
                    <a:lumMod val="95000"/>
                    <a:lumOff val="5000"/>
                  </a:schemeClr>
                </a:solidFill>
                <a:latin typeface="HGS明朝E" panose="02020900000000000000" pitchFamily="18" charset="-128"/>
                <a:ea typeface="HGS明朝E" panose="02020900000000000000" pitchFamily="18" charset="-128"/>
              </a:rPr>
              <a:t>キャラ名</a:t>
            </a:r>
            <a:endParaRPr kumimoji="1" lang="ja-JP" altLang="en-US" sz="1600" b="1" dirty="0">
              <a:solidFill>
                <a:schemeClr val="tx1">
                  <a:lumMod val="95000"/>
                  <a:lumOff val="5000"/>
                </a:schemeClr>
              </a:solidFill>
              <a:latin typeface="HGS明朝E" panose="02020900000000000000" pitchFamily="18" charset="-128"/>
              <a:ea typeface="HGS明朝E" panose="02020900000000000000" pitchFamily="18" charset="-128"/>
            </a:endParaRPr>
          </a:p>
        </p:txBody>
      </p:sp>
      <p:sp>
        <p:nvSpPr>
          <p:cNvPr id="48" name="テキスト ボックス 47">
            <a:extLst>
              <a:ext uri="{FF2B5EF4-FFF2-40B4-BE49-F238E27FC236}">
                <a16:creationId xmlns:a16="http://schemas.microsoft.com/office/drawing/2014/main" id="{7CA29491-6290-E27D-12E2-D3943AA572DC}"/>
              </a:ext>
            </a:extLst>
          </p:cNvPr>
          <p:cNvSpPr txBox="1"/>
          <p:nvPr/>
        </p:nvSpPr>
        <p:spPr>
          <a:xfrm>
            <a:off x="5654429" y="3545757"/>
            <a:ext cx="1005403" cy="338554"/>
          </a:xfrm>
          <a:prstGeom prst="rect">
            <a:avLst/>
          </a:prstGeom>
          <a:noFill/>
        </p:spPr>
        <p:txBody>
          <a:bodyPr wrap="none" rtlCol="0">
            <a:spAutoFit/>
          </a:bodyPr>
          <a:lstStyle/>
          <a:p>
            <a:r>
              <a:rPr lang="ja-JP" altLang="en-US" sz="1600" b="1" dirty="0">
                <a:solidFill>
                  <a:schemeClr val="tx1">
                    <a:lumMod val="95000"/>
                    <a:lumOff val="5000"/>
                  </a:schemeClr>
                </a:solidFill>
                <a:latin typeface="HGS明朝E" panose="02020900000000000000" pitchFamily="18" charset="-128"/>
                <a:ea typeface="HGS明朝E" panose="02020900000000000000" pitchFamily="18" charset="-128"/>
              </a:rPr>
              <a:t>キャラ名</a:t>
            </a:r>
            <a:endParaRPr kumimoji="1" lang="ja-JP" altLang="en-US" sz="1600" b="1" dirty="0">
              <a:solidFill>
                <a:schemeClr val="tx1">
                  <a:lumMod val="95000"/>
                  <a:lumOff val="5000"/>
                </a:schemeClr>
              </a:solidFill>
              <a:latin typeface="HGS明朝E" panose="02020900000000000000" pitchFamily="18" charset="-128"/>
              <a:ea typeface="HGS明朝E" panose="02020900000000000000" pitchFamily="18" charset="-128"/>
            </a:endParaRPr>
          </a:p>
        </p:txBody>
      </p:sp>
      <p:pic>
        <p:nvPicPr>
          <p:cNvPr id="52" name="図 51">
            <a:extLst>
              <a:ext uri="{FF2B5EF4-FFF2-40B4-BE49-F238E27FC236}">
                <a16:creationId xmlns:a16="http://schemas.microsoft.com/office/drawing/2014/main" id="{FAE86668-B5F5-E1B1-DAC9-C9345F64DF93}"/>
              </a:ext>
            </a:extLst>
          </p:cNvPr>
          <p:cNvPicPr>
            <a:picLocks noChangeAspect="1"/>
          </p:cNvPicPr>
          <p:nvPr/>
        </p:nvPicPr>
        <p:blipFill>
          <a:blip r:embed="rId7">
            <a:duotone>
              <a:prstClr val="black"/>
              <a:schemeClr val="tx2">
                <a:tint val="45000"/>
                <a:satMod val="400000"/>
              </a:schemeClr>
            </a:duotone>
            <a:extLst>
              <a:ext uri="{28A0092B-C50C-407E-A947-70E740481C1C}">
                <a14:useLocalDpi xmlns:a14="http://schemas.microsoft.com/office/drawing/2010/main" val="0"/>
              </a:ext>
            </a:extLst>
          </a:blip>
          <a:srcRect l="11598" t="10136" r="50749" b="43712"/>
          <a:stretch>
            <a:fillRect/>
          </a:stretch>
        </p:blipFill>
        <p:spPr>
          <a:xfrm>
            <a:off x="5202860" y="3461570"/>
            <a:ext cx="516858" cy="475140"/>
          </a:xfrm>
          <a:prstGeom prst="rect">
            <a:avLst/>
          </a:prstGeom>
        </p:spPr>
      </p:pic>
      <p:pic>
        <p:nvPicPr>
          <p:cNvPr id="53" name="図 52">
            <a:extLst>
              <a:ext uri="{FF2B5EF4-FFF2-40B4-BE49-F238E27FC236}">
                <a16:creationId xmlns:a16="http://schemas.microsoft.com/office/drawing/2014/main" id="{4DAD06FA-EA7B-2A48-CBED-E022692119D8}"/>
              </a:ext>
            </a:extLst>
          </p:cNvPr>
          <p:cNvPicPr>
            <a:picLocks noChangeAspect="1"/>
          </p:cNvPicPr>
          <p:nvPr/>
        </p:nvPicPr>
        <p:blipFill>
          <a:blip r:embed="rId7">
            <a:duotone>
              <a:prstClr val="black"/>
              <a:schemeClr val="tx2">
                <a:tint val="45000"/>
                <a:satMod val="400000"/>
              </a:schemeClr>
            </a:duotone>
            <a:extLst>
              <a:ext uri="{28A0092B-C50C-407E-A947-70E740481C1C}">
                <a14:useLocalDpi xmlns:a14="http://schemas.microsoft.com/office/drawing/2010/main" val="0"/>
              </a:ext>
            </a:extLst>
          </a:blip>
          <a:srcRect l="11598" t="10136" r="50749" b="43712"/>
          <a:stretch>
            <a:fillRect/>
          </a:stretch>
        </p:blipFill>
        <p:spPr>
          <a:xfrm>
            <a:off x="7133399" y="3476369"/>
            <a:ext cx="516858" cy="475140"/>
          </a:xfrm>
          <a:prstGeom prst="rect">
            <a:avLst/>
          </a:prstGeom>
        </p:spPr>
      </p:pic>
      <p:pic>
        <p:nvPicPr>
          <p:cNvPr id="57" name="図 56">
            <a:extLst>
              <a:ext uri="{FF2B5EF4-FFF2-40B4-BE49-F238E27FC236}">
                <a16:creationId xmlns:a16="http://schemas.microsoft.com/office/drawing/2014/main" id="{73FFEFC2-E446-B421-6534-D55971DDE09E}"/>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1586768" y="1949574"/>
            <a:ext cx="1017328" cy="1525992"/>
          </a:xfrm>
          <a:prstGeom prst="rect">
            <a:avLst/>
          </a:prstGeom>
        </p:spPr>
      </p:pic>
      <p:grpSp>
        <p:nvGrpSpPr>
          <p:cNvPr id="62" name="グループ化 61">
            <a:extLst>
              <a:ext uri="{FF2B5EF4-FFF2-40B4-BE49-F238E27FC236}">
                <a16:creationId xmlns:a16="http://schemas.microsoft.com/office/drawing/2014/main" id="{1C3487C2-3064-D10C-36C1-72A6E94748CE}"/>
              </a:ext>
            </a:extLst>
          </p:cNvPr>
          <p:cNvGrpSpPr/>
          <p:nvPr/>
        </p:nvGrpSpPr>
        <p:grpSpPr>
          <a:xfrm>
            <a:off x="1268473" y="1379102"/>
            <a:ext cx="523221" cy="523221"/>
            <a:chOff x="1259142" y="1444419"/>
            <a:chExt cx="523221" cy="523221"/>
          </a:xfrm>
        </p:grpSpPr>
        <p:sp>
          <p:nvSpPr>
            <p:cNvPr id="60" name="四角形: 角を丸くする 59">
              <a:extLst>
                <a:ext uri="{FF2B5EF4-FFF2-40B4-BE49-F238E27FC236}">
                  <a16:creationId xmlns:a16="http://schemas.microsoft.com/office/drawing/2014/main" id="{648558EB-1D96-372D-BCAF-0497425C3FEE}"/>
                </a:ext>
              </a:extLst>
            </p:cNvPr>
            <p:cNvSpPr/>
            <p:nvPr/>
          </p:nvSpPr>
          <p:spPr>
            <a:xfrm>
              <a:off x="1285169" y="1465839"/>
              <a:ext cx="471169" cy="471709"/>
            </a:xfrm>
            <a:prstGeom prst="roundRect">
              <a:avLst>
                <a:gd name="adj" fmla="val 9614"/>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pic>
          <p:nvPicPr>
            <p:cNvPr id="61" name="図 60">
              <a:extLst>
                <a:ext uri="{FF2B5EF4-FFF2-40B4-BE49-F238E27FC236}">
                  <a16:creationId xmlns:a16="http://schemas.microsoft.com/office/drawing/2014/main" id="{A6B71AFA-6C57-67D4-1DE5-E9F08252ADE1}"/>
                </a:ext>
              </a:extLst>
            </p:cNvPr>
            <p:cNvPicPr>
              <a:picLocks noChangeAspect="1"/>
            </p:cNvPicPr>
            <p:nvPr/>
          </p:nvPicPr>
          <p:blipFill>
            <a:blip r:embed="rId9">
              <a:biLevel thresh="75000"/>
              <a:extLst>
                <a:ext uri="{28A0092B-C50C-407E-A947-70E740481C1C}">
                  <a14:useLocalDpi xmlns:a14="http://schemas.microsoft.com/office/drawing/2010/main" val="0"/>
                </a:ext>
              </a:extLst>
            </a:blip>
            <a:stretch>
              <a:fillRect/>
            </a:stretch>
          </p:blipFill>
          <p:spPr>
            <a:xfrm>
              <a:off x="1259142" y="1444419"/>
              <a:ext cx="523221" cy="523221"/>
            </a:xfrm>
            <a:prstGeom prst="rect">
              <a:avLst/>
            </a:prstGeom>
          </p:spPr>
        </p:pic>
      </p:grpSp>
      <p:grpSp>
        <p:nvGrpSpPr>
          <p:cNvPr id="63" name="グループ化 62">
            <a:extLst>
              <a:ext uri="{FF2B5EF4-FFF2-40B4-BE49-F238E27FC236}">
                <a16:creationId xmlns:a16="http://schemas.microsoft.com/office/drawing/2014/main" id="{D7277F43-45ED-8429-615C-D41DB20032D7}"/>
              </a:ext>
            </a:extLst>
          </p:cNvPr>
          <p:cNvGrpSpPr/>
          <p:nvPr/>
        </p:nvGrpSpPr>
        <p:grpSpPr>
          <a:xfrm>
            <a:off x="7063841" y="1379102"/>
            <a:ext cx="523221" cy="523221"/>
            <a:chOff x="1259142" y="1444419"/>
            <a:chExt cx="523221" cy="523221"/>
          </a:xfrm>
        </p:grpSpPr>
        <p:sp>
          <p:nvSpPr>
            <p:cNvPr id="64" name="四角形: 角を丸くする 63">
              <a:extLst>
                <a:ext uri="{FF2B5EF4-FFF2-40B4-BE49-F238E27FC236}">
                  <a16:creationId xmlns:a16="http://schemas.microsoft.com/office/drawing/2014/main" id="{E9F3C848-D3D5-7CE0-9ADF-7F806495BE50}"/>
                </a:ext>
              </a:extLst>
            </p:cNvPr>
            <p:cNvSpPr/>
            <p:nvPr/>
          </p:nvSpPr>
          <p:spPr>
            <a:xfrm>
              <a:off x="1285169" y="1465839"/>
              <a:ext cx="471169" cy="471709"/>
            </a:xfrm>
            <a:prstGeom prst="roundRect">
              <a:avLst>
                <a:gd name="adj" fmla="val 9614"/>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pic>
          <p:nvPicPr>
            <p:cNvPr id="65" name="図 64">
              <a:extLst>
                <a:ext uri="{FF2B5EF4-FFF2-40B4-BE49-F238E27FC236}">
                  <a16:creationId xmlns:a16="http://schemas.microsoft.com/office/drawing/2014/main" id="{AC52A68A-7782-D707-D846-D72E768F6D06}"/>
                </a:ext>
              </a:extLst>
            </p:cNvPr>
            <p:cNvPicPr>
              <a:picLocks noChangeAspect="1"/>
            </p:cNvPicPr>
            <p:nvPr/>
          </p:nvPicPr>
          <p:blipFill>
            <a:blip r:embed="rId9">
              <a:biLevel thresh="75000"/>
              <a:extLst>
                <a:ext uri="{28A0092B-C50C-407E-A947-70E740481C1C}">
                  <a14:useLocalDpi xmlns:a14="http://schemas.microsoft.com/office/drawing/2010/main" val="0"/>
                </a:ext>
              </a:extLst>
            </a:blip>
            <a:stretch>
              <a:fillRect/>
            </a:stretch>
          </p:blipFill>
          <p:spPr>
            <a:xfrm>
              <a:off x="1259142" y="1444419"/>
              <a:ext cx="523221" cy="523221"/>
            </a:xfrm>
            <a:prstGeom prst="rect">
              <a:avLst/>
            </a:prstGeom>
          </p:spPr>
        </p:pic>
      </p:grpSp>
      <p:grpSp>
        <p:nvGrpSpPr>
          <p:cNvPr id="66" name="グループ化 65">
            <a:extLst>
              <a:ext uri="{FF2B5EF4-FFF2-40B4-BE49-F238E27FC236}">
                <a16:creationId xmlns:a16="http://schemas.microsoft.com/office/drawing/2014/main" id="{08A552C1-830B-8A0C-6C80-62ED86FBA5B0}"/>
              </a:ext>
            </a:extLst>
          </p:cNvPr>
          <p:cNvGrpSpPr/>
          <p:nvPr/>
        </p:nvGrpSpPr>
        <p:grpSpPr>
          <a:xfrm>
            <a:off x="5132051" y="1379102"/>
            <a:ext cx="523221" cy="523221"/>
            <a:chOff x="1259142" y="1444419"/>
            <a:chExt cx="523221" cy="523221"/>
          </a:xfrm>
        </p:grpSpPr>
        <p:sp>
          <p:nvSpPr>
            <p:cNvPr id="67" name="四角形: 角を丸くする 66">
              <a:extLst>
                <a:ext uri="{FF2B5EF4-FFF2-40B4-BE49-F238E27FC236}">
                  <a16:creationId xmlns:a16="http://schemas.microsoft.com/office/drawing/2014/main" id="{115B98BF-C375-98A1-ED4C-1B81F5B9CE37}"/>
                </a:ext>
              </a:extLst>
            </p:cNvPr>
            <p:cNvSpPr/>
            <p:nvPr/>
          </p:nvSpPr>
          <p:spPr>
            <a:xfrm>
              <a:off x="1285169" y="1465839"/>
              <a:ext cx="471169" cy="471709"/>
            </a:xfrm>
            <a:prstGeom prst="roundRect">
              <a:avLst>
                <a:gd name="adj" fmla="val 9614"/>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pic>
          <p:nvPicPr>
            <p:cNvPr id="68" name="図 67">
              <a:extLst>
                <a:ext uri="{FF2B5EF4-FFF2-40B4-BE49-F238E27FC236}">
                  <a16:creationId xmlns:a16="http://schemas.microsoft.com/office/drawing/2014/main" id="{7F9D3623-C566-9029-5722-515DC6B88AE3}"/>
                </a:ext>
              </a:extLst>
            </p:cNvPr>
            <p:cNvPicPr>
              <a:picLocks noChangeAspect="1"/>
            </p:cNvPicPr>
            <p:nvPr/>
          </p:nvPicPr>
          <p:blipFill>
            <a:blip r:embed="rId9">
              <a:biLevel thresh="75000"/>
              <a:extLst>
                <a:ext uri="{28A0092B-C50C-407E-A947-70E740481C1C}">
                  <a14:useLocalDpi xmlns:a14="http://schemas.microsoft.com/office/drawing/2010/main" val="0"/>
                </a:ext>
              </a:extLst>
            </a:blip>
            <a:stretch>
              <a:fillRect/>
            </a:stretch>
          </p:blipFill>
          <p:spPr>
            <a:xfrm>
              <a:off x="1259142" y="1444419"/>
              <a:ext cx="523221" cy="523221"/>
            </a:xfrm>
            <a:prstGeom prst="rect">
              <a:avLst/>
            </a:prstGeom>
          </p:spPr>
        </p:pic>
      </p:grpSp>
      <p:grpSp>
        <p:nvGrpSpPr>
          <p:cNvPr id="69" name="グループ化 68">
            <a:extLst>
              <a:ext uri="{FF2B5EF4-FFF2-40B4-BE49-F238E27FC236}">
                <a16:creationId xmlns:a16="http://schemas.microsoft.com/office/drawing/2014/main" id="{466BBDEB-AB69-62FE-E99F-9903257739AC}"/>
              </a:ext>
            </a:extLst>
          </p:cNvPr>
          <p:cNvGrpSpPr/>
          <p:nvPr/>
        </p:nvGrpSpPr>
        <p:grpSpPr>
          <a:xfrm>
            <a:off x="3200262" y="1379102"/>
            <a:ext cx="523221" cy="523221"/>
            <a:chOff x="1259142" y="1444419"/>
            <a:chExt cx="523221" cy="523221"/>
          </a:xfrm>
        </p:grpSpPr>
        <p:sp>
          <p:nvSpPr>
            <p:cNvPr id="70" name="四角形: 角を丸くする 69">
              <a:extLst>
                <a:ext uri="{FF2B5EF4-FFF2-40B4-BE49-F238E27FC236}">
                  <a16:creationId xmlns:a16="http://schemas.microsoft.com/office/drawing/2014/main" id="{30E2F355-0CEE-4307-C9F9-24D82C9C09D6}"/>
                </a:ext>
              </a:extLst>
            </p:cNvPr>
            <p:cNvSpPr/>
            <p:nvPr/>
          </p:nvSpPr>
          <p:spPr>
            <a:xfrm>
              <a:off x="1285169" y="1465839"/>
              <a:ext cx="471169" cy="471709"/>
            </a:xfrm>
            <a:prstGeom prst="roundRect">
              <a:avLst>
                <a:gd name="adj" fmla="val 9614"/>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pic>
          <p:nvPicPr>
            <p:cNvPr id="71" name="図 70">
              <a:extLst>
                <a:ext uri="{FF2B5EF4-FFF2-40B4-BE49-F238E27FC236}">
                  <a16:creationId xmlns:a16="http://schemas.microsoft.com/office/drawing/2014/main" id="{587DEB94-A8FF-6B6D-5A2B-D396BF97D3A8}"/>
                </a:ext>
              </a:extLst>
            </p:cNvPr>
            <p:cNvPicPr>
              <a:picLocks noChangeAspect="1"/>
            </p:cNvPicPr>
            <p:nvPr/>
          </p:nvPicPr>
          <p:blipFill>
            <a:blip r:embed="rId9">
              <a:biLevel thresh="75000"/>
              <a:extLst>
                <a:ext uri="{28A0092B-C50C-407E-A947-70E740481C1C}">
                  <a14:useLocalDpi xmlns:a14="http://schemas.microsoft.com/office/drawing/2010/main" val="0"/>
                </a:ext>
              </a:extLst>
            </a:blip>
            <a:stretch>
              <a:fillRect/>
            </a:stretch>
          </p:blipFill>
          <p:spPr>
            <a:xfrm>
              <a:off x="1259142" y="1444419"/>
              <a:ext cx="523221" cy="523221"/>
            </a:xfrm>
            <a:prstGeom prst="rect">
              <a:avLst/>
            </a:prstGeom>
          </p:spPr>
        </p:pic>
      </p:grpSp>
      <p:pic>
        <p:nvPicPr>
          <p:cNvPr id="72" name="図 71">
            <a:extLst>
              <a:ext uri="{FF2B5EF4-FFF2-40B4-BE49-F238E27FC236}">
                <a16:creationId xmlns:a16="http://schemas.microsoft.com/office/drawing/2014/main" id="{EF464BD0-9574-6272-6D2A-166EB661BCD7}"/>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7354600" y="1949574"/>
            <a:ext cx="1017328" cy="1525992"/>
          </a:xfrm>
          <a:prstGeom prst="rect">
            <a:avLst/>
          </a:prstGeom>
        </p:spPr>
      </p:pic>
      <p:pic>
        <p:nvPicPr>
          <p:cNvPr id="73" name="図 72">
            <a:extLst>
              <a:ext uri="{FF2B5EF4-FFF2-40B4-BE49-F238E27FC236}">
                <a16:creationId xmlns:a16="http://schemas.microsoft.com/office/drawing/2014/main" id="{AFA6D9CF-F025-AA5B-7998-60666B62DA4D}"/>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3509379" y="1949574"/>
            <a:ext cx="1017328" cy="1525992"/>
          </a:xfrm>
          <a:prstGeom prst="rect">
            <a:avLst/>
          </a:prstGeom>
        </p:spPr>
      </p:pic>
      <p:pic>
        <p:nvPicPr>
          <p:cNvPr id="74" name="図 73">
            <a:extLst>
              <a:ext uri="{FF2B5EF4-FFF2-40B4-BE49-F238E27FC236}">
                <a16:creationId xmlns:a16="http://schemas.microsoft.com/office/drawing/2014/main" id="{E7248C77-B346-B722-9BEB-0C98BA00C8CF}"/>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5431990" y="1949574"/>
            <a:ext cx="1017328" cy="1525992"/>
          </a:xfrm>
          <a:prstGeom prst="rect">
            <a:avLst/>
          </a:prstGeom>
        </p:spPr>
      </p:pic>
      <p:grpSp>
        <p:nvGrpSpPr>
          <p:cNvPr id="85" name="グループ化 84">
            <a:extLst>
              <a:ext uri="{FF2B5EF4-FFF2-40B4-BE49-F238E27FC236}">
                <a16:creationId xmlns:a16="http://schemas.microsoft.com/office/drawing/2014/main" id="{2A948885-3FD4-DC93-1263-AF86CDCBF07E}"/>
              </a:ext>
            </a:extLst>
          </p:cNvPr>
          <p:cNvGrpSpPr/>
          <p:nvPr/>
        </p:nvGrpSpPr>
        <p:grpSpPr>
          <a:xfrm>
            <a:off x="3686620" y="5418116"/>
            <a:ext cx="1351499" cy="460859"/>
            <a:chOff x="1373972" y="3464195"/>
            <a:chExt cx="1726160" cy="588617"/>
          </a:xfrm>
        </p:grpSpPr>
        <p:sp>
          <p:nvSpPr>
            <p:cNvPr id="86" name="テキスト ボックス 85">
              <a:extLst>
                <a:ext uri="{FF2B5EF4-FFF2-40B4-BE49-F238E27FC236}">
                  <a16:creationId xmlns:a16="http://schemas.microsoft.com/office/drawing/2014/main" id="{1AA36CE1-4EDA-C78F-1997-E4218727C7F9}"/>
                </a:ext>
              </a:extLst>
            </p:cNvPr>
            <p:cNvSpPr txBox="1"/>
            <p:nvPr/>
          </p:nvSpPr>
          <p:spPr>
            <a:xfrm>
              <a:off x="1807823" y="3620405"/>
              <a:ext cx="1292309" cy="432407"/>
            </a:xfrm>
            <a:prstGeom prst="rect">
              <a:avLst/>
            </a:prstGeom>
            <a:noFill/>
          </p:spPr>
          <p:txBody>
            <a:bodyPr wrap="none" rtlCol="0">
              <a:spAutoFit/>
            </a:bodyPr>
            <a:lstStyle/>
            <a:p>
              <a:r>
                <a:rPr lang="ja-JP" altLang="en-US" sz="1600" b="1" dirty="0">
                  <a:solidFill>
                    <a:schemeClr val="tx1">
                      <a:lumMod val="95000"/>
                      <a:lumOff val="5000"/>
                    </a:schemeClr>
                  </a:solidFill>
                  <a:latin typeface="HGS明朝E" panose="02020900000000000000" pitchFamily="18" charset="-128"/>
                  <a:ea typeface="HGS明朝E" panose="02020900000000000000" pitchFamily="18" charset="-128"/>
                </a:rPr>
                <a:t>キャラ名</a:t>
              </a:r>
              <a:endParaRPr kumimoji="1" lang="ja-JP" altLang="en-US" sz="1600" b="1" dirty="0">
                <a:solidFill>
                  <a:schemeClr val="tx1">
                    <a:lumMod val="95000"/>
                    <a:lumOff val="5000"/>
                  </a:schemeClr>
                </a:solidFill>
                <a:latin typeface="HGS明朝E" panose="02020900000000000000" pitchFamily="18" charset="-128"/>
                <a:ea typeface="HGS明朝E" panose="02020900000000000000" pitchFamily="18" charset="-128"/>
              </a:endParaRPr>
            </a:p>
          </p:txBody>
        </p:sp>
        <p:pic>
          <p:nvPicPr>
            <p:cNvPr id="87" name="図 86">
              <a:extLst>
                <a:ext uri="{FF2B5EF4-FFF2-40B4-BE49-F238E27FC236}">
                  <a16:creationId xmlns:a16="http://schemas.microsoft.com/office/drawing/2014/main" id="{E92228CD-B536-C79C-8808-E0E5F7E1B2EF}"/>
                </a:ext>
              </a:extLst>
            </p:cNvPr>
            <p:cNvPicPr>
              <a:picLocks noChangeAspect="1"/>
            </p:cNvPicPr>
            <p:nvPr/>
          </p:nvPicPr>
          <p:blipFill>
            <a:blip r:embed="rId5">
              <a:grayscl/>
              <a:extLst>
                <a:ext uri="{28A0092B-C50C-407E-A947-70E740481C1C}">
                  <a14:useLocalDpi xmlns:a14="http://schemas.microsoft.com/office/drawing/2010/main" val="0"/>
                </a:ext>
              </a:extLst>
            </a:blip>
            <a:srcRect l="6840" t="30163" r="48646" b="36883"/>
            <a:stretch>
              <a:fillRect/>
            </a:stretch>
          </p:blipFill>
          <p:spPr>
            <a:xfrm>
              <a:off x="1373972" y="3464195"/>
              <a:ext cx="471169" cy="523221"/>
            </a:xfrm>
            <a:prstGeom prst="rect">
              <a:avLst/>
            </a:prstGeom>
          </p:spPr>
        </p:pic>
      </p:grpSp>
      <p:grpSp>
        <p:nvGrpSpPr>
          <p:cNvPr id="90" name="グループ化 89">
            <a:extLst>
              <a:ext uri="{FF2B5EF4-FFF2-40B4-BE49-F238E27FC236}">
                <a16:creationId xmlns:a16="http://schemas.microsoft.com/office/drawing/2014/main" id="{CD6D5E09-CC67-89A3-61F1-6D6AC3770ECC}"/>
              </a:ext>
            </a:extLst>
          </p:cNvPr>
          <p:cNvGrpSpPr/>
          <p:nvPr/>
        </p:nvGrpSpPr>
        <p:grpSpPr>
          <a:xfrm>
            <a:off x="5812262" y="5405708"/>
            <a:ext cx="1351499" cy="460859"/>
            <a:chOff x="1373972" y="3464195"/>
            <a:chExt cx="1726160" cy="588617"/>
          </a:xfrm>
        </p:grpSpPr>
        <p:sp>
          <p:nvSpPr>
            <p:cNvPr id="91" name="テキスト ボックス 90">
              <a:extLst>
                <a:ext uri="{FF2B5EF4-FFF2-40B4-BE49-F238E27FC236}">
                  <a16:creationId xmlns:a16="http://schemas.microsoft.com/office/drawing/2014/main" id="{E67427D1-9392-48F2-ABB7-837A08E32659}"/>
                </a:ext>
              </a:extLst>
            </p:cNvPr>
            <p:cNvSpPr txBox="1"/>
            <p:nvPr/>
          </p:nvSpPr>
          <p:spPr>
            <a:xfrm>
              <a:off x="1807823" y="3620405"/>
              <a:ext cx="1292309" cy="432407"/>
            </a:xfrm>
            <a:prstGeom prst="rect">
              <a:avLst/>
            </a:prstGeom>
            <a:noFill/>
          </p:spPr>
          <p:txBody>
            <a:bodyPr wrap="none" rtlCol="0">
              <a:spAutoFit/>
            </a:bodyPr>
            <a:lstStyle/>
            <a:p>
              <a:r>
                <a:rPr lang="ja-JP" altLang="en-US" sz="1600" b="1" dirty="0">
                  <a:solidFill>
                    <a:schemeClr val="tx1">
                      <a:lumMod val="95000"/>
                      <a:lumOff val="5000"/>
                    </a:schemeClr>
                  </a:solidFill>
                  <a:latin typeface="HGS明朝E" panose="02020900000000000000" pitchFamily="18" charset="-128"/>
                  <a:ea typeface="HGS明朝E" panose="02020900000000000000" pitchFamily="18" charset="-128"/>
                </a:rPr>
                <a:t>キャラ名</a:t>
              </a:r>
              <a:endParaRPr kumimoji="1" lang="ja-JP" altLang="en-US" sz="1600" b="1" dirty="0">
                <a:solidFill>
                  <a:schemeClr val="tx1">
                    <a:lumMod val="95000"/>
                    <a:lumOff val="5000"/>
                  </a:schemeClr>
                </a:solidFill>
                <a:latin typeface="HGS明朝E" panose="02020900000000000000" pitchFamily="18" charset="-128"/>
                <a:ea typeface="HGS明朝E" panose="02020900000000000000" pitchFamily="18" charset="-128"/>
              </a:endParaRPr>
            </a:p>
          </p:txBody>
        </p:sp>
        <p:pic>
          <p:nvPicPr>
            <p:cNvPr id="92" name="図 91">
              <a:extLst>
                <a:ext uri="{FF2B5EF4-FFF2-40B4-BE49-F238E27FC236}">
                  <a16:creationId xmlns:a16="http://schemas.microsoft.com/office/drawing/2014/main" id="{835FDE34-C2F9-CAF2-FCE9-3BE6F58089E4}"/>
                </a:ext>
              </a:extLst>
            </p:cNvPr>
            <p:cNvPicPr>
              <a:picLocks noChangeAspect="1"/>
            </p:cNvPicPr>
            <p:nvPr/>
          </p:nvPicPr>
          <p:blipFill>
            <a:blip r:embed="rId5">
              <a:grayscl/>
              <a:extLst>
                <a:ext uri="{28A0092B-C50C-407E-A947-70E740481C1C}">
                  <a14:useLocalDpi xmlns:a14="http://schemas.microsoft.com/office/drawing/2010/main" val="0"/>
                </a:ext>
              </a:extLst>
            </a:blip>
            <a:srcRect l="6840" t="30163" r="48646" b="36883"/>
            <a:stretch>
              <a:fillRect/>
            </a:stretch>
          </p:blipFill>
          <p:spPr>
            <a:xfrm>
              <a:off x="1373972" y="3464195"/>
              <a:ext cx="471169" cy="523221"/>
            </a:xfrm>
            <a:prstGeom prst="rect">
              <a:avLst/>
            </a:prstGeom>
          </p:spPr>
        </p:pic>
      </p:grpSp>
      <p:sp>
        <p:nvSpPr>
          <p:cNvPr id="13" name="四角形: 角を丸くする 12">
            <a:extLst>
              <a:ext uri="{FF2B5EF4-FFF2-40B4-BE49-F238E27FC236}">
                <a16:creationId xmlns:a16="http://schemas.microsoft.com/office/drawing/2014/main" id="{9450AFFD-C3EF-BF83-2C5B-6034DB4F8EBB}"/>
              </a:ext>
            </a:extLst>
          </p:cNvPr>
          <p:cNvSpPr/>
          <p:nvPr/>
        </p:nvSpPr>
        <p:spPr>
          <a:xfrm>
            <a:off x="4335706" y="4137345"/>
            <a:ext cx="2427044" cy="276285"/>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nvGrpSpPr>
          <p:cNvPr id="103" name="グループ化 102">
            <a:extLst>
              <a:ext uri="{FF2B5EF4-FFF2-40B4-BE49-F238E27FC236}">
                <a16:creationId xmlns:a16="http://schemas.microsoft.com/office/drawing/2014/main" id="{B43B6425-C439-AB44-0AD8-75DB8316F62C}"/>
              </a:ext>
            </a:extLst>
          </p:cNvPr>
          <p:cNvGrpSpPr/>
          <p:nvPr/>
        </p:nvGrpSpPr>
        <p:grpSpPr>
          <a:xfrm>
            <a:off x="5530566" y="4675643"/>
            <a:ext cx="523221" cy="523221"/>
            <a:chOff x="1259142" y="1444419"/>
            <a:chExt cx="523221" cy="523221"/>
          </a:xfrm>
        </p:grpSpPr>
        <p:sp>
          <p:nvSpPr>
            <p:cNvPr id="104" name="四角形: 角を丸くする 103">
              <a:extLst>
                <a:ext uri="{FF2B5EF4-FFF2-40B4-BE49-F238E27FC236}">
                  <a16:creationId xmlns:a16="http://schemas.microsoft.com/office/drawing/2014/main" id="{A56C98BA-2ED6-97DB-980C-5A811D63AF09}"/>
                </a:ext>
              </a:extLst>
            </p:cNvPr>
            <p:cNvSpPr/>
            <p:nvPr/>
          </p:nvSpPr>
          <p:spPr>
            <a:xfrm>
              <a:off x="1285169" y="1465839"/>
              <a:ext cx="471169" cy="471709"/>
            </a:xfrm>
            <a:prstGeom prst="roundRect">
              <a:avLst>
                <a:gd name="adj" fmla="val 9614"/>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pic>
          <p:nvPicPr>
            <p:cNvPr id="105" name="図 104">
              <a:extLst>
                <a:ext uri="{FF2B5EF4-FFF2-40B4-BE49-F238E27FC236}">
                  <a16:creationId xmlns:a16="http://schemas.microsoft.com/office/drawing/2014/main" id="{3F2B1FB8-5696-F9A2-C60F-ADE7B04F8A4C}"/>
                </a:ext>
              </a:extLst>
            </p:cNvPr>
            <p:cNvPicPr>
              <a:picLocks noChangeAspect="1"/>
            </p:cNvPicPr>
            <p:nvPr/>
          </p:nvPicPr>
          <p:blipFill>
            <a:blip r:embed="rId9">
              <a:biLevel thresh="75000"/>
              <a:extLst>
                <a:ext uri="{28A0092B-C50C-407E-A947-70E740481C1C}">
                  <a14:useLocalDpi xmlns:a14="http://schemas.microsoft.com/office/drawing/2010/main" val="0"/>
                </a:ext>
              </a:extLst>
            </a:blip>
            <a:stretch>
              <a:fillRect/>
            </a:stretch>
          </p:blipFill>
          <p:spPr>
            <a:xfrm>
              <a:off x="1259142" y="1444419"/>
              <a:ext cx="523221" cy="523221"/>
            </a:xfrm>
            <a:prstGeom prst="rect">
              <a:avLst/>
            </a:prstGeom>
          </p:spPr>
        </p:pic>
      </p:grpSp>
      <p:grpSp>
        <p:nvGrpSpPr>
          <p:cNvPr id="106" name="グループ化 105">
            <a:extLst>
              <a:ext uri="{FF2B5EF4-FFF2-40B4-BE49-F238E27FC236}">
                <a16:creationId xmlns:a16="http://schemas.microsoft.com/office/drawing/2014/main" id="{7361279F-3991-B61F-0E8E-390D4FC0F765}"/>
              </a:ext>
            </a:extLst>
          </p:cNvPr>
          <p:cNvGrpSpPr/>
          <p:nvPr/>
        </p:nvGrpSpPr>
        <p:grpSpPr>
          <a:xfrm>
            <a:off x="3391997" y="4675643"/>
            <a:ext cx="523221" cy="523221"/>
            <a:chOff x="1259142" y="1444419"/>
            <a:chExt cx="523221" cy="523221"/>
          </a:xfrm>
        </p:grpSpPr>
        <p:sp>
          <p:nvSpPr>
            <p:cNvPr id="107" name="四角形: 角を丸くする 106">
              <a:extLst>
                <a:ext uri="{FF2B5EF4-FFF2-40B4-BE49-F238E27FC236}">
                  <a16:creationId xmlns:a16="http://schemas.microsoft.com/office/drawing/2014/main" id="{7F0D0F2E-CEFF-53BB-C353-D673098F46BD}"/>
                </a:ext>
              </a:extLst>
            </p:cNvPr>
            <p:cNvSpPr/>
            <p:nvPr/>
          </p:nvSpPr>
          <p:spPr>
            <a:xfrm>
              <a:off x="1285169" y="1465839"/>
              <a:ext cx="471169" cy="471709"/>
            </a:xfrm>
            <a:prstGeom prst="roundRect">
              <a:avLst>
                <a:gd name="adj" fmla="val 9614"/>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pic>
          <p:nvPicPr>
            <p:cNvPr id="108" name="図 107">
              <a:extLst>
                <a:ext uri="{FF2B5EF4-FFF2-40B4-BE49-F238E27FC236}">
                  <a16:creationId xmlns:a16="http://schemas.microsoft.com/office/drawing/2014/main" id="{C3182CFC-34B2-7DF9-E3A2-587A7A2AAE63}"/>
                </a:ext>
              </a:extLst>
            </p:cNvPr>
            <p:cNvPicPr>
              <a:picLocks noChangeAspect="1"/>
            </p:cNvPicPr>
            <p:nvPr/>
          </p:nvPicPr>
          <p:blipFill>
            <a:blip r:embed="rId9">
              <a:biLevel thresh="75000"/>
              <a:extLst>
                <a:ext uri="{28A0092B-C50C-407E-A947-70E740481C1C}">
                  <a14:useLocalDpi xmlns:a14="http://schemas.microsoft.com/office/drawing/2010/main" val="0"/>
                </a:ext>
              </a:extLst>
            </a:blip>
            <a:stretch>
              <a:fillRect/>
            </a:stretch>
          </p:blipFill>
          <p:spPr>
            <a:xfrm>
              <a:off x="1259142" y="1444419"/>
              <a:ext cx="523221" cy="523221"/>
            </a:xfrm>
            <a:prstGeom prst="rect">
              <a:avLst/>
            </a:prstGeom>
          </p:spPr>
        </p:pic>
      </p:grpSp>
      <p:grpSp>
        <p:nvGrpSpPr>
          <p:cNvPr id="110" name="グループ化 109">
            <a:extLst>
              <a:ext uri="{FF2B5EF4-FFF2-40B4-BE49-F238E27FC236}">
                <a16:creationId xmlns:a16="http://schemas.microsoft.com/office/drawing/2014/main" id="{BA6414A0-8E42-C9FC-4DB8-5362D8E1BC36}"/>
              </a:ext>
            </a:extLst>
          </p:cNvPr>
          <p:cNvGrpSpPr/>
          <p:nvPr/>
        </p:nvGrpSpPr>
        <p:grpSpPr>
          <a:xfrm>
            <a:off x="1791694" y="1402391"/>
            <a:ext cx="1021532" cy="445128"/>
            <a:chOff x="1791694" y="1477039"/>
            <a:chExt cx="1021532" cy="445128"/>
          </a:xfrm>
        </p:grpSpPr>
        <p:grpSp>
          <p:nvGrpSpPr>
            <p:cNvPr id="99" name="グループ化 98">
              <a:extLst>
                <a:ext uri="{FF2B5EF4-FFF2-40B4-BE49-F238E27FC236}">
                  <a16:creationId xmlns:a16="http://schemas.microsoft.com/office/drawing/2014/main" id="{141A771C-F46A-623D-C768-CA54A50AF882}"/>
                </a:ext>
              </a:extLst>
            </p:cNvPr>
            <p:cNvGrpSpPr/>
            <p:nvPr/>
          </p:nvGrpSpPr>
          <p:grpSpPr>
            <a:xfrm>
              <a:off x="1850735" y="1732906"/>
              <a:ext cx="962491" cy="189261"/>
              <a:chOff x="3619753" y="4534386"/>
              <a:chExt cx="5490959" cy="751289"/>
            </a:xfrm>
          </p:grpSpPr>
          <p:pic>
            <p:nvPicPr>
              <p:cNvPr id="97" name="図 96">
                <a:extLst>
                  <a:ext uri="{FF2B5EF4-FFF2-40B4-BE49-F238E27FC236}">
                    <a16:creationId xmlns:a16="http://schemas.microsoft.com/office/drawing/2014/main" id="{07059A0C-62CE-F67F-216A-E7571B7A77B3}"/>
                  </a:ext>
                </a:extLst>
              </p:cNvPr>
              <p:cNvPicPr>
                <a:picLocks noChangeAspect="1"/>
              </p:cNvPicPr>
              <p:nvPr/>
            </p:nvPicPr>
            <p:blipFill>
              <a:blip r:embed="rId10">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a:off x="3637696" y="4549167"/>
                <a:ext cx="5473016" cy="736508"/>
              </a:xfrm>
              <a:prstGeom prst="rect">
                <a:avLst/>
              </a:prstGeom>
            </p:spPr>
          </p:pic>
          <p:pic>
            <p:nvPicPr>
              <p:cNvPr id="94" name="図 93">
                <a:extLst>
                  <a:ext uri="{FF2B5EF4-FFF2-40B4-BE49-F238E27FC236}">
                    <a16:creationId xmlns:a16="http://schemas.microsoft.com/office/drawing/2014/main" id="{7B5B0E31-48AC-1845-9A20-A730B3881BF5}"/>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3619753" y="4534386"/>
                <a:ext cx="4332529" cy="736507"/>
              </a:xfrm>
              <a:prstGeom prst="rect">
                <a:avLst/>
              </a:prstGeom>
            </p:spPr>
          </p:pic>
        </p:grpSp>
        <p:sp>
          <p:nvSpPr>
            <p:cNvPr id="109" name="テキスト ボックス 108">
              <a:extLst>
                <a:ext uri="{FF2B5EF4-FFF2-40B4-BE49-F238E27FC236}">
                  <a16:creationId xmlns:a16="http://schemas.microsoft.com/office/drawing/2014/main" id="{5A9D695F-943D-DE7B-EC1F-75ACB3AE9FF9}"/>
                </a:ext>
              </a:extLst>
            </p:cNvPr>
            <p:cNvSpPr txBox="1"/>
            <p:nvPr/>
          </p:nvSpPr>
          <p:spPr>
            <a:xfrm>
              <a:off x="1791694" y="1477039"/>
              <a:ext cx="385042" cy="276999"/>
            </a:xfrm>
            <a:prstGeom prst="rect">
              <a:avLst/>
            </a:prstGeom>
            <a:noFill/>
          </p:spPr>
          <p:txBody>
            <a:bodyPr wrap="none" rtlCol="0">
              <a:spAutoFit/>
            </a:bodyPr>
            <a:lstStyle/>
            <a:p>
              <a:r>
                <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rPr>
                <a:t>HP</a:t>
              </a:r>
            </a:p>
          </p:txBody>
        </p:sp>
      </p:grpSp>
      <p:grpSp>
        <p:nvGrpSpPr>
          <p:cNvPr id="111" name="グループ化 110">
            <a:extLst>
              <a:ext uri="{FF2B5EF4-FFF2-40B4-BE49-F238E27FC236}">
                <a16:creationId xmlns:a16="http://schemas.microsoft.com/office/drawing/2014/main" id="{BCC17431-A18E-4192-8D52-200D4D827C66}"/>
              </a:ext>
            </a:extLst>
          </p:cNvPr>
          <p:cNvGrpSpPr/>
          <p:nvPr/>
        </p:nvGrpSpPr>
        <p:grpSpPr>
          <a:xfrm>
            <a:off x="7587062" y="1400959"/>
            <a:ext cx="1021532" cy="445128"/>
            <a:chOff x="1791694" y="1477039"/>
            <a:chExt cx="1021532" cy="445128"/>
          </a:xfrm>
        </p:grpSpPr>
        <p:grpSp>
          <p:nvGrpSpPr>
            <p:cNvPr id="112" name="グループ化 111">
              <a:extLst>
                <a:ext uri="{FF2B5EF4-FFF2-40B4-BE49-F238E27FC236}">
                  <a16:creationId xmlns:a16="http://schemas.microsoft.com/office/drawing/2014/main" id="{10A0BA8C-E47A-7F0C-F3D8-A545D83DEB04}"/>
                </a:ext>
              </a:extLst>
            </p:cNvPr>
            <p:cNvGrpSpPr/>
            <p:nvPr/>
          </p:nvGrpSpPr>
          <p:grpSpPr>
            <a:xfrm>
              <a:off x="1850735" y="1732906"/>
              <a:ext cx="962491" cy="189261"/>
              <a:chOff x="3619753" y="4534386"/>
              <a:chExt cx="5490959" cy="751289"/>
            </a:xfrm>
          </p:grpSpPr>
          <p:pic>
            <p:nvPicPr>
              <p:cNvPr id="114" name="図 113">
                <a:extLst>
                  <a:ext uri="{FF2B5EF4-FFF2-40B4-BE49-F238E27FC236}">
                    <a16:creationId xmlns:a16="http://schemas.microsoft.com/office/drawing/2014/main" id="{047D82BD-D291-403A-5657-685A4D89F3B6}"/>
                  </a:ext>
                </a:extLst>
              </p:cNvPr>
              <p:cNvPicPr>
                <a:picLocks noChangeAspect="1"/>
              </p:cNvPicPr>
              <p:nvPr/>
            </p:nvPicPr>
            <p:blipFill>
              <a:blip r:embed="rId10">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a:off x="3637696" y="4549167"/>
                <a:ext cx="5473016" cy="736508"/>
              </a:xfrm>
              <a:prstGeom prst="rect">
                <a:avLst/>
              </a:prstGeom>
            </p:spPr>
          </p:pic>
          <p:pic>
            <p:nvPicPr>
              <p:cNvPr id="115" name="図 114">
                <a:extLst>
                  <a:ext uri="{FF2B5EF4-FFF2-40B4-BE49-F238E27FC236}">
                    <a16:creationId xmlns:a16="http://schemas.microsoft.com/office/drawing/2014/main" id="{C50A03F7-65DD-E8A9-2E53-D2182AEDA52A}"/>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3619753" y="4534386"/>
                <a:ext cx="4332529" cy="736507"/>
              </a:xfrm>
              <a:prstGeom prst="rect">
                <a:avLst/>
              </a:prstGeom>
            </p:spPr>
          </p:pic>
        </p:grpSp>
        <p:sp>
          <p:nvSpPr>
            <p:cNvPr id="113" name="テキスト ボックス 112">
              <a:extLst>
                <a:ext uri="{FF2B5EF4-FFF2-40B4-BE49-F238E27FC236}">
                  <a16:creationId xmlns:a16="http://schemas.microsoft.com/office/drawing/2014/main" id="{11514797-CDF6-E5BD-F546-0EB50DC1A035}"/>
                </a:ext>
              </a:extLst>
            </p:cNvPr>
            <p:cNvSpPr txBox="1"/>
            <p:nvPr/>
          </p:nvSpPr>
          <p:spPr>
            <a:xfrm>
              <a:off x="1791694" y="1477039"/>
              <a:ext cx="385042" cy="276999"/>
            </a:xfrm>
            <a:prstGeom prst="rect">
              <a:avLst/>
            </a:prstGeom>
            <a:noFill/>
          </p:spPr>
          <p:txBody>
            <a:bodyPr wrap="none" rtlCol="0">
              <a:spAutoFit/>
            </a:bodyPr>
            <a:lstStyle/>
            <a:p>
              <a:r>
                <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rPr>
                <a:t>HP</a:t>
              </a:r>
            </a:p>
          </p:txBody>
        </p:sp>
      </p:grpSp>
      <p:grpSp>
        <p:nvGrpSpPr>
          <p:cNvPr id="116" name="グループ化 115">
            <a:extLst>
              <a:ext uri="{FF2B5EF4-FFF2-40B4-BE49-F238E27FC236}">
                <a16:creationId xmlns:a16="http://schemas.microsoft.com/office/drawing/2014/main" id="{2E0ECA1D-CC55-7CA3-6070-E09B83B783AD}"/>
              </a:ext>
            </a:extLst>
          </p:cNvPr>
          <p:cNvGrpSpPr/>
          <p:nvPr/>
        </p:nvGrpSpPr>
        <p:grpSpPr>
          <a:xfrm>
            <a:off x="5655272" y="1402391"/>
            <a:ext cx="1021532" cy="445128"/>
            <a:chOff x="1791694" y="1477039"/>
            <a:chExt cx="1021532" cy="445128"/>
          </a:xfrm>
        </p:grpSpPr>
        <p:grpSp>
          <p:nvGrpSpPr>
            <p:cNvPr id="117" name="グループ化 116">
              <a:extLst>
                <a:ext uri="{FF2B5EF4-FFF2-40B4-BE49-F238E27FC236}">
                  <a16:creationId xmlns:a16="http://schemas.microsoft.com/office/drawing/2014/main" id="{90C37C7A-69AE-A04F-DC95-C9E93C3D1064}"/>
                </a:ext>
              </a:extLst>
            </p:cNvPr>
            <p:cNvGrpSpPr/>
            <p:nvPr/>
          </p:nvGrpSpPr>
          <p:grpSpPr>
            <a:xfrm>
              <a:off x="1850735" y="1732906"/>
              <a:ext cx="962491" cy="189261"/>
              <a:chOff x="3619753" y="4534386"/>
              <a:chExt cx="5490959" cy="751289"/>
            </a:xfrm>
          </p:grpSpPr>
          <p:pic>
            <p:nvPicPr>
              <p:cNvPr id="119" name="図 118">
                <a:extLst>
                  <a:ext uri="{FF2B5EF4-FFF2-40B4-BE49-F238E27FC236}">
                    <a16:creationId xmlns:a16="http://schemas.microsoft.com/office/drawing/2014/main" id="{E24043AD-636D-1A90-2E08-1CD64F044338}"/>
                  </a:ext>
                </a:extLst>
              </p:cNvPr>
              <p:cNvPicPr>
                <a:picLocks noChangeAspect="1"/>
              </p:cNvPicPr>
              <p:nvPr/>
            </p:nvPicPr>
            <p:blipFill>
              <a:blip r:embed="rId10">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a:off x="3637696" y="4549167"/>
                <a:ext cx="5473016" cy="736508"/>
              </a:xfrm>
              <a:prstGeom prst="rect">
                <a:avLst/>
              </a:prstGeom>
            </p:spPr>
          </p:pic>
          <p:pic>
            <p:nvPicPr>
              <p:cNvPr id="120" name="図 119">
                <a:extLst>
                  <a:ext uri="{FF2B5EF4-FFF2-40B4-BE49-F238E27FC236}">
                    <a16:creationId xmlns:a16="http://schemas.microsoft.com/office/drawing/2014/main" id="{4F7F8FFF-64F0-8222-3093-7F55191C1F41}"/>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3619753" y="4534386"/>
                <a:ext cx="4332529" cy="736507"/>
              </a:xfrm>
              <a:prstGeom prst="rect">
                <a:avLst/>
              </a:prstGeom>
            </p:spPr>
          </p:pic>
        </p:grpSp>
        <p:sp>
          <p:nvSpPr>
            <p:cNvPr id="118" name="テキスト ボックス 117">
              <a:extLst>
                <a:ext uri="{FF2B5EF4-FFF2-40B4-BE49-F238E27FC236}">
                  <a16:creationId xmlns:a16="http://schemas.microsoft.com/office/drawing/2014/main" id="{FAB2D1C7-D360-0E69-156B-497C85825F5B}"/>
                </a:ext>
              </a:extLst>
            </p:cNvPr>
            <p:cNvSpPr txBox="1"/>
            <p:nvPr/>
          </p:nvSpPr>
          <p:spPr>
            <a:xfrm>
              <a:off x="1791694" y="1477039"/>
              <a:ext cx="385042" cy="276999"/>
            </a:xfrm>
            <a:prstGeom prst="rect">
              <a:avLst/>
            </a:prstGeom>
            <a:noFill/>
          </p:spPr>
          <p:txBody>
            <a:bodyPr wrap="none" rtlCol="0">
              <a:spAutoFit/>
            </a:bodyPr>
            <a:lstStyle/>
            <a:p>
              <a:r>
                <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rPr>
                <a:t>HP</a:t>
              </a:r>
            </a:p>
          </p:txBody>
        </p:sp>
      </p:grpSp>
      <p:grpSp>
        <p:nvGrpSpPr>
          <p:cNvPr id="121" name="グループ化 120">
            <a:extLst>
              <a:ext uri="{FF2B5EF4-FFF2-40B4-BE49-F238E27FC236}">
                <a16:creationId xmlns:a16="http://schemas.microsoft.com/office/drawing/2014/main" id="{F6620F4C-757D-EE0A-07B3-18C0207212EE}"/>
              </a:ext>
            </a:extLst>
          </p:cNvPr>
          <p:cNvGrpSpPr/>
          <p:nvPr/>
        </p:nvGrpSpPr>
        <p:grpSpPr>
          <a:xfrm>
            <a:off x="3723483" y="1402391"/>
            <a:ext cx="1021532" cy="445128"/>
            <a:chOff x="1791694" y="1477039"/>
            <a:chExt cx="1021532" cy="445128"/>
          </a:xfrm>
        </p:grpSpPr>
        <p:grpSp>
          <p:nvGrpSpPr>
            <p:cNvPr id="122" name="グループ化 121">
              <a:extLst>
                <a:ext uri="{FF2B5EF4-FFF2-40B4-BE49-F238E27FC236}">
                  <a16:creationId xmlns:a16="http://schemas.microsoft.com/office/drawing/2014/main" id="{EA0ED1B2-86C7-FE41-358A-5A2AF8247547}"/>
                </a:ext>
              </a:extLst>
            </p:cNvPr>
            <p:cNvGrpSpPr/>
            <p:nvPr/>
          </p:nvGrpSpPr>
          <p:grpSpPr>
            <a:xfrm>
              <a:off x="1850735" y="1732906"/>
              <a:ext cx="962491" cy="189261"/>
              <a:chOff x="3619753" y="4534386"/>
              <a:chExt cx="5490959" cy="751289"/>
            </a:xfrm>
          </p:grpSpPr>
          <p:pic>
            <p:nvPicPr>
              <p:cNvPr id="124" name="図 123">
                <a:extLst>
                  <a:ext uri="{FF2B5EF4-FFF2-40B4-BE49-F238E27FC236}">
                    <a16:creationId xmlns:a16="http://schemas.microsoft.com/office/drawing/2014/main" id="{A8FDDB49-DBD3-AF33-31CD-6A17012BEF24}"/>
                  </a:ext>
                </a:extLst>
              </p:cNvPr>
              <p:cNvPicPr>
                <a:picLocks noChangeAspect="1"/>
              </p:cNvPicPr>
              <p:nvPr/>
            </p:nvPicPr>
            <p:blipFill>
              <a:blip r:embed="rId10">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a:off x="3637696" y="4549167"/>
                <a:ext cx="5473016" cy="736508"/>
              </a:xfrm>
              <a:prstGeom prst="rect">
                <a:avLst/>
              </a:prstGeom>
            </p:spPr>
          </p:pic>
          <p:pic>
            <p:nvPicPr>
              <p:cNvPr id="125" name="図 124">
                <a:extLst>
                  <a:ext uri="{FF2B5EF4-FFF2-40B4-BE49-F238E27FC236}">
                    <a16:creationId xmlns:a16="http://schemas.microsoft.com/office/drawing/2014/main" id="{E4813F7E-1ED0-ED18-956D-009DE0B9372F}"/>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3619753" y="4534386"/>
                <a:ext cx="4332529" cy="736507"/>
              </a:xfrm>
              <a:prstGeom prst="rect">
                <a:avLst/>
              </a:prstGeom>
            </p:spPr>
          </p:pic>
        </p:grpSp>
        <p:sp>
          <p:nvSpPr>
            <p:cNvPr id="123" name="テキスト ボックス 122">
              <a:extLst>
                <a:ext uri="{FF2B5EF4-FFF2-40B4-BE49-F238E27FC236}">
                  <a16:creationId xmlns:a16="http://schemas.microsoft.com/office/drawing/2014/main" id="{12192847-4A3F-B56D-E377-EA33BD0933A2}"/>
                </a:ext>
              </a:extLst>
            </p:cNvPr>
            <p:cNvSpPr txBox="1"/>
            <p:nvPr/>
          </p:nvSpPr>
          <p:spPr>
            <a:xfrm>
              <a:off x="1791694" y="1477039"/>
              <a:ext cx="385042" cy="276999"/>
            </a:xfrm>
            <a:prstGeom prst="rect">
              <a:avLst/>
            </a:prstGeom>
            <a:noFill/>
          </p:spPr>
          <p:txBody>
            <a:bodyPr wrap="none" rtlCol="0">
              <a:spAutoFit/>
            </a:bodyPr>
            <a:lstStyle/>
            <a:p>
              <a:r>
                <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rPr>
                <a:t>HP</a:t>
              </a:r>
            </a:p>
          </p:txBody>
        </p:sp>
      </p:grpSp>
      <p:grpSp>
        <p:nvGrpSpPr>
          <p:cNvPr id="150" name="グループ化 149">
            <a:extLst>
              <a:ext uri="{FF2B5EF4-FFF2-40B4-BE49-F238E27FC236}">
                <a16:creationId xmlns:a16="http://schemas.microsoft.com/office/drawing/2014/main" id="{1665D4D9-F9AB-CDE1-9281-4FA0EB22FD5A}"/>
              </a:ext>
            </a:extLst>
          </p:cNvPr>
          <p:cNvGrpSpPr/>
          <p:nvPr/>
        </p:nvGrpSpPr>
        <p:grpSpPr>
          <a:xfrm>
            <a:off x="1222593" y="4599468"/>
            <a:ext cx="1928074" cy="1295919"/>
            <a:chOff x="1222593" y="4674116"/>
            <a:chExt cx="1928074" cy="1295919"/>
          </a:xfrm>
        </p:grpSpPr>
        <p:sp>
          <p:nvSpPr>
            <p:cNvPr id="21" name="四角形: 角を丸くする 20">
              <a:extLst>
                <a:ext uri="{FF2B5EF4-FFF2-40B4-BE49-F238E27FC236}">
                  <a16:creationId xmlns:a16="http://schemas.microsoft.com/office/drawing/2014/main" id="{2F8B55C8-21A1-0C5F-E992-6C8E6C58CE70}"/>
                </a:ext>
              </a:extLst>
            </p:cNvPr>
            <p:cNvSpPr/>
            <p:nvPr/>
          </p:nvSpPr>
          <p:spPr>
            <a:xfrm>
              <a:off x="1222593" y="4674116"/>
              <a:ext cx="1928074" cy="1295919"/>
            </a:xfrm>
            <a:prstGeom prst="roundRect">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grpSp>
          <p:nvGrpSpPr>
            <p:cNvPr id="79" name="グループ化 78">
              <a:extLst>
                <a:ext uri="{FF2B5EF4-FFF2-40B4-BE49-F238E27FC236}">
                  <a16:creationId xmlns:a16="http://schemas.microsoft.com/office/drawing/2014/main" id="{D1B063D7-C35A-D9CF-611B-F4982DB7AD76}"/>
                </a:ext>
              </a:extLst>
            </p:cNvPr>
            <p:cNvGrpSpPr/>
            <p:nvPr/>
          </p:nvGrpSpPr>
          <p:grpSpPr>
            <a:xfrm>
              <a:off x="1560978" y="5484463"/>
              <a:ext cx="1351499" cy="460859"/>
              <a:chOff x="1373972" y="3464195"/>
              <a:chExt cx="1726160" cy="588617"/>
            </a:xfrm>
          </p:grpSpPr>
          <p:sp>
            <p:nvSpPr>
              <p:cNvPr id="80" name="テキスト ボックス 79">
                <a:extLst>
                  <a:ext uri="{FF2B5EF4-FFF2-40B4-BE49-F238E27FC236}">
                    <a16:creationId xmlns:a16="http://schemas.microsoft.com/office/drawing/2014/main" id="{2955F71A-C75D-243A-18E7-FC4E95068807}"/>
                  </a:ext>
                </a:extLst>
              </p:cNvPr>
              <p:cNvSpPr txBox="1"/>
              <p:nvPr/>
            </p:nvSpPr>
            <p:spPr>
              <a:xfrm>
                <a:off x="1807823" y="3620405"/>
                <a:ext cx="1292309" cy="432407"/>
              </a:xfrm>
              <a:prstGeom prst="rect">
                <a:avLst/>
              </a:prstGeom>
              <a:noFill/>
            </p:spPr>
            <p:txBody>
              <a:bodyPr wrap="none" rtlCol="0">
                <a:spAutoFit/>
              </a:bodyPr>
              <a:lstStyle/>
              <a:p>
                <a:r>
                  <a:rPr lang="ja-JP" altLang="en-US" sz="1600" b="1" dirty="0">
                    <a:solidFill>
                      <a:schemeClr val="tx1">
                        <a:lumMod val="95000"/>
                        <a:lumOff val="5000"/>
                      </a:schemeClr>
                    </a:solidFill>
                    <a:latin typeface="HGS明朝E" panose="02020900000000000000" pitchFamily="18" charset="-128"/>
                    <a:ea typeface="HGS明朝E" panose="02020900000000000000" pitchFamily="18" charset="-128"/>
                  </a:rPr>
                  <a:t>キャラ名</a:t>
                </a:r>
                <a:endParaRPr kumimoji="1" lang="ja-JP" altLang="en-US" sz="1600" b="1" dirty="0">
                  <a:solidFill>
                    <a:schemeClr val="tx1">
                      <a:lumMod val="95000"/>
                      <a:lumOff val="5000"/>
                    </a:schemeClr>
                  </a:solidFill>
                  <a:latin typeface="HGS明朝E" panose="02020900000000000000" pitchFamily="18" charset="-128"/>
                  <a:ea typeface="HGS明朝E" panose="02020900000000000000" pitchFamily="18" charset="-128"/>
                </a:endParaRPr>
              </a:p>
            </p:txBody>
          </p:sp>
          <p:pic>
            <p:nvPicPr>
              <p:cNvPr id="81" name="図 80">
                <a:extLst>
                  <a:ext uri="{FF2B5EF4-FFF2-40B4-BE49-F238E27FC236}">
                    <a16:creationId xmlns:a16="http://schemas.microsoft.com/office/drawing/2014/main" id="{9F635F4F-B48D-61BD-DB96-CE893A27E48B}"/>
                  </a:ext>
                </a:extLst>
              </p:cNvPr>
              <p:cNvPicPr>
                <a:picLocks noChangeAspect="1"/>
              </p:cNvPicPr>
              <p:nvPr/>
            </p:nvPicPr>
            <p:blipFill>
              <a:blip r:embed="rId5">
                <a:grayscl/>
                <a:extLst>
                  <a:ext uri="{28A0092B-C50C-407E-A947-70E740481C1C}">
                    <a14:useLocalDpi xmlns:a14="http://schemas.microsoft.com/office/drawing/2010/main" val="0"/>
                  </a:ext>
                </a:extLst>
              </a:blip>
              <a:srcRect l="6840" t="30163" r="48646" b="36883"/>
              <a:stretch>
                <a:fillRect/>
              </a:stretch>
            </p:blipFill>
            <p:spPr>
              <a:xfrm>
                <a:off x="1373972" y="3464195"/>
                <a:ext cx="471169" cy="523221"/>
              </a:xfrm>
              <a:prstGeom prst="rect">
                <a:avLst/>
              </a:prstGeom>
            </p:spPr>
          </p:pic>
        </p:grpSp>
        <p:grpSp>
          <p:nvGrpSpPr>
            <p:cNvPr id="100" name="グループ化 99">
              <a:extLst>
                <a:ext uri="{FF2B5EF4-FFF2-40B4-BE49-F238E27FC236}">
                  <a16:creationId xmlns:a16="http://schemas.microsoft.com/office/drawing/2014/main" id="{50CD2228-7990-AD66-D602-A15D1066B64A}"/>
                </a:ext>
              </a:extLst>
            </p:cNvPr>
            <p:cNvGrpSpPr/>
            <p:nvPr/>
          </p:nvGrpSpPr>
          <p:grpSpPr>
            <a:xfrm>
              <a:off x="1272089" y="4750291"/>
              <a:ext cx="523221" cy="523221"/>
              <a:chOff x="1259142" y="1444419"/>
              <a:chExt cx="523221" cy="523221"/>
            </a:xfrm>
          </p:grpSpPr>
          <p:sp>
            <p:nvSpPr>
              <p:cNvPr id="101" name="四角形: 角を丸くする 100">
                <a:extLst>
                  <a:ext uri="{FF2B5EF4-FFF2-40B4-BE49-F238E27FC236}">
                    <a16:creationId xmlns:a16="http://schemas.microsoft.com/office/drawing/2014/main" id="{F45BAB08-182D-0765-4054-6D0754E3B6FD}"/>
                  </a:ext>
                </a:extLst>
              </p:cNvPr>
              <p:cNvSpPr/>
              <p:nvPr/>
            </p:nvSpPr>
            <p:spPr>
              <a:xfrm>
                <a:off x="1285169" y="1465839"/>
                <a:ext cx="471169" cy="471709"/>
              </a:xfrm>
              <a:prstGeom prst="roundRect">
                <a:avLst>
                  <a:gd name="adj" fmla="val 9614"/>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pic>
            <p:nvPicPr>
              <p:cNvPr id="102" name="図 101">
                <a:extLst>
                  <a:ext uri="{FF2B5EF4-FFF2-40B4-BE49-F238E27FC236}">
                    <a16:creationId xmlns:a16="http://schemas.microsoft.com/office/drawing/2014/main" id="{3C1AB4A7-BFE2-43CC-A303-44CDA75598E0}"/>
                  </a:ext>
                </a:extLst>
              </p:cNvPr>
              <p:cNvPicPr>
                <a:picLocks noChangeAspect="1"/>
              </p:cNvPicPr>
              <p:nvPr/>
            </p:nvPicPr>
            <p:blipFill>
              <a:blip r:embed="rId9">
                <a:biLevel thresh="75000"/>
                <a:extLst>
                  <a:ext uri="{28A0092B-C50C-407E-A947-70E740481C1C}">
                    <a14:useLocalDpi xmlns:a14="http://schemas.microsoft.com/office/drawing/2010/main" val="0"/>
                  </a:ext>
                </a:extLst>
              </a:blip>
              <a:stretch>
                <a:fillRect/>
              </a:stretch>
            </p:blipFill>
            <p:spPr>
              <a:xfrm>
                <a:off x="1259142" y="1444419"/>
                <a:ext cx="523221" cy="523221"/>
              </a:xfrm>
              <a:prstGeom prst="rect">
                <a:avLst/>
              </a:prstGeom>
            </p:spPr>
          </p:pic>
        </p:grpSp>
        <p:grpSp>
          <p:nvGrpSpPr>
            <p:cNvPr id="134" name="グループ化 133">
              <a:extLst>
                <a:ext uri="{FF2B5EF4-FFF2-40B4-BE49-F238E27FC236}">
                  <a16:creationId xmlns:a16="http://schemas.microsoft.com/office/drawing/2014/main" id="{4D8481EB-BC83-BE0A-AD36-D909A920595B}"/>
                </a:ext>
              </a:extLst>
            </p:cNvPr>
            <p:cNvGrpSpPr/>
            <p:nvPr/>
          </p:nvGrpSpPr>
          <p:grpSpPr>
            <a:xfrm>
              <a:off x="1845141" y="4687976"/>
              <a:ext cx="1021532" cy="820597"/>
              <a:chOff x="1845141" y="4687976"/>
              <a:chExt cx="1021532" cy="820597"/>
            </a:xfrm>
          </p:grpSpPr>
          <p:pic>
            <p:nvPicPr>
              <p:cNvPr id="127" name="図 126">
                <a:extLst>
                  <a:ext uri="{FF2B5EF4-FFF2-40B4-BE49-F238E27FC236}">
                    <a16:creationId xmlns:a16="http://schemas.microsoft.com/office/drawing/2014/main" id="{959BE22F-DF41-57AF-0CC8-579A938B175E}"/>
                  </a:ext>
                </a:extLst>
              </p:cNvPr>
              <p:cNvPicPr>
                <a:picLocks noChangeAspect="1"/>
              </p:cNvPicPr>
              <p:nvPr/>
            </p:nvPicPr>
            <p:blipFill>
              <a:blip r:embed="rId11">
                <a:extLst>
                  <a:ext uri="{28A0092B-C50C-407E-A947-70E740481C1C}">
                    <a14:useLocalDpi xmlns:a14="http://schemas.microsoft.com/office/drawing/2010/main" val="0"/>
                  </a:ext>
                </a:extLst>
              </a:blip>
              <a:stretch>
                <a:fillRect/>
              </a:stretch>
            </p:blipFill>
            <p:spPr>
              <a:xfrm>
                <a:off x="2186630" y="4687976"/>
                <a:ext cx="630585" cy="630585"/>
              </a:xfrm>
              <a:prstGeom prst="rect">
                <a:avLst/>
              </a:prstGeom>
            </p:spPr>
          </p:pic>
          <p:grpSp>
            <p:nvGrpSpPr>
              <p:cNvPr id="133" name="グループ化 132">
                <a:extLst>
                  <a:ext uri="{FF2B5EF4-FFF2-40B4-BE49-F238E27FC236}">
                    <a16:creationId xmlns:a16="http://schemas.microsoft.com/office/drawing/2014/main" id="{F6D19D15-E165-C878-D2CC-F14199D0CDD6}"/>
                  </a:ext>
                </a:extLst>
              </p:cNvPr>
              <p:cNvGrpSpPr/>
              <p:nvPr/>
            </p:nvGrpSpPr>
            <p:grpSpPr>
              <a:xfrm>
                <a:off x="1845141" y="5115219"/>
                <a:ext cx="1021532" cy="393354"/>
                <a:chOff x="1791417" y="5115219"/>
                <a:chExt cx="1021532" cy="393354"/>
              </a:xfrm>
            </p:grpSpPr>
            <p:grpSp>
              <p:nvGrpSpPr>
                <p:cNvPr id="129" name="グループ化 128">
                  <a:extLst>
                    <a:ext uri="{FF2B5EF4-FFF2-40B4-BE49-F238E27FC236}">
                      <a16:creationId xmlns:a16="http://schemas.microsoft.com/office/drawing/2014/main" id="{7E8F66AC-2420-40FC-1D17-D2890A9A611A}"/>
                    </a:ext>
                  </a:extLst>
                </p:cNvPr>
                <p:cNvGrpSpPr/>
                <p:nvPr/>
              </p:nvGrpSpPr>
              <p:grpSpPr>
                <a:xfrm>
                  <a:off x="1850458" y="5358764"/>
                  <a:ext cx="962491" cy="149809"/>
                  <a:chOff x="3619753" y="4534386"/>
                  <a:chExt cx="5490959" cy="751289"/>
                </a:xfrm>
              </p:grpSpPr>
              <p:pic>
                <p:nvPicPr>
                  <p:cNvPr id="131" name="図 130">
                    <a:extLst>
                      <a:ext uri="{FF2B5EF4-FFF2-40B4-BE49-F238E27FC236}">
                        <a16:creationId xmlns:a16="http://schemas.microsoft.com/office/drawing/2014/main" id="{C3F879A9-CF72-511A-1750-6F2ED4F23D0F}"/>
                      </a:ext>
                    </a:extLst>
                  </p:cNvPr>
                  <p:cNvPicPr>
                    <a:picLocks noChangeAspect="1"/>
                  </p:cNvPicPr>
                  <p:nvPr/>
                </p:nvPicPr>
                <p:blipFill>
                  <a:blip r:embed="rId10">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a:off x="3637696" y="4549167"/>
                    <a:ext cx="5473016" cy="736508"/>
                  </a:xfrm>
                  <a:prstGeom prst="rect">
                    <a:avLst/>
                  </a:prstGeom>
                </p:spPr>
              </p:pic>
              <p:pic>
                <p:nvPicPr>
                  <p:cNvPr id="132" name="図 131">
                    <a:extLst>
                      <a:ext uri="{FF2B5EF4-FFF2-40B4-BE49-F238E27FC236}">
                        <a16:creationId xmlns:a16="http://schemas.microsoft.com/office/drawing/2014/main" id="{6A730C02-D443-DB69-56BA-FE432863FAC2}"/>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3619753" y="4534386"/>
                    <a:ext cx="4332529" cy="736507"/>
                  </a:xfrm>
                  <a:prstGeom prst="rect">
                    <a:avLst/>
                  </a:prstGeom>
                </p:spPr>
              </p:pic>
            </p:grpSp>
            <p:sp>
              <p:nvSpPr>
                <p:cNvPr id="130" name="テキスト ボックス 129">
                  <a:extLst>
                    <a:ext uri="{FF2B5EF4-FFF2-40B4-BE49-F238E27FC236}">
                      <a16:creationId xmlns:a16="http://schemas.microsoft.com/office/drawing/2014/main" id="{9BF6AF58-0CD3-3479-BE8A-51F75470FB25}"/>
                    </a:ext>
                  </a:extLst>
                </p:cNvPr>
                <p:cNvSpPr txBox="1"/>
                <p:nvPr/>
              </p:nvSpPr>
              <p:spPr>
                <a:xfrm>
                  <a:off x="1791417" y="5115219"/>
                  <a:ext cx="385042" cy="276999"/>
                </a:xfrm>
                <a:prstGeom prst="rect">
                  <a:avLst/>
                </a:prstGeom>
                <a:noFill/>
              </p:spPr>
              <p:txBody>
                <a:bodyPr wrap="none" rtlCol="0">
                  <a:spAutoFit/>
                </a:bodyPr>
                <a:lstStyle/>
                <a:p>
                  <a:r>
                    <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rPr>
                    <a:t>HP</a:t>
                  </a:r>
                </a:p>
              </p:txBody>
            </p:sp>
          </p:grpSp>
        </p:grpSp>
      </p:grpSp>
      <p:grpSp>
        <p:nvGrpSpPr>
          <p:cNvPr id="135" name="グループ化 134">
            <a:extLst>
              <a:ext uri="{FF2B5EF4-FFF2-40B4-BE49-F238E27FC236}">
                <a16:creationId xmlns:a16="http://schemas.microsoft.com/office/drawing/2014/main" id="{F818E39B-C150-F308-0041-5CEF99AF4C09}"/>
              </a:ext>
            </a:extLst>
          </p:cNvPr>
          <p:cNvGrpSpPr/>
          <p:nvPr/>
        </p:nvGrpSpPr>
        <p:grpSpPr>
          <a:xfrm>
            <a:off x="6104402" y="4613328"/>
            <a:ext cx="1021532" cy="820597"/>
            <a:chOff x="1845141" y="4687976"/>
            <a:chExt cx="1021532" cy="820597"/>
          </a:xfrm>
        </p:grpSpPr>
        <p:pic>
          <p:nvPicPr>
            <p:cNvPr id="136" name="図 135">
              <a:extLst>
                <a:ext uri="{FF2B5EF4-FFF2-40B4-BE49-F238E27FC236}">
                  <a16:creationId xmlns:a16="http://schemas.microsoft.com/office/drawing/2014/main" id="{83C12D87-D785-D21F-BCC0-AE451146E3CD}"/>
                </a:ext>
              </a:extLst>
            </p:cNvPr>
            <p:cNvPicPr>
              <a:picLocks noChangeAspect="1"/>
            </p:cNvPicPr>
            <p:nvPr/>
          </p:nvPicPr>
          <p:blipFill>
            <a:blip r:embed="rId11">
              <a:extLst>
                <a:ext uri="{28A0092B-C50C-407E-A947-70E740481C1C}">
                  <a14:useLocalDpi xmlns:a14="http://schemas.microsoft.com/office/drawing/2010/main" val="0"/>
                </a:ext>
              </a:extLst>
            </a:blip>
            <a:stretch>
              <a:fillRect/>
            </a:stretch>
          </p:blipFill>
          <p:spPr>
            <a:xfrm>
              <a:off x="2186630" y="4687976"/>
              <a:ext cx="630585" cy="630585"/>
            </a:xfrm>
            <a:prstGeom prst="rect">
              <a:avLst/>
            </a:prstGeom>
          </p:spPr>
        </p:pic>
        <p:grpSp>
          <p:nvGrpSpPr>
            <p:cNvPr id="137" name="グループ化 136">
              <a:extLst>
                <a:ext uri="{FF2B5EF4-FFF2-40B4-BE49-F238E27FC236}">
                  <a16:creationId xmlns:a16="http://schemas.microsoft.com/office/drawing/2014/main" id="{AEBEC14F-F98B-60C1-91C4-D17BAA54B38A}"/>
                </a:ext>
              </a:extLst>
            </p:cNvPr>
            <p:cNvGrpSpPr/>
            <p:nvPr/>
          </p:nvGrpSpPr>
          <p:grpSpPr>
            <a:xfrm>
              <a:off x="1845141" y="5115219"/>
              <a:ext cx="1021532" cy="393354"/>
              <a:chOff x="1791417" y="5115219"/>
              <a:chExt cx="1021532" cy="393354"/>
            </a:xfrm>
          </p:grpSpPr>
          <p:grpSp>
            <p:nvGrpSpPr>
              <p:cNvPr id="138" name="グループ化 137">
                <a:extLst>
                  <a:ext uri="{FF2B5EF4-FFF2-40B4-BE49-F238E27FC236}">
                    <a16:creationId xmlns:a16="http://schemas.microsoft.com/office/drawing/2014/main" id="{D791F4DB-7F6D-5512-4ED5-EB7E705B58DE}"/>
                  </a:ext>
                </a:extLst>
              </p:cNvPr>
              <p:cNvGrpSpPr/>
              <p:nvPr/>
            </p:nvGrpSpPr>
            <p:grpSpPr>
              <a:xfrm>
                <a:off x="1850458" y="5358764"/>
                <a:ext cx="962491" cy="149809"/>
                <a:chOff x="3619753" y="4534386"/>
                <a:chExt cx="5490959" cy="751289"/>
              </a:xfrm>
            </p:grpSpPr>
            <p:pic>
              <p:nvPicPr>
                <p:cNvPr id="140" name="図 139">
                  <a:extLst>
                    <a:ext uri="{FF2B5EF4-FFF2-40B4-BE49-F238E27FC236}">
                      <a16:creationId xmlns:a16="http://schemas.microsoft.com/office/drawing/2014/main" id="{5C834E9A-D904-24B9-0155-28F9A520AF9C}"/>
                    </a:ext>
                  </a:extLst>
                </p:cNvPr>
                <p:cNvPicPr>
                  <a:picLocks noChangeAspect="1"/>
                </p:cNvPicPr>
                <p:nvPr/>
              </p:nvPicPr>
              <p:blipFill>
                <a:blip r:embed="rId10">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a:off x="3637696" y="4549167"/>
                  <a:ext cx="5473016" cy="736508"/>
                </a:xfrm>
                <a:prstGeom prst="rect">
                  <a:avLst/>
                </a:prstGeom>
              </p:spPr>
            </p:pic>
            <p:pic>
              <p:nvPicPr>
                <p:cNvPr id="141" name="図 140">
                  <a:extLst>
                    <a:ext uri="{FF2B5EF4-FFF2-40B4-BE49-F238E27FC236}">
                      <a16:creationId xmlns:a16="http://schemas.microsoft.com/office/drawing/2014/main" id="{B13C391D-527F-8ACB-6A62-A202A98E705A}"/>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3619753" y="4534386"/>
                  <a:ext cx="4332529" cy="736507"/>
                </a:xfrm>
                <a:prstGeom prst="rect">
                  <a:avLst/>
                </a:prstGeom>
              </p:spPr>
            </p:pic>
          </p:grpSp>
          <p:sp>
            <p:nvSpPr>
              <p:cNvPr id="139" name="テキスト ボックス 138">
                <a:extLst>
                  <a:ext uri="{FF2B5EF4-FFF2-40B4-BE49-F238E27FC236}">
                    <a16:creationId xmlns:a16="http://schemas.microsoft.com/office/drawing/2014/main" id="{B1B83E17-82BA-1FC3-2D0D-F5052CBD1864}"/>
                  </a:ext>
                </a:extLst>
              </p:cNvPr>
              <p:cNvSpPr txBox="1"/>
              <p:nvPr/>
            </p:nvSpPr>
            <p:spPr>
              <a:xfrm>
                <a:off x="1791417" y="5115219"/>
                <a:ext cx="385042" cy="276999"/>
              </a:xfrm>
              <a:prstGeom prst="rect">
                <a:avLst/>
              </a:prstGeom>
              <a:noFill/>
            </p:spPr>
            <p:txBody>
              <a:bodyPr wrap="none" rtlCol="0">
                <a:spAutoFit/>
              </a:bodyPr>
              <a:lstStyle/>
              <a:p>
                <a:r>
                  <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rPr>
                  <a:t>HP</a:t>
                </a:r>
              </a:p>
            </p:txBody>
          </p:sp>
        </p:grpSp>
      </p:grpSp>
      <p:grpSp>
        <p:nvGrpSpPr>
          <p:cNvPr id="143" name="グループ化 142">
            <a:extLst>
              <a:ext uri="{FF2B5EF4-FFF2-40B4-BE49-F238E27FC236}">
                <a16:creationId xmlns:a16="http://schemas.microsoft.com/office/drawing/2014/main" id="{4F755E86-0E87-8406-0EFD-BEA60AC09DC4}"/>
              </a:ext>
            </a:extLst>
          </p:cNvPr>
          <p:cNvGrpSpPr/>
          <p:nvPr/>
        </p:nvGrpSpPr>
        <p:grpSpPr>
          <a:xfrm>
            <a:off x="3974772" y="4613328"/>
            <a:ext cx="1021532" cy="820597"/>
            <a:chOff x="1845141" y="4687976"/>
            <a:chExt cx="1021532" cy="820597"/>
          </a:xfrm>
        </p:grpSpPr>
        <p:pic>
          <p:nvPicPr>
            <p:cNvPr id="144" name="図 143">
              <a:extLst>
                <a:ext uri="{FF2B5EF4-FFF2-40B4-BE49-F238E27FC236}">
                  <a16:creationId xmlns:a16="http://schemas.microsoft.com/office/drawing/2014/main" id="{AB82357A-527B-6BD8-E4F4-8703DD4F9BF0}"/>
                </a:ext>
              </a:extLst>
            </p:cNvPr>
            <p:cNvPicPr>
              <a:picLocks noChangeAspect="1"/>
            </p:cNvPicPr>
            <p:nvPr/>
          </p:nvPicPr>
          <p:blipFill>
            <a:blip r:embed="rId11">
              <a:extLst>
                <a:ext uri="{28A0092B-C50C-407E-A947-70E740481C1C}">
                  <a14:useLocalDpi xmlns:a14="http://schemas.microsoft.com/office/drawing/2010/main" val="0"/>
                </a:ext>
              </a:extLst>
            </a:blip>
            <a:stretch>
              <a:fillRect/>
            </a:stretch>
          </p:blipFill>
          <p:spPr>
            <a:xfrm>
              <a:off x="2186630" y="4687976"/>
              <a:ext cx="630585" cy="630585"/>
            </a:xfrm>
            <a:prstGeom prst="rect">
              <a:avLst/>
            </a:prstGeom>
          </p:spPr>
        </p:pic>
        <p:grpSp>
          <p:nvGrpSpPr>
            <p:cNvPr id="145" name="グループ化 144">
              <a:extLst>
                <a:ext uri="{FF2B5EF4-FFF2-40B4-BE49-F238E27FC236}">
                  <a16:creationId xmlns:a16="http://schemas.microsoft.com/office/drawing/2014/main" id="{6C42249D-AC6A-16C2-1F29-C1D75FB4C0EC}"/>
                </a:ext>
              </a:extLst>
            </p:cNvPr>
            <p:cNvGrpSpPr/>
            <p:nvPr/>
          </p:nvGrpSpPr>
          <p:grpSpPr>
            <a:xfrm>
              <a:off x="1845141" y="5115219"/>
              <a:ext cx="1021532" cy="393354"/>
              <a:chOff x="1791417" y="5115219"/>
              <a:chExt cx="1021532" cy="393354"/>
            </a:xfrm>
          </p:grpSpPr>
          <p:grpSp>
            <p:nvGrpSpPr>
              <p:cNvPr id="146" name="グループ化 145">
                <a:extLst>
                  <a:ext uri="{FF2B5EF4-FFF2-40B4-BE49-F238E27FC236}">
                    <a16:creationId xmlns:a16="http://schemas.microsoft.com/office/drawing/2014/main" id="{E91C4D25-4628-40CD-403F-4DDB1C229557}"/>
                  </a:ext>
                </a:extLst>
              </p:cNvPr>
              <p:cNvGrpSpPr/>
              <p:nvPr/>
            </p:nvGrpSpPr>
            <p:grpSpPr>
              <a:xfrm>
                <a:off x="1850458" y="5358764"/>
                <a:ext cx="962491" cy="149809"/>
                <a:chOff x="3619753" y="4534386"/>
                <a:chExt cx="5490959" cy="751289"/>
              </a:xfrm>
            </p:grpSpPr>
            <p:pic>
              <p:nvPicPr>
                <p:cNvPr id="148" name="図 147">
                  <a:extLst>
                    <a:ext uri="{FF2B5EF4-FFF2-40B4-BE49-F238E27FC236}">
                      <a16:creationId xmlns:a16="http://schemas.microsoft.com/office/drawing/2014/main" id="{EF016CDE-E5B8-4B4F-3410-359D3B8C692C}"/>
                    </a:ext>
                  </a:extLst>
                </p:cNvPr>
                <p:cNvPicPr>
                  <a:picLocks noChangeAspect="1"/>
                </p:cNvPicPr>
                <p:nvPr/>
              </p:nvPicPr>
              <p:blipFill>
                <a:blip r:embed="rId10">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a:off x="3637696" y="4549167"/>
                  <a:ext cx="5473016" cy="736508"/>
                </a:xfrm>
                <a:prstGeom prst="rect">
                  <a:avLst/>
                </a:prstGeom>
              </p:spPr>
            </p:pic>
            <p:pic>
              <p:nvPicPr>
                <p:cNvPr id="149" name="図 148">
                  <a:extLst>
                    <a:ext uri="{FF2B5EF4-FFF2-40B4-BE49-F238E27FC236}">
                      <a16:creationId xmlns:a16="http://schemas.microsoft.com/office/drawing/2014/main" id="{43E892AD-B12E-2F92-FF01-05AEF2CEF8AF}"/>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3619753" y="4534386"/>
                  <a:ext cx="4332529" cy="736507"/>
                </a:xfrm>
                <a:prstGeom prst="rect">
                  <a:avLst/>
                </a:prstGeom>
              </p:spPr>
            </p:pic>
          </p:grpSp>
          <p:sp>
            <p:nvSpPr>
              <p:cNvPr id="147" name="テキスト ボックス 146">
                <a:extLst>
                  <a:ext uri="{FF2B5EF4-FFF2-40B4-BE49-F238E27FC236}">
                    <a16:creationId xmlns:a16="http://schemas.microsoft.com/office/drawing/2014/main" id="{555666CF-8B51-41D0-1B39-4F46FF6E356F}"/>
                  </a:ext>
                </a:extLst>
              </p:cNvPr>
              <p:cNvSpPr txBox="1"/>
              <p:nvPr/>
            </p:nvSpPr>
            <p:spPr>
              <a:xfrm>
                <a:off x="1791417" y="5115219"/>
                <a:ext cx="385042" cy="276999"/>
              </a:xfrm>
              <a:prstGeom prst="rect">
                <a:avLst/>
              </a:prstGeom>
              <a:noFill/>
            </p:spPr>
            <p:txBody>
              <a:bodyPr wrap="none" rtlCol="0">
                <a:spAutoFit/>
              </a:bodyPr>
              <a:lstStyle/>
              <a:p>
                <a:r>
                  <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rPr>
                  <a:t>HP</a:t>
                </a:r>
              </a:p>
            </p:txBody>
          </p:sp>
        </p:grpSp>
      </p:grpSp>
      <p:pic>
        <p:nvPicPr>
          <p:cNvPr id="158" name="図 157">
            <a:extLst>
              <a:ext uri="{FF2B5EF4-FFF2-40B4-BE49-F238E27FC236}">
                <a16:creationId xmlns:a16="http://schemas.microsoft.com/office/drawing/2014/main" id="{98C27ED1-D8DE-DD0D-AD1F-86C2142C4E7F}"/>
              </a:ext>
            </a:extLst>
          </p:cNvPr>
          <p:cNvPicPr>
            <a:picLocks noChangeAspect="1"/>
          </p:cNvPicPr>
          <p:nvPr/>
        </p:nvPicPr>
        <p:blipFill>
          <a:blip r:embed="rId12">
            <a:extLst>
              <a:ext uri="{28A0092B-C50C-407E-A947-70E740481C1C}">
                <a14:useLocalDpi xmlns:a14="http://schemas.microsoft.com/office/drawing/2010/main" val="0"/>
              </a:ext>
            </a:extLst>
          </a:blip>
          <a:stretch>
            <a:fillRect/>
          </a:stretch>
        </p:blipFill>
        <p:spPr>
          <a:xfrm>
            <a:off x="11271707" y="235933"/>
            <a:ext cx="610371" cy="610371"/>
          </a:xfrm>
          <a:prstGeom prst="rect">
            <a:avLst/>
          </a:prstGeom>
        </p:spPr>
      </p:pic>
      <p:sp>
        <p:nvSpPr>
          <p:cNvPr id="159" name="テキスト ボックス 158">
            <a:extLst>
              <a:ext uri="{FF2B5EF4-FFF2-40B4-BE49-F238E27FC236}">
                <a16:creationId xmlns:a16="http://schemas.microsoft.com/office/drawing/2014/main" id="{D249ADF9-F956-EDE6-C140-A8B06978881A}"/>
              </a:ext>
            </a:extLst>
          </p:cNvPr>
          <p:cNvSpPr txBox="1"/>
          <p:nvPr/>
        </p:nvSpPr>
        <p:spPr>
          <a:xfrm>
            <a:off x="1921312" y="865320"/>
            <a:ext cx="3305713" cy="369332"/>
          </a:xfrm>
          <a:prstGeom prst="rect">
            <a:avLst/>
          </a:prstGeom>
          <a:noFill/>
        </p:spPr>
        <p:txBody>
          <a:bodyPr wrap="none" rtlCol="0">
            <a:spAutoFit/>
          </a:bodyPr>
          <a:lstStyle/>
          <a:p>
            <a:r>
              <a:rPr kumimoji="1" lang="ja-JP" altLang="en-US" dirty="0">
                <a:solidFill>
                  <a:schemeClr val="bg1">
                    <a:lumMod val="95000"/>
                  </a:schemeClr>
                </a:solidFill>
                <a:latin typeface="HGS明朝E" panose="02020900000000000000" pitchFamily="18" charset="-128"/>
                <a:ea typeface="HGS明朝E" panose="02020900000000000000" pitchFamily="18" charset="-128"/>
              </a:rPr>
              <a:t>ドラックで前衛</a:t>
            </a:r>
            <a:r>
              <a:rPr lang="en-US" altLang="ja-JP" dirty="0">
                <a:solidFill>
                  <a:schemeClr val="bg1">
                    <a:lumMod val="95000"/>
                  </a:schemeClr>
                </a:solidFill>
                <a:latin typeface="HGS明朝E" panose="02020900000000000000" pitchFamily="18" charset="-128"/>
                <a:ea typeface="HGS明朝E" panose="02020900000000000000" pitchFamily="18" charset="-128"/>
              </a:rPr>
              <a:t>/</a:t>
            </a:r>
            <a:r>
              <a:rPr lang="ja-JP" altLang="en-US" dirty="0">
                <a:solidFill>
                  <a:schemeClr val="bg1">
                    <a:lumMod val="95000"/>
                  </a:schemeClr>
                </a:solidFill>
                <a:latin typeface="HGS明朝E" panose="02020900000000000000" pitchFamily="18" charset="-128"/>
                <a:ea typeface="HGS明朝E" panose="02020900000000000000" pitchFamily="18" charset="-128"/>
              </a:rPr>
              <a:t>後衛</a:t>
            </a:r>
            <a:r>
              <a:rPr kumimoji="1" lang="ja-JP" altLang="en-US" dirty="0">
                <a:solidFill>
                  <a:schemeClr val="bg1">
                    <a:lumMod val="95000"/>
                  </a:schemeClr>
                </a:solidFill>
                <a:latin typeface="HGS明朝E" panose="02020900000000000000" pitchFamily="18" charset="-128"/>
                <a:ea typeface="HGS明朝E" panose="02020900000000000000" pitchFamily="18" charset="-128"/>
              </a:rPr>
              <a:t>入れ替え</a:t>
            </a:r>
          </a:p>
        </p:txBody>
      </p:sp>
    </p:spTree>
    <p:extLst>
      <p:ext uri="{BB962C8B-B14F-4D97-AF65-F5344CB8AC3E}">
        <p14:creationId xmlns:p14="http://schemas.microsoft.com/office/powerpoint/2010/main" val="4029722265"/>
      </p:ext>
    </p:extLst>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FCC628-F204-183D-4987-4911844113AE}"/>
            </a:ext>
          </a:extLst>
        </p:cNvPr>
        <p:cNvGrpSpPr/>
        <p:nvPr/>
      </p:nvGrpSpPr>
      <p:grpSpPr>
        <a:xfrm>
          <a:off x="0" y="0"/>
          <a:ext cx="0" cy="0"/>
          <a:chOff x="0" y="0"/>
          <a:chExt cx="0" cy="0"/>
        </a:xfrm>
      </p:grpSpPr>
      <p:cxnSp>
        <p:nvCxnSpPr>
          <p:cNvPr id="77" name="直線コネクタ 76">
            <a:extLst>
              <a:ext uri="{FF2B5EF4-FFF2-40B4-BE49-F238E27FC236}">
                <a16:creationId xmlns:a16="http://schemas.microsoft.com/office/drawing/2014/main" id="{42FE4EBD-73E8-C08E-B3AD-83BDAE14682B}"/>
              </a:ext>
            </a:extLst>
          </p:cNvPr>
          <p:cNvCxnSpPr>
            <a:cxnSpLocks/>
            <a:stCxn id="45" idx="6"/>
            <a:endCxn id="48" idx="2"/>
          </p:cNvCxnSpPr>
          <p:nvPr/>
        </p:nvCxnSpPr>
        <p:spPr>
          <a:xfrm>
            <a:off x="4052275" y="3003615"/>
            <a:ext cx="563659" cy="1006993"/>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sp>
        <p:nvSpPr>
          <p:cNvPr id="3" name="楕円 2">
            <a:extLst>
              <a:ext uri="{FF2B5EF4-FFF2-40B4-BE49-F238E27FC236}">
                <a16:creationId xmlns:a16="http://schemas.microsoft.com/office/drawing/2014/main" id="{B60B061B-010C-2C32-24B6-C252246A6EBC}"/>
              </a:ext>
            </a:extLst>
          </p:cNvPr>
          <p:cNvSpPr/>
          <p:nvPr/>
        </p:nvSpPr>
        <p:spPr>
          <a:xfrm>
            <a:off x="-307971" y="2010748"/>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rgbClr val="C00000"/>
                </a:solidFill>
                <a:latin typeface="BIZ UDP明朝 Medium" panose="02020500000000000000" pitchFamily="18" charset="-128"/>
                <a:ea typeface="BIZ UDP明朝 Medium" panose="02020500000000000000" pitchFamily="18" charset="-128"/>
              </a:rPr>
              <a:t>BATTLE</a:t>
            </a:r>
            <a:endParaRPr kumimoji="1" lang="ja-JP" altLang="en-US" dirty="0">
              <a:solidFill>
                <a:srgbClr val="C00000"/>
              </a:solidFill>
              <a:latin typeface="BIZ UDP明朝 Medium" panose="02020500000000000000" pitchFamily="18" charset="-128"/>
              <a:ea typeface="BIZ UDP明朝 Medium" panose="02020500000000000000" pitchFamily="18" charset="-128"/>
            </a:endParaRPr>
          </a:p>
        </p:txBody>
      </p:sp>
      <p:sp>
        <p:nvSpPr>
          <p:cNvPr id="19" name="楕円 18">
            <a:extLst>
              <a:ext uri="{FF2B5EF4-FFF2-40B4-BE49-F238E27FC236}">
                <a16:creationId xmlns:a16="http://schemas.microsoft.com/office/drawing/2014/main" id="{FDDAB0DA-E46C-95FF-47CC-F98C3178FAEE}"/>
              </a:ext>
            </a:extLst>
          </p:cNvPr>
          <p:cNvSpPr/>
          <p:nvPr/>
        </p:nvSpPr>
        <p:spPr>
          <a:xfrm>
            <a:off x="1029479" y="3628501"/>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chemeClr val="accent3"/>
                </a:solidFill>
                <a:latin typeface="BIZ UDP明朝 Medium" panose="02020500000000000000" pitchFamily="18" charset="-128"/>
                <a:ea typeface="BIZ UDP明朝 Medium" panose="02020500000000000000" pitchFamily="18" charset="-128"/>
              </a:rPr>
              <a:t>STORY</a:t>
            </a:r>
            <a:endParaRPr kumimoji="1" lang="ja-JP" altLang="en-US" dirty="0">
              <a:solidFill>
                <a:schemeClr val="accent3"/>
              </a:solidFill>
              <a:latin typeface="BIZ UDP明朝 Medium" panose="02020500000000000000" pitchFamily="18" charset="-128"/>
              <a:ea typeface="BIZ UDP明朝 Medium" panose="02020500000000000000" pitchFamily="18" charset="-128"/>
            </a:endParaRPr>
          </a:p>
        </p:txBody>
      </p:sp>
      <p:sp>
        <p:nvSpPr>
          <p:cNvPr id="30" name="矢印: 五方向 29">
            <a:extLst>
              <a:ext uri="{FF2B5EF4-FFF2-40B4-BE49-F238E27FC236}">
                <a16:creationId xmlns:a16="http://schemas.microsoft.com/office/drawing/2014/main" id="{2F68731A-8150-81D4-773E-58658AE7030F}"/>
              </a:ext>
            </a:extLst>
          </p:cNvPr>
          <p:cNvSpPr/>
          <p:nvPr/>
        </p:nvSpPr>
        <p:spPr>
          <a:xfrm>
            <a:off x="7429320" y="5881158"/>
            <a:ext cx="1144552" cy="466696"/>
          </a:xfrm>
          <a:prstGeom prst="homePlate">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BIZ UDP明朝 Medium" panose="02020500000000000000" pitchFamily="18" charset="-128"/>
                <a:ea typeface="BIZ UDP明朝 Medium" panose="02020500000000000000" pitchFamily="18" charset="-128"/>
              </a:rPr>
              <a:t>撤退</a:t>
            </a:r>
          </a:p>
        </p:txBody>
      </p:sp>
      <p:sp>
        <p:nvSpPr>
          <p:cNvPr id="31" name="楕円 30">
            <a:extLst>
              <a:ext uri="{FF2B5EF4-FFF2-40B4-BE49-F238E27FC236}">
                <a16:creationId xmlns:a16="http://schemas.microsoft.com/office/drawing/2014/main" id="{0DA2C282-61B8-436B-287D-AA8295605BDE}"/>
              </a:ext>
            </a:extLst>
          </p:cNvPr>
          <p:cNvSpPr/>
          <p:nvPr/>
        </p:nvSpPr>
        <p:spPr>
          <a:xfrm>
            <a:off x="6364643" y="2847392"/>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lang="en-US" altLang="ja-JP" dirty="0">
                <a:solidFill>
                  <a:srgbClr val="C00000"/>
                </a:solidFill>
                <a:latin typeface="BIZ UDP明朝 Medium" panose="02020500000000000000" pitchFamily="18" charset="-128"/>
                <a:ea typeface="BIZ UDP明朝 Medium" panose="02020500000000000000" pitchFamily="18" charset="-128"/>
              </a:rPr>
              <a:t>BATTLE</a:t>
            </a:r>
            <a:endParaRPr lang="ja-JP" altLang="en-US" dirty="0">
              <a:solidFill>
                <a:srgbClr val="C00000"/>
              </a:solidFill>
              <a:latin typeface="BIZ UDP明朝 Medium" panose="02020500000000000000" pitchFamily="18" charset="-128"/>
              <a:ea typeface="BIZ UDP明朝 Medium" panose="02020500000000000000" pitchFamily="18" charset="-128"/>
            </a:endParaRPr>
          </a:p>
        </p:txBody>
      </p:sp>
      <p:sp>
        <p:nvSpPr>
          <p:cNvPr id="44" name="四角形: 角を丸くする 43">
            <a:extLst>
              <a:ext uri="{FF2B5EF4-FFF2-40B4-BE49-F238E27FC236}">
                <a16:creationId xmlns:a16="http://schemas.microsoft.com/office/drawing/2014/main" id="{E90805DC-E392-4F5C-45D0-60F372584277}"/>
              </a:ext>
            </a:extLst>
          </p:cNvPr>
          <p:cNvSpPr/>
          <p:nvPr/>
        </p:nvSpPr>
        <p:spPr>
          <a:xfrm>
            <a:off x="429205" y="5643916"/>
            <a:ext cx="6136930" cy="864743"/>
          </a:xfrm>
          <a:prstGeom prst="roundRect">
            <a:avLst/>
          </a:prstGeom>
          <a:solidFill>
            <a:schemeClr val="bg1">
              <a:lumMod val="9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tx1">
                    <a:lumMod val="85000"/>
                    <a:lumOff val="15000"/>
                  </a:schemeClr>
                </a:solidFill>
                <a:latin typeface="BIZ UDP明朝 Medium" panose="02020500000000000000" pitchFamily="18" charset="-128"/>
                <a:ea typeface="BIZ UDP明朝 Medium" panose="02020500000000000000" pitchFamily="18" charset="-128"/>
              </a:rPr>
              <a:t>パーティービュー</a:t>
            </a:r>
          </a:p>
        </p:txBody>
      </p:sp>
      <p:sp>
        <p:nvSpPr>
          <p:cNvPr id="45" name="楕円 44">
            <a:extLst>
              <a:ext uri="{FF2B5EF4-FFF2-40B4-BE49-F238E27FC236}">
                <a16:creationId xmlns:a16="http://schemas.microsoft.com/office/drawing/2014/main" id="{E41D2C71-6B12-C384-83A4-C20972957120}"/>
              </a:ext>
            </a:extLst>
          </p:cNvPr>
          <p:cNvSpPr/>
          <p:nvPr/>
        </p:nvSpPr>
        <p:spPr>
          <a:xfrm>
            <a:off x="2889059" y="2422007"/>
            <a:ext cx="1163216" cy="1163216"/>
          </a:xfrm>
          <a:prstGeom prst="ellipse">
            <a:avLst/>
          </a:prstGeom>
          <a:solidFill>
            <a:schemeClr val="bg1">
              <a:lumMod val="95000"/>
            </a:schemeClr>
          </a:solidFill>
          <a:ln w="63500">
            <a:solidFill>
              <a:schemeClr val="accent6"/>
            </a:solidFill>
          </a:ln>
          <a:effectLst>
            <a:glow rad="127000">
              <a:schemeClr val="accent6">
                <a:lumMod val="20000"/>
                <a:lumOff val="80000"/>
                <a:alpha val="55000"/>
              </a:schemeClr>
            </a:glow>
          </a:effectLst>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chemeClr val="accent2">
                    <a:lumMod val="75000"/>
                  </a:schemeClr>
                </a:solidFill>
                <a:latin typeface="BIZ UDP明朝 Medium" panose="02020500000000000000" pitchFamily="18" charset="-128"/>
                <a:ea typeface="BIZ UDP明朝 Medium" panose="02020500000000000000" pitchFamily="18" charset="-128"/>
              </a:rPr>
              <a:t>EVENT</a:t>
            </a:r>
            <a:endParaRPr kumimoji="1" lang="ja-JP" altLang="en-US" dirty="0">
              <a:solidFill>
                <a:schemeClr val="accent2">
                  <a:lumMod val="75000"/>
                </a:schemeClr>
              </a:solidFill>
              <a:latin typeface="BIZ UDP明朝 Medium" panose="02020500000000000000" pitchFamily="18" charset="-128"/>
              <a:ea typeface="BIZ UDP明朝 Medium" panose="02020500000000000000" pitchFamily="18" charset="-128"/>
            </a:endParaRPr>
          </a:p>
        </p:txBody>
      </p:sp>
      <p:sp>
        <p:nvSpPr>
          <p:cNvPr id="47" name="楕円 46">
            <a:extLst>
              <a:ext uri="{FF2B5EF4-FFF2-40B4-BE49-F238E27FC236}">
                <a16:creationId xmlns:a16="http://schemas.microsoft.com/office/drawing/2014/main" id="{148B6B44-100D-C59A-F061-BE3763533175}"/>
              </a:ext>
            </a:extLst>
          </p:cNvPr>
          <p:cNvSpPr/>
          <p:nvPr/>
        </p:nvSpPr>
        <p:spPr>
          <a:xfrm>
            <a:off x="-2137874" y="2847392"/>
            <a:ext cx="1163216" cy="1163216"/>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chemeClr val="accent4"/>
                </a:solidFill>
                <a:latin typeface="BIZ UDP明朝 Medium" panose="02020500000000000000" pitchFamily="18" charset="-128"/>
                <a:ea typeface="BIZ UDP明朝 Medium" panose="02020500000000000000" pitchFamily="18" charset="-128"/>
              </a:rPr>
              <a:t>START</a:t>
            </a:r>
            <a:endParaRPr kumimoji="1" lang="ja-JP" altLang="en-US" dirty="0">
              <a:solidFill>
                <a:schemeClr val="accent4"/>
              </a:solidFill>
              <a:latin typeface="BIZ UDP明朝 Medium" panose="02020500000000000000" pitchFamily="18" charset="-128"/>
              <a:ea typeface="BIZ UDP明朝 Medium" panose="02020500000000000000" pitchFamily="18" charset="-128"/>
            </a:endParaRPr>
          </a:p>
        </p:txBody>
      </p:sp>
      <p:sp>
        <p:nvSpPr>
          <p:cNvPr id="48" name="楕円 47">
            <a:extLst>
              <a:ext uri="{FF2B5EF4-FFF2-40B4-BE49-F238E27FC236}">
                <a16:creationId xmlns:a16="http://schemas.microsoft.com/office/drawing/2014/main" id="{3EF25BC5-9B50-4542-3E4E-B3E20E990EAB}"/>
              </a:ext>
            </a:extLst>
          </p:cNvPr>
          <p:cNvSpPr/>
          <p:nvPr/>
        </p:nvSpPr>
        <p:spPr>
          <a:xfrm>
            <a:off x="4615934" y="3429000"/>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rgbClr val="C00000"/>
                </a:solidFill>
                <a:latin typeface="BIZ UDP明朝 Medium" panose="02020500000000000000" pitchFamily="18" charset="-128"/>
                <a:ea typeface="BIZ UDP明朝 Medium" panose="02020500000000000000" pitchFamily="18" charset="-128"/>
              </a:rPr>
              <a:t>BATTLE</a:t>
            </a:r>
            <a:endParaRPr kumimoji="1" lang="ja-JP" altLang="en-US" dirty="0">
              <a:solidFill>
                <a:srgbClr val="C00000"/>
              </a:solidFill>
              <a:latin typeface="BIZ UDP明朝 Medium" panose="02020500000000000000" pitchFamily="18" charset="-128"/>
              <a:ea typeface="BIZ UDP明朝 Medium" panose="02020500000000000000" pitchFamily="18" charset="-128"/>
            </a:endParaRPr>
          </a:p>
        </p:txBody>
      </p:sp>
      <p:cxnSp>
        <p:nvCxnSpPr>
          <p:cNvPr id="52" name="直線コネクタ 51">
            <a:extLst>
              <a:ext uri="{FF2B5EF4-FFF2-40B4-BE49-F238E27FC236}">
                <a16:creationId xmlns:a16="http://schemas.microsoft.com/office/drawing/2014/main" id="{55A241C0-3CFE-4A3C-8A8D-38C0061BE0C2}"/>
              </a:ext>
            </a:extLst>
          </p:cNvPr>
          <p:cNvCxnSpPr>
            <a:cxnSpLocks/>
            <a:stCxn id="47" idx="6"/>
            <a:endCxn id="3" idx="2"/>
          </p:cNvCxnSpPr>
          <p:nvPr/>
        </p:nvCxnSpPr>
        <p:spPr>
          <a:xfrm flipV="1">
            <a:off x="-974658" y="2592356"/>
            <a:ext cx="666687" cy="836644"/>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61" name="直線コネクタ 60">
            <a:extLst>
              <a:ext uri="{FF2B5EF4-FFF2-40B4-BE49-F238E27FC236}">
                <a16:creationId xmlns:a16="http://schemas.microsoft.com/office/drawing/2014/main" id="{3111E463-1616-D139-0BA9-EA7EC8041DC3}"/>
              </a:ext>
            </a:extLst>
          </p:cNvPr>
          <p:cNvCxnSpPr>
            <a:cxnSpLocks/>
            <a:stCxn id="19" idx="1"/>
            <a:endCxn id="3" idx="5"/>
          </p:cNvCxnSpPr>
          <p:nvPr/>
        </p:nvCxnSpPr>
        <p:spPr>
          <a:xfrm flipH="1" flipV="1">
            <a:off x="684896" y="3003615"/>
            <a:ext cx="514932" cy="795235"/>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74" name="直線コネクタ 73">
            <a:extLst>
              <a:ext uri="{FF2B5EF4-FFF2-40B4-BE49-F238E27FC236}">
                <a16:creationId xmlns:a16="http://schemas.microsoft.com/office/drawing/2014/main" id="{3E16AEA2-95E4-CBDA-E8DB-8F4C5620B653}"/>
              </a:ext>
            </a:extLst>
          </p:cNvPr>
          <p:cNvCxnSpPr>
            <a:cxnSpLocks/>
            <a:stCxn id="19" idx="7"/>
            <a:endCxn id="45" idx="2"/>
          </p:cNvCxnSpPr>
          <p:nvPr/>
        </p:nvCxnSpPr>
        <p:spPr>
          <a:xfrm flipV="1">
            <a:off x="2022346" y="3003615"/>
            <a:ext cx="866713" cy="795235"/>
          </a:xfrm>
          <a:prstGeom prst="line">
            <a:avLst/>
          </a:prstGeom>
          <a:ln w="63500">
            <a:solidFill>
              <a:schemeClr val="accent6"/>
            </a:solidFill>
            <a:prstDash val="sysDot"/>
          </a:ln>
        </p:spPr>
        <p:style>
          <a:lnRef idx="2">
            <a:schemeClr val="accent1"/>
          </a:lnRef>
          <a:fillRef idx="0">
            <a:schemeClr val="accent1"/>
          </a:fillRef>
          <a:effectRef idx="1">
            <a:schemeClr val="accent1"/>
          </a:effectRef>
          <a:fontRef idx="minor">
            <a:schemeClr val="tx1"/>
          </a:fontRef>
        </p:style>
      </p:cxnSp>
      <p:cxnSp>
        <p:nvCxnSpPr>
          <p:cNvPr id="85" name="直線コネクタ 84">
            <a:extLst>
              <a:ext uri="{FF2B5EF4-FFF2-40B4-BE49-F238E27FC236}">
                <a16:creationId xmlns:a16="http://schemas.microsoft.com/office/drawing/2014/main" id="{046A7D19-AEBD-1906-874F-0E82D7A51070}"/>
              </a:ext>
            </a:extLst>
          </p:cNvPr>
          <p:cNvCxnSpPr>
            <a:cxnSpLocks/>
            <a:stCxn id="48" idx="6"/>
            <a:endCxn id="31" idx="2"/>
          </p:cNvCxnSpPr>
          <p:nvPr/>
        </p:nvCxnSpPr>
        <p:spPr>
          <a:xfrm flipV="1">
            <a:off x="5779150" y="3429000"/>
            <a:ext cx="585493" cy="581608"/>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grpSp>
        <p:nvGrpSpPr>
          <p:cNvPr id="2" name="グループ化 1">
            <a:extLst>
              <a:ext uri="{FF2B5EF4-FFF2-40B4-BE49-F238E27FC236}">
                <a16:creationId xmlns:a16="http://schemas.microsoft.com/office/drawing/2014/main" id="{31CA40C2-BB8D-95B6-613C-50713DB3E819}"/>
              </a:ext>
            </a:extLst>
          </p:cNvPr>
          <p:cNvGrpSpPr/>
          <p:nvPr/>
        </p:nvGrpSpPr>
        <p:grpSpPr>
          <a:xfrm>
            <a:off x="3050369" y="1541955"/>
            <a:ext cx="840596" cy="833567"/>
            <a:chOff x="1367715" y="1890973"/>
            <a:chExt cx="840596" cy="833567"/>
          </a:xfrm>
        </p:grpSpPr>
        <p:sp>
          <p:nvSpPr>
            <p:cNvPr id="88" name="吹き出し: 円形 87">
              <a:extLst>
                <a:ext uri="{FF2B5EF4-FFF2-40B4-BE49-F238E27FC236}">
                  <a16:creationId xmlns:a16="http://schemas.microsoft.com/office/drawing/2014/main" id="{A8BC83C5-8DE1-D61C-C918-1777D1508CAF}"/>
                </a:ext>
              </a:extLst>
            </p:cNvPr>
            <p:cNvSpPr/>
            <p:nvPr/>
          </p:nvSpPr>
          <p:spPr>
            <a:xfrm>
              <a:off x="1367715" y="1890973"/>
              <a:ext cx="840596" cy="828901"/>
            </a:xfrm>
            <a:prstGeom prst="wedgeEllipseCallout">
              <a:avLst>
                <a:gd name="adj1" fmla="val 257"/>
                <a:gd name="adj2" fmla="val 71505"/>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90" name="図 89">
              <a:extLst>
                <a:ext uri="{FF2B5EF4-FFF2-40B4-BE49-F238E27FC236}">
                  <a16:creationId xmlns:a16="http://schemas.microsoft.com/office/drawing/2014/main" id="{DB703345-5A35-E45E-6ADE-DFACEFEF70A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396905" y="1923662"/>
              <a:ext cx="800878" cy="800878"/>
            </a:xfrm>
            <a:prstGeom prst="rect">
              <a:avLst/>
            </a:prstGeom>
          </p:spPr>
        </p:pic>
      </p:grpSp>
      <p:sp>
        <p:nvSpPr>
          <p:cNvPr id="10" name="矢印: 山形 9">
            <a:extLst>
              <a:ext uri="{FF2B5EF4-FFF2-40B4-BE49-F238E27FC236}">
                <a16:creationId xmlns:a16="http://schemas.microsoft.com/office/drawing/2014/main" id="{04B4C405-5DC8-60CA-B5EB-CF28909FD816}"/>
              </a:ext>
            </a:extLst>
          </p:cNvPr>
          <p:cNvSpPr/>
          <p:nvPr/>
        </p:nvSpPr>
        <p:spPr>
          <a:xfrm>
            <a:off x="6081503" y="2473614"/>
            <a:ext cx="484632" cy="1400699"/>
          </a:xfrm>
          <a:prstGeom prst="chevron">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grpSp>
        <p:nvGrpSpPr>
          <p:cNvPr id="7" name="グループ化 6">
            <a:extLst>
              <a:ext uri="{FF2B5EF4-FFF2-40B4-BE49-F238E27FC236}">
                <a16:creationId xmlns:a16="http://schemas.microsoft.com/office/drawing/2014/main" id="{6CD065CE-2CAE-B57A-32ED-5015F068BCB8}"/>
              </a:ext>
            </a:extLst>
          </p:cNvPr>
          <p:cNvGrpSpPr/>
          <p:nvPr/>
        </p:nvGrpSpPr>
        <p:grpSpPr>
          <a:xfrm>
            <a:off x="8822606" y="5833032"/>
            <a:ext cx="2435291" cy="562947"/>
            <a:chOff x="8430208" y="3788228"/>
            <a:chExt cx="2435291" cy="562947"/>
          </a:xfrm>
        </p:grpSpPr>
        <p:sp>
          <p:nvSpPr>
            <p:cNvPr id="49" name="四角形: 角を丸くする 48">
              <a:extLst>
                <a:ext uri="{FF2B5EF4-FFF2-40B4-BE49-F238E27FC236}">
                  <a16:creationId xmlns:a16="http://schemas.microsoft.com/office/drawing/2014/main" id="{ACCFD27E-0BF9-E141-AF8E-428EC0BDDBF1}"/>
                </a:ext>
              </a:extLst>
            </p:cNvPr>
            <p:cNvSpPr/>
            <p:nvPr/>
          </p:nvSpPr>
          <p:spPr>
            <a:xfrm>
              <a:off x="8430208" y="3788228"/>
              <a:ext cx="2435291" cy="562947"/>
            </a:xfrm>
            <a:prstGeom prst="roundRect">
              <a:avLst>
                <a:gd name="adj" fmla="val 9570"/>
              </a:avLst>
            </a:prstGeom>
            <a:solidFill>
              <a:schemeClr val="accent6"/>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0" name="テキスト ボックス 49">
              <a:extLst>
                <a:ext uri="{FF2B5EF4-FFF2-40B4-BE49-F238E27FC236}">
                  <a16:creationId xmlns:a16="http://schemas.microsoft.com/office/drawing/2014/main" id="{A469B3E7-568B-9F6E-5663-FB160F79CE81}"/>
                </a:ext>
              </a:extLst>
            </p:cNvPr>
            <p:cNvSpPr txBox="1"/>
            <p:nvPr/>
          </p:nvSpPr>
          <p:spPr>
            <a:xfrm>
              <a:off x="9042559" y="3869646"/>
              <a:ext cx="1210588" cy="400110"/>
            </a:xfrm>
            <a:prstGeom prst="rect">
              <a:avLst/>
            </a:prstGeom>
            <a:noFill/>
          </p:spPr>
          <p:txBody>
            <a:bodyPr wrap="none" rtlCol="0">
              <a:spAutoFit/>
            </a:bodyPr>
            <a:lstStyle/>
            <a:p>
              <a:pPr algn="ctr"/>
              <a:r>
                <a:rPr kumimoji="1" lang="ja-JP" altLang="en-US" sz="2000"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rPr>
                <a:t>行動開始</a:t>
              </a:r>
            </a:p>
          </p:txBody>
        </p:sp>
      </p:grpSp>
      <p:grpSp>
        <p:nvGrpSpPr>
          <p:cNvPr id="64" name="グループ化 63">
            <a:extLst>
              <a:ext uri="{FF2B5EF4-FFF2-40B4-BE49-F238E27FC236}">
                <a16:creationId xmlns:a16="http://schemas.microsoft.com/office/drawing/2014/main" id="{A7BE9F08-506E-04D9-EDAB-6700A5E43F63}"/>
              </a:ext>
            </a:extLst>
          </p:cNvPr>
          <p:cNvGrpSpPr/>
          <p:nvPr/>
        </p:nvGrpSpPr>
        <p:grpSpPr>
          <a:xfrm>
            <a:off x="7205693" y="1355396"/>
            <a:ext cx="4348066" cy="3416753"/>
            <a:chOff x="7205693" y="1355396"/>
            <a:chExt cx="4348066" cy="3416753"/>
          </a:xfrm>
        </p:grpSpPr>
        <p:sp>
          <p:nvSpPr>
            <p:cNvPr id="4" name="楕円 3">
              <a:extLst>
                <a:ext uri="{FF2B5EF4-FFF2-40B4-BE49-F238E27FC236}">
                  <a16:creationId xmlns:a16="http://schemas.microsoft.com/office/drawing/2014/main" id="{02F9F79B-8A5A-1654-17F8-49C0831F4A36}"/>
                </a:ext>
              </a:extLst>
            </p:cNvPr>
            <p:cNvSpPr/>
            <p:nvPr/>
          </p:nvSpPr>
          <p:spPr>
            <a:xfrm>
              <a:off x="8153722" y="2265784"/>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chemeClr val="accent2">
                      <a:lumMod val="75000"/>
                    </a:schemeClr>
                  </a:solidFill>
                  <a:latin typeface="BIZ UDP明朝 Medium" panose="02020500000000000000" pitchFamily="18" charset="-128"/>
                  <a:ea typeface="BIZ UDP明朝 Medium" panose="02020500000000000000" pitchFamily="18" charset="-128"/>
                </a:rPr>
                <a:t>EVENT</a:t>
              </a:r>
              <a:endParaRPr kumimoji="1" lang="ja-JP" altLang="en-US" dirty="0">
                <a:solidFill>
                  <a:schemeClr val="accent2">
                    <a:lumMod val="75000"/>
                  </a:schemeClr>
                </a:solidFill>
                <a:latin typeface="BIZ UDP明朝 Medium" panose="02020500000000000000" pitchFamily="18" charset="-128"/>
                <a:ea typeface="BIZ UDP明朝 Medium" panose="02020500000000000000" pitchFamily="18" charset="-128"/>
              </a:endParaRPr>
            </a:p>
          </p:txBody>
        </p:sp>
        <p:cxnSp>
          <p:nvCxnSpPr>
            <p:cNvPr id="5" name="直線コネクタ 4">
              <a:extLst>
                <a:ext uri="{FF2B5EF4-FFF2-40B4-BE49-F238E27FC236}">
                  <a16:creationId xmlns:a16="http://schemas.microsoft.com/office/drawing/2014/main" id="{30F8BB9B-EA83-CDED-95A9-C13A589E924A}"/>
                </a:ext>
              </a:extLst>
            </p:cNvPr>
            <p:cNvCxnSpPr>
              <a:cxnSpLocks/>
              <a:stCxn id="4" idx="2"/>
              <a:endCxn id="31" idx="6"/>
            </p:cNvCxnSpPr>
            <p:nvPr/>
          </p:nvCxnSpPr>
          <p:spPr>
            <a:xfrm flipH="1">
              <a:off x="7527859" y="2847392"/>
              <a:ext cx="625863" cy="581608"/>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grpSp>
          <p:nvGrpSpPr>
            <p:cNvPr id="8" name="グループ化 7">
              <a:extLst>
                <a:ext uri="{FF2B5EF4-FFF2-40B4-BE49-F238E27FC236}">
                  <a16:creationId xmlns:a16="http://schemas.microsoft.com/office/drawing/2014/main" id="{9305D18F-F76B-C20A-D7C4-CC7BBD8E3469}"/>
                </a:ext>
              </a:extLst>
            </p:cNvPr>
            <p:cNvGrpSpPr/>
            <p:nvPr/>
          </p:nvGrpSpPr>
          <p:grpSpPr>
            <a:xfrm>
              <a:off x="7205693" y="1355396"/>
              <a:ext cx="4348066" cy="3416753"/>
              <a:chOff x="7473821" y="371475"/>
              <a:chExt cx="4348066" cy="3416753"/>
            </a:xfrm>
          </p:grpSpPr>
          <p:sp>
            <p:nvSpPr>
              <p:cNvPr id="16" name="四角形: 角を丸くする 15">
                <a:extLst>
                  <a:ext uri="{FF2B5EF4-FFF2-40B4-BE49-F238E27FC236}">
                    <a16:creationId xmlns:a16="http://schemas.microsoft.com/office/drawing/2014/main" id="{439BA785-0EF0-ABC9-E536-205FF853DC9D}"/>
                  </a:ext>
                </a:extLst>
              </p:cNvPr>
              <p:cNvSpPr/>
              <p:nvPr/>
            </p:nvSpPr>
            <p:spPr>
              <a:xfrm>
                <a:off x="7473821" y="371475"/>
                <a:ext cx="4348066" cy="3416753"/>
              </a:xfrm>
              <a:prstGeom prst="roundRect">
                <a:avLst>
                  <a:gd name="adj" fmla="val 9570"/>
                </a:avLst>
              </a:prstGeom>
              <a:solidFill>
                <a:schemeClr val="accent2">
                  <a:lumMod val="20000"/>
                  <a:lumOff val="8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7" name="グループ化 16">
                <a:extLst>
                  <a:ext uri="{FF2B5EF4-FFF2-40B4-BE49-F238E27FC236}">
                    <a16:creationId xmlns:a16="http://schemas.microsoft.com/office/drawing/2014/main" id="{EE869E91-0289-05EE-9EE1-735283FCA813}"/>
                  </a:ext>
                </a:extLst>
              </p:cNvPr>
              <p:cNvGrpSpPr/>
              <p:nvPr/>
            </p:nvGrpSpPr>
            <p:grpSpPr>
              <a:xfrm>
                <a:off x="9883622" y="1019336"/>
                <a:ext cx="1616504" cy="1576846"/>
                <a:chOff x="9893147" y="1019336"/>
                <a:chExt cx="1616504" cy="1576846"/>
              </a:xfrm>
            </p:grpSpPr>
            <p:grpSp>
              <p:nvGrpSpPr>
                <p:cNvPr id="41" name="グループ化 40">
                  <a:extLst>
                    <a:ext uri="{FF2B5EF4-FFF2-40B4-BE49-F238E27FC236}">
                      <a16:creationId xmlns:a16="http://schemas.microsoft.com/office/drawing/2014/main" id="{95900EC6-CB3D-F138-31F2-0A40D1DC697E}"/>
                    </a:ext>
                  </a:extLst>
                </p:cNvPr>
                <p:cNvGrpSpPr/>
                <p:nvPr/>
              </p:nvGrpSpPr>
              <p:grpSpPr>
                <a:xfrm>
                  <a:off x="11153582" y="1019336"/>
                  <a:ext cx="309733" cy="309733"/>
                  <a:chOff x="10988360" y="1302517"/>
                  <a:chExt cx="500867" cy="500867"/>
                </a:xfrm>
              </p:grpSpPr>
              <p:sp>
                <p:nvSpPr>
                  <p:cNvPr id="43" name="四角形: 角を丸くする 42">
                    <a:extLst>
                      <a:ext uri="{FF2B5EF4-FFF2-40B4-BE49-F238E27FC236}">
                        <a16:creationId xmlns:a16="http://schemas.microsoft.com/office/drawing/2014/main" id="{3F51F7CC-AB37-5FB7-3C8D-12FE48560E4C}"/>
                      </a:ext>
                    </a:extLst>
                  </p:cNvPr>
                  <p:cNvSpPr/>
                  <p:nvPr/>
                </p:nvSpPr>
                <p:spPr>
                  <a:xfrm>
                    <a:off x="11022241" y="1325996"/>
                    <a:ext cx="446495" cy="458380"/>
                  </a:xfrm>
                  <a:prstGeom prst="roundRect">
                    <a:avLst>
                      <a:gd name="adj" fmla="val 9570"/>
                    </a:avLst>
                  </a:prstGeom>
                  <a:solidFill>
                    <a:schemeClr val="tx1">
                      <a:lumMod val="85000"/>
                      <a:lumOff val="15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pic>
                <p:nvPicPr>
                  <p:cNvPr id="46" name="図 45" descr="アイコン&#10;&#10;AI 生成コンテンツは誤りを含む可能性があります。">
                    <a:extLst>
                      <a:ext uri="{FF2B5EF4-FFF2-40B4-BE49-F238E27FC236}">
                        <a16:creationId xmlns:a16="http://schemas.microsoft.com/office/drawing/2014/main" id="{FAC9F05E-F4DE-7F68-9B89-5B7603C2DAE2}"/>
                      </a:ext>
                    </a:extLst>
                  </p:cNvPr>
                  <p:cNvPicPr>
                    <a:picLocks noChangeAspect="1"/>
                  </p:cNvPicPr>
                  <p:nvPr/>
                </p:nvPicPr>
                <p:blipFill>
                  <a:blip r:embed="rId3">
                    <a:biLevel thresh="25000"/>
                    <a:extLst>
                      <a:ext uri="{28A0092B-C50C-407E-A947-70E740481C1C}">
                        <a14:useLocalDpi xmlns:a14="http://schemas.microsoft.com/office/drawing/2010/main" val="0"/>
                      </a:ext>
                    </a:extLst>
                  </a:blip>
                  <a:stretch>
                    <a:fillRect/>
                  </a:stretch>
                </p:blipFill>
                <p:spPr>
                  <a:xfrm>
                    <a:off x="10988360" y="1302517"/>
                    <a:ext cx="500867" cy="500867"/>
                  </a:xfrm>
                  <a:prstGeom prst="rect">
                    <a:avLst/>
                  </a:prstGeom>
                </p:spPr>
              </p:pic>
            </p:grpSp>
            <p:sp>
              <p:nvSpPr>
                <p:cNvPr id="42" name="四角形: 角を丸くする 41">
                  <a:extLst>
                    <a:ext uri="{FF2B5EF4-FFF2-40B4-BE49-F238E27FC236}">
                      <a16:creationId xmlns:a16="http://schemas.microsoft.com/office/drawing/2014/main" id="{DBEAADA9-4FDC-D1F7-5F03-FD0FD74FE7DA}"/>
                    </a:ext>
                  </a:extLst>
                </p:cNvPr>
                <p:cNvSpPr/>
                <p:nvPr/>
              </p:nvSpPr>
              <p:spPr>
                <a:xfrm>
                  <a:off x="9893147" y="1309944"/>
                  <a:ext cx="1616504" cy="1286238"/>
                </a:xfrm>
                <a:prstGeom prst="roundRect">
                  <a:avLst>
                    <a:gd name="adj" fmla="val 9570"/>
                  </a:avLst>
                </a:prstGeom>
                <a:no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sp>
            <p:nvSpPr>
              <p:cNvPr id="18" name="テキスト ボックス 17">
                <a:extLst>
                  <a:ext uri="{FF2B5EF4-FFF2-40B4-BE49-F238E27FC236}">
                    <a16:creationId xmlns:a16="http://schemas.microsoft.com/office/drawing/2014/main" id="{737555FA-EB23-C5A9-053B-8D19234103D7}"/>
                  </a:ext>
                </a:extLst>
              </p:cNvPr>
              <p:cNvSpPr txBox="1"/>
              <p:nvPr/>
            </p:nvSpPr>
            <p:spPr>
              <a:xfrm>
                <a:off x="8786077" y="540229"/>
                <a:ext cx="1723549" cy="461665"/>
              </a:xfrm>
              <a:prstGeom prst="rect">
                <a:avLst/>
              </a:prstGeom>
              <a:noFill/>
            </p:spPr>
            <p:txBody>
              <a:bodyPr wrap="none" rtlCol="0">
                <a:spAutoFit/>
              </a:bodyPr>
              <a:lstStyle/>
              <a:p>
                <a:pPr algn="ctr"/>
                <a:r>
                  <a:rPr kumimoji="1" lang="ja-JP" altLang="en-US" sz="24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t>イベント名</a:t>
                </a:r>
              </a:p>
            </p:txBody>
          </p:sp>
          <p:sp>
            <p:nvSpPr>
              <p:cNvPr id="20" name="テキスト ボックス 19">
                <a:extLst>
                  <a:ext uri="{FF2B5EF4-FFF2-40B4-BE49-F238E27FC236}">
                    <a16:creationId xmlns:a16="http://schemas.microsoft.com/office/drawing/2014/main" id="{328BFFA0-BC33-BDC2-31E9-185712700BBA}"/>
                  </a:ext>
                </a:extLst>
              </p:cNvPr>
              <p:cNvSpPr txBox="1"/>
              <p:nvPr/>
            </p:nvSpPr>
            <p:spPr>
              <a:xfrm>
                <a:off x="7776406" y="2915345"/>
                <a:ext cx="3179075" cy="707886"/>
              </a:xfrm>
              <a:prstGeom prst="rect">
                <a:avLst/>
              </a:prstGeom>
              <a:noFill/>
            </p:spPr>
            <p:txBody>
              <a:bodyPr wrap="none" rtlCol="0">
                <a:spAutoFit/>
              </a:bodyPr>
              <a:lstStyle/>
              <a:p>
                <a:r>
                  <a:rPr lang="ja-JP" altLang="en-US" sz="20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t>成功：レア鉱石獲得</a:t>
                </a:r>
                <a:br>
                  <a:rPr lang="en-US" altLang="ja-JP" sz="20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br>
                <a:r>
                  <a:rPr lang="ja-JP" altLang="en-US" sz="20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t>失敗：前衛の</a:t>
                </a:r>
                <a:r>
                  <a:rPr lang="en-US" altLang="ja-JP" sz="20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t>HP10</a:t>
                </a:r>
                <a:r>
                  <a:rPr lang="ja-JP" altLang="en-US" sz="20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t>％減少</a:t>
                </a:r>
              </a:p>
            </p:txBody>
          </p:sp>
          <p:grpSp>
            <p:nvGrpSpPr>
              <p:cNvPr id="21" name="グループ化 20">
                <a:extLst>
                  <a:ext uri="{FF2B5EF4-FFF2-40B4-BE49-F238E27FC236}">
                    <a16:creationId xmlns:a16="http://schemas.microsoft.com/office/drawing/2014/main" id="{F0BDBAA0-489D-D2CB-9B19-AD310187933C}"/>
                  </a:ext>
                </a:extLst>
              </p:cNvPr>
              <p:cNvGrpSpPr/>
              <p:nvPr/>
            </p:nvGrpSpPr>
            <p:grpSpPr>
              <a:xfrm>
                <a:off x="7776406" y="2344251"/>
                <a:ext cx="1814156" cy="458380"/>
                <a:chOff x="8430208" y="3788228"/>
                <a:chExt cx="2435291" cy="562947"/>
              </a:xfrm>
            </p:grpSpPr>
            <p:sp>
              <p:nvSpPr>
                <p:cNvPr id="39" name="四角形: 角を丸くする 38">
                  <a:extLst>
                    <a:ext uri="{FF2B5EF4-FFF2-40B4-BE49-F238E27FC236}">
                      <a16:creationId xmlns:a16="http://schemas.microsoft.com/office/drawing/2014/main" id="{CB216488-1A39-FB53-84D8-DD7A28C4D4C6}"/>
                    </a:ext>
                  </a:extLst>
                </p:cNvPr>
                <p:cNvSpPr/>
                <p:nvPr/>
              </p:nvSpPr>
              <p:spPr>
                <a:xfrm>
                  <a:off x="8430208" y="3788228"/>
                  <a:ext cx="2435291" cy="562947"/>
                </a:xfrm>
                <a:prstGeom prst="roundRect">
                  <a:avLst>
                    <a:gd name="adj" fmla="val 9570"/>
                  </a:avLst>
                </a:prstGeom>
                <a:solidFill>
                  <a:schemeClr val="accent2">
                    <a:lumMod val="75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40" name="テキスト ボックス 39">
                  <a:extLst>
                    <a:ext uri="{FF2B5EF4-FFF2-40B4-BE49-F238E27FC236}">
                      <a16:creationId xmlns:a16="http://schemas.microsoft.com/office/drawing/2014/main" id="{3C915BF8-8338-4BB8-83ED-1871322C7173}"/>
                    </a:ext>
                  </a:extLst>
                </p:cNvPr>
                <p:cNvSpPr txBox="1"/>
                <p:nvPr/>
              </p:nvSpPr>
              <p:spPr>
                <a:xfrm>
                  <a:off x="8487795" y="3822855"/>
                  <a:ext cx="2320116" cy="491384"/>
                </a:xfrm>
                <a:prstGeom prst="rect">
                  <a:avLst/>
                </a:prstGeom>
                <a:noFill/>
              </p:spPr>
              <p:txBody>
                <a:bodyPr wrap="none" rtlCol="0">
                  <a:spAutoFit/>
                </a:bodyPr>
                <a:lstStyle/>
                <a:p>
                  <a:pPr algn="ctr"/>
                  <a:r>
                    <a:rPr kumimoji="1" lang="ja-JP" altLang="en-US" sz="1400"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rPr>
                    <a:t>成功確率：</a:t>
                  </a:r>
                  <a:r>
                    <a:rPr kumimoji="1" lang="en-US" altLang="ja-JP" sz="2000"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rPr>
                    <a:t>000</a:t>
                  </a:r>
                  <a:r>
                    <a:rPr kumimoji="1" lang="ja-JP" altLang="en-US" sz="1400"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rPr>
                    <a:t>％</a:t>
                  </a:r>
                  <a:endParaRPr kumimoji="1" lang="ja-JP" altLang="en-US" sz="1600"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endParaRPr>
                </a:p>
              </p:txBody>
            </p:sp>
          </p:grpSp>
          <p:grpSp>
            <p:nvGrpSpPr>
              <p:cNvPr id="22" name="グループ化 21">
                <a:extLst>
                  <a:ext uri="{FF2B5EF4-FFF2-40B4-BE49-F238E27FC236}">
                    <a16:creationId xmlns:a16="http://schemas.microsoft.com/office/drawing/2014/main" id="{C5231689-8AD2-86E5-3A73-852902EEE945}"/>
                  </a:ext>
                </a:extLst>
              </p:cNvPr>
              <p:cNvGrpSpPr/>
              <p:nvPr/>
            </p:nvGrpSpPr>
            <p:grpSpPr>
              <a:xfrm>
                <a:off x="9597293" y="1418282"/>
                <a:ext cx="1963887" cy="1442837"/>
                <a:chOff x="9597293" y="1418282"/>
                <a:chExt cx="1963887" cy="1442837"/>
              </a:xfrm>
            </p:grpSpPr>
            <p:grpSp>
              <p:nvGrpSpPr>
                <p:cNvPr id="26" name="グループ化 25">
                  <a:extLst>
                    <a:ext uri="{FF2B5EF4-FFF2-40B4-BE49-F238E27FC236}">
                      <a16:creationId xmlns:a16="http://schemas.microsoft.com/office/drawing/2014/main" id="{83E78DEF-3339-9817-F092-33392F0FEEA9}"/>
                    </a:ext>
                  </a:extLst>
                </p:cNvPr>
                <p:cNvGrpSpPr/>
                <p:nvPr/>
              </p:nvGrpSpPr>
              <p:grpSpPr>
                <a:xfrm>
                  <a:off x="9597293" y="1418282"/>
                  <a:ext cx="1928732" cy="1442837"/>
                  <a:chOff x="9597293" y="1418282"/>
                  <a:chExt cx="1928732" cy="1442837"/>
                </a:xfrm>
              </p:grpSpPr>
              <p:sp>
                <p:nvSpPr>
                  <p:cNvPr id="33" name="四角形: 角を丸くする 32">
                    <a:extLst>
                      <a:ext uri="{FF2B5EF4-FFF2-40B4-BE49-F238E27FC236}">
                        <a16:creationId xmlns:a16="http://schemas.microsoft.com/office/drawing/2014/main" id="{0F9D3896-0CAF-53ED-DEC9-C41835091259}"/>
                      </a:ext>
                    </a:extLst>
                  </p:cNvPr>
                  <p:cNvSpPr/>
                  <p:nvPr/>
                </p:nvSpPr>
                <p:spPr>
                  <a:xfrm>
                    <a:off x="9977188" y="1819713"/>
                    <a:ext cx="383582" cy="624067"/>
                  </a:xfrm>
                  <a:prstGeom prst="roundRect">
                    <a:avLst>
                      <a:gd name="adj" fmla="val 9570"/>
                    </a:avLst>
                  </a:prstGeom>
                  <a:solidFill>
                    <a:schemeClr val="accent1"/>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34" name="四角形: 角を丸くする 33">
                    <a:extLst>
                      <a:ext uri="{FF2B5EF4-FFF2-40B4-BE49-F238E27FC236}">
                        <a16:creationId xmlns:a16="http://schemas.microsoft.com/office/drawing/2014/main" id="{9BBE7CD2-3285-A6B2-7C24-0F342C386490}"/>
                      </a:ext>
                    </a:extLst>
                  </p:cNvPr>
                  <p:cNvSpPr/>
                  <p:nvPr/>
                </p:nvSpPr>
                <p:spPr>
                  <a:xfrm>
                    <a:off x="10516126" y="1418282"/>
                    <a:ext cx="383582" cy="1025499"/>
                  </a:xfrm>
                  <a:prstGeom prst="roundRect">
                    <a:avLst>
                      <a:gd name="adj" fmla="val 9570"/>
                    </a:avLst>
                  </a:prstGeom>
                  <a:solidFill>
                    <a:schemeClr val="accent5"/>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35" name="四角形: 角を丸くする 34">
                    <a:extLst>
                      <a:ext uri="{FF2B5EF4-FFF2-40B4-BE49-F238E27FC236}">
                        <a16:creationId xmlns:a16="http://schemas.microsoft.com/office/drawing/2014/main" id="{F2F3FDFA-DBA8-6984-C1C8-86702EA079C5}"/>
                      </a:ext>
                    </a:extLst>
                  </p:cNvPr>
                  <p:cNvSpPr/>
                  <p:nvPr/>
                </p:nvSpPr>
                <p:spPr>
                  <a:xfrm>
                    <a:off x="11058313" y="2064234"/>
                    <a:ext cx="383582" cy="369332"/>
                  </a:xfrm>
                  <a:prstGeom prst="roundRect">
                    <a:avLst>
                      <a:gd name="adj" fmla="val 9570"/>
                    </a:avLst>
                  </a:prstGeom>
                  <a:solidFill>
                    <a:schemeClr val="accent3"/>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36" name="矢印: 左 35">
                    <a:extLst>
                      <a:ext uri="{FF2B5EF4-FFF2-40B4-BE49-F238E27FC236}">
                        <a16:creationId xmlns:a16="http://schemas.microsoft.com/office/drawing/2014/main" id="{606099A9-6976-BC44-FFBD-97719E9E53F0}"/>
                      </a:ext>
                    </a:extLst>
                  </p:cNvPr>
                  <p:cNvSpPr/>
                  <p:nvPr/>
                </p:nvSpPr>
                <p:spPr>
                  <a:xfrm>
                    <a:off x="9597293" y="2237052"/>
                    <a:ext cx="1928732" cy="624067"/>
                  </a:xfrm>
                  <a:prstGeom prst="leftArrow">
                    <a:avLst>
                      <a:gd name="adj1" fmla="val 65723"/>
                      <a:gd name="adj2" fmla="val 50000"/>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27" name="グループ化 26">
                  <a:extLst>
                    <a:ext uri="{FF2B5EF4-FFF2-40B4-BE49-F238E27FC236}">
                      <a16:creationId xmlns:a16="http://schemas.microsoft.com/office/drawing/2014/main" id="{A14AA9D6-8C49-305A-ABE9-1C45F4933ED8}"/>
                    </a:ext>
                  </a:extLst>
                </p:cNvPr>
                <p:cNvGrpSpPr/>
                <p:nvPr/>
              </p:nvGrpSpPr>
              <p:grpSpPr>
                <a:xfrm>
                  <a:off x="9854653" y="2362591"/>
                  <a:ext cx="1706527" cy="379187"/>
                  <a:chOff x="9816553" y="2362591"/>
                  <a:chExt cx="1706527" cy="379187"/>
                </a:xfrm>
              </p:grpSpPr>
              <p:sp>
                <p:nvSpPr>
                  <p:cNvPr id="28" name="テキスト ボックス 27">
                    <a:extLst>
                      <a:ext uri="{FF2B5EF4-FFF2-40B4-BE49-F238E27FC236}">
                        <a16:creationId xmlns:a16="http://schemas.microsoft.com/office/drawing/2014/main" id="{461B4AF0-7177-7A09-BF36-09BE9504B061}"/>
                      </a:ext>
                    </a:extLst>
                  </p:cNvPr>
                  <p:cNvSpPr txBox="1"/>
                  <p:nvPr/>
                </p:nvSpPr>
                <p:spPr>
                  <a:xfrm>
                    <a:off x="9816553" y="2362591"/>
                    <a:ext cx="628650" cy="369332"/>
                  </a:xfrm>
                  <a:prstGeom prst="rect">
                    <a:avLst/>
                  </a:prstGeom>
                  <a:noFill/>
                </p:spPr>
                <p:txBody>
                  <a:bodyPr wrap="square">
                    <a:spAutoFit/>
                  </a:bodyPr>
                  <a:lstStyle/>
                  <a:p>
                    <a:pPr algn="ctr"/>
                    <a:r>
                      <a:rPr lang="ja-JP" altLang="en-US"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rPr>
                      <a:t>〇</a:t>
                    </a:r>
                    <a:endParaRPr kumimoji="1" lang="en-US" altLang="ja-JP" sz="1800"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endParaRPr>
                  </a:p>
                </p:txBody>
              </p:sp>
              <p:sp>
                <p:nvSpPr>
                  <p:cNvPr id="29" name="テキスト ボックス 28">
                    <a:extLst>
                      <a:ext uri="{FF2B5EF4-FFF2-40B4-BE49-F238E27FC236}">
                        <a16:creationId xmlns:a16="http://schemas.microsoft.com/office/drawing/2014/main" id="{D701DDB6-B176-3F1D-DCC0-BDF8DECF0372}"/>
                      </a:ext>
                    </a:extLst>
                  </p:cNvPr>
                  <p:cNvSpPr txBox="1"/>
                  <p:nvPr/>
                </p:nvSpPr>
                <p:spPr>
                  <a:xfrm>
                    <a:off x="10355492" y="2372446"/>
                    <a:ext cx="628650" cy="369332"/>
                  </a:xfrm>
                  <a:prstGeom prst="rect">
                    <a:avLst/>
                  </a:prstGeom>
                  <a:noFill/>
                </p:spPr>
                <p:txBody>
                  <a:bodyPr wrap="square">
                    <a:spAutoFit/>
                  </a:bodyPr>
                  <a:lstStyle/>
                  <a:p>
                    <a:pPr algn="ctr"/>
                    <a:r>
                      <a:rPr lang="ja-JP" altLang="en-US"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rPr>
                      <a:t>◎</a:t>
                    </a:r>
                    <a:endParaRPr kumimoji="1" lang="en-US" altLang="ja-JP" sz="1800"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endParaRPr>
                  </a:p>
                </p:txBody>
              </p:sp>
              <p:sp>
                <p:nvSpPr>
                  <p:cNvPr id="32" name="テキスト ボックス 31">
                    <a:extLst>
                      <a:ext uri="{FF2B5EF4-FFF2-40B4-BE49-F238E27FC236}">
                        <a16:creationId xmlns:a16="http://schemas.microsoft.com/office/drawing/2014/main" id="{E232856B-B8FE-AF4F-1A7F-F697F390DC1F}"/>
                      </a:ext>
                    </a:extLst>
                  </p:cNvPr>
                  <p:cNvSpPr txBox="1"/>
                  <p:nvPr/>
                </p:nvSpPr>
                <p:spPr>
                  <a:xfrm>
                    <a:off x="10894430" y="2372446"/>
                    <a:ext cx="628650" cy="369332"/>
                  </a:xfrm>
                  <a:prstGeom prst="rect">
                    <a:avLst/>
                  </a:prstGeom>
                  <a:noFill/>
                </p:spPr>
                <p:txBody>
                  <a:bodyPr wrap="square">
                    <a:spAutoFit/>
                  </a:bodyPr>
                  <a:lstStyle/>
                  <a:p>
                    <a:pPr algn="ctr"/>
                    <a:r>
                      <a:rPr lang="en-US" altLang="ja-JP"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rPr>
                      <a:t>×</a:t>
                    </a:r>
                    <a:endParaRPr kumimoji="1" lang="en-US" altLang="ja-JP" sz="1800"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endParaRPr>
                  </a:p>
                </p:txBody>
              </p:sp>
            </p:grpSp>
          </p:grpSp>
          <p:cxnSp>
            <p:nvCxnSpPr>
              <p:cNvPr id="23" name="直線コネクタ 22">
                <a:extLst>
                  <a:ext uri="{FF2B5EF4-FFF2-40B4-BE49-F238E27FC236}">
                    <a16:creationId xmlns:a16="http://schemas.microsoft.com/office/drawing/2014/main" id="{E0B36EC0-0ED3-5875-283C-1A24B591B06F}"/>
                  </a:ext>
                </a:extLst>
              </p:cNvPr>
              <p:cNvCxnSpPr>
                <a:cxnSpLocks/>
              </p:cNvCxnSpPr>
              <p:nvPr/>
            </p:nvCxnSpPr>
            <p:spPr>
              <a:xfrm>
                <a:off x="9985573" y="1698171"/>
                <a:ext cx="349052" cy="0"/>
              </a:xfrm>
              <a:prstGeom prst="line">
                <a:avLst/>
              </a:prstGeom>
              <a:ln w="38100" cap="rnd">
                <a:solidFill>
                  <a:schemeClr val="accent2">
                    <a:lumMod val="75000"/>
                  </a:schemeClr>
                </a:solidFill>
                <a:round/>
              </a:ln>
            </p:spPr>
            <p:style>
              <a:lnRef idx="2">
                <a:schemeClr val="accent1"/>
              </a:lnRef>
              <a:fillRef idx="0">
                <a:schemeClr val="accent1"/>
              </a:fillRef>
              <a:effectRef idx="1">
                <a:schemeClr val="accent1"/>
              </a:effectRef>
              <a:fontRef idx="minor">
                <a:schemeClr val="tx1"/>
              </a:fontRef>
            </p:style>
          </p:cxnSp>
          <p:cxnSp>
            <p:nvCxnSpPr>
              <p:cNvPr id="24" name="直線コネクタ 23">
                <a:extLst>
                  <a:ext uri="{FF2B5EF4-FFF2-40B4-BE49-F238E27FC236}">
                    <a16:creationId xmlns:a16="http://schemas.microsoft.com/office/drawing/2014/main" id="{950BDC61-10A7-9C12-3CD6-04871E337AAD}"/>
                  </a:ext>
                </a:extLst>
              </p:cNvPr>
              <p:cNvCxnSpPr>
                <a:cxnSpLocks/>
              </p:cNvCxnSpPr>
              <p:nvPr/>
            </p:nvCxnSpPr>
            <p:spPr>
              <a:xfrm>
                <a:off x="10522081" y="1555296"/>
                <a:ext cx="349052" cy="0"/>
              </a:xfrm>
              <a:prstGeom prst="line">
                <a:avLst/>
              </a:prstGeom>
              <a:ln w="38100" cap="rnd">
                <a:solidFill>
                  <a:schemeClr val="accent2">
                    <a:lumMod val="75000"/>
                  </a:schemeClr>
                </a:solidFill>
                <a:round/>
              </a:ln>
            </p:spPr>
            <p:style>
              <a:lnRef idx="2">
                <a:schemeClr val="accent1"/>
              </a:lnRef>
              <a:fillRef idx="0">
                <a:schemeClr val="accent1"/>
              </a:fillRef>
              <a:effectRef idx="1">
                <a:schemeClr val="accent1"/>
              </a:effectRef>
              <a:fontRef idx="minor">
                <a:schemeClr val="tx1"/>
              </a:fontRef>
            </p:style>
          </p:cxnSp>
          <p:cxnSp>
            <p:nvCxnSpPr>
              <p:cNvPr id="25" name="直線コネクタ 24">
                <a:extLst>
                  <a:ext uri="{FF2B5EF4-FFF2-40B4-BE49-F238E27FC236}">
                    <a16:creationId xmlns:a16="http://schemas.microsoft.com/office/drawing/2014/main" id="{99D5FC7D-F258-92CA-4A99-A6B5D0641728}"/>
                  </a:ext>
                </a:extLst>
              </p:cNvPr>
              <p:cNvCxnSpPr>
                <a:cxnSpLocks/>
              </p:cNvCxnSpPr>
              <p:nvPr/>
            </p:nvCxnSpPr>
            <p:spPr>
              <a:xfrm>
                <a:off x="11064268" y="1831959"/>
                <a:ext cx="349052" cy="0"/>
              </a:xfrm>
              <a:prstGeom prst="line">
                <a:avLst/>
              </a:prstGeom>
              <a:ln w="38100" cap="rnd">
                <a:solidFill>
                  <a:schemeClr val="accent2">
                    <a:lumMod val="75000"/>
                  </a:schemeClr>
                </a:solidFill>
                <a:round/>
              </a:ln>
            </p:spPr>
            <p:style>
              <a:lnRef idx="2">
                <a:schemeClr val="accent1"/>
              </a:lnRef>
              <a:fillRef idx="0">
                <a:schemeClr val="accent1"/>
              </a:fillRef>
              <a:effectRef idx="1">
                <a:schemeClr val="accent1"/>
              </a:effectRef>
              <a:fontRef idx="minor">
                <a:schemeClr val="tx1"/>
              </a:fontRef>
            </p:style>
          </p:cxnSp>
        </p:grpSp>
        <p:pic>
          <p:nvPicPr>
            <p:cNvPr id="9" name="図 8">
              <a:extLst>
                <a:ext uri="{FF2B5EF4-FFF2-40B4-BE49-F238E27FC236}">
                  <a16:creationId xmlns:a16="http://schemas.microsoft.com/office/drawing/2014/main" id="{CB2D6544-43DF-2D77-F386-3B386BBDD4CD}"/>
                </a:ext>
              </a:extLst>
            </p:cNvPr>
            <p:cNvPicPr>
              <a:picLocks noChangeAspect="1"/>
            </p:cNvPicPr>
            <p:nvPr/>
          </p:nvPicPr>
          <p:blipFill>
            <a:blip r:embed="rId4">
              <a:biLevel thresh="50000"/>
              <a:extLst>
                <a:ext uri="{28A0092B-C50C-407E-A947-70E740481C1C}">
                  <a14:useLocalDpi xmlns:a14="http://schemas.microsoft.com/office/drawing/2010/main" val="0"/>
                </a:ext>
              </a:extLst>
            </a:blip>
            <a:srcRect l="19344" t="51937" r="52891" b="8707"/>
            <a:stretch>
              <a:fillRect/>
            </a:stretch>
          </p:blipFill>
          <p:spPr>
            <a:xfrm>
              <a:off x="10288489" y="2981285"/>
              <a:ext cx="297738" cy="316521"/>
            </a:xfrm>
            <a:prstGeom prst="rect">
              <a:avLst/>
            </a:prstGeom>
          </p:spPr>
        </p:pic>
        <p:pic>
          <p:nvPicPr>
            <p:cNvPr id="11" name="図 10">
              <a:extLst>
                <a:ext uri="{FF2B5EF4-FFF2-40B4-BE49-F238E27FC236}">
                  <a16:creationId xmlns:a16="http://schemas.microsoft.com/office/drawing/2014/main" id="{E7362164-5620-B1B9-85B5-E730BA6BEC85}"/>
                </a:ext>
              </a:extLst>
            </p:cNvPr>
            <p:cNvPicPr>
              <a:picLocks noChangeAspect="1"/>
            </p:cNvPicPr>
            <p:nvPr/>
          </p:nvPicPr>
          <p:blipFill>
            <a:blip r:embed="rId5">
              <a:extLst>
                <a:ext uri="{28A0092B-C50C-407E-A947-70E740481C1C}">
                  <a14:useLocalDpi xmlns:a14="http://schemas.microsoft.com/office/drawing/2010/main" val="0"/>
                </a:ext>
              </a:extLst>
            </a:blip>
            <a:srcRect l="52651" t="22678" r="27395" b="50636"/>
            <a:stretch>
              <a:fillRect/>
            </a:stretch>
          </p:blipFill>
          <p:spPr>
            <a:xfrm>
              <a:off x="10822981" y="2993929"/>
              <a:ext cx="310304" cy="313030"/>
            </a:xfrm>
            <a:prstGeom prst="rect">
              <a:avLst/>
            </a:prstGeom>
          </p:spPr>
        </p:pic>
        <p:pic>
          <p:nvPicPr>
            <p:cNvPr id="12" name="図 11">
              <a:extLst>
                <a:ext uri="{FF2B5EF4-FFF2-40B4-BE49-F238E27FC236}">
                  <a16:creationId xmlns:a16="http://schemas.microsoft.com/office/drawing/2014/main" id="{A05ACA1A-6BF0-506B-FAD0-F7A0A3B5BC6E}"/>
                </a:ext>
              </a:extLst>
            </p:cNvPr>
            <p:cNvPicPr>
              <a:picLocks noChangeAspect="1"/>
            </p:cNvPicPr>
            <p:nvPr/>
          </p:nvPicPr>
          <p:blipFill>
            <a:blip r:embed="rId4">
              <a:biLevel thresh="50000"/>
              <a:extLst>
                <a:ext uri="{28A0092B-C50C-407E-A947-70E740481C1C}">
                  <a14:useLocalDpi xmlns:a14="http://schemas.microsoft.com/office/drawing/2010/main" val="0"/>
                </a:ext>
              </a:extLst>
            </a:blip>
            <a:srcRect l="14083" t="10604" r="55105" b="45782"/>
            <a:stretch>
              <a:fillRect/>
            </a:stretch>
          </p:blipFill>
          <p:spPr>
            <a:xfrm>
              <a:off x="9748413" y="2994884"/>
              <a:ext cx="289426" cy="307257"/>
            </a:xfrm>
            <a:prstGeom prst="rect">
              <a:avLst/>
            </a:prstGeom>
          </p:spPr>
        </p:pic>
        <p:pic>
          <p:nvPicPr>
            <p:cNvPr id="13" name="図 12">
              <a:extLst>
                <a:ext uri="{FF2B5EF4-FFF2-40B4-BE49-F238E27FC236}">
                  <a16:creationId xmlns:a16="http://schemas.microsoft.com/office/drawing/2014/main" id="{ECD340D7-62F9-D07E-C76C-7FC0EEB3CE42}"/>
                </a:ext>
              </a:extLst>
            </p:cNvPr>
            <p:cNvPicPr>
              <a:picLocks noChangeAspect="1"/>
            </p:cNvPicPr>
            <p:nvPr/>
          </p:nvPicPr>
          <p:blipFill>
            <a:blip r:embed="rId6">
              <a:biLevel thresh="75000"/>
              <a:extLst>
                <a:ext uri="{28A0092B-C50C-407E-A947-70E740481C1C}">
                  <a14:useLocalDpi xmlns:a14="http://schemas.microsoft.com/office/drawing/2010/main" val="0"/>
                </a:ext>
              </a:extLst>
            </a:blip>
            <a:stretch>
              <a:fillRect/>
            </a:stretch>
          </p:blipFill>
          <p:spPr>
            <a:xfrm>
              <a:off x="7406478" y="2267236"/>
              <a:ext cx="1097287" cy="1097287"/>
            </a:xfrm>
            <a:prstGeom prst="rect">
              <a:avLst/>
            </a:prstGeom>
          </p:spPr>
        </p:pic>
        <p:pic>
          <p:nvPicPr>
            <p:cNvPr id="14" name="図 13">
              <a:extLst>
                <a:ext uri="{FF2B5EF4-FFF2-40B4-BE49-F238E27FC236}">
                  <a16:creationId xmlns:a16="http://schemas.microsoft.com/office/drawing/2014/main" id="{30C90151-6716-822C-0E07-ED2F9A9C02BB}"/>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7759712" y="2439814"/>
              <a:ext cx="886478" cy="886478"/>
            </a:xfrm>
            <a:prstGeom prst="rect">
              <a:avLst/>
            </a:prstGeom>
          </p:spPr>
        </p:pic>
        <p:pic>
          <p:nvPicPr>
            <p:cNvPr id="15" name="Picture 2" descr="斜め後ろ クマのイラスト 線なし：イラスト無料">
              <a:extLst>
                <a:ext uri="{FF2B5EF4-FFF2-40B4-BE49-F238E27FC236}">
                  <a16:creationId xmlns:a16="http://schemas.microsoft.com/office/drawing/2014/main" id="{E1F36A37-AD0A-01CE-322F-31BC21938572}"/>
                </a:ext>
              </a:extLst>
            </p:cNvPr>
            <p:cNvPicPr>
              <a:picLocks noChangeAspect="1" noChangeArrowheads="1"/>
            </p:cNvPicPr>
            <p:nvPr/>
          </p:nvPicPr>
          <p:blipFill>
            <a:blip r:embed="rId8">
              <a:extLst>
                <a:ext uri="{BEBA8EAE-BF5A-486C-A8C5-ECC9F3942E4B}">
                  <a14:imgProps xmlns:a14="http://schemas.microsoft.com/office/drawing/2010/main">
                    <a14:imgLayer r:embed="rId9">
                      <a14:imgEffect>
                        <a14:backgroundRemoval t="10000" b="90000" l="10000" r="90000"/>
                      </a14:imgEffect>
                    </a14:imgLayer>
                  </a14:imgProps>
                </a:ext>
                <a:ext uri="{28A0092B-C50C-407E-A947-70E740481C1C}">
                  <a14:useLocalDpi xmlns:a14="http://schemas.microsoft.com/office/drawing/2010/main" val="0"/>
                </a:ext>
              </a:extLst>
            </a:blip>
            <a:srcRect/>
            <a:stretch>
              <a:fillRect/>
            </a:stretch>
          </p:blipFill>
          <p:spPr bwMode="auto">
            <a:xfrm>
              <a:off x="8466446" y="2025428"/>
              <a:ext cx="727585" cy="970113"/>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55" name="グループ化 54">
            <a:extLst>
              <a:ext uri="{FF2B5EF4-FFF2-40B4-BE49-F238E27FC236}">
                <a16:creationId xmlns:a16="http://schemas.microsoft.com/office/drawing/2014/main" id="{8C90976E-1E5D-64A5-84DE-DCFBF09DB273}"/>
              </a:ext>
            </a:extLst>
          </p:cNvPr>
          <p:cNvGrpSpPr/>
          <p:nvPr/>
        </p:nvGrpSpPr>
        <p:grpSpPr>
          <a:xfrm rot="651301">
            <a:off x="2074985" y="3233187"/>
            <a:ext cx="560995" cy="489333"/>
            <a:chOff x="2420469" y="2760201"/>
            <a:chExt cx="560995" cy="489333"/>
          </a:xfrm>
        </p:grpSpPr>
        <p:sp>
          <p:nvSpPr>
            <p:cNvPr id="53" name="矢印: 山形 52">
              <a:extLst>
                <a:ext uri="{FF2B5EF4-FFF2-40B4-BE49-F238E27FC236}">
                  <a16:creationId xmlns:a16="http://schemas.microsoft.com/office/drawing/2014/main" id="{993F4AE7-5F14-BBDE-CA46-B81208D56311}"/>
                </a:ext>
              </a:extLst>
            </p:cNvPr>
            <p:cNvSpPr/>
            <p:nvPr/>
          </p:nvSpPr>
          <p:spPr>
            <a:xfrm rot="18735780">
              <a:off x="2681151" y="2696515"/>
              <a:ext cx="236627" cy="363999"/>
            </a:xfrm>
            <a:prstGeom prst="chevron">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54" name="矢印: 山形 53">
              <a:extLst>
                <a:ext uri="{FF2B5EF4-FFF2-40B4-BE49-F238E27FC236}">
                  <a16:creationId xmlns:a16="http://schemas.microsoft.com/office/drawing/2014/main" id="{E00E1BE1-8C99-9E74-3AC0-911E4ACF640C}"/>
                </a:ext>
              </a:extLst>
            </p:cNvPr>
            <p:cNvSpPr/>
            <p:nvPr/>
          </p:nvSpPr>
          <p:spPr>
            <a:xfrm rot="18735780">
              <a:off x="2484155" y="2949221"/>
              <a:ext cx="236627" cy="363999"/>
            </a:xfrm>
            <a:prstGeom prst="chevron">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grpSp>
      <p:sp>
        <p:nvSpPr>
          <p:cNvPr id="59" name="楕円 58">
            <a:extLst>
              <a:ext uri="{FF2B5EF4-FFF2-40B4-BE49-F238E27FC236}">
                <a16:creationId xmlns:a16="http://schemas.microsoft.com/office/drawing/2014/main" id="{29C4EE8F-C644-D973-5CF9-222F2DE6D674}"/>
              </a:ext>
            </a:extLst>
          </p:cNvPr>
          <p:cNvSpPr/>
          <p:nvPr/>
        </p:nvSpPr>
        <p:spPr>
          <a:xfrm>
            <a:off x="1023104" y="3628501"/>
            <a:ext cx="1163216" cy="1163216"/>
          </a:xfrm>
          <a:prstGeom prst="ellipse">
            <a:avLst/>
          </a:prstGeom>
          <a:solidFill>
            <a:schemeClr val="tx1">
              <a:lumMod val="75000"/>
              <a:lumOff val="25000"/>
              <a:alpha val="60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endParaRPr kumimoji="1" lang="ja-JP" altLang="en-US" dirty="0">
              <a:solidFill>
                <a:schemeClr val="accent3"/>
              </a:solidFill>
              <a:latin typeface="BIZ UDP明朝 Medium" panose="02020500000000000000" pitchFamily="18" charset="-128"/>
              <a:ea typeface="BIZ UDP明朝 Medium" panose="02020500000000000000" pitchFamily="18" charset="-128"/>
            </a:endParaRPr>
          </a:p>
        </p:txBody>
      </p:sp>
      <p:sp>
        <p:nvSpPr>
          <p:cNvPr id="60" name="楕円 59">
            <a:extLst>
              <a:ext uri="{FF2B5EF4-FFF2-40B4-BE49-F238E27FC236}">
                <a16:creationId xmlns:a16="http://schemas.microsoft.com/office/drawing/2014/main" id="{877E727A-F318-216E-DA64-6485C6CED760}"/>
              </a:ext>
            </a:extLst>
          </p:cNvPr>
          <p:cNvSpPr/>
          <p:nvPr/>
        </p:nvSpPr>
        <p:spPr>
          <a:xfrm>
            <a:off x="-335100" y="2008445"/>
            <a:ext cx="1163216" cy="1163216"/>
          </a:xfrm>
          <a:prstGeom prst="ellipse">
            <a:avLst/>
          </a:prstGeom>
          <a:solidFill>
            <a:schemeClr val="tx1">
              <a:lumMod val="75000"/>
              <a:lumOff val="25000"/>
              <a:alpha val="60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endParaRPr kumimoji="1" lang="ja-JP" altLang="en-US" dirty="0">
              <a:solidFill>
                <a:schemeClr val="accent3"/>
              </a:solidFill>
              <a:latin typeface="BIZ UDP明朝 Medium" panose="02020500000000000000" pitchFamily="18" charset="-128"/>
              <a:ea typeface="BIZ UDP明朝 Medium" panose="02020500000000000000" pitchFamily="18" charset="-128"/>
            </a:endParaRPr>
          </a:p>
        </p:txBody>
      </p:sp>
      <p:sp>
        <p:nvSpPr>
          <p:cNvPr id="51" name="矢印: 山形 50">
            <a:extLst>
              <a:ext uri="{FF2B5EF4-FFF2-40B4-BE49-F238E27FC236}">
                <a16:creationId xmlns:a16="http://schemas.microsoft.com/office/drawing/2014/main" id="{8C9C5FE0-4971-71E3-45BA-4F7B1AD6B2E8}"/>
              </a:ext>
            </a:extLst>
          </p:cNvPr>
          <p:cNvSpPr/>
          <p:nvPr/>
        </p:nvSpPr>
        <p:spPr>
          <a:xfrm flipH="1">
            <a:off x="598090" y="2472415"/>
            <a:ext cx="484632" cy="1400699"/>
          </a:xfrm>
          <a:prstGeom prst="chevron">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pic>
        <p:nvPicPr>
          <p:cNvPr id="62" name="図 61">
            <a:extLst>
              <a:ext uri="{FF2B5EF4-FFF2-40B4-BE49-F238E27FC236}">
                <a16:creationId xmlns:a16="http://schemas.microsoft.com/office/drawing/2014/main" id="{EFB46138-E27C-BDA4-BEE7-F073EB67F344}"/>
              </a:ext>
            </a:extLst>
          </p:cNvPr>
          <p:cNvPicPr>
            <a:picLocks noChangeAspect="1"/>
          </p:cNvPicPr>
          <p:nvPr/>
        </p:nvPicPr>
        <p:blipFill>
          <a:blip r:embed="rId5">
            <a:extLst>
              <a:ext uri="{28A0092B-C50C-407E-A947-70E740481C1C}">
                <a14:useLocalDpi xmlns:a14="http://schemas.microsoft.com/office/drawing/2010/main" val="0"/>
              </a:ext>
            </a:extLst>
          </a:blip>
          <a:srcRect l="52651" t="22678" r="27395" b="50636"/>
          <a:stretch>
            <a:fillRect/>
          </a:stretch>
        </p:blipFill>
        <p:spPr>
          <a:xfrm>
            <a:off x="5940847" y="6128683"/>
            <a:ext cx="310304" cy="313030"/>
          </a:xfrm>
          <a:prstGeom prst="rect">
            <a:avLst/>
          </a:prstGeom>
        </p:spPr>
      </p:pic>
      <p:pic>
        <p:nvPicPr>
          <p:cNvPr id="63" name="図 62" descr="アイコン&#10;&#10;AI 生成コンテンツは誤りを含む可能性があります。">
            <a:extLst>
              <a:ext uri="{FF2B5EF4-FFF2-40B4-BE49-F238E27FC236}">
                <a16:creationId xmlns:a16="http://schemas.microsoft.com/office/drawing/2014/main" id="{C8178BF1-EA3C-BF3A-42E4-43E46613D0DE}"/>
              </a:ext>
            </a:extLst>
          </p:cNvPr>
          <p:cNvPicPr>
            <a:picLocks noChangeAspect="1"/>
          </p:cNvPicPr>
          <p:nvPr/>
        </p:nvPicPr>
        <p:blipFill>
          <a:blip r:embed="rId3">
            <a:duotone>
              <a:prstClr val="black"/>
              <a:srgbClr val="D9C3A5">
                <a:tint val="50000"/>
                <a:satMod val="180000"/>
              </a:srgbClr>
            </a:duotone>
            <a:extLst>
              <a:ext uri="{28A0092B-C50C-407E-A947-70E740481C1C}">
                <a14:useLocalDpi xmlns:a14="http://schemas.microsoft.com/office/drawing/2010/main" val="0"/>
              </a:ext>
            </a:extLst>
          </a:blip>
          <a:stretch>
            <a:fillRect/>
          </a:stretch>
        </p:blipFill>
        <p:spPr>
          <a:xfrm>
            <a:off x="5862852" y="5662388"/>
            <a:ext cx="466295" cy="466295"/>
          </a:xfrm>
          <a:prstGeom prst="rect">
            <a:avLst/>
          </a:prstGeom>
        </p:spPr>
      </p:pic>
      <p:sp>
        <p:nvSpPr>
          <p:cNvPr id="66" name="テキスト ボックス 65">
            <a:extLst>
              <a:ext uri="{FF2B5EF4-FFF2-40B4-BE49-F238E27FC236}">
                <a16:creationId xmlns:a16="http://schemas.microsoft.com/office/drawing/2014/main" id="{E8544164-560E-BF5B-FAF6-A912E17C6784}"/>
              </a:ext>
            </a:extLst>
          </p:cNvPr>
          <p:cNvSpPr txBox="1"/>
          <p:nvPr/>
        </p:nvSpPr>
        <p:spPr>
          <a:xfrm>
            <a:off x="4091473" y="366043"/>
            <a:ext cx="4009051" cy="707886"/>
          </a:xfrm>
          <a:prstGeom prst="rect">
            <a:avLst/>
          </a:prstGeom>
          <a:noFill/>
        </p:spPr>
        <p:txBody>
          <a:bodyPr wrap="square">
            <a:spAutoFit/>
          </a:bodyPr>
          <a:lstStyle/>
          <a:p>
            <a:pPr algn="ctr"/>
            <a:r>
              <a:rPr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BOSS</a:t>
            </a:r>
            <a:r>
              <a:rPr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rPr>
              <a:t>まで</a:t>
            </a:r>
            <a:r>
              <a:rPr lang="en-US" altLang="ja-JP" sz="4000" b="1" dirty="0">
                <a:solidFill>
                  <a:schemeClr val="bg1">
                    <a:lumMod val="95000"/>
                  </a:schemeClr>
                </a:solidFill>
                <a:latin typeface="BIZ UDP明朝 Medium" panose="02020500000000000000" pitchFamily="18" charset="-128"/>
                <a:ea typeface="BIZ UDP明朝 Medium" panose="02020500000000000000" pitchFamily="18" charset="-128"/>
              </a:rPr>
              <a:t>00</a:t>
            </a:r>
            <a:r>
              <a:rPr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rPr>
              <a:t>ノード</a:t>
            </a:r>
            <a:endPar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Tree>
    <p:extLst>
      <p:ext uri="{BB962C8B-B14F-4D97-AF65-F5344CB8AC3E}">
        <p14:creationId xmlns:p14="http://schemas.microsoft.com/office/powerpoint/2010/main" val="4264365985"/>
      </p:ext>
    </p:extLst>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B4A58A-96C6-2D9C-A606-58DCE093BFEA}"/>
            </a:ext>
          </a:extLst>
        </p:cNvPr>
        <p:cNvGrpSpPr/>
        <p:nvPr/>
      </p:nvGrpSpPr>
      <p:grpSpPr>
        <a:xfrm>
          <a:off x="0" y="0"/>
          <a:ext cx="0" cy="0"/>
          <a:chOff x="0" y="0"/>
          <a:chExt cx="0" cy="0"/>
        </a:xfrm>
      </p:grpSpPr>
      <p:grpSp>
        <p:nvGrpSpPr>
          <p:cNvPr id="156" name="グループ化 155">
            <a:extLst>
              <a:ext uri="{FF2B5EF4-FFF2-40B4-BE49-F238E27FC236}">
                <a16:creationId xmlns:a16="http://schemas.microsoft.com/office/drawing/2014/main" id="{FC85A2CA-2CD1-F254-78DE-6A01C4F9B77B}"/>
              </a:ext>
            </a:extLst>
          </p:cNvPr>
          <p:cNvGrpSpPr/>
          <p:nvPr/>
        </p:nvGrpSpPr>
        <p:grpSpPr>
          <a:xfrm>
            <a:off x="9569319" y="5011901"/>
            <a:ext cx="1755710" cy="810206"/>
            <a:chOff x="9569319" y="5159829"/>
            <a:chExt cx="1755710" cy="810206"/>
          </a:xfrm>
        </p:grpSpPr>
        <p:sp>
          <p:nvSpPr>
            <p:cNvPr id="5" name="四角形: 角を丸くする 4">
              <a:extLst>
                <a:ext uri="{FF2B5EF4-FFF2-40B4-BE49-F238E27FC236}">
                  <a16:creationId xmlns:a16="http://schemas.microsoft.com/office/drawing/2014/main" id="{A8F83925-6D9F-B7C8-0CA5-8317E4D000E1}"/>
                </a:ext>
              </a:extLst>
            </p:cNvPr>
            <p:cNvSpPr/>
            <p:nvPr/>
          </p:nvSpPr>
          <p:spPr>
            <a:xfrm>
              <a:off x="9569319" y="5159829"/>
              <a:ext cx="1755710" cy="810206"/>
            </a:xfrm>
            <a:prstGeom prst="roundRect">
              <a:avLst>
                <a:gd name="adj" fmla="val 6428"/>
              </a:avLst>
            </a:prstGeom>
            <a:solidFill>
              <a:schemeClr val="tx1">
                <a:lumMod val="85000"/>
                <a:lumOff val="15000"/>
                <a:alpha val="80000"/>
              </a:schemeClr>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sp>
          <p:nvSpPr>
            <p:cNvPr id="9" name="テキスト ボックス 8">
              <a:extLst>
                <a:ext uri="{FF2B5EF4-FFF2-40B4-BE49-F238E27FC236}">
                  <a16:creationId xmlns:a16="http://schemas.microsoft.com/office/drawing/2014/main" id="{7AA90C82-EEE3-1267-0F6B-4DFD05D778ED}"/>
                </a:ext>
              </a:extLst>
            </p:cNvPr>
            <p:cNvSpPr txBox="1"/>
            <p:nvPr/>
          </p:nvSpPr>
          <p:spPr>
            <a:xfrm>
              <a:off x="10430947" y="5564932"/>
              <a:ext cx="877163" cy="369332"/>
            </a:xfrm>
            <a:prstGeom prst="rect">
              <a:avLst/>
            </a:prstGeom>
            <a:noFill/>
          </p:spPr>
          <p:txBody>
            <a:bodyPr wrap="none" rtlCol="0">
              <a:spAutoFit/>
            </a:bodyPr>
            <a:lstStyle/>
            <a:p>
              <a:pPr algn="r"/>
              <a:r>
                <a:rPr kumimoji="1" lang="ja-JP" altLang="en-US"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ルート</a:t>
              </a:r>
              <a:endParaRPr kumimoji="1" lang="en-US" altLang="ja-JP"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155" name="グループ化 154">
            <a:extLst>
              <a:ext uri="{FF2B5EF4-FFF2-40B4-BE49-F238E27FC236}">
                <a16:creationId xmlns:a16="http://schemas.microsoft.com/office/drawing/2014/main" id="{E1AF341A-E7B7-13E1-5EF9-E94C6F58934E}"/>
              </a:ext>
            </a:extLst>
          </p:cNvPr>
          <p:cNvGrpSpPr/>
          <p:nvPr/>
        </p:nvGrpSpPr>
        <p:grpSpPr>
          <a:xfrm>
            <a:off x="9569319" y="3698488"/>
            <a:ext cx="1755710" cy="810206"/>
            <a:chOff x="9575538" y="4156787"/>
            <a:chExt cx="1755710" cy="810206"/>
          </a:xfrm>
        </p:grpSpPr>
        <p:sp>
          <p:nvSpPr>
            <p:cNvPr id="8" name="四角形: 角を丸くする 7">
              <a:extLst>
                <a:ext uri="{FF2B5EF4-FFF2-40B4-BE49-F238E27FC236}">
                  <a16:creationId xmlns:a16="http://schemas.microsoft.com/office/drawing/2014/main" id="{D2B3762B-9FB2-1A1D-4853-8625D5B754DC}"/>
                </a:ext>
              </a:extLst>
            </p:cNvPr>
            <p:cNvSpPr/>
            <p:nvPr/>
          </p:nvSpPr>
          <p:spPr>
            <a:xfrm>
              <a:off x="9575538" y="4156787"/>
              <a:ext cx="1755710" cy="810206"/>
            </a:xfrm>
            <a:prstGeom prst="roundRect">
              <a:avLst>
                <a:gd name="adj" fmla="val 6428"/>
              </a:avLst>
            </a:prstGeom>
            <a:solidFill>
              <a:schemeClr val="tx1">
                <a:lumMod val="85000"/>
                <a:lumOff val="15000"/>
                <a:alpha val="80000"/>
              </a:schemeClr>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sp>
          <p:nvSpPr>
            <p:cNvPr id="4" name="テキスト ボックス 3">
              <a:extLst>
                <a:ext uri="{FF2B5EF4-FFF2-40B4-BE49-F238E27FC236}">
                  <a16:creationId xmlns:a16="http://schemas.microsoft.com/office/drawing/2014/main" id="{569A9F55-F3BB-C373-B6B2-8FFC0AACA804}"/>
                </a:ext>
              </a:extLst>
            </p:cNvPr>
            <p:cNvSpPr txBox="1"/>
            <p:nvPr/>
          </p:nvSpPr>
          <p:spPr>
            <a:xfrm>
              <a:off x="10661779" y="4561890"/>
              <a:ext cx="646331" cy="369332"/>
            </a:xfrm>
            <a:prstGeom prst="rect">
              <a:avLst/>
            </a:prstGeom>
            <a:noFill/>
          </p:spPr>
          <p:txBody>
            <a:bodyPr wrap="none" rtlCol="0">
              <a:spAutoFit/>
            </a:bodyPr>
            <a:lstStyle/>
            <a:p>
              <a:pPr algn="r"/>
              <a:r>
                <a:rPr kumimoji="1" lang="ja-JP" altLang="en-US"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戻る</a:t>
              </a:r>
              <a:endParaRPr kumimoji="1" lang="en-US" altLang="ja-JP"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154" name="グループ化 153">
            <a:extLst>
              <a:ext uri="{FF2B5EF4-FFF2-40B4-BE49-F238E27FC236}">
                <a16:creationId xmlns:a16="http://schemas.microsoft.com/office/drawing/2014/main" id="{42576601-58EC-F790-0801-F0DDFF1E1656}"/>
              </a:ext>
            </a:extLst>
          </p:cNvPr>
          <p:cNvGrpSpPr/>
          <p:nvPr/>
        </p:nvGrpSpPr>
        <p:grpSpPr>
          <a:xfrm>
            <a:off x="9569319" y="2385076"/>
            <a:ext cx="1755710" cy="810206"/>
            <a:chOff x="9569319" y="1891007"/>
            <a:chExt cx="1755710" cy="810206"/>
          </a:xfrm>
        </p:grpSpPr>
        <p:sp>
          <p:nvSpPr>
            <p:cNvPr id="7" name="四角形: 角を丸くする 6">
              <a:extLst>
                <a:ext uri="{FF2B5EF4-FFF2-40B4-BE49-F238E27FC236}">
                  <a16:creationId xmlns:a16="http://schemas.microsoft.com/office/drawing/2014/main" id="{307E8686-05A9-F96F-73FD-1CACB61FD465}"/>
                </a:ext>
              </a:extLst>
            </p:cNvPr>
            <p:cNvSpPr/>
            <p:nvPr/>
          </p:nvSpPr>
          <p:spPr>
            <a:xfrm>
              <a:off x="9569319" y="1891007"/>
              <a:ext cx="1755710" cy="810206"/>
            </a:xfrm>
            <a:prstGeom prst="roundRect">
              <a:avLst>
                <a:gd name="adj" fmla="val 6428"/>
              </a:avLst>
            </a:prstGeom>
            <a:solidFill>
              <a:schemeClr val="accent6">
                <a:alpha val="80000"/>
              </a:schemeClr>
            </a:solid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sp>
          <p:nvSpPr>
            <p:cNvPr id="11" name="テキスト ボックス 10">
              <a:extLst>
                <a:ext uri="{FF2B5EF4-FFF2-40B4-BE49-F238E27FC236}">
                  <a16:creationId xmlns:a16="http://schemas.microsoft.com/office/drawing/2014/main" id="{F1BD5FAF-9762-283D-4465-90E9F7EF6A82}"/>
                </a:ext>
              </a:extLst>
            </p:cNvPr>
            <p:cNvSpPr txBox="1"/>
            <p:nvPr/>
          </p:nvSpPr>
          <p:spPr>
            <a:xfrm>
              <a:off x="10678698" y="2290669"/>
              <a:ext cx="646331" cy="369332"/>
            </a:xfrm>
            <a:prstGeom prst="rect">
              <a:avLst/>
            </a:prstGeom>
            <a:noFill/>
          </p:spPr>
          <p:txBody>
            <a:bodyPr wrap="none" rtlCol="0">
              <a:spAutoFit/>
            </a:bodyPr>
            <a:lstStyle/>
            <a:p>
              <a:pPr algn="r"/>
              <a:r>
                <a:rPr lang="ja-JP" altLang="en-US"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バフ</a:t>
              </a:r>
              <a:endParaRPr kumimoji="1" lang="en-US" altLang="ja-JP"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153" name="グループ化 152">
            <a:extLst>
              <a:ext uri="{FF2B5EF4-FFF2-40B4-BE49-F238E27FC236}">
                <a16:creationId xmlns:a16="http://schemas.microsoft.com/office/drawing/2014/main" id="{F9543535-BD3D-AA3C-9C19-FE94C97FDBB9}"/>
              </a:ext>
            </a:extLst>
          </p:cNvPr>
          <p:cNvGrpSpPr/>
          <p:nvPr/>
        </p:nvGrpSpPr>
        <p:grpSpPr>
          <a:xfrm>
            <a:off x="9569319" y="1071664"/>
            <a:ext cx="1755710" cy="810206"/>
            <a:chOff x="9569319" y="887965"/>
            <a:chExt cx="1755710" cy="810206"/>
          </a:xfrm>
        </p:grpSpPr>
        <p:sp>
          <p:nvSpPr>
            <p:cNvPr id="6" name="四角形: 角を丸くする 5">
              <a:extLst>
                <a:ext uri="{FF2B5EF4-FFF2-40B4-BE49-F238E27FC236}">
                  <a16:creationId xmlns:a16="http://schemas.microsoft.com/office/drawing/2014/main" id="{D16DB3EE-84C3-5010-E474-B36680C9B5F9}"/>
                </a:ext>
              </a:extLst>
            </p:cNvPr>
            <p:cNvSpPr/>
            <p:nvPr/>
          </p:nvSpPr>
          <p:spPr>
            <a:xfrm>
              <a:off x="9569319" y="887965"/>
              <a:ext cx="1755710" cy="810206"/>
            </a:xfrm>
            <a:prstGeom prst="roundRect">
              <a:avLst>
                <a:gd name="adj" fmla="val 6428"/>
              </a:avLst>
            </a:prstGeom>
            <a:solidFill>
              <a:schemeClr val="accent6">
                <a:alpha val="8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2" name="テキスト ボックス 11">
              <a:extLst>
                <a:ext uri="{FF2B5EF4-FFF2-40B4-BE49-F238E27FC236}">
                  <a16:creationId xmlns:a16="http://schemas.microsoft.com/office/drawing/2014/main" id="{FEAFAFC9-3AD3-8F5F-3940-2D0483140205}"/>
                </a:ext>
              </a:extLst>
            </p:cNvPr>
            <p:cNvSpPr txBox="1"/>
            <p:nvPr/>
          </p:nvSpPr>
          <p:spPr>
            <a:xfrm>
              <a:off x="9969282" y="1293068"/>
              <a:ext cx="1338828" cy="369332"/>
            </a:xfrm>
            <a:prstGeom prst="rect">
              <a:avLst/>
            </a:prstGeom>
            <a:noFill/>
          </p:spPr>
          <p:txBody>
            <a:bodyPr wrap="none" rtlCol="0">
              <a:spAutoFit/>
            </a:bodyPr>
            <a:lstStyle/>
            <a:p>
              <a:pPr algn="r"/>
              <a:r>
                <a:rPr lang="ja-JP" altLang="en-US"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パーティー</a:t>
              </a:r>
              <a:endParaRPr kumimoji="1" lang="en-US" altLang="ja-JP"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sp>
        <p:nvSpPr>
          <p:cNvPr id="18" name="テキスト ボックス 17">
            <a:extLst>
              <a:ext uri="{FF2B5EF4-FFF2-40B4-BE49-F238E27FC236}">
                <a16:creationId xmlns:a16="http://schemas.microsoft.com/office/drawing/2014/main" id="{2AF80F61-018A-F84E-A75C-0438CFD57809}"/>
              </a:ext>
            </a:extLst>
          </p:cNvPr>
          <p:cNvSpPr txBox="1"/>
          <p:nvPr/>
        </p:nvSpPr>
        <p:spPr>
          <a:xfrm>
            <a:off x="991856" y="771656"/>
            <a:ext cx="902811" cy="523220"/>
          </a:xfrm>
          <a:prstGeom prst="rect">
            <a:avLst/>
          </a:prstGeom>
          <a:noFill/>
        </p:spPr>
        <p:txBody>
          <a:bodyPr wrap="none" rtlCol="0">
            <a:spAutoFit/>
          </a:bodyPr>
          <a:lstStyle/>
          <a:p>
            <a:r>
              <a:rPr kumimoji="1" lang="ja-JP" altLang="en-US" sz="2800" dirty="0">
                <a:solidFill>
                  <a:schemeClr val="bg1">
                    <a:lumMod val="95000"/>
                  </a:schemeClr>
                </a:solidFill>
                <a:latin typeface="HGS明朝E" panose="02020900000000000000" pitchFamily="18" charset="-128"/>
                <a:ea typeface="HGS明朝E" panose="02020900000000000000" pitchFamily="18" charset="-128"/>
              </a:rPr>
              <a:t>前衛</a:t>
            </a:r>
          </a:p>
        </p:txBody>
      </p:sp>
      <p:sp>
        <p:nvSpPr>
          <p:cNvPr id="19" name="テキスト ボックス 18">
            <a:extLst>
              <a:ext uri="{FF2B5EF4-FFF2-40B4-BE49-F238E27FC236}">
                <a16:creationId xmlns:a16="http://schemas.microsoft.com/office/drawing/2014/main" id="{2AB430C8-3B0E-99D7-C49D-96A268B8EB8A}"/>
              </a:ext>
            </a:extLst>
          </p:cNvPr>
          <p:cNvSpPr txBox="1"/>
          <p:nvPr/>
        </p:nvSpPr>
        <p:spPr>
          <a:xfrm>
            <a:off x="991856" y="4040478"/>
            <a:ext cx="902811" cy="523220"/>
          </a:xfrm>
          <a:prstGeom prst="rect">
            <a:avLst/>
          </a:prstGeom>
          <a:noFill/>
        </p:spPr>
        <p:txBody>
          <a:bodyPr wrap="none" rtlCol="0">
            <a:spAutoFit/>
          </a:bodyPr>
          <a:lstStyle/>
          <a:p>
            <a:r>
              <a:rPr lang="ja-JP" altLang="en-US" sz="2800" dirty="0">
                <a:solidFill>
                  <a:schemeClr val="bg1">
                    <a:lumMod val="95000"/>
                  </a:schemeClr>
                </a:solidFill>
                <a:latin typeface="HGS明朝E" panose="02020900000000000000" pitchFamily="18" charset="-128"/>
                <a:ea typeface="HGS明朝E" panose="02020900000000000000" pitchFamily="18" charset="-128"/>
              </a:rPr>
              <a:t>後衛</a:t>
            </a:r>
            <a:endParaRPr kumimoji="1" lang="ja-JP" altLang="en-US" sz="2800" dirty="0">
              <a:solidFill>
                <a:schemeClr val="bg1">
                  <a:lumMod val="95000"/>
                </a:schemeClr>
              </a:solidFill>
              <a:latin typeface="HGS明朝E" panose="02020900000000000000" pitchFamily="18" charset="-128"/>
              <a:ea typeface="HGS明朝E" panose="02020900000000000000" pitchFamily="18" charset="-128"/>
            </a:endParaRPr>
          </a:p>
        </p:txBody>
      </p:sp>
      <p:sp>
        <p:nvSpPr>
          <p:cNvPr id="3" name="四角形: 角を丸くする 2">
            <a:extLst>
              <a:ext uri="{FF2B5EF4-FFF2-40B4-BE49-F238E27FC236}">
                <a16:creationId xmlns:a16="http://schemas.microsoft.com/office/drawing/2014/main" id="{7E039A06-4441-2F11-BB0F-C1C4B68AE8E0}"/>
              </a:ext>
            </a:extLst>
          </p:cNvPr>
          <p:cNvSpPr/>
          <p:nvPr/>
        </p:nvSpPr>
        <p:spPr>
          <a:xfrm>
            <a:off x="3721006" y="1934688"/>
            <a:ext cx="4623973" cy="4211579"/>
          </a:xfrm>
          <a:prstGeom prst="roundRect">
            <a:avLst>
              <a:gd name="adj" fmla="val 4721"/>
            </a:avLst>
          </a:prstGeom>
          <a:solidFill>
            <a:schemeClr val="bg1">
              <a:lumMod val="6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1179139939"/>
      </p:ext>
    </p:extLst>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570CBC-7324-7997-C1F5-F90621418D94}"/>
            </a:ext>
          </a:extLst>
        </p:cNvPr>
        <p:cNvGrpSpPr/>
        <p:nvPr/>
      </p:nvGrpSpPr>
      <p:grpSpPr>
        <a:xfrm>
          <a:off x="0" y="0"/>
          <a:ext cx="0" cy="0"/>
          <a:chOff x="0" y="0"/>
          <a:chExt cx="0" cy="0"/>
        </a:xfrm>
      </p:grpSpPr>
      <p:sp>
        <p:nvSpPr>
          <p:cNvPr id="2" name="四角形: 角を丸くする 1">
            <a:extLst>
              <a:ext uri="{FF2B5EF4-FFF2-40B4-BE49-F238E27FC236}">
                <a16:creationId xmlns:a16="http://schemas.microsoft.com/office/drawing/2014/main" id="{55C326FE-3D86-9CE8-778B-EBA8248DCFAA}"/>
              </a:ext>
            </a:extLst>
          </p:cNvPr>
          <p:cNvSpPr/>
          <p:nvPr/>
        </p:nvSpPr>
        <p:spPr>
          <a:xfrm>
            <a:off x="726233" y="695130"/>
            <a:ext cx="8501744" cy="5467739"/>
          </a:xfrm>
          <a:prstGeom prst="roundRect">
            <a:avLst>
              <a:gd name="adj" fmla="val 6428"/>
            </a:avLst>
          </a:prstGeom>
          <a:solidFill>
            <a:schemeClr val="tx1">
              <a:lumMod val="85000"/>
              <a:lumOff val="15000"/>
              <a:alpha val="4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nvGrpSpPr>
          <p:cNvPr id="156" name="グループ化 155">
            <a:extLst>
              <a:ext uri="{FF2B5EF4-FFF2-40B4-BE49-F238E27FC236}">
                <a16:creationId xmlns:a16="http://schemas.microsoft.com/office/drawing/2014/main" id="{CC5C3EE4-AA9C-E712-7FC8-6C77BE50ADFC}"/>
              </a:ext>
            </a:extLst>
          </p:cNvPr>
          <p:cNvGrpSpPr/>
          <p:nvPr/>
        </p:nvGrpSpPr>
        <p:grpSpPr>
          <a:xfrm>
            <a:off x="9569319" y="5011901"/>
            <a:ext cx="1755710" cy="810206"/>
            <a:chOff x="9569319" y="5159829"/>
            <a:chExt cx="1755710" cy="810206"/>
          </a:xfrm>
        </p:grpSpPr>
        <p:sp>
          <p:nvSpPr>
            <p:cNvPr id="5" name="四角形: 角を丸くする 4">
              <a:extLst>
                <a:ext uri="{FF2B5EF4-FFF2-40B4-BE49-F238E27FC236}">
                  <a16:creationId xmlns:a16="http://schemas.microsoft.com/office/drawing/2014/main" id="{3FAF3E7F-4540-A4AA-CDC4-B17402708F16}"/>
                </a:ext>
              </a:extLst>
            </p:cNvPr>
            <p:cNvSpPr/>
            <p:nvPr/>
          </p:nvSpPr>
          <p:spPr>
            <a:xfrm>
              <a:off x="9569319" y="5159829"/>
              <a:ext cx="1755710" cy="810206"/>
            </a:xfrm>
            <a:prstGeom prst="roundRect">
              <a:avLst>
                <a:gd name="adj" fmla="val 6428"/>
              </a:avLst>
            </a:prstGeom>
            <a:solidFill>
              <a:schemeClr val="tx1">
                <a:lumMod val="85000"/>
                <a:lumOff val="15000"/>
                <a:alpha val="80000"/>
              </a:schemeClr>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sp>
          <p:nvSpPr>
            <p:cNvPr id="9" name="テキスト ボックス 8">
              <a:extLst>
                <a:ext uri="{FF2B5EF4-FFF2-40B4-BE49-F238E27FC236}">
                  <a16:creationId xmlns:a16="http://schemas.microsoft.com/office/drawing/2014/main" id="{3ECF3FB7-6892-D170-81B6-DD25B651C57D}"/>
                </a:ext>
              </a:extLst>
            </p:cNvPr>
            <p:cNvSpPr txBox="1"/>
            <p:nvPr/>
          </p:nvSpPr>
          <p:spPr>
            <a:xfrm>
              <a:off x="10430947" y="5564932"/>
              <a:ext cx="877163" cy="369332"/>
            </a:xfrm>
            <a:prstGeom prst="rect">
              <a:avLst/>
            </a:prstGeom>
            <a:noFill/>
          </p:spPr>
          <p:txBody>
            <a:bodyPr wrap="none" rtlCol="0">
              <a:spAutoFit/>
            </a:bodyPr>
            <a:lstStyle/>
            <a:p>
              <a:pPr algn="r"/>
              <a:r>
                <a:rPr kumimoji="1" lang="ja-JP" altLang="en-US"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ルート</a:t>
              </a:r>
              <a:endParaRPr kumimoji="1" lang="en-US" altLang="ja-JP"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155" name="グループ化 154">
            <a:extLst>
              <a:ext uri="{FF2B5EF4-FFF2-40B4-BE49-F238E27FC236}">
                <a16:creationId xmlns:a16="http://schemas.microsoft.com/office/drawing/2014/main" id="{5D1DCF54-AC87-21F8-E41E-052D77103532}"/>
              </a:ext>
            </a:extLst>
          </p:cNvPr>
          <p:cNvGrpSpPr/>
          <p:nvPr/>
        </p:nvGrpSpPr>
        <p:grpSpPr>
          <a:xfrm>
            <a:off x="9569319" y="3698488"/>
            <a:ext cx="1755710" cy="810206"/>
            <a:chOff x="9575538" y="4156787"/>
            <a:chExt cx="1755710" cy="810206"/>
          </a:xfrm>
        </p:grpSpPr>
        <p:sp>
          <p:nvSpPr>
            <p:cNvPr id="8" name="四角形: 角を丸くする 7">
              <a:extLst>
                <a:ext uri="{FF2B5EF4-FFF2-40B4-BE49-F238E27FC236}">
                  <a16:creationId xmlns:a16="http://schemas.microsoft.com/office/drawing/2014/main" id="{B14C591B-9E40-19AA-CD7F-543D4F6863D8}"/>
                </a:ext>
              </a:extLst>
            </p:cNvPr>
            <p:cNvSpPr/>
            <p:nvPr/>
          </p:nvSpPr>
          <p:spPr>
            <a:xfrm>
              <a:off x="9575538" y="4156787"/>
              <a:ext cx="1755710" cy="810206"/>
            </a:xfrm>
            <a:prstGeom prst="roundRect">
              <a:avLst>
                <a:gd name="adj" fmla="val 6428"/>
              </a:avLst>
            </a:prstGeom>
            <a:solidFill>
              <a:schemeClr val="tx1">
                <a:lumMod val="85000"/>
                <a:lumOff val="15000"/>
                <a:alpha val="80000"/>
              </a:schemeClr>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sp>
          <p:nvSpPr>
            <p:cNvPr id="4" name="テキスト ボックス 3">
              <a:extLst>
                <a:ext uri="{FF2B5EF4-FFF2-40B4-BE49-F238E27FC236}">
                  <a16:creationId xmlns:a16="http://schemas.microsoft.com/office/drawing/2014/main" id="{24A446D6-6259-7E78-412D-7BFED6B6429E}"/>
                </a:ext>
              </a:extLst>
            </p:cNvPr>
            <p:cNvSpPr txBox="1"/>
            <p:nvPr/>
          </p:nvSpPr>
          <p:spPr>
            <a:xfrm>
              <a:off x="10661779" y="4561890"/>
              <a:ext cx="646331" cy="369332"/>
            </a:xfrm>
            <a:prstGeom prst="rect">
              <a:avLst/>
            </a:prstGeom>
            <a:noFill/>
          </p:spPr>
          <p:txBody>
            <a:bodyPr wrap="none" rtlCol="0">
              <a:spAutoFit/>
            </a:bodyPr>
            <a:lstStyle/>
            <a:p>
              <a:pPr algn="r"/>
              <a:r>
                <a:rPr kumimoji="1" lang="ja-JP" altLang="en-US"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戻る</a:t>
              </a:r>
              <a:endParaRPr kumimoji="1" lang="en-US" altLang="ja-JP"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154" name="グループ化 153">
            <a:extLst>
              <a:ext uri="{FF2B5EF4-FFF2-40B4-BE49-F238E27FC236}">
                <a16:creationId xmlns:a16="http://schemas.microsoft.com/office/drawing/2014/main" id="{0418BE2E-4236-0879-6739-F4404E376849}"/>
              </a:ext>
            </a:extLst>
          </p:cNvPr>
          <p:cNvGrpSpPr/>
          <p:nvPr/>
        </p:nvGrpSpPr>
        <p:grpSpPr>
          <a:xfrm>
            <a:off x="9569319" y="2385076"/>
            <a:ext cx="1755710" cy="810206"/>
            <a:chOff x="9569319" y="1891007"/>
            <a:chExt cx="1755710" cy="810206"/>
          </a:xfrm>
        </p:grpSpPr>
        <p:sp>
          <p:nvSpPr>
            <p:cNvPr id="7" name="四角形: 角を丸くする 6">
              <a:extLst>
                <a:ext uri="{FF2B5EF4-FFF2-40B4-BE49-F238E27FC236}">
                  <a16:creationId xmlns:a16="http://schemas.microsoft.com/office/drawing/2014/main" id="{015CB721-E83A-6EAF-DB86-D623B43C2567}"/>
                </a:ext>
              </a:extLst>
            </p:cNvPr>
            <p:cNvSpPr/>
            <p:nvPr/>
          </p:nvSpPr>
          <p:spPr>
            <a:xfrm>
              <a:off x="9569319" y="1891007"/>
              <a:ext cx="1755710" cy="810206"/>
            </a:xfrm>
            <a:prstGeom prst="roundRect">
              <a:avLst>
                <a:gd name="adj" fmla="val 6428"/>
              </a:avLst>
            </a:prstGeom>
            <a:solidFill>
              <a:schemeClr val="accent6">
                <a:alpha val="80000"/>
              </a:schemeClr>
            </a:solid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sp>
          <p:nvSpPr>
            <p:cNvPr id="11" name="テキスト ボックス 10">
              <a:extLst>
                <a:ext uri="{FF2B5EF4-FFF2-40B4-BE49-F238E27FC236}">
                  <a16:creationId xmlns:a16="http://schemas.microsoft.com/office/drawing/2014/main" id="{E5877FC3-9FE1-3B60-4058-5C3D9D960177}"/>
                </a:ext>
              </a:extLst>
            </p:cNvPr>
            <p:cNvSpPr txBox="1"/>
            <p:nvPr/>
          </p:nvSpPr>
          <p:spPr>
            <a:xfrm>
              <a:off x="10678698" y="2290669"/>
              <a:ext cx="646331" cy="369332"/>
            </a:xfrm>
            <a:prstGeom prst="rect">
              <a:avLst/>
            </a:prstGeom>
            <a:noFill/>
          </p:spPr>
          <p:txBody>
            <a:bodyPr wrap="none" rtlCol="0">
              <a:spAutoFit/>
            </a:bodyPr>
            <a:lstStyle/>
            <a:p>
              <a:pPr algn="r"/>
              <a:r>
                <a:rPr lang="ja-JP" altLang="en-US"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バフ</a:t>
              </a:r>
              <a:endParaRPr kumimoji="1" lang="en-US" altLang="ja-JP"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153" name="グループ化 152">
            <a:extLst>
              <a:ext uri="{FF2B5EF4-FFF2-40B4-BE49-F238E27FC236}">
                <a16:creationId xmlns:a16="http://schemas.microsoft.com/office/drawing/2014/main" id="{DE01C1B2-D6AD-2298-7122-B9EF61BCA52D}"/>
              </a:ext>
            </a:extLst>
          </p:cNvPr>
          <p:cNvGrpSpPr/>
          <p:nvPr/>
        </p:nvGrpSpPr>
        <p:grpSpPr>
          <a:xfrm>
            <a:off x="9569319" y="1071664"/>
            <a:ext cx="1755710" cy="810206"/>
            <a:chOff x="9569319" y="887965"/>
            <a:chExt cx="1755710" cy="810206"/>
          </a:xfrm>
        </p:grpSpPr>
        <p:sp>
          <p:nvSpPr>
            <p:cNvPr id="6" name="四角形: 角を丸くする 5">
              <a:extLst>
                <a:ext uri="{FF2B5EF4-FFF2-40B4-BE49-F238E27FC236}">
                  <a16:creationId xmlns:a16="http://schemas.microsoft.com/office/drawing/2014/main" id="{D5A12792-9D0F-3CFA-7026-8C4F3D0DD0A6}"/>
                </a:ext>
              </a:extLst>
            </p:cNvPr>
            <p:cNvSpPr/>
            <p:nvPr/>
          </p:nvSpPr>
          <p:spPr>
            <a:xfrm>
              <a:off x="9569319" y="887965"/>
              <a:ext cx="1755710" cy="810206"/>
            </a:xfrm>
            <a:prstGeom prst="roundRect">
              <a:avLst>
                <a:gd name="adj" fmla="val 6428"/>
              </a:avLst>
            </a:prstGeom>
            <a:solidFill>
              <a:schemeClr val="accent6">
                <a:alpha val="8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2" name="テキスト ボックス 11">
              <a:extLst>
                <a:ext uri="{FF2B5EF4-FFF2-40B4-BE49-F238E27FC236}">
                  <a16:creationId xmlns:a16="http://schemas.microsoft.com/office/drawing/2014/main" id="{593A39BD-A9BD-BE92-1D93-BBCED8C5E506}"/>
                </a:ext>
              </a:extLst>
            </p:cNvPr>
            <p:cNvSpPr txBox="1"/>
            <p:nvPr/>
          </p:nvSpPr>
          <p:spPr>
            <a:xfrm>
              <a:off x="9969282" y="1293068"/>
              <a:ext cx="1338828" cy="369332"/>
            </a:xfrm>
            <a:prstGeom prst="rect">
              <a:avLst/>
            </a:prstGeom>
            <a:noFill/>
          </p:spPr>
          <p:txBody>
            <a:bodyPr wrap="none" rtlCol="0">
              <a:spAutoFit/>
            </a:bodyPr>
            <a:lstStyle/>
            <a:p>
              <a:pPr algn="r"/>
              <a:r>
                <a:rPr lang="ja-JP" altLang="en-US"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パーティー</a:t>
              </a:r>
              <a:endParaRPr kumimoji="1" lang="en-US" altLang="ja-JP"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sp>
        <p:nvSpPr>
          <p:cNvPr id="18" name="テキスト ボックス 17">
            <a:extLst>
              <a:ext uri="{FF2B5EF4-FFF2-40B4-BE49-F238E27FC236}">
                <a16:creationId xmlns:a16="http://schemas.microsoft.com/office/drawing/2014/main" id="{22637E52-6CF4-91B0-A7E4-6F0E2DF87086}"/>
              </a:ext>
            </a:extLst>
          </p:cNvPr>
          <p:cNvSpPr txBox="1"/>
          <p:nvPr/>
        </p:nvSpPr>
        <p:spPr>
          <a:xfrm>
            <a:off x="991856" y="771656"/>
            <a:ext cx="902811" cy="523220"/>
          </a:xfrm>
          <a:prstGeom prst="rect">
            <a:avLst/>
          </a:prstGeom>
          <a:noFill/>
        </p:spPr>
        <p:txBody>
          <a:bodyPr wrap="none" rtlCol="0">
            <a:spAutoFit/>
          </a:bodyPr>
          <a:lstStyle/>
          <a:p>
            <a:r>
              <a:rPr kumimoji="1" lang="ja-JP" altLang="en-US" sz="2800" dirty="0">
                <a:solidFill>
                  <a:schemeClr val="bg1">
                    <a:lumMod val="95000"/>
                  </a:schemeClr>
                </a:solidFill>
                <a:latin typeface="HGS明朝E" panose="02020900000000000000" pitchFamily="18" charset="-128"/>
                <a:ea typeface="HGS明朝E" panose="02020900000000000000" pitchFamily="18" charset="-128"/>
              </a:rPr>
              <a:t>前衛</a:t>
            </a:r>
          </a:p>
        </p:txBody>
      </p:sp>
      <p:sp>
        <p:nvSpPr>
          <p:cNvPr id="19" name="テキスト ボックス 18">
            <a:extLst>
              <a:ext uri="{FF2B5EF4-FFF2-40B4-BE49-F238E27FC236}">
                <a16:creationId xmlns:a16="http://schemas.microsoft.com/office/drawing/2014/main" id="{86A311BB-0CAE-E492-DAB0-8C0B3D643D18}"/>
              </a:ext>
            </a:extLst>
          </p:cNvPr>
          <p:cNvSpPr txBox="1"/>
          <p:nvPr/>
        </p:nvSpPr>
        <p:spPr>
          <a:xfrm>
            <a:off x="991856" y="4040478"/>
            <a:ext cx="902811" cy="523220"/>
          </a:xfrm>
          <a:prstGeom prst="rect">
            <a:avLst/>
          </a:prstGeom>
          <a:noFill/>
        </p:spPr>
        <p:txBody>
          <a:bodyPr wrap="none" rtlCol="0">
            <a:spAutoFit/>
          </a:bodyPr>
          <a:lstStyle/>
          <a:p>
            <a:r>
              <a:rPr lang="ja-JP" altLang="en-US" sz="2800" dirty="0">
                <a:solidFill>
                  <a:schemeClr val="bg1">
                    <a:lumMod val="95000"/>
                  </a:schemeClr>
                </a:solidFill>
                <a:latin typeface="HGS明朝E" panose="02020900000000000000" pitchFamily="18" charset="-128"/>
                <a:ea typeface="HGS明朝E" panose="02020900000000000000" pitchFamily="18" charset="-128"/>
              </a:rPr>
              <a:t>後衛</a:t>
            </a:r>
            <a:endParaRPr kumimoji="1" lang="ja-JP" altLang="en-US" sz="2800" dirty="0">
              <a:solidFill>
                <a:schemeClr val="bg1">
                  <a:lumMod val="95000"/>
                </a:schemeClr>
              </a:solidFill>
              <a:latin typeface="HGS明朝E" panose="02020900000000000000" pitchFamily="18" charset="-128"/>
              <a:ea typeface="HGS明朝E" panose="02020900000000000000" pitchFamily="18" charset="-128"/>
            </a:endParaRPr>
          </a:p>
        </p:txBody>
      </p:sp>
      <p:pic>
        <p:nvPicPr>
          <p:cNvPr id="158" name="図 157">
            <a:extLst>
              <a:ext uri="{FF2B5EF4-FFF2-40B4-BE49-F238E27FC236}">
                <a16:creationId xmlns:a16="http://schemas.microsoft.com/office/drawing/2014/main" id="{7B542ED2-A6A6-BF2F-4157-751D7569AB7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271707" y="235933"/>
            <a:ext cx="610371" cy="610371"/>
          </a:xfrm>
          <a:prstGeom prst="rect">
            <a:avLst/>
          </a:prstGeom>
        </p:spPr>
      </p:pic>
      <p:sp>
        <p:nvSpPr>
          <p:cNvPr id="3" name="四角形: 角を丸くする 2">
            <a:extLst>
              <a:ext uri="{FF2B5EF4-FFF2-40B4-BE49-F238E27FC236}">
                <a16:creationId xmlns:a16="http://schemas.microsoft.com/office/drawing/2014/main" id="{8C27A142-5FC4-93AD-FF6F-8F111EA27139}"/>
              </a:ext>
            </a:extLst>
          </p:cNvPr>
          <p:cNvSpPr/>
          <p:nvPr/>
        </p:nvSpPr>
        <p:spPr>
          <a:xfrm>
            <a:off x="6812549" y="1140112"/>
            <a:ext cx="4623973" cy="4211579"/>
          </a:xfrm>
          <a:prstGeom prst="roundRect">
            <a:avLst>
              <a:gd name="adj" fmla="val 4721"/>
            </a:avLst>
          </a:prstGeom>
          <a:solidFill>
            <a:schemeClr val="bg1">
              <a:lumMod val="6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1718790934"/>
      </p:ext>
    </p:extLst>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8A51C5-997C-74F3-B610-9AD750BCDB9E}"/>
            </a:ext>
          </a:extLst>
        </p:cNvPr>
        <p:cNvGrpSpPr/>
        <p:nvPr/>
      </p:nvGrpSpPr>
      <p:grpSpPr>
        <a:xfrm>
          <a:off x="0" y="0"/>
          <a:ext cx="0" cy="0"/>
          <a:chOff x="0" y="0"/>
          <a:chExt cx="0" cy="0"/>
        </a:xfrm>
      </p:grpSpPr>
      <p:sp>
        <p:nvSpPr>
          <p:cNvPr id="19" name="台形 18">
            <a:extLst>
              <a:ext uri="{FF2B5EF4-FFF2-40B4-BE49-F238E27FC236}">
                <a16:creationId xmlns:a16="http://schemas.microsoft.com/office/drawing/2014/main" id="{3D171B1A-0CA8-CB0D-A67D-3EBAA7AF3616}"/>
              </a:ext>
            </a:extLst>
          </p:cNvPr>
          <p:cNvSpPr/>
          <p:nvPr/>
        </p:nvSpPr>
        <p:spPr>
          <a:xfrm rot="15655971">
            <a:off x="8504318" y="2930013"/>
            <a:ext cx="637073" cy="3030281"/>
          </a:xfrm>
          <a:prstGeom prst="trapezoid">
            <a:avLst>
              <a:gd name="adj" fmla="val 38526"/>
            </a:avLst>
          </a:prstGeom>
          <a:solidFill>
            <a:schemeClr val="accent6">
              <a:lumMod val="40000"/>
              <a:lumOff val="60000"/>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 name="テキスト ボックス 1">
            <a:extLst>
              <a:ext uri="{FF2B5EF4-FFF2-40B4-BE49-F238E27FC236}">
                <a16:creationId xmlns:a16="http://schemas.microsoft.com/office/drawing/2014/main" id="{A305727C-E54E-9599-BDBB-21C27CA61CDE}"/>
              </a:ext>
            </a:extLst>
          </p:cNvPr>
          <p:cNvSpPr txBox="1"/>
          <p:nvPr/>
        </p:nvSpPr>
        <p:spPr>
          <a:xfrm>
            <a:off x="757942" y="294880"/>
            <a:ext cx="2441694" cy="1446550"/>
          </a:xfrm>
          <a:prstGeom prst="rect">
            <a:avLst/>
          </a:prstGeom>
          <a:noFill/>
        </p:spPr>
        <p:txBody>
          <a:bodyPr wrap="none" rtlCol="0">
            <a:spAutoFit/>
          </a:bodyPr>
          <a:lstStyle/>
          <a:p>
            <a:pPr algn="ctr"/>
            <a:r>
              <a:rPr lang="ja-JP" altLang="en-US" sz="8800" b="1" dirty="0">
                <a:solidFill>
                  <a:schemeClr val="bg1">
                    <a:lumMod val="95000"/>
                  </a:schemeClr>
                </a:solidFill>
                <a:latin typeface="02流線形 Bold" pitchFamily="2" charset="-128"/>
                <a:ea typeface="02流線形 Bold" pitchFamily="2" charset="-128"/>
              </a:rPr>
              <a:t>勝利</a:t>
            </a:r>
            <a:endParaRPr kumimoji="1" lang="ja-JP" altLang="en-US" sz="8800" b="1" dirty="0">
              <a:solidFill>
                <a:schemeClr val="bg1">
                  <a:lumMod val="95000"/>
                </a:schemeClr>
              </a:solidFill>
              <a:latin typeface="02流線形 Bold" pitchFamily="2" charset="-128"/>
              <a:ea typeface="02流線形 Bold" pitchFamily="2" charset="-128"/>
            </a:endParaRPr>
          </a:p>
        </p:txBody>
      </p:sp>
      <p:sp>
        <p:nvSpPr>
          <p:cNvPr id="7" name="四角形: 角を丸くする 6">
            <a:extLst>
              <a:ext uri="{FF2B5EF4-FFF2-40B4-BE49-F238E27FC236}">
                <a16:creationId xmlns:a16="http://schemas.microsoft.com/office/drawing/2014/main" id="{D59A9C54-41E7-F716-E564-DBB5F7B6B7FB}"/>
              </a:ext>
            </a:extLst>
          </p:cNvPr>
          <p:cNvSpPr/>
          <p:nvPr/>
        </p:nvSpPr>
        <p:spPr>
          <a:xfrm>
            <a:off x="8862861" y="5716570"/>
            <a:ext cx="2729924" cy="631055"/>
          </a:xfrm>
          <a:prstGeom prst="roundRect">
            <a:avLst>
              <a:gd name="adj" fmla="val 9570"/>
            </a:avLst>
          </a:prstGeom>
          <a:solidFill>
            <a:schemeClr val="accent6"/>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rPr>
              <a:t>進む</a:t>
            </a:r>
          </a:p>
        </p:txBody>
      </p:sp>
      <p:sp>
        <p:nvSpPr>
          <p:cNvPr id="8" name="テキスト ボックス 7">
            <a:extLst>
              <a:ext uri="{FF2B5EF4-FFF2-40B4-BE49-F238E27FC236}">
                <a16:creationId xmlns:a16="http://schemas.microsoft.com/office/drawing/2014/main" id="{108DED90-BC19-B0E7-2F13-E9A1AECC0D47}"/>
              </a:ext>
            </a:extLst>
          </p:cNvPr>
          <p:cNvSpPr txBox="1"/>
          <p:nvPr/>
        </p:nvSpPr>
        <p:spPr>
          <a:xfrm>
            <a:off x="6087141" y="294880"/>
            <a:ext cx="2441694" cy="1446550"/>
          </a:xfrm>
          <a:prstGeom prst="rect">
            <a:avLst/>
          </a:prstGeom>
          <a:noFill/>
        </p:spPr>
        <p:txBody>
          <a:bodyPr wrap="none" rtlCol="0">
            <a:spAutoFit/>
          </a:bodyPr>
          <a:lstStyle/>
          <a:p>
            <a:pPr algn="ctr"/>
            <a:r>
              <a:rPr lang="ja-JP" altLang="en-US" sz="8800" b="1" dirty="0">
                <a:solidFill>
                  <a:schemeClr val="bg1">
                    <a:lumMod val="95000"/>
                  </a:schemeClr>
                </a:solidFill>
                <a:latin typeface="02流線形 Bold" pitchFamily="2" charset="-128"/>
                <a:ea typeface="02流線形 Bold" pitchFamily="2" charset="-128"/>
              </a:rPr>
              <a:t>報酬</a:t>
            </a:r>
            <a:endParaRPr kumimoji="1" lang="ja-JP" altLang="en-US" sz="8800" b="1" dirty="0">
              <a:solidFill>
                <a:schemeClr val="bg1">
                  <a:lumMod val="95000"/>
                </a:schemeClr>
              </a:solidFill>
              <a:latin typeface="02流線形 Bold" pitchFamily="2" charset="-128"/>
              <a:ea typeface="02流線形 Bold" pitchFamily="2" charset="-128"/>
            </a:endParaRPr>
          </a:p>
        </p:txBody>
      </p:sp>
      <p:sp>
        <p:nvSpPr>
          <p:cNvPr id="13" name="テキスト ボックス 12">
            <a:extLst>
              <a:ext uri="{FF2B5EF4-FFF2-40B4-BE49-F238E27FC236}">
                <a16:creationId xmlns:a16="http://schemas.microsoft.com/office/drawing/2014/main" id="{2CA6DAF2-C06B-EFC2-42D5-146691A3BD60}"/>
              </a:ext>
            </a:extLst>
          </p:cNvPr>
          <p:cNvSpPr txBox="1"/>
          <p:nvPr/>
        </p:nvSpPr>
        <p:spPr>
          <a:xfrm>
            <a:off x="7435295" y="2377132"/>
            <a:ext cx="3095719" cy="830997"/>
          </a:xfrm>
          <a:prstGeom prst="rect">
            <a:avLst/>
          </a:prstGeom>
          <a:noFill/>
        </p:spPr>
        <p:txBody>
          <a:bodyPr wrap="none" rtlCol="0">
            <a:spAutoFit/>
          </a:bodyPr>
          <a:lstStyle/>
          <a:p>
            <a:pPr algn="ctr"/>
            <a:r>
              <a:rPr lang="ja-JP" altLang="en-US" sz="3200" b="1" dirty="0">
                <a:solidFill>
                  <a:schemeClr val="bg1">
                    <a:lumMod val="95000"/>
                  </a:schemeClr>
                </a:solidFill>
                <a:latin typeface="02流線形 Bold" pitchFamily="2" charset="-128"/>
                <a:ea typeface="02流線形 Bold" pitchFamily="2" charset="-128"/>
              </a:rPr>
              <a:t>ボーナス</a:t>
            </a:r>
            <a:r>
              <a:rPr lang="en-US" altLang="ja-JP" sz="3200" b="1" dirty="0">
                <a:solidFill>
                  <a:schemeClr val="bg1">
                    <a:lumMod val="95000"/>
                  </a:schemeClr>
                </a:solidFill>
                <a:latin typeface="02流線形 Bold" pitchFamily="2" charset="-128"/>
                <a:ea typeface="02流線形 Bold" pitchFamily="2" charset="-128"/>
              </a:rPr>
              <a:t>×</a:t>
            </a:r>
            <a:r>
              <a:rPr lang="en-US" altLang="ja-JP" sz="4800" b="1" dirty="0">
                <a:solidFill>
                  <a:srgbClr val="CC00FF"/>
                </a:solidFill>
                <a:latin typeface="02流線形 Bold" pitchFamily="2" charset="-128"/>
                <a:ea typeface="02流線形 Bold" pitchFamily="2" charset="-128"/>
              </a:rPr>
              <a:t>1.5</a:t>
            </a:r>
            <a:endParaRPr kumimoji="1" lang="ja-JP" altLang="en-US" sz="4000" b="1" dirty="0">
              <a:solidFill>
                <a:srgbClr val="CC00FF"/>
              </a:solidFill>
              <a:latin typeface="02流線形 Bold" pitchFamily="2" charset="-128"/>
              <a:ea typeface="02流線形 Bold" pitchFamily="2" charset="-128"/>
            </a:endParaRPr>
          </a:p>
        </p:txBody>
      </p:sp>
      <p:sp>
        <p:nvSpPr>
          <p:cNvPr id="14" name="テキスト ボックス 13">
            <a:extLst>
              <a:ext uri="{FF2B5EF4-FFF2-40B4-BE49-F238E27FC236}">
                <a16:creationId xmlns:a16="http://schemas.microsoft.com/office/drawing/2014/main" id="{8241B6EA-7913-4590-EEB3-3BEB312A553D}"/>
              </a:ext>
            </a:extLst>
          </p:cNvPr>
          <p:cNvSpPr txBox="1"/>
          <p:nvPr/>
        </p:nvSpPr>
        <p:spPr>
          <a:xfrm rot="20897315">
            <a:off x="9813730" y="4710916"/>
            <a:ext cx="1463862" cy="584775"/>
          </a:xfrm>
          <a:prstGeom prst="rect">
            <a:avLst/>
          </a:prstGeom>
          <a:noFill/>
        </p:spPr>
        <p:txBody>
          <a:bodyPr wrap="none" rtlCol="0">
            <a:spAutoFit/>
          </a:bodyPr>
          <a:lstStyle/>
          <a:p>
            <a:pPr algn="ctr"/>
            <a:r>
              <a:rPr lang="en-US" altLang="ja-JP" sz="3200" b="1" dirty="0">
                <a:solidFill>
                  <a:schemeClr val="bg1">
                    <a:lumMod val="95000"/>
                  </a:schemeClr>
                </a:solidFill>
                <a:latin typeface="02流線形 Bold" pitchFamily="2" charset="-128"/>
                <a:ea typeface="02流線形 Bold" pitchFamily="2" charset="-128"/>
              </a:rPr>
              <a:t>GET</a:t>
            </a:r>
            <a:r>
              <a:rPr lang="ja-JP" altLang="en-US" sz="3200" b="1" dirty="0">
                <a:solidFill>
                  <a:schemeClr val="bg1">
                    <a:lumMod val="95000"/>
                  </a:schemeClr>
                </a:solidFill>
                <a:latin typeface="02流線形 Bold" pitchFamily="2" charset="-128"/>
                <a:ea typeface="02流線形 Bold" pitchFamily="2" charset="-128"/>
              </a:rPr>
              <a:t>！</a:t>
            </a:r>
            <a:endParaRPr kumimoji="1" lang="ja-JP" altLang="en-US" sz="3200" b="1" dirty="0">
              <a:solidFill>
                <a:srgbClr val="CC00FF"/>
              </a:solidFill>
              <a:latin typeface="02流線形 Bold" pitchFamily="2" charset="-128"/>
              <a:ea typeface="02流線形 Bold" pitchFamily="2" charset="-128"/>
            </a:endParaRPr>
          </a:p>
        </p:txBody>
      </p:sp>
      <p:pic>
        <p:nvPicPr>
          <p:cNvPr id="15" name="図 14">
            <a:extLst>
              <a:ext uri="{FF2B5EF4-FFF2-40B4-BE49-F238E27FC236}">
                <a16:creationId xmlns:a16="http://schemas.microsoft.com/office/drawing/2014/main" id="{9D90EA35-C7ED-0470-C538-DD8F787D86F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095429" y="3560189"/>
            <a:ext cx="1433406" cy="1396462"/>
          </a:xfrm>
          <a:prstGeom prst="rect">
            <a:avLst/>
          </a:prstGeom>
        </p:spPr>
      </p:pic>
      <p:sp>
        <p:nvSpPr>
          <p:cNvPr id="16" name="テキスト ボックス 15">
            <a:extLst>
              <a:ext uri="{FF2B5EF4-FFF2-40B4-BE49-F238E27FC236}">
                <a16:creationId xmlns:a16="http://schemas.microsoft.com/office/drawing/2014/main" id="{98C9096D-9EAC-2ED3-5458-763501BA4BE3}"/>
              </a:ext>
            </a:extLst>
          </p:cNvPr>
          <p:cNvSpPr txBox="1"/>
          <p:nvPr/>
        </p:nvSpPr>
        <p:spPr>
          <a:xfrm>
            <a:off x="8257566" y="3949657"/>
            <a:ext cx="1826142" cy="923330"/>
          </a:xfrm>
          <a:prstGeom prst="rect">
            <a:avLst/>
          </a:prstGeom>
          <a:noFill/>
        </p:spPr>
        <p:txBody>
          <a:bodyPr wrap="none" rtlCol="0">
            <a:spAutoFit/>
          </a:bodyPr>
          <a:lstStyle/>
          <a:p>
            <a:pPr algn="ctr"/>
            <a:r>
              <a:rPr lang="en-US" altLang="ja-JP" sz="3200" b="1" dirty="0">
                <a:solidFill>
                  <a:schemeClr val="bg1">
                    <a:lumMod val="95000"/>
                  </a:schemeClr>
                </a:solidFill>
                <a:latin typeface="02流線形 Bold" pitchFamily="2" charset="-128"/>
                <a:ea typeface="02流線形 Bold" pitchFamily="2" charset="-128"/>
              </a:rPr>
              <a:t>×</a:t>
            </a:r>
            <a:r>
              <a:rPr lang="en-US" altLang="ja-JP" sz="5400" b="1" dirty="0">
                <a:solidFill>
                  <a:schemeClr val="bg1">
                    <a:lumMod val="95000"/>
                  </a:schemeClr>
                </a:solidFill>
                <a:latin typeface="02流線形 Bold" pitchFamily="2" charset="-128"/>
                <a:ea typeface="02流線形 Bold" pitchFamily="2" charset="-128"/>
              </a:rPr>
              <a:t>000</a:t>
            </a:r>
            <a:endParaRPr kumimoji="1" lang="ja-JP" altLang="en-US" sz="4000" b="1" dirty="0">
              <a:solidFill>
                <a:srgbClr val="CC00FF"/>
              </a:solidFill>
              <a:latin typeface="02流線形 Bold" pitchFamily="2" charset="-128"/>
              <a:ea typeface="02流線形 Bold" pitchFamily="2" charset="-128"/>
            </a:endParaRPr>
          </a:p>
        </p:txBody>
      </p:sp>
      <p:grpSp>
        <p:nvGrpSpPr>
          <p:cNvPr id="30" name="グループ化 29">
            <a:extLst>
              <a:ext uri="{FF2B5EF4-FFF2-40B4-BE49-F238E27FC236}">
                <a16:creationId xmlns:a16="http://schemas.microsoft.com/office/drawing/2014/main" id="{DA7A4558-0DE0-E96B-9342-B4B17022C032}"/>
              </a:ext>
            </a:extLst>
          </p:cNvPr>
          <p:cNvGrpSpPr/>
          <p:nvPr/>
        </p:nvGrpSpPr>
        <p:grpSpPr>
          <a:xfrm>
            <a:off x="884329" y="2228755"/>
            <a:ext cx="5720437" cy="3303240"/>
            <a:chOff x="884329" y="2228755"/>
            <a:chExt cx="5720437" cy="3303240"/>
          </a:xfrm>
        </p:grpSpPr>
        <p:grpSp>
          <p:nvGrpSpPr>
            <p:cNvPr id="25" name="グループ化 24">
              <a:extLst>
                <a:ext uri="{FF2B5EF4-FFF2-40B4-BE49-F238E27FC236}">
                  <a16:creationId xmlns:a16="http://schemas.microsoft.com/office/drawing/2014/main" id="{6094F868-BE89-6C7E-B33E-C0A387651741}"/>
                </a:ext>
              </a:extLst>
            </p:cNvPr>
            <p:cNvGrpSpPr/>
            <p:nvPr/>
          </p:nvGrpSpPr>
          <p:grpSpPr>
            <a:xfrm>
              <a:off x="884329" y="2228755"/>
              <a:ext cx="1537402" cy="3303240"/>
              <a:chOff x="884329" y="2228755"/>
              <a:chExt cx="1537402" cy="3303240"/>
            </a:xfrm>
          </p:grpSpPr>
          <p:sp>
            <p:nvSpPr>
              <p:cNvPr id="4" name="テキスト ボックス 3">
                <a:extLst>
                  <a:ext uri="{FF2B5EF4-FFF2-40B4-BE49-F238E27FC236}">
                    <a16:creationId xmlns:a16="http://schemas.microsoft.com/office/drawing/2014/main" id="{D281E2B5-B081-BFBA-D0EF-31772875989E}"/>
                  </a:ext>
                </a:extLst>
              </p:cNvPr>
              <p:cNvSpPr txBox="1"/>
              <p:nvPr/>
            </p:nvSpPr>
            <p:spPr>
              <a:xfrm>
                <a:off x="1108551" y="2228755"/>
                <a:ext cx="1313180" cy="1446550"/>
              </a:xfrm>
              <a:prstGeom prst="rect">
                <a:avLst/>
              </a:prstGeom>
              <a:noFill/>
            </p:spPr>
            <p:txBody>
              <a:bodyPr wrap="none" rtlCol="0">
                <a:spAutoFit/>
              </a:bodyPr>
              <a:lstStyle/>
              <a:p>
                <a:pPr algn="ctr"/>
                <a:r>
                  <a:rPr lang="ja-JP" altLang="en-US" sz="8800" b="1" dirty="0">
                    <a:solidFill>
                      <a:schemeClr val="bg1">
                        <a:lumMod val="95000"/>
                      </a:schemeClr>
                    </a:solidFill>
                    <a:latin typeface="02流線形 Bold" pitchFamily="2" charset="-128"/>
                    <a:ea typeface="02流線形 Bold" pitchFamily="2" charset="-128"/>
                  </a:rPr>
                  <a:t>★</a:t>
                </a:r>
                <a:endParaRPr kumimoji="1" lang="ja-JP" altLang="en-US" sz="8800" b="1" dirty="0">
                  <a:solidFill>
                    <a:schemeClr val="bg1">
                      <a:lumMod val="95000"/>
                    </a:schemeClr>
                  </a:solidFill>
                  <a:latin typeface="02流線形 Bold" pitchFamily="2" charset="-128"/>
                  <a:ea typeface="02流線形 Bold" pitchFamily="2" charset="-128"/>
                </a:endParaRPr>
              </a:p>
            </p:txBody>
          </p:sp>
          <p:sp>
            <p:nvSpPr>
              <p:cNvPr id="6" name="テキスト ボックス 5">
                <a:extLst>
                  <a:ext uri="{FF2B5EF4-FFF2-40B4-BE49-F238E27FC236}">
                    <a16:creationId xmlns:a16="http://schemas.microsoft.com/office/drawing/2014/main" id="{65600B9F-FDA3-9DF3-F05C-6A1B9301BD62}"/>
                  </a:ext>
                </a:extLst>
              </p:cNvPr>
              <p:cNvSpPr txBox="1"/>
              <p:nvPr/>
            </p:nvSpPr>
            <p:spPr>
              <a:xfrm>
                <a:off x="1000278" y="3157100"/>
                <a:ext cx="1313180" cy="1446550"/>
              </a:xfrm>
              <a:prstGeom prst="rect">
                <a:avLst/>
              </a:prstGeom>
              <a:noFill/>
            </p:spPr>
            <p:txBody>
              <a:bodyPr wrap="none" rtlCol="0">
                <a:spAutoFit/>
              </a:bodyPr>
              <a:lstStyle/>
              <a:p>
                <a:pPr algn="ctr"/>
                <a:r>
                  <a:rPr kumimoji="1" lang="ja-JP" altLang="en-US" sz="8800" b="1" dirty="0">
                    <a:solidFill>
                      <a:schemeClr val="bg1">
                        <a:lumMod val="95000"/>
                      </a:schemeClr>
                    </a:solidFill>
                    <a:latin typeface="02流線形 Bold" pitchFamily="2" charset="-128"/>
                    <a:ea typeface="02流線形 Bold" pitchFamily="2" charset="-128"/>
                  </a:rPr>
                  <a:t>☆</a:t>
                </a:r>
              </a:p>
            </p:txBody>
          </p:sp>
          <p:sp>
            <p:nvSpPr>
              <p:cNvPr id="9" name="テキスト ボックス 8">
                <a:extLst>
                  <a:ext uri="{FF2B5EF4-FFF2-40B4-BE49-F238E27FC236}">
                    <a16:creationId xmlns:a16="http://schemas.microsoft.com/office/drawing/2014/main" id="{A95F06B6-EDDB-B490-5AB5-9ED476B2E6CB}"/>
                  </a:ext>
                </a:extLst>
              </p:cNvPr>
              <p:cNvSpPr txBox="1"/>
              <p:nvPr/>
            </p:nvSpPr>
            <p:spPr>
              <a:xfrm>
                <a:off x="884329" y="4085445"/>
                <a:ext cx="1313180" cy="1446550"/>
              </a:xfrm>
              <a:prstGeom prst="rect">
                <a:avLst/>
              </a:prstGeom>
              <a:noFill/>
            </p:spPr>
            <p:txBody>
              <a:bodyPr wrap="none" rtlCol="0">
                <a:spAutoFit/>
              </a:bodyPr>
              <a:lstStyle/>
              <a:p>
                <a:pPr algn="ctr"/>
                <a:r>
                  <a:rPr kumimoji="1" lang="ja-JP" altLang="en-US" sz="8800" b="1" dirty="0">
                    <a:solidFill>
                      <a:schemeClr val="bg1">
                        <a:lumMod val="95000"/>
                      </a:schemeClr>
                    </a:solidFill>
                    <a:latin typeface="02流線形 Bold" pitchFamily="2" charset="-128"/>
                    <a:ea typeface="02流線形 Bold" pitchFamily="2" charset="-128"/>
                  </a:rPr>
                  <a:t>☆</a:t>
                </a:r>
              </a:p>
            </p:txBody>
          </p:sp>
        </p:grpSp>
        <p:sp>
          <p:nvSpPr>
            <p:cNvPr id="10" name="テキスト ボックス 9">
              <a:extLst>
                <a:ext uri="{FF2B5EF4-FFF2-40B4-BE49-F238E27FC236}">
                  <a16:creationId xmlns:a16="http://schemas.microsoft.com/office/drawing/2014/main" id="{4205BEB0-7505-CE9C-2841-3644E3CB1CB8}"/>
                </a:ext>
              </a:extLst>
            </p:cNvPr>
            <p:cNvSpPr txBox="1"/>
            <p:nvPr/>
          </p:nvSpPr>
          <p:spPr>
            <a:xfrm>
              <a:off x="2337251" y="2603910"/>
              <a:ext cx="4267515" cy="830997"/>
            </a:xfrm>
            <a:prstGeom prst="rect">
              <a:avLst/>
            </a:prstGeom>
            <a:noFill/>
          </p:spPr>
          <p:txBody>
            <a:bodyPr wrap="none" rtlCol="0">
              <a:spAutoFit/>
            </a:bodyPr>
            <a:lstStyle/>
            <a:p>
              <a:r>
                <a:rPr lang="ja-JP" altLang="en-US" sz="4000" b="1" dirty="0">
                  <a:solidFill>
                    <a:schemeClr val="bg1">
                      <a:lumMod val="95000"/>
                    </a:schemeClr>
                  </a:solidFill>
                  <a:latin typeface="02流線形 Bold" pitchFamily="2" charset="-128"/>
                  <a:ea typeface="02流線形 Bold" pitchFamily="2" charset="-128"/>
                </a:rPr>
                <a:t>残</a:t>
              </a:r>
              <a:r>
                <a:rPr lang="en-US" altLang="ja-JP" sz="4000" b="1" dirty="0">
                  <a:solidFill>
                    <a:schemeClr val="bg1">
                      <a:lumMod val="95000"/>
                    </a:schemeClr>
                  </a:solidFill>
                  <a:latin typeface="02流線形 Bold" pitchFamily="2" charset="-128"/>
                  <a:ea typeface="02流線形 Bold" pitchFamily="2" charset="-128"/>
                </a:rPr>
                <a:t>HP</a:t>
              </a:r>
              <a:r>
                <a:rPr lang="ja-JP" altLang="en-US" sz="4000" b="1" dirty="0">
                  <a:solidFill>
                    <a:schemeClr val="bg1">
                      <a:lumMod val="95000"/>
                    </a:schemeClr>
                  </a:solidFill>
                  <a:latin typeface="02流線形 Bold" pitchFamily="2" charset="-128"/>
                  <a:ea typeface="02流線形 Bold" pitchFamily="2" charset="-128"/>
                </a:rPr>
                <a:t>が</a:t>
              </a:r>
              <a:r>
                <a:rPr lang="en-US" altLang="ja-JP" sz="4800" b="1" dirty="0">
                  <a:solidFill>
                    <a:srgbClr val="CC00FF"/>
                  </a:solidFill>
                  <a:latin typeface="02流線形 Bold" pitchFamily="2" charset="-128"/>
                  <a:ea typeface="02流線形 Bold" pitchFamily="2" charset="-128"/>
                </a:rPr>
                <a:t>25</a:t>
              </a:r>
              <a:r>
                <a:rPr lang="ja-JP" altLang="en-US" sz="4000" b="1" dirty="0">
                  <a:solidFill>
                    <a:schemeClr val="bg1">
                      <a:lumMod val="95000"/>
                    </a:schemeClr>
                  </a:solidFill>
                  <a:latin typeface="02流線形 Bold" pitchFamily="2" charset="-128"/>
                  <a:ea typeface="02流線形 Bold" pitchFamily="2" charset="-128"/>
                </a:rPr>
                <a:t>％以上</a:t>
              </a:r>
            </a:p>
          </p:txBody>
        </p:sp>
        <p:sp>
          <p:nvSpPr>
            <p:cNvPr id="22" name="テキスト ボックス 21">
              <a:extLst>
                <a:ext uri="{FF2B5EF4-FFF2-40B4-BE49-F238E27FC236}">
                  <a16:creationId xmlns:a16="http://schemas.microsoft.com/office/drawing/2014/main" id="{48660174-9F5E-0A6B-C91F-2CE3351649B1}"/>
                </a:ext>
              </a:extLst>
            </p:cNvPr>
            <p:cNvSpPr txBox="1"/>
            <p:nvPr/>
          </p:nvSpPr>
          <p:spPr>
            <a:xfrm>
              <a:off x="2253712" y="3547630"/>
              <a:ext cx="4267515" cy="830997"/>
            </a:xfrm>
            <a:prstGeom prst="rect">
              <a:avLst/>
            </a:prstGeom>
            <a:noFill/>
          </p:spPr>
          <p:txBody>
            <a:bodyPr wrap="none" rtlCol="0">
              <a:spAutoFit/>
            </a:bodyPr>
            <a:lstStyle/>
            <a:p>
              <a:r>
                <a:rPr lang="ja-JP" altLang="en-US" sz="4000" b="1" dirty="0">
                  <a:solidFill>
                    <a:schemeClr val="bg1">
                      <a:lumMod val="95000"/>
                    </a:schemeClr>
                  </a:solidFill>
                  <a:latin typeface="02流線形 Bold" pitchFamily="2" charset="-128"/>
                  <a:ea typeface="02流線形 Bold" pitchFamily="2" charset="-128"/>
                </a:rPr>
                <a:t>残</a:t>
              </a:r>
              <a:r>
                <a:rPr lang="en-US" altLang="ja-JP" sz="4000" b="1" dirty="0">
                  <a:solidFill>
                    <a:schemeClr val="bg1">
                      <a:lumMod val="95000"/>
                    </a:schemeClr>
                  </a:solidFill>
                  <a:latin typeface="02流線形 Bold" pitchFamily="2" charset="-128"/>
                  <a:ea typeface="02流線形 Bold" pitchFamily="2" charset="-128"/>
                </a:rPr>
                <a:t>HP</a:t>
              </a:r>
              <a:r>
                <a:rPr lang="ja-JP" altLang="en-US" sz="4000" b="1" dirty="0">
                  <a:solidFill>
                    <a:schemeClr val="bg1">
                      <a:lumMod val="95000"/>
                    </a:schemeClr>
                  </a:solidFill>
                  <a:latin typeface="02流線形 Bold" pitchFamily="2" charset="-128"/>
                  <a:ea typeface="02流線形 Bold" pitchFamily="2" charset="-128"/>
                </a:rPr>
                <a:t>が</a:t>
              </a:r>
              <a:r>
                <a:rPr lang="en-US" altLang="ja-JP" sz="4800" b="1" dirty="0">
                  <a:solidFill>
                    <a:srgbClr val="CC00FF"/>
                  </a:solidFill>
                  <a:latin typeface="02流線形 Bold" pitchFamily="2" charset="-128"/>
                  <a:ea typeface="02流線形 Bold" pitchFamily="2" charset="-128"/>
                </a:rPr>
                <a:t>50</a:t>
              </a:r>
              <a:r>
                <a:rPr lang="ja-JP" altLang="en-US" sz="4000" b="1" dirty="0">
                  <a:solidFill>
                    <a:schemeClr val="bg1">
                      <a:lumMod val="95000"/>
                    </a:schemeClr>
                  </a:solidFill>
                  <a:latin typeface="02流線形 Bold" pitchFamily="2" charset="-128"/>
                  <a:ea typeface="02流線形 Bold" pitchFamily="2" charset="-128"/>
                </a:rPr>
                <a:t>％以上</a:t>
              </a:r>
              <a:endParaRPr kumimoji="1" lang="ja-JP" altLang="en-US" sz="4000" b="1" dirty="0">
                <a:solidFill>
                  <a:schemeClr val="bg1">
                    <a:lumMod val="95000"/>
                  </a:schemeClr>
                </a:solidFill>
                <a:latin typeface="02流線形 Bold" pitchFamily="2" charset="-128"/>
                <a:ea typeface="02流線形 Bold" pitchFamily="2" charset="-128"/>
              </a:endParaRPr>
            </a:p>
          </p:txBody>
        </p:sp>
        <p:sp>
          <p:nvSpPr>
            <p:cNvPr id="23" name="テキスト ボックス 22">
              <a:extLst>
                <a:ext uri="{FF2B5EF4-FFF2-40B4-BE49-F238E27FC236}">
                  <a16:creationId xmlns:a16="http://schemas.microsoft.com/office/drawing/2014/main" id="{B37516AF-52A5-2278-F7B6-FC46B7668945}"/>
                </a:ext>
              </a:extLst>
            </p:cNvPr>
            <p:cNvSpPr txBox="1"/>
            <p:nvPr/>
          </p:nvSpPr>
          <p:spPr>
            <a:xfrm>
              <a:off x="2106912" y="4480955"/>
              <a:ext cx="4267515" cy="830997"/>
            </a:xfrm>
            <a:prstGeom prst="rect">
              <a:avLst/>
            </a:prstGeom>
            <a:noFill/>
          </p:spPr>
          <p:txBody>
            <a:bodyPr wrap="none" rtlCol="0">
              <a:spAutoFit/>
            </a:bodyPr>
            <a:lstStyle/>
            <a:p>
              <a:r>
                <a:rPr lang="ja-JP" altLang="en-US" sz="4000" b="1" dirty="0">
                  <a:solidFill>
                    <a:schemeClr val="bg1">
                      <a:lumMod val="95000"/>
                    </a:schemeClr>
                  </a:solidFill>
                  <a:latin typeface="02流線形 Bold" pitchFamily="2" charset="-128"/>
                  <a:ea typeface="02流線形 Bold" pitchFamily="2" charset="-128"/>
                </a:rPr>
                <a:t>残</a:t>
              </a:r>
              <a:r>
                <a:rPr lang="en-US" altLang="ja-JP" sz="4000" b="1" dirty="0">
                  <a:solidFill>
                    <a:schemeClr val="bg1">
                      <a:lumMod val="95000"/>
                    </a:schemeClr>
                  </a:solidFill>
                  <a:latin typeface="02流線形 Bold" pitchFamily="2" charset="-128"/>
                  <a:ea typeface="02流線形 Bold" pitchFamily="2" charset="-128"/>
                </a:rPr>
                <a:t>HP</a:t>
              </a:r>
              <a:r>
                <a:rPr lang="ja-JP" altLang="en-US" sz="4000" b="1" dirty="0">
                  <a:solidFill>
                    <a:schemeClr val="bg1">
                      <a:lumMod val="95000"/>
                    </a:schemeClr>
                  </a:solidFill>
                  <a:latin typeface="02流線形 Bold" pitchFamily="2" charset="-128"/>
                  <a:ea typeface="02流線形 Bold" pitchFamily="2" charset="-128"/>
                </a:rPr>
                <a:t>が</a:t>
              </a:r>
              <a:r>
                <a:rPr lang="en-US" altLang="ja-JP" sz="4800" b="1" dirty="0">
                  <a:solidFill>
                    <a:srgbClr val="CC00FF"/>
                  </a:solidFill>
                  <a:latin typeface="02流線形 Bold" pitchFamily="2" charset="-128"/>
                  <a:ea typeface="02流線形 Bold" pitchFamily="2" charset="-128"/>
                </a:rPr>
                <a:t>80</a:t>
              </a:r>
              <a:r>
                <a:rPr lang="ja-JP" altLang="en-US" sz="4000" b="1" dirty="0">
                  <a:solidFill>
                    <a:schemeClr val="bg1">
                      <a:lumMod val="95000"/>
                    </a:schemeClr>
                  </a:solidFill>
                  <a:latin typeface="02流線形 Bold" pitchFamily="2" charset="-128"/>
                  <a:ea typeface="02流線形 Bold" pitchFamily="2" charset="-128"/>
                </a:rPr>
                <a:t>％以上</a:t>
              </a:r>
            </a:p>
          </p:txBody>
        </p:sp>
      </p:grpSp>
      <p:grpSp>
        <p:nvGrpSpPr>
          <p:cNvPr id="26" name="グループ化 25">
            <a:extLst>
              <a:ext uri="{FF2B5EF4-FFF2-40B4-BE49-F238E27FC236}">
                <a16:creationId xmlns:a16="http://schemas.microsoft.com/office/drawing/2014/main" id="{1E43C6DF-E1FF-070B-DA45-34A5C543FB4C}"/>
              </a:ext>
            </a:extLst>
          </p:cNvPr>
          <p:cNvGrpSpPr/>
          <p:nvPr/>
        </p:nvGrpSpPr>
        <p:grpSpPr>
          <a:xfrm>
            <a:off x="6715005" y="1930877"/>
            <a:ext cx="870553" cy="1559745"/>
            <a:chOff x="1217753" y="2700392"/>
            <a:chExt cx="870553" cy="1559745"/>
          </a:xfrm>
        </p:grpSpPr>
        <p:sp>
          <p:nvSpPr>
            <p:cNvPr id="27" name="テキスト ボックス 26">
              <a:extLst>
                <a:ext uri="{FF2B5EF4-FFF2-40B4-BE49-F238E27FC236}">
                  <a16:creationId xmlns:a16="http://schemas.microsoft.com/office/drawing/2014/main" id="{5A7DFC4D-A375-B50B-8A92-C70004C5880B}"/>
                </a:ext>
              </a:extLst>
            </p:cNvPr>
            <p:cNvSpPr txBox="1"/>
            <p:nvPr/>
          </p:nvSpPr>
          <p:spPr>
            <a:xfrm>
              <a:off x="1441975" y="2700392"/>
              <a:ext cx="646331" cy="646331"/>
            </a:xfrm>
            <a:prstGeom prst="rect">
              <a:avLst/>
            </a:prstGeom>
            <a:noFill/>
          </p:spPr>
          <p:txBody>
            <a:bodyPr wrap="none" rtlCol="0">
              <a:spAutoFit/>
            </a:bodyPr>
            <a:lstStyle/>
            <a:p>
              <a:pPr algn="ctr"/>
              <a:r>
                <a:rPr lang="ja-JP" altLang="en-US" sz="3600" b="1" dirty="0">
                  <a:solidFill>
                    <a:schemeClr val="bg1">
                      <a:lumMod val="95000"/>
                    </a:schemeClr>
                  </a:solidFill>
                  <a:latin typeface="02流線形 Bold" pitchFamily="2" charset="-128"/>
                  <a:ea typeface="02流線形 Bold" pitchFamily="2" charset="-128"/>
                </a:rPr>
                <a:t>★</a:t>
              </a:r>
              <a:endParaRPr kumimoji="1" lang="ja-JP" altLang="en-US" sz="3600" b="1" dirty="0">
                <a:solidFill>
                  <a:schemeClr val="bg1">
                    <a:lumMod val="95000"/>
                  </a:schemeClr>
                </a:solidFill>
                <a:latin typeface="02流線形 Bold" pitchFamily="2" charset="-128"/>
                <a:ea typeface="02流線形 Bold" pitchFamily="2" charset="-128"/>
              </a:endParaRPr>
            </a:p>
          </p:txBody>
        </p:sp>
        <p:sp>
          <p:nvSpPr>
            <p:cNvPr id="28" name="テキスト ボックス 27">
              <a:extLst>
                <a:ext uri="{FF2B5EF4-FFF2-40B4-BE49-F238E27FC236}">
                  <a16:creationId xmlns:a16="http://schemas.microsoft.com/office/drawing/2014/main" id="{8E10D7A1-6C5F-CB96-1382-DBE0431B8DD0}"/>
                </a:ext>
              </a:extLst>
            </p:cNvPr>
            <p:cNvSpPr txBox="1"/>
            <p:nvPr/>
          </p:nvSpPr>
          <p:spPr>
            <a:xfrm>
              <a:off x="1333702" y="3157100"/>
              <a:ext cx="646331" cy="646331"/>
            </a:xfrm>
            <a:prstGeom prst="rect">
              <a:avLst/>
            </a:prstGeom>
            <a:noFill/>
          </p:spPr>
          <p:txBody>
            <a:bodyPr wrap="none" rtlCol="0">
              <a:spAutoFit/>
            </a:bodyPr>
            <a:lstStyle/>
            <a:p>
              <a:pPr algn="ctr"/>
              <a:r>
                <a:rPr kumimoji="1" lang="ja-JP" altLang="en-US" sz="3600" b="1" dirty="0">
                  <a:solidFill>
                    <a:schemeClr val="bg1">
                      <a:lumMod val="95000"/>
                    </a:schemeClr>
                  </a:solidFill>
                  <a:latin typeface="02流線形 Bold" pitchFamily="2" charset="-128"/>
                  <a:ea typeface="02流線形 Bold" pitchFamily="2" charset="-128"/>
                </a:rPr>
                <a:t>☆</a:t>
              </a:r>
            </a:p>
          </p:txBody>
        </p:sp>
        <p:sp>
          <p:nvSpPr>
            <p:cNvPr id="29" name="テキスト ボックス 28">
              <a:extLst>
                <a:ext uri="{FF2B5EF4-FFF2-40B4-BE49-F238E27FC236}">
                  <a16:creationId xmlns:a16="http://schemas.microsoft.com/office/drawing/2014/main" id="{AF99E5E8-7E38-AF39-127D-D0DA13CEB3DA}"/>
                </a:ext>
              </a:extLst>
            </p:cNvPr>
            <p:cNvSpPr txBox="1"/>
            <p:nvPr/>
          </p:nvSpPr>
          <p:spPr>
            <a:xfrm>
              <a:off x="1217753" y="3613806"/>
              <a:ext cx="646331" cy="646331"/>
            </a:xfrm>
            <a:prstGeom prst="rect">
              <a:avLst/>
            </a:prstGeom>
            <a:noFill/>
          </p:spPr>
          <p:txBody>
            <a:bodyPr wrap="none" rtlCol="0">
              <a:spAutoFit/>
            </a:bodyPr>
            <a:lstStyle/>
            <a:p>
              <a:pPr algn="ctr"/>
              <a:r>
                <a:rPr kumimoji="1" lang="ja-JP" altLang="en-US" sz="3600" b="1" dirty="0">
                  <a:solidFill>
                    <a:schemeClr val="bg1">
                      <a:lumMod val="95000"/>
                    </a:schemeClr>
                  </a:solidFill>
                  <a:latin typeface="02流線形 Bold" pitchFamily="2" charset="-128"/>
                  <a:ea typeface="02流線形 Bold" pitchFamily="2" charset="-128"/>
                </a:rPr>
                <a:t>☆</a:t>
              </a:r>
            </a:p>
          </p:txBody>
        </p:sp>
      </p:grpSp>
    </p:spTree>
    <p:extLst>
      <p:ext uri="{BB962C8B-B14F-4D97-AF65-F5344CB8AC3E}">
        <p14:creationId xmlns:p14="http://schemas.microsoft.com/office/powerpoint/2010/main" val="3040444408"/>
      </p:ext>
    </p:extLst>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899138-52E7-8362-8E0F-D1B4D104266C}"/>
            </a:ext>
          </a:extLst>
        </p:cNvPr>
        <p:cNvGrpSpPr/>
        <p:nvPr/>
      </p:nvGrpSpPr>
      <p:grpSpPr>
        <a:xfrm>
          <a:off x="0" y="0"/>
          <a:ext cx="0" cy="0"/>
          <a:chOff x="0" y="0"/>
          <a:chExt cx="0" cy="0"/>
        </a:xfrm>
      </p:grpSpPr>
      <p:sp>
        <p:nvSpPr>
          <p:cNvPr id="19" name="台形 18">
            <a:extLst>
              <a:ext uri="{FF2B5EF4-FFF2-40B4-BE49-F238E27FC236}">
                <a16:creationId xmlns:a16="http://schemas.microsoft.com/office/drawing/2014/main" id="{915B90CF-150C-B369-A08B-5554DB044E50}"/>
              </a:ext>
            </a:extLst>
          </p:cNvPr>
          <p:cNvSpPr/>
          <p:nvPr/>
        </p:nvSpPr>
        <p:spPr>
          <a:xfrm rot="15655971">
            <a:off x="8504318" y="2976668"/>
            <a:ext cx="637073" cy="3030281"/>
          </a:xfrm>
          <a:prstGeom prst="trapezoid">
            <a:avLst>
              <a:gd name="adj" fmla="val 38526"/>
            </a:avLst>
          </a:prstGeom>
          <a:solidFill>
            <a:schemeClr val="accent6">
              <a:lumMod val="40000"/>
              <a:lumOff val="60000"/>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 name="テキスト ボックス 1">
            <a:extLst>
              <a:ext uri="{FF2B5EF4-FFF2-40B4-BE49-F238E27FC236}">
                <a16:creationId xmlns:a16="http://schemas.microsoft.com/office/drawing/2014/main" id="{049C5499-F896-AC23-362C-F6476297C75B}"/>
              </a:ext>
            </a:extLst>
          </p:cNvPr>
          <p:cNvSpPr txBox="1"/>
          <p:nvPr/>
        </p:nvSpPr>
        <p:spPr>
          <a:xfrm>
            <a:off x="757942" y="294880"/>
            <a:ext cx="2441694" cy="1446550"/>
          </a:xfrm>
          <a:prstGeom prst="rect">
            <a:avLst/>
          </a:prstGeom>
          <a:noFill/>
        </p:spPr>
        <p:txBody>
          <a:bodyPr wrap="none" rtlCol="0">
            <a:spAutoFit/>
          </a:bodyPr>
          <a:lstStyle/>
          <a:p>
            <a:pPr algn="ctr"/>
            <a:r>
              <a:rPr lang="ja-JP" altLang="en-US" sz="8800" b="1" dirty="0">
                <a:solidFill>
                  <a:schemeClr val="bg1">
                    <a:lumMod val="95000"/>
                  </a:schemeClr>
                </a:solidFill>
                <a:latin typeface="02流線形 Bold" pitchFamily="2" charset="-128"/>
                <a:ea typeface="02流線形 Bold" pitchFamily="2" charset="-128"/>
              </a:rPr>
              <a:t>勝利</a:t>
            </a:r>
            <a:endParaRPr kumimoji="1" lang="ja-JP" altLang="en-US" sz="8800" b="1" dirty="0">
              <a:solidFill>
                <a:schemeClr val="bg1">
                  <a:lumMod val="95000"/>
                </a:schemeClr>
              </a:solidFill>
              <a:latin typeface="02流線形 Bold" pitchFamily="2" charset="-128"/>
              <a:ea typeface="02流線形 Bold" pitchFamily="2" charset="-128"/>
            </a:endParaRPr>
          </a:p>
        </p:txBody>
      </p:sp>
      <p:sp>
        <p:nvSpPr>
          <p:cNvPr id="4" name="テキスト ボックス 3">
            <a:extLst>
              <a:ext uri="{FF2B5EF4-FFF2-40B4-BE49-F238E27FC236}">
                <a16:creationId xmlns:a16="http://schemas.microsoft.com/office/drawing/2014/main" id="{07F36C9D-705B-E917-C991-811861D3C4AF}"/>
              </a:ext>
            </a:extLst>
          </p:cNvPr>
          <p:cNvSpPr txBox="1"/>
          <p:nvPr/>
        </p:nvSpPr>
        <p:spPr>
          <a:xfrm>
            <a:off x="828631" y="1967497"/>
            <a:ext cx="1313180" cy="1446550"/>
          </a:xfrm>
          <a:prstGeom prst="rect">
            <a:avLst/>
          </a:prstGeom>
          <a:noFill/>
        </p:spPr>
        <p:txBody>
          <a:bodyPr wrap="none" rtlCol="0">
            <a:spAutoFit/>
          </a:bodyPr>
          <a:lstStyle/>
          <a:p>
            <a:pPr algn="ctr"/>
            <a:r>
              <a:rPr lang="ja-JP" altLang="en-US" sz="8800" b="1" dirty="0">
                <a:solidFill>
                  <a:schemeClr val="bg1">
                    <a:lumMod val="95000"/>
                  </a:schemeClr>
                </a:solidFill>
                <a:latin typeface="02流線形 Bold" pitchFamily="2" charset="-128"/>
                <a:ea typeface="02流線形 Bold" pitchFamily="2" charset="-128"/>
              </a:rPr>
              <a:t>★</a:t>
            </a:r>
            <a:endParaRPr kumimoji="1" lang="ja-JP" altLang="en-US" sz="8800" b="1" dirty="0">
              <a:solidFill>
                <a:schemeClr val="bg1">
                  <a:lumMod val="95000"/>
                </a:schemeClr>
              </a:solidFill>
              <a:latin typeface="02流線形 Bold" pitchFamily="2" charset="-128"/>
              <a:ea typeface="02流線形 Bold" pitchFamily="2" charset="-128"/>
            </a:endParaRPr>
          </a:p>
        </p:txBody>
      </p:sp>
      <p:sp>
        <p:nvSpPr>
          <p:cNvPr id="6" name="テキスト ボックス 5">
            <a:extLst>
              <a:ext uri="{FF2B5EF4-FFF2-40B4-BE49-F238E27FC236}">
                <a16:creationId xmlns:a16="http://schemas.microsoft.com/office/drawing/2014/main" id="{C49C8138-FCD5-152C-0BF4-4543233C1608}"/>
              </a:ext>
            </a:extLst>
          </p:cNvPr>
          <p:cNvSpPr txBox="1"/>
          <p:nvPr/>
        </p:nvSpPr>
        <p:spPr>
          <a:xfrm>
            <a:off x="2047831" y="1967497"/>
            <a:ext cx="1313180" cy="1446550"/>
          </a:xfrm>
          <a:prstGeom prst="rect">
            <a:avLst/>
          </a:prstGeom>
          <a:noFill/>
        </p:spPr>
        <p:txBody>
          <a:bodyPr wrap="none" rtlCol="0">
            <a:spAutoFit/>
          </a:bodyPr>
          <a:lstStyle/>
          <a:p>
            <a:pPr algn="ctr"/>
            <a:r>
              <a:rPr kumimoji="1" lang="ja-JP" altLang="en-US" sz="8800" b="1" dirty="0">
                <a:solidFill>
                  <a:schemeClr val="bg1">
                    <a:lumMod val="95000"/>
                  </a:schemeClr>
                </a:solidFill>
                <a:latin typeface="02流線形 Bold" pitchFamily="2" charset="-128"/>
                <a:ea typeface="02流線形 Bold" pitchFamily="2" charset="-128"/>
              </a:rPr>
              <a:t>☆</a:t>
            </a:r>
          </a:p>
        </p:txBody>
      </p:sp>
      <p:sp>
        <p:nvSpPr>
          <p:cNvPr id="7" name="四角形: 角を丸くする 6">
            <a:extLst>
              <a:ext uri="{FF2B5EF4-FFF2-40B4-BE49-F238E27FC236}">
                <a16:creationId xmlns:a16="http://schemas.microsoft.com/office/drawing/2014/main" id="{43D60477-4E44-9BB0-05D7-1A5ABAF84C4A}"/>
              </a:ext>
            </a:extLst>
          </p:cNvPr>
          <p:cNvSpPr/>
          <p:nvPr/>
        </p:nvSpPr>
        <p:spPr>
          <a:xfrm>
            <a:off x="8862861" y="5716570"/>
            <a:ext cx="2729924" cy="631055"/>
          </a:xfrm>
          <a:prstGeom prst="roundRect">
            <a:avLst>
              <a:gd name="adj" fmla="val 9570"/>
            </a:avLst>
          </a:prstGeom>
          <a:solidFill>
            <a:schemeClr val="accent6"/>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rPr>
              <a:t>進む</a:t>
            </a:r>
          </a:p>
        </p:txBody>
      </p:sp>
      <p:sp>
        <p:nvSpPr>
          <p:cNvPr id="8" name="テキスト ボックス 7">
            <a:extLst>
              <a:ext uri="{FF2B5EF4-FFF2-40B4-BE49-F238E27FC236}">
                <a16:creationId xmlns:a16="http://schemas.microsoft.com/office/drawing/2014/main" id="{1E536E1A-D534-2131-8D33-D908C6B923C8}"/>
              </a:ext>
            </a:extLst>
          </p:cNvPr>
          <p:cNvSpPr txBox="1"/>
          <p:nvPr/>
        </p:nvSpPr>
        <p:spPr>
          <a:xfrm>
            <a:off x="6087141" y="294880"/>
            <a:ext cx="2441694" cy="1446550"/>
          </a:xfrm>
          <a:prstGeom prst="rect">
            <a:avLst/>
          </a:prstGeom>
          <a:noFill/>
        </p:spPr>
        <p:txBody>
          <a:bodyPr wrap="none" rtlCol="0">
            <a:spAutoFit/>
          </a:bodyPr>
          <a:lstStyle/>
          <a:p>
            <a:pPr algn="ctr"/>
            <a:r>
              <a:rPr lang="ja-JP" altLang="en-US" sz="8800" b="1" dirty="0">
                <a:solidFill>
                  <a:schemeClr val="bg1">
                    <a:lumMod val="95000"/>
                  </a:schemeClr>
                </a:solidFill>
                <a:latin typeface="02流線形 Bold" pitchFamily="2" charset="-128"/>
                <a:ea typeface="02流線形 Bold" pitchFamily="2" charset="-128"/>
              </a:rPr>
              <a:t>報酬</a:t>
            </a:r>
            <a:endParaRPr kumimoji="1" lang="ja-JP" altLang="en-US" sz="8800" b="1" dirty="0">
              <a:solidFill>
                <a:schemeClr val="bg1">
                  <a:lumMod val="95000"/>
                </a:schemeClr>
              </a:solidFill>
              <a:latin typeface="02流線形 Bold" pitchFamily="2" charset="-128"/>
              <a:ea typeface="02流線形 Bold" pitchFamily="2" charset="-128"/>
            </a:endParaRPr>
          </a:p>
        </p:txBody>
      </p:sp>
      <p:sp>
        <p:nvSpPr>
          <p:cNvPr id="9" name="テキスト ボックス 8">
            <a:extLst>
              <a:ext uri="{FF2B5EF4-FFF2-40B4-BE49-F238E27FC236}">
                <a16:creationId xmlns:a16="http://schemas.microsoft.com/office/drawing/2014/main" id="{A1A9FD7B-B932-61AE-8564-5CA837F2B5C5}"/>
              </a:ext>
            </a:extLst>
          </p:cNvPr>
          <p:cNvSpPr txBox="1"/>
          <p:nvPr/>
        </p:nvSpPr>
        <p:spPr>
          <a:xfrm>
            <a:off x="3267031" y="1967497"/>
            <a:ext cx="1313180" cy="1446550"/>
          </a:xfrm>
          <a:prstGeom prst="rect">
            <a:avLst/>
          </a:prstGeom>
          <a:noFill/>
        </p:spPr>
        <p:txBody>
          <a:bodyPr wrap="none" rtlCol="0">
            <a:spAutoFit/>
          </a:bodyPr>
          <a:lstStyle/>
          <a:p>
            <a:pPr algn="ctr"/>
            <a:r>
              <a:rPr kumimoji="1" lang="ja-JP" altLang="en-US" sz="8800" b="1" dirty="0">
                <a:solidFill>
                  <a:schemeClr val="bg1">
                    <a:lumMod val="95000"/>
                  </a:schemeClr>
                </a:solidFill>
                <a:latin typeface="02流線形 Bold" pitchFamily="2" charset="-128"/>
                <a:ea typeface="02流線形 Bold" pitchFamily="2" charset="-128"/>
              </a:rPr>
              <a:t>☆</a:t>
            </a:r>
          </a:p>
        </p:txBody>
      </p:sp>
      <p:sp>
        <p:nvSpPr>
          <p:cNvPr id="10" name="テキスト ボックス 9">
            <a:extLst>
              <a:ext uri="{FF2B5EF4-FFF2-40B4-BE49-F238E27FC236}">
                <a16:creationId xmlns:a16="http://schemas.microsoft.com/office/drawing/2014/main" id="{8AF66E2F-CE95-89AB-B4F7-1B5837243125}"/>
              </a:ext>
            </a:extLst>
          </p:cNvPr>
          <p:cNvSpPr txBox="1"/>
          <p:nvPr/>
        </p:nvSpPr>
        <p:spPr>
          <a:xfrm>
            <a:off x="1328767" y="3638635"/>
            <a:ext cx="3627916" cy="830997"/>
          </a:xfrm>
          <a:prstGeom prst="rect">
            <a:avLst/>
          </a:prstGeom>
          <a:noFill/>
        </p:spPr>
        <p:txBody>
          <a:bodyPr wrap="none" rtlCol="0">
            <a:spAutoFit/>
          </a:bodyPr>
          <a:lstStyle/>
          <a:p>
            <a:pPr algn="ctr"/>
            <a:r>
              <a:rPr lang="ja-JP" altLang="en-US" sz="4000" b="1" dirty="0">
                <a:solidFill>
                  <a:schemeClr val="bg1">
                    <a:lumMod val="95000"/>
                  </a:schemeClr>
                </a:solidFill>
                <a:latin typeface="02流線形 Bold" pitchFamily="2" charset="-128"/>
                <a:ea typeface="02流線形 Bold" pitchFamily="2" charset="-128"/>
              </a:rPr>
              <a:t>瀕死が</a:t>
            </a:r>
            <a:r>
              <a:rPr lang="en-US" altLang="ja-JP" sz="4800" b="1" dirty="0">
                <a:solidFill>
                  <a:srgbClr val="CC00FF"/>
                </a:solidFill>
                <a:latin typeface="02流線形 Bold" pitchFamily="2" charset="-128"/>
                <a:ea typeface="02流線形 Bold" pitchFamily="2" charset="-128"/>
              </a:rPr>
              <a:t>2</a:t>
            </a:r>
            <a:r>
              <a:rPr lang="ja-JP" altLang="en-US" sz="4000" b="1" dirty="0">
                <a:solidFill>
                  <a:schemeClr val="bg1">
                    <a:lumMod val="95000"/>
                  </a:schemeClr>
                </a:solidFill>
                <a:latin typeface="02流線形 Bold" pitchFamily="2" charset="-128"/>
                <a:ea typeface="02流線形 Bold" pitchFamily="2" charset="-128"/>
              </a:rPr>
              <a:t>人以上</a:t>
            </a:r>
            <a:endParaRPr kumimoji="1" lang="ja-JP" altLang="en-US" sz="4000" b="1" dirty="0">
              <a:solidFill>
                <a:schemeClr val="bg1">
                  <a:lumMod val="95000"/>
                </a:schemeClr>
              </a:solidFill>
              <a:latin typeface="02流線形 Bold" pitchFamily="2" charset="-128"/>
              <a:ea typeface="02流線形 Bold" pitchFamily="2" charset="-128"/>
            </a:endParaRPr>
          </a:p>
        </p:txBody>
      </p:sp>
      <p:sp>
        <p:nvSpPr>
          <p:cNvPr id="11" name="テキスト ボックス 10">
            <a:extLst>
              <a:ext uri="{FF2B5EF4-FFF2-40B4-BE49-F238E27FC236}">
                <a16:creationId xmlns:a16="http://schemas.microsoft.com/office/drawing/2014/main" id="{66CE24E9-F953-F600-A784-0155EF35E95C}"/>
              </a:ext>
            </a:extLst>
          </p:cNvPr>
          <p:cNvSpPr txBox="1"/>
          <p:nvPr/>
        </p:nvSpPr>
        <p:spPr>
          <a:xfrm>
            <a:off x="2141811" y="4811109"/>
            <a:ext cx="2627642" cy="1323439"/>
          </a:xfrm>
          <a:prstGeom prst="rect">
            <a:avLst/>
          </a:prstGeom>
          <a:noFill/>
        </p:spPr>
        <p:txBody>
          <a:bodyPr wrap="none" rtlCol="0">
            <a:spAutoFit/>
          </a:bodyPr>
          <a:lstStyle/>
          <a:p>
            <a:pPr algn="ctr"/>
            <a:r>
              <a:rPr lang="ja-JP" altLang="en-US" sz="8000" b="1" dirty="0">
                <a:solidFill>
                  <a:schemeClr val="bg1">
                    <a:lumMod val="95000"/>
                  </a:schemeClr>
                </a:solidFill>
                <a:latin typeface="KaitouYokokuGothic Heavy" panose="020B0A00000000000000" pitchFamily="34" charset="0"/>
                <a:ea typeface="KaitouYokokuGothic Heavy" panose="020B0A00000000000000" pitchFamily="34" charset="0"/>
              </a:rPr>
              <a:t>辛勝</a:t>
            </a:r>
            <a:endParaRPr kumimoji="1" lang="ja-JP" altLang="en-US" sz="8000" b="1" dirty="0">
              <a:solidFill>
                <a:schemeClr val="bg1">
                  <a:lumMod val="95000"/>
                </a:schemeClr>
              </a:solidFill>
              <a:latin typeface="KaitouYokokuGothic Heavy" panose="020B0A00000000000000" pitchFamily="34" charset="0"/>
              <a:ea typeface="KaitouYokokuGothic Heavy" panose="020B0A00000000000000" pitchFamily="34" charset="0"/>
            </a:endParaRPr>
          </a:p>
        </p:txBody>
      </p:sp>
      <p:sp>
        <p:nvSpPr>
          <p:cNvPr id="12" name="テキスト ボックス 11">
            <a:extLst>
              <a:ext uri="{FF2B5EF4-FFF2-40B4-BE49-F238E27FC236}">
                <a16:creationId xmlns:a16="http://schemas.microsoft.com/office/drawing/2014/main" id="{EA0E0F59-2DFA-5974-1C2F-94D965986353}"/>
              </a:ext>
            </a:extLst>
          </p:cNvPr>
          <p:cNvSpPr txBox="1"/>
          <p:nvPr/>
        </p:nvSpPr>
        <p:spPr>
          <a:xfrm>
            <a:off x="6087141" y="2136774"/>
            <a:ext cx="2199641" cy="1107996"/>
          </a:xfrm>
          <a:prstGeom prst="rect">
            <a:avLst/>
          </a:prstGeom>
          <a:noFill/>
        </p:spPr>
        <p:txBody>
          <a:bodyPr wrap="none" rtlCol="0">
            <a:spAutoFit/>
          </a:bodyPr>
          <a:lstStyle/>
          <a:p>
            <a:pPr algn="ctr"/>
            <a:r>
              <a:rPr lang="ja-JP" altLang="en-US" sz="6600" b="1" dirty="0">
                <a:solidFill>
                  <a:schemeClr val="bg1">
                    <a:lumMod val="95000"/>
                  </a:schemeClr>
                </a:solidFill>
                <a:latin typeface="KaitouYokokuGothic Heavy" panose="020B0A00000000000000" pitchFamily="34" charset="0"/>
                <a:ea typeface="KaitouYokokuGothic Heavy" panose="020B0A00000000000000" pitchFamily="34" charset="0"/>
              </a:rPr>
              <a:t>辛勝</a:t>
            </a:r>
            <a:endParaRPr kumimoji="1" lang="ja-JP" altLang="en-US" sz="6600" b="1" dirty="0">
              <a:solidFill>
                <a:schemeClr val="bg1">
                  <a:lumMod val="95000"/>
                </a:schemeClr>
              </a:solidFill>
              <a:latin typeface="KaitouYokokuGothic Heavy" panose="020B0A00000000000000" pitchFamily="34" charset="0"/>
              <a:ea typeface="KaitouYokokuGothic Heavy" panose="020B0A00000000000000" pitchFamily="34" charset="0"/>
            </a:endParaRPr>
          </a:p>
        </p:txBody>
      </p:sp>
      <p:sp>
        <p:nvSpPr>
          <p:cNvPr id="13" name="テキスト ボックス 12">
            <a:extLst>
              <a:ext uri="{FF2B5EF4-FFF2-40B4-BE49-F238E27FC236}">
                <a16:creationId xmlns:a16="http://schemas.microsoft.com/office/drawing/2014/main" id="{1E9F650B-0B25-9909-1E7E-AE015AA7A5B1}"/>
              </a:ext>
            </a:extLst>
          </p:cNvPr>
          <p:cNvSpPr txBox="1"/>
          <p:nvPr/>
        </p:nvSpPr>
        <p:spPr>
          <a:xfrm>
            <a:off x="8275507" y="2275273"/>
            <a:ext cx="3036409" cy="830997"/>
          </a:xfrm>
          <a:prstGeom prst="rect">
            <a:avLst/>
          </a:prstGeom>
          <a:noFill/>
        </p:spPr>
        <p:txBody>
          <a:bodyPr wrap="none" rtlCol="0">
            <a:spAutoFit/>
          </a:bodyPr>
          <a:lstStyle/>
          <a:p>
            <a:pPr algn="ctr"/>
            <a:r>
              <a:rPr lang="ja-JP" altLang="en-US" sz="4000" b="1" dirty="0">
                <a:solidFill>
                  <a:schemeClr val="bg1">
                    <a:lumMod val="95000"/>
                  </a:schemeClr>
                </a:solidFill>
                <a:latin typeface="02流線形 Bold" pitchFamily="2" charset="-128"/>
                <a:ea typeface="02流線形 Bold" pitchFamily="2" charset="-128"/>
              </a:rPr>
              <a:t>ボーナス</a:t>
            </a:r>
            <a:r>
              <a:rPr lang="en-US" altLang="ja-JP" sz="4000" b="1" dirty="0">
                <a:solidFill>
                  <a:schemeClr val="bg1">
                    <a:lumMod val="95000"/>
                  </a:schemeClr>
                </a:solidFill>
                <a:latin typeface="02流線形 Bold" pitchFamily="2" charset="-128"/>
                <a:ea typeface="02流線形 Bold" pitchFamily="2" charset="-128"/>
              </a:rPr>
              <a:t>×</a:t>
            </a:r>
            <a:r>
              <a:rPr lang="en-US" altLang="ja-JP" sz="4800" b="1" dirty="0">
                <a:solidFill>
                  <a:srgbClr val="CC00FF"/>
                </a:solidFill>
                <a:latin typeface="02流線形 Bold" pitchFamily="2" charset="-128"/>
                <a:ea typeface="02流線形 Bold" pitchFamily="2" charset="-128"/>
              </a:rPr>
              <a:t>1</a:t>
            </a:r>
            <a:endParaRPr kumimoji="1" lang="ja-JP" altLang="en-US" sz="4000" b="1" dirty="0">
              <a:solidFill>
                <a:srgbClr val="CC00FF"/>
              </a:solidFill>
              <a:latin typeface="02流線形 Bold" pitchFamily="2" charset="-128"/>
              <a:ea typeface="02流線形 Bold" pitchFamily="2" charset="-128"/>
            </a:endParaRPr>
          </a:p>
        </p:txBody>
      </p:sp>
      <p:sp>
        <p:nvSpPr>
          <p:cNvPr id="14" name="テキスト ボックス 13">
            <a:extLst>
              <a:ext uri="{FF2B5EF4-FFF2-40B4-BE49-F238E27FC236}">
                <a16:creationId xmlns:a16="http://schemas.microsoft.com/office/drawing/2014/main" id="{90368F09-A093-41DF-B0D7-4550F3C16A3F}"/>
              </a:ext>
            </a:extLst>
          </p:cNvPr>
          <p:cNvSpPr txBox="1"/>
          <p:nvPr/>
        </p:nvSpPr>
        <p:spPr>
          <a:xfrm rot="20897315">
            <a:off x="9813730" y="4757571"/>
            <a:ext cx="1463862" cy="584775"/>
          </a:xfrm>
          <a:prstGeom prst="rect">
            <a:avLst/>
          </a:prstGeom>
          <a:noFill/>
        </p:spPr>
        <p:txBody>
          <a:bodyPr wrap="none" rtlCol="0">
            <a:spAutoFit/>
          </a:bodyPr>
          <a:lstStyle/>
          <a:p>
            <a:pPr algn="ctr"/>
            <a:r>
              <a:rPr lang="en-US" altLang="ja-JP" sz="3200" b="1" dirty="0">
                <a:solidFill>
                  <a:schemeClr val="bg1">
                    <a:lumMod val="95000"/>
                  </a:schemeClr>
                </a:solidFill>
                <a:latin typeface="02流線形 Bold" pitchFamily="2" charset="-128"/>
                <a:ea typeface="02流線形 Bold" pitchFamily="2" charset="-128"/>
              </a:rPr>
              <a:t>GET</a:t>
            </a:r>
            <a:r>
              <a:rPr lang="ja-JP" altLang="en-US" sz="3200" b="1" dirty="0">
                <a:solidFill>
                  <a:schemeClr val="bg1">
                    <a:lumMod val="95000"/>
                  </a:schemeClr>
                </a:solidFill>
                <a:latin typeface="02流線形 Bold" pitchFamily="2" charset="-128"/>
                <a:ea typeface="02流線形 Bold" pitchFamily="2" charset="-128"/>
              </a:rPr>
              <a:t>！</a:t>
            </a:r>
            <a:endParaRPr kumimoji="1" lang="ja-JP" altLang="en-US" sz="3200" b="1" dirty="0">
              <a:solidFill>
                <a:srgbClr val="CC00FF"/>
              </a:solidFill>
              <a:latin typeface="02流線形 Bold" pitchFamily="2" charset="-128"/>
              <a:ea typeface="02流線形 Bold" pitchFamily="2" charset="-128"/>
            </a:endParaRPr>
          </a:p>
        </p:txBody>
      </p:sp>
      <p:pic>
        <p:nvPicPr>
          <p:cNvPr id="15" name="図 14">
            <a:extLst>
              <a:ext uri="{FF2B5EF4-FFF2-40B4-BE49-F238E27FC236}">
                <a16:creationId xmlns:a16="http://schemas.microsoft.com/office/drawing/2014/main" id="{C640FEC2-6E32-F49F-82A5-1365FE8FFCD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095429" y="3606844"/>
            <a:ext cx="1433406" cy="1396462"/>
          </a:xfrm>
          <a:prstGeom prst="rect">
            <a:avLst/>
          </a:prstGeom>
        </p:spPr>
      </p:pic>
      <p:sp>
        <p:nvSpPr>
          <p:cNvPr id="16" name="テキスト ボックス 15">
            <a:extLst>
              <a:ext uri="{FF2B5EF4-FFF2-40B4-BE49-F238E27FC236}">
                <a16:creationId xmlns:a16="http://schemas.microsoft.com/office/drawing/2014/main" id="{E40177A8-1980-DBDC-AF34-5902A8D7FE85}"/>
              </a:ext>
            </a:extLst>
          </p:cNvPr>
          <p:cNvSpPr txBox="1"/>
          <p:nvPr/>
        </p:nvSpPr>
        <p:spPr>
          <a:xfrm>
            <a:off x="8257566" y="3996312"/>
            <a:ext cx="1826142" cy="923330"/>
          </a:xfrm>
          <a:prstGeom prst="rect">
            <a:avLst/>
          </a:prstGeom>
          <a:noFill/>
        </p:spPr>
        <p:txBody>
          <a:bodyPr wrap="none" rtlCol="0">
            <a:spAutoFit/>
          </a:bodyPr>
          <a:lstStyle/>
          <a:p>
            <a:pPr algn="ctr"/>
            <a:r>
              <a:rPr lang="en-US" altLang="ja-JP" sz="3200" b="1" dirty="0">
                <a:solidFill>
                  <a:schemeClr val="bg1">
                    <a:lumMod val="95000"/>
                  </a:schemeClr>
                </a:solidFill>
                <a:latin typeface="02流線形 Bold" pitchFamily="2" charset="-128"/>
                <a:ea typeface="02流線形 Bold" pitchFamily="2" charset="-128"/>
              </a:rPr>
              <a:t>×</a:t>
            </a:r>
            <a:r>
              <a:rPr lang="en-US" altLang="ja-JP" sz="5400" b="1" dirty="0">
                <a:solidFill>
                  <a:schemeClr val="bg1">
                    <a:lumMod val="95000"/>
                  </a:schemeClr>
                </a:solidFill>
                <a:latin typeface="02流線形 Bold" pitchFamily="2" charset="-128"/>
                <a:ea typeface="02流線形 Bold" pitchFamily="2" charset="-128"/>
              </a:rPr>
              <a:t>000</a:t>
            </a:r>
            <a:endParaRPr kumimoji="1" lang="ja-JP" altLang="en-US" sz="4000" b="1" dirty="0">
              <a:solidFill>
                <a:srgbClr val="CC00FF"/>
              </a:solidFill>
              <a:latin typeface="02流線形 Bold" pitchFamily="2" charset="-128"/>
              <a:ea typeface="02流線形 Bold" pitchFamily="2" charset="-128"/>
            </a:endParaRPr>
          </a:p>
        </p:txBody>
      </p:sp>
    </p:spTree>
    <p:extLst>
      <p:ext uri="{BB962C8B-B14F-4D97-AF65-F5344CB8AC3E}">
        <p14:creationId xmlns:p14="http://schemas.microsoft.com/office/powerpoint/2010/main" val="1193740309"/>
      </p:ext>
    </p:extLst>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FFC09B-3059-09F4-E8F5-A16E4DFD949F}"/>
            </a:ext>
          </a:extLst>
        </p:cNvPr>
        <p:cNvGrpSpPr/>
        <p:nvPr/>
      </p:nvGrpSpPr>
      <p:grpSpPr>
        <a:xfrm>
          <a:off x="0" y="0"/>
          <a:ext cx="0" cy="0"/>
          <a:chOff x="0" y="0"/>
          <a:chExt cx="0" cy="0"/>
        </a:xfrm>
      </p:grpSpPr>
      <p:sp>
        <p:nvSpPr>
          <p:cNvPr id="2" name="四角形: 角を丸くする 1">
            <a:extLst>
              <a:ext uri="{FF2B5EF4-FFF2-40B4-BE49-F238E27FC236}">
                <a16:creationId xmlns:a16="http://schemas.microsoft.com/office/drawing/2014/main" id="{323A8401-5ECB-3CD6-D5EA-7808AE735DEB}"/>
              </a:ext>
            </a:extLst>
          </p:cNvPr>
          <p:cNvSpPr/>
          <p:nvPr/>
        </p:nvSpPr>
        <p:spPr>
          <a:xfrm>
            <a:off x="726233" y="695130"/>
            <a:ext cx="8501744" cy="5467739"/>
          </a:xfrm>
          <a:prstGeom prst="roundRect">
            <a:avLst>
              <a:gd name="adj" fmla="val 6428"/>
            </a:avLst>
          </a:prstGeom>
          <a:solidFill>
            <a:schemeClr val="bg1">
              <a:lumMod val="75000"/>
              <a:alpha val="6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26" name="四角形: 角を丸くする 225">
            <a:extLst>
              <a:ext uri="{FF2B5EF4-FFF2-40B4-BE49-F238E27FC236}">
                <a16:creationId xmlns:a16="http://schemas.microsoft.com/office/drawing/2014/main" id="{F609DEE2-CDF5-0DF1-FEBD-DF97042EB0CC}"/>
              </a:ext>
            </a:extLst>
          </p:cNvPr>
          <p:cNvSpPr/>
          <p:nvPr/>
        </p:nvSpPr>
        <p:spPr>
          <a:xfrm>
            <a:off x="6403408" y="4609319"/>
            <a:ext cx="1144222" cy="1185415"/>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27" name="四角形: 角を丸くする 226">
            <a:extLst>
              <a:ext uri="{FF2B5EF4-FFF2-40B4-BE49-F238E27FC236}">
                <a16:creationId xmlns:a16="http://schemas.microsoft.com/office/drawing/2014/main" id="{603EB755-81D4-4E13-AE48-6C1AE5DCFC81}"/>
              </a:ext>
            </a:extLst>
          </p:cNvPr>
          <p:cNvSpPr/>
          <p:nvPr/>
        </p:nvSpPr>
        <p:spPr>
          <a:xfrm>
            <a:off x="7674065" y="4609319"/>
            <a:ext cx="1144222" cy="1185415"/>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35" name="フリーフォーム: 図形 234">
            <a:extLst>
              <a:ext uri="{FF2B5EF4-FFF2-40B4-BE49-F238E27FC236}">
                <a16:creationId xmlns:a16="http://schemas.microsoft.com/office/drawing/2014/main" id="{7DBFAB30-2DB6-776F-B2D4-A406D788BAFA}"/>
              </a:ext>
            </a:extLst>
          </p:cNvPr>
          <p:cNvSpPr/>
          <p:nvPr/>
        </p:nvSpPr>
        <p:spPr>
          <a:xfrm>
            <a:off x="5132750" y="4609322"/>
            <a:ext cx="3685536" cy="1194997"/>
          </a:xfrm>
          <a:custGeom>
            <a:avLst/>
            <a:gdLst>
              <a:gd name="csX0" fmla="*/ 190708 w 3685536"/>
              <a:gd name="csY0" fmla="*/ 0 h 1194997"/>
              <a:gd name="csX1" fmla="*/ 953516 w 3685536"/>
              <a:gd name="csY1" fmla="*/ 0 h 1194997"/>
              <a:gd name="csX2" fmla="*/ 1144223 w 3685536"/>
              <a:gd name="csY2" fmla="*/ 190707 h 1194997"/>
              <a:gd name="csX3" fmla="*/ 1144223 w 3685536"/>
              <a:gd name="csY3" fmla="*/ 453862 h 1194997"/>
              <a:gd name="csX4" fmla="*/ 3562011 w 3685536"/>
              <a:gd name="csY4" fmla="*/ 453862 h 1194997"/>
              <a:gd name="csX5" fmla="*/ 3685536 w 3685536"/>
              <a:gd name="csY5" fmla="*/ 577387 h 1194997"/>
              <a:gd name="csX6" fmla="*/ 3685536 w 3685536"/>
              <a:gd name="csY6" fmla="*/ 715360 h 1194997"/>
              <a:gd name="csX7" fmla="*/ 3685536 w 3685536"/>
              <a:gd name="csY7" fmla="*/ 1071472 h 1194997"/>
              <a:gd name="csX8" fmla="*/ 3685536 w 3685536"/>
              <a:gd name="csY8" fmla="*/ 1099067 h 1194997"/>
              <a:gd name="csX9" fmla="*/ 3589606 w 3685536"/>
              <a:gd name="csY9" fmla="*/ 1194997 h 1194997"/>
              <a:gd name="csX10" fmla="*/ 3562011 w 3685536"/>
              <a:gd name="csY10" fmla="*/ 1194997 h 1194997"/>
              <a:gd name="csX11" fmla="*/ 740267 w 3685536"/>
              <a:gd name="csY11" fmla="*/ 1194997 h 1194997"/>
              <a:gd name="csX12" fmla="*/ 95930 w 3685536"/>
              <a:gd name="csY12" fmla="*/ 1194997 h 1194997"/>
              <a:gd name="csX13" fmla="*/ 0 w 3685536"/>
              <a:gd name="csY13" fmla="*/ 1099067 h 1194997"/>
              <a:gd name="csX14" fmla="*/ 0 w 3685536"/>
              <a:gd name="csY14" fmla="*/ 715360 h 1194997"/>
              <a:gd name="csX15" fmla="*/ 1 w 3685536"/>
              <a:gd name="csY15" fmla="*/ 715355 h 1194997"/>
              <a:gd name="csX16" fmla="*/ 1 w 3685536"/>
              <a:gd name="csY16" fmla="*/ 190707 h 1194997"/>
              <a:gd name="csX17" fmla="*/ 190708 w 3685536"/>
              <a:gd name="csY17" fmla="*/ 0 h 11949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Lst>
            <a:rect l="l" t="t" r="r" b="b"/>
            <a:pathLst>
              <a:path w="3685536" h="1194997">
                <a:moveTo>
                  <a:pt x="190708" y="0"/>
                </a:moveTo>
                <a:lnTo>
                  <a:pt x="953516" y="0"/>
                </a:lnTo>
                <a:cubicBezTo>
                  <a:pt x="1058841" y="0"/>
                  <a:pt x="1144223" y="85382"/>
                  <a:pt x="1144223" y="190707"/>
                </a:cubicBezTo>
                <a:lnTo>
                  <a:pt x="1144223" y="453862"/>
                </a:lnTo>
                <a:lnTo>
                  <a:pt x="3562011" y="453862"/>
                </a:lnTo>
                <a:cubicBezTo>
                  <a:pt x="3630232" y="453862"/>
                  <a:pt x="3685536" y="509166"/>
                  <a:pt x="3685536" y="577387"/>
                </a:cubicBezTo>
                <a:lnTo>
                  <a:pt x="3685536" y="715360"/>
                </a:lnTo>
                <a:lnTo>
                  <a:pt x="3685536" y="1071472"/>
                </a:lnTo>
                <a:lnTo>
                  <a:pt x="3685536" y="1099067"/>
                </a:lnTo>
                <a:cubicBezTo>
                  <a:pt x="3685536" y="1152048"/>
                  <a:pt x="3642587" y="1194997"/>
                  <a:pt x="3589606" y="1194997"/>
                </a:cubicBezTo>
                <a:lnTo>
                  <a:pt x="3562011" y="1194997"/>
                </a:lnTo>
                <a:lnTo>
                  <a:pt x="740267" y="1194997"/>
                </a:lnTo>
                <a:lnTo>
                  <a:pt x="95930" y="1194997"/>
                </a:lnTo>
                <a:cubicBezTo>
                  <a:pt x="42949" y="1194997"/>
                  <a:pt x="0" y="1152048"/>
                  <a:pt x="0" y="1099067"/>
                </a:cubicBezTo>
                <a:lnTo>
                  <a:pt x="0" y="715360"/>
                </a:lnTo>
                <a:lnTo>
                  <a:pt x="1" y="715355"/>
                </a:lnTo>
                <a:lnTo>
                  <a:pt x="1" y="190707"/>
                </a:lnTo>
                <a:cubicBezTo>
                  <a:pt x="1" y="85382"/>
                  <a:pt x="85383" y="0"/>
                  <a:pt x="190708" y="0"/>
                </a:cubicBezTo>
                <a:close/>
              </a:path>
            </a:pathLst>
          </a:cu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dirty="0">
              <a:latin typeface="HGS明朝E" panose="02020900000000000000" pitchFamily="18" charset="-128"/>
              <a:ea typeface="HGS明朝E" panose="02020900000000000000" pitchFamily="18" charset="-128"/>
            </a:endParaRPr>
          </a:p>
        </p:txBody>
      </p:sp>
      <p:grpSp>
        <p:nvGrpSpPr>
          <p:cNvPr id="211" name="グループ化 210">
            <a:extLst>
              <a:ext uri="{FF2B5EF4-FFF2-40B4-BE49-F238E27FC236}">
                <a16:creationId xmlns:a16="http://schemas.microsoft.com/office/drawing/2014/main" id="{AC4E2196-2E60-C6B2-1D16-88896AB86BE6}"/>
              </a:ext>
            </a:extLst>
          </p:cNvPr>
          <p:cNvGrpSpPr/>
          <p:nvPr/>
        </p:nvGrpSpPr>
        <p:grpSpPr>
          <a:xfrm>
            <a:off x="1297688" y="1561044"/>
            <a:ext cx="2857030" cy="3442653"/>
            <a:chOff x="1017147" y="939266"/>
            <a:chExt cx="3294264" cy="3969509"/>
          </a:xfrm>
        </p:grpSpPr>
        <p:sp>
          <p:nvSpPr>
            <p:cNvPr id="206" name="四角形: 角を丸くする 205">
              <a:extLst>
                <a:ext uri="{FF2B5EF4-FFF2-40B4-BE49-F238E27FC236}">
                  <a16:creationId xmlns:a16="http://schemas.microsoft.com/office/drawing/2014/main" id="{60AE9AE0-2045-9EDA-50D9-386FF48112D0}"/>
                </a:ext>
              </a:extLst>
            </p:cNvPr>
            <p:cNvSpPr/>
            <p:nvPr/>
          </p:nvSpPr>
          <p:spPr>
            <a:xfrm>
              <a:off x="1017147" y="939266"/>
              <a:ext cx="3294264" cy="3969509"/>
            </a:xfrm>
            <a:prstGeom prst="roundRect">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pic>
          <p:nvPicPr>
            <p:cNvPr id="35" name="図 34">
              <a:extLst>
                <a:ext uri="{FF2B5EF4-FFF2-40B4-BE49-F238E27FC236}">
                  <a16:creationId xmlns:a16="http://schemas.microsoft.com/office/drawing/2014/main" id="{B6BF2FAD-0844-95F3-1483-DF165361B65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63689" y="1523810"/>
              <a:ext cx="2098825" cy="3148238"/>
            </a:xfrm>
            <a:prstGeom prst="rect">
              <a:avLst/>
            </a:prstGeom>
          </p:spPr>
        </p:pic>
        <p:sp>
          <p:nvSpPr>
            <p:cNvPr id="38" name="テキスト ボックス 37">
              <a:extLst>
                <a:ext uri="{FF2B5EF4-FFF2-40B4-BE49-F238E27FC236}">
                  <a16:creationId xmlns:a16="http://schemas.microsoft.com/office/drawing/2014/main" id="{074D7300-E3E2-A64D-E3E4-4EA20A7BD758}"/>
                </a:ext>
              </a:extLst>
            </p:cNvPr>
            <p:cNvSpPr txBox="1"/>
            <p:nvPr/>
          </p:nvSpPr>
          <p:spPr>
            <a:xfrm>
              <a:off x="1844363" y="1020924"/>
              <a:ext cx="1639832" cy="532317"/>
            </a:xfrm>
            <a:prstGeom prst="rect">
              <a:avLst/>
            </a:prstGeom>
            <a:noFill/>
          </p:spPr>
          <p:txBody>
            <a:bodyPr wrap="none" rtlCol="0">
              <a:spAutoFit/>
            </a:bodyPr>
            <a:lstStyle/>
            <a:p>
              <a:pPr algn="ctr"/>
              <a:r>
                <a:rPr lang="ja-JP" altLang="en-US" sz="2400" b="1" dirty="0">
                  <a:solidFill>
                    <a:schemeClr val="tx1">
                      <a:lumMod val="95000"/>
                      <a:lumOff val="5000"/>
                    </a:schemeClr>
                  </a:solidFill>
                  <a:latin typeface="HGS明朝E" panose="02020900000000000000" pitchFamily="18" charset="-128"/>
                  <a:ea typeface="HGS明朝E" panose="02020900000000000000" pitchFamily="18" charset="-128"/>
                </a:rPr>
                <a:t>キャラ名</a:t>
              </a:r>
              <a:endParaRPr kumimoji="1" lang="ja-JP" altLang="en-US" sz="2400" b="1" dirty="0">
                <a:solidFill>
                  <a:schemeClr val="tx1">
                    <a:lumMod val="95000"/>
                    <a:lumOff val="5000"/>
                  </a:schemeClr>
                </a:solidFill>
                <a:latin typeface="HGS明朝E" panose="02020900000000000000" pitchFamily="18" charset="-128"/>
                <a:ea typeface="HGS明朝E" panose="02020900000000000000" pitchFamily="18" charset="-128"/>
              </a:endParaRPr>
            </a:p>
          </p:txBody>
        </p:sp>
      </p:grpSp>
      <p:grpSp>
        <p:nvGrpSpPr>
          <p:cNvPr id="220" name="グループ化 219">
            <a:extLst>
              <a:ext uri="{FF2B5EF4-FFF2-40B4-BE49-F238E27FC236}">
                <a16:creationId xmlns:a16="http://schemas.microsoft.com/office/drawing/2014/main" id="{5A5D8E9C-017E-3095-4A2B-F51DFB72171C}"/>
              </a:ext>
            </a:extLst>
          </p:cNvPr>
          <p:cNvGrpSpPr/>
          <p:nvPr/>
        </p:nvGrpSpPr>
        <p:grpSpPr>
          <a:xfrm>
            <a:off x="5153065" y="2887838"/>
            <a:ext cx="1484790" cy="739567"/>
            <a:chOff x="5227712" y="3336557"/>
            <a:chExt cx="1747806" cy="739567"/>
          </a:xfrm>
        </p:grpSpPr>
        <p:sp>
          <p:nvSpPr>
            <p:cNvPr id="201" name="テキスト ボックス 200">
              <a:extLst>
                <a:ext uri="{FF2B5EF4-FFF2-40B4-BE49-F238E27FC236}">
                  <a16:creationId xmlns:a16="http://schemas.microsoft.com/office/drawing/2014/main" id="{4C3CC879-EB19-0B8B-C925-6262A4D7BB99}"/>
                </a:ext>
              </a:extLst>
            </p:cNvPr>
            <p:cNvSpPr txBox="1"/>
            <p:nvPr/>
          </p:nvSpPr>
          <p:spPr>
            <a:xfrm>
              <a:off x="5227712" y="3336557"/>
              <a:ext cx="1510350" cy="340743"/>
            </a:xfrm>
            <a:prstGeom prst="rect">
              <a:avLst/>
            </a:prstGeom>
            <a:noFill/>
          </p:spPr>
          <p:txBody>
            <a:bodyPr wrap="none" rtlCol="0">
              <a:spAutoFit/>
            </a:bodyPr>
            <a:lstStyle/>
            <a:p>
              <a:r>
                <a:rPr lang="en-US" altLang="ja-JP" b="1" dirty="0">
                  <a:solidFill>
                    <a:schemeClr val="tx1">
                      <a:lumMod val="95000"/>
                      <a:lumOff val="5000"/>
                    </a:schemeClr>
                  </a:solidFill>
                  <a:latin typeface="HGS明朝E" panose="02020900000000000000" pitchFamily="18" charset="-128"/>
                  <a:ea typeface="HGS明朝E" panose="02020900000000000000" pitchFamily="18" charset="-128"/>
                </a:rPr>
                <a:t>ATK</a:t>
              </a:r>
              <a:r>
                <a:rPr lang="ja-JP" altLang="en-US" b="1" dirty="0">
                  <a:solidFill>
                    <a:schemeClr val="tx1">
                      <a:lumMod val="95000"/>
                      <a:lumOff val="5000"/>
                    </a:schemeClr>
                  </a:solidFill>
                  <a:latin typeface="HGS明朝E" panose="02020900000000000000" pitchFamily="18" charset="-128"/>
                  <a:ea typeface="HGS明朝E" panose="02020900000000000000" pitchFamily="18" charset="-128"/>
                </a:rPr>
                <a:t>：</a:t>
              </a:r>
              <a:r>
                <a:rPr lang="en-US" altLang="ja-JP" sz="2400" b="1" dirty="0">
                  <a:solidFill>
                    <a:schemeClr val="tx1">
                      <a:lumMod val="95000"/>
                      <a:lumOff val="5000"/>
                    </a:schemeClr>
                  </a:solidFill>
                  <a:latin typeface="HGS明朝E" panose="02020900000000000000" pitchFamily="18" charset="-128"/>
                  <a:ea typeface="HGS明朝E" panose="02020900000000000000" pitchFamily="18" charset="-128"/>
                </a:rPr>
                <a:t>0000</a:t>
              </a:r>
              <a:endParaRPr lang="en-US" altLang="ja-JP" b="1" dirty="0">
                <a:solidFill>
                  <a:schemeClr val="tx1">
                    <a:lumMod val="95000"/>
                    <a:lumOff val="5000"/>
                  </a:schemeClr>
                </a:solidFill>
                <a:latin typeface="HGS明朝E" panose="02020900000000000000" pitchFamily="18" charset="-128"/>
                <a:ea typeface="HGS明朝E" panose="02020900000000000000" pitchFamily="18" charset="-128"/>
              </a:endParaRPr>
            </a:p>
          </p:txBody>
        </p:sp>
        <p:sp>
          <p:nvSpPr>
            <p:cNvPr id="202" name="四角形: 角を丸くする 201">
              <a:extLst>
                <a:ext uri="{FF2B5EF4-FFF2-40B4-BE49-F238E27FC236}">
                  <a16:creationId xmlns:a16="http://schemas.microsoft.com/office/drawing/2014/main" id="{7E735B4C-7A13-D691-9A69-1F3D36122D5E}"/>
                </a:ext>
              </a:extLst>
            </p:cNvPr>
            <p:cNvSpPr/>
            <p:nvPr/>
          </p:nvSpPr>
          <p:spPr>
            <a:xfrm rot="5400000">
              <a:off x="5960059" y="3060665"/>
              <a:ext cx="283112" cy="1747806"/>
            </a:xfrm>
            <a:prstGeom prst="roundRect">
              <a:avLst>
                <a:gd name="adj" fmla="val 9570"/>
              </a:avLst>
            </a:prstGeom>
            <a:solidFill>
              <a:schemeClr val="accent1"/>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grpSp>
        <p:nvGrpSpPr>
          <p:cNvPr id="210" name="グループ化 209">
            <a:extLst>
              <a:ext uri="{FF2B5EF4-FFF2-40B4-BE49-F238E27FC236}">
                <a16:creationId xmlns:a16="http://schemas.microsoft.com/office/drawing/2014/main" id="{236CEE9C-22E9-0BBB-9E17-01E5CB3368C9}"/>
              </a:ext>
            </a:extLst>
          </p:cNvPr>
          <p:cNvGrpSpPr/>
          <p:nvPr/>
        </p:nvGrpSpPr>
        <p:grpSpPr>
          <a:xfrm>
            <a:off x="1253981" y="4977996"/>
            <a:ext cx="2945619" cy="1009959"/>
            <a:chOff x="1225987" y="4977996"/>
            <a:chExt cx="2945619" cy="1009959"/>
          </a:xfrm>
        </p:grpSpPr>
        <p:pic>
          <p:nvPicPr>
            <p:cNvPr id="42" name="図 41">
              <a:extLst>
                <a:ext uri="{FF2B5EF4-FFF2-40B4-BE49-F238E27FC236}">
                  <a16:creationId xmlns:a16="http://schemas.microsoft.com/office/drawing/2014/main" id="{EBBD29CE-0FE7-18B5-93BA-E729BEB50C7C}"/>
                </a:ext>
              </a:extLst>
            </p:cNvPr>
            <p:cNvPicPr>
              <a:picLocks noChangeAspect="1"/>
            </p:cNvPicPr>
            <p:nvPr/>
          </p:nvPicPr>
          <p:blipFill>
            <a:blip r:embed="rId4">
              <a:duotone>
                <a:schemeClr val="accent3">
                  <a:shade val="45000"/>
                  <a:satMod val="135000"/>
                </a:schemeClr>
                <a:prstClr val="white"/>
              </a:duotone>
              <a:extLst>
                <a:ext uri="{28A0092B-C50C-407E-A947-70E740481C1C}">
                  <a14:useLocalDpi xmlns:a14="http://schemas.microsoft.com/office/drawing/2010/main" val="0"/>
                </a:ext>
              </a:extLst>
            </a:blip>
            <a:srcRect l="6840" t="30163" r="48646" b="36883"/>
            <a:stretch>
              <a:fillRect/>
            </a:stretch>
          </p:blipFill>
          <p:spPr>
            <a:xfrm>
              <a:off x="1225987" y="4977996"/>
              <a:ext cx="909484" cy="1009959"/>
            </a:xfrm>
            <a:prstGeom prst="rect">
              <a:avLst/>
            </a:prstGeom>
          </p:spPr>
        </p:pic>
        <p:sp>
          <p:nvSpPr>
            <p:cNvPr id="195" name="テキスト ボックス 194">
              <a:extLst>
                <a:ext uri="{FF2B5EF4-FFF2-40B4-BE49-F238E27FC236}">
                  <a16:creationId xmlns:a16="http://schemas.microsoft.com/office/drawing/2014/main" id="{D946EE28-4962-AA59-E0CE-CF07D592A62E}"/>
                </a:ext>
              </a:extLst>
            </p:cNvPr>
            <p:cNvSpPr txBox="1"/>
            <p:nvPr/>
          </p:nvSpPr>
          <p:spPr>
            <a:xfrm>
              <a:off x="2135471" y="5074156"/>
              <a:ext cx="2036135" cy="461665"/>
            </a:xfrm>
            <a:prstGeom prst="rect">
              <a:avLst/>
            </a:prstGeom>
            <a:noFill/>
            <a:effectLst>
              <a:glow rad="63500">
                <a:schemeClr val="accent3">
                  <a:satMod val="175000"/>
                  <a:alpha val="40000"/>
                </a:schemeClr>
              </a:glow>
            </a:effectLst>
          </p:spPr>
          <p:txBody>
            <a:bodyPr wrap="none" rtlCol="0">
              <a:spAutoFit/>
            </a:bodyPr>
            <a:lstStyle/>
            <a:p>
              <a:r>
                <a:rPr lang="ja-JP" altLang="en-US" dirty="0">
                  <a:solidFill>
                    <a:schemeClr val="tx1">
                      <a:lumMod val="85000"/>
                      <a:lumOff val="15000"/>
                    </a:schemeClr>
                  </a:solidFill>
                  <a:latin typeface="HGS明朝E" panose="02020900000000000000" pitchFamily="18" charset="-128"/>
                  <a:ea typeface="HGS明朝E" panose="02020900000000000000" pitchFamily="18" charset="-128"/>
                </a:rPr>
                <a:t>ロール：</a:t>
              </a:r>
              <a:r>
                <a:rPr lang="ja-JP" altLang="en-US" sz="2400" b="1" dirty="0">
                  <a:solidFill>
                    <a:schemeClr val="tx1">
                      <a:lumMod val="85000"/>
                      <a:lumOff val="15000"/>
                    </a:schemeClr>
                  </a:solidFill>
                  <a:effectLst>
                    <a:glow rad="38100">
                      <a:schemeClr val="accent3">
                        <a:satMod val="175000"/>
                        <a:alpha val="65000"/>
                      </a:schemeClr>
                    </a:glow>
                  </a:effectLst>
                  <a:latin typeface="HGS明朝E" panose="02020900000000000000" pitchFamily="18" charset="-128"/>
                  <a:ea typeface="HGS明朝E" panose="02020900000000000000" pitchFamily="18" charset="-128"/>
                </a:rPr>
                <a:t>タンク</a:t>
              </a:r>
              <a:endParaRPr lang="en-US" altLang="ja-JP" b="1" dirty="0">
                <a:solidFill>
                  <a:schemeClr val="tx1">
                    <a:lumMod val="85000"/>
                    <a:lumOff val="15000"/>
                  </a:schemeClr>
                </a:solidFill>
                <a:effectLst>
                  <a:glow rad="38100">
                    <a:schemeClr val="accent3">
                      <a:satMod val="175000"/>
                      <a:alpha val="65000"/>
                    </a:schemeClr>
                  </a:glow>
                </a:effectLst>
                <a:latin typeface="HGS明朝E" panose="02020900000000000000" pitchFamily="18" charset="-128"/>
                <a:ea typeface="HGS明朝E" panose="02020900000000000000" pitchFamily="18" charset="-128"/>
              </a:endParaRPr>
            </a:p>
          </p:txBody>
        </p:sp>
        <p:sp>
          <p:nvSpPr>
            <p:cNvPr id="207" name="テキスト ボックス 206">
              <a:extLst>
                <a:ext uri="{FF2B5EF4-FFF2-40B4-BE49-F238E27FC236}">
                  <a16:creationId xmlns:a16="http://schemas.microsoft.com/office/drawing/2014/main" id="{57B900DA-4493-4E00-2EE0-0A98D6B0E961}"/>
                </a:ext>
              </a:extLst>
            </p:cNvPr>
            <p:cNvSpPr txBox="1"/>
            <p:nvPr/>
          </p:nvSpPr>
          <p:spPr>
            <a:xfrm>
              <a:off x="2135471" y="5516536"/>
              <a:ext cx="1561646" cy="369332"/>
            </a:xfrm>
            <a:prstGeom prst="rect">
              <a:avLst/>
            </a:prstGeom>
            <a:noFill/>
          </p:spPr>
          <p:txBody>
            <a:bodyPr wrap="none" rtlCol="0">
              <a:spAutoFit/>
            </a:bodyPr>
            <a:lstStyle/>
            <a:p>
              <a:r>
                <a:rPr lang="ja-JP" altLang="en-US" sz="1400" dirty="0">
                  <a:solidFill>
                    <a:schemeClr val="bg1">
                      <a:lumMod val="95000"/>
                    </a:schemeClr>
                  </a:solidFill>
                  <a:latin typeface="HGS明朝E" panose="02020900000000000000" pitchFamily="18" charset="-128"/>
                  <a:ea typeface="HGS明朝E" panose="02020900000000000000" pitchFamily="18" charset="-128"/>
                </a:rPr>
                <a:t>毎ターン</a:t>
              </a:r>
              <a:r>
                <a:rPr lang="en-US" altLang="ja-JP" dirty="0">
                  <a:solidFill>
                    <a:schemeClr val="bg1">
                      <a:lumMod val="95000"/>
                    </a:schemeClr>
                  </a:solidFill>
                  <a:latin typeface="HGS明朝E" panose="02020900000000000000" pitchFamily="18" charset="-128"/>
                  <a:ea typeface="HGS明朝E" panose="02020900000000000000" pitchFamily="18" charset="-128"/>
                </a:rPr>
                <a:t>5</a:t>
              </a:r>
              <a:r>
                <a:rPr lang="ja-JP" altLang="en-US" sz="1400" dirty="0">
                  <a:solidFill>
                    <a:schemeClr val="bg1">
                      <a:lumMod val="95000"/>
                    </a:schemeClr>
                  </a:solidFill>
                  <a:latin typeface="HGS明朝E" panose="02020900000000000000" pitchFamily="18" charset="-128"/>
                  <a:ea typeface="HGS明朝E" panose="02020900000000000000" pitchFamily="18" charset="-128"/>
                </a:rPr>
                <a:t>％回復</a:t>
              </a:r>
              <a:endParaRPr lang="en-US" altLang="ja-JP" sz="1400" dirty="0">
                <a:solidFill>
                  <a:schemeClr val="bg1">
                    <a:lumMod val="95000"/>
                  </a:schemeClr>
                </a:solidFill>
                <a:latin typeface="HGS明朝E" panose="02020900000000000000" pitchFamily="18" charset="-128"/>
                <a:ea typeface="HGS明朝E" panose="02020900000000000000" pitchFamily="18" charset="-128"/>
              </a:endParaRPr>
            </a:p>
          </p:txBody>
        </p:sp>
      </p:grpSp>
      <p:grpSp>
        <p:nvGrpSpPr>
          <p:cNvPr id="212" name="グループ化 211">
            <a:extLst>
              <a:ext uri="{FF2B5EF4-FFF2-40B4-BE49-F238E27FC236}">
                <a16:creationId xmlns:a16="http://schemas.microsoft.com/office/drawing/2014/main" id="{D3468EE3-783C-DAA7-2765-33B49433DFB7}"/>
              </a:ext>
            </a:extLst>
          </p:cNvPr>
          <p:cNvGrpSpPr/>
          <p:nvPr/>
        </p:nvGrpSpPr>
        <p:grpSpPr>
          <a:xfrm>
            <a:off x="4977105" y="939266"/>
            <a:ext cx="1843573" cy="2876954"/>
            <a:chOff x="4977105" y="939266"/>
            <a:chExt cx="3961622" cy="2876954"/>
          </a:xfrm>
        </p:grpSpPr>
        <p:sp>
          <p:nvSpPr>
            <p:cNvPr id="208" name="四角形: 角を丸くする 207">
              <a:extLst>
                <a:ext uri="{FF2B5EF4-FFF2-40B4-BE49-F238E27FC236}">
                  <a16:creationId xmlns:a16="http://schemas.microsoft.com/office/drawing/2014/main" id="{5FC4E69F-CB94-4515-61B3-B89F6F446964}"/>
                </a:ext>
              </a:extLst>
            </p:cNvPr>
            <p:cNvSpPr/>
            <p:nvPr/>
          </p:nvSpPr>
          <p:spPr>
            <a:xfrm>
              <a:off x="4977105" y="1398515"/>
              <a:ext cx="3961622" cy="2417705"/>
            </a:xfrm>
            <a:prstGeom prst="roundRect">
              <a:avLst>
                <a:gd name="adj" fmla="val 5178"/>
              </a:avLst>
            </a:prstGeom>
            <a:no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09" name="四角形: 角を丸くする 208">
              <a:extLst>
                <a:ext uri="{FF2B5EF4-FFF2-40B4-BE49-F238E27FC236}">
                  <a16:creationId xmlns:a16="http://schemas.microsoft.com/office/drawing/2014/main" id="{4DD98B3E-4BDA-654B-853E-8124568D9879}"/>
                </a:ext>
              </a:extLst>
            </p:cNvPr>
            <p:cNvSpPr/>
            <p:nvPr/>
          </p:nvSpPr>
          <p:spPr>
            <a:xfrm>
              <a:off x="5328387" y="939266"/>
              <a:ext cx="3294264" cy="461665"/>
            </a:xfrm>
            <a:prstGeom prst="round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latin typeface="HGS明朝E" panose="02020900000000000000" pitchFamily="18" charset="-128"/>
                  <a:ea typeface="HGS明朝E" panose="02020900000000000000" pitchFamily="18" charset="-128"/>
                </a:rPr>
                <a:t>パラメータ</a:t>
              </a:r>
            </a:p>
          </p:txBody>
        </p:sp>
      </p:grpSp>
      <p:sp>
        <p:nvSpPr>
          <p:cNvPr id="214" name="四角形: 角を丸くする 213">
            <a:extLst>
              <a:ext uri="{FF2B5EF4-FFF2-40B4-BE49-F238E27FC236}">
                <a16:creationId xmlns:a16="http://schemas.microsoft.com/office/drawing/2014/main" id="{DD632149-1388-0996-7A1A-E23346AFF792}"/>
              </a:ext>
            </a:extLst>
          </p:cNvPr>
          <p:cNvSpPr/>
          <p:nvPr/>
        </p:nvSpPr>
        <p:spPr>
          <a:xfrm>
            <a:off x="4988674" y="4519606"/>
            <a:ext cx="3961622" cy="1399128"/>
          </a:xfrm>
          <a:prstGeom prst="roundRect">
            <a:avLst>
              <a:gd name="adj" fmla="val 5178"/>
            </a:avLst>
          </a:prstGeom>
          <a:no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16" name="四角形: 角を丸くする 215">
            <a:extLst>
              <a:ext uri="{FF2B5EF4-FFF2-40B4-BE49-F238E27FC236}">
                <a16:creationId xmlns:a16="http://schemas.microsoft.com/office/drawing/2014/main" id="{353BB276-50EF-64D0-D325-049B8D874C1F}"/>
              </a:ext>
            </a:extLst>
          </p:cNvPr>
          <p:cNvSpPr/>
          <p:nvPr/>
        </p:nvSpPr>
        <p:spPr>
          <a:xfrm>
            <a:off x="5328387" y="4063150"/>
            <a:ext cx="3294264" cy="461665"/>
          </a:xfrm>
          <a:prstGeom prst="round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latin typeface="HGS明朝E" panose="02020900000000000000" pitchFamily="18" charset="-128"/>
                <a:ea typeface="HGS明朝E" panose="02020900000000000000" pitchFamily="18" charset="-128"/>
              </a:rPr>
              <a:t>スキル</a:t>
            </a:r>
            <a:endParaRPr kumimoji="1" lang="ja-JP" altLang="en-US" dirty="0">
              <a:latin typeface="HGS明朝E" panose="02020900000000000000" pitchFamily="18" charset="-128"/>
              <a:ea typeface="HGS明朝E" panose="02020900000000000000" pitchFamily="18" charset="-128"/>
            </a:endParaRPr>
          </a:p>
        </p:txBody>
      </p:sp>
      <p:grpSp>
        <p:nvGrpSpPr>
          <p:cNvPr id="221" name="グループ化 220">
            <a:extLst>
              <a:ext uri="{FF2B5EF4-FFF2-40B4-BE49-F238E27FC236}">
                <a16:creationId xmlns:a16="http://schemas.microsoft.com/office/drawing/2014/main" id="{D1B57C14-91FA-4CD9-FCC9-6F918C4EA702}"/>
              </a:ext>
            </a:extLst>
          </p:cNvPr>
          <p:cNvGrpSpPr/>
          <p:nvPr/>
        </p:nvGrpSpPr>
        <p:grpSpPr>
          <a:xfrm>
            <a:off x="5153065" y="2185856"/>
            <a:ext cx="1484790" cy="738164"/>
            <a:chOff x="5227712" y="2418059"/>
            <a:chExt cx="1747806" cy="738164"/>
          </a:xfrm>
        </p:grpSpPr>
        <p:sp>
          <p:nvSpPr>
            <p:cNvPr id="204" name="テキスト ボックス 203">
              <a:extLst>
                <a:ext uri="{FF2B5EF4-FFF2-40B4-BE49-F238E27FC236}">
                  <a16:creationId xmlns:a16="http://schemas.microsoft.com/office/drawing/2014/main" id="{9DC7C499-8133-3A71-D9CC-D58403AE0B75}"/>
                </a:ext>
              </a:extLst>
            </p:cNvPr>
            <p:cNvSpPr txBox="1"/>
            <p:nvPr/>
          </p:nvSpPr>
          <p:spPr>
            <a:xfrm>
              <a:off x="5227712" y="2418059"/>
              <a:ext cx="1499128" cy="461665"/>
            </a:xfrm>
            <a:prstGeom prst="rect">
              <a:avLst/>
            </a:prstGeom>
            <a:noFill/>
          </p:spPr>
          <p:txBody>
            <a:bodyPr wrap="none" rtlCol="0">
              <a:spAutoFit/>
            </a:bodyPr>
            <a:lstStyle/>
            <a:p>
              <a:r>
                <a:rPr lang="en-US" altLang="ja-JP" b="1" dirty="0">
                  <a:solidFill>
                    <a:schemeClr val="tx1">
                      <a:lumMod val="95000"/>
                      <a:lumOff val="5000"/>
                    </a:schemeClr>
                  </a:solidFill>
                  <a:latin typeface="HGS明朝E" panose="02020900000000000000" pitchFamily="18" charset="-128"/>
                  <a:ea typeface="HGS明朝E" panose="02020900000000000000" pitchFamily="18" charset="-128"/>
                </a:rPr>
                <a:t>SPD</a:t>
              </a:r>
              <a:r>
                <a:rPr lang="ja-JP" altLang="en-US" b="1" dirty="0">
                  <a:solidFill>
                    <a:schemeClr val="tx1">
                      <a:lumMod val="95000"/>
                      <a:lumOff val="5000"/>
                    </a:schemeClr>
                  </a:solidFill>
                  <a:latin typeface="HGS明朝E" panose="02020900000000000000" pitchFamily="18" charset="-128"/>
                  <a:ea typeface="HGS明朝E" panose="02020900000000000000" pitchFamily="18" charset="-128"/>
                </a:rPr>
                <a:t>：</a:t>
              </a:r>
              <a:r>
                <a:rPr lang="en-US" altLang="ja-JP" sz="2400" b="1" dirty="0">
                  <a:solidFill>
                    <a:schemeClr val="tx1">
                      <a:lumMod val="95000"/>
                      <a:lumOff val="5000"/>
                    </a:schemeClr>
                  </a:solidFill>
                  <a:latin typeface="HGS明朝E" panose="02020900000000000000" pitchFamily="18" charset="-128"/>
                  <a:ea typeface="HGS明朝E" panose="02020900000000000000" pitchFamily="18" charset="-128"/>
                </a:rPr>
                <a:t>0000</a:t>
              </a:r>
              <a:endParaRPr lang="en-US" altLang="ja-JP" b="1" dirty="0">
                <a:solidFill>
                  <a:schemeClr val="tx1">
                    <a:lumMod val="95000"/>
                    <a:lumOff val="5000"/>
                  </a:schemeClr>
                </a:solidFill>
                <a:latin typeface="HGS明朝E" panose="02020900000000000000" pitchFamily="18" charset="-128"/>
                <a:ea typeface="HGS明朝E" panose="02020900000000000000" pitchFamily="18" charset="-128"/>
              </a:endParaRPr>
            </a:p>
          </p:txBody>
        </p:sp>
        <p:sp>
          <p:nvSpPr>
            <p:cNvPr id="218" name="四角形: 角を丸くする 217">
              <a:extLst>
                <a:ext uri="{FF2B5EF4-FFF2-40B4-BE49-F238E27FC236}">
                  <a16:creationId xmlns:a16="http://schemas.microsoft.com/office/drawing/2014/main" id="{2AAC1D62-4455-E400-AB75-36B57A0DF457}"/>
                </a:ext>
              </a:extLst>
            </p:cNvPr>
            <p:cNvSpPr/>
            <p:nvPr/>
          </p:nvSpPr>
          <p:spPr>
            <a:xfrm rot="5400000">
              <a:off x="5960059" y="2140764"/>
              <a:ext cx="283112" cy="1747806"/>
            </a:xfrm>
            <a:prstGeom prst="roundRect">
              <a:avLst>
                <a:gd name="adj" fmla="val 9570"/>
              </a:avLst>
            </a:prstGeom>
            <a:solidFill>
              <a:schemeClr val="accent5"/>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grpSp>
        <p:nvGrpSpPr>
          <p:cNvPr id="222" name="グループ化 221">
            <a:extLst>
              <a:ext uri="{FF2B5EF4-FFF2-40B4-BE49-F238E27FC236}">
                <a16:creationId xmlns:a16="http://schemas.microsoft.com/office/drawing/2014/main" id="{19D9B2CA-CCB8-BBB6-9647-0362949EC382}"/>
              </a:ext>
            </a:extLst>
          </p:cNvPr>
          <p:cNvGrpSpPr/>
          <p:nvPr/>
        </p:nvGrpSpPr>
        <p:grpSpPr>
          <a:xfrm>
            <a:off x="5153065" y="1484774"/>
            <a:ext cx="1484790" cy="741471"/>
            <a:chOff x="5227712" y="1484774"/>
            <a:chExt cx="1747806" cy="741471"/>
          </a:xfrm>
        </p:grpSpPr>
        <p:sp>
          <p:nvSpPr>
            <p:cNvPr id="50" name="テキスト ボックス 49">
              <a:extLst>
                <a:ext uri="{FF2B5EF4-FFF2-40B4-BE49-F238E27FC236}">
                  <a16:creationId xmlns:a16="http://schemas.microsoft.com/office/drawing/2014/main" id="{A92158C5-7707-54FD-FC8C-74E4679B3561}"/>
                </a:ext>
              </a:extLst>
            </p:cNvPr>
            <p:cNvSpPr txBox="1"/>
            <p:nvPr/>
          </p:nvSpPr>
          <p:spPr>
            <a:xfrm>
              <a:off x="5227712" y="1484774"/>
              <a:ext cx="1364476" cy="461665"/>
            </a:xfrm>
            <a:prstGeom prst="rect">
              <a:avLst/>
            </a:prstGeom>
            <a:noFill/>
          </p:spPr>
          <p:txBody>
            <a:bodyPr wrap="none" rtlCol="0">
              <a:spAutoFit/>
            </a:bodyPr>
            <a:lstStyle/>
            <a:p>
              <a:r>
                <a:rPr lang="en-US" altLang="ja-JP" b="1" dirty="0">
                  <a:solidFill>
                    <a:schemeClr val="tx1">
                      <a:lumMod val="95000"/>
                      <a:lumOff val="5000"/>
                    </a:schemeClr>
                  </a:solidFill>
                  <a:latin typeface="HGS明朝E" panose="02020900000000000000" pitchFamily="18" charset="-128"/>
                  <a:ea typeface="HGS明朝E" panose="02020900000000000000" pitchFamily="18" charset="-128"/>
                </a:rPr>
                <a:t>HP</a:t>
              </a:r>
              <a:r>
                <a:rPr lang="ja-JP" altLang="en-US" b="1" dirty="0">
                  <a:solidFill>
                    <a:schemeClr val="tx1">
                      <a:lumMod val="95000"/>
                      <a:lumOff val="5000"/>
                    </a:schemeClr>
                  </a:solidFill>
                  <a:latin typeface="HGS明朝E" panose="02020900000000000000" pitchFamily="18" charset="-128"/>
                  <a:ea typeface="HGS明朝E" panose="02020900000000000000" pitchFamily="18" charset="-128"/>
                </a:rPr>
                <a:t>：</a:t>
              </a:r>
              <a:r>
                <a:rPr lang="en-US" altLang="ja-JP" sz="2400" b="1" dirty="0">
                  <a:solidFill>
                    <a:schemeClr val="tx1">
                      <a:lumMod val="95000"/>
                      <a:lumOff val="5000"/>
                    </a:schemeClr>
                  </a:solidFill>
                  <a:latin typeface="HGS明朝E" panose="02020900000000000000" pitchFamily="18" charset="-128"/>
                  <a:ea typeface="HGS明朝E" panose="02020900000000000000" pitchFamily="18" charset="-128"/>
                </a:rPr>
                <a:t>0000</a:t>
              </a:r>
              <a:endParaRPr lang="en-US" altLang="ja-JP" b="1" dirty="0">
                <a:solidFill>
                  <a:schemeClr val="tx1">
                    <a:lumMod val="95000"/>
                    <a:lumOff val="5000"/>
                  </a:schemeClr>
                </a:solidFill>
                <a:latin typeface="HGS明朝E" panose="02020900000000000000" pitchFamily="18" charset="-128"/>
                <a:ea typeface="HGS明朝E" panose="02020900000000000000" pitchFamily="18" charset="-128"/>
              </a:endParaRPr>
            </a:p>
          </p:txBody>
        </p:sp>
        <p:sp>
          <p:nvSpPr>
            <p:cNvPr id="219" name="四角形: 角を丸くする 218">
              <a:extLst>
                <a:ext uri="{FF2B5EF4-FFF2-40B4-BE49-F238E27FC236}">
                  <a16:creationId xmlns:a16="http://schemas.microsoft.com/office/drawing/2014/main" id="{72FCF67E-4324-7B43-DFDE-2529D8BE1059}"/>
                </a:ext>
              </a:extLst>
            </p:cNvPr>
            <p:cNvSpPr/>
            <p:nvPr/>
          </p:nvSpPr>
          <p:spPr>
            <a:xfrm rot="5400000">
              <a:off x="5960059" y="1210786"/>
              <a:ext cx="283112" cy="1747806"/>
            </a:xfrm>
            <a:prstGeom prst="roundRect">
              <a:avLst>
                <a:gd name="adj" fmla="val 9570"/>
              </a:avLst>
            </a:prstGeom>
            <a:solidFill>
              <a:srgbClr val="1CB71D"/>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sp>
        <p:nvSpPr>
          <p:cNvPr id="230" name="テキスト ボックス 229">
            <a:extLst>
              <a:ext uri="{FF2B5EF4-FFF2-40B4-BE49-F238E27FC236}">
                <a16:creationId xmlns:a16="http://schemas.microsoft.com/office/drawing/2014/main" id="{7F45D595-B77A-EE55-CF80-C7C79CF89DB7}"/>
              </a:ext>
            </a:extLst>
          </p:cNvPr>
          <p:cNvSpPr txBox="1"/>
          <p:nvPr/>
        </p:nvSpPr>
        <p:spPr>
          <a:xfrm>
            <a:off x="5170661" y="4651587"/>
            <a:ext cx="1066022" cy="369332"/>
          </a:xfrm>
          <a:prstGeom prst="rect">
            <a:avLst/>
          </a:prstGeom>
          <a:noFill/>
        </p:spPr>
        <p:txBody>
          <a:bodyPr wrap="square">
            <a:spAutoFit/>
          </a:bodyPr>
          <a:lstStyle/>
          <a:p>
            <a:pPr algn="ctr"/>
            <a:r>
              <a:rPr lang="ja-JP" altLang="en-US" dirty="0">
                <a:latin typeface="HGS明朝E" panose="02020900000000000000" pitchFamily="18" charset="-128"/>
                <a:ea typeface="HGS明朝E" panose="02020900000000000000" pitchFamily="18" charset="-128"/>
              </a:rPr>
              <a:t>通常</a:t>
            </a:r>
            <a:endParaRPr kumimoji="1" lang="ja-JP" altLang="en-US" dirty="0">
              <a:latin typeface="HGS明朝E" panose="02020900000000000000" pitchFamily="18" charset="-128"/>
              <a:ea typeface="HGS明朝E" panose="02020900000000000000" pitchFamily="18" charset="-128"/>
            </a:endParaRPr>
          </a:p>
        </p:txBody>
      </p:sp>
      <p:sp>
        <p:nvSpPr>
          <p:cNvPr id="231" name="テキスト ボックス 230">
            <a:extLst>
              <a:ext uri="{FF2B5EF4-FFF2-40B4-BE49-F238E27FC236}">
                <a16:creationId xmlns:a16="http://schemas.microsoft.com/office/drawing/2014/main" id="{43CBAD51-C6BB-FCAB-6492-DB6F2EFFA816}"/>
              </a:ext>
            </a:extLst>
          </p:cNvPr>
          <p:cNvSpPr txBox="1"/>
          <p:nvPr/>
        </p:nvSpPr>
        <p:spPr>
          <a:xfrm>
            <a:off x="6442508" y="4651587"/>
            <a:ext cx="1066022" cy="369332"/>
          </a:xfrm>
          <a:prstGeom prst="rect">
            <a:avLst/>
          </a:prstGeom>
          <a:noFill/>
        </p:spPr>
        <p:txBody>
          <a:bodyPr wrap="square">
            <a:spAutoFit/>
          </a:bodyPr>
          <a:lstStyle/>
          <a:p>
            <a:pPr algn="ctr"/>
            <a:r>
              <a:rPr lang="ja-JP" altLang="en-US" dirty="0">
                <a:solidFill>
                  <a:schemeClr val="bg1">
                    <a:lumMod val="95000"/>
                  </a:schemeClr>
                </a:solidFill>
                <a:latin typeface="HGS明朝E" panose="02020900000000000000" pitchFamily="18" charset="-128"/>
                <a:ea typeface="HGS明朝E" panose="02020900000000000000" pitchFamily="18" charset="-128"/>
              </a:rPr>
              <a:t>特殊</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sp>
        <p:nvSpPr>
          <p:cNvPr id="232" name="テキスト ボックス 231">
            <a:extLst>
              <a:ext uri="{FF2B5EF4-FFF2-40B4-BE49-F238E27FC236}">
                <a16:creationId xmlns:a16="http://schemas.microsoft.com/office/drawing/2014/main" id="{A2CB794F-D033-BD72-C42A-73AD9C0D862C}"/>
              </a:ext>
            </a:extLst>
          </p:cNvPr>
          <p:cNvSpPr txBox="1"/>
          <p:nvPr/>
        </p:nvSpPr>
        <p:spPr>
          <a:xfrm>
            <a:off x="7714355" y="4651587"/>
            <a:ext cx="1066022" cy="369332"/>
          </a:xfrm>
          <a:prstGeom prst="rect">
            <a:avLst/>
          </a:prstGeom>
          <a:noFill/>
        </p:spPr>
        <p:txBody>
          <a:bodyPr wrap="square">
            <a:spAutoFit/>
          </a:bodyPr>
          <a:lstStyle/>
          <a:p>
            <a:pPr algn="ctr"/>
            <a:r>
              <a:rPr kumimoji="1" lang="en-US" altLang="ja-JP" dirty="0">
                <a:solidFill>
                  <a:schemeClr val="bg1">
                    <a:lumMod val="95000"/>
                  </a:schemeClr>
                </a:solidFill>
                <a:latin typeface="HGS明朝E" panose="02020900000000000000" pitchFamily="18" charset="-128"/>
                <a:ea typeface="HGS明朝E" panose="02020900000000000000" pitchFamily="18" charset="-128"/>
              </a:rPr>
              <a:t>ENB</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sp>
        <p:nvSpPr>
          <p:cNvPr id="233" name="テキスト ボックス 232">
            <a:extLst>
              <a:ext uri="{FF2B5EF4-FFF2-40B4-BE49-F238E27FC236}">
                <a16:creationId xmlns:a16="http://schemas.microsoft.com/office/drawing/2014/main" id="{9B47810E-EBA2-17BA-A2EA-53734C87C52C}"/>
              </a:ext>
            </a:extLst>
          </p:cNvPr>
          <p:cNvSpPr txBox="1"/>
          <p:nvPr/>
        </p:nvSpPr>
        <p:spPr>
          <a:xfrm>
            <a:off x="5328387" y="5139728"/>
            <a:ext cx="3294264" cy="584775"/>
          </a:xfrm>
          <a:prstGeom prst="rect">
            <a:avLst/>
          </a:prstGeom>
          <a:noFill/>
        </p:spPr>
        <p:txBody>
          <a:bodyPr wrap="square" rtlCol="0">
            <a:spAutoFit/>
          </a:bodyPr>
          <a:lstStyle/>
          <a:p>
            <a:r>
              <a:rPr lang="en-US" altLang="ja-JP" sz="1600" dirty="0">
                <a:solidFill>
                  <a:schemeClr val="tx1">
                    <a:lumMod val="95000"/>
                    <a:lumOff val="5000"/>
                  </a:schemeClr>
                </a:solidFill>
                <a:latin typeface="HGS明朝E" panose="02020900000000000000" pitchFamily="18" charset="-128"/>
                <a:ea typeface="HGS明朝E" panose="02020900000000000000" pitchFamily="18" charset="-128"/>
              </a:rPr>
              <a:t>ATK×100</a:t>
            </a:r>
            <a:r>
              <a:rPr lang="ja-JP" altLang="en-US" sz="1600" dirty="0">
                <a:solidFill>
                  <a:schemeClr val="tx1">
                    <a:lumMod val="95000"/>
                    <a:lumOff val="5000"/>
                  </a:schemeClr>
                </a:solidFill>
                <a:latin typeface="HGS明朝E" panose="02020900000000000000" pitchFamily="18" charset="-128"/>
                <a:ea typeface="HGS明朝E" panose="02020900000000000000" pitchFamily="18" charset="-128"/>
              </a:rPr>
              <a:t>％の威力で攻撃を行う</a:t>
            </a:r>
            <a:br>
              <a:rPr lang="en-US" altLang="ja-JP" sz="1600" dirty="0">
                <a:solidFill>
                  <a:schemeClr val="tx1">
                    <a:lumMod val="95000"/>
                    <a:lumOff val="5000"/>
                  </a:schemeClr>
                </a:solidFill>
                <a:latin typeface="HGS明朝E" panose="02020900000000000000" pitchFamily="18" charset="-128"/>
                <a:ea typeface="HGS明朝E" panose="02020900000000000000" pitchFamily="18" charset="-128"/>
              </a:rPr>
            </a:br>
            <a:endParaRPr lang="en-US" altLang="ja-JP" sz="1600" dirty="0">
              <a:solidFill>
                <a:schemeClr val="accent5"/>
              </a:solidFill>
              <a:latin typeface="HGS明朝E" panose="02020900000000000000" pitchFamily="18" charset="-128"/>
              <a:ea typeface="HGS明朝E" panose="02020900000000000000" pitchFamily="18" charset="-128"/>
            </a:endParaRPr>
          </a:p>
        </p:txBody>
      </p:sp>
      <p:pic>
        <p:nvPicPr>
          <p:cNvPr id="236" name="図 235">
            <a:extLst>
              <a:ext uri="{FF2B5EF4-FFF2-40B4-BE49-F238E27FC236}">
                <a16:creationId xmlns:a16="http://schemas.microsoft.com/office/drawing/2014/main" id="{2195E979-A680-5F33-FE78-FB296E37DDD3}"/>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1271707" y="235933"/>
            <a:ext cx="610371" cy="610371"/>
          </a:xfrm>
          <a:prstGeom prst="rect">
            <a:avLst/>
          </a:prstGeom>
        </p:spPr>
      </p:pic>
      <p:grpSp>
        <p:nvGrpSpPr>
          <p:cNvPr id="240" name="グループ化 239">
            <a:extLst>
              <a:ext uri="{FF2B5EF4-FFF2-40B4-BE49-F238E27FC236}">
                <a16:creationId xmlns:a16="http://schemas.microsoft.com/office/drawing/2014/main" id="{F6154B03-7D55-A108-1069-315F16EEA8A3}"/>
              </a:ext>
            </a:extLst>
          </p:cNvPr>
          <p:cNvGrpSpPr/>
          <p:nvPr/>
        </p:nvGrpSpPr>
        <p:grpSpPr>
          <a:xfrm>
            <a:off x="9569319" y="2385076"/>
            <a:ext cx="1755710" cy="810206"/>
            <a:chOff x="9569319" y="1891007"/>
            <a:chExt cx="1755710" cy="810206"/>
          </a:xfrm>
        </p:grpSpPr>
        <p:sp>
          <p:nvSpPr>
            <p:cNvPr id="241" name="四角形: 角を丸くする 240">
              <a:extLst>
                <a:ext uri="{FF2B5EF4-FFF2-40B4-BE49-F238E27FC236}">
                  <a16:creationId xmlns:a16="http://schemas.microsoft.com/office/drawing/2014/main" id="{EA095AC0-5980-F472-82BD-E53E717DA571}"/>
                </a:ext>
              </a:extLst>
            </p:cNvPr>
            <p:cNvSpPr/>
            <p:nvPr/>
          </p:nvSpPr>
          <p:spPr>
            <a:xfrm>
              <a:off x="9569319" y="1891007"/>
              <a:ext cx="1755710" cy="810206"/>
            </a:xfrm>
            <a:prstGeom prst="roundRect">
              <a:avLst>
                <a:gd name="adj" fmla="val 6428"/>
              </a:avLst>
            </a:prstGeom>
            <a:solidFill>
              <a:schemeClr val="accent6">
                <a:alpha val="80000"/>
              </a:schemeClr>
            </a:solid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sp>
          <p:nvSpPr>
            <p:cNvPr id="242" name="テキスト ボックス 241">
              <a:extLst>
                <a:ext uri="{FF2B5EF4-FFF2-40B4-BE49-F238E27FC236}">
                  <a16:creationId xmlns:a16="http://schemas.microsoft.com/office/drawing/2014/main" id="{14791772-B8EC-5A4F-0D2A-E3B3183F8B73}"/>
                </a:ext>
              </a:extLst>
            </p:cNvPr>
            <p:cNvSpPr txBox="1"/>
            <p:nvPr/>
          </p:nvSpPr>
          <p:spPr>
            <a:xfrm>
              <a:off x="10678698" y="2290669"/>
              <a:ext cx="646331" cy="369332"/>
            </a:xfrm>
            <a:prstGeom prst="rect">
              <a:avLst/>
            </a:prstGeom>
            <a:noFill/>
          </p:spPr>
          <p:txBody>
            <a:bodyPr wrap="none" rtlCol="0">
              <a:spAutoFit/>
            </a:bodyPr>
            <a:lstStyle/>
            <a:p>
              <a:pPr algn="r"/>
              <a:r>
                <a:rPr lang="ja-JP" altLang="en-US"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バフ</a:t>
              </a:r>
              <a:endParaRPr kumimoji="1" lang="en-US" altLang="ja-JP"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243" name="グループ化 242">
            <a:extLst>
              <a:ext uri="{FF2B5EF4-FFF2-40B4-BE49-F238E27FC236}">
                <a16:creationId xmlns:a16="http://schemas.microsoft.com/office/drawing/2014/main" id="{D5526EAC-3862-B963-8BE3-2204C0B0F74C}"/>
              </a:ext>
            </a:extLst>
          </p:cNvPr>
          <p:cNvGrpSpPr/>
          <p:nvPr/>
        </p:nvGrpSpPr>
        <p:grpSpPr>
          <a:xfrm>
            <a:off x="9569319" y="1071664"/>
            <a:ext cx="1755710" cy="810206"/>
            <a:chOff x="9569319" y="887965"/>
            <a:chExt cx="1755710" cy="810206"/>
          </a:xfrm>
        </p:grpSpPr>
        <p:sp>
          <p:nvSpPr>
            <p:cNvPr id="244" name="四角形: 角を丸くする 243">
              <a:extLst>
                <a:ext uri="{FF2B5EF4-FFF2-40B4-BE49-F238E27FC236}">
                  <a16:creationId xmlns:a16="http://schemas.microsoft.com/office/drawing/2014/main" id="{F15D62A6-4040-319E-219A-A2A8509BDEEF}"/>
                </a:ext>
              </a:extLst>
            </p:cNvPr>
            <p:cNvSpPr/>
            <p:nvPr/>
          </p:nvSpPr>
          <p:spPr>
            <a:xfrm>
              <a:off x="9569319" y="887965"/>
              <a:ext cx="1755710" cy="810206"/>
            </a:xfrm>
            <a:prstGeom prst="roundRect">
              <a:avLst>
                <a:gd name="adj" fmla="val 6428"/>
              </a:avLst>
            </a:prstGeom>
            <a:solidFill>
              <a:schemeClr val="accent6">
                <a:alpha val="8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45" name="テキスト ボックス 244">
              <a:extLst>
                <a:ext uri="{FF2B5EF4-FFF2-40B4-BE49-F238E27FC236}">
                  <a16:creationId xmlns:a16="http://schemas.microsoft.com/office/drawing/2014/main" id="{B3A7D315-2DCE-F077-FAEF-3FB33C1DA071}"/>
                </a:ext>
              </a:extLst>
            </p:cNvPr>
            <p:cNvSpPr txBox="1"/>
            <p:nvPr/>
          </p:nvSpPr>
          <p:spPr>
            <a:xfrm>
              <a:off x="9969282" y="1293068"/>
              <a:ext cx="1338828" cy="369332"/>
            </a:xfrm>
            <a:prstGeom prst="rect">
              <a:avLst/>
            </a:prstGeom>
            <a:noFill/>
          </p:spPr>
          <p:txBody>
            <a:bodyPr wrap="none" rtlCol="0">
              <a:spAutoFit/>
            </a:bodyPr>
            <a:lstStyle/>
            <a:p>
              <a:pPr algn="r"/>
              <a:r>
                <a:rPr lang="ja-JP" altLang="en-US"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パーティー</a:t>
              </a:r>
              <a:endParaRPr kumimoji="1" lang="en-US" altLang="ja-JP"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246" name="グループ化 245">
            <a:extLst>
              <a:ext uri="{FF2B5EF4-FFF2-40B4-BE49-F238E27FC236}">
                <a16:creationId xmlns:a16="http://schemas.microsoft.com/office/drawing/2014/main" id="{858A1FE5-6B8D-C349-135F-ECACAC2FE3D7}"/>
              </a:ext>
            </a:extLst>
          </p:cNvPr>
          <p:cNvGrpSpPr/>
          <p:nvPr/>
        </p:nvGrpSpPr>
        <p:grpSpPr>
          <a:xfrm>
            <a:off x="9569319" y="5011901"/>
            <a:ext cx="1755710" cy="810206"/>
            <a:chOff x="9569319" y="5159829"/>
            <a:chExt cx="1755710" cy="810206"/>
          </a:xfrm>
          <a:solidFill>
            <a:schemeClr val="bg1">
              <a:lumMod val="85000"/>
              <a:alpha val="70000"/>
            </a:schemeClr>
          </a:solidFill>
        </p:grpSpPr>
        <p:sp>
          <p:nvSpPr>
            <p:cNvPr id="247" name="四角形: 角を丸くする 246">
              <a:extLst>
                <a:ext uri="{FF2B5EF4-FFF2-40B4-BE49-F238E27FC236}">
                  <a16:creationId xmlns:a16="http://schemas.microsoft.com/office/drawing/2014/main" id="{E41A93CB-DD8E-DD31-EDD4-14ECF1B9A3C5}"/>
                </a:ext>
              </a:extLst>
            </p:cNvPr>
            <p:cNvSpPr/>
            <p:nvPr/>
          </p:nvSpPr>
          <p:spPr>
            <a:xfrm>
              <a:off x="9569319" y="5159829"/>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HGS明朝E" panose="02020900000000000000" pitchFamily="18" charset="-128"/>
                <a:ea typeface="HGS明朝E" panose="02020900000000000000" pitchFamily="18" charset="-128"/>
              </a:endParaRPr>
            </a:p>
          </p:txBody>
        </p:sp>
        <p:sp>
          <p:nvSpPr>
            <p:cNvPr id="248" name="テキスト ボックス 247">
              <a:extLst>
                <a:ext uri="{FF2B5EF4-FFF2-40B4-BE49-F238E27FC236}">
                  <a16:creationId xmlns:a16="http://schemas.microsoft.com/office/drawing/2014/main" id="{0247217E-9E72-BC6E-5371-BD770EC3F177}"/>
                </a:ext>
              </a:extLst>
            </p:cNvPr>
            <p:cNvSpPr txBox="1"/>
            <p:nvPr/>
          </p:nvSpPr>
          <p:spPr>
            <a:xfrm>
              <a:off x="10430947" y="5564932"/>
              <a:ext cx="877163" cy="369332"/>
            </a:xfrm>
            <a:prstGeom prst="rect">
              <a:avLst/>
            </a:prstGeom>
            <a:noFill/>
            <a:ln>
              <a:noFill/>
            </a:ln>
          </p:spPr>
          <p:txBody>
            <a:bodyPr wrap="none" rtlCol="0">
              <a:spAutoFit/>
            </a:bodyPr>
            <a:lstStyle/>
            <a:p>
              <a:pPr algn="r"/>
              <a:r>
                <a:rPr kumimoji="1" lang="ja-JP" altLang="en-US"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rPr>
                <a:t>ルート</a:t>
              </a:r>
              <a:endParaRPr kumimoji="1" lang="en-US" altLang="ja-JP"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3" name="グループ化 2">
            <a:extLst>
              <a:ext uri="{FF2B5EF4-FFF2-40B4-BE49-F238E27FC236}">
                <a16:creationId xmlns:a16="http://schemas.microsoft.com/office/drawing/2014/main" id="{A2D742ED-EE3D-42AA-4ED4-F9998AE28AF2}"/>
              </a:ext>
            </a:extLst>
          </p:cNvPr>
          <p:cNvGrpSpPr/>
          <p:nvPr/>
        </p:nvGrpSpPr>
        <p:grpSpPr>
          <a:xfrm>
            <a:off x="7014933" y="939266"/>
            <a:ext cx="1935364" cy="2876954"/>
            <a:chOff x="4977105" y="939266"/>
            <a:chExt cx="3961622" cy="2876954"/>
          </a:xfrm>
        </p:grpSpPr>
        <p:sp>
          <p:nvSpPr>
            <p:cNvPr id="4" name="四角形: 角を丸くする 3">
              <a:extLst>
                <a:ext uri="{FF2B5EF4-FFF2-40B4-BE49-F238E27FC236}">
                  <a16:creationId xmlns:a16="http://schemas.microsoft.com/office/drawing/2014/main" id="{58CFE502-738A-FA12-71A2-684D678FC651}"/>
                </a:ext>
              </a:extLst>
            </p:cNvPr>
            <p:cNvSpPr/>
            <p:nvPr/>
          </p:nvSpPr>
          <p:spPr>
            <a:xfrm>
              <a:off x="4977105" y="1398515"/>
              <a:ext cx="3961622" cy="2417705"/>
            </a:xfrm>
            <a:prstGeom prst="roundRect">
              <a:avLst>
                <a:gd name="adj" fmla="val 5178"/>
              </a:avLst>
            </a:prstGeom>
            <a:no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5" name="四角形: 角を丸くする 4">
              <a:extLst>
                <a:ext uri="{FF2B5EF4-FFF2-40B4-BE49-F238E27FC236}">
                  <a16:creationId xmlns:a16="http://schemas.microsoft.com/office/drawing/2014/main" id="{20C18B96-E507-BA92-C094-3E4430F197A7}"/>
                </a:ext>
              </a:extLst>
            </p:cNvPr>
            <p:cNvSpPr/>
            <p:nvPr/>
          </p:nvSpPr>
          <p:spPr>
            <a:xfrm>
              <a:off x="5328387" y="939266"/>
              <a:ext cx="3294264" cy="461665"/>
            </a:xfrm>
            <a:prstGeom prst="round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latin typeface="HGS明朝E" panose="02020900000000000000" pitchFamily="18" charset="-128"/>
                  <a:ea typeface="HGS明朝E" panose="02020900000000000000" pitchFamily="18" charset="-128"/>
                </a:rPr>
                <a:t>武器</a:t>
              </a:r>
            </a:p>
          </p:txBody>
        </p:sp>
      </p:grpSp>
      <p:sp>
        <p:nvSpPr>
          <p:cNvPr id="6" name="四角形: 角を丸くする 5">
            <a:extLst>
              <a:ext uri="{FF2B5EF4-FFF2-40B4-BE49-F238E27FC236}">
                <a16:creationId xmlns:a16="http://schemas.microsoft.com/office/drawing/2014/main" id="{33BDC1A9-C039-9DBA-889A-75989B7533E1}"/>
              </a:ext>
            </a:extLst>
          </p:cNvPr>
          <p:cNvSpPr/>
          <p:nvPr/>
        </p:nvSpPr>
        <p:spPr>
          <a:xfrm>
            <a:off x="7178062" y="2607693"/>
            <a:ext cx="1609341" cy="1079739"/>
          </a:xfrm>
          <a:prstGeom prst="roundRect">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pic>
        <p:nvPicPr>
          <p:cNvPr id="7" name="図 6">
            <a:extLst>
              <a:ext uri="{FF2B5EF4-FFF2-40B4-BE49-F238E27FC236}">
                <a16:creationId xmlns:a16="http://schemas.microsoft.com/office/drawing/2014/main" id="{D752A8CC-1F6D-DFF9-8C5F-50AA240B0E4E}"/>
              </a:ext>
            </a:extLst>
          </p:cNvPr>
          <p:cNvPicPr>
            <a:picLocks noChangeAspect="1"/>
          </p:cNvPicPr>
          <p:nvPr/>
        </p:nvPicPr>
        <p:blipFill>
          <a:blip r:embed="rId6">
            <a:biLevel thresh="50000"/>
            <a:extLst>
              <a:ext uri="{28A0092B-C50C-407E-A947-70E740481C1C}">
                <a14:useLocalDpi xmlns:a14="http://schemas.microsoft.com/office/drawing/2010/main" val="0"/>
              </a:ext>
            </a:extLst>
          </a:blip>
          <a:srcRect l="14083" t="10604" r="55105" b="45782"/>
          <a:stretch>
            <a:fillRect/>
          </a:stretch>
        </p:blipFill>
        <p:spPr>
          <a:xfrm>
            <a:off x="7452615" y="1466122"/>
            <a:ext cx="1059999" cy="1125304"/>
          </a:xfrm>
          <a:prstGeom prst="rect">
            <a:avLst/>
          </a:prstGeom>
        </p:spPr>
      </p:pic>
      <p:sp>
        <p:nvSpPr>
          <p:cNvPr id="8" name="テキスト ボックス 7">
            <a:extLst>
              <a:ext uri="{FF2B5EF4-FFF2-40B4-BE49-F238E27FC236}">
                <a16:creationId xmlns:a16="http://schemas.microsoft.com/office/drawing/2014/main" id="{BF8FE638-FBA9-0D29-E890-72704B9D90B6}"/>
              </a:ext>
            </a:extLst>
          </p:cNvPr>
          <p:cNvSpPr txBox="1"/>
          <p:nvPr/>
        </p:nvSpPr>
        <p:spPr>
          <a:xfrm>
            <a:off x="7443539" y="2633517"/>
            <a:ext cx="1336264" cy="1015663"/>
          </a:xfrm>
          <a:prstGeom prst="rect">
            <a:avLst/>
          </a:prstGeom>
          <a:noFill/>
        </p:spPr>
        <p:txBody>
          <a:bodyPr wrap="square" rtlCol="0">
            <a:spAutoFit/>
          </a:bodyPr>
          <a:lstStyle/>
          <a:p>
            <a:r>
              <a:rPr lang="en-US" altLang="ja-JP" sz="1600" dirty="0">
                <a:ln w="0">
                  <a:solidFill>
                    <a:schemeClr val="tx1">
                      <a:lumMod val="85000"/>
                      <a:lumOff val="15000"/>
                      <a:alpha val="55000"/>
                    </a:schemeClr>
                  </a:solidFill>
                </a:ln>
                <a:solidFill>
                  <a:srgbClr val="00B050"/>
                </a:solidFill>
                <a:latin typeface="HGS明朝E" panose="02020900000000000000" pitchFamily="18" charset="-128"/>
                <a:ea typeface="HGS明朝E" panose="02020900000000000000" pitchFamily="18" charset="-128"/>
              </a:rPr>
              <a:t>HP</a:t>
            </a:r>
            <a:r>
              <a:rPr lang="ja-JP" altLang="en-US" sz="1600" dirty="0">
                <a:ln w="0">
                  <a:solidFill>
                    <a:schemeClr val="tx1">
                      <a:lumMod val="85000"/>
                      <a:lumOff val="15000"/>
                      <a:alpha val="55000"/>
                    </a:schemeClr>
                  </a:solidFill>
                </a:ln>
                <a:solidFill>
                  <a:srgbClr val="00B050"/>
                </a:solidFill>
                <a:latin typeface="HGS明朝E" panose="02020900000000000000" pitchFamily="18" charset="-128"/>
                <a:ea typeface="HGS明朝E" panose="02020900000000000000" pitchFamily="18" charset="-128"/>
              </a:rPr>
              <a:t>＋</a:t>
            </a:r>
            <a:r>
              <a:rPr lang="en-US" altLang="ja-JP" sz="2000" dirty="0">
                <a:ln w="0">
                  <a:solidFill>
                    <a:schemeClr val="tx1">
                      <a:lumMod val="85000"/>
                      <a:lumOff val="15000"/>
                      <a:alpha val="55000"/>
                    </a:schemeClr>
                  </a:solidFill>
                </a:ln>
                <a:solidFill>
                  <a:srgbClr val="00B050"/>
                </a:solidFill>
                <a:latin typeface="HGS明朝E" panose="02020900000000000000" pitchFamily="18" charset="-128"/>
                <a:ea typeface="HGS明朝E" panose="02020900000000000000" pitchFamily="18" charset="-128"/>
              </a:rPr>
              <a:t>100</a:t>
            </a:r>
            <a:br>
              <a:rPr lang="en-US" altLang="ja-JP" sz="1600" dirty="0">
                <a:ln w="0">
                  <a:solidFill>
                    <a:schemeClr val="tx1">
                      <a:lumMod val="85000"/>
                      <a:lumOff val="15000"/>
                      <a:alpha val="55000"/>
                    </a:schemeClr>
                  </a:solidFill>
                </a:ln>
                <a:solidFill>
                  <a:schemeClr val="accent5"/>
                </a:solidFill>
                <a:latin typeface="HGS明朝E" panose="02020900000000000000" pitchFamily="18" charset="-128"/>
                <a:ea typeface="HGS明朝E" panose="02020900000000000000" pitchFamily="18" charset="-128"/>
              </a:rPr>
            </a:br>
            <a:r>
              <a:rPr lang="en-US" altLang="ja-JP" sz="1600" dirty="0">
                <a:ln w="0">
                  <a:solidFill>
                    <a:schemeClr val="tx1">
                      <a:lumMod val="85000"/>
                      <a:lumOff val="15000"/>
                      <a:alpha val="55000"/>
                    </a:schemeClr>
                  </a:solidFill>
                </a:ln>
                <a:solidFill>
                  <a:schemeClr val="accent5"/>
                </a:solidFill>
                <a:latin typeface="HGS明朝E" panose="02020900000000000000" pitchFamily="18" charset="-128"/>
                <a:ea typeface="HGS明朝E" panose="02020900000000000000" pitchFamily="18" charset="-128"/>
              </a:rPr>
              <a:t>SPD</a:t>
            </a:r>
            <a:r>
              <a:rPr lang="ja-JP" altLang="en-US" sz="1600" dirty="0">
                <a:ln w="0">
                  <a:solidFill>
                    <a:schemeClr val="tx1">
                      <a:lumMod val="85000"/>
                      <a:lumOff val="15000"/>
                      <a:alpha val="55000"/>
                    </a:schemeClr>
                  </a:solidFill>
                </a:ln>
                <a:solidFill>
                  <a:schemeClr val="accent5"/>
                </a:solidFill>
                <a:latin typeface="HGS明朝E" panose="02020900000000000000" pitchFamily="18" charset="-128"/>
                <a:ea typeface="HGS明朝E" panose="02020900000000000000" pitchFamily="18" charset="-128"/>
              </a:rPr>
              <a:t>＋</a:t>
            </a:r>
            <a:r>
              <a:rPr lang="en-US" altLang="ja-JP" sz="2000" dirty="0">
                <a:ln w="0">
                  <a:solidFill>
                    <a:schemeClr val="tx1">
                      <a:lumMod val="85000"/>
                      <a:lumOff val="15000"/>
                      <a:alpha val="55000"/>
                    </a:schemeClr>
                  </a:solidFill>
                </a:ln>
                <a:solidFill>
                  <a:schemeClr val="accent5"/>
                </a:solidFill>
                <a:latin typeface="HGS明朝E" panose="02020900000000000000" pitchFamily="18" charset="-128"/>
                <a:ea typeface="HGS明朝E" panose="02020900000000000000" pitchFamily="18" charset="-128"/>
              </a:rPr>
              <a:t>20</a:t>
            </a:r>
            <a:br>
              <a:rPr lang="en-US" altLang="ja-JP" sz="1600" dirty="0">
                <a:ln w="0">
                  <a:solidFill>
                    <a:schemeClr val="tx1">
                      <a:lumMod val="85000"/>
                      <a:lumOff val="15000"/>
                      <a:alpha val="55000"/>
                    </a:schemeClr>
                  </a:solidFill>
                </a:ln>
                <a:solidFill>
                  <a:schemeClr val="accent5"/>
                </a:solidFill>
                <a:latin typeface="HGS明朝E" panose="02020900000000000000" pitchFamily="18" charset="-128"/>
                <a:ea typeface="HGS明朝E" panose="02020900000000000000" pitchFamily="18" charset="-128"/>
              </a:rPr>
            </a:br>
            <a:r>
              <a:rPr lang="en-US" altLang="ja-JP" sz="1600" dirty="0">
                <a:ln w="0">
                  <a:solidFill>
                    <a:schemeClr val="tx1">
                      <a:lumMod val="85000"/>
                      <a:lumOff val="15000"/>
                      <a:alpha val="55000"/>
                    </a:schemeClr>
                  </a:solidFill>
                </a:ln>
                <a:solidFill>
                  <a:schemeClr val="accent1"/>
                </a:solidFill>
                <a:latin typeface="HGS明朝E" panose="02020900000000000000" pitchFamily="18" charset="-128"/>
                <a:ea typeface="HGS明朝E" panose="02020900000000000000" pitchFamily="18" charset="-128"/>
              </a:rPr>
              <a:t>ATK</a:t>
            </a:r>
            <a:r>
              <a:rPr lang="ja-JP" altLang="en-US" sz="1600" dirty="0">
                <a:ln w="0">
                  <a:solidFill>
                    <a:schemeClr val="tx1">
                      <a:lumMod val="85000"/>
                      <a:lumOff val="15000"/>
                      <a:alpha val="55000"/>
                    </a:schemeClr>
                  </a:solidFill>
                </a:ln>
                <a:solidFill>
                  <a:schemeClr val="accent1"/>
                </a:solidFill>
                <a:latin typeface="HGS明朝E" panose="02020900000000000000" pitchFamily="18" charset="-128"/>
                <a:ea typeface="HGS明朝E" panose="02020900000000000000" pitchFamily="18" charset="-128"/>
              </a:rPr>
              <a:t>＋</a:t>
            </a:r>
            <a:r>
              <a:rPr lang="en-US" altLang="ja-JP" sz="2000" dirty="0">
                <a:ln w="0">
                  <a:solidFill>
                    <a:schemeClr val="tx1">
                      <a:lumMod val="85000"/>
                      <a:lumOff val="15000"/>
                      <a:alpha val="55000"/>
                    </a:schemeClr>
                  </a:solidFill>
                </a:ln>
                <a:solidFill>
                  <a:schemeClr val="accent1"/>
                </a:solidFill>
                <a:latin typeface="HGS明朝E" panose="02020900000000000000" pitchFamily="18" charset="-128"/>
                <a:ea typeface="HGS明朝E" panose="02020900000000000000" pitchFamily="18" charset="-128"/>
              </a:rPr>
              <a:t>50</a:t>
            </a:r>
            <a:endParaRPr lang="en-US" altLang="ja-JP" sz="1600" dirty="0">
              <a:ln w="0">
                <a:solidFill>
                  <a:schemeClr val="tx1">
                    <a:lumMod val="85000"/>
                    <a:lumOff val="15000"/>
                    <a:alpha val="55000"/>
                  </a:schemeClr>
                </a:solidFill>
              </a:ln>
              <a:solidFill>
                <a:schemeClr val="accent1"/>
              </a:solidFill>
              <a:latin typeface="HGS明朝E" panose="02020900000000000000" pitchFamily="18" charset="-128"/>
              <a:ea typeface="HGS明朝E" panose="02020900000000000000" pitchFamily="18" charset="-128"/>
            </a:endParaRPr>
          </a:p>
        </p:txBody>
      </p:sp>
      <p:sp>
        <p:nvSpPr>
          <p:cNvPr id="9" name="テキスト ボックス 8">
            <a:extLst>
              <a:ext uri="{FF2B5EF4-FFF2-40B4-BE49-F238E27FC236}">
                <a16:creationId xmlns:a16="http://schemas.microsoft.com/office/drawing/2014/main" id="{535779D1-C4CC-2760-8DDA-33209C8F235F}"/>
              </a:ext>
            </a:extLst>
          </p:cNvPr>
          <p:cNvSpPr txBox="1"/>
          <p:nvPr/>
        </p:nvSpPr>
        <p:spPr>
          <a:xfrm>
            <a:off x="1011384" y="819140"/>
            <a:ext cx="2244525" cy="584775"/>
          </a:xfrm>
          <a:prstGeom prst="rect">
            <a:avLst/>
          </a:prstGeom>
          <a:noFill/>
        </p:spPr>
        <p:txBody>
          <a:bodyPr wrap="none" rtlCol="0">
            <a:spAutoFit/>
          </a:bodyPr>
          <a:lstStyle/>
          <a:p>
            <a:pPr algn="ctr"/>
            <a:r>
              <a:rPr lang="ja-JP" altLang="en-US" sz="3200" b="1" dirty="0">
                <a:ln w="3175">
                  <a:solidFill>
                    <a:schemeClr val="tx1">
                      <a:lumMod val="85000"/>
                      <a:lumOff val="15000"/>
                      <a:alpha val="65000"/>
                    </a:schemeClr>
                  </a:solidFill>
                </a:ln>
                <a:solidFill>
                  <a:schemeClr val="accent6"/>
                </a:solidFill>
                <a:latin typeface="HGS明朝E" panose="02020900000000000000" pitchFamily="18" charset="-128"/>
                <a:ea typeface="HGS明朝E" panose="02020900000000000000" pitchFamily="18" charset="-128"/>
              </a:rPr>
              <a:t>キャラ詳細</a:t>
            </a:r>
            <a:endParaRPr kumimoji="1" lang="ja-JP" altLang="en-US" sz="3200" b="1" dirty="0">
              <a:ln w="3175">
                <a:solidFill>
                  <a:schemeClr val="tx1">
                    <a:lumMod val="85000"/>
                    <a:lumOff val="15000"/>
                    <a:alpha val="65000"/>
                  </a:schemeClr>
                </a:solidFill>
              </a:ln>
              <a:solidFill>
                <a:schemeClr val="accent6"/>
              </a:solidFill>
              <a:latin typeface="HGS明朝E" panose="02020900000000000000" pitchFamily="18" charset="-128"/>
              <a:ea typeface="HGS明朝E" panose="02020900000000000000" pitchFamily="18" charset="-128"/>
            </a:endParaRPr>
          </a:p>
        </p:txBody>
      </p:sp>
      <p:cxnSp>
        <p:nvCxnSpPr>
          <p:cNvPr id="11" name="直線コネクタ 10">
            <a:extLst>
              <a:ext uri="{FF2B5EF4-FFF2-40B4-BE49-F238E27FC236}">
                <a16:creationId xmlns:a16="http://schemas.microsoft.com/office/drawing/2014/main" id="{EFD25813-2F5A-F5F9-1879-D59EE84EEF40}"/>
              </a:ext>
            </a:extLst>
          </p:cNvPr>
          <p:cNvCxnSpPr>
            <a:cxnSpLocks/>
          </p:cNvCxnSpPr>
          <p:nvPr/>
        </p:nvCxnSpPr>
        <p:spPr>
          <a:xfrm>
            <a:off x="1083174" y="1422577"/>
            <a:ext cx="2873829" cy="0"/>
          </a:xfrm>
          <a:prstGeom prst="line">
            <a:avLst/>
          </a:prstGeom>
          <a:ln>
            <a:solidFill>
              <a:schemeClr val="tx1">
                <a:lumMod val="85000"/>
                <a:lumOff val="15000"/>
              </a:schemeClr>
            </a:solidFill>
          </a:ln>
        </p:spPr>
        <p:style>
          <a:lnRef idx="2">
            <a:schemeClr val="accent1"/>
          </a:lnRef>
          <a:fillRef idx="0">
            <a:schemeClr val="accent1"/>
          </a:fillRef>
          <a:effectRef idx="1">
            <a:schemeClr val="accent1"/>
          </a:effectRef>
          <a:fontRef idx="minor">
            <a:schemeClr val="tx1"/>
          </a:fontRef>
        </p:style>
      </p:cxnSp>
      <p:grpSp>
        <p:nvGrpSpPr>
          <p:cNvPr id="12" name="グループ化 11">
            <a:extLst>
              <a:ext uri="{FF2B5EF4-FFF2-40B4-BE49-F238E27FC236}">
                <a16:creationId xmlns:a16="http://schemas.microsoft.com/office/drawing/2014/main" id="{FA3145A4-0B4A-5589-0825-6D0415E6CF5B}"/>
              </a:ext>
            </a:extLst>
          </p:cNvPr>
          <p:cNvGrpSpPr/>
          <p:nvPr/>
        </p:nvGrpSpPr>
        <p:grpSpPr>
          <a:xfrm>
            <a:off x="9567690" y="3698488"/>
            <a:ext cx="1755710" cy="810206"/>
            <a:chOff x="9569319" y="1891007"/>
            <a:chExt cx="1755710" cy="810206"/>
          </a:xfrm>
        </p:grpSpPr>
        <p:sp>
          <p:nvSpPr>
            <p:cNvPr id="13" name="四角形: 角を丸くする 12">
              <a:extLst>
                <a:ext uri="{FF2B5EF4-FFF2-40B4-BE49-F238E27FC236}">
                  <a16:creationId xmlns:a16="http://schemas.microsoft.com/office/drawing/2014/main" id="{8B14D8D3-121D-C338-EF3F-70EC1304C8C6}"/>
                </a:ext>
              </a:extLst>
            </p:cNvPr>
            <p:cNvSpPr/>
            <p:nvPr/>
          </p:nvSpPr>
          <p:spPr>
            <a:xfrm>
              <a:off x="9569319" y="1891007"/>
              <a:ext cx="1755710" cy="810206"/>
            </a:xfrm>
            <a:prstGeom prst="roundRect">
              <a:avLst>
                <a:gd name="adj" fmla="val 6428"/>
              </a:avLst>
            </a:prstGeom>
            <a:solidFill>
              <a:schemeClr val="accent6">
                <a:alpha val="80000"/>
              </a:schemeClr>
            </a:solid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sp>
          <p:nvSpPr>
            <p:cNvPr id="14" name="テキスト ボックス 13">
              <a:extLst>
                <a:ext uri="{FF2B5EF4-FFF2-40B4-BE49-F238E27FC236}">
                  <a16:creationId xmlns:a16="http://schemas.microsoft.com/office/drawing/2014/main" id="{FEDE0B6D-7C47-3DF2-5347-664996F0D060}"/>
                </a:ext>
              </a:extLst>
            </p:cNvPr>
            <p:cNvSpPr txBox="1"/>
            <p:nvPr/>
          </p:nvSpPr>
          <p:spPr>
            <a:xfrm>
              <a:off x="10678698" y="2290669"/>
              <a:ext cx="646331" cy="369332"/>
            </a:xfrm>
            <a:prstGeom prst="rect">
              <a:avLst/>
            </a:prstGeom>
            <a:noFill/>
          </p:spPr>
          <p:txBody>
            <a:bodyPr wrap="none" rtlCol="0">
              <a:spAutoFit/>
            </a:bodyPr>
            <a:lstStyle/>
            <a:p>
              <a:pPr algn="r"/>
              <a:r>
                <a:rPr lang="ja-JP" altLang="en-US"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回復</a:t>
              </a:r>
              <a:endParaRPr kumimoji="1" lang="en-US" altLang="ja-JP"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spTree>
    <p:extLst>
      <p:ext uri="{BB962C8B-B14F-4D97-AF65-F5344CB8AC3E}">
        <p14:creationId xmlns:p14="http://schemas.microsoft.com/office/powerpoint/2010/main" val="631805421"/>
      </p:ext>
    </p:extLst>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F7299B-1696-6069-D51F-A3CABD4B0B38}"/>
            </a:ext>
          </a:extLst>
        </p:cNvPr>
        <p:cNvGrpSpPr/>
        <p:nvPr/>
      </p:nvGrpSpPr>
      <p:grpSpPr>
        <a:xfrm>
          <a:off x="0" y="0"/>
          <a:ext cx="0" cy="0"/>
          <a:chOff x="0" y="0"/>
          <a:chExt cx="0" cy="0"/>
        </a:xfrm>
      </p:grpSpPr>
      <p:sp>
        <p:nvSpPr>
          <p:cNvPr id="2" name="四角形: 角を丸くする 1">
            <a:extLst>
              <a:ext uri="{FF2B5EF4-FFF2-40B4-BE49-F238E27FC236}">
                <a16:creationId xmlns:a16="http://schemas.microsoft.com/office/drawing/2014/main" id="{F60577BF-6606-F9F4-099A-38BF01C220F9}"/>
              </a:ext>
            </a:extLst>
          </p:cNvPr>
          <p:cNvSpPr/>
          <p:nvPr/>
        </p:nvSpPr>
        <p:spPr>
          <a:xfrm>
            <a:off x="726233" y="695130"/>
            <a:ext cx="8501744" cy="5467739"/>
          </a:xfrm>
          <a:prstGeom prst="roundRect">
            <a:avLst>
              <a:gd name="adj" fmla="val 6428"/>
            </a:avLst>
          </a:prstGeom>
          <a:solidFill>
            <a:schemeClr val="bg1">
              <a:lumMod val="75000"/>
              <a:alpha val="6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pic>
        <p:nvPicPr>
          <p:cNvPr id="35" name="図 34">
            <a:extLst>
              <a:ext uri="{FF2B5EF4-FFF2-40B4-BE49-F238E27FC236}">
                <a16:creationId xmlns:a16="http://schemas.microsoft.com/office/drawing/2014/main" id="{98821B29-C8E8-BC13-4C39-1E334700219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58417" y="2068004"/>
            <a:ext cx="1820257" cy="2730386"/>
          </a:xfrm>
          <a:prstGeom prst="rect">
            <a:avLst/>
          </a:prstGeom>
        </p:spPr>
      </p:pic>
      <p:grpSp>
        <p:nvGrpSpPr>
          <p:cNvPr id="210" name="グループ化 209">
            <a:extLst>
              <a:ext uri="{FF2B5EF4-FFF2-40B4-BE49-F238E27FC236}">
                <a16:creationId xmlns:a16="http://schemas.microsoft.com/office/drawing/2014/main" id="{BE7EEA48-A11F-B7FF-D25E-77CCDC936648}"/>
              </a:ext>
            </a:extLst>
          </p:cNvPr>
          <p:cNvGrpSpPr/>
          <p:nvPr/>
        </p:nvGrpSpPr>
        <p:grpSpPr>
          <a:xfrm>
            <a:off x="1253981" y="4977996"/>
            <a:ext cx="2945619" cy="1009959"/>
            <a:chOff x="1225987" y="4977996"/>
            <a:chExt cx="2945619" cy="1009959"/>
          </a:xfrm>
        </p:grpSpPr>
        <p:pic>
          <p:nvPicPr>
            <p:cNvPr id="42" name="図 41">
              <a:extLst>
                <a:ext uri="{FF2B5EF4-FFF2-40B4-BE49-F238E27FC236}">
                  <a16:creationId xmlns:a16="http://schemas.microsoft.com/office/drawing/2014/main" id="{F3E88CC3-3B31-DBA9-FE33-BA71F4CC5105}"/>
                </a:ext>
              </a:extLst>
            </p:cNvPr>
            <p:cNvPicPr>
              <a:picLocks noChangeAspect="1"/>
            </p:cNvPicPr>
            <p:nvPr/>
          </p:nvPicPr>
          <p:blipFill>
            <a:blip r:embed="rId4">
              <a:duotone>
                <a:schemeClr val="accent3">
                  <a:shade val="45000"/>
                  <a:satMod val="135000"/>
                </a:schemeClr>
                <a:prstClr val="white"/>
              </a:duotone>
              <a:extLst>
                <a:ext uri="{28A0092B-C50C-407E-A947-70E740481C1C}">
                  <a14:useLocalDpi xmlns:a14="http://schemas.microsoft.com/office/drawing/2010/main" val="0"/>
                </a:ext>
              </a:extLst>
            </a:blip>
            <a:srcRect l="6840" t="30163" r="48646" b="36883"/>
            <a:stretch>
              <a:fillRect/>
            </a:stretch>
          </p:blipFill>
          <p:spPr>
            <a:xfrm>
              <a:off x="1225987" y="4977996"/>
              <a:ext cx="909484" cy="1009959"/>
            </a:xfrm>
            <a:prstGeom prst="rect">
              <a:avLst/>
            </a:prstGeom>
          </p:spPr>
        </p:pic>
        <p:sp>
          <p:nvSpPr>
            <p:cNvPr id="195" name="テキスト ボックス 194">
              <a:extLst>
                <a:ext uri="{FF2B5EF4-FFF2-40B4-BE49-F238E27FC236}">
                  <a16:creationId xmlns:a16="http://schemas.microsoft.com/office/drawing/2014/main" id="{57A4364B-126C-A636-A809-6CAA3B8D5B59}"/>
                </a:ext>
              </a:extLst>
            </p:cNvPr>
            <p:cNvSpPr txBox="1"/>
            <p:nvPr/>
          </p:nvSpPr>
          <p:spPr>
            <a:xfrm>
              <a:off x="2135471" y="5074156"/>
              <a:ext cx="2036135" cy="461665"/>
            </a:xfrm>
            <a:prstGeom prst="rect">
              <a:avLst/>
            </a:prstGeom>
            <a:noFill/>
            <a:effectLst>
              <a:glow rad="63500">
                <a:schemeClr val="accent3">
                  <a:satMod val="175000"/>
                  <a:alpha val="40000"/>
                </a:schemeClr>
              </a:glow>
            </a:effectLst>
          </p:spPr>
          <p:txBody>
            <a:bodyPr wrap="none" rtlCol="0">
              <a:spAutoFit/>
            </a:bodyPr>
            <a:lstStyle/>
            <a:p>
              <a:r>
                <a:rPr lang="ja-JP" altLang="en-US" dirty="0">
                  <a:solidFill>
                    <a:schemeClr val="tx1">
                      <a:lumMod val="85000"/>
                      <a:lumOff val="15000"/>
                    </a:schemeClr>
                  </a:solidFill>
                  <a:latin typeface="HGS明朝E" panose="02020900000000000000" pitchFamily="18" charset="-128"/>
                  <a:ea typeface="HGS明朝E" panose="02020900000000000000" pitchFamily="18" charset="-128"/>
                </a:rPr>
                <a:t>ロール：</a:t>
              </a:r>
              <a:r>
                <a:rPr lang="ja-JP" altLang="en-US" sz="2400" b="1" dirty="0">
                  <a:solidFill>
                    <a:schemeClr val="tx1">
                      <a:lumMod val="85000"/>
                      <a:lumOff val="15000"/>
                    </a:schemeClr>
                  </a:solidFill>
                  <a:effectLst>
                    <a:glow rad="38100">
                      <a:schemeClr val="accent3">
                        <a:satMod val="175000"/>
                        <a:alpha val="65000"/>
                      </a:schemeClr>
                    </a:glow>
                  </a:effectLst>
                  <a:latin typeface="HGS明朝E" panose="02020900000000000000" pitchFamily="18" charset="-128"/>
                  <a:ea typeface="HGS明朝E" panose="02020900000000000000" pitchFamily="18" charset="-128"/>
                </a:rPr>
                <a:t>タンク</a:t>
              </a:r>
              <a:endParaRPr lang="en-US" altLang="ja-JP" b="1" dirty="0">
                <a:solidFill>
                  <a:schemeClr val="tx1">
                    <a:lumMod val="85000"/>
                    <a:lumOff val="15000"/>
                  </a:schemeClr>
                </a:solidFill>
                <a:effectLst>
                  <a:glow rad="38100">
                    <a:schemeClr val="accent3">
                      <a:satMod val="175000"/>
                      <a:alpha val="65000"/>
                    </a:schemeClr>
                  </a:glow>
                </a:effectLst>
                <a:latin typeface="HGS明朝E" panose="02020900000000000000" pitchFamily="18" charset="-128"/>
                <a:ea typeface="HGS明朝E" panose="02020900000000000000" pitchFamily="18" charset="-128"/>
              </a:endParaRPr>
            </a:p>
          </p:txBody>
        </p:sp>
        <p:sp>
          <p:nvSpPr>
            <p:cNvPr id="207" name="テキスト ボックス 206">
              <a:extLst>
                <a:ext uri="{FF2B5EF4-FFF2-40B4-BE49-F238E27FC236}">
                  <a16:creationId xmlns:a16="http://schemas.microsoft.com/office/drawing/2014/main" id="{F51FDA3C-5CB7-76F9-236E-8B143E635A60}"/>
                </a:ext>
              </a:extLst>
            </p:cNvPr>
            <p:cNvSpPr txBox="1"/>
            <p:nvPr/>
          </p:nvSpPr>
          <p:spPr>
            <a:xfrm>
              <a:off x="2135471" y="5516536"/>
              <a:ext cx="1561646" cy="369332"/>
            </a:xfrm>
            <a:prstGeom prst="rect">
              <a:avLst/>
            </a:prstGeom>
            <a:noFill/>
          </p:spPr>
          <p:txBody>
            <a:bodyPr wrap="none" rtlCol="0">
              <a:spAutoFit/>
            </a:bodyPr>
            <a:lstStyle/>
            <a:p>
              <a:r>
                <a:rPr lang="ja-JP" altLang="en-US" sz="1400" dirty="0">
                  <a:solidFill>
                    <a:schemeClr val="bg1">
                      <a:lumMod val="95000"/>
                    </a:schemeClr>
                  </a:solidFill>
                  <a:latin typeface="HGS明朝E" panose="02020900000000000000" pitchFamily="18" charset="-128"/>
                  <a:ea typeface="HGS明朝E" panose="02020900000000000000" pitchFamily="18" charset="-128"/>
                </a:rPr>
                <a:t>毎ターン</a:t>
              </a:r>
              <a:r>
                <a:rPr lang="en-US" altLang="ja-JP" dirty="0">
                  <a:solidFill>
                    <a:schemeClr val="bg1">
                      <a:lumMod val="95000"/>
                    </a:schemeClr>
                  </a:solidFill>
                  <a:latin typeface="HGS明朝E" panose="02020900000000000000" pitchFamily="18" charset="-128"/>
                  <a:ea typeface="HGS明朝E" panose="02020900000000000000" pitchFamily="18" charset="-128"/>
                </a:rPr>
                <a:t>5</a:t>
              </a:r>
              <a:r>
                <a:rPr lang="ja-JP" altLang="en-US" sz="1400" dirty="0">
                  <a:solidFill>
                    <a:schemeClr val="bg1">
                      <a:lumMod val="95000"/>
                    </a:schemeClr>
                  </a:solidFill>
                  <a:latin typeface="HGS明朝E" panose="02020900000000000000" pitchFamily="18" charset="-128"/>
                  <a:ea typeface="HGS明朝E" panose="02020900000000000000" pitchFamily="18" charset="-128"/>
                </a:rPr>
                <a:t>％回復</a:t>
              </a:r>
              <a:endParaRPr lang="en-US" altLang="ja-JP" sz="1400" dirty="0">
                <a:solidFill>
                  <a:schemeClr val="bg1">
                    <a:lumMod val="95000"/>
                  </a:schemeClr>
                </a:solidFill>
                <a:latin typeface="HGS明朝E" panose="02020900000000000000" pitchFamily="18" charset="-128"/>
                <a:ea typeface="HGS明朝E" panose="02020900000000000000" pitchFamily="18" charset="-128"/>
              </a:endParaRPr>
            </a:p>
          </p:txBody>
        </p:sp>
      </p:grpSp>
      <p:pic>
        <p:nvPicPr>
          <p:cNvPr id="236" name="図 235">
            <a:extLst>
              <a:ext uri="{FF2B5EF4-FFF2-40B4-BE49-F238E27FC236}">
                <a16:creationId xmlns:a16="http://schemas.microsoft.com/office/drawing/2014/main" id="{A55513B9-8DEB-5FF1-299F-70F084EA425F}"/>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1271707" y="235933"/>
            <a:ext cx="610371" cy="610371"/>
          </a:xfrm>
          <a:prstGeom prst="rect">
            <a:avLst/>
          </a:prstGeom>
        </p:spPr>
      </p:pic>
      <p:grpSp>
        <p:nvGrpSpPr>
          <p:cNvPr id="243" name="グループ化 242">
            <a:extLst>
              <a:ext uri="{FF2B5EF4-FFF2-40B4-BE49-F238E27FC236}">
                <a16:creationId xmlns:a16="http://schemas.microsoft.com/office/drawing/2014/main" id="{642CBDCD-E130-5DCD-7CDA-0AD43C3AD1F0}"/>
              </a:ext>
            </a:extLst>
          </p:cNvPr>
          <p:cNvGrpSpPr/>
          <p:nvPr/>
        </p:nvGrpSpPr>
        <p:grpSpPr>
          <a:xfrm>
            <a:off x="9569319" y="1071664"/>
            <a:ext cx="1755710" cy="810206"/>
            <a:chOff x="9569319" y="887965"/>
            <a:chExt cx="1755710" cy="810206"/>
          </a:xfrm>
        </p:grpSpPr>
        <p:sp>
          <p:nvSpPr>
            <p:cNvPr id="244" name="四角形: 角を丸くする 243">
              <a:extLst>
                <a:ext uri="{FF2B5EF4-FFF2-40B4-BE49-F238E27FC236}">
                  <a16:creationId xmlns:a16="http://schemas.microsoft.com/office/drawing/2014/main" id="{8B1DAB17-C93B-E564-D87A-45E1F0875828}"/>
                </a:ext>
              </a:extLst>
            </p:cNvPr>
            <p:cNvSpPr/>
            <p:nvPr/>
          </p:nvSpPr>
          <p:spPr>
            <a:xfrm>
              <a:off x="9569319" y="887965"/>
              <a:ext cx="1755710" cy="810206"/>
            </a:xfrm>
            <a:prstGeom prst="roundRect">
              <a:avLst>
                <a:gd name="adj" fmla="val 6428"/>
              </a:avLst>
            </a:prstGeom>
            <a:solidFill>
              <a:schemeClr val="accent6">
                <a:alpha val="8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45" name="テキスト ボックス 244">
              <a:extLst>
                <a:ext uri="{FF2B5EF4-FFF2-40B4-BE49-F238E27FC236}">
                  <a16:creationId xmlns:a16="http://schemas.microsoft.com/office/drawing/2014/main" id="{09BC52B2-89C1-A49D-47D1-B7797218541E}"/>
                </a:ext>
              </a:extLst>
            </p:cNvPr>
            <p:cNvSpPr txBox="1"/>
            <p:nvPr/>
          </p:nvSpPr>
          <p:spPr>
            <a:xfrm>
              <a:off x="9969282" y="1293068"/>
              <a:ext cx="1338828" cy="369332"/>
            </a:xfrm>
            <a:prstGeom prst="rect">
              <a:avLst/>
            </a:prstGeom>
            <a:noFill/>
          </p:spPr>
          <p:txBody>
            <a:bodyPr wrap="none" rtlCol="0">
              <a:spAutoFit/>
            </a:bodyPr>
            <a:lstStyle/>
            <a:p>
              <a:pPr algn="r"/>
              <a:r>
                <a:rPr lang="ja-JP" altLang="en-US"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パーティー</a:t>
              </a:r>
              <a:endParaRPr kumimoji="1" lang="en-US" altLang="ja-JP"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246" name="グループ化 245">
            <a:extLst>
              <a:ext uri="{FF2B5EF4-FFF2-40B4-BE49-F238E27FC236}">
                <a16:creationId xmlns:a16="http://schemas.microsoft.com/office/drawing/2014/main" id="{DCEFC296-A0A4-7123-B887-AD18AAEE4A4C}"/>
              </a:ext>
            </a:extLst>
          </p:cNvPr>
          <p:cNvGrpSpPr/>
          <p:nvPr/>
        </p:nvGrpSpPr>
        <p:grpSpPr>
          <a:xfrm>
            <a:off x="9569319" y="5011901"/>
            <a:ext cx="1755710" cy="810206"/>
            <a:chOff x="9569319" y="5159829"/>
            <a:chExt cx="1755710" cy="810206"/>
          </a:xfrm>
          <a:solidFill>
            <a:schemeClr val="bg1">
              <a:lumMod val="85000"/>
              <a:alpha val="70000"/>
            </a:schemeClr>
          </a:solidFill>
        </p:grpSpPr>
        <p:sp>
          <p:nvSpPr>
            <p:cNvPr id="247" name="四角形: 角を丸くする 246">
              <a:extLst>
                <a:ext uri="{FF2B5EF4-FFF2-40B4-BE49-F238E27FC236}">
                  <a16:creationId xmlns:a16="http://schemas.microsoft.com/office/drawing/2014/main" id="{AEA72C5A-C893-C2F0-42CA-8CF68419E9BF}"/>
                </a:ext>
              </a:extLst>
            </p:cNvPr>
            <p:cNvSpPr/>
            <p:nvPr/>
          </p:nvSpPr>
          <p:spPr>
            <a:xfrm>
              <a:off x="9569319" y="5159829"/>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HGS明朝E" panose="02020900000000000000" pitchFamily="18" charset="-128"/>
                <a:ea typeface="HGS明朝E" panose="02020900000000000000" pitchFamily="18" charset="-128"/>
              </a:endParaRPr>
            </a:p>
          </p:txBody>
        </p:sp>
        <p:sp>
          <p:nvSpPr>
            <p:cNvPr id="248" name="テキスト ボックス 247">
              <a:extLst>
                <a:ext uri="{FF2B5EF4-FFF2-40B4-BE49-F238E27FC236}">
                  <a16:creationId xmlns:a16="http://schemas.microsoft.com/office/drawing/2014/main" id="{576B53C3-63DD-08EA-A21A-EA423A481E22}"/>
                </a:ext>
              </a:extLst>
            </p:cNvPr>
            <p:cNvSpPr txBox="1"/>
            <p:nvPr/>
          </p:nvSpPr>
          <p:spPr>
            <a:xfrm>
              <a:off x="10430947" y="5564932"/>
              <a:ext cx="877163" cy="369332"/>
            </a:xfrm>
            <a:prstGeom prst="rect">
              <a:avLst/>
            </a:prstGeom>
            <a:noFill/>
            <a:ln>
              <a:noFill/>
            </a:ln>
          </p:spPr>
          <p:txBody>
            <a:bodyPr wrap="none" rtlCol="0">
              <a:spAutoFit/>
            </a:bodyPr>
            <a:lstStyle/>
            <a:p>
              <a:pPr algn="r"/>
              <a:r>
                <a:rPr kumimoji="1" lang="ja-JP" altLang="en-US"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rPr>
                <a:t>ルート</a:t>
              </a:r>
              <a:endParaRPr kumimoji="1" lang="en-US" altLang="ja-JP"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sp>
        <p:nvSpPr>
          <p:cNvPr id="226" name="四角形: 角を丸くする 225">
            <a:extLst>
              <a:ext uri="{FF2B5EF4-FFF2-40B4-BE49-F238E27FC236}">
                <a16:creationId xmlns:a16="http://schemas.microsoft.com/office/drawing/2014/main" id="{E19F635B-F6A7-A884-87F9-84EFF643D60A}"/>
              </a:ext>
            </a:extLst>
          </p:cNvPr>
          <p:cNvSpPr/>
          <p:nvPr/>
        </p:nvSpPr>
        <p:spPr>
          <a:xfrm>
            <a:off x="6403408" y="4609319"/>
            <a:ext cx="1144222" cy="1185415"/>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27" name="四角形: 角を丸くする 226">
            <a:extLst>
              <a:ext uri="{FF2B5EF4-FFF2-40B4-BE49-F238E27FC236}">
                <a16:creationId xmlns:a16="http://schemas.microsoft.com/office/drawing/2014/main" id="{B3FD810B-81FC-173D-BA0F-6722A91CC735}"/>
              </a:ext>
            </a:extLst>
          </p:cNvPr>
          <p:cNvSpPr/>
          <p:nvPr/>
        </p:nvSpPr>
        <p:spPr>
          <a:xfrm>
            <a:off x="7674065" y="4609319"/>
            <a:ext cx="1144222" cy="1185415"/>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35" name="フリーフォーム: 図形 234">
            <a:extLst>
              <a:ext uri="{FF2B5EF4-FFF2-40B4-BE49-F238E27FC236}">
                <a16:creationId xmlns:a16="http://schemas.microsoft.com/office/drawing/2014/main" id="{AD07BD33-6D38-652C-5F8D-985743A6060D}"/>
              </a:ext>
            </a:extLst>
          </p:cNvPr>
          <p:cNvSpPr/>
          <p:nvPr/>
        </p:nvSpPr>
        <p:spPr>
          <a:xfrm>
            <a:off x="5132750" y="4609322"/>
            <a:ext cx="3685536" cy="1194997"/>
          </a:xfrm>
          <a:custGeom>
            <a:avLst/>
            <a:gdLst>
              <a:gd name="csX0" fmla="*/ 190708 w 3685536"/>
              <a:gd name="csY0" fmla="*/ 0 h 1194997"/>
              <a:gd name="csX1" fmla="*/ 953516 w 3685536"/>
              <a:gd name="csY1" fmla="*/ 0 h 1194997"/>
              <a:gd name="csX2" fmla="*/ 1144223 w 3685536"/>
              <a:gd name="csY2" fmla="*/ 190707 h 1194997"/>
              <a:gd name="csX3" fmla="*/ 1144223 w 3685536"/>
              <a:gd name="csY3" fmla="*/ 453862 h 1194997"/>
              <a:gd name="csX4" fmla="*/ 3562011 w 3685536"/>
              <a:gd name="csY4" fmla="*/ 453862 h 1194997"/>
              <a:gd name="csX5" fmla="*/ 3685536 w 3685536"/>
              <a:gd name="csY5" fmla="*/ 577387 h 1194997"/>
              <a:gd name="csX6" fmla="*/ 3685536 w 3685536"/>
              <a:gd name="csY6" fmla="*/ 715360 h 1194997"/>
              <a:gd name="csX7" fmla="*/ 3685536 w 3685536"/>
              <a:gd name="csY7" fmla="*/ 1071472 h 1194997"/>
              <a:gd name="csX8" fmla="*/ 3685536 w 3685536"/>
              <a:gd name="csY8" fmla="*/ 1099067 h 1194997"/>
              <a:gd name="csX9" fmla="*/ 3589606 w 3685536"/>
              <a:gd name="csY9" fmla="*/ 1194997 h 1194997"/>
              <a:gd name="csX10" fmla="*/ 3562011 w 3685536"/>
              <a:gd name="csY10" fmla="*/ 1194997 h 1194997"/>
              <a:gd name="csX11" fmla="*/ 740267 w 3685536"/>
              <a:gd name="csY11" fmla="*/ 1194997 h 1194997"/>
              <a:gd name="csX12" fmla="*/ 95930 w 3685536"/>
              <a:gd name="csY12" fmla="*/ 1194997 h 1194997"/>
              <a:gd name="csX13" fmla="*/ 0 w 3685536"/>
              <a:gd name="csY13" fmla="*/ 1099067 h 1194997"/>
              <a:gd name="csX14" fmla="*/ 0 w 3685536"/>
              <a:gd name="csY14" fmla="*/ 715360 h 1194997"/>
              <a:gd name="csX15" fmla="*/ 1 w 3685536"/>
              <a:gd name="csY15" fmla="*/ 715355 h 1194997"/>
              <a:gd name="csX16" fmla="*/ 1 w 3685536"/>
              <a:gd name="csY16" fmla="*/ 190707 h 1194997"/>
              <a:gd name="csX17" fmla="*/ 190708 w 3685536"/>
              <a:gd name="csY17" fmla="*/ 0 h 11949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Lst>
            <a:rect l="l" t="t" r="r" b="b"/>
            <a:pathLst>
              <a:path w="3685536" h="1194997">
                <a:moveTo>
                  <a:pt x="190708" y="0"/>
                </a:moveTo>
                <a:lnTo>
                  <a:pt x="953516" y="0"/>
                </a:lnTo>
                <a:cubicBezTo>
                  <a:pt x="1058841" y="0"/>
                  <a:pt x="1144223" y="85382"/>
                  <a:pt x="1144223" y="190707"/>
                </a:cubicBezTo>
                <a:lnTo>
                  <a:pt x="1144223" y="453862"/>
                </a:lnTo>
                <a:lnTo>
                  <a:pt x="3562011" y="453862"/>
                </a:lnTo>
                <a:cubicBezTo>
                  <a:pt x="3630232" y="453862"/>
                  <a:pt x="3685536" y="509166"/>
                  <a:pt x="3685536" y="577387"/>
                </a:cubicBezTo>
                <a:lnTo>
                  <a:pt x="3685536" y="715360"/>
                </a:lnTo>
                <a:lnTo>
                  <a:pt x="3685536" y="1071472"/>
                </a:lnTo>
                <a:lnTo>
                  <a:pt x="3685536" y="1099067"/>
                </a:lnTo>
                <a:cubicBezTo>
                  <a:pt x="3685536" y="1152048"/>
                  <a:pt x="3642587" y="1194997"/>
                  <a:pt x="3589606" y="1194997"/>
                </a:cubicBezTo>
                <a:lnTo>
                  <a:pt x="3562011" y="1194997"/>
                </a:lnTo>
                <a:lnTo>
                  <a:pt x="740267" y="1194997"/>
                </a:lnTo>
                <a:lnTo>
                  <a:pt x="95930" y="1194997"/>
                </a:lnTo>
                <a:cubicBezTo>
                  <a:pt x="42949" y="1194997"/>
                  <a:pt x="0" y="1152048"/>
                  <a:pt x="0" y="1099067"/>
                </a:cubicBezTo>
                <a:lnTo>
                  <a:pt x="0" y="715360"/>
                </a:lnTo>
                <a:lnTo>
                  <a:pt x="1" y="715355"/>
                </a:lnTo>
                <a:lnTo>
                  <a:pt x="1" y="190707"/>
                </a:lnTo>
                <a:cubicBezTo>
                  <a:pt x="1" y="85382"/>
                  <a:pt x="85383" y="0"/>
                  <a:pt x="190708" y="0"/>
                </a:cubicBezTo>
                <a:close/>
              </a:path>
            </a:pathLst>
          </a:cu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dirty="0">
              <a:latin typeface="HGS明朝E" panose="02020900000000000000" pitchFamily="18" charset="-128"/>
              <a:ea typeface="HGS明朝E" panose="02020900000000000000" pitchFamily="18" charset="-128"/>
            </a:endParaRPr>
          </a:p>
        </p:txBody>
      </p:sp>
      <p:grpSp>
        <p:nvGrpSpPr>
          <p:cNvPr id="220" name="グループ化 219">
            <a:extLst>
              <a:ext uri="{FF2B5EF4-FFF2-40B4-BE49-F238E27FC236}">
                <a16:creationId xmlns:a16="http://schemas.microsoft.com/office/drawing/2014/main" id="{D765C3B3-12D7-A04A-5506-E85B0397A9CA}"/>
              </a:ext>
            </a:extLst>
          </p:cNvPr>
          <p:cNvGrpSpPr/>
          <p:nvPr/>
        </p:nvGrpSpPr>
        <p:grpSpPr>
          <a:xfrm>
            <a:off x="5153065" y="2887838"/>
            <a:ext cx="1484790" cy="739567"/>
            <a:chOff x="5227712" y="3336557"/>
            <a:chExt cx="1747806" cy="739567"/>
          </a:xfrm>
        </p:grpSpPr>
        <p:sp>
          <p:nvSpPr>
            <p:cNvPr id="201" name="テキスト ボックス 200">
              <a:extLst>
                <a:ext uri="{FF2B5EF4-FFF2-40B4-BE49-F238E27FC236}">
                  <a16:creationId xmlns:a16="http://schemas.microsoft.com/office/drawing/2014/main" id="{9386B405-ADC8-8720-731C-6BB54125F8A4}"/>
                </a:ext>
              </a:extLst>
            </p:cNvPr>
            <p:cNvSpPr txBox="1"/>
            <p:nvPr/>
          </p:nvSpPr>
          <p:spPr>
            <a:xfrm>
              <a:off x="5227712" y="3336557"/>
              <a:ext cx="1510350" cy="340743"/>
            </a:xfrm>
            <a:prstGeom prst="rect">
              <a:avLst/>
            </a:prstGeom>
            <a:noFill/>
          </p:spPr>
          <p:txBody>
            <a:bodyPr wrap="none" rtlCol="0">
              <a:spAutoFit/>
            </a:bodyPr>
            <a:lstStyle/>
            <a:p>
              <a:r>
                <a:rPr lang="en-US" altLang="ja-JP" b="1" dirty="0">
                  <a:solidFill>
                    <a:schemeClr val="tx1">
                      <a:lumMod val="95000"/>
                      <a:lumOff val="5000"/>
                    </a:schemeClr>
                  </a:solidFill>
                  <a:latin typeface="HGS明朝E" panose="02020900000000000000" pitchFamily="18" charset="-128"/>
                  <a:ea typeface="HGS明朝E" panose="02020900000000000000" pitchFamily="18" charset="-128"/>
                </a:rPr>
                <a:t>ATK</a:t>
              </a:r>
              <a:r>
                <a:rPr lang="ja-JP" altLang="en-US" b="1" dirty="0">
                  <a:solidFill>
                    <a:schemeClr val="tx1">
                      <a:lumMod val="95000"/>
                      <a:lumOff val="5000"/>
                    </a:schemeClr>
                  </a:solidFill>
                  <a:latin typeface="HGS明朝E" panose="02020900000000000000" pitchFamily="18" charset="-128"/>
                  <a:ea typeface="HGS明朝E" panose="02020900000000000000" pitchFamily="18" charset="-128"/>
                </a:rPr>
                <a:t>：</a:t>
              </a:r>
              <a:r>
                <a:rPr lang="en-US" altLang="ja-JP" sz="2400" b="1" dirty="0">
                  <a:solidFill>
                    <a:schemeClr val="tx1">
                      <a:lumMod val="95000"/>
                      <a:lumOff val="5000"/>
                    </a:schemeClr>
                  </a:solidFill>
                  <a:latin typeface="HGS明朝E" panose="02020900000000000000" pitchFamily="18" charset="-128"/>
                  <a:ea typeface="HGS明朝E" panose="02020900000000000000" pitchFamily="18" charset="-128"/>
                </a:rPr>
                <a:t>0000</a:t>
              </a:r>
              <a:endParaRPr lang="en-US" altLang="ja-JP" b="1" dirty="0">
                <a:solidFill>
                  <a:schemeClr val="tx1">
                    <a:lumMod val="95000"/>
                    <a:lumOff val="5000"/>
                  </a:schemeClr>
                </a:solidFill>
                <a:latin typeface="HGS明朝E" panose="02020900000000000000" pitchFamily="18" charset="-128"/>
                <a:ea typeface="HGS明朝E" panose="02020900000000000000" pitchFamily="18" charset="-128"/>
              </a:endParaRPr>
            </a:p>
          </p:txBody>
        </p:sp>
        <p:sp>
          <p:nvSpPr>
            <p:cNvPr id="202" name="四角形: 角を丸くする 201">
              <a:extLst>
                <a:ext uri="{FF2B5EF4-FFF2-40B4-BE49-F238E27FC236}">
                  <a16:creationId xmlns:a16="http://schemas.microsoft.com/office/drawing/2014/main" id="{08C38842-972D-A855-286F-570D1218B63F}"/>
                </a:ext>
              </a:extLst>
            </p:cNvPr>
            <p:cNvSpPr/>
            <p:nvPr/>
          </p:nvSpPr>
          <p:spPr>
            <a:xfrm rot="5400000">
              <a:off x="5960059" y="3060665"/>
              <a:ext cx="283112" cy="1747806"/>
            </a:xfrm>
            <a:prstGeom prst="roundRect">
              <a:avLst>
                <a:gd name="adj" fmla="val 9570"/>
              </a:avLst>
            </a:prstGeom>
            <a:solidFill>
              <a:schemeClr val="accent1"/>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grpSp>
        <p:nvGrpSpPr>
          <p:cNvPr id="212" name="グループ化 211">
            <a:extLst>
              <a:ext uri="{FF2B5EF4-FFF2-40B4-BE49-F238E27FC236}">
                <a16:creationId xmlns:a16="http://schemas.microsoft.com/office/drawing/2014/main" id="{A62F45F1-4AEE-9AB3-C236-DFC364D75280}"/>
              </a:ext>
            </a:extLst>
          </p:cNvPr>
          <p:cNvGrpSpPr/>
          <p:nvPr/>
        </p:nvGrpSpPr>
        <p:grpSpPr>
          <a:xfrm>
            <a:off x="4977105" y="939266"/>
            <a:ext cx="1843573" cy="2876954"/>
            <a:chOff x="4977105" y="939266"/>
            <a:chExt cx="3961622" cy="2876954"/>
          </a:xfrm>
        </p:grpSpPr>
        <p:sp>
          <p:nvSpPr>
            <p:cNvPr id="208" name="四角形: 角を丸くする 207">
              <a:extLst>
                <a:ext uri="{FF2B5EF4-FFF2-40B4-BE49-F238E27FC236}">
                  <a16:creationId xmlns:a16="http://schemas.microsoft.com/office/drawing/2014/main" id="{4CE68A4E-042B-C327-9193-7B844623FC4E}"/>
                </a:ext>
              </a:extLst>
            </p:cNvPr>
            <p:cNvSpPr/>
            <p:nvPr/>
          </p:nvSpPr>
          <p:spPr>
            <a:xfrm>
              <a:off x="4977105" y="1398515"/>
              <a:ext cx="3961622" cy="2417705"/>
            </a:xfrm>
            <a:prstGeom prst="roundRect">
              <a:avLst>
                <a:gd name="adj" fmla="val 5178"/>
              </a:avLst>
            </a:prstGeom>
            <a:no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09" name="四角形: 角を丸くする 208">
              <a:extLst>
                <a:ext uri="{FF2B5EF4-FFF2-40B4-BE49-F238E27FC236}">
                  <a16:creationId xmlns:a16="http://schemas.microsoft.com/office/drawing/2014/main" id="{2B61163E-9341-1AC8-4F8B-621071909170}"/>
                </a:ext>
              </a:extLst>
            </p:cNvPr>
            <p:cNvSpPr/>
            <p:nvPr/>
          </p:nvSpPr>
          <p:spPr>
            <a:xfrm>
              <a:off x="5328387" y="939266"/>
              <a:ext cx="3294264" cy="461665"/>
            </a:xfrm>
            <a:prstGeom prst="round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latin typeface="HGS明朝E" panose="02020900000000000000" pitchFamily="18" charset="-128"/>
                  <a:ea typeface="HGS明朝E" panose="02020900000000000000" pitchFamily="18" charset="-128"/>
                </a:rPr>
                <a:t>パラメータ</a:t>
              </a:r>
            </a:p>
          </p:txBody>
        </p:sp>
      </p:grpSp>
      <p:sp>
        <p:nvSpPr>
          <p:cNvPr id="214" name="四角形: 角を丸くする 213">
            <a:extLst>
              <a:ext uri="{FF2B5EF4-FFF2-40B4-BE49-F238E27FC236}">
                <a16:creationId xmlns:a16="http://schemas.microsoft.com/office/drawing/2014/main" id="{D94ADD89-00D5-9634-882C-B1947A67DA4B}"/>
              </a:ext>
            </a:extLst>
          </p:cNvPr>
          <p:cNvSpPr/>
          <p:nvPr/>
        </p:nvSpPr>
        <p:spPr>
          <a:xfrm>
            <a:off x="4988674" y="4519606"/>
            <a:ext cx="3961622" cy="1399128"/>
          </a:xfrm>
          <a:prstGeom prst="roundRect">
            <a:avLst>
              <a:gd name="adj" fmla="val 5178"/>
            </a:avLst>
          </a:prstGeom>
          <a:no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16" name="四角形: 角を丸くする 215">
            <a:extLst>
              <a:ext uri="{FF2B5EF4-FFF2-40B4-BE49-F238E27FC236}">
                <a16:creationId xmlns:a16="http://schemas.microsoft.com/office/drawing/2014/main" id="{10887202-6045-D57F-1523-3C0F5B9321F6}"/>
              </a:ext>
            </a:extLst>
          </p:cNvPr>
          <p:cNvSpPr/>
          <p:nvPr/>
        </p:nvSpPr>
        <p:spPr>
          <a:xfrm>
            <a:off x="5328387" y="4063150"/>
            <a:ext cx="3294264" cy="461665"/>
          </a:xfrm>
          <a:prstGeom prst="round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latin typeface="HGS明朝E" panose="02020900000000000000" pitchFamily="18" charset="-128"/>
                <a:ea typeface="HGS明朝E" panose="02020900000000000000" pitchFamily="18" charset="-128"/>
              </a:rPr>
              <a:t>スキル</a:t>
            </a:r>
            <a:endParaRPr kumimoji="1" lang="ja-JP" altLang="en-US" dirty="0">
              <a:latin typeface="HGS明朝E" panose="02020900000000000000" pitchFamily="18" charset="-128"/>
              <a:ea typeface="HGS明朝E" panose="02020900000000000000" pitchFamily="18" charset="-128"/>
            </a:endParaRPr>
          </a:p>
        </p:txBody>
      </p:sp>
      <p:grpSp>
        <p:nvGrpSpPr>
          <p:cNvPr id="221" name="グループ化 220">
            <a:extLst>
              <a:ext uri="{FF2B5EF4-FFF2-40B4-BE49-F238E27FC236}">
                <a16:creationId xmlns:a16="http://schemas.microsoft.com/office/drawing/2014/main" id="{EE01AD6D-779B-8DEC-408E-D43964DE72D8}"/>
              </a:ext>
            </a:extLst>
          </p:cNvPr>
          <p:cNvGrpSpPr/>
          <p:nvPr/>
        </p:nvGrpSpPr>
        <p:grpSpPr>
          <a:xfrm>
            <a:off x="5153065" y="2185856"/>
            <a:ext cx="1484790" cy="738164"/>
            <a:chOff x="5227712" y="2418059"/>
            <a:chExt cx="1747806" cy="738164"/>
          </a:xfrm>
        </p:grpSpPr>
        <p:sp>
          <p:nvSpPr>
            <p:cNvPr id="204" name="テキスト ボックス 203">
              <a:extLst>
                <a:ext uri="{FF2B5EF4-FFF2-40B4-BE49-F238E27FC236}">
                  <a16:creationId xmlns:a16="http://schemas.microsoft.com/office/drawing/2014/main" id="{500ADAC3-E5A1-DE65-BD8C-501B60F77E2D}"/>
                </a:ext>
              </a:extLst>
            </p:cNvPr>
            <p:cNvSpPr txBox="1"/>
            <p:nvPr/>
          </p:nvSpPr>
          <p:spPr>
            <a:xfrm>
              <a:off x="5227712" y="2418059"/>
              <a:ext cx="1499128" cy="461665"/>
            </a:xfrm>
            <a:prstGeom prst="rect">
              <a:avLst/>
            </a:prstGeom>
            <a:noFill/>
          </p:spPr>
          <p:txBody>
            <a:bodyPr wrap="none" rtlCol="0">
              <a:spAutoFit/>
            </a:bodyPr>
            <a:lstStyle/>
            <a:p>
              <a:r>
                <a:rPr lang="en-US" altLang="ja-JP" b="1" dirty="0">
                  <a:solidFill>
                    <a:schemeClr val="tx1">
                      <a:lumMod val="95000"/>
                      <a:lumOff val="5000"/>
                    </a:schemeClr>
                  </a:solidFill>
                  <a:latin typeface="HGS明朝E" panose="02020900000000000000" pitchFamily="18" charset="-128"/>
                  <a:ea typeface="HGS明朝E" panose="02020900000000000000" pitchFamily="18" charset="-128"/>
                </a:rPr>
                <a:t>SPD</a:t>
              </a:r>
              <a:r>
                <a:rPr lang="ja-JP" altLang="en-US" b="1" dirty="0">
                  <a:solidFill>
                    <a:schemeClr val="tx1">
                      <a:lumMod val="95000"/>
                      <a:lumOff val="5000"/>
                    </a:schemeClr>
                  </a:solidFill>
                  <a:latin typeface="HGS明朝E" panose="02020900000000000000" pitchFamily="18" charset="-128"/>
                  <a:ea typeface="HGS明朝E" panose="02020900000000000000" pitchFamily="18" charset="-128"/>
                </a:rPr>
                <a:t>：</a:t>
              </a:r>
              <a:r>
                <a:rPr lang="en-US" altLang="ja-JP" sz="2400" b="1" dirty="0">
                  <a:solidFill>
                    <a:schemeClr val="tx1">
                      <a:lumMod val="95000"/>
                      <a:lumOff val="5000"/>
                    </a:schemeClr>
                  </a:solidFill>
                  <a:latin typeface="HGS明朝E" panose="02020900000000000000" pitchFamily="18" charset="-128"/>
                  <a:ea typeface="HGS明朝E" panose="02020900000000000000" pitchFamily="18" charset="-128"/>
                </a:rPr>
                <a:t>0000</a:t>
              </a:r>
              <a:endParaRPr lang="en-US" altLang="ja-JP" b="1" dirty="0">
                <a:solidFill>
                  <a:schemeClr val="tx1">
                    <a:lumMod val="95000"/>
                    <a:lumOff val="5000"/>
                  </a:schemeClr>
                </a:solidFill>
                <a:latin typeface="HGS明朝E" panose="02020900000000000000" pitchFamily="18" charset="-128"/>
                <a:ea typeface="HGS明朝E" panose="02020900000000000000" pitchFamily="18" charset="-128"/>
              </a:endParaRPr>
            </a:p>
          </p:txBody>
        </p:sp>
        <p:sp>
          <p:nvSpPr>
            <p:cNvPr id="218" name="四角形: 角を丸くする 217">
              <a:extLst>
                <a:ext uri="{FF2B5EF4-FFF2-40B4-BE49-F238E27FC236}">
                  <a16:creationId xmlns:a16="http://schemas.microsoft.com/office/drawing/2014/main" id="{F3E0F85E-CBD4-3892-9B73-263DAA6839C5}"/>
                </a:ext>
              </a:extLst>
            </p:cNvPr>
            <p:cNvSpPr/>
            <p:nvPr/>
          </p:nvSpPr>
          <p:spPr>
            <a:xfrm rot="5400000">
              <a:off x="5960059" y="2140764"/>
              <a:ext cx="283112" cy="1747806"/>
            </a:xfrm>
            <a:prstGeom prst="roundRect">
              <a:avLst>
                <a:gd name="adj" fmla="val 9570"/>
              </a:avLst>
            </a:prstGeom>
            <a:solidFill>
              <a:schemeClr val="accent5"/>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grpSp>
        <p:nvGrpSpPr>
          <p:cNvPr id="222" name="グループ化 221">
            <a:extLst>
              <a:ext uri="{FF2B5EF4-FFF2-40B4-BE49-F238E27FC236}">
                <a16:creationId xmlns:a16="http://schemas.microsoft.com/office/drawing/2014/main" id="{C216A68C-AC6C-607F-FE3E-D190198D8411}"/>
              </a:ext>
            </a:extLst>
          </p:cNvPr>
          <p:cNvGrpSpPr/>
          <p:nvPr/>
        </p:nvGrpSpPr>
        <p:grpSpPr>
          <a:xfrm>
            <a:off x="5153065" y="1484774"/>
            <a:ext cx="1484790" cy="741471"/>
            <a:chOff x="5227712" y="1484774"/>
            <a:chExt cx="1747806" cy="741471"/>
          </a:xfrm>
        </p:grpSpPr>
        <p:sp>
          <p:nvSpPr>
            <p:cNvPr id="50" name="テキスト ボックス 49">
              <a:extLst>
                <a:ext uri="{FF2B5EF4-FFF2-40B4-BE49-F238E27FC236}">
                  <a16:creationId xmlns:a16="http://schemas.microsoft.com/office/drawing/2014/main" id="{2D359C78-3C1B-FF9A-F0B5-B144BFEE6E03}"/>
                </a:ext>
              </a:extLst>
            </p:cNvPr>
            <p:cNvSpPr txBox="1"/>
            <p:nvPr/>
          </p:nvSpPr>
          <p:spPr>
            <a:xfrm>
              <a:off x="5227712" y="1484774"/>
              <a:ext cx="1364476" cy="461665"/>
            </a:xfrm>
            <a:prstGeom prst="rect">
              <a:avLst/>
            </a:prstGeom>
            <a:noFill/>
          </p:spPr>
          <p:txBody>
            <a:bodyPr wrap="none" rtlCol="0">
              <a:spAutoFit/>
            </a:bodyPr>
            <a:lstStyle/>
            <a:p>
              <a:r>
                <a:rPr lang="en-US" altLang="ja-JP" b="1" dirty="0">
                  <a:solidFill>
                    <a:schemeClr val="tx1">
                      <a:lumMod val="95000"/>
                      <a:lumOff val="5000"/>
                    </a:schemeClr>
                  </a:solidFill>
                  <a:latin typeface="HGS明朝E" panose="02020900000000000000" pitchFamily="18" charset="-128"/>
                  <a:ea typeface="HGS明朝E" panose="02020900000000000000" pitchFamily="18" charset="-128"/>
                </a:rPr>
                <a:t>HP</a:t>
              </a:r>
              <a:r>
                <a:rPr lang="ja-JP" altLang="en-US" b="1" dirty="0">
                  <a:solidFill>
                    <a:schemeClr val="tx1">
                      <a:lumMod val="95000"/>
                      <a:lumOff val="5000"/>
                    </a:schemeClr>
                  </a:solidFill>
                  <a:latin typeface="HGS明朝E" panose="02020900000000000000" pitchFamily="18" charset="-128"/>
                  <a:ea typeface="HGS明朝E" panose="02020900000000000000" pitchFamily="18" charset="-128"/>
                </a:rPr>
                <a:t>：</a:t>
              </a:r>
              <a:r>
                <a:rPr lang="en-US" altLang="ja-JP" sz="2400" b="1" dirty="0">
                  <a:solidFill>
                    <a:schemeClr val="tx1">
                      <a:lumMod val="95000"/>
                      <a:lumOff val="5000"/>
                    </a:schemeClr>
                  </a:solidFill>
                  <a:latin typeface="HGS明朝E" panose="02020900000000000000" pitchFamily="18" charset="-128"/>
                  <a:ea typeface="HGS明朝E" panose="02020900000000000000" pitchFamily="18" charset="-128"/>
                </a:rPr>
                <a:t>0000</a:t>
              </a:r>
              <a:endParaRPr lang="en-US" altLang="ja-JP" b="1" dirty="0">
                <a:solidFill>
                  <a:schemeClr val="tx1">
                    <a:lumMod val="95000"/>
                    <a:lumOff val="5000"/>
                  </a:schemeClr>
                </a:solidFill>
                <a:latin typeface="HGS明朝E" panose="02020900000000000000" pitchFamily="18" charset="-128"/>
                <a:ea typeface="HGS明朝E" panose="02020900000000000000" pitchFamily="18" charset="-128"/>
              </a:endParaRPr>
            </a:p>
          </p:txBody>
        </p:sp>
        <p:sp>
          <p:nvSpPr>
            <p:cNvPr id="219" name="四角形: 角を丸くする 218">
              <a:extLst>
                <a:ext uri="{FF2B5EF4-FFF2-40B4-BE49-F238E27FC236}">
                  <a16:creationId xmlns:a16="http://schemas.microsoft.com/office/drawing/2014/main" id="{2EECA6E3-1EC4-C256-F2E0-3F26CA1E4EB3}"/>
                </a:ext>
              </a:extLst>
            </p:cNvPr>
            <p:cNvSpPr/>
            <p:nvPr/>
          </p:nvSpPr>
          <p:spPr>
            <a:xfrm rot="5400000">
              <a:off x="5960059" y="1210786"/>
              <a:ext cx="283112" cy="1747806"/>
            </a:xfrm>
            <a:prstGeom prst="roundRect">
              <a:avLst>
                <a:gd name="adj" fmla="val 9570"/>
              </a:avLst>
            </a:prstGeom>
            <a:solidFill>
              <a:srgbClr val="1CB71D"/>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sp>
        <p:nvSpPr>
          <p:cNvPr id="230" name="テキスト ボックス 229">
            <a:extLst>
              <a:ext uri="{FF2B5EF4-FFF2-40B4-BE49-F238E27FC236}">
                <a16:creationId xmlns:a16="http://schemas.microsoft.com/office/drawing/2014/main" id="{CD83EC12-4E9D-0AA2-B691-4F8C78D61D55}"/>
              </a:ext>
            </a:extLst>
          </p:cNvPr>
          <p:cNvSpPr txBox="1"/>
          <p:nvPr/>
        </p:nvSpPr>
        <p:spPr>
          <a:xfrm>
            <a:off x="5170661" y="4651587"/>
            <a:ext cx="1066022" cy="369332"/>
          </a:xfrm>
          <a:prstGeom prst="rect">
            <a:avLst/>
          </a:prstGeom>
          <a:noFill/>
        </p:spPr>
        <p:txBody>
          <a:bodyPr wrap="square">
            <a:spAutoFit/>
          </a:bodyPr>
          <a:lstStyle/>
          <a:p>
            <a:pPr algn="ctr"/>
            <a:r>
              <a:rPr lang="ja-JP" altLang="en-US" dirty="0">
                <a:latin typeface="HGS明朝E" panose="02020900000000000000" pitchFamily="18" charset="-128"/>
                <a:ea typeface="HGS明朝E" panose="02020900000000000000" pitchFamily="18" charset="-128"/>
              </a:rPr>
              <a:t>通常</a:t>
            </a:r>
            <a:endParaRPr kumimoji="1" lang="ja-JP" altLang="en-US" dirty="0">
              <a:latin typeface="HGS明朝E" panose="02020900000000000000" pitchFamily="18" charset="-128"/>
              <a:ea typeface="HGS明朝E" panose="02020900000000000000" pitchFamily="18" charset="-128"/>
            </a:endParaRPr>
          </a:p>
        </p:txBody>
      </p:sp>
      <p:sp>
        <p:nvSpPr>
          <p:cNvPr id="231" name="テキスト ボックス 230">
            <a:extLst>
              <a:ext uri="{FF2B5EF4-FFF2-40B4-BE49-F238E27FC236}">
                <a16:creationId xmlns:a16="http://schemas.microsoft.com/office/drawing/2014/main" id="{F2AA8BA8-8E45-2A1E-9E30-1EBDC6825170}"/>
              </a:ext>
            </a:extLst>
          </p:cNvPr>
          <p:cNvSpPr txBox="1"/>
          <p:nvPr/>
        </p:nvSpPr>
        <p:spPr>
          <a:xfrm>
            <a:off x="6442508" y="4651587"/>
            <a:ext cx="1066022" cy="369332"/>
          </a:xfrm>
          <a:prstGeom prst="rect">
            <a:avLst/>
          </a:prstGeom>
          <a:noFill/>
        </p:spPr>
        <p:txBody>
          <a:bodyPr wrap="square">
            <a:spAutoFit/>
          </a:bodyPr>
          <a:lstStyle/>
          <a:p>
            <a:pPr algn="ctr"/>
            <a:r>
              <a:rPr lang="ja-JP" altLang="en-US" dirty="0">
                <a:solidFill>
                  <a:schemeClr val="bg1">
                    <a:lumMod val="95000"/>
                  </a:schemeClr>
                </a:solidFill>
                <a:latin typeface="HGS明朝E" panose="02020900000000000000" pitchFamily="18" charset="-128"/>
                <a:ea typeface="HGS明朝E" panose="02020900000000000000" pitchFamily="18" charset="-128"/>
              </a:rPr>
              <a:t>特殊</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sp>
        <p:nvSpPr>
          <p:cNvPr id="232" name="テキスト ボックス 231">
            <a:extLst>
              <a:ext uri="{FF2B5EF4-FFF2-40B4-BE49-F238E27FC236}">
                <a16:creationId xmlns:a16="http://schemas.microsoft.com/office/drawing/2014/main" id="{E661C4D9-858B-7DEE-0AB9-D902E6D31129}"/>
              </a:ext>
            </a:extLst>
          </p:cNvPr>
          <p:cNvSpPr txBox="1"/>
          <p:nvPr/>
        </p:nvSpPr>
        <p:spPr>
          <a:xfrm>
            <a:off x="7714355" y="4651587"/>
            <a:ext cx="1066022" cy="369332"/>
          </a:xfrm>
          <a:prstGeom prst="rect">
            <a:avLst/>
          </a:prstGeom>
          <a:noFill/>
        </p:spPr>
        <p:txBody>
          <a:bodyPr wrap="square">
            <a:spAutoFit/>
          </a:bodyPr>
          <a:lstStyle/>
          <a:p>
            <a:pPr algn="ctr"/>
            <a:r>
              <a:rPr kumimoji="1" lang="en-US" altLang="ja-JP" dirty="0">
                <a:solidFill>
                  <a:schemeClr val="bg1">
                    <a:lumMod val="95000"/>
                  </a:schemeClr>
                </a:solidFill>
                <a:latin typeface="HGS明朝E" panose="02020900000000000000" pitchFamily="18" charset="-128"/>
                <a:ea typeface="HGS明朝E" panose="02020900000000000000" pitchFamily="18" charset="-128"/>
              </a:rPr>
              <a:t>ENB</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sp>
        <p:nvSpPr>
          <p:cNvPr id="233" name="テキスト ボックス 232">
            <a:extLst>
              <a:ext uri="{FF2B5EF4-FFF2-40B4-BE49-F238E27FC236}">
                <a16:creationId xmlns:a16="http://schemas.microsoft.com/office/drawing/2014/main" id="{D2A4CBC2-E94F-FC72-29B1-CEF626B313E1}"/>
              </a:ext>
            </a:extLst>
          </p:cNvPr>
          <p:cNvSpPr txBox="1"/>
          <p:nvPr/>
        </p:nvSpPr>
        <p:spPr>
          <a:xfrm>
            <a:off x="5328387" y="5139728"/>
            <a:ext cx="3294264" cy="584775"/>
          </a:xfrm>
          <a:prstGeom prst="rect">
            <a:avLst/>
          </a:prstGeom>
          <a:noFill/>
        </p:spPr>
        <p:txBody>
          <a:bodyPr wrap="square" rtlCol="0">
            <a:spAutoFit/>
          </a:bodyPr>
          <a:lstStyle/>
          <a:p>
            <a:r>
              <a:rPr lang="en-US" altLang="ja-JP" sz="1600" dirty="0">
                <a:solidFill>
                  <a:schemeClr val="tx1">
                    <a:lumMod val="95000"/>
                    <a:lumOff val="5000"/>
                  </a:schemeClr>
                </a:solidFill>
                <a:latin typeface="HGS明朝E" panose="02020900000000000000" pitchFamily="18" charset="-128"/>
                <a:ea typeface="HGS明朝E" panose="02020900000000000000" pitchFamily="18" charset="-128"/>
              </a:rPr>
              <a:t>ATK×100</a:t>
            </a:r>
            <a:r>
              <a:rPr lang="ja-JP" altLang="en-US" sz="1600" dirty="0">
                <a:solidFill>
                  <a:schemeClr val="tx1">
                    <a:lumMod val="95000"/>
                    <a:lumOff val="5000"/>
                  </a:schemeClr>
                </a:solidFill>
                <a:latin typeface="HGS明朝E" panose="02020900000000000000" pitchFamily="18" charset="-128"/>
                <a:ea typeface="HGS明朝E" panose="02020900000000000000" pitchFamily="18" charset="-128"/>
              </a:rPr>
              <a:t>％の威力で攻撃を行う</a:t>
            </a:r>
            <a:br>
              <a:rPr lang="en-US" altLang="ja-JP" sz="1600" dirty="0">
                <a:solidFill>
                  <a:schemeClr val="tx1">
                    <a:lumMod val="95000"/>
                    <a:lumOff val="5000"/>
                  </a:schemeClr>
                </a:solidFill>
                <a:latin typeface="HGS明朝E" panose="02020900000000000000" pitchFamily="18" charset="-128"/>
                <a:ea typeface="HGS明朝E" panose="02020900000000000000" pitchFamily="18" charset="-128"/>
              </a:rPr>
            </a:br>
            <a:endParaRPr lang="en-US" altLang="ja-JP" sz="1600" dirty="0">
              <a:solidFill>
                <a:schemeClr val="accent5"/>
              </a:solidFill>
              <a:latin typeface="HGS明朝E" panose="02020900000000000000" pitchFamily="18" charset="-128"/>
              <a:ea typeface="HGS明朝E" panose="02020900000000000000" pitchFamily="18" charset="-128"/>
            </a:endParaRPr>
          </a:p>
        </p:txBody>
      </p:sp>
      <p:grpSp>
        <p:nvGrpSpPr>
          <p:cNvPr id="3" name="グループ化 2">
            <a:extLst>
              <a:ext uri="{FF2B5EF4-FFF2-40B4-BE49-F238E27FC236}">
                <a16:creationId xmlns:a16="http://schemas.microsoft.com/office/drawing/2014/main" id="{7DBED703-2791-E4F3-6131-7F81CE1F2552}"/>
              </a:ext>
            </a:extLst>
          </p:cNvPr>
          <p:cNvGrpSpPr/>
          <p:nvPr/>
        </p:nvGrpSpPr>
        <p:grpSpPr>
          <a:xfrm>
            <a:off x="7014933" y="939266"/>
            <a:ext cx="1935364" cy="2876954"/>
            <a:chOff x="4977105" y="939266"/>
            <a:chExt cx="3961622" cy="2876954"/>
          </a:xfrm>
        </p:grpSpPr>
        <p:sp>
          <p:nvSpPr>
            <p:cNvPr id="4" name="四角形: 角を丸くする 3">
              <a:extLst>
                <a:ext uri="{FF2B5EF4-FFF2-40B4-BE49-F238E27FC236}">
                  <a16:creationId xmlns:a16="http://schemas.microsoft.com/office/drawing/2014/main" id="{FFBBF9B9-EFA6-37CD-ADDA-3336626CA014}"/>
                </a:ext>
              </a:extLst>
            </p:cNvPr>
            <p:cNvSpPr/>
            <p:nvPr/>
          </p:nvSpPr>
          <p:spPr>
            <a:xfrm>
              <a:off x="4977105" y="1398515"/>
              <a:ext cx="3961622" cy="2417705"/>
            </a:xfrm>
            <a:prstGeom prst="roundRect">
              <a:avLst>
                <a:gd name="adj" fmla="val 5178"/>
              </a:avLst>
            </a:prstGeom>
            <a:no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5" name="四角形: 角を丸くする 4">
              <a:extLst>
                <a:ext uri="{FF2B5EF4-FFF2-40B4-BE49-F238E27FC236}">
                  <a16:creationId xmlns:a16="http://schemas.microsoft.com/office/drawing/2014/main" id="{37EA75B5-0100-0A91-D6BF-801F6A0849C0}"/>
                </a:ext>
              </a:extLst>
            </p:cNvPr>
            <p:cNvSpPr/>
            <p:nvPr/>
          </p:nvSpPr>
          <p:spPr>
            <a:xfrm>
              <a:off x="5328387" y="939266"/>
              <a:ext cx="3294264" cy="461665"/>
            </a:xfrm>
            <a:prstGeom prst="round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latin typeface="HGS明朝E" panose="02020900000000000000" pitchFamily="18" charset="-128"/>
                  <a:ea typeface="HGS明朝E" panose="02020900000000000000" pitchFamily="18" charset="-128"/>
                </a:rPr>
                <a:t>武器</a:t>
              </a:r>
            </a:p>
          </p:txBody>
        </p:sp>
      </p:grpSp>
      <p:sp>
        <p:nvSpPr>
          <p:cNvPr id="6" name="四角形: 角を丸くする 5">
            <a:extLst>
              <a:ext uri="{FF2B5EF4-FFF2-40B4-BE49-F238E27FC236}">
                <a16:creationId xmlns:a16="http://schemas.microsoft.com/office/drawing/2014/main" id="{87642DF0-B3C8-7610-DBFE-E2071356D96D}"/>
              </a:ext>
            </a:extLst>
          </p:cNvPr>
          <p:cNvSpPr/>
          <p:nvPr/>
        </p:nvSpPr>
        <p:spPr>
          <a:xfrm>
            <a:off x="7178062" y="2607693"/>
            <a:ext cx="1609341" cy="1079739"/>
          </a:xfrm>
          <a:prstGeom prst="roundRect">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pic>
        <p:nvPicPr>
          <p:cNvPr id="7" name="図 6">
            <a:extLst>
              <a:ext uri="{FF2B5EF4-FFF2-40B4-BE49-F238E27FC236}">
                <a16:creationId xmlns:a16="http://schemas.microsoft.com/office/drawing/2014/main" id="{548FCBE6-1652-8EAF-5898-32CE7CEDAD6E}"/>
              </a:ext>
            </a:extLst>
          </p:cNvPr>
          <p:cNvPicPr>
            <a:picLocks noChangeAspect="1"/>
          </p:cNvPicPr>
          <p:nvPr/>
        </p:nvPicPr>
        <p:blipFill>
          <a:blip r:embed="rId6">
            <a:biLevel thresh="50000"/>
            <a:extLst>
              <a:ext uri="{28A0092B-C50C-407E-A947-70E740481C1C}">
                <a14:useLocalDpi xmlns:a14="http://schemas.microsoft.com/office/drawing/2010/main" val="0"/>
              </a:ext>
            </a:extLst>
          </a:blip>
          <a:srcRect l="14083" t="10604" r="55105" b="45782"/>
          <a:stretch>
            <a:fillRect/>
          </a:stretch>
        </p:blipFill>
        <p:spPr>
          <a:xfrm>
            <a:off x="7452615" y="1466122"/>
            <a:ext cx="1059999" cy="1125304"/>
          </a:xfrm>
          <a:prstGeom prst="rect">
            <a:avLst/>
          </a:prstGeom>
        </p:spPr>
      </p:pic>
      <p:sp>
        <p:nvSpPr>
          <p:cNvPr id="8" name="テキスト ボックス 7">
            <a:extLst>
              <a:ext uri="{FF2B5EF4-FFF2-40B4-BE49-F238E27FC236}">
                <a16:creationId xmlns:a16="http://schemas.microsoft.com/office/drawing/2014/main" id="{9C2929CF-7870-DF2D-EA26-7611C7C76B1A}"/>
              </a:ext>
            </a:extLst>
          </p:cNvPr>
          <p:cNvSpPr txBox="1"/>
          <p:nvPr/>
        </p:nvSpPr>
        <p:spPr>
          <a:xfrm>
            <a:off x="7443539" y="2633517"/>
            <a:ext cx="1336264" cy="1015663"/>
          </a:xfrm>
          <a:prstGeom prst="rect">
            <a:avLst/>
          </a:prstGeom>
          <a:noFill/>
        </p:spPr>
        <p:txBody>
          <a:bodyPr wrap="square" rtlCol="0">
            <a:spAutoFit/>
          </a:bodyPr>
          <a:lstStyle/>
          <a:p>
            <a:r>
              <a:rPr lang="en-US" altLang="ja-JP" sz="1600" dirty="0">
                <a:ln w="0">
                  <a:solidFill>
                    <a:schemeClr val="tx1">
                      <a:lumMod val="85000"/>
                      <a:lumOff val="15000"/>
                      <a:alpha val="55000"/>
                    </a:schemeClr>
                  </a:solidFill>
                </a:ln>
                <a:solidFill>
                  <a:srgbClr val="00B050"/>
                </a:solidFill>
                <a:latin typeface="HGS明朝E" panose="02020900000000000000" pitchFamily="18" charset="-128"/>
                <a:ea typeface="HGS明朝E" panose="02020900000000000000" pitchFamily="18" charset="-128"/>
              </a:rPr>
              <a:t>HP</a:t>
            </a:r>
            <a:r>
              <a:rPr lang="ja-JP" altLang="en-US" sz="1600" dirty="0">
                <a:ln w="0">
                  <a:solidFill>
                    <a:schemeClr val="tx1">
                      <a:lumMod val="85000"/>
                      <a:lumOff val="15000"/>
                      <a:alpha val="55000"/>
                    </a:schemeClr>
                  </a:solidFill>
                </a:ln>
                <a:solidFill>
                  <a:srgbClr val="00B050"/>
                </a:solidFill>
                <a:latin typeface="HGS明朝E" panose="02020900000000000000" pitchFamily="18" charset="-128"/>
                <a:ea typeface="HGS明朝E" panose="02020900000000000000" pitchFamily="18" charset="-128"/>
              </a:rPr>
              <a:t>＋</a:t>
            </a:r>
            <a:r>
              <a:rPr lang="en-US" altLang="ja-JP" sz="2000" dirty="0">
                <a:ln w="0">
                  <a:solidFill>
                    <a:schemeClr val="tx1">
                      <a:lumMod val="85000"/>
                      <a:lumOff val="15000"/>
                      <a:alpha val="55000"/>
                    </a:schemeClr>
                  </a:solidFill>
                </a:ln>
                <a:solidFill>
                  <a:srgbClr val="00B050"/>
                </a:solidFill>
                <a:latin typeface="HGS明朝E" panose="02020900000000000000" pitchFamily="18" charset="-128"/>
                <a:ea typeface="HGS明朝E" panose="02020900000000000000" pitchFamily="18" charset="-128"/>
              </a:rPr>
              <a:t>100</a:t>
            </a:r>
            <a:br>
              <a:rPr lang="en-US" altLang="ja-JP" sz="1600" dirty="0">
                <a:ln w="0">
                  <a:solidFill>
                    <a:schemeClr val="tx1">
                      <a:lumMod val="85000"/>
                      <a:lumOff val="15000"/>
                      <a:alpha val="55000"/>
                    </a:schemeClr>
                  </a:solidFill>
                </a:ln>
                <a:solidFill>
                  <a:schemeClr val="accent5"/>
                </a:solidFill>
                <a:latin typeface="HGS明朝E" panose="02020900000000000000" pitchFamily="18" charset="-128"/>
                <a:ea typeface="HGS明朝E" panose="02020900000000000000" pitchFamily="18" charset="-128"/>
              </a:rPr>
            </a:br>
            <a:r>
              <a:rPr lang="en-US" altLang="ja-JP" sz="1600" dirty="0">
                <a:ln w="0">
                  <a:solidFill>
                    <a:schemeClr val="tx1">
                      <a:lumMod val="85000"/>
                      <a:lumOff val="15000"/>
                      <a:alpha val="55000"/>
                    </a:schemeClr>
                  </a:solidFill>
                </a:ln>
                <a:solidFill>
                  <a:schemeClr val="accent5"/>
                </a:solidFill>
                <a:latin typeface="HGS明朝E" panose="02020900000000000000" pitchFamily="18" charset="-128"/>
                <a:ea typeface="HGS明朝E" panose="02020900000000000000" pitchFamily="18" charset="-128"/>
              </a:rPr>
              <a:t>SPD</a:t>
            </a:r>
            <a:r>
              <a:rPr lang="ja-JP" altLang="en-US" sz="1600" dirty="0">
                <a:ln w="0">
                  <a:solidFill>
                    <a:schemeClr val="tx1">
                      <a:lumMod val="85000"/>
                      <a:lumOff val="15000"/>
                      <a:alpha val="55000"/>
                    </a:schemeClr>
                  </a:solidFill>
                </a:ln>
                <a:solidFill>
                  <a:schemeClr val="accent5"/>
                </a:solidFill>
                <a:latin typeface="HGS明朝E" panose="02020900000000000000" pitchFamily="18" charset="-128"/>
                <a:ea typeface="HGS明朝E" panose="02020900000000000000" pitchFamily="18" charset="-128"/>
              </a:rPr>
              <a:t>＋</a:t>
            </a:r>
            <a:r>
              <a:rPr lang="en-US" altLang="ja-JP" sz="2000" dirty="0">
                <a:ln w="0">
                  <a:solidFill>
                    <a:schemeClr val="tx1">
                      <a:lumMod val="85000"/>
                      <a:lumOff val="15000"/>
                      <a:alpha val="55000"/>
                    </a:schemeClr>
                  </a:solidFill>
                </a:ln>
                <a:solidFill>
                  <a:schemeClr val="accent5"/>
                </a:solidFill>
                <a:latin typeface="HGS明朝E" panose="02020900000000000000" pitchFamily="18" charset="-128"/>
                <a:ea typeface="HGS明朝E" panose="02020900000000000000" pitchFamily="18" charset="-128"/>
              </a:rPr>
              <a:t>20</a:t>
            </a:r>
            <a:br>
              <a:rPr lang="en-US" altLang="ja-JP" sz="1600" dirty="0">
                <a:ln w="0">
                  <a:solidFill>
                    <a:schemeClr val="tx1">
                      <a:lumMod val="85000"/>
                      <a:lumOff val="15000"/>
                      <a:alpha val="55000"/>
                    </a:schemeClr>
                  </a:solidFill>
                </a:ln>
                <a:solidFill>
                  <a:schemeClr val="accent5"/>
                </a:solidFill>
                <a:latin typeface="HGS明朝E" panose="02020900000000000000" pitchFamily="18" charset="-128"/>
                <a:ea typeface="HGS明朝E" panose="02020900000000000000" pitchFamily="18" charset="-128"/>
              </a:rPr>
            </a:br>
            <a:r>
              <a:rPr lang="en-US" altLang="ja-JP" sz="1600" dirty="0">
                <a:ln w="0">
                  <a:solidFill>
                    <a:schemeClr val="tx1">
                      <a:lumMod val="85000"/>
                      <a:lumOff val="15000"/>
                      <a:alpha val="55000"/>
                    </a:schemeClr>
                  </a:solidFill>
                </a:ln>
                <a:solidFill>
                  <a:schemeClr val="accent1"/>
                </a:solidFill>
                <a:latin typeface="HGS明朝E" panose="02020900000000000000" pitchFamily="18" charset="-128"/>
                <a:ea typeface="HGS明朝E" panose="02020900000000000000" pitchFamily="18" charset="-128"/>
              </a:rPr>
              <a:t>ATK</a:t>
            </a:r>
            <a:r>
              <a:rPr lang="ja-JP" altLang="en-US" sz="1600" dirty="0">
                <a:ln w="0">
                  <a:solidFill>
                    <a:schemeClr val="tx1">
                      <a:lumMod val="85000"/>
                      <a:lumOff val="15000"/>
                      <a:alpha val="55000"/>
                    </a:schemeClr>
                  </a:solidFill>
                </a:ln>
                <a:solidFill>
                  <a:schemeClr val="accent1"/>
                </a:solidFill>
                <a:latin typeface="HGS明朝E" panose="02020900000000000000" pitchFamily="18" charset="-128"/>
                <a:ea typeface="HGS明朝E" panose="02020900000000000000" pitchFamily="18" charset="-128"/>
              </a:rPr>
              <a:t>＋</a:t>
            </a:r>
            <a:r>
              <a:rPr lang="en-US" altLang="ja-JP" sz="2000" dirty="0">
                <a:ln w="0">
                  <a:solidFill>
                    <a:schemeClr val="tx1">
                      <a:lumMod val="85000"/>
                      <a:lumOff val="15000"/>
                      <a:alpha val="55000"/>
                    </a:schemeClr>
                  </a:solidFill>
                </a:ln>
                <a:solidFill>
                  <a:schemeClr val="accent1"/>
                </a:solidFill>
                <a:latin typeface="HGS明朝E" panose="02020900000000000000" pitchFamily="18" charset="-128"/>
                <a:ea typeface="HGS明朝E" panose="02020900000000000000" pitchFamily="18" charset="-128"/>
              </a:rPr>
              <a:t>50</a:t>
            </a:r>
            <a:endParaRPr lang="en-US" altLang="ja-JP" sz="1600" dirty="0">
              <a:ln w="0">
                <a:solidFill>
                  <a:schemeClr val="tx1">
                    <a:lumMod val="85000"/>
                    <a:lumOff val="15000"/>
                    <a:alpha val="55000"/>
                  </a:schemeClr>
                </a:solidFill>
              </a:ln>
              <a:solidFill>
                <a:schemeClr val="accent1"/>
              </a:solidFill>
              <a:latin typeface="HGS明朝E" panose="02020900000000000000" pitchFamily="18" charset="-128"/>
              <a:ea typeface="HGS明朝E" panose="02020900000000000000" pitchFamily="18" charset="-128"/>
            </a:endParaRPr>
          </a:p>
        </p:txBody>
      </p:sp>
      <p:sp>
        <p:nvSpPr>
          <p:cNvPr id="9" name="テキスト ボックス 8">
            <a:extLst>
              <a:ext uri="{FF2B5EF4-FFF2-40B4-BE49-F238E27FC236}">
                <a16:creationId xmlns:a16="http://schemas.microsoft.com/office/drawing/2014/main" id="{943C57E7-8065-FC31-EAB2-167B2FF29E67}"/>
              </a:ext>
            </a:extLst>
          </p:cNvPr>
          <p:cNvSpPr txBox="1"/>
          <p:nvPr/>
        </p:nvSpPr>
        <p:spPr>
          <a:xfrm>
            <a:off x="1011384" y="819140"/>
            <a:ext cx="2244525" cy="584775"/>
          </a:xfrm>
          <a:prstGeom prst="rect">
            <a:avLst/>
          </a:prstGeom>
          <a:noFill/>
        </p:spPr>
        <p:txBody>
          <a:bodyPr wrap="none" rtlCol="0">
            <a:spAutoFit/>
          </a:bodyPr>
          <a:lstStyle/>
          <a:p>
            <a:pPr algn="ctr"/>
            <a:r>
              <a:rPr lang="ja-JP" altLang="en-US" sz="3200" b="1" dirty="0">
                <a:ln w="3175">
                  <a:solidFill>
                    <a:schemeClr val="tx1">
                      <a:lumMod val="85000"/>
                      <a:lumOff val="15000"/>
                      <a:alpha val="65000"/>
                    </a:schemeClr>
                  </a:solidFill>
                </a:ln>
                <a:solidFill>
                  <a:schemeClr val="accent6"/>
                </a:solidFill>
                <a:latin typeface="HGS明朝E" panose="02020900000000000000" pitchFamily="18" charset="-128"/>
                <a:ea typeface="HGS明朝E" panose="02020900000000000000" pitchFamily="18" charset="-128"/>
              </a:rPr>
              <a:t>キャラ詳細</a:t>
            </a:r>
            <a:endParaRPr kumimoji="1" lang="ja-JP" altLang="en-US" sz="3200" b="1" dirty="0">
              <a:ln w="3175">
                <a:solidFill>
                  <a:schemeClr val="tx1">
                    <a:lumMod val="85000"/>
                    <a:lumOff val="15000"/>
                    <a:alpha val="65000"/>
                  </a:schemeClr>
                </a:solidFill>
              </a:ln>
              <a:solidFill>
                <a:schemeClr val="accent6"/>
              </a:solidFill>
              <a:latin typeface="HGS明朝E" panose="02020900000000000000" pitchFamily="18" charset="-128"/>
              <a:ea typeface="HGS明朝E" panose="02020900000000000000" pitchFamily="18" charset="-128"/>
            </a:endParaRPr>
          </a:p>
        </p:txBody>
      </p:sp>
      <p:cxnSp>
        <p:nvCxnSpPr>
          <p:cNvPr id="11" name="直線コネクタ 10">
            <a:extLst>
              <a:ext uri="{FF2B5EF4-FFF2-40B4-BE49-F238E27FC236}">
                <a16:creationId xmlns:a16="http://schemas.microsoft.com/office/drawing/2014/main" id="{A4F4EB20-0968-845A-97FB-D2E9EAA2C5CE}"/>
              </a:ext>
            </a:extLst>
          </p:cNvPr>
          <p:cNvCxnSpPr>
            <a:cxnSpLocks/>
          </p:cNvCxnSpPr>
          <p:nvPr/>
        </p:nvCxnSpPr>
        <p:spPr>
          <a:xfrm>
            <a:off x="1083174" y="1422577"/>
            <a:ext cx="2873829" cy="0"/>
          </a:xfrm>
          <a:prstGeom prst="line">
            <a:avLst/>
          </a:prstGeom>
          <a:ln>
            <a:solidFill>
              <a:schemeClr val="tx1">
                <a:lumMod val="85000"/>
                <a:lumOff val="15000"/>
              </a:schemeClr>
            </a:solidFill>
          </a:ln>
        </p:spPr>
        <p:style>
          <a:lnRef idx="2">
            <a:schemeClr val="accent1"/>
          </a:lnRef>
          <a:fillRef idx="0">
            <a:schemeClr val="accent1"/>
          </a:fillRef>
          <a:effectRef idx="1">
            <a:schemeClr val="accent1"/>
          </a:effectRef>
          <a:fontRef idx="minor">
            <a:schemeClr val="tx1"/>
          </a:fontRef>
        </p:style>
      </p:cxnSp>
      <p:grpSp>
        <p:nvGrpSpPr>
          <p:cNvPr id="10" name="グループ化 9">
            <a:extLst>
              <a:ext uri="{FF2B5EF4-FFF2-40B4-BE49-F238E27FC236}">
                <a16:creationId xmlns:a16="http://schemas.microsoft.com/office/drawing/2014/main" id="{E3EB6E20-5CD8-58D5-6674-086D6F0DE401}"/>
              </a:ext>
            </a:extLst>
          </p:cNvPr>
          <p:cNvGrpSpPr/>
          <p:nvPr/>
        </p:nvGrpSpPr>
        <p:grpSpPr>
          <a:xfrm>
            <a:off x="9569319" y="3698488"/>
            <a:ext cx="1755710" cy="810206"/>
            <a:chOff x="9575538" y="4156787"/>
            <a:chExt cx="1755710" cy="810206"/>
          </a:xfrm>
          <a:solidFill>
            <a:schemeClr val="bg1">
              <a:lumMod val="85000"/>
              <a:alpha val="70000"/>
            </a:schemeClr>
          </a:solidFill>
        </p:grpSpPr>
        <p:sp>
          <p:nvSpPr>
            <p:cNvPr id="15" name="四角形: 角を丸くする 14">
              <a:extLst>
                <a:ext uri="{FF2B5EF4-FFF2-40B4-BE49-F238E27FC236}">
                  <a16:creationId xmlns:a16="http://schemas.microsoft.com/office/drawing/2014/main" id="{272C78BD-C714-3AC4-9886-F8CA1AAAD928}"/>
                </a:ext>
              </a:extLst>
            </p:cNvPr>
            <p:cNvSpPr/>
            <p:nvPr/>
          </p:nvSpPr>
          <p:spPr>
            <a:xfrm>
              <a:off x="9575538" y="4156787"/>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HGS明朝E" panose="02020900000000000000" pitchFamily="18" charset="-128"/>
                <a:ea typeface="HGS明朝E" panose="02020900000000000000" pitchFamily="18" charset="-128"/>
              </a:endParaRPr>
            </a:p>
          </p:txBody>
        </p:sp>
        <p:sp>
          <p:nvSpPr>
            <p:cNvPr id="16" name="テキスト ボックス 15">
              <a:extLst>
                <a:ext uri="{FF2B5EF4-FFF2-40B4-BE49-F238E27FC236}">
                  <a16:creationId xmlns:a16="http://schemas.microsoft.com/office/drawing/2014/main" id="{8D400A48-AD2F-C18E-56D9-C950E1079DDF}"/>
                </a:ext>
              </a:extLst>
            </p:cNvPr>
            <p:cNvSpPr txBox="1"/>
            <p:nvPr/>
          </p:nvSpPr>
          <p:spPr>
            <a:xfrm>
              <a:off x="10661779" y="4561890"/>
              <a:ext cx="646331" cy="369332"/>
            </a:xfrm>
            <a:prstGeom prst="rect">
              <a:avLst/>
            </a:prstGeom>
            <a:noFill/>
            <a:ln>
              <a:noFill/>
            </a:ln>
          </p:spPr>
          <p:txBody>
            <a:bodyPr wrap="none" rtlCol="0">
              <a:spAutoFit/>
            </a:bodyPr>
            <a:lstStyle/>
            <a:p>
              <a:pPr algn="r"/>
              <a:r>
                <a:rPr kumimoji="1" lang="ja-JP" altLang="en-US"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rPr>
                <a:t>戻る</a:t>
              </a:r>
              <a:endParaRPr kumimoji="1" lang="en-US" altLang="ja-JP"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spTree>
    <p:extLst>
      <p:ext uri="{BB962C8B-B14F-4D97-AF65-F5344CB8AC3E}">
        <p14:creationId xmlns:p14="http://schemas.microsoft.com/office/powerpoint/2010/main" val="3450638245"/>
      </p:ext>
    </p:extLst>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14C20E-81CC-7667-01B4-3CAF23325664}"/>
            </a:ext>
          </a:extLst>
        </p:cNvPr>
        <p:cNvGrpSpPr/>
        <p:nvPr/>
      </p:nvGrpSpPr>
      <p:grpSpPr>
        <a:xfrm>
          <a:off x="0" y="0"/>
          <a:ext cx="0" cy="0"/>
          <a:chOff x="0" y="0"/>
          <a:chExt cx="0" cy="0"/>
        </a:xfrm>
      </p:grpSpPr>
      <p:sp>
        <p:nvSpPr>
          <p:cNvPr id="2" name="四角形: 角を丸くする 1">
            <a:extLst>
              <a:ext uri="{FF2B5EF4-FFF2-40B4-BE49-F238E27FC236}">
                <a16:creationId xmlns:a16="http://schemas.microsoft.com/office/drawing/2014/main" id="{43541D38-CC40-2F9B-F7ED-12F3CAC57E84}"/>
              </a:ext>
            </a:extLst>
          </p:cNvPr>
          <p:cNvSpPr/>
          <p:nvPr/>
        </p:nvSpPr>
        <p:spPr>
          <a:xfrm>
            <a:off x="726233" y="695130"/>
            <a:ext cx="8501744" cy="5467739"/>
          </a:xfrm>
          <a:prstGeom prst="roundRect">
            <a:avLst>
              <a:gd name="adj" fmla="val 6428"/>
            </a:avLst>
          </a:prstGeom>
          <a:solidFill>
            <a:schemeClr val="bg1">
              <a:lumMod val="75000"/>
              <a:alpha val="6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26" name="四角形: 角を丸くする 225">
            <a:extLst>
              <a:ext uri="{FF2B5EF4-FFF2-40B4-BE49-F238E27FC236}">
                <a16:creationId xmlns:a16="http://schemas.microsoft.com/office/drawing/2014/main" id="{B33A39B8-2A42-3B0E-BAFC-51EA780F9EBD}"/>
              </a:ext>
            </a:extLst>
          </p:cNvPr>
          <p:cNvSpPr/>
          <p:nvPr/>
        </p:nvSpPr>
        <p:spPr>
          <a:xfrm>
            <a:off x="6403408" y="4609319"/>
            <a:ext cx="1144222" cy="1185415"/>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27" name="四角形: 角を丸くする 226">
            <a:extLst>
              <a:ext uri="{FF2B5EF4-FFF2-40B4-BE49-F238E27FC236}">
                <a16:creationId xmlns:a16="http://schemas.microsoft.com/office/drawing/2014/main" id="{DED90E72-0247-5749-889C-0E4108990E1A}"/>
              </a:ext>
            </a:extLst>
          </p:cNvPr>
          <p:cNvSpPr/>
          <p:nvPr/>
        </p:nvSpPr>
        <p:spPr>
          <a:xfrm>
            <a:off x="7674065" y="4609319"/>
            <a:ext cx="1144222" cy="1185415"/>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35" name="フリーフォーム: 図形 234">
            <a:extLst>
              <a:ext uri="{FF2B5EF4-FFF2-40B4-BE49-F238E27FC236}">
                <a16:creationId xmlns:a16="http://schemas.microsoft.com/office/drawing/2014/main" id="{AA1ECF53-21ED-21CE-AAFC-E02433DC0D50}"/>
              </a:ext>
            </a:extLst>
          </p:cNvPr>
          <p:cNvSpPr/>
          <p:nvPr/>
        </p:nvSpPr>
        <p:spPr>
          <a:xfrm>
            <a:off x="5132750" y="4609322"/>
            <a:ext cx="3685536" cy="1194997"/>
          </a:xfrm>
          <a:custGeom>
            <a:avLst/>
            <a:gdLst>
              <a:gd name="csX0" fmla="*/ 190708 w 3685536"/>
              <a:gd name="csY0" fmla="*/ 0 h 1194997"/>
              <a:gd name="csX1" fmla="*/ 953516 w 3685536"/>
              <a:gd name="csY1" fmla="*/ 0 h 1194997"/>
              <a:gd name="csX2" fmla="*/ 1144223 w 3685536"/>
              <a:gd name="csY2" fmla="*/ 190707 h 1194997"/>
              <a:gd name="csX3" fmla="*/ 1144223 w 3685536"/>
              <a:gd name="csY3" fmla="*/ 453862 h 1194997"/>
              <a:gd name="csX4" fmla="*/ 3562011 w 3685536"/>
              <a:gd name="csY4" fmla="*/ 453862 h 1194997"/>
              <a:gd name="csX5" fmla="*/ 3685536 w 3685536"/>
              <a:gd name="csY5" fmla="*/ 577387 h 1194997"/>
              <a:gd name="csX6" fmla="*/ 3685536 w 3685536"/>
              <a:gd name="csY6" fmla="*/ 715360 h 1194997"/>
              <a:gd name="csX7" fmla="*/ 3685536 w 3685536"/>
              <a:gd name="csY7" fmla="*/ 1071472 h 1194997"/>
              <a:gd name="csX8" fmla="*/ 3685536 w 3685536"/>
              <a:gd name="csY8" fmla="*/ 1099067 h 1194997"/>
              <a:gd name="csX9" fmla="*/ 3589606 w 3685536"/>
              <a:gd name="csY9" fmla="*/ 1194997 h 1194997"/>
              <a:gd name="csX10" fmla="*/ 3562011 w 3685536"/>
              <a:gd name="csY10" fmla="*/ 1194997 h 1194997"/>
              <a:gd name="csX11" fmla="*/ 740267 w 3685536"/>
              <a:gd name="csY11" fmla="*/ 1194997 h 1194997"/>
              <a:gd name="csX12" fmla="*/ 95930 w 3685536"/>
              <a:gd name="csY12" fmla="*/ 1194997 h 1194997"/>
              <a:gd name="csX13" fmla="*/ 0 w 3685536"/>
              <a:gd name="csY13" fmla="*/ 1099067 h 1194997"/>
              <a:gd name="csX14" fmla="*/ 0 w 3685536"/>
              <a:gd name="csY14" fmla="*/ 715360 h 1194997"/>
              <a:gd name="csX15" fmla="*/ 1 w 3685536"/>
              <a:gd name="csY15" fmla="*/ 715355 h 1194997"/>
              <a:gd name="csX16" fmla="*/ 1 w 3685536"/>
              <a:gd name="csY16" fmla="*/ 190707 h 1194997"/>
              <a:gd name="csX17" fmla="*/ 190708 w 3685536"/>
              <a:gd name="csY17" fmla="*/ 0 h 11949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Lst>
            <a:rect l="l" t="t" r="r" b="b"/>
            <a:pathLst>
              <a:path w="3685536" h="1194997">
                <a:moveTo>
                  <a:pt x="190708" y="0"/>
                </a:moveTo>
                <a:lnTo>
                  <a:pt x="953516" y="0"/>
                </a:lnTo>
                <a:cubicBezTo>
                  <a:pt x="1058841" y="0"/>
                  <a:pt x="1144223" y="85382"/>
                  <a:pt x="1144223" y="190707"/>
                </a:cubicBezTo>
                <a:lnTo>
                  <a:pt x="1144223" y="453862"/>
                </a:lnTo>
                <a:lnTo>
                  <a:pt x="3562011" y="453862"/>
                </a:lnTo>
                <a:cubicBezTo>
                  <a:pt x="3630232" y="453862"/>
                  <a:pt x="3685536" y="509166"/>
                  <a:pt x="3685536" y="577387"/>
                </a:cubicBezTo>
                <a:lnTo>
                  <a:pt x="3685536" y="715360"/>
                </a:lnTo>
                <a:lnTo>
                  <a:pt x="3685536" y="1071472"/>
                </a:lnTo>
                <a:lnTo>
                  <a:pt x="3685536" y="1099067"/>
                </a:lnTo>
                <a:cubicBezTo>
                  <a:pt x="3685536" y="1152048"/>
                  <a:pt x="3642587" y="1194997"/>
                  <a:pt x="3589606" y="1194997"/>
                </a:cubicBezTo>
                <a:lnTo>
                  <a:pt x="3562011" y="1194997"/>
                </a:lnTo>
                <a:lnTo>
                  <a:pt x="740267" y="1194997"/>
                </a:lnTo>
                <a:lnTo>
                  <a:pt x="95930" y="1194997"/>
                </a:lnTo>
                <a:cubicBezTo>
                  <a:pt x="42949" y="1194997"/>
                  <a:pt x="0" y="1152048"/>
                  <a:pt x="0" y="1099067"/>
                </a:cubicBezTo>
                <a:lnTo>
                  <a:pt x="0" y="715360"/>
                </a:lnTo>
                <a:lnTo>
                  <a:pt x="1" y="715355"/>
                </a:lnTo>
                <a:lnTo>
                  <a:pt x="1" y="190707"/>
                </a:lnTo>
                <a:cubicBezTo>
                  <a:pt x="1" y="85382"/>
                  <a:pt x="85383" y="0"/>
                  <a:pt x="190708" y="0"/>
                </a:cubicBezTo>
                <a:close/>
              </a:path>
            </a:pathLst>
          </a:cu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dirty="0">
              <a:latin typeface="HGS明朝E" panose="02020900000000000000" pitchFamily="18" charset="-128"/>
              <a:ea typeface="HGS明朝E" panose="02020900000000000000" pitchFamily="18" charset="-128"/>
            </a:endParaRPr>
          </a:p>
        </p:txBody>
      </p:sp>
      <p:grpSp>
        <p:nvGrpSpPr>
          <p:cNvPr id="211" name="グループ化 210">
            <a:extLst>
              <a:ext uri="{FF2B5EF4-FFF2-40B4-BE49-F238E27FC236}">
                <a16:creationId xmlns:a16="http://schemas.microsoft.com/office/drawing/2014/main" id="{F6814498-208F-B745-4EA7-B8CFF695946C}"/>
              </a:ext>
            </a:extLst>
          </p:cNvPr>
          <p:cNvGrpSpPr/>
          <p:nvPr/>
        </p:nvGrpSpPr>
        <p:grpSpPr>
          <a:xfrm>
            <a:off x="1297688" y="1561044"/>
            <a:ext cx="2857030" cy="3442653"/>
            <a:chOff x="1017147" y="939266"/>
            <a:chExt cx="3294264" cy="3969509"/>
          </a:xfrm>
        </p:grpSpPr>
        <p:sp>
          <p:nvSpPr>
            <p:cNvPr id="206" name="四角形: 角を丸くする 205">
              <a:extLst>
                <a:ext uri="{FF2B5EF4-FFF2-40B4-BE49-F238E27FC236}">
                  <a16:creationId xmlns:a16="http://schemas.microsoft.com/office/drawing/2014/main" id="{E1F1D59B-5175-3526-ECAD-B812202B9292}"/>
                </a:ext>
              </a:extLst>
            </p:cNvPr>
            <p:cNvSpPr/>
            <p:nvPr/>
          </p:nvSpPr>
          <p:spPr>
            <a:xfrm>
              <a:off x="1017147" y="939266"/>
              <a:ext cx="3294264" cy="3969509"/>
            </a:xfrm>
            <a:prstGeom prst="roundRect">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pic>
          <p:nvPicPr>
            <p:cNvPr id="35" name="図 34">
              <a:extLst>
                <a:ext uri="{FF2B5EF4-FFF2-40B4-BE49-F238E27FC236}">
                  <a16:creationId xmlns:a16="http://schemas.microsoft.com/office/drawing/2014/main" id="{8323A150-15DD-FFB0-A201-5FD1FBCF636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63689" y="1523810"/>
              <a:ext cx="2098825" cy="3148238"/>
            </a:xfrm>
            <a:prstGeom prst="rect">
              <a:avLst/>
            </a:prstGeom>
          </p:spPr>
        </p:pic>
        <p:sp>
          <p:nvSpPr>
            <p:cNvPr id="38" name="テキスト ボックス 37">
              <a:extLst>
                <a:ext uri="{FF2B5EF4-FFF2-40B4-BE49-F238E27FC236}">
                  <a16:creationId xmlns:a16="http://schemas.microsoft.com/office/drawing/2014/main" id="{C09CB603-E18E-4CE2-3CB4-5D08ADF49B08}"/>
                </a:ext>
              </a:extLst>
            </p:cNvPr>
            <p:cNvSpPr txBox="1"/>
            <p:nvPr/>
          </p:nvSpPr>
          <p:spPr>
            <a:xfrm>
              <a:off x="1844363" y="1020924"/>
              <a:ext cx="1639832" cy="532317"/>
            </a:xfrm>
            <a:prstGeom prst="rect">
              <a:avLst/>
            </a:prstGeom>
            <a:noFill/>
          </p:spPr>
          <p:txBody>
            <a:bodyPr wrap="none" rtlCol="0">
              <a:spAutoFit/>
            </a:bodyPr>
            <a:lstStyle/>
            <a:p>
              <a:pPr algn="ctr"/>
              <a:r>
                <a:rPr lang="ja-JP" altLang="en-US" sz="2400" b="1" dirty="0">
                  <a:solidFill>
                    <a:schemeClr val="tx1">
                      <a:lumMod val="95000"/>
                      <a:lumOff val="5000"/>
                    </a:schemeClr>
                  </a:solidFill>
                  <a:latin typeface="HGS明朝E" panose="02020900000000000000" pitchFamily="18" charset="-128"/>
                  <a:ea typeface="HGS明朝E" panose="02020900000000000000" pitchFamily="18" charset="-128"/>
                </a:rPr>
                <a:t>キャラ名</a:t>
              </a:r>
              <a:endParaRPr kumimoji="1" lang="ja-JP" altLang="en-US" sz="2400" b="1" dirty="0">
                <a:solidFill>
                  <a:schemeClr val="tx1">
                    <a:lumMod val="95000"/>
                    <a:lumOff val="5000"/>
                  </a:schemeClr>
                </a:solidFill>
                <a:latin typeface="HGS明朝E" panose="02020900000000000000" pitchFamily="18" charset="-128"/>
                <a:ea typeface="HGS明朝E" panose="02020900000000000000" pitchFamily="18" charset="-128"/>
              </a:endParaRPr>
            </a:p>
          </p:txBody>
        </p:sp>
      </p:grpSp>
      <p:grpSp>
        <p:nvGrpSpPr>
          <p:cNvPr id="220" name="グループ化 219">
            <a:extLst>
              <a:ext uri="{FF2B5EF4-FFF2-40B4-BE49-F238E27FC236}">
                <a16:creationId xmlns:a16="http://schemas.microsoft.com/office/drawing/2014/main" id="{09D87B07-628E-84A5-635C-0B95CF36272B}"/>
              </a:ext>
            </a:extLst>
          </p:cNvPr>
          <p:cNvGrpSpPr/>
          <p:nvPr/>
        </p:nvGrpSpPr>
        <p:grpSpPr>
          <a:xfrm>
            <a:off x="5153065" y="2887838"/>
            <a:ext cx="1484790" cy="739567"/>
            <a:chOff x="5227712" y="3336557"/>
            <a:chExt cx="1747806" cy="739567"/>
          </a:xfrm>
        </p:grpSpPr>
        <p:sp>
          <p:nvSpPr>
            <p:cNvPr id="201" name="テキスト ボックス 200">
              <a:extLst>
                <a:ext uri="{FF2B5EF4-FFF2-40B4-BE49-F238E27FC236}">
                  <a16:creationId xmlns:a16="http://schemas.microsoft.com/office/drawing/2014/main" id="{FEA15201-865A-84E7-64A0-C5031C9B6760}"/>
                </a:ext>
              </a:extLst>
            </p:cNvPr>
            <p:cNvSpPr txBox="1"/>
            <p:nvPr/>
          </p:nvSpPr>
          <p:spPr>
            <a:xfrm>
              <a:off x="5227712" y="3336557"/>
              <a:ext cx="1510350" cy="340743"/>
            </a:xfrm>
            <a:prstGeom prst="rect">
              <a:avLst/>
            </a:prstGeom>
            <a:noFill/>
          </p:spPr>
          <p:txBody>
            <a:bodyPr wrap="none" rtlCol="0">
              <a:spAutoFit/>
            </a:bodyPr>
            <a:lstStyle/>
            <a:p>
              <a:r>
                <a:rPr lang="en-US" altLang="ja-JP" b="1" dirty="0">
                  <a:solidFill>
                    <a:schemeClr val="tx1">
                      <a:lumMod val="95000"/>
                      <a:lumOff val="5000"/>
                    </a:schemeClr>
                  </a:solidFill>
                  <a:latin typeface="HGS明朝E" panose="02020900000000000000" pitchFamily="18" charset="-128"/>
                  <a:ea typeface="HGS明朝E" panose="02020900000000000000" pitchFamily="18" charset="-128"/>
                </a:rPr>
                <a:t>ATK</a:t>
              </a:r>
              <a:r>
                <a:rPr lang="ja-JP" altLang="en-US" b="1" dirty="0">
                  <a:solidFill>
                    <a:schemeClr val="tx1">
                      <a:lumMod val="95000"/>
                      <a:lumOff val="5000"/>
                    </a:schemeClr>
                  </a:solidFill>
                  <a:latin typeface="HGS明朝E" panose="02020900000000000000" pitchFamily="18" charset="-128"/>
                  <a:ea typeface="HGS明朝E" panose="02020900000000000000" pitchFamily="18" charset="-128"/>
                </a:rPr>
                <a:t>：</a:t>
              </a:r>
              <a:r>
                <a:rPr lang="en-US" altLang="ja-JP" sz="2400" b="1" dirty="0">
                  <a:solidFill>
                    <a:schemeClr val="tx1">
                      <a:lumMod val="95000"/>
                      <a:lumOff val="5000"/>
                    </a:schemeClr>
                  </a:solidFill>
                  <a:latin typeface="HGS明朝E" panose="02020900000000000000" pitchFamily="18" charset="-128"/>
                  <a:ea typeface="HGS明朝E" panose="02020900000000000000" pitchFamily="18" charset="-128"/>
                </a:rPr>
                <a:t>0000</a:t>
              </a:r>
              <a:endParaRPr lang="en-US" altLang="ja-JP" b="1" dirty="0">
                <a:solidFill>
                  <a:schemeClr val="tx1">
                    <a:lumMod val="95000"/>
                    <a:lumOff val="5000"/>
                  </a:schemeClr>
                </a:solidFill>
                <a:latin typeface="HGS明朝E" panose="02020900000000000000" pitchFamily="18" charset="-128"/>
                <a:ea typeface="HGS明朝E" panose="02020900000000000000" pitchFamily="18" charset="-128"/>
              </a:endParaRPr>
            </a:p>
          </p:txBody>
        </p:sp>
        <p:sp>
          <p:nvSpPr>
            <p:cNvPr id="202" name="四角形: 角を丸くする 201">
              <a:extLst>
                <a:ext uri="{FF2B5EF4-FFF2-40B4-BE49-F238E27FC236}">
                  <a16:creationId xmlns:a16="http://schemas.microsoft.com/office/drawing/2014/main" id="{247DA6FD-3279-F431-C3F4-76475E256049}"/>
                </a:ext>
              </a:extLst>
            </p:cNvPr>
            <p:cNvSpPr/>
            <p:nvPr/>
          </p:nvSpPr>
          <p:spPr>
            <a:xfrm rot="5400000">
              <a:off x="5960059" y="3060665"/>
              <a:ext cx="283112" cy="1747806"/>
            </a:xfrm>
            <a:prstGeom prst="roundRect">
              <a:avLst>
                <a:gd name="adj" fmla="val 9570"/>
              </a:avLst>
            </a:prstGeom>
            <a:solidFill>
              <a:schemeClr val="accent1"/>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grpSp>
        <p:nvGrpSpPr>
          <p:cNvPr id="210" name="グループ化 209">
            <a:extLst>
              <a:ext uri="{FF2B5EF4-FFF2-40B4-BE49-F238E27FC236}">
                <a16:creationId xmlns:a16="http://schemas.microsoft.com/office/drawing/2014/main" id="{D2CFCC37-75A7-C701-078F-4E6F6A89B8CE}"/>
              </a:ext>
            </a:extLst>
          </p:cNvPr>
          <p:cNvGrpSpPr/>
          <p:nvPr/>
        </p:nvGrpSpPr>
        <p:grpSpPr>
          <a:xfrm>
            <a:off x="1253981" y="4977996"/>
            <a:ext cx="2945619" cy="1009959"/>
            <a:chOff x="1225987" y="4977996"/>
            <a:chExt cx="2945619" cy="1009959"/>
          </a:xfrm>
        </p:grpSpPr>
        <p:pic>
          <p:nvPicPr>
            <p:cNvPr id="42" name="図 41">
              <a:extLst>
                <a:ext uri="{FF2B5EF4-FFF2-40B4-BE49-F238E27FC236}">
                  <a16:creationId xmlns:a16="http://schemas.microsoft.com/office/drawing/2014/main" id="{EC40B1FE-5880-45F5-EC7D-C0265FD1B1BB}"/>
                </a:ext>
              </a:extLst>
            </p:cNvPr>
            <p:cNvPicPr>
              <a:picLocks noChangeAspect="1"/>
            </p:cNvPicPr>
            <p:nvPr/>
          </p:nvPicPr>
          <p:blipFill>
            <a:blip r:embed="rId4">
              <a:duotone>
                <a:schemeClr val="accent3">
                  <a:shade val="45000"/>
                  <a:satMod val="135000"/>
                </a:schemeClr>
                <a:prstClr val="white"/>
              </a:duotone>
              <a:extLst>
                <a:ext uri="{28A0092B-C50C-407E-A947-70E740481C1C}">
                  <a14:useLocalDpi xmlns:a14="http://schemas.microsoft.com/office/drawing/2010/main" val="0"/>
                </a:ext>
              </a:extLst>
            </a:blip>
            <a:srcRect l="6840" t="30163" r="48646" b="36883"/>
            <a:stretch>
              <a:fillRect/>
            </a:stretch>
          </p:blipFill>
          <p:spPr>
            <a:xfrm>
              <a:off x="1225987" y="4977996"/>
              <a:ext cx="909484" cy="1009959"/>
            </a:xfrm>
            <a:prstGeom prst="rect">
              <a:avLst/>
            </a:prstGeom>
          </p:spPr>
        </p:pic>
        <p:sp>
          <p:nvSpPr>
            <p:cNvPr id="195" name="テキスト ボックス 194">
              <a:extLst>
                <a:ext uri="{FF2B5EF4-FFF2-40B4-BE49-F238E27FC236}">
                  <a16:creationId xmlns:a16="http://schemas.microsoft.com/office/drawing/2014/main" id="{3CF81B9B-1199-42CA-D130-AACD3E5E0257}"/>
                </a:ext>
              </a:extLst>
            </p:cNvPr>
            <p:cNvSpPr txBox="1"/>
            <p:nvPr/>
          </p:nvSpPr>
          <p:spPr>
            <a:xfrm>
              <a:off x="2135471" y="5074156"/>
              <a:ext cx="2036135" cy="461665"/>
            </a:xfrm>
            <a:prstGeom prst="rect">
              <a:avLst/>
            </a:prstGeom>
            <a:noFill/>
            <a:effectLst>
              <a:glow rad="63500">
                <a:schemeClr val="accent3">
                  <a:satMod val="175000"/>
                  <a:alpha val="40000"/>
                </a:schemeClr>
              </a:glow>
            </a:effectLst>
          </p:spPr>
          <p:txBody>
            <a:bodyPr wrap="none" rtlCol="0">
              <a:spAutoFit/>
            </a:bodyPr>
            <a:lstStyle/>
            <a:p>
              <a:r>
                <a:rPr lang="ja-JP" altLang="en-US" dirty="0">
                  <a:solidFill>
                    <a:schemeClr val="tx1">
                      <a:lumMod val="85000"/>
                      <a:lumOff val="15000"/>
                    </a:schemeClr>
                  </a:solidFill>
                  <a:latin typeface="HGS明朝E" panose="02020900000000000000" pitchFamily="18" charset="-128"/>
                  <a:ea typeface="HGS明朝E" panose="02020900000000000000" pitchFamily="18" charset="-128"/>
                </a:rPr>
                <a:t>ロール：</a:t>
              </a:r>
              <a:r>
                <a:rPr lang="ja-JP" altLang="en-US" sz="2400" b="1" dirty="0">
                  <a:solidFill>
                    <a:schemeClr val="tx1">
                      <a:lumMod val="85000"/>
                      <a:lumOff val="15000"/>
                    </a:schemeClr>
                  </a:solidFill>
                  <a:effectLst>
                    <a:glow rad="38100">
                      <a:schemeClr val="accent3">
                        <a:satMod val="175000"/>
                        <a:alpha val="65000"/>
                      </a:schemeClr>
                    </a:glow>
                  </a:effectLst>
                  <a:latin typeface="HGS明朝E" panose="02020900000000000000" pitchFamily="18" charset="-128"/>
                  <a:ea typeface="HGS明朝E" panose="02020900000000000000" pitchFamily="18" charset="-128"/>
                </a:rPr>
                <a:t>タンク</a:t>
              </a:r>
              <a:endParaRPr lang="en-US" altLang="ja-JP" b="1" dirty="0">
                <a:solidFill>
                  <a:schemeClr val="tx1">
                    <a:lumMod val="85000"/>
                    <a:lumOff val="15000"/>
                  </a:schemeClr>
                </a:solidFill>
                <a:effectLst>
                  <a:glow rad="38100">
                    <a:schemeClr val="accent3">
                      <a:satMod val="175000"/>
                      <a:alpha val="65000"/>
                    </a:schemeClr>
                  </a:glow>
                </a:effectLst>
                <a:latin typeface="HGS明朝E" panose="02020900000000000000" pitchFamily="18" charset="-128"/>
                <a:ea typeface="HGS明朝E" panose="02020900000000000000" pitchFamily="18" charset="-128"/>
              </a:endParaRPr>
            </a:p>
          </p:txBody>
        </p:sp>
        <p:sp>
          <p:nvSpPr>
            <p:cNvPr id="207" name="テキスト ボックス 206">
              <a:extLst>
                <a:ext uri="{FF2B5EF4-FFF2-40B4-BE49-F238E27FC236}">
                  <a16:creationId xmlns:a16="http://schemas.microsoft.com/office/drawing/2014/main" id="{B1768551-8861-C59D-22D8-FE9654E95537}"/>
                </a:ext>
              </a:extLst>
            </p:cNvPr>
            <p:cNvSpPr txBox="1"/>
            <p:nvPr/>
          </p:nvSpPr>
          <p:spPr>
            <a:xfrm>
              <a:off x="2135471" y="5516536"/>
              <a:ext cx="1561646" cy="369332"/>
            </a:xfrm>
            <a:prstGeom prst="rect">
              <a:avLst/>
            </a:prstGeom>
            <a:noFill/>
          </p:spPr>
          <p:txBody>
            <a:bodyPr wrap="none" rtlCol="0">
              <a:spAutoFit/>
            </a:bodyPr>
            <a:lstStyle/>
            <a:p>
              <a:r>
                <a:rPr lang="ja-JP" altLang="en-US" sz="1400" dirty="0">
                  <a:solidFill>
                    <a:schemeClr val="bg1">
                      <a:lumMod val="95000"/>
                    </a:schemeClr>
                  </a:solidFill>
                  <a:latin typeface="HGS明朝E" panose="02020900000000000000" pitchFamily="18" charset="-128"/>
                  <a:ea typeface="HGS明朝E" panose="02020900000000000000" pitchFamily="18" charset="-128"/>
                </a:rPr>
                <a:t>毎ターン</a:t>
              </a:r>
              <a:r>
                <a:rPr lang="en-US" altLang="ja-JP" dirty="0">
                  <a:solidFill>
                    <a:schemeClr val="bg1">
                      <a:lumMod val="95000"/>
                    </a:schemeClr>
                  </a:solidFill>
                  <a:latin typeface="HGS明朝E" panose="02020900000000000000" pitchFamily="18" charset="-128"/>
                  <a:ea typeface="HGS明朝E" panose="02020900000000000000" pitchFamily="18" charset="-128"/>
                </a:rPr>
                <a:t>5</a:t>
              </a:r>
              <a:r>
                <a:rPr lang="ja-JP" altLang="en-US" sz="1400" dirty="0">
                  <a:solidFill>
                    <a:schemeClr val="bg1">
                      <a:lumMod val="95000"/>
                    </a:schemeClr>
                  </a:solidFill>
                  <a:latin typeface="HGS明朝E" panose="02020900000000000000" pitchFamily="18" charset="-128"/>
                  <a:ea typeface="HGS明朝E" panose="02020900000000000000" pitchFamily="18" charset="-128"/>
                </a:rPr>
                <a:t>％回復</a:t>
              </a:r>
              <a:endParaRPr lang="en-US" altLang="ja-JP" sz="1400" dirty="0">
                <a:solidFill>
                  <a:schemeClr val="bg1">
                    <a:lumMod val="95000"/>
                  </a:schemeClr>
                </a:solidFill>
                <a:latin typeface="HGS明朝E" panose="02020900000000000000" pitchFamily="18" charset="-128"/>
                <a:ea typeface="HGS明朝E" panose="02020900000000000000" pitchFamily="18" charset="-128"/>
              </a:endParaRPr>
            </a:p>
          </p:txBody>
        </p:sp>
      </p:grpSp>
      <p:grpSp>
        <p:nvGrpSpPr>
          <p:cNvPr id="212" name="グループ化 211">
            <a:extLst>
              <a:ext uri="{FF2B5EF4-FFF2-40B4-BE49-F238E27FC236}">
                <a16:creationId xmlns:a16="http://schemas.microsoft.com/office/drawing/2014/main" id="{57A7CBFE-978B-139D-F620-973CDB9288FA}"/>
              </a:ext>
            </a:extLst>
          </p:cNvPr>
          <p:cNvGrpSpPr/>
          <p:nvPr/>
        </p:nvGrpSpPr>
        <p:grpSpPr>
          <a:xfrm>
            <a:off x="4977105" y="939266"/>
            <a:ext cx="1843573" cy="2876954"/>
            <a:chOff x="4977105" y="939266"/>
            <a:chExt cx="3961622" cy="2876954"/>
          </a:xfrm>
        </p:grpSpPr>
        <p:sp>
          <p:nvSpPr>
            <p:cNvPr id="208" name="四角形: 角を丸くする 207">
              <a:extLst>
                <a:ext uri="{FF2B5EF4-FFF2-40B4-BE49-F238E27FC236}">
                  <a16:creationId xmlns:a16="http://schemas.microsoft.com/office/drawing/2014/main" id="{D9740F2E-3C8C-8470-CCDB-4E22669675C6}"/>
                </a:ext>
              </a:extLst>
            </p:cNvPr>
            <p:cNvSpPr/>
            <p:nvPr/>
          </p:nvSpPr>
          <p:spPr>
            <a:xfrm>
              <a:off x="4977105" y="1398515"/>
              <a:ext cx="3961622" cy="2417705"/>
            </a:xfrm>
            <a:prstGeom prst="roundRect">
              <a:avLst>
                <a:gd name="adj" fmla="val 5178"/>
              </a:avLst>
            </a:prstGeom>
            <a:no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09" name="四角形: 角を丸くする 208">
              <a:extLst>
                <a:ext uri="{FF2B5EF4-FFF2-40B4-BE49-F238E27FC236}">
                  <a16:creationId xmlns:a16="http://schemas.microsoft.com/office/drawing/2014/main" id="{0AEE3275-DFA1-ECD3-24CF-CC816D2A9FBA}"/>
                </a:ext>
              </a:extLst>
            </p:cNvPr>
            <p:cNvSpPr/>
            <p:nvPr/>
          </p:nvSpPr>
          <p:spPr>
            <a:xfrm>
              <a:off x="5328387" y="939266"/>
              <a:ext cx="3294264" cy="461665"/>
            </a:xfrm>
            <a:prstGeom prst="round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latin typeface="HGS明朝E" panose="02020900000000000000" pitchFamily="18" charset="-128"/>
                  <a:ea typeface="HGS明朝E" panose="02020900000000000000" pitchFamily="18" charset="-128"/>
                </a:rPr>
                <a:t>パラメータ</a:t>
              </a:r>
            </a:p>
          </p:txBody>
        </p:sp>
      </p:grpSp>
      <p:sp>
        <p:nvSpPr>
          <p:cNvPr id="214" name="四角形: 角を丸くする 213">
            <a:extLst>
              <a:ext uri="{FF2B5EF4-FFF2-40B4-BE49-F238E27FC236}">
                <a16:creationId xmlns:a16="http://schemas.microsoft.com/office/drawing/2014/main" id="{68B8B4BD-3153-3681-605D-64EB4C7BFCE8}"/>
              </a:ext>
            </a:extLst>
          </p:cNvPr>
          <p:cNvSpPr/>
          <p:nvPr/>
        </p:nvSpPr>
        <p:spPr>
          <a:xfrm>
            <a:off x="4988674" y="4519606"/>
            <a:ext cx="3961622" cy="1399128"/>
          </a:xfrm>
          <a:prstGeom prst="roundRect">
            <a:avLst>
              <a:gd name="adj" fmla="val 5178"/>
            </a:avLst>
          </a:prstGeom>
          <a:no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16" name="四角形: 角を丸くする 215">
            <a:extLst>
              <a:ext uri="{FF2B5EF4-FFF2-40B4-BE49-F238E27FC236}">
                <a16:creationId xmlns:a16="http://schemas.microsoft.com/office/drawing/2014/main" id="{1CCF65DC-3510-5601-272D-939E708D2381}"/>
              </a:ext>
            </a:extLst>
          </p:cNvPr>
          <p:cNvSpPr/>
          <p:nvPr/>
        </p:nvSpPr>
        <p:spPr>
          <a:xfrm>
            <a:off x="5328387" y="4063150"/>
            <a:ext cx="3294264" cy="461665"/>
          </a:xfrm>
          <a:prstGeom prst="round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latin typeface="HGS明朝E" panose="02020900000000000000" pitchFamily="18" charset="-128"/>
                <a:ea typeface="HGS明朝E" panose="02020900000000000000" pitchFamily="18" charset="-128"/>
              </a:rPr>
              <a:t>スキル</a:t>
            </a:r>
            <a:endParaRPr kumimoji="1" lang="ja-JP" altLang="en-US" dirty="0">
              <a:latin typeface="HGS明朝E" panose="02020900000000000000" pitchFamily="18" charset="-128"/>
              <a:ea typeface="HGS明朝E" panose="02020900000000000000" pitchFamily="18" charset="-128"/>
            </a:endParaRPr>
          </a:p>
        </p:txBody>
      </p:sp>
      <p:grpSp>
        <p:nvGrpSpPr>
          <p:cNvPr id="221" name="グループ化 220">
            <a:extLst>
              <a:ext uri="{FF2B5EF4-FFF2-40B4-BE49-F238E27FC236}">
                <a16:creationId xmlns:a16="http://schemas.microsoft.com/office/drawing/2014/main" id="{E22FA2CC-2E12-DE36-8AE1-8993A05F1097}"/>
              </a:ext>
            </a:extLst>
          </p:cNvPr>
          <p:cNvGrpSpPr/>
          <p:nvPr/>
        </p:nvGrpSpPr>
        <p:grpSpPr>
          <a:xfrm>
            <a:off x="5153065" y="2185856"/>
            <a:ext cx="1484790" cy="738164"/>
            <a:chOff x="5227712" y="2418059"/>
            <a:chExt cx="1747806" cy="738164"/>
          </a:xfrm>
        </p:grpSpPr>
        <p:sp>
          <p:nvSpPr>
            <p:cNvPr id="204" name="テキスト ボックス 203">
              <a:extLst>
                <a:ext uri="{FF2B5EF4-FFF2-40B4-BE49-F238E27FC236}">
                  <a16:creationId xmlns:a16="http://schemas.microsoft.com/office/drawing/2014/main" id="{C6A15B0A-7E18-5E96-506E-D56B064185C1}"/>
                </a:ext>
              </a:extLst>
            </p:cNvPr>
            <p:cNvSpPr txBox="1"/>
            <p:nvPr/>
          </p:nvSpPr>
          <p:spPr>
            <a:xfrm>
              <a:off x="5227712" y="2418059"/>
              <a:ext cx="1499128" cy="461665"/>
            </a:xfrm>
            <a:prstGeom prst="rect">
              <a:avLst/>
            </a:prstGeom>
            <a:noFill/>
          </p:spPr>
          <p:txBody>
            <a:bodyPr wrap="none" rtlCol="0">
              <a:spAutoFit/>
            </a:bodyPr>
            <a:lstStyle/>
            <a:p>
              <a:r>
                <a:rPr lang="en-US" altLang="ja-JP" b="1" dirty="0">
                  <a:solidFill>
                    <a:schemeClr val="tx1">
                      <a:lumMod val="95000"/>
                      <a:lumOff val="5000"/>
                    </a:schemeClr>
                  </a:solidFill>
                  <a:latin typeface="HGS明朝E" panose="02020900000000000000" pitchFamily="18" charset="-128"/>
                  <a:ea typeface="HGS明朝E" panose="02020900000000000000" pitchFamily="18" charset="-128"/>
                </a:rPr>
                <a:t>SPD</a:t>
              </a:r>
              <a:r>
                <a:rPr lang="ja-JP" altLang="en-US" b="1" dirty="0">
                  <a:solidFill>
                    <a:schemeClr val="tx1">
                      <a:lumMod val="95000"/>
                      <a:lumOff val="5000"/>
                    </a:schemeClr>
                  </a:solidFill>
                  <a:latin typeface="HGS明朝E" panose="02020900000000000000" pitchFamily="18" charset="-128"/>
                  <a:ea typeface="HGS明朝E" panose="02020900000000000000" pitchFamily="18" charset="-128"/>
                </a:rPr>
                <a:t>：</a:t>
              </a:r>
              <a:r>
                <a:rPr lang="en-US" altLang="ja-JP" sz="2400" b="1" dirty="0">
                  <a:solidFill>
                    <a:schemeClr val="tx1">
                      <a:lumMod val="95000"/>
                      <a:lumOff val="5000"/>
                    </a:schemeClr>
                  </a:solidFill>
                  <a:latin typeface="HGS明朝E" panose="02020900000000000000" pitchFamily="18" charset="-128"/>
                  <a:ea typeface="HGS明朝E" panose="02020900000000000000" pitchFamily="18" charset="-128"/>
                </a:rPr>
                <a:t>0000</a:t>
              </a:r>
              <a:endParaRPr lang="en-US" altLang="ja-JP" b="1" dirty="0">
                <a:solidFill>
                  <a:schemeClr val="tx1">
                    <a:lumMod val="95000"/>
                    <a:lumOff val="5000"/>
                  </a:schemeClr>
                </a:solidFill>
                <a:latin typeface="HGS明朝E" panose="02020900000000000000" pitchFamily="18" charset="-128"/>
                <a:ea typeface="HGS明朝E" panose="02020900000000000000" pitchFamily="18" charset="-128"/>
              </a:endParaRPr>
            </a:p>
          </p:txBody>
        </p:sp>
        <p:sp>
          <p:nvSpPr>
            <p:cNvPr id="218" name="四角形: 角を丸くする 217">
              <a:extLst>
                <a:ext uri="{FF2B5EF4-FFF2-40B4-BE49-F238E27FC236}">
                  <a16:creationId xmlns:a16="http://schemas.microsoft.com/office/drawing/2014/main" id="{86BF7DA6-6A52-0F13-1E50-AE0B1511D5C0}"/>
                </a:ext>
              </a:extLst>
            </p:cNvPr>
            <p:cNvSpPr/>
            <p:nvPr/>
          </p:nvSpPr>
          <p:spPr>
            <a:xfrm rot="5400000">
              <a:off x="5960059" y="2140764"/>
              <a:ext cx="283112" cy="1747806"/>
            </a:xfrm>
            <a:prstGeom prst="roundRect">
              <a:avLst>
                <a:gd name="adj" fmla="val 9570"/>
              </a:avLst>
            </a:prstGeom>
            <a:solidFill>
              <a:schemeClr val="accent5"/>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grpSp>
        <p:nvGrpSpPr>
          <p:cNvPr id="222" name="グループ化 221">
            <a:extLst>
              <a:ext uri="{FF2B5EF4-FFF2-40B4-BE49-F238E27FC236}">
                <a16:creationId xmlns:a16="http://schemas.microsoft.com/office/drawing/2014/main" id="{7FB501BB-9681-DBE1-DA2C-82C10804314B}"/>
              </a:ext>
            </a:extLst>
          </p:cNvPr>
          <p:cNvGrpSpPr/>
          <p:nvPr/>
        </p:nvGrpSpPr>
        <p:grpSpPr>
          <a:xfrm>
            <a:off x="5153065" y="1484774"/>
            <a:ext cx="1484790" cy="741471"/>
            <a:chOff x="5227712" y="1484774"/>
            <a:chExt cx="1747806" cy="741471"/>
          </a:xfrm>
        </p:grpSpPr>
        <p:sp>
          <p:nvSpPr>
            <p:cNvPr id="50" name="テキスト ボックス 49">
              <a:extLst>
                <a:ext uri="{FF2B5EF4-FFF2-40B4-BE49-F238E27FC236}">
                  <a16:creationId xmlns:a16="http://schemas.microsoft.com/office/drawing/2014/main" id="{ED47BDC1-D555-082B-13E2-4310A50CC649}"/>
                </a:ext>
              </a:extLst>
            </p:cNvPr>
            <p:cNvSpPr txBox="1"/>
            <p:nvPr/>
          </p:nvSpPr>
          <p:spPr>
            <a:xfrm>
              <a:off x="5227712" y="1484774"/>
              <a:ext cx="1364476" cy="461665"/>
            </a:xfrm>
            <a:prstGeom prst="rect">
              <a:avLst/>
            </a:prstGeom>
            <a:noFill/>
          </p:spPr>
          <p:txBody>
            <a:bodyPr wrap="none" rtlCol="0">
              <a:spAutoFit/>
            </a:bodyPr>
            <a:lstStyle/>
            <a:p>
              <a:r>
                <a:rPr lang="en-US" altLang="ja-JP" b="1" dirty="0">
                  <a:solidFill>
                    <a:schemeClr val="tx1">
                      <a:lumMod val="95000"/>
                      <a:lumOff val="5000"/>
                    </a:schemeClr>
                  </a:solidFill>
                  <a:latin typeface="HGS明朝E" panose="02020900000000000000" pitchFamily="18" charset="-128"/>
                  <a:ea typeface="HGS明朝E" panose="02020900000000000000" pitchFamily="18" charset="-128"/>
                </a:rPr>
                <a:t>HP</a:t>
              </a:r>
              <a:r>
                <a:rPr lang="ja-JP" altLang="en-US" b="1" dirty="0">
                  <a:solidFill>
                    <a:schemeClr val="tx1">
                      <a:lumMod val="95000"/>
                      <a:lumOff val="5000"/>
                    </a:schemeClr>
                  </a:solidFill>
                  <a:latin typeface="HGS明朝E" panose="02020900000000000000" pitchFamily="18" charset="-128"/>
                  <a:ea typeface="HGS明朝E" panose="02020900000000000000" pitchFamily="18" charset="-128"/>
                </a:rPr>
                <a:t>：</a:t>
              </a:r>
              <a:r>
                <a:rPr lang="en-US" altLang="ja-JP" sz="2400" b="1" dirty="0">
                  <a:solidFill>
                    <a:schemeClr val="tx1">
                      <a:lumMod val="95000"/>
                      <a:lumOff val="5000"/>
                    </a:schemeClr>
                  </a:solidFill>
                  <a:latin typeface="HGS明朝E" panose="02020900000000000000" pitchFamily="18" charset="-128"/>
                  <a:ea typeface="HGS明朝E" panose="02020900000000000000" pitchFamily="18" charset="-128"/>
                </a:rPr>
                <a:t>0000</a:t>
              </a:r>
              <a:endParaRPr lang="en-US" altLang="ja-JP" b="1" dirty="0">
                <a:solidFill>
                  <a:schemeClr val="tx1">
                    <a:lumMod val="95000"/>
                    <a:lumOff val="5000"/>
                  </a:schemeClr>
                </a:solidFill>
                <a:latin typeface="HGS明朝E" panose="02020900000000000000" pitchFamily="18" charset="-128"/>
                <a:ea typeface="HGS明朝E" panose="02020900000000000000" pitchFamily="18" charset="-128"/>
              </a:endParaRPr>
            </a:p>
          </p:txBody>
        </p:sp>
        <p:sp>
          <p:nvSpPr>
            <p:cNvPr id="219" name="四角形: 角を丸くする 218">
              <a:extLst>
                <a:ext uri="{FF2B5EF4-FFF2-40B4-BE49-F238E27FC236}">
                  <a16:creationId xmlns:a16="http://schemas.microsoft.com/office/drawing/2014/main" id="{A2724363-D3B8-1A6C-F5D3-C029EEF5D003}"/>
                </a:ext>
              </a:extLst>
            </p:cNvPr>
            <p:cNvSpPr/>
            <p:nvPr/>
          </p:nvSpPr>
          <p:spPr>
            <a:xfrm rot="5400000">
              <a:off x="5960059" y="1210786"/>
              <a:ext cx="283112" cy="1747806"/>
            </a:xfrm>
            <a:prstGeom prst="roundRect">
              <a:avLst>
                <a:gd name="adj" fmla="val 9570"/>
              </a:avLst>
            </a:prstGeom>
            <a:solidFill>
              <a:srgbClr val="1CB71D"/>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sp>
        <p:nvSpPr>
          <p:cNvPr id="230" name="テキスト ボックス 229">
            <a:extLst>
              <a:ext uri="{FF2B5EF4-FFF2-40B4-BE49-F238E27FC236}">
                <a16:creationId xmlns:a16="http://schemas.microsoft.com/office/drawing/2014/main" id="{EBEC2ABD-CF8B-FC6E-F715-A39487CC85B4}"/>
              </a:ext>
            </a:extLst>
          </p:cNvPr>
          <p:cNvSpPr txBox="1"/>
          <p:nvPr/>
        </p:nvSpPr>
        <p:spPr>
          <a:xfrm>
            <a:off x="5170661" y="4651587"/>
            <a:ext cx="1066022" cy="369332"/>
          </a:xfrm>
          <a:prstGeom prst="rect">
            <a:avLst/>
          </a:prstGeom>
          <a:noFill/>
        </p:spPr>
        <p:txBody>
          <a:bodyPr wrap="square">
            <a:spAutoFit/>
          </a:bodyPr>
          <a:lstStyle/>
          <a:p>
            <a:pPr algn="ctr"/>
            <a:r>
              <a:rPr lang="ja-JP" altLang="en-US" dirty="0">
                <a:latin typeface="HGS明朝E" panose="02020900000000000000" pitchFamily="18" charset="-128"/>
                <a:ea typeface="HGS明朝E" panose="02020900000000000000" pitchFamily="18" charset="-128"/>
              </a:rPr>
              <a:t>通常</a:t>
            </a:r>
            <a:endParaRPr kumimoji="1" lang="ja-JP" altLang="en-US" dirty="0">
              <a:latin typeface="HGS明朝E" panose="02020900000000000000" pitchFamily="18" charset="-128"/>
              <a:ea typeface="HGS明朝E" panose="02020900000000000000" pitchFamily="18" charset="-128"/>
            </a:endParaRPr>
          </a:p>
        </p:txBody>
      </p:sp>
      <p:sp>
        <p:nvSpPr>
          <p:cNvPr id="231" name="テキスト ボックス 230">
            <a:extLst>
              <a:ext uri="{FF2B5EF4-FFF2-40B4-BE49-F238E27FC236}">
                <a16:creationId xmlns:a16="http://schemas.microsoft.com/office/drawing/2014/main" id="{E8EC4432-19C8-127F-7341-C80C8E6A0B8D}"/>
              </a:ext>
            </a:extLst>
          </p:cNvPr>
          <p:cNvSpPr txBox="1"/>
          <p:nvPr/>
        </p:nvSpPr>
        <p:spPr>
          <a:xfrm>
            <a:off x="6442508" y="4651587"/>
            <a:ext cx="1066022" cy="369332"/>
          </a:xfrm>
          <a:prstGeom prst="rect">
            <a:avLst/>
          </a:prstGeom>
          <a:noFill/>
        </p:spPr>
        <p:txBody>
          <a:bodyPr wrap="square">
            <a:spAutoFit/>
          </a:bodyPr>
          <a:lstStyle/>
          <a:p>
            <a:pPr algn="ctr"/>
            <a:r>
              <a:rPr lang="ja-JP" altLang="en-US" dirty="0">
                <a:solidFill>
                  <a:schemeClr val="bg1">
                    <a:lumMod val="95000"/>
                  </a:schemeClr>
                </a:solidFill>
                <a:latin typeface="HGS明朝E" panose="02020900000000000000" pitchFamily="18" charset="-128"/>
                <a:ea typeface="HGS明朝E" panose="02020900000000000000" pitchFamily="18" charset="-128"/>
              </a:rPr>
              <a:t>特殊</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sp>
        <p:nvSpPr>
          <p:cNvPr id="232" name="テキスト ボックス 231">
            <a:extLst>
              <a:ext uri="{FF2B5EF4-FFF2-40B4-BE49-F238E27FC236}">
                <a16:creationId xmlns:a16="http://schemas.microsoft.com/office/drawing/2014/main" id="{AB8D00DE-4FC5-4A2E-15CA-8ADFF058A4BA}"/>
              </a:ext>
            </a:extLst>
          </p:cNvPr>
          <p:cNvSpPr txBox="1"/>
          <p:nvPr/>
        </p:nvSpPr>
        <p:spPr>
          <a:xfrm>
            <a:off x="7714355" y="4651587"/>
            <a:ext cx="1066022" cy="369332"/>
          </a:xfrm>
          <a:prstGeom prst="rect">
            <a:avLst/>
          </a:prstGeom>
          <a:noFill/>
        </p:spPr>
        <p:txBody>
          <a:bodyPr wrap="square">
            <a:spAutoFit/>
          </a:bodyPr>
          <a:lstStyle/>
          <a:p>
            <a:pPr algn="ctr"/>
            <a:r>
              <a:rPr kumimoji="1" lang="en-US" altLang="ja-JP" dirty="0">
                <a:solidFill>
                  <a:schemeClr val="bg1">
                    <a:lumMod val="95000"/>
                  </a:schemeClr>
                </a:solidFill>
                <a:latin typeface="HGS明朝E" panose="02020900000000000000" pitchFamily="18" charset="-128"/>
                <a:ea typeface="HGS明朝E" panose="02020900000000000000" pitchFamily="18" charset="-128"/>
              </a:rPr>
              <a:t>ENB</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sp>
        <p:nvSpPr>
          <p:cNvPr id="233" name="テキスト ボックス 232">
            <a:extLst>
              <a:ext uri="{FF2B5EF4-FFF2-40B4-BE49-F238E27FC236}">
                <a16:creationId xmlns:a16="http://schemas.microsoft.com/office/drawing/2014/main" id="{B1C99323-BEE8-F969-525F-A8CB3294DB29}"/>
              </a:ext>
            </a:extLst>
          </p:cNvPr>
          <p:cNvSpPr txBox="1"/>
          <p:nvPr/>
        </p:nvSpPr>
        <p:spPr>
          <a:xfrm>
            <a:off x="5328387" y="5139728"/>
            <a:ext cx="3294264" cy="584775"/>
          </a:xfrm>
          <a:prstGeom prst="rect">
            <a:avLst/>
          </a:prstGeom>
          <a:noFill/>
        </p:spPr>
        <p:txBody>
          <a:bodyPr wrap="square" rtlCol="0">
            <a:spAutoFit/>
          </a:bodyPr>
          <a:lstStyle/>
          <a:p>
            <a:r>
              <a:rPr lang="en-US" altLang="ja-JP" sz="1600" dirty="0">
                <a:solidFill>
                  <a:schemeClr val="tx1">
                    <a:lumMod val="95000"/>
                    <a:lumOff val="5000"/>
                  </a:schemeClr>
                </a:solidFill>
                <a:latin typeface="HGS明朝E" panose="02020900000000000000" pitchFamily="18" charset="-128"/>
                <a:ea typeface="HGS明朝E" panose="02020900000000000000" pitchFamily="18" charset="-128"/>
              </a:rPr>
              <a:t>ATK×100</a:t>
            </a:r>
            <a:r>
              <a:rPr lang="ja-JP" altLang="en-US" sz="1600" dirty="0">
                <a:solidFill>
                  <a:schemeClr val="tx1">
                    <a:lumMod val="95000"/>
                    <a:lumOff val="5000"/>
                  </a:schemeClr>
                </a:solidFill>
                <a:latin typeface="HGS明朝E" panose="02020900000000000000" pitchFamily="18" charset="-128"/>
                <a:ea typeface="HGS明朝E" panose="02020900000000000000" pitchFamily="18" charset="-128"/>
              </a:rPr>
              <a:t>％の威力で攻撃を行う</a:t>
            </a:r>
            <a:br>
              <a:rPr lang="en-US" altLang="ja-JP" sz="1600" dirty="0">
                <a:solidFill>
                  <a:schemeClr val="tx1">
                    <a:lumMod val="95000"/>
                    <a:lumOff val="5000"/>
                  </a:schemeClr>
                </a:solidFill>
                <a:latin typeface="HGS明朝E" panose="02020900000000000000" pitchFamily="18" charset="-128"/>
                <a:ea typeface="HGS明朝E" panose="02020900000000000000" pitchFamily="18" charset="-128"/>
              </a:rPr>
            </a:br>
            <a:endParaRPr lang="en-US" altLang="ja-JP" sz="1600" dirty="0">
              <a:solidFill>
                <a:schemeClr val="accent5"/>
              </a:solidFill>
              <a:latin typeface="HGS明朝E" panose="02020900000000000000" pitchFamily="18" charset="-128"/>
              <a:ea typeface="HGS明朝E" panose="02020900000000000000" pitchFamily="18" charset="-128"/>
            </a:endParaRPr>
          </a:p>
        </p:txBody>
      </p:sp>
      <p:pic>
        <p:nvPicPr>
          <p:cNvPr id="236" name="図 235">
            <a:extLst>
              <a:ext uri="{FF2B5EF4-FFF2-40B4-BE49-F238E27FC236}">
                <a16:creationId xmlns:a16="http://schemas.microsoft.com/office/drawing/2014/main" id="{AF55F6FE-32B2-6279-8C53-CD068E68DF04}"/>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1271707" y="235933"/>
            <a:ext cx="610371" cy="610371"/>
          </a:xfrm>
          <a:prstGeom prst="rect">
            <a:avLst/>
          </a:prstGeom>
        </p:spPr>
      </p:pic>
      <p:grpSp>
        <p:nvGrpSpPr>
          <p:cNvPr id="240" name="グループ化 239">
            <a:extLst>
              <a:ext uri="{FF2B5EF4-FFF2-40B4-BE49-F238E27FC236}">
                <a16:creationId xmlns:a16="http://schemas.microsoft.com/office/drawing/2014/main" id="{3E23C21B-A484-A313-1B3C-883B4246343E}"/>
              </a:ext>
            </a:extLst>
          </p:cNvPr>
          <p:cNvGrpSpPr/>
          <p:nvPr/>
        </p:nvGrpSpPr>
        <p:grpSpPr>
          <a:xfrm>
            <a:off x="9569319" y="2385076"/>
            <a:ext cx="1755710" cy="810206"/>
            <a:chOff x="9569319" y="1891007"/>
            <a:chExt cx="1755710" cy="810206"/>
          </a:xfrm>
        </p:grpSpPr>
        <p:sp>
          <p:nvSpPr>
            <p:cNvPr id="241" name="四角形: 角を丸くする 240">
              <a:extLst>
                <a:ext uri="{FF2B5EF4-FFF2-40B4-BE49-F238E27FC236}">
                  <a16:creationId xmlns:a16="http://schemas.microsoft.com/office/drawing/2014/main" id="{1288E564-F48B-B60E-095B-73C0E0F7DC72}"/>
                </a:ext>
              </a:extLst>
            </p:cNvPr>
            <p:cNvSpPr/>
            <p:nvPr/>
          </p:nvSpPr>
          <p:spPr>
            <a:xfrm>
              <a:off x="9569319" y="1891007"/>
              <a:ext cx="1755710" cy="810206"/>
            </a:xfrm>
            <a:prstGeom prst="roundRect">
              <a:avLst>
                <a:gd name="adj" fmla="val 6428"/>
              </a:avLst>
            </a:prstGeom>
            <a:solidFill>
              <a:schemeClr val="accent6">
                <a:alpha val="80000"/>
              </a:schemeClr>
            </a:solid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sp>
          <p:nvSpPr>
            <p:cNvPr id="242" name="テキスト ボックス 241">
              <a:extLst>
                <a:ext uri="{FF2B5EF4-FFF2-40B4-BE49-F238E27FC236}">
                  <a16:creationId xmlns:a16="http://schemas.microsoft.com/office/drawing/2014/main" id="{04FBE92E-9F38-3D6E-7EB2-0324D63248E3}"/>
                </a:ext>
              </a:extLst>
            </p:cNvPr>
            <p:cNvSpPr txBox="1"/>
            <p:nvPr/>
          </p:nvSpPr>
          <p:spPr>
            <a:xfrm>
              <a:off x="10678698" y="2290669"/>
              <a:ext cx="646331" cy="369332"/>
            </a:xfrm>
            <a:prstGeom prst="rect">
              <a:avLst/>
            </a:prstGeom>
            <a:noFill/>
          </p:spPr>
          <p:txBody>
            <a:bodyPr wrap="none" rtlCol="0">
              <a:spAutoFit/>
            </a:bodyPr>
            <a:lstStyle/>
            <a:p>
              <a:pPr algn="r"/>
              <a:r>
                <a:rPr lang="ja-JP" altLang="en-US"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バフ</a:t>
              </a:r>
              <a:endParaRPr kumimoji="1" lang="en-US" altLang="ja-JP"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243" name="グループ化 242">
            <a:extLst>
              <a:ext uri="{FF2B5EF4-FFF2-40B4-BE49-F238E27FC236}">
                <a16:creationId xmlns:a16="http://schemas.microsoft.com/office/drawing/2014/main" id="{02DADC54-5848-63CE-607A-BF54815E8289}"/>
              </a:ext>
            </a:extLst>
          </p:cNvPr>
          <p:cNvGrpSpPr/>
          <p:nvPr/>
        </p:nvGrpSpPr>
        <p:grpSpPr>
          <a:xfrm>
            <a:off x="9569319" y="1071664"/>
            <a:ext cx="1755710" cy="810206"/>
            <a:chOff x="9569319" y="887965"/>
            <a:chExt cx="1755710" cy="810206"/>
          </a:xfrm>
        </p:grpSpPr>
        <p:sp>
          <p:nvSpPr>
            <p:cNvPr id="244" name="四角形: 角を丸くする 243">
              <a:extLst>
                <a:ext uri="{FF2B5EF4-FFF2-40B4-BE49-F238E27FC236}">
                  <a16:creationId xmlns:a16="http://schemas.microsoft.com/office/drawing/2014/main" id="{96F0B7AC-9120-1363-6A8B-88E56F2E7305}"/>
                </a:ext>
              </a:extLst>
            </p:cNvPr>
            <p:cNvSpPr/>
            <p:nvPr/>
          </p:nvSpPr>
          <p:spPr>
            <a:xfrm>
              <a:off x="9569319" y="887965"/>
              <a:ext cx="1755710" cy="810206"/>
            </a:xfrm>
            <a:prstGeom prst="roundRect">
              <a:avLst>
                <a:gd name="adj" fmla="val 6428"/>
              </a:avLst>
            </a:prstGeom>
            <a:solidFill>
              <a:schemeClr val="accent6">
                <a:alpha val="8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45" name="テキスト ボックス 244">
              <a:extLst>
                <a:ext uri="{FF2B5EF4-FFF2-40B4-BE49-F238E27FC236}">
                  <a16:creationId xmlns:a16="http://schemas.microsoft.com/office/drawing/2014/main" id="{30321F2A-9BF2-50A1-59A3-5EAE24964FD5}"/>
                </a:ext>
              </a:extLst>
            </p:cNvPr>
            <p:cNvSpPr txBox="1"/>
            <p:nvPr/>
          </p:nvSpPr>
          <p:spPr>
            <a:xfrm>
              <a:off x="9969282" y="1293068"/>
              <a:ext cx="1338828" cy="369332"/>
            </a:xfrm>
            <a:prstGeom prst="rect">
              <a:avLst/>
            </a:prstGeom>
            <a:noFill/>
          </p:spPr>
          <p:txBody>
            <a:bodyPr wrap="none" rtlCol="0">
              <a:spAutoFit/>
            </a:bodyPr>
            <a:lstStyle/>
            <a:p>
              <a:pPr algn="r"/>
              <a:r>
                <a:rPr lang="ja-JP" altLang="en-US"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キャラ詳細</a:t>
              </a:r>
              <a:endParaRPr kumimoji="1" lang="en-US" altLang="ja-JP"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246" name="グループ化 245">
            <a:extLst>
              <a:ext uri="{FF2B5EF4-FFF2-40B4-BE49-F238E27FC236}">
                <a16:creationId xmlns:a16="http://schemas.microsoft.com/office/drawing/2014/main" id="{9C3CD6C7-2AAA-0A13-9244-D55CF6B105E9}"/>
              </a:ext>
            </a:extLst>
          </p:cNvPr>
          <p:cNvGrpSpPr/>
          <p:nvPr/>
        </p:nvGrpSpPr>
        <p:grpSpPr>
          <a:xfrm>
            <a:off x="9569319" y="5011901"/>
            <a:ext cx="1755710" cy="810206"/>
            <a:chOff x="9569319" y="5159829"/>
            <a:chExt cx="1755710" cy="810206"/>
          </a:xfrm>
          <a:solidFill>
            <a:schemeClr val="bg1">
              <a:lumMod val="85000"/>
              <a:alpha val="70000"/>
            </a:schemeClr>
          </a:solidFill>
        </p:grpSpPr>
        <p:sp>
          <p:nvSpPr>
            <p:cNvPr id="247" name="四角形: 角を丸くする 246">
              <a:extLst>
                <a:ext uri="{FF2B5EF4-FFF2-40B4-BE49-F238E27FC236}">
                  <a16:creationId xmlns:a16="http://schemas.microsoft.com/office/drawing/2014/main" id="{D02056F2-5D5A-2677-C755-4ABC1C4A2984}"/>
                </a:ext>
              </a:extLst>
            </p:cNvPr>
            <p:cNvSpPr/>
            <p:nvPr/>
          </p:nvSpPr>
          <p:spPr>
            <a:xfrm>
              <a:off x="9569319" y="5159829"/>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HGS明朝E" panose="02020900000000000000" pitchFamily="18" charset="-128"/>
                <a:ea typeface="HGS明朝E" panose="02020900000000000000" pitchFamily="18" charset="-128"/>
              </a:endParaRPr>
            </a:p>
          </p:txBody>
        </p:sp>
        <p:sp>
          <p:nvSpPr>
            <p:cNvPr id="248" name="テキスト ボックス 247">
              <a:extLst>
                <a:ext uri="{FF2B5EF4-FFF2-40B4-BE49-F238E27FC236}">
                  <a16:creationId xmlns:a16="http://schemas.microsoft.com/office/drawing/2014/main" id="{28D16752-5391-02AE-999C-08E942663FF0}"/>
                </a:ext>
              </a:extLst>
            </p:cNvPr>
            <p:cNvSpPr txBox="1"/>
            <p:nvPr/>
          </p:nvSpPr>
          <p:spPr>
            <a:xfrm>
              <a:off x="10430947" y="5564932"/>
              <a:ext cx="877163" cy="369332"/>
            </a:xfrm>
            <a:prstGeom prst="rect">
              <a:avLst/>
            </a:prstGeom>
            <a:noFill/>
            <a:ln>
              <a:noFill/>
            </a:ln>
          </p:spPr>
          <p:txBody>
            <a:bodyPr wrap="none" rtlCol="0">
              <a:spAutoFit/>
            </a:bodyPr>
            <a:lstStyle/>
            <a:p>
              <a:pPr algn="r"/>
              <a:r>
                <a:rPr kumimoji="1" lang="ja-JP" altLang="en-US"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rPr>
                <a:t>ルート</a:t>
              </a:r>
              <a:endParaRPr kumimoji="1" lang="en-US" altLang="ja-JP"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3" name="グループ化 2">
            <a:extLst>
              <a:ext uri="{FF2B5EF4-FFF2-40B4-BE49-F238E27FC236}">
                <a16:creationId xmlns:a16="http://schemas.microsoft.com/office/drawing/2014/main" id="{901772F7-4A10-06F1-A103-2D108E9F2F80}"/>
              </a:ext>
            </a:extLst>
          </p:cNvPr>
          <p:cNvGrpSpPr/>
          <p:nvPr/>
        </p:nvGrpSpPr>
        <p:grpSpPr>
          <a:xfrm>
            <a:off x="7014933" y="939266"/>
            <a:ext cx="1935364" cy="2876954"/>
            <a:chOff x="4977105" y="939266"/>
            <a:chExt cx="3961622" cy="2876954"/>
          </a:xfrm>
        </p:grpSpPr>
        <p:sp>
          <p:nvSpPr>
            <p:cNvPr id="4" name="四角形: 角を丸くする 3">
              <a:extLst>
                <a:ext uri="{FF2B5EF4-FFF2-40B4-BE49-F238E27FC236}">
                  <a16:creationId xmlns:a16="http://schemas.microsoft.com/office/drawing/2014/main" id="{B3DAAEE6-6FCC-5862-A290-D103C3D9DCBE}"/>
                </a:ext>
              </a:extLst>
            </p:cNvPr>
            <p:cNvSpPr/>
            <p:nvPr/>
          </p:nvSpPr>
          <p:spPr>
            <a:xfrm>
              <a:off x="4977105" y="1398515"/>
              <a:ext cx="3961622" cy="2417705"/>
            </a:xfrm>
            <a:prstGeom prst="roundRect">
              <a:avLst>
                <a:gd name="adj" fmla="val 5178"/>
              </a:avLst>
            </a:prstGeom>
            <a:no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5" name="四角形: 角を丸くする 4">
              <a:extLst>
                <a:ext uri="{FF2B5EF4-FFF2-40B4-BE49-F238E27FC236}">
                  <a16:creationId xmlns:a16="http://schemas.microsoft.com/office/drawing/2014/main" id="{98B52281-0E01-5D39-D4AC-BD72E9FCAC92}"/>
                </a:ext>
              </a:extLst>
            </p:cNvPr>
            <p:cNvSpPr/>
            <p:nvPr/>
          </p:nvSpPr>
          <p:spPr>
            <a:xfrm>
              <a:off x="5328387" y="939266"/>
              <a:ext cx="3294264" cy="461665"/>
            </a:xfrm>
            <a:prstGeom prst="round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latin typeface="HGS明朝E" panose="02020900000000000000" pitchFamily="18" charset="-128"/>
                  <a:ea typeface="HGS明朝E" panose="02020900000000000000" pitchFamily="18" charset="-128"/>
                </a:rPr>
                <a:t>武器</a:t>
              </a:r>
            </a:p>
          </p:txBody>
        </p:sp>
      </p:grpSp>
      <p:sp>
        <p:nvSpPr>
          <p:cNvPr id="6" name="四角形: 角を丸くする 5">
            <a:extLst>
              <a:ext uri="{FF2B5EF4-FFF2-40B4-BE49-F238E27FC236}">
                <a16:creationId xmlns:a16="http://schemas.microsoft.com/office/drawing/2014/main" id="{B220EEED-0C18-3951-ECA4-0C1455695E70}"/>
              </a:ext>
            </a:extLst>
          </p:cNvPr>
          <p:cNvSpPr/>
          <p:nvPr/>
        </p:nvSpPr>
        <p:spPr>
          <a:xfrm>
            <a:off x="7178062" y="2607693"/>
            <a:ext cx="1609341" cy="1079739"/>
          </a:xfrm>
          <a:prstGeom prst="roundRect">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pic>
        <p:nvPicPr>
          <p:cNvPr id="7" name="図 6">
            <a:extLst>
              <a:ext uri="{FF2B5EF4-FFF2-40B4-BE49-F238E27FC236}">
                <a16:creationId xmlns:a16="http://schemas.microsoft.com/office/drawing/2014/main" id="{5F1D9652-8928-1EE8-B41F-9CAD9CB63E95}"/>
              </a:ext>
            </a:extLst>
          </p:cNvPr>
          <p:cNvPicPr>
            <a:picLocks noChangeAspect="1"/>
          </p:cNvPicPr>
          <p:nvPr/>
        </p:nvPicPr>
        <p:blipFill>
          <a:blip r:embed="rId6">
            <a:biLevel thresh="50000"/>
            <a:extLst>
              <a:ext uri="{28A0092B-C50C-407E-A947-70E740481C1C}">
                <a14:useLocalDpi xmlns:a14="http://schemas.microsoft.com/office/drawing/2010/main" val="0"/>
              </a:ext>
            </a:extLst>
          </a:blip>
          <a:srcRect l="14083" t="10604" r="55105" b="45782"/>
          <a:stretch>
            <a:fillRect/>
          </a:stretch>
        </p:blipFill>
        <p:spPr>
          <a:xfrm>
            <a:off x="7452615" y="1466122"/>
            <a:ext cx="1059999" cy="1125304"/>
          </a:xfrm>
          <a:prstGeom prst="rect">
            <a:avLst/>
          </a:prstGeom>
        </p:spPr>
      </p:pic>
      <p:sp>
        <p:nvSpPr>
          <p:cNvPr id="8" name="テキスト ボックス 7">
            <a:extLst>
              <a:ext uri="{FF2B5EF4-FFF2-40B4-BE49-F238E27FC236}">
                <a16:creationId xmlns:a16="http://schemas.microsoft.com/office/drawing/2014/main" id="{B2CC6AD9-26AA-75F1-89B9-AFD28D26E43B}"/>
              </a:ext>
            </a:extLst>
          </p:cNvPr>
          <p:cNvSpPr txBox="1"/>
          <p:nvPr/>
        </p:nvSpPr>
        <p:spPr>
          <a:xfrm>
            <a:off x="7443539" y="2633517"/>
            <a:ext cx="1336264" cy="1015663"/>
          </a:xfrm>
          <a:prstGeom prst="rect">
            <a:avLst/>
          </a:prstGeom>
          <a:noFill/>
        </p:spPr>
        <p:txBody>
          <a:bodyPr wrap="square" rtlCol="0">
            <a:spAutoFit/>
          </a:bodyPr>
          <a:lstStyle/>
          <a:p>
            <a:r>
              <a:rPr lang="en-US" altLang="ja-JP" sz="1600" dirty="0">
                <a:ln w="0">
                  <a:solidFill>
                    <a:schemeClr val="tx1">
                      <a:lumMod val="85000"/>
                      <a:lumOff val="15000"/>
                      <a:alpha val="55000"/>
                    </a:schemeClr>
                  </a:solidFill>
                </a:ln>
                <a:solidFill>
                  <a:srgbClr val="00B050"/>
                </a:solidFill>
                <a:latin typeface="HGS明朝E" panose="02020900000000000000" pitchFamily="18" charset="-128"/>
                <a:ea typeface="HGS明朝E" panose="02020900000000000000" pitchFamily="18" charset="-128"/>
              </a:rPr>
              <a:t>HP</a:t>
            </a:r>
            <a:r>
              <a:rPr lang="ja-JP" altLang="en-US" sz="1600" dirty="0">
                <a:ln w="0">
                  <a:solidFill>
                    <a:schemeClr val="tx1">
                      <a:lumMod val="85000"/>
                      <a:lumOff val="15000"/>
                      <a:alpha val="55000"/>
                    </a:schemeClr>
                  </a:solidFill>
                </a:ln>
                <a:solidFill>
                  <a:srgbClr val="00B050"/>
                </a:solidFill>
                <a:latin typeface="HGS明朝E" panose="02020900000000000000" pitchFamily="18" charset="-128"/>
                <a:ea typeface="HGS明朝E" panose="02020900000000000000" pitchFamily="18" charset="-128"/>
              </a:rPr>
              <a:t>＋</a:t>
            </a:r>
            <a:r>
              <a:rPr lang="en-US" altLang="ja-JP" sz="2000" dirty="0">
                <a:ln w="0">
                  <a:solidFill>
                    <a:schemeClr val="tx1">
                      <a:lumMod val="85000"/>
                      <a:lumOff val="15000"/>
                      <a:alpha val="55000"/>
                    </a:schemeClr>
                  </a:solidFill>
                </a:ln>
                <a:solidFill>
                  <a:srgbClr val="00B050"/>
                </a:solidFill>
                <a:latin typeface="HGS明朝E" panose="02020900000000000000" pitchFamily="18" charset="-128"/>
                <a:ea typeface="HGS明朝E" panose="02020900000000000000" pitchFamily="18" charset="-128"/>
              </a:rPr>
              <a:t>100</a:t>
            </a:r>
            <a:br>
              <a:rPr lang="en-US" altLang="ja-JP" sz="1600" dirty="0">
                <a:ln w="0">
                  <a:solidFill>
                    <a:schemeClr val="tx1">
                      <a:lumMod val="85000"/>
                      <a:lumOff val="15000"/>
                      <a:alpha val="55000"/>
                    </a:schemeClr>
                  </a:solidFill>
                </a:ln>
                <a:solidFill>
                  <a:schemeClr val="accent5"/>
                </a:solidFill>
                <a:latin typeface="HGS明朝E" panose="02020900000000000000" pitchFamily="18" charset="-128"/>
                <a:ea typeface="HGS明朝E" panose="02020900000000000000" pitchFamily="18" charset="-128"/>
              </a:rPr>
            </a:br>
            <a:r>
              <a:rPr lang="en-US" altLang="ja-JP" sz="1600" dirty="0">
                <a:ln w="0">
                  <a:solidFill>
                    <a:schemeClr val="tx1">
                      <a:lumMod val="85000"/>
                      <a:lumOff val="15000"/>
                      <a:alpha val="55000"/>
                    </a:schemeClr>
                  </a:solidFill>
                </a:ln>
                <a:solidFill>
                  <a:schemeClr val="accent5"/>
                </a:solidFill>
                <a:latin typeface="HGS明朝E" panose="02020900000000000000" pitchFamily="18" charset="-128"/>
                <a:ea typeface="HGS明朝E" panose="02020900000000000000" pitchFamily="18" charset="-128"/>
              </a:rPr>
              <a:t>SPD</a:t>
            </a:r>
            <a:r>
              <a:rPr lang="ja-JP" altLang="en-US" sz="1600" dirty="0">
                <a:ln w="0">
                  <a:solidFill>
                    <a:schemeClr val="tx1">
                      <a:lumMod val="85000"/>
                      <a:lumOff val="15000"/>
                      <a:alpha val="55000"/>
                    </a:schemeClr>
                  </a:solidFill>
                </a:ln>
                <a:solidFill>
                  <a:schemeClr val="accent5"/>
                </a:solidFill>
                <a:latin typeface="HGS明朝E" panose="02020900000000000000" pitchFamily="18" charset="-128"/>
                <a:ea typeface="HGS明朝E" panose="02020900000000000000" pitchFamily="18" charset="-128"/>
              </a:rPr>
              <a:t>＋</a:t>
            </a:r>
            <a:r>
              <a:rPr lang="en-US" altLang="ja-JP" sz="2000" dirty="0">
                <a:ln w="0">
                  <a:solidFill>
                    <a:schemeClr val="tx1">
                      <a:lumMod val="85000"/>
                      <a:lumOff val="15000"/>
                      <a:alpha val="55000"/>
                    </a:schemeClr>
                  </a:solidFill>
                </a:ln>
                <a:solidFill>
                  <a:schemeClr val="accent5"/>
                </a:solidFill>
                <a:latin typeface="HGS明朝E" panose="02020900000000000000" pitchFamily="18" charset="-128"/>
                <a:ea typeface="HGS明朝E" panose="02020900000000000000" pitchFamily="18" charset="-128"/>
              </a:rPr>
              <a:t>20</a:t>
            </a:r>
            <a:br>
              <a:rPr lang="en-US" altLang="ja-JP" sz="1600" dirty="0">
                <a:ln w="0">
                  <a:solidFill>
                    <a:schemeClr val="tx1">
                      <a:lumMod val="85000"/>
                      <a:lumOff val="15000"/>
                      <a:alpha val="55000"/>
                    </a:schemeClr>
                  </a:solidFill>
                </a:ln>
                <a:solidFill>
                  <a:schemeClr val="accent5"/>
                </a:solidFill>
                <a:latin typeface="HGS明朝E" panose="02020900000000000000" pitchFamily="18" charset="-128"/>
                <a:ea typeface="HGS明朝E" panose="02020900000000000000" pitchFamily="18" charset="-128"/>
              </a:rPr>
            </a:br>
            <a:r>
              <a:rPr lang="en-US" altLang="ja-JP" sz="1600" dirty="0">
                <a:ln w="0">
                  <a:solidFill>
                    <a:schemeClr val="tx1">
                      <a:lumMod val="85000"/>
                      <a:lumOff val="15000"/>
                      <a:alpha val="55000"/>
                    </a:schemeClr>
                  </a:solidFill>
                </a:ln>
                <a:solidFill>
                  <a:schemeClr val="accent1"/>
                </a:solidFill>
                <a:latin typeface="HGS明朝E" panose="02020900000000000000" pitchFamily="18" charset="-128"/>
                <a:ea typeface="HGS明朝E" panose="02020900000000000000" pitchFamily="18" charset="-128"/>
              </a:rPr>
              <a:t>ATK</a:t>
            </a:r>
            <a:r>
              <a:rPr lang="ja-JP" altLang="en-US" sz="1600" dirty="0">
                <a:ln w="0">
                  <a:solidFill>
                    <a:schemeClr val="tx1">
                      <a:lumMod val="85000"/>
                      <a:lumOff val="15000"/>
                      <a:alpha val="55000"/>
                    </a:schemeClr>
                  </a:solidFill>
                </a:ln>
                <a:solidFill>
                  <a:schemeClr val="accent1"/>
                </a:solidFill>
                <a:latin typeface="HGS明朝E" panose="02020900000000000000" pitchFamily="18" charset="-128"/>
                <a:ea typeface="HGS明朝E" panose="02020900000000000000" pitchFamily="18" charset="-128"/>
              </a:rPr>
              <a:t>＋</a:t>
            </a:r>
            <a:r>
              <a:rPr lang="en-US" altLang="ja-JP" sz="2000" dirty="0">
                <a:ln w="0">
                  <a:solidFill>
                    <a:schemeClr val="tx1">
                      <a:lumMod val="85000"/>
                      <a:lumOff val="15000"/>
                      <a:alpha val="55000"/>
                    </a:schemeClr>
                  </a:solidFill>
                </a:ln>
                <a:solidFill>
                  <a:schemeClr val="accent1"/>
                </a:solidFill>
                <a:latin typeface="HGS明朝E" panose="02020900000000000000" pitchFamily="18" charset="-128"/>
                <a:ea typeface="HGS明朝E" panose="02020900000000000000" pitchFamily="18" charset="-128"/>
              </a:rPr>
              <a:t>50</a:t>
            </a:r>
            <a:endParaRPr lang="en-US" altLang="ja-JP" sz="1600" dirty="0">
              <a:ln w="0">
                <a:solidFill>
                  <a:schemeClr val="tx1">
                    <a:lumMod val="85000"/>
                    <a:lumOff val="15000"/>
                    <a:alpha val="55000"/>
                  </a:schemeClr>
                </a:solidFill>
              </a:ln>
              <a:solidFill>
                <a:schemeClr val="accent1"/>
              </a:solidFill>
              <a:latin typeface="HGS明朝E" panose="02020900000000000000" pitchFamily="18" charset="-128"/>
              <a:ea typeface="HGS明朝E" panose="02020900000000000000" pitchFamily="18" charset="-128"/>
            </a:endParaRPr>
          </a:p>
        </p:txBody>
      </p:sp>
      <p:sp>
        <p:nvSpPr>
          <p:cNvPr id="9" name="テキスト ボックス 8">
            <a:extLst>
              <a:ext uri="{FF2B5EF4-FFF2-40B4-BE49-F238E27FC236}">
                <a16:creationId xmlns:a16="http://schemas.microsoft.com/office/drawing/2014/main" id="{8FDA9C57-A38A-3D54-76E5-56154DCFB691}"/>
              </a:ext>
            </a:extLst>
          </p:cNvPr>
          <p:cNvSpPr txBox="1"/>
          <p:nvPr/>
        </p:nvSpPr>
        <p:spPr>
          <a:xfrm>
            <a:off x="1011384" y="819140"/>
            <a:ext cx="2244525" cy="584775"/>
          </a:xfrm>
          <a:prstGeom prst="rect">
            <a:avLst/>
          </a:prstGeom>
          <a:noFill/>
        </p:spPr>
        <p:txBody>
          <a:bodyPr wrap="none" rtlCol="0">
            <a:spAutoFit/>
          </a:bodyPr>
          <a:lstStyle/>
          <a:p>
            <a:pPr algn="ctr"/>
            <a:r>
              <a:rPr lang="ja-JP" altLang="en-US" sz="3200" b="1" dirty="0">
                <a:ln w="3175">
                  <a:solidFill>
                    <a:schemeClr val="tx1">
                      <a:lumMod val="85000"/>
                      <a:lumOff val="15000"/>
                      <a:alpha val="65000"/>
                    </a:schemeClr>
                  </a:solidFill>
                </a:ln>
                <a:solidFill>
                  <a:schemeClr val="accent6"/>
                </a:solidFill>
                <a:latin typeface="HGS明朝E" panose="02020900000000000000" pitchFamily="18" charset="-128"/>
                <a:ea typeface="HGS明朝E" panose="02020900000000000000" pitchFamily="18" charset="-128"/>
              </a:rPr>
              <a:t>キャラ詳細</a:t>
            </a:r>
            <a:endParaRPr kumimoji="1" lang="ja-JP" altLang="en-US" sz="3200" b="1" dirty="0">
              <a:ln w="3175">
                <a:solidFill>
                  <a:schemeClr val="tx1">
                    <a:lumMod val="85000"/>
                    <a:lumOff val="15000"/>
                    <a:alpha val="65000"/>
                  </a:schemeClr>
                </a:solidFill>
              </a:ln>
              <a:solidFill>
                <a:schemeClr val="accent6"/>
              </a:solidFill>
              <a:latin typeface="HGS明朝E" panose="02020900000000000000" pitchFamily="18" charset="-128"/>
              <a:ea typeface="HGS明朝E" panose="02020900000000000000" pitchFamily="18" charset="-128"/>
            </a:endParaRPr>
          </a:p>
        </p:txBody>
      </p:sp>
      <p:cxnSp>
        <p:nvCxnSpPr>
          <p:cNvPr id="11" name="直線コネクタ 10">
            <a:extLst>
              <a:ext uri="{FF2B5EF4-FFF2-40B4-BE49-F238E27FC236}">
                <a16:creationId xmlns:a16="http://schemas.microsoft.com/office/drawing/2014/main" id="{682F437B-1FB9-D072-1EE9-5B5A8818CDA4}"/>
              </a:ext>
            </a:extLst>
          </p:cNvPr>
          <p:cNvCxnSpPr>
            <a:cxnSpLocks/>
          </p:cNvCxnSpPr>
          <p:nvPr/>
        </p:nvCxnSpPr>
        <p:spPr>
          <a:xfrm>
            <a:off x="1083174" y="1422577"/>
            <a:ext cx="2873829" cy="0"/>
          </a:xfrm>
          <a:prstGeom prst="line">
            <a:avLst/>
          </a:prstGeom>
          <a:ln>
            <a:solidFill>
              <a:schemeClr val="tx1">
                <a:lumMod val="85000"/>
                <a:lumOff val="15000"/>
              </a:schemeClr>
            </a:solidFill>
          </a:ln>
        </p:spPr>
        <p:style>
          <a:lnRef idx="2">
            <a:schemeClr val="accent1"/>
          </a:lnRef>
          <a:fillRef idx="0">
            <a:schemeClr val="accent1"/>
          </a:fillRef>
          <a:effectRef idx="1">
            <a:schemeClr val="accent1"/>
          </a:effectRef>
          <a:fontRef idx="minor">
            <a:schemeClr val="tx1"/>
          </a:fontRef>
        </p:style>
      </p:cxnSp>
      <p:grpSp>
        <p:nvGrpSpPr>
          <p:cNvPr id="12" name="グループ化 11">
            <a:extLst>
              <a:ext uri="{FF2B5EF4-FFF2-40B4-BE49-F238E27FC236}">
                <a16:creationId xmlns:a16="http://schemas.microsoft.com/office/drawing/2014/main" id="{E5E0869F-245B-B6C4-F517-FC6BD4D91EEB}"/>
              </a:ext>
            </a:extLst>
          </p:cNvPr>
          <p:cNvGrpSpPr/>
          <p:nvPr/>
        </p:nvGrpSpPr>
        <p:grpSpPr>
          <a:xfrm>
            <a:off x="9567690" y="3698488"/>
            <a:ext cx="1755710" cy="810206"/>
            <a:chOff x="9569319" y="1891007"/>
            <a:chExt cx="1755710" cy="810206"/>
          </a:xfrm>
        </p:grpSpPr>
        <p:sp>
          <p:nvSpPr>
            <p:cNvPr id="13" name="四角形: 角を丸くする 12">
              <a:extLst>
                <a:ext uri="{FF2B5EF4-FFF2-40B4-BE49-F238E27FC236}">
                  <a16:creationId xmlns:a16="http://schemas.microsoft.com/office/drawing/2014/main" id="{9AAEC81D-7000-433E-9D5D-F5120ECA1E56}"/>
                </a:ext>
              </a:extLst>
            </p:cNvPr>
            <p:cNvSpPr/>
            <p:nvPr/>
          </p:nvSpPr>
          <p:spPr>
            <a:xfrm>
              <a:off x="9569319" y="1891007"/>
              <a:ext cx="1755710" cy="810206"/>
            </a:xfrm>
            <a:prstGeom prst="roundRect">
              <a:avLst>
                <a:gd name="adj" fmla="val 6428"/>
              </a:avLst>
            </a:prstGeom>
            <a:solidFill>
              <a:schemeClr val="accent6">
                <a:alpha val="80000"/>
              </a:schemeClr>
            </a:solid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sp>
          <p:nvSpPr>
            <p:cNvPr id="14" name="テキスト ボックス 13">
              <a:extLst>
                <a:ext uri="{FF2B5EF4-FFF2-40B4-BE49-F238E27FC236}">
                  <a16:creationId xmlns:a16="http://schemas.microsoft.com/office/drawing/2014/main" id="{2C7BCA17-ADBE-1F8D-FE6B-DD2A97EF471D}"/>
                </a:ext>
              </a:extLst>
            </p:cNvPr>
            <p:cNvSpPr txBox="1"/>
            <p:nvPr/>
          </p:nvSpPr>
          <p:spPr>
            <a:xfrm>
              <a:off x="10678698" y="2290669"/>
              <a:ext cx="646331" cy="369332"/>
            </a:xfrm>
            <a:prstGeom prst="rect">
              <a:avLst/>
            </a:prstGeom>
            <a:noFill/>
          </p:spPr>
          <p:txBody>
            <a:bodyPr wrap="none" rtlCol="0">
              <a:spAutoFit/>
            </a:bodyPr>
            <a:lstStyle/>
            <a:p>
              <a:pPr algn="r"/>
              <a:r>
                <a:rPr lang="ja-JP" altLang="en-US"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回復</a:t>
              </a:r>
              <a:endParaRPr kumimoji="1" lang="en-US" altLang="ja-JP"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spTree>
    <p:extLst>
      <p:ext uri="{BB962C8B-B14F-4D97-AF65-F5344CB8AC3E}">
        <p14:creationId xmlns:p14="http://schemas.microsoft.com/office/powerpoint/2010/main" val="3440718742"/>
      </p:ext>
    </p:extLst>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D3E6BD-7C53-7992-C0EB-DDE2D7127DFF}"/>
            </a:ext>
          </a:extLst>
        </p:cNvPr>
        <p:cNvGrpSpPr/>
        <p:nvPr/>
      </p:nvGrpSpPr>
      <p:grpSpPr>
        <a:xfrm>
          <a:off x="0" y="0"/>
          <a:ext cx="0" cy="0"/>
          <a:chOff x="0" y="0"/>
          <a:chExt cx="0" cy="0"/>
        </a:xfrm>
      </p:grpSpPr>
      <p:sp>
        <p:nvSpPr>
          <p:cNvPr id="2" name="四角形: 角を丸くする 1">
            <a:extLst>
              <a:ext uri="{FF2B5EF4-FFF2-40B4-BE49-F238E27FC236}">
                <a16:creationId xmlns:a16="http://schemas.microsoft.com/office/drawing/2014/main" id="{491336D3-1F33-2BC1-64D7-2817BE906CEA}"/>
              </a:ext>
            </a:extLst>
          </p:cNvPr>
          <p:cNvSpPr/>
          <p:nvPr/>
        </p:nvSpPr>
        <p:spPr>
          <a:xfrm>
            <a:off x="726233" y="695130"/>
            <a:ext cx="8501744" cy="5467739"/>
          </a:xfrm>
          <a:prstGeom prst="roundRect">
            <a:avLst>
              <a:gd name="adj" fmla="val 6428"/>
            </a:avLst>
          </a:prstGeom>
          <a:solidFill>
            <a:schemeClr val="bg1">
              <a:lumMod val="75000"/>
              <a:alpha val="6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26" name="四角形: 角を丸くする 225">
            <a:extLst>
              <a:ext uri="{FF2B5EF4-FFF2-40B4-BE49-F238E27FC236}">
                <a16:creationId xmlns:a16="http://schemas.microsoft.com/office/drawing/2014/main" id="{1454136F-22B2-198E-DB87-DA94B60F3B66}"/>
              </a:ext>
            </a:extLst>
          </p:cNvPr>
          <p:cNvSpPr/>
          <p:nvPr/>
        </p:nvSpPr>
        <p:spPr>
          <a:xfrm>
            <a:off x="6403408" y="4609319"/>
            <a:ext cx="1144222" cy="1185415"/>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27" name="四角形: 角を丸くする 226">
            <a:extLst>
              <a:ext uri="{FF2B5EF4-FFF2-40B4-BE49-F238E27FC236}">
                <a16:creationId xmlns:a16="http://schemas.microsoft.com/office/drawing/2014/main" id="{88763DE8-3D38-37B4-0C60-B3BABEA6FAD1}"/>
              </a:ext>
            </a:extLst>
          </p:cNvPr>
          <p:cNvSpPr/>
          <p:nvPr/>
        </p:nvSpPr>
        <p:spPr>
          <a:xfrm>
            <a:off x="7674065" y="4609319"/>
            <a:ext cx="1144222" cy="1185415"/>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35" name="フリーフォーム: 図形 234">
            <a:extLst>
              <a:ext uri="{FF2B5EF4-FFF2-40B4-BE49-F238E27FC236}">
                <a16:creationId xmlns:a16="http://schemas.microsoft.com/office/drawing/2014/main" id="{19E7361E-5CB7-6AE2-9F06-60DF22DBFC72}"/>
              </a:ext>
            </a:extLst>
          </p:cNvPr>
          <p:cNvSpPr/>
          <p:nvPr/>
        </p:nvSpPr>
        <p:spPr>
          <a:xfrm>
            <a:off x="5132750" y="4609322"/>
            <a:ext cx="3685536" cy="1194997"/>
          </a:xfrm>
          <a:custGeom>
            <a:avLst/>
            <a:gdLst>
              <a:gd name="csX0" fmla="*/ 190708 w 3685536"/>
              <a:gd name="csY0" fmla="*/ 0 h 1194997"/>
              <a:gd name="csX1" fmla="*/ 953516 w 3685536"/>
              <a:gd name="csY1" fmla="*/ 0 h 1194997"/>
              <a:gd name="csX2" fmla="*/ 1144223 w 3685536"/>
              <a:gd name="csY2" fmla="*/ 190707 h 1194997"/>
              <a:gd name="csX3" fmla="*/ 1144223 w 3685536"/>
              <a:gd name="csY3" fmla="*/ 453862 h 1194997"/>
              <a:gd name="csX4" fmla="*/ 3562011 w 3685536"/>
              <a:gd name="csY4" fmla="*/ 453862 h 1194997"/>
              <a:gd name="csX5" fmla="*/ 3685536 w 3685536"/>
              <a:gd name="csY5" fmla="*/ 577387 h 1194997"/>
              <a:gd name="csX6" fmla="*/ 3685536 w 3685536"/>
              <a:gd name="csY6" fmla="*/ 715360 h 1194997"/>
              <a:gd name="csX7" fmla="*/ 3685536 w 3685536"/>
              <a:gd name="csY7" fmla="*/ 1071472 h 1194997"/>
              <a:gd name="csX8" fmla="*/ 3685536 w 3685536"/>
              <a:gd name="csY8" fmla="*/ 1099067 h 1194997"/>
              <a:gd name="csX9" fmla="*/ 3589606 w 3685536"/>
              <a:gd name="csY9" fmla="*/ 1194997 h 1194997"/>
              <a:gd name="csX10" fmla="*/ 3562011 w 3685536"/>
              <a:gd name="csY10" fmla="*/ 1194997 h 1194997"/>
              <a:gd name="csX11" fmla="*/ 740267 w 3685536"/>
              <a:gd name="csY11" fmla="*/ 1194997 h 1194997"/>
              <a:gd name="csX12" fmla="*/ 95930 w 3685536"/>
              <a:gd name="csY12" fmla="*/ 1194997 h 1194997"/>
              <a:gd name="csX13" fmla="*/ 0 w 3685536"/>
              <a:gd name="csY13" fmla="*/ 1099067 h 1194997"/>
              <a:gd name="csX14" fmla="*/ 0 w 3685536"/>
              <a:gd name="csY14" fmla="*/ 715360 h 1194997"/>
              <a:gd name="csX15" fmla="*/ 1 w 3685536"/>
              <a:gd name="csY15" fmla="*/ 715355 h 1194997"/>
              <a:gd name="csX16" fmla="*/ 1 w 3685536"/>
              <a:gd name="csY16" fmla="*/ 190707 h 1194997"/>
              <a:gd name="csX17" fmla="*/ 190708 w 3685536"/>
              <a:gd name="csY17" fmla="*/ 0 h 11949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Lst>
            <a:rect l="l" t="t" r="r" b="b"/>
            <a:pathLst>
              <a:path w="3685536" h="1194997">
                <a:moveTo>
                  <a:pt x="190708" y="0"/>
                </a:moveTo>
                <a:lnTo>
                  <a:pt x="953516" y="0"/>
                </a:lnTo>
                <a:cubicBezTo>
                  <a:pt x="1058841" y="0"/>
                  <a:pt x="1144223" y="85382"/>
                  <a:pt x="1144223" y="190707"/>
                </a:cubicBezTo>
                <a:lnTo>
                  <a:pt x="1144223" y="453862"/>
                </a:lnTo>
                <a:lnTo>
                  <a:pt x="3562011" y="453862"/>
                </a:lnTo>
                <a:cubicBezTo>
                  <a:pt x="3630232" y="453862"/>
                  <a:pt x="3685536" y="509166"/>
                  <a:pt x="3685536" y="577387"/>
                </a:cubicBezTo>
                <a:lnTo>
                  <a:pt x="3685536" y="715360"/>
                </a:lnTo>
                <a:lnTo>
                  <a:pt x="3685536" y="1071472"/>
                </a:lnTo>
                <a:lnTo>
                  <a:pt x="3685536" y="1099067"/>
                </a:lnTo>
                <a:cubicBezTo>
                  <a:pt x="3685536" y="1152048"/>
                  <a:pt x="3642587" y="1194997"/>
                  <a:pt x="3589606" y="1194997"/>
                </a:cubicBezTo>
                <a:lnTo>
                  <a:pt x="3562011" y="1194997"/>
                </a:lnTo>
                <a:lnTo>
                  <a:pt x="740267" y="1194997"/>
                </a:lnTo>
                <a:lnTo>
                  <a:pt x="95930" y="1194997"/>
                </a:lnTo>
                <a:cubicBezTo>
                  <a:pt x="42949" y="1194997"/>
                  <a:pt x="0" y="1152048"/>
                  <a:pt x="0" y="1099067"/>
                </a:cubicBezTo>
                <a:lnTo>
                  <a:pt x="0" y="715360"/>
                </a:lnTo>
                <a:lnTo>
                  <a:pt x="1" y="715355"/>
                </a:lnTo>
                <a:lnTo>
                  <a:pt x="1" y="190707"/>
                </a:lnTo>
                <a:cubicBezTo>
                  <a:pt x="1" y="85382"/>
                  <a:pt x="85383" y="0"/>
                  <a:pt x="190708" y="0"/>
                </a:cubicBezTo>
                <a:close/>
              </a:path>
            </a:pathLst>
          </a:cu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dirty="0">
              <a:latin typeface="HGS明朝E" panose="02020900000000000000" pitchFamily="18" charset="-128"/>
              <a:ea typeface="HGS明朝E" panose="02020900000000000000" pitchFamily="18" charset="-128"/>
            </a:endParaRPr>
          </a:p>
        </p:txBody>
      </p:sp>
      <p:grpSp>
        <p:nvGrpSpPr>
          <p:cNvPr id="211" name="グループ化 210">
            <a:extLst>
              <a:ext uri="{FF2B5EF4-FFF2-40B4-BE49-F238E27FC236}">
                <a16:creationId xmlns:a16="http://schemas.microsoft.com/office/drawing/2014/main" id="{30337273-E0E0-6AA2-F484-27D03B7B8481}"/>
              </a:ext>
            </a:extLst>
          </p:cNvPr>
          <p:cNvGrpSpPr/>
          <p:nvPr/>
        </p:nvGrpSpPr>
        <p:grpSpPr>
          <a:xfrm>
            <a:off x="1297688" y="1561044"/>
            <a:ext cx="2857030" cy="3442653"/>
            <a:chOff x="1017147" y="939266"/>
            <a:chExt cx="3294264" cy="3969509"/>
          </a:xfrm>
        </p:grpSpPr>
        <p:sp>
          <p:nvSpPr>
            <p:cNvPr id="206" name="四角形: 角を丸くする 205">
              <a:extLst>
                <a:ext uri="{FF2B5EF4-FFF2-40B4-BE49-F238E27FC236}">
                  <a16:creationId xmlns:a16="http://schemas.microsoft.com/office/drawing/2014/main" id="{44D2857D-220D-9035-2B72-CA8F388D4076}"/>
                </a:ext>
              </a:extLst>
            </p:cNvPr>
            <p:cNvSpPr/>
            <p:nvPr/>
          </p:nvSpPr>
          <p:spPr>
            <a:xfrm>
              <a:off x="1017147" y="939266"/>
              <a:ext cx="3294264" cy="3969509"/>
            </a:xfrm>
            <a:prstGeom prst="roundRect">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pic>
          <p:nvPicPr>
            <p:cNvPr id="35" name="図 34">
              <a:extLst>
                <a:ext uri="{FF2B5EF4-FFF2-40B4-BE49-F238E27FC236}">
                  <a16:creationId xmlns:a16="http://schemas.microsoft.com/office/drawing/2014/main" id="{E50AA2A6-57F7-4E31-0D12-F00AD316F91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63689" y="1523810"/>
              <a:ext cx="2098825" cy="3148238"/>
            </a:xfrm>
            <a:prstGeom prst="rect">
              <a:avLst/>
            </a:prstGeom>
          </p:spPr>
        </p:pic>
        <p:sp>
          <p:nvSpPr>
            <p:cNvPr id="38" name="テキスト ボックス 37">
              <a:extLst>
                <a:ext uri="{FF2B5EF4-FFF2-40B4-BE49-F238E27FC236}">
                  <a16:creationId xmlns:a16="http://schemas.microsoft.com/office/drawing/2014/main" id="{8784D70C-A292-F910-5257-CE62C599AFBB}"/>
                </a:ext>
              </a:extLst>
            </p:cNvPr>
            <p:cNvSpPr txBox="1"/>
            <p:nvPr/>
          </p:nvSpPr>
          <p:spPr>
            <a:xfrm>
              <a:off x="1846118" y="1001786"/>
              <a:ext cx="1639832" cy="532317"/>
            </a:xfrm>
            <a:prstGeom prst="rect">
              <a:avLst/>
            </a:prstGeom>
            <a:noFill/>
          </p:spPr>
          <p:txBody>
            <a:bodyPr wrap="none" rtlCol="0">
              <a:spAutoFit/>
            </a:bodyPr>
            <a:lstStyle/>
            <a:p>
              <a:pPr algn="ctr"/>
              <a:r>
                <a:rPr lang="ja-JP" altLang="en-US" sz="2400" b="1" dirty="0">
                  <a:solidFill>
                    <a:schemeClr val="tx1">
                      <a:lumMod val="95000"/>
                      <a:lumOff val="5000"/>
                    </a:schemeClr>
                  </a:solidFill>
                  <a:latin typeface="HGS明朝E" panose="02020900000000000000" pitchFamily="18" charset="-128"/>
                  <a:ea typeface="HGS明朝E" panose="02020900000000000000" pitchFamily="18" charset="-128"/>
                </a:rPr>
                <a:t>キャラ名</a:t>
              </a:r>
              <a:endParaRPr kumimoji="1" lang="ja-JP" altLang="en-US" sz="2400" b="1" dirty="0">
                <a:solidFill>
                  <a:schemeClr val="tx1">
                    <a:lumMod val="95000"/>
                    <a:lumOff val="5000"/>
                  </a:schemeClr>
                </a:solidFill>
                <a:latin typeface="HGS明朝E" panose="02020900000000000000" pitchFamily="18" charset="-128"/>
                <a:ea typeface="HGS明朝E" panose="02020900000000000000" pitchFamily="18" charset="-128"/>
              </a:endParaRPr>
            </a:p>
          </p:txBody>
        </p:sp>
      </p:grpSp>
      <p:grpSp>
        <p:nvGrpSpPr>
          <p:cNvPr id="220" name="グループ化 219">
            <a:extLst>
              <a:ext uri="{FF2B5EF4-FFF2-40B4-BE49-F238E27FC236}">
                <a16:creationId xmlns:a16="http://schemas.microsoft.com/office/drawing/2014/main" id="{155F7145-7FB1-4C44-AE52-1CA0F61F2E17}"/>
              </a:ext>
            </a:extLst>
          </p:cNvPr>
          <p:cNvGrpSpPr/>
          <p:nvPr/>
        </p:nvGrpSpPr>
        <p:grpSpPr>
          <a:xfrm>
            <a:off x="5153065" y="2887838"/>
            <a:ext cx="1484790" cy="739567"/>
            <a:chOff x="5227712" y="3336557"/>
            <a:chExt cx="1747806" cy="739567"/>
          </a:xfrm>
        </p:grpSpPr>
        <p:sp>
          <p:nvSpPr>
            <p:cNvPr id="201" name="テキスト ボックス 200">
              <a:extLst>
                <a:ext uri="{FF2B5EF4-FFF2-40B4-BE49-F238E27FC236}">
                  <a16:creationId xmlns:a16="http://schemas.microsoft.com/office/drawing/2014/main" id="{D1336E5D-EC49-0181-2C28-0740B5D092AB}"/>
                </a:ext>
              </a:extLst>
            </p:cNvPr>
            <p:cNvSpPr txBox="1"/>
            <p:nvPr/>
          </p:nvSpPr>
          <p:spPr>
            <a:xfrm>
              <a:off x="5227712" y="3336557"/>
              <a:ext cx="1510350" cy="340743"/>
            </a:xfrm>
            <a:prstGeom prst="rect">
              <a:avLst/>
            </a:prstGeom>
            <a:noFill/>
          </p:spPr>
          <p:txBody>
            <a:bodyPr wrap="none" rtlCol="0">
              <a:spAutoFit/>
            </a:bodyPr>
            <a:lstStyle/>
            <a:p>
              <a:r>
                <a:rPr lang="en-US" altLang="ja-JP" b="1" dirty="0">
                  <a:solidFill>
                    <a:schemeClr val="tx1">
                      <a:lumMod val="95000"/>
                      <a:lumOff val="5000"/>
                    </a:schemeClr>
                  </a:solidFill>
                  <a:latin typeface="HGS明朝E" panose="02020900000000000000" pitchFamily="18" charset="-128"/>
                  <a:ea typeface="HGS明朝E" panose="02020900000000000000" pitchFamily="18" charset="-128"/>
                </a:rPr>
                <a:t>ATK</a:t>
              </a:r>
              <a:r>
                <a:rPr lang="ja-JP" altLang="en-US" b="1" dirty="0">
                  <a:solidFill>
                    <a:schemeClr val="tx1">
                      <a:lumMod val="95000"/>
                      <a:lumOff val="5000"/>
                    </a:schemeClr>
                  </a:solidFill>
                  <a:latin typeface="HGS明朝E" panose="02020900000000000000" pitchFamily="18" charset="-128"/>
                  <a:ea typeface="HGS明朝E" panose="02020900000000000000" pitchFamily="18" charset="-128"/>
                </a:rPr>
                <a:t>：</a:t>
              </a:r>
              <a:r>
                <a:rPr lang="en-US" altLang="ja-JP" sz="2400" b="1" dirty="0">
                  <a:solidFill>
                    <a:schemeClr val="tx1">
                      <a:lumMod val="95000"/>
                      <a:lumOff val="5000"/>
                    </a:schemeClr>
                  </a:solidFill>
                  <a:latin typeface="HGS明朝E" panose="02020900000000000000" pitchFamily="18" charset="-128"/>
                  <a:ea typeface="HGS明朝E" panose="02020900000000000000" pitchFamily="18" charset="-128"/>
                </a:rPr>
                <a:t>0000</a:t>
              </a:r>
              <a:endParaRPr lang="en-US" altLang="ja-JP" b="1" dirty="0">
                <a:solidFill>
                  <a:schemeClr val="tx1">
                    <a:lumMod val="95000"/>
                    <a:lumOff val="5000"/>
                  </a:schemeClr>
                </a:solidFill>
                <a:latin typeface="HGS明朝E" panose="02020900000000000000" pitchFamily="18" charset="-128"/>
                <a:ea typeface="HGS明朝E" panose="02020900000000000000" pitchFamily="18" charset="-128"/>
              </a:endParaRPr>
            </a:p>
          </p:txBody>
        </p:sp>
        <p:sp>
          <p:nvSpPr>
            <p:cNvPr id="202" name="四角形: 角を丸くする 201">
              <a:extLst>
                <a:ext uri="{FF2B5EF4-FFF2-40B4-BE49-F238E27FC236}">
                  <a16:creationId xmlns:a16="http://schemas.microsoft.com/office/drawing/2014/main" id="{A9FE50AF-C2EB-6FA7-5460-1EE993C0FFBE}"/>
                </a:ext>
              </a:extLst>
            </p:cNvPr>
            <p:cNvSpPr/>
            <p:nvPr/>
          </p:nvSpPr>
          <p:spPr>
            <a:xfrm rot="5400000">
              <a:off x="5960059" y="3060665"/>
              <a:ext cx="283112" cy="1747806"/>
            </a:xfrm>
            <a:prstGeom prst="roundRect">
              <a:avLst>
                <a:gd name="adj" fmla="val 9570"/>
              </a:avLst>
            </a:prstGeom>
            <a:solidFill>
              <a:schemeClr val="accent1"/>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grpSp>
        <p:nvGrpSpPr>
          <p:cNvPr id="210" name="グループ化 209">
            <a:extLst>
              <a:ext uri="{FF2B5EF4-FFF2-40B4-BE49-F238E27FC236}">
                <a16:creationId xmlns:a16="http://schemas.microsoft.com/office/drawing/2014/main" id="{77176B9A-42AE-8C62-A8E1-E1F274E9D5F3}"/>
              </a:ext>
            </a:extLst>
          </p:cNvPr>
          <p:cNvGrpSpPr/>
          <p:nvPr/>
        </p:nvGrpSpPr>
        <p:grpSpPr>
          <a:xfrm>
            <a:off x="1272642" y="4977996"/>
            <a:ext cx="2945619" cy="1009959"/>
            <a:chOff x="1225987" y="4977996"/>
            <a:chExt cx="2945619" cy="1009959"/>
          </a:xfrm>
        </p:grpSpPr>
        <p:pic>
          <p:nvPicPr>
            <p:cNvPr id="42" name="図 41">
              <a:extLst>
                <a:ext uri="{FF2B5EF4-FFF2-40B4-BE49-F238E27FC236}">
                  <a16:creationId xmlns:a16="http://schemas.microsoft.com/office/drawing/2014/main" id="{EC7DCC04-D242-3160-D5FE-EC703F4E8C7A}"/>
                </a:ext>
              </a:extLst>
            </p:cNvPr>
            <p:cNvPicPr>
              <a:picLocks noChangeAspect="1"/>
            </p:cNvPicPr>
            <p:nvPr/>
          </p:nvPicPr>
          <p:blipFill>
            <a:blip r:embed="rId4">
              <a:duotone>
                <a:schemeClr val="accent3">
                  <a:shade val="45000"/>
                  <a:satMod val="135000"/>
                </a:schemeClr>
                <a:prstClr val="white"/>
              </a:duotone>
              <a:extLst>
                <a:ext uri="{28A0092B-C50C-407E-A947-70E740481C1C}">
                  <a14:useLocalDpi xmlns:a14="http://schemas.microsoft.com/office/drawing/2010/main" val="0"/>
                </a:ext>
              </a:extLst>
            </a:blip>
            <a:srcRect l="6840" t="30163" r="48646" b="36883"/>
            <a:stretch>
              <a:fillRect/>
            </a:stretch>
          </p:blipFill>
          <p:spPr>
            <a:xfrm>
              <a:off x="1225987" y="4977996"/>
              <a:ext cx="909484" cy="1009959"/>
            </a:xfrm>
            <a:prstGeom prst="rect">
              <a:avLst/>
            </a:prstGeom>
          </p:spPr>
        </p:pic>
        <p:sp>
          <p:nvSpPr>
            <p:cNvPr id="195" name="テキスト ボックス 194">
              <a:extLst>
                <a:ext uri="{FF2B5EF4-FFF2-40B4-BE49-F238E27FC236}">
                  <a16:creationId xmlns:a16="http://schemas.microsoft.com/office/drawing/2014/main" id="{A59FE75F-5FFF-0FDF-BE4A-DFD9C4888D23}"/>
                </a:ext>
              </a:extLst>
            </p:cNvPr>
            <p:cNvSpPr txBox="1"/>
            <p:nvPr/>
          </p:nvSpPr>
          <p:spPr>
            <a:xfrm>
              <a:off x="2135471" y="5074156"/>
              <a:ext cx="2036135" cy="461665"/>
            </a:xfrm>
            <a:prstGeom prst="rect">
              <a:avLst/>
            </a:prstGeom>
            <a:noFill/>
            <a:effectLst>
              <a:glow rad="63500">
                <a:schemeClr val="accent3">
                  <a:satMod val="175000"/>
                  <a:alpha val="40000"/>
                </a:schemeClr>
              </a:glow>
            </a:effectLst>
          </p:spPr>
          <p:txBody>
            <a:bodyPr wrap="none" rtlCol="0">
              <a:spAutoFit/>
            </a:bodyPr>
            <a:lstStyle/>
            <a:p>
              <a:r>
                <a:rPr lang="ja-JP" altLang="en-US" dirty="0">
                  <a:solidFill>
                    <a:schemeClr val="tx1">
                      <a:lumMod val="85000"/>
                      <a:lumOff val="15000"/>
                    </a:schemeClr>
                  </a:solidFill>
                  <a:latin typeface="HGS明朝E" panose="02020900000000000000" pitchFamily="18" charset="-128"/>
                  <a:ea typeface="HGS明朝E" panose="02020900000000000000" pitchFamily="18" charset="-128"/>
                </a:rPr>
                <a:t>ロール：</a:t>
              </a:r>
              <a:r>
                <a:rPr lang="ja-JP" altLang="en-US" sz="2400" b="1" dirty="0">
                  <a:solidFill>
                    <a:schemeClr val="tx1">
                      <a:lumMod val="85000"/>
                      <a:lumOff val="15000"/>
                    </a:schemeClr>
                  </a:solidFill>
                  <a:effectLst>
                    <a:glow rad="38100">
                      <a:schemeClr val="accent3">
                        <a:satMod val="175000"/>
                        <a:alpha val="65000"/>
                      </a:schemeClr>
                    </a:glow>
                  </a:effectLst>
                  <a:latin typeface="HGS明朝E" panose="02020900000000000000" pitchFamily="18" charset="-128"/>
                  <a:ea typeface="HGS明朝E" panose="02020900000000000000" pitchFamily="18" charset="-128"/>
                </a:rPr>
                <a:t>タンク</a:t>
              </a:r>
              <a:endParaRPr lang="en-US" altLang="ja-JP" b="1" dirty="0">
                <a:solidFill>
                  <a:schemeClr val="tx1">
                    <a:lumMod val="85000"/>
                    <a:lumOff val="15000"/>
                  </a:schemeClr>
                </a:solidFill>
                <a:effectLst>
                  <a:glow rad="38100">
                    <a:schemeClr val="accent3">
                      <a:satMod val="175000"/>
                      <a:alpha val="65000"/>
                    </a:schemeClr>
                  </a:glow>
                </a:effectLst>
                <a:latin typeface="HGS明朝E" panose="02020900000000000000" pitchFamily="18" charset="-128"/>
                <a:ea typeface="HGS明朝E" panose="02020900000000000000" pitchFamily="18" charset="-128"/>
              </a:endParaRPr>
            </a:p>
          </p:txBody>
        </p:sp>
        <p:sp>
          <p:nvSpPr>
            <p:cNvPr id="207" name="テキスト ボックス 206">
              <a:extLst>
                <a:ext uri="{FF2B5EF4-FFF2-40B4-BE49-F238E27FC236}">
                  <a16:creationId xmlns:a16="http://schemas.microsoft.com/office/drawing/2014/main" id="{69EDF4DD-B0B4-38A0-C25E-0921DBDF6A04}"/>
                </a:ext>
              </a:extLst>
            </p:cNvPr>
            <p:cNvSpPr txBox="1"/>
            <p:nvPr/>
          </p:nvSpPr>
          <p:spPr>
            <a:xfrm>
              <a:off x="2135471" y="5516536"/>
              <a:ext cx="1561646" cy="369332"/>
            </a:xfrm>
            <a:prstGeom prst="rect">
              <a:avLst/>
            </a:prstGeom>
            <a:noFill/>
          </p:spPr>
          <p:txBody>
            <a:bodyPr wrap="none" rtlCol="0">
              <a:spAutoFit/>
            </a:bodyPr>
            <a:lstStyle/>
            <a:p>
              <a:r>
                <a:rPr lang="ja-JP" altLang="en-US" sz="1400" dirty="0">
                  <a:solidFill>
                    <a:schemeClr val="bg1">
                      <a:lumMod val="95000"/>
                    </a:schemeClr>
                  </a:solidFill>
                  <a:latin typeface="HGS明朝E" panose="02020900000000000000" pitchFamily="18" charset="-128"/>
                  <a:ea typeface="HGS明朝E" panose="02020900000000000000" pitchFamily="18" charset="-128"/>
                </a:rPr>
                <a:t>毎ターン</a:t>
              </a:r>
              <a:r>
                <a:rPr lang="en-US" altLang="ja-JP" dirty="0">
                  <a:solidFill>
                    <a:schemeClr val="bg1">
                      <a:lumMod val="95000"/>
                    </a:schemeClr>
                  </a:solidFill>
                  <a:latin typeface="HGS明朝E" panose="02020900000000000000" pitchFamily="18" charset="-128"/>
                  <a:ea typeface="HGS明朝E" panose="02020900000000000000" pitchFamily="18" charset="-128"/>
                </a:rPr>
                <a:t>5</a:t>
              </a:r>
              <a:r>
                <a:rPr lang="ja-JP" altLang="en-US" sz="1400" dirty="0">
                  <a:solidFill>
                    <a:schemeClr val="bg1">
                      <a:lumMod val="95000"/>
                    </a:schemeClr>
                  </a:solidFill>
                  <a:latin typeface="HGS明朝E" panose="02020900000000000000" pitchFamily="18" charset="-128"/>
                  <a:ea typeface="HGS明朝E" panose="02020900000000000000" pitchFamily="18" charset="-128"/>
                </a:rPr>
                <a:t>％回復</a:t>
              </a:r>
              <a:endParaRPr lang="en-US" altLang="ja-JP" sz="1400" dirty="0">
                <a:solidFill>
                  <a:schemeClr val="bg1">
                    <a:lumMod val="95000"/>
                  </a:schemeClr>
                </a:solidFill>
                <a:latin typeface="HGS明朝E" panose="02020900000000000000" pitchFamily="18" charset="-128"/>
                <a:ea typeface="HGS明朝E" panose="02020900000000000000" pitchFamily="18" charset="-128"/>
              </a:endParaRPr>
            </a:p>
          </p:txBody>
        </p:sp>
      </p:grpSp>
      <p:grpSp>
        <p:nvGrpSpPr>
          <p:cNvPr id="212" name="グループ化 211">
            <a:extLst>
              <a:ext uri="{FF2B5EF4-FFF2-40B4-BE49-F238E27FC236}">
                <a16:creationId xmlns:a16="http://schemas.microsoft.com/office/drawing/2014/main" id="{0638978F-53EF-AA8E-FA50-7952A660ECEA}"/>
              </a:ext>
            </a:extLst>
          </p:cNvPr>
          <p:cNvGrpSpPr/>
          <p:nvPr/>
        </p:nvGrpSpPr>
        <p:grpSpPr>
          <a:xfrm>
            <a:off x="4977105" y="939266"/>
            <a:ext cx="1843573" cy="2876954"/>
            <a:chOff x="4977105" y="939266"/>
            <a:chExt cx="3961622" cy="2876954"/>
          </a:xfrm>
        </p:grpSpPr>
        <p:sp>
          <p:nvSpPr>
            <p:cNvPr id="208" name="四角形: 角を丸くする 207">
              <a:extLst>
                <a:ext uri="{FF2B5EF4-FFF2-40B4-BE49-F238E27FC236}">
                  <a16:creationId xmlns:a16="http://schemas.microsoft.com/office/drawing/2014/main" id="{65C59273-6D90-33DC-B90E-8E274E8436E5}"/>
                </a:ext>
              </a:extLst>
            </p:cNvPr>
            <p:cNvSpPr/>
            <p:nvPr/>
          </p:nvSpPr>
          <p:spPr>
            <a:xfrm>
              <a:off x="4977105" y="1398515"/>
              <a:ext cx="3961622" cy="2417705"/>
            </a:xfrm>
            <a:prstGeom prst="roundRect">
              <a:avLst>
                <a:gd name="adj" fmla="val 5178"/>
              </a:avLst>
            </a:prstGeom>
            <a:no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09" name="四角形: 角を丸くする 208">
              <a:extLst>
                <a:ext uri="{FF2B5EF4-FFF2-40B4-BE49-F238E27FC236}">
                  <a16:creationId xmlns:a16="http://schemas.microsoft.com/office/drawing/2014/main" id="{8B6A57FD-F217-5D2B-BFF2-3571CC4CBC67}"/>
                </a:ext>
              </a:extLst>
            </p:cNvPr>
            <p:cNvSpPr/>
            <p:nvPr/>
          </p:nvSpPr>
          <p:spPr>
            <a:xfrm>
              <a:off x="5328387" y="939266"/>
              <a:ext cx="3294264" cy="461665"/>
            </a:xfrm>
            <a:prstGeom prst="round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latin typeface="HGS明朝E" panose="02020900000000000000" pitchFamily="18" charset="-128"/>
                  <a:ea typeface="HGS明朝E" panose="02020900000000000000" pitchFamily="18" charset="-128"/>
                </a:rPr>
                <a:t>パラメータ</a:t>
              </a:r>
            </a:p>
          </p:txBody>
        </p:sp>
      </p:grpSp>
      <p:sp>
        <p:nvSpPr>
          <p:cNvPr id="214" name="四角形: 角を丸くする 213">
            <a:extLst>
              <a:ext uri="{FF2B5EF4-FFF2-40B4-BE49-F238E27FC236}">
                <a16:creationId xmlns:a16="http://schemas.microsoft.com/office/drawing/2014/main" id="{1D96AF2D-9B7D-966D-83D0-33E819FCED3A}"/>
              </a:ext>
            </a:extLst>
          </p:cNvPr>
          <p:cNvSpPr/>
          <p:nvPr/>
        </p:nvSpPr>
        <p:spPr>
          <a:xfrm>
            <a:off x="4988674" y="4519606"/>
            <a:ext cx="3961622" cy="1399128"/>
          </a:xfrm>
          <a:prstGeom prst="roundRect">
            <a:avLst>
              <a:gd name="adj" fmla="val 5178"/>
            </a:avLst>
          </a:prstGeom>
          <a:no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16" name="四角形: 角を丸くする 215">
            <a:extLst>
              <a:ext uri="{FF2B5EF4-FFF2-40B4-BE49-F238E27FC236}">
                <a16:creationId xmlns:a16="http://schemas.microsoft.com/office/drawing/2014/main" id="{730D966C-7EC2-1893-EF0A-E8CAD47C3E67}"/>
              </a:ext>
            </a:extLst>
          </p:cNvPr>
          <p:cNvSpPr/>
          <p:nvPr/>
        </p:nvSpPr>
        <p:spPr>
          <a:xfrm>
            <a:off x="5328387" y="4063150"/>
            <a:ext cx="3294264" cy="461665"/>
          </a:xfrm>
          <a:prstGeom prst="round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latin typeface="HGS明朝E" panose="02020900000000000000" pitchFamily="18" charset="-128"/>
                <a:ea typeface="HGS明朝E" panose="02020900000000000000" pitchFamily="18" charset="-128"/>
              </a:rPr>
              <a:t>スキル</a:t>
            </a:r>
            <a:endParaRPr kumimoji="1" lang="ja-JP" altLang="en-US" dirty="0">
              <a:latin typeface="HGS明朝E" panose="02020900000000000000" pitchFamily="18" charset="-128"/>
              <a:ea typeface="HGS明朝E" panose="02020900000000000000" pitchFamily="18" charset="-128"/>
            </a:endParaRPr>
          </a:p>
        </p:txBody>
      </p:sp>
      <p:grpSp>
        <p:nvGrpSpPr>
          <p:cNvPr id="221" name="グループ化 220">
            <a:extLst>
              <a:ext uri="{FF2B5EF4-FFF2-40B4-BE49-F238E27FC236}">
                <a16:creationId xmlns:a16="http://schemas.microsoft.com/office/drawing/2014/main" id="{641A97C2-42B5-8EED-6C92-DBD660CBAD60}"/>
              </a:ext>
            </a:extLst>
          </p:cNvPr>
          <p:cNvGrpSpPr/>
          <p:nvPr/>
        </p:nvGrpSpPr>
        <p:grpSpPr>
          <a:xfrm>
            <a:off x="5153065" y="2185856"/>
            <a:ext cx="1484790" cy="738164"/>
            <a:chOff x="5227712" y="2418059"/>
            <a:chExt cx="1747806" cy="738164"/>
          </a:xfrm>
        </p:grpSpPr>
        <p:sp>
          <p:nvSpPr>
            <p:cNvPr id="204" name="テキスト ボックス 203">
              <a:extLst>
                <a:ext uri="{FF2B5EF4-FFF2-40B4-BE49-F238E27FC236}">
                  <a16:creationId xmlns:a16="http://schemas.microsoft.com/office/drawing/2014/main" id="{E3F167FF-DE22-FE09-CA44-551B1EA57290}"/>
                </a:ext>
              </a:extLst>
            </p:cNvPr>
            <p:cNvSpPr txBox="1"/>
            <p:nvPr/>
          </p:nvSpPr>
          <p:spPr>
            <a:xfrm>
              <a:off x="5227712" y="2418059"/>
              <a:ext cx="1499128" cy="461665"/>
            </a:xfrm>
            <a:prstGeom prst="rect">
              <a:avLst/>
            </a:prstGeom>
            <a:noFill/>
          </p:spPr>
          <p:txBody>
            <a:bodyPr wrap="none" rtlCol="0">
              <a:spAutoFit/>
            </a:bodyPr>
            <a:lstStyle/>
            <a:p>
              <a:r>
                <a:rPr lang="en-US" altLang="ja-JP" b="1" dirty="0">
                  <a:solidFill>
                    <a:schemeClr val="tx1">
                      <a:lumMod val="95000"/>
                      <a:lumOff val="5000"/>
                    </a:schemeClr>
                  </a:solidFill>
                  <a:latin typeface="HGS明朝E" panose="02020900000000000000" pitchFamily="18" charset="-128"/>
                  <a:ea typeface="HGS明朝E" panose="02020900000000000000" pitchFamily="18" charset="-128"/>
                </a:rPr>
                <a:t>SPD</a:t>
              </a:r>
              <a:r>
                <a:rPr lang="ja-JP" altLang="en-US" b="1" dirty="0">
                  <a:solidFill>
                    <a:schemeClr val="tx1">
                      <a:lumMod val="95000"/>
                      <a:lumOff val="5000"/>
                    </a:schemeClr>
                  </a:solidFill>
                  <a:latin typeface="HGS明朝E" panose="02020900000000000000" pitchFamily="18" charset="-128"/>
                  <a:ea typeface="HGS明朝E" panose="02020900000000000000" pitchFamily="18" charset="-128"/>
                </a:rPr>
                <a:t>：</a:t>
              </a:r>
              <a:r>
                <a:rPr lang="en-US" altLang="ja-JP" sz="2400" b="1" dirty="0">
                  <a:solidFill>
                    <a:schemeClr val="tx1">
                      <a:lumMod val="95000"/>
                      <a:lumOff val="5000"/>
                    </a:schemeClr>
                  </a:solidFill>
                  <a:latin typeface="HGS明朝E" panose="02020900000000000000" pitchFamily="18" charset="-128"/>
                  <a:ea typeface="HGS明朝E" panose="02020900000000000000" pitchFamily="18" charset="-128"/>
                </a:rPr>
                <a:t>0000</a:t>
              </a:r>
              <a:endParaRPr lang="en-US" altLang="ja-JP" b="1" dirty="0">
                <a:solidFill>
                  <a:schemeClr val="tx1">
                    <a:lumMod val="95000"/>
                    <a:lumOff val="5000"/>
                  </a:schemeClr>
                </a:solidFill>
                <a:latin typeface="HGS明朝E" panose="02020900000000000000" pitchFamily="18" charset="-128"/>
                <a:ea typeface="HGS明朝E" panose="02020900000000000000" pitchFamily="18" charset="-128"/>
              </a:endParaRPr>
            </a:p>
          </p:txBody>
        </p:sp>
        <p:sp>
          <p:nvSpPr>
            <p:cNvPr id="218" name="四角形: 角を丸くする 217">
              <a:extLst>
                <a:ext uri="{FF2B5EF4-FFF2-40B4-BE49-F238E27FC236}">
                  <a16:creationId xmlns:a16="http://schemas.microsoft.com/office/drawing/2014/main" id="{5295ACC8-9610-8AE8-68D1-02FD62EF8D2D}"/>
                </a:ext>
              </a:extLst>
            </p:cNvPr>
            <p:cNvSpPr/>
            <p:nvPr/>
          </p:nvSpPr>
          <p:spPr>
            <a:xfrm rot="5400000">
              <a:off x="5960059" y="2140764"/>
              <a:ext cx="283112" cy="1747806"/>
            </a:xfrm>
            <a:prstGeom prst="roundRect">
              <a:avLst>
                <a:gd name="adj" fmla="val 9570"/>
              </a:avLst>
            </a:prstGeom>
            <a:solidFill>
              <a:schemeClr val="accent5"/>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grpSp>
        <p:nvGrpSpPr>
          <p:cNvPr id="222" name="グループ化 221">
            <a:extLst>
              <a:ext uri="{FF2B5EF4-FFF2-40B4-BE49-F238E27FC236}">
                <a16:creationId xmlns:a16="http://schemas.microsoft.com/office/drawing/2014/main" id="{4283C410-1430-A5DD-51DF-EC5DDF3A4AF4}"/>
              </a:ext>
            </a:extLst>
          </p:cNvPr>
          <p:cNvGrpSpPr/>
          <p:nvPr/>
        </p:nvGrpSpPr>
        <p:grpSpPr>
          <a:xfrm>
            <a:off x="5153065" y="1484774"/>
            <a:ext cx="1484790" cy="741471"/>
            <a:chOff x="5227712" y="1484774"/>
            <a:chExt cx="1747806" cy="741471"/>
          </a:xfrm>
        </p:grpSpPr>
        <p:sp>
          <p:nvSpPr>
            <p:cNvPr id="50" name="テキスト ボックス 49">
              <a:extLst>
                <a:ext uri="{FF2B5EF4-FFF2-40B4-BE49-F238E27FC236}">
                  <a16:creationId xmlns:a16="http://schemas.microsoft.com/office/drawing/2014/main" id="{9F866C22-AA48-C2C1-4D9B-568A61E1C4E1}"/>
                </a:ext>
              </a:extLst>
            </p:cNvPr>
            <p:cNvSpPr txBox="1"/>
            <p:nvPr/>
          </p:nvSpPr>
          <p:spPr>
            <a:xfrm>
              <a:off x="5227712" y="1484774"/>
              <a:ext cx="1364476" cy="461665"/>
            </a:xfrm>
            <a:prstGeom prst="rect">
              <a:avLst/>
            </a:prstGeom>
            <a:noFill/>
          </p:spPr>
          <p:txBody>
            <a:bodyPr wrap="none" rtlCol="0">
              <a:spAutoFit/>
            </a:bodyPr>
            <a:lstStyle/>
            <a:p>
              <a:r>
                <a:rPr lang="en-US" altLang="ja-JP" b="1" dirty="0">
                  <a:solidFill>
                    <a:schemeClr val="tx1">
                      <a:lumMod val="95000"/>
                      <a:lumOff val="5000"/>
                    </a:schemeClr>
                  </a:solidFill>
                  <a:latin typeface="HGS明朝E" panose="02020900000000000000" pitchFamily="18" charset="-128"/>
                  <a:ea typeface="HGS明朝E" panose="02020900000000000000" pitchFamily="18" charset="-128"/>
                </a:rPr>
                <a:t>HP</a:t>
              </a:r>
              <a:r>
                <a:rPr lang="ja-JP" altLang="en-US" b="1" dirty="0">
                  <a:solidFill>
                    <a:schemeClr val="tx1">
                      <a:lumMod val="95000"/>
                      <a:lumOff val="5000"/>
                    </a:schemeClr>
                  </a:solidFill>
                  <a:latin typeface="HGS明朝E" panose="02020900000000000000" pitchFamily="18" charset="-128"/>
                  <a:ea typeface="HGS明朝E" panose="02020900000000000000" pitchFamily="18" charset="-128"/>
                </a:rPr>
                <a:t>：</a:t>
              </a:r>
              <a:r>
                <a:rPr lang="en-US" altLang="ja-JP" sz="2400" b="1" dirty="0">
                  <a:solidFill>
                    <a:schemeClr val="tx1">
                      <a:lumMod val="95000"/>
                      <a:lumOff val="5000"/>
                    </a:schemeClr>
                  </a:solidFill>
                  <a:latin typeface="HGS明朝E" panose="02020900000000000000" pitchFamily="18" charset="-128"/>
                  <a:ea typeface="HGS明朝E" panose="02020900000000000000" pitchFamily="18" charset="-128"/>
                </a:rPr>
                <a:t>0000</a:t>
              </a:r>
              <a:endParaRPr lang="en-US" altLang="ja-JP" b="1" dirty="0">
                <a:solidFill>
                  <a:schemeClr val="tx1">
                    <a:lumMod val="95000"/>
                    <a:lumOff val="5000"/>
                  </a:schemeClr>
                </a:solidFill>
                <a:latin typeface="HGS明朝E" panose="02020900000000000000" pitchFamily="18" charset="-128"/>
                <a:ea typeface="HGS明朝E" panose="02020900000000000000" pitchFamily="18" charset="-128"/>
              </a:endParaRPr>
            </a:p>
          </p:txBody>
        </p:sp>
        <p:sp>
          <p:nvSpPr>
            <p:cNvPr id="219" name="四角形: 角を丸くする 218">
              <a:extLst>
                <a:ext uri="{FF2B5EF4-FFF2-40B4-BE49-F238E27FC236}">
                  <a16:creationId xmlns:a16="http://schemas.microsoft.com/office/drawing/2014/main" id="{BB3F7BCA-7D9A-AFB4-F99E-3EA5CC83A238}"/>
                </a:ext>
              </a:extLst>
            </p:cNvPr>
            <p:cNvSpPr/>
            <p:nvPr/>
          </p:nvSpPr>
          <p:spPr>
            <a:xfrm rot="5400000">
              <a:off x="5960059" y="1210786"/>
              <a:ext cx="283112" cy="1747806"/>
            </a:xfrm>
            <a:prstGeom prst="roundRect">
              <a:avLst>
                <a:gd name="adj" fmla="val 9570"/>
              </a:avLst>
            </a:prstGeom>
            <a:solidFill>
              <a:srgbClr val="1CB71D"/>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sp>
        <p:nvSpPr>
          <p:cNvPr id="230" name="テキスト ボックス 229">
            <a:extLst>
              <a:ext uri="{FF2B5EF4-FFF2-40B4-BE49-F238E27FC236}">
                <a16:creationId xmlns:a16="http://schemas.microsoft.com/office/drawing/2014/main" id="{C61FE883-3F3E-1D82-7A98-C203F220A3AB}"/>
              </a:ext>
            </a:extLst>
          </p:cNvPr>
          <p:cNvSpPr txBox="1"/>
          <p:nvPr/>
        </p:nvSpPr>
        <p:spPr>
          <a:xfrm>
            <a:off x="5170661" y="4651587"/>
            <a:ext cx="1066022" cy="369332"/>
          </a:xfrm>
          <a:prstGeom prst="rect">
            <a:avLst/>
          </a:prstGeom>
          <a:noFill/>
        </p:spPr>
        <p:txBody>
          <a:bodyPr wrap="square">
            <a:spAutoFit/>
          </a:bodyPr>
          <a:lstStyle/>
          <a:p>
            <a:pPr algn="ctr"/>
            <a:r>
              <a:rPr lang="ja-JP" altLang="en-US" dirty="0">
                <a:latin typeface="HGS明朝E" panose="02020900000000000000" pitchFamily="18" charset="-128"/>
                <a:ea typeface="HGS明朝E" panose="02020900000000000000" pitchFamily="18" charset="-128"/>
              </a:rPr>
              <a:t>通常</a:t>
            </a:r>
            <a:endParaRPr kumimoji="1" lang="ja-JP" altLang="en-US" dirty="0">
              <a:latin typeface="HGS明朝E" panose="02020900000000000000" pitchFamily="18" charset="-128"/>
              <a:ea typeface="HGS明朝E" panose="02020900000000000000" pitchFamily="18" charset="-128"/>
            </a:endParaRPr>
          </a:p>
        </p:txBody>
      </p:sp>
      <p:sp>
        <p:nvSpPr>
          <p:cNvPr id="231" name="テキスト ボックス 230">
            <a:extLst>
              <a:ext uri="{FF2B5EF4-FFF2-40B4-BE49-F238E27FC236}">
                <a16:creationId xmlns:a16="http://schemas.microsoft.com/office/drawing/2014/main" id="{7D35171B-F09E-55EE-1A99-2D5827AB8B5D}"/>
              </a:ext>
            </a:extLst>
          </p:cNvPr>
          <p:cNvSpPr txBox="1"/>
          <p:nvPr/>
        </p:nvSpPr>
        <p:spPr>
          <a:xfrm>
            <a:off x="6442508" y="4651587"/>
            <a:ext cx="1066022" cy="369332"/>
          </a:xfrm>
          <a:prstGeom prst="rect">
            <a:avLst/>
          </a:prstGeom>
          <a:noFill/>
        </p:spPr>
        <p:txBody>
          <a:bodyPr wrap="square">
            <a:spAutoFit/>
          </a:bodyPr>
          <a:lstStyle/>
          <a:p>
            <a:pPr algn="ctr"/>
            <a:r>
              <a:rPr lang="ja-JP" altLang="en-US" dirty="0">
                <a:solidFill>
                  <a:schemeClr val="bg1">
                    <a:lumMod val="95000"/>
                  </a:schemeClr>
                </a:solidFill>
                <a:latin typeface="HGS明朝E" panose="02020900000000000000" pitchFamily="18" charset="-128"/>
                <a:ea typeface="HGS明朝E" panose="02020900000000000000" pitchFamily="18" charset="-128"/>
              </a:rPr>
              <a:t>特殊</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sp>
        <p:nvSpPr>
          <p:cNvPr id="232" name="テキスト ボックス 231">
            <a:extLst>
              <a:ext uri="{FF2B5EF4-FFF2-40B4-BE49-F238E27FC236}">
                <a16:creationId xmlns:a16="http://schemas.microsoft.com/office/drawing/2014/main" id="{F92B60F3-DC4F-FD6F-9CB4-BB6D3E6F9654}"/>
              </a:ext>
            </a:extLst>
          </p:cNvPr>
          <p:cNvSpPr txBox="1"/>
          <p:nvPr/>
        </p:nvSpPr>
        <p:spPr>
          <a:xfrm>
            <a:off x="7714355" y="4651587"/>
            <a:ext cx="1066022" cy="369332"/>
          </a:xfrm>
          <a:prstGeom prst="rect">
            <a:avLst/>
          </a:prstGeom>
          <a:noFill/>
        </p:spPr>
        <p:txBody>
          <a:bodyPr wrap="square">
            <a:spAutoFit/>
          </a:bodyPr>
          <a:lstStyle/>
          <a:p>
            <a:pPr algn="ctr"/>
            <a:r>
              <a:rPr kumimoji="1" lang="en-US" altLang="ja-JP" dirty="0">
                <a:solidFill>
                  <a:schemeClr val="bg1">
                    <a:lumMod val="95000"/>
                  </a:schemeClr>
                </a:solidFill>
                <a:latin typeface="HGS明朝E" panose="02020900000000000000" pitchFamily="18" charset="-128"/>
                <a:ea typeface="HGS明朝E" panose="02020900000000000000" pitchFamily="18" charset="-128"/>
              </a:rPr>
              <a:t>ENB</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sp>
        <p:nvSpPr>
          <p:cNvPr id="233" name="テキスト ボックス 232">
            <a:extLst>
              <a:ext uri="{FF2B5EF4-FFF2-40B4-BE49-F238E27FC236}">
                <a16:creationId xmlns:a16="http://schemas.microsoft.com/office/drawing/2014/main" id="{0814CB9D-FF09-7EF9-7368-B404568BD984}"/>
              </a:ext>
            </a:extLst>
          </p:cNvPr>
          <p:cNvSpPr txBox="1"/>
          <p:nvPr/>
        </p:nvSpPr>
        <p:spPr>
          <a:xfrm>
            <a:off x="5328387" y="5139728"/>
            <a:ext cx="3294264" cy="584775"/>
          </a:xfrm>
          <a:prstGeom prst="rect">
            <a:avLst/>
          </a:prstGeom>
          <a:noFill/>
        </p:spPr>
        <p:txBody>
          <a:bodyPr wrap="square" rtlCol="0">
            <a:spAutoFit/>
          </a:bodyPr>
          <a:lstStyle/>
          <a:p>
            <a:r>
              <a:rPr lang="en-US" altLang="ja-JP" sz="1600" dirty="0">
                <a:solidFill>
                  <a:schemeClr val="tx1">
                    <a:lumMod val="95000"/>
                    <a:lumOff val="5000"/>
                  </a:schemeClr>
                </a:solidFill>
                <a:latin typeface="HGS明朝E" panose="02020900000000000000" pitchFamily="18" charset="-128"/>
                <a:ea typeface="HGS明朝E" panose="02020900000000000000" pitchFamily="18" charset="-128"/>
              </a:rPr>
              <a:t>ATK×100</a:t>
            </a:r>
            <a:r>
              <a:rPr lang="ja-JP" altLang="en-US" sz="1600" dirty="0">
                <a:solidFill>
                  <a:schemeClr val="tx1">
                    <a:lumMod val="95000"/>
                    <a:lumOff val="5000"/>
                  </a:schemeClr>
                </a:solidFill>
                <a:latin typeface="HGS明朝E" panose="02020900000000000000" pitchFamily="18" charset="-128"/>
                <a:ea typeface="HGS明朝E" panose="02020900000000000000" pitchFamily="18" charset="-128"/>
              </a:rPr>
              <a:t>％の威力で攻撃を行う</a:t>
            </a:r>
            <a:br>
              <a:rPr lang="en-US" altLang="ja-JP" sz="1600" dirty="0">
                <a:solidFill>
                  <a:schemeClr val="tx1">
                    <a:lumMod val="95000"/>
                    <a:lumOff val="5000"/>
                  </a:schemeClr>
                </a:solidFill>
                <a:latin typeface="HGS明朝E" panose="02020900000000000000" pitchFamily="18" charset="-128"/>
                <a:ea typeface="HGS明朝E" panose="02020900000000000000" pitchFamily="18" charset="-128"/>
              </a:rPr>
            </a:br>
            <a:endParaRPr lang="en-US" altLang="ja-JP" sz="1600" dirty="0">
              <a:solidFill>
                <a:schemeClr val="accent5"/>
              </a:solidFill>
              <a:latin typeface="HGS明朝E" panose="02020900000000000000" pitchFamily="18" charset="-128"/>
              <a:ea typeface="HGS明朝E" panose="02020900000000000000" pitchFamily="18" charset="-128"/>
            </a:endParaRPr>
          </a:p>
        </p:txBody>
      </p:sp>
      <p:pic>
        <p:nvPicPr>
          <p:cNvPr id="236" name="図 235">
            <a:extLst>
              <a:ext uri="{FF2B5EF4-FFF2-40B4-BE49-F238E27FC236}">
                <a16:creationId xmlns:a16="http://schemas.microsoft.com/office/drawing/2014/main" id="{33558649-78EF-912D-4EFF-F3DFADB53137}"/>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1271707" y="235933"/>
            <a:ext cx="610371" cy="610371"/>
          </a:xfrm>
          <a:prstGeom prst="rect">
            <a:avLst/>
          </a:prstGeom>
        </p:spPr>
      </p:pic>
      <p:grpSp>
        <p:nvGrpSpPr>
          <p:cNvPr id="240" name="グループ化 239">
            <a:extLst>
              <a:ext uri="{FF2B5EF4-FFF2-40B4-BE49-F238E27FC236}">
                <a16:creationId xmlns:a16="http://schemas.microsoft.com/office/drawing/2014/main" id="{3A02B899-B647-6C56-B67D-5B4E56ADC571}"/>
              </a:ext>
            </a:extLst>
          </p:cNvPr>
          <p:cNvGrpSpPr/>
          <p:nvPr/>
        </p:nvGrpSpPr>
        <p:grpSpPr>
          <a:xfrm>
            <a:off x="9569319" y="2385076"/>
            <a:ext cx="1755710" cy="810206"/>
            <a:chOff x="9569319" y="1891007"/>
            <a:chExt cx="1755710" cy="810206"/>
          </a:xfrm>
        </p:grpSpPr>
        <p:sp>
          <p:nvSpPr>
            <p:cNvPr id="241" name="四角形: 角を丸くする 240">
              <a:extLst>
                <a:ext uri="{FF2B5EF4-FFF2-40B4-BE49-F238E27FC236}">
                  <a16:creationId xmlns:a16="http://schemas.microsoft.com/office/drawing/2014/main" id="{0C67295E-6B71-BE9A-6F57-4827DC6F2053}"/>
                </a:ext>
              </a:extLst>
            </p:cNvPr>
            <p:cNvSpPr/>
            <p:nvPr/>
          </p:nvSpPr>
          <p:spPr>
            <a:xfrm>
              <a:off x="9569319" y="1891007"/>
              <a:ext cx="1755710" cy="810206"/>
            </a:xfrm>
            <a:prstGeom prst="roundRect">
              <a:avLst>
                <a:gd name="adj" fmla="val 6428"/>
              </a:avLst>
            </a:prstGeom>
            <a:solidFill>
              <a:schemeClr val="accent6">
                <a:alpha val="80000"/>
              </a:schemeClr>
            </a:solid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sp>
          <p:nvSpPr>
            <p:cNvPr id="242" name="テキスト ボックス 241">
              <a:extLst>
                <a:ext uri="{FF2B5EF4-FFF2-40B4-BE49-F238E27FC236}">
                  <a16:creationId xmlns:a16="http://schemas.microsoft.com/office/drawing/2014/main" id="{E6F31107-7F3F-6B23-2F65-B5D317C9552E}"/>
                </a:ext>
              </a:extLst>
            </p:cNvPr>
            <p:cNvSpPr txBox="1"/>
            <p:nvPr/>
          </p:nvSpPr>
          <p:spPr>
            <a:xfrm>
              <a:off x="9986201" y="2290669"/>
              <a:ext cx="1338828" cy="369332"/>
            </a:xfrm>
            <a:prstGeom prst="rect">
              <a:avLst/>
            </a:prstGeom>
            <a:noFill/>
          </p:spPr>
          <p:txBody>
            <a:bodyPr wrap="none" rtlCol="0">
              <a:spAutoFit/>
            </a:bodyPr>
            <a:lstStyle/>
            <a:p>
              <a:pPr algn="r"/>
              <a:r>
                <a:rPr lang="ja-JP" altLang="en-US"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スキル変更</a:t>
              </a:r>
              <a:endParaRPr kumimoji="1" lang="en-US" altLang="ja-JP"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243" name="グループ化 242">
            <a:extLst>
              <a:ext uri="{FF2B5EF4-FFF2-40B4-BE49-F238E27FC236}">
                <a16:creationId xmlns:a16="http://schemas.microsoft.com/office/drawing/2014/main" id="{11C4F865-4FB9-D6E7-F487-2777D25E3DB5}"/>
              </a:ext>
            </a:extLst>
          </p:cNvPr>
          <p:cNvGrpSpPr/>
          <p:nvPr/>
        </p:nvGrpSpPr>
        <p:grpSpPr>
          <a:xfrm>
            <a:off x="9569319" y="1071664"/>
            <a:ext cx="1755710" cy="810206"/>
            <a:chOff x="9569319" y="887965"/>
            <a:chExt cx="1755710" cy="810206"/>
          </a:xfrm>
        </p:grpSpPr>
        <p:sp>
          <p:nvSpPr>
            <p:cNvPr id="244" name="四角形: 角を丸くする 243">
              <a:extLst>
                <a:ext uri="{FF2B5EF4-FFF2-40B4-BE49-F238E27FC236}">
                  <a16:creationId xmlns:a16="http://schemas.microsoft.com/office/drawing/2014/main" id="{E5837EE5-5C97-3CDA-9EBD-E65B37A2B8DC}"/>
                </a:ext>
              </a:extLst>
            </p:cNvPr>
            <p:cNvSpPr/>
            <p:nvPr/>
          </p:nvSpPr>
          <p:spPr>
            <a:xfrm>
              <a:off x="9569319" y="887965"/>
              <a:ext cx="1755710" cy="810206"/>
            </a:xfrm>
            <a:prstGeom prst="roundRect">
              <a:avLst>
                <a:gd name="adj" fmla="val 6428"/>
              </a:avLst>
            </a:prstGeom>
            <a:solidFill>
              <a:schemeClr val="accent6">
                <a:alpha val="8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45" name="テキスト ボックス 244">
              <a:extLst>
                <a:ext uri="{FF2B5EF4-FFF2-40B4-BE49-F238E27FC236}">
                  <a16:creationId xmlns:a16="http://schemas.microsoft.com/office/drawing/2014/main" id="{D926E97E-441E-C300-63E9-490ECEC7F736}"/>
                </a:ext>
              </a:extLst>
            </p:cNvPr>
            <p:cNvSpPr txBox="1"/>
            <p:nvPr/>
          </p:nvSpPr>
          <p:spPr>
            <a:xfrm>
              <a:off x="9969282" y="1293068"/>
              <a:ext cx="1338828" cy="369332"/>
            </a:xfrm>
            <a:prstGeom prst="rect">
              <a:avLst/>
            </a:prstGeom>
            <a:noFill/>
          </p:spPr>
          <p:txBody>
            <a:bodyPr wrap="none" rtlCol="0">
              <a:spAutoFit/>
            </a:bodyPr>
            <a:lstStyle/>
            <a:p>
              <a:pPr algn="r"/>
              <a:r>
                <a:rPr lang="ja-JP" altLang="en-US"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キャラ詳細</a:t>
              </a:r>
              <a:endParaRPr kumimoji="1" lang="en-US" altLang="ja-JP"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246" name="グループ化 245">
            <a:extLst>
              <a:ext uri="{FF2B5EF4-FFF2-40B4-BE49-F238E27FC236}">
                <a16:creationId xmlns:a16="http://schemas.microsoft.com/office/drawing/2014/main" id="{47BE5D42-C7A1-0D7B-FD59-5A8E10D5B6B2}"/>
              </a:ext>
            </a:extLst>
          </p:cNvPr>
          <p:cNvGrpSpPr/>
          <p:nvPr/>
        </p:nvGrpSpPr>
        <p:grpSpPr>
          <a:xfrm>
            <a:off x="9569319" y="5011901"/>
            <a:ext cx="1755710" cy="810206"/>
            <a:chOff x="9569319" y="5159829"/>
            <a:chExt cx="1755710" cy="810206"/>
          </a:xfrm>
          <a:solidFill>
            <a:schemeClr val="bg1">
              <a:lumMod val="85000"/>
              <a:alpha val="70000"/>
            </a:schemeClr>
          </a:solidFill>
        </p:grpSpPr>
        <p:sp>
          <p:nvSpPr>
            <p:cNvPr id="247" name="四角形: 角を丸くする 246">
              <a:extLst>
                <a:ext uri="{FF2B5EF4-FFF2-40B4-BE49-F238E27FC236}">
                  <a16:creationId xmlns:a16="http://schemas.microsoft.com/office/drawing/2014/main" id="{A28BEE71-0246-34CD-7527-F1E3771070D9}"/>
                </a:ext>
              </a:extLst>
            </p:cNvPr>
            <p:cNvSpPr/>
            <p:nvPr/>
          </p:nvSpPr>
          <p:spPr>
            <a:xfrm>
              <a:off x="9569319" y="5159829"/>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HGS明朝E" panose="02020900000000000000" pitchFamily="18" charset="-128"/>
                <a:ea typeface="HGS明朝E" panose="02020900000000000000" pitchFamily="18" charset="-128"/>
              </a:endParaRPr>
            </a:p>
          </p:txBody>
        </p:sp>
        <p:sp>
          <p:nvSpPr>
            <p:cNvPr id="248" name="テキスト ボックス 247">
              <a:extLst>
                <a:ext uri="{FF2B5EF4-FFF2-40B4-BE49-F238E27FC236}">
                  <a16:creationId xmlns:a16="http://schemas.microsoft.com/office/drawing/2014/main" id="{7D1D691A-1109-111A-B5DA-270209738BAE}"/>
                </a:ext>
              </a:extLst>
            </p:cNvPr>
            <p:cNvSpPr txBox="1"/>
            <p:nvPr/>
          </p:nvSpPr>
          <p:spPr>
            <a:xfrm>
              <a:off x="10661779" y="5564932"/>
              <a:ext cx="646331" cy="369332"/>
            </a:xfrm>
            <a:prstGeom prst="rect">
              <a:avLst/>
            </a:prstGeom>
            <a:noFill/>
            <a:ln>
              <a:noFill/>
            </a:ln>
          </p:spPr>
          <p:txBody>
            <a:bodyPr wrap="none" rtlCol="0">
              <a:spAutoFit/>
            </a:bodyPr>
            <a:lstStyle/>
            <a:p>
              <a:pPr algn="r"/>
              <a:r>
                <a:rPr kumimoji="1" lang="ja-JP" altLang="en-US"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rPr>
                <a:t>戻る</a:t>
              </a:r>
              <a:endParaRPr kumimoji="1" lang="en-US" altLang="ja-JP"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3" name="グループ化 2">
            <a:extLst>
              <a:ext uri="{FF2B5EF4-FFF2-40B4-BE49-F238E27FC236}">
                <a16:creationId xmlns:a16="http://schemas.microsoft.com/office/drawing/2014/main" id="{9CC7D5C5-13B8-B938-387B-7C30FABBFFF5}"/>
              </a:ext>
            </a:extLst>
          </p:cNvPr>
          <p:cNvGrpSpPr/>
          <p:nvPr/>
        </p:nvGrpSpPr>
        <p:grpSpPr>
          <a:xfrm>
            <a:off x="7014933" y="939266"/>
            <a:ext cx="1935364" cy="2876954"/>
            <a:chOff x="4977105" y="939266"/>
            <a:chExt cx="3961622" cy="2876954"/>
          </a:xfrm>
        </p:grpSpPr>
        <p:sp>
          <p:nvSpPr>
            <p:cNvPr id="4" name="四角形: 角を丸くする 3">
              <a:extLst>
                <a:ext uri="{FF2B5EF4-FFF2-40B4-BE49-F238E27FC236}">
                  <a16:creationId xmlns:a16="http://schemas.microsoft.com/office/drawing/2014/main" id="{4B4CC7A1-B803-0283-4AA2-0D08FE0C797D}"/>
                </a:ext>
              </a:extLst>
            </p:cNvPr>
            <p:cNvSpPr/>
            <p:nvPr/>
          </p:nvSpPr>
          <p:spPr>
            <a:xfrm>
              <a:off x="4977105" y="1398515"/>
              <a:ext cx="3961622" cy="2417705"/>
            </a:xfrm>
            <a:prstGeom prst="roundRect">
              <a:avLst>
                <a:gd name="adj" fmla="val 5178"/>
              </a:avLst>
            </a:prstGeom>
            <a:no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5" name="四角形: 角を丸くする 4">
              <a:extLst>
                <a:ext uri="{FF2B5EF4-FFF2-40B4-BE49-F238E27FC236}">
                  <a16:creationId xmlns:a16="http://schemas.microsoft.com/office/drawing/2014/main" id="{C9DD580F-F965-5A53-41BC-94C64E8E2754}"/>
                </a:ext>
              </a:extLst>
            </p:cNvPr>
            <p:cNvSpPr/>
            <p:nvPr/>
          </p:nvSpPr>
          <p:spPr>
            <a:xfrm>
              <a:off x="5328387" y="939266"/>
              <a:ext cx="3294264" cy="461665"/>
            </a:xfrm>
            <a:prstGeom prst="round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latin typeface="HGS明朝E" panose="02020900000000000000" pitchFamily="18" charset="-128"/>
                  <a:ea typeface="HGS明朝E" panose="02020900000000000000" pitchFamily="18" charset="-128"/>
                </a:rPr>
                <a:t>武器</a:t>
              </a:r>
            </a:p>
          </p:txBody>
        </p:sp>
      </p:grpSp>
      <p:sp>
        <p:nvSpPr>
          <p:cNvPr id="6" name="四角形: 角を丸くする 5">
            <a:extLst>
              <a:ext uri="{FF2B5EF4-FFF2-40B4-BE49-F238E27FC236}">
                <a16:creationId xmlns:a16="http://schemas.microsoft.com/office/drawing/2014/main" id="{47F77A2C-FB13-5A8E-AF9B-6073919786F9}"/>
              </a:ext>
            </a:extLst>
          </p:cNvPr>
          <p:cNvSpPr/>
          <p:nvPr/>
        </p:nvSpPr>
        <p:spPr>
          <a:xfrm>
            <a:off x="7178062" y="2607693"/>
            <a:ext cx="1609341" cy="1079739"/>
          </a:xfrm>
          <a:prstGeom prst="roundRect">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pic>
        <p:nvPicPr>
          <p:cNvPr id="7" name="図 6">
            <a:extLst>
              <a:ext uri="{FF2B5EF4-FFF2-40B4-BE49-F238E27FC236}">
                <a16:creationId xmlns:a16="http://schemas.microsoft.com/office/drawing/2014/main" id="{8F8DEE23-83D2-2E37-A4E3-D734EB60A784}"/>
              </a:ext>
            </a:extLst>
          </p:cNvPr>
          <p:cNvPicPr>
            <a:picLocks noChangeAspect="1"/>
          </p:cNvPicPr>
          <p:nvPr/>
        </p:nvPicPr>
        <p:blipFill>
          <a:blip r:embed="rId6">
            <a:biLevel thresh="50000"/>
            <a:extLst>
              <a:ext uri="{28A0092B-C50C-407E-A947-70E740481C1C}">
                <a14:useLocalDpi xmlns:a14="http://schemas.microsoft.com/office/drawing/2010/main" val="0"/>
              </a:ext>
            </a:extLst>
          </a:blip>
          <a:srcRect l="14083" t="10604" r="55105" b="45782"/>
          <a:stretch>
            <a:fillRect/>
          </a:stretch>
        </p:blipFill>
        <p:spPr>
          <a:xfrm>
            <a:off x="7452615" y="1466122"/>
            <a:ext cx="1059999" cy="1125304"/>
          </a:xfrm>
          <a:prstGeom prst="rect">
            <a:avLst/>
          </a:prstGeom>
        </p:spPr>
      </p:pic>
      <p:sp>
        <p:nvSpPr>
          <p:cNvPr id="8" name="テキスト ボックス 7">
            <a:extLst>
              <a:ext uri="{FF2B5EF4-FFF2-40B4-BE49-F238E27FC236}">
                <a16:creationId xmlns:a16="http://schemas.microsoft.com/office/drawing/2014/main" id="{94CD5827-1308-A28C-FDE6-291D3457BDF2}"/>
              </a:ext>
            </a:extLst>
          </p:cNvPr>
          <p:cNvSpPr txBox="1"/>
          <p:nvPr/>
        </p:nvSpPr>
        <p:spPr>
          <a:xfrm>
            <a:off x="7443539" y="2633517"/>
            <a:ext cx="1336264" cy="1015663"/>
          </a:xfrm>
          <a:prstGeom prst="rect">
            <a:avLst/>
          </a:prstGeom>
          <a:noFill/>
        </p:spPr>
        <p:txBody>
          <a:bodyPr wrap="square" rtlCol="0">
            <a:spAutoFit/>
          </a:bodyPr>
          <a:lstStyle/>
          <a:p>
            <a:r>
              <a:rPr lang="en-US" altLang="ja-JP" sz="1600" dirty="0">
                <a:ln w="0">
                  <a:solidFill>
                    <a:schemeClr val="tx1">
                      <a:lumMod val="85000"/>
                      <a:lumOff val="15000"/>
                      <a:alpha val="55000"/>
                    </a:schemeClr>
                  </a:solidFill>
                </a:ln>
                <a:solidFill>
                  <a:srgbClr val="00B050"/>
                </a:solidFill>
                <a:latin typeface="HGS明朝E" panose="02020900000000000000" pitchFamily="18" charset="-128"/>
                <a:ea typeface="HGS明朝E" panose="02020900000000000000" pitchFamily="18" charset="-128"/>
              </a:rPr>
              <a:t>HP</a:t>
            </a:r>
            <a:r>
              <a:rPr lang="ja-JP" altLang="en-US" sz="1600" dirty="0">
                <a:ln w="0">
                  <a:solidFill>
                    <a:schemeClr val="tx1">
                      <a:lumMod val="85000"/>
                      <a:lumOff val="15000"/>
                      <a:alpha val="55000"/>
                    </a:schemeClr>
                  </a:solidFill>
                </a:ln>
                <a:solidFill>
                  <a:srgbClr val="00B050"/>
                </a:solidFill>
                <a:latin typeface="HGS明朝E" panose="02020900000000000000" pitchFamily="18" charset="-128"/>
                <a:ea typeface="HGS明朝E" panose="02020900000000000000" pitchFamily="18" charset="-128"/>
              </a:rPr>
              <a:t>＋</a:t>
            </a:r>
            <a:r>
              <a:rPr lang="en-US" altLang="ja-JP" sz="2000" dirty="0">
                <a:ln w="0">
                  <a:solidFill>
                    <a:schemeClr val="tx1">
                      <a:lumMod val="85000"/>
                      <a:lumOff val="15000"/>
                      <a:alpha val="55000"/>
                    </a:schemeClr>
                  </a:solidFill>
                </a:ln>
                <a:solidFill>
                  <a:srgbClr val="00B050"/>
                </a:solidFill>
                <a:latin typeface="HGS明朝E" panose="02020900000000000000" pitchFamily="18" charset="-128"/>
                <a:ea typeface="HGS明朝E" panose="02020900000000000000" pitchFamily="18" charset="-128"/>
              </a:rPr>
              <a:t>100</a:t>
            </a:r>
            <a:br>
              <a:rPr lang="en-US" altLang="ja-JP" sz="1600" dirty="0">
                <a:ln w="0">
                  <a:solidFill>
                    <a:schemeClr val="tx1">
                      <a:lumMod val="85000"/>
                      <a:lumOff val="15000"/>
                      <a:alpha val="55000"/>
                    </a:schemeClr>
                  </a:solidFill>
                </a:ln>
                <a:solidFill>
                  <a:schemeClr val="accent5"/>
                </a:solidFill>
                <a:latin typeface="HGS明朝E" panose="02020900000000000000" pitchFamily="18" charset="-128"/>
                <a:ea typeface="HGS明朝E" panose="02020900000000000000" pitchFamily="18" charset="-128"/>
              </a:rPr>
            </a:br>
            <a:r>
              <a:rPr lang="en-US" altLang="ja-JP" sz="1600" dirty="0">
                <a:ln w="0">
                  <a:solidFill>
                    <a:schemeClr val="tx1">
                      <a:lumMod val="85000"/>
                      <a:lumOff val="15000"/>
                      <a:alpha val="55000"/>
                    </a:schemeClr>
                  </a:solidFill>
                </a:ln>
                <a:solidFill>
                  <a:schemeClr val="accent5"/>
                </a:solidFill>
                <a:latin typeface="HGS明朝E" panose="02020900000000000000" pitchFamily="18" charset="-128"/>
                <a:ea typeface="HGS明朝E" panose="02020900000000000000" pitchFamily="18" charset="-128"/>
              </a:rPr>
              <a:t>SPD</a:t>
            </a:r>
            <a:r>
              <a:rPr lang="ja-JP" altLang="en-US" sz="1600" dirty="0">
                <a:ln w="0">
                  <a:solidFill>
                    <a:schemeClr val="tx1">
                      <a:lumMod val="85000"/>
                      <a:lumOff val="15000"/>
                      <a:alpha val="55000"/>
                    </a:schemeClr>
                  </a:solidFill>
                </a:ln>
                <a:solidFill>
                  <a:schemeClr val="accent5"/>
                </a:solidFill>
                <a:latin typeface="HGS明朝E" panose="02020900000000000000" pitchFamily="18" charset="-128"/>
                <a:ea typeface="HGS明朝E" panose="02020900000000000000" pitchFamily="18" charset="-128"/>
              </a:rPr>
              <a:t>＋</a:t>
            </a:r>
            <a:r>
              <a:rPr lang="en-US" altLang="ja-JP" sz="2000" dirty="0">
                <a:ln w="0">
                  <a:solidFill>
                    <a:schemeClr val="tx1">
                      <a:lumMod val="85000"/>
                      <a:lumOff val="15000"/>
                      <a:alpha val="55000"/>
                    </a:schemeClr>
                  </a:solidFill>
                </a:ln>
                <a:solidFill>
                  <a:schemeClr val="accent5"/>
                </a:solidFill>
                <a:latin typeface="HGS明朝E" panose="02020900000000000000" pitchFamily="18" charset="-128"/>
                <a:ea typeface="HGS明朝E" panose="02020900000000000000" pitchFamily="18" charset="-128"/>
              </a:rPr>
              <a:t>20</a:t>
            </a:r>
            <a:br>
              <a:rPr lang="en-US" altLang="ja-JP" sz="1600" dirty="0">
                <a:ln w="0">
                  <a:solidFill>
                    <a:schemeClr val="tx1">
                      <a:lumMod val="85000"/>
                      <a:lumOff val="15000"/>
                      <a:alpha val="55000"/>
                    </a:schemeClr>
                  </a:solidFill>
                </a:ln>
                <a:solidFill>
                  <a:schemeClr val="accent5"/>
                </a:solidFill>
                <a:latin typeface="HGS明朝E" panose="02020900000000000000" pitchFamily="18" charset="-128"/>
                <a:ea typeface="HGS明朝E" panose="02020900000000000000" pitchFamily="18" charset="-128"/>
              </a:rPr>
            </a:br>
            <a:r>
              <a:rPr lang="en-US" altLang="ja-JP" sz="1600" dirty="0">
                <a:ln w="0">
                  <a:solidFill>
                    <a:schemeClr val="tx1">
                      <a:lumMod val="85000"/>
                      <a:lumOff val="15000"/>
                      <a:alpha val="55000"/>
                    </a:schemeClr>
                  </a:solidFill>
                </a:ln>
                <a:solidFill>
                  <a:schemeClr val="accent1"/>
                </a:solidFill>
                <a:latin typeface="HGS明朝E" panose="02020900000000000000" pitchFamily="18" charset="-128"/>
                <a:ea typeface="HGS明朝E" panose="02020900000000000000" pitchFamily="18" charset="-128"/>
              </a:rPr>
              <a:t>ATK</a:t>
            </a:r>
            <a:r>
              <a:rPr lang="ja-JP" altLang="en-US" sz="1600" dirty="0">
                <a:ln w="0">
                  <a:solidFill>
                    <a:schemeClr val="tx1">
                      <a:lumMod val="85000"/>
                      <a:lumOff val="15000"/>
                      <a:alpha val="55000"/>
                    </a:schemeClr>
                  </a:solidFill>
                </a:ln>
                <a:solidFill>
                  <a:schemeClr val="accent1"/>
                </a:solidFill>
                <a:latin typeface="HGS明朝E" panose="02020900000000000000" pitchFamily="18" charset="-128"/>
                <a:ea typeface="HGS明朝E" panose="02020900000000000000" pitchFamily="18" charset="-128"/>
              </a:rPr>
              <a:t>＋</a:t>
            </a:r>
            <a:r>
              <a:rPr lang="en-US" altLang="ja-JP" sz="2000" dirty="0">
                <a:ln w="0">
                  <a:solidFill>
                    <a:schemeClr val="tx1">
                      <a:lumMod val="85000"/>
                      <a:lumOff val="15000"/>
                      <a:alpha val="55000"/>
                    </a:schemeClr>
                  </a:solidFill>
                </a:ln>
                <a:solidFill>
                  <a:schemeClr val="accent1"/>
                </a:solidFill>
                <a:latin typeface="HGS明朝E" panose="02020900000000000000" pitchFamily="18" charset="-128"/>
                <a:ea typeface="HGS明朝E" panose="02020900000000000000" pitchFamily="18" charset="-128"/>
              </a:rPr>
              <a:t>50</a:t>
            </a:r>
            <a:endParaRPr lang="en-US" altLang="ja-JP" sz="1600" dirty="0">
              <a:ln w="0">
                <a:solidFill>
                  <a:schemeClr val="tx1">
                    <a:lumMod val="85000"/>
                    <a:lumOff val="15000"/>
                    <a:alpha val="55000"/>
                  </a:schemeClr>
                </a:solidFill>
              </a:ln>
              <a:solidFill>
                <a:schemeClr val="accent1"/>
              </a:solidFill>
              <a:latin typeface="HGS明朝E" panose="02020900000000000000" pitchFamily="18" charset="-128"/>
              <a:ea typeface="HGS明朝E" panose="02020900000000000000" pitchFamily="18" charset="-128"/>
            </a:endParaRPr>
          </a:p>
        </p:txBody>
      </p:sp>
      <p:sp>
        <p:nvSpPr>
          <p:cNvPr id="9" name="テキスト ボックス 8">
            <a:extLst>
              <a:ext uri="{FF2B5EF4-FFF2-40B4-BE49-F238E27FC236}">
                <a16:creationId xmlns:a16="http://schemas.microsoft.com/office/drawing/2014/main" id="{C973E9F6-F3BB-984E-E1F0-A22DD4ABB77F}"/>
              </a:ext>
            </a:extLst>
          </p:cNvPr>
          <p:cNvSpPr txBox="1"/>
          <p:nvPr/>
        </p:nvSpPr>
        <p:spPr>
          <a:xfrm>
            <a:off x="1011384" y="819140"/>
            <a:ext cx="2244525" cy="584775"/>
          </a:xfrm>
          <a:prstGeom prst="rect">
            <a:avLst/>
          </a:prstGeom>
          <a:noFill/>
        </p:spPr>
        <p:txBody>
          <a:bodyPr wrap="none" rtlCol="0">
            <a:spAutoFit/>
          </a:bodyPr>
          <a:lstStyle/>
          <a:p>
            <a:pPr algn="ctr"/>
            <a:r>
              <a:rPr lang="ja-JP" altLang="en-US" sz="3200" b="1" dirty="0">
                <a:ln w="3175">
                  <a:solidFill>
                    <a:schemeClr val="tx1">
                      <a:lumMod val="85000"/>
                      <a:lumOff val="15000"/>
                      <a:alpha val="65000"/>
                    </a:schemeClr>
                  </a:solidFill>
                </a:ln>
                <a:solidFill>
                  <a:schemeClr val="accent6"/>
                </a:solidFill>
                <a:latin typeface="HGS明朝E" panose="02020900000000000000" pitchFamily="18" charset="-128"/>
                <a:ea typeface="HGS明朝E" panose="02020900000000000000" pitchFamily="18" charset="-128"/>
              </a:rPr>
              <a:t>キャラ詳細</a:t>
            </a:r>
            <a:endParaRPr kumimoji="1" lang="ja-JP" altLang="en-US" sz="3200" b="1" dirty="0">
              <a:ln w="3175">
                <a:solidFill>
                  <a:schemeClr val="tx1">
                    <a:lumMod val="85000"/>
                    <a:lumOff val="15000"/>
                    <a:alpha val="65000"/>
                  </a:schemeClr>
                </a:solidFill>
              </a:ln>
              <a:solidFill>
                <a:schemeClr val="accent6"/>
              </a:solidFill>
              <a:latin typeface="HGS明朝E" panose="02020900000000000000" pitchFamily="18" charset="-128"/>
              <a:ea typeface="HGS明朝E" panose="02020900000000000000" pitchFamily="18" charset="-128"/>
            </a:endParaRPr>
          </a:p>
        </p:txBody>
      </p:sp>
      <p:cxnSp>
        <p:nvCxnSpPr>
          <p:cNvPr id="11" name="直線コネクタ 10">
            <a:extLst>
              <a:ext uri="{FF2B5EF4-FFF2-40B4-BE49-F238E27FC236}">
                <a16:creationId xmlns:a16="http://schemas.microsoft.com/office/drawing/2014/main" id="{AAB6B314-51CF-8C50-474A-65AD38101A9B}"/>
              </a:ext>
            </a:extLst>
          </p:cNvPr>
          <p:cNvCxnSpPr/>
          <p:nvPr/>
        </p:nvCxnSpPr>
        <p:spPr>
          <a:xfrm>
            <a:off x="1083174" y="1422577"/>
            <a:ext cx="3129689" cy="0"/>
          </a:xfrm>
          <a:prstGeom prst="line">
            <a:avLst/>
          </a:prstGeom>
          <a:ln>
            <a:solidFill>
              <a:schemeClr val="tx1">
                <a:lumMod val="85000"/>
                <a:lumOff val="15000"/>
              </a:schemeClr>
            </a:solidFill>
          </a:ln>
        </p:spPr>
        <p:style>
          <a:lnRef idx="2">
            <a:schemeClr val="accent1"/>
          </a:lnRef>
          <a:fillRef idx="0">
            <a:schemeClr val="accent1"/>
          </a:fillRef>
          <a:effectRef idx="1">
            <a:schemeClr val="accent1"/>
          </a:effectRef>
          <a:fontRef idx="minor">
            <a:schemeClr val="tx1"/>
          </a:fontRef>
        </p:style>
      </p:cxnSp>
      <p:grpSp>
        <p:nvGrpSpPr>
          <p:cNvPr id="12" name="グループ化 11">
            <a:extLst>
              <a:ext uri="{FF2B5EF4-FFF2-40B4-BE49-F238E27FC236}">
                <a16:creationId xmlns:a16="http://schemas.microsoft.com/office/drawing/2014/main" id="{91D24B46-A17D-5754-27A4-4E98DD475ECB}"/>
              </a:ext>
            </a:extLst>
          </p:cNvPr>
          <p:cNvGrpSpPr/>
          <p:nvPr/>
        </p:nvGrpSpPr>
        <p:grpSpPr>
          <a:xfrm>
            <a:off x="9567690" y="3698488"/>
            <a:ext cx="1755710" cy="810206"/>
            <a:chOff x="9569319" y="1891007"/>
            <a:chExt cx="1755710" cy="810206"/>
          </a:xfrm>
        </p:grpSpPr>
        <p:sp>
          <p:nvSpPr>
            <p:cNvPr id="13" name="四角形: 角を丸くする 12">
              <a:extLst>
                <a:ext uri="{FF2B5EF4-FFF2-40B4-BE49-F238E27FC236}">
                  <a16:creationId xmlns:a16="http://schemas.microsoft.com/office/drawing/2014/main" id="{96752299-BB98-302B-8F85-C54E0EDE824B}"/>
                </a:ext>
              </a:extLst>
            </p:cNvPr>
            <p:cNvSpPr/>
            <p:nvPr/>
          </p:nvSpPr>
          <p:spPr>
            <a:xfrm>
              <a:off x="9569319" y="1891007"/>
              <a:ext cx="1755710" cy="810206"/>
            </a:xfrm>
            <a:prstGeom prst="roundRect">
              <a:avLst>
                <a:gd name="adj" fmla="val 6428"/>
              </a:avLst>
            </a:prstGeom>
            <a:solidFill>
              <a:schemeClr val="accent6">
                <a:alpha val="80000"/>
              </a:schemeClr>
            </a:solid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sp>
          <p:nvSpPr>
            <p:cNvPr id="14" name="テキスト ボックス 13">
              <a:extLst>
                <a:ext uri="{FF2B5EF4-FFF2-40B4-BE49-F238E27FC236}">
                  <a16:creationId xmlns:a16="http://schemas.microsoft.com/office/drawing/2014/main" id="{9CD98B69-5594-44CA-0FBE-CB684EB5B7C9}"/>
                </a:ext>
              </a:extLst>
            </p:cNvPr>
            <p:cNvSpPr txBox="1"/>
            <p:nvPr/>
          </p:nvSpPr>
          <p:spPr>
            <a:xfrm>
              <a:off x="10217033" y="2290669"/>
              <a:ext cx="1107996" cy="369332"/>
            </a:xfrm>
            <a:prstGeom prst="rect">
              <a:avLst/>
            </a:prstGeom>
            <a:noFill/>
          </p:spPr>
          <p:txBody>
            <a:bodyPr wrap="none" rtlCol="0">
              <a:spAutoFit/>
            </a:bodyPr>
            <a:lstStyle/>
            <a:p>
              <a:pPr algn="r"/>
              <a:r>
                <a:rPr lang="ja-JP" altLang="en-US"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武器変更</a:t>
              </a:r>
              <a:endParaRPr kumimoji="1" lang="en-US" altLang="ja-JP"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sp>
        <p:nvSpPr>
          <p:cNvPr id="15" name="楕円 14">
            <a:extLst>
              <a:ext uri="{FF2B5EF4-FFF2-40B4-BE49-F238E27FC236}">
                <a16:creationId xmlns:a16="http://schemas.microsoft.com/office/drawing/2014/main" id="{41640CF8-E8BC-DD1E-0135-1EE5D0BF517E}"/>
              </a:ext>
            </a:extLst>
          </p:cNvPr>
          <p:cNvSpPr/>
          <p:nvPr/>
        </p:nvSpPr>
        <p:spPr>
          <a:xfrm>
            <a:off x="7238687" y="2109607"/>
            <a:ext cx="427855" cy="42785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tx1">
                    <a:lumMod val="75000"/>
                    <a:lumOff val="25000"/>
                  </a:schemeClr>
                </a:solidFill>
                <a:latin typeface="BIZ UDP明朝 Medium" panose="02020500000000000000" pitchFamily="18" charset="-128"/>
                <a:ea typeface="BIZ UDP明朝 Medium" panose="02020500000000000000" pitchFamily="18" charset="-128"/>
              </a:rPr>
              <a:t>剛</a:t>
            </a:r>
            <a:endParaRPr kumimoji="1" lang="ja-JP" altLang="en-US" dirty="0">
              <a:solidFill>
                <a:schemeClr val="tx1">
                  <a:lumMod val="75000"/>
                  <a:lumOff val="25000"/>
                </a:schemeClr>
              </a:solidFill>
              <a:latin typeface="BIZ UDP明朝 Medium" panose="02020500000000000000" pitchFamily="18" charset="-128"/>
              <a:ea typeface="BIZ UDP明朝 Medium" panose="02020500000000000000" pitchFamily="18" charset="-128"/>
            </a:endParaRPr>
          </a:p>
        </p:txBody>
      </p:sp>
    </p:spTree>
    <p:extLst>
      <p:ext uri="{BB962C8B-B14F-4D97-AF65-F5344CB8AC3E}">
        <p14:creationId xmlns:p14="http://schemas.microsoft.com/office/powerpoint/2010/main" val="576967562"/>
      </p:ext>
    </p:extLst>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5" name="グループ化 54">
            <a:extLst>
              <a:ext uri="{FF2B5EF4-FFF2-40B4-BE49-F238E27FC236}">
                <a16:creationId xmlns:a16="http://schemas.microsoft.com/office/drawing/2014/main" id="{9632F143-9B05-6378-4140-A585A3F1560B}"/>
              </a:ext>
            </a:extLst>
          </p:cNvPr>
          <p:cNvGrpSpPr/>
          <p:nvPr/>
        </p:nvGrpSpPr>
        <p:grpSpPr>
          <a:xfrm>
            <a:off x="3793031" y="1166586"/>
            <a:ext cx="4512630" cy="4524828"/>
            <a:chOff x="1015312" y="1175917"/>
            <a:chExt cx="4512630" cy="4524828"/>
          </a:xfrm>
        </p:grpSpPr>
        <p:grpSp>
          <p:nvGrpSpPr>
            <p:cNvPr id="26" name="グループ化 25">
              <a:extLst>
                <a:ext uri="{FF2B5EF4-FFF2-40B4-BE49-F238E27FC236}">
                  <a16:creationId xmlns:a16="http://schemas.microsoft.com/office/drawing/2014/main" id="{6700D9FE-F803-E1BA-AB0E-6F03883ADCC0}"/>
                </a:ext>
              </a:extLst>
            </p:cNvPr>
            <p:cNvGrpSpPr/>
            <p:nvPr/>
          </p:nvGrpSpPr>
          <p:grpSpPr>
            <a:xfrm>
              <a:off x="2820364" y="1178784"/>
              <a:ext cx="1805052" cy="1805052"/>
              <a:chOff x="9249723" y="2977737"/>
              <a:chExt cx="1805052" cy="1805052"/>
            </a:xfrm>
          </p:grpSpPr>
          <p:sp>
            <p:nvSpPr>
              <p:cNvPr id="21" name="正方形/長方形 20">
                <a:extLst>
                  <a:ext uri="{FF2B5EF4-FFF2-40B4-BE49-F238E27FC236}">
                    <a16:creationId xmlns:a16="http://schemas.microsoft.com/office/drawing/2014/main" id="{98CF7D74-FF02-669C-AB8A-33317A6768CD}"/>
                  </a:ext>
                </a:extLst>
              </p:cNvPr>
              <p:cNvSpPr/>
              <p:nvPr/>
            </p:nvSpPr>
            <p:spPr>
              <a:xfrm>
                <a:off x="9249723" y="2977737"/>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2" name="正方形/長方形 21">
                <a:extLst>
                  <a:ext uri="{FF2B5EF4-FFF2-40B4-BE49-F238E27FC236}">
                    <a16:creationId xmlns:a16="http://schemas.microsoft.com/office/drawing/2014/main" id="{ADEB9A54-FDFB-160A-2BA3-FB02B604093D}"/>
                  </a:ext>
                </a:extLst>
              </p:cNvPr>
              <p:cNvSpPr/>
              <p:nvPr/>
            </p:nvSpPr>
            <p:spPr>
              <a:xfrm>
                <a:off x="10152249" y="2977737"/>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4" name="正方形/長方形 23">
                <a:extLst>
                  <a:ext uri="{FF2B5EF4-FFF2-40B4-BE49-F238E27FC236}">
                    <a16:creationId xmlns:a16="http://schemas.microsoft.com/office/drawing/2014/main" id="{884C545A-84B8-2E24-8674-112AD7BEC7E9}"/>
                  </a:ext>
                </a:extLst>
              </p:cNvPr>
              <p:cNvSpPr/>
              <p:nvPr/>
            </p:nvSpPr>
            <p:spPr>
              <a:xfrm>
                <a:off x="9249723" y="3880263"/>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5" name="正方形/長方形 24">
                <a:extLst>
                  <a:ext uri="{FF2B5EF4-FFF2-40B4-BE49-F238E27FC236}">
                    <a16:creationId xmlns:a16="http://schemas.microsoft.com/office/drawing/2014/main" id="{E598BD61-694A-A8AC-4DE1-58964058BE61}"/>
                  </a:ext>
                </a:extLst>
              </p:cNvPr>
              <p:cNvSpPr/>
              <p:nvPr/>
            </p:nvSpPr>
            <p:spPr>
              <a:xfrm>
                <a:off x="10152249" y="3880263"/>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sp>
          <p:nvSpPr>
            <p:cNvPr id="7" name="正方形/長方形 6">
              <a:extLst>
                <a:ext uri="{FF2B5EF4-FFF2-40B4-BE49-F238E27FC236}">
                  <a16:creationId xmlns:a16="http://schemas.microsoft.com/office/drawing/2014/main" id="{40D4C8FA-1C5F-0D2B-A589-AA1A52810A7D}"/>
                </a:ext>
              </a:extLst>
            </p:cNvPr>
            <p:cNvSpPr/>
            <p:nvPr/>
          </p:nvSpPr>
          <p:spPr>
            <a:xfrm>
              <a:off x="2820364" y="2983836"/>
              <a:ext cx="902526" cy="902526"/>
            </a:xfrm>
            <a:prstGeom prst="rect">
              <a:avLst/>
            </a:prstGeom>
            <a:solidFill>
              <a:schemeClr val="tx2">
                <a:lumMod val="50000"/>
                <a:lumOff val="50000"/>
                <a:alpha val="5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正方形/長方形 18">
              <a:extLst>
                <a:ext uri="{FF2B5EF4-FFF2-40B4-BE49-F238E27FC236}">
                  <a16:creationId xmlns:a16="http://schemas.microsoft.com/office/drawing/2014/main" id="{60A72244-B3C8-C64D-2372-71969699D9FC}"/>
                </a:ext>
              </a:extLst>
            </p:cNvPr>
            <p:cNvSpPr/>
            <p:nvPr/>
          </p:nvSpPr>
          <p:spPr>
            <a:xfrm>
              <a:off x="3722890" y="2983836"/>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nvGrpSpPr>
            <p:cNvPr id="27" name="グループ化 26">
              <a:extLst>
                <a:ext uri="{FF2B5EF4-FFF2-40B4-BE49-F238E27FC236}">
                  <a16:creationId xmlns:a16="http://schemas.microsoft.com/office/drawing/2014/main" id="{AC989BD8-3189-2612-0330-09F19AB9A059}"/>
                </a:ext>
              </a:extLst>
            </p:cNvPr>
            <p:cNvGrpSpPr/>
            <p:nvPr/>
          </p:nvGrpSpPr>
          <p:grpSpPr>
            <a:xfrm>
              <a:off x="2820364" y="3886362"/>
              <a:ext cx="1805052" cy="1805052"/>
              <a:chOff x="9249723" y="2977737"/>
              <a:chExt cx="1805052" cy="1805052"/>
            </a:xfrm>
          </p:grpSpPr>
          <p:sp>
            <p:nvSpPr>
              <p:cNvPr id="28" name="正方形/長方形 27">
                <a:extLst>
                  <a:ext uri="{FF2B5EF4-FFF2-40B4-BE49-F238E27FC236}">
                    <a16:creationId xmlns:a16="http://schemas.microsoft.com/office/drawing/2014/main" id="{E278157B-86F1-2BB1-6C74-4AD8531AF174}"/>
                  </a:ext>
                </a:extLst>
              </p:cNvPr>
              <p:cNvSpPr/>
              <p:nvPr/>
            </p:nvSpPr>
            <p:spPr>
              <a:xfrm>
                <a:off x="9249723" y="2977737"/>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9" name="正方形/長方形 28">
                <a:extLst>
                  <a:ext uri="{FF2B5EF4-FFF2-40B4-BE49-F238E27FC236}">
                    <a16:creationId xmlns:a16="http://schemas.microsoft.com/office/drawing/2014/main" id="{46618DAC-757C-F6B3-7597-2FF9E18D2548}"/>
                  </a:ext>
                </a:extLst>
              </p:cNvPr>
              <p:cNvSpPr/>
              <p:nvPr/>
            </p:nvSpPr>
            <p:spPr>
              <a:xfrm>
                <a:off x="10152249" y="2977737"/>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30" name="正方形/長方形 29">
                <a:extLst>
                  <a:ext uri="{FF2B5EF4-FFF2-40B4-BE49-F238E27FC236}">
                    <a16:creationId xmlns:a16="http://schemas.microsoft.com/office/drawing/2014/main" id="{C0183740-5360-D8A7-0F6B-C329F52AD03F}"/>
                  </a:ext>
                </a:extLst>
              </p:cNvPr>
              <p:cNvSpPr/>
              <p:nvPr/>
            </p:nvSpPr>
            <p:spPr>
              <a:xfrm>
                <a:off x="9249723" y="3880263"/>
                <a:ext cx="902526" cy="902526"/>
              </a:xfrm>
              <a:prstGeom prst="rect">
                <a:avLst/>
              </a:prstGeom>
              <a:solidFill>
                <a:srgbClr val="FFFF00">
                  <a:alpha val="40000"/>
                </a:srgb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31" name="正方形/長方形 30">
                <a:extLst>
                  <a:ext uri="{FF2B5EF4-FFF2-40B4-BE49-F238E27FC236}">
                    <a16:creationId xmlns:a16="http://schemas.microsoft.com/office/drawing/2014/main" id="{FE5E2C3D-B44C-654E-4AD4-0242D8515E42}"/>
                  </a:ext>
                </a:extLst>
              </p:cNvPr>
              <p:cNvSpPr/>
              <p:nvPr/>
            </p:nvSpPr>
            <p:spPr>
              <a:xfrm>
                <a:off x="10152249" y="3880263"/>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grpSp>
          <p:nvGrpSpPr>
            <p:cNvPr id="40" name="グループ化 39">
              <a:extLst>
                <a:ext uri="{FF2B5EF4-FFF2-40B4-BE49-F238E27FC236}">
                  <a16:creationId xmlns:a16="http://schemas.microsoft.com/office/drawing/2014/main" id="{33CF0ABD-3823-4ADB-F1C5-6A4384C1B0ED}"/>
                </a:ext>
              </a:extLst>
            </p:cNvPr>
            <p:cNvGrpSpPr/>
            <p:nvPr/>
          </p:nvGrpSpPr>
          <p:grpSpPr>
            <a:xfrm>
              <a:off x="4625416" y="2081310"/>
              <a:ext cx="902526" cy="2707578"/>
              <a:chOff x="4560102" y="2377930"/>
              <a:chExt cx="902526" cy="2707578"/>
            </a:xfrm>
          </p:grpSpPr>
          <p:sp>
            <p:nvSpPr>
              <p:cNvPr id="37" name="正方形/長方形 36">
                <a:extLst>
                  <a:ext uri="{FF2B5EF4-FFF2-40B4-BE49-F238E27FC236}">
                    <a16:creationId xmlns:a16="http://schemas.microsoft.com/office/drawing/2014/main" id="{D87F3D91-328A-AF38-7C32-08C5D6F236B6}"/>
                  </a:ext>
                </a:extLst>
              </p:cNvPr>
              <p:cNvSpPr/>
              <p:nvPr/>
            </p:nvSpPr>
            <p:spPr>
              <a:xfrm>
                <a:off x="4560102" y="2377930"/>
                <a:ext cx="902526" cy="902526"/>
              </a:xfrm>
              <a:prstGeom prst="rect">
                <a:avLst/>
              </a:prstGeom>
              <a:solidFill>
                <a:schemeClr val="accent1">
                  <a:lumMod val="60000"/>
                  <a:lumOff val="40000"/>
                  <a:alpha val="4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38" name="正方形/長方形 37">
                <a:extLst>
                  <a:ext uri="{FF2B5EF4-FFF2-40B4-BE49-F238E27FC236}">
                    <a16:creationId xmlns:a16="http://schemas.microsoft.com/office/drawing/2014/main" id="{C30B8E2E-8297-3662-39A6-07598EEA1B84}"/>
                  </a:ext>
                </a:extLst>
              </p:cNvPr>
              <p:cNvSpPr/>
              <p:nvPr/>
            </p:nvSpPr>
            <p:spPr>
              <a:xfrm>
                <a:off x="4560102" y="3280456"/>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39" name="正方形/長方形 38">
                <a:extLst>
                  <a:ext uri="{FF2B5EF4-FFF2-40B4-BE49-F238E27FC236}">
                    <a16:creationId xmlns:a16="http://schemas.microsoft.com/office/drawing/2014/main" id="{EC47F237-9D6E-48E1-A756-EB89C6A97C6E}"/>
                  </a:ext>
                </a:extLst>
              </p:cNvPr>
              <p:cNvSpPr/>
              <p:nvPr/>
            </p:nvSpPr>
            <p:spPr>
              <a:xfrm>
                <a:off x="4560102" y="4182982"/>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grpSp>
          <p:nvGrpSpPr>
            <p:cNvPr id="47" name="グループ化 46">
              <a:extLst>
                <a:ext uri="{FF2B5EF4-FFF2-40B4-BE49-F238E27FC236}">
                  <a16:creationId xmlns:a16="http://schemas.microsoft.com/office/drawing/2014/main" id="{7188D8AE-DD2F-0F6D-725F-8A8AF960E2F3}"/>
                </a:ext>
              </a:extLst>
            </p:cNvPr>
            <p:cNvGrpSpPr/>
            <p:nvPr/>
          </p:nvGrpSpPr>
          <p:grpSpPr>
            <a:xfrm>
              <a:off x="1917838" y="1175917"/>
              <a:ext cx="902526" cy="4524828"/>
              <a:chOff x="6522640" y="1405951"/>
              <a:chExt cx="902526" cy="4524828"/>
            </a:xfrm>
          </p:grpSpPr>
          <p:sp>
            <p:nvSpPr>
              <p:cNvPr id="42" name="正方形/長方形 41">
                <a:extLst>
                  <a:ext uri="{FF2B5EF4-FFF2-40B4-BE49-F238E27FC236}">
                    <a16:creationId xmlns:a16="http://schemas.microsoft.com/office/drawing/2014/main" id="{CD8CDE44-618B-525A-3B9D-1D7FE45B0EA7}"/>
                  </a:ext>
                </a:extLst>
              </p:cNvPr>
              <p:cNvSpPr/>
              <p:nvPr/>
            </p:nvSpPr>
            <p:spPr>
              <a:xfrm>
                <a:off x="6522640" y="2308477"/>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43" name="正方形/長方形 42">
                <a:extLst>
                  <a:ext uri="{FF2B5EF4-FFF2-40B4-BE49-F238E27FC236}">
                    <a16:creationId xmlns:a16="http://schemas.microsoft.com/office/drawing/2014/main" id="{C955649E-1F9E-8DED-2E99-122125C177A6}"/>
                  </a:ext>
                </a:extLst>
              </p:cNvPr>
              <p:cNvSpPr/>
              <p:nvPr/>
            </p:nvSpPr>
            <p:spPr>
              <a:xfrm>
                <a:off x="6522640" y="3211003"/>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44" name="正方形/長方形 43">
                <a:extLst>
                  <a:ext uri="{FF2B5EF4-FFF2-40B4-BE49-F238E27FC236}">
                    <a16:creationId xmlns:a16="http://schemas.microsoft.com/office/drawing/2014/main" id="{0CE226DA-5291-71FA-CA56-69552C71DC54}"/>
                  </a:ext>
                </a:extLst>
              </p:cNvPr>
              <p:cNvSpPr/>
              <p:nvPr/>
            </p:nvSpPr>
            <p:spPr>
              <a:xfrm>
                <a:off x="6522640" y="4113529"/>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45" name="正方形/長方形 44">
                <a:extLst>
                  <a:ext uri="{FF2B5EF4-FFF2-40B4-BE49-F238E27FC236}">
                    <a16:creationId xmlns:a16="http://schemas.microsoft.com/office/drawing/2014/main" id="{3B50C3F0-E0F9-D2F2-7228-FCE4CB231203}"/>
                  </a:ext>
                </a:extLst>
              </p:cNvPr>
              <p:cNvSpPr/>
              <p:nvPr/>
            </p:nvSpPr>
            <p:spPr>
              <a:xfrm>
                <a:off x="6522640" y="5028253"/>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46" name="正方形/長方形 45">
                <a:extLst>
                  <a:ext uri="{FF2B5EF4-FFF2-40B4-BE49-F238E27FC236}">
                    <a16:creationId xmlns:a16="http://schemas.microsoft.com/office/drawing/2014/main" id="{EB254663-14A7-F85B-25D0-C8DE468E4E22}"/>
                  </a:ext>
                </a:extLst>
              </p:cNvPr>
              <p:cNvSpPr/>
              <p:nvPr/>
            </p:nvSpPr>
            <p:spPr>
              <a:xfrm>
                <a:off x="6522640" y="1405951"/>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grpSp>
          <p:nvGrpSpPr>
            <p:cNvPr id="48" name="グループ化 47">
              <a:extLst>
                <a:ext uri="{FF2B5EF4-FFF2-40B4-BE49-F238E27FC236}">
                  <a16:creationId xmlns:a16="http://schemas.microsoft.com/office/drawing/2014/main" id="{A09A0357-D11D-5502-F072-6385A3D36F89}"/>
                </a:ext>
              </a:extLst>
            </p:cNvPr>
            <p:cNvGrpSpPr/>
            <p:nvPr/>
          </p:nvGrpSpPr>
          <p:grpSpPr>
            <a:xfrm>
              <a:off x="1015312" y="2081310"/>
              <a:ext cx="902526" cy="2707578"/>
              <a:chOff x="4560102" y="2377930"/>
              <a:chExt cx="902526" cy="2707578"/>
            </a:xfrm>
          </p:grpSpPr>
          <p:sp>
            <p:nvSpPr>
              <p:cNvPr id="49" name="正方形/長方形 48">
                <a:extLst>
                  <a:ext uri="{FF2B5EF4-FFF2-40B4-BE49-F238E27FC236}">
                    <a16:creationId xmlns:a16="http://schemas.microsoft.com/office/drawing/2014/main" id="{3EDC78BD-5619-DB71-A3AF-EA299AC0A6C1}"/>
                  </a:ext>
                </a:extLst>
              </p:cNvPr>
              <p:cNvSpPr/>
              <p:nvPr/>
            </p:nvSpPr>
            <p:spPr>
              <a:xfrm>
                <a:off x="4560102" y="2377930"/>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0" name="正方形/長方形 49">
                <a:extLst>
                  <a:ext uri="{FF2B5EF4-FFF2-40B4-BE49-F238E27FC236}">
                    <a16:creationId xmlns:a16="http://schemas.microsoft.com/office/drawing/2014/main" id="{FF32368C-0254-3162-6448-1398C4C4BEAB}"/>
                  </a:ext>
                </a:extLst>
              </p:cNvPr>
              <p:cNvSpPr/>
              <p:nvPr/>
            </p:nvSpPr>
            <p:spPr>
              <a:xfrm>
                <a:off x="4560102" y="3280456"/>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1" name="正方形/長方形 50">
                <a:extLst>
                  <a:ext uri="{FF2B5EF4-FFF2-40B4-BE49-F238E27FC236}">
                    <a16:creationId xmlns:a16="http://schemas.microsoft.com/office/drawing/2014/main" id="{2CCA1DEF-72EA-C22C-BFF6-AF1A656ACF11}"/>
                  </a:ext>
                </a:extLst>
              </p:cNvPr>
              <p:cNvSpPr/>
              <p:nvPr/>
            </p:nvSpPr>
            <p:spPr>
              <a:xfrm>
                <a:off x="4560102" y="4182982"/>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grpSp>
      <p:pic>
        <p:nvPicPr>
          <p:cNvPr id="57" name="図 56" descr="暗い背景に浮かぶ月&#10;&#10;AI 生成コンテンツは誤りを含む可能性があります。">
            <a:extLst>
              <a:ext uri="{FF2B5EF4-FFF2-40B4-BE49-F238E27FC236}">
                <a16:creationId xmlns:a16="http://schemas.microsoft.com/office/drawing/2014/main" id="{E61B18DD-A03F-96FF-2E4A-0D98113D293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313093" y="1908741"/>
            <a:ext cx="1085875" cy="1085875"/>
          </a:xfrm>
          <a:prstGeom prst="rect">
            <a:avLst/>
          </a:prstGeom>
        </p:spPr>
      </p:pic>
      <p:pic>
        <p:nvPicPr>
          <p:cNvPr id="59" name="図 58" descr="おもちゃ, 人形, 暗い, 乗る が含まれている画像&#10;&#10;AI 生成コンテンツは誤りを含む可能性があります。">
            <a:extLst>
              <a:ext uri="{FF2B5EF4-FFF2-40B4-BE49-F238E27FC236}">
                <a16:creationId xmlns:a16="http://schemas.microsoft.com/office/drawing/2014/main" id="{489623B2-CA91-C429-81B5-87DAFDDB372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486111" y="2698154"/>
            <a:ext cx="1163811" cy="1163811"/>
          </a:xfrm>
          <a:prstGeom prst="rect">
            <a:avLst/>
          </a:prstGeom>
        </p:spPr>
      </p:pic>
      <p:pic>
        <p:nvPicPr>
          <p:cNvPr id="61" name="図 60" descr="暗い部屋に光っている電子&#10;&#10;AI 生成コンテンツは誤りを含む可能性があります。">
            <a:extLst>
              <a:ext uri="{FF2B5EF4-FFF2-40B4-BE49-F238E27FC236}">
                <a16:creationId xmlns:a16="http://schemas.microsoft.com/office/drawing/2014/main" id="{459D44EE-1FC5-A92B-D1A9-0B3D10DBAEB2}"/>
              </a:ext>
            </a:extLst>
          </p:cNvPr>
          <p:cNvPicPr>
            <a:picLocks noChangeAspect="1"/>
          </p:cNvPicPr>
          <p:nvPr/>
        </p:nvPicPr>
        <p:blipFill>
          <a:blip r:embed="rId4">
            <a:extLst>
              <a:ext uri="{28A0092B-C50C-407E-A947-70E740481C1C}">
                <a14:useLocalDpi xmlns:a14="http://schemas.microsoft.com/office/drawing/2010/main" val="0"/>
              </a:ext>
            </a:extLst>
          </a:blip>
          <a:srcRect t="34150" b="39591"/>
          <a:stretch>
            <a:fillRect/>
          </a:stretch>
        </p:blipFill>
        <p:spPr>
          <a:xfrm>
            <a:off x="4959783" y="4776690"/>
            <a:ext cx="2216465" cy="873016"/>
          </a:xfrm>
          <a:prstGeom prst="rect">
            <a:avLst/>
          </a:prstGeom>
        </p:spPr>
      </p:pic>
      <p:pic>
        <p:nvPicPr>
          <p:cNvPr id="103" name="図 102" descr="メーター, 時計 が含まれている画像&#10;&#10;AI 生成コンテンツは誤りを含む可能性があります。">
            <a:extLst>
              <a:ext uri="{FF2B5EF4-FFF2-40B4-BE49-F238E27FC236}">
                <a16:creationId xmlns:a16="http://schemas.microsoft.com/office/drawing/2014/main" id="{EE2DD323-996B-26CF-6406-2AD8EB824422}"/>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795209" y="276166"/>
            <a:ext cx="4142857" cy="1352381"/>
          </a:xfrm>
          <a:prstGeom prst="rect">
            <a:avLst/>
          </a:prstGeom>
        </p:spPr>
      </p:pic>
      <p:pic>
        <p:nvPicPr>
          <p:cNvPr id="106" name="図 105">
            <a:extLst>
              <a:ext uri="{FF2B5EF4-FFF2-40B4-BE49-F238E27FC236}">
                <a16:creationId xmlns:a16="http://schemas.microsoft.com/office/drawing/2014/main" id="{91C212F2-4218-E069-9C25-32EA9434775B}"/>
              </a:ext>
            </a:extLst>
          </p:cNvPr>
          <p:cNvPicPr>
            <a:picLocks noChangeAspect="1"/>
          </p:cNvPicPr>
          <p:nvPr/>
        </p:nvPicPr>
        <p:blipFill>
          <a:blip r:embed="rId6"/>
          <a:srcRect l="53812" t="59320" r="6632" b="21088"/>
          <a:stretch>
            <a:fillRect/>
          </a:stretch>
        </p:blipFill>
        <p:spPr>
          <a:xfrm>
            <a:off x="10074809" y="4156278"/>
            <a:ext cx="1808488" cy="1343609"/>
          </a:xfrm>
          <a:prstGeom prst="rect">
            <a:avLst/>
          </a:prstGeom>
        </p:spPr>
      </p:pic>
      <p:sp>
        <p:nvSpPr>
          <p:cNvPr id="107" name="テキスト ボックス 106">
            <a:extLst>
              <a:ext uri="{FF2B5EF4-FFF2-40B4-BE49-F238E27FC236}">
                <a16:creationId xmlns:a16="http://schemas.microsoft.com/office/drawing/2014/main" id="{05219583-DC95-4228-5CA3-420F858DD560}"/>
              </a:ext>
            </a:extLst>
          </p:cNvPr>
          <p:cNvSpPr txBox="1"/>
          <p:nvPr/>
        </p:nvSpPr>
        <p:spPr>
          <a:xfrm>
            <a:off x="10188815" y="5108766"/>
            <a:ext cx="1629613" cy="584775"/>
          </a:xfrm>
          <a:prstGeom prst="rect">
            <a:avLst/>
          </a:prstGeom>
          <a:noFill/>
        </p:spPr>
        <p:txBody>
          <a:bodyPr wrap="none" rtlCol="0">
            <a:spAutoFit/>
            <a:scene3d>
              <a:camera prst="perspectiveHeroicExtremeLeftFacing"/>
              <a:lightRig rig="threePt" dir="t"/>
            </a:scene3d>
          </a:bodyPr>
          <a:lstStyle/>
          <a:p>
            <a:r>
              <a:rPr kumimoji="1" lang="en-US" altLang="ja-JP" sz="3200" spc="130" dirty="0">
                <a:solidFill>
                  <a:schemeClr val="bg1">
                    <a:lumMod val="95000"/>
                  </a:schemeClr>
                </a:solidFill>
                <a:latin typeface="Stencil" panose="040409050D0802020404" pitchFamily="82" charset="0"/>
                <a:ea typeface="Segoe UI Black" panose="020B0A02040204020203" pitchFamily="34" charset="0"/>
              </a:rPr>
              <a:t>LIBIDO</a:t>
            </a:r>
            <a:endParaRPr kumimoji="1" lang="ja-JP" altLang="en-US" sz="3200" spc="130" dirty="0">
              <a:solidFill>
                <a:schemeClr val="bg1">
                  <a:lumMod val="95000"/>
                </a:schemeClr>
              </a:solidFill>
              <a:latin typeface="Stencil" panose="040409050D0802020404" pitchFamily="82" charset="0"/>
            </a:endParaRPr>
          </a:p>
        </p:txBody>
      </p:sp>
      <p:pic>
        <p:nvPicPr>
          <p:cNvPr id="111" name="図 110" descr="黒い背景と白い文字&#10;&#10;AI 生成コンテンツは誤りを含む可能性があります。">
            <a:extLst>
              <a:ext uri="{FF2B5EF4-FFF2-40B4-BE49-F238E27FC236}">
                <a16:creationId xmlns:a16="http://schemas.microsoft.com/office/drawing/2014/main" id="{909FB485-9715-FB11-73AA-92F1485E137E}"/>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166119" y="137408"/>
            <a:ext cx="5125902" cy="1629895"/>
          </a:xfrm>
          <a:prstGeom prst="rect">
            <a:avLst/>
          </a:prstGeom>
        </p:spPr>
      </p:pic>
      <p:pic>
        <p:nvPicPr>
          <p:cNvPr id="113" name="図 112" descr="挿絵, 部屋, 食品 が含まれている画像&#10;&#10;AI 生成コンテンツは誤りを含む可能性があります。">
            <a:extLst>
              <a:ext uri="{FF2B5EF4-FFF2-40B4-BE49-F238E27FC236}">
                <a16:creationId xmlns:a16="http://schemas.microsoft.com/office/drawing/2014/main" id="{0F26CCF9-90CE-C1C8-778B-47D5167605A4}"/>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867747" y="360142"/>
            <a:ext cx="1614196" cy="332613"/>
          </a:xfrm>
          <a:prstGeom prst="rect">
            <a:avLst/>
          </a:prstGeom>
        </p:spPr>
      </p:pic>
      <p:pic>
        <p:nvPicPr>
          <p:cNvPr id="115" name="図 114" descr="アイコン&#10;&#10;AI 生成コンテンツは誤りを含む可能性があります。">
            <a:extLst>
              <a:ext uri="{FF2B5EF4-FFF2-40B4-BE49-F238E27FC236}">
                <a16:creationId xmlns:a16="http://schemas.microsoft.com/office/drawing/2014/main" id="{B2FADE23-282E-9260-332D-E09C6A403EC2}"/>
              </a:ext>
            </a:extLst>
          </p:cNvPr>
          <p:cNvPicPr>
            <a:picLocks noChangeAspect="1"/>
          </p:cNvPicPr>
          <p:nvPr/>
        </p:nvPicPr>
        <p:blipFill>
          <a:blip r:embed="rId9">
            <a:lum bright="70000" contrast="-70000"/>
            <a:extLst>
              <a:ext uri="{28A0092B-C50C-407E-A947-70E740481C1C}">
                <a14:useLocalDpi xmlns:a14="http://schemas.microsoft.com/office/drawing/2010/main" val="0"/>
              </a:ext>
            </a:extLst>
          </a:blip>
          <a:stretch>
            <a:fillRect/>
          </a:stretch>
        </p:blipFill>
        <p:spPr>
          <a:xfrm>
            <a:off x="455644" y="259748"/>
            <a:ext cx="533400" cy="533400"/>
          </a:xfrm>
          <a:prstGeom prst="rect">
            <a:avLst/>
          </a:prstGeom>
        </p:spPr>
      </p:pic>
      <p:pic>
        <p:nvPicPr>
          <p:cNvPr id="121" name="図 120" descr="コンピュータ が含まれている画像&#10;&#10;AI 生成コンテンツは誤りを含む可能性があります。">
            <a:extLst>
              <a:ext uri="{FF2B5EF4-FFF2-40B4-BE49-F238E27FC236}">
                <a16:creationId xmlns:a16="http://schemas.microsoft.com/office/drawing/2014/main" id="{6DE5D3D0-494F-0753-C210-4BC19C1607EC}"/>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6089749" y="5127816"/>
            <a:ext cx="344987" cy="517480"/>
          </a:xfrm>
          <a:prstGeom prst="rect">
            <a:avLst/>
          </a:prstGeom>
          <a:effectLst>
            <a:glow rad="63500">
              <a:schemeClr val="accent2">
                <a:satMod val="175000"/>
                <a:alpha val="55000"/>
              </a:schemeClr>
            </a:glow>
          </a:effectLst>
        </p:spPr>
      </p:pic>
      <p:pic>
        <p:nvPicPr>
          <p:cNvPr id="122" name="図 121" descr="暗い部屋に光っている電子&#10;&#10;AI 生成コンテンツは誤りを含む可能性があります。">
            <a:extLst>
              <a:ext uri="{FF2B5EF4-FFF2-40B4-BE49-F238E27FC236}">
                <a16:creationId xmlns:a16="http://schemas.microsoft.com/office/drawing/2014/main" id="{54DA9060-AD2B-CCD9-419E-1955779A66BE}"/>
              </a:ext>
            </a:extLst>
          </p:cNvPr>
          <p:cNvPicPr>
            <a:picLocks noChangeAspect="1"/>
          </p:cNvPicPr>
          <p:nvPr/>
        </p:nvPicPr>
        <p:blipFill>
          <a:blip r:embed="rId4">
            <a:extLst>
              <a:ext uri="{28A0092B-C50C-407E-A947-70E740481C1C}">
                <a14:useLocalDpi xmlns:a14="http://schemas.microsoft.com/office/drawing/2010/main" val="0"/>
              </a:ext>
            </a:extLst>
          </a:blip>
          <a:srcRect t="968" b="65390"/>
          <a:stretch>
            <a:fillRect/>
          </a:stretch>
        </p:blipFill>
        <p:spPr>
          <a:xfrm>
            <a:off x="-46853" y="915488"/>
            <a:ext cx="2216465" cy="1118504"/>
          </a:xfrm>
          <a:prstGeom prst="rect">
            <a:avLst/>
          </a:prstGeom>
        </p:spPr>
      </p:pic>
      <p:pic>
        <p:nvPicPr>
          <p:cNvPr id="123" name="図 122" descr="暗い部屋に光っている電子&#10;&#10;AI 生成コンテンツは誤りを含む可能性があります。">
            <a:extLst>
              <a:ext uri="{FF2B5EF4-FFF2-40B4-BE49-F238E27FC236}">
                <a16:creationId xmlns:a16="http://schemas.microsoft.com/office/drawing/2014/main" id="{8C79C5EF-7514-1956-409F-1E3B39631428}"/>
              </a:ext>
            </a:extLst>
          </p:cNvPr>
          <p:cNvPicPr>
            <a:picLocks noChangeAspect="1"/>
          </p:cNvPicPr>
          <p:nvPr/>
        </p:nvPicPr>
        <p:blipFill>
          <a:blip r:embed="rId4">
            <a:extLst>
              <a:ext uri="{28A0092B-C50C-407E-A947-70E740481C1C}">
                <a14:useLocalDpi xmlns:a14="http://schemas.microsoft.com/office/drawing/2010/main" val="0"/>
              </a:ext>
            </a:extLst>
          </a:blip>
          <a:srcRect l="1383" t="58238" r="-1383" b="20015"/>
          <a:stretch>
            <a:fillRect/>
          </a:stretch>
        </p:blipFill>
        <p:spPr>
          <a:xfrm>
            <a:off x="2027829" y="4011151"/>
            <a:ext cx="2216465" cy="723039"/>
          </a:xfrm>
          <a:prstGeom prst="rect">
            <a:avLst/>
          </a:prstGeom>
        </p:spPr>
      </p:pic>
      <p:pic>
        <p:nvPicPr>
          <p:cNvPr id="124" name="図 123" descr="暗い部屋に光っている電子&#10;&#10;AI 生成コンテンツは誤りを含む可能性があります。">
            <a:extLst>
              <a:ext uri="{FF2B5EF4-FFF2-40B4-BE49-F238E27FC236}">
                <a16:creationId xmlns:a16="http://schemas.microsoft.com/office/drawing/2014/main" id="{B2BC6FFB-5A1F-74F0-59D8-599566502EDD}"/>
              </a:ext>
            </a:extLst>
          </p:cNvPr>
          <p:cNvPicPr>
            <a:picLocks noChangeAspect="1"/>
          </p:cNvPicPr>
          <p:nvPr/>
        </p:nvPicPr>
        <p:blipFill>
          <a:blip r:embed="rId4">
            <a:extLst>
              <a:ext uri="{28A0092B-C50C-407E-A947-70E740481C1C}">
                <a14:useLocalDpi xmlns:a14="http://schemas.microsoft.com/office/drawing/2010/main" val="0"/>
              </a:ext>
            </a:extLst>
          </a:blip>
          <a:srcRect t="34150" b="39591"/>
          <a:stretch>
            <a:fillRect/>
          </a:stretch>
        </p:blipFill>
        <p:spPr>
          <a:xfrm>
            <a:off x="9553331" y="2056895"/>
            <a:ext cx="2216465" cy="873016"/>
          </a:xfrm>
          <a:prstGeom prst="rect">
            <a:avLst/>
          </a:prstGeom>
        </p:spPr>
      </p:pic>
      <p:pic>
        <p:nvPicPr>
          <p:cNvPr id="125" name="図 124" descr="暗い部屋に光っている電子&#10;&#10;AI 生成コンテンツは誤りを含む可能性があります。">
            <a:extLst>
              <a:ext uri="{FF2B5EF4-FFF2-40B4-BE49-F238E27FC236}">
                <a16:creationId xmlns:a16="http://schemas.microsoft.com/office/drawing/2014/main" id="{E13DACAE-2161-7FFB-ABB5-8DE5A376387C}"/>
              </a:ext>
            </a:extLst>
          </p:cNvPr>
          <p:cNvPicPr>
            <a:picLocks noChangeAspect="1"/>
          </p:cNvPicPr>
          <p:nvPr/>
        </p:nvPicPr>
        <p:blipFill>
          <a:blip r:embed="rId4">
            <a:extLst>
              <a:ext uri="{28A0092B-C50C-407E-A947-70E740481C1C}">
                <a14:useLocalDpi xmlns:a14="http://schemas.microsoft.com/office/drawing/2010/main" val="0"/>
              </a:ext>
            </a:extLst>
          </a:blip>
          <a:srcRect l="1383" t="58238" r="-1383" b="20015"/>
          <a:stretch>
            <a:fillRect/>
          </a:stretch>
        </p:blipFill>
        <p:spPr>
          <a:xfrm>
            <a:off x="-46854" y="5002075"/>
            <a:ext cx="2216465" cy="723039"/>
          </a:xfrm>
          <a:prstGeom prst="rect">
            <a:avLst/>
          </a:prstGeom>
        </p:spPr>
      </p:pic>
      <p:pic>
        <p:nvPicPr>
          <p:cNvPr id="126" name="図 125" descr="暗い背景に浮かぶ月&#10;&#10;AI 生成コンテンツは誤りを含む可能性があります。">
            <a:extLst>
              <a:ext uri="{FF2B5EF4-FFF2-40B4-BE49-F238E27FC236}">
                <a16:creationId xmlns:a16="http://schemas.microsoft.com/office/drawing/2014/main" id="{34B03A8E-9C8A-DE3E-41E0-ED63A89362D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flipH="1">
            <a:off x="1547967" y="1971070"/>
            <a:ext cx="1085875" cy="1085875"/>
          </a:xfrm>
          <a:prstGeom prst="rect">
            <a:avLst/>
          </a:prstGeom>
        </p:spPr>
      </p:pic>
      <p:pic>
        <p:nvPicPr>
          <p:cNvPr id="128" name="図 127" descr="暗い背景に浮かぶ月&#10;&#10;AI 生成コンテンツは誤りを含む可能性があります。">
            <a:extLst>
              <a:ext uri="{FF2B5EF4-FFF2-40B4-BE49-F238E27FC236}">
                <a16:creationId xmlns:a16="http://schemas.microsoft.com/office/drawing/2014/main" id="{00A31919-D0E9-9905-7E91-77CC0C3AB36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131816" y="3816304"/>
            <a:ext cx="1085875" cy="1085875"/>
          </a:xfrm>
          <a:prstGeom prst="rect">
            <a:avLst/>
          </a:prstGeom>
        </p:spPr>
      </p:pic>
      <p:pic>
        <p:nvPicPr>
          <p:cNvPr id="130" name="図 129" descr="おもちゃ, 人形, レゴ, 座る が含まれている画像&#10;&#10;AI 生成コンテンツは誤りを含む可能性があります。">
            <a:extLst>
              <a:ext uri="{FF2B5EF4-FFF2-40B4-BE49-F238E27FC236}">
                <a16:creationId xmlns:a16="http://schemas.microsoft.com/office/drawing/2014/main" id="{7E1A39AE-161C-1256-3354-2EF8774D5068}"/>
              </a:ext>
            </a:extLst>
          </p:cNvPr>
          <p:cNvPicPr>
            <a:picLocks noChangeAspect="1"/>
          </p:cNvPicPr>
          <p:nvPr/>
        </p:nvPicPr>
        <p:blipFill>
          <a:blip r:embed="rId11">
            <a:extLst>
              <a:ext uri="{28A0092B-C50C-407E-A947-70E740481C1C}">
                <a14:useLocalDpi xmlns:a14="http://schemas.microsoft.com/office/drawing/2010/main" val="0"/>
              </a:ext>
            </a:extLst>
          </a:blip>
          <a:stretch>
            <a:fillRect/>
          </a:stretch>
        </p:blipFill>
        <p:spPr>
          <a:xfrm>
            <a:off x="693069" y="3600502"/>
            <a:ext cx="681453" cy="1108539"/>
          </a:xfrm>
          <a:prstGeom prst="rect">
            <a:avLst/>
          </a:prstGeom>
        </p:spPr>
      </p:pic>
      <p:pic>
        <p:nvPicPr>
          <p:cNvPr id="131" name="図 130" descr="コンピュータ が含まれている画像&#10;&#10;AI 生成コンテンツは誤りを含む可能性があります。">
            <a:extLst>
              <a:ext uri="{FF2B5EF4-FFF2-40B4-BE49-F238E27FC236}">
                <a16:creationId xmlns:a16="http://schemas.microsoft.com/office/drawing/2014/main" id="{F57F716E-EF0B-769A-62DB-730D11FE6488}"/>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1140622" y="1518389"/>
            <a:ext cx="344987" cy="517480"/>
          </a:xfrm>
          <a:prstGeom prst="rect">
            <a:avLst/>
          </a:prstGeom>
          <a:effectLst>
            <a:glow rad="63500">
              <a:schemeClr val="accent2">
                <a:satMod val="175000"/>
                <a:alpha val="55000"/>
              </a:schemeClr>
            </a:glow>
          </a:effectLst>
        </p:spPr>
      </p:pic>
      <p:pic>
        <p:nvPicPr>
          <p:cNvPr id="133" name="図 132" descr="アイコン が含まれている画像&#10;&#10;AI 生成コンテンツは誤りを含む可能性があります。">
            <a:extLst>
              <a:ext uri="{FF2B5EF4-FFF2-40B4-BE49-F238E27FC236}">
                <a16:creationId xmlns:a16="http://schemas.microsoft.com/office/drawing/2014/main" id="{DF26D95F-DDA2-9A73-A33E-6E050EBEC269}"/>
              </a:ext>
            </a:extLst>
          </p:cNvPr>
          <p:cNvPicPr>
            <a:picLocks noChangeAspect="1"/>
          </p:cNvPicPr>
          <p:nvPr/>
        </p:nvPicPr>
        <p:blipFill>
          <a:blip r:embed="rId12">
            <a:extLst>
              <a:ext uri="{28A0092B-C50C-407E-A947-70E740481C1C}">
                <a14:useLocalDpi xmlns:a14="http://schemas.microsoft.com/office/drawing/2010/main" val="0"/>
              </a:ext>
            </a:extLst>
          </a:blip>
          <a:srcRect l="7182" t="29218" r="50000" b="33333"/>
          <a:stretch>
            <a:fillRect/>
          </a:stretch>
        </p:blipFill>
        <p:spPr>
          <a:xfrm>
            <a:off x="2027829" y="2355948"/>
            <a:ext cx="538406" cy="706322"/>
          </a:xfrm>
          <a:prstGeom prst="rect">
            <a:avLst/>
          </a:prstGeom>
        </p:spPr>
      </p:pic>
      <p:pic>
        <p:nvPicPr>
          <p:cNvPr id="134" name="図 133" descr="アイコン が含まれている画像&#10;&#10;AI 生成コンテンツは誤りを含む可能性があります。">
            <a:extLst>
              <a:ext uri="{FF2B5EF4-FFF2-40B4-BE49-F238E27FC236}">
                <a16:creationId xmlns:a16="http://schemas.microsoft.com/office/drawing/2014/main" id="{A5D4C6AF-76D0-F36E-A036-2D823980382A}"/>
              </a:ext>
            </a:extLst>
          </p:cNvPr>
          <p:cNvPicPr>
            <a:picLocks noChangeAspect="1"/>
          </p:cNvPicPr>
          <p:nvPr/>
        </p:nvPicPr>
        <p:blipFill>
          <a:blip r:embed="rId12">
            <a:extLst>
              <a:ext uri="{28A0092B-C50C-407E-A947-70E740481C1C}">
                <a14:useLocalDpi xmlns:a14="http://schemas.microsoft.com/office/drawing/2010/main" val="0"/>
              </a:ext>
            </a:extLst>
          </a:blip>
          <a:srcRect l="50343" t="28359" r="6839" b="34192"/>
          <a:stretch>
            <a:fillRect/>
          </a:stretch>
        </p:blipFill>
        <p:spPr>
          <a:xfrm>
            <a:off x="1033795" y="4064783"/>
            <a:ext cx="538406" cy="706322"/>
          </a:xfrm>
          <a:prstGeom prst="rect">
            <a:avLst/>
          </a:prstGeom>
        </p:spPr>
      </p:pic>
      <p:pic>
        <p:nvPicPr>
          <p:cNvPr id="135" name="図 134" descr="アイコン が含まれている画像&#10;&#10;AI 生成コンテンツは誤りを含む可能性があります。">
            <a:extLst>
              <a:ext uri="{FF2B5EF4-FFF2-40B4-BE49-F238E27FC236}">
                <a16:creationId xmlns:a16="http://schemas.microsoft.com/office/drawing/2014/main" id="{9F7BC48F-9246-2895-F68E-CB5626AEF9B4}"/>
              </a:ext>
            </a:extLst>
          </p:cNvPr>
          <p:cNvPicPr>
            <a:picLocks noChangeAspect="1"/>
          </p:cNvPicPr>
          <p:nvPr/>
        </p:nvPicPr>
        <p:blipFill>
          <a:blip r:embed="rId12">
            <a:extLst>
              <a:ext uri="{28A0092B-C50C-407E-A947-70E740481C1C}">
                <a14:useLocalDpi xmlns:a14="http://schemas.microsoft.com/office/drawing/2010/main" val="0"/>
              </a:ext>
            </a:extLst>
          </a:blip>
          <a:srcRect l="50343" t="28359" r="6839" b="34192"/>
          <a:stretch>
            <a:fillRect/>
          </a:stretch>
        </p:blipFill>
        <p:spPr>
          <a:xfrm>
            <a:off x="5955198" y="3200219"/>
            <a:ext cx="538406" cy="706322"/>
          </a:xfrm>
          <a:prstGeom prst="rect">
            <a:avLst/>
          </a:prstGeom>
        </p:spPr>
      </p:pic>
      <p:sp>
        <p:nvSpPr>
          <p:cNvPr id="136" name="テキスト ボックス 135">
            <a:extLst>
              <a:ext uri="{FF2B5EF4-FFF2-40B4-BE49-F238E27FC236}">
                <a16:creationId xmlns:a16="http://schemas.microsoft.com/office/drawing/2014/main" id="{085622B8-E616-A9B2-E166-5B1CC28C0DE6}"/>
              </a:ext>
            </a:extLst>
          </p:cNvPr>
          <p:cNvSpPr txBox="1"/>
          <p:nvPr/>
        </p:nvSpPr>
        <p:spPr>
          <a:xfrm>
            <a:off x="2112000" y="2472908"/>
            <a:ext cx="377667" cy="461665"/>
          </a:xfrm>
          <a:prstGeom prst="rect">
            <a:avLst/>
          </a:prstGeom>
          <a:noFill/>
        </p:spPr>
        <p:txBody>
          <a:bodyPr wrap="none" rtlCol="0">
            <a:spAutoFit/>
          </a:bodyPr>
          <a:lstStyle/>
          <a:p>
            <a:r>
              <a:rPr kumimoji="1" lang="en-US" altLang="ja-JP" sz="2400" spc="130" dirty="0">
                <a:solidFill>
                  <a:srgbClr val="FFFF00"/>
                </a:solidFill>
                <a:latin typeface="Stencil" panose="040409050D0802020404" pitchFamily="82" charset="0"/>
                <a:ea typeface="Segoe UI Black" panose="020B0A02040204020203" pitchFamily="34" charset="0"/>
              </a:rPr>
              <a:t>3</a:t>
            </a:r>
            <a:endParaRPr kumimoji="1" lang="ja-JP" altLang="en-US" sz="2400" spc="130" dirty="0">
              <a:solidFill>
                <a:srgbClr val="FFFF00"/>
              </a:solidFill>
              <a:latin typeface="Stencil" panose="040409050D0802020404" pitchFamily="82" charset="0"/>
            </a:endParaRPr>
          </a:p>
        </p:txBody>
      </p:sp>
      <p:sp>
        <p:nvSpPr>
          <p:cNvPr id="137" name="テキスト ボックス 136">
            <a:extLst>
              <a:ext uri="{FF2B5EF4-FFF2-40B4-BE49-F238E27FC236}">
                <a16:creationId xmlns:a16="http://schemas.microsoft.com/office/drawing/2014/main" id="{4F82242A-5F5B-7190-79B6-97EC494256BF}"/>
              </a:ext>
            </a:extLst>
          </p:cNvPr>
          <p:cNvSpPr txBox="1"/>
          <p:nvPr/>
        </p:nvSpPr>
        <p:spPr>
          <a:xfrm>
            <a:off x="1124281" y="4194093"/>
            <a:ext cx="377667" cy="461665"/>
          </a:xfrm>
          <a:prstGeom prst="rect">
            <a:avLst/>
          </a:prstGeom>
          <a:noFill/>
        </p:spPr>
        <p:txBody>
          <a:bodyPr wrap="none" rtlCol="0">
            <a:spAutoFit/>
          </a:bodyPr>
          <a:lstStyle/>
          <a:p>
            <a:r>
              <a:rPr lang="en-US" altLang="ja-JP" sz="2400" spc="130" dirty="0">
                <a:solidFill>
                  <a:srgbClr val="FFFF00"/>
                </a:solidFill>
                <a:latin typeface="Stencil" panose="040409050D0802020404" pitchFamily="82" charset="0"/>
                <a:ea typeface="Segoe UI Black" panose="020B0A02040204020203" pitchFamily="34" charset="0"/>
              </a:rPr>
              <a:t>5</a:t>
            </a:r>
            <a:endParaRPr kumimoji="1" lang="ja-JP" altLang="en-US" sz="2400" spc="130" dirty="0">
              <a:solidFill>
                <a:srgbClr val="FFFF00"/>
              </a:solidFill>
              <a:latin typeface="Stencil" panose="040409050D0802020404" pitchFamily="82" charset="0"/>
            </a:endParaRPr>
          </a:p>
        </p:txBody>
      </p:sp>
      <p:grpSp>
        <p:nvGrpSpPr>
          <p:cNvPr id="146" name="グループ化 145">
            <a:extLst>
              <a:ext uri="{FF2B5EF4-FFF2-40B4-BE49-F238E27FC236}">
                <a16:creationId xmlns:a16="http://schemas.microsoft.com/office/drawing/2014/main" id="{743FC590-D4A7-400F-B674-1AC8B4647FF9}"/>
              </a:ext>
            </a:extLst>
          </p:cNvPr>
          <p:cNvGrpSpPr/>
          <p:nvPr/>
        </p:nvGrpSpPr>
        <p:grpSpPr>
          <a:xfrm>
            <a:off x="7547481" y="2301116"/>
            <a:ext cx="765185" cy="706322"/>
            <a:chOff x="7547481" y="2301116"/>
            <a:chExt cx="765185" cy="706322"/>
          </a:xfrm>
        </p:grpSpPr>
        <p:grpSp>
          <p:nvGrpSpPr>
            <p:cNvPr id="140" name="グループ化 139">
              <a:extLst>
                <a:ext uri="{FF2B5EF4-FFF2-40B4-BE49-F238E27FC236}">
                  <a16:creationId xmlns:a16="http://schemas.microsoft.com/office/drawing/2014/main" id="{9CC09D61-EC93-040D-F821-0DB4E965CE0E}"/>
                </a:ext>
              </a:extLst>
            </p:cNvPr>
            <p:cNvGrpSpPr/>
            <p:nvPr/>
          </p:nvGrpSpPr>
          <p:grpSpPr>
            <a:xfrm>
              <a:off x="7774260" y="2301116"/>
              <a:ext cx="538406" cy="706322"/>
              <a:chOff x="7774260" y="2320166"/>
              <a:chExt cx="538406" cy="706322"/>
            </a:xfrm>
          </p:grpSpPr>
          <p:pic>
            <p:nvPicPr>
              <p:cNvPr id="65" name="図 64" descr="アイコン が含まれている画像&#10;&#10;AI 生成コンテンツは誤りを含む可能性があります。">
                <a:extLst>
                  <a:ext uri="{FF2B5EF4-FFF2-40B4-BE49-F238E27FC236}">
                    <a16:creationId xmlns:a16="http://schemas.microsoft.com/office/drawing/2014/main" id="{6C8CF18E-29EF-8941-5D0F-D421014CFE88}"/>
                  </a:ext>
                </a:extLst>
              </p:cNvPr>
              <p:cNvPicPr>
                <a:picLocks noChangeAspect="1"/>
              </p:cNvPicPr>
              <p:nvPr/>
            </p:nvPicPr>
            <p:blipFill>
              <a:blip r:embed="rId12">
                <a:extLst>
                  <a:ext uri="{28A0092B-C50C-407E-A947-70E740481C1C}">
                    <a14:useLocalDpi xmlns:a14="http://schemas.microsoft.com/office/drawing/2010/main" val="0"/>
                  </a:ext>
                </a:extLst>
              </a:blip>
              <a:srcRect l="7182" t="29218" r="50000" b="33333"/>
              <a:stretch>
                <a:fillRect/>
              </a:stretch>
            </p:blipFill>
            <p:spPr>
              <a:xfrm>
                <a:off x="7774260" y="2320166"/>
                <a:ext cx="538406" cy="706322"/>
              </a:xfrm>
              <a:prstGeom prst="rect">
                <a:avLst/>
              </a:prstGeom>
            </p:spPr>
          </p:pic>
          <p:sp>
            <p:nvSpPr>
              <p:cNvPr id="138" name="テキスト ボックス 137">
                <a:extLst>
                  <a:ext uri="{FF2B5EF4-FFF2-40B4-BE49-F238E27FC236}">
                    <a16:creationId xmlns:a16="http://schemas.microsoft.com/office/drawing/2014/main" id="{C5598F57-B46A-BD1E-2DBE-CC96926EFFDB}"/>
                  </a:ext>
                </a:extLst>
              </p:cNvPr>
              <p:cNvSpPr txBox="1"/>
              <p:nvPr/>
            </p:nvSpPr>
            <p:spPr>
              <a:xfrm>
                <a:off x="7855020" y="2438564"/>
                <a:ext cx="377667" cy="461665"/>
              </a:xfrm>
              <a:prstGeom prst="rect">
                <a:avLst/>
              </a:prstGeom>
              <a:noFill/>
            </p:spPr>
            <p:txBody>
              <a:bodyPr wrap="none" rtlCol="0">
                <a:spAutoFit/>
              </a:bodyPr>
              <a:lstStyle/>
              <a:p>
                <a:r>
                  <a:rPr kumimoji="1" lang="en-US" altLang="ja-JP" sz="2400" spc="130" dirty="0">
                    <a:solidFill>
                      <a:srgbClr val="FFFF00"/>
                    </a:solidFill>
                    <a:latin typeface="Stencil" panose="040409050D0802020404" pitchFamily="82" charset="0"/>
                    <a:ea typeface="Segoe UI Black" panose="020B0A02040204020203" pitchFamily="34" charset="0"/>
                  </a:rPr>
                  <a:t>3</a:t>
                </a:r>
                <a:endParaRPr kumimoji="1" lang="ja-JP" altLang="en-US" sz="2400" spc="130" dirty="0">
                  <a:solidFill>
                    <a:srgbClr val="FFFF00"/>
                  </a:solidFill>
                  <a:latin typeface="Stencil" panose="040409050D0802020404" pitchFamily="82" charset="0"/>
                </a:endParaRPr>
              </a:p>
            </p:txBody>
          </p:sp>
        </p:grpSp>
        <p:sp>
          <p:nvSpPr>
            <p:cNvPr id="141" name="フローチャート: 手作業 140">
              <a:extLst>
                <a:ext uri="{FF2B5EF4-FFF2-40B4-BE49-F238E27FC236}">
                  <a16:creationId xmlns:a16="http://schemas.microsoft.com/office/drawing/2014/main" id="{8ED9F4E5-A54C-4923-A861-944F9A6F4397}"/>
                </a:ext>
              </a:extLst>
            </p:cNvPr>
            <p:cNvSpPr/>
            <p:nvPr/>
          </p:nvSpPr>
          <p:spPr>
            <a:xfrm rot="5629261">
              <a:off x="7801339" y="2549663"/>
              <a:ext cx="89447" cy="597164"/>
            </a:xfrm>
            <a:prstGeom prst="flowChartManualOperation">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42" name="テキスト ボックス 141">
            <a:extLst>
              <a:ext uri="{FF2B5EF4-FFF2-40B4-BE49-F238E27FC236}">
                <a16:creationId xmlns:a16="http://schemas.microsoft.com/office/drawing/2014/main" id="{3881A5BB-7ECE-E0E3-F282-7DA677FEF5C2}"/>
              </a:ext>
            </a:extLst>
          </p:cNvPr>
          <p:cNvSpPr txBox="1"/>
          <p:nvPr/>
        </p:nvSpPr>
        <p:spPr>
          <a:xfrm>
            <a:off x="6048120" y="3331196"/>
            <a:ext cx="377667" cy="461665"/>
          </a:xfrm>
          <a:prstGeom prst="rect">
            <a:avLst/>
          </a:prstGeom>
          <a:noFill/>
        </p:spPr>
        <p:txBody>
          <a:bodyPr wrap="none" rtlCol="0">
            <a:spAutoFit/>
          </a:bodyPr>
          <a:lstStyle/>
          <a:p>
            <a:r>
              <a:rPr lang="en-US" altLang="ja-JP" sz="2400" spc="130" dirty="0">
                <a:solidFill>
                  <a:srgbClr val="FFFF00"/>
                </a:solidFill>
                <a:latin typeface="Stencil" panose="040409050D0802020404" pitchFamily="82" charset="0"/>
                <a:ea typeface="Segoe UI Black" panose="020B0A02040204020203" pitchFamily="34" charset="0"/>
              </a:rPr>
              <a:t>5</a:t>
            </a:r>
            <a:endParaRPr kumimoji="1" lang="ja-JP" altLang="en-US" sz="2400" spc="130" dirty="0">
              <a:solidFill>
                <a:srgbClr val="FFFF00"/>
              </a:solidFill>
              <a:latin typeface="Stencil" panose="040409050D0802020404" pitchFamily="82" charset="0"/>
            </a:endParaRPr>
          </a:p>
        </p:txBody>
      </p:sp>
      <p:sp>
        <p:nvSpPr>
          <p:cNvPr id="143" name="テキスト ボックス 142">
            <a:extLst>
              <a:ext uri="{FF2B5EF4-FFF2-40B4-BE49-F238E27FC236}">
                <a16:creationId xmlns:a16="http://schemas.microsoft.com/office/drawing/2014/main" id="{150D277A-941E-B2B4-AE61-1DDEB6E5DD2F}"/>
              </a:ext>
            </a:extLst>
          </p:cNvPr>
          <p:cNvSpPr txBox="1"/>
          <p:nvPr/>
        </p:nvSpPr>
        <p:spPr>
          <a:xfrm>
            <a:off x="6088707" y="5155723"/>
            <a:ext cx="377667" cy="461665"/>
          </a:xfrm>
          <a:prstGeom prst="rect">
            <a:avLst/>
          </a:prstGeom>
          <a:noFill/>
        </p:spPr>
        <p:txBody>
          <a:bodyPr wrap="none" rtlCol="0">
            <a:spAutoFit/>
          </a:bodyPr>
          <a:lstStyle/>
          <a:p>
            <a:r>
              <a:rPr kumimoji="1" lang="en-US" altLang="ja-JP" sz="2400" spc="130" dirty="0">
                <a:solidFill>
                  <a:srgbClr val="FFFF00"/>
                </a:solidFill>
                <a:latin typeface="Stencil" panose="040409050D0802020404" pitchFamily="82" charset="0"/>
                <a:ea typeface="Segoe UI Black" panose="020B0A02040204020203" pitchFamily="34" charset="0"/>
              </a:rPr>
              <a:t>2</a:t>
            </a:r>
            <a:endParaRPr kumimoji="1" lang="ja-JP" altLang="en-US" sz="2400" spc="130" dirty="0">
              <a:solidFill>
                <a:srgbClr val="FFFF00"/>
              </a:solidFill>
              <a:latin typeface="Stencil" panose="040409050D0802020404" pitchFamily="82" charset="0"/>
            </a:endParaRPr>
          </a:p>
        </p:txBody>
      </p:sp>
      <p:sp>
        <p:nvSpPr>
          <p:cNvPr id="144" name="テキスト ボックス 143">
            <a:extLst>
              <a:ext uri="{FF2B5EF4-FFF2-40B4-BE49-F238E27FC236}">
                <a16:creationId xmlns:a16="http://schemas.microsoft.com/office/drawing/2014/main" id="{F9DD0B20-AABF-AF35-90C9-A39308367644}"/>
              </a:ext>
            </a:extLst>
          </p:cNvPr>
          <p:cNvSpPr txBox="1"/>
          <p:nvPr/>
        </p:nvSpPr>
        <p:spPr>
          <a:xfrm>
            <a:off x="1140622" y="1536470"/>
            <a:ext cx="377667" cy="461665"/>
          </a:xfrm>
          <a:prstGeom prst="rect">
            <a:avLst/>
          </a:prstGeom>
          <a:noFill/>
        </p:spPr>
        <p:txBody>
          <a:bodyPr wrap="none" rtlCol="0">
            <a:spAutoFit/>
          </a:bodyPr>
          <a:lstStyle/>
          <a:p>
            <a:r>
              <a:rPr lang="en-US" altLang="ja-JP" sz="2400" spc="130" dirty="0">
                <a:solidFill>
                  <a:srgbClr val="FFFF00"/>
                </a:solidFill>
                <a:latin typeface="Stencil" panose="040409050D0802020404" pitchFamily="82" charset="0"/>
                <a:ea typeface="Segoe UI Black" panose="020B0A02040204020203" pitchFamily="34" charset="0"/>
              </a:rPr>
              <a:t>5</a:t>
            </a:r>
            <a:endParaRPr kumimoji="1" lang="ja-JP" altLang="en-US" sz="2400" spc="130" dirty="0">
              <a:solidFill>
                <a:srgbClr val="FFFF00"/>
              </a:solidFill>
              <a:latin typeface="Stencil" panose="040409050D0802020404" pitchFamily="82" charset="0"/>
            </a:endParaRPr>
          </a:p>
        </p:txBody>
      </p:sp>
      <p:sp>
        <p:nvSpPr>
          <p:cNvPr id="145" name="フローチャート: 手作業 144">
            <a:extLst>
              <a:ext uri="{FF2B5EF4-FFF2-40B4-BE49-F238E27FC236}">
                <a16:creationId xmlns:a16="http://schemas.microsoft.com/office/drawing/2014/main" id="{C8C800B9-D812-C48E-F9D6-88824A86BC65}"/>
              </a:ext>
            </a:extLst>
          </p:cNvPr>
          <p:cNvSpPr/>
          <p:nvPr/>
        </p:nvSpPr>
        <p:spPr>
          <a:xfrm rot="5629261">
            <a:off x="2058152" y="2596856"/>
            <a:ext cx="89447" cy="597164"/>
          </a:xfrm>
          <a:prstGeom prst="flowChartManualOperation">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47" name="グループ化 146">
            <a:extLst>
              <a:ext uri="{FF2B5EF4-FFF2-40B4-BE49-F238E27FC236}">
                <a16:creationId xmlns:a16="http://schemas.microsoft.com/office/drawing/2014/main" id="{DCC77B22-D545-EC14-0145-BB3391502790}"/>
              </a:ext>
            </a:extLst>
          </p:cNvPr>
          <p:cNvGrpSpPr/>
          <p:nvPr/>
        </p:nvGrpSpPr>
        <p:grpSpPr>
          <a:xfrm>
            <a:off x="9358227" y="4215152"/>
            <a:ext cx="765185" cy="706322"/>
            <a:chOff x="7547481" y="2301116"/>
            <a:chExt cx="765185" cy="706322"/>
          </a:xfrm>
        </p:grpSpPr>
        <p:grpSp>
          <p:nvGrpSpPr>
            <p:cNvPr id="148" name="グループ化 147">
              <a:extLst>
                <a:ext uri="{FF2B5EF4-FFF2-40B4-BE49-F238E27FC236}">
                  <a16:creationId xmlns:a16="http://schemas.microsoft.com/office/drawing/2014/main" id="{829FAFE9-4B0A-AE06-460C-B6908EF51B94}"/>
                </a:ext>
              </a:extLst>
            </p:cNvPr>
            <p:cNvGrpSpPr/>
            <p:nvPr/>
          </p:nvGrpSpPr>
          <p:grpSpPr>
            <a:xfrm>
              <a:off x="7774260" y="2301116"/>
              <a:ext cx="538406" cy="706322"/>
              <a:chOff x="7774260" y="2320166"/>
              <a:chExt cx="538406" cy="706322"/>
            </a:xfrm>
          </p:grpSpPr>
          <p:pic>
            <p:nvPicPr>
              <p:cNvPr id="150" name="図 149" descr="アイコン が含まれている画像&#10;&#10;AI 生成コンテンツは誤りを含む可能性があります。">
                <a:extLst>
                  <a:ext uri="{FF2B5EF4-FFF2-40B4-BE49-F238E27FC236}">
                    <a16:creationId xmlns:a16="http://schemas.microsoft.com/office/drawing/2014/main" id="{6AA13CAF-7A01-895B-9072-B6BE81B07FDE}"/>
                  </a:ext>
                </a:extLst>
              </p:cNvPr>
              <p:cNvPicPr>
                <a:picLocks noChangeAspect="1"/>
              </p:cNvPicPr>
              <p:nvPr/>
            </p:nvPicPr>
            <p:blipFill>
              <a:blip r:embed="rId12">
                <a:extLst>
                  <a:ext uri="{28A0092B-C50C-407E-A947-70E740481C1C}">
                    <a14:useLocalDpi xmlns:a14="http://schemas.microsoft.com/office/drawing/2010/main" val="0"/>
                  </a:ext>
                </a:extLst>
              </a:blip>
              <a:srcRect l="7182" t="29218" r="50000" b="33333"/>
              <a:stretch>
                <a:fillRect/>
              </a:stretch>
            </p:blipFill>
            <p:spPr>
              <a:xfrm>
                <a:off x="7774260" y="2320166"/>
                <a:ext cx="538406" cy="706322"/>
              </a:xfrm>
              <a:prstGeom prst="rect">
                <a:avLst/>
              </a:prstGeom>
            </p:spPr>
          </p:pic>
          <p:sp>
            <p:nvSpPr>
              <p:cNvPr id="151" name="テキスト ボックス 150">
                <a:extLst>
                  <a:ext uri="{FF2B5EF4-FFF2-40B4-BE49-F238E27FC236}">
                    <a16:creationId xmlns:a16="http://schemas.microsoft.com/office/drawing/2014/main" id="{9599F05B-6A15-D019-3A82-DDBF8E9B0C6A}"/>
                  </a:ext>
                </a:extLst>
              </p:cNvPr>
              <p:cNvSpPr txBox="1"/>
              <p:nvPr/>
            </p:nvSpPr>
            <p:spPr>
              <a:xfrm>
                <a:off x="7855020" y="2438564"/>
                <a:ext cx="377667" cy="461665"/>
              </a:xfrm>
              <a:prstGeom prst="rect">
                <a:avLst/>
              </a:prstGeom>
              <a:noFill/>
            </p:spPr>
            <p:txBody>
              <a:bodyPr wrap="none" rtlCol="0">
                <a:spAutoFit/>
              </a:bodyPr>
              <a:lstStyle/>
              <a:p>
                <a:r>
                  <a:rPr kumimoji="1" lang="en-US" altLang="ja-JP" sz="2400" spc="130" dirty="0">
                    <a:solidFill>
                      <a:srgbClr val="FFFF00"/>
                    </a:solidFill>
                    <a:latin typeface="Stencil" panose="040409050D0802020404" pitchFamily="82" charset="0"/>
                    <a:ea typeface="Segoe UI Black" panose="020B0A02040204020203" pitchFamily="34" charset="0"/>
                  </a:rPr>
                  <a:t>3</a:t>
                </a:r>
                <a:endParaRPr kumimoji="1" lang="ja-JP" altLang="en-US" sz="2400" spc="130" dirty="0">
                  <a:solidFill>
                    <a:srgbClr val="FFFF00"/>
                  </a:solidFill>
                  <a:latin typeface="Stencil" panose="040409050D0802020404" pitchFamily="82" charset="0"/>
                </a:endParaRPr>
              </a:p>
            </p:txBody>
          </p:sp>
        </p:grpSp>
        <p:sp>
          <p:nvSpPr>
            <p:cNvPr id="149" name="フローチャート: 手作業 148">
              <a:extLst>
                <a:ext uri="{FF2B5EF4-FFF2-40B4-BE49-F238E27FC236}">
                  <a16:creationId xmlns:a16="http://schemas.microsoft.com/office/drawing/2014/main" id="{44D589C4-C52F-30C9-0947-F101AA480B85}"/>
                </a:ext>
              </a:extLst>
            </p:cNvPr>
            <p:cNvSpPr/>
            <p:nvPr/>
          </p:nvSpPr>
          <p:spPr>
            <a:xfrm rot="5629261">
              <a:off x="7801339" y="2549663"/>
              <a:ext cx="89447" cy="597164"/>
            </a:xfrm>
            <a:prstGeom prst="flowChartManualOperation">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54" name="四角形: 角を丸くする 153">
            <a:extLst>
              <a:ext uri="{FF2B5EF4-FFF2-40B4-BE49-F238E27FC236}">
                <a16:creationId xmlns:a16="http://schemas.microsoft.com/office/drawing/2014/main" id="{26CC08B0-397C-112B-122E-D238249CDC79}"/>
              </a:ext>
            </a:extLst>
          </p:cNvPr>
          <p:cNvSpPr/>
          <p:nvPr/>
        </p:nvSpPr>
        <p:spPr>
          <a:xfrm>
            <a:off x="195558" y="5796510"/>
            <a:ext cx="914400" cy="914400"/>
          </a:xfrm>
          <a:prstGeom prst="roundRect">
            <a:avLst/>
          </a:prstGeom>
          <a:solidFill>
            <a:schemeClr val="bg1">
              <a:lumMod val="95000"/>
              <a:alpha val="40000"/>
            </a:schemeClr>
          </a:solidFill>
          <a:ln w="254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53" name="図 152">
            <a:extLst>
              <a:ext uri="{FF2B5EF4-FFF2-40B4-BE49-F238E27FC236}">
                <a16:creationId xmlns:a16="http://schemas.microsoft.com/office/drawing/2014/main" id="{BDA54738-17ED-8DF2-9AFA-A68850AA95A8}"/>
              </a:ext>
            </a:extLst>
          </p:cNvPr>
          <p:cNvPicPr>
            <a:picLocks noChangeAspect="1"/>
          </p:cNvPicPr>
          <p:nvPr/>
        </p:nvPicPr>
        <p:blipFill>
          <a:blip r:embed="rId13">
            <a:extLst>
              <a:ext uri="{28A0092B-C50C-407E-A947-70E740481C1C}">
                <a14:useLocalDpi xmlns:a14="http://schemas.microsoft.com/office/drawing/2010/main" val="0"/>
              </a:ext>
            </a:extLst>
          </a:blip>
          <a:srcRect l="11519" r="77560"/>
          <a:stretch>
            <a:fillRect/>
          </a:stretch>
        </p:blipFill>
        <p:spPr>
          <a:xfrm>
            <a:off x="321338" y="6105525"/>
            <a:ext cx="668110" cy="703915"/>
          </a:xfrm>
          <a:prstGeom prst="rect">
            <a:avLst/>
          </a:prstGeom>
        </p:spPr>
      </p:pic>
      <p:sp>
        <p:nvSpPr>
          <p:cNvPr id="158" name="四角形: 角を丸くする 157">
            <a:extLst>
              <a:ext uri="{FF2B5EF4-FFF2-40B4-BE49-F238E27FC236}">
                <a16:creationId xmlns:a16="http://schemas.microsoft.com/office/drawing/2014/main" id="{D2412074-5FC6-2B83-3CEC-085C95BE5E34}"/>
              </a:ext>
            </a:extLst>
          </p:cNvPr>
          <p:cNvSpPr/>
          <p:nvPr/>
        </p:nvSpPr>
        <p:spPr>
          <a:xfrm>
            <a:off x="1178964" y="5796510"/>
            <a:ext cx="914400" cy="914400"/>
          </a:xfrm>
          <a:prstGeom prst="roundRect">
            <a:avLst/>
          </a:prstGeom>
          <a:solidFill>
            <a:schemeClr val="bg1">
              <a:lumMod val="95000"/>
              <a:alpha val="40000"/>
            </a:schemeClr>
          </a:solidFill>
          <a:ln w="254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59" name="図 158">
            <a:extLst>
              <a:ext uri="{FF2B5EF4-FFF2-40B4-BE49-F238E27FC236}">
                <a16:creationId xmlns:a16="http://schemas.microsoft.com/office/drawing/2014/main" id="{19CA2894-1B89-2EB7-CF1E-A9ABC353D705}"/>
              </a:ext>
            </a:extLst>
          </p:cNvPr>
          <p:cNvPicPr>
            <a:picLocks noChangeAspect="1"/>
          </p:cNvPicPr>
          <p:nvPr/>
        </p:nvPicPr>
        <p:blipFill>
          <a:blip r:embed="rId13">
            <a:extLst>
              <a:ext uri="{28A0092B-C50C-407E-A947-70E740481C1C}">
                <a14:useLocalDpi xmlns:a14="http://schemas.microsoft.com/office/drawing/2010/main" val="0"/>
              </a:ext>
            </a:extLst>
          </a:blip>
          <a:srcRect l="33520" t="-1605" r="52761" b="1605"/>
          <a:stretch>
            <a:fillRect/>
          </a:stretch>
        </p:blipFill>
        <p:spPr>
          <a:xfrm>
            <a:off x="1238569" y="6105525"/>
            <a:ext cx="806967" cy="676781"/>
          </a:xfrm>
          <a:prstGeom prst="rect">
            <a:avLst/>
          </a:prstGeom>
        </p:spPr>
      </p:pic>
      <p:sp>
        <p:nvSpPr>
          <p:cNvPr id="160" name="四角形: 角を丸くする 159">
            <a:extLst>
              <a:ext uri="{FF2B5EF4-FFF2-40B4-BE49-F238E27FC236}">
                <a16:creationId xmlns:a16="http://schemas.microsoft.com/office/drawing/2014/main" id="{2D82DC77-B6EF-F1A0-4974-380A1A22D319}"/>
              </a:ext>
            </a:extLst>
          </p:cNvPr>
          <p:cNvSpPr/>
          <p:nvPr/>
        </p:nvSpPr>
        <p:spPr>
          <a:xfrm>
            <a:off x="2162370" y="5796510"/>
            <a:ext cx="914400" cy="914400"/>
          </a:xfrm>
          <a:prstGeom prst="roundRect">
            <a:avLst/>
          </a:prstGeom>
          <a:solidFill>
            <a:schemeClr val="bg1">
              <a:lumMod val="95000"/>
              <a:alpha val="40000"/>
            </a:schemeClr>
          </a:solidFill>
          <a:ln w="254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1" name="四角形: 角を丸くする 160">
            <a:extLst>
              <a:ext uri="{FF2B5EF4-FFF2-40B4-BE49-F238E27FC236}">
                <a16:creationId xmlns:a16="http://schemas.microsoft.com/office/drawing/2014/main" id="{E3F40266-2AEC-15FC-06CF-531A22369662}"/>
              </a:ext>
            </a:extLst>
          </p:cNvPr>
          <p:cNvSpPr/>
          <p:nvPr/>
        </p:nvSpPr>
        <p:spPr>
          <a:xfrm>
            <a:off x="3145777" y="5806192"/>
            <a:ext cx="914400" cy="914400"/>
          </a:xfrm>
          <a:prstGeom prst="roundRect">
            <a:avLst/>
          </a:prstGeom>
          <a:solidFill>
            <a:schemeClr val="bg1">
              <a:lumMod val="95000"/>
              <a:alpha val="40000"/>
            </a:schemeClr>
          </a:solidFill>
          <a:ln w="254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63" name="図 162">
            <a:extLst>
              <a:ext uri="{FF2B5EF4-FFF2-40B4-BE49-F238E27FC236}">
                <a16:creationId xmlns:a16="http://schemas.microsoft.com/office/drawing/2014/main" id="{349E4C0B-173D-D37D-7508-3165A413DA83}"/>
              </a:ext>
            </a:extLst>
          </p:cNvPr>
          <p:cNvPicPr>
            <a:picLocks noChangeAspect="1"/>
          </p:cNvPicPr>
          <p:nvPr/>
        </p:nvPicPr>
        <p:blipFill>
          <a:blip r:embed="rId13">
            <a:extLst>
              <a:ext uri="{28A0092B-C50C-407E-A947-70E740481C1C}">
                <a14:useLocalDpi xmlns:a14="http://schemas.microsoft.com/office/drawing/2010/main" val="0"/>
              </a:ext>
            </a:extLst>
          </a:blip>
          <a:srcRect l="52303" t="-12902" r="36204" b="12902"/>
          <a:stretch>
            <a:fillRect/>
          </a:stretch>
        </p:blipFill>
        <p:spPr>
          <a:xfrm>
            <a:off x="2287181" y="6042891"/>
            <a:ext cx="676052" cy="676781"/>
          </a:xfrm>
          <a:prstGeom prst="rect">
            <a:avLst/>
          </a:prstGeom>
        </p:spPr>
      </p:pic>
      <p:pic>
        <p:nvPicPr>
          <p:cNvPr id="164" name="図 163">
            <a:extLst>
              <a:ext uri="{FF2B5EF4-FFF2-40B4-BE49-F238E27FC236}">
                <a16:creationId xmlns:a16="http://schemas.microsoft.com/office/drawing/2014/main" id="{20A55C7B-CB96-102C-5A70-F8806E48DDCE}"/>
              </a:ext>
            </a:extLst>
          </p:cNvPr>
          <p:cNvPicPr>
            <a:picLocks noChangeAspect="1"/>
          </p:cNvPicPr>
          <p:nvPr/>
        </p:nvPicPr>
        <p:blipFill>
          <a:blip r:embed="rId13">
            <a:extLst>
              <a:ext uri="{28A0092B-C50C-407E-A947-70E740481C1C}">
                <a14:useLocalDpi xmlns:a14="http://schemas.microsoft.com/office/drawing/2010/main" val="0"/>
              </a:ext>
            </a:extLst>
          </a:blip>
          <a:srcRect l="90452" t="-810" r="1775" b="810"/>
          <a:stretch>
            <a:fillRect/>
          </a:stretch>
        </p:blipFill>
        <p:spPr>
          <a:xfrm>
            <a:off x="3402341" y="6132659"/>
            <a:ext cx="457184" cy="676781"/>
          </a:xfrm>
          <a:prstGeom prst="rect">
            <a:avLst/>
          </a:prstGeom>
        </p:spPr>
      </p:pic>
      <p:grpSp>
        <p:nvGrpSpPr>
          <p:cNvPr id="169" name="グループ化 168">
            <a:extLst>
              <a:ext uri="{FF2B5EF4-FFF2-40B4-BE49-F238E27FC236}">
                <a16:creationId xmlns:a16="http://schemas.microsoft.com/office/drawing/2014/main" id="{37415A61-9138-5CEE-B5B6-69E427C6E3E1}"/>
              </a:ext>
            </a:extLst>
          </p:cNvPr>
          <p:cNvGrpSpPr/>
          <p:nvPr/>
        </p:nvGrpSpPr>
        <p:grpSpPr>
          <a:xfrm>
            <a:off x="6840150" y="5685766"/>
            <a:ext cx="5422547" cy="991676"/>
            <a:chOff x="6906825" y="5638141"/>
            <a:chExt cx="5422547" cy="991676"/>
          </a:xfrm>
        </p:grpSpPr>
        <p:pic>
          <p:nvPicPr>
            <p:cNvPr id="165" name="図 164" descr="おもちゃ, 人形, レゴ, 座る が含まれている画像&#10;&#10;AI 生成コンテンツは誤りを含む可能性があります。">
              <a:extLst>
                <a:ext uri="{FF2B5EF4-FFF2-40B4-BE49-F238E27FC236}">
                  <a16:creationId xmlns:a16="http://schemas.microsoft.com/office/drawing/2014/main" id="{E1DC787E-1E1B-24D6-1401-E17CB5DCD27C}"/>
                </a:ext>
              </a:extLst>
            </p:cNvPr>
            <p:cNvPicPr>
              <a:picLocks noChangeAspect="1"/>
            </p:cNvPicPr>
            <p:nvPr/>
          </p:nvPicPr>
          <p:blipFill>
            <a:blip r:embed="rId11">
              <a:extLst>
                <a:ext uri="{28A0092B-C50C-407E-A947-70E740481C1C}">
                  <a14:useLocalDpi xmlns:a14="http://schemas.microsoft.com/office/drawing/2010/main" val="0"/>
                </a:ext>
              </a:extLst>
            </a:blip>
            <a:srcRect b="36359"/>
            <a:stretch>
              <a:fillRect/>
            </a:stretch>
          </p:blipFill>
          <p:spPr>
            <a:xfrm>
              <a:off x="8475217" y="5658716"/>
              <a:ext cx="761273" cy="788119"/>
            </a:xfrm>
            <a:prstGeom prst="rect">
              <a:avLst/>
            </a:prstGeom>
          </p:spPr>
        </p:pic>
        <p:grpSp>
          <p:nvGrpSpPr>
            <p:cNvPr id="98" name="グループ化 97">
              <a:extLst>
                <a:ext uri="{FF2B5EF4-FFF2-40B4-BE49-F238E27FC236}">
                  <a16:creationId xmlns:a16="http://schemas.microsoft.com/office/drawing/2014/main" id="{534DD379-DBFF-130F-2198-5C68BE509429}"/>
                </a:ext>
              </a:extLst>
            </p:cNvPr>
            <p:cNvGrpSpPr/>
            <p:nvPr/>
          </p:nvGrpSpPr>
          <p:grpSpPr>
            <a:xfrm>
              <a:off x="6906825" y="5638141"/>
              <a:ext cx="5206642" cy="991676"/>
              <a:chOff x="6897496" y="5516843"/>
              <a:chExt cx="5206642" cy="991676"/>
            </a:xfrm>
          </p:grpSpPr>
          <p:grpSp>
            <p:nvGrpSpPr>
              <p:cNvPr id="71" name="グループ化 70">
                <a:extLst>
                  <a:ext uri="{FF2B5EF4-FFF2-40B4-BE49-F238E27FC236}">
                    <a16:creationId xmlns:a16="http://schemas.microsoft.com/office/drawing/2014/main" id="{AD0C4366-D94C-9436-89CB-54AEC89CBD1F}"/>
                  </a:ext>
                </a:extLst>
              </p:cNvPr>
              <p:cNvGrpSpPr/>
              <p:nvPr/>
            </p:nvGrpSpPr>
            <p:grpSpPr>
              <a:xfrm>
                <a:off x="6897496" y="5516843"/>
                <a:ext cx="1406749" cy="991676"/>
                <a:chOff x="6766867" y="3101870"/>
                <a:chExt cx="2950853" cy="2080180"/>
              </a:xfrm>
            </p:grpSpPr>
            <p:pic>
              <p:nvPicPr>
                <p:cNvPr id="67" name="図 66" descr="おもちゃ, 人形, 暗い, 乗る が含まれている画像&#10;&#10;AI 生成コンテンツは誤りを含む可能性があります。">
                  <a:extLst>
                    <a:ext uri="{FF2B5EF4-FFF2-40B4-BE49-F238E27FC236}">
                      <a16:creationId xmlns:a16="http://schemas.microsoft.com/office/drawing/2014/main" id="{BA8B921F-2882-704F-40CA-8EA8B490F514}"/>
                    </a:ext>
                  </a:extLst>
                </p:cNvPr>
                <p:cNvPicPr>
                  <a:picLocks noChangeAspect="1"/>
                </p:cNvPicPr>
                <p:nvPr/>
              </p:nvPicPr>
              <p:blipFill>
                <a:blip r:embed="rId14">
                  <a:extLst>
                    <a:ext uri="{28A0092B-C50C-407E-A947-70E740481C1C}">
                      <a14:useLocalDpi xmlns:a14="http://schemas.microsoft.com/office/drawing/2010/main" val="0"/>
                    </a:ext>
                  </a:extLst>
                </a:blip>
                <a:srcRect t="1" b="42513"/>
                <a:stretch>
                  <a:fillRect/>
                </a:stretch>
              </p:blipFill>
              <p:spPr>
                <a:xfrm>
                  <a:off x="6766867" y="3101870"/>
                  <a:ext cx="2950853" cy="1696349"/>
                </a:xfrm>
                <a:prstGeom prst="rect">
                  <a:avLst/>
                </a:prstGeom>
                <a:effectLst>
                  <a:glow rad="88900">
                    <a:schemeClr val="accent6">
                      <a:lumMod val="60000"/>
                      <a:lumOff val="40000"/>
                      <a:alpha val="55000"/>
                    </a:schemeClr>
                  </a:glow>
                </a:effectLst>
              </p:spPr>
            </p:pic>
            <p:grpSp>
              <p:nvGrpSpPr>
                <p:cNvPr id="70" name="グループ化 69">
                  <a:extLst>
                    <a:ext uri="{FF2B5EF4-FFF2-40B4-BE49-F238E27FC236}">
                      <a16:creationId xmlns:a16="http://schemas.microsoft.com/office/drawing/2014/main" id="{3DF50BAB-A745-4C20-74C2-6D288604C44E}"/>
                    </a:ext>
                  </a:extLst>
                </p:cNvPr>
                <p:cNvGrpSpPr/>
                <p:nvPr/>
              </p:nvGrpSpPr>
              <p:grpSpPr>
                <a:xfrm>
                  <a:off x="7061645" y="4755790"/>
                  <a:ext cx="2361296" cy="426260"/>
                  <a:chOff x="7189194" y="4755790"/>
                  <a:chExt cx="2361296" cy="426260"/>
                </a:xfrm>
              </p:grpSpPr>
              <p:sp>
                <p:nvSpPr>
                  <p:cNvPr id="68" name="フローチャート: 手作業 67">
                    <a:extLst>
                      <a:ext uri="{FF2B5EF4-FFF2-40B4-BE49-F238E27FC236}">
                        <a16:creationId xmlns:a16="http://schemas.microsoft.com/office/drawing/2014/main" id="{7353C513-4A0A-3804-5D55-33ADA63C5485}"/>
                      </a:ext>
                    </a:extLst>
                  </p:cNvPr>
                  <p:cNvSpPr/>
                  <p:nvPr/>
                </p:nvSpPr>
                <p:spPr>
                  <a:xfrm rot="5629261">
                    <a:off x="8166235" y="3778749"/>
                    <a:ext cx="214445" cy="2168527"/>
                  </a:xfrm>
                  <a:prstGeom prst="flowChartManualOperation">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9" name="フローチャート: 手作業 68">
                    <a:extLst>
                      <a:ext uri="{FF2B5EF4-FFF2-40B4-BE49-F238E27FC236}">
                        <a16:creationId xmlns:a16="http://schemas.microsoft.com/office/drawing/2014/main" id="{2D061A31-45E2-47C1-5DEE-B6FD08FA04D1}"/>
                      </a:ext>
                    </a:extLst>
                  </p:cNvPr>
                  <p:cNvSpPr/>
                  <p:nvPr/>
                </p:nvSpPr>
                <p:spPr>
                  <a:xfrm rot="16481858">
                    <a:off x="8359004" y="3990563"/>
                    <a:ext cx="214446" cy="2168527"/>
                  </a:xfrm>
                  <a:prstGeom prst="flowChartManualOperation">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grpSp>
          <p:grpSp>
            <p:nvGrpSpPr>
              <p:cNvPr id="79" name="グループ化 78">
                <a:extLst>
                  <a:ext uri="{FF2B5EF4-FFF2-40B4-BE49-F238E27FC236}">
                    <a16:creationId xmlns:a16="http://schemas.microsoft.com/office/drawing/2014/main" id="{73A6327F-31AB-B0B5-7E22-93548900D28F}"/>
                  </a:ext>
                </a:extLst>
              </p:cNvPr>
              <p:cNvGrpSpPr/>
              <p:nvPr/>
            </p:nvGrpSpPr>
            <p:grpSpPr>
              <a:xfrm>
                <a:off x="8304655" y="6305310"/>
                <a:ext cx="1125692" cy="203209"/>
                <a:chOff x="7189194" y="4755790"/>
                <a:chExt cx="2361296" cy="426260"/>
              </a:xfrm>
            </p:grpSpPr>
            <p:sp>
              <p:nvSpPr>
                <p:cNvPr id="80" name="フローチャート: 手作業 79">
                  <a:extLst>
                    <a:ext uri="{FF2B5EF4-FFF2-40B4-BE49-F238E27FC236}">
                      <a16:creationId xmlns:a16="http://schemas.microsoft.com/office/drawing/2014/main" id="{E45BAE20-A4D1-D81B-40B1-7DC23AFDD146}"/>
                    </a:ext>
                  </a:extLst>
                </p:cNvPr>
                <p:cNvSpPr/>
                <p:nvPr/>
              </p:nvSpPr>
              <p:spPr>
                <a:xfrm rot="5629261">
                  <a:off x="8166235" y="3778749"/>
                  <a:ext cx="214445" cy="2168527"/>
                </a:xfrm>
                <a:prstGeom prst="flowChartManualOperation">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1" name="フローチャート: 手作業 80">
                  <a:extLst>
                    <a:ext uri="{FF2B5EF4-FFF2-40B4-BE49-F238E27FC236}">
                      <a16:creationId xmlns:a16="http://schemas.microsoft.com/office/drawing/2014/main" id="{714A6C10-9DDE-6B39-7E0D-3D3E258D2C76}"/>
                    </a:ext>
                  </a:extLst>
                </p:cNvPr>
                <p:cNvSpPr/>
                <p:nvPr/>
              </p:nvSpPr>
              <p:spPr>
                <a:xfrm rot="16481858">
                  <a:off x="8359004" y="3990563"/>
                  <a:ext cx="214446" cy="2168527"/>
                </a:xfrm>
                <a:prstGeom prst="flowChartManualOperation">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grpSp>
            <p:nvGrpSpPr>
              <p:cNvPr id="82" name="グループ化 81">
                <a:extLst>
                  <a:ext uri="{FF2B5EF4-FFF2-40B4-BE49-F238E27FC236}">
                    <a16:creationId xmlns:a16="http://schemas.microsoft.com/office/drawing/2014/main" id="{E598D270-1C81-F35C-14B5-B87EB553B716}"/>
                  </a:ext>
                </a:extLst>
              </p:cNvPr>
              <p:cNvGrpSpPr/>
              <p:nvPr/>
            </p:nvGrpSpPr>
            <p:grpSpPr>
              <a:xfrm>
                <a:off x="9430758" y="5516843"/>
                <a:ext cx="1406749" cy="991676"/>
                <a:chOff x="6766867" y="3101870"/>
                <a:chExt cx="2950853" cy="2080180"/>
              </a:xfrm>
            </p:grpSpPr>
            <p:pic>
              <p:nvPicPr>
                <p:cNvPr id="83" name="図 82" descr="おもちゃ, 人形, 暗い, 乗る が含まれている画像&#10;&#10;AI 生成コンテンツは誤りを含む可能性があります。">
                  <a:extLst>
                    <a:ext uri="{FF2B5EF4-FFF2-40B4-BE49-F238E27FC236}">
                      <a16:creationId xmlns:a16="http://schemas.microsoft.com/office/drawing/2014/main" id="{5EE8CD55-ACC3-EA3C-CA29-5B5706D880C6}"/>
                    </a:ext>
                  </a:extLst>
                </p:cNvPr>
                <p:cNvPicPr>
                  <a:picLocks noChangeAspect="1"/>
                </p:cNvPicPr>
                <p:nvPr/>
              </p:nvPicPr>
              <p:blipFill>
                <a:blip r:embed="rId15">
                  <a:extLst>
                    <a:ext uri="{BEBA8EAE-BF5A-486C-A8C5-ECC9F3942E4B}">
                      <a14:imgProps xmlns:a14="http://schemas.microsoft.com/office/drawing/2010/main">
                        <a14:imgLayer r:embed="rId16">
                          <a14:imgEffect>
                            <a14:saturation sat="0"/>
                          </a14:imgEffect>
                        </a14:imgLayer>
                      </a14:imgProps>
                    </a:ext>
                    <a:ext uri="{28A0092B-C50C-407E-A947-70E740481C1C}">
                      <a14:useLocalDpi xmlns:a14="http://schemas.microsoft.com/office/drawing/2010/main" val="0"/>
                    </a:ext>
                  </a:extLst>
                </a:blip>
                <a:srcRect t="1" b="42513"/>
                <a:stretch>
                  <a:fillRect/>
                </a:stretch>
              </p:blipFill>
              <p:spPr>
                <a:xfrm>
                  <a:off x="6766867" y="3101870"/>
                  <a:ext cx="2950853" cy="1696349"/>
                </a:xfrm>
                <a:prstGeom prst="rect">
                  <a:avLst/>
                </a:prstGeom>
              </p:spPr>
            </p:pic>
            <p:grpSp>
              <p:nvGrpSpPr>
                <p:cNvPr id="84" name="グループ化 83">
                  <a:extLst>
                    <a:ext uri="{FF2B5EF4-FFF2-40B4-BE49-F238E27FC236}">
                      <a16:creationId xmlns:a16="http://schemas.microsoft.com/office/drawing/2014/main" id="{59666235-5183-7E5A-1177-1A2EFB215C50}"/>
                    </a:ext>
                  </a:extLst>
                </p:cNvPr>
                <p:cNvGrpSpPr/>
                <p:nvPr/>
              </p:nvGrpSpPr>
              <p:grpSpPr>
                <a:xfrm>
                  <a:off x="7061645" y="4755790"/>
                  <a:ext cx="2361296" cy="426260"/>
                  <a:chOff x="7189194" y="4755790"/>
                  <a:chExt cx="2361296" cy="426260"/>
                </a:xfrm>
              </p:grpSpPr>
              <p:sp>
                <p:nvSpPr>
                  <p:cNvPr id="85" name="フローチャート: 手作業 84">
                    <a:extLst>
                      <a:ext uri="{FF2B5EF4-FFF2-40B4-BE49-F238E27FC236}">
                        <a16:creationId xmlns:a16="http://schemas.microsoft.com/office/drawing/2014/main" id="{A40B659F-7262-D13B-3137-635726175182}"/>
                      </a:ext>
                    </a:extLst>
                  </p:cNvPr>
                  <p:cNvSpPr/>
                  <p:nvPr/>
                </p:nvSpPr>
                <p:spPr>
                  <a:xfrm rot="5629261">
                    <a:off x="8166235" y="3778749"/>
                    <a:ext cx="214445" cy="2168527"/>
                  </a:xfrm>
                  <a:prstGeom prst="flowChartManualOperation">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6" name="フローチャート: 手作業 85">
                    <a:extLst>
                      <a:ext uri="{FF2B5EF4-FFF2-40B4-BE49-F238E27FC236}">
                        <a16:creationId xmlns:a16="http://schemas.microsoft.com/office/drawing/2014/main" id="{36A67BA5-DB64-520E-BFB2-50DB1D51596D}"/>
                      </a:ext>
                    </a:extLst>
                  </p:cNvPr>
                  <p:cNvSpPr/>
                  <p:nvPr/>
                </p:nvSpPr>
                <p:spPr>
                  <a:xfrm rot="16481858">
                    <a:off x="8359004" y="3990563"/>
                    <a:ext cx="214446" cy="2168527"/>
                  </a:xfrm>
                  <a:prstGeom prst="flowChartManualOperation">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grpSp>
          <p:grpSp>
            <p:nvGrpSpPr>
              <p:cNvPr id="87" name="グループ化 86">
                <a:extLst>
                  <a:ext uri="{FF2B5EF4-FFF2-40B4-BE49-F238E27FC236}">
                    <a16:creationId xmlns:a16="http://schemas.microsoft.com/office/drawing/2014/main" id="{2BDC7C15-4631-3C52-F75C-0ED0AFB14AD2}"/>
                  </a:ext>
                </a:extLst>
              </p:cNvPr>
              <p:cNvGrpSpPr/>
              <p:nvPr/>
            </p:nvGrpSpPr>
            <p:grpSpPr>
              <a:xfrm>
                <a:off x="10697389" y="5516843"/>
                <a:ext cx="1406749" cy="991676"/>
                <a:chOff x="6766867" y="3101870"/>
                <a:chExt cx="2950853" cy="2080180"/>
              </a:xfrm>
            </p:grpSpPr>
            <p:pic>
              <p:nvPicPr>
                <p:cNvPr id="88" name="図 87" descr="おもちゃ, 人形, 暗い, 乗る が含まれている画像&#10;&#10;AI 生成コンテンツは誤りを含む可能性があります。">
                  <a:extLst>
                    <a:ext uri="{FF2B5EF4-FFF2-40B4-BE49-F238E27FC236}">
                      <a16:creationId xmlns:a16="http://schemas.microsoft.com/office/drawing/2014/main" id="{E9D8F930-6758-7C2A-199F-4BA001287933}"/>
                    </a:ext>
                  </a:extLst>
                </p:cNvPr>
                <p:cNvPicPr>
                  <a:picLocks noChangeAspect="1"/>
                </p:cNvPicPr>
                <p:nvPr/>
              </p:nvPicPr>
              <p:blipFill>
                <a:blip r:embed="rId14">
                  <a:extLst>
                    <a:ext uri="{28A0092B-C50C-407E-A947-70E740481C1C}">
                      <a14:useLocalDpi xmlns:a14="http://schemas.microsoft.com/office/drawing/2010/main" val="0"/>
                    </a:ext>
                  </a:extLst>
                </a:blip>
                <a:srcRect t="1" b="42513"/>
                <a:stretch>
                  <a:fillRect/>
                </a:stretch>
              </p:blipFill>
              <p:spPr>
                <a:xfrm>
                  <a:off x="6766867" y="3101870"/>
                  <a:ext cx="2950853" cy="1696349"/>
                </a:xfrm>
                <a:prstGeom prst="rect">
                  <a:avLst/>
                </a:prstGeom>
              </p:spPr>
            </p:pic>
            <p:grpSp>
              <p:nvGrpSpPr>
                <p:cNvPr id="89" name="グループ化 88">
                  <a:extLst>
                    <a:ext uri="{FF2B5EF4-FFF2-40B4-BE49-F238E27FC236}">
                      <a16:creationId xmlns:a16="http://schemas.microsoft.com/office/drawing/2014/main" id="{0D21EB33-7BE6-4D0A-8199-7B49845361AC}"/>
                    </a:ext>
                  </a:extLst>
                </p:cNvPr>
                <p:cNvGrpSpPr/>
                <p:nvPr/>
              </p:nvGrpSpPr>
              <p:grpSpPr>
                <a:xfrm>
                  <a:off x="7061645" y="4755790"/>
                  <a:ext cx="2361296" cy="426260"/>
                  <a:chOff x="7189194" y="4755790"/>
                  <a:chExt cx="2361296" cy="426260"/>
                </a:xfrm>
              </p:grpSpPr>
              <p:sp>
                <p:nvSpPr>
                  <p:cNvPr id="90" name="フローチャート: 手作業 89">
                    <a:extLst>
                      <a:ext uri="{FF2B5EF4-FFF2-40B4-BE49-F238E27FC236}">
                        <a16:creationId xmlns:a16="http://schemas.microsoft.com/office/drawing/2014/main" id="{267A2FE0-E886-D487-BA43-0691E5B52124}"/>
                      </a:ext>
                    </a:extLst>
                  </p:cNvPr>
                  <p:cNvSpPr/>
                  <p:nvPr/>
                </p:nvSpPr>
                <p:spPr>
                  <a:xfrm rot="5629261">
                    <a:off x="8166235" y="3778749"/>
                    <a:ext cx="214445" cy="2168527"/>
                  </a:xfrm>
                  <a:prstGeom prst="flowChartManualOperation">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1" name="フローチャート: 手作業 90">
                    <a:extLst>
                      <a:ext uri="{FF2B5EF4-FFF2-40B4-BE49-F238E27FC236}">
                        <a16:creationId xmlns:a16="http://schemas.microsoft.com/office/drawing/2014/main" id="{E872F306-6620-8E9C-0629-DFC719B93528}"/>
                      </a:ext>
                    </a:extLst>
                  </p:cNvPr>
                  <p:cNvSpPr/>
                  <p:nvPr/>
                </p:nvSpPr>
                <p:spPr>
                  <a:xfrm rot="16481858">
                    <a:off x="8359004" y="3990563"/>
                    <a:ext cx="214446" cy="2168527"/>
                  </a:xfrm>
                  <a:prstGeom prst="flowChartManualOperation">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grpSp>
        </p:grpSp>
        <p:sp>
          <p:nvSpPr>
            <p:cNvPr id="152" name="フローチャート: データ 151">
              <a:extLst>
                <a:ext uri="{FF2B5EF4-FFF2-40B4-BE49-F238E27FC236}">
                  <a16:creationId xmlns:a16="http://schemas.microsoft.com/office/drawing/2014/main" id="{71270DD5-589B-2B69-9634-88BCD80CCA11}"/>
                </a:ext>
              </a:extLst>
            </p:cNvPr>
            <p:cNvSpPr/>
            <p:nvPr/>
          </p:nvSpPr>
          <p:spPr>
            <a:xfrm rot="20183915">
              <a:off x="7653078" y="5817432"/>
              <a:ext cx="727282" cy="244896"/>
            </a:xfrm>
            <a:prstGeom prst="flowChartInputOutpu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5" name="フローチャート: データ 154">
              <a:extLst>
                <a:ext uri="{FF2B5EF4-FFF2-40B4-BE49-F238E27FC236}">
                  <a16:creationId xmlns:a16="http://schemas.microsoft.com/office/drawing/2014/main" id="{46769837-AA06-5840-3E14-83AE55DF44AE}"/>
                </a:ext>
              </a:extLst>
            </p:cNvPr>
            <p:cNvSpPr/>
            <p:nvPr/>
          </p:nvSpPr>
          <p:spPr>
            <a:xfrm rot="20183915">
              <a:off x="8920314" y="5817432"/>
              <a:ext cx="727282" cy="244896"/>
            </a:xfrm>
            <a:prstGeom prst="flowChartInputOutpu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7" name="フローチャート: データ 156">
              <a:extLst>
                <a:ext uri="{FF2B5EF4-FFF2-40B4-BE49-F238E27FC236}">
                  <a16:creationId xmlns:a16="http://schemas.microsoft.com/office/drawing/2014/main" id="{FB5BB664-55C0-A24C-9237-2FA313872665}"/>
                </a:ext>
              </a:extLst>
            </p:cNvPr>
            <p:cNvSpPr/>
            <p:nvPr/>
          </p:nvSpPr>
          <p:spPr>
            <a:xfrm rot="20183915">
              <a:off x="11454787" y="5817432"/>
              <a:ext cx="727282" cy="244896"/>
            </a:xfrm>
            <a:prstGeom prst="flowChartInputOutpu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6" name="テキスト ボックス 165">
              <a:extLst>
                <a:ext uri="{FF2B5EF4-FFF2-40B4-BE49-F238E27FC236}">
                  <a16:creationId xmlns:a16="http://schemas.microsoft.com/office/drawing/2014/main" id="{C1CBFB9B-C7E2-A2E0-488E-6FDDB99D8DEA}"/>
                </a:ext>
              </a:extLst>
            </p:cNvPr>
            <p:cNvSpPr txBox="1"/>
            <p:nvPr/>
          </p:nvSpPr>
          <p:spPr>
            <a:xfrm>
              <a:off x="7533477" y="5768503"/>
              <a:ext cx="1002839" cy="338554"/>
            </a:xfrm>
            <a:prstGeom prst="rect">
              <a:avLst/>
            </a:prstGeom>
            <a:noFill/>
          </p:spPr>
          <p:txBody>
            <a:bodyPr wrap="none" rtlCol="0">
              <a:spAutoFit/>
              <a:scene3d>
                <a:camera prst="perspectiveContrastingRightFacing">
                  <a:rot lat="651224" lon="18353808" rev="700477"/>
                </a:camera>
                <a:lightRig rig="threePt" dir="t"/>
              </a:scene3d>
            </a:bodyPr>
            <a:lstStyle/>
            <a:p>
              <a:r>
                <a:rPr kumimoji="1" lang="en-US" altLang="ja-JP" sz="1600" spc="130" dirty="0">
                  <a:solidFill>
                    <a:schemeClr val="bg1">
                      <a:lumMod val="95000"/>
                    </a:schemeClr>
                  </a:solidFill>
                  <a:latin typeface="Stencil" panose="040409050D0802020404" pitchFamily="82" charset="0"/>
                  <a:ea typeface="Segoe UI Black" panose="020B0A02040204020203" pitchFamily="34" charset="0"/>
                </a:rPr>
                <a:t>ACTION</a:t>
              </a:r>
              <a:endParaRPr kumimoji="1" lang="ja-JP" altLang="en-US" sz="1600" spc="130" dirty="0">
                <a:solidFill>
                  <a:schemeClr val="bg1">
                    <a:lumMod val="95000"/>
                  </a:schemeClr>
                </a:solidFill>
                <a:latin typeface="Stencil" panose="040409050D0802020404" pitchFamily="82" charset="0"/>
              </a:endParaRPr>
            </a:p>
          </p:txBody>
        </p:sp>
        <p:sp>
          <p:nvSpPr>
            <p:cNvPr id="167" name="テキスト ボックス 166">
              <a:extLst>
                <a:ext uri="{FF2B5EF4-FFF2-40B4-BE49-F238E27FC236}">
                  <a16:creationId xmlns:a16="http://schemas.microsoft.com/office/drawing/2014/main" id="{D0F52690-9F29-D765-99C6-1F1621379335}"/>
                </a:ext>
              </a:extLst>
            </p:cNvPr>
            <p:cNvSpPr txBox="1"/>
            <p:nvPr/>
          </p:nvSpPr>
          <p:spPr>
            <a:xfrm>
              <a:off x="8807600" y="5766050"/>
              <a:ext cx="1002839" cy="338554"/>
            </a:xfrm>
            <a:prstGeom prst="rect">
              <a:avLst/>
            </a:prstGeom>
            <a:noFill/>
          </p:spPr>
          <p:txBody>
            <a:bodyPr wrap="none" rtlCol="0">
              <a:spAutoFit/>
              <a:scene3d>
                <a:camera prst="perspectiveContrastingRightFacing">
                  <a:rot lat="651224" lon="18353808" rev="700477"/>
                </a:camera>
                <a:lightRig rig="threePt" dir="t"/>
              </a:scene3d>
            </a:bodyPr>
            <a:lstStyle/>
            <a:p>
              <a:r>
                <a:rPr kumimoji="1" lang="en-US" altLang="ja-JP" sz="1600" spc="130" dirty="0">
                  <a:solidFill>
                    <a:schemeClr val="bg1">
                      <a:lumMod val="95000"/>
                    </a:schemeClr>
                  </a:solidFill>
                  <a:latin typeface="Stencil" panose="040409050D0802020404" pitchFamily="82" charset="0"/>
                  <a:ea typeface="Segoe UI Black" panose="020B0A02040204020203" pitchFamily="34" charset="0"/>
                </a:rPr>
                <a:t>ACTION</a:t>
              </a:r>
              <a:endParaRPr kumimoji="1" lang="ja-JP" altLang="en-US" sz="1600" spc="130" dirty="0">
                <a:solidFill>
                  <a:schemeClr val="bg1">
                    <a:lumMod val="95000"/>
                  </a:schemeClr>
                </a:solidFill>
                <a:latin typeface="Stencil" panose="040409050D0802020404" pitchFamily="82" charset="0"/>
              </a:endParaRPr>
            </a:p>
          </p:txBody>
        </p:sp>
        <p:sp>
          <p:nvSpPr>
            <p:cNvPr id="168" name="テキスト ボックス 167">
              <a:extLst>
                <a:ext uri="{FF2B5EF4-FFF2-40B4-BE49-F238E27FC236}">
                  <a16:creationId xmlns:a16="http://schemas.microsoft.com/office/drawing/2014/main" id="{B91166B8-C5FA-6F87-D541-4B4DAFA3D939}"/>
                </a:ext>
              </a:extLst>
            </p:cNvPr>
            <p:cNvSpPr txBox="1"/>
            <p:nvPr/>
          </p:nvSpPr>
          <p:spPr>
            <a:xfrm>
              <a:off x="11326533" y="5775575"/>
              <a:ext cx="1002839" cy="338554"/>
            </a:xfrm>
            <a:prstGeom prst="rect">
              <a:avLst/>
            </a:prstGeom>
            <a:noFill/>
          </p:spPr>
          <p:txBody>
            <a:bodyPr wrap="none" rtlCol="0">
              <a:spAutoFit/>
              <a:scene3d>
                <a:camera prst="perspectiveContrastingRightFacing">
                  <a:rot lat="651224" lon="18353808" rev="700477"/>
                </a:camera>
                <a:lightRig rig="threePt" dir="t"/>
              </a:scene3d>
            </a:bodyPr>
            <a:lstStyle/>
            <a:p>
              <a:r>
                <a:rPr kumimoji="1" lang="en-US" altLang="ja-JP" sz="1600" spc="130" dirty="0">
                  <a:solidFill>
                    <a:schemeClr val="bg1">
                      <a:lumMod val="95000"/>
                    </a:schemeClr>
                  </a:solidFill>
                  <a:latin typeface="Stencil" panose="040409050D0802020404" pitchFamily="82" charset="0"/>
                  <a:ea typeface="Segoe UI Black" panose="020B0A02040204020203" pitchFamily="34" charset="0"/>
                </a:rPr>
                <a:t>ACTION</a:t>
              </a:r>
              <a:endParaRPr kumimoji="1" lang="ja-JP" altLang="en-US" sz="1600" spc="130" dirty="0">
                <a:solidFill>
                  <a:schemeClr val="bg1">
                    <a:lumMod val="95000"/>
                  </a:schemeClr>
                </a:solidFill>
                <a:latin typeface="Stencil" panose="040409050D0802020404" pitchFamily="82" charset="0"/>
              </a:endParaRPr>
            </a:p>
          </p:txBody>
        </p:sp>
      </p:grpSp>
      <p:grpSp>
        <p:nvGrpSpPr>
          <p:cNvPr id="174" name="グループ化 173">
            <a:extLst>
              <a:ext uri="{FF2B5EF4-FFF2-40B4-BE49-F238E27FC236}">
                <a16:creationId xmlns:a16="http://schemas.microsoft.com/office/drawing/2014/main" id="{FD95B2D3-DDB5-79D0-F5AC-66FB6D6A9DDB}"/>
              </a:ext>
            </a:extLst>
          </p:cNvPr>
          <p:cNvGrpSpPr/>
          <p:nvPr/>
        </p:nvGrpSpPr>
        <p:grpSpPr>
          <a:xfrm>
            <a:off x="6000386" y="2863397"/>
            <a:ext cx="1002839" cy="338554"/>
            <a:chOff x="7619202" y="5968528"/>
            <a:chExt cx="1002839" cy="338554"/>
          </a:xfrm>
        </p:grpSpPr>
        <p:sp>
          <p:nvSpPr>
            <p:cNvPr id="172" name="フローチャート: データ 171">
              <a:extLst>
                <a:ext uri="{FF2B5EF4-FFF2-40B4-BE49-F238E27FC236}">
                  <a16:creationId xmlns:a16="http://schemas.microsoft.com/office/drawing/2014/main" id="{C3C0454B-5E85-1D89-95F4-B996D8AFD2B6}"/>
                </a:ext>
              </a:extLst>
            </p:cNvPr>
            <p:cNvSpPr/>
            <p:nvPr/>
          </p:nvSpPr>
          <p:spPr>
            <a:xfrm rot="20183915">
              <a:off x="7738803" y="6017457"/>
              <a:ext cx="727282" cy="244896"/>
            </a:xfrm>
            <a:prstGeom prst="flowChartInputOutpu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3" name="テキスト ボックス 172">
              <a:extLst>
                <a:ext uri="{FF2B5EF4-FFF2-40B4-BE49-F238E27FC236}">
                  <a16:creationId xmlns:a16="http://schemas.microsoft.com/office/drawing/2014/main" id="{EC69C377-1B3B-1B6D-7AE0-6C120A2E9B2D}"/>
                </a:ext>
              </a:extLst>
            </p:cNvPr>
            <p:cNvSpPr txBox="1"/>
            <p:nvPr/>
          </p:nvSpPr>
          <p:spPr>
            <a:xfrm>
              <a:off x="7619202" y="5968528"/>
              <a:ext cx="1002839" cy="338554"/>
            </a:xfrm>
            <a:prstGeom prst="rect">
              <a:avLst/>
            </a:prstGeom>
            <a:noFill/>
          </p:spPr>
          <p:txBody>
            <a:bodyPr wrap="none" rtlCol="0">
              <a:spAutoFit/>
              <a:scene3d>
                <a:camera prst="perspectiveContrastingRightFacing">
                  <a:rot lat="651224" lon="18353808" rev="700477"/>
                </a:camera>
                <a:lightRig rig="threePt" dir="t"/>
              </a:scene3d>
            </a:bodyPr>
            <a:lstStyle/>
            <a:p>
              <a:r>
                <a:rPr kumimoji="1" lang="en-US" altLang="ja-JP" sz="1600" spc="130" dirty="0">
                  <a:solidFill>
                    <a:schemeClr val="bg1">
                      <a:lumMod val="95000"/>
                    </a:schemeClr>
                  </a:solidFill>
                  <a:latin typeface="Stencil" panose="040409050D0802020404" pitchFamily="82" charset="0"/>
                  <a:ea typeface="Segoe UI Black" panose="020B0A02040204020203" pitchFamily="34" charset="0"/>
                </a:rPr>
                <a:t>ACTION</a:t>
              </a:r>
              <a:endParaRPr kumimoji="1" lang="ja-JP" altLang="en-US" sz="1600" spc="130" dirty="0">
                <a:solidFill>
                  <a:schemeClr val="bg1">
                    <a:lumMod val="95000"/>
                  </a:schemeClr>
                </a:solidFill>
                <a:latin typeface="Stencil" panose="040409050D0802020404" pitchFamily="82" charset="0"/>
              </a:endParaRPr>
            </a:p>
          </p:txBody>
        </p:sp>
      </p:grpSp>
      <p:grpSp>
        <p:nvGrpSpPr>
          <p:cNvPr id="175" name="グループ化 174">
            <a:extLst>
              <a:ext uri="{FF2B5EF4-FFF2-40B4-BE49-F238E27FC236}">
                <a16:creationId xmlns:a16="http://schemas.microsoft.com/office/drawing/2014/main" id="{15C24EE8-D971-5AE3-CFFA-7AB08A259FB3}"/>
              </a:ext>
            </a:extLst>
          </p:cNvPr>
          <p:cNvGrpSpPr/>
          <p:nvPr/>
        </p:nvGrpSpPr>
        <p:grpSpPr>
          <a:xfrm>
            <a:off x="1096212" y="3729939"/>
            <a:ext cx="1002839" cy="338554"/>
            <a:chOff x="7619202" y="5968528"/>
            <a:chExt cx="1002839" cy="338554"/>
          </a:xfrm>
        </p:grpSpPr>
        <p:sp>
          <p:nvSpPr>
            <p:cNvPr id="176" name="フローチャート: データ 175">
              <a:extLst>
                <a:ext uri="{FF2B5EF4-FFF2-40B4-BE49-F238E27FC236}">
                  <a16:creationId xmlns:a16="http://schemas.microsoft.com/office/drawing/2014/main" id="{A11CC00F-D73C-8657-29BE-C71040835337}"/>
                </a:ext>
              </a:extLst>
            </p:cNvPr>
            <p:cNvSpPr/>
            <p:nvPr/>
          </p:nvSpPr>
          <p:spPr>
            <a:xfrm rot="20183915">
              <a:off x="7738803" y="6017457"/>
              <a:ext cx="727282" cy="244896"/>
            </a:xfrm>
            <a:prstGeom prst="flowChartInputOutpu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7" name="テキスト ボックス 176">
              <a:extLst>
                <a:ext uri="{FF2B5EF4-FFF2-40B4-BE49-F238E27FC236}">
                  <a16:creationId xmlns:a16="http://schemas.microsoft.com/office/drawing/2014/main" id="{9FA15326-03B7-D9F6-7BE8-BE523DA826D7}"/>
                </a:ext>
              </a:extLst>
            </p:cNvPr>
            <p:cNvSpPr txBox="1"/>
            <p:nvPr/>
          </p:nvSpPr>
          <p:spPr>
            <a:xfrm>
              <a:off x="7619202" y="5968528"/>
              <a:ext cx="1002839" cy="338554"/>
            </a:xfrm>
            <a:prstGeom prst="rect">
              <a:avLst/>
            </a:prstGeom>
            <a:noFill/>
          </p:spPr>
          <p:txBody>
            <a:bodyPr wrap="none" rtlCol="0">
              <a:spAutoFit/>
              <a:scene3d>
                <a:camera prst="perspectiveContrastingRightFacing">
                  <a:rot lat="651224" lon="18353808" rev="700477"/>
                </a:camera>
                <a:lightRig rig="threePt" dir="t"/>
              </a:scene3d>
            </a:bodyPr>
            <a:lstStyle/>
            <a:p>
              <a:r>
                <a:rPr kumimoji="1" lang="en-US" altLang="ja-JP" sz="1600" spc="130" dirty="0">
                  <a:solidFill>
                    <a:schemeClr val="bg1">
                      <a:lumMod val="95000"/>
                    </a:schemeClr>
                  </a:solidFill>
                  <a:latin typeface="Stencil" panose="040409050D0802020404" pitchFamily="82" charset="0"/>
                  <a:ea typeface="Segoe UI Black" panose="020B0A02040204020203" pitchFamily="34" charset="0"/>
                </a:rPr>
                <a:t>ACTION</a:t>
              </a:r>
              <a:endParaRPr kumimoji="1" lang="ja-JP" altLang="en-US" sz="1600" spc="130" dirty="0">
                <a:solidFill>
                  <a:schemeClr val="bg1">
                    <a:lumMod val="95000"/>
                  </a:schemeClr>
                </a:solidFill>
                <a:latin typeface="Stencil" panose="040409050D0802020404" pitchFamily="82" charset="0"/>
              </a:endParaRPr>
            </a:p>
          </p:txBody>
        </p:sp>
      </p:grpSp>
    </p:spTree>
    <p:extLst>
      <p:ext uri="{BB962C8B-B14F-4D97-AF65-F5344CB8AC3E}">
        <p14:creationId xmlns:p14="http://schemas.microsoft.com/office/powerpoint/2010/main" val="4188179157"/>
      </p:ext>
    </p:extLst>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87983F-6E71-4A0D-F0C4-630EA94036FB}"/>
            </a:ext>
          </a:extLst>
        </p:cNvPr>
        <p:cNvGrpSpPr/>
        <p:nvPr/>
      </p:nvGrpSpPr>
      <p:grpSpPr>
        <a:xfrm>
          <a:off x="0" y="0"/>
          <a:ext cx="0" cy="0"/>
          <a:chOff x="0" y="0"/>
          <a:chExt cx="0" cy="0"/>
        </a:xfrm>
      </p:grpSpPr>
      <p:sp>
        <p:nvSpPr>
          <p:cNvPr id="80" name="楕円 79">
            <a:extLst>
              <a:ext uri="{FF2B5EF4-FFF2-40B4-BE49-F238E27FC236}">
                <a16:creationId xmlns:a16="http://schemas.microsoft.com/office/drawing/2014/main" id="{DE281354-4FBA-5469-38EB-6EB583977684}"/>
              </a:ext>
            </a:extLst>
          </p:cNvPr>
          <p:cNvSpPr/>
          <p:nvPr/>
        </p:nvSpPr>
        <p:spPr>
          <a:xfrm>
            <a:off x="-2195336" y="-748783"/>
            <a:ext cx="8978692" cy="8369559"/>
          </a:xfrm>
          <a:prstGeom prst="ellipse">
            <a:avLst/>
          </a:prstGeom>
          <a:solidFill>
            <a:srgbClr val="CC66FF">
              <a:alpha val="6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 name="四角形: 角を丸くする 1">
            <a:extLst>
              <a:ext uri="{FF2B5EF4-FFF2-40B4-BE49-F238E27FC236}">
                <a16:creationId xmlns:a16="http://schemas.microsoft.com/office/drawing/2014/main" id="{93D79B50-639B-A2BB-EA9F-015F9B67E6E2}"/>
              </a:ext>
            </a:extLst>
          </p:cNvPr>
          <p:cNvSpPr/>
          <p:nvPr/>
        </p:nvSpPr>
        <p:spPr>
          <a:xfrm>
            <a:off x="658742" y="891074"/>
            <a:ext cx="2747226"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3" name="四角形: 角を丸くする 2">
            <a:extLst>
              <a:ext uri="{FF2B5EF4-FFF2-40B4-BE49-F238E27FC236}">
                <a16:creationId xmlns:a16="http://schemas.microsoft.com/office/drawing/2014/main" id="{87104EBC-F5F9-32CC-9CF9-89E11E4359E8}"/>
              </a:ext>
            </a:extLst>
          </p:cNvPr>
          <p:cNvSpPr/>
          <p:nvPr/>
        </p:nvSpPr>
        <p:spPr>
          <a:xfrm>
            <a:off x="658742" y="1626637"/>
            <a:ext cx="2747226"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6" name="四角形: 角を丸くする 5">
            <a:extLst>
              <a:ext uri="{FF2B5EF4-FFF2-40B4-BE49-F238E27FC236}">
                <a16:creationId xmlns:a16="http://schemas.microsoft.com/office/drawing/2014/main" id="{D85E285E-40FF-5BFB-0E6C-82C2BC231CA6}"/>
              </a:ext>
            </a:extLst>
          </p:cNvPr>
          <p:cNvSpPr/>
          <p:nvPr/>
        </p:nvSpPr>
        <p:spPr>
          <a:xfrm>
            <a:off x="658742" y="2362200"/>
            <a:ext cx="2747226"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8" name="四角形: 角を丸くする 7">
            <a:extLst>
              <a:ext uri="{FF2B5EF4-FFF2-40B4-BE49-F238E27FC236}">
                <a16:creationId xmlns:a16="http://schemas.microsoft.com/office/drawing/2014/main" id="{1FF312FA-1F29-540D-A137-2869F8574128}"/>
              </a:ext>
            </a:extLst>
          </p:cNvPr>
          <p:cNvSpPr/>
          <p:nvPr/>
        </p:nvSpPr>
        <p:spPr>
          <a:xfrm>
            <a:off x="658742" y="3833326"/>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9" name="四角形: 角を丸くする 8">
            <a:extLst>
              <a:ext uri="{FF2B5EF4-FFF2-40B4-BE49-F238E27FC236}">
                <a16:creationId xmlns:a16="http://schemas.microsoft.com/office/drawing/2014/main" id="{4F603B31-6C20-5765-F79F-09742CA43C39}"/>
              </a:ext>
            </a:extLst>
          </p:cNvPr>
          <p:cNvSpPr/>
          <p:nvPr/>
        </p:nvSpPr>
        <p:spPr>
          <a:xfrm>
            <a:off x="658742" y="4568889"/>
            <a:ext cx="2747226"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10" name="四角形: 角を丸くする 9">
            <a:extLst>
              <a:ext uri="{FF2B5EF4-FFF2-40B4-BE49-F238E27FC236}">
                <a16:creationId xmlns:a16="http://schemas.microsoft.com/office/drawing/2014/main" id="{C7217FA8-6836-82D6-1F42-D6AEFA1E3451}"/>
              </a:ext>
            </a:extLst>
          </p:cNvPr>
          <p:cNvSpPr/>
          <p:nvPr/>
        </p:nvSpPr>
        <p:spPr>
          <a:xfrm>
            <a:off x="658742" y="5304452"/>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sp>
        <p:nvSpPr>
          <p:cNvPr id="13" name="楕円 12">
            <a:extLst>
              <a:ext uri="{FF2B5EF4-FFF2-40B4-BE49-F238E27FC236}">
                <a16:creationId xmlns:a16="http://schemas.microsoft.com/office/drawing/2014/main" id="{8C817DB0-EC4E-D72F-6016-6DAC201DF088}"/>
              </a:ext>
            </a:extLst>
          </p:cNvPr>
          <p:cNvSpPr/>
          <p:nvPr/>
        </p:nvSpPr>
        <p:spPr>
          <a:xfrm>
            <a:off x="835866" y="942392"/>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5" name="楕円 14">
            <a:extLst>
              <a:ext uri="{FF2B5EF4-FFF2-40B4-BE49-F238E27FC236}">
                <a16:creationId xmlns:a16="http://schemas.microsoft.com/office/drawing/2014/main" id="{0D1870A8-8CA5-87BC-B357-99F7410397A1}"/>
              </a:ext>
            </a:extLst>
          </p:cNvPr>
          <p:cNvSpPr/>
          <p:nvPr/>
        </p:nvSpPr>
        <p:spPr>
          <a:xfrm>
            <a:off x="835866" y="1677955"/>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9" name="楕円 18">
            <a:extLst>
              <a:ext uri="{FF2B5EF4-FFF2-40B4-BE49-F238E27FC236}">
                <a16:creationId xmlns:a16="http://schemas.microsoft.com/office/drawing/2014/main" id="{9F61E91E-D259-4925-6A70-AE6B568359CB}"/>
              </a:ext>
            </a:extLst>
          </p:cNvPr>
          <p:cNvSpPr/>
          <p:nvPr/>
        </p:nvSpPr>
        <p:spPr>
          <a:xfrm>
            <a:off x="835866" y="5355770"/>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22" name="楕円 21">
            <a:extLst>
              <a:ext uri="{FF2B5EF4-FFF2-40B4-BE49-F238E27FC236}">
                <a16:creationId xmlns:a16="http://schemas.microsoft.com/office/drawing/2014/main" id="{A7701181-9A9F-6698-99A9-490FE9362A4F}"/>
              </a:ext>
            </a:extLst>
          </p:cNvPr>
          <p:cNvSpPr/>
          <p:nvPr/>
        </p:nvSpPr>
        <p:spPr>
          <a:xfrm>
            <a:off x="835866" y="4620207"/>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28" name="楕円 27">
            <a:extLst>
              <a:ext uri="{FF2B5EF4-FFF2-40B4-BE49-F238E27FC236}">
                <a16:creationId xmlns:a16="http://schemas.microsoft.com/office/drawing/2014/main" id="{06A1DBEA-3114-0EF2-0035-2E65B03BE1A8}"/>
              </a:ext>
            </a:extLst>
          </p:cNvPr>
          <p:cNvSpPr/>
          <p:nvPr/>
        </p:nvSpPr>
        <p:spPr>
          <a:xfrm>
            <a:off x="835866" y="3884644"/>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34" name="楕円 33">
            <a:extLst>
              <a:ext uri="{FF2B5EF4-FFF2-40B4-BE49-F238E27FC236}">
                <a16:creationId xmlns:a16="http://schemas.microsoft.com/office/drawing/2014/main" id="{98DA0E09-BACF-6E34-2A8C-ABA6DD9A9F58}"/>
              </a:ext>
            </a:extLst>
          </p:cNvPr>
          <p:cNvSpPr/>
          <p:nvPr/>
        </p:nvSpPr>
        <p:spPr>
          <a:xfrm>
            <a:off x="835866" y="241351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36" name="四角形: 角を丸くする 35">
            <a:extLst>
              <a:ext uri="{FF2B5EF4-FFF2-40B4-BE49-F238E27FC236}">
                <a16:creationId xmlns:a16="http://schemas.microsoft.com/office/drawing/2014/main" id="{F98421CD-2150-6C73-71E6-7B816E111C9C}"/>
              </a:ext>
            </a:extLst>
          </p:cNvPr>
          <p:cNvSpPr/>
          <p:nvPr/>
        </p:nvSpPr>
        <p:spPr>
          <a:xfrm>
            <a:off x="2795756" y="914399"/>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7" name="四角形: 角を丸くする 36">
            <a:extLst>
              <a:ext uri="{FF2B5EF4-FFF2-40B4-BE49-F238E27FC236}">
                <a16:creationId xmlns:a16="http://schemas.microsoft.com/office/drawing/2014/main" id="{7714DD2F-3424-E269-24BE-469331A48E1C}"/>
              </a:ext>
            </a:extLst>
          </p:cNvPr>
          <p:cNvSpPr/>
          <p:nvPr/>
        </p:nvSpPr>
        <p:spPr>
          <a:xfrm>
            <a:off x="2795756" y="5324668"/>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8" name="四角形: 角を丸くする 37">
            <a:extLst>
              <a:ext uri="{FF2B5EF4-FFF2-40B4-BE49-F238E27FC236}">
                <a16:creationId xmlns:a16="http://schemas.microsoft.com/office/drawing/2014/main" id="{53E04685-8B98-F0FA-DF85-289F69340583}"/>
              </a:ext>
            </a:extLst>
          </p:cNvPr>
          <p:cNvSpPr/>
          <p:nvPr/>
        </p:nvSpPr>
        <p:spPr>
          <a:xfrm>
            <a:off x="2795756" y="4589624"/>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9" name="四角形: 角を丸くする 38">
            <a:extLst>
              <a:ext uri="{FF2B5EF4-FFF2-40B4-BE49-F238E27FC236}">
                <a16:creationId xmlns:a16="http://schemas.microsoft.com/office/drawing/2014/main" id="{81887333-4BC6-0ABD-739D-9124876ACE42}"/>
              </a:ext>
            </a:extLst>
          </p:cNvPr>
          <p:cNvSpPr/>
          <p:nvPr/>
        </p:nvSpPr>
        <p:spPr>
          <a:xfrm>
            <a:off x="2795756" y="3854579"/>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 name="四角形: 角を丸くする 6">
            <a:extLst>
              <a:ext uri="{FF2B5EF4-FFF2-40B4-BE49-F238E27FC236}">
                <a16:creationId xmlns:a16="http://schemas.microsoft.com/office/drawing/2014/main" id="{9B92CF5F-DF37-8DC0-5B7E-642377F47729}"/>
              </a:ext>
            </a:extLst>
          </p:cNvPr>
          <p:cNvSpPr/>
          <p:nvPr/>
        </p:nvSpPr>
        <p:spPr>
          <a:xfrm>
            <a:off x="1255608" y="3097763"/>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31" name="楕円 30">
            <a:extLst>
              <a:ext uri="{FF2B5EF4-FFF2-40B4-BE49-F238E27FC236}">
                <a16:creationId xmlns:a16="http://schemas.microsoft.com/office/drawing/2014/main" id="{36CDC89F-7A62-2287-E362-870894A0B2ED}"/>
              </a:ext>
            </a:extLst>
          </p:cNvPr>
          <p:cNvSpPr/>
          <p:nvPr/>
        </p:nvSpPr>
        <p:spPr>
          <a:xfrm>
            <a:off x="1432732" y="3149081"/>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40" name="四角形: 角を丸くする 39">
            <a:extLst>
              <a:ext uri="{FF2B5EF4-FFF2-40B4-BE49-F238E27FC236}">
                <a16:creationId xmlns:a16="http://schemas.microsoft.com/office/drawing/2014/main" id="{B4B33A44-CF56-AA59-6DCD-F90E8A439CB4}"/>
              </a:ext>
            </a:extLst>
          </p:cNvPr>
          <p:cNvSpPr/>
          <p:nvPr/>
        </p:nvSpPr>
        <p:spPr>
          <a:xfrm>
            <a:off x="3392623" y="3119534"/>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41" name="四角形: 角を丸くする 40">
            <a:extLst>
              <a:ext uri="{FF2B5EF4-FFF2-40B4-BE49-F238E27FC236}">
                <a16:creationId xmlns:a16="http://schemas.microsoft.com/office/drawing/2014/main" id="{A055AA0A-3E3C-A05A-BF7B-C4C0E1328211}"/>
              </a:ext>
            </a:extLst>
          </p:cNvPr>
          <p:cNvSpPr/>
          <p:nvPr/>
        </p:nvSpPr>
        <p:spPr>
          <a:xfrm>
            <a:off x="2795756" y="2384489"/>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42" name="四角形: 角を丸くする 41">
            <a:extLst>
              <a:ext uri="{FF2B5EF4-FFF2-40B4-BE49-F238E27FC236}">
                <a16:creationId xmlns:a16="http://schemas.microsoft.com/office/drawing/2014/main" id="{5CAD0148-43B3-1C6D-07FD-59E849D8FB32}"/>
              </a:ext>
            </a:extLst>
          </p:cNvPr>
          <p:cNvSpPr/>
          <p:nvPr/>
        </p:nvSpPr>
        <p:spPr>
          <a:xfrm>
            <a:off x="2795756" y="1649444"/>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44" name="四角形: 角を丸くする 43">
            <a:extLst>
              <a:ext uri="{FF2B5EF4-FFF2-40B4-BE49-F238E27FC236}">
                <a16:creationId xmlns:a16="http://schemas.microsoft.com/office/drawing/2014/main" id="{557DD0F4-739A-C3EB-D2C8-B0B634C1ECA0}"/>
              </a:ext>
            </a:extLst>
          </p:cNvPr>
          <p:cNvSpPr/>
          <p:nvPr/>
        </p:nvSpPr>
        <p:spPr>
          <a:xfrm flipV="1">
            <a:off x="8838120" y="5295121"/>
            <a:ext cx="2704472"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6" name="四角形: 角を丸くする 45">
            <a:extLst>
              <a:ext uri="{FF2B5EF4-FFF2-40B4-BE49-F238E27FC236}">
                <a16:creationId xmlns:a16="http://schemas.microsoft.com/office/drawing/2014/main" id="{C0BA3EA1-DC3F-3DE8-FA78-7E3817226B59}"/>
              </a:ext>
            </a:extLst>
          </p:cNvPr>
          <p:cNvSpPr/>
          <p:nvPr/>
        </p:nvSpPr>
        <p:spPr>
          <a:xfrm flipV="1">
            <a:off x="8838120" y="3823995"/>
            <a:ext cx="2704472"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7" name="四角形: 角を丸くする 46">
            <a:extLst>
              <a:ext uri="{FF2B5EF4-FFF2-40B4-BE49-F238E27FC236}">
                <a16:creationId xmlns:a16="http://schemas.microsoft.com/office/drawing/2014/main" id="{F0B34809-0A29-7112-B6FC-78E26F1F5FA6}"/>
              </a:ext>
            </a:extLst>
          </p:cNvPr>
          <p:cNvSpPr/>
          <p:nvPr/>
        </p:nvSpPr>
        <p:spPr>
          <a:xfrm flipV="1">
            <a:off x="8838120" y="3088432"/>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8" name="四角形: 角を丸くする 47">
            <a:extLst>
              <a:ext uri="{FF2B5EF4-FFF2-40B4-BE49-F238E27FC236}">
                <a16:creationId xmlns:a16="http://schemas.microsoft.com/office/drawing/2014/main" id="{2E380C58-B30C-01E4-9BE3-B115A3FBD383}"/>
              </a:ext>
            </a:extLst>
          </p:cNvPr>
          <p:cNvSpPr/>
          <p:nvPr/>
        </p:nvSpPr>
        <p:spPr>
          <a:xfrm flipV="1">
            <a:off x="8838120" y="2352869"/>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9" name="四角形: 角を丸くする 48">
            <a:extLst>
              <a:ext uri="{FF2B5EF4-FFF2-40B4-BE49-F238E27FC236}">
                <a16:creationId xmlns:a16="http://schemas.microsoft.com/office/drawing/2014/main" id="{0DB1BC6C-8F8F-373E-416D-6FF53B985A74}"/>
              </a:ext>
            </a:extLst>
          </p:cNvPr>
          <p:cNvSpPr/>
          <p:nvPr/>
        </p:nvSpPr>
        <p:spPr>
          <a:xfrm flipV="1">
            <a:off x="8838120" y="1617306"/>
            <a:ext cx="2704472"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50" name="四角形: 角を丸くする 49">
            <a:extLst>
              <a:ext uri="{FF2B5EF4-FFF2-40B4-BE49-F238E27FC236}">
                <a16:creationId xmlns:a16="http://schemas.microsoft.com/office/drawing/2014/main" id="{0C417643-0D06-CCFF-FC8E-849CD030060C}"/>
              </a:ext>
            </a:extLst>
          </p:cNvPr>
          <p:cNvSpPr/>
          <p:nvPr/>
        </p:nvSpPr>
        <p:spPr>
          <a:xfrm flipV="1">
            <a:off x="8838120" y="881743"/>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grpSp>
        <p:nvGrpSpPr>
          <p:cNvPr id="51" name="グループ化 50">
            <a:extLst>
              <a:ext uri="{FF2B5EF4-FFF2-40B4-BE49-F238E27FC236}">
                <a16:creationId xmlns:a16="http://schemas.microsoft.com/office/drawing/2014/main" id="{D84FBD34-BAEA-6C62-933E-C0546B8467BA}"/>
              </a:ext>
            </a:extLst>
          </p:cNvPr>
          <p:cNvGrpSpPr/>
          <p:nvPr/>
        </p:nvGrpSpPr>
        <p:grpSpPr>
          <a:xfrm>
            <a:off x="9012488" y="933061"/>
            <a:ext cx="2285281" cy="559836"/>
            <a:chOff x="858105" y="942392"/>
            <a:chExt cx="2612882" cy="559836"/>
          </a:xfrm>
        </p:grpSpPr>
        <p:sp>
          <p:nvSpPr>
            <p:cNvPr id="52" name="楕円 51">
              <a:extLst>
                <a:ext uri="{FF2B5EF4-FFF2-40B4-BE49-F238E27FC236}">
                  <a16:creationId xmlns:a16="http://schemas.microsoft.com/office/drawing/2014/main" id="{295D8516-716C-A2A5-C043-47C78A22A1F2}"/>
                </a:ext>
              </a:extLst>
            </p:cNvPr>
            <p:cNvSpPr/>
            <p:nvPr/>
          </p:nvSpPr>
          <p:spPr>
            <a:xfrm>
              <a:off x="1838130" y="9423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53" name="楕円 52">
              <a:extLst>
                <a:ext uri="{FF2B5EF4-FFF2-40B4-BE49-F238E27FC236}">
                  <a16:creationId xmlns:a16="http://schemas.microsoft.com/office/drawing/2014/main" id="{D2826106-1420-56B7-0BAA-66378EB3CA53}"/>
                </a:ext>
              </a:extLst>
            </p:cNvPr>
            <p:cNvSpPr/>
            <p:nvPr/>
          </p:nvSpPr>
          <p:spPr>
            <a:xfrm>
              <a:off x="858105" y="9423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54" name="グループ化 53">
            <a:extLst>
              <a:ext uri="{FF2B5EF4-FFF2-40B4-BE49-F238E27FC236}">
                <a16:creationId xmlns:a16="http://schemas.microsoft.com/office/drawing/2014/main" id="{B728C0AE-356F-A841-B99A-3289CA309750}"/>
              </a:ext>
            </a:extLst>
          </p:cNvPr>
          <p:cNvGrpSpPr/>
          <p:nvPr/>
        </p:nvGrpSpPr>
        <p:grpSpPr>
          <a:xfrm>
            <a:off x="9012488" y="1668624"/>
            <a:ext cx="2285281" cy="559836"/>
            <a:chOff x="858105" y="1673292"/>
            <a:chExt cx="2612882" cy="559836"/>
          </a:xfrm>
        </p:grpSpPr>
        <p:sp>
          <p:nvSpPr>
            <p:cNvPr id="55" name="楕円 54">
              <a:extLst>
                <a:ext uri="{FF2B5EF4-FFF2-40B4-BE49-F238E27FC236}">
                  <a16:creationId xmlns:a16="http://schemas.microsoft.com/office/drawing/2014/main" id="{322BC01D-D73B-4497-ECEC-C45155966F31}"/>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56" name="楕円 55">
              <a:extLst>
                <a:ext uri="{FF2B5EF4-FFF2-40B4-BE49-F238E27FC236}">
                  <a16:creationId xmlns:a16="http://schemas.microsoft.com/office/drawing/2014/main" id="{F1024A18-9BA0-4523-03EC-7E79293A9705}"/>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57" name="グループ化 56">
            <a:extLst>
              <a:ext uri="{FF2B5EF4-FFF2-40B4-BE49-F238E27FC236}">
                <a16:creationId xmlns:a16="http://schemas.microsoft.com/office/drawing/2014/main" id="{8EEBA357-17B0-617B-332E-571A7FD64A96}"/>
              </a:ext>
            </a:extLst>
          </p:cNvPr>
          <p:cNvGrpSpPr/>
          <p:nvPr/>
        </p:nvGrpSpPr>
        <p:grpSpPr>
          <a:xfrm>
            <a:off x="9012488" y="5346439"/>
            <a:ext cx="2285281" cy="559836"/>
            <a:chOff x="858105" y="1673292"/>
            <a:chExt cx="2612882" cy="559836"/>
          </a:xfrm>
        </p:grpSpPr>
        <p:sp>
          <p:nvSpPr>
            <p:cNvPr id="58" name="楕円 57">
              <a:extLst>
                <a:ext uri="{FF2B5EF4-FFF2-40B4-BE49-F238E27FC236}">
                  <a16:creationId xmlns:a16="http://schemas.microsoft.com/office/drawing/2014/main" id="{0925E414-3275-2A4B-E9B0-BA158CE81E88}"/>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59" name="楕円 58">
              <a:extLst>
                <a:ext uri="{FF2B5EF4-FFF2-40B4-BE49-F238E27FC236}">
                  <a16:creationId xmlns:a16="http://schemas.microsoft.com/office/drawing/2014/main" id="{4BCF71CC-FF19-A36D-994C-E6A882405B5B}"/>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63" name="グループ化 62">
            <a:extLst>
              <a:ext uri="{FF2B5EF4-FFF2-40B4-BE49-F238E27FC236}">
                <a16:creationId xmlns:a16="http://schemas.microsoft.com/office/drawing/2014/main" id="{E0625C01-5E13-B18F-A899-F1C487918877}"/>
              </a:ext>
            </a:extLst>
          </p:cNvPr>
          <p:cNvGrpSpPr/>
          <p:nvPr/>
        </p:nvGrpSpPr>
        <p:grpSpPr>
          <a:xfrm>
            <a:off x="9012488" y="3875313"/>
            <a:ext cx="2285281" cy="559836"/>
            <a:chOff x="858105" y="1673292"/>
            <a:chExt cx="2612882" cy="559836"/>
          </a:xfrm>
        </p:grpSpPr>
        <p:sp>
          <p:nvSpPr>
            <p:cNvPr id="64" name="楕円 63">
              <a:extLst>
                <a:ext uri="{FF2B5EF4-FFF2-40B4-BE49-F238E27FC236}">
                  <a16:creationId xmlns:a16="http://schemas.microsoft.com/office/drawing/2014/main" id="{1965C3E7-CC21-9136-F0AF-3C640737C2BF}"/>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65" name="楕円 64">
              <a:extLst>
                <a:ext uri="{FF2B5EF4-FFF2-40B4-BE49-F238E27FC236}">
                  <a16:creationId xmlns:a16="http://schemas.microsoft.com/office/drawing/2014/main" id="{149FE22A-DE96-1605-3696-85DECAC2D438}"/>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66" name="グループ化 65">
            <a:extLst>
              <a:ext uri="{FF2B5EF4-FFF2-40B4-BE49-F238E27FC236}">
                <a16:creationId xmlns:a16="http://schemas.microsoft.com/office/drawing/2014/main" id="{D6AA2702-0E73-24C8-7069-89DB1B63072A}"/>
              </a:ext>
            </a:extLst>
          </p:cNvPr>
          <p:cNvGrpSpPr/>
          <p:nvPr/>
        </p:nvGrpSpPr>
        <p:grpSpPr>
          <a:xfrm>
            <a:off x="9012488" y="3139750"/>
            <a:ext cx="2285281" cy="559836"/>
            <a:chOff x="858105" y="1673292"/>
            <a:chExt cx="2612882" cy="559836"/>
          </a:xfrm>
        </p:grpSpPr>
        <p:sp>
          <p:nvSpPr>
            <p:cNvPr id="67" name="楕円 66">
              <a:extLst>
                <a:ext uri="{FF2B5EF4-FFF2-40B4-BE49-F238E27FC236}">
                  <a16:creationId xmlns:a16="http://schemas.microsoft.com/office/drawing/2014/main" id="{C924538B-4E82-E75F-A433-E8BB2CA7E4A5}"/>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68" name="楕円 67">
              <a:extLst>
                <a:ext uri="{FF2B5EF4-FFF2-40B4-BE49-F238E27FC236}">
                  <a16:creationId xmlns:a16="http://schemas.microsoft.com/office/drawing/2014/main" id="{2EF99A4C-5A7E-67AB-7D65-78D7496D175E}"/>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69" name="グループ化 68">
            <a:extLst>
              <a:ext uri="{FF2B5EF4-FFF2-40B4-BE49-F238E27FC236}">
                <a16:creationId xmlns:a16="http://schemas.microsoft.com/office/drawing/2014/main" id="{6DC53D43-AD4A-D76E-4C10-FDC392227705}"/>
              </a:ext>
            </a:extLst>
          </p:cNvPr>
          <p:cNvGrpSpPr/>
          <p:nvPr/>
        </p:nvGrpSpPr>
        <p:grpSpPr>
          <a:xfrm>
            <a:off x="9012488" y="2404187"/>
            <a:ext cx="2285281" cy="559836"/>
            <a:chOff x="858105" y="1673292"/>
            <a:chExt cx="2612882" cy="559836"/>
          </a:xfrm>
        </p:grpSpPr>
        <p:sp>
          <p:nvSpPr>
            <p:cNvPr id="70" name="楕円 69">
              <a:extLst>
                <a:ext uri="{FF2B5EF4-FFF2-40B4-BE49-F238E27FC236}">
                  <a16:creationId xmlns:a16="http://schemas.microsoft.com/office/drawing/2014/main" id="{52418EB7-52B1-DCFA-DC5C-12EB5FB49EFF}"/>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71" name="楕円 70">
              <a:extLst>
                <a:ext uri="{FF2B5EF4-FFF2-40B4-BE49-F238E27FC236}">
                  <a16:creationId xmlns:a16="http://schemas.microsoft.com/office/drawing/2014/main" id="{40AA2DA7-4215-5D79-AA2E-26A404C6ADF8}"/>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sp>
        <p:nvSpPr>
          <p:cNvPr id="72" name="四角形: 角を丸くする 71">
            <a:extLst>
              <a:ext uri="{FF2B5EF4-FFF2-40B4-BE49-F238E27FC236}">
                <a16:creationId xmlns:a16="http://schemas.microsoft.com/office/drawing/2014/main" id="{B15CECC6-D6A5-C2CB-4FAC-D48E0ECD0F4A}"/>
              </a:ext>
            </a:extLst>
          </p:cNvPr>
          <p:cNvSpPr/>
          <p:nvPr/>
        </p:nvSpPr>
        <p:spPr>
          <a:xfrm>
            <a:off x="10941877" y="90506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3" name="四角形: 角を丸くする 72">
            <a:extLst>
              <a:ext uri="{FF2B5EF4-FFF2-40B4-BE49-F238E27FC236}">
                <a16:creationId xmlns:a16="http://schemas.microsoft.com/office/drawing/2014/main" id="{498FBFD5-BA4B-248E-E2FE-AABD4C68F0E7}"/>
              </a:ext>
            </a:extLst>
          </p:cNvPr>
          <p:cNvSpPr/>
          <p:nvPr/>
        </p:nvSpPr>
        <p:spPr>
          <a:xfrm>
            <a:off x="10941877" y="5315337"/>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90" name="グループ化 89">
            <a:extLst>
              <a:ext uri="{FF2B5EF4-FFF2-40B4-BE49-F238E27FC236}">
                <a16:creationId xmlns:a16="http://schemas.microsoft.com/office/drawing/2014/main" id="{25F99172-921D-D102-1D1A-8A317758A412}"/>
              </a:ext>
            </a:extLst>
          </p:cNvPr>
          <p:cNvGrpSpPr/>
          <p:nvPr/>
        </p:nvGrpSpPr>
        <p:grpSpPr>
          <a:xfrm>
            <a:off x="8836094" y="4559558"/>
            <a:ext cx="2704472" cy="662473"/>
            <a:chOff x="8450427" y="4559558"/>
            <a:chExt cx="3092165" cy="662473"/>
          </a:xfrm>
        </p:grpSpPr>
        <p:sp>
          <p:nvSpPr>
            <p:cNvPr id="45" name="四角形: 角を丸くする 44">
              <a:extLst>
                <a:ext uri="{FF2B5EF4-FFF2-40B4-BE49-F238E27FC236}">
                  <a16:creationId xmlns:a16="http://schemas.microsoft.com/office/drawing/2014/main" id="{3EE14B67-61A4-0D53-A0A3-0EA04B642133}"/>
                </a:ext>
              </a:extLst>
            </p:cNvPr>
            <p:cNvSpPr/>
            <p:nvPr/>
          </p:nvSpPr>
          <p:spPr>
            <a:xfrm flipV="1">
              <a:off x="8450427" y="4559558"/>
              <a:ext cx="3092165"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grpSp>
          <p:nvGrpSpPr>
            <p:cNvPr id="60" name="グループ化 59">
              <a:extLst>
                <a:ext uri="{FF2B5EF4-FFF2-40B4-BE49-F238E27FC236}">
                  <a16:creationId xmlns:a16="http://schemas.microsoft.com/office/drawing/2014/main" id="{378F4330-236B-6A9F-0EFB-37B364BE2A20}"/>
                </a:ext>
              </a:extLst>
            </p:cNvPr>
            <p:cNvGrpSpPr/>
            <p:nvPr/>
          </p:nvGrpSpPr>
          <p:grpSpPr>
            <a:xfrm>
              <a:off x="8649791" y="4610876"/>
              <a:ext cx="2612882" cy="559836"/>
              <a:chOff x="858105" y="1673292"/>
              <a:chExt cx="2612882" cy="559836"/>
            </a:xfrm>
          </p:grpSpPr>
          <p:sp>
            <p:nvSpPr>
              <p:cNvPr id="61" name="楕円 60">
                <a:extLst>
                  <a:ext uri="{FF2B5EF4-FFF2-40B4-BE49-F238E27FC236}">
                    <a16:creationId xmlns:a16="http://schemas.microsoft.com/office/drawing/2014/main" id="{2FA01495-E2D3-2586-0FD0-6DC481779F2C}"/>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62" name="楕円 61">
                <a:extLst>
                  <a:ext uri="{FF2B5EF4-FFF2-40B4-BE49-F238E27FC236}">
                    <a16:creationId xmlns:a16="http://schemas.microsoft.com/office/drawing/2014/main" id="{10465118-E17F-4E2D-AFAF-6274E7902789}"/>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sp>
          <p:nvSpPr>
            <p:cNvPr id="74" name="四角形: 角を丸くする 73">
              <a:extLst>
                <a:ext uri="{FF2B5EF4-FFF2-40B4-BE49-F238E27FC236}">
                  <a16:creationId xmlns:a16="http://schemas.microsoft.com/office/drawing/2014/main" id="{F4E97F64-D4BF-5E00-497E-36882686B9F0}"/>
                </a:ext>
              </a:extLst>
            </p:cNvPr>
            <p:cNvSpPr/>
            <p:nvPr/>
          </p:nvSpPr>
          <p:spPr>
            <a:xfrm>
              <a:off x="10855763" y="4580293"/>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sp>
        <p:nvSpPr>
          <p:cNvPr id="75" name="四角形: 角を丸くする 74">
            <a:extLst>
              <a:ext uri="{FF2B5EF4-FFF2-40B4-BE49-F238E27FC236}">
                <a16:creationId xmlns:a16="http://schemas.microsoft.com/office/drawing/2014/main" id="{BB98FFCF-2C33-CBC2-45AE-DE8E615962CB}"/>
              </a:ext>
            </a:extLst>
          </p:cNvPr>
          <p:cNvSpPr/>
          <p:nvPr/>
        </p:nvSpPr>
        <p:spPr>
          <a:xfrm>
            <a:off x="10941877" y="384524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6" name="四角形: 角を丸くする 75">
            <a:extLst>
              <a:ext uri="{FF2B5EF4-FFF2-40B4-BE49-F238E27FC236}">
                <a16:creationId xmlns:a16="http://schemas.microsoft.com/office/drawing/2014/main" id="{8CC9D5C3-9310-F6C2-CA52-D7C62EED55B1}"/>
              </a:ext>
            </a:extLst>
          </p:cNvPr>
          <p:cNvSpPr/>
          <p:nvPr/>
        </p:nvSpPr>
        <p:spPr>
          <a:xfrm>
            <a:off x="10941877" y="3110203"/>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7" name="四角形: 角を丸くする 76">
            <a:extLst>
              <a:ext uri="{FF2B5EF4-FFF2-40B4-BE49-F238E27FC236}">
                <a16:creationId xmlns:a16="http://schemas.microsoft.com/office/drawing/2014/main" id="{67B62894-6ED0-AF46-9D4A-262F09E8D8F3}"/>
              </a:ext>
            </a:extLst>
          </p:cNvPr>
          <p:cNvSpPr/>
          <p:nvPr/>
        </p:nvSpPr>
        <p:spPr>
          <a:xfrm>
            <a:off x="10941877" y="237515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8" name="四角形: 角を丸くする 77">
            <a:extLst>
              <a:ext uri="{FF2B5EF4-FFF2-40B4-BE49-F238E27FC236}">
                <a16:creationId xmlns:a16="http://schemas.microsoft.com/office/drawing/2014/main" id="{805AE091-C065-3DEC-B904-49BAE1E56541}"/>
              </a:ext>
            </a:extLst>
          </p:cNvPr>
          <p:cNvSpPr/>
          <p:nvPr/>
        </p:nvSpPr>
        <p:spPr>
          <a:xfrm>
            <a:off x="10941877" y="1640113"/>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137" name="フローチャート: 論理積ゲート 136">
            <a:extLst>
              <a:ext uri="{FF2B5EF4-FFF2-40B4-BE49-F238E27FC236}">
                <a16:creationId xmlns:a16="http://schemas.microsoft.com/office/drawing/2014/main" id="{83C78766-DB64-CF95-B6E9-A2600895E871}"/>
              </a:ext>
            </a:extLst>
          </p:cNvPr>
          <p:cNvSpPr/>
          <p:nvPr/>
        </p:nvSpPr>
        <p:spPr>
          <a:xfrm>
            <a:off x="1367869" y="6169827"/>
            <a:ext cx="1225730" cy="461826"/>
          </a:xfrm>
          <a:prstGeom prst="flowChartDelay">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b="1" dirty="0">
                <a:latin typeface="BIZ UDP明朝 Medium" panose="02020500000000000000" pitchFamily="18" charset="-128"/>
                <a:ea typeface="BIZ UDP明朝 Medium" panose="02020500000000000000" pitchFamily="18" charset="-128"/>
              </a:rPr>
              <a:t>▶</a:t>
            </a:r>
            <a:r>
              <a:rPr lang="en-US" altLang="ja-JP" b="1" dirty="0">
                <a:latin typeface="BIZ UDP明朝 Medium" panose="02020500000000000000" pitchFamily="18" charset="-128"/>
                <a:ea typeface="BIZ UDP明朝 Medium" panose="02020500000000000000" pitchFamily="18" charset="-128"/>
              </a:rPr>
              <a:t>×1</a:t>
            </a:r>
            <a:endParaRPr lang="ja-JP" altLang="en-US" b="1" dirty="0">
              <a:latin typeface="BIZ UDP明朝 Medium" panose="02020500000000000000" pitchFamily="18" charset="-128"/>
              <a:ea typeface="BIZ UDP明朝 Medium" panose="02020500000000000000" pitchFamily="18" charset="-128"/>
            </a:endParaRPr>
          </a:p>
        </p:txBody>
      </p:sp>
      <p:sp>
        <p:nvSpPr>
          <p:cNvPr id="139" name="フローチャート: 論理積ゲート 138">
            <a:extLst>
              <a:ext uri="{FF2B5EF4-FFF2-40B4-BE49-F238E27FC236}">
                <a16:creationId xmlns:a16="http://schemas.microsoft.com/office/drawing/2014/main" id="{6A36DC49-1390-92C3-7C97-2C1A5F8AE639}"/>
              </a:ext>
            </a:extLst>
          </p:cNvPr>
          <p:cNvSpPr/>
          <p:nvPr/>
        </p:nvSpPr>
        <p:spPr>
          <a:xfrm>
            <a:off x="2796951" y="6169827"/>
            <a:ext cx="1225730" cy="461826"/>
          </a:xfrm>
          <a:prstGeom prst="flowChartDelay">
            <a:avLst/>
          </a:prstGeom>
          <a:solidFill>
            <a:srgbClr val="CC66FF"/>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BIZ UDP明朝 Medium" panose="02020500000000000000" pitchFamily="18" charset="-128"/>
                <a:ea typeface="BIZ UDP明朝 Medium" panose="02020500000000000000" pitchFamily="18" charset="-128"/>
              </a:rPr>
              <a:t>▶▶</a:t>
            </a:r>
            <a:r>
              <a:rPr kumimoji="1" lang="en-US" altLang="ja-JP" b="1" dirty="0">
                <a:latin typeface="BIZ UDP明朝 Medium" panose="02020500000000000000" pitchFamily="18" charset="-128"/>
                <a:ea typeface="BIZ UDP明朝 Medium" panose="02020500000000000000" pitchFamily="18" charset="-128"/>
              </a:rPr>
              <a:t>×2</a:t>
            </a:r>
            <a:endParaRPr kumimoji="1" lang="ja-JP" altLang="en-US" b="1" dirty="0">
              <a:latin typeface="BIZ UDP明朝 Medium" panose="02020500000000000000" pitchFamily="18" charset="-128"/>
              <a:ea typeface="BIZ UDP明朝 Medium" panose="02020500000000000000" pitchFamily="18" charset="-128"/>
            </a:endParaRPr>
          </a:p>
        </p:txBody>
      </p:sp>
      <p:grpSp>
        <p:nvGrpSpPr>
          <p:cNvPr id="155" name="グループ化 154">
            <a:extLst>
              <a:ext uri="{FF2B5EF4-FFF2-40B4-BE49-F238E27FC236}">
                <a16:creationId xmlns:a16="http://schemas.microsoft.com/office/drawing/2014/main" id="{ED027C68-20F6-590A-01CB-46066BF24A8A}"/>
              </a:ext>
            </a:extLst>
          </p:cNvPr>
          <p:cNvGrpSpPr/>
          <p:nvPr/>
        </p:nvGrpSpPr>
        <p:grpSpPr>
          <a:xfrm>
            <a:off x="619269" y="6128116"/>
            <a:ext cx="545248" cy="545248"/>
            <a:chOff x="4866575" y="4589624"/>
            <a:chExt cx="914400" cy="914400"/>
          </a:xfrm>
        </p:grpSpPr>
        <p:sp>
          <p:nvSpPr>
            <p:cNvPr id="154" name="四角形: 角を丸くする 153">
              <a:extLst>
                <a:ext uri="{FF2B5EF4-FFF2-40B4-BE49-F238E27FC236}">
                  <a16:creationId xmlns:a16="http://schemas.microsoft.com/office/drawing/2014/main" id="{21ABB3D2-00C4-FF20-832E-3A263DCB32C5}"/>
                </a:ext>
              </a:extLst>
            </p:cNvPr>
            <p:cNvSpPr/>
            <p:nvPr/>
          </p:nvSpPr>
          <p:spPr>
            <a:xfrm>
              <a:off x="4866575" y="4589624"/>
              <a:ext cx="914400" cy="914400"/>
            </a:xfrm>
            <a:prstGeom prst="roundRect">
              <a:avLst/>
            </a:prstGeom>
            <a:solidFill>
              <a:schemeClr val="tx1">
                <a:lumMod val="85000"/>
                <a:lumOff val="15000"/>
                <a:alpha val="7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53" name="図 152">
              <a:extLst>
                <a:ext uri="{FF2B5EF4-FFF2-40B4-BE49-F238E27FC236}">
                  <a16:creationId xmlns:a16="http://schemas.microsoft.com/office/drawing/2014/main" id="{D3E65B91-DDC8-B084-5771-AAD63B161CD1}"/>
                </a:ext>
              </a:extLst>
            </p:cNvPr>
            <p:cNvPicPr>
              <a:picLocks noChangeAspect="1"/>
            </p:cNvPicPr>
            <p:nvPr/>
          </p:nvPicPr>
          <p:blipFill>
            <a:blip r:embed="rId2">
              <a:lum bright="70000" contrast="-70000"/>
              <a:extLst>
                <a:ext uri="{28A0092B-C50C-407E-A947-70E740481C1C}">
                  <a14:useLocalDpi xmlns:a14="http://schemas.microsoft.com/office/drawing/2010/main" val="0"/>
                </a:ext>
              </a:extLst>
            </a:blip>
            <a:stretch>
              <a:fillRect/>
            </a:stretch>
          </p:blipFill>
          <p:spPr>
            <a:xfrm>
              <a:off x="5014494" y="4737543"/>
              <a:ext cx="618561" cy="618561"/>
            </a:xfrm>
            <a:prstGeom prst="rect">
              <a:avLst/>
            </a:prstGeom>
          </p:spPr>
        </p:pic>
      </p:grpSp>
      <p:grpSp>
        <p:nvGrpSpPr>
          <p:cNvPr id="162" name="グループ化 161">
            <a:extLst>
              <a:ext uri="{FF2B5EF4-FFF2-40B4-BE49-F238E27FC236}">
                <a16:creationId xmlns:a16="http://schemas.microsoft.com/office/drawing/2014/main" id="{66878FCD-728E-6347-29A2-5C286AFB1BE2}"/>
              </a:ext>
            </a:extLst>
          </p:cNvPr>
          <p:cNvGrpSpPr/>
          <p:nvPr/>
        </p:nvGrpSpPr>
        <p:grpSpPr>
          <a:xfrm>
            <a:off x="4366984" y="6169827"/>
            <a:ext cx="3092165" cy="493660"/>
            <a:chOff x="1719571" y="215382"/>
            <a:chExt cx="3888059" cy="426098"/>
          </a:xfrm>
          <a:solidFill>
            <a:schemeClr val="tx1">
              <a:lumMod val="95000"/>
              <a:lumOff val="5000"/>
            </a:schemeClr>
          </a:solidFill>
        </p:grpSpPr>
        <p:sp>
          <p:nvSpPr>
            <p:cNvPr id="166" name="平行四辺形 165">
              <a:extLst>
                <a:ext uri="{FF2B5EF4-FFF2-40B4-BE49-F238E27FC236}">
                  <a16:creationId xmlns:a16="http://schemas.microsoft.com/office/drawing/2014/main" id="{05E984F3-CDED-F2E2-EC04-EA251D7B54A5}"/>
                </a:ext>
              </a:extLst>
            </p:cNvPr>
            <p:cNvSpPr/>
            <p:nvPr/>
          </p:nvSpPr>
          <p:spPr>
            <a:xfrm>
              <a:off x="4751951"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7" name="平行四辺形 166">
              <a:extLst>
                <a:ext uri="{FF2B5EF4-FFF2-40B4-BE49-F238E27FC236}">
                  <a16:creationId xmlns:a16="http://schemas.microsoft.com/office/drawing/2014/main" id="{111282DA-2AC5-7CA1-5DF8-C0A6E36FAA1C}"/>
                </a:ext>
              </a:extLst>
            </p:cNvPr>
            <p:cNvSpPr/>
            <p:nvPr/>
          </p:nvSpPr>
          <p:spPr>
            <a:xfrm>
              <a:off x="3993856" y="215382"/>
              <a:ext cx="855679" cy="426098"/>
            </a:xfrm>
            <a:prstGeom prst="homePlate">
              <a:avLst/>
            </a:prstGeom>
            <a:solidFill>
              <a:schemeClr val="accent1"/>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5" name="平行四辺形 164">
              <a:extLst>
                <a:ext uri="{FF2B5EF4-FFF2-40B4-BE49-F238E27FC236}">
                  <a16:creationId xmlns:a16="http://schemas.microsoft.com/office/drawing/2014/main" id="{0BA2FEC3-038A-31D6-C6FD-3CA4458BBDA0}"/>
                </a:ext>
              </a:extLst>
            </p:cNvPr>
            <p:cNvSpPr/>
            <p:nvPr/>
          </p:nvSpPr>
          <p:spPr>
            <a:xfrm>
              <a:off x="3235761"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64" name="平行四辺形 163">
              <a:extLst>
                <a:ext uri="{FF2B5EF4-FFF2-40B4-BE49-F238E27FC236}">
                  <a16:creationId xmlns:a16="http://schemas.microsoft.com/office/drawing/2014/main" id="{DB1BDDC5-6E3E-BA2D-8EB8-34CBCA68DF7D}"/>
                </a:ext>
              </a:extLst>
            </p:cNvPr>
            <p:cNvSpPr/>
            <p:nvPr/>
          </p:nvSpPr>
          <p:spPr>
            <a:xfrm>
              <a:off x="2477666"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3" name="平行四辺形 162">
              <a:extLst>
                <a:ext uri="{FF2B5EF4-FFF2-40B4-BE49-F238E27FC236}">
                  <a16:creationId xmlns:a16="http://schemas.microsoft.com/office/drawing/2014/main" id="{B39857AD-C13E-B703-1C53-5FCCB853F696}"/>
                </a:ext>
              </a:extLst>
            </p:cNvPr>
            <p:cNvSpPr/>
            <p:nvPr/>
          </p:nvSpPr>
          <p:spPr>
            <a:xfrm>
              <a:off x="1719571" y="215382"/>
              <a:ext cx="855679" cy="426098"/>
            </a:xfrm>
            <a:prstGeom prst="homePlate">
              <a:avLst/>
            </a:prstGeom>
            <a:solidFill>
              <a:schemeClr val="accent1"/>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sp>
        <p:nvSpPr>
          <p:cNvPr id="168" name="楕円 167">
            <a:extLst>
              <a:ext uri="{FF2B5EF4-FFF2-40B4-BE49-F238E27FC236}">
                <a16:creationId xmlns:a16="http://schemas.microsoft.com/office/drawing/2014/main" id="{97759BBB-3557-71E8-15B3-A2DE9C90014F}"/>
              </a:ext>
            </a:extLst>
          </p:cNvPr>
          <p:cNvSpPr/>
          <p:nvPr/>
        </p:nvSpPr>
        <p:spPr>
          <a:xfrm>
            <a:off x="5698688"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sp>
        <p:nvSpPr>
          <p:cNvPr id="169" name="楕円 168">
            <a:extLst>
              <a:ext uri="{FF2B5EF4-FFF2-40B4-BE49-F238E27FC236}">
                <a16:creationId xmlns:a16="http://schemas.microsoft.com/office/drawing/2014/main" id="{5320C880-E2AA-DAA5-CC16-54C866122373}"/>
              </a:ext>
            </a:extLst>
          </p:cNvPr>
          <p:cNvSpPr/>
          <p:nvPr/>
        </p:nvSpPr>
        <p:spPr>
          <a:xfrm>
            <a:off x="6346227" y="6230426"/>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sp>
        <p:nvSpPr>
          <p:cNvPr id="170" name="楕円 169">
            <a:extLst>
              <a:ext uri="{FF2B5EF4-FFF2-40B4-BE49-F238E27FC236}">
                <a16:creationId xmlns:a16="http://schemas.microsoft.com/office/drawing/2014/main" id="{3A4477CA-0C2E-64CE-E46D-A55F590928DE}"/>
              </a:ext>
            </a:extLst>
          </p:cNvPr>
          <p:cNvSpPr/>
          <p:nvPr/>
        </p:nvSpPr>
        <p:spPr>
          <a:xfrm>
            <a:off x="6908237"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sp>
        <p:nvSpPr>
          <p:cNvPr id="171" name="楕円 170">
            <a:extLst>
              <a:ext uri="{FF2B5EF4-FFF2-40B4-BE49-F238E27FC236}">
                <a16:creationId xmlns:a16="http://schemas.microsoft.com/office/drawing/2014/main" id="{F6811597-D697-BE5C-7A8B-4A9A8F80DAD8}"/>
              </a:ext>
            </a:extLst>
          </p:cNvPr>
          <p:cNvSpPr/>
          <p:nvPr/>
        </p:nvSpPr>
        <p:spPr>
          <a:xfrm>
            <a:off x="5117736"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sp>
        <p:nvSpPr>
          <p:cNvPr id="172" name="楕円 171">
            <a:extLst>
              <a:ext uri="{FF2B5EF4-FFF2-40B4-BE49-F238E27FC236}">
                <a16:creationId xmlns:a16="http://schemas.microsoft.com/office/drawing/2014/main" id="{A8D8D74F-983E-DB0C-F0F5-B14CCB6D6A3C}"/>
              </a:ext>
            </a:extLst>
          </p:cNvPr>
          <p:cNvSpPr/>
          <p:nvPr/>
        </p:nvSpPr>
        <p:spPr>
          <a:xfrm>
            <a:off x="4495793"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cxnSp>
        <p:nvCxnSpPr>
          <p:cNvPr id="174" name="直線コネクタ 173">
            <a:extLst>
              <a:ext uri="{FF2B5EF4-FFF2-40B4-BE49-F238E27FC236}">
                <a16:creationId xmlns:a16="http://schemas.microsoft.com/office/drawing/2014/main" id="{472B97DA-1909-40FB-BAED-85B020531AAB}"/>
              </a:ext>
            </a:extLst>
          </p:cNvPr>
          <p:cNvCxnSpPr>
            <a:cxnSpLocks/>
          </p:cNvCxnSpPr>
          <p:nvPr/>
        </p:nvCxnSpPr>
        <p:spPr>
          <a:xfrm>
            <a:off x="4712882" y="6663487"/>
            <a:ext cx="3658847" cy="0"/>
          </a:xfrm>
          <a:prstGeom prst="line">
            <a:avLst/>
          </a:prstGeom>
          <a:ln w="38100">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176" name="テキスト ボックス 175">
            <a:extLst>
              <a:ext uri="{FF2B5EF4-FFF2-40B4-BE49-F238E27FC236}">
                <a16:creationId xmlns:a16="http://schemas.microsoft.com/office/drawing/2014/main" id="{385A8D0E-8A05-9E8D-7A6F-4372491200A1}"/>
              </a:ext>
            </a:extLst>
          </p:cNvPr>
          <p:cNvSpPr txBox="1"/>
          <p:nvPr/>
        </p:nvSpPr>
        <p:spPr>
          <a:xfrm>
            <a:off x="7472124" y="6141824"/>
            <a:ext cx="899605" cy="369332"/>
          </a:xfrm>
          <a:prstGeom prst="rect">
            <a:avLst/>
          </a:prstGeom>
          <a:noFill/>
        </p:spPr>
        <p:txBody>
          <a:bodyPr wrap="none" rtlCol="0">
            <a:spAutoFit/>
          </a:bodyPr>
          <a:lstStyle/>
          <a:p>
            <a:pPr algn="ctr"/>
            <a:r>
              <a:rPr kumimoji="1" lang="en-US" altLang="ja-JP" sz="1400" b="1" dirty="0">
                <a:solidFill>
                  <a:schemeClr val="bg1">
                    <a:lumMod val="95000"/>
                  </a:schemeClr>
                </a:solidFill>
                <a:latin typeface="BIZ UDP明朝 Medium" panose="02020500000000000000" pitchFamily="18" charset="-128"/>
                <a:ea typeface="BIZ UDP明朝 Medium" panose="02020500000000000000" pitchFamily="18" charset="-128"/>
              </a:rPr>
              <a:t>TRUN</a:t>
            </a:r>
            <a:r>
              <a:rPr kumimoji="1" lang="en-US" altLang="ja-JP" b="1" dirty="0">
                <a:solidFill>
                  <a:schemeClr val="bg1">
                    <a:lumMod val="95000"/>
                  </a:schemeClr>
                </a:solidFill>
                <a:latin typeface="BIZ UDP明朝 Medium" panose="02020500000000000000" pitchFamily="18" charset="-128"/>
                <a:ea typeface="BIZ UDP明朝 Medium" panose="02020500000000000000" pitchFamily="18" charset="-128"/>
              </a:rPr>
              <a:t>0</a:t>
            </a:r>
            <a:endParaRPr kumimoji="1" lang="ja-JP" altLang="en-US"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179" name="矢印: 五方向 178">
            <a:extLst>
              <a:ext uri="{FF2B5EF4-FFF2-40B4-BE49-F238E27FC236}">
                <a16:creationId xmlns:a16="http://schemas.microsoft.com/office/drawing/2014/main" id="{1F0233BE-8F11-2979-7723-E843FA7000F6}"/>
              </a:ext>
            </a:extLst>
          </p:cNvPr>
          <p:cNvSpPr/>
          <p:nvPr/>
        </p:nvSpPr>
        <p:spPr>
          <a:xfrm>
            <a:off x="9793438" y="6146578"/>
            <a:ext cx="1225730" cy="461826"/>
          </a:xfrm>
          <a:prstGeom prst="homePlate">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b="1" dirty="0">
                <a:latin typeface="BIZ UDP明朝 Medium" panose="02020500000000000000" pitchFamily="18" charset="-128"/>
                <a:ea typeface="BIZ UDP明朝 Medium" panose="02020500000000000000" pitchFamily="18" charset="-128"/>
              </a:rPr>
              <a:t>撤退</a:t>
            </a:r>
          </a:p>
        </p:txBody>
      </p:sp>
      <p:grpSp>
        <p:nvGrpSpPr>
          <p:cNvPr id="197" name="グループ化 196">
            <a:extLst>
              <a:ext uri="{FF2B5EF4-FFF2-40B4-BE49-F238E27FC236}">
                <a16:creationId xmlns:a16="http://schemas.microsoft.com/office/drawing/2014/main" id="{F0CBE933-9EE6-E3E6-C1F2-B8E0E5B4A507}"/>
              </a:ext>
            </a:extLst>
          </p:cNvPr>
          <p:cNvGrpSpPr/>
          <p:nvPr/>
        </p:nvGrpSpPr>
        <p:grpSpPr>
          <a:xfrm>
            <a:off x="1980734" y="3139750"/>
            <a:ext cx="1505416" cy="601824"/>
            <a:chOff x="1980734" y="3149081"/>
            <a:chExt cx="1505416" cy="601824"/>
          </a:xfrm>
        </p:grpSpPr>
        <p:sp>
          <p:nvSpPr>
            <p:cNvPr id="30" name="楕円 29">
              <a:extLst>
                <a:ext uri="{FF2B5EF4-FFF2-40B4-BE49-F238E27FC236}">
                  <a16:creationId xmlns:a16="http://schemas.microsoft.com/office/drawing/2014/main" id="{2B824A75-6EEA-2E25-545B-70FBD0619AB6}"/>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86" name="グループ化 185">
              <a:extLst>
                <a:ext uri="{FF2B5EF4-FFF2-40B4-BE49-F238E27FC236}">
                  <a16:creationId xmlns:a16="http://schemas.microsoft.com/office/drawing/2014/main" id="{AD323A5E-9514-5435-E112-5B959B621BE3}"/>
                </a:ext>
              </a:extLst>
            </p:cNvPr>
            <p:cNvGrpSpPr/>
            <p:nvPr/>
          </p:nvGrpSpPr>
          <p:grpSpPr>
            <a:xfrm>
              <a:off x="1980734" y="3175652"/>
              <a:ext cx="1505416" cy="575253"/>
              <a:chOff x="1980734" y="3175652"/>
              <a:chExt cx="1505416" cy="575253"/>
            </a:xfrm>
          </p:grpSpPr>
          <p:grpSp>
            <p:nvGrpSpPr>
              <p:cNvPr id="126" name="グループ化 125">
                <a:extLst>
                  <a:ext uri="{FF2B5EF4-FFF2-40B4-BE49-F238E27FC236}">
                    <a16:creationId xmlns:a16="http://schemas.microsoft.com/office/drawing/2014/main" id="{3A4123CE-B116-ADAB-EBC2-92CEEBEF7BE9}"/>
                  </a:ext>
                </a:extLst>
              </p:cNvPr>
              <p:cNvGrpSpPr/>
              <p:nvPr/>
            </p:nvGrpSpPr>
            <p:grpSpPr>
              <a:xfrm>
                <a:off x="1980734" y="3473931"/>
                <a:ext cx="1505416" cy="276974"/>
                <a:chOff x="4194668" y="3607669"/>
                <a:chExt cx="1105960" cy="276974"/>
              </a:xfrm>
            </p:grpSpPr>
            <p:sp>
              <p:nvSpPr>
                <p:cNvPr id="120" name="四角形: 角を丸くする 119">
                  <a:extLst>
                    <a:ext uri="{FF2B5EF4-FFF2-40B4-BE49-F238E27FC236}">
                      <a16:creationId xmlns:a16="http://schemas.microsoft.com/office/drawing/2014/main" id="{14A35056-A158-A51F-2150-4F182728CA43}"/>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25" name="図 124">
                  <a:extLst>
                    <a:ext uri="{FF2B5EF4-FFF2-40B4-BE49-F238E27FC236}">
                      <a16:creationId xmlns:a16="http://schemas.microsoft.com/office/drawing/2014/main" id="{7718971E-7EAB-DC98-AA85-03B8D7FDC4E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85" name="テキスト ボックス 184">
                <a:extLst>
                  <a:ext uri="{FF2B5EF4-FFF2-40B4-BE49-F238E27FC236}">
                    <a16:creationId xmlns:a16="http://schemas.microsoft.com/office/drawing/2014/main" id="{0B5DE501-2F29-1B87-5A60-19F8DDBB5DB4}"/>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198" name="グループ化 197">
            <a:extLst>
              <a:ext uri="{FF2B5EF4-FFF2-40B4-BE49-F238E27FC236}">
                <a16:creationId xmlns:a16="http://schemas.microsoft.com/office/drawing/2014/main" id="{75111E07-96F3-D708-3B3D-5406913ECE5A}"/>
              </a:ext>
            </a:extLst>
          </p:cNvPr>
          <p:cNvGrpSpPr/>
          <p:nvPr/>
        </p:nvGrpSpPr>
        <p:grpSpPr>
          <a:xfrm>
            <a:off x="1376410" y="3879201"/>
            <a:ext cx="1505416" cy="601824"/>
            <a:chOff x="1980734" y="3149081"/>
            <a:chExt cx="1505416" cy="601824"/>
          </a:xfrm>
        </p:grpSpPr>
        <p:sp>
          <p:nvSpPr>
            <p:cNvPr id="199" name="楕円 198">
              <a:extLst>
                <a:ext uri="{FF2B5EF4-FFF2-40B4-BE49-F238E27FC236}">
                  <a16:creationId xmlns:a16="http://schemas.microsoft.com/office/drawing/2014/main" id="{999B14D7-D2F3-EA60-0074-9194943AB24F}"/>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00" name="グループ化 199">
              <a:extLst>
                <a:ext uri="{FF2B5EF4-FFF2-40B4-BE49-F238E27FC236}">
                  <a16:creationId xmlns:a16="http://schemas.microsoft.com/office/drawing/2014/main" id="{EB891E0D-25FF-ED0F-DAD1-D814E6BE935E}"/>
                </a:ext>
              </a:extLst>
            </p:cNvPr>
            <p:cNvGrpSpPr/>
            <p:nvPr/>
          </p:nvGrpSpPr>
          <p:grpSpPr>
            <a:xfrm>
              <a:off x="1980734" y="3175652"/>
              <a:ext cx="1505416" cy="575253"/>
              <a:chOff x="1980734" y="3175652"/>
              <a:chExt cx="1505416" cy="575253"/>
            </a:xfrm>
          </p:grpSpPr>
          <p:grpSp>
            <p:nvGrpSpPr>
              <p:cNvPr id="201" name="グループ化 200">
                <a:extLst>
                  <a:ext uri="{FF2B5EF4-FFF2-40B4-BE49-F238E27FC236}">
                    <a16:creationId xmlns:a16="http://schemas.microsoft.com/office/drawing/2014/main" id="{0B605BDE-A424-B37D-8FFE-D43D571E4A99}"/>
                  </a:ext>
                </a:extLst>
              </p:cNvPr>
              <p:cNvGrpSpPr/>
              <p:nvPr/>
            </p:nvGrpSpPr>
            <p:grpSpPr>
              <a:xfrm>
                <a:off x="1980734" y="3473931"/>
                <a:ext cx="1505416" cy="276974"/>
                <a:chOff x="4194668" y="3607669"/>
                <a:chExt cx="1105960" cy="276974"/>
              </a:xfrm>
            </p:grpSpPr>
            <p:sp>
              <p:nvSpPr>
                <p:cNvPr id="203" name="四角形: 角を丸くする 202">
                  <a:extLst>
                    <a:ext uri="{FF2B5EF4-FFF2-40B4-BE49-F238E27FC236}">
                      <a16:creationId xmlns:a16="http://schemas.microsoft.com/office/drawing/2014/main" id="{FE42738D-5196-4C80-601D-8409C4B67A09}"/>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04" name="図 203">
                  <a:extLst>
                    <a:ext uri="{FF2B5EF4-FFF2-40B4-BE49-F238E27FC236}">
                      <a16:creationId xmlns:a16="http://schemas.microsoft.com/office/drawing/2014/main" id="{FB956E86-6B72-56C6-F77A-DE080285B48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02" name="テキスト ボックス 201">
                <a:extLst>
                  <a:ext uri="{FF2B5EF4-FFF2-40B4-BE49-F238E27FC236}">
                    <a16:creationId xmlns:a16="http://schemas.microsoft.com/office/drawing/2014/main" id="{553C8ADD-91A4-6C1D-B64C-43C56F4F9868}"/>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05" name="グループ化 204">
            <a:extLst>
              <a:ext uri="{FF2B5EF4-FFF2-40B4-BE49-F238E27FC236}">
                <a16:creationId xmlns:a16="http://schemas.microsoft.com/office/drawing/2014/main" id="{8D9DEED1-5C5C-126D-E37F-D195ADB09878}"/>
              </a:ext>
            </a:extLst>
          </p:cNvPr>
          <p:cNvGrpSpPr/>
          <p:nvPr/>
        </p:nvGrpSpPr>
        <p:grpSpPr>
          <a:xfrm>
            <a:off x="1376410" y="4599213"/>
            <a:ext cx="1505416" cy="601824"/>
            <a:chOff x="1980734" y="3149081"/>
            <a:chExt cx="1505416" cy="601824"/>
          </a:xfrm>
        </p:grpSpPr>
        <p:sp>
          <p:nvSpPr>
            <p:cNvPr id="206" name="楕円 205">
              <a:extLst>
                <a:ext uri="{FF2B5EF4-FFF2-40B4-BE49-F238E27FC236}">
                  <a16:creationId xmlns:a16="http://schemas.microsoft.com/office/drawing/2014/main" id="{1C103231-61FE-E01E-989E-CD288E105ABC}"/>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07" name="グループ化 206">
              <a:extLst>
                <a:ext uri="{FF2B5EF4-FFF2-40B4-BE49-F238E27FC236}">
                  <a16:creationId xmlns:a16="http://schemas.microsoft.com/office/drawing/2014/main" id="{AA4EF50C-7964-0A32-CAD9-8286CAB1AE8E}"/>
                </a:ext>
              </a:extLst>
            </p:cNvPr>
            <p:cNvGrpSpPr/>
            <p:nvPr/>
          </p:nvGrpSpPr>
          <p:grpSpPr>
            <a:xfrm>
              <a:off x="1980734" y="3175652"/>
              <a:ext cx="1505416" cy="575253"/>
              <a:chOff x="1980734" y="3175652"/>
              <a:chExt cx="1505416" cy="575253"/>
            </a:xfrm>
          </p:grpSpPr>
          <p:grpSp>
            <p:nvGrpSpPr>
              <p:cNvPr id="208" name="グループ化 207">
                <a:extLst>
                  <a:ext uri="{FF2B5EF4-FFF2-40B4-BE49-F238E27FC236}">
                    <a16:creationId xmlns:a16="http://schemas.microsoft.com/office/drawing/2014/main" id="{BED5BE7A-AFE6-4086-004E-516D05A16E1E}"/>
                  </a:ext>
                </a:extLst>
              </p:cNvPr>
              <p:cNvGrpSpPr/>
              <p:nvPr/>
            </p:nvGrpSpPr>
            <p:grpSpPr>
              <a:xfrm>
                <a:off x="1980734" y="3473931"/>
                <a:ext cx="1505416" cy="276974"/>
                <a:chOff x="4194668" y="3607669"/>
                <a:chExt cx="1105960" cy="276974"/>
              </a:xfrm>
            </p:grpSpPr>
            <p:sp>
              <p:nvSpPr>
                <p:cNvPr id="210" name="四角形: 角を丸くする 209">
                  <a:extLst>
                    <a:ext uri="{FF2B5EF4-FFF2-40B4-BE49-F238E27FC236}">
                      <a16:creationId xmlns:a16="http://schemas.microsoft.com/office/drawing/2014/main" id="{44FD388D-2A33-753E-05A6-26D4FBC31D30}"/>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11" name="図 210">
                  <a:extLst>
                    <a:ext uri="{FF2B5EF4-FFF2-40B4-BE49-F238E27FC236}">
                      <a16:creationId xmlns:a16="http://schemas.microsoft.com/office/drawing/2014/main" id="{9487EDF1-11A4-11CD-879F-86DE4CF8E8A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09" name="テキスト ボックス 208">
                <a:extLst>
                  <a:ext uri="{FF2B5EF4-FFF2-40B4-BE49-F238E27FC236}">
                    <a16:creationId xmlns:a16="http://schemas.microsoft.com/office/drawing/2014/main" id="{D7B51840-0816-F5E2-098C-9B8059E08B0C}"/>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12" name="グループ化 211">
            <a:extLst>
              <a:ext uri="{FF2B5EF4-FFF2-40B4-BE49-F238E27FC236}">
                <a16:creationId xmlns:a16="http://schemas.microsoft.com/office/drawing/2014/main" id="{9593109D-FDC1-0B7C-F12D-A81C3D975C98}"/>
              </a:ext>
            </a:extLst>
          </p:cNvPr>
          <p:cNvGrpSpPr/>
          <p:nvPr/>
        </p:nvGrpSpPr>
        <p:grpSpPr>
          <a:xfrm>
            <a:off x="1376410" y="5338435"/>
            <a:ext cx="1505416" cy="601824"/>
            <a:chOff x="1980734" y="3149081"/>
            <a:chExt cx="1505416" cy="601824"/>
          </a:xfrm>
        </p:grpSpPr>
        <p:sp>
          <p:nvSpPr>
            <p:cNvPr id="213" name="楕円 212">
              <a:extLst>
                <a:ext uri="{FF2B5EF4-FFF2-40B4-BE49-F238E27FC236}">
                  <a16:creationId xmlns:a16="http://schemas.microsoft.com/office/drawing/2014/main" id="{8521B637-8365-A74F-8AD4-DCBA224CB3CD}"/>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14" name="グループ化 213">
              <a:extLst>
                <a:ext uri="{FF2B5EF4-FFF2-40B4-BE49-F238E27FC236}">
                  <a16:creationId xmlns:a16="http://schemas.microsoft.com/office/drawing/2014/main" id="{3F861417-B727-862F-8638-A3DF2CC09DDC}"/>
                </a:ext>
              </a:extLst>
            </p:cNvPr>
            <p:cNvGrpSpPr/>
            <p:nvPr/>
          </p:nvGrpSpPr>
          <p:grpSpPr>
            <a:xfrm>
              <a:off x="1980734" y="3175652"/>
              <a:ext cx="1505416" cy="575253"/>
              <a:chOff x="1980734" y="3175652"/>
              <a:chExt cx="1505416" cy="575253"/>
            </a:xfrm>
          </p:grpSpPr>
          <p:grpSp>
            <p:nvGrpSpPr>
              <p:cNvPr id="215" name="グループ化 214">
                <a:extLst>
                  <a:ext uri="{FF2B5EF4-FFF2-40B4-BE49-F238E27FC236}">
                    <a16:creationId xmlns:a16="http://schemas.microsoft.com/office/drawing/2014/main" id="{EF2FD810-CA00-7D22-CB59-EA9D537CA1C0}"/>
                  </a:ext>
                </a:extLst>
              </p:cNvPr>
              <p:cNvGrpSpPr/>
              <p:nvPr/>
            </p:nvGrpSpPr>
            <p:grpSpPr>
              <a:xfrm>
                <a:off x="1980734" y="3473931"/>
                <a:ext cx="1505416" cy="276974"/>
                <a:chOff x="4194668" y="3607669"/>
                <a:chExt cx="1105960" cy="276974"/>
              </a:xfrm>
            </p:grpSpPr>
            <p:sp>
              <p:nvSpPr>
                <p:cNvPr id="217" name="四角形: 角を丸くする 216">
                  <a:extLst>
                    <a:ext uri="{FF2B5EF4-FFF2-40B4-BE49-F238E27FC236}">
                      <a16:creationId xmlns:a16="http://schemas.microsoft.com/office/drawing/2014/main" id="{21E457A8-C37E-5B54-E652-09535C95A4A7}"/>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18" name="図 217">
                  <a:extLst>
                    <a:ext uri="{FF2B5EF4-FFF2-40B4-BE49-F238E27FC236}">
                      <a16:creationId xmlns:a16="http://schemas.microsoft.com/office/drawing/2014/main" id="{1B842746-52CC-14E0-0844-8A00608FF5E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16" name="テキスト ボックス 215">
                <a:extLst>
                  <a:ext uri="{FF2B5EF4-FFF2-40B4-BE49-F238E27FC236}">
                    <a16:creationId xmlns:a16="http://schemas.microsoft.com/office/drawing/2014/main" id="{F81E6A30-DF0A-5DB4-2B5C-0843552888DC}"/>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19" name="グループ化 218">
            <a:extLst>
              <a:ext uri="{FF2B5EF4-FFF2-40B4-BE49-F238E27FC236}">
                <a16:creationId xmlns:a16="http://schemas.microsoft.com/office/drawing/2014/main" id="{0C027372-9F86-6177-3AA9-BACD581560E3}"/>
              </a:ext>
            </a:extLst>
          </p:cNvPr>
          <p:cNvGrpSpPr/>
          <p:nvPr/>
        </p:nvGrpSpPr>
        <p:grpSpPr>
          <a:xfrm>
            <a:off x="1376410" y="2392524"/>
            <a:ext cx="1505416" cy="601824"/>
            <a:chOff x="1980734" y="3149081"/>
            <a:chExt cx="1505416" cy="601824"/>
          </a:xfrm>
        </p:grpSpPr>
        <p:sp>
          <p:nvSpPr>
            <p:cNvPr id="220" name="楕円 219">
              <a:extLst>
                <a:ext uri="{FF2B5EF4-FFF2-40B4-BE49-F238E27FC236}">
                  <a16:creationId xmlns:a16="http://schemas.microsoft.com/office/drawing/2014/main" id="{CE249984-BB8A-A6EE-D898-8E74949B7376}"/>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21" name="グループ化 220">
              <a:extLst>
                <a:ext uri="{FF2B5EF4-FFF2-40B4-BE49-F238E27FC236}">
                  <a16:creationId xmlns:a16="http://schemas.microsoft.com/office/drawing/2014/main" id="{63BF268B-D392-A1A3-7354-8EE38432CA06}"/>
                </a:ext>
              </a:extLst>
            </p:cNvPr>
            <p:cNvGrpSpPr/>
            <p:nvPr/>
          </p:nvGrpSpPr>
          <p:grpSpPr>
            <a:xfrm>
              <a:off x="1980734" y="3175652"/>
              <a:ext cx="1505416" cy="575253"/>
              <a:chOff x="1980734" y="3175652"/>
              <a:chExt cx="1505416" cy="575253"/>
            </a:xfrm>
          </p:grpSpPr>
          <p:grpSp>
            <p:nvGrpSpPr>
              <p:cNvPr id="222" name="グループ化 221">
                <a:extLst>
                  <a:ext uri="{FF2B5EF4-FFF2-40B4-BE49-F238E27FC236}">
                    <a16:creationId xmlns:a16="http://schemas.microsoft.com/office/drawing/2014/main" id="{7BD86D63-88F9-BB96-6B69-274C46C3A6C4}"/>
                  </a:ext>
                </a:extLst>
              </p:cNvPr>
              <p:cNvGrpSpPr/>
              <p:nvPr/>
            </p:nvGrpSpPr>
            <p:grpSpPr>
              <a:xfrm>
                <a:off x="1980734" y="3473931"/>
                <a:ext cx="1505416" cy="276974"/>
                <a:chOff x="4194668" y="3607669"/>
                <a:chExt cx="1105960" cy="276974"/>
              </a:xfrm>
            </p:grpSpPr>
            <p:sp>
              <p:nvSpPr>
                <p:cNvPr id="224" name="四角形: 角を丸くする 223">
                  <a:extLst>
                    <a:ext uri="{FF2B5EF4-FFF2-40B4-BE49-F238E27FC236}">
                      <a16:creationId xmlns:a16="http://schemas.microsoft.com/office/drawing/2014/main" id="{91FA7E6B-6FF2-8ED1-2513-55E31CD13B70}"/>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25" name="図 224">
                  <a:extLst>
                    <a:ext uri="{FF2B5EF4-FFF2-40B4-BE49-F238E27FC236}">
                      <a16:creationId xmlns:a16="http://schemas.microsoft.com/office/drawing/2014/main" id="{5C01FBDB-7152-069B-2778-BC81C947E9C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23" name="テキスト ボックス 222">
                <a:extLst>
                  <a:ext uri="{FF2B5EF4-FFF2-40B4-BE49-F238E27FC236}">
                    <a16:creationId xmlns:a16="http://schemas.microsoft.com/office/drawing/2014/main" id="{9070F926-673D-94D6-80E9-56695F147EBB}"/>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26" name="グループ化 225">
            <a:extLst>
              <a:ext uri="{FF2B5EF4-FFF2-40B4-BE49-F238E27FC236}">
                <a16:creationId xmlns:a16="http://schemas.microsoft.com/office/drawing/2014/main" id="{05A9A2E3-3BFA-EF65-8D77-6F7934612407}"/>
              </a:ext>
            </a:extLst>
          </p:cNvPr>
          <p:cNvGrpSpPr/>
          <p:nvPr/>
        </p:nvGrpSpPr>
        <p:grpSpPr>
          <a:xfrm>
            <a:off x="1376410" y="951462"/>
            <a:ext cx="1505416" cy="601824"/>
            <a:chOff x="1980734" y="3149081"/>
            <a:chExt cx="1505416" cy="601824"/>
          </a:xfrm>
        </p:grpSpPr>
        <p:sp>
          <p:nvSpPr>
            <p:cNvPr id="227" name="楕円 226">
              <a:extLst>
                <a:ext uri="{FF2B5EF4-FFF2-40B4-BE49-F238E27FC236}">
                  <a16:creationId xmlns:a16="http://schemas.microsoft.com/office/drawing/2014/main" id="{57F33229-D217-4A91-A933-B221B8511C8B}"/>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28" name="グループ化 227">
              <a:extLst>
                <a:ext uri="{FF2B5EF4-FFF2-40B4-BE49-F238E27FC236}">
                  <a16:creationId xmlns:a16="http://schemas.microsoft.com/office/drawing/2014/main" id="{68F881D7-6088-3E65-B9A7-043AF9E2125F}"/>
                </a:ext>
              </a:extLst>
            </p:cNvPr>
            <p:cNvGrpSpPr/>
            <p:nvPr/>
          </p:nvGrpSpPr>
          <p:grpSpPr>
            <a:xfrm>
              <a:off x="1980734" y="3175652"/>
              <a:ext cx="1505416" cy="575253"/>
              <a:chOff x="1980734" y="3175652"/>
              <a:chExt cx="1505416" cy="575253"/>
            </a:xfrm>
          </p:grpSpPr>
          <p:grpSp>
            <p:nvGrpSpPr>
              <p:cNvPr id="229" name="グループ化 228">
                <a:extLst>
                  <a:ext uri="{FF2B5EF4-FFF2-40B4-BE49-F238E27FC236}">
                    <a16:creationId xmlns:a16="http://schemas.microsoft.com/office/drawing/2014/main" id="{66EB30FF-8E74-FCC9-B4D3-B8C9C2CF4E9C}"/>
                  </a:ext>
                </a:extLst>
              </p:cNvPr>
              <p:cNvGrpSpPr/>
              <p:nvPr/>
            </p:nvGrpSpPr>
            <p:grpSpPr>
              <a:xfrm>
                <a:off x="1980734" y="3473931"/>
                <a:ext cx="1505416" cy="276974"/>
                <a:chOff x="4194668" y="3607669"/>
                <a:chExt cx="1105960" cy="276974"/>
              </a:xfrm>
            </p:grpSpPr>
            <p:sp>
              <p:nvSpPr>
                <p:cNvPr id="231" name="四角形: 角を丸くする 230">
                  <a:extLst>
                    <a:ext uri="{FF2B5EF4-FFF2-40B4-BE49-F238E27FC236}">
                      <a16:creationId xmlns:a16="http://schemas.microsoft.com/office/drawing/2014/main" id="{018A6A97-B79F-0F27-E679-24FEBFAD5EF7}"/>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32" name="図 231">
                  <a:extLst>
                    <a:ext uri="{FF2B5EF4-FFF2-40B4-BE49-F238E27FC236}">
                      <a16:creationId xmlns:a16="http://schemas.microsoft.com/office/drawing/2014/main" id="{A78E66B7-C8BA-ABFD-2864-95C11A2F765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30" name="テキスト ボックス 229">
                <a:extLst>
                  <a:ext uri="{FF2B5EF4-FFF2-40B4-BE49-F238E27FC236}">
                    <a16:creationId xmlns:a16="http://schemas.microsoft.com/office/drawing/2014/main" id="{0A8047F7-147F-A2AB-3EFD-0E49EF323D2F}"/>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33" name="グループ化 232">
            <a:extLst>
              <a:ext uri="{FF2B5EF4-FFF2-40B4-BE49-F238E27FC236}">
                <a16:creationId xmlns:a16="http://schemas.microsoft.com/office/drawing/2014/main" id="{BA3FA9BF-833A-2FBC-B6A3-86FBAB6A8D09}"/>
              </a:ext>
            </a:extLst>
          </p:cNvPr>
          <p:cNvGrpSpPr/>
          <p:nvPr/>
        </p:nvGrpSpPr>
        <p:grpSpPr>
          <a:xfrm>
            <a:off x="1376410" y="1656961"/>
            <a:ext cx="1505416" cy="601824"/>
            <a:chOff x="1980734" y="3149081"/>
            <a:chExt cx="1505416" cy="601824"/>
          </a:xfrm>
        </p:grpSpPr>
        <p:sp>
          <p:nvSpPr>
            <p:cNvPr id="234" name="楕円 233">
              <a:extLst>
                <a:ext uri="{FF2B5EF4-FFF2-40B4-BE49-F238E27FC236}">
                  <a16:creationId xmlns:a16="http://schemas.microsoft.com/office/drawing/2014/main" id="{A6393420-0EB4-06CC-2B05-948AC5153BF3}"/>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35" name="グループ化 234">
              <a:extLst>
                <a:ext uri="{FF2B5EF4-FFF2-40B4-BE49-F238E27FC236}">
                  <a16:creationId xmlns:a16="http://schemas.microsoft.com/office/drawing/2014/main" id="{57D888A5-15D4-9D4E-2704-BB7E963C5631}"/>
                </a:ext>
              </a:extLst>
            </p:cNvPr>
            <p:cNvGrpSpPr/>
            <p:nvPr/>
          </p:nvGrpSpPr>
          <p:grpSpPr>
            <a:xfrm>
              <a:off x="1980734" y="3175652"/>
              <a:ext cx="1505416" cy="575253"/>
              <a:chOff x="1980734" y="3175652"/>
              <a:chExt cx="1505416" cy="575253"/>
            </a:xfrm>
          </p:grpSpPr>
          <p:grpSp>
            <p:nvGrpSpPr>
              <p:cNvPr id="236" name="グループ化 235">
                <a:extLst>
                  <a:ext uri="{FF2B5EF4-FFF2-40B4-BE49-F238E27FC236}">
                    <a16:creationId xmlns:a16="http://schemas.microsoft.com/office/drawing/2014/main" id="{C2979F26-4414-1BD1-D6DF-C375BFD5EE79}"/>
                  </a:ext>
                </a:extLst>
              </p:cNvPr>
              <p:cNvGrpSpPr/>
              <p:nvPr/>
            </p:nvGrpSpPr>
            <p:grpSpPr>
              <a:xfrm>
                <a:off x="1980734" y="3473931"/>
                <a:ext cx="1505416" cy="276974"/>
                <a:chOff x="4194668" y="3607669"/>
                <a:chExt cx="1105960" cy="276974"/>
              </a:xfrm>
            </p:grpSpPr>
            <p:sp>
              <p:nvSpPr>
                <p:cNvPr id="238" name="四角形: 角を丸くする 237">
                  <a:extLst>
                    <a:ext uri="{FF2B5EF4-FFF2-40B4-BE49-F238E27FC236}">
                      <a16:creationId xmlns:a16="http://schemas.microsoft.com/office/drawing/2014/main" id="{1A11F89A-2889-F178-36C5-0A08EEDEEC7E}"/>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39" name="図 238">
                  <a:extLst>
                    <a:ext uri="{FF2B5EF4-FFF2-40B4-BE49-F238E27FC236}">
                      <a16:creationId xmlns:a16="http://schemas.microsoft.com/office/drawing/2014/main" id="{3A766FF2-E1BA-7E4D-F662-9FF44391315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37" name="テキスト ボックス 236">
                <a:extLst>
                  <a:ext uri="{FF2B5EF4-FFF2-40B4-BE49-F238E27FC236}">
                    <a16:creationId xmlns:a16="http://schemas.microsoft.com/office/drawing/2014/main" id="{BD2B2B9D-F61F-C985-3FC0-F18B1883A1A5}"/>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47" name="グループ化 246">
            <a:extLst>
              <a:ext uri="{FF2B5EF4-FFF2-40B4-BE49-F238E27FC236}">
                <a16:creationId xmlns:a16="http://schemas.microsoft.com/office/drawing/2014/main" id="{1E73C740-8B30-22DE-ECCF-C7F58542967A}"/>
              </a:ext>
            </a:extLst>
          </p:cNvPr>
          <p:cNvGrpSpPr/>
          <p:nvPr/>
        </p:nvGrpSpPr>
        <p:grpSpPr>
          <a:xfrm>
            <a:off x="3405968" y="920623"/>
            <a:ext cx="888261" cy="654696"/>
            <a:chOff x="519830" y="3162196"/>
            <a:chExt cx="748799" cy="551905"/>
          </a:xfrm>
        </p:grpSpPr>
        <p:sp>
          <p:nvSpPr>
            <p:cNvPr id="248" name="ハート 247">
              <a:extLst>
                <a:ext uri="{FF2B5EF4-FFF2-40B4-BE49-F238E27FC236}">
                  <a16:creationId xmlns:a16="http://schemas.microsoft.com/office/drawing/2014/main" id="{307182BB-908F-2B26-1A81-7D51E2A00209}"/>
                </a:ext>
              </a:extLst>
            </p:cNvPr>
            <p:cNvSpPr/>
            <p:nvPr/>
          </p:nvSpPr>
          <p:spPr>
            <a:xfrm>
              <a:off x="618278" y="3162196"/>
              <a:ext cx="551905" cy="551905"/>
            </a:xfrm>
            <a:prstGeom prst="heart">
              <a:avLst/>
            </a:prstGeom>
            <a:gradFill flip="none" rotWithShape="1">
              <a:gsLst>
                <a:gs pos="38000">
                  <a:schemeClr val="tx1">
                    <a:lumMod val="85000"/>
                    <a:lumOff val="15000"/>
                    <a:alpha val="95000"/>
                  </a:schemeClr>
                </a:gs>
                <a:gs pos="100000">
                  <a:srgbClr val="CC66FF">
                    <a:alpha val="95000"/>
                  </a:srgbClr>
                </a:gs>
              </a:gsLst>
              <a:lin ang="5400000" scaled="1"/>
              <a:tileRect/>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49" name="テキスト ボックス 248">
              <a:extLst>
                <a:ext uri="{FF2B5EF4-FFF2-40B4-BE49-F238E27FC236}">
                  <a16:creationId xmlns:a16="http://schemas.microsoft.com/office/drawing/2014/main" id="{F2FAC9A1-C8F2-5B48-50CB-34445BF761F6}"/>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50" name="グループ化 249">
            <a:extLst>
              <a:ext uri="{FF2B5EF4-FFF2-40B4-BE49-F238E27FC236}">
                <a16:creationId xmlns:a16="http://schemas.microsoft.com/office/drawing/2014/main" id="{20F2F6BB-B211-AB32-7F85-0DADBA6397B3}"/>
              </a:ext>
            </a:extLst>
          </p:cNvPr>
          <p:cNvGrpSpPr/>
          <p:nvPr/>
        </p:nvGrpSpPr>
        <p:grpSpPr>
          <a:xfrm>
            <a:off x="3405968" y="1640113"/>
            <a:ext cx="888261" cy="654696"/>
            <a:chOff x="519830" y="3162196"/>
            <a:chExt cx="748799" cy="551905"/>
          </a:xfrm>
        </p:grpSpPr>
        <p:sp>
          <p:nvSpPr>
            <p:cNvPr id="251" name="ハート 250">
              <a:extLst>
                <a:ext uri="{FF2B5EF4-FFF2-40B4-BE49-F238E27FC236}">
                  <a16:creationId xmlns:a16="http://schemas.microsoft.com/office/drawing/2014/main" id="{2EA6BF31-6FA3-1500-9792-13BFCCBC2333}"/>
                </a:ext>
              </a:extLst>
            </p:cNvPr>
            <p:cNvSpPr/>
            <p:nvPr/>
          </p:nvSpPr>
          <p:spPr>
            <a:xfrm>
              <a:off x="618278" y="3162196"/>
              <a:ext cx="551905" cy="551905"/>
            </a:xfrm>
            <a:prstGeom prst="heart">
              <a:avLst/>
            </a:prstGeom>
            <a:gradFill>
              <a:gsLst>
                <a:gs pos="19000">
                  <a:schemeClr val="tx1">
                    <a:lumMod val="85000"/>
                    <a:lumOff val="15000"/>
                    <a:alpha val="95000"/>
                  </a:schemeClr>
                </a:gs>
                <a:gs pos="100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52" name="テキスト ボックス 251">
              <a:extLst>
                <a:ext uri="{FF2B5EF4-FFF2-40B4-BE49-F238E27FC236}">
                  <a16:creationId xmlns:a16="http://schemas.microsoft.com/office/drawing/2014/main" id="{774B6095-23C8-F62B-A61D-3DC9BE577065}"/>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53" name="グループ化 252">
            <a:extLst>
              <a:ext uri="{FF2B5EF4-FFF2-40B4-BE49-F238E27FC236}">
                <a16:creationId xmlns:a16="http://schemas.microsoft.com/office/drawing/2014/main" id="{5C08C819-3442-782A-7999-E5BFEA4CACEE}"/>
              </a:ext>
            </a:extLst>
          </p:cNvPr>
          <p:cNvGrpSpPr/>
          <p:nvPr/>
        </p:nvGrpSpPr>
        <p:grpSpPr>
          <a:xfrm>
            <a:off x="3405968" y="2369977"/>
            <a:ext cx="888261" cy="654696"/>
            <a:chOff x="519830" y="3162196"/>
            <a:chExt cx="748799" cy="551905"/>
          </a:xfrm>
        </p:grpSpPr>
        <p:sp>
          <p:nvSpPr>
            <p:cNvPr id="254" name="ハート 253">
              <a:extLst>
                <a:ext uri="{FF2B5EF4-FFF2-40B4-BE49-F238E27FC236}">
                  <a16:creationId xmlns:a16="http://schemas.microsoft.com/office/drawing/2014/main" id="{15F4E9DA-55E8-1EAA-0327-FC5478774CD6}"/>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55" name="テキスト ボックス 254">
              <a:extLst>
                <a:ext uri="{FF2B5EF4-FFF2-40B4-BE49-F238E27FC236}">
                  <a16:creationId xmlns:a16="http://schemas.microsoft.com/office/drawing/2014/main" id="{34F3F8A5-8062-CEB2-318F-06DBA6D37136}"/>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56" name="グループ化 255">
            <a:extLst>
              <a:ext uri="{FF2B5EF4-FFF2-40B4-BE49-F238E27FC236}">
                <a16:creationId xmlns:a16="http://schemas.microsoft.com/office/drawing/2014/main" id="{FEBD1925-355D-18EF-B4D5-693C56B5EA22}"/>
              </a:ext>
            </a:extLst>
          </p:cNvPr>
          <p:cNvGrpSpPr/>
          <p:nvPr/>
        </p:nvGrpSpPr>
        <p:grpSpPr>
          <a:xfrm>
            <a:off x="4022681" y="3127311"/>
            <a:ext cx="888261" cy="654696"/>
            <a:chOff x="519830" y="3162196"/>
            <a:chExt cx="748799" cy="551905"/>
          </a:xfrm>
        </p:grpSpPr>
        <p:sp>
          <p:nvSpPr>
            <p:cNvPr id="257" name="ハート 256">
              <a:extLst>
                <a:ext uri="{FF2B5EF4-FFF2-40B4-BE49-F238E27FC236}">
                  <a16:creationId xmlns:a16="http://schemas.microsoft.com/office/drawing/2014/main" id="{9AFE0E0C-945C-B8C8-D588-1FD90B1EEC79}"/>
                </a:ext>
              </a:extLst>
            </p:cNvPr>
            <p:cNvSpPr/>
            <p:nvPr/>
          </p:nvSpPr>
          <p:spPr>
            <a:xfrm>
              <a:off x="618278" y="3162196"/>
              <a:ext cx="551905" cy="551905"/>
            </a:xfrm>
            <a:prstGeom prst="heart">
              <a:avLst/>
            </a:prstGeom>
            <a:solidFill>
              <a:srgbClr val="CC66FF"/>
            </a:solidFill>
            <a:ln w="38100">
              <a:solidFill>
                <a:schemeClr val="tx1">
                  <a:lumMod val="85000"/>
                  <a:lumOff val="15000"/>
                </a:schemeClr>
              </a:solidFill>
            </a:ln>
            <a:effectLst>
              <a:glow rad="88900">
                <a:srgbClr val="CC66FF">
                  <a:alpha val="45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58" name="テキスト ボックス 257">
              <a:extLst>
                <a:ext uri="{FF2B5EF4-FFF2-40B4-BE49-F238E27FC236}">
                  <a16:creationId xmlns:a16="http://schemas.microsoft.com/office/drawing/2014/main" id="{F16D2E22-F5A9-80D9-637D-72EC321A4B35}"/>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59" name="グループ化 258">
            <a:extLst>
              <a:ext uri="{FF2B5EF4-FFF2-40B4-BE49-F238E27FC236}">
                <a16:creationId xmlns:a16="http://schemas.microsoft.com/office/drawing/2014/main" id="{5DFA6F1E-9CDA-6228-6647-D960952A0CDF}"/>
              </a:ext>
            </a:extLst>
          </p:cNvPr>
          <p:cNvGrpSpPr/>
          <p:nvPr/>
        </p:nvGrpSpPr>
        <p:grpSpPr>
          <a:xfrm>
            <a:off x="3405968" y="3854579"/>
            <a:ext cx="888261" cy="654696"/>
            <a:chOff x="519830" y="3162196"/>
            <a:chExt cx="748799" cy="551905"/>
          </a:xfrm>
        </p:grpSpPr>
        <p:sp>
          <p:nvSpPr>
            <p:cNvPr id="260" name="ハート 259">
              <a:extLst>
                <a:ext uri="{FF2B5EF4-FFF2-40B4-BE49-F238E27FC236}">
                  <a16:creationId xmlns:a16="http://schemas.microsoft.com/office/drawing/2014/main" id="{668C49C6-8A13-5A9B-69C7-F566BD1F5DC8}"/>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61" name="テキスト ボックス 260">
              <a:extLst>
                <a:ext uri="{FF2B5EF4-FFF2-40B4-BE49-F238E27FC236}">
                  <a16:creationId xmlns:a16="http://schemas.microsoft.com/office/drawing/2014/main" id="{0291BB5E-4448-BD1E-EE5C-F14DCCA082C9}"/>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62" name="グループ化 261">
            <a:extLst>
              <a:ext uri="{FF2B5EF4-FFF2-40B4-BE49-F238E27FC236}">
                <a16:creationId xmlns:a16="http://schemas.microsoft.com/office/drawing/2014/main" id="{DB70FCBE-162F-3778-69EC-4297AB93CF96}"/>
              </a:ext>
            </a:extLst>
          </p:cNvPr>
          <p:cNvGrpSpPr/>
          <p:nvPr/>
        </p:nvGrpSpPr>
        <p:grpSpPr>
          <a:xfrm>
            <a:off x="3405968" y="4568889"/>
            <a:ext cx="888261" cy="654696"/>
            <a:chOff x="519830" y="3162196"/>
            <a:chExt cx="748799" cy="551905"/>
          </a:xfrm>
        </p:grpSpPr>
        <p:sp>
          <p:nvSpPr>
            <p:cNvPr id="263" name="ハート 262">
              <a:extLst>
                <a:ext uri="{FF2B5EF4-FFF2-40B4-BE49-F238E27FC236}">
                  <a16:creationId xmlns:a16="http://schemas.microsoft.com/office/drawing/2014/main" id="{E7704744-73A1-A2E6-1000-90507DE6DEC9}"/>
                </a:ext>
              </a:extLst>
            </p:cNvPr>
            <p:cNvSpPr/>
            <p:nvPr/>
          </p:nvSpPr>
          <p:spPr>
            <a:xfrm>
              <a:off x="618278" y="3162196"/>
              <a:ext cx="551905" cy="551905"/>
            </a:xfrm>
            <a:prstGeom prst="heart">
              <a:avLst/>
            </a:prstGeom>
            <a:gradFill>
              <a:gsLst>
                <a:gs pos="5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64" name="テキスト ボックス 263">
              <a:extLst>
                <a:ext uri="{FF2B5EF4-FFF2-40B4-BE49-F238E27FC236}">
                  <a16:creationId xmlns:a16="http://schemas.microsoft.com/office/drawing/2014/main" id="{C30312A8-7CDE-F88B-ECE4-9D4ECD36B5EF}"/>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65" name="グループ化 264">
            <a:extLst>
              <a:ext uri="{FF2B5EF4-FFF2-40B4-BE49-F238E27FC236}">
                <a16:creationId xmlns:a16="http://schemas.microsoft.com/office/drawing/2014/main" id="{90FB70F7-5AC3-0F86-C64D-711866D943C5}"/>
              </a:ext>
            </a:extLst>
          </p:cNvPr>
          <p:cNvGrpSpPr/>
          <p:nvPr/>
        </p:nvGrpSpPr>
        <p:grpSpPr>
          <a:xfrm>
            <a:off x="3405968" y="5299009"/>
            <a:ext cx="888261" cy="654696"/>
            <a:chOff x="519830" y="3162196"/>
            <a:chExt cx="748799" cy="551905"/>
          </a:xfrm>
        </p:grpSpPr>
        <p:sp>
          <p:nvSpPr>
            <p:cNvPr id="266" name="ハート 265">
              <a:extLst>
                <a:ext uri="{FF2B5EF4-FFF2-40B4-BE49-F238E27FC236}">
                  <a16:creationId xmlns:a16="http://schemas.microsoft.com/office/drawing/2014/main" id="{42695CAC-3E30-C589-7F40-55580E8673F6}"/>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67" name="テキスト ボックス 266">
              <a:extLst>
                <a:ext uri="{FF2B5EF4-FFF2-40B4-BE49-F238E27FC236}">
                  <a16:creationId xmlns:a16="http://schemas.microsoft.com/office/drawing/2014/main" id="{225F547C-CD06-D546-B18A-7E39DC526508}"/>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98" name="グループ化 97">
            <a:extLst>
              <a:ext uri="{FF2B5EF4-FFF2-40B4-BE49-F238E27FC236}">
                <a16:creationId xmlns:a16="http://schemas.microsoft.com/office/drawing/2014/main" id="{9F334BE6-A2D6-2F7D-E97C-99401C73C8CE}"/>
              </a:ext>
            </a:extLst>
          </p:cNvPr>
          <p:cNvGrpSpPr/>
          <p:nvPr/>
        </p:nvGrpSpPr>
        <p:grpSpPr>
          <a:xfrm>
            <a:off x="4687028" y="3177491"/>
            <a:ext cx="377850" cy="635617"/>
            <a:chOff x="4659035" y="3205484"/>
            <a:chExt cx="377850" cy="635617"/>
          </a:xfrm>
        </p:grpSpPr>
        <p:sp>
          <p:nvSpPr>
            <p:cNvPr id="11" name="楕円 10">
              <a:extLst>
                <a:ext uri="{FF2B5EF4-FFF2-40B4-BE49-F238E27FC236}">
                  <a16:creationId xmlns:a16="http://schemas.microsoft.com/office/drawing/2014/main" id="{08D49486-7F3C-A00D-001D-354645263951}"/>
                </a:ext>
              </a:extLst>
            </p:cNvPr>
            <p:cNvSpPr/>
            <p:nvPr/>
          </p:nvSpPr>
          <p:spPr>
            <a:xfrm>
              <a:off x="4659035" y="36552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12" name="楕円 11">
              <a:extLst>
                <a:ext uri="{FF2B5EF4-FFF2-40B4-BE49-F238E27FC236}">
                  <a16:creationId xmlns:a16="http://schemas.microsoft.com/office/drawing/2014/main" id="{0BDEC0E4-4F19-D473-2A74-EF10CCB2E00B}"/>
                </a:ext>
              </a:extLst>
            </p:cNvPr>
            <p:cNvSpPr/>
            <p:nvPr/>
          </p:nvSpPr>
          <p:spPr>
            <a:xfrm>
              <a:off x="4795907" y="344447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14" name="楕円 13">
              <a:extLst>
                <a:ext uri="{FF2B5EF4-FFF2-40B4-BE49-F238E27FC236}">
                  <a16:creationId xmlns:a16="http://schemas.microsoft.com/office/drawing/2014/main" id="{9015317E-F80A-142B-8D7A-479B6F0FA471}"/>
                </a:ext>
              </a:extLst>
            </p:cNvPr>
            <p:cNvSpPr/>
            <p:nvPr/>
          </p:nvSpPr>
          <p:spPr>
            <a:xfrm>
              <a:off x="4837789" y="320548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grpSp>
        <p:nvGrpSpPr>
          <p:cNvPr id="20" name="グループ化 19">
            <a:extLst>
              <a:ext uri="{FF2B5EF4-FFF2-40B4-BE49-F238E27FC236}">
                <a16:creationId xmlns:a16="http://schemas.microsoft.com/office/drawing/2014/main" id="{A19DD016-AF17-0E84-E68D-CDC35978D4F9}"/>
              </a:ext>
            </a:extLst>
          </p:cNvPr>
          <p:cNvGrpSpPr/>
          <p:nvPr/>
        </p:nvGrpSpPr>
        <p:grpSpPr>
          <a:xfrm>
            <a:off x="4058449" y="3879977"/>
            <a:ext cx="377850" cy="635617"/>
            <a:chOff x="4811435" y="3357884"/>
            <a:chExt cx="377850" cy="635617"/>
          </a:xfrm>
        </p:grpSpPr>
        <p:sp>
          <p:nvSpPr>
            <p:cNvPr id="16" name="楕円 15">
              <a:extLst>
                <a:ext uri="{FF2B5EF4-FFF2-40B4-BE49-F238E27FC236}">
                  <a16:creationId xmlns:a16="http://schemas.microsoft.com/office/drawing/2014/main" id="{BF88862C-04E4-6F6D-FD58-9BA1AFE5A2B4}"/>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17" name="楕円 16">
              <a:extLst>
                <a:ext uri="{FF2B5EF4-FFF2-40B4-BE49-F238E27FC236}">
                  <a16:creationId xmlns:a16="http://schemas.microsoft.com/office/drawing/2014/main" id="{701DF090-1EF9-1FC8-774C-1F33DC09A7EA}"/>
                </a:ext>
              </a:extLst>
            </p:cNvPr>
            <p:cNvSpPr/>
            <p:nvPr/>
          </p:nvSpPr>
          <p:spPr>
            <a:xfrm>
              <a:off x="4948307" y="359687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18" name="楕円 17">
              <a:extLst>
                <a:ext uri="{FF2B5EF4-FFF2-40B4-BE49-F238E27FC236}">
                  <a16:creationId xmlns:a16="http://schemas.microsoft.com/office/drawing/2014/main" id="{446AFF62-AA2D-EA1F-3D90-3BA4194B0E43}"/>
                </a:ext>
              </a:extLst>
            </p:cNvPr>
            <p:cNvSpPr/>
            <p:nvPr/>
          </p:nvSpPr>
          <p:spPr>
            <a:xfrm>
              <a:off x="4990189" y="335788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sp>
        <p:nvSpPr>
          <p:cNvPr id="23" name="楕円 22">
            <a:extLst>
              <a:ext uri="{FF2B5EF4-FFF2-40B4-BE49-F238E27FC236}">
                <a16:creationId xmlns:a16="http://schemas.microsoft.com/office/drawing/2014/main" id="{190EF414-4142-7E0F-59DA-7467A87C2F0D}"/>
              </a:ext>
            </a:extLst>
          </p:cNvPr>
          <p:cNvSpPr/>
          <p:nvPr/>
        </p:nvSpPr>
        <p:spPr>
          <a:xfrm>
            <a:off x="4058449" y="5063902"/>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nvGrpSpPr>
          <p:cNvPr id="26" name="グループ化 25">
            <a:extLst>
              <a:ext uri="{FF2B5EF4-FFF2-40B4-BE49-F238E27FC236}">
                <a16:creationId xmlns:a16="http://schemas.microsoft.com/office/drawing/2014/main" id="{917A4833-2F90-2D9A-8D99-3C6BDDCA0618}"/>
              </a:ext>
            </a:extLst>
          </p:cNvPr>
          <p:cNvGrpSpPr/>
          <p:nvPr/>
        </p:nvGrpSpPr>
        <p:grpSpPr>
          <a:xfrm>
            <a:off x="4058449" y="5587328"/>
            <a:ext cx="335968" cy="396627"/>
            <a:chOff x="4811435" y="3596874"/>
            <a:chExt cx="335968" cy="396627"/>
          </a:xfrm>
        </p:grpSpPr>
        <p:sp>
          <p:nvSpPr>
            <p:cNvPr id="27" name="楕円 26">
              <a:extLst>
                <a:ext uri="{FF2B5EF4-FFF2-40B4-BE49-F238E27FC236}">
                  <a16:creationId xmlns:a16="http://schemas.microsoft.com/office/drawing/2014/main" id="{4DE0461A-AD56-E1CE-3919-7712A84A0728}"/>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29" name="楕円 28">
              <a:extLst>
                <a:ext uri="{FF2B5EF4-FFF2-40B4-BE49-F238E27FC236}">
                  <a16:creationId xmlns:a16="http://schemas.microsoft.com/office/drawing/2014/main" id="{4BE89DA7-48AC-65E0-BD11-02CBF4ADBFAB}"/>
                </a:ext>
              </a:extLst>
            </p:cNvPr>
            <p:cNvSpPr/>
            <p:nvPr/>
          </p:nvSpPr>
          <p:spPr>
            <a:xfrm>
              <a:off x="4948307" y="359687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sp>
        <p:nvSpPr>
          <p:cNvPr id="35" name="楕円 34">
            <a:extLst>
              <a:ext uri="{FF2B5EF4-FFF2-40B4-BE49-F238E27FC236}">
                <a16:creationId xmlns:a16="http://schemas.microsoft.com/office/drawing/2014/main" id="{E6B0EA01-02E2-C23F-96D9-60D43C32306B}"/>
              </a:ext>
            </a:extLst>
          </p:cNvPr>
          <p:cNvSpPr/>
          <p:nvPr/>
        </p:nvSpPr>
        <p:spPr>
          <a:xfrm>
            <a:off x="4061957" y="1401468"/>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nvGrpSpPr>
          <p:cNvPr id="88" name="グループ化 87">
            <a:extLst>
              <a:ext uri="{FF2B5EF4-FFF2-40B4-BE49-F238E27FC236}">
                <a16:creationId xmlns:a16="http://schemas.microsoft.com/office/drawing/2014/main" id="{482C8F7B-5ACF-F30C-6EDF-59499D72B165}"/>
              </a:ext>
            </a:extLst>
          </p:cNvPr>
          <p:cNvGrpSpPr/>
          <p:nvPr/>
        </p:nvGrpSpPr>
        <p:grpSpPr>
          <a:xfrm>
            <a:off x="4061957" y="1685903"/>
            <a:ext cx="377850" cy="635617"/>
            <a:chOff x="4811435" y="3357884"/>
            <a:chExt cx="377850" cy="635617"/>
          </a:xfrm>
        </p:grpSpPr>
        <p:sp>
          <p:nvSpPr>
            <p:cNvPr id="89" name="楕円 88">
              <a:extLst>
                <a:ext uri="{FF2B5EF4-FFF2-40B4-BE49-F238E27FC236}">
                  <a16:creationId xmlns:a16="http://schemas.microsoft.com/office/drawing/2014/main" id="{6752CF41-5522-3CF5-01AC-5E2AA75A5E87}"/>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92" name="楕円 91">
              <a:extLst>
                <a:ext uri="{FF2B5EF4-FFF2-40B4-BE49-F238E27FC236}">
                  <a16:creationId xmlns:a16="http://schemas.microsoft.com/office/drawing/2014/main" id="{D26E4BA8-BE61-2927-C240-0854C0A01701}"/>
                </a:ext>
              </a:extLst>
            </p:cNvPr>
            <p:cNvSpPr/>
            <p:nvPr/>
          </p:nvSpPr>
          <p:spPr>
            <a:xfrm>
              <a:off x="4948307" y="359687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93" name="楕円 92">
              <a:extLst>
                <a:ext uri="{FF2B5EF4-FFF2-40B4-BE49-F238E27FC236}">
                  <a16:creationId xmlns:a16="http://schemas.microsoft.com/office/drawing/2014/main" id="{2295183C-2926-0C24-1FAA-29AF3D4FD15B}"/>
                </a:ext>
              </a:extLst>
            </p:cNvPr>
            <p:cNvSpPr/>
            <p:nvPr/>
          </p:nvSpPr>
          <p:spPr>
            <a:xfrm>
              <a:off x="4990189" y="335788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grpSp>
        <p:nvGrpSpPr>
          <p:cNvPr id="94" name="グループ化 93">
            <a:extLst>
              <a:ext uri="{FF2B5EF4-FFF2-40B4-BE49-F238E27FC236}">
                <a16:creationId xmlns:a16="http://schemas.microsoft.com/office/drawing/2014/main" id="{1DF2A545-E30D-981E-3BF8-15BEFC7F72FF}"/>
              </a:ext>
            </a:extLst>
          </p:cNvPr>
          <p:cNvGrpSpPr/>
          <p:nvPr/>
        </p:nvGrpSpPr>
        <p:grpSpPr>
          <a:xfrm>
            <a:off x="4061957" y="2659074"/>
            <a:ext cx="335968" cy="396627"/>
            <a:chOff x="4811435" y="3596874"/>
            <a:chExt cx="335968" cy="396627"/>
          </a:xfrm>
        </p:grpSpPr>
        <p:sp>
          <p:nvSpPr>
            <p:cNvPr id="95" name="楕円 94">
              <a:extLst>
                <a:ext uri="{FF2B5EF4-FFF2-40B4-BE49-F238E27FC236}">
                  <a16:creationId xmlns:a16="http://schemas.microsoft.com/office/drawing/2014/main" id="{792601DD-C9E0-FF4C-9DEE-EE36CDB885B4}"/>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96" name="楕円 95">
              <a:extLst>
                <a:ext uri="{FF2B5EF4-FFF2-40B4-BE49-F238E27FC236}">
                  <a16:creationId xmlns:a16="http://schemas.microsoft.com/office/drawing/2014/main" id="{C2994FC2-F185-BAED-AE51-BD6DA4E09A27}"/>
                </a:ext>
              </a:extLst>
            </p:cNvPr>
            <p:cNvSpPr/>
            <p:nvPr/>
          </p:nvSpPr>
          <p:spPr>
            <a:xfrm>
              <a:off x="4948307" y="359687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sp>
        <p:nvSpPr>
          <p:cNvPr id="5" name="楕円 4">
            <a:extLst>
              <a:ext uri="{FF2B5EF4-FFF2-40B4-BE49-F238E27FC236}">
                <a16:creationId xmlns:a16="http://schemas.microsoft.com/office/drawing/2014/main" id="{40D6E3A6-C44E-EA54-3499-70A2BCF91978}"/>
              </a:ext>
            </a:extLst>
          </p:cNvPr>
          <p:cNvSpPr/>
          <p:nvPr/>
        </p:nvSpPr>
        <p:spPr>
          <a:xfrm>
            <a:off x="723599" y="873194"/>
            <a:ext cx="3268235" cy="5093731"/>
          </a:xfrm>
          <a:prstGeom prst="ellipse">
            <a:avLst/>
          </a:prstGeom>
          <a:effectLst>
            <a:glow rad="165100">
              <a:srgbClr val="CC66FF">
                <a:alpha val="40000"/>
              </a:srgbClr>
            </a:glow>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6600" dirty="0">
                <a:latin typeface="BIZ UDP明朝 Medium" panose="02020500000000000000" pitchFamily="18" charset="-128"/>
                <a:ea typeface="BIZ UDP明朝 Medium" panose="02020500000000000000" pitchFamily="18" charset="-128"/>
              </a:rPr>
              <a:t>キャラ</a:t>
            </a:r>
          </a:p>
        </p:txBody>
      </p:sp>
      <p:grpSp>
        <p:nvGrpSpPr>
          <p:cNvPr id="99" name="グループ化 98">
            <a:extLst>
              <a:ext uri="{FF2B5EF4-FFF2-40B4-BE49-F238E27FC236}">
                <a16:creationId xmlns:a16="http://schemas.microsoft.com/office/drawing/2014/main" id="{36BCF038-2FC3-9D91-8631-34053A4D9E1E}"/>
              </a:ext>
            </a:extLst>
          </p:cNvPr>
          <p:cNvGrpSpPr/>
          <p:nvPr/>
        </p:nvGrpSpPr>
        <p:grpSpPr>
          <a:xfrm>
            <a:off x="2209889" y="4257676"/>
            <a:ext cx="4022675" cy="782640"/>
            <a:chOff x="2209889" y="4914901"/>
            <a:chExt cx="4022675" cy="782640"/>
          </a:xfrm>
        </p:grpSpPr>
        <p:sp>
          <p:nvSpPr>
            <p:cNvPr id="21" name="四角形: 角を丸くする 20">
              <a:extLst>
                <a:ext uri="{FF2B5EF4-FFF2-40B4-BE49-F238E27FC236}">
                  <a16:creationId xmlns:a16="http://schemas.microsoft.com/office/drawing/2014/main" id="{1B93E2A6-898F-86F9-282C-F59E7F2E181E}"/>
                </a:ext>
              </a:extLst>
            </p:cNvPr>
            <p:cNvSpPr/>
            <p:nvPr/>
          </p:nvSpPr>
          <p:spPr>
            <a:xfrm>
              <a:off x="2209889" y="4914901"/>
              <a:ext cx="4022675" cy="782640"/>
            </a:xfrm>
            <a:prstGeom prst="roundRect">
              <a:avLst/>
            </a:prstGeom>
            <a:ln>
              <a:solidFill>
                <a:srgbClr val="CC66FF"/>
              </a:solidFill>
            </a:ln>
          </p:spPr>
          <p:style>
            <a:lnRef idx="2">
              <a:schemeClr val="dk1">
                <a:shade val="15000"/>
              </a:schemeClr>
            </a:lnRef>
            <a:fillRef idx="1">
              <a:schemeClr val="dk1"/>
            </a:fillRef>
            <a:effectRef idx="0">
              <a:schemeClr val="dk1"/>
            </a:effectRef>
            <a:fontRef idx="minor">
              <a:schemeClr val="lt1"/>
            </a:fontRef>
          </p:style>
          <p:txBody>
            <a:bodyPr rtlCol="0" anchor="ctr"/>
            <a:lstStyle/>
            <a:p>
              <a:endParaRPr kumimoji="1" lang="ja-JP" altLang="en-US" sz="2800" dirty="0">
                <a:latin typeface="BIZ UDP明朝 Medium" panose="02020500000000000000" pitchFamily="18" charset="-128"/>
                <a:ea typeface="BIZ UDP明朝 Medium" panose="02020500000000000000" pitchFamily="18" charset="-128"/>
              </a:endParaRPr>
            </a:p>
          </p:txBody>
        </p:sp>
        <p:sp>
          <p:nvSpPr>
            <p:cNvPr id="24" name="テキスト ボックス 23">
              <a:extLst>
                <a:ext uri="{FF2B5EF4-FFF2-40B4-BE49-F238E27FC236}">
                  <a16:creationId xmlns:a16="http://schemas.microsoft.com/office/drawing/2014/main" id="{764014E6-D886-D3EE-EC98-B9400726369B}"/>
                </a:ext>
              </a:extLst>
            </p:cNvPr>
            <p:cNvSpPr txBox="1"/>
            <p:nvPr/>
          </p:nvSpPr>
          <p:spPr>
            <a:xfrm>
              <a:off x="3654806" y="5143499"/>
              <a:ext cx="1912703" cy="338554"/>
            </a:xfrm>
            <a:prstGeom prst="rect">
              <a:avLst/>
            </a:prstGeom>
            <a:noFill/>
          </p:spPr>
          <p:txBody>
            <a:bodyPr wrap="none" rtlCol="0">
              <a:spAutoFit/>
            </a:bodyPr>
            <a:lstStyle/>
            <a:p>
              <a:r>
                <a:rPr kumimoji="1" lang="ja-JP" altLang="en-US" sz="1600" b="1" dirty="0">
                  <a:solidFill>
                    <a:schemeClr val="bg1">
                      <a:lumMod val="95000"/>
                    </a:schemeClr>
                  </a:solidFill>
                  <a:latin typeface="BIZ UDP明朝 Medium" panose="02020500000000000000" pitchFamily="18" charset="-128"/>
                  <a:ea typeface="BIZ UDP明朝 Medium" panose="02020500000000000000" pitchFamily="18" charset="-128"/>
                </a:rPr>
                <a:t>敵</a:t>
              </a:r>
              <a:r>
                <a:rPr lang="en-US" altLang="ja-JP" sz="1600" b="1" dirty="0">
                  <a:solidFill>
                    <a:schemeClr val="bg1">
                      <a:lumMod val="95000"/>
                    </a:schemeClr>
                  </a:solidFill>
                  <a:latin typeface="BIZ UDP明朝 Medium" panose="02020500000000000000" pitchFamily="18" charset="-128"/>
                  <a:ea typeface="BIZ UDP明朝 Medium" panose="02020500000000000000" pitchFamily="18" charset="-128"/>
                </a:rPr>
                <a:t>1</a:t>
              </a:r>
              <a:r>
                <a:rPr kumimoji="1" lang="ja-JP" altLang="en-US" sz="1600" b="1" dirty="0">
                  <a:solidFill>
                    <a:schemeClr val="bg1">
                      <a:lumMod val="95000"/>
                    </a:schemeClr>
                  </a:solidFill>
                  <a:latin typeface="BIZ UDP明朝 Medium" panose="02020500000000000000" pitchFamily="18" charset="-128"/>
                  <a:ea typeface="BIZ UDP明朝 Medium" panose="02020500000000000000" pitchFamily="18" charset="-128"/>
                </a:rPr>
                <a:t>体に高威力攻撃</a:t>
              </a:r>
            </a:p>
          </p:txBody>
        </p:sp>
        <p:sp>
          <p:nvSpPr>
            <p:cNvPr id="32" name="テキスト ボックス 31">
              <a:extLst>
                <a:ext uri="{FF2B5EF4-FFF2-40B4-BE49-F238E27FC236}">
                  <a16:creationId xmlns:a16="http://schemas.microsoft.com/office/drawing/2014/main" id="{7FD3FD4D-420E-F080-D5C8-3169F1A75AD9}"/>
                </a:ext>
              </a:extLst>
            </p:cNvPr>
            <p:cNvSpPr txBox="1"/>
            <p:nvPr/>
          </p:nvSpPr>
          <p:spPr>
            <a:xfrm>
              <a:off x="2357716" y="5045011"/>
              <a:ext cx="1113109" cy="523220"/>
            </a:xfrm>
            <a:prstGeom prst="rect">
              <a:avLst/>
            </a:prstGeom>
            <a:noFill/>
          </p:spPr>
          <p:txBody>
            <a:bodyPr wrap="square">
              <a:spAutoFit/>
            </a:bodyPr>
            <a:lstStyle/>
            <a:p>
              <a:r>
                <a:rPr lang="en-US" altLang="ja-JP" sz="2800" dirty="0">
                  <a:solidFill>
                    <a:srgbClr val="CC66FF"/>
                  </a:solidFill>
                  <a:latin typeface="BIZ UDP明朝 Medium" panose="02020500000000000000" pitchFamily="18" charset="-128"/>
                  <a:ea typeface="BIZ UDP明朝 Medium" panose="02020500000000000000" pitchFamily="18" charset="-128"/>
                </a:rPr>
                <a:t>ENB</a:t>
              </a:r>
              <a:endParaRPr kumimoji="1" lang="ja-JP" altLang="en-US" sz="2800" dirty="0">
                <a:solidFill>
                  <a:srgbClr val="CC66FF"/>
                </a:solidFill>
                <a:latin typeface="BIZ UDP明朝 Medium" panose="02020500000000000000" pitchFamily="18" charset="-128"/>
                <a:ea typeface="BIZ UDP明朝 Medium" panose="02020500000000000000" pitchFamily="18" charset="-128"/>
              </a:endParaRPr>
            </a:p>
          </p:txBody>
        </p:sp>
      </p:grpSp>
      <p:grpSp>
        <p:nvGrpSpPr>
          <p:cNvPr id="100" name="グループ化 99">
            <a:extLst>
              <a:ext uri="{FF2B5EF4-FFF2-40B4-BE49-F238E27FC236}">
                <a16:creationId xmlns:a16="http://schemas.microsoft.com/office/drawing/2014/main" id="{9BC91760-0576-23E0-F67D-8E92AACC46E1}"/>
              </a:ext>
            </a:extLst>
          </p:cNvPr>
          <p:cNvGrpSpPr/>
          <p:nvPr/>
        </p:nvGrpSpPr>
        <p:grpSpPr>
          <a:xfrm>
            <a:off x="2209889" y="5115875"/>
            <a:ext cx="4022675" cy="782640"/>
            <a:chOff x="2209889" y="4914901"/>
            <a:chExt cx="4022675" cy="782640"/>
          </a:xfrm>
        </p:grpSpPr>
        <p:sp>
          <p:nvSpPr>
            <p:cNvPr id="101" name="四角形: 角を丸くする 100">
              <a:extLst>
                <a:ext uri="{FF2B5EF4-FFF2-40B4-BE49-F238E27FC236}">
                  <a16:creationId xmlns:a16="http://schemas.microsoft.com/office/drawing/2014/main" id="{2C827122-F835-3962-0198-F18A5FBBE8FE}"/>
                </a:ext>
              </a:extLst>
            </p:cNvPr>
            <p:cNvSpPr/>
            <p:nvPr/>
          </p:nvSpPr>
          <p:spPr>
            <a:xfrm>
              <a:off x="2209889" y="4914901"/>
              <a:ext cx="4022675" cy="782640"/>
            </a:xfrm>
            <a:prstGeom prst="roundRect">
              <a:avLst/>
            </a:prstGeom>
            <a:ln>
              <a:solidFill>
                <a:srgbClr val="CC66FF"/>
              </a:solidFill>
            </a:ln>
          </p:spPr>
          <p:style>
            <a:lnRef idx="2">
              <a:schemeClr val="dk1">
                <a:shade val="15000"/>
              </a:schemeClr>
            </a:lnRef>
            <a:fillRef idx="1">
              <a:schemeClr val="dk1"/>
            </a:fillRef>
            <a:effectRef idx="0">
              <a:schemeClr val="dk1"/>
            </a:effectRef>
            <a:fontRef idx="minor">
              <a:schemeClr val="lt1"/>
            </a:fontRef>
          </p:style>
          <p:txBody>
            <a:bodyPr rtlCol="0" anchor="ctr"/>
            <a:lstStyle/>
            <a:p>
              <a:endParaRPr kumimoji="1" lang="ja-JP" altLang="en-US" sz="2800" dirty="0">
                <a:latin typeface="BIZ UDP明朝 Medium" panose="02020500000000000000" pitchFamily="18" charset="-128"/>
                <a:ea typeface="BIZ UDP明朝 Medium" panose="02020500000000000000" pitchFamily="18" charset="-128"/>
              </a:endParaRPr>
            </a:p>
          </p:txBody>
        </p:sp>
        <p:sp>
          <p:nvSpPr>
            <p:cNvPr id="103" name="テキスト ボックス 102">
              <a:extLst>
                <a:ext uri="{FF2B5EF4-FFF2-40B4-BE49-F238E27FC236}">
                  <a16:creationId xmlns:a16="http://schemas.microsoft.com/office/drawing/2014/main" id="{69A2C329-8A20-4345-2FB9-8A2981670F15}"/>
                </a:ext>
              </a:extLst>
            </p:cNvPr>
            <p:cNvSpPr txBox="1"/>
            <p:nvPr/>
          </p:nvSpPr>
          <p:spPr>
            <a:xfrm>
              <a:off x="2357716" y="5045011"/>
              <a:ext cx="1492898" cy="523220"/>
            </a:xfrm>
            <a:prstGeom prst="rect">
              <a:avLst/>
            </a:prstGeom>
            <a:noFill/>
          </p:spPr>
          <p:txBody>
            <a:bodyPr wrap="square">
              <a:spAutoFit/>
            </a:bodyPr>
            <a:lstStyle/>
            <a:p>
              <a:r>
                <a:rPr lang="en-US" altLang="ja-JP" sz="2800" dirty="0">
                  <a:solidFill>
                    <a:srgbClr val="CC66FF"/>
                  </a:solidFill>
                  <a:latin typeface="BIZ UDP明朝 Medium" panose="02020500000000000000" pitchFamily="18" charset="-128"/>
                  <a:ea typeface="BIZ UDP明朝 Medium" panose="02020500000000000000" pitchFamily="18" charset="-128"/>
                </a:rPr>
                <a:t>EF</a:t>
              </a:r>
              <a:r>
                <a:rPr lang="ja-JP" altLang="en-US" sz="2000" dirty="0">
                  <a:solidFill>
                    <a:srgbClr val="CC66FF"/>
                  </a:solidFill>
                  <a:latin typeface="BIZ UDP明朝 Medium" panose="02020500000000000000" pitchFamily="18" charset="-128"/>
                  <a:ea typeface="BIZ UDP明朝 Medium" panose="02020500000000000000" pitchFamily="18" charset="-128"/>
                </a:rPr>
                <a:t>拡大</a:t>
              </a:r>
              <a:endParaRPr kumimoji="1" lang="ja-JP" altLang="en-US" sz="2800" dirty="0">
                <a:solidFill>
                  <a:srgbClr val="CC66FF"/>
                </a:solidFill>
                <a:latin typeface="BIZ UDP明朝 Medium" panose="02020500000000000000" pitchFamily="18" charset="-128"/>
                <a:ea typeface="BIZ UDP明朝 Medium" panose="02020500000000000000" pitchFamily="18" charset="-128"/>
              </a:endParaRPr>
            </a:p>
          </p:txBody>
        </p:sp>
      </p:grpSp>
      <p:sp>
        <p:nvSpPr>
          <p:cNvPr id="113" name="テキスト ボックス 112">
            <a:extLst>
              <a:ext uri="{FF2B5EF4-FFF2-40B4-BE49-F238E27FC236}">
                <a16:creationId xmlns:a16="http://schemas.microsoft.com/office/drawing/2014/main" id="{F6E88D89-72DA-09FF-C74E-F03195A1A44D}"/>
              </a:ext>
            </a:extLst>
          </p:cNvPr>
          <p:cNvSpPr txBox="1"/>
          <p:nvPr/>
        </p:nvSpPr>
        <p:spPr>
          <a:xfrm>
            <a:off x="3703108" y="5487418"/>
            <a:ext cx="1526380" cy="338554"/>
          </a:xfrm>
          <a:prstGeom prst="rect">
            <a:avLst/>
          </a:prstGeom>
          <a:noFill/>
        </p:spPr>
        <p:txBody>
          <a:bodyPr wrap="none" rtlCol="0">
            <a:spAutoFit/>
          </a:bodyPr>
          <a:lstStyle/>
          <a:p>
            <a:r>
              <a:rPr kumimoji="1" lang="en-US" altLang="ja-JP" sz="1600" b="1" dirty="0">
                <a:solidFill>
                  <a:schemeClr val="bg1">
                    <a:lumMod val="95000"/>
                  </a:schemeClr>
                </a:solidFill>
                <a:latin typeface="BIZ UDP明朝 Medium" panose="02020500000000000000" pitchFamily="18" charset="-128"/>
                <a:ea typeface="BIZ UDP明朝 Medium" panose="02020500000000000000" pitchFamily="18" charset="-128"/>
              </a:rPr>
              <a:t>ATK10</a:t>
            </a:r>
            <a:r>
              <a:rPr kumimoji="1" lang="ja-JP" altLang="en-US" sz="1600" b="1" dirty="0">
                <a:solidFill>
                  <a:schemeClr val="bg1">
                    <a:lumMod val="95000"/>
                  </a:schemeClr>
                </a:solidFill>
                <a:latin typeface="BIZ UDP明朝 Medium" panose="02020500000000000000" pitchFamily="18" charset="-128"/>
                <a:ea typeface="BIZ UDP明朝 Medium" panose="02020500000000000000" pitchFamily="18" charset="-128"/>
              </a:rPr>
              <a:t>％上昇</a:t>
            </a:r>
          </a:p>
        </p:txBody>
      </p:sp>
      <p:grpSp>
        <p:nvGrpSpPr>
          <p:cNvPr id="114" name="グループ化 113">
            <a:extLst>
              <a:ext uri="{FF2B5EF4-FFF2-40B4-BE49-F238E27FC236}">
                <a16:creationId xmlns:a16="http://schemas.microsoft.com/office/drawing/2014/main" id="{E61C0A06-FF53-C75E-5516-87DAB064F8D6}"/>
              </a:ext>
            </a:extLst>
          </p:cNvPr>
          <p:cNvGrpSpPr/>
          <p:nvPr/>
        </p:nvGrpSpPr>
        <p:grpSpPr>
          <a:xfrm>
            <a:off x="8962119" y="905845"/>
            <a:ext cx="2561811" cy="5035298"/>
            <a:chOff x="8962119" y="905845"/>
            <a:chExt cx="2561811" cy="5035298"/>
          </a:xfrm>
        </p:grpSpPr>
        <p:grpSp>
          <p:nvGrpSpPr>
            <p:cNvPr id="115" name="グループ化 114">
              <a:extLst>
                <a:ext uri="{FF2B5EF4-FFF2-40B4-BE49-F238E27FC236}">
                  <a16:creationId xmlns:a16="http://schemas.microsoft.com/office/drawing/2014/main" id="{9886DC9B-2304-4E64-1AE6-7D70E3FCFF8C}"/>
                </a:ext>
              </a:extLst>
            </p:cNvPr>
            <p:cNvGrpSpPr/>
            <p:nvPr/>
          </p:nvGrpSpPr>
          <p:grpSpPr>
            <a:xfrm>
              <a:off x="8962119" y="905845"/>
              <a:ext cx="2561811" cy="632926"/>
              <a:chOff x="8957885" y="4574183"/>
              <a:chExt cx="2561811" cy="632926"/>
            </a:xfrm>
          </p:grpSpPr>
          <p:sp>
            <p:nvSpPr>
              <p:cNvPr id="268" name="楕円 267">
                <a:extLst>
                  <a:ext uri="{FF2B5EF4-FFF2-40B4-BE49-F238E27FC236}">
                    <a16:creationId xmlns:a16="http://schemas.microsoft.com/office/drawing/2014/main" id="{E75BE231-A038-3B9B-AF18-23D39B23E95C}"/>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269" name="四角形: 角を丸くする 268">
                <a:extLst>
                  <a:ext uri="{FF2B5EF4-FFF2-40B4-BE49-F238E27FC236}">
                    <a16:creationId xmlns:a16="http://schemas.microsoft.com/office/drawing/2014/main" id="{519E0CC3-5ABA-1E1F-6EDE-9436BA8276EA}"/>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270" name="グループ化 269">
                <a:extLst>
                  <a:ext uri="{FF2B5EF4-FFF2-40B4-BE49-F238E27FC236}">
                    <a16:creationId xmlns:a16="http://schemas.microsoft.com/office/drawing/2014/main" id="{8CD83A96-1393-5605-9BD7-ACA7E62C2E52}"/>
                  </a:ext>
                </a:extLst>
              </p:cNvPr>
              <p:cNvGrpSpPr/>
              <p:nvPr/>
            </p:nvGrpSpPr>
            <p:grpSpPr>
              <a:xfrm>
                <a:off x="9498429" y="4598805"/>
                <a:ext cx="1505416" cy="601824"/>
                <a:chOff x="1980734" y="3149081"/>
                <a:chExt cx="1505416" cy="601824"/>
              </a:xfrm>
            </p:grpSpPr>
            <p:sp>
              <p:nvSpPr>
                <p:cNvPr id="271" name="楕円 270">
                  <a:extLst>
                    <a:ext uri="{FF2B5EF4-FFF2-40B4-BE49-F238E27FC236}">
                      <a16:creationId xmlns:a16="http://schemas.microsoft.com/office/drawing/2014/main" id="{6D934DE6-B6C8-B6EE-2055-7E6A5D7D3D10}"/>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72" name="グループ化 271">
                  <a:extLst>
                    <a:ext uri="{FF2B5EF4-FFF2-40B4-BE49-F238E27FC236}">
                      <a16:creationId xmlns:a16="http://schemas.microsoft.com/office/drawing/2014/main" id="{9D105F03-ACB8-767F-A849-43F106A741E0}"/>
                    </a:ext>
                  </a:extLst>
                </p:cNvPr>
                <p:cNvGrpSpPr/>
                <p:nvPr/>
              </p:nvGrpSpPr>
              <p:grpSpPr>
                <a:xfrm>
                  <a:off x="1980734" y="3175652"/>
                  <a:ext cx="1505416" cy="575253"/>
                  <a:chOff x="1980734" y="3175652"/>
                  <a:chExt cx="1505416" cy="575253"/>
                </a:xfrm>
              </p:grpSpPr>
              <p:grpSp>
                <p:nvGrpSpPr>
                  <p:cNvPr id="273" name="グループ化 272">
                    <a:extLst>
                      <a:ext uri="{FF2B5EF4-FFF2-40B4-BE49-F238E27FC236}">
                        <a16:creationId xmlns:a16="http://schemas.microsoft.com/office/drawing/2014/main" id="{DA0FF043-D8EC-15EF-5370-9E528F6C923E}"/>
                      </a:ext>
                    </a:extLst>
                  </p:cNvPr>
                  <p:cNvGrpSpPr/>
                  <p:nvPr/>
                </p:nvGrpSpPr>
                <p:grpSpPr>
                  <a:xfrm>
                    <a:off x="1980734" y="3473931"/>
                    <a:ext cx="1505416" cy="276974"/>
                    <a:chOff x="4194668" y="3607669"/>
                    <a:chExt cx="1105960" cy="276974"/>
                  </a:xfrm>
                </p:grpSpPr>
                <p:sp>
                  <p:nvSpPr>
                    <p:cNvPr id="275" name="四角形: 角を丸くする 274">
                      <a:extLst>
                        <a:ext uri="{FF2B5EF4-FFF2-40B4-BE49-F238E27FC236}">
                          <a16:creationId xmlns:a16="http://schemas.microsoft.com/office/drawing/2014/main" id="{A5DCDB03-33A4-0410-C408-9C691CB4973A}"/>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76" name="図 275">
                      <a:extLst>
                        <a:ext uri="{FF2B5EF4-FFF2-40B4-BE49-F238E27FC236}">
                          <a16:creationId xmlns:a16="http://schemas.microsoft.com/office/drawing/2014/main" id="{EBD75D96-688E-8DB8-6280-55D22A6779F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74" name="テキスト ボックス 273">
                    <a:extLst>
                      <a:ext uri="{FF2B5EF4-FFF2-40B4-BE49-F238E27FC236}">
                        <a16:creationId xmlns:a16="http://schemas.microsoft.com/office/drawing/2014/main" id="{6308A815-996F-DD63-231A-9FAB20CF7948}"/>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16" name="グループ化 115">
              <a:extLst>
                <a:ext uri="{FF2B5EF4-FFF2-40B4-BE49-F238E27FC236}">
                  <a16:creationId xmlns:a16="http://schemas.microsoft.com/office/drawing/2014/main" id="{06E0FF00-CA96-3627-7A4B-1632DF76F323}"/>
                </a:ext>
              </a:extLst>
            </p:cNvPr>
            <p:cNvGrpSpPr/>
            <p:nvPr/>
          </p:nvGrpSpPr>
          <p:grpSpPr>
            <a:xfrm>
              <a:off x="8962119" y="5308217"/>
              <a:ext cx="2561811" cy="632926"/>
              <a:chOff x="8957885" y="4574183"/>
              <a:chExt cx="2561811" cy="632926"/>
            </a:xfrm>
          </p:grpSpPr>
          <p:sp>
            <p:nvSpPr>
              <p:cNvPr id="195" name="楕円 194">
                <a:extLst>
                  <a:ext uri="{FF2B5EF4-FFF2-40B4-BE49-F238E27FC236}">
                    <a16:creationId xmlns:a16="http://schemas.microsoft.com/office/drawing/2014/main" id="{66BCB356-0836-98AD-7AD2-220C154418FC}"/>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96" name="四角形: 角を丸くする 195">
                <a:extLst>
                  <a:ext uri="{FF2B5EF4-FFF2-40B4-BE49-F238E27FC236}">
                    <a16:creationId xmlns:a16="http://schemas.microsoft.com/office/drawing/2014/main" id="{AFA3DF68-D2FF-FEF7-2C50-881C2793C5EA}"/>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240" name="グループ化 239">
                <a:extLst>
                  <a:ext uri="{FF2B5EF4-FFF2-40B4-BE49-F238E27FC236}">
                    <a16:creationId xmlns:a16="http://schemas.microsoft.com/office/drawing/2014/main" id="{1440094D-BD75-9A6A-DA60-A5FA1E6F8361}"/>
                  </a:ext>
                </a:extLst>
              </p:cNvPr>
              <p:cNvGrpSpPr/>
              <p:nvPr/>
            </p:nvGrpSpPr>
            <p:grpSpPr>
              <a:xfrm>
                <a:off x="9498429" y="4598805"/>
                <a:ext cx="1505416" cy="601824"/>
                <a:chOff x="1980734" y="3149081"/>
                <a:chExt cx="1505416" cy="601824"/>
              </a:xfrm>
            </p:grpSpPr>
            <p:sp>
              <p:nvSpPr>
                <p:cNvPr id="241" name="楕円 240">
                  <a:extLst>
                    <a:ext uri="{FF2B5EF4-FFF2-40B4-BE49-F238E27FC236}">
                      <a16:creationId xmlns:a16="http://schemas.microsoft.com/office/drawing/2014/main" id="{0EDD4FF2-FF21-5034-C0CA-BD95B6550EBB}"/>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42" name="グループ化 241">
                  <a:extLst>
                    <a:ext uri="{FF2B5EF4-FFF2-40B4-BE49-F238E27FC236}">
                      <a16:creationId xmlns:a16="http://schemas.microsoft.com/office/drawing/2014/main" id="{7AA2EB5D-A021-0D1B-A816-09CF4DBF3115}"/>
                    </a:ext>
                  </a:extLst>
                </p:cNvPr>
                <p:cNvGrpSpPr/>
                <p:nvPr/>
              </p:nvGrpSpPr>
              <p:grpSpPr>
                <a:xfrm>
                  <a:off x="1980734" y="3175652"/>
                  <a:ext cx="1505416" cy="575253"/>
                  <a:chOff x="1980734" y="3175652"/>
                  <a:chExt cx="1505416" cy="575253"/>
                </a:xfrm>
              </p:grpSpPr>
              <p:grpSp>
                <p:nvGrpSpPr>
                  <p:cNvPr id="243" name="グループ化 242">
                    <a:extLst>
                      <a:ext uri="{FF2B5EF4-FFF2-40B4-BE49-F238E27FC236}">
                        <a16:creationId xmlns:a16="http://schemas.microsoft.com/office/drawing/2014/main" id="{3831597A-08E4-86AF-FB48-FCAAE672B0CE}"/>
                      </a:ext>
                    </a:extLst>
                  </p:cNvPr>
                  <p:cNvGrpSpPr/>
                  <p:nvPr/>
                </p:nvGrpSpPr>
                <p:grpSpPr>
                  <a:xfrm>
                    <a:off x="1980734" y="3473931"/>
                    <a:ext cx="1505416" cy="276974"/>
                    <a:chOff x="4194668" y="3607669"/>
                    <a:chExt cx="1105960" cy="276974"/>
                  </a:xfrm>
                </p:grpSpPr>
                <p:sp>
                  <p:nvSpPr>
                    <p:cNvPr id="245" name="四角形: 角を丸くする 244">
                      <a:extLst>
                        <a:ext uri="{FF2B5EF4-FFF2-40B4-BE49-F238E27FC236}">
                          <a16:creationId xmlns:a16="http://schemas.microsoft.com/office/drawing/2014/main" id="{3B0998F3-1870-D87B-6FF3-4DCDE529CFDF}"/>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46" name="図 245">
                      <a:extLst>
                        <a:ext uri="{FF2B5EF4-FFF2-40B4-BE49-F238E27FC236}">
                          <a16:creationId xmlns:a16="http://schemas.microsoft.com/office/drawing/2014/main" id="{5C825262-02CE-5375-9A51-BBCD6CC8083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44" name="テキスト ボックス 243">
                    <a:extLst>
                      <a:ext uri="{FF2B5EF4-FFF2-40B4-BE49-F238E27FC236}">
                        <a16:creationId xmlns:a16="http://schemas.microsoft.com/office/drawing/2014/main" id="{1A5BC664-E1C7-5B1C-797F-34F12F25D1E9}"/>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17" name="グループ化 116">
              <a:extLst>
                <a:ext uri="{FF2B5EF4-FFF2-40B4-BE49-F238E27FC236}">
                  <a16:creationId xmlns:a16="http://schemas.microsoft.com/office/drawing/2014/main" id="{375A58E2-E4FC-1F14-271A-33DF4DFCA137}"/>
                </a:ext>
              </a:extLst>
            </p:cNvPr>
            <p:cNvGrpSpPr/>
            <p:nvPr/>
          </p:nvGrpSpPr>
          <p:grpSpPr>
            <a:xfrm>
              <a:off x="8962119" y="1639574"/>
              <a:ext cx="2561811" cy="632926"/>
              <a:chOff x="8957885" y="4574183"/>
              <a:chExt cx="2561811" cy="632926"/>
            </a:xfrm>
          </p:grpSpPr>
          <p:sp>
            <p:nvSpPr>
              <p:cNvPr id="184" name="楕円 183">
                <a:extLst>
                  <a:ext uri="{FF2B5EF4-FFF2-40B4-BE49-F238E27FC236}">
                    <a16:creationId xmlns:a16="http://schemas.microsoft.com/office/drawing/2014/main" id="{76A26761-C51C-CACF-4EF7-B1A0F94E124B}"/>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87" name="四角形: 角を丸くする 186">
                <a:extLst>
                  <a:ext uri="{FF2B5EF4-FFF2-40B4-BE49-F238E27FC236}">
                    <a16:creationId xmlns:a16="http://schemas.microsoft.com/office/drawing/2014/main" id="{144F9262-8944-6845-FCD5-9C4494934B1B}"/>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88" name="グループ化 187">
                <a:extLst>
                  <a:ext uri="{FF2B5EF4-FFF2-40B4-BE49-F238E27FC236}">
                    <a16:creationId xmlns:a16="http://schemas.microsoft.com/office/drawing/2014/main" id="{793D17CE-CC0C-A932-4280-552DEDAAEC54}"/>
                  </a:ext>
                </a:extLst>
              </p:cNvPr>
              <p:cNvGrpSpPr/>
              <p:nvPr/>
            </p:nvGrpSpPr>
            <p:grpSpPr>
              <a:xfrm>
                <a:off x="9498429" y="4598805"/>
                <a:ext cx="1505416" cy="601824"/>
                <a:chOff x="1980734" y="3149081"/>
                <a:chExt cx="1505416" cy="601824"/>
              </a:xfrm>
            </p:grpSpPr>
            <p:sp>
              <p:nvSpPr>
                <p:cNvPr id="189" name="楕円 188">
                  <a:extLst>
                    <a:ext uri="{FF2B5EF4-FFF2-40B4-BE49-F238E27FC236}">
                      <a16:creationId xmlns:a16="http://schemas.microsoft.com/office/drawing/2014/main" id="{C65B9CC0-8CA5-1474-B475-BE02B96EF983}"/>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90" name="グループ化 189">
                  <a:extLst>
                    <a:ext uri="{FF2B5EF4-FFF2-40B4-BE49-F238E27FC236}">
                      <a16:creationId xmlns:a16="http://schemas.microsoft.com/office/drawing/2014/main" id="{36F48BBD-5A9E-508D-CC30-4A6F17FE18D4}"/>
                    </a:ext>
                  </a:extLst>
                </p:cNvPr>
                <p:cNvGrpSpPr/>
                <p:nvPr/>
              </p:nvGrpSpPr>
              <p:grpSpPr>
                <a:xfrm>
                  <a:off x="1980734" y="3175652"/>
                  <a:ext cx="1505416" cy="575253"/>
                  <a:chOff x="1980734" y="3175652"/>
                  <a:chExt cx="1505416" cy="575253"/>
                </a:xfrm>
              </p:grpSpPr>
              <p:grpSp>
                <p:nvGrpSpPr>
                  <p:cNvPr id="191" name="グループ化 190">
                    <a:extLst>
                      <a:ext uri="{FF2B5EF4-FFF2-40B4-BE49-F238E27FC236}">
                        <a16:creationId xmlns:a16="http://schemas.microsoft.com/office/drawing/2014/main" id="{09903223-F0F6-667C-C429-AA92C0442FC6}"/>
                      </a:ext>
                    </a:extLst>
                  </p:cNvPr>
                  <p:cNvGrpSpPr/>
                  <p:nvPr/>
                </p:nvGrpSpPr>
                <p:grpSpPr>
                  <a:xfrm>
                    <a:off x="1980734" y="3473931"/>
                    <a:ext cx="1505416" cy="276974"/>
                    <a:chOff x="4194668" y="3607669"/>
                    <a:chExt cx="1105960" cy="276974"/>
                  </a:xfrm>
                </p:grpSpPr>
                <p:sp>
                  <p:nvSpPr>
                    <p:cNvPr id="193" name="四角形: 角を丸くする 192">
                      <a:extLst>
                        <a:ext uri="{FF2B5EF4-FFF2-40B4-BE49-F238E27FC236}">
                          <a16:creationId xmlns:a16="http://schemas.microsoft.com/office/drawing/2014/main" id="{459186C8-1212-6989-CFA6-BAC163A0AEAD}"/>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94" name="図 193">
                      <a:extLst>
                        <a:ext uri="{FF2B5EF4-FFF2-40B4-BE49-F238E27FC236}">
                          <a16:creationId xmlns:a16="http://schemas.microsoft.com/office/drawing/2014/main" id="{EDAF6E68-E8A7-941C-BE95-440F8FF4B11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92" name="テキスト ボックス 191">
                    <a:extLst>
                      <a:ext uri="{FF2B5EF4-FFF2-40B4-BE49-F238E27FC236}">
                        <a16:creationId xmlns:a16="http://schemas.microsoft.com/office/drawing/2014/main" id="{9F05E8BA-0559-9DA2-E731-1325D6724B69}"/>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18" name="グループ化 117">
              <a:extLst>
                <a:ext uri="{FF2B5EF4-FFF2-40B4-BE49-F238E27FC236}">
                  <a16:creationId xmlns:a16="http://schemas.microsoft.com/office/drawing/2014/main" id="{CCF7B750-4D70-751B-8126-9CFB58BC6C1B}"/>
                </a:ext>
              </a:extLst>
            </p:cNvPr>
            <p:cNvGrpSpPr/>
            <p:nvPr/>
          </p:nvGrpSpPr>
          <p:grpSpPr>
            <a:xfrm>
              <a:off x="8962119" y="2373303"/>
              <a:ext cx="2561811" cy="632926"/>
              <a:chOff x="8957885" y="4574183"/>
              <a:chExt cx="2561811" cy="632926"/>
            </a:xfrm>
          </p:grpSpPr>
          <p:sp>
            <p:nvSpPr>
              <p:cNvPr id="157" name="楕円 156">
                <a:extLst>
                  <a:ext uri="{FF2B5EF4-FFF2-40B4-BE49-F238E27FC236}">
                    <a16:creationId xmlns:a16="http://schemas.microsoft.com/office/drawing/2014/main" id="{ADC59B4A-8D8B-7E8F-716E-0BC217DE96A4}"/>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58" name="四角形: 角を丸くする 157">
                <a:extLst>
                  <a:ext uri="{FF2B5EF4-FFF2-40B4-BE49-F238E27FC236}">
                    <a16:creationId xmlns:a16="http://schemas.microsoft.com/office/drawing/2014/main" id="{6E7C2D8F-83B8-FE88-14CB-72DAE34CF5C6}"/>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59" name="グループ化 158">
                <a:extLst>
                  <a:ext uri="{FF2B5EF4-FFF2-40B4-BE49-F238E27FC236}">
                    <a16:creationId xmlns:a16="http://schemas.microsoft.com/office/drawing/2014/main" id="{2631FC5D-6B72-CBB7-F379-3115B79E6F24}"/>
                  </a:ext>
                </a:extLst>
              </p:cNvPr>
              <p:cNvGrpSpPr/>
              <p:nvPr/>
            </p:nvGrpSpPr>
            <p:grpSpPr>
              <a:xfrm>
                <a:off x="9498429" y="4598805"/>
                <a:ext cx="1505416" cy="601824"/>
                <a:chOff x="1980734" y="3149081"/>
                <a:chExt cx="1505416" cy="601824"/>
              </a:xfrm>
            </p:grpSpPr>
            <p:sp>
              <p:nvSpPr>
                <p:cNvPr id="160" name="楕円 159">
                  <a:extLst>
                    <a:ext uri="{FF2B5EF4-FFF2-40B4-BE49-F238E27FC236}">
                      <a16:creationId xmlns:a16="http://schemas.microsoft.com/office/drawing/2014/main" id="{FCDC1C7D-FF43-930E-F495-FAB4003D3F39}"/>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61" name="グループ化 160">
                  <a:extLst>
                    <a:ext uri="{FF2B5EF4-FFF2-40B4-BE49-F238E27FC236}">
                      <a16:creationId xmlns:a16="http://schemas.microsoft.com/office/drawing/2014/main" id="{26012F12-C820-978A-2E7E-D6871FD339C7}"/>
                    </a:ext>
                  </a:extLst>
                </p:cNvPr>
                <p:cNvGrpSpPr/>
                <p:nvPr/>
              </p:nvGrpSpPr>
              <p:grpSpPr>
                <a:xfrm>
                  <a:off x="1980734" y="3175652"/>
                  <a:ext cx="1505416" cy="575253"/>
                  <a:chOff x="1980734" y="3175652"/>
                  <a:chExt cx="1505416" cy="575253"/>
                </a:xfrm>
              </p:grpSpPr>
              <p:grpSp>
                <p:nvGrpSpPr>
                  <p:cNvPr id="173" name="グループ化 172">
                    <a:extLst>
                      <a:ext uri="{FF2B5EF4-FFF2-40B4-BE49-F238E27FC236}">
                        <a16:creationId xmlns:a16="http://schemas.microsoft.com/office/drawing/2014/main" id="{F4441211-2056-C3CC-C1FE-D993488D49FD}"/>
                      </a:ext>
                    </a:extLst>
                  </p:cNvPr>
                  <p:cNvGrpSpPr/>
                  <p:nvPr/>
                </p:nvGrpSpPr>
                <p:grpSpPr>
                  <a:xfrm>
                    <a:off x="1980734" y="3473931"/>
                    <a:ext cx="1505416" cy="276974"/>
                    <a:chOff x="4194668" y="3607669"/>
                    <a:chExt cx="1105960" cy="276974"/>
                  </a:xfrm>
                </p:grpSpPr>
                <p:sp>
                  <p:nvSpPr>
                    <p:cNvPr id="178" name="四角形: 角を丸くする 177">
                      <a:extLst>
                        <a:ext uri="{FF2B5EF4-FFF2-40B4-BE49-F238E27FC236}">
                          <a16:creationId xmlns:a16="http://schemas.microsoft.com/office/drawing/2014/main" id="{29D8A252-6AA5-EB26-0E40-41C8F81248BF}"/>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82" name="図 181">
                      <a:extLst>
                        <a:ext uri="{FF2B5EF4-FFF2-40B4-BE49-F238E27FC236}">
                          <a16:creationId xmlns:a16="http://schemas.microsoft.com/office/drawing/2014/main" id="{D902B8F0-AF23-420E-60FC-F054ED255D1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77" name="テキスト ボックス 176">
                    <a:extLst>
                      <a:ext uri="{FF2B5EF4-FFF2-40B4-BE49-F238E27FC236}">
                        <a16:creationId xmlns:a16="http://schemas.microsoft.com/office/drawing/2014/main" id="{4F306084-21DA-7957-91F5-A9A8933E7D93}"/>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19" name="グループ化 118">
              <a:extLst>
                <a:ext uri="{FF2B5EF4-FFF2-40B4-BE49-F238E27FC236}">
                  <a16:creationId xmlns:a16="http://schemas.microsoft.com/office/drawing/2014/main" id="{4DB32057-0E68-1C44-4602-426208CA923D}"/>
                </a:ext>
              </a:extLst>
            </p:cNvPr>
            <p:cNvGrpSpPr/>
            <p:nvPr/>
          </p:nvGrpSpPr>
          <p:grpSpPr>
            <a:xfrm>
              <a:off x="8962119" y="3107032"/>
              <a:ext cx="2561811" cy="632926"/>
              <a:chOff x="8957885" y="4574183"/>
              <a:chExt cx="2561811" cy="632926"/>
            </a:xfrm>
          </p:grpSpPr>
          <p:sp>
            <p:nvSpPr>
              <p:cNvPr id="145" name="楕円 144">
                <a:extLst>
                  <a:ext uri="{FF2B5EF4-FFF2-40B4-BE49-F238E27FC236}">
                    <a16:creationId xmlns:a16="http://schemas.microsoft.com/office/drawing/2014/main" id="{225BF991-7527-691B-035B-2CDDE5AA82BD}"/>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46" name="四角形: 角を丸くする 145">
                <a:extLst>
                  <a:ext uri="{FF2B5EF4-FFF2-40B4-BE49-F238E27FC236}">
                    <a16:creationId xmlns:a16="http://schemas.microsoft.com/office/drawing/2014/main" id="{737234F1-C146-CF14-5BF1-77140EEA7284}"/>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47" name="グループ化 146">
                <a:extLst>
                  <a:ext uri="{FF2B5EF4-FFF2-40B4-BE49-F238E27FC236}">
                    <a16:creationId xmlns:a16="http://schemas.microsoft.com/office/drawing/2014/main" id="{2EEE68E9-88D6-134D-D0D7-A33BED92D757}"/>
                  </a:ext>
                </a:extLst>
              </p:cNvPr>
              <p:cNvGrpSpPr/>
              <p:nvPr/>
            </p:nvGrpSpPr>
            <p:grpSpPr>
              <a:xfrm>
                <a:off x="9498429" y="4598805"/>
                <a:ext cx="1505416" cy="601824"/>
                <a:chOff x="1980734" y="3149081"/>
                <a:chExt cx="1505416" cy="601824"/>
              </a:xfrm>
            </p:grpSpPr>
            <p:sp>
              <p:nvSpPr>
                <p:cNvPr id="148" name="楕円 147">
                  <a:extLst>
                    <a:ext uri="{FF2B5EF4-FFF2-40B4-BE49-F238E27FC236}">
                      <a16:creationId xmlns:a16="http://schemas.microsoft.com/office/drawing/2014/main" id="{2E65BA10-A0BA-D353-3190-929692285FC5}"/>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49" name="グループ化 148">
                  <a:extLst>
                    <a:ext uri="{FF2B5EF4-FFF2-40B4-BE49-F238E27FC236}">
                      <a16:creationId xmlns:a16="http://schemas.microsoft.com/office/drawing/2014/main" id="{60AB5ACD-66A2-26DE-CF45-0C2739543C68}"/>
                    </a:ext>
                  </a:extLst>
                </p:cNvPr>
                <p:cNvGrpSpPr/>
                <p:nvPr/>
              </p:nvGrpSpPr>
              <p:grpSpPr>
                <a:xfrm>
                  <a:off x="1980734" y="3175652"/>
                  <a:ext cx="1505416" cy="575253"/>
                  <a:chOff x="1980734" y="3175652"/>
                  <a:chExt cx="1505416" cy="575253"/>
                </a:xfrm>
              </p:grpSpPr>
              <p:grpSp>
                <p:nvGrpSpPr>
                  <p:cNvPr id="150" name="グループ化 149">
                    <a:extLst>
                      <a:ext uri="{FF2B5EF4-FFF2-40B4-BE49-F238E27FC236}">
                        <a16:creationId xmlns:a16="http://schemas.microsoft.com/office/drawing/2014/main" id="{42732114-74EC-348C-0F5F-3854AA36184B}"/>
                      </a:ext>
                    </a:extLst>
                  </p:cNvPr>
                  <p:cNvGrpSpPr/>
                  <p:nvPr/>
                </p:nvGrpSpPr>
                <p:grpSpPr>
                  <a:xfrm>
                    <a:off x="1980734" y="3473931"/>
                    <a:ext cx="1505416" cy="276974"/>
                    <a:chOff x="4194668" y="3607669"/>
                    <a:chExt cx="1105960" cy="276974"/>
                  </a:xfrm>
                </p:grpSpPr>
                <p:sp>
                  <p:nvSpPr>
                    <p:cNvPr id="152" name="四角形: 角を丸くする 151">
                      <a:extLst>
                        <a:ext uri="{FF2B5EF4-FFF2-40B4-BE49-F238E27FC236}">
                          <a16:creationId xmlns:a16="http://schemas.microsoft.com/office/drawing/2014/main" id="{3082C1EF-CFF9-ED33-197C-19F57A307ACA}"/>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56" name="図 155">
                      <a:extLst>
                        <a:ext uri="{FF2B5EF4-FFF2-40B4-BE49-F238E27FC236}">
                          <a16:creationId xmlns:a16="http://schemas.microsoft.com/office/drawing/2014/main" id="{E04F8E11-BD41-E615-4FA1-F61D81ED79F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51" name="テキスト ボックス 150">
                    <a:extLst>
                      <a:ext uri="{FF2B5EF4-FFF2-40B4-BE49-F238E27FC236}">
                        <a16:creationId xmlns:a16="http://schemas.microsoft.com/office/drawing/2014/main" id="{FCF14CAC-C152-E6EC-5265-B96C561ECA27}"/>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21" name="グループ化 120">
              <a:extLst>
                <a:ext uri="{FF2B5EF4-FFF2-40B4-BE49-F238E27FC236}">
                  <a16:creationId xmlns:a16="http://schemas.microsoft.com/office/drawing/2014/main" id="{CFE49841-FD10-11A2-CBAC-E2921359C030}"/>
                </a:ext>
              </a:extLst>
            </p:cNvPr>
            <p:cNvGrpSpPr/>
            <p:nvPr/>
          </p:nvGrpSpPr>
          <p:grpSpPr>
            <a:xfrm>
              <a:off x="8962119" y="3840761"/>
              <a:ext cx="2561811" cy="632926"/>
              <a:chOff x="8957885" y="4574183"/>
              <a:chExt cx="2561811" cy="632926"/>
            </a:xfrm>
          </p:grpSpPr>
          <p:sp>
            <p:nvSpPr>
              <p:cNvPr id="134" name="楕円 133">
                <a:extLst>
                  <a:ext uri="{FF2B5EF4-FFF2-40B4-BE49-F238E27FC236}">
                    <a16:creationId xmlns:a16="http://schemas.microsoft.com/office/drawing/2014/main" id="{F3E4AB44-62BE-5371-F497-0F067728427B}"/>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35" name="四角形: 角を丸くする 134">
                <a:extLst>
                  <a:ext uri="{FF2B5EF4-FFF2-40B4-BE49-F238E27FC236}">
                    <a16:creationId xmlns:a16="http://schemas.microsoft.com/office/drawing/2014/main" id="{A30E9087-FDD4-C853-50B1-FB7697C28A9E}"/>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36" name="グループ化 135">
                <a:extLst>
                  <a:ext uri="{FF2B5EF4-FFF2-40B4-BE49-F238E27FC236}">
                    <a16:creationId xmlns:a16="http://schemas.microsoft.com/office/drawing/2014/main" id="{E08A2E0F-1E92-309E-4B0D-DCE1CCB1C723}"/>
                  </a:ext>
                </a:extLst>
              </p:cNvPr>
              <p:cNvGrpSpPr/>
              <p:nvPr/>
            </p:nvGrpSpPr>
            <p:grpSpPr>
              <a:xfrm>
                <a:off x="9498429" y="4598805"/>
                <a:ext cx="1505416" cy="601824"/>
                <a:chOff x="1980734" y="3149081"/>
                <a:chExt cx="1505416" cy="601824"/>
              </a:xfrm>
            </p:grpSpPr>
            <p:sp>
              <p:nvSpPr>
                <p:cNvPr id="138" name="楕円 137">
                  <a:extLst>
                    <a:ext uri="{FF2B5EF4-FFF2-40B4-BE49-F238E27FC236}">
                      <a16:creationId xmlns:a16="http://schemas.microsoft.com/office/drawing/2014/main" id="{650A0BF0-251A-FB61-7709-2DDF5D9552C0}"/>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40" name="グループ化 139">
                  <a:extLst>
                    <a:ext uri="{FF2B5EF4-FFF2-40B4-BE49-F238E27FC236}">
                      <a16:creationId xmlns:a16="http://schemas.microsoft.com/office/drawing/2014/main" id="{C8F74B9E-62C9-68AE-D6B7-0FC803505764}"/>
                    </a:ext>
                  </a:extLst>
                </p:cNvPr>
                <p:cNvGrpSpPr/>
                <p:nvPr/>
              </p:nvGrpSpPr>
              <p:grpSpPr>
                <a:xfrm>
                  <a:off x="1980734" y="3175652"/>
                  <a:ext cx="1505416" cy="575253"/>
                  <a:chOff x="1980734" y="3175652"/>
                  <a:chExt cx="1505416" cy="575253"/>
                </a:xfrm>
              </p:grpSpPr>
              <p:grpSp>
                <p:nvGrpSpPr>
                  <p:cNvPr id="141" name="グループ化 140">
                    <a:extLst>
                      <a:ext uri="{FF2B5EF4-FFF2-40B4-BE49-F238E27FC236}">
                        <a16:creationId xmlns:a16="http://schemas.microsoft.com/office/drawing/2014/main" id="{BBD0C8A6-2F08-2A15-95E7-5FBD3EF0D96C}"/>
                      </a:ext>
                    </a:extLst>
                  </p:cNvPr>
                  <p:cNvGrpSpPr/>
                  <p:nvPr/>
                </p:nvGrpSpPr>
                <p:grpSpPr>
                  <a:xfrm>
                    <a:off x="1980734" y="3473931"/>
                    <a:ext cx="1505416" cy="276974"/>
                    <a:chOff x="4194668" y="3607669"/>
                    <a:chExt cx="1105960" cy="276974"/>
                  </a:xfrm>
                </p:grpSpPr>
                <p:sp>
                  <p:nvSpPr>
                    <p:cNvPr id="143" name="四角形: 角を丸くする 142">
                      <a:extLst>
                        <a:ext uri="{FF2B5EF4-FFF2-40B4-BE49-F238E27FC236}">
                          <a16:creationId xmlns:a16="http://schemas.microsoft.com/office/drawing/2014/main" id="{B4B8366C-0C53-9D8E-8BD1-1CB249CA593F}"/>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44" name="図 143">
                      <a:extLst>
                        <a:ext uri="{FF2B5EF4-FFF2-40B4-BE49-F238E27FC236}">
                          <a16:creationId xmlns:a16="http://schemas.microsoft.com/office/drawing/2014/main" id="{7982DAE8-8EB1-F430-DD0C-AF7A0C3C411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42" name="テキスト ボックス 141">
                    <a:extLst>
                      <a:ext uri="{FF2B5EF4-FFF2-40B4-BE49-F238E27FC236}">
                        <a16:creationId xmlns:a16="http://schemas.microsoft.com/office/drawing/2014/main" id="{2A0FF712-B198-25F0-BC7C-72C7C31C902A}"/>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22" name="グループ化 121">
              <a:extLst>
                <a:ext uri="{FF2B5EF4-FFF2-40B4-BE49-F238E27FC236}">
                  <a16:creationId xmlns:a16="http://schemas.microsoft.com/office/drawing/2014/main" id="{B91E0228-293A-05AA-488D-8CAADCAF0F5F}"/>
                </a:ext>
              </a:extLst>
            </p:cNvPr>
            <p:cNvGrpSpPr/>
            <p:nvPr/>
          </p:nvGrpSpPr>
          <p:grpSpPr>
            <a:xfrm>
              <a:off x="8962119" y="4574490"/>
              <a:ext cx="2561811" cy="632926"/>
              <a:chOff x="8957885" y="4574183"/>
              <a:chExt cx="2561811" cy="632926"/>
            </a:xfrm>
          </p:grpSpPr>
          <p:sp>
            <p:nvSpPr>
              <p:cNvPr id="123" name="楕円 122">
                <a:extLst>
                  <a:ext uri="{FF2B5EF4-FFF2-40B4-BE49-F238E27FC236}">
                    <a16:creationId xmlns:a16="http://schemas.microsoft.com/office/drawing/2014/main" id="{4A6AF79F-1122-2C91-6A40-27334A59E697}"/>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24" name="四角形: 角を丸くする 123">
                <a:extLst>
                  <a:ext uri="{FF2B5EF4-FFF2-40B4-BE49-F238E27FC236}">
                    <a16:creationId xmlns:a16="http://schemas.microsoft.com/office/drawing/2014/main" id="{50CA41ED-0AFE-CF63-0A7F-7834D8AF4184}"/>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27" name="グループ化 126">
                <a:extLst>
                  <a:ext uri="{FF2B5EF4-FFF2-40B4-BE49-F238E27FC236}">
                    <a16:creationId xmlns:a16="http://schemas.microsoft.com/office/drawing/2014/main" id="{AFA6EB5B-3FE5-EC73-0654-6DCF1D0C37C5}"/>
                  </a:ext>
                </a:extLst>
              </p:cNvPr>
              <p:cNvGrpSpPr/>
              <p:nvPr/>
            </p:nvGrpSpPr>
            <p:grpSpPr>
              <a:xfrm>
                <a:off x="9498429" y="4598805"/>
                <a:ext cx="1505416" cy="601824"/>
                <a:chOff x="1980734" y="3149081"/>
                <a:chExt cx="1505416" cy="601824"/>
              </a:xfrm>
            </p:grpSpPr>
            <p:sp>
              <p:nvSpPr>
                <p:cNvPr id="128" name="楕円 127">
                  <a:extLst>
                    <a:ext uri="{FF2B5EF4-FFF2-40B4-BE49-F238E27FC236}">
                      <a16:creationId xmlns:a16="http://schemas.microsoft.com/office/drawing/2014/main" id="{52BEBA79-97C1-D1B5-215A-FE4CD2DF0442}"/>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29" name="グループ化 128">
                  <a:extLst>
                    <a:ext uri="{FF2B5EF4-FFF2-40B4-BE49-F238E27FC236}">
                      <a16:creationId xmlns:a16="http://schemas.microsoft.com/office/drawing/2014/main" id="{754B2177-4AAD-507F-E791-154698DE3A53}"/>
                    </a:ext>
                  </a:extLst>
                </p:cNvPr>
                <p:cNvGrpSpPr/>
                <p:nvPr/>
              </p:nvGrpSpPr>
              <p:grpSpPr>
                <a:xfrm>
                  <a:off x="1980734" y="3175652"/>
                  <a:ext cx="1505416" cy="575253"/>
                  <a:chOff x="1980734" y="3175652"/>
                  <a:chExt cx="1505416" cy="575253"/>
                </a:xfrm>
              </p:grpSpPr>
              <p:grpSp>
                <p:nvGrpSpPr>
                  <p:cNvPr id="130" name="グループ化 129">
                    <a:extLst>
                      <a:ext uri="{FF2B5EF4-FFF2-40B4-BE49-F238E27FC236}">
                        <a16:creationId xmlns:a16="http://schemas.microsoft.com/office/drawing/2014/main" id="{252EBE38-C1E4-5015-E432-82808DEDFDB9}"/>
                      </a:ext>
                    </a:extLst>
                  </p:cNvPr>
                  <p:cNvGrpSpPr/>
                  <p:nvPr/>
                </p:nvGrpSpPr>
                <p:grpSpPr>
                  <a:xfrm>
                    <a:off x="1980734" y="3473931"/>
                    <a:ext cx="1505416" cy="276974"/>
                    <a:chOff x="4194668" y="3607669"/>
                    <a:chExt cx="1105960" cy="276974"/>
                  </a:xfrm>
                </p:grpSpPr>
                <p:sp>
                  <p:nvSpPr>
                    <p:cNvPr id="132" name="四角形: 角を丸くする 131">
                      <a:extLst>
                        <a:ext uri="{FF2B5EF4-FFF2-40B4-BE49-F238E27FC236}">
                          <a16:creationId xmlns:a16="http://schemas.microsoft.com/office/drawing/2014/main" id="{EC1DCB14-25EC-C047-EAD5-02FB35792444}"/>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33" name="図 132">
                      <a:extLst>
                        <a:ext uri="{FF2B5EF4-FFF2-40B4-BE49-F238E27FC236}">
                          <a16:creationId xmlns:a16="http://schemas.microsoft.com/office/drawing/2014/main" id="{D9A5205F-2460-0E92-AB63-6722FB4930B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31" name="テキスト ボックス 130">
                    <a:extLst>
                      <a:ext uri="{FF2B5EF4-FFF2-40B4-BE49-F238E27FC236}">
                        <a16:creationId xmlns:a16="http://schemas.microsoft.com/office/drawing/2014/main" id="{A5BA6B9C-54F0-34D3-68B9-2A6FF420FC5B}"/>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grpSp>
        <p:nvGrpSpPr>
          <p:cNvPr id="283" name="グループ化 282">
            <a:extLst>
              <a:ext uri="{FF2B5EF4-FFF2-40B4-BE49-F238E27FC236}">
                <a16:creationId xmlns:a16="http://schemas.microsoft.com/office/drawing/2014/main" id="{DE8D09F0-E98F-A64B-D9D8-83A2CAEC9807}"/>
              </a:ext>
            </a:extLst>
          </p:cNvPr>
          <p:cNvGrpSpPr/>
          <p:nvPr/>
        </p:nvGrpSpPr>
        <p:grpSpPr>
          <a:xfrm>
            <a:off x="3833550" y="5267857"/>
            <a:ext cx="1758663" cy="192735"/>
            <a:chOff x="1719571" y="215382"/>
            <a:chExt cx="3888059" cy="426098"/>
          </a:xfrm>
        </p:grpSpPr>
        <p:sp>
          <p:nvSpPr>
            <p:cNvPr id="284" name="平行四辺形 283">
              <a:extLst>
                <a:ext uri="{FF2B5EF4-FFF2-40B4-BE49-F238E27FC236}">
                  <a16:creationId xmlns:a16="http://schemas.microsoft.com/office/drawing/2014/main" id="{7F28990F-5478-8E0B-3132-0806D9D57124}"/>
                </a:ext>
              </a:extLst>
            </p:cNvPr>
            <p:cNvSpPr/>
            <p:nvPr/>
          </p:nvSpPr>
          <p:spPr>
            <a:xfrm>
              <a:off x="171957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85" name="平行四辺形 284">
              <a:extLst>
                <a:ext uri="{FF2B5EF4-FFF2-40B4-BE49-F238E27FC236}">
                  <a16:creationId xmlns:a16="http://schemas.microsoft.com/office/drawing/2014/main" id="{DAB8AC65-61A4-E497-2C86-9396046F5692}"/>
                </a:ext>
              </a:extLst>
            </p:cNvPr>
            <p:cNvSpPr/>
            <p:nvPr/>
          </p:nvSpPr>
          <p:spPr>
            <a:xfrm>
              <a:off x="2477666"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86" name="平行四辺形 285">
              <a:extLst>
                <a:ext uri="{FF2B5EF4-FFF2-40B4-BE49-F238E27FC236}">
                  <a16:creationId xmlns:a16="http://schemas.microsoft.com/office/drawing/2014/main" id="{FAB80059-19B1-C71C-B9A3-607E04ABD0E0}"/>
                </a:ext>
              </a:extLst>
            </p:cNvPr>
            <p:cNvSpPr/>
            <p:nvPr/>
          </p:nvSpPr>
          <p:spPr>
            <a:xfrm>
              <a:off x="323576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87" name="平行四辺形 286">
              <a:extLst>
                <a:ext uri="{FF2B5EF4-FFF2-40B4-BE49-F238E27FC236}">
                  <a16:creationId xmlns:a16="http://schemas.microsoft.com/office/drawing/2014/main" id="{7C13201B-A799-7A67-2AB0-0B0B11FB919A}"/>
                </a:ext>
              </a:extLst>
            </p:cNvPr>
            <p:cNvSpPr/>
            <p:nvPr/>
          </p:nvSpPr>
          <p:spPr>
            <a:xfrm>
              <a:off x="4751951" y="215382"/>
              <a:ext cx="855679" cy="426098"/>
            </a:xfrm>
            <a:prstGeom prst="parallelogram">
              <a:avLst/>
            </a:prstGeom>
            <a:solidFill>
              <a:schemeClr val="tx1">
                <a:lumMod val="75000"/>
                <a:lumOff val="2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88" name="平行四辺形 287">
              <a:extLst>
                <a:ext uri="{FF2B5EF4-FFF2-40B4-BE49-F238E27FC236}">
                  <a16:creationId xmlns:a16="http://schemas.microsoft.com/office/drawing/2014/main" id="{69F6109B-8A63-066A-6E0A-6563606F802B}"/>
                </a:ext>
              </a:extLst>
            </p:cNvPr>
            <p:cNvSpPr/>
            <p:nvPr/>
          </p:nvSpPr>
          <p:spPr>
            <a:xfrm>
              <a:off x="3993856" y="215382"/>
              <a:ext cx="855679" cy="426098"/>
            </a:xfrm>
            <a:prstGeom prst="parallelogram">
              <a:avLst/>
            </a:prstGeom>
            <a:solidFill>
              <a:srgbClr val="CC66FF">
                <a:alpha val="85000"/>
              </a:srgbClr>
            </a:solidFill>
            <a:ln w="38100">
              <a:solidFill>
                <a:schemeClr val="bg1">
                  <a:lumMod val="85000"/>
                </a:schemeClr>
              </a:solidFill>
            </a:ln>
            <a:effectLst>
              <a:glow rad="165100">
                <a:srgbClr val="CC66FF">
                  <a:alpha val="65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289" name="テキスト ボックス 288">
            <a:extLst>
              <a:ext uri="{FF2B5EF4-FFF2-40B4-BE49-F238E27FC236}">
                <a16:creationId xmlns:a16="http://schemas.microsoft.com/office/drawing/2014/main" id="{C9E83B33-0F65-FBEC-7C0F-D020E02EB4E3}"/>
              </a:ext>
            </a:extLst>
          </p:cNvPr>
          <p:cNvSpPr txBox="1"/>
          <p:nvPr/>
        </p:nvSpPr>
        <p:spPr>
          <a:xfrm>
            <a:off x="4871979" y="151566"/>
            <a:ext cx="2448043" cy="584775"/>
          </a:xfrm>
          <a:prstGeom prst="rect">
            <a:avLst/>
          </a:prstGeom>
          <a:noFill/>
        </p:spPr>
        <p:txBody>
          <a:bodyPr wrap="square" rtlCol="0">
            <a:spAutoFit/>
          </a:bodyPr>
          <a:lstStyle/>
          <a:p>
            <a:pPr algn="ctr"/>
            <a:r>
              <a:rPr kumimoji="1" lang="en-US" altLang="ja-JP" sz="2000" b="1" dirty="0">
                <a:solidFill>
                  <a:schemeClr val="bg1">
                    <a:lumMod val="95000"/>
                  </a:schemeClr>
                </a:solidFill>
                <a:latin typeface="BIZ UDP明朝 Medium" panose="02020500000000000000" pitchFamily="18" charset="-128"/>
                <a:ea typeface="BIZ UDP明朝 Medium" panose="02020500000000000000" pitchFamily="18" charset="-128"/>
              </a:rPr>
              <a:t>TRUN </a:t>
            </a:r>
            <a:r>
              <a:rPr kumimoji="1"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0</a:t>
            </a:r>
            <a:endPar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290" name="テキスト ボックス 289">
            <a:extLst>
              <a:ext uri="{FF2B5EF4-FFF2-40B4-BE49-F238E27FC236}">
                <a16:creationId xmlns:a16="http://schemas.microsoft.com/office/drawing/2014/main" id="{705188CD-F7D5-5B87-D1E2-9E7FA9BBC833}"/>
              </a:ext>
            </a:extLst>
          </p:cNvPr>
          <p:cNvSpPr txBox="1"/>
          <p:nvPr/>
        </p:nvSpPr>
        <p:spPr>
          <a:xfrm>
            <a:off x="777314" y="151566"/>
            <a:ext cx="752129" cy="584775"/>
          </a:xfrm>
          <a:prstGeom prst="rect">
            <a:avLst/>
          </a:prstGeom>
          <a:noFill/>
        </p:spPr>
        <p:txBody>
          <a:bodyPr wrap="none" rtlCol="0">
            <a:spAutoFit/>
          </a:bodyPr>
          <a:lstStyle/>
          <a:p>
            <a:r>
              <a:rPr kumimoji="1"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EF</a:t>
            </a:r>
            <a:endPar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nvGrpSpPr>
          <p:cNvPr id="291" name="グループ化 290">
            <a:extLst>
              <a:ext uri="{FF2B5EF4-FFF2-40B4-BE49-F238E27FC236}">
                <a16:creationId xmlns:a16="http://schemas.microsoft.com/office/drawing/2014/main" id="{C9EC5B52-EC0C-9203-5FC0-3C3B81CE6154}"/>
              </a:ext>
            </a:extLst>
          </p:cNvPr>
          <p:cNvGrpSpPr/>
          <p:nvPr/>
        </p:nvGrpSpPr>
        <p:grpSpPr>
          <a:xfrm>
            <a:off x="1719571" y="303092"/>
            <a:ext cx="3092165" cy="338875"/>
            <a:chOff x="1719571" y="274517"/>
            <a:chExt cx="3092165" cy="338875"/>
          </a:xfrm>
        </p:grpSpPr>
        <p:grpSp>
          <p:nvGrpSpPr>
            <p:cNvPr id="292" name="グループ化 291">
              <a:extLst>
                <a:ext uri="{FF2B5EF4-FFF2-40B4-BE49-F238E27FC236}">
                  <a16:creationId xmlns:a16="http://schemas.microsoft.com/office/drawing/2014/main" id="{787B43EA-01B9-19AF-4AD5-3D3417688E5A}"/>
                </a:ext>
              </a:extLst>
            </p:cNvPr>
            <p:cNvGrpSpPr/>
            <p:nvPr/>
          </p:nvGrpSpPr>
          <p:grpSpPr>
            <a:xfrm>
              <a:off x="1719571" y="274517"/>
              <a:ext cx="3092165" cy="338875"/>
              <a:chOff x="1719571" y="215382"/>
              <a:chExt cx="3888059" cy="426098"/>
            </a:xfrm>
          </p:grpSpPr>
          <p:sp>
            <p:nvSpPr>
              <p:cNvPr id="297" name="平行四辺形 296">
                <a:extLst>
                  <a:ext uri="{FF2B5EF4-FFF2-40B4-BE49-F238E27FC236}">
                    <a16:creationId xmlns:a16="http://schemas.microsoft.com/office/drawing/2014/main" id="{81F6A38A-8B2E-75E5-1CB1-07A1D83D7B94}"/>
                  </a:ext>
                </a:extLst>
              </p:cNvPr>
              <p:cNvSpPr/>
              <p:nvPr/>
            </p:nvSpPr>
            <p:spPr>
              <a:xfrm>
                <a:off x="171957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98" name="平行四辺形 297">
                <a:extLst>
                  <a:ext uri="{FF2B5EF4-FFF2-40B4-BE49-F238E27FC236}">
                    <a16:creationId xmlns:a16="http://schemas.microsoft.com/office/drawing/2014/main" id="{A00A716F-7998-C932-0485-934FEB3A785D}"/>
                  </a:ext>
                </a:extLst>
              </p:cNvPr>
              <p:cNvSpPr/>
              <p:nvPr/>
            </p:nvSpPr>
            <p:spPr>
              <a:xfrm>
                <a:off x="2477666"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99" name="平行四辺形 298">
                <a:extLst>
                  <a:ext uri="{FF2B5EF4-FFF2-40B4-BE49-F238E27FC236}">
                    <a16:creationId xmlns:a16="http://schemas.microsoft.com/office/drawing/2014/main" id="{FBD29C5D-EA36-1D25-ABCA-B0BB6503179B}"/>
                  </a:ext>
                </a:extLst>
              </p:cNvPr>
              <p:cNvSpPr/>
              <p:nvPr/>
            </p:nvSpPr>
            <p:spPr>
              <a:xfrm>
                <a:off x="323576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00" name="平行四辺形 299">
                <a:extLst>
                  <a:ext uri="{FF2B5EF4-FFF2-40B4-BE49-F238E27FC236}">
                    <a16:creationId xmlns:a16="http://schemas.microsoft.com/office/drawing/2014/main" id="{C80F9047-751C-0E97-A379-9B0536E3C3E7}"/>
                  </a:ext>
                </a:extLst>
              </p:cNvPr>
              <p:cNvSpPr/>
              <p:nvPr/>
            </p:nvSpPr>
            <p:spPr>
              <a:xfrm>
                <a:off x="4751951" y="215382"/>
                <a:ext cx="855679" cy="426098"/>
              </a:xfrm>
              <a:prstGeom prst="parallelogram">
                <a:avLst/>
              </a:prstGeom>
              <a:solidFill>
                <a:schemeClr val="tx1">
                  <a:lumMod val="75000"/>
                  <a:lumOff val="2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01" name="平行四辺形 300">
                <a:extLst>
                  <a:ext uri="{FF2B5EF4-FFF2-40B4-BE49-F238E27FC236}">
                    <a16:creationId xmlns:a16="http://schemas.microsoft.com/office/drawing/2014/main" id="{4371C9FD-93C1-B724-F638-A677405A413D}"/>
                  </a:ext>
                </a:extLst>
              </p:cNvPr>
              <p:cNvSpPr/>
              <p:nvPr/>
            </p:nvSpPr>
            <p:spPr>
              <a:xfrm>
                <a:off x="3993856"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293" name="楕円 292">
              <a:extLst>
                <a:ext uri="{FF2B5EF4-FFF2-40B4-BE49-F238E27FC236}">
                  <a16:creationId xmlns:a16="http://schemas.microsoft.com/office/drawing/2014/main" id="{5541E033-36B4-449F-3DC9-DC7194CB5C67}"/>
                </a:ext>
              </a:extLst>
            </p:cNvPr>
            <p:cNvSpPr/>
            <p:nvPr/>
          </p:nvSpPr>
          <p:spPr>
            <a:xfrm>
              <a:off x="1900984"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BIZ UDP明朝 Medium" panose="02020500000000000000" pitchFamily="18" charset="-128"/>
                  <a:ea typeface="BIZ UDP明朝 Medium" panose="02020500000000000000" pitchFamily="18" charset="-128"/>
                </a:rPr>
                <a:t>キャラ</a:t>
              </a:r>
            </a:p>
          </p:txBody>
        </p:sp>
        <p:sp>
          <p:nvSpPr>
            <p:cNvPr id="294" name="楕円 293">
              <a:extLst>
                <a:ext uri="{FF2B5EF4-FFF2-40B4-BE49-F238E27FC236}">
                  <a16:creationId xmlns:a16="http://schemas.microsoft.com/office/drawing/2014/main" id="{ED278E15-0CDC-1D7B-9DE8-1391C95BACE8}"/>
                </a:ext>
              </a:extLst>
            </p:cNvPr>
            <p:cNvSpPr/>
            <p:nvPr/>
          </p:nvSpPr>
          <p:spPr>
            <a:xfrm>
              <a:off x="3716200"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BIZ UDP明朝 Medium" panose="02020500000000000000" pitchFamily="18" charset="-128"/>
                  <a:ea typeface="BIZ UDP明朝 Medium" panose="02020500000000000000" pitchFamily="18" charset="-128"/>
                </a:rPr>
                <a:t>キャラ</a:t>
              </a:r>
            </a:p>
          </p:txBody>
        </p:sp>
        <p:sp>
          <p:nvSpPr>
            <p:cNvPr id="295" name="楕円 294">
              <a:extLst>
                <a:ext uri="{FF2B5EF4-FFF2-40B4-BE49-F238E27FC236}">
                  <a16:creationId xmlns:a16="http://schemas.microsoft.com/office/drawing/2014/main" id="{05CF71B1-86FD-DA3B-CEFC-423ADFF6FD7B}"/>
                </a:ext>
              </a:extLst>
            </p:cNvPr>
            <p:cNvSpPr/>
            <p:nvPr/>
          </p:nvSpPr>
          <p:spPr>
            <a:xfrm>
              <a:off x="2506056"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BIZ UDP明朝 Medium" panose="02020500000000000000" pitchFamily="18" charset="-128"/>
                  <a:ea typeface="BIZ UDP明朝 Medium" panose="02020500000000000000" pitchFamily="18" charset="-128"/>
                </a:rPr>
                <a:t>キャラ</a:t>
              </a:r>
            </a:p>
          </p:txBody>
        </p:sp>
        <p:sp>
          <p:nvSpPr>
            <p:cNvPr id="296" name="楕円 295">
              <a:extLst>
                <a:ext uri="{FF2B5EF4-FFF2-40B4-BE49-F238E27FC236}">
                  <a16:creationId xmlns:a16="http://schemas.microsoft.com/office/drawing/2014/main" id="{10377368-061B-951E-6B5C-9093D78B4EC1}"/>
                </a:ext>
              </a:extLst>
            </p:cNvPr>
            <p:cNvSpPr/>
            <p:nvPr/>
          </p:nvSpPr>
          <p:spPr>
            <a:xfrm>
              <a:off x="3111128"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BIZ UDP明朝 Medium" panose="02020500000000000000" pitchFamily="18" charset="-128"/>
                  <a:ea typeface="BIZ UDP明朝 Medium" panose="02020500000000000000" pitchFamily="18" charset="-128"/>
                </a:rPr>
                <a:t>キャラ</a:t>
              </a:r>
            </a:p>
          </p:txBody>
        </p:sp>
      </p:grpSp>
    </p:spTree>
    <p:extLst>
      <p:ext uri="{BB962C8B-B14F-4D97-AF65-F5344CB8AC3E}">
        <p14:creationId xmlns:p14="http://schemas.microsoft.com/office/powerpoint/2010/main" val="1755443683"/>
      </p:ext>
    </p:extLst>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8B5639-2BF2-F92E-FBED-7551A1716829}"/>
            </a:ext>
          </a:extLst>
        </p:cNvPr>
        <p:cNvGrpSpPr/>
        <p:nvPr/>
      </p:nvGrpSpPr>
      <p:grpSpPr>
        <a:xfrm>
          <a:off x="0" y="0"/>
          <a:ext cx="0" cy="0"/>
          <a:chOff x="0" y="0"/>
          <a:chExt cx="0" cy="0"/>
        </a:xfrm>
      </p:grpSpPr>
      <p:sp>
        <p:nvSpPr>
          <p:cNvPr id="80" name="楕円 79">
            <a:extLst>
              <a:ext uri="{FF2B5EF4-FFF2-40B4-BE49-F238E27FC236}">
                <a16:creationId xmlns:a16="http://schemas.microsoft.com/office/drawing/2014/main" id="{68442F0C-D55D-5277-0B93-34A0725D274D}"/>
              </a:ext>
            </a:extLst>
          </p:cNvPr>
          <p:cNvSpPr/>
          <p:nvPr/>
        </p:nvSpPr>
        <p:spPr>
          <a:xfrm>
            <a:off x="-2195336" y="-748783"/>
            <a:ext cx="8978692" cy="8369559"/>
          </a:xfrm>
          <a:prstGeom prst="ellipse">
            <a:avLst/>
          </a:prstGeom>
          <a:solidFill>
            <a:srgbClr val="CC66FF">
              <a:alpha val="6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 name="四角形: 角を丸くする 1">
            <a:extLst>
              <a:ext uri="{FF2B5EF4-FFF2-40B4-BE49-F238E27FC236}">
                <a16:creationId xmlns:a16="http://schemas.microsoft.com/office/drawing/2014/main" id="{9612370E-2153-3FDB-DD6A-B0675188DA5D}"/>
              </a:ext>
            </a:extLst>
          </p:cNvPr>
          <p:cNvSpPr/>
          <p:nvPr/>
        </p:nvSpPr>
        <p:spPr>
          <a:xfrm>
            <a:off x="658742" y="796149"/>
            <a:ext cx="2747226"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3" name="四角形: 角を丸くする 2">
            <a:extLst>
              <a:ext uri="{FF2B5EF4-FFF2-40B4-BE49-F238E27FC236}">
                <a16:creationId xmlns:a16="http://schemas.microsoft.com/office/drawing/2014/main" id="{C113C933-8477-EE28-AAF6-DCAAB5EEA11F}"/>
              </a:ext>
            </a:extLst>
          </p:cNvPr>
          <p:cNvSpPr/>
          <p:nvPr/>
        </p:nvSpPr>
        <p:spPr>
          <a:xfrm>
            <a:off x="658742" y="1531712"/>
            <a:ext cx="2747226"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6" name="四角形: 角を丸くする 5">
            <a:extLst>
              <a:ext uri="{FF2B5EF4-FFF2-40B4-BE49-F238E27FC236}">
                <a16:creationId xmlns:a16="http://schemas.microsoft.com/office/drawing/2014/main" id="{742021D2-A660-FC8D-EB05-07BB56AD4EA6}"/>
              </a:ext>
            </a:extLst>
          </p:cNvPr>
          <p:cNvSpPr/>
          <p:nvPr/>
        </p:nvSpPr>
        <p:spPr>
          <a:xfrm>
            <a:off x="658742" y="2267275"/>
            <a:ext cx="2747226"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8" name="四角形: 角を丸くする 7">
            <a:extLst>
              <a:ext uri="{FF2B5EF4-FFF2-40B4-BE49-F238E27FC236}">
                <a16:creationId xmlns:a16="http://schemas.microsoft.com/office/drawing/2014/main" id="{5CC9A0AB-592C-3869-BE06-A5CA1131D33C}"/>
              </a:ext>
            </a:extLst>
          </p:cNvPr>
          <p:cNvSpPr/>
          <p:nvPr/>
        </p:nvSpPr>
        <p:spPr>
          <a:xfrm>
            <a:off x="658742" y="3859960"/>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9" name="四角形: 角を丸くする 8">
            <a:extLst>
              <a:ext uri="{FF2B5EF4-FFF2-40B4-BE49-F238E27FC236}">
                <a16:creationId xmlns:a16="http://schemas.microsoft.com/office/drawing/2014/main" id="{1122845D-4E5D-B718-F1F3-A42B17305730}"/>
              </a:ext>
            </a:extLst>
          </p:cNvPr>
          <p:cNvSpPr/>
          <p:nvPr/>
        </p:nvSpPr>
        <p:spPr>
          <a:xfrm>
            <a:off x="658742" y="4595523"/>
            <a:ext cx="2747226"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10" name="四角形: 角を丸くする 9">
            <a:extLst>
              <a:ext uri="{FF2B5EF4-FFF2-40B4-BE49-F238E27FC236}">
                <a16:creationId xmlns:a16="http://schemas.microsoft.com/office/drawing/2014/main" id="{77705E17-C1C5-6597-E1E8-BFD694E08B14}"/>
              </a:ext>
            </a:extLst>
          </p:cNvPr>
          <p:cNvSpPr/>
          <p:nvPr/>
        </p:nvSpPr>
        <p:spPr>
          <a:xfrm>
            <a:off x="658742" y="5331086"/>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sp>
        <p:nvSpPr>
          <p:cNvPr id="13" name="楕円 12">
            <a:extLst>
              <a:ext uri="{FF2B5EF4-FFF2-40B4-BE49-F238E27FC236}">
                <a16:creationId xmlns:a16="http://schemas.microsoft.com/office/drawing/2014/main" id="{71A6A3C5-E4C9-D1AC-F007-83A49D1D1150}"/>
              </a:ext>
            </a:extLst>
          </p:cNvPr>
          <p:cNvSpPr/>
          <p:nvPr/>
        </p:nvSpPr>
        <p:spPr>
          <a:xfrm>
            <a:off x="835866" y="847467"/>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5" name="楕円 14">
            <a:extLst>
              <a:ext uri="{FF2B5EF4-FFF2-40B4-BE49-F238E27FC236}">
                <a16:creationId xmlns:a16="http://schemas.microsoft.com/office/drawing/2014/main" id="{AA49CF7A-C77D-7C4B-D430-ACDF5AB8E3EB}"/>
              </a:ext>
            </a:extLst>
          </p:cNvPr>
          <p:cNvSpPr/>
          <p:nvPr/>
        </p:nvSpPr>
        <p:spPr>
          <a:xfrm>
            <a:off x="835866" y="1583030"/>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9" name="楕円 18">
            <a:extLst>
              <a:ext uri="{FF2B5EF4-FFF2-40B4-BE49-F238E27FC236}">
                <a16:creationId xmlns:a16="http://schemas.microsoft.com/office/drawing/2014/main" id="{0C6FCAD7-3F43-F280-03D8-3A379DB5A0F1}"/>
              </a:ext>
            </a:extLst>
          </p:cNvPr>
          <p:cNvSpPr/>
          <p:nvPr/>
        </p:nvSpPr>
        <p:spPr>
          <a:xfrm>
            <a:off x="835866" y="5382404"/>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22" name="楕円 21">
            <a:extLst>
              <a:ext uri="{FF2B5EF4-FFF2-40B4-BE49-F238E27FC236}">
                <a16:creationId xmlns:a16="http://schemas.microsoft.com/office/drawing/2014/main" id="{CD420456-450A-738A-0326-973582ACDAEE}"/>
              </a:ext>
            </a:extLst>
          </p:cNvPr>
          <p:cNvSpPr/>
          <p:nvPr/>
        </p:nvSpPr>
        <p:spPr>
          <a:xfrm>
            <a:off x="835866" y="4646841"/>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28" name="楕円 27">
            <a:extLst>
              <a:ext uri="{FF2B5EF4-FFF2-40B4-BE49-F238E27FC236}">
                <a16:creationId xmlns:a16="http://schemas.microsoft.com/office/drawing/2014/main" id="{04F2523E-1AE0-1703-30ED-C20B24D11C15}"/>
              </a:ext>
            </a:extLst>
          </p:cNvPr>
          <p:cNvSpPr/>
          <p:nvPr/>
        </p:nvSpPr>
        <p:spPr>
          <a:xfrm>
            <a:off x="835866" y="391127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34" name="楕円 33">
            <a:extLst>
              <a:ext uri="{FF2B5EF4-FFF2-40B4-BE49-F238E27FC236}">
                <a16:creationId xmlns:a16="http://schemas.microsoft.com/office/drawing/2014/main" id="{1541F25A-D61A-4F1F-E7B8-66F1AF02D876}"/>
              </a:ext>
            </a:extLst>
          </p:cNvPr>
          <p:cNvSpPr/>
          <p:nvPr/>
        </p:nvSpPr>
        <p:spPr>
          <a:xfrm>
            <a:off x="835866" y="2318593"/>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36" name="四角形: 角を丸くする 35">
            <a:extLst>
              <a:ext uri="{FF2B5EF4-FFF2-40B4-BE49-F238E27FC236}">
                <a16:creationId xmlns:a16="http://schemas.microsoft.com/office/drawing/2014/main" id="{E266D479-5397-D0AE-8FD8-E787D2678EC7}"/>
              </a:ext>
            </a:extLst>
          </p:cNvPr>
          <p:cNvSpPr/>
          <p:nvPr/>
        </p:nvSpPr>
        <p:spPr>
          <a:xfrm>
            <a:off x="2795756" y="819474"/>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7" name="四角形: 角を丸くする 36">
            <a:extLst>
              <a:ext uri="{FF2B5EF4-FFF2-40B4-BE49-F238E27FC236}">
                <a16:creationId xmlns:a16="http://schemas.microsoft.com/office/drawing/2014/main" id="{7A41F1F5-F9BA-87C3-EBF6-EEB85D815673}"/>
              </a:ext>
            </a:extLst>
          </p:cNvPr>
          <p:cNvSpPr/>
          <p:nvPr/>
        </p:nvSpPr>
        <p:spPr>
          <a:xfrm>
            <a:off x="2795756" y="5351302"/>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8" name="四角形: 角を丸くする 37">
            <a:extLst>
              <a:ext uri="{FF2B5EF4-FFF2-40B4-BE49-F238E27FC236}">
                <a16:creationId xmlns:a16="http://schemas.microsoft.com/office/drawing/2014/main" id="{DBF7C20F-B066-985C-7B96-17692724B4CB}"/>
              </a:ext>
            </a:extLst>
          </p:cNvPr>
          <p:cNvSpPr/>
          <p:nvPr/>
        </p:nvSpPr>
        <p:spPr>
          <a:xfrm>
            <a:off x="2795756" y="4616258"/>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9" name="四角形: 角を丸くする 38">
            <a:extLst>
              <a:ext uri="{FF2B5EF4-FFF2-40B4-BE49-F238E27FC236}">
                <a16:creationId xmlns:a16="http://schemas.microsoft.com/office/drawing/2014/main" id="{A0D7B277-9616-05BA-D7FE-116A0F5141FB}"/>
              </a:ext>
            </a:extLst>
          </p:cNvPr>
          <p:cNvSpPr/>
          <p:nvPr/>
        </p:nvSpPr>
        <p:spPr>
          <a:xfrm>
            <a:off x="2795756" y="388121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 name="四角形: 角を丸くする 6">
            <a:extLst>
              <a:ext uri="{FF2B5EF4-FFF2-40B4-BE49-F238E27FC236}">
                <a16:creationId xmlns:a16="http://schemas.microsoft.com/office/drawing/2014/main" id="{DEE32DAA-3E47-A5B4-3C94-C8778E9439F7}"/>
              </a:ext>
            </a:extLst>
          </p:cNvPr>
          <p:cNvSpPr/>
          <p:nvPr/>
        </p:nvSpPr>
        <p:spPr>
          <a:xfrm>
            <a:off x="1308874" y="3002838"/>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31" name="楕円 30">
            <a:extLst>
              <a:ext uri="{FF2B5EF4-FFF2-40B4-BE49-F238E27FC236}">
                <a16:creationId xmlns:a16="http://schemas.microsoft.com/office/drawing/2014/main" id="{3767E291-7EB2-8771-F8B2-74A0D04D7E61}"/>
              </a:ext>
            </a:extLst>
          </p:cNvPr>
          <p:cNvSpPr/>
          <p:nvPr/>
        </p:nvSpPr>
        <p:spPr>
          <a:xfrm>
            <a:off x="1485998" y="3054156"/>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40" name="四角形: 角を丸くする 39">
            <a:extLst>
              <a:ext uri="{FF2B5EF4-FFF2-40B4-BE49-F238E27FC236}">
                <a16:creationId xmlns:a16="http://schemas.microsoft.com/office/drawing/2014/main" id="{B0C380CC-D1C4-366D-1F57-1A240F9D77C1}"/>
              </a:ext>
            </a:extLst>
          </p:cNvPr>
          <p:cNvSpPr/>
          <p:nvPr/>
        </p:nvSpPr>
        <p:spPr>
          <a:xfrm>
            <a:off x="3445889" y="3024609"/>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41" name="四角形: 角を丸くする 40">
            <a:extLst>
              <a:ext uri="{FF2B5EF4-FFF2-40B4-BE49-F238E27FC236}">
                <a16:creationId xmlns:a16="http://schemas.microsoft.com/office/drawing/2014/main" id="{67B05A74-8508-AC6D-5AA1-5F0156678EC0}"/>
              </a:ext>
            </a:extLst>
          </p:cNvPr>
          <p:cNvSpPr/>
          <p:nvPr/>
        </p:nvSpPr>
        <p:spPr>
          <a:xfrm>
            <a:off x="2795756" y="2289564"/>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42" name="四角形: 角を丸くする 41">
            <a:extLst>
              <a:ext uri="{FF2B5EF4-FFF2-40B4-BE49-F238E27FC236}">
                <a16:creationId xmlns:a16="http://schemas.microsoft.com/office/drawing/2014/main" id="{C0E17B91-A9B2-4FA2-ACDC-D7ED4E58ACA8}"/>
              </a:ext>
            </a:extLst>
          </p:cNvPr>
          <p:cNvSpPr/>
          <p:nvPr/>
        </p:nvSpPr>
        <p:spPr>
          <a:xfrm>
            <a:off x="2795756" y="1554519"/>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44" name="四角形: 角を丸くする 43">
            <a:extLst>
              <a:ext uri="{FF2B5EF4-FFF2-40B4-BE49-F238E27FC236}">
                <a16:creationId xmlns:a16="http://schemas.microsoft.com/office/drawing/2014/main" id="{D53079C5-76B9-96F5-3DEF-0A06E2C62E9E}"/>
              </a:ext>
            </a:extLst>
          </p:cNvPr>
          <p:cNvSpPr/>
          <p:nvPr/>
        </p:nvSpPr>
        <p:spPr>
          <a:xfrm flipV="1">
            <a:off x="8838120" y="5330633"/>
            <a:ext cx="2704472"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6" name="四角形: 角を丸くする 45">
            <a:extLst>
              <a:ext uri="{FF2B5EF4-FFF2-40B4-BE49-F238E27FC236}">
                <a16:creationId xmlns:a16="http://schemas.microsoft.com/office/drawing/2014/main" id="{583FD84E-D4C7-C602-1C51-B7CB89237CFA}"/>
              </a:ext>
            </a:extLst>
          </p:cNvPr>
          <p:cNvSpPr/>
          <p:nvPr/>
        </p:nvSpPr>
        <p:spPr>
          <a:xfrm flipV="1">
            <a:off x="8838120" y="3859507"/>
            <a:ext cx="2704472"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7" name="四角形: 角を丸くする 46">
            <a:extLst>
              <a:ext uri="{FF2B5EF4-FFF2-40B4-BE49-F238E27FC236}">
                <a16:creationId xmlns:a16="http://schemas.microsoft.com/office/drawing/2014/main" id="{56B5CF71-296B-AEB4-2B31-013994490E9B}"/>
              </a:ext>
            </a:extLst>
          </p:cNvPr>
          <p:cNvSpPr/>
          <p:nvPr/>
        </p:nvSpPr>
        <p:spPr>
          <a:xfrm flipV="1">
            <a:off x="8838120" y="3128230"/>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8" name="四角形: 角を丸くする 47">
            <a:extLst>
              <a:ext uri="{FF2B5EF4-FFF2-40B4-BE49-F238E27FC236}">
                <a16:creationId xmlns:a16="http://schemas.microsoft.com/office/drawing/2014/main" id="{4F0D2277-725A-2908-DBAA-4A95C2D8B058}"/>
              </a:ext>
            </a:extLst>
          </p:cNvPr>
          <p:cNvSpPr/>
          <p:nvPr/>
        </p:nvSpPr>
        <p:spPr>
          <a:xfrm flipV="1">
            <a:off x="8048005" y="2259499"/>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9" name="四角形: 角を丸くする 48">
            <a:extLst>
              <a:ext uri="{FF2B5EF4-FFF2-40B4-BE49-F238E27FC236}">
                <a16:creationId xmlns:a16="http://schemas.microsoft.com/office/drawing/2014/main" id="{16C8C286-3955-E9E1-BA8A-F1A0E957B6BF}"/>
              </a:ext>
            </a:extLst>
          </p:cNvPr>
          <p:cNvSpPr/>
          <p:nvPr/>
        </p:nvSpPr>
        <p:spPr>
          <a:xfrm flipV="1">
            <a:off x="8838120" y="1523936"/>
            <a:ext cx="2704472"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50" name="四角形: 角を丸くする 49">
            <a:extLst>
              <a:ext uri="{FF2B5EF4-FFF2-40B4-BE49-F238E27FC236}">
                <a16:creationId xmlns:a16="http://schemas.microsoft.com/office/drawing/2014/main" id="{DB3EAF22-E424-EE60-9DF1-04A4596DDCD2}"/>
              </a:ext>
            </a:extLst>
          </p:cNvPr>
          <p:cNvSpPr/>
          <p:nvPr/>
        </p:nvSpPr>
        <p:spPr>
          <a:xfrm flipV="1">
            <a:off x="8838120" y="788373"/>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52" name="楕円 51">
            <a:extLst>
              <a:ext uri="{FF2B5EF4-FFF2-40B4-BE49-F238E27FC236}">
                <a16:creationId xmlns:a16="http://schemas.microsoft.com/office/drawing/2014/main" id="{CCF28D79-46CA-F948-EB1D-BE87FBB2D300}"/>
              </a:ext>
            </a:extLst>
          </p:cNvPr>
          <p:cNvSpPr/>
          <p:nvPr/>
        </p:nvSpPr>
        <p:spPr>
          <a:xfrm>
            <a:off x="9869638" y="839691"/>
            <a:ext cx="1428131"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53" name="楕円 52">
            <a:extLst>
              <a:ext uri="{FF2B5EF4-FFF2-40B4-BE49-F238E27FC236}">
                <a16:creationId xmlns:a16="http://schemas.microsoft.com/office/drawing/2014/main" id="{3ADCFC91-452B-1BBF-5CED-666CF4E761C7}"/>
              </a:ext>
            </a:extLst>
          </p:cNvPr>
          <p:cNvSpPr/>
          <p:nvPr/>
        </p:nvSpPr>
        <p:spPr>
          <a:xfrm>
            <a:off x="9012488" y="839691"/>
            <a:ext cx="682783"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55" name="楕円 54">
            <a:extLst>
              <a:ext uri="{FF2B5EF4-FFF2-40B4-BE49-F238E27FC236}">
                <a16:creationId xmlns:a16="http://schemas.microsoft.com/office/drawing/2014/main" id="{ACA81DF7-DDF9-6DEB-D215-12DA872F7ACB}"/>
              </a:ext>
            </a:extLst>
          </p:cNvPr>
          <p:cNvSpPr/>
          <p:nvPr/>
        </p:nvSpPr>
        <p:spPr>
          <a:xfrm>
            <a:off x="9869638" y="1575254"/>
            <a:ext cx="1428131"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56" name="楕円 55">
            <a:extLst>
              <a:ext uri="{FF2B5EF4-FFF2-40B4-BE49-F238E27FC236}">
                <a16:creationId xmlns:a16="http://schemas.microsoft.com/office/drawing/2014/main" id="{7CE3530D-0D12-3317-49A6-88E1ABFECC3B}"/>
              </a:ext>
            </a:extLst>
          </p:cNvPr>
          <p:cNvSpPr/>
          <p:nvPr/>
        </p:nvSpPr>
        <p:spPr>
          <a:xfrm>
            <a:off x="9012488" y="1575254"/>
            <a:ext cx="682783"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nvGrpSpPr>
          <p:cNvPr id="57" name="グループ化 56">
            <a:extLst>
              <a:ext uri="{FF2B5EF4-FFF2-40B4-BE49-F238E27FC236}">
                <a16:creationId xmlns:a16="http://schemas.microsoft.com/office/drawing/2014/main" id="{5D4950C3-0872-40DE-E74A-7FD704F41A45}"/>
              </a:ext>
            </a:extLst>
          </p:cNvPr>
          <p:cNvGrpSpPr/>
          <p:nvPr/>
        </p:nvGrpSpPr>
        <p:grpSpPr>
          <a:xfrm>
            <a:off x="9012488" y="5381951"/>
            <a:ext cx="2285281" cy="559836"/>
            <a:chOff x="858105" y="1673292"/>
            <a:chExt cx="2612882" cy="559836"/>
          </a:xfrm>
        </p:grpSpPr>
        <p:sp>
          <p:nvSpPr>
            <p:cNvPr id="58" name="楕円 57">
              <a:extLst>
                <a:ext uri="{FF2B5EF4-FFF2-40B4-BE49-F238E27FC236}">
                  <a16:creationId xmlns:a16="http://schemas.microsoft.com/office/drawing/2014/main" id="{12031267-412B-98DA-9587-CDA1BD608490}"/>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59" name="楕円 58">
              <a:extLst>
                <a:ext uri="{FF2B5EF4-FFF2-40B4-BE49-F238E27FC236}">
                  <a16:creationId xmlns:a16="http://schemas.microsoft.com/office/drawing/2014/main" id="{F7D1C382-2B83-AB06-55AC-ADC8D11ABFC6}"/>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63" name="グループ化 62">
            <a:extLst>
              <a:ext uri="{FF2B5EF4-FFF2-40B4-BE49-F238E27FC236}">
                <a16:creationId xmlns:a16="http://schemas.microsoft.com/office/drawing/2014/main" id="{D2C78074-7157-7430-E2FB-7C4FC2635A64}"/>
              </a:ext>
            </a:extLst>
          </p:cNvPr>
          <p:cNvGrpSpPr/>
          <p:nvPr/>
        </p:nvGrpSpPr>
        <p:grpSpPr>
          <a:xfrm>
            <a:off x="9012488" y="3910825"/>
            <a:ext cx="2285281" cy="559836"/>
            <a:chOff x="858105" y="1673292"/>
            <a:chExt cx="2612882" cy="559836"/>
          </a:xfrm>
        </p:grpSpPr>
        <p:sp>
          <p:nvSpPr>
            <p:cNvPr id="64" name="楕円 63">
              <a:extLst>
                <a:ext uri="{FF2B5EF4-FFF2-40B4-BE49-F238E27FC236}">
                  <a16:creationId xmlns:a16="http://schemas.microsoft.com/office/drawing/2014/main" id="{882B631C-E3AB-81F7-6F23-164C80404B32}"/>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65" name="楕円 64">
              <a:extLst>
                <a:ext uri="{FF2B5EF4-FFF2-40B4-BE49-F238E27FC236}">
                  <a16:creationId xmlns:a16="http://schemas.microsoft.com/office/drawing/2014/main" id="{B3964CAA-FA4E-FFE0-2CA1-97373CC7443F}"/>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sp>
        <p:nvSpPr>
          <p:cNvPr id="67" name="楕円 66">
            <a:extLst>
              <a:ext uri="{FF2B5EF4-FFF2-40B4-BE49-F238E27FC236}">
                <a16:creationId xmlns:a16="http://schemas.microsoft.com/office/drawing/2014/main" id="{B30C6F1A-93DD-D43B-656F-CCA070FE3E7A}"/>
              </a:ext>
            </a:extLst>
          </p:cNvPr>
          <p:cNvSpPr/>
          <p:nvPr/>
        </p:nvSpPr>
        <p:spPr>
          <a:xfrm>
            <a:off x="9869638" y="3179548"/>
            <a:ext cx="1428131"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68" name="楕円 67">
            <a:extLst>
              <a:ext uri="{FF2B5EF4-FFF2-40B4-BE49-F238E27FC236}">
                <a16:creationId xmlns:a16="http://schemas.microsoft.com/office/drawing/2014/main" id="{54633D54-3224-982D-4DF5-B02832D01872}"/>
              </a:ext>
            </a:extLst>
          </p:cNvPr>
          <p:cNvSpPr/>
          <p:nvPr/>
        </p:nvSpPr>
        <p:spPr>
          <a:xfrm>
            <a:off x="9012488" y="3179548"/>
            <a:ext cx="682783"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70" name="楕円 69">
            <a:extLst>
              <a:ext uri="{FF2B5EF4-FFF2-40B4-BE49-F238E27FC236}">
                <a16:creationId xmlns:a16="http://schemas.microsoft.com/office/drawing/2014/main" id="{7390C289-E4B6-EDE5-DC35-D70C1DEF6C22}"/>
              </a:ext>
            </a:extLst>
          </p:cNvPr>
          <p:cNvSpPr/>
          <p:nvPr/>
        </p:nvSpPr>
        <p:spPr>
          <a:xfrm>
            <a:off x="9079523" y="2310817"/>
            <a:ext cx="1428131"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71" name="楕円 70">
            <a:extLst>
              <a:ext uri="{FF2B5EF4-FFF2-40B4-BE49-F238E27FC236}">
                <a16:creationId xmlns:a16="http://schemas.microsoft.com/office/drawing/2014/main" id="{29B479F7-29EF-CC7D-F27C-CAA85B031040}"/>
              </a:ext>
            </a:extLst>
          </p:cNvPr>
          <p:cNvSpPr/>
          <p:nvPr/>
        </p:nvSpPr>
        <p:spPr>
          <a:xfrm>
            <a:off x="8222373" y="2310817"/>
            <a:ext cx="682783"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72" name="四角形: 角を丸くする 71">
            <a:extLst>
              <a:ext uri="{FF2B5EF4-FFF2-40B4-BE49-F238E27FC236}">
                <a16:creationId xmlns:a16="http://schemas.microsoft.com/office/drawing/2014/main" id="{DE550D2B-A9E4-571D-13DD-FD558817E8BA}"/>
              </a:ext>
            </a:extLst>
          </p:cNvPr>
          <p:cNvSpPr/>
          <p:nvPr/>
        </p:nvSpPr>
        <p:spPr>
          <a:xfrm>
            <a:off x="10941877" y="81169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3" name="四角形: 角を丸くする 72">
            <a:extLst>
              <a:ext uri="{FF2B5EF4-FFF2-40B4-BE49-F238E27FC236}">
                <a16:creationId xmlns:a16="http://schemas.microsoft.com/office/drawing/2014/main" id="{2B3632FB-F6DA-F3A5-5680-BAF50FF57187}"/>
              </a:ext>
            </a:extLst>
          </p:cNvPr>
          <p:cNvSpPr/>
          <p:nvPr/>
        </p:nvSpPr>
        <p:spPr>
          <a:xfrm>
            <a:off x="10941877" y="5350849"/>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90" name="グループ化 89">
            <a:extLst>
              <a:ext uri="{FF2B5EF4-FFF2-40B4-BE49-F238E27FC236}">
                <a16:creationId xmlns:a16="http://schemas.microsoft.com/office/drawing/2014/main" id="{A20C852C-D5EB-B471-0FE4-85930D379A38}"/>
              </a:ext>
            </a:extLst>
          </p:cNvPr>
          <p:cNvGrpSpPr/>
          <p:nvPr/>
        </p:nvGrpSpPr>
        <p:grpSpPr>
          <a:xfrm>
            <a:off x="8836094" y="4595070"/>
            <a:ext cx="2704472" cy="662473"/>
            <a:chOff x="8450427" y="4559558"/>
            <a:chExt cx="3092165" cy="662473"/>
          </a:xfrm>
        </p:grpSpPr>
        <p:sp>
          <p:nvSpPr>
            <p:cNvPr id="45" name="四角形: 角を丸くする 44">
              <a:extLst>
                <a:ext uri="{FF2B5EF4-FFF2-40B4-BE49-F238E27FC236}">
                  <a16:creationId xmlns:a16="http://schemas.microsoft.com/office/drawing/2014/main" id="{A4E241F2-0327-E651-AB7F-1BB73A5AEFBB}"/>
                </a:ext>
              </a:extLst>
            </p:cNvPr>
            <p:cNvSpPr/>
            <p:nvPr/>
          </p:nvSpPr>
          <p:spPr>
            <a:xfrm flipV="1">
              <a:off x="8450427" y="4559558"/>
              <a:ext cx="3092165"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grpSp>
          <p:nvGrpSpPr>
            <p:cNvPr id="60" name="グループ化 59">
              <a:extLst>
                <a:ext uri="{FF2B5EF4-FFF2-40B4-BE49-F238E27FC236}">
                  <a16:creationId xmlns:a16="http://schemas.microsoft.com/office/drawing/2014/main" id="{E8867D22-B927-6707-8980-BDDD9852DCBD}"/>
                </a:ext>
              </a:extLst>
            </p:cNvPr>
            <p:cNvGrpSpPr/>
            <p:nvPr/>
          </p:nvGrpSpPr>
          <p:grpSpPr>
            <a:xfrm>
              <a:off x="8649791" y="4610876"/>
              <a:ext cx="2612882" cy="559836"/>
              <a:chOff x="858105" y="1673292"/>
              <a:chExt cx="2612882" cy="559836"/>
            </a:xfrm>
          </p:grpSpPr>
          <p:sp>
            <p:nvSpPr>
              <p:cNvPr id="61" name="楕円 60">
                <a:extLst>
                  <a:ext uri="{FF2B5EF4-FFF2-40B4-BE49-F238E27FC236}">
                    <a16:creationId xmlns:a16="http://schemas.microsoft.com/office/drawing/2014/main" id="{2E6DE806-ADD6-868C-343E-2B968850332C}"/>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62" name="楕円 61">
                <a:extLst>
                  <a:ext uri="{FF2B5EF4-FFF2-40B4-BE49-F238E27FC236}">
                    <a16:creationId xmlns:a16="http://schemas.microsoft.com/office/drawing/2014/main" id="{ECA6DF0B-A090-F2A2-EEEB-02B826EFB700}"/>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sp>
          <p:nvSpPr>
            <p:cNvPr id="74" name="四角形: 角を丸くする 73">
              <a:extLst>
                <a:ext uri="{FF2B5EF4-FFF2-40B4-BE49-F238E27FC236}">
                  <a16:creationId xmlns:a16="http://schemas.microsoft.com/office/drawing/2014/main" id="{64DB47FB-19F0-F158-E078-0C14A9071337}"/>
                </a:ext>
              </a:extLst>
            </p:cNvPr>
            <p:cNvSpPr/>
            <p:nvPr/>
          </p:nvSpPr>
          <p:spPr>
            <a:xfrm>
              <a:off x="10855763" y="4580293"/>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sp>
        <p:nvSpPr>
          <p:cNvPr id="75" name="四角形: 角を丸くする 74">
            <a:extLst>
              <a:ext uri="{FF2B5EF4-FFF2-40B4-BE49-F238E27FC236}">
                <a16:creationId xmlns:a16="http://schemas.microsoft.com/office/drawing/2014/main" id="{6EBE4C2F-478F-FB39-16ED-1B80A194D6BA}"/>
              </a:ext>
            </a:extLst>
          </p:cNvPr>
          <p:cNvSpPr/>
          <p:nvPr/>
        </p:nvSpPr>
        <p:spPr>
          <a:xfrm>
            <a:off x="10941877" y="3880760"/>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6" name="四角形: 角を丸くする 75">
            <a:extLst>
              <a:ext uri="{FF2B5EF4-FFF2-40B4-BE49-F238E27FC236}">
                <a16:creationId xmlns:a16="http://schemas.microsoft.com/office/drawing/2014/main" id="{4FF7320A-B88E-773F-7C57-596E2028296C}"/>
              </a:ext>
            </a:extLst>
          </p:cNvPr>
          <p:cNvSpPr/>
          <p:nvPr/>
        </p:nvSpPr>
        <p:spPr>
          <a:xfrm>
            <a:off x="10941877" y="3150001"/>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7" name="四角形: 角を丸くする 76">
            <a:extLst>
              <a:ext uri="{FF2B5EF4-FFF2-40B4-BE49-F238E27FC236}">
                <a16:creationId xmlns:a16="http://schemas.microsoft.com/office/drawing/2014/main" id="{05825441-9DDF-981D-D610-59853E86C3C7}"/>
              </a:ext>
            </a:extLst>
          </p:cNvPr>
          <p:cNvSpPr/>
          <p:nvPr/>
        </p:nvSpPr>
        <p:spPr>
          <a:xfrm>
            <a:off x="10151762" y="228178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8" name="四角形: 角を丸くする 77">
            <a:extLst>
              <a:ext uri="{FF2B5EF4-FFF2-40B4-BE49-F238E27FC236}">
                <a16:creationId xmlns:a16="http://schemas.microsoft.com/office/drawing/2014/main" id="{51B0A065-0DC9-21DE-B357-DAD74630576A}"/>
              </a:ext>
            </a:extLst>
          </p:cNvPr>
          <p:cNvSpPr/>
          <p:nvPr/>
        </p:nvSpPr>
        <p:spPr>
          <a:xfrm>
            <a:off x="10941877" y="1546743"/>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137" name="フローチャート: 論理積ゲート 136">
            <a:extLst>
              <a:ext uri="{FF2B5EF4-FFF2-40B4-BE49-F238E27FC236}">
                <a16:creationId xmlns:a16="http://schemas.microsoft.com/office/drawing/2014/main" id="{214230CE-E104-FDE5-65E5-ED17925CC383}"/>
              </a:ext>
            </a:extLst>
          </p:cNvPr>
          <p:cNvSpPr/>
          <p:nvPr/>
        </p:nvSpPr>
        <p:spPr>
          <a:xfrm>
            <a:off x="1367869" y="6169827"/>
            <a:ext cx="1225730" cy="461826"/>
          </a:xfrm>
          <a:prstGeom prst="flowChartDelay">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BIZ UDP明朝 Medium" panose="02020500000000000000" pitchFamily="18" charset="-128"/>
                <a:ea typeface="BIZ UDP明朝 Medium" panose="02020500000000000000" pitchFamily="18" charset="-128"/>
              </a:rPr>
              <a:t>▶</a:t>
            </a:r>
            <a:r>
              <a:rPr kumimoji="1" lang="en-US" altLang="ja-JP" b="1" dirty="0">
                <a:latin typeface="BIZ UDP明朝 Medium" panose="02020500000000000000" pitchFamily="18" charset="-128"/>
                <a:ea typeface="BIZ UDP明朝 Medium" panose="02020500000000000000" pitchFamily="18" charset="-128"/>
              </a:rPr>
              <a:t>×1</a:t>
            </a:r>
            <a:endParaRPr kumimoji="1" lang="ja-JP" altLang="en-US" b="1" dirty="0">
              <a:latin typeface="BIZ UDP明朝 Medium" panose="02020500000000000000" pitchFamily="18" charset="-128"/>
              <a:ea typeface="BIZ UDP明朝 Medium" panose="02020500000000000000" pitchFamily="18" charset="-128"/>
            </a:endParaRPr>
          </a:p>
        </p:txBody>
      </p:sp>
      <p:sp>
        <p:nvSpPr>
          <p:cNvPr id="139" name="フローチャート: 論理積ゲート 138">
            <a:extLst>
              <a:ext uri="{FF2B5EF4-FFF2-40B4-BE49-F238E27FC236}">
                <a16:creationId xmlns:a16="http://schemas.microsoft.com/office/drawing/2014/main" id="{417E19F2-756C-D83D-1E4E-C62209765575}"/>
              </a:ext>
            </a:extLst>
          </p:cNvPr>
          <p:cNvSpPr/>
          <p:nvPr/>
        </p:nvSpPr>
        <p:spPr>
          <a:xfrm>
            <a:off x="2796951" y="6169827"/>
            <a:ext cx="1225730" cy="461826"/>
          </a:xfrm>
          <a:prstGeom prst="flowChartDelay">
            <a:avLst/>
          </a:prstGeom>
          <a:solidFill>
            <a:srgbClr val="CC66FF"/>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BIZ UDP明朝 Medium" panose="02020500000000000000" pitchFamily="18" charset="-128"/>
                <a:ea typeface="BIZ UDP明朝 Medium" panose="02020500000000000000" pitchFamily="18" charset="-128"/>
              </a:rPr>
              <a:t>▶▶</a:t>
            </a:r>
            <a:r>
              <a:rPr kumimoji="1" lang="en-US" altLang="ja-JP" b="1" dirty="0">
                <a:latin typeface="BIZ UDP明朝 Medium" panose="02020500000000000000" pitchFamily="18" charset="-128"/>
                <a:ea typeface="BIZ UDP明朝 Medium" panose="02020500000000000000" pitchFamily="18" charset="-128"/>
              </a:rPr>
              <a:t>×2</a:t>
            </a:r>
            <a:endParaRPr kumimoji="1" lang="ja-JP" altLang="en-US" b="1" dirty="0">
              <a:latin typeface="BIZ UDP明朝 Medium" panose="02020500000000000000" pitchFamily="18" charset="-128"/>
              <a:ea typeface="BIZ UDP明朝 Medium" panose="02020500000000000000" pitchFamily="18" charset="-128"/>
            </a:endParaRPr>
          </a:p>
        </p:txBody>
      </p:sp>
      <p:grpSp>
        <p:nvGrpSpPr>
          <p:cNvPr id="155" name="グループ化 154">
            <a:extLst>
              <a:ext uri="{FF2B5EF4-FFF2-40B4-BE49-F238E27FC236}">
                <a16:creationId xmlns:a16="http://schemas.microsoft.com/office/drawing/2014/main" id="{B1ACA59D-E75C-D1A1-27F7-A15B9E420ACD}"/>
              </a:ext>
            </a:extLst>
          </p:cNvPr>
          <p:cNvGrpSpPr/>
          <p:nvPr/>
        </p:nvGrpSpPr>
        <p:grpSpPr>
          <a:xfrm>
            <a:off x="619269" y="6128116"/>
            <a:ext cx="545248" cy="545248"/>
            <a:chOff x="4866575" y="4589624"/>
            <a:chExt cx="914400" cy="914400"/>
          </a:xfrm>
        </p:grpSpPr>
        <p:sp>
          <p:nvSpPr>
            <p:cNvPr id="154" name="四角形: 角を丸くする 153">
              <a:extLst>
                <a:ext uri="{FF2B5EF4-FFF2-40B4-BE49-F238E27FC236}">
                  <a16:creationId xmlns:a16="http://schemas.microsoft.com/office/drawing/2014/main" id="{FC25EC20-E171-2958-8488-1F7E92090D60}"/>
                </a:ext>
              </a:extLst>
            </p:cNvPr>
            <p:cNvSpPr/>
            <p:nvPr/>
          </p:nvSpPr>
          <p:spPr>
            <a:xfrm>
              <a:off x="4866575" y="4589624"/>
              <a:ext cx="914400" cy="914400"/>
            </a:xfrm>
            <a:prstGeom prst="roundRect">
              <a:avLst/>
            </a:prstGeom>
            <a:solidFill>
              <a:schemeClr val="tx1">
                <a:lumMod val="85000"/>
                <a:lumOff val="15000"/>
                <a:alpha val="7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53" name="図 152">
              <a:extLst>
                <a:ext uri="{FF2B5EF4-FFF2-40B4-BE49-F238E27FC236}">
                  <a16:creationId xmlns:a16="http://schemas.microsoft.com/office/drawing/2014/main" id="{64A608D5-BF71-44FF-BA5C-1E38B08ED5C4}"/>
                </a:ext>
              </a:extLst>
            </p:cNvPr>
            <p:cNvPicPr>
              <a:picLocks noChangeAspect="1"/>
            </p:cNvPicPr>
            <p:nvPr/>
          </p:nvPicPr>
          <p:blipFill>
            <a:blip r:embed="rId2">
              <a:lum bright="70000" contrast="-70000"/>
              <a:extLst>
                <a:ext uri="{28A0092B-C50C-407E-A947-70E740481C1C}">
                  <a14:useLocalDpi xmlns:a14="http://schemas.microsoft.com/office/drawing/2010/main" val="0"/>
                </a:ext>
              </a:extLst>
            </a:blip>
            <a:stretch>
              <a:fillRect/>
            </a:stretch>
          </p:blipFill>
          <p:spPr>
            <a:xfrm>
              <a:off x="5014494" y="4737543"/>
              <a:ext cx="618561" cy="618561"/>
            </a:xfrm>
            <a:prstGeom prst="rect">
              <a:avLst/>
            </a:prstGeom>
          </p:spPr>
        </p:pic>
      </p:grpSp>
      <p:grpSp>
        <p:nvGrpSpPr>
          <p:cNvPr id="162" name="グループ化 161">
            <a:extLst>
              <a:ext uri="{FF2B5EF4-FFF2-40B4-BE49-F238E27FC236}">
                <a16:creationId xmlns:a16="http://schemas.microsoft.com/office/drawing/2014/main" id="{7592A6C5-1109-32A6-C59C-7CEF060FD4F1}"/>
              </a:ext>
            </a:extLst>
          </p:cNvPr>
          <p:cNvGrpSpPr/>
          <p:nvPr/>
        </p:nvGrpSpPr>
        <p:grpSpPr>
          <a:xfrm>
            <a:off x="4366984" y="6169827"/>
            <a:ext cx="3092165" cy="493660"/>
            <a:chOff x="1719571" y="215382"/>
            <a:chExt cx="3888059" cy="426098"/>
          </a:xfrm>
          <a:solidFill>
            <a:schemeClr val="tx1">
              <a:lumMod val="95000"/>
              <a:lumOff val="5000"/>
            </a:schemeClr>
          </a:solidFill>
        </p:grpSpPr>
        <p:sp>
          <p:nvSpPr>
            <p:cNvPr id="166" name="平行四辺形 165">
              <a:extLst>
                <a:ext uri="{FF2B5EF4-FFF2-40B4-BE49-F238E27FC236}">
                  <a16:creationId xmlns:a16="http://schemas.microsoft.com/office/drawing/2014/main" id="{5895803A-B492-002B-9804-90A32F897780}"/>
                </a:ext>
              </a:extLst>
            </p:cNvPr>
            <p:cNvSpPr/>
            <p:nvPr/>
          </p:nvSpPr>
          <p:spPr>
            <a:xfrm>
              <a:off x="4751951"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7" name="平行四辺形 166">
              <a:extLst>
                <a:ext uri="{FF2B5EF4-FFF2-40B4-BE49-F238E27FC236}">
                  <a16:creationId xmlns:a16="http://schemas.microsoft.com/office/drawing/2014/main" id="{01E389C7-F4A8-40FE-AD1F-4423589ADFCE}"/>
                </a:ext>
              </a:extLst>
            </p:cNvPr>
            <p:cNvSpPr/>
            <p:nvPr/>
          </p:nvSpPr>
          <p:spPr>
            <a:xfrm>
              <a:off x="3993856" y="215382"/>
              <a:ext cx="855679" cy="426098"/>
            </a:xfrm>
            <a:prstGeom prst="homePlate">
              <a:avLst/>
            </a:prstGeom>
            <a:solidFill>
              <a:schemeClr val="accent1"/>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5" name="平行四辺形 164">
              <a:extLst>
                <a:ext uri="{FF2B5EF4-FFF2-40B4-BE49-F238E27FC236}">
                  <a16:creationId xmlns:a16="http://schemas.microsoft.com/office/drawing/2014/main" id="{B19D493B-DC10-4D41-455D-EA29A4BF9383}"/>
                </a:ext>
              </a:extLst>
            </p:cNvPr>
            <p:cNvSpPr/>
            <p:nvPr/>
          </p:nvSpPr>
          <p:spPr>
            <a:xfrm>
              <a:off x="3235761"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64" name="平行四辺形 163">
              <a:extLst>
                <a:ext uri="{FF2B5EF4-FFF2-40B4-BE49-F238E27FC236}">
                  <a16:creationId xmlns:a16="http://schemas.microsoft.com/office/drawing/2014/main" id="{4FFD102B-C236-1899-6B47-E9FA29DC7A35}"/>
                </a:ext>
              </a:extLst>
            </p:cNvPr>
            <p:cNvSpPr/>
            <p:nvPr/>
          </p:nvSpPr>
          <p:spPr>
            <a:xfrm>
              <a:off x="2477666"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3" name="平行四辺形 162">
              <a:extLst>
                <a:ext uri="{FF2B5EF4-FFF2-40B4-BE49-F238E27FC236}">
                  <a16:creationId xmlns:a16="http://schemas.microsoft.com/office/drawing/2014/main" id="{07C0144E-423F-B416-9F95-8F7A246B6718}"/>
                </a:ext>
              </a:extLst>
            </p:cNvPr>
            <p:cNvSpPr/>
            <p:nvPr/>
          </p:nvSpPr>
          <p:spPr>
            <a:xfrm>
              <a:off x="1719571" y="215382"/>
              <a:ext cx="855679" cy="426098"/>
            </a:xfrm>
            <a:prstGeom prst="homePlate">
              <a:avLst/>
            </a:prstGeom>
            <a:solidFill>
              <a:schemeClr val="accent1"/>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sp>
        <p:nvSpPr>
          <p:cNvPr id="168" name="楕円 167">
            <a:extLst>
              <a:ext uri="{FF2B5EF4-FFF2-40B4-BE49-F238E27FC236}">
                <a16:creationId xmlns:a16="http://schemas.microsoft.com/office/drawing/2014/main" id="{B8455BCB-7CC0-F115-F937-F6ECE3B65CBE}"/>
              </a:ext>
            </a:extLst>
          </p:cNvPr>
          <p:cNvSpPr/>
          <p:nvPr/>
        </p:nvSpPr>
        <p:spPr>
          <a:xfrm>
            <a:off x="5698688"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sp>
        <p:nvSpPr>
          <p:cNvPr id="169" name="楕円 168">
            <a:extLst>
              <a:ext uri="{FF2B5EF4-FFF2-40B4-BE49-F238E27FC236}">
                <a16:creationId xmlns:a16="http://schemas.microsoft.com/office/drawing/2014/main" id="{3476471B-ADD4-AEC8-5DC4-29EBD501F844}"/>
              </a:ext>
            </a:extLst>
          </p:cNvPr>
          <p:cNvSpPr/>
          <p:nvPr/>
        </p:nvSpPr>
        <p:spPr>
          <a:xfrm>
            <a:off x="6346227" y="6230426"/>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sp>
        <p:nvSpPr>
          <p:cNvPr id="170" name="楕円 169">
            <a:extLst>
              <a:ext uri="{FF2B5EF4-FFF2-40B4-BE49-F238E27FC236}">
                <a16:creationId xmlns:a16="http://schemas.microsoft.com/office/drawing/2014/main" id="{A5B66BC1-7CFA-F3EE-9079-40CEA98658A8}"/>
              </a:ext>
            </a:extLst>
          </p:cNvPr>
          <p:cNvSpPr/>
          <p:nvPr/>
        </p:nvSpPr>
        <p:spPr>
          <a:xfrm>
            <a:off x="6908237"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sp>
        <p:nvSpPr>
          <p:cNvPr id="171" name="楕円 170">
            <a:extLst>
              <a:ext uri="{FF2B5EF4-FFF2-40B4-BE49-F238E27FC236}">
                <a16:creationId xmlns:a16="http://schemas.microsoft.com/office/drawing/2014/main" id="{7C9CFCD4-2466-744B-8E2F-27272F046C18}"/>
              </a:ext>
            </a:extLst>
          </p:cNvPr>
          <p:cNvSpPr/>
          <p:nvPr/>
        </p:nvSpPr>
        <p:spPr>
          <a:xfrm>
            <a:off x="5117736"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sp>
        <p:nvSpPr>
          <p:cNvPr id="172" name="楕円 171">
            <a:extLst>
              <a:ext uri="{FF2B5EF4-FFF2-40B4-BE49-F238E27FC236}">
                <a16:creationId xmlns:a16="http://schemas.microsoft.com/office/drawing/2014/main" id="{5C4F2BFE-9A39-19D0-0DBB-98B71565F64B}"/>
              </a:ext>
            </a:extLst>
          </p:cNvPr>
          <p:cNvSpPr/>
          <p:nvPr/>
        </p:nvSpPr>
        <p:spPr>
          <a:xfrm>
            <a:off x="4495793"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cxnSp>
        <p:nvCxnSpPr>
          <p:cNvPr id="174" name="直線コネクタ 173">
            <a:extLst>
              <a:ext uri="{FF2B5EF4-FFF2-40B4-BE49-F238E27FC236}">
                <a16:creationId xmlns:a16="http://schemas.microsoft.com/office/drawing/2014/main" id="{02218C34-F356-2F4E-29E7-4102812143D6}"/>
              </a:ext>
            </a:extLst>
          </p:cNvPr>
          <p:cNvCxnSpPr>
            <a:cxnSpLocks/>
          </p:cNvCxnSpPr>
          <p:nvPr/>
        </p:nvCxnSpPr>
        <p:spPr>
          <a:xfrm>
            <a:off x="4712882" y="6663487"/>
            <a:ext cx="3658847" cy="0"/>
          </a:xfrm>
          <a:prstGeom prst="line">
            <a:avLst/>
          </a:prstGeom>
          <a:ln w="38100">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175" name="テキスト ボックス 174">
            <a:extLst>
              <a:ext uri="{FF2B5EF4-FFF2-40B4-BE49-F238E27FC236}">
                <a16:creationId xmlns:a16="http://schemas.microsoft.com/office/drawing/2014/main" id="{281D4166-9CEB-609A-3E43-6B4908483D92}"/>
              </a:ext>
            </a:extLst>
          </p:cNvPr>
          <p:cNvSpPr txBox="1"/>
          <p:nvPr/>
        </p:nvSpPr>
        <p:spPr>
          <a:xfrm>
            <a:off x="4871979" y="151566"/>
            <a:ext cx="2448043" cy="584775"/>
          </a:xfrm>
          <a:prstGeom prst="rect">
            <a:avLst/>
          </a:prstGeom>
          <a:noFill/>
        </p:spPr>
        <p:txBody>
          <a:bodyPr wrap="square" rtlCol="0">
            <a:spAutoFit/>
          </a:bodyPr>
          <a:lstStyle/>
          <a:p>
            <a:pPr algn="ctr"/>
            <a:r>
              <a:rPr lang="en-US" altLang="ja-JP" sz="2000" b="1" dirty="0">
                <a:solidFill>
                  <a:schemeClr val="bg1">
                    <a:lumMod val="95000"/>
                  </a:schemeClr>
                </a:solidFill>
                <a:latin typeface="BIZ UDP明朝 Medium" panose="02020500000000000000" pitchFamily="18" charset="-128"/>
                <a:ea typeface="BIZ UDP明朝 Medium" panose="02020500000000000000" pitchFamily="18" charset="-128"/>
              </a:rPr>
              <a:t>TURN</a:t>
            </a:r>
            <a:r>
              <a:rPr kumimoji="1" lang="en-US" altLang="ja-JP" sz="2000" b="1" dirty="0">
                <a:solidFill>
                  <a:schemeClr val="bg1">
                    <a:lumMod val="95000"/>
                  </a:schemeClr>
                </a:solidFill>
                <a:latin typeface="BIZ UDP明朝 Medium" panose="02020500000000000000" pitchFamily="18" charset="-128"/>
                <a:ea typeface="BIZ UDP明朝 Medium" panose="02020500000000000000" pitchFamily="18" charset="-128"/>
              </a:rPr>
              <a:t> </a:t>
            </a:r>
            <a:r>
              <a:rPr kumimoji="1"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0</a:t>
            </a:r>
            <a:endPar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176" name="テキスト ボックス 175">
            <a:extLst>
              <a:ext uri="{FF2B5EF4-FFF2-40B4-BE49-F238E27FC236}">
                <a16:creationId xmlns:a16="http://schemas.microsoft.com/office/drawing/2014/main" id="{E250AFFF-1BAE-4F8A-C37C-7000DE830009}"/>
              </a:ext>
            </a:extLst>
          </p:cNvPr>
          <p:cNvSpPr txBox="1"/>
          <p:nvPr/>
        </p:nvSpPr>
        <p:spPr>
          <a:xfrm>
            <a:off x="7472124" y="6141824"/>
            <a:ext cx="899605" cy="369332"/>
          </a:xfrm>
          <a:prstGeom prst="rect">
            <a:avLst/>
          </a:prstGeom>
          <a:noFill/>
        </p:spPr>
        <p:txBody>
          <a:bodyPr wrap="none" rtlCol="0">
            <a:spAutoFit/>
          </a:bodyPr>
          <a:lstStyle/>
          <a:p>
            <a:pPr algn="ctr"/>
            <a:r>
              <a:rPr kumimoji="1" lang="en-US" altLang="ja-JP" sz="1400" b="1" dirty="0">
                <a:solidFill>
                  <a:schemeClr val="bg1">
                    <a:lumMod val="95000"/>
                  </a:schemeClr>
                </a:solidFill>
                <a:latin typeface="BIZ UDP明朝 Medium" panose="02020500000000000000" pitchFamily="18" charset="-128"/>
                <a:ea typeface="BIZ UDP明朝 Medium" panose="02020500000000000000" pitchFamily="18" charset="-128"/>
              </a:rPr>
              <a:t>TRUN</a:t>
            </a:r>
            <a:r>
              <a:rPr kumimoji="1" lang="en-US" altLang="ja-JP" b="1" dirty="0">
                <a:solidFill>
                  <a:schemeClr val="bg1">
                    <a:lumMod val="95000"/>
                  </a:schemeClr>
                </a:solidFill>
                <a:latin typeface="BIZ UDP明朝 Medium" panose="02020500000000000000" pitchFamily="18" charset="-128"/>
                <a:ea typeface="BIZ UDP明朝 Medium" panose="02020500000000000000" pitchFamily="18" charset="-128"/>
              </a:rPr>
              <a:t>0</a:t>
            </a:r>
            <a:endParaRPr kumimoji="1" lang="ja-JP" altLang="en-US"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87" name="テキスト ボックス 86">
            <a:extLst>
              <a:ext uri="{FF2B5EF4-FFF2-40B4-BE49-F238E27FC236}">
                <a16:creationId xmlns:a16="http://schemas.microsoft.com/office/drawing/2014/main" id="{C29D9CBA-A790-7D29-04A4-ACB81C0864D9}"/>
              </a:ext>
            </a:extLst>
          </p:cNvPr>
          <p:cNvSpPr txBox="1"/>
          <p:nvPr/>
        </p:nvSpPr>
        <p:spPr>
          <a:xfrm>
            <a:off x="777314" y="151566"/>
            <a:ext cx="752129" cy="584775"/>
          </a:xfrm>
          <a:prstGeom prst="rect">
            <a:avLst/>
          </a:prstGeom>
          <a:noFill/>
        </p:spPr>
        <p:txBody>
          <a:bodyPr wrap="none" rtlCol="0">
            <a:spAutoFit/>
          </a:bodyPr>
          <a:lstStyle/>
          <a:p>
            <a:r>
              <a:rPr kumimoji="1"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EF</a:t>
            </a:r>
            <a:endPar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nvGrpSpPr>
          <p:cNvPr id="197" name="グループ化 196">
            <a:extLst>
              <a:ext uri="{FF2B5EF4-FFF2-40B4-BE49-F238E27FC236}">
                <a16:creationId xmlns:a16="http://schemas.microsoft.com/office/drawing/2014/main" id="{7E39B94F-0D53-75F2-29AA-26D945970695}"/>
              </a:ext>
            </a:extLst>
          </p:cNvPr>
          <p:cNvGrpSpPr/>
          <p:nvPr/>
        </p:nvGrpSpPr>
        <p:grpSpPr>
          <a:xfrm>
            <a:off x="2034000" y="3044825"/>
            <a:ext cx="1505416" cy="601824"/>
            <a:chOff x="1980734" y="3149081"/>
            <a:chExt cx="1505416" cy="601824"/>
          </a:xfrm>
        </p:grpSpPr>
        <p:sp>
          <p:nvSpPr>
            <p:cNvPr id="30" name="楕円 29">
              <a:extLst>
                <a:ext uri="{FF2B5EF4-FFF2-40B4-BE49-F238E27FC236}">
                  <a16:creationId xmlns:a16="http://schemas.microsoft.com/office/drawing/2014/main" id="{C8868D5D-F1E2-3BB8-68AD-08A503D0913C}"/>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86" name="グループ化 185">
              <a:extLst>
                <a:ext uri="{FF2B5EF4-FFF2-40B4-BE49-F238E27FC236}">
                  <a16:creationId xmlns:a16="http://schemas.microsoft.com/office/drawing/2014/main" id="{5F73662F-C9B7-8632-6ACF-CBB14DB1DA34}"/>
                </a:ext>
              </a:extLst>
            </p:cNvPr>
            <p:cNvGrpSpPr/>
            <p:nvPr/>
          </p:nvGrpSpPr>
          <p:grpSpPr>
            <a:xfrm>
              <a:off x="1980734" y="3175652"/>
              <a:ext cx="1505416" cy="575253"/>
              <a:chOff x="1980734" y="3175652"/>
              <a:chExt cx="1505416" cy="575253"/>
            </a:xfrm>
          </p:grpSpPr>
          <p:grpSp>
            <p:nvGrpSpPr>
              <p:cNvPr id="126" name="グループ化 125">
                <a:extLst>
                  <a:ext uri="{FF2B5EF4-FFF2-40B4-BE49-F238E27FC236}">
                    <a16:creationId xmlns:a16="http://schemas.microsoft.com/office/drawing/2014/main" id="{4E207C85-32B2-8EE5-15D2-343AD655BA8F}"/>
                  </a:ext>
                </a:extLst>
              </p:cNvPr>
              <p:cNvGrpSpPr/>
              <p:nvPr/>
            </p:nvGrpSpPr>
            <p:grpSpPr>
              <a:xfrm>
                <a:off x="1980734" y="3473931"/>
                <a:ext cx="1505416" cy="276974"/>
                <a:chOff x="4194668" y="3607669"/>
                <a:chExt cx="1105960" cy="276974"/>
              </a:xfrm>
            </p:grpSpPr>
            <p:sp>
              <p:nvSpPr>
                <p:cNvPr id="120" name="四角形: 角を丸くする 119">
                  <a:extLst>
                    <a:ext uri="{FF2B5EF4-FFF2-40B4-BE49-F238E27FC236}">
                      <a16:creationId xmlns:a16="http://schemas.microsoft.com/office/drawing/2014/main" id="{602CB94D-2E2E-1AA6-1D6F-5F70507079DE}"/>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25" name="図 124">
                  <a:extLst>
                    <a:ext uri="{FF2B5EF4-FFF2-40B4-BE49-F238E27FC236}">
                      <a16:creationId xmlns:a16="http://schemas.microsoft.com/office/drawing/2014/main" id="{376563F1-A060-3E42-ED74-EBDEA3BCE38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85" name="テキスト ボックス 184">
                <a:extLst>
                  <a:ext uri="{FF2B5EF4-FFF2-40B4-BE49-F238E27FC236}">
                    <a16:creationId xmlns:a16="http://schemas.microsoft.com/office/drawing/2014/main" id="{D6FF8691-A1C1-47B5-DA5A-8CBFE8F5189F}"/>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198" name="グループ化 197">
            <a:extLst>
              <a:ext uri="{FF2B5EF4-FFF2-40B4-BE49-F238E27FC236}">
                <a16:creationId xmlns:a16="http://schemas.microsoft.com/office/drawing/2014/main" id="{6D9D7118-821E-D4DD-1EE2-78B437C821A7}"/>
              </a:ext>
            </a:extLst>
          </p:cNvPr>
          <p:cNvGrpSpPr/>
          <p:nvPr/>
        </p:nvGrpSpPr>
        <p:grpSpPr>
          <a:xfrm>
            <a:off x="1376410" y="3905835"/>
            <a:ext cx="1505416" cy="601824"/>
            <a:chOff x="1980734" y="3149081"/>
            <a:chExt cx="1505416" cy="601824"/>
          </a:xfrm>
        </p:grpSpPr>
        <p:sp>
          <p:nvSpPr>
            <p:cNvPr id="199" name="楕円 198">
              <a:extLst>
                <a:ext uri="{FF2B5EF4-FFF2-40B4-BE49-F238E27FC236}">
                  <a16:creationId xmlns:a16="http://schemas.microsoft.com/office/drawing/2014/main" id="{A96A1AD0-DE2C-A14B-EDEC-38FC5E41C90B}"/>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00" name="グループ化 199">
              <a:extLst>
                <a:ext uri="{FF2B5EF4-FFF2-40B4-BE49-F238E27FC236}">
                  <a16:creationId xmlns:a16="http://schemas.microsoft.com/office/drawing/2014/main" id="{AC2D1CC1-E558-9275-4F74-E08F69CD933D}"/>
                </a:ext>
              </a:extLst>
            </p:cNvPr>
            <p:cNvGrpSpPr/>
            <p:nvPr/>
          </p:nvGrpSpPr>
          <p:grpSpPr>
            <a:xfrm>
              <a:off x="1980734" y="3175652"/>
              <a:ext cx="1505416" cy="575253"/>
              <a:chOff x="1980734" y="3175652"/>
              <a:chExt cx="1505416" cy="575253"/>
            </a:xfrm>
          </p:grpSpPr>
          <p:grpSp>
            <p:nvGrpSpPr>
              <p:cNvPr id="201" name="グループ化 200">
                <a:extLst>
                  <a:ext uri="{FF2B5EF4-FFF2-40B4-BE49-F238E27FC236}">
                    <a16:creationId xmlns:a16="http://schemas.microsoft.com/office/drawing/2014/main" id="{E0790C67-2EEA-48ED-D10F-0B52F002358F}"/>
                  </a:ext>
                </a:extLst>
              </p:cNvPr>
              <p:cNvGrpSpPr/>
              <p:nvPr/>
            </p:nvGrpSpPr>
            <p:grpSpPr>
              <a:xfrm>
                <a:off x="1980734" y="3473931"/>
                <a:ext cx="1505416" cy="276974"/>
                <a:chOff x="4194668" y="3607669"/>
                <a:chExt cx="1105960" cy="276974"/>
              </a:xfrm>
            </p:grpSpPr>
            <p:sp>
              <p:nvSpPr>
                <p:cNvPr id="203" name="四角形: 角を丸くする 202">
                  <a:extLst>
                    <a:ext uri="{FF2B5EF4-FFF2-40B4-BE49-F238E27FC236}">
                      <a16:creationId xmlns:a16="http://schemas.microsoft.com/office/drawing/2014/main" id="{B06AA616-D120-6813-7149-B3390CC6A978}"/>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04" name="図 203">
                  <a:extLst>
                    <a:ext uri="{FF2B5EF4-FFF2-40B4-BE49-F238E27FC236}">
                      <a16:creationId xmlns:a16="http://schemas.microsoft.com/office/drawing/2014/main" id="{7B278530-D4D0-2E5E-81BF-94BD4DC64C3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02" name="テキスト ボックス 201">
                <a:extLst>
                  <a:ext uri="{FF2B5EF4-FFF2-40B4-BE49-F238E27FC236}">
                    <a16:creationId xmlns:a16="http://schemas.microsoft.com/office/drawing/2014/main" id="{01C82C32-7A48-5611-FEF7-F54A2660CFA7}"/>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05" name="グループ化 204">
            <a:extLst>
              <a:ext uri="{FF2B5EF4-FFF2-40B4-BE49-F238E27FC236}">
                <a16:creationId xmlns:a16="http://schemas.microsoft.com/office/drawing/2014/main" id="{57FEB95D-3B7C-86C3-4B29-E7AA18CE51FA}"/>
              </a:ext>
            </a:extLst>
          </p:cNvPr>
          <p:cNvGrpSpPr/>
          <p:nvPr/>
        </p:nvGrpSpPr>
        <p:grpSpPr>
          <a:xfrm>
            <a:off x="1376410" y="4625847"/>
            <a:ext cx="1505416" cy="601824"/>
            <a:chOff x="1980734" y="3149081"/>
            <a:chExt cx="1505416" cy="601824"/>
          </a:xfrm>
        </p:grpSpPr>
        <p:sp>
          <p:nvSpPr>
            <p:cNvPr id="206" name="楕円 205">
              <a:extLst>
                <a:ext uri="{FF2B5EF4-FFF2-40B4-BE49-F238E27FC236}">
                  <a16:creationId xmlns:a16="http://schemas.microsoft.com/office/drawing/2014/main" id="{F8148066-2F6D-A3A6-632D-F0CC344A503E}"/>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07" name="グループ化 206">
              <a:extLst>
                <a:ext uri="{FF2B5EF4-FFF2-40B4-BE49-F238E27FC236}">
                  <a16:creationId xmlns:a16="http://schemas.microsoft.com/office/drawing/2014/main" id="{9CF56C24-84F2-A537-61D3-E6B75FD73F92}"/>
                </a:ext>
              </a:extLst>
            </p:cNvPr>
            <p:cNvGrpSpPr/>
            <p:nvPr/>
          </p:nvGrpSpPr>
          <p:grpSpPr>
            <a:xfrm>
              <a:off x="1980734" y="3175652"/>
              <a:ext cx="1505416" cy="575253"/>
              <a:chOff x="1980734" y="3175652"/>
              <a:chExt cx="1505416" cy="575253"/>
            </a:xfrm>
          </p:grpSpPr>
          <p:grpSp>
            <p:nvGrpSpPr>
              <p:cNvPr id="208" name="グループ化 207">
                <a:extLst>
                  <a:ext uri="{FF2B5EF4-FFF2-40B4-BE49-F238E27FC236}">
                    <a16:creationId xmlns:a16="http://schemas.microsoft.com/office/drawing/2014/main" id="{FC5A1A27-8F01-CB68-DA22-C22136CA256B}"/>
                  </a:ext>
                </a:extLst>
              </p:cNvPr>
              <p:cNvGrpSpPr/>
              <p:nvPr/>
            </p:nvGrpSpPr>
            <p:grpSpPr>
              <a:xfrm>
                <a:off x="1980734" y="3473931"/>
                <a:ext cx="1505416" cy="276974"/>
                <a:chOff x="4194668" y="3607669"/>
                <a:chExt cx="1105960" cy="276974"/>
              </a:xfrm>
            </p:grpSpPr>
            <p:sp>
              <p:nvSpPr>
                <p:cNvPr id="210" name="四角形: 角を丸くする 209">
                  <a:extLst>
                    <a:ext uri="{FF2B5EF4-FFF2-40B4-BE49-F238E27FC236}">
                      <a16:creationId xmlns:a16="http://schemas.microsoft.com/office/drawing/2014/main" id="{CFA23129-C86B-4784-EC75-4BEB52349E3E}"/>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11" name="図 210">
                  <a:extLst>
                    <a:ext uri="{FF2B5EF4-FFF2-40B4-BE49-F238E27FC236}">
                      <a16:creationId xmlns:a16="http://schemas.microsoft.com/office/drawing/2014/main" id="{07D2CB59-0C45-E69E-F633-390075D92BD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09" name="テキスト ボックス 208">
                <a:extLst>
                  <a:ext uri="{FF2B5EF4-FFF2-40B4-BE49-F238E27FC236}">
                    <a16:creationId xmlns:a16="http://schemas.microsoft.com/office/drawing/2014/main" id="{57469696-E853-562E-9FAC-8298F7CFD0B4}"/>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12" name="グループ化 211">
            <a:extLst>
              <a:ext uri="{FF2B5EF4-FFF2-40B4-BE49-F238E27FC236}">
                <a16:creationId xmlns:a16="http://schemas.microsoft.com/office/drawing/2014/main" id="{9804BC80-8CF8-C088-13E0-6495D57C09CB}"/>
              </a:ext>
            </a:extLst>
          </p:cNvPr>
          <p:cNvGrpSpPr/>
          <p:nvPr/>
        </p:nvGrpSpPr>
        <p:grpSpPr>
          <a:xfrm>
            <a:off x="1376410" y="5365069"/>
            <a:ext cx="1505416" cy="601824"/>
            <a:chOff x="1980734" y="3149081"/>
            <a:chExt cx="1505416" cy="601824"/>
          </a:xfrm>
        </p:grpSpPr>
        <p:sp>
          <p:nvSpPr>
            <p:cNvPr id="213" name="楕円 212">
              <a:extLst>
                <a:ext uri="{FF2B5EF4-FFF2-40B4-BE49-F238E27FC236}">
                  <a16:creationId xmlns:a16="http://schemas.microsoft.com/office/drawing/2014/main" id="{08F14B46-71C4-C3B3-786C-C7E01B4F9307}"/>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14" name="グループ化 213">
              <a:extLst>
                <a:ext uri="{FF2B5EF4-FFF2-40B4-BE49-F238E27FC236}">
                  <a16:creationId xmlns:a16="http://schemas.microsoft.com/office/drawing/2014/main" id="{853F673B-4008-E629-A7F9-651041280D41}"/>
                </a:ext>
              </a:extLst>
            </p:cNvPr>
            <p:cNvGrpSpPr/>
            <p:nvPr/>
          </p:nvGrpSpPr>
          <p:grpSpPr>
            <a:xfrm>
              <a:off x="1980734" y="3175652"/>
              <a:ext cx="1505416" cy="575253"/>
              <a:chOff x="1980734" y="3175652"/>
              <a:chExt cx="1505416" cy="575253"/>
            </a:xfrm>
          </p:grpSpPr>
          <p:grpSp>
            <p:nvGrpSpPr>
              <p:cNvPr id="215" name="グループ化 214">
                <a:extLst>
                  <a:ext uri="{FF2B5EF4-FFF2-40B4-BE49-F238E27FC236}">
                    <a16:creationId xmlns:a16="http://schemas.microsoft.com/office/drawing/2014/main" id="{1D83441A-24F7-58C8-EEC9-4F1CE8CD59F4}"/>
                  </a:ext>
                </a:extLst>
              </p:cNvPr>
              <p:cNvGrpSpPr/>
              <p:nvPr/>
            </p:nvGrpSpPr>
            <p:grpSpPr>
              <a:xfrm>
                <a:off x="1980734" y="3473931"/>
                <a:ext cx="1505416" cy="276974"/>
                <a:chOff x="4194668" y="3607669"/>
                <a:chExt cx="1105960" cy="276974"/>
              </a:xfrm>
            </p:grpSpPr>
            <p:sp>
              <p:nvSpPr>
                <p:cNvPr id="217" name="四角形: 角を丸くする 216">
                  <a:extLst>
                    <a:ext uri="{FF2B5EF4-FFF2-40B4-BE49-F238E27FC236}">
                      <a16:creationId xmlns:a16="http://schemas.microsoft.com/office/drawing/2014/main" id="{4F506E80-D48A-BE95-7574-3437BC69C81A}"/>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18" name="図 217">
                  <a:extLst>
                    <a:ext uri="{FF2B5EF4-FFF2-40B4-BE49-F238E27FC236}">
                      <a16:creationId xmlns:a16="http://schemas.microsoft.com/office/drawing/2014/main" id="{1AE8AFF3-F25C-C70C-CB9C-36DC66B73DD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16" name="テキスト ボックス 215">
                <a:extLst>
                  <a:ext uri="{FF2B5EF4-FFF2-40B4-BE49-F238E27FC236}">
                    <a16:creationId xmlns:a16="http://schemas.microsoft.com/office/drawing/2014/main" id="{14EACE60-8B8D-7395-B3DE-8BE6D4EC6979}"/>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19" name="グループ化 218">
            <a:extLst>
              <a:ext uri="{FF2B5EF4-FFF2-40B4-BE49-F238E27FC236}">
                <a16:creationId xmlns:a16="http://schemas.microsoft.com/office/drawing/2014/main" id="{17E8C866-8270-141F-EB72-3333E660AACA}"/>
              </a:ext>
            </a:extLst>
          </p:cNvPr>
          <p:cNvGrpSpPr/>
          <p:nvPr/>
        </p:nvGrpSpPr>
        <p:grpSpPr>
          <a:xfrm>
            <a:off x="1376410" y="2297599"/>
            <a:ext cx="1505416" cy="601824"/>
            <a:chOff x="1980734" y="3149081"/>
            <a:chExt cx="1505416" cy="601824"/>
          </a:xfrm>
        </p:grpSpPr>
        <p:sp>
          <p:nvSpPr>
            <p:cNvPr id="220" name="楕円 219">
              <a:extLst>
                <a:ext uri="{FF2B5EF4-FFF2-40B4-BE49-F238E27FC236}">
                  <a16:creationId xmlns:a16="http://schemas.microsoft.com/office/drawing/2014/main" id="{DD0FC501-9377-F490-8A15-B47C484519D4}"/>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21" name="グループ化 220">
              <a:extLst>
                <a:ext uri="{FF2B5EF4-FFF2-40B4-BE49-F238E27FC236}">
                  <a16:creationId xmlns:a16="http://schemas.microsoft.com/office/drawing/2014/main" id="{25443CFD-AF1C-9C94-A971-5BC6593BB666}"/>
                </a:ext>
              </a:extLst>
            </p:cNvPr>
            <p:cNvGrpSpPr/>
            <p:nvPr/>
          </p:nvGrpSpPr>
          <p:grpSpPr>
            <a:xfrm>
              <a:off x="1980734" y="3175652"/>
              <a:ext cx="1505416" cy="575253"/>
              <a:chOff x="1980734" y="3175652"/>
              <a:chExt cx="1505416" cy="575253"/>
            </a:xfrm>
          </p:grpSpPr>
          <p:grpSp>
            <p:nvGrpSpPr>
              <p:cNvPr id="222" name="グループ化 221">
                <a:extLst>
                  <a:ext uri="{FF2B5EF4-FFF2-40B4-BE49-F238E27FC236}">
                    <a16:creationId xmlns:a16="http://schemas.microsoft.com/office/drawing/2014/main" id="{B69FE787-335F-75ED-7611-AFEA8D4E45FF}"/>
                  </a:ext>
                </a:extLst>
              </p:cNvPr>
              <p:cNvGrpSpPr/>
              <p:nvPr/>
            </p:nvGrpSpPr>
            <p:grpSpPr>
              <a:xfrm>
                <a:off x="1980734" y="3473931"/>
                <a:ext cx="1505416" cy="276974"/>
                <a:chOff x="4194668" y="3607669"/>
                <a:chExt cx="1105960" cy="276974"/>
              </a:xfrm>
            </p:grpSpPr>
            <p:sp>
              <p:nvSpPr>
                <p:cNvPr id="224" name="四角形: 角を丸くする 223">
                  <a:extLst>
                    <a:ext uri="{FF2B5EF4-FFF2-40B4-BE49-F238E27FC236}">
                      <a16:creationId xmlns:a16="http://schemas.microsoft.com/office/drawing/2014/main" id="{776C52D0-C642-42F9-5838-0A03265FCDFB}"/>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25" name="図 224">
                  <a:extLst>
                    <a:ext uri="{FF2B5EF4-FFF2-40B4-BE49-F238E27FC236}">
                      <a16:creationId xmlns:a16="http://schemas.microsoft.com/office/drawing/2014/main" id="{91C86014-B41B-3874-DFE0-848F39D1D3F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23" name="テキスト ボックス 222">
                <a:extLst>
                  <a:ext uri="{FF2B5EF4-FFF2-40B4-BE49-F238E27FC236}">
                    <a16:creationId xmlns:a16="http://schemas.microsoft.com/office/drawing/2014/main" id="{97350988-AE84-BA3A-59F5-0DB9534E3098}"/>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26" name="グループ化 225">
            <a:extLst>
              <a:ext uri="{FF2B5EF4-FFF2-40B4-BE49-F238E27FC236}">
                <a16:creationId xmlns:a16="http://schemas.microsoft.com/office/drawing/2014/main" id="{74E1BFD7-BDDE-8245-BB1F-80E972F1A8B3}"/>
              </a:ext>
            </a:extLst>
          </p:cNvPr>
          <p:cNvGrpSpPr/>
          <p:nvPr/>
        </p:nvGrpSpPr>
        <p:grpSpPr>
          <a:xfrm>
            <a:off x="1376410" y="856537"/>
            <a:ext cx="1505416" cy="601824"/>
            <a:chOff x="1980734" y="3149081"/>
            <a:chExt cx="1505416" cy="601824"/>
          </a:xfrm>
        </p:grpSpPr>
        <p:sp>
          <p:nvSpPr>
            <p:cNvPr id="227" name="楕円 226">
              <a:extLst>
                <a:ext uri="{FF2B5EF4-FFF2-40B4-BE49-F238E27FC236}">
                  <a16:creationId xmlns:a16="http://schemas.microsoft.com/office/drawing/2014/main" id="{C3C362B1-5F6D-A82E-5BFF-F1B4F575AB66}"/>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28" name="グループ化 227">
              <a:extLst>
                <a:ext uri="{FF2B5EF4-FFF2-40B4-BE49-F238E27FC236}">
                  <a16:creationId xmlns:a16="http://schemas.microsoft.com/office/drawing/2014/main" id="{3FF8C51D-AFAD-17F2-031E-573F291491FD}"/>
                </a:ext>
              </a:extLst>
            </p:cNvPr>
            <p:cNvGrpSpPr/>
            <p:nvPr/>
          </p:nvGrpSpPr>
          <p:grpSpPr>
            <a:xfrm>
              <a:off x="1980734" y="3175652"/>
              <a:ext cx="1505416" cy="575253"/>
              <a:chOff x="1980734" y="3175652"/>
              <a:chExt cx="1505416" cy="575253"/>
            </a:xfrm>
          </p:grpSpPr>
          <p:grpSp>
            <p:nvGrpSpPr>
              <p:cNvPr id="229" name="グループ化 228">
                <a:extLst>
                  <a:ext uri="{FF2B5EF4-FFF2-40B4-BE49-F238E27FC236}">
                    <a16:creationId xmlns:a16="http://schemas.microsoft.com/office/drawing/2014/main" id="{401E62DE-16B2-6B07-F97E-2A105F9CA569}"/>
                  </a:ext>
                </a:extLst>
              </p:cNvPr>
              <p:cNvGrpSpPr/>
              <p:nvPr/>
            </p:nvGrpSpPr>
            <p:grpSpPr>
              <a:xfrm>
                <a:off x="1980734" y="3473931"/>
                <a:ext cx="1505416" cy="276974"/>
                <a:chOff x="4194668" y="3607669"/>
                <a:chExt cx="1105960" cy="276974"/>
              </a:xfrm>
            </p:grpSpPr>
            <p:sp>
              <p:nvSpPr>
                <p:cNvPr id="231" name="四角形: 角を丸くする 230">
                  <a:extLst>
                    <a:ext uri="{FF2B5EF4-FFF2-40B4-BE49-F238E27FC236}">
                      <a16:creationId xmlns:a16="http://schemas.microsoft.com/office/drawing/2014/main" id="{252B6D4D-2012-26FB-B1F4-4B808A19D39F}"/>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32" name="図 231">
                  <a:extLst>
                    <a:ext uri="{FF2B5EF4-FFF2-40B4-BE49-F238E27FC236}">
                      <a16:creationId xmlns:a16="http://schemas.microsoft.com/office/drawing/2014/main" id="{68740B0E-58FE-D5D5-2A8F-33401BC7F5F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30" name="テキスト ボックス 229">
                <a:extLst>
                  <a:ext uri="{FF2B5EF4-FFF2-40B4-BE49-F238E27FC236}">
                    <a16:creationId xmlns:a16="http://schemas.microsoft.com/office/drawing/2014/main" id="{51E42F06-CA4D-62EF-C22A-74545D491C62}"/>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33" name="グループ化 232">
            <a:extLst>
              <a:ext uri="{FF2B5EF4-FFF2-40B4-BE49-F238E27FC236}">
                <a16:creationId xmlns:a16="http://schemas.microsoft.com/office/drawing/2014/main" id="{7D67FA6B-1F97-5303-90DE-BBEA69EB1054}"/>
              </a:ext>
            </a:extLst>
          </p:cNvPr>
          <p:cNvGrpSpPr/>
          <p:nvPr/>
        </p:nvGrpSpPr>
        <p:grpSpPr>
          <a:xfrm>
            <a:off x="1376410" y="1562036"/>
            <a:ext cx="1505416" cy="601824"/>
            <a:chOff x="1980734" y="3149081"/>
            <a:chExt cx="1505416" cy="601824"/>
          </a:xfrm>
        </p:grpSpPr>
        <p:sp>
          <p:nvSpPr>
            <p:cNvPr id="234" name="楕円 233">
              <a:extLst>
                <a:ext uri="{FF2B5EF4-FFF2-40B4-BE49-F238E27FC236}">
                  <a16:creationId xmlns:a16="http://schemas.microsoft.com/office/drawing/2014/main" id="{A2CAAD12-A2BA-0EFA-FC94-CE392B391755}"/>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35" name="グループ化 234">
              <a:extLst>
                <a:ext uri="{FF2B5EF4-FFF2-40B4-BE49-F238E27FC236}">
                  <a16:creationId xmlns:a16="http://schemas.microsoft.com/office/drawing/2014/main" id="{4E9A12B2-992B-FB59-3040-67F9CFE5163F}"/>
                </a:ext>
              </a:extLst>
            </p:cNvPr>
            <p:cNvGrpSpPr/>
            <p:nvPr/>
          </p:nvGrpSpPr>
          <p:grpSpPr>
            <a:xfrm>
              <a:off x="1980734" y="3175652"/>
              <a:ext cx="1505416" cy="575253"/>
              <a:chOff x="1980734" y="3175652"/>
              <a:chExt cx="1505416" cy="575253"/>
            </a:xfrm>
          </p:grpSpPr>
          <p:grpSp>
            <p:nvGrpSpPr>
              <p:cNvPr id="236" name="グループ化 235">
                <a:extLst>
                  <a:ext uri="{FF2B5EF4-FFF2-40B4-BE49-F238E27FC236}">
                    <a16:creationId xmlns:a16="http://schemas.microsoft.com/office/drawing/2014/main" id="{ECB293F4-6FBC-F182-1E02-3D0EA9C4F5E9}"/>
                  </a:ext>
                </a:extLst>
              </p:cNvPr>
              <p:cNvGrpSpPr/>
              <p:nvPr/>
            </p:nvGrpSpPr>
            <p:grpSpPr>
              <a:xfrm>
                <a:off x="1980734" y="3473931"/>
                <a:ext cx="1505416" cy="276974"/>
                <a:chOff x="4194668" y="3607669"/>
                <a:chExt cx="1105960" cy="276974"/>
              </a:xfrm>
            </p:grpSpPr>
            <p:sp>
              <p:nvSpPr>
                <p:cNvPr id="238" name="四角形: 角を丸くする 237">
                  <a:extLst>
                    <a:ext uri="{FF2B5EF4-FFF2-40B4-BE49-F238E27FC236}">
                      <a16:creationId xmlns:a16="http://schemas.microsoft.com/office/drawing/2014/main" id="{087B0996-D0C6-AE8F-DD44-BA5FA42EFA02}"/>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39" name="図 238">
                  <a:extLst>
                    <a:ext uri="{FF2B5EF4-FFF2-40B4-BE49-F238E27FC236}">
                      <a16:creationId xmlns:a16="http://schemas.microsoft.com/office/drawing/2014/main" id="{2F38931E-83FB-CD14-846E-6409089877D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37" name="テキスト ボックス 236">
                <a:extLst>
                  <a:ext uri="{FF2B5EF4-FFF2-40B4-BE49-F238E27FC236}">
                    <a16:creationId xmlns:a16="http://schemas.microsoft.com/office/drawing/2014/main" id="{7FA333D3-A1FE-7F5E-4A73-4BA35E4D8F6A}"/>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47" name="グループ化 246">
            <a:extLst>
              <a:ext uri="{FF2B5EF4-FFF2-40B4-BE49-F238E27FC236}">
                <a16:creationId xmlns:a16="http://schemas.microsoft.com/office/drawing/2014/main" id="{25C6F9D1-1A70-167B-F4DC-0310A4201641}"/>
              </a:ext>
            </a:extLst>
          </p:cNvPr>
          <p:cNvGrpSpPr/>
          <p:nvPr/>
        </p:nvGrpSpPr>
        <p:grpSpPr>
          <a:xfrm>
            <a:off x="3405968" y="825698"/>
            <a:ext cx="888261" cy="654696"/>
            <a:chOff x="519830" y="3162196"/>
            <a:chExt cx="748799" cy="551905"/>
          </a:xfrm>
        </p:grpSpPr>
        <p:sp>
          <p:nvSpPr>
            <p:cNvPr id="248" name="ハート 247">
              <a:extLst>
                <a:ext uri="{FF2B5EF4-FFF2-40B4-BE49-F238E27FC236}">
                  <a16:creationId xmlns:a16="http://schemas.microsoft.com/office/drawing/2014/main" id="{1D6E7DCF-82EC-B77C-2CE4-02CDA76F4928}"/>
                </a:ext>
              </a:extLst>
            </p:cNvPr>
            <p:cNvSpPr/>
            <p:nvPr/>
          </p:nvSpPr>
          <p:spPr>
            <a:xfrm>
              <a:off x="618278" y="3162196"/>
              <a:ext cx="551905" cy="551905"/>
            </a:xfrm>
            <a:prstGeom prst="heart">
              <a:avLst/>
            </a:prstGeom>
            <a:gradFill flip="none" rotWithShape="1">
              <a:gsLst>
                <a:gs pos="38000">
                  <a:schemeClr val="tx1">
                    <a:lumMod val="85000"/>
                    <a:lumOff val="15000"/>
                    <a:alpha val="95000"/>
                  </a:schemeClr>
                </a:gs>
                <a:gs pos="100000">
                  <a:srgbClr val="CC66FF">
                    <a:alpha val="95000"/>
                  </a:srgbClr>
                </a:gs>
              </a:gsLst>
              <a:lin ang="5400000" scaled="1"/>
              <a:tileRect/>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49" name="テキスト ボックス 248">
              <a:extLst>
                <a:ext uri="{FF2B5EF4-FFF2-40B4-BE49-F238E27FC236}">
                  <a16:creationId xmlns:a16="http://schemas.microsoft.com/office/drawing/2014/main" id="{71132EAD-185A-3688-4A7F-4DAB621DA3E7}"/>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50" name="グループ化 249">
            <a:extLst>
              <a:ext uri="{FF2B5EF4-FFF2-40B4-BE49-F238E27FC236}">
                <a16:creationId xmlns:a16="http://schemas.microsoft.com/office/drawing/2014/main" id="{6E5D22E8-6786-8FE0-A136-9B4A901BAD8D}"/>
              </a:ext>
            </a:extLst>
          </p:cNvPr>
          <p:cNvGrpSpPr/>
          <p:nvPr/>
        </p:nvGrpSpPr>
        <p:grpSpPr>
          <a:xfrm>
            <a:off x="3405968" y="1545188"/>
            <a:ext cx="888261" cy="654696"/>
            <a:chOff x="519830" y="3162196"/>
            <a:chExt cx="748799" cy="551905"/>
          </a:xfrm>
        </p:grpSpPr>
        <p:sp>
          <p:nvSpPr>
            <p:cNvPr id="251" name="ハート 250">
              <a:extLst>
                <a:ext uri="{FF2B5EF4-FFF2-40B4-BE49-F238E27FC236}">
                  <a16:creationId xmlns:a16="http://schemas.microsoft.com/office/drawing/2014/main" id="{F0935C08-D400-1C37-6E88-1939B5A95197}"/>
                </a:ext>
              </a:extLst>
            </p:cNvPr>
            <p:cNvSpPr/>
            <p:nvPr/>
          </p:nvSpPr>
          <p:spPr>
            <a:xfrm>
              <a:off x="618278" y="3162196"/>
              <a:ext cx="551905" cy="551905"/>
            </a:xfrm>
            <a:prstGeom prst="heart">
              <a:avLst/>
            </a:prstGeom>
            <a:gradFill>
              <a:gsLst>
                <a:gs pos="19000">
                  <a:schemeClr val="tx1">
                    <a:lumMod val="85000"/>
                    <a:lumOff val="15000"/>
                    <a:alpha val="95000"/>
                  </a:schemeClr>
                </a:gs>
                <a:gs pos="100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52" name="テキスト ボックス 251">
              <a:extLst>
                <a:ext uri="{FF2B5EF4-FFF2-40B4-BE49-F238E27FC236}">
                  <a16:creationId xmlns:a16="http://schemas.microsoft.com/office/drawing/2014/main" id="{56E698D4-9714-E41F-394A-9B82940B772D}"/>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53" name="グループ化 252">
            <a:extLst>
              <a:ext uri="{FF2B5EF4-FFF2-40B4-BE49-F238E27FC236}">
                <a16:creationId xmlns:a16="http://schemas.microsoft.com/office/drawing/2014/main" id="{F83448E2-EF9C-4334-F541-1D9358506D56}"/>
              </a:ext>
            </a:extLst>
          </p:cNvPr>
          <p:cNvGrpSpPr/>
          <p:nvPr/>
        </p:nvGrpSpPr>
        <p:grpSpPr>
          <a:xfrm>
            <a:off x="3405968" y="2275052"/>
            <a:ext cx="888261" cy="654696"/>
            <a:chOff x="519830" y="3162196"/>
            <a:chExt cx="748799" cy="551905"/>
          </a:xfrm>
        </p:grpSpPr>
        <p:sp>
          <p:nvSpPr>
            <p:cNvPr id="254" name="ハート 253">
              <a:extLst>
                <a:ext uri="{FF2B5EF4-FFF2-40B4-BE49-F238E27FC236}">
                  <a16:creationId xmlns:a16="http://schemas.microsoft.com/office/drawing/2014/main" id="{FB5FC568-B088-DE42-AF41-D82E07CD42E4}"/>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55" name="テキスト ボックス 254">
              <a:extLst>
                <a:ext uri="{FF2B5EF4-FFF2-40B4-BE49-F238E27FC236}">
                  <a16:creationId xmlns:a16="http://schemas.microsoft.com/office/drawing/2014/main" id="{5EB6EBED-4721-5A93-4975-A1CADFCD93E0}"/>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56" name="グループ化 255">
            <a:extLst>
              <a:ext uri="{FF2B5EF4-FFF2-40B4-BE49-F238E27FC236}">
                <a16:creationId xmlns:a16="http://schemas.microsoft.com/office/drawing/2014/main" id="{B17CEFDD-48F9-415A-98EB-7C70210797BA}"/>
              </a:ext>
            </a:extLst>
          </p:cNvPr>
          <p:cNvGrpSpPr/>
          <p:nvPr/>
        </p:nvGrpSpPr>
        <p:grpSpPr>
          <a:xfrm>
            <a:off x="4075947" y="3032386"/>
            <a:ext cx="888261" cy="654696"/>
            <a:chOff x="519830" y="3162196"/>
            <a:chExt cx="748799" cy="551905"/>
          </a:xfrm>
        </p:grpSpPr>
        <p:sp>
          <p:nvSpPr>
            <p:cNvPr id="257" name="ハート 256">
              <a:extLst>
                <a:ext uri="{FF2B5EF4-FFF2-40B4-BE49-F238E27FC236}">
                  <a16:creationId xmlns:a16="http://schemas.microsoft.com/office/drawing/2014/main" id="{74DE13EF-797C-BC63-869F-B166F162B2BF}"/>
                </a:ext>
              </a:extLst>
            </p:cNvPr>
            <p:cNvSpPr/>
            <p:nvPr/>
          </p:nvSpPr>
          <p:spPr>
            <a:xfrm>
              <a:off x="618278" y="3162196"/>
              <a:ext cx="551905" cy="551905"/>
            </a:xfrm>
            <a:prstGeom prst="heart">
              <a:avLst/>
            </a:prstGeom>
            <a:solidFill>
              <a:srgbClr val="CC66FF"/>
            </a:solidFill>
            <a:ln w="38100">
              <a:solidFill>
                <a:schemeClr val="tx1">
                  <a:lumMod val="85000"/>
                  <a:lumOff val="15000"/>
                </a:schemeClr>
              </a:solidFill>
            </a:ln>
            <a:effectLst>
              <a:glow rad="88900">
                <a:srgbClr val="CC66FF">
                  <a:alpha val="45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58" name="テキスト ボックス 257">
              <a:extLst>
                <a:ext uri="{FF2B5EF4-FFF2-40B4-BE49-F238E27FC236}">
                  <a16:creationId xmlns:a16="http://schemas.microsoft.com/office/drawing/2014/main" id="{140C8285-F49C-42E0-9E11-BA0EE43ED8A4}"/>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59" name="グループ化 258">
            <a:extLst>
              <a:ext uri="{FF2B5EF4-FFF2-40B4-BE49-F238E27FC236}">
                <a16:creationId xmlns:a16="http://schemas.microsoft.com/office/drawing/2014/main" id="{168F723B-3C24-5C07-F318-B724D34CAF9D}"/>
              </a:ext>
            </a:extLst>
          </p:cNvPr>
          <p:cNvGrpSpPr/>
          <p:nvPr/>
        </p:nvGrpSpPr>
        <p:grpSpPr>
          <a:xfrm>
            <a:off x="3405968" y="3881213"/>
            <a:ext cx="888261" cy="654696"/>
            <a:chOff x="519830" y="3162196"/>
            <a:chExt cx="748799" cy="551905"/>
          </a:xfrm>
        </p:grpSpPr>
        <p:sp>
          <p:nvSpPr>
            <p:cNvPr id="260" name="ハート 259">
              <a:extLst>
                <a:ext uri="{FF2B5EF4-FFF2-40B4-BE49-F238E27FC236}">
                  <a16:creationId xmlns:a16="http://schemas.microsoft.com/office/drawing/2014/main" id="{8C58F4D4-16DD-8B0E-4DDB-D8085350D0AF}"/>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61" name="テキスト ボックス 260">
              <a:extLst>
                <a:ext uri="{FF2B5EF4-FFF2-40B4-BE49-F238E27FC236}">
                  <a16:creationId xmlns:a16="http://schemas.microsoft.com/office/drawing/2014/main" id="{53DF741B-9970-7A13-B513-AFBC4FD6E2CB}"/>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62" name="グループ化 261">
            <a:extLst>
              <a:ext uri="{FF2B5EF4-FFF2-40B4-BE49-F238E27FC236}">
                <a16:creationId xmlns:a16="http://schemas.microsoft.com/office/drawing/2014/main" id="{AC3B0BD1-55EB-6887-7E35-B20999B25891}"/>
              </a:ext>
            </a:extLst>
          </p:cNvPr>
          <p:cNvGrpSpPr/>
          <p:nvPr/>
        </p:nvGrpSpPr>
        <p:grpSpPr>
          <a:xfrm>
            <a:off x="3405968" y="4595523"/>
            <a:ext cx="888261" cy="654696"/>
            <a:chOff x="519830" y="3162196"/>
            <a:chExt cx="748799" cy="551905"/>
          </a:xfrm>
        </p:grpSpPr>
        <p:sp>
          <p:nvSpPr>
            <p:cNvPr id="263" name="ハート 262">
              <a:extLst>
                <a:ext uri="{FF2B5EF4-FFF2-40B4-BE49-F238E27FC236}">
                  <a16:creationId xmlns:a16="http://schemas.microsoft.com/office/drawing/2014/main" id="{6DE0B2AF-6D0F-CB4D-F7E7-8AD0BE2E07EA}"/>
                </a:ext>
              </a:extLst>
            </p:cNvPr>
            <p:cNvSpPr/>
            <p:nvPr/>
          </p:nvSpPr>
          <p:spPr>
            <a:xfrm>
              <a:off x="618278" y="3162196"/>
              <a:ext cx="551905" cy="551905"/>
            </a:xfrm>
            <a:prstGeom prst="heart">
              <a:avLst/>
            </a:prstGeom>
            <a:gradFill>
              <a:gsLst>
                <a:gs pos="5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64" name="テキスト ボックス 263">
              <a:extLst>
                <a:ext uri="{FF2B5EF4-FFF2-40B4-BE49-F238E27FC236}">
                  <a16:creationId xmlns:a16="http://schemas.microsoft.com/office/drawing/2014/main" id="{67BD61FB-C18D-88E3-4644-F6F317DE166F}"/>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65" name="グループ化 264">
            <a:extLst>
              <a:ext uri="{FF2B5EF4-FFF2-40B4-BE49-F238E27FC236}">
                <a16:creationId xmlns:a16="http://schemas.microsoft.com/office/drawing/2014/main" id="{59A6AF29-27C8-ECAE-E1AE-473B4654C4DF}"/>
              </a:ext>
            </a:extLst>
          </p:cNvPr>
          <p:cNvGrpSpPr/>
          <p:nvPr/>
        </p:nvGrpSpPr>
        <p:grpSpPr>
          <a:xfrm>
            <a:off x="3405968" y="5325643"/>
            <a:ext cx="888261" cy="654696"/>
            <a:chOff x="519830" y="3162196"/>
            <a:chExt cx="748799" cy="551905"/>
          </a:xfrm>
        </p:grpSpPr>
        <p:sp>
          <p:nvSpPr>
            <p:cNvPr id="266" name="ハート 265">
              <a:extLst>
                <a:ext uri="{FF2B5EF4-FFF2-40B4-BE49-F238E27FC236}">
                  <a16:creationId xmlns:a16="http://schemas.microsoft.com/office/drawing/2014/main" id="{D949A956-518E-C88C-7F97-A60B6A655A5A}"/>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67" name="テキスト ボックス 266">
              <a:extLst>
                <a:ext uri="{FF2B5EF4-FFF2-40B4-BE49-F238E27FC236}">
                  <a16:creationId xmlns:a16="http://schemas.microsoft.com/office/drawing/2014/main" id="{1E618084-6579-7337-1B88-975585940D51}"/>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98" name="グループ化 97">
            <a:extLst>
              <a:ext uri="{FF2B5EF4-FFF2-40B4-BE49-F238E27FC236}">
                <a16:creationId xmlns:a16="http://schemas.microsoft.com/office/drawing/2014/main" id="{4590E8DB-BFFE-D546-10D2-D65AB6494F74}"/>
              </a:ext>
            </a:extLst>
          </p:cNvPr>
          <p:cNvGrpSpPr/>
          <p:nvPr/>
        </p:nvGrpSpPr>
        <p:grpSpPr>
          <a:xfrm>
            <a:off x="4740294" y="3064810"/>
            <a:ext cx="377850" cy="635617"/>
            <a:chOff x="4659035" y="3205484"/>
            <a:chExt cx="377850" cy="635617"/>
          </a:xfrm>
        </p:grpSpPr>
        <p:sp>
          <p:nvSpPr>
            <p:cNvPr id="11" name="楕円 10">
              <a:extLst>
                <a:ext uri="{FF2B5EF4-FFF2-40B4-BE49-F238E27FC236}">
                  <a16:creationId xmlns:a16="http://schemas.microsoft.com/office/drawing/2014/main" id="{7186CD4A-C41B-8173-D059-456F8F90F045}"/>
                </a:ext>
              </a:extLst>
            </p:cNvPr>
            <p:cNvSpPr/>
            <p:nvPr/>
          </p:nvSpPr>
          <p:spPr>
            <a:xfrm>
              <a:off x="4659035" y="36552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12" name="楕円 11">
              <a:extLst>
                <a:ext uri="{FF2B5EF4-FFF2-40B4-BE49-F238E27FC236}">
                  <a16:creationId xmlns:a16="http://schemas.microsoft.com/office/drawing/2014/main" id="{6A1D5332-744D-52A3-56A3-D4D59E225EDD}"/>
                </a:ext>
              </a:extLst>
            </p:cNvPr>
            <p:cNvSpPr/>
            <p:nvPr/>
          </p:nvSpPr>
          <p:spPr>
            <a:xfrm>
              <a:off x="4795907" y="344447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14" name="楕円 13">
              <a:extLst>
                <a:ext uri="{FF2B5EF4-FFF2-40B4-BE49-F238E27FC236}">
                  <a16:creationId xmlns:a16="http://schemas.microsoft.com/office/drawing/2014/main" id="{902B3C57-D82D-6C6B-F525-041D325CC4FC}"/>
                </a:ext>
              </a:extLst>
            </p:cNvPr>
            <p:cNvSpPr/>
            <p:nvPr/>
          </p:nvSpPr>
          <p:spPr>
            <a:xfrm>
              <a:off x="4837789" y="320548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grpSp>
        <p:nvGrpSpPr>
          <p:cNvPr id="20" name="グループ化 19">
            <a:extLst>
              <a:ext uri="{FF2B5EF4-FFF2-40B4-BE49-F238E27FC236}">
                <a16:creationId xmlns:a16="http://schemas.microsoft.com/office/drawing/2014/main" id="{23033C7B-A159-CC04-073E-5C4944E6DAB3}"/>
              </a:ext>
            </a:extLst>
          </p:cNvPr>
          <p:cNvGrpSpPr/>
          <p:nvPr/>
        </p:nvGrpSpPr>
        <p:grpSpPr>
          <a:xfrm>
            <a:off x="4058449" y="3906611"/>
            <a:ext cx="377850" cy="635617"/>
            <a:chOff x="4811435" y="3357884"/>
            <a:chExt cx="377850" cy="635617"/>
          </a:xfrm>
        </p:grpSpPr>
        <p:sp>
          <p:nvSpPr>
            <p:cNvPr id="16" name="楕円 15">
              <a:extLst>
                <a:ext uri="{FF2B5EF4-FFF2-40B4-BE49-F238E27FC236}">
                  <a16:creationId xmlns:a16="http://schemas.microsoft.com/office/drawing/2014/main" id="{9C8A41B8-BE01-92AE-501A-F36F11AEAC2D}"/>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17" name="楕円 16">
              <a:extLst>
                <a:ext uri="{FF2B5EF4-FFF2-40B4-BE49-F238E27FC236}">
                  <a16:creationId xmlns:a16="http://schemas.microsoft.com/office/drawing/2014/main" id="{464B7420-1094-4B07-025A-1225FF0B4547}"/>
                </a:ext>
              </a:extLst>
            </p:cNvPr>
            <p:cNvSpPr/>
            <p:nvPr/>
          </p:nvSpPr>
          <p:spPr>
            <a:xfrm>
              <a:off x="4948307" y="359687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18" name="楕円 17">
              <a:extLst>
                <a:ext uri="{FF2B5EF4-FFF2-40B4-BE49-F238E27FC236}">
                  <a16:creationId xmlns:a16="http://schemas.microsoft.com/office/drawing/2014/main" id="{27544C79-B1C4-551D-DEDD-7CA11A782D36}"/>
                </a:ext>
              </a:extLst>
            </p:cNvPr>
            <p:cNvSpPr/>
            <p:nvPr/>
          </p:nvSpPr>
          <p:spPr>
            <a:xfrm>
              <a:off x="4990189" y="335788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sp>
        <p:nvSpPr>
          <p:cNvPr id="23" name="楕円 22">
            <a:extLst>
              <a:ext uri="{FF2B5EF4-FFF2-40B4-BE49-F238E27FC236}">
                <a16:creationId xmlns:a16="http://schemas.microsoft.com/office/drawing/2014/main" id="{0910A87F-4E93-9134-BAC5-DDB42F3DC3E8}"/>
              </a:ext>
            </a:extLst>
          </p:cNvPr>
          <p:cNvSpPr/>
          <p:nvPr/>
        </p:nvSpPr>
        <p:spPr>
          <a:xfrm>
            <a:off x="4058449" y="5090536"/>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nvGrpSpPr>
          <p:cNvPr id="26" name="グループ化 25">
            <a:extLst>
              <a:ext uri="{FF2B5EF4-FFF2-40B4-BE49-F238E27FC236}">
                <a16:creationId xmlns:a16="http://schemas.microsoft.com/office/drawing/2014/main" id="{6C599DA5-1AFE-02E4-E0BD-76B97CF84344}"/>
              </a:ext>
            </a:extLst>
          </p:cNvPr>
          <p:cNvGrpSpPr/>
          <p:nvPr/>
        </p:nvGrpSpPr>
        <p:grpSpPr>
          <a:xfrm>
            <a:off x="4058449" y="5613962"/>
            <a:ext cx="335968" cy="396627"/>
            <a:chOff x="4811435" y="3596874"/>
            <a:chExt cx="335968" cy="396627"/>
          </a:xfrm>
        </p:grpSpPr>
        <p:sp>
          <p:nvSpPr>
            <p:cNvPr id="27" name="楕円 26">
              <a:extLst>
                <a:ext uri="{FF2B5EF4-FFF2-40B4-BE49-F238E27FC236}">
                  <a16:creationId xmlns:a16="http://schemas.microsoft.com/office/drawing/2014/main" id="{DE0CA33F-BA6F-9819-0A6C-0113DC8084EA}"/>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29" name="楕円 28">
              <a:extLst>
                <a:ext uri="{FF2B5EF4-FFF2-40B4-BE49-F238E27FC236}">
                  <a16:creationId xmlns:a16="http://schemas.microsoft.com/office/drawing/2014/main" id="{3E687866-AFAA-90FE-502C-1FAC1A7941B5}"/>
                </a:ext>
              </a:extLst>
            </p:cNvPr>
            <p:cNvSpPr/>
            <p:nvPr/>
          </p:nvSpPr>
          <p:spPr>
            <a:xfrm>
              <a:off x="4948307" y="359687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sp>
        <p:nvSpPr>
          <p:cNvPr id="35" name="楕円 34">
            <a:extLst>
              <a:ext uri="{FF2B5EF4-FFF2-40B4-BE49-F238E27FC236}">
                <a16:creationId xmlns:a16="http://schemas.microsoft.com/office/drawing/2014/main" id="{84335ECB-19F3-FA88-C0DC-6EAEF33A5737}"/>
              </a:ext>
            </a:extLst>
          </p:cNvPr>
          <p:cNvSpPr/>
          <p:nvPr/>
        </p:nvSpPr>
        <p:spPr>
          <a:xfrm>
            <a:off x="4061957" y="1306543"/>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nvGrpSpPr>
          <p:cNvPr id="88" name="グループ化 87">
            <a:extLst>
              <a:ext uri="{FF2B5EF4-FFF2-40B4-BE49-F238E27FC236}">
                <a16:creationId xmlns:a16="http://schemas.microsoft.com/office/drawing/2014/main" id="{006B4CF6-7E07-BD6C-D548-FC4998FE451E}"/>
              </a:ext>
            </a:extLst>
          </p:cNvPr>
          <p:cNvGrpSpPr/>
          <p:nvPr/>
        </p:nvGrpSpPr>
        <p:grpSpPr>
          <a:xfrm>
            <a:off x="4061957" y="1590978"/>
            <a:ext cx="377850" cy="635617"/>
            <a:chOff x="4811435" y="3357884"/>
            <a:chExt cx="377850" cy="635617"/>
          </a:xfrm>
        </p:grpSpPr>
        <p:sp>
          <p:nvSpPr>
            <p:cNvPr id="89" name="楕円 88">
              <a:extLst>
                <a:ext uri="{FF2B5EF4-FFF2-40B4-BE49-F238E27FC236}">
                  <a16:creationId xmlns:a16="http://schemas.microsoft.com/office/drawing/2014/main" id="{FB72F6B1-E67C-9CE3-E98F-08543FA9FC3D}"/>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92" name="楕円 91">
              <a:extLst>
                <a:ext uri="{FF2B5EF4-FFF2-40B4-BE49-F238E27FC236}">
                  <a16:creationId xmlns:a16="http://schemas.microsoft.com/office/drawing/2014/main" id="{849F0389-077E-0177-B1CB-C13C3F04133D}"/>
                </a:ext>
              </a:extLst>
            </p:cNvPr>
            <p:cNvSpPr/>
            <p:nvPr/>
          </p:nvSpPr>
          <p:spPr>
            <a:xfrm>
              <a:off x="4948307" y="359687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93" name="楕円 92">
              <a:extLst>
                <a:ext uri="{FF2B5EF4-FFF2-40B4-BE49-F238E27FC236}">
                  <a16:creationId xmlns:a16="http://schemas.microsoft.com/office/drawing/2014/main" id="{3F5E9BC8-8DBF-69E9-6F3B-D5E799534FCA}"/>
                </a:ext>
              </a:extLst>
            </p:cNvPr>
            <p:cNvSpPr/>
            <p:nvPr/>
          </p:nvSpPr>
          <p:spPr>
            <a:xfrm>
              <a:off x="4990189" y="335788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grpSp>
        <p:nvGrpSpPr>
          <p:cNvPr id="94" name="グループ化 93">
            <a:extLst>
              <a:ext uri="{FF2B5EF4-FFF2-40B4-BE49-F238E27FC236}">
                <a16:creationId xmlns:a16="http://schemas.microsoft.com/office/drawing/2014/main" id="{5546B9DE-9660-9A12-4108-829D2877AFB0}"/>
              </a:ext>
            </a:extLst>
          </p:cNvPr>
          <p:cNvGrpSpPr/>
          <p:nvPr/>
        </p:nvGrpSpPr>
        <p:grpSpPr>
          <a:xfrm>
            <a:off x="4061957" y="2564149"/>
            <a:ext cx="335968" cy="396627"/>
            <a:chOff x="4811435" y="3596874"/>
            <a:chExt cx="335968" cy="396627"/>
          </a:xfrm>
        </p:grpSpPr>
        <p:sp>
          <p:nvSpPr>
            <p:cNvPr id="95" name="楕円 94">
              <a:extLst>
                <a:ext uri="{FF2B5EF4-FFF2-40B4-BE49-F238E27FC236}">
                  <a16:creationId xmlns:a16="http://schemas.microsoft.com/office/drawing/2014/main" id="{D818B9A1-1893-66EF-3F8E-500DCCEAA0AA}"/>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96" name="楕円 95">
              <a:extLst>
                <a:ext uri="{FF2B5EF4-FFF2-40B4-BE49-F238E27FC236}">
                  <a16:creationId xmlns:a16="http://schemas.microsoft.com/office/drawing/2014/main" id="{02551778-6CBC-63FA-BEB2-8BC84D2826F3}"/>
                </a:ext>
              </a:extLst>
            </p:cNvPr>
            <p:cNvSpPr/>
            <p:nvPr/>
          </p:nvSpPr>
          <p:spPr>
            <a:xfrm>
              <a:off x="4948307" y="359687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grpSp>
        <p:nvGrpSpPr>
          <p:cNvPr id="99" name="グループ化 98">
            <a:extLst>
              <a:ext uri="{FF2B5EF4-FFF2-40B4-BE49-F238E27FC236}">
                <a16:creationId xmlns:a16="http://schemas.microsoft.com/office/drawing/2014/main" id="{BC5D0C72-F9CA-BDB7-CB65-E690B79AC955}"/>
              </a:ext>
            </a:extLst>
          </p:cNvPr>
          <p:cNvGrpSpPr/>
          <p:nvPr/>
        </p:nvGrpSpPr>
        <p:grpSpPr>
          <a:xfrm>
            <a:off x="8962119" y="812475"/>
            <a:ext cx="2561811" cy="632926"/>
            <a:chOff x="8957885" y="4574183"/>
            <a:chExt cx="2561811" cy="632926"/>
          </a:xfrm>
        </p:grpSpPr>
        <p:sp>
          <p:nvSpPr>
            <p:cNvPr id="100" name="楕円 99">
              <a:extLst>
                <a:ext uri="{FF2B5EF4-FFF2-40B4-BE49-F238E27FC236}">
                  <a16:creationId xmlns:a16="http://schemas.microsoft.com/office/drawing/2014/main" id="{A64EF353-EF36-8721-3EC1-BC2989BCD964}"/>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01" name="四角形: 角を丸くする 100">
              <a:extLst>
                <a:ext uri="{FF2B5EF4-FFF2-40B4-BE49-F238E27FC236}">
                  <a16:creationId xmlns:a16="http://schemas.microsoft.com/office/drawing/2014/main" id="{01A71E0C-A6DB-8504-F4B3-EE3C6A5FF938}"/>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02" name="グループ化 101">
              <a:extLst>
                <a:ext uri="{FF2B5EF4-FFF2-40B4-BE49-F238E27FC236}">
                  <a16:creationId xmlns:a16="http://schemas.microsoft.com/office/drawing/2014/main" id="{42FA5190-7E65-1D1B-DFB6-E71A7190EE30}"/>
                </a:ext>
              </a:extLst>
            </p:cNvPr>
            <p:cNvGrpSpPr/>
            <p:nvPr/>
          </p:nvGrpSpPr>
          <p:grpSpPr>
            <a:xfrm>
              <a:off x="9498429" y="4598805"/>
              <a:ext cx="1505416" cy="601824"/>
              <a:chOff x="1980734" y="3149081"/>
              <a:chExt cx="1505416" cy="601824"/>
            </a:xfrm>
          </p:grpSpPr>
          <p:sp>
            <p:nvSpPr>
              <p:cNvPr id="103" name="楕円 102">
                <a:extLst>
                  <a:ext uri="{FF2B5EF4-FFF2-40B4-BE49-F238E27FC236}">
                    <a16:creationId xmlns:a16="http://schemas.microsoft.com/office/drawing/2014/main" id="{6BC8AF42-541C-4527-5E4C-A8FF690A9128}"/>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04" name="グループ化 103">
                <a:extLst>
                  <a:ext uri="{FF2B5EF4-FFF2-40B4-BE49-F238E27FC236}">
                    <a16:creationId xmlns:a16="http://schemas.microsoft.com/office/drawing/2014/main" id="{F4E80C6D-4C93-903B-57B1-F3822378AED4}"/>
                  </a:ext>
                </a:extLst>
              </p:cNvPr>
              <p:cNvGrpSpPr/>
              <p:nvPr/>
            </p:nvGrpSpPr>
            <p:grpSpPr>
              <a:xfrm>
                <a:off x="1980734" y="3175652"/>
                <a:ext cx="1505416" cy="575253"/>
                <a:chOff x="1980734" y="3175652"/>
                <a:chExt cx="1505416" cy="575253"/>
              </a:xfrm>
            </p:grpSpPr>
            <p:grpSp>
              <p:nvGrpSpPr>
                <p:cNvPr id="105" name="グループ化 104">
                  <a:extLst>
                    <a:ext uri="{FF2B5EF4-FFF2-40B4-BE49-F238E27FC236}">
                      <a16:creationId xmlns:a16="http://schemas.microsoft.com/office/drawing/2014/main" id="{A0BE8764-9D95-FB72-6091-09CBC9D9EE95}"/>
                    </a:ext>
                  </a:extLst>
                </p:cNvPr>
                <p:cNvGrpSpPr/>
                <p:nvPr/>
              </p:nvGrpSpPr>
              <p:grpSpPr>
                <a:xfrm>
                  <a:off x="1980734" y="3473931"/>
                  <a:ext cx="1505416" cy="276974"/>
                  <a:chOff x="4194668" y="3607669"/>
                  <a:chExt cx="1105960" cy="276974"/>
                </a:xfrm>
              </p:grpSpPr>
              <p:sp>
                <p:nvSpPr>
                  <p:cNvPr id="107" name="四角形: 角を丸くする 106">
                    <a:extLst>
                      <a:ext uri="{FF2B5EF4-FFF2-40B4-BE49-F238E27FC236}">
                        <a16:creationId xmlns:a16="http://schemas.microsoft.com/office/drawing/2014/main" id="{5AD1D671-57AA-AA05-ABBD-8B705EAEB7DB}"/>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08" name="図 107">
                    <a:extLst>
                      <a:ext uri="{FF2B5EF4-FFF2-40B4-BE49-F238E27FC236}">
                        <a16:creationId xmlns:a16="http://schemas.microsoft.com/office/drawing/2014/main" id="{39F0F83B-8BA8-01D0-3698-3D2CB7E1400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06" name="テキスト ボックス 105">
                  <a:extLst>
                    <a:ext uri="{FF2B5EF4-FFF2-40B4-BE49-F238E27FC236}">
                      <a16:creationId xmlns:a16="http://schemas.microsoft.com/office/drawing/2014/main" id="{C073653E-3686-FBB8-C31A-2998A768D880}"/>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09" name="グループ化 108">
            <a:extLst>
              <a:ext uri="{FF2B5EF4-FFF2-40B4-BE49-F238E27FC236}">
                <a16:creationId xmlns:a16="http://schemas.microsoft.com/office/drawing/2014/main" id="{EF25B1B0-CF58-8A23-F681-19675B25A3C2}"/>
              </a:ext>
            </a:extLst>
          </p:cNvPr>
          <p:cNvGrpSpPr/>
          <p:nvPr/>
        </p:nvGrpSpPr>
        <p:grpSpPr>
          <a:xfrm>
            <a:off x="8962119" y="5343729"/>
            <a:ext cx="2561811" cy="632926"/>
            <a:chOff x="8957885" y="4574183"/>
            <a:chExt cx="2561811" cy="632926"/>
          </a:xfrm>
        </p:grpSpPr>
        <p:sp>
          <p:nvSpPr>
            <p:cNvPr id="110" name="楕円 109">
              <a:extLst>
                <a:ext uri="{FF2B5EF4-FFF2-40B4-BE49-F238E27FC236}">
                  <a16:creationId xmlns:a16="http://schemas.microsoft.com/office/drawing/2014/main" id="{718DB72B-746A-AAB4-2A9D-2C3248AE7F58}"/>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11" name="四角形: 角を丸くする 110">
              <a:extLst>
                <a:ext uri="{FF2B5EF4-FFF2-40B4-BE49-F238E27FC236}">
                  <a16:creationId xmlns:a16="http://schemas.microsoft.com/office/drawing/2014/main" id="{88D4A4C9-5F72-8108-7CD3-FB90F101B46C}"/>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12" name="グループ化 111">
              <a:extLst>
                <a:ext uri="{FF2B5EF4-FFF2-40B4-BE49-F238E27FC236}">
                  <a16:creationId xmlns:a16="http://schemas.microsoft.com/office/drawing/2014/main" id="{1004CB44-5041-25F2-DB3B-93D7A7261AED}"/>
                </a:ext>
              </a:extLst>
            </p:cNvPr>
            <p:cNvGrpSpPr/>
            <p:nvPr/>
          </p:nvGrpSpPr>
          <p:grpSpPr>
            <a:xfrm>
              <a:off x="9498429" y="4598805"/>
              <a:ext cx="1505416" cy="601824"/>
              <a:chOff x="1980734" y="3149081"/>
              <a:chExt cx="1505416" cy="601824"/>
            </a:xfrm>
          </p:grpSpPr>
          <p:sp>
            <p:nvSpPr>
              <p:cNvPr id="113" name="楕円 112">
                <a:extLst>
                  <a:ext uri="{FF2B5EF4-FFF2-40B4-BE49-F238E27FC236}">
                    <a16:creationId xmlns:a16="http://schemas.microsoft.com/office/drawing/2014/main" id="{98DCF88B-ECA5-5DC0-1453-B34EC958A434}"/>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14" name="グループ化 113">
                <a:extLst>
                  <a:ext uri="{FF2B5EF4-FFF2-40B4-BE49-F238E27FC236}">
                    <a16:creationId xmlns:a16="http://schemas.microsoft.com/office/drawing/2014/main" id="{BEE55A8B-93BA-9004-D2B8-E6AD14DF6893}"/>
                  </a:ext>
                </a:extLst>
              </p:cNvPr>
              <p:cNvGrpSpPr/>
              <p:nvPr/>
            </p:nvGrpSpPr>
            <p:grpSpPr>
              <a:xfrm>
                <a:off x="1980734" y="3175652"/>
                <a:ext cx="1505416" cy="575253"/>
                <a:chOff x="1980734" y="3175652"/>
                <a:chExt cx="1505416" cy="575253"/>
              </a:xfrm>
            </p:grpSpPr>
            <p:grpSp>
              <p:nvGrpSpPr>
                <p:cNvPr id="115" name="グループ化 114">
                  <a:extLst>
                    <a:ext uri="{FF2B5EF4-FFF2-40B4-BE49-F238E27FC236}">
                      <a16:creationId xmlns:a16="http://schemas.microsoft.com/office/drawing/2014/main" id="{DBF91748-B28D-A473-BDD0-700954A2CDC8}"/>
                    </a:ext>
                  </a:extLst>
                </p:cNvPr>
                <p:cNvGrpSpPr/>
                <p:nvPr/>
              </p:nvGrpSpPr>
              <p:grpSpPr>
                <a:xfrm>
                  <a:off x="1980734" y="3473931"/>
                  <a:ext cx="1505416" cy="276974"/>
                  <a:chOff x="4194668" y="3607669"/>
                  <a:chExt cx="1105960" cy="276974"/>
                </a:xfrm>
              </p:grpSpPr>
              <p:sp>
                <p:nvSpPr>
                  <p:cNvPr id="117" name="四角形: 角を丸くする 116">
                    <a:extLst>
                      <a:ext uri="{FF2B5EF4-FFF2-40B4-BE49-F238E27FC236}">
                        <a16:creationId xmlns:a16="http://schemas.microsoft.com/office/drawing/2014/main" id="{FFB6AEE2-FCD1-255D-1717-112B1A8306B3}"/>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18" name="図 117">
                    <a:extLst>
                      <a:ext uri="{FF2B5EF4-FFF2-40B4-BE49-F238E27FC236}">
                        <a16:creationId xmlns:a16="http://schemas.microsoft.com/office/drawing/2014/main" id="{84F6BDA2-64A5-015E-68CA-B3150DACFC6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16" name="テキスト ボックス 115">
                  <a:extLst>
                    <a:ext uri="{FF2B5EF4-FFF2-40B4-BE49-F238E27FC236}">
                      <a16:creationId xmlns:a16="http://schemas.microsoft.com/office/drawing/2014/main" id="{DEA0BE68-FEE9-67BA-517D-3DCEE3D050AF}"/>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19" name="グループ化 118">
            <a:extLst>
              <a:ext uri="{FF2B5EF4-FFF2-40B4-BE49-F238E27FC236}">
                <a16:creationId xmlns:a16="http://schemas.microsoft.com/office/drawing/2014/main" id="{248C26BB-CCF9-9AA9-69CD-ABE4F63B8FCE}"/>
              </a:ext>
            </a:extLst>
          </p:cNvPr>
          <p:cNvGrpSpPr/>
          <p:nvPr/>
        </p:nvGrpSpPr>
        <p:grpSpPr>
          <a:xfrm>
            <a:off x="8962119" y="1546204"/>
            <a:ext cx="2561811" cy="632926"/>
            <a:chOff x="8957885" y="4574183"/>
            <a:chExt cx="2561811" cy="632926"/>
          </a:xfrm>
        </p:grpSpPr>
        <p:sp>
          <p:nvSpPr>
            <p:cNvPr id="121" name="楕円 120">
              <a:extLst>
                <a:ext uri="{FF2B5EF4-FFF2-40B4-BE49-F238E27FC236}">
                  <a16:creationId xmlns:a16="http://schemas.microsoft.com/office/drawing/2014/main" id="{64ED5F06-B59D-2E70-9E3E-6B045F593310}"/>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22" name="四角形: 角を丸くする 121">
              <a:extLst>
                <a:ext uri="{FF2B5EF4-FFF2-40B4-BE49-F238E27FC236}">
                  <a16:creationId xmlns:a16="http://schemas.microsoft.com/office/drawing/2014/main" id="{C59CC62C-8F0A-1ED0-4377-016012737378}"/>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23" name="グループ化 122">
              <a:extLst>
                <a:ext uri="{FF2B5EF4-FFF2-40B4-BE49-F238E27FC236}">
                  <a16:creationId xmlns:a16="http://schemas.microsoft.com/office/drawing/2014/main" id="{82B9FC69-85DA-B111-B7A7-8B2D3FE45F61}"/>
                </a:ext>
              </a:extLst>
            </p:cNvPr>
            <p:cNvGrpSpPr/>
            <p:nvPr/>
          </p:nvGrpSpPr>
          <p:grpSpPr>
            <a:xfrm>
              <a:off x="9498429" y="4598805"/>
              <a:ext cx="1505416" cy="601824"/>
              <a:chOff x="1980734" y="3149081"/>
              <a:chExt cx="1505416" cy="601824"/>
            </a:xfrm>
          </p:grpSpPr>
          <p:sp>
            <p:nvSpPr>
              <p:cNvPr id="124" name="楕円 123">
                <a:extLst>
                  <a:ext uri="{FF2B5EF4-FFF2-40B4-BE49-F238E27FC236}">
                    <a16:creationId xmlns:a16="http://schemas.microsoft.com/office/drawing/2014/main" id="{BAF47039-3A5E-0281-A933-EE5EECC68292}"/>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27" name="グループ化 126">
                <a:extLst>
                  <a:ext uri="{FF2B5EF4-FFF2-40B4-BE49-F238E27FC236}">
                    <a16:creationId xmlns:a16="http://schemas.microsoft.com/office/drawing/2014/main" id="{C12229A5-A945-15A9-298A-7C8D7778F8B5}"/>
                  </a:ext>
                </a:extLst>
              </p:cNvPr>
              <p:cNvGrpSpPr/>
              <p:nvPr/>
            </p:nvGrpSpPr>
            <p:grpSpPr>
              <a:xfrm>
                <a:off x="1980734" y="3175652"/>
                <a:ext cx="1505416" cy="575253"/>
                <a:chOff x="1980734" y="3175652"/>
                <a:chExt cx="1505416" cy="575253"/>
              </a:xfrm>
            </p:grpSpPr>
            <p:grpSp>
              <p:nvGrpSpPr>
                <p:cNvPr id="128" name="グループ化 127">
                  <a:extLst>
                    <a:ext uri="{FF2B5EF4-FFF2-40B4-BE49-F238E27FC236}">
                      <a16:creationId xmlns:a16="http://schemas.microsoft.com/office/drawing/2014/main" id="{C55F615F-271C-CE5B-4B4D-F38B0B33810D}"/>
                    </a:ext>
                  </a:extLst>
                </p:cNvPr>
                <p:cNvGrpSpPr/>
                <p:nvPr/>
              </p:nvGrpSpPr>
              <p:grpSpPr>
                <a:xfrm>
                  <a:off x="1980734" y="3473931"/>
                  <a:ext cx="1505416" cy="276974"/>
                  <a:chOff x="4194668" y="3607669"/>
                  <a:chExt cx="1105960" cy="276974"/>
                </a:xfrm>
              </p:grpSpPr>
              <p:sp>
                <p:nvSpPr>
                  <p:cNvPr id="130" name="四角形: 角を丸くする 129">
                    <a:extLst>
                      <a:ext uri="{FF2B5EF4-FFF2-40B4-BE49-F238E27FC236}">
                        <a16:creationId xmlns:a16="http://schemas.microsoft.com/office/drawing/2014/main" id="{2EB23841-B635-E642-48E9-2E591FA89850}"/>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31" name="図 130">
                    <a:extLst>
                      <a:ext uri="{FF2B5EF4-FFF2-40B4-BE49-F238E27FC236}">
                        <a16:creationId xmlns:a16="http://schemas.microsoft.com/office/drawing/2014/main" id="{DB27CFE9-52DB-42CF-B60A-4D3DD56B08A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29" name="テキスト ボックス 128">
                  <a:extLst>
                    <a:ext uri="{FF2B5EF4-FFF2-40B4-BE49-F238E27FC236}">
                      <a16:creationId xmlns:a16="http://schemas.microsoft.com/office/drawing/2014/main" id="{38FA007E-C535-810F-717E-77A5345796AD}"/>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32" name="グループ化 131">
            <a:extLst>
              <a:ext uri="{FF2B5EF4-FFF2-40B4-BE49-F238E27FC236}">
                <a16:creationId xmlns:a16="http://schemas.microsoft.com/office/drawing/2014/main" id="{A0FB2A62-E299-1610-FD57-2E0F71F3508D}"/>
              </a:ext>
            </a:extLst>
          </p:cNvPr>
          <p:cNvGrpSpPr/>
          <p:nvPr/>
        </p:nvGrpSpPr>
        <p:grpSpPr>
          <a:xfrm>
            <a:off x="8172004" y="2279933"/>
            <a:ext cx="2561811" cy="632926"/>
            <a:chOff x="8957885" y="4574183"/>
            <a:chExt cx="2561811" cy="632926"/>
          </a:xfrm>
        </p:grpSpPr>
        <p:sp>
          <p:nvSpPr>
            <p:cNvPr id="133" name="楕円 132">
              <a:extLst>
                <a:ext uri="{FF2B5EF4-FFF2-40B4-BE49-F238E27FC236}">
                  <a16:creationId xmlns:a16="http://schemas.microsoft.com/office/drawing/2014/main" id="{0193E01E-ADE9-71DF-FC28-3B779E8BC51E}"/>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34" name="四角形: 角を丸くする 133">
              <a:extLst>
                <a:ext uri="{FF2B5EF4-FFF2-40B4-BE49-F238E27FC236}">
                  <a16:creationId xmlns:a16="http://schemas.microsoft.com/office/drawing/2014/main" id="{283CE67C-9152-1C1E-872B-E5AF6995563C}"/>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35" name="グループ化 134">
              <a:extLst>
                <a:ext uri="{FF2B5EF4-FFF2-40B4-BE49-F238E27FC236}">
                  <a16:creationId xmlns:a16="http://schemas.microsoft.com/office/drawing/2014/main" id="{F74C6992-2AD9-3A57-E9C9-BE8CEF8AB1CC}"/>
                </a:ext>
              </a:extLst>
            </p:cNvPr>
            <p:cNvGrpSpPr/>
            <p:nvPr/>
          </p:nvGrpSpPr>
          <p:grpSpPr>
            <a:xfrm>
              <a:off x="9498429" y="4598805"/>
              <a:ext cx="1505416" cy="601824"/>
              <a:chOff x="1980734" y="3149081"/>
              <a:chExt cx="1505416" cy="601824"/>
            </a:xfrm>
          </p:grpSpPr>
          <p:sp>
            <p:nvSpPr>
              <p:cNvPr id="136" name="楕円 135">
                <a:extLst>
                  <a:ext uri="{FF2B5EF4-FFF2-40B4-BE49-F238E27FC236}">
                    <a16:creationId xmlns:a16="http://schemas.microsoft.com/office/drawing/2014/main" id="{2FB8AB21-ABD3-55B9-2966-3293A18A8EBF}"/>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38" name="グループ化 137">
                <a:extLst>
                  <a:ext uri="{FF2B5EF4-FFF2-40B4-BE49-F238E27FC236}">
                    <a16:creationId xmlns:a16="http://schemas.microsoft.com/office/drawing/2014/main" id="{6B7FC012-CC13-8F19-486D-1A0A377A20EA}"/>
                  </a:ext>
                </a:extLst>
              </p:cNvPr>
              <p:cNvGrpSpPr/>
              <p:nvPr/>
            </p:nvGrpSpPr>
            <p:grpSpPr>
              <a:xfrm>
                <a:off x="1980734" y="3175652"/>
                <a:ext cx="1505416" cy="575253"/>
                <a:chOff x="1980734" y="3175652"/>
                <a:chExt cx="1505416" cy="575253"/>
              </a:xfrm>
            </p:grpSpPr>
            <p:grpSp>
              <p:nvGrpSpPr>
                <p:cNvPr id="140" name="グループ化 139">
                  <a:extLst>
                    <a:ext uri="{FF2B5EF4-FFF2-40B4-BE49-F238E27FC236}">
                      <a16:creationId xmlns:a16="http://schemas.microsoft.com/office/drawing/2014/main" id="{C7A56937-01CD-1361-5E9A-C41A38A0D619}"/>
                    </a:ext>
                  </a:extLst>
                </p:cNvPr>
                <p:cNvGrpSpPr/>
                <p:nvPr/>
              </p:nvGrpSpPr>
              <p:grpSpPr>
                <a:xfrm>
                  <a:off x="1980734" y="3473931"/>
                  <a:ext cx="1505416" cy="276974"/>
                  <a:chOff x="4194668" y="3607669"/>
                  <a:chExt cx="1105960" cy="276974"/>
                </a:xfrm>
              </p:grpSpPr>
              <p:sp>
                <p:nvSpPr>
                  <p:cNvPr id="142" name="四角形: 角を丸くする 141">
                    <a:extLst>
                      <a:ext uri="{FF2B5EF4-FFF2-40B4-BE49-F238E27FC236}">
                        <a16:creationId xmlns:a16="http://schemas.microsoft.com/office/drawing/2014/main" id="{7C31BC9F-4CA5-6CC2-D02C-E43E541898CF}"/>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43" name="図 142">
                    <a:extLst>
                      <a:ext uri="{FF2B5EF4-FFF2-40B4-BE49-F238E27FC236}">
                        <a16:creationId xmlns:a16="http://schemas.microsoft.com/office/drawing/2014/main" id="{98073CA7-1870-F5D1-DF07-8ACB73DAA38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41" name="テキスト ボックス 140">
                  <a:extLst>
                    <a:ext uri="{FF2B5EF4-FFF2-40B4-BE49-F238E27FC236}">
                      <a16:creationId xmlns:a16="http://schemas.microsoft.com/office/drawing/2014/main" id="{B61028BC-DEC0-ABCD-96B3-1FA0DDED2177}"/>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44" name="グループ化 143">
            <a:extLst>
              <a:ext uri="{FF2B5EF4-FFF2-40B4-BE49-F238E27FC236}">
                <a16:creationId xmlns:a16="http://schemas.microsoft.com/office/drawing/2014/main" id="{34D730FB-0909-CA32-9138-AF785039E69B}"/>
              </a:ext>
            </a:extLst>
          </p:cNvPr>
          <p:cNvGrpSpPr/>
          <p:nvPr/>
        </p:nvGrpSpPr>
        <p:grpSpPr>
          <a:xfrm>
            <a:off x="8962119" y="3146830"/>
            <a:ext cx="2561811" cy="632926"/>
            <a:chOff x="8957885" y="4574183"/>
            <a:chExt cx="2561811" cy="632926"/>
          </a:xfrm>
        </p:grpSpPr>
        <p:sp>
          <p:nvSpPr>
            <p:cNvPr id="145" name="楕円 144">
              <a:extLst>
                <a:ext uri="{FF2B5EF4-FFF2-40B4-BE49-F238E27FC236}">
                  <a16:creationId xmlns:a16="http://schemas.microsoft.com/office/drawing/2014/main" id="{30EBB90F-DC85-A49E-6620-A4DCF88DD043}"/>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46" name="四角形: 角を丸くする 145">
              <a:extLst>
                <a:ext uri="{FF2B5EF4-FFF2-40B4-BE49-F238E27FC236}">
                  <a16:creationId xmlns:a16="http://schemas.microsoft.com/office/drawing/2014/main" id="{C6DC020E-9461-2EFB-70AB-B596DB9647AF}"/>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47" name="グループ化 146">
              <a:extLst>
                <a:ext uri="{FF2B5EF4-FFF2-40B4-BE49-F238E27FC236}">
                  <a16:creationId xmlns:a16="http://schemas.microsoft.com/office/drawing/2014/main" id="{0F78B154-77BD-2C65-7815-CD71443EB0BB}"/>
                </a:ext>
              </a:extLst>
            </p:cNvPr>
            <p:cNvGrpSpPr/>
            <p:nvPr/>
          </p:nvGrpSpPr>
          <p:grpSpPr>
            <a:xfrm>
              <a:off x="9498429" y="4598805"/>
              <a:ext cx="1505416" cy="601824"/>
              <a:chOff x="1980734" y="3149081"/>
              <a:chExt cx="1505416" cy="601824"/>
            </a:xfrm>
          </p:grpSpPr>
          <p:sp>
            <p:nvSpPr>
              <p:cNvPr id="148" name="楕円 147">
                <a:extLst>
                  <a:ext uri="{FF2B5EF4-FFF2-40B4-BE49-F238E27FC236}">
                    <a16:creationId xmlns:a16="http://schemas.microsoft.com/office/drawing/2014/main" id="{326D78FA-6EE6-9A12-7A8E-CCDEA927096C}"/>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49" name="グループ化 148">
                <a:extLst>
                  <a:ext uri="{FF2B5EF4-FFF2-40B4-BE49-F238E27FC236}">
                    <a16:creationId xmlns:a16="http://schemas.microsoft.com/office/drawing/2014/main" id="{9D30885A-E89C-1D8F-972D-4FB18A14A7FA}"/>
                  </a:ext>
                </a:extLst>
              </p:cNvPr>
              <p:cNvGrpSpPr/>
              <p:nvPr/>
            </p:nvGrpSpPr>
            <p:grpSpPr>
              <a:xfrm>
                <a:off x="1980734" y="3175652"/>
                <a:ext cx="1505416" cy="575253"/>
                <a:chOff x="1980734" y="3175652"/>
                <a:chExt cx="1505416" cy="575253"/>
              </a:xfrm>
            </p:grpSpPr>
            <p:grpSp>
              <p:nvGrpSpPr>
                <p:cNvPr id="150" name="グループ化 149">
                  <a:extLst>
                    <a:ext uri="{FF2B5EF4-FFF2-40B4-BE49-F238E27FC236}">
                      <a16:creationId xmlns:a16="http://schemas.microsoft.com/office/drawing/2014/main" id="{7D851DE9-7047-8BE9-3A25-67FED610827C}"/>
                    </a:ext>
                  </a:extLst>
                </p:cNvPr>
                <p:cNvGrpSpPr/>
                <p:nvPr/>
              </p:nvGrpSpPr>
              <p:grpSpPr>
                <a:xfrm>
                  <a:off x="1980734" y="3473931"/>
                  <a:ext cx="1505416" cy="276974"/>
                  <a:chOff x="4194668" y="3607669"/>
                  <a:chExt cx="1105960" cy="276974"/>
                </a:xfrm>
              </p:grpSpPr>
              <p:sp>
                <p:nvSpPr>
                  <p:cNvPr id="152" name="四角形: 角を丸くする 151">
                    <a:extLst>
                      <a:ext uri="{FF2B5EF4-FFF2-40B4-BE49-F238E27FC236}">
                        <a16:creationId xmlns:a16="http://schemas.microsoft.com/office/drawing/2014/main" id="{75C95AF0-CA40-2721-5973-32605A6DCC49}"/>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56" name="図 155">
                    <a:extLst>
                      <a:ext uri="{FF2B5EF4-FFF2-40B4-BE49-F238E27FC236}">
                        <a16:creationId xmlns:a16="http://schemas.microsoft.com/office/drawing/2014/main" id="{416649A0-968F-54C9-11CA-210900D5325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51" name="テキスト ボックス 150">
                  <a:extLst>
                    <a:ext uri="{FF2B5EF4-FFF2-40B4-BE49-F238E27FC236}">
                      <a16:creationId xmlns:a16="http://schemas.microsoft.com/office/drawing/2014/main" id="{14661EC4-7C3A-5DB2-44A0-A2CEB6E40913}"/>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57" name="グループ化 156">
            <a:extLst>
              <a:ext uri="{FF2B5EF4-FFF2-40B4-BE49-F238E27FC236}">
                <a16:creationId xmlns:a16="http://schemas.microsoft.com/office/drawing/2014/main" id="{20C18CBD-5DF8-D3AC-078D-97B5B0884893}"/>
              </a:ext>
            </a:extLst>
          </p:cNvPr>
          <p:cNvGrpSpPr/>
          <p:nvPr/>
        </p:nvGrpSpPr>
        <p:grpSpPr>
          <a:xfrm>
            <a:off x="8962119" y="3876273"/>
            <a:ext cx="2561811" cy="632926"/>
            <a:chOff x="8957885" y="4574183"/>
            <a:chExt cx="2561811" cy="632926"/>
          </a:xfrm>
        </p:grpSpPr>
        <p:sp>
          <p:nvSpPr>
            <p:cNvPr id="158" name="楕円 157">
              <a:extLst>
                <a:ext uri="{FF2B5EF4-FFF2-40B4-BE49-F238E27FC236}">
                  <a16:creationId xmlns:a16="http://schemas.microsoft.com/office/drawing/2014/main" id="{8DF07EB6-7949-7958-5745-54C8DFB7557F}"/>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59" name="四角形: 角を丸くする 158">
              <a:extLst>
                <a:ext uri="{FF2B5EF4-FFF2-40B4-BE49-F238E27FC236}">
                  <a16:creationId xmlns:a16="http://schemas.microsoft.com/office/drawing/2014/main" id="{5C0360AD-8256-93FD-67D0-C904AE79D08D}"/>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60" name="グループ化 159">
              <a:extLst>
                <a:ext uri="{FF2B5EF4-FFF2-40B4-BE49-F238E27FC236}">
                  <a16:creationId xmlns:a16="http://schemas.microsoft.com/office/drawing/2014/main" id="{D57602E0-AE1B-8097-F77E-113A89601D72}"/>
                </a:ext>
              </a:extLst>
            </p:cNvPr>
            <p:cNvGrpSpPr/>
            <p:nvPr/>
          </p:nvGrpSpPr>
          <p:grpSpPr>
            <a:xfrm>
              <a:off x="9498429" y="4598805"/>
              <a:ext cx="1505416" cy="601824"/>
              <a:chOff x="1980734" y="3149081"/>
              <a:chExt cx="1505416" cy="601824"/>
            </a:xfrm>
          </p:grpSpPr>
          <p:sp>
            <p:nvSpPr>
              <p:cNvPr id="161" name="楕円 160">
                <a:extLst>
                  <a:ext uri="{FF2B5EF4-FFF2-40B4-BE49-F238E27FC236}">
                    <a16:creationId xmlns:a16="http://schemas.microsoft.com/office/drawing/2014/main" id="{48C65DE3-7A05-FC33-0301-297BD90905BB}"/>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73" name="グループ化 172">
                <a:extLst>
                  <a:ext uri="{FF2B5EF4-FFF2-40B4-BE49-F238E27FC236}">
                    <a16:creationId xmlns:a16="http://schemas.microsoft.com/office/drawing/2014/main" id="{FE51AE21-FB24-EA70-5B06-122D23BD4B9B}"/>
                  </a:ext>
                </a:extLst>
              </p:cNvPr>
              <p:cNvGrpSpPr/>
              <p:nvPr/>
            </p:nvGrpSpPr>
            <p:grpSpPr>
              <a:xfrm>
                <a:off x="1980734" y="3175652"/>
                <a:ext cx="1505416" cy="575253"/>
                <a:chOff x="1980734" y="3175652"/>
                <a:chExt cx="1505416" cy="575253"/>
              </a:xfrm>
            </p:grpSpPr>
            <p:grpSp>
              <p:nvGrpSpPr>
                <p:cNvPr id="177" name="グループ化 176">
                  <a:extLst>
                    <a:ext uri="{FF2B5EF4-FFF2-40B4-BE49-F238E27FC236}">
                      <a16:creationId xmlns:a16="http://schemas.microsoft.com/office/drawing/2014/main" id="{7EF3D5D6-F303-5178-AA78-E5F0A168A67C}"/>
                    </a:ext>
                  </a:extLst>
                </p:cNvPr>
                <p:cNvGrpSpPr/>
                <p:nvPr/>
              </p:nvGrpSpPr>
              <p:grpSpPr>
                <a:xfrm>
                  <a:off x="1980734" y="3473931"/>
                  <a:ext cx="1505416" cy="276974"/>
                  <a:chOff x="4194668" y="3607669"/>
                  <a:chExt cx="1105960" cy="276974"/>
                </a:xfrm>
              </p:grpSpPr>
              <p:sp>
                <p:nvSpPr>
                  <p:cNvPr id="182" name="四角形: 角を丸くする 181">
                    <a:extLst>
                      <a:ext uri="{FF2B5EF4-FFF2-40B4-BE49-F238E27FC236}">
                        <a16:creationId xmlns:a16="http://schemas.microsoft.com/office/drawing/2014/main" id="{53F8C551-020E-450A-9B7A-5ACDEBE9C481}"/>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84" name="図 183">
                    <a:extLst>
                      <a:ext uri="{FF2B5EF4-FFF2-40B4-BE49-F238E27FC236}">
                        <a16:creationId xmlns:a16="http://schemas.microsoft.com/office/drawing/2014/main" id="{E0F6F076-0735-9AB5-9FB7-CE5A87C7CE4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78" name="テキスト ボックス 177">
                  <a:extLst>
                    <a:ext uri="{FF2B5EF4-FFF2-40B4-BE49-F238E27FC236}">
                      <a16:creationId xmlns:a16="http://schemas.microsoft.com/office/drawing/2014/main" id="{560D17E4-A7A4-6B79-34BC-8EDD6266A634}"/>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87" name="グループ化 186">
            <a:extLst>
              <a:ext uri="{FF2B5EF4-FFF2-40B4-BE49-F238E27FC236}">
                <a16:creationId xmlns:a16="http://schemas.microsoft.com/office/drawing/2014/main" id="{CE6D8F94-CDC3-BAFF-5FF6-338123D85912}"/>
              </a:ext>
            </a:extLst>
          </p:cNvPr>
          <p:cNvGrpSpPr/>
          <p:nvPr/>
        </p:nvGrpSpPr>
        <p:grpSpPr>
          <a:xfrm>
            <a:off x="8962119" y="4610002"/>
            <a:ext cx="2561811" cy="632926"/>
            <a:chOff x="8957885" y="4574183"/>
            <a:chExt cx="2561811" cy="632926"/>
          </a:xfrm>
        </p:grpSpPr>
        <p:sp>
          <p:nvSpPr>
            <p:cNvPr id="188" name="楕円 187">
              <a:extLst>
                <a:ext uri="{FF2B5EF4-FFF2-40B4-BE49-F238E27FC236}">
                  <a16:creationId xmlns:a16="http://schemas.microsoft.com/office/drawing/2014/main" id="{BAC666F0-429E-BE72-6E2F-04189A2A4C89}"/>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89" name="四角形: 角を丸くする 188">
              <a:extLst>
                <a:ext uri="{FF2B5EF4-FFF2-40B4-BE49-F238E27FC236}">
                  <a16:creationId xmlns:a16="http://schemas.microsoft.com/office/drawing/2014/main" id="{B3EE3B05-CDC1-B2F6-EFC1-278F230EA08C}"/>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90" name="グループ化 189">
              <a:extLst>
                <a:ext uri="{FF2B5EF4-FFF2-40B4-BE49-F238E27FC236}">
                  <a16:creationId xmlns:a16="http://schemas.microsoft.com/office/drawing/2014/main" id="{00D1BB33-2EE4-E9BB-3179-CDBFE8291FE8}"/>
                </a:ext>
              </a:extLst>
            </p:cNvPr>
            <p:cNvGrpSpPr/>
            <p:nvPr/>
          </p:nvGrpSpPr>
          <p:grpSpPr>
            <a:xfrm>
              <a:off x="9498429" y="4598805"/>
              <a:ext cx="1505416" cy="601824"/>
              <a:chOff x="1980734" y="3149081"/>
              <a:chExt cx="1505416" cy="601824"/>
            </a:xfrm>
          </p:grpSpPr>
          <p:sp>
            <p:nvSpPr>
              <p:cNvPr id="191" name="楕円 190">
                <a:extLst>
                  <a:ext uri="{FF2B5EF4-FFF2-40B4-BE49-F238E27FC236}">
                    <a16:creationId xmlns:a16="http://schemas.microsoft.com/office/drawing/2014/main" id="{C5AC3DFD-D431-0E58-F621-BD6427B8F16C}"/>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92" name="グループ化 191">
                <a:extLst>
                  <a:ext uri="{FF2B5EF4-FFF2-40B4-BE49-F238E27FC236}">
                    <a16:creationId xmlns:a16="http://schemas.microsoft.com/office/drawing/2014/main" id="{42E8664A-1ED3-79D0-D129-352AC0931B7C}"/>
                  </a:ext>
                </a:extLst>
              </p:cNvPr>
              <p:cNvGrpSpPr/>
              <p:nvPr/>
            </p:nvGrpSpPr>
            <p:grpSpPr>
              <a:xfrm>
                <a:off x="1980734" y="3175652"/>
                <a:ext cx="1505416" cy="575253"/>
                <a:chOff x="1980734" y="3175652"/>
                <a:chExt cx="1505416" cy="575253"/>
              </a:xfrm>
            </p:grpSpPr>
            <p:grpSp>
              <p:nvGrpSpPr>
                <p:cNvPr id="193" name="グループ化 192">
                  <a:extLst>
                    <a:ext uri="{FF2B5EF4-FFF2-40B4-BE49-F238E27FC236}">
                      <a16:creationId xmlns:a16="http://schemas.microsoft.com/office/drawing/2014/main" id="{5CAF62BD-B739-A585-CE77-43BA61C04571}"/>
                    </a:ext>
                  </a:extLst>
                </p:cNvPr>
                <p:cNvGrpSpPr/>
                <p:nvPr/>
              </p:nvGrpSpPr>
              <p:grpSpPr>
                <a:xfrm>
                  <a:off x="1980734" y="3473931"/>
                  <a:ext cx="1505416" cy="276974"/>
                  <a:chOff x="4194668" y="3607669"/>
                  <a:chExt cx="1105960" cy="276974"/>
                </a:xfrm>
              </p:grpSpPr>
              <p:sp>
                <p:nvSpPr>
                  <p:cNvPr id="195" name="四角形: 角を丸くする 194">
                    <a:extLst>
                      <a:ext uri="{FF2B5EF4-FFF2-40B4-BE49-F238E27FC236}">
                        <a16:creationId xmlns:a16="http://schemas.microsoft.com/office/drawing/2014/main" id="{CA9828F9-6A73-81E7-8EAB-7DB2D8DB2165}"/>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96" name="図 195">
                    <a:extLst>
                      <a:ext uri="{FF2B5EF4-FFF2-40B4-BE49-F238E27FC236}">
                        <a16:creationId xmlns:a16="http://schemas.microsoft.com/office/drawing/2014/main" id="{8FF2193F-1C89-82E2-4CCA-D3A0F655800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94" name="テキスト ボックス 193">
                  <a:extLst>
                    <a:ext uri="{FF2B5EF4-FFF2-40B4-BE49-F238E27FC236}">
                      <a16:creationId xmlns:a16="http://schemas.microsoft.com/office/drawing/2014/main" id="{D20AD2AD-3B16-5B1C-B4A2-B2D6B836EB3F}"/>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276" name="グループ化 275">
            <a:extLst>
              <a:ext uri="{FF2B5EF4-FFF2-40B4-BE49-F238E27FC236}">
                <a16:creationId xmlns:a16="http://schemas.microsoft.com/office/drawing/2014/main" id="{DE7208ED-0DAB-5DAC-FDAB-7E5F7ED333DF}"/>
              </a:ext>
            </a:extLst>
          </p:cNvPr>
          <p:cNvGrpSpPr/>
          <p:nvPr/>
        </p:nvGrpSpPr>
        <p:grpSpPr>
          <a:xfrm>
            <a:off x="1719571" y="303092"/>
            <a:ext cx="3092165" cy="338875"/>
            <a:chOff x="1719571" y="274517"/>
            <a:chExt cx="3092165" cy="338875"/>
          </a:xfrm>
        </p:grpSpPr>
        <p:grpSp>
          <p:nvGrpSpPr>
            <p:cNvPr id="241" name="グループ化 240">
              <a:extLst>
                <a:ext uri="{FF2B5EF4-FFF2-40B4-BE49-F238E27FC236}">
                  <a16:creationId xmlns:a16="http://schemas.microsoft.com/office/drawing/2014/main" id="{50CD725F-5462-87EE-42F6-080753743D04}"/>
                </a:ext>
              </a:extLst>
            </p:cNvPr>
            <p:cNvGrpSpPr/>
            <p:nvPr/>
          </p:nvGrpSpPr>
          <p:grpSpPr>
            <a:xfrm>
              <a:off x="1719571" y="274517"/>
              <a:ext cx="3092165" cy="338875"/>
              <a:chOff x="1719571" y="215382"/>
              <a:chExt cx="3888059" cy="426098"/>
            </a:xfrm>
          </p:grpSpPr>
          <p:sp>
            <p:nvSpPr>
              <p:cNvPr id="242" name="平行四辺形 241">
                <a:extLst>
                  <a:ext uri="{FF2B5EF4-FFF2-40B4-BE49-F238E27FC236}">
                    <a16:creationId xmlns:a16="http://schemas.microsoft.com/office/drawing/2014/main" id="{978B5A3C-7DF6-23D9-77B0-3727DC0F9B0D}"/>
                  </a:ext>
                </a:extLst>
              </p:cNvPr>
              <p:cNvSpPr/>
              <p:nvPr/>
            </p:nvSpPr>
            <p:spPr>
              <a:xfrm>
                <a:off x="171957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3" name="平行四辺形 242">
                <a:extLst>
                  <a:ext uri="{FF2B5EF4-FFF2-40B4-BE49-F238E27FC236}">
                    <a16:creationId xmlns:a16="http://schemas.microsoft.com/office/drawing/2014/main" id="{E59AFC9B-65BC-90E0-BE62-118EB80A90A2}"/>
                  </a:ext>
                </a:extLst>
              </p:cNvPr>
              <p:cNvSpPr/>
              <p:nvPr/>
            </p:nvSpPr>
            <p:spPr>
              <a:xfrm>
                <a:off x="2477666"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4" name="平行四辺形 243">
                <a:extLst>
                  <a:ext uri="{FF2B5EF4-FFF2-40B4-BE49-F238E27FC236}">
                    <a16:creationId xmlns:a16="http://schemas.microsoft.com/office/drawing/2014/main" id="{4811C832-EE9C-82E8-4D18-C9BD3F3B3E79}"/>
                  </a:ext>
                </a:extLst>
              </p:cNvPr>
              <p:cNvSpPr/>
              <p:nvPr/>
            </p:nvSpPr>
            <p:spPr>
              <a:xfrm>
                <a:off x="323576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5" name="平行四辺形 244">
                <a:extLst>
                  <a:ext uri="{FF2B5EF4-FFF2-40B4-BE49-F238E27FC236}">
                    <a16:creationId xmlns:a16="http://schemas.microsoft.com/office/drawing/2014/main" id="{FE9CAD0A-7C93-2BA2-73F1-E183795AAD7D}"/>
                  </a:ext>
                </a:extLst>
              </p:cNvPr>
              <p:cNvSpPr/>
              <p:nvPr/>
            </p:nvSpPr>
            <p:spPr>
              <a:xfrm>
                <a:off x="4751951" y="215382"/>
                <a:ext cx="855679" cy="426098"/>
              </a:xfrm>
              <a:prstGeom prst="parallelogram">
                <a:avLst/>
              </a:prstGeom>
              <a:solidFill>
                <a:schemeClr val="tx1">
                  <a:lumMod val="75000"/>
                  <a:lumOff val="2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6" name="平行四辺形 245">
                <a:extLst>
                  <a:ext uri="{FF2B5EF4-FFF2-40B4-BE49-F238E27FC236}">
                    <a16:creationId xmlns:a16="http://schemas.microsoft.com/office/drawing/2014/main" id="{102EEDA2-4CC6-AC46-AB81-E35D46AAEB90}"/>
                  </a:ext>
                </a:extLst>
              </p:cNvPr>
              <p:cNvSpPr/>
              <p:nvPr/>
            </p:nvSpPr>
            <p:spPr>
              <a:xfrm>
                <a:off x="3993856"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272" name="楕円 271">
              <a:extLst>
                <a:ext uri="{FF2B5EF4-FFF2-40B4-BE49-F238E27FC236}">
                  <a16:creationId xmlns:a16="http://schemas.microsoft.com/office/drawing/2014/main" id="{3145E4BA-1C35-869D-B187-C5E2BF05AC7B}"/>
                </a:ext>
              </a:extLst>
            </p:cNvPr>
            <p:cNvSpPr/>
            <p:nvPr/>
          </p:nvSpPr>
          <p:spPr>
            <a:xfrm>
              <a:off x="1900984"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BIZ UDP明朝 Medium" panose="02020500000000000000" pitchFamily="18" charset="-128"/>
                  <a:ea typeface="BIZ UDP明朝 Medium" panose="02020500000000000000" pitchFamily="18" charset="-128"/>
                </a:rPr>
                <a:t>キャラ</a:t>
              </a:r>
            </a:p>
          </p:txBody>
        </p:sp>
        <p:sp>
          <p:nvSpPr>
            <p:cNvPr id="273" name="楕円 272">
              <a:extLst>
                <a:ext uri="{FF2B5EF4-FFF2-40B4-BE49-F238E27FC236}">
                  <a16:creationId xmlns:a16="http://schemas.microsoft.com/office/drawing/2014/main" id="{D6B7940C-A939-8FE3-5EA9-1322676FB654}"/>
                </a:ext>
              </a:extLst>
            </p:cNvPr>
            <p:cNvSpPr/>
            <p:nvPr/>
          </p:nvSpPr>
          <p:spPr>
            <a:xfrm>
              <a:off x="3716200"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BIZ UDP明朝 Medium" panose="02020500000000000000" pitchFamily="18" charset="-128"/>
                  <a:ea typeface="BIZ UDP明朝 Medium" panose="02020500000000000000" pitchFamily="18" charset="-128"/>
                </a:rPr>
                <a:t>キャラ</a:t>
              </a:r>
            </a:p>
          </p:txBody>
        </p:sp>
        <p:sp>
          <p:nvSpPr>
            <p:cNvPr id="274" name="楕円 273">
              <a:extLst>
                <a:ext uri="{FF2B5EF4-FFF2-40B4-BE49-F238E27FC236}">
                  <a16:creationId xmlns:a16="http://schemas.microsoft.com/office/drawing/2014/main" id="{0C796B4A-426B-4B73-97BD-73825B604B43}"/>
                </a:ext>
              </a:extLst>
            </p:cNvPr>
            <p:cNvSpPr/>
            <p:nvPr/>
          </p:nvSpPr>
          <p:spPr>
            <a:xfrm>
              <a:off x="2506056"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BIZ UDP明朝 Medium" panose="02020500000000000000" pitchFamily="18" charset="-128"/>
                  <a:ea typeface="BIZ UDP明朝 Medium" panose="02020500000000000000" pitchFamily="18" charset="-128"/>
                </a:rPr>
                <a:t>キャラ</a:t>
              </a:r>
            </a:p>
          </p:txBody>
        </p:sp>
        <p:sp>
          <p:nvSpPr>
            <p:cNvPr id="275" name="楕円 274">
              <a:extLst>
                <a:ext uri="{FF2B5EF4-FFF2-40B4-BE49-F238E27FC236}">
                  <a16:creationId xmlns:a16="http://schemas.microsoft.com/office/drawing/2014/main" id="{A2460A25-7FEE-C3B9-3FED-29697444DFC6}"/>
                </a:ext>
              </a:extLst>
            </p:cNvPr>
            <p:cNvSpPr/>
            <p:nvPr/>
          </p:nvSpPr>
          <p:spPr>
            <a:xfrm>
              <a:off x="3111128"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BIZ UDP明朝 Medium" panose="02020500000000000000" pitchFamily="18" charset="-128"/>
                  <a:ea typeface="BIZ UDP明朝 Medium" panose="02020500000000000000" pitchFamily="18" charset="-128"/>
                </a:rPr>
                <a:t>キャラ</a:t>
              </a:r>
            </a:p>
          </p:txBody>
        </p:sp>
      </p:grpSp>
      <p:cxnSp>
        <p:nvCxnSpPr>
          <p:cNvPr id="25" name="直線コネクタ 24">
            <a:extLst>
              <a:ext uri="{FF2B5EF4-FFF2-40B4-BE49-F238E27FC236}">
                <a16:creationId xmlns:a16="http://schemas.microsoft.com/office/drawing/2014/main" id="{DC877E50-18CE-CCAF-B2B1-A6469527EF6A}"/>
              </a:ext>
            </a:extLst>
          </p:cNvPr>
          <p:cNvCxnSpPr>
            <a:cxnSpLocks/>
          </p:cNvCxnSpPr>
          <p:nvPr/>
        </p:nvCxnSpPr>
        <p:spPr>
          <a:xfrm>
            <a:off x="541538" y="3769566"/>
            <a:ext cx="5051394" cy="0"/>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82" name="テキスト ボックス 81">
            <a:extLst>
              <a:ext uri="{FF2B5EF4-FFF2-40B4-BE49-F238E27FC236}">
                <a16:creationId xmlns:a16="http://schemas.microsoft.com/office/drawing/2014/main" id="{5EAA2CF4-17DC-C700-36BF-27AD3B9A9719}"/>
              </a:ext>
            </a:extLst>
          </p:cNvPr>
          <p:cNvSpPr txBox="1"/>
          <p:nvPr/>
        </p:nvSpPr>
        <p:spPr>
          <a:xfrm>
            <a:off x="5094472" y="3348579"/>
            <a:ext cx="524313" cy="369332"/>
          </a:xfrm>
          <a:prstGeom prst="rect">
            <a:avLst/>
          </a:prstGeom>
          <a:noFill/>
        </p:spPr>
        <p:txBody>
          <a:bodyPr wrap="square" rtlCol="0">
            <a:spAutoFit/>
          </a:bodyPr>
          <a:lstStyle/>
          <a:p>
            <a:pPr algn="ctr"/>
            <a:r>
              <a:rPr kumimoji="1" lang="ja-JP" altLang="en-US" b="1" dirty="0">
                <a:solidFill>
                  <a:schemeClr val="bg1">
                    <a:lumMod val="95000"/>
                  </a:schemeClr>
                </a:solidFill>
                <a:latin typeface="BIZ UDP明朝 Medium" panose="02020500000000000000" pitchFamily="18" charset="-128"/>
                <a:ea typeface="BIZ UDP明朝 Medium" panose="02020500000000000000" pitchFamily="18" charset="-128"/>
              </a:rPr>
              <a:t>前</a:t>
            </a:r>
            <a:endParaRPr kumimoji="1" lang="ja-JP" altLang="en-US" sz="28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83" name="テキスト ボックス 82">
            <a:extLst>
              <a:ext uri="{FF2B5EF4-FFF2-40B4-BE49-F238E27FC236}">
                <a16:creationId xmlns:a16="http://schemas.microsoft.com/office/drawing/2014/main" id="{FE365A73-CE5B-A2AF-5231-6772AE1D1F62}"/>
              </a:ext>
            </a:extLst>
          </p:cNvPr>
          <p:cNvSpPr txBox="1"/>
          <p:nvPr/>
        </p:nvSpPr>
        <p:spPr>
          <a:xfrm>
            <a:off x="5094472" y="3786647"/>
            <a:ext cx="524313" cy="369332"/>
          </a:xfrm>
          <a:prstGeom prst="rect">
            <a:avLst/>
          </a:prstGeom>
          <a:noFill/>
        </p:spPr>
        <p:txBody>
          <a:bodyPr wrap="square" rtlCol="0">
            <a:spAutoFit/>
          </a:bodyPr>
          <a:lstStyle/>
          <a:p>
            <a:pPr algn="ctr"/>
            <a:r>
              <a:rPr kumimoji="1" lang="ja-JP" altLang="en-US" b="1" dirty="0">
                <a:solidFill>
                  <a:schemeClr val="bg1">
                    <a:lumMod val="95000"/>
                  </a:schemeClr>
                </a:solidFill>
                <a:latin typeface="BIZ UDP明朝 Medium" panose="02020500000000000000" pitchFamily="18" charset="-128"/>
                <a:ea typeface="BIZ UDP明朝 Medium" panose="02020500000000000000" pitchFamily="18" charset="-128"/>
              </a:rPr>
              <a:t>後</a:t>
            </a:r>
            <a:endParaRPr kumimoji="1" lang="ja-JP" altLang="en-US" sz="28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nvGrpSpPr>
          <p:cNvPr id="5" name="グループ化 4">
            <a:extLst>
              <a:ext uri="{FF2B5EF4-FFF2-40B4-BE49-F238E27FC236}">
                <a16:creationId xmlns:a16="http://schemas.microsoft.com/office/drawing/2014/main" id="{B0F965CE-42F5-9E68-9BFD-5F2EB2324B8E}"/>
              </a:ext>
            </a:extLst>
          </p:cNvPr>
          <p:cNvGrpSpPr/>
          <p:nvPr/>
        </p:nvGrpSpPr>
        <p:grpSpPr>
          <a:xfrm>
            <a:off x="-7572198" y="2537074"/>
            <a:ext cx="7424968" cy="1844784"/>
            <a:chOff x="5621472" y="3249569"/>
            <a:chExt cx="4022675" cy="999461"/>
          </a:xfrm>
        </p:grpSpPr>
        <p:grpSp>
          <p:nvGrpSpPr>
            <p:cNvPr id="86" name="グループ化 85">
              <a:extLst>
                <a:ext uri="{FF2B5EF4-FFF2-40B4-BE49-F238E27FC236}">
                  <a16:creationId xmlns:a16="http://schemas.microsoft.com/office/drawing/2014/main" id="{9DE8B246-CAB5-BCB7-774A-F0F3BEC491A1}"/>
                </a:ext>
              </a:extLst>
            </p:cNvPr>
            <p:cNvGrpSpPr/>
            <p:nvPr/>
          </p:nvGrpSpPr>
          <p:grpSpPr>
            <a:xfrm>
              <a:off x="5621472" y="3249569"/>
              <a:ext cx="4022675" cy="999461"/>
              <a:chOff x="2209889" y="4943475"/>
              <a:chExt cx="4022675" cy="999461"/>
            </a:xfrm>
          </p:grpSpPr>
          <p:sp>
            <p:nvSpPr>
              <p:cNvPr id="91" name="四角形: 角を丸くする 90">
                <a:extLst>
                  <a:ext uri="{FF2B5EF4-FFF2-40B4-BE49-F238E27FC236}">
                    <a16:creationId xmlns:a16="http://schemas.microsoft.com/office/drawing/2014/main" id="{FFA26882-C2D3-1EE6-3C46-1EF9EACFA8C2}"/>
                  </a:ext>
                </a:extLst>
              </p:cNvPr>
              <p:cNvSpPr/>
              <p:nvPr/>
            </p:nvSpPr>
            <p:spPr>
              <a:xfrm>
                <a:off x="2209889" y="4943475"/>
                <a:ext cx="4022675" cy="999461"/>
              </a:xfrm>
              <a:prstGeom prst="roundRect">
                <a:avLst/>
              </a:prstGeom>
              <a:solidFill>
                <a:schemeClr val="dk1">
                  <a:alpha val="80000"/>
                </a:schemeClr>
              </a:solidFill>
              <a:ln>
                <a:solidFill>
                  <a:schemeClr val="bg1">
                    <a:lumMod val="95000"/>
                  </a:schemeClr>
                </a:solidFill>
              </a:ln>
            </p:spPr>
            <p:style>
              <a:lnRef idx="2">
                <a:schemeClr val="dk1">
                  <a:shade val="15000"/>
                </a:schemeClr>
              </a:lnRef>
              <a:fillRef idx="1">
                <a:schemeClr val="dk1"/>
              </a:fillRef>
              <a:effectRef idx="0">
                <a:schemeClr val="dk1"/>
              </a:effectRef>
              <a:fontRef idx="minor">
                <a:schemeClr val="lt1"/>
              </a:fontRef>
            </p:style>
            <p:txBody>
              <a:bodyPr rtlCol="0" anchor="ctr"/>
              <a:lstStyle/>
              <a:p>
                <a:endParaRPr kumimoji="1" lang="ja-JP" altLang="en-US" sz="2800" dirty="0">
                  <a:latin typeface="BIZ UDP明朝 Medium" panose="02020500000000000000" pitchFamily="18" charset="-128"/>
                  <a:ea typeface="BIZ UDP明朝 Medium" panose="02020500000000000000" pitchFamily="18" charset="-128"/>
                </a:endParaRPr>
              </a:p>
            </p:txBody>
          </p:sp>
          <p:sp>
            <p:nvSpPr>
              <p:cNvPr id="97" name="テキスト ボックス 96">
                <a:extLst>
                  <a:ext uri="{FF2B5EF4-FFF2-40B4-BE49-F238E27FC236}">
                    <a16:creationId xmlns:a16="http://schemas.microsoft.com/office/drawing/2014/main" id="{F1F66F93-9399-17E9-31BC-1C3725E53560}"/>
                  </a:ext>
                </a:extLst>
              </p:cNvPr>
              <p:cNvSpPr txBox="1"/>
              <p:nvPr/>
            </p:nvSpPr>
            <p:spPr>
              <a:xfrm>
                <a:off x="3655825" y="5488554"/>
                <a:ext cx="2008076" cy="316817"/>
              </a:xfrm>
              <a:prstGeom prst="rect">
                <a:avLst/>
              </a:prstGeom>
              <a:noFill/>
            </p:spPr>
            <p:txBody>
              <a:bodyPr wrap="none" rtlCol="0">
                <a:spAutoFit/>
              </a:bodyPr>
              <a:lstStyle/>
              <a:p>
                <a:r>
                  <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rPr>
                  <a:t>敵</a:t>
                </a:r>
                <a:r>
                  <a:rPr kumimoji="1"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3</a:t>
                </a:r>
                <a:r>
                  <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rPr>
                  <a:t>体に中威力攻撃</a:t>
                </a:r>
              </a:p>
            </p:txBody>
          </p:sp>
          <p:grpSp>
            <p:nvGrpSpPr>
              <p:cNvPr id="180" name="グループ化 179">
                <a:extLst>
                  <a:ext uri="{FF2B5EF4-FFF2-40B4-BE49-F238E27FC236}">
                    <a16:creationId xmlns:a16="http://schemas.microsoft.com/office/drawing/2014/main" id="{DD1C451F-7DEB-2F89-B249-344D2A520D27}"/>
                  </a:ext>
                </a:extLst>
              </p:cNvPr>
              <p:cNvGrpSpPr/>
              <p:nvPr/>
            </p:nvGrpSpPr>
            <p:grpSpPr>
              <a:xfrm>
                <a:off x="2481915" y="5029626"/>
                <a:ext cx="3187249" cy="789382"/>
                <a:chOff x="2481915" y="5169587"/>
                <a:chExt cx="3187249" cy="789382"/>
              </a:xfrm>
            </p:grpSpPr>
            <p:sp>
              <p:nvSpPr>
                <p:cNvPr id="181" name="テキスト ボックス 180">
                  <a:extLst>
                    <a:ext uri="{FF2B5EF4-FFF2-40B4-BE49-F238E27FC236}">
                      <a16:creationId xmlns:a16="http://schemas.microsoft.com/office/drawing/2014/main" id="{6FA00611-C23E-CFDC-4D4B-E1992DF5BB0E}"/>
                    </a:ext>
                  </a:extLst>
                </p:cNvPr>
                <p:cNvSpPr txBox="1"/>
                <p:nvPr/>
              </p:nvSpPr>
              <p:spPr>
                <a:xfrm>
                  <a:off x="3653833" y="5169587"/>
                  <a:ext cx="2015331" cy="383516"/>
                </a:xfrm>
                <a:prstGeom prst="rect">
                  <a:avLst/>
                </a:prstGeom>
                <a:noFill/>
              </p:spPr>
              <p:txBody>
                <a:bodyPr wrap="square">
                  <a:spAutoFit/>
                </a:bodyPr>
                <a:lstStyle/>
                <a:p>
                  <a:r>
                    <a:rPr kumimoji="1" lang="ja-JP" altLang="en-US" sz="4000" dirty="0">
                      <a:solidFill>
                        <a:srgbClr val="CC66FF"/>
                      </a:solidFill>
                      <a:latin typeface="BIZ UDP明朝 Medium" panose="02020500000000000000" pitchFamily="18" charset="-128"/>
                      <a:ea typeface="BIZ UDP明朝 Medium" panose="02020500000000000000" pitchFamily="18" charset="-128"/>
                    </a:rPr>
                    <a:t>スキル</a:t>
                  </a:r>
                </a:p>
              </p:txBody>
            </p:sp>
            <p:grpSp>
              <p:nvGrpSpPr>
                <p:cNvPr id="183" name="グループ化 182">
                  <a:extLst>
                    <a:ext uri="{FF2B5EF4-FFF2-40B4-BE49-F238E27FC236}">
                      <a16:creationId xmlns:a16="http://schemas.microsoft.com/office/drawing/2014/main" id="{DF3352AD-893C-6832-1DC1-F94E025E8978}"/>
                    </a:ext>
                  </a:extLst>
                </p:cNvPr>
                <p:cNvGrpSpPr/>
                <p:nvPr/>
              </p:nvGrpSpPr>
              <p:grpSpPr>
                <a:xfrm>
                  <a:off x="2481915" y="5773097"/>
                  <a:ext cx="732509" cy="185872"/>
                  <a:chOff x="2481915" y="5773097"/>
                  <a:chExt cx="732509" cy="185872"/>
                </a:xfrm>
              </p:grpSpPr>
              <p:sp>
                <p:nvSpPr>
                  <p:cNvPr id="268" name="楕円 267">
                    <a:extLst>
                      <a:ext uri="{FF2B5EF4-FFF2-40B4-BE49-F238E27FC236}">
                        <a16:creationId xmlns:a16="http://schemas.microsoft.com/office/drawing/2014/main" id="{A7177879-A63B-EEE2-9D34-128F24CD1C98}"/>
                      </a:ext>
                    </a:extLst>
                  </p:cNvPr>
                  <p:cNvSpPr/>
                  <p:nvPr/>
                </p:nvSpPr>
                <p:spPr>
                  <a:xfrm>
                    <a:off x="2481915" y="5773097"/>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269" name="楕円 268">
                    <a:extLst>
                      <a:ext uri="{FF2B5EF4-FFF2-40B4-BE49-F238E27FC236}">
                        <a16:creationId xmlns:a16="http://schemas.microsoft.com/office/drawing/2014/main" id="{32EDD495-9BC6-E725-6270-CC4B7781ED7D}"/>
                      </a:ext>
                    </a:extLst>
                  </p:cNvPr>
                  <p:cNvSpPr/>
                  <p:nvPr/>
                </p:nvSpPr>
                <p:spPr>
                  <a:xfrm>
                    <a:off x="2748622" y="5773097"/>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270" name="楕円 269">
                    <a:extLst>
                      <a:ext uri="{FF2B5EF4-FFF2-40B4-BE49-F238E27FC236}">
                        <a16:creationId xmlns:a16="http://schemas.microsoft.com/office/drawing/2014/main" id="{10CC565A-E562-06DD-415F-28AD27E7F2F5}"/>
                      </a:ext>
                    </a:extLst>
                  </p:cNvPr>
                  <p:cNvSpPr/>
                  <p:nvPr/>
                </p:nvSpPr>
                <p:spPr>
                  <a:xfrm>
                    <a:off x="3015328" y="5773097"/>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grpSp>
        </p:grpSp>
        <p:sp>
          <p:nvSpPr>
            <p:cNvPr id="271" name="楕円 270">
              <a:extLst>
                <a:ext uri="{FF2B5EF4-FFF2-40B4-BE49-F238E27FC236}">
                  <a16:creationId xmlns:a16="http://schemas.microsoft.com/office/drawing/2014/main" id="{97476800-4F28-6E1C-FAC6-E6B9129DB412}"/>
                </a:ext>
              </a:extLst>
            </p:cNvPr>
            <p:cNvSpPr/>
            <p:nvPr/>
          </p:nvSpPr>
          <p:spPr>
            <a:xfrm>
              <a:off x="5937377" y="3299679"/>
              <a:ext cx="651777" cy="598798"/>
            </a:xfrm>
            <a:prstGeom prst="ellipse">
              <a:avLst/>
            </a:prstGeom>
            <a:solidFill>
              <a:schemeClr val="tx1">
                <a:lumMod val="50000"/>
                <a:lumOff val="50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キャラ</a:t>
              </a:r>
            </a:p>
          </p:txBody>
        </p:sp>
      </p:grpSp>
      <p:sp>
        <p:nvSpPr>
          <p:cNvPr id="4" name="矢印: 五方向 3">
            <a:extLst>
              <a:ext uri="{FF2B5EF4-FFF2-40B4-BE49-F238E27FC236}">
                <a16:creationId xmlns:a16="http://schemas.microsoft.com/office/drawing/2014/main" id="{F39A30CC-8B5F-6EA0-2EB5-E97AE8B8E719}"/>
              </a:ext>
            </a:extLst>
          </p:cNvPr>
          <p:cNvSpPr/>
          <p:nvPr/>
        </p:nvSpPr>
        <p:spPr>
          <a:xfrm>
            <a:off x="9793588" y="6169827"/>
            <a:ext cx="1225730" cy="527075"/>
          </a:xfrm>
          <a:prstGeom prst="homePlate">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BIZ UDP明朝 Medium" panose="02020500000000000000" pitchFamily="18" charset="-128"/>
                <a:ea typeface="BIZ UDP明朝 Medium" panose="02020500000000000000" pitchFamily="18" charset="-128"/>
              </a:rPr>
              <a:t>撤退</a:t>
            </a:r>
          </a:p>
        </p:txBody>
      </p:sp>
      <p:grpSp>
        <p:nvGrpSpPr>
          <p:cNvPr id="21" name="グループ化 20">
            <a:extLst>
              <a:ext uri="{FF2B5EF4-FFF2-40B4-BE49-F238E27FC236}">
                <a16:creationId xmlns:a16="http://schemas.microsoft.com/office/drawing/2014/main" id="{FCA9DCCB-41E9-AFF1-B4A7-32BB4C3B7FB3}"/>
              </a:ext>
            </a:extLst>
          </p:cNvPr>
          <p:cNvGrpSpPr/>
          <p:nvPr/>
        </p:nvGrpSpPr>
        <p:grpSpPr>
          <a:xfrm>
            <a:off x="8106557" y="848666"/>
            <a:ext cx="1102148" cy="5096264"/>
            <a:chOff x="8106557" y="848666"/>
            <a:chExt cx="1102148" cy="5096264"/>
          </a:xfrm>
        </p:grpSpPr>
        <p:sp>
          <p:nvSpPr>
            <p:cNvPr id="24" name="楕円 23">
              <a:extLst>
                <a:ext uri="{FF2B5EF4-FFF2-40B4-BE49-F238E27FC236}">
                  <a16:creationId xmlns:a16="http://schemas.microsoft.com/office/drawing/2014/main" id="{DF9F1CDB-8F20-0110-16FB-428D8559B4F5}"/>
                </a:ext>
              </a:extLst>
            </p:cNvPr>
            <p:cNvSpPr/>
            <p:nvPr/>
          </p:nvSpPr>
          <p:spPr>
            <a:xfrm>
              <a:off x="8883123" y="848666"/>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バフ</a:t>
              </a:r>
            </a:p>
          </p:txBody>
        </p:sp>
        <p:sp>
          <p:nvSpPr>
            <p:cNvPr id="32" name="楕円 31">
              <a:extLst>
                <a:ext uri="{FF2B5EF4-FFF2-40B4-BE49-F238E27FC236}">
                  <a16:creationId xmlns:a16="http://schemas.microsoft.com/office/drawing/2014/main" id="{2795A336-0337-50B6-64C9-BCF5B9394CD0}"/>
                </a:ext>
              </a:extLst>
            </p:cNvPr>
            <p:cNvSpPr/>
            <p:nvPr/>
          </p:nvSpPr>
          <p:spPr>
            <a:xfrm>
              <a:off x="8883123" y="1583030"/>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バフ</a:t>
              </a:r>
            </a:p>
          </p:txBody>
        </p:sp>
        <p:sp>
          <p:nvSpPr>
            <p:cNvPr id="33" name="楕円 32">
              <a:extLst>
                <a:ext uri="{FF2B5EF4-FFF2-40B4-BE49-F238E27FC236}">
                  <a16:creationId xmlns:a16="http://schemas.microsoft.com/office/drawing/2014/main" id="{8AA07B5F-AD39-409C-ABB7-108EA7A7B1FB}"/>
                </a:ext>
              </a:extLst>
            </p:cNvPr>
            <p:cNvSpPr/>
            <p:nvPr/>
          </p:nvSpPr>
          <p:spPr>
            <a:xfrm>
              <a:off x="8880110" y="3191229"/>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バフ</a:t>
              </a:r>
            </a:p>
          </p:txBody>
        </p:sp>
        <p:sp>
          <p:nvSpPr>
            <p:cNvPr id="51" name="楕円 50">
              <a:extLst>
                <a:ext uri="{FF2B5EF4-FFF2-40B4-BE49-F238E27FC236}">
                  <a16:creationId xmlns:a16="http://schemas.microsoft.com/office/drawing/2014/main" id="{912E3AC1-D952-BFCE-BCF5-0C69C7DE500C}"/>
                </a:ext>
              </a:extLst>
            </p:cNvPr>
            <p:cNvSpPr/>
            <p:nvPr/>
          </p:nvSpPr>
          <p:spPr>
            <a:xfrm>
              <a:off x="8880110" y="3925593"/>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バフ</a:t>
              </a:r>
            </a:p>
          </p:txBody>
        </p:sp>
        <p:sp>
          <p:nvSpPr>
            <p:cNvPr id="54" name="楕円 53">
              <a:extLst>
                <a:ext uri="{FF2B5EF4-FFF2-40B4-BE49-F238E27FC236}">
                  <a16:creationId xmlns:a16="http://schemas.microsoft.com/office/drawing/2014/main" id="{337291D9-1635-43A6-7257-9BB6BB61B99A}"/>
                </a:ext>
              </a:extLst>
            </p:cNvPr>
            <p:cNvSpPr/>
            <p:nvPr/>
          </p:nvSpPr>
          <p:spPr>
            <a:xfrm>
              <a:off x="8887113" y="4650730"/>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バフ</a:t>
              </a:r>
            </a:p>
          </p:txBody>
        </p:sp>
        <p:sp>
          <p:nvSpPr>
            <p:cNvPr id="66" name="楕円 65">
              <a:extLst>
                <a:ext uri="{FF2B5EF4-FFF2-40B4-BE49-F238E27FC236}">
                  <a16:creationId xmlns:a16="http://schemas.microsoft.com/office/drawing/2014/main" id="{882F8790-6E2A-4E38-F0A9-1D227529FB89}"/>
                </a:ext>
              </a:extLst>
            </p:cNvPr>
            <p:cNvSpPr/>
            <p:nvPr/>
          </p:nvSpPr>
          <p:spPr>
            <a:xfrm>
              <a:off x="8887113" y="5385094"/>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バフ</a:t>
              </a:r>
            </a:p>
          </p:txBody>
        </p:sp>
        <p:sp>
          <p:nvSpPr>
            <p:cNvPr id="69" name="楕円 68">
              <a:extLst>
                <a:ext uri="{FF2B5EF4-FFF2-40B4-BE49-F238E27FC236}">
                  <a16:creationId xmlns:a16="http://schemas.microsoft.com/office/drawing/2014/main" id="{462AC41F-C483-0F71-3AC9-EEDAC1A272A2}"/>
                </a:ext>
              </a:extLst>
            </p:cNvPr>
            <p:cNvSpPr/>
            <p:nvPr/>
          </p:nvSpPr>
          <p:spPr>
            <a:xfrm>
              <a:off x="8106557" y="2319447"/>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バフ</a:t>
              </a:r>
            </a:p>
          </p:txBody>
        </p:sp>
      </p:grpSp>
      <p:grpSp>
        <p:nvGrpSpPr>
          <p:cNvPr id="79" name="グループ化 78">
            <a:extLst>
              <a:ext uri="{FF2B5EF4-FFF2-40B4-BE49-F238E27FC236}">
                <a16:creationId xmlns:a16="http://schemas.microsoft.com/office/drawing/2014/main" id="{1F542EEA-0316-B06C-1869-535418D8C4AD}"/>
              </a:ext>
            </a:extLst>
          </p:cNvPr>
          <p:cNvGrpSpPr/>
          <p:nvPr/>
        </p:nvGrpSpPr>
        <p:grpSpPr>
          <a:xfrm>
            <a:off x="701559" y="856984"/>
            <a:ext cx="973058" cy="5085256"/>
            <a:chOff x="701559" y="856984"/>
            <a:chExt cx="973058" cy="5085256"/>
          </a:xfrm>
        </p:grpSpPr>
        <p:sp>
          <p:nvSpPr>
            <p:cNvPr id="81" name="楕円 80">
              <a:extLst>
                <a:ext uri="{FF2B5EF4-FFF2-40B4-BE49-F238E27FC236}">
                  <a16:creationId xmlns:a16="http://schemas.microsoft.com/office/drawing/2014/main" id="{9DE6EA99-35AC-934B-D6B5-DB600A437976}"/>
                </a:ext>
              </a:extLst>
            </p:cNvPr>
            <p:cNvSpPr/>
            <p:nvPr/>
          </p:nvSpPr>
          <p:spPr>
            <a:xfrm>
              <a:off x="701559" y="856984"/>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バフ</a:t>
              </a:r>
            </a:p>
          </p:txBody>
        </p:sp>
        <p:sp>
          <p:nvSpPr>
            <p:cNvPr id="179" name="楕円 178">
              <a:extLst>
                <a:ext uri="{FF2B5EF4-FFF2-40B4-BE49-F238E27FC236}">
                  <a16:creationId xmlns:a16="http://schemas.microsoft.com/office/drawing/2014/main" id="{6F19BEF5-3E24-9EC2-047E-5B55CE8F7845}"/>
                </a:ext>
              </a:extLst>
            </p:cNvPr>
            <p:cNvSpPr/>
            <p:nvPr/>
          </p:nvSpPr>
          <p:spPr>
            <a:xfrm>
              <a:off x="701559" y="1591349"/>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バフ</a:t>
              </a:r>
            </a:p>
          </p:txBody>
        </p:sp>
        <p:sp>
          <p:nvSpPr>
            <p:cNvPr id="240" name="楕円 239">
              <a:extLst>
                <a:ext uri="{FF2B5EF4-FFF2-40B4-BE49-F238E27FC236}">
                  <a16:creationId xmlns:a16="http://schemas.microsoft.com/office/drawing/2014/main" id="{AA4690CC-A234-B65E-A781-3566C183560B}"/>
                </a:ext>
              </a:extLst>
            </p:cNvPr>
            <p:cNvSpPr/>
            <p:nvPr/>
          </p:nvSpPr>
          <p:spPr>
            <a:xfrm>
              <a:off x="701559" y="2325713"/>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バフ</a:t>
              </a:r>
            </a:p>
          </p:txBody>
        </p:sp>
        <p:sp>
          <p:nvSpPr>
            <p:cNvPr id="277" name="楕円 276">
              <a:extLst>
                <a:ext uri="{FF2B5EF4-FFF2-40B4-BE49-F238E27FC236}">
                  <a16:creationId xmlns:a16="http://schemas.microsoft.com/office/drawing/2014/main" id="{492E2484-B52E-65FD-5B0C-6CE9D955CF58}"/>
                </a:ext>
              </a:extLst>
            </p:cNvPr>
            <p:cNvSpPr/>
            <p:nvPr/>
          </p:nvSpPr>
          <p:spPr>
            <a:xfrm>
              <a:off x="701559" y="3913675"/>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バフ</a:t>
              </a:r>
            </a:p>
          </p:txBody>
        </p:sp>
        <p:sp>
          <p:nvSpPr>
            <p:cNvPr id="278" name="楕円 277">
              <a:extLst>
                <a:ext uri="{FF2B5EF4-FFF2-40B4-BE49-F238E27FC236}">
                  <a16:creationId xmlns:a16="http://schemas.microsoft.com/office/drawing/2014/main" id="{B77E0D6A-DBAC-2205-D859-776B921BF8F1}"/>
                </a:ext>
              </a:extLst>
            </p:cNvPr>
            <p:cNvSpPr/>
            <p:nvPr/>
          </p:nvSpPr>
          <p:spPr>
            <a:xfrm>
              <a:off x="701559" y="4648040"/>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バフ</a:t>
              </a:r>
            </a:p>
          </p:txBody>
        </p:sp>
        <p:sp>
          <p:nvSpPr>
            <p:cNvPr id="279" name="楕円 278">
              <a:extLst>
                <a:ext uri="{FF2B5EF4-FFF2-40B4-BE49-F238E27FC236}">
                  <a16:creationId xmlns:a16="http://schemas.microsoft.com/office/drawing/2014/main" id="{354AACDE-BDFE-B9EC-F481-33B6E59BA9EF}"/>
                </a:ext>
              </a:extLst>
            </p:cNvPr>
            <p:cNvSpPr/>
            <p:nvPr/>
          </p:nvSpPr>
          <p:spPr>
            <a:xfrm>
              <a:off x="701559" y="5382404"/>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バフ</a:t>
              </a:r>
            </a:p>
          </p:txBody>
        </p:sp>
        <p:sp>
          <p:nvSpPr>
            <p:cNvPr id="280" name="楕円 279">
              <a:extLst>
                <a:ext uri="{FF2B5EF4-FFF2-40B4-BE49-F238E27FC236}">
                  <a16:creationId xmlns:a16="http://schemas.microsoft.com/office/drawing/2014/main" id="{BD51AB74-FB10-F6C7-2E9F-373E864223BE}"/>
                </a:ext>
              </a:extLst>
            </p:cNvPr>
            <p:cNvSpPr/>
            <p:nvPr/>
          </p:nvSpPr>
          <p:spPr>
            <a:xfrm>
              <a:off x="1353025" y="3060758"/>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バフ</a:t>
              </a:r>
            </a:p>
          </p:txBody>
        </p:sp>
      </p:grpSp>
      <p:grpSp>
        <p:nvGrpSpPr>
          <p:cNvPr id="281" name="グループ化 280">
            <a:extLst>
              <a:ext uri="{FF2B5EF4-FFF2-40B4-BE49-F238E27FC236}">
                <a16:creationId xmlns:a16="http://schemas.microsoft.com/office/drawing/2014/main" id="{88936202-83AA-EECD-0F46-3EE5D2B61F70}"/>
              </a:ext>
            </a:extLst>
          </p:cNvPr>
          <p:cNvGrpSpPr/>
          <p:nvPr/>
        </p:nvGrpSpPr>
        <p:grpSpPr>
          <a:xfrm>
            <a:off x="8555891" y="1066452"/>
            <a:ext cx="181371" cy="327214"/>
            <a:chOff x="7641580" y="4279453"/>
            <a:chExt cx="227671" cy="410745"/>
          </a:xfrm>
          <a:solidFill>
            <a:schemeClr val="accent1"/>
          </a:solidFill>
        </p:grpSpPr>
        <p:sp>
          <p:nvSpPr>
            <p:cNvPr id="282" name="楕円 281">
              <a:extLst>
                <a:ext uri="{FF2B5EF4-FFF2-40B4-BE49-F238E27FC236}">
                  <a16:creationId xmlns:a16="http://schemas.microsoft.com/office/drawing/2014/main" id="{641BFD05-7D40-1365-17D7-FCD2DB32C554}"/>
                </a:ext>
              </a:extLst>
            </p:cNvPr>
            <p:cNvSpPr/>
            <p:nvPr/>
          </p:nvSpPr>
          <p:spPr>
            <a:xfrm>
              <a:off x="7670155" y="4504326"/>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283" name="楕円 282">
              <a:extLst>
                <a:ext uri="{FF2B5EF4-FFF2-40B4-BE49-F238E27FC236}">
                  <a16:creationId xmlns:a16="http://schemas.microsoft.com/office/drawing/2014/main" id="{1C9819D1-FFF3-9128-5B9F-8694CC31B625}"/>
                </a:ext>
              </a:extLst>
            </p:cNvPr>
            <p:cNvSpPr/>
            <p:nvPr/>
          </p:nvSpPr>
          <p:spPr>
            <a:xfrm>
              <a:off x="7641580" y="4279453"/>
              <a:ext cx="199096" cy="185872"/>
            </a:xfrm>
            <a:prstGeom prst="ellipse">
              <a:avLst/>
            </a:prstGeom>
            <a:solidFill>
              <a:schemeClr val="bg1">
                <a:lumMod val="7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sp>
        <p:nvSpPr>
          <p:cNvPr id="284" name="楕円 283">
            <a:extLst>
              <a:ext uri="{FF2B5EF4-FFF2-40B4-BE49-F238E27FC236}">
                <a16:creationId xmlns:a16="http://schemas.microsoft.com/office/drawing/2014/main" id="{BC7912A8-C2E4-B53F-6250-ABB991B58332}"/>
              </a:ext>
            </a:extLst>
          </p:cNvPr>
          <p:cNvSpPr/>
          <p:nvPr/>
        </p:nvSpPr>
        <p:spPr>
          <a:xfrm>
            <a:off x="8578654" y="1972233"/>
            <a:ext cx="158607" cy="148072"/>
          </a:xfrm>
          <a:prstGeom prst="ellipse">
            <a:avLst/>
          </a:prstGeom>
          <a:solidFill>
            <a:schemeClr val="bg1">
              <a:lumMod val="7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nvGrpSpPr>
          <p:cNvPr id="285" name="グループ化 284">
            <a:extLst>
              <a:ext uri="{FF2B5EF4-FFF2-40B4-BE49-F238E27FC236}">
                <a16:creationId xmlns:a16="http://schemas.microsoft.com/office/drawing/2014/main" id="{ECE45314-4A90-D6A4-EB6F-3BA43D6B91A6}"/>
              </a:ext>
            </a:extLst>
          </p:cNvPr>
          <p:cNvGrpSpPr/>
          <p:nvPr/>
        </p:nvGrpSpPr>
        <p:grpSpPr>
          <a:xfrm>
            <a:off x="7755890" y="2347193"/>
            <a:ext cx="204135" cy="506355"/>
            <a:chOff x="7613005" y="4054581"/>
            <a:chExt cx="256246" cy="635617"/>
          </a:xfrm>
          <a:solidFill>
            <a:schemeClr val="accent1"/>
          </a:solidFill>
        </p:grpSpPr>
        <p:sp>
          <p:nvSpPr>
            <p:cNvPr id="286" name="楕円 285">
              <a:extLst>
                <a:ext uri="{FF2B5EF4-FFF2-40B4-BE49-F238E27FC236}">
                  <a16:creationId xmlns:a16="http://schemas.microsoft.com/office/drawing/2014/main" id="{FD4F945A-1C68-9BA9-6C30-A95EF2A59053}"/>
                </a:ext>
              </a:extLst>
            </p:cNvPr>
            <p:cNvSpPr/>
            <p:nvPr/>
          </p:nvSpPr>
          <p:spPr>
            <a:xfrm>
              <a:off x="7670155" y="4504326"/>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287" name="楕円 286">
              <a:extLst>
                <a:ext uri="{FF2B5EF4-FFF2-40B4-BE49-F238E27FC236}">
                  <a16:creationId xmlns:a16="http://schemas.microsoft.com/office/drawing/2014/main" id="{41C018FD-528A-B84C-1E3B-0DF5590A5A06}"/>
                </a:ext>
              </a:extLst>
            </p:cNvPr>
            <p:cNvSpPr/>
            <p:nvPr/>
          </p:nvSpPr>
          <p:spPr>
            <a:xfrm>
              <a:off x="7641580" y="4279453"/>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288" name="楕円 287">
              <a:extLst>
                <a:ext uri="{FF2B5EF4-FFF2-40B4-BE49-F238E27FC236}">
                  <a16:creationId xmlns:a16="http://schemas.microsoft.com/office/drawing/2014/main" id="{46284041-AB66-D8F4-39B0-B862841C10BC}"/>
                </a:ext>
              </a:extLst>
            </p:cNvPr>
            <p:cNvSpPr/>
            <p:nvPr/>
          </p:nvSpPr>
          <p:spPr>
            <a:xfrm>
              <a:off x="7613005" y="4054581"/>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grpSp>
        <p:nvGrpSpPr>
          <p:cNvPr id="289" name="グループ化 288">
            <a:extLst>
              <a:ext uri="{FF2B5EF4-FFF2-40B4-BE49-F238E27FC236}">
                <a16:creationId xmlns:a16="http://schemas.microsoft.com/office/drawing/2014/main" id="{4EA4C5D3-2DE5-9C49-DC53-413053872C5A}"/>
              </a:ext>
            </a:extLst>
          </p:cNvPr>
          <p:cNvGrpSpPr/>
          <p:nvPr/>
        </p:nvGrpSpPr>
        <p:grpSpPr>
          <a:xfrm>
            <a:off x="7135508" y="2614506"/>
            <a:ext cx="4564411" cy="807400"/>
            <a:chOff x="7135508" y="2614506"/>
            <a:chExt cx="4564411" cy="807400"/>
          </a:xfrm>
        </p:grpSpPr>
        <p:cxnSp>
          <p:nvCxnSpPr>
            <p:cNvPr id="290" name="直線コネクタ 289">
              <a:extLst>
                <a:ext uri="{FF2B5EF4-FFF2-40B4-BE49-F238E27FC236}">
                  <a16:creationId xmlns:a16="http://schemas.microsoft.com/office/drawing/2014/main" id="{8C3C457A-4F7B-F26A-9F69-C26932EB02A4}"/>
                </a:ext>
              </a:extLst>
            </p:cNvPr>
            <p:cNvCxnSpPr>
              <a:cxnSpLocks/>
            </p:cNvCxnSpPr>
            <p:nvPr/>
          </p:nvCxnSpPr>
          <p:spPr>
            <a:xfrm>
              <a:off x="7181850" y="3027522"/>
              <a:ext cx="4518069" cy="0"/>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grpSp>
          <p:nvGrpSpPr>
            <p:cNvPr id="291" name="グループ化 290">
              <a:extLst>
                <a:ext uri="{FF2B5EF4-FFF2-40B4-BE49-F238E27FC236}">
                  <a16:creationId xmlns:a16="http://schemas.microsoft.com/office/drawing/2014/main" id="{C23FE4CE-EAA7-E86A-9A26-11CCAA43F356}"/>
                </a:ext>
              </a:extLst>
            </p:cNvPr>
            <p:cNvGrpSpPr/>
            <p:nvPr/>
          </p:nvGrpSpPr>
          <p:grpSpPr>
            <a:xfrm>
              <a:off x="7135508" y="2614506"/>
              <a:ext cx="524313" cy="807400"/>
              <a:chOff x="7430783" y="2595456"/>
              <a:chExt cx="524313" cy="807400"/>
            </a:xfrm>
          </p:grpSpPr>
          <p:sp>
            <p:nvSpPr>
              <p:cNvPr id="292" name="テキスト ボックス 291">
                <a:extLst>
                  <a:ext uri="{FF2B5EF4-FFF2-40B4-BE49-F238E27FC236}">
                    <a16:creationId xmlns:a16="http://schemas.microsoft.com/office/drawing/2014/main" id="{2AE83E4C-E96C-A0B5-D9F9-5BB575C22086}"/>
                  </a:ext>
                </a:extLst>
              </p:cNvPr>
              <p:cNvSpPr txBox="1"/>
              <p:nvPr/>
            </p:nvSpPr>
            <p:spPr>
              <a:xfrm>
                <a:off x="7430783" y="2595456"/>
                <a:ext cx="524313" cy="369332"/>
              </a:xfrm>
              <a:prstGeom prst="rect">
                <a:avLst/>
              </a:prstGeom>
              <a:noFill/>
            </p:spPr>
            <p:txBody>
              <a:bodyPr wrap="square" rtlCol="0">
                <a:spAutoFit/>
              </a:bodyPr>
              <a:lstStyle/>
              <a:p>
                <a:pPr algn="ctr"/>
                <a:r>
                  <a:rPr kumimoji="1" lang="ja-JP" altLang="en-US" b="1" dirty="0">
                    <a:solidFill>
                      <a:schemeClr val="bg1">
                        <a:lumMod val="95000"/>
                      </a:schemeClr>
                    </a:solidFill>
                    <a:latin typeface="BIZ UDP明朝 Medium" panose="02020500000000000000" pitchFamily="18" charset="-128"/>
                    <a:ea typeface="BIZ UDP明朝 Medium" panose="02020500000000000000" pitchFamily="18" charset="-128"/>
                  </a:rPr>
                  <a:t>前</a:t>
                </a:r>
                <a:endParaRPr kumimoji="1" lang="ja-JP" altLang="en-US" sz="28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293" name="テキスト ボックス 292">
                <a:extLst>
                  <a:ext uri="{FF2B5EF4-FFF2-40B4-BE49-F238E27FC236}">
                    <a16:creationId xmlns:a16="http://schemas.microsoft.com/office/drawing/2014/main" id="{7CBA789A-6879-7525-171A-23869704B8B1}"/>
                  </a:ext>
                </a:extLst>
              </p:cNvPr>
              <p:cNvSpPr txBox="1"/>
              <p:nvPr/>
            </p:nvSpPr>
            <p:spPr>
              <a:xfrm>
                <a:off x="7430783" y="3033524"/>
                <a:ext cx="524313" cy="369332"/>
              </a:xfrm>
              <a:prstGeom prst="rect">
                <a:avLst/>
              </a:prstGeom>
              <a:noFill/>
            </p:spPr>
            <p:txBody>
              <a:bodyPr wrap="square" rtlCol="0">
                <a:spAutoFit/>
              </a:bodyPr>
              <a:lstStyle/>
              <a:p>
                <a:pPr algn="ctr"/>
                <a:r>
                  <a:rPr kumimoji="1" lang="ja-JP" altLang="en-US" b="1" dirty="0">
                    <a:solidFill>
                      <a:schemeClr val="bg1">
                        <a:lumMod val="95000"/>
                      </a:schemeClr>
                    </a:solidFill>
                    <a:latin typeface="BIZ UDP明朝 Medium" panose="02020500000000000000" pitchFamily="18" charset="-128"/>
                    <a:ea typeface="BIZ UDP明朝 Medium" panose="02020500000000000000" pitchFamily="18" charset="-128"/>
                  </a:rPr>
                  <a:t>後</a:t>
                </a:r>
                <a:endParaRPr kumimoji="1" lang="ja-JP" altLang="en-US" sz="28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grpSp>
        <p:nvGrpSpPr>
          <p:cNvPr id="294" name="グループ化 293">
            <a:extLst>
              <a:ext uri="{FF2B5EF4-FFF2-40B4-BE49-F238E27FC236}">
                <a16:creationId xmlns:a16="http://schemas.microsoft.com/office/drawing/2014/main" id="{7BB08B5F-762D-D42F-6645-6A7DB17B6E5C}"/>
              </a:ext>
            </a:extLst>
          </p:cNvPr>
          <p:cNvGrpSpPr/>
          <p:nvPr/>
        </p:nvGrpSpPr>
        <p:grpSpPr>
          <a:xfrm>
            <a:off x="8555886" y="3393120"/>
            <a:ext cx="181371" cy="327214"/>
            <a:chOff x="7641580" y="4279453"/>
            <a:chExt cx="227671" cy="410745"/>
          </a:xfrm>
          <a:solidFill>
            <a:schemeClr val="accent1"/>
          </a:solidFill>
        </p:grpSpPr>
        <p:sp>
          <p:nvSpPr>
            <p:cNvPr id="295" name="楕円 294">
              <a:extLst>
                <a:ext uri="{FF2B5EF4-FFF2-40B4-BE49-F238E27FC236}">
                  <a16:creationId xmlns:a16="http://schemas.microsoft.com/office/drawing/2014/main" id="{572BE9DE-6E1B-C4B9-42D6-FEE21657722F}"/>
                </a:ext>
              </a:extLst>
            </p:cNvPr>
            <p:cNvSpPr/>
            <p:nvPr/>
          </p:nvSpPr>
          <p:spPr>
            <a:xfrm>
              <a:off x="7670155" y="4504326"/>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296" name="楕円 295">
              <a:extLst>
                <a:ext uri="{FF2B5EF4-FFF2-40B4-BE49-F238E27FC236}">
                  <a16:creationId xmlns:a16="http://schemas.microsoft.com/office/drawing/2014/main" id="{30F84652-A7DD-C3CE-759C-5E598A8A49B3}"/>
                </a:ext>
              </a:extLst>
            </p:cNvPr>
            <p:cNvSpPr/>
            <p:nvPr/>
          </p:nvSpPr>
          <p:spPr>
            <a:xfrm>
              <a:off x="7641580" y="4279453"/>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sp>
        <p:nvSpPr>
          <p:cNvPr id="297" name="楕円 296">
            <a:extLst>
              <a:ext uri="{FF2B5EF4-FFF2-40B4-BE49-F238E27FC236}">
                <a16:creationId xmlns:a16="http://schemas.microsoft.com/office/drawing/2014/main" id="{979BCCDE-E922-198F-D68A-4D206925920C}"/>
              </a:ext>
            </a:extLst>
          </p:cNvPr>
          <p:cNvSpPr/>
          <p:nvPr/>
        </p:nvSpPr>
        <p:spPr>
          <a:xfrm>
            <a:off x="8578654" y="4279851"/>
            <a:ext cx="158607" cy="148072"/>
          </a:xfrm>
          <a:prstGeom prst="ellipse">
            <a:avLst/>
          </a:prstGeom>
          <a:solidFill>
            <a:schemeClr val="accent1"/>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nvGrpSpPr>
          <p:cNvPr id="298" name="グループ化 297">
            <a:extLst>
              <a:ext uri="{FF2B5EF4-FFF2-40B4-BE49-F238E27FC236}">
                <a16:creationId xmlns:a16="http://schemas.microsoft.com/office/drawing/2014/main" id="{19045F00-763C-E902-A34B-00A0CA872942}"/>
              </a:ext>
            </a:extLst>
          </p:cNvPr>
          <p:cNvGrpSpPr/>
          <p:nvPr/>
        </p:nvGrpSpPr>
        <p:grpSpPr>
          <a:xfrm>
            <a:off x="8533126" y="4686307"/>
            <a:ext cx="204135" cy="506355"/>
            <a:chOff x="7613005" y="4054581"/>
            <a:chExt cx="256246" cy="635617"/>
          </a:xfrm>
          <a:solidFill>
            <a:schemeClr val="accent1"/>
          </a:solidFill>
        </p:grpSpPr>
        <p:sp>
          <p:nvSpPr>
            <p:cNvPr id="299" name="楕円 298">
              <a:extLst>
                <a:ext uri="{FF2B5EF4-FFF2-40B4-BE49-F238E27FC236}">
                  <a16:creationId xmlns:a16="http://schemas.microsoft.com/office/drawing/2014/main" id="{529F72AD-9C85-B26D-F2BE-A0150B8B6DAD}"/>
                </a:ext>
              </a:extLst>
            </p:cNvPr>
            <p:cNvSpPr/>
            <p:nvPr/>
          </p:nvSpPr>
          <p:spPr>
            <a:xfrm>
              <a:off x="7670155" y="4504326"/>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300" name="楕円 299">
              <a:extLst>
                <a:ext uri="{FF2B5EF4-FFF2-40B4-BE49-F238E27FC236}">
                  <a16:creationId xmlns:a16="http://schemas.microsoft.com/office/drawing/2014/main" id="{A0D0665C-CF41-3D3B-D722-82D0C984BFA3}"/>
                </a:ext>
              </a:extLst>
            </p:cNvPr>
            <p:cNvSpPr/>
            <p:nvPr/>
          </p:nvSpPr>
          <p:spPr>
            <a:xfrm>
              <a:off x="7641580" y="4279453"/>
              <a:ext cx="199096" cy="185872"/>
            </a:xfrm>
            <a:prstGeom prst="ellipse">
              <a:avLst/>
            </a:prstGeom>
            <a:solidFill>
              <a:schemeClr val="bg1">
                <a:lumMod val="7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301" name="楕円 300">
              <a:extLst>
                <a:ext uri="{FF2B5EF4-FFF2-40B4-BE49-F238E27FC236}">
                  <a16:creationId xmlns:a16="http://schemas.microsoft.com/office/drawing/2014/main" id="{3CE320C8-E59D-791C-4E5B-280BB7B16C82}"/>
                </a:ext>
              </a:extLst>
            </p:cNvPr>
            <p:cNvSpPr/>
            <p:nvPr/>
          </p:nvSpPr>
          <p:spPr>
            <a:xfrm>
              <a:off x="7613005" y="4054581"/>
              <a:ext cx="199096" cy="185872"/>
            </a:xfrm>
            <a:prstGeom prst="ellipse">
              <a:avLst/>
            </a:prstGeom>
            <a:solidFill>
              <a:schemeClr val="bg1">
                <a:lumMod val="7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grpSp>
        <p:nvGrpSpPr>
          <p:cNvPr id="302" name="グループ化 301">
            <a:extLst>
              <a:ext uri="{FF2B5EF4-FFF2-40B4-BE49-F238E27FC236}">
                <a16:creationId xmlns:a16="http://schemas.microsoft.com/office/drawing/2014/main" id="{7540ABA5-6467-CDD5-0DE8-6CCFC593737C}"/>
              </a:ext>
            </a:extLst>
          </p:cNvPr>
          <p:cNvGrpSpPr/>
          <p:nvPr/>
        </p:nvGrpSpPr>
        <p:grpSpPr>
          <a:xfrm>
            <a:off x="8533126" y="5422470"/>
            <a:ext cx="204135" cy="506355"/>
            <a:chOff x="7613005" y="4054581"/>
            <a:chExt cx="256246" cy="635617"/>
          </a:xfrm>
          <a:solidFill>
            <a:schemeClr val="accent1"/>
          </a:solidFill>
        </p:grpSpPr>
        <p:sp>
          <p:nvSpPr>
            <p:cNvPr id="303" name="楕円 302">
              <a:extLst>
                <a:ext uri="{FF2B5EF4-FFF2-40B4-BE49-F238E27FC236}">
                  <a16:creationId xmlns:a16="http://schemas.microsoft.com/office/drawing/2014/main" id="{4180EC3B-3A4A-2F3F-CAFA-980612667E4C}"/>
                </a:ext>
              </a:extLst>
            </p:cNvPr>
            <p:cNvSpPr/>
            <p:nvPr/>
          </p:nvSpPr>
          <p:spPr>
            <a:xfrm>
              <a:off x="7670155" y="4504326"/>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304" name="楕円 303">
              <a:extLst>
                <a:ext uri="{FF2B5EF4-FFF2-40B4-BE49-F238E27FC236}">
                  <a16:creationId xmlns:a16="http://schemas.microsoft.com/office/drawing/2014/main" id="{8364DC66-F7BC-B905-A5B0-15F4B6DEDCD2}"/>
                </a:ext>
              </a:extLst>
            </p:cNvPr>
            <p:cNvSpPr/>
            <p:nvPr/>
          </p:nvSpPr>
          <p:spPr>
            <a:xfrm>
              <a:off x="7641580" y="4279453"/>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305" name="楕円 304">
              <a:extLst>
                <a:ext uri="{FF2B5EF4-FFF2-40B4-BE49-F238E27FC236}">
                  <a16:creationId xmlns:a16="http://schemas.microsoft.com/office/drawing/2014/main" id="{EA612BEF-2659-09BA-6F51-28423BD4421E}"/>
                </a:ext>
              </a:extLst>
            </p:cNvPr>
            <p:cNvSpPr/>
            <p:nvPr/>
          </p:nvSpPr>
          <p:spPr>
            <a:xfrm>
              <a:off x="7613005" y="4054581"/>
              <a:ext cx="199096" cy="185872"/>
            </a:xfrm>
            <a:prstGeom prst="ellipse">
              <a:avLst/>
            </a:prstGeom>
            <a:solidFill>
              <a:schemeClr val="bg1">
                <a:lumMod val="7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spTree>
    <p:extLst>
      <p:ext uri="{BB962C8B-B14F-4D97-AF65-F5344CB8AC3E}">
        <p14:creationId xmlns:p14="http://schemas.microsoft.com/office/powerpoint/2010/main" val="29086287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63" presetClass="path" presetSubtype="0" accel="50000" decel="50000" fill="hold" nodeType="clickEffect">
                                  <p:stCondLst>
                                    <p:cond delay="0"/>
                                  </p:stCondLst>
                                  <p:childTnLst>
                                    <p:animMotion origin="layout" path="M -3.54167E-6 1.85185E-6 L 0.81654 1.85185E-6 " pathEditMode="relative" rAng="0" ptsTypes="AA">
                                      <p:cBhvr>
                                        <p:cTn id="6" dur="1000" fill="hold"/>
                                        <p:tgtEl>
                                          <p:spTgt spid="5"/>
                                        </p:tgtEl>
                                        <p:attrNameLst>
                                          <p:attrName>ppt_x</p:attrName>
                                          <p:attrName>ppt_y</p:attrName>
                                        </p:attrNameLst>
                                      </p:cBhvr>
                                      <p:rCtr x="40820" y="0"/>
                                    </p:animMotion>
                                  </p:childTnLst>
                                </p:cTn>
                              </p:par>
                            </p:childTnLst>
                          </p:cTn>
                        </p:par>
                      </p:childTnLst>
                    </p:cTn>
                  </p:par>
                  <p:par>
                    <p:cTn id="7" fill="hold">
                      <p:stCondLst>
                        <p:cond delay="indefinite"/>
                      </p:stCondLst>
                      <p:childTnLst>
                        <p:par>
                          <p:cTn id="8" fill="hold">
                            <p:stCondLst>
                              <p:cond delay="0"/>
                            </p:stCondLst>
                            <p:childTnLst>
                              <p:par>
                                <p:cTn id="9" presetID="32" presetClass="emph" presetSubtype="0" fill="hold" nodeType="clickEffect">
                                  <p:stCondLst>
                                    <p:cond delay="0"/>
                                  </p:stCondLst>
                                  <p:childTnLst>
                                    <p:animRot by="120000">
                                      <p:cBhvr>
                                        <p:cTn id="10" dur="50" fill="hold">
                                          <p:stCondLst>
                                            <p:cond delay="0"/>
                                          </p:stCondLst>
                                        </p:cTn>
                                        <p:tgtEl>
                                          <p:spTgt spid="5"/>
                                        </p:tgtEl>
                                        <p:attrNameLst>
                                          <p:attrName>r</p:attrName>
                                        </p:attrNameLst>
                                      </p:cBhvr>
                                    </p:animRot>
                                    <p:animRot by="-240000">
                                      <p:cBhvr>
                                        <p:cTn id="11" dur="100" fill="hold">
                                          <p:stCondLst>
                                            <p:cond delay="100"/>
                                          </p:stCondLst>
                                        </p:cTn>
                                        <p:tgtEl>
                                          <p:spTgt spid="5"/>
                                        </p:tgtEl>
                                        <p:attrNameLst>
                                          <p:attrName>r</p:attrName>
                                        </p:attrNameLst>
                                      </p:cBhvr>
                                    </p:animRot>
                                    <p:animRot by="240000">
                                      <p:cBhvr>
                                        <p:cTn id="12" dur="100" fill="hold">
                                          <p:stCondLst>
                                            <p:cond delay="200"/>
                                          </p:stCondLst>
                                        </p:cTn>
                                        <p:tgtEl>
                                          <p:spTgt spid="5"/>
                                        </p:tgtEl>
                                        <p:attrNameLst>
                                          <p:attrName>r</p:attrName>
                                        </p:attrNameLst>
                                      </p:cBhvr>
                                    </p:animRot>
                                    <p:animRot by="-240000">
                                      <p:cBhvr>
                                        <p:cTn id="13" dur="100" fill="hold">
                                          <p:stCondLst>
                                            <p:cond delay="300"/>
                                          </p:stCondLst>
                                        </p:cTn>
                                        <p:tgtEl>
                                          <p:spTgt spid="5"/>
                                        </p:tgtEl>
                                        <p:attrNameLst>
                                          <p:attrName>r</p:attrName>
                                        </p:attrNameLst>
                                      </p:cBhvr>
                                    </p:animRot>
                                    <p:animRot by="120000">
                                      <p:cBhvr>
                                        <p:cTn id="14" dur="100" fill="hold">
                                          <p:stCondLst>
                                            <p:cond delay="400"/>
                                          </p:stCondLst>
                                        </p:cTn>
                                        <p:tgtEl>
                                          <p:spTgt spid="5"/>
                                        </p:tgtEl>
                                        <p:attrNameLst>
                                          <p:attrName>r</p:attrName>
                                        </p:attrNameLst>
                                      </p:cBhvr>
                                    </p:animRot>
                                  </p:childTnLst>
                                </p:cTn>
                              </p:par>
                            </p:childTnLst>
                          </p:cTn>
                        </p:par>
                      </p:childTnLst>
                    </p:cTn>
                  </p:par>
                  <p:par>
                    <p:cTn id="15" fill="hold">
                      <p:stCondLst>
                        <p:cond delay="indefinite"/>
                      </p:stCondLst>
                      <p:childTnLst>
                        <p:par>
                          <p:cTn id="16" fill="hold">
                            <p:stCondLst>
                              <p:cond delay="0"/>
                            </p:stCondLst>
                            <p:childTnLst>
                              <p:par>
                                <p:cTn id="17" presetID="63" presetClass="path" presetSubtype="0" accel="50000" decel="50000" fill="hold" nodeType="clickEffect">
                                  <p:stCondLst>
                                    <p:cond delay="0"/>
                                  </p:stCondLst>
                                  <p:childTnLst>
                                    <p:animMotion origin="layout" path="M 0.81654 1.85185E-6 L 1.62787 1.85185E-6 " pathEditMode="relative" rAng="0" ptsTypes="AA">
                                      <p:cBhvr>
                                        <p:cTn id="18" dur="1000" fill="hold"/>
                                        <p:tgtEl>
                                          <p:spTgt spid="5"/>
                                        </p:tgtEl>
                                        <p:attrNameLst>
                                          <p:attrName>ppt_x</p:attrName>
                                          <p:attrName>ppt_y</p:attrName>
                                        </p:attrNameLst>
                                      </p:cBhvr>
                                      <p:rCtr x="40560" y="0"/>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EEF0AF-BE58-E710-375F-AD3EB019E253}"/>
            </a:ext>
          </a:extLst>
        </p:cNvPr>
        <p:cNvGrpSpPr/>
        <p:nvPr/>
      </p:nvGrpSpPr>
      <p:grpSpPr>
        <a:xfrm>
          <a:off x="0" y="0"/>
          <a:ext cx="0" cy="0"/>
          <a:chOff x="0" y="0"/>
          <a:chExt cx="0" cy="0"/>
        </a:xfrm>
      </p:grpSpPr>
      <p:grpSp>
        <p:nvGrpSpPr>
          <p:cNvPr id="55" name="グループ化 54">
            <a:extLst>
              <a:ext uri="{FF2B5EF4-FFF2-40B4-BE49-F238E27FC236}">
                <a16:creationId xmlns:a16="http://schemas.microsoft.com/office/drawing/2014/main" id="{113D7B9D-7755-F8EC-E7EE-3309D9CA987F}"/>
              </a:ext>
            </a:extLst>
          </p:cNvPr>
          <p:cNvGrpSpPr/>
          <p:nvPr/>
        </p:nvGrpSpPr>
        <p:grpSpPr>
          <a:xfrm>
            <a:off x="3793031" y="1166586"/>
            <a:ext cx="4512630" cy="4524828"/>
            <a:chOff x="1015312" y="1175917"/>
            <a:chExt cx="4512630" cy="4524828"/>
          </a:xfrm>
        </p:grpSpPr>
        <p:grpSp>
          <p:nvGrpSpPr>
            <p:cNvPr id="26" name="グループ化 25">
              <a:extLst>
                <a:ext uri="{FF2B5EF4-FFF2-40B4-BE49-F238E27FC236}">
                  <a16:creationId xmlns:a16="http://schemas.microsoft.com/office/drawing/2014/main" id="{D1F53456-BA3C-72C1-7590-7D2D2DC7F297}"/>
                </a:ext>
              </a:extLst>
            </p:cNvPr>
            <p:cNvGrpSpPr/>
            <p:nvPr/>
          </p:nvGrpSpPr>
          <p:grpSpPr>
            <a:xfrm>
              <a:off x="2820364" y="1178784"/>
              <a:ext cx="1805052" cy="1805052"/>
              <a:chOff x="9249723" y="2977737"/>
              <a:chExt cx="1805052" cy="1805052"/>
            </a:xfrm>
          </p:grpSpPr>
          <p:sp>
            <p:nvSpPr>
              <p:cNvPr id="21" name="正方形/長方形 20">
                <a:extLst>
                  <a:ext uri="{FF2B5EF4-FFF2-40B4-BE49-F238E27FC236}">
                    <a16:creationId xmlns:a16="http://schemas.microsoft.com/office/drawing/2014/main" id="{2AD29E66-02C0-356D-7802-F26E0EF93EDF}"/>
                  </a:ext>
                </a:extLst>
              </p:cNvPr>
              <p:cNvSpPr/>
              <p:nvPr/>
            </p:nvSpPr>
            <p:spPr>
              <a:xfrm>
                <a:off x="9249723" y="2977737"/>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2" name="正方形/長方形 21">
                <a:extLst>
                  <a:ext uri="{FF2B5EF4-FFF2-40B4-BE49-F238E27FC236}">
                    <a16:creationId xmlns:a16="http://schemas.microsoft.com/office/drawing/2014/main" id="{72B6F5A3-7F64-5B0C-5C86-7F0832FD51F2}"/>
                  </a:ext>
                </a:extLst>
              </p:cNvPr>
              <p:cNvSpPr/>
              <p:nvPr/>
            </p:nvSpPr>
            <p:spPr>
              <a:xfrm>
                <a:off x="10152249" y="2977737"/>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4" name="正方形/長方形 23">
                <a:extLst>
                  <a:ext uri="{FF2B5EF4-FFF2-40B4-BE49-F238E27FC236}">
                    <a16:creationId xmlns:a16="http://schemas.microsoft.com/office/drawing/2014/main" id="{2C8D09FF-852C-C8CF-665E-710841026A52}"/>
                  </a:ext>
                </a:extLst>
              </p:cNvPr>
              <p:cNvSpPr/>
              <p:nvPr/>
            </p:nvSpPr>
            <p:spPr>
              <a:xfrm>
                <a:off x="9249723" y="3880263"/>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5" name="正方形/長方形 24">
                <a:extLst>
                  <a:ext uri="{FF2B5EF4-FFF2-40B4-BE49-F238E27FC236}">
                    <a16:creationId xmlns:a16="http://schemas.microsoft.com/office/drawing/2014/main" id="{01E542CC-1B84-3399-454B-5400088270D7}"/>
                  </a:ext>
                </a:extLst>
              </p:cNvPr>
              <p:cNvSpPr/>
              <p:nvPr/>
            </p:nvSpPr>
            <p:spPr>
              <a:xfrm>
                <a:off x="10152249" y="3880263"/>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sp>
          <p:nvSpPr>
            <p:cNvPr id="7" name="正方形/長方形 6">
              <a:extLst>
                <a:ext uri="{FF2B5EF4-FFF2-40B4-BE49-F238E27FC236}">
                  <a16:creationId xmlns:a16="http://schemas.microsoft.com/office/drawing/2014/main" id="{D0C67F41-C25E-3DF1-5B67-60EF06BA91BE}"/>
                </a:ext>
              </a:extLst>
            </p:cNvPr>
            <p:cNvSpPr/>
            <p:nvPr/>
          </p:nvSpPr>
          <p:spPr>
            <a:xfrm>
              <a:off x="2820364" y="2983836"/>
              <a:ext cx="902526" cy="902526"/>
            </a:xfrm>
            <a:prstGeom prst="rect">
              <a:avLst/>
            </a:prstGeom>
            <a:solidFill>
              <a:schemeClr val="tx2">
                <a:lumMod val="50000"/>
                <a:lumOff val="50000"/>
                <a:alpha val="5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正方形/長方形 18">
              <a:extLst>
                <a:ext uri="{FF2B5EF4-FFF2-40B4-BE49-F238E27FC236}">
                  <a16:creationId xmlns:a16="http://schemas.microsoft.com/office/drawing/2014/main" id="{5425BADC-4DD1-E21C-A54C-009853B38873}"/>
                </a:ext>
              </a:extLst>
            </p:cNvPr>
            <p:cNvSpPr/>
            <p:nvPr/>
          </p:nvSpPr>
          <p:spPr>
            <a:xfrm>
              <a:off x="3722890" y="2983836"/>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nvGrpSpPr>
            <p:cNvPr id="27" name="グループ化 26">
              <a:extLst>
                <a:ext uri="{FF2B5EF4-FFF2-40B4-BE49-F238E27FC236}">
                  <a16:creationId xmlns:a16="http://schemas.microsoft.com/office/drawing/2014/main" id="{88BE6D97-E7D3-4994-B003-FBBE2E2E5992}"/>
                </a:ext>
              </a:extLst>
            </p:cNvPr>
            <p:cNvGrpSpPr/>
            <p:nvPr/>
          </p:nvGrpSpPr>
          <p:grpSpPr>
            <a:xfrm>
              <a:off x="2820364" y="3886362"/>
              <a:ext cx="1805052" cy="1805052"/>
              <a:chOff x="9249723" y="2977737"/>
              <a:chExt cx="1805052" cy="1805052"/>
            </a:xfrm>
          </p:grpSpPr>
          <p:sp>
            <p:nvSpPr>
              <p:cNvPr id="28" name="正方形/長方形 27">
                <a:extLst>
                  <a:ext uri="{FF2B5EF4-FFF2-40B4-BE49-F238E27FC236}">
                    <a16:creationId xmlns:a16="http://schemas.microsoft.com/office/drawing/2014/main" id="{B8F57C86-FE02-8446-B20A-51CCF72BF90F}"/>
                  </a:ext>
                </a:extLst>
              </p:cNvPr>
              <p:cNvSpPr/>
              <p:nvPr/>
            </p:nvSpPr>
            <p:spPr>
              <a:xfrm>
                <a:off x="9249723" y="2977737"/>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9" name="正方形/長方形 28">
                <a:extLst>
                  <a:ext uri="{FF2B5EF4-FFF2-40B4-BE49-F238E27FC236}">
                    <a16:creationId xmlns:a16="http://schemas.microsoft.com/office/drawing/2014/main" id="{3A6946F2-3AE9-903E-F197-5DE09C8F9986}"/>
                  </a:ext>
                </a:extLst>
              </p:cNvPr>
              <p:cNvSpPr/>
              <p:nvPr/>
            </p:nvSpPr>
            <p:spPr>
              <a:xfrm>
                <a:off x="10152249" y="2977737"/>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30" name="正方形/長方形 29">
                <a:extLst>
                  <a:ext uri="{FF2B5EF4-FFF2-40B4-BE49-F238E27FC236}">
                    <a16:creationId xmlns:a16="http://schemas.microsoft.com/office/drawing/2014/main" id="{719D5AC1-94F8-CBB6-28D7-B8CF9BE08B64}"/>
                  </a:ext>
                </a:extLst>
              </p:cNvPr>
              <p:cNvSpPr/>
              <p:nvPr/>
            </p:nvSpPr>
            <p:spPr>
              <a:xfrm>
                <a:off x="9249723" y="3880263"/>
                <a:ext cx="902526" cy="902526"/>
              </a:xfrm>
              <a:prstGeom prst="rect">
                <a:avLst/>
              </a:prstGeom>
              <a:solidFill>
                <a:srgbClr val="FFFF00">
                  <a:alpha val="40000"/>
                </a:srgb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31" name="正方形/長方形 30">
                <a:extLst>
                  <a:ext uri="{FF2B5EF4-FFF2-40B4-BE49-F238E27FC236}">
                    <a16:creationId xmlns:a16="http://schemas.microsoft.com/office/drawing/2014/main" id="{ECE74825-2F92-639D-29D7-4401690FD799}"/>
                  </a:ext>
                </a:extLst>
              </p:cNvPr>
              <p:cNvSpPr/>
              <p:nvPr/>
            </p:nvSpPr>
            <p:spPr>
              <a:xfrm>
                <a:off x="10152249" y="3880263"/>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grpSp>
          <p:nvGrpSpPr>
            <p:cNvPr id="40" name="グループ化 39">
              <a:extLst>
                <a:ext uri="{FF2B5EF4-FFF2-40B4-BE49-F238E27FC236}">
                  <a16:creationId xmlns:a16="http://schemas.microsoft.com/office/drawing/2014/main" id="{B4FD1118-3B84-AF8B-5BE3-14AE9A69125C}"/>
                </a:ext>
              </a:extLst>
            </p:cNvPr>
            <p:cNvGrpSpPr/>
            <p:nvPr/>
          </p:nvGrpSpPr>
          <p:grpSpPr>
            <a:xfrm>
              <a:off x="4625416" y="2081310"/>
              <a:ext cx="902526" cy="2707578"/>
              <a:chOff x="4560102" y="2377930"/>
              <a:chExt cx="902526" cy="2707578"/>
            </a:xfrm>
          </p:grpSpPr>
          <p:sp>
            <p:nvSpPr>
              <p:cNvPr id="37" name="正方形/長方形 36">
                <a:extLst>
                  <a:ext uri="{FF2B5EF4-FFF2-40B4-BE49-F238E27FC236}">
                    <a16:creationId xmlns:a16="http://schemas.microsoft.com/office/drawing/2014/main" id="{C423CC9F-2929-4F60-6E07-1C4DA40F74B3}"/>
                  </a:ext>
                </a:extLst>
              </p:cNvPr>
              <p:cNvSpPr/>
              <p:nvPr/>
            </p:nvSpPr>
            <p:spPr>
              <a:xfrm>
                <a:off x="4560102" y="2377930"/>
                <a:ext cx="902526" cy="902526"/>
              </a:xfrm>
              <a:prstGeom prst="rect">
                <a:avLst/>
              </a:prstGeom>
              <a:solidFill>
                <a:schemeClr val="accent1">
                  <a:lumMod val="60000"/>
                  <a:lumOff val="40000"/>
                  <a:alpha val="4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38" name="正方形/長方形 37">
                <a:extLst>
                  <a:ext uri="{FF2B5EF4-FFF2-40B4-BE49-F238E27FC236}">
                    <a16:creationId xmlns:a16="http://schemas.microsoft.com/office/drawing/2014/main" id="{0345D9F6-4D0E-E99F-0381-853BDFD79F0A}"/>
                  </a:ext>
                </a:extLst>
              </p:cNvPr>
              <p:cNvSpPr/>
              <p:nvPr/>
            </p:nvSpPr>
            <p:spPr>
              <a:xfrm>
                <a:off x="4560102" y="3280456"/>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39" name="正方形/長方形 38">
                <a:extLst>
                  <a:ext uri="{FF2B5EF4-FFF2-40B4-BE49-F238E27FC236}">
                    <a16:creationId xmlns:a16="http://schemas.microsoft.com/office/drawing/2014/main" id="{D7F7ADA2-7B90-7927-43C3-6AF6C095CC1B}"/>
                  </a:ext>
                </a:extLst>
              </p:cNvPr>
              <p:cNvSpPr/>
              <p:nvPr/>
            </p:nvSpPr>
            <p:spPr>
              <a:xfrm>
                <a:off x="4560102" y="4182982"/>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grpSp>
          <p:nvGrpSpPr>
            <p:cNvPr id="47" name="グループ化 46">
              <a:extLst>
                <a:ext uri="{FF2B5EF4-FFF2-40B4-BE49-F238E27FC236}">
                  <a16:creationId xmlns:a16="http://schemas.microsoft.com/office/drawing/2014/main" id="{E1FF4369-1BD7-2F01-0D20-CDCC24062ADA}"/>
                </a:ext>
              </a:extLst>
            </p:cNvPr>
            <p:cNvGrpSpPr/>
            <p:nvPr/>
          </p:nvGrpSpPr>
          <p:grpSpPr>
            <a:xfrm>
              <a:off x="1917838" y="1175917"/>
              <a:ext cx="902526" cy="4524828"/>
              <a:chOff x="6522640" y="1405951"/>
              <a:chExt cx="902526" cy="4524828"/>
            </a:xfrm>
          </p:grpSpPr>
          <p:sp>
            <p:nvSpPr>
              <p:cNvPr id="42" name="正方形/長方形 41">
                <a:extLst>
                  <a:ext uri="{FF2B5EF4-FFF2-40B4-BE49-F238E27FC236}">
                    <a16:creationId xmlns:a16="http://schemas.microsoft.com/office/drawing/2014/main" id="{7E1FBBD7-2B37-B529-3BC3-6CB71B8E0BB2}"/>
                  </a:ext>
                </a:extLst>
              </p:cNvPr>
              <p:cNvSpPr/>
              <p:nvPr/>
            </p:nvSpPr>
            <p:spPr>
              <a:xfrm>
                <a:off x="6522640" y="2308477"/>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43" name="正方形/長方形 42">
                <a:extLst>
                  <a:ext uri="{FF2B5EF4-FFF2-40B4-BE49-F238E27FC236}">
                    <a16:creationId xmlns:a16="http://schemas.microsoft.com/office/drawing/2014/main" id="{6BD767F9-FF7F-4833-DF56-6496EB68E3A1}"/>
                  </a:ext>
                </a:extLst>
              </p:cNvPr>
              <p:cNvSpPr/>
              <p:nvPr/>
            </p:nvSpPr>
            <p:spPr>
              <a:xfrm>
                <a:off x="6522640" y="3211003"/>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44" name="正方形/長方形 43">
                <a:extLst>
                  <a:ext uri="{FF2B5EF4-FFF2-40B4-BE49-F238E27FC236}">
                    <a16:creationId xmlns:a16="http://schemas.microsoft.com/office/drawing/2014/main" id="{FD922126-1F93-E361-B7F4-E0F34FCA0D37}"/>
                  </a:ext>
                </a:extLst>
              </p:cNvPr>
              <p:cNvSpPr/>
              <p:nvPr/>
            </p:nvSpPr>
            <p:spPr>
              <a:xfrm>
                <a:off x="6522640" y="4113529"/>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45" name="正方形/長方形 44">
                <a:extLst>
                  <a:ext uri="{FF2B5EF4-FFF2-40B4-BE49-F238E27FC236}">
                    <a16:creationId xmlns:a16="http://schemas.microsoft.com/office/drawing/2014/main" id="{6615F1AF-C44C-B5F0-AD8A-DA32854A6BE8}"/>
                  </a:ext>
                </a:extLst>
              </p:cNvPr>
              <p:cNvSpPr/>
              <p:nvPr/>
            </p:nvSpPr>
            <p:spPr>
              <a:xfrm>
                <a:off x="6522640" y="5028253"/>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46" name="正方形/長方形 45">
                <a:extLst>
                  <a:ext uri="{FF2B5EF4-FFF2-40B4-BE49-F238E27FC236}">
                    <a16:creationId xmlns:a16="http://schemas.microsoft.com/office/drawing/2014/main" id="{CD586B15-BCCD-AF5B-2D00-4D698CE72C8E}"/>
                  </a:ext>
                </a:extLst>
              </p:cNvPr>
              <p:cNvSpPr/>
              <p:nvPr/>
            </p:nvSpPr>
            <p:spPr>
              <a:xfrm>
                <a:off x="6522640" y="1405951"/>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grpSp>
          <p:nvGrpSpPr>
            <p:cNvPr id="48" name="グループ化 47">
              <a:extLst>
                <a:ext uri="{FF2B5EF4-FFF2-40B4-BE49-F238E27FC236}">
                  <a16:creationId xmlns:a16="http://schemas.microsoft.com/office/drawing/2014/main" id="{B8270C70-2D70-5694-3EB6-5261F2E75257}"/>
                </a:ext>
              </a:extLst>
            </p:cNvPr>
            <p:cNvGrpSpPr/>
            <p:nvPr/>
          </p:nvGrpSpPr>
          <p:grpSpPr>
            <a:xfrm>
              <a:off x="1015312" y="2081310"/>
              <a:ext cx="902526" cy="2707578"/>
              <a:chOff x="4560102" y="2377930"/>
              <a:chExt cx="902526" cy="2707578"/>
            </a:xfrm>
          </p:grpSpPr>
          <p:sp>
            <p:nvSpPr>
              <p:cNvPr id="49" name="正方形/長方形 48">
                <a:extLst>
                  <a:ext uri="{FF2B5EF4-FFF2-40B4-BE49-F238E27FC236}">
                    <a16:creationId xmlns:a16="http://schemas.microsoft.com/office/drawing/2014/main" id="{D9E14E98-4D3E-EA56-C79E-9241E78D3C46}"/>
                  </a:ext>
                </a:extLst>
              </p:cNvPr>
              <p:cNvSpPr/>
              <p:nvPr/>
            </p:nvSpPr>
            <p:spPr>
              <a:xfrm>
                <a:off x="4560102" y="2377930"/>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0" name="正方形/長方形 49">
                <a:extLst>
                  <a:ext uri="{FF2B5EF4-FFF2-40B4-BE49-F238E27FC236}">
                    <a16:creationId xmlns:a16="http://schemas.microsoft.com/office/drawing/2014/main" id="{258FBB4C-5635-1D73-C92F-5BF766E2D8CF}"/>
                  </a:ext>
                </a:extLst>
              </p:cNvPr>
              <p:cNvSpPr/>
              <p:nvPr/>
            </p:nvSpPr>
            <p:spPr>
              <a:xfrm>
                <a:off x="4560102" y="3280456"/>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1" name="正方形/長方形 50">
                <a:extLst>
                  <a:ext uri="{FF2B5EF4-FFF2-40B4-BE49-F238E27FC236}">
                    <a16:creationId xmlns:a16="http://schemas.microsoft.com/office/drawing/2014/main" id="{64765F42-29F2-FDEC-C121-60D869CC092E}"/>
                  </a:ext>
                </a:extLst>
              </p:cNvPr>
              <p:cNvSpPr/>
              <p:nvPr/>
            </p:nvSpPr>
            <p:spPr>
              <a:xfrm>
                <a:off x="4560102" y="4182982"/>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grpSp>
      <p:pic>
        <p:nvPicPr>
          <p:cNvPr id="57" name="図 56" descr="暗い背景に浮かぶ月&#10;&#10;AI 生成コンテンツは誤りを含む可能性があります。">
            <a:extLst>
              <a:ext uri="{FF2B5EF4-FFF2-40B4-BE49-F238E27FC236}">
                <a16:creationId xmlns:a16="http://schemas.microsoft.com/office/drawing/2014/main" id="{5D60D32C-6E80-EF29-280C-8A90CCB361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313093" y="1908741"/>
            <a:ext cx="1085875" cy="1085875"/>
          </a:xfrm>
          <a:prstGeom prst="rect">
            <a:avLst/>
          </a:prstGeom>
        </p:spPr>
      </p:pic>
      <p:pic>
        <p:nvPicPr>
          <p:cNvPr id="61" name="図 60" descr="暗い部屋に光っている電子&#10;&#10;AI 生成コンテンツは誤りを含む可能性があります。">
            <a:extLst>
              <a:ext uri="{FF2B5EF4-FFF2-40B4-BE49-F238E27FC236}">
                <a16:creationId xmlns:a16="http://schemas.microsoft.com/office/drawing/2014/main" id="{0A8EC814-3D6E-798D-1AB5-EAB25A7F9F30}"/>
              </a:ext>
            </a:extLst>
          </p:cNvPr>
          <p:cNvPicPr>
            <a:picLocks noChangeAspect="1"/>
          </p:cNvPicPr>
          <p:nvPr/>
        </p:nvPicPr>
        <p:blipFill>
          <a:blip r:embed="rId3">
            <a:extLst>
              <a:ext uri="{28A0092B-C50C-407E-A947-70E740481C1C}">
                <a14:useLocalDpi xmlns:a14="http://schemas.microsoft.com/office/drawing/2010/main" val="0"/>
              </a:ext>
            </a:extLst>
          </a:blip>
          <a:srcRect t="34150" b="39591"/>
          <a:stretch>
            <a:fillRect/>
          </a:stretch>
        </p:blipFill>
        <p:spPr>
          <a:xfrm>
            <a:off x="4959783" y="4776690"/>
            <a:ext cx="2216465" cy="873016"/>
          </a:xfrm>
          <a:prstGeom prst="rect">
            <a:avLst/>
          </a:prstGeom>
        </p:spPr>
      </p:pic>
      <p:pic>
        <p:nvPicPr>
          <p:cNvPr id="103" name="図 102" descr="メーター, 時計 が含まれている画像&#10;&#10;AI 生成コンテンツは誤りを含む可能性があります。">
            <a:extLst>
              <a:ext uri="{FF2B5EF4-FFF2-40B4-BE49-F238E27FC236}">
                <a16:creationId xmlns:a16="http://schemas.microsoft.com/office/drawing/2014/main" id="{731CDB85-9830-864D-FFB8-70F60007D607}"/>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795209" y="276166"/>
            <a:ext cx="4142857" cy="1352381"/>
          </a:xfrm>
          <a:prstGeom prst="rect">
            <a:avLst/>
          </a:prstGeom>
        </p:spPr>
      </p:pic>
      <p:pic>
        <p:nvPicPr>
          <p:cNvPr id="106" name="図 105">
            <a:extLst>
              <a:ext uri="{FF2B5EF4-FFF2-40B4-BE49-F238E27FC236}">
                <a16:creationId xmlns:a16="http://schemas.microsoft.com/office/drawing/2014/main" id="{24784763-9334-1CCC-CB5A-BCE244C26EE1}"/>
              </a:ext>
            </a:extLst>
          </p:cNvPr>
          <p:cNvPicPr>
            <a:picLocks noChangeAspect="1"/>
          </p:cNvPicPr>
          <p:nvPr/>
        </p:nvPicPr>
        <p:blipFill>
          <a:blip r:embed="rId5"/>
          <a:srcRect l="53812" t="59320" r="6632" b="21088"/>
          <a:stretch>
            <a:fillRect/>
          </a:stretch>
        </p:blipFill>
        <p:spPr>
          <a:xfrm>
            <a:off x="10074809" y="4156278"/>
            <a:ext cx="1808488" cy="1343609"/>
          </a:xfrm>
          <a:prstGeom prst="rect">
            <a:avLst/>
          </a:prstGeom>
        </p:spPr>
      </p:pic>
      <p:sp>
        <p:nvSpPr>
          <p:cNvPr id="107" name="テキスト ボックス 106">
            <a:extLst>
              <a:ext uri="{FF2B5EF4-FFF2-40B4-BE49-F238E27FC236}">
                <a16:creationId xmlns:a16="http://schemas.microsoft.com/office/drawing/2014/main" id="{03CE49D0-9F9E-6F23-F8D7-D4F75656CF84}"/>
              </a:ext>
            </a:extLst>
          </p:cNvPr>
          <p:cNvSpPr txBox="1"/>
          <p:nvPr/>
        </p:nvSpPr>
        <p:spPr>
          <a:xfrm>
            <a:off x="10188815" y="5108766"/>
            <a:ext cx="1629613" cy="584775"/>
          </a:xfrm>
          <a:prstGeom prst="rect">
            <a:avLst/>
          </a:prstGeom>
          <a:noFill/>
        </p:spPr>
        <p:txBody>
          <a:bodyPr wrap="none" rtlCol="0">
            <a:spAutoFit/>
            <a:scene3d>
              <a:camera prst="perspectiveHeroicExtremeLeftFacing"/>
              <a:lightRig rig="threePt" dir="t"/>
            </a:scene3d>
          </a:bodyPr>
          <a:lstStyle/>
          <a:p>
            <a:r>
              <a:rPr kumimoji="1" lang="en-US" altLang="ja-JP" sz="3200" spc="130" dirty="0">
                <a:solidFill>
                  <a:schemeClr val="bg1">
                    <a:lumMod val="95000"/>
                  </a:schemeClr>
                </a:solidFill>
                <a:latin typeface="Stencil" panose="040409050D0802020404" pitchFamily="82" charset="0"/>
                <a:ea typeface="Segoe UI Black" panose="020B0A02040204020203" pitchFamily="34" charset="0"/>
              </a:rPr>
              <a:t>LIBIDO</a:t>
            </a:r>
            <a:endParaRPr kumimoji="1" lang="ja-JP" altLang="en-US" sz="3200" spc="130" dirty="0">
              <a:solidFill>
                <a:schemeClr val="bg1">
                  <a:lumMod val="95000"/>
                </a:schemeClr>
              </a:solidFill>
              <a:latin typeface="Stencil" panose="040409050D0802020404" pitchFamily="82" charset="0"/>
            </a:endParaRPr>
          </a:p>
        </p:txBody>
      </p:sp>
      <p:pic>
        <p:nvPicPr>
          <p:cNvPr id="111" name="図 110" descr="黒い背景と白い文字&#10;&#10;AI 生成コンテンツは誤りを含む可能性があります。">
            <a:extLst>
              <a:ext uri="{FF2B5EF4-FFF2-40B4-BE49-F238E27FC236}">
                <a16:creationId xmlns:a16="http://schemas.microsoft.com/office/drawing/2014/main" id="{516D8CB9-E226-65BF-3300-4E4126B71A83}"/>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66119" y="137408"/>
            <a:ext cx="5125902" cy="1629895"/>
          </a:xfrm>
          <a:prstGeom prst="rect">
            <a:avLst/>
          </a:prstGeom>
        </p:spPr>
      </p:pic>
      <p:pic>
        <p:nvPicPr>
          <p:cNvPr id="113" name="図 112" descr="挿絵, 部屋, 食品 が含まれている画像&#10;&#10;AI 生成コンテンツは誤りを含む可能性があります。">
            <a:extLst>
              <a:ext uri="{FF2B5EF4-FFF2-40B4-BE49-F238E27FC236}">
                <a16:creationId xmlns:a16="http://schemas.microsoft.com/office/drawing/2014/main" id="{B6CBEDC3-405C-A1A9-C6EC-49F7062E1C0B}"/>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867747" y="360142"/>
            <a:ext cx="1614196" cy="332613"/>
          </a:xfrm>
          <a:prstGeom prst="rect">
            <a:avLst/>
          </a:prstGeom>
        </p:spPr>
      </p:pic>
      <p:pic>
        <p:nvPicPr>
          <p:cNvPr id="115" name="図 114" descr="アイコン&#10;&#10;AI 生成コンテンツは誤りを含む可能性があります。">
            <a:extLst>
              <a:ext uri="{FF2B5EF4-FFF2-40B4-BE49-F238E27FC236}">
                <a16:creationId xmlns:a16="http://schemas.microsoft.com/office/drawing/2014/main" id="{486175A8-C30C-85FB-60DF-33EAEEF8B34E}"/>
              </a:ext>
            </a:extLst>
          </p:cNvPr>
          <p:cNvPicPr>
            <a:picLocks noChangeAspect="1"/>
          </p:cNvPicPr>
          <p:nvPr/>
        </p:nvPicPr>
        <p:blipFill>
          <a:blip r:embed="rId8">
            <a:lum bright="70000" contrast="-70000"/>
            <a:extLst>
              <a:ext uri="{28A0092B-C50C-407E-A947-70E740481C1C}">
                <a14:useLocalDpi xmlns:a14="http://schemas.microsoft.com/office/drawing/2010/main" val="0"/>
              </a:ext>
            </a:extLst>
          </a:blip>
          <a:stretch>
            <a:fillRect/>
          </a:stretch>
        </p:blipFill>
        <p:spPr>
          <a:xfrm>
            <a:off x="455644" y="259748"/>
            <a:ext cx="533400" cy="533400"/>
          </a:xfrm>
          <a:prstGeom prst="rect">
            <a:avLst/>
          </a:prstGeom>
        </p:spPr>
      </p:pic>
      <p:pic>
        <p:nvPicPr>
          <p:cNvPr id="121" name="図 120" descr="コンピュータ が含まれている画像&#10;&#10;AI 生成コンテンツは誤りを含む可能性があります。">
            <a:extLst>
              <a:ext uri="{FF2B5EF4-FFF2-40B4-BE49-F238E27FC236}">
                <a16:creationId xmlns:a16="http://schemas.microsoft.com/office/drawing/2014/main" id="{6E82921D-B444-FA18-568B-77EFAB841AA0}"/>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6089749" y="5127816"/>
            <a:ext cx="344987" cy="517480"/>
          </a:xfrm>
          <a:prstGeom prst="rect">
            <a:avLst/>
          </a:prstGeom>
          <a:effectLst>
            <a:glow rad="63500">
              <a:schemeClr val="accent2">
                <a:satMod val="175000"/>
                <a:alpha val="55000"/>
              </a:schemeClr>
            </a:glow>
          </a:effectLst>
        </p:spPr>
      </p:pic>
      <p:pic>
        <p:nvPicPr>
          <p:cNvPr id="122" name="図 121" descr="暗い部屋に光っている電子&#10;&#10;AI 生成コンテンツは誤りを含む可能性があります。">
            <a:extLst>
              <a:ext uri="{FF2B5EF4-FFF2-40B4-BE49-F238E27FC236}">
                <a16:creationId xmlns:a16="http://schemas.microsoft.com/office/drawing/2014/main" id="{EA9C9888-D063-3CD0-E2E6-3D2EDE94338B}"/>
              </a:ext>
            </a:extLst>
          </p:cNvPr>
          <p:cNvPicPr>
            <a:picLocks noChangeAspect="1"/>
          </p:cNvPicPr>
          <p:nvPr/>
        </p:nvPicPr>
        <p:blipFill>
          <a:blip r:embed="rId3">
            <a:extLst>
              <a:ext uri="{28A0092B-C50C-407E-A947-70E740481C1C}">
                <a14:useLocalDpi xmlns:a14="http://schemas.microsoft.com/office/drawing/2010/main" val="0"/>
              </a:ext>
            </a:extLst>
          </a:blip>
          <a:srcRect t="968" b="65390"/>
          <a:stretch>
            <a:fillRect/>
          </a:stretch>
        </p:blipFill>
        <p:spPr>
          <a:xfrm>
            <a:off x="-46853" y="915488"/>
            <a:ext cx="2216465" cy="1118504"/>
          </a:xfrm>
          <a:prstGeom prst="rect">
            <a:avLst/>
          </a:prstGeom>
        </p:spPr>
      </p:pic>
      <p:pic>
        <p:nvPicPr>
          <p:cNvPr id="123" name="図 122" descr="暗い部屋に光っている電子&#10;&#10;AI 生成コンテンツは誤りを含む可能性があります。">
            <a:extLst>
              <a:ext uri="{FF2B5EF4-FFF2-40B4-BE49-F238E27FC236}">
                <a16:creationId xmlns:a16="http://schemas.microsoft.com/office/drawing/2014/main" id="{E08FC490-2229-36B0-3CD3-DE73251B3C9C}"/>
              </a:ext>
            </a:extLst>
          </p:cNvPr>
          <p:cNvPicPr>
            <a:picLocks noChangeAspect="1"/>
          </p:cNvPicPr>
          <p:nvPr/>
        </p:nvPicPr>
        <p:blipFill>
          <a:blip r:embed="rId3">
            <a:extLst>
              <a:ext uri="{28A0092B-C50C-407E-A947-70E740481C1C}">
                <a14:useLocalDpi xmlns:a14="http://schemas.microsoft.com/office/drawing/2010/main" val="0"/>
              </a:ext>
            </a:extLst>
          </a:blip>
          <a:srcRect l="1383" t="58238" r="-1383" b="20015"/>
          <a:stretch>
            <a:fillRect/>
          </a:stretch>
        </p:blipFill>
        <p:spPr>
          <a:xfrm>
            <a:off x="2027829" y="4011151"/>
            <a:ext cx="2216465" cy="723039"/>
          </a:xfrm>
          <a:prstGeom prst="rect">
            <a:avLst/>
          </a:prstGeom>
        </p:spPr>
      </p:pic>
      <p:pic>
        <p:nvPicPr>
          <p:cNvPr id="124" name="図 123" descr="暗い部屋に光っている電子&#10;&#10;AI 生成コンテンツは誤りを含む可能性があります。">
            <a:extLst>
              <a:ext uri="{FF2B5EF4-FFF2-40B4-BE49-F238E27FC236}">
                <a16:creationId xmlns:a16="http://schemas.microsoft.com/office/drawing/2014/main" id="{443B4D4A-FB03-C1E2-8A2E-CDA7D96C8999}"/>
              </a:ext>
            </a:extLst>
          </p:cNvPr>
          <p:cNvPicPr>
            <a:picLocks noChangeAspect="1"/>
          </p:cNvPicPr>
          <p:nvPr/>
        </p:nvPicPr>
        <p:blipFill>
          <a:blip r:embed="rId3">
            <a:extLst>
              <a:ext uri="{28A0092B-C50C-407E-A947-70E740481C1C}">
                <a14:useLocalDpi xmlns:a14="http://schemas.microsoft.com/office/drawing/2010/main" val="0"/>
              </a:ext>
            </a:extLst>
          </a:blip>
          <a:srcRect t="34150" b="39591"/>
          <a:stretch>
            <a:fillRect/>
          </a:stretch>
        </p:blipFill>
        <p:spPr>
          <a:xfrm>
            <a:off x="9553331" y="2056895"/>
            <a:ext cx="2216465" cy="873016"/>
          </a:xfrm>
          <a:prstGeom prst="rect">
            <a:avLst/>
          </a:prstGeom>
        </p:spPr>
      </p:pic>
      <p:pic>
        <p:nvPicPr>
          <p:cNvPr id="125" name="図 124" descr="暗い部屋に光っている電子&#10;&#10;AI 生成コンテンツは誤りを含む可能性があります。">
            <a:extLst>
              <a:ext uri="{FF2B5EF4-FFF2-40B4-BE49-F238E27FC236}">
                <a16:creationId xmlns:a16="http://schemas.microsoft.com/office/drawing/2014/main" id="{C84CFC07-C829-E75E-8B88-D6308E07F555}"/>
              </a:ext>
            </a:extLst>
          </p:cNvPr>
          <p:cNvPicPr>
            <a:picLocks noChangeAspect="1"/>
          </p:cNvPicPr>
          <p:nvPr/>
        </p:nvPicPr>
        <p:blipFill>
          <a:blip r:embed="rId3">
            <a:extLst>
              <a:ext uri="{28A0092B-C50C-407E-A947-70E740481C1C}">
                <a14:useLocalDpi xmlns:a14="http://schemas.microsoft.com/office/drawing/2010/main" val="0"/>
              </a:ext>
            </a:extLst>
          </a:blip>
          <a:srcRect l="1383" t="58238" r="-1383" b="20015"/>
          <a:stretch>
            <a:fillRect/>
          </a:stretch>
        </p:blipFill>
        <p:spPr>
          <a:xfrm>
            <a:off x="-46854" y="5002075"/>
            <a:ext cx="2216465" cy="723039"/>
          </a:xfrm>
          <a:prstGeom prst="rect">
            <a:avLst/>
          </a:prstGeom>
        </p:spPr>
      </p:pic>
      <p:pic>
        <p:nvPicPr>
          <p:cNvPr id="126" name="図 125" descr="暗い背景に浮かぶ月&#10;&#10;AI 生成コンテンツは誤りを含む可能性があります。">
            <a:extLst>
              <a:ext uri="{FF2B5EF4-FFF2-40B4-BE49-F238E27FC236}">
                <a16:creationId xmlns:a16="http://schemas.microsoft.com/office/drawing/2014/main" id="{D0C1F77B-3B52-AD5D-ABC0-D0046F86986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flipH="1">
            <a:off x="1547967" y="1971070"/>
            <a:ext cx="1085875" cy="1085875"/>
          </a:xfrm>
          <a:prstGeom prst="rect">
            <a:avLst/>
          </a:prstGeom>
        </p:spPr>
      </p:pic>
      <p:pic>
        <p:nvPicPr>
          <p:cNvPr id="128" name="図 127" descr="暗い背景に浮かぶ月&#10;&#10;AI 生成コンテンツは誤りを含む可能性があります。">
            <a:extLst>
              <a:ext uri="{FF2B5EF4-FFF2-40B4-BE49-F238E27FC236}">
                <a16:creationId xmlns:a16="http://schemas.microsoft.com/office/drawing/2014/main" id="{059A017B-F7BD-BB11-266E-0275BFCC5D9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131816" y="3816304"/>
            <a:ext cx="1085875" cy="1085875"/>
          </a:xfrm>
          <a:prstGeom prst="rect">
            <a:avLst/>
          </a:prstGeom>
        </p:spPr>
      </p:pic>
      <p:pic>
        <p:nvPicPr>
          <p:cNvPr id="131" name="図 130" descr="コンピュータ が含まれている画像&#10;&#10;AI 生成コンテンツは誤りを含む可能性があります。">
            <a:extLst>
              <a:ext uri="{FF2B5EF4-FFF2-40B4-BE49-F238E27FC236}">
                <a16:creationId xmlns:a16="http://schemas.microsoft.com/office/drawing/2014/main" id="{59E235EB-A346-15D0-37B6-193D1BE716D6}"/>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1140622" y="1518389"/>
            <a:ext cx="344987" cy="517480"/>
          </a:xfrm>
          <a:prstGeom prst="rect">
            <a:avLst/>
          </a:prstGeom>
          <a:effectLst>
            <a:glow rad="63500">
              <a:schemeClr val="accent2">
                <a:satMod val="175000"/>
                <a:alpha val="55000"/>
              </a:schemeClr>
            </a:glow>
          </a:effectLst>
        </p:spPr>
      </p:pic>
      <p:pic>
        <p:nvPicPr>
          <p:cNvPr id="133" name="図 132" descr="アイコン が含まれている画像&#10;&#10;AI 生成コンテンツは誤りを含む可能性があります。">
            <a:extLst>
              <a:ext uri="{FF2B5EF4-FFF2-40B4-BE49-F238E27FC236}">
                <a16:creationId xmlns:a16="http://schemas.microsoft.com/office/drawing/2014/main" id="{AF6C0F37-E827-B7B9-019F-63EC84C191F0}"/>
              </a:ext>
            </a:extLst>
          </p:cNvPr>
          <p:cNvPicPr>
            <a:picLocks noChangeAspect="1"/>
          </p:cNvPicPr>
          <p:nvPr/>
        </p:nvPicPr>
        <p:blipFill>
          <a:blip r:embed="rId10">
            <a:extLst>
              <a:ext uri="{28A0092B-C50C-407E-A947-70E740481C1C}">
                <a14:useLocalDpi xmlns:a14="http://schemas.microsoft.com/office/drawing/2010/main" val="0"/>
              </a:ext>
            </a:extLst>
          </a:blip>
          <a:srcRect l="7182" t="29218" r="50000" b="33333"/>
          <a:stretch>
            <a:fillRect/>
          </a:stretch>
        </p:blipFill>
        <p:spPr>
          <a:xfrm>
            <a:off x="2027829" y="2355948"/>
            <a:ext cx="538406" cy="706322"/>
          </a:xfrm>
          <a:prstGeom prst="rect">
            <a:avLst/>
          </a:prstGeom>
        </p:spPr>
      </p:pic>
      <p:pic>
        <p:nvPicPr>
          <p:cNvPr id="134" name="図 133" descr="アイコン が含まれている画像&#10;&#10;AI 生成コンテンツは誤りを含む可能性があります。">
            <a:extLst>
              <a:ext uri="{FF2B5EF4-FFF2-40B4-BE49-F238E27FC236}">
                <a16:creationId xmlns:a16="http://schemas.microsoft.com/office/drawing/2014/main" id="{57125644-FCCE-1993-1925-D3BB04D2396C}"/>
              </a:ext>
            </a:extLst>
          </p:cNvPr>
          <p:cNvPicPr>
            <a:picLocks noChangeAspect="1"/>
          </p:cNvPicPr>
          <p:nvPr/>
        </p:nvPicPr>
        <p:blipFill>
          <a:blip r:embed="rId10">
            <a:extLst>
              <a:ext uri="{28A0092B-C50C-407E-A947-70E740481C1C}">
                <a14:useLocalDpi xmlns:a14="http://schemas.microsoft.com/office/drawing/2010/main" val="0"/>
              </a:ext>
            </a:extLst>
          </a:blip>
          <a:srcRect l="50343" t="28359" r="6839" b="34192"/>
          <a:stretch>
            <a:fillRect/>
          </a:stretch>
        </p:blipFill>
        <p:spPr>
          <a:xfrm>
            <a:off x="1033795" y="4064783"/>
            <a:ext cx="538406" cy="706322"/>
          </a:xfrm>
          <a:prstGeom prst="rect">
            <a:avLst/>
          </a:prstGeom>
        </p:spPr>
      </p:pic>
      <p:pic>
        <p:nvPicPr>
          <p:cNvPr id="135" name="図 134" descr="アイコン が含まれている画像&#10;&#10;AI 生成コンテンツは誤りを含む可能性があります。">
            <a:extLst>
              <a:ext uri="{FF2B5EF4-FFF2-40B4-BE49-F238E27FC236}">
                <a16:creationId xmlns:a16="http://schemas.microsoft.com/office/drawing/2014/main" id="{67A08608-6E28-A47D-6A13-8377C125B8D1}"/>
              </a:ext>
            </a:extLst>
          </p:cNvPr>
          <p:cNvPicPr>
            <a:picLocks noChangeAspect="1"/>
          </p:cNvPicPr>
          <p:nvPr/>
        </p:nvPicPr>
        <p:blipFill>
          <a:blip r:embed="rId10">
            <a:extLst>
              <a:ext uri="{28A0092B-C50C-407E-A947-70E740481C1C}">
                <a14:useLocalDpi xmlns:a14="http://schemas.microsoft.com/office/drawing/2010/main" val="0"/>
              </a:ext>
            </a:extLst>
          </a:blip>
          <a:srcRect l="50343" t="28359" r="6839" b="34192"/>
          <a:stretch>
            <a:fillRect/>
          </a:stretch>
        </p:blipFill>
        <p:spPr>
          <a:xfrm>
            <a:off x="5955198" y="3200219"/>
            <a:ext cx="538406" cy="706322"/>
          </a:xfrm>
          <a:prstGeom prst="rect">
            <a:avLst/>
          </a:prstGeom>
        </p:spPr>
      </p:pic>
      <p:sp>
        <p:nvSpPr>
          <p:cNvPr id="136" name="テキスト ボックス 135">
            <a:extLst>
              <a:ext uri="{FF2B5EF4-FFF2-40B4-BE49-F238E27FC236}">
                <a16:creationId xmlns:a16="http://schemas.microsoft.com/office/drawing/2014/main" id="{CBF4DAC1-6492-76DB-046A-CE9CCF8C315D}"/>
              </a:ext>
            </a:extLst>
          </p:cNvPr>
          <p:cNvSpPr txBox="1"/>
          <p:nvPr/>
        </p:nvSpPr>
        <p:spPr>
          <a:xfrm>
            <a:off x="2112000" y="2472908"/>
            <a:ext cx="377667" cy="461665"/>
          </a:xfrm>
          <a:prstGeom prst="rect">
            <a:avLst/>
          </a:prstGeom>
          <a:noFill/>
        </p:spPr>
        <p:txBody>
          <a:bodyPr wrap="none" rtlCol="0">
            <a:spAutoFit/>
          </a:bodyPr>
          <a:lstStyle/>
          <a:p>
            <a:r>
              <a:rPr kumimoji="1" lang="en-US" altLang="ja-JP" sz="2400" spc="130" dirty="0">
                <a:solidFill>
                  <a:srgbClr val="FFFF00"/>
                </a:solidFill>
                <a:latin typeface="Stencil" panose="040409050D0802020404" pitchFamily="82" charset="0"/>
                <a:ea typeface="Segoe UI Black" panose="020B0A02040204020203" pitchFamily="34" charset="0"/>
              </a:rPr>
              <a:t>3</a:t>
            </a:r>
            <a:endParaRPr kumimoji="1" lang="ja-JP" altLang="en-US" sz="2400" spc="130" dirty="0">
              <a:solidFill>
                <a:srgbClr val="FFFF00"/>
              </a:solidFill>
              <a:latin typeface="Stencil" panose="040409050D0802020404" pitchFamily="82" charset="0"/>
            </a:endParaRPr>
          </a:p>
        </p:txBody>
      </p:sp>
      <p:sp>
        <p:nvSpPr>
          <p:cNvPr id="137" name="テキスト ボックス 136">
            <a:extLst>
              <a:ext uri="{FF2B5EF4-FFF2-40B4-BE49-F238E27FC236}">
                <a16:creationId xmlns:a16="http://schemas.microsoft.com/office/drawing/2014/main" id="{0CA8F077-2EF9-C60B-EB2E-A2A1B86AF19C}"/>
              </a:ext>
            </a:extLst>
          </p:cNvPr>
          <p:cNvSpPr txBox="1"/>
          <p:nvPr/>
        </p:nvSpPr>
        <p:spPr>
          <a:xfrm>
            <a:off x="1124281" y="4194093"/>
            <a:ext cx="377667" cy="461665"/>
          </a:xfrm>
          <a:prstGeom prst="rect">
            <a:avLst/>
          </a:prstGeom>
          <a:noFill/>
        </p:spPr>
        <p:txBody>
          <a:bodyPr wrap="none" rtlCol="0">
            <a:spAutoFit/>
          </a:bodyPr>
          <a:lstStyle/>
          <a:p>
            <a:r>
              <a:rPr lang="en-US" altLang="ja-JP" sz="2400" spc="130" dirty="0">
                <a:solidFill>
                  <a:srgbClr val="FFFF00"/>
                </a:solidFill>
                <a:latin typeface="Stencil" panose="040409050D0802020404" pitchFamily="82" charset="0"/>
                <a:ea typeface="Segoe UI Black" panose="020B0A02040204020203" pitchFamily="34" charset="0"/>
              </a:rPr>
              <a:t>5</a:t>
            </a:r>
            <a:endParaRPr kumimoji="1" lang="ja-JP" altLang="en-US" sz="2400" spc="130" dirty="0">
              <a:solidFill>
                <a:srgbClr val="FFFF00"/>
              </a:solidFill>
              <a:latin typeface="Stencil" panose="040409050D0802020404" pitchFamily="82" charset="0"/>
            </a:endParaRPr>
          </a:p>
        </p:txBody>
      </p:sp>
      <p:grpSp>
        <p:nvGrpSpPr>
          <p:cNvPr id="146" name="グループ化 145">
            <a:extLst>
              <a:ext uri="{FF2B5EF4-FFF2-40B4-BE49-F238E27FC236}">
                <a16:creationId xmlns:a16="http://schemas.microsoft.com/office/drawing/2014/main" id="{9816690D-E320-2DF5-8E9C-4DDEDD6463E6}"/>
              </a:ext>
            </a:extLst>
          </p:cNvPr>
          <p:cNvGrpSpPr/>
          <p:nvPr/>
        </p:nvGrpSpPr>
        <p:grpSpPr>
          <a:xfrm>
            <a:off x="7547481" y="2301116"/>
            <a:ext cx="765185" cy="706322"/>
            <a:chOff x="7547481" y="2301116"/>
            <a:chExt cx="765185" cy="706322"/>
          </a:xfrm>
        </p:grpSpPr>
        <p:grpSp>
          <p:nvGrpSpPr>
            <p:cNvPr id="140" name="グループ化 139">
              <a:extLst>
                <a:ext uri="{FF2B5EF4-FFF2-40B4-BE49-F238E27FC236}">
                  <a16:creationId xmlns:a16="http://schemas.microsoft.com/office/drawing/2014/main" id="{B644CAD7-0673-F7BC-5A34-5B1A9B65CD97}"/>
                </a:ext>
              </a:extLst>
            </p:cNvPr>
            <p:cNvGrpSpPr/>
            <p:nvPr/>
          </p:nvGrpSpPr>
          <p:grpSpPr>
            <a:xfrm>
              <a:off x="7774260" y="2301116"/>
              <a:ext cx="538406" cy="706322"/>
              <a:chOff x="7774260" y="2320166"/>
              <a:chExt cx="538406" cy="706322"/>
            </a:xfrm>
          </p:grpSpPr>
          <p:pic>
            <p:nvPicPr>
              <p:cNvPr id="65" name="図 64" descr="アイコン が含まれている画像&#10;&#10;AI 生成コンテンツは誤りを含む可能性があります。">
                <a:extLst>
                  <a:ext uri="{FF2B5EF4-FFF2-40B4-BE49-F238E27FC236}">
                    <a16:creationId xmlns:a16="http://schemas.microsoft.com/office/drawing/2014/main" id="{B4CFA3F0-B313-40DE-9B50-AAA7963F401A}"/>
                  </a:ext>
                </a:extLst>
              </p:cNvPr>
              <p:cNvPicPr>
                <a:picLocks noChangeAspect="1"/>
              </p:cNvPicPr>
              <p:nvPr/>
            </p:nvPicPr>
            <p:blipFill>
              <a:blip r:embed="rId10">
                <a:extLst>
                  <a:ext uri="{28A0092B-C50C-407E-A947-70E740481C1C}">
                    <a14:useLocalDpi xmlns:a14="http://schemas.microsoft.com/office/drawing/2010/main" val="0"/>
                  </a:ext>
                </a:extLst>
              </a:blip>
              <a:srcRect l="7182" t="29218" r="50000" b="33333"/>
              <a:stretch>
                <a:fillRect/>
              </a:stretch>
            </p:blipFill>
            <p:spPr>
              <a:xfrm>
                <a:off x="7774260" y="2320166"/>
                <a:ext cx="538406" cy="706322"/>
              </a:xfrm>
              <a:prstGeom prst="rect">
                <a:avLst/>
              </a:prstGeom>
            </p:spPr>
          </p:pic>
          <p:sp>
            <p:nvSpPr>
              <p:cNvPr id="138" name="テキスト ボックス 137">
                <a:extLst>
                  <a:ext uri="{FF2B5EF4-FFF2-40B4-BE49-F238E27FC236}">
                    <a16:creationId xmlns:a16="http://schemas.microsoft.com/office/drawing/2014/main" id="{55135ADA-9EF4-0C2A-18A2-F02551A41CFE}"/>
                  </a:ext>
                </a:extLst>
              </p:cNvPr>
              <p:cNvSpPr txBox="1"/>
              <p:nvPr/>
            </p:nvSpPr>
            <p:spPr>
              <a:xfrm>
                <a:off x="7855020" y="2438564"/>
                <a:ext cx="377667" cy="461665"/>
              </a:xfrm>
              <a:prstGeom prst="rect">
                <a:avLst/>
              </a:prstGeom>
              <a:noFill/>
            </p:spPr>
            <p:txBody>
              <a:bodyPr wrap="none" rtlCol="0">
                <a:spAutoFit/>
              </a:bodyPr>
              <a:lstStyle/>
              <a:p>
                <a:r>
                  <a:rPr kumimoji="1" lang="en-US" altLang="ja-JP" sz="2400" spc="130" dirty="0">
                    <a:solidFill>
                      <a:srgbClr val="FFFF00"/>
                    </a:solidFill>
                    <a:latin typeface="Stencil" panose="040409050D0802020404" pitchFamily="82" charset="0"/>
                    <a:ea typeface="Segoe UI Black" panose="020B0A02040204020203" pitchFamily="34" charset="0"/>
                  </a:rPr>
                  <a:t>3</a:t>
                </a:r>
                <a:endParaRPr kumimoji="1" lang="ja-JP" altLang="en-US" sz="2400" spc="130" dirty="0">
                  <a:solidFill>
                    <a:srgbClr val="FFFF00"/>
                  </a:solidFill>
                  <a:latin typeface="Stencil" panose="040409050D0802020404" pitchFamily="82" charset="0"/>
                </a:endParaRPr>
              </a:p>
            </p:txBody>
          </p:sp>
        </p:grpSp>
        <p:sp>
          <p:nvSpPr>
            <p:cNvPr id="141" name="フローチャート: 手作業 140">
              <a:extLst>
                <a:ext uri="{FF2B5EF4-FFF2-40B4-BE49-F238E27FC236}">
                  <a16:creationId xmlns:a16="http://schemas.microsoft.com/office/drawing/2014/main" id="{3375DF6A-9B86-E568-342A-1C43B58ED601}"/>
                </a:ext>
              </a:extLst>
            </p:cNvPr>
            <p:cNvSpPr/>
            <p:nvPr/>
          </p:nvSpPr>
          <p:spPr>
            <a:xfrm rot="5629261">
              <a:off x="7801339" y="2549663"/>
              <a:ext cx="89447" cy="597164"/>
            </a:xfrm>
            <a:prstGeom prst="flowChartManualOperation">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42" name="テキスト ボックス 141">
            <a:extLst>
              <a:ext uri="{FF2B5EF4-FFF2-40B4-BE49-F238E27FC236}">
                <a16:creationId xmlns:a16="http://schemas.microsoft.com/office/drawing/2014/main" id="{D1C4811F-277B-DA50-D599-CF925FEC4BE5}"/>
              </a:ext>
            </a:extLst>
          </p:cNvPr>
          <p:cNvSpPr txBox="1"/>
          <p:nvPr/>
        </p:nvSpPr>
        <p:spPr>
          <a:xfrm>
            <a:off x="6048120" y="3331196"/>
            <a:ext cx="377667" cy="461665"/>
          </a:xfrm>
          <a:prstGeom prst="rect">
            <a:avLst/>
          </a:prstGeom>
          <a:noFill/>
        </p:spPr>
        <p:txBody>
          <a:bodyPr wrap="none" rtlCol="0">
            <a:spAutoFit/>
          </a:bodyPr>
          <a:lstStyle/>
          <a:p>
            <a:r>
              <a:rPr lang="en-US" altLang="ja-JP" sz="2400" spc="130" dirty="0">
                <a:solidFill>
                  <a:srgbClr val="FFFF00"/>
                </a:solidFill>
                <a:latin typeface="Stencil" panose="040409050D0802020404" pitchFamily="82" charset="0"/>
                <a:ea typeface="Segoe UI Black" panose="020B0A02040204020203" pitchFamily="34" charset="0"/>
              </a:rPr>
              <a:t>5</a:t>
            </a:r>
            <a:endParaRPr kumimoji="1" lang="ja-JP" altLang="en-US" sz="2400" spc="130" dirty="0">
              <a:solidFill>
                <a:srgbClr val="FFFF00"/>
              </a:solidFill>
              <a:latin typeface="Stencil" panose="040409050D0802020404" pitchFamily="82" charset="0"/>
            </a:endParaRPr>
          </a:p>
        </p:txBody>
      </p:sp>
      <p:sp>
        <p:nvSpPr>
          <p:cNvPr id="143" name="テキスト ボックス 142">
            <a:extLst>
              <a:ext uri="{FF2B5EF4-FFF2-40B4-BE49-F238E27FC236}">
                <a16:creationId xmlns:a16="http://schemas.microsoft.com/office/drawing/2014/main" id="{B446711E-E176-97B2-4834-DB3135D13132}"/>
              </a:ext>
            </a:extLst>
          </p:cNvPr>
          <p:cNvSpPr txBox="1"/>
          <p:nvPr/>
        </p:nvSpPr>
        <p:spPr>
          <a:xfrm>
            <a:off x="6088707" y="5155723"/>
            <a:ext cx="377667" cy="461665"/>
          </a:xfrm>
          <a:prstGeom prst="rect">
            <a:avLst/>
          </a:prstGeom>
          <a:noFill/>
        </p:spPr>
        <p:txBody>
          <a:bodyPr wrap="none" rtlCol="0">
            <a:spAutoFit/>
          </a:bodyPr>
          <a:lstStyle/>
          <a:p>
            <a:r>
              <a:rPr kumimoji="1" lang="en-US" altLang="ja-JP" sz="2400" spc="130" dirty="0">
                <a:solidFill>
                  <a:srgbClr val="FFFF00"/>
                </a:solidFill>
                <a:latin typeface="Stencil" panose="040409050D0802020404" pitchFamily="82" charset="0"/>
                <a:ea typeface="Segoe UI Black" panose="020B0A02040204020203" pitchFamily="34" charset="0"/>
              </a:rPr>
              <a:t>2</a:t>
            </a:r>
            <a:endParaRPr kumimoji="1" lang="ja-JP" altLang="en-US" sz="2400" spc="130" dirty="0">
              <a:solidFill>
                <a:srgbClr val="FFFF00"/>
              </a:solidFill>
              <a:latin typeface="Stencil" panose="040409050D0802020404" pitchFamily="82" charset="0"/>
            </a:endParaRPr>
          </a:p>
        </p:txBody>
      </p:sp>
      <p:sp>
        <p:nvSpPr>
          <p:cNvPr id="144" name="テキスト ボックス 143">
            <a:extLst>
              <a:ext uri="{FF2B5EF4-FFF2-40B4-BE49-F238E27FC236}">
                <a16:creationId xmlns:a16="http://schemas.microsoft.com/office/drawing/2014/main" id="{EC908424-0AB5-657D-790C-B3253BA79437}"/>
              </a:ext>
            </a:extLst>
          </p:cNvPr>
          <p:cNvSpPr txBox="1"/>
          <p:nvPr/>
        </p:nvSpPr>
        <p:spPr>
          <a:xfrm>
            <a:off x="1140622" y="1536470"/>
            <a:ext cx="377667" cy="461665"/>
          </a:xfrm>
          <a:prstGeom prst="rect">
            <a:avLst/>
          </a:prstGeom>
          <a:noFill/>
        </p:spPr>
        <p:txBody>
          <a:bodyPr wrap="none" rtlCol="0">
            <a:spAutoFit/>
          </a:bodyPr>
          <a:lstStyle/>
          <a:p>
            <a:r>
              <a:rPr lang="en-US" altLang="ja-JP" sz="2400" spc="130" dirty="0">
                <a:solidFill>
                  <a:srgbClr val="FFFF00"/>
                </a:solidFill>
                <a:latin typeface="Stencil" panose="040409050D0802020404" pitchFamily="82" charset="0"/>
                <a:ea typeface="Segoe UI Black" panose="020B0A02040204020203" pitchFamily="34" charset="0"/>
              </a:rPr>
              <a:t>5</a:t>
            </a:r>
            <a:endParaRPr kumimoji="1" lang="ja-JP" altLang="en-US" sz="2400" spc="130" dirty="0">
              <a:solidFill>
                <a:srgbClr val="FFFF00"/>
              </a:solidFill>
              <a:latin typeface="Stencil" panose="040409050D0802020404" pitchFamily="82" charset="0"/>
            </a:endParaRPr>
          </a:p>
        </p:txBody>
      </p:sp>
      <p:sp>
        <p:nvSpPr>
          <p:cNvPr id="145" name="フローチャート: 手作業 144">
            <a:extLst>
              <a:ext uri="{FF2B5EF4-FFF2-40B4-BE49-F238E27FC236}">
                <a16:creationId xmlns:a16="http://schemas.microsoft.com/office/drawing/2014/main" id="{9FF5239D-5B23-AED1-EC44-FA9190E33DC7}"/>
              </a:ext>
            </a:extLst>
          </p:cNvPr>
          <p:cNvSpPr/>
          <p:nvPr/>
        </p:nvSpPr>
        <p:spPr>
          <a:xfrm rot="5629261">
            <a:off x="2058152" y="2596856"/>
            <a:ext cx="89447" cy="597164"/>
          </a:xfrm>
          <a:prstGeom prst="flowChartManualOperation">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47" name="グループ化 146">
            <a:extLst>
              <a:ext uri="{FF2B5EF4-FFF2-40B4-BE49-F238E27FC236}">
                <a16:creationId xmlns:a16="http://schemas.microsoft.com/office/drawing/2014/main" id="{A805A271-70F3-A0D6-AB50-BF6AC70BCAAA}"/>
              </a:ext>
            </a:extLst>
          </p:cNvPr>
          <p:cNvGrpSpPr/>
          <p:nvPr/>
        </p:nvGrpSpPr>
        <p:grpSpPr>
          <a:xfrm>
            <a:off x="9358227" y="4215152"/>
            <a:ext cx="765185" cy="706322"/>
            <a:chOff x="7547481" y="2301116"/>
            <a:chExt cx="765185" cy="706322"/>
          </a:xfrm>
        </p:grpSpPr>
        <p:grpSp>
          <p:nvGrpSpPr>
            <p:cNvPr id="148" name="グループ化 147">
              <a:extLst>
                <a:ext uri="{FF2B5EF4-FFF2-40B4-BE49-F238E27FC236}">
                  <a16:creationId xmlns:a16="http://schemas.microsoft.com/office/drawing/2014/main" id="{6BFCDAE5-7089-9959-C14E-C40E180FFF44}"/>
                </a:ext>
              </a:extLst>
            </p:cNvPr>
            <p:cNvGrpSpPr/>
            <p:nvPr/>
          </p:nvGrpSpPr>
          <p:grpSpPr>
            <a:xfrm>
              <a:off x="7774260" y="2301116"/>
              <a:ext cx="538406" cy="706322"/>
              <a:chOff x="7774260" y="2320166"/>
              <a:chExt cx="538406" cy="706322"/>
            </a:xfrm>
          </p:grpSpPr>
          <p:pic>
            <p:nvPicPr>
              <p:cNvPr id="150" name="図 149" descr="アイコン が含まれている画像&#10;&#10;AI 生成コンテンツは誤りを含む可能性があります。">
                <a:extLst>
                  <a:ext uri="{FF2B5EF4-FFF2-40B4-BE49-F238E27FC236}">
                    <a16:creationId xmlns:a16="http://schemas.microsoft.com/office/drawing/2014/main" id="{40BCF7B5-E8EA-5DB5-1F02-D776011837BC}"/>
                  </a:ext>
                </a:extLst>
              </p:cNvPr>
              <p:cNvPicPr>
                <a:picLocks noChangeAspect="1"/>
              </p:cNvPicPr>
              <p:nvPr/>
            </p:nvPicPr>
            <p:blipFill>
              <a:blip r:embed="rId10">
                <a:extLst>
                  <a:ext uri="{28A0092B-C50C-407E-A947-70E740481C1C}">
                    <a14:useLocalDpi xmlns:a14="http://schemas.microsoft.com/office/drawing/2010/main" val="0"/>
                  </a:ext>
                </a:extLst>
              </a:blip>
              <a:srcRect l="7182" t="29218" r="50000" b="33333"/>
              <a:stretch>
                <a:fillRect/>
              </a:stretch>
            </p:blipFill>
            <p:spPr>
              <a:xfrm>
                <a:off x="7774260" y="2320166"/>
                <a:ext cx="538406" cy="706322"/>
              </a:xfrm>
              <a:prstGeom prst="rect">
                <a:avLst/>
              </a:prstGeom>
            </p:spPr>
          </p:pic>
          <p:sp>
            <p:nvSpPr>
              <p:cNvPr id="151" name="テキスト ボックス 150">
                <a:extLst>
                  <a:ext uri="{FF2B5EF4-FFF2-40B4-BE49-F238E27FC236}">
                    <a16:creationId xmlns:a16="http://schemas.microsoft.com/office/drawing/2014/main" id="{5474FBA1-F285-0A3D-9F75-3B61882FBFC7}"/>
                  </a:ext>
                </a:extLst>
              </p:cNvPr>
              <p:cNvSpPr txBox="1"/>
              <p:nvPr/>
            </p:nvSpPr>
            <p:spPr>
              <a:xfrm>
                <a:off x="7855020" y="2438564"/>
                <a:ext cx="377667" cy="461665"/>
              </a:xfrm>
              <a:prstGeom prst="rect">
                <a:avLst/>
              </a:prstGeom>
              <a:noFill/>
            </p:spPr>
            <p:txBody>
              <a:bodyPr wrap="none" rtlCol="0">
                <a:spAutoFit/>
              </a:bodyPr>
              <a:lstStyle/>
              <a:p>
                <a:r>
                  <a:rPr kumimoji="1" lang="en-US" altLang="ja-JP" sz="2400" spc="130" dirty="0">
                    <a:solidFill>
                      <a:srgbClr val="FFFF00"/>
                    </a:solidFill>
                    <a:latin typeface="Stencil" panose="040409050D0802020404" pitchFamily="82" charset="0"/>
                    <a:ea typeface="Segoe UI Black" panose="020B0A02040204020203" pitchFamily="34" charset="0"/>
                  </a:rPr>
                  <a:t>3</a:t>
                </a:r>
                <a:endParaRPr kumimoji="1" lang="ja-JP" altLang="en-US" sz="2400" spc="130" dirty="0">
                  <a:solidFill>
                    <a:srgbClr val="FFFF00"/>
                  </a:solidFill>
                  <a:latin typeface="Stencil" panose="040409050D0802020404" pitchFamily="82" charset="0"/>
                </a:endParaRPr>
              </a:p>
            </p:txBody>
          </p:sp>
        </p:grpSp>
        <p:sp>
          <p:nvSpPr>
            <p:cNvPr id="149" name="フローチャート: 手作業 148">
              <a:extLst>
                <a:ext uri="{FF2B5EF4-FFF2-40B4-BE49-F238E27FC236}">
                  <a16:creationId xmlns:a16="http://schemas.microsoft.com/office/drawing/2014/main" id="{2F3DC24E-DDEA-DB12-C3A2-61B9BA5637B7}"/>
                </a:ext>
              </a:extLst>
            </p:cNvPr>
            <p:cNvSpPr/>
            <p:nvPr/>
          </p:nvSpPr>
          <p:spPr>
            <a:xfrm rot="5629261">
              <a:off x="7801339" y="2549663"/>
              <a:ext cx="89447" cy="597164"/>
            </a:xfrm>
            <a:prstGeom prst="flowChartManualOperation">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54" name="四角形: 角を丸くする 153">
            <a:extLst>
              <a:ext uri="{FF2B5EF4-FFF2-40B4-BE49-F238E27FC236}">
                <a16:creationId xmlns:a16="http://schemas.microsoft.com/office/drawing/2014/main" id="{3DD0F498-2DE0-3196-1C3C-84D4168BCB34}"/>
              </a:ext>
            </a:extLst>
          </p:cNvPr>
          <p:cNvSpPr/>
          <p:nvPr/>
        </p:nvSpPr>
        <p:spPr>
          <a:xfrm>
            <a:off x="195558" y="5796510"/>
            <a:ext cx="914400" cy="914400"/>
          </a:xfrm>
          <a:prstGeom prst="roundRect">
            <a:avLst/>
          </a:prstGeom>
          <a:solidFill>
            <a:schemeClr val="bg1">
              <a:lumMod val="95000"/>
              <a:alpha val="40000"/>
            </a:schemeClr>
          </a:solidFill>
          <a:ln w="254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53" name="図 152">
            <a:extLst>
              <a:ext uri="{FF2B5EF4-FFF2-40B4-BE49-F238E27FC236}">
                <a16:creationId xmlns:a16="http://schemas.microsoft.com/office/drawing/2014/main" id="{46759B6B-65BC-E4DF-5570-CCF7F34C97A5}"/>
              </a:ext>
            </a:extLst>
          </p:cNvPr>
          <p:cNvPicPr>
            <a:picLocks noChangeAspect="1"/>
          </p:cNvPicPr>
          <p:nvPr/>
        </p:nvPicPr>
        <p:blipFill>
          <a:blip r:embed="rId11">
            <a:extLst>
              <a:ext uri="{28A0092B-C50C-407E-A947-70E740481C1C}">
                <a14:useLocalDpi xmlns:a14="http://schemas.microsoft.com/office/drawing/2010/main" val="0"/>
              </a:ext>
            </a:extLst>
          </a:blip>
          <a:srcRect l="11519" r="77560"/>
          <a:stretch>
            <a:fillRect/>
          </a:stretch>
        </p:blipFill>
        <p:spPr>
          <a:xfrm>
            <a:off x="321338" y="6105525"/>
            <a:ext cx="668110" cy="703915"/>
          </a:xfrm>
          <a:prstGeom prst="rect">
            <a:avLst/>
          </a:prstGeom>
        </p:spPr>
      </p:pic>
      <p:sp>
        <p:nvSpPr>
          <p:cNvPr id="158" name="四角形: 角を丸くする 157">
            <a:extLst>
              <a:ext uri="{FF2B5EF4-FFF2-40B4-BE49-F238E27FC236}">
                <a16:creationId xmlns:a16="http://schemas.microsoft.com/office/drawing/2014/main" id="{C9C4C8D4-B62A-C529-9D21-210B422DC16E}"/>
              </a:ext>
            </a:extLst>
          </p:cNvPr>
          <p:cNvSpPr/>
          <p:nvPr/>
        </p:nvSpPr>
        <p:spPr>
          <a:xfrm>
            <a:off x="1178964" y="5796510"/>
            <a:ext cx="914400" cy="914400"/>
          </a:xfrm>
          <a:prstGeom prst="roundRect">
            <a:avLst/>
          </a:prstGeom>
          <a:solidFill>
            <a:schemeClr val="bg1">
              <a:lumMod val="95000"/>
              <a:alpha val="40000"/>
            </a:schemeClr>
          </a:solidFill>
          <a:ln w="254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59" name="図 158">
            <a:extLst>
              <a:ext uri="{FF2B5EF4-FFF2-40B4-BE49-F238E27FC236}">
                <a16:creationId xmlns:a16="http://schemas.microsoft.com/office/drawing/2014/main" id="{741CCDFE-116A-28D5-83C7-7EDAE41D5DC5}"/>
              </a:ext>
            </a:extLst>
          </p:cNvPr>
          <p:cNvPicPr>
            <a:picLocks noChangeAspect="1"/>
          </p:cNvPicPr>
          <p:nvPr/>
        </p:nvPicPr>
        <p:blipFill>
          <a:blip r:embed="rId11">
            <a:extLst>
              <a:ext uri="{28A0092B-C50C-407E-A947-70E740481C1C}">
                <a14:useLocalDpi xmlns:a14="http://schemas.microsoft.com/office/drawing/2010/main" val="0"/>
              </a:ext>
            </a:extLst>
          </a:blip>
          <a:srcRect l="33520" t="-1605" r="52761" b="1605"/>
          <a:stretch>
            <a:fillRect/>
          </a:stretch>
        </p:blipFill>
        <p:spPr>
          <a:xfrm>
            <a:off x="1238569" y="6105525"/>
            <a:ext cx="806967" cy="676781"/>
          </a:xfrm>
          <a:prstGeom prst="rect">
            <a:avLst/>
          </a:prstGeom>
        </p:spPr>
      </p:pic>
      <p:sp>
        <p:nvSpPr>
          <p:cNvPr id="160" name="四角形: 角を丸くする 159">
            <a:extLst>
              <a:ext uri="{FF2B5EF4-FFF2-40B4-BE49-F238E27FC236}">
                <a16:creationId xmlns:a16="http://schemas.microsoft.com/office/drawing/2014/main" id="{5ABD04FF-E2FC-5A93-7EC3-5A5B13C7A38E}"/>
              </a:ext>
            </a:extLst>
          </p:cNvPr>
          <p:cNvSpPr/>
          <p:nvPr/>
        </p:nvSpPr>
        <p:spPr>
          <a:xfrm>
            <a:off x="2162370" y="5796510"/>
            <a:ext cx="914400" cy="914400"/>
          </a:xfrm>
          <a:prstGeom prst="roundRect">
            <a:avLst/>
          </a:prstGeom>
          <a:solidFill>
            <a:schemeClr val="bg1">
              <a:lumMod val="95000"/>
              <a:alpha val="40000"/>
            </a:schemeClr>
          </a:solidFill>
          <a:ln w="254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1" name="四角形: 角を丸くする 160">
            <a:extLst>
              <a:ext uri="{FF2B5EF4-FFF2-40B4-BE49-F238E27FC236}">
                <a16:creationId xmlns:a16="http://schemas.microsoft.com/office/drawing/2014/main" id="{99A225A6-0FF1-FF45-4702-A4B94A694263}"/>
              </a:ext>
            </a:extLst>
          </p:cNvPr>
          <p:cNvSpPr/>
          <p:nvPr/>
        </p:nvSpPr>
        <p:spPr>
          <a:xfrm>
            <a:off x="3145777" y="5806192"/>
            <a:ext cx="914400" cy="914400"/>
          </a:xfrm>
          <a:prstGeom prst="roundRect">
            <a:avLst/>
          </a:prstGeom>
          <a:solidFill>
            <a:schemeClr val="bg1">
              <a:lumMod val="95000"/>
              <a:alpha val="40000"/>
            </a:schemeClr>
          </a:solidFill>
          <a:ln w="254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63" name="図 162">
            <a:extLst>
              <a:ext uri="{FF2B5EF4-FFF2-40B4-BE49-F238E27FC236}">
                <a16:creationId xmlns:a16="http://schemas.microsoft.com/office/drawing/2014/main" id="{D21B5A96-E352-3381-9698-7CC7A8F3D5DA}"/>
              </a:ext>
            </a:extLst>
          </p:cNvPr>
          <p:cNvPicPr>
            <a:picLocks noChangeAspect="1"/>
          </p:cNvPicPr>
          <p:nvPr/>
        </p:nvPicPr>
        <p:blipFill>
          <a:blip r:embed="rId11">
            <a:extLst>
              <a:ext uri="{28A0092B-C50C-407E-A947-70E740481C1C}">
                <a14:useLocalDpi xmlns:a14="http://schemas.microsoft.com/office/drawing/2010/main" val="0"/>
              </a:ext>
            </a:extLst>
          </a:blip>
          <a:srcRect l="52303" t="-12902" r="36204" b="12902"/>
          <a:stretch>
            <a:fillRect/>
          </a:stretch>
        </p:blipFill>
        <p:spPr>
          <a:xfrm>
            <a:off x="2287181" y="6042891"/>
            <a:ext cx="676052" cy="676781"/>
          </a:xfrm>
          <a:prstGeom prst="rect">
            <a:avLst/>
          </a:prstGeom>
        </p:spPr>
      </p:pic>
      <p:pic>
        <p:nvPicPr>
          <p:cNvPr id="164" name="図 163">
            <a:extLst>
              <a:ext uri="{FF2B5EF4-FFF2-40B4-BE49-F238E27FC236}">
                <a16:creationId xmlns:a16="http://schemas.microsoft.com/office/drawing/2014/main" id="{982A210B-2873-13C3-E984-F51170F8D288}"/>
              </a:ext>
            </a:extLst>
          </p:cNvPr>
          <p:cNvPicPr>
            <a:picLocks noChangeAspect="1"/>
          </p:cNvPicPr>
          <p:nvPr/>
        </p:nvPicPr>
        <p:blipFill>
          <a:blip r:embed="rId11">
            <a:extLst>
              <a:ext uri="{28A0092B-C50C-407E-A947-70E740481C1C}">
                <a14:useLocalDpi xmlns:a14="http://schemas.microsoft.com/office/drawing/2010/main" val="0"/>
              </a:ext>
            </a:extLst>
          </a:blip>
          <a:srcRect l="90452" t="-810" r="1775" b="810"/>
          <a:stretch>
            <a:fillRect/>
          </a:stretch>
        </p:blipFill>
        <p:spPr>
          <a:xfrm>
            <a:off x="3402341" y="6132659"/>
            <a:ext cx="457184" cy="676781"/>
          </a:xfrm>
          <a:prstGeom prst="rect">
            <a:avLst/>
          </a:prstGeom>
        </p:spPr>
      </p:pic>
      <p:grpSp>
        <p:nvGrpSpPr>
          <p:cNvPr id="169" name="グループ化 168">
            <a:extLst>
              <a:ext uri="{FF2B5EF4-FFF2-40B4-BE49-F238E27FC236}">
                <a16:creationId xmlns:a16="http://schemas.microsoft.com/office/drawing/2014/main" id="{33D0CE70-B274-17E2-E125-93FE8D16AFCD}"/>
              </a:ext>
            </a:extLst>
          </p:cNvPr>
          <p:cNvGrpSpPr/>
          <p:nvPr/>
        </p:nvGrpSpPr>
        <p:grpSpPr>
          <a:xfrm>
            <a:off x="6980678" y="5813675"/>
            <a:ext cx="5282019" cy="863767"/>
            <a:chOff x="7047353" y="5766050"/>
            <a:chExt cx="5282019" cy="863767"/>
          </a:xfrm>
        </p:grpSpPr>
        <p:grpSp>
          <p:nvGrpSpPr>
            <p:cNvPr id="98" name="グループ化 97">
              <a:extLst>
                <a:ext uri="{FF2B5EF4-FFF2-40B4-BE49-F238E27FC236}">
                  <a16:creationId xmlns:a16="http://schemas.microsoft.com/office/drawing/2014/main" id="{D7EC32F8-3B3E-B610-8BC0-90BA693623EC}"/>
                </a:ext>
              </a:extLst>
            </p:cNvPr>
            <p:cNvGrpSpPr/>
            <p:nvPr/>
          </p:nvGrpSpPr>
          <p:grpSpPr>
            <a:xfrm>
              <a:off x="7047353" y="6426608"/>
              <a:ext cx="4925585" cy="203209"/>
              <a:chOff x="7038024" y="6305310"/>
              <a:chExt cx="4925585" cy="203209"/>
            </a:xfrm>
          </p:grpSpPr>
          <p:grpSp>
            <p:nvGrpSpPr>
              <p:cNvPr id="70" name="グループ化 69">
                <a:extLst>
                  <a:ext uri="{FF2B5EF4-FFF2-40B4-BE49-F238E27FC236}">
                    <a16:creationId xmlns:a16="http://schemas.microsoft.com/office/drawing/2014/main" id="{DAE0099B-3D1B-A29C-26CA-32D075CB34F2}"/>
                  </a:ext>
                </a:extLst>
              </p:cNvPr>
              <p:cNvGrpSpPr/>
              <p:nvPr/>
            </p:nvGrpSpPr>
            <p:grpSpPr>
              <a:xfrm>
                <a:off x="7038024" y="6305310"/>
                <a:ext cx="1125692" cy="203209"/>
                <a:chOff x="7189194" y="4755790"/>
                <a:chExt cx="2361296" cy="426260"/>
              </a:xfrm>
            </p:grpSpPr>
            <p:sp>
              <p:nvSpPr>
                <p:cNvPr id="68" name="フローチャート: 手作業 67">
                  <a:extLst>
                    <a:ext uri="{FF2B5EF4-FFF2-40B4-BE49-F238E27FC236}">
                      <a16:creationId xmlns:a16="http://schemas.microsoft.com/office/drawing/2014/main" id="{261718E7-8E64-FA0C-9233-AA437ED35B13}"/>
                    </a:ext>
                  </a:extLst>
                </p:cNvPr>
                <p:cNvSpPr/>
                <p:nvPr/>
              </p:nvSpPr>
              <p:spPr>
                <a:xfrm rot="5629261">
                  <a:off x="8166235" y="3778749"/>
                  <a:ext cx="214445" cy="2168527"/>
                </a:xfrm>
                <a:prstGeom prst="flowChartManualOperation">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9" name="フローチャート: 手作業 68">
                  <a:extLst>
                    <a:ext uri="{FF2B5EF4-FFF2-40B4-BE49-F238E27FC236}">
                      <a16:creationId xmlns:a16="http://schemas.microsoft.com/office/drawing/2014/main" id="{63EC4405-6240-EBFA-9A15-5056FCD22AB3}"/>
                    </a:ext>
                  </a:extLst>
                </p:cNvPr>
                <p:cNvSpPr/>
                <p:nvPr/>
              </p:nvSpPr>
              <p:spPr>
                <a:xfrm rot="16481858">
                  <a:off x="8359004" y="3990563"/>
                  <a:ext cx="214446" cy="2168527"/>
                </a:xfrm>
                <a:prstGeom prst="flowChartManualOperation">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grpSp>
            <p:nvGrpSpPr>
              <p:cNvPr id="79" name="グループ化 78">
                <a:extLst>
                  <a:ext uri="{FF2B5EF4-FFF2-40B4-BE49-F238E27FC236}">
                    <a16:creationId xmlns:a16="http://schemas.microsoft.com/office/drawing/2014/main" id="{3AB7974E-B1F3-3610-6865-3DCC3E7F2621}"/>
                  </a:ext>
                </a:extLst>
              </p:cNvPr>
              <p:cNvGrpSpPr/>
              <p:nvPr/>
            </p:nvGrpSpPr>
            <p:grpSpPr>
              <a:xfrm>
                <a:off x="8304655" y="6305310"/>
                <a:ext cx="1125692" cy="203209"/>
                <a:chOff x="7189194" y="4755790"/>
                <a:chExt cx="2361296" cy="426260"/>
              </a:xfrm>
            </p:grpSpPr>
            <p:sp>
              <p:nvSpPr>
                <p:cNvPr id="80" name="フローチャート: 手作業 79">
                  <a:extLst>
                    <a:ext uri="{FF2B5EF4-FFF2-40B4-BE49-F238E27FC236}">
                      <a16:creationId xmlns:a16="http://schemas.microsoft.com/office/drawing/2014/main" id="{EF36F929-1835-DE7C-6571-3B528A8874EE}"/>
                    </a:ext>
                  </a:extLst>
                </p:cNvPr>
                <p:cNvSpPr/>
                <p:nvPr/>
              </p:nvSpPr>
              <p:spPr>
                <a:xfrm rot="5629261">
                  <a:off x="8166235" y="3778749"/>
                  <a:ext cx="214445" cy="2168527"/>
                </a:xfrm>
                <a:prstGeom prst="flowChartManualOperation">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1" name="フローチャート: 手作業 80">
                  <a:extLst>
                    <a:ext uri="{FF2B5EF4-FFF2-40B4-BE49-F238E27FC236}">
                      <a16:creationId xmlns:a16="http://schemas.microsoft.com/office/drawing/2014/main" id="{7A25156D-B92D-E45F-637D-04FC8E5C2A03}"/>
                    </a:ext>
                  </a:extLst>
                </p:cNvPr>
                <p:cNvSpPr/>
                <p:nvPr/>
              </p:nvSpPr>
              <p:spPr>
                <a:xfrm rot="16481858">
                  <a:off x="8359004" y="3990563"/>
                  <a:ext cx="214446" cy="2168527"/>
                </a:xfrm>
                <a:prstGeom prst="flowChartManualOperation">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grpSp>
            <p:nvGrpSpPr>
              <p:cNvPr id="84" name="グループ化 83">
                <a:extLst>
                  <a:ext uri="{FF2B5EF4-FFF2-40B4-BE49-F238E27FC236}">
                    <a16:creationId xmlns:a16="http://schemas.microsoft.com/office/drawing/2014/main" id="{FC6469F6-36CA-7EE7-4C3D-424420D1BA94}"/>
                  </a:ext>
                </a:extLst>
              </p:cNvPr>
              <p:cNvGrpSpPr/>
              <p:nvPr/>
            </p:nvGrpSpPr>
            <p:grpSpPr>
              <a:xfrm>
                <a:off x="9571286" y="6305310"/>
                <a:ext cx="1125692" cy="203209"/>
                <a:chOff x="7189194" y="4755790"/>
                <a:chExt cx="2361296" cy="426260"/>
              </a:xfrm>
            </p:grpSpPr>
            <p:sp>
              <p:nvSpPr>
                <p:cNvPr id="85" name="フローチャート: 手作業 84">
                  <a:extLst>
                    <a:ext uri="{FF2B5EF4-FFF2-40B4-BE49-F238E27FC236}">
                      <a16:creationId xmlns:a16="http://schemas.microsoft.com/office/drawing/2014/main" id="{763A55DE-24AB-3A8A-46E7-C413F66797E6}"/>
                    </a:ext>
                  </a:extLst>
                </p:cNvPr>
                <p:cNvSpPr/>
                <p:nvPr/>
              </p:nvSpPr>
              <p:spPr>
                <a:xfrm rot="5629261">
                  <a:off x="8166235" y="3778749"/>
                  <a:ext cx="214445" cy="2168527"/>
                </a:xfrm>
                <a:prstGeom prst="flowChartManualOperation">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6" name="フローチャート: 手作業 85">
                  <a:extLst>
                    <a:ext uri="{FF2B5EF4-FFF2-40B4-BE49-F238E27FC236}">
                      <a16:creationId xmlns:a16="http://schemas.microsoft.com/office/drawing/2014/main" id="{C2E19546-8D2F-42CB-FFC8-EF82E190FEF1}"/>
                    </a:ext>
                  </a:extLst>
                </p:cNvPr>
                <p:cNvSpPr/>
                <p:nvPr/>
              </p:nvSpPr>
              <p:spPr>
                <a:xfrm rot="16481858">
                  <a:off x="8359004" y="3990563"/>
                  <a:ext cx="214446" cy="2168527"/>
                </a:xfrm>
                <a:prstGeom prst="flowChartManualOperation">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grpSp>
            <p:nvGrpSpPr>
              <p:cNvPr id="89" name="グループ化 88">
                <a:extLst>
                  <a:ext uri="{FF2B5EF4-FFF2-40B4-BE49-F238E27FC236}">
                    <a16:creationId xmlns:a16="http://schemas.microsoft.com/office/drawing/2014/main" id="{0BF3C417-9C82-86EF-457D-66EC9D68084A}"/>
                  </a:ext>
                </a:extLst>
              </p:cNvPr>
              <p:cNvGrpSpPr/>
              <p:nvPr/>
            </p:nvGrpSpPr>
            <p:grpSpPr>
              <a:xfrm>
                <a:off x="10837917" y="6305310"/>
                <a:ext cx="1125692" cy="203209"/>
                <a:chOff x="7189194" y="4755790"/>
                <a:chExt cx="2361296" cy="426260"/>
              </a:xfrm>
            </p:grpSpPr>
            <p:sp>
              <p:nvSpPr>
                <p:cNvPr id="90" name="フローチャート: 手作業 89">
                  <a:extLst>
                    <a:ext uri="{FF2B5EF4-FFF2-40B4-BE49-F238E27FC236}">
                      <a16:creationId xmlns:a16="http://schemas.microsoft.com/office/drawing/2014/main" id="{E19B65C7-0B25-3E44-EAA1-DE290EA1462D}"/>
                    </a:ext>
                  </a:extLst>
                </p:cNvPr>
                <p:cNvSpPr/>
                <p:nvPr/>
              </p:nvSpPr>
              <p:spPr>
                <a:xfrm rot="5629261">
                  <a:off x="8166235" y="3778749"/>
                  <a:ext cx="214445" cy="2168527"/>
                </a:xfrm>
                <a:prstGeom prst="flowChartManualOperation">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1" name="フローチャート: 手作業 90">
                  <a:extLst>
                    <a:ext uri="{FF2B5EF4-FFF2-40B4-BE49-F238E27FC236}">
                      <a16:creationId xmlns:a16="http://schemas.microsoft.com/office/drawing/2014/main" id="{CE5ECC14-AE56-DA21-B35D-D4A3E609B289}"/>
                    </a:ext>
                  </a:extLst>
                </p:cNvPr>
                <p:cNvSpPr/>
                <p:nvPr/>
              </p:nvSpPr>
              <p:spPr>
                <a:xfrm rot="16481858">
                  <a:off x="8359004" y="3990563"/>
                  <a:ext cx="214446" cy="2168527"/>
                </a:xfrm>
                <a:prstGeom prst="flowChartManualOperation">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grpSp>
        <p:sp>
          <p:nvSpPr>
            <p:cNvPr id="152" name="フローチャート: データ 151">
              <a:extLst>
                <a:ext uri="{FF2B5EF4-FFF2-40B4-BE49-F238E27FC236}">
                  <a16:creationId xmlns:a16="http://schemas.microsoft.com/office/drawing/2014/main" id="{D6625B83-1346-6C37-6E1E-4C4FF765D9D3}"/>
                </a:ext>
              </a:extLst>
            </p:cNvPr>
            <p:cNvSpPr/>
            <p:nvPr/>
          </p:nvSpPr>
          <p:spPr>
            <a:xfrm rot="20183915">
              <a:off x="7653078" y="5817432"/>
              <a:ext cx="727282" cy="244896"/>
            </a:xfrm>
            <a:prstGeom prst="flowChartInputOutpu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5" name="フローチャート: データ 154">
              <a:extLst>
                <a:ext uri="{FF2B5EF4-FFF2-40B4-BE49-F238E27FC236}">
                  <a16:creationId xmlns:a16="http://schemas.microsoft.com/office/drawing/2014/main" id="{54524B24-A376-7497-32FB-81F405D18D69}"/>
                </a:ext>
              </a:extLst>
            </p:cNvPr>
            <p:cNvSpPr/>
            <p:nvPr/>
          </p:nvSpPr>
          <p:spPr>
            <a:xfrm rot="20183915">
              <a:off x="8920314" y="5817432"/>
              <a:ext cx="727282" cy="244896"/>
            </a:xfrm>
            <a:prstGeom prst="flowChartInputOutpu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7" name="フローチャート: データ 156">
              <a:extLst>
                <a:ext uri="{FF2B5EF4-FFF2-40B4-BE49-F238E27FC236}">
                  <a16:creationId xmlns:a16="http://schemas.microsoft.com/office/drawing/2014/main" id="{992496FE-4353-F0FB-884C-D36829C7EF0D}"/>
                </a:ext>
              </a:extLst>
            </p:cNvPr>
            <p:cNvSpPr/>
            <p:nvPr/>
          </p:nvSpPr>
          <p:spPr>
            <a:xfrm rot="20183915">
              <a:off x="11454787" y="5817432"/>
              <a:ext cx="727282" cy="244896"/>
            </a:xfrm>
            <a:prstGeom prst="flowChartInputOutpu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6" name="テキスト ボックス 165">
              <a:extLst>
                <a:ext uri="{FF2B5EF4-FFF2-40B4-BE49-F238E27FC236}">
                  <a16:creationId xmlns:a16="http://schemas.microsoft.com/office/drawing/2014/main" id="{989372E4-1D63-D2E3-B14B-B2D17B4DAB13}"/>
                </a:ext>
              </a:extLst>
            </p:cNvPr>
            <p:cNvSpPr txBox="1"/>
            <p:nvPr/>
          </p:nvSpPr>
          <p:spPr>
            <a:xfrm>
              <a:off x="7533477" y="5768503"/>
              <a:ext cx="1002839" cy="338554"/>
            </a:xfrm>
            <a:prstGeom prst="rect">
              <a:avLst/>
            </a:prstGeom>
            <a:noFill/>
          </p:spPr>
          <p:txBody>
            <a:bodyPr wrap="none" rtlCol="0">
              <a:spAutoFit/>
              <a:scene3d>
                <a:camera prst="perspectiveContrastingRightFacing">
                  <a:rot lat="651224" lon="18353808" rev="700477"/>
                </a:camera>
                <a:lightRig rig="threePt" dir="t"/>
              </a:scene3d>
            </a:bodyPr>
            <a:lstStyle/>
            <a:p>
              <a:r>
                <a:rPr kumimoji="1" lang="en-US" altLang="ja-JP" sz="1600" spc="130" dirty="0">
                  <a:solidFill>
                    <a:schemeClr val="bg1">
                      <a:lumMod val="95000"/>
                    </a:schemeClr>
                  </a:solidFill>
                  <a:latin typeface="Stencil" panose="040409050D0802020404" pitchFamily="82" charset="0"/>
                  <a:ea typeface="Segoe UI Black" panose="020B0A02040204020203" pitchFamily="34" charset="0"/>
                </a:rPr>
                <a:t>ACTION</a:t>
              </a:r>
              <a:endParaRPr kumimoji="1" lang="ja-JP" altLang="en-US" sz="1600" spc="130" dirty="0">
                <a:solidFill>
                  <a:schemeClr val="bg1">
                    <a:lumMod val="95000"/>
                  </a:schemeClr>
                </a:solidFill>
                <a:latin typeface="Stencil" panose="040409050D0802020404" pitchFamily="82" charset="0"/>
              </a:endParaRPr>
            </a:p>
          </p:txBody>
        </p:sp>
        <p:sp>
          <p:nvSpPr>
            <p:cNvPr id="167" name="テキスト ボックス 166">
              <a:extLst>
                <a:ext uri="{FF2B5EF4-FFF2-40B4-BE49-F238E27FC236}">
                  <a16:creationId xmlns:a16="http://schemas.microsoft.com/office/drawing/2014/main" id="{BD20E7C3-A342-0B53-0344-4260ED66534B}"/>
                </a:ext>
              </a:extLst>
            </p:cNvPr>
            <p:cNvSpPr txBox="1"/>
            <p:nvPr/>
          </p:nvSpPr>
          <p:spPr>
            <a:xfrm>
              <a:off x="8807600" y="5766050"/>
              <a:ext cx="1002839" cy="338554"/>
            </a:xfrm>
            <a:prstGeom prst="rect">
              <a:avLst/>
            </a:prstGeom>
            <a:noFill/>
          </p:spPr>
          <p:txBody>
            <a:bodyPr wrap="none" rtlCol="0">
              <a:spAutoFit/>
              <a:scene3d>
                <a:camera prst="perspectiveContrastingRightFacing">
                  <a:rot lat="651224" lon="18353808" rev="700477"/>
                </a:camera>
                <a:lightRig rig="threePt" dir="t"/>
              </a:scene3d>
            </a:bodyPr>
            <a:lstStyle/>
            <a:p>
              <a:r>
                <a:rPr kumimoji="1" lang="en-US" altLang="ja-JP" sz="1600" spc="130" dirty="0">
                  <a:solidFill>
                    <a:schemeClr val="bg1">
                      <a:lumMod val="95000"/>
                    </a:schemeClr>
                  </a:solidFill>
                  <a:latin typeface="Stencil" panose="040409050D0802020404" pitchFamily="82" charset="0"/>
                  <a:ea typeface="Segoe UI Black" panose="020B0A02040204020203" pitchFamily="34" charset="0"/>
                </a:rPr>
                <a:t>ACTION</a:t>
              </a:r>
              <a:endParaRPr kumimoji="1" lang="ja-JP" altLang="en-US" sz="1600" spc="130" dirty="0">
                <a:solidFill>
                  <a:schemeClr val="bg1">
                    <a:lumMod val="95000"/>
                  </a:schemeClr>
                </a:solidFill>
                <a:latin typeface="Stencil" panose="040409050D0802020404" pitchFamily="82" charset="0"/>
              </a:endParaRPr>
            </a:p>
          </p:txBody>
        </p:sp>
        <p:sp>
          <p:nvSpPr>
            <p:cNvPr id="168" name="テキスト ボックス 167">
              <a:extLst>
                <a:ext uri="{FF2B5EF4-FFF2-40B4-BE49-F238E27FC236}">
                  <a16:creationId xmlns:a16="http://schemas.microsoft.com/office/drawing/2014/main" id="{791530D1-A05D-872E-1A6E-50E2D2015766}"/>
                </a:ext>
              </a:extLst>
            </p:cNvPr>
            <p:cNvSpPr txBox="1"/>
            <p:nvPr/>
          </p:nvSpPr>
          <p:spPr>
            <a:xfrm>
              <a:off x="11326533" y="5775575"/>
              <a:ext cx="1002839" cy="338554"/>
            </a:xfrm>
            <a:prstGeom prst="rect">
              <a:avLst/>
            </a:prstGeom>
            <a:noFill/>
          </p:spPr>
          <p:txBody>
            <a:bodyPr wrap="none" rtlCol="0">
              <a:spAutoFit/>
              <a:scene3d>
                <a:camera prst="perspectiveContrastingRightFacing">
                  <a:rot lat="651224" lon="18353808" rev="700477"/>
                </a:camera>
                <a:lightRig rig="threePt" dir="t"/>
              </a:scene3d>
            </a:bodyPr>
            <a:lstStyle/>
            <a:p>
              <a:r>
                <a:rPr kumimoji="1" lang="en-US" altLang="ja-JP" sz="1600" spc="130" dirty="0">
                  <a:solidFill>
                    <a:schemeClr val="bg1">
                      <a:lumMod val="95000"/>
                    </a:schemeClr>
                  </a:solidFill>
                  <a:latin typeface="Stencil" panose="040409050D0802020404" pitchFamily="82" charset="0"/>
                  <a:ea typeface="Segoe UI Black" panose="020B0A02040204020203" pitchFamily="34" charset="0"/>
                </a:rPr>
                <a:t>ACTION</a:t>
              </a:r>
              <a:endParaRPr kumimoji="1" lang="ja-JP" altLang="en-US" sz="1600" spc="130" dirty="0">
                <a:solidFill>
                  <a:schemeClr val="bg1">
                    <a:lumMod val="95000"/>
                  </a:schemeClr>
                </a:solidFill>
                <a:latin typeface="Stencil" panose="040409050D0802020404" pitchFamily="82" charset="0"/>
              </a:endParaRPr>
            </a:p>
          </p:txBody>
        </p:sp>
      </p:grpSp>
      <p:grpSp>
        <p:nvGrpSpPr>
          <p:cNvPr id="174" name="グループ化 173">
            <a:extLst>
              <a:ext uri="{FF2B5EF4-FFF2-40B4-BE49-F238E27FC236}">
                <a16:creationId xmlns:a16="http://schemas.microsoft.com/office/drawing/2014/main" id="{31A45569-5511-A6ED-78ED-FCEB3C56AD4A}"/>
              </a:ext>
            </a:extLst>
          </p:cNvPr>
          <p:cNvGrpSpPr/>
          <p:nvPr/>
        </p:nvGrpSpPr>
        <p:grpSpPr>
          <a:xfrm>
            <a:off x="6000386" y="2863397"/>
            <a:ext cx="1002839" cy="338554"/>
            <a:chOff x="7619202" y="5968528"/>
            <a:chExt cx="1002839" cy="338554"/>
          </a:xfrm>
        </p:grpSpPr>
        <p:sp>
          <p:nvSpPr>
            <p:cNvPr id="172" name="フローチャート: データ 171">
              <a:extLst>
                <a:ext uri="{FF2B5EF4-FFF2-40B4-BE49-F238E27FC236}">
                  <a16:creationId xmlns:a16="http://schemas.microsoft.com/office/drawing/2014/main" id="{DD6AE623-3F7A-BE0D-9155-F5BE9537CD62}"/>
                </a:ext>
              </a:extLst>
            </p:cNvPr>
            <p:cNvSpPr/>
            <p:nvPr/>
          </p:nvSpPr>
          <p:spPr>
            <a:xfrm rot="20183915">
              <a:off x="7738803" y="6017457"/>
              <a:ext cx="727282" cy="244896"/>
            </a:xfrm>
            <a:prstGeom prst="flowChartInputOutpu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3" name="テキスト ボックス 172">
              <a:extLst>
                <a:ext uri="{FF2B5EF4-FFF2-40B4-BE49-F238E27FC236}">
                  <a16:creationId xmlns:a16="http://schemas.microsoft.com/office/drawing/2014/main" id="{5CEA0C25-C212-3F2A-B5DB-A223F34E7C19}"/>
                </a:ext>
              </a:extLst>
            </p:cNvPr>
            <p:cNvSpPr txBox="1"/>
            <p:nvPr/>
          </p:nvSpPr>
          <p:spPr>
            <a:xfrm>
              <a:off x="7619202" y="5968528"/>
              <a:ext cx="1002839" cy="338554"/>
            </a:xfrm>
            <a:prstGeom prst="rect">
              <a:avLst/>
            </a:prstGeom>
            <a:noFill/>
          </p:spPr>
          <p:txBody>
            <a:bodyPr wrap="none" rtlCol="0">
              <a:spAutoFit/>
              <a:scene3d>
                <a:camera prst="perspectiveContrastingRightFacing">
                  <a:rot lat="651224" lon="18353808" rev="700477"/>
                </a:camera>
                <a:lightRig rig="threePt" dir="t"/>
              </a:scene3d>
            </a:bodyPr>
            <a:lstStyle/>
            <a:p>
              <a:r>
                <a:rPr kumimoji="1" lang="en-US" altLang="ja-JP" sz="1600" spc="130" dirty="0">
                  <a:solidFill>
                    <a:schemeClr val="bg1">
                      <a:lumMod val="95000"/>
                    </a:schemeClr>
                  </a:solidFill>
                  <a:latin typeface="Stencil" panose="040409050D0802020404" pitchFamily="82" charset="0"/>
                  <a:ea typeface="Segoe UI Black" panose="020B0A02040204020203" pitchFamily="34" charset="0"/>
                </a:rPr>
                <a:t>ACTION</a:t>
              </a:r>
              <a:endParaRPr kumimoji="1" lang="ja-JP" altLang="en-US" sz="1600" spc="130" dirty="0">
                <a:solidFill>
                  <a:schemeClr val="bg1">
                    <a:lumMod val="95000"/>
                  </a:schemeClr>
                </a:solidFill>
                <a:latin typeface="Stencil" panose="040409050D0802020404" pitchFamily="82" charset="0"/>
              </a:endParaRPr>
            </a:p>
          </p:txBody>
        </p:sp>
      </p:grpSp>
      <p:grpSp>
        <p:nvGrpSpPr>
          <p:cNvPr id="175" name="グループ化 174">
            <a:extLst>
              <a:ext uri="{FF2B5EF4-FFF2-40B4-BE49-F238E27FC236}">
                <a16:creationId xmlns:a16="http://schemas.microsoft.com/office/drawing/2014/main" id="{90B1E84A-667E-5D84-762F-E1745A62CB52}"/>
              </a:ext>
            </a:extLst>
          </p:cNvPr>
          <p:cNvGrpSpPr/>
          <p:nvPr/>
        </p:nvGrpSpPr>
        <p:grpSpPr>
          <a:xfrm>
            <a:off x="1096212" y="3729939"/>
            <a:ext cx="1002839" cy="338554"/>
            <a:chOff x="7619202" y="5968528"/>
            <a:chExt cx="1002839" cy="338554"/>
          </a:xfrm>
        </p:grpSpPr>
        <p:sp>
          <p:nvSpPr>
            <p:cNvPr id="176" name="フローチャート: データ 175">
              <a:extLst>
                <a:ext uri="{FF2B5EF4-FFF2-40B4-BE49-F238E27FC236}">
                  <a16:creationId xmlns:a16="http://schemas.microsoft.com/office/drawing/2014/main" id="{8837DE71-5589-905A-DD5E-5F434DB975B8}"/>
                </a:ext>
              </a:extLst>
            </p:cNvPr>
            <p:cNvSpPr/>
            <p:nvPr/>
          </p:nvSpPr>
          <p:spPr>
            <a:xfrm rot="20183915">
              <a:off x="7738803" y="6017457"/>
              <a:ext cx="727282" cy="244896"/>
            </a:xfrm>
            <a:prstGeom prst="flowChartInputOutpu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7" name="テキスト ボックス 176">
              <a:extLst>
                <a:ext uri="{FF2B5EF4-FFF2-40B4-BE49-F238E27FC236}">
                  <a16:creationId xmlns:a16="http://schemas.microsoft.com/office/drawing/2014/main" id="{EDA87AB0-3DAD-3E09-9ABA-D189A3450BB0}"/>
                </a:ext>
              </a:extLst>
            </p:cNvPr>
            <p:cNvSpPr txBox="1"/>
            <p:nvPr/>
          </p:nvSpPr>
          <p:spPr>
            <a:xfrm>
              <a:off x="7619202" y="5968528"/>
              <a:ext cx="1002839" cy="338554"/>
            </a:xfrm>
            <a:prstGeom prst="rect">
              <a:avLst/>
            </a:prstGeom>
            <a:noFill/>
          </p:spPr>
          <p:txBody>
            <a:bodyPr wrap="none" rtlCol="0">
              <a:spAutoFit/>
              <a:scene3d>
                <a:camera prst="perspectiveContrastingRightFacing">
                  <a:rot lat="651224" lon="18353808" rev="700477"/>
                </a:camera>
                <a:lightRig rig="threePt" dir="t"/>
              </a:scene3d>
            </a:bodyPr>
            <a:lstStyle/>
            <a:p>
              <a:r>
                <a:rPr kumimoji="1" lang="en-US" altLang="ja-JP" sz="1600" spc="130" dirty="0">
                  <a:solidFill>
                    <a:schemeClr val="bg1">
                      <a:lumMod val="95000"/>
                    </a:schemeClr>
                  </a:solidFill>
                  <a:latin typeface="Stencil" panose="040409050D0802020404" pitchFamily="82" charset="0"/>
                  <a:ea typeface="Segoe UI Black" panose="020B0A02040204020203" pitchFamily="34" charset="0"/>
                </a:rPr>
                <a:t>ACTION</a:t>
              </a:r>
              <a:endParaRPr kumimoji="1" lang="ja-JP" altLang="en-US" sz="1600" spc="130" dirty="0">
                <a:solidFill>
                  <a:schemeClr val="bg1">
                    <a:lumMod val="95000"/>
                  </a:schemeClr>
                </a:solidFill>
                <a:latin typeface="Stencil" panose="040409050D0802020404" pitchFamily="82" charset="0"/>
              </a:endParaRPr>
            </a:p>
          </p:txBody>
        </p:sp>
      </p:grpSp>
    </p:spTree>
    <p:extLst>
      <p:ext uri="{BB962C8B-B14F-4D97-AF65-F5344CB8AC3E}">
        <p14:creationId xmlns:p14="http://schemas.microsoft.com/office/powerpoint/2010/main" val="1601926086"/>
      </p:ext>
    </p:extLst>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6B7FAD-FC6C-6494-22A9-9690D6F10F63}"/>
            </a:ext>
          </a:extLst>
        </p:cNvPr>
        <p:cNvGrpSpPr/>
        <p:nvPr/>
      </p:nvGrpSpPr>
      <p:grpSpPr>
        <a:xfrm>
          <a:off x="0" y="0"/>
          <a:ext cx="0" cy="0"/>
          <a:chOff x="0" y="0"/>
          <a:chExt cx="0" cy="0"/>
        </a:xfrm>
      </p:grpSpPr>
      <p:pic>
        <p:nvPicPr>
          <p:cNvPr id="2" name="図 1" descr="おもちゃ, 人形, 暗い, 乗る が含まれている画像&#10;&#10;AI 生成コンテンツは誤りを含む可能性があります。">
            <a:extLst>
              <a:ext uri="{FF2B5EF4-FFF2-40B4-BE49-F238E27FC236}">
                <a16:creationId xmlns:a16="http://schemas.microsoft.com/office/drawing/2014/main" id="{B98C7821-FD35-FADD-7F72-18785A826C7F}"/>
              </a:ext>
            </a:extLst>
          </p:cNvPr>
          <p:cNvPicPr>
            <a:picLocks noChangeAspect="1"/>
          </p:cNvPicPr>
          <p:nvPr/>
        </p:nvPicPr>
        <p:blipFill>
          <a:blip r:embed="rId2">
            <a:extLst>
              <a:ext uri="{BEBA8EAE-BF5A-486C-A8C5-ECC9F3942E4B}">
                <a14:imgProps xmlns:a14="http://schemas.microsoft.com/office/drawing/2010/main">
                  <a14:imgLayer r:embed="rId3">
                    <a14:imgEffect>
                      <a14:saturation sat="0"/>
                    </a14:imgEffect>
                  </a14:imgLayer>
                </a14:imgProps>
              </a:ext>
              <a:ext uri="{28A0092B-C50C-407E-A947-70E740481C1C}">
                <a14:useLocalDpi xmlns:a14="http://schemas.microsoft.com/office/drawing/2010/main" val="0"/>
              </a:ext>
            </a:extLst>
          </a:blip>
          <a:srcRect l="15823" t="8183" r="20046" b="27686"/>
          <a:stretch>
            <a:fillRect/>
          </a:stretch>
        </p:blipFill>
        <p:spPr>
          <a:xfrm>
            <a:off x="11000182" y="273390"/>
            <a:ext cx="902527" cy="902527"/>
          </a:xfrm>
          <a:custGeom>
            <a:avLst/>
            <a:gdLst>
              <a:gd name="csX0" fmla="*/ 841913 w 1683826"/>
              <a:gd name="csY0" fmla="*/ 0 h 1683826"/>
              <a:gd name="csX1" fmla="*/ 1683826 w 1683826"/>
              <a:gd name="csY1" fmla="*/ 841913 h 1683826"/>
              <a:gd name="csX2" fmla="*/ 841913 w 1683826"/>
              <a:gd name="csY2" fmla="*/ 1683826 h 1683826"/>
              <a:gd name="csX3" fmla="*/ 0 w 1683826"/>
              <a:gd name="csY3" fmla="*/ 841913 h 1683826"/>
              <a:gd name="csX4" fmla="*/ 841913 w 1683826"/>
              <a:gd name="csY4" fmla="*/ 0 h 1683826"/>
            </a:gdLst>
            <a:ahLst/>
            <a:cxnLst>
              <a:cxn ang="0">
                <a:pos x="csX0" y="csY0"/>
              </a:cxn>
              <a:cxn ang="0">
                <a:pos x="csX1" y="csY1"/>
              </a:cxn>
              <a:cxn ang="0">
                <a:pos x="csX2" y="csY2"/>
              </a:cxn>
              <a:cxn ang="0">
                <a:pos x="csX3" y="csY3"/>
              </a:cxn>
              <a:cxn ang="0">
                <a:pos x="csX4" y="csY4"/>
              </a:cxn>
            </a:cxnLst>
            <a:rect l="l" t="t" r="r" b="b"/>
            <a:pathLst>
              <a:path w="1683826" h="1683826">
                <a:moveTo>
                  <a:pt x="841913" y="0"/>
                </a:moveTo>
                <a:cubicBezTo>
                  <a:pt x="1306889" y="0"/>
                  <a:pt x="1683826" y="376937"/>
                  <a:pt x="1683826" y="841913"/>
                </a:cubicBezTo>
                <a:cubicBezTo>
                  <a:pt x="1683826" y="1306889"/>
                  <a:pt x="1306889" y="1683826"/>
                  <a:pt x="841913" y="1683826"/>
                </a:cubicBezTo>
                <a:cubicBezTo>
                  <a:pt x="376937" y="1683826"/>
                  <a:pt x="0" y="1306889"/>
                  <a:pt x="0" y="841913"/>
                </a:cubicBezTo>
                <a:cubicBezTo>
                  <a:pt x="0" y="376937"/>
                  <a:pt x="376937" y="0"/>
                  <a:pt x="841913" y="0"/>
                </a:cubicBezTo>
                <a:close/>
              </a:path>
            </a:pathLst>
          </a:custGeom>
          <a:solidFill>
            <a:schemeClr val="bg1">
              <a:lumMod val="95000"/>
              <a:alpha val="0"/>
            </a:schemeClr>
          </a:solidFill>
          <a:ln w="25400">
            <a:solidFill>
              <a:schemeClr val="bg1">
                <a:lumMod val="95000"/>
              </a:schemeClr>
            </a:solidFill>
          </a:ln>
        </p:spPr>
      </p:pic>
      <p:sp>
        <p:nvSpPr>
          <p:cNvPr id="3" name="テキスト ボックス 2">
            <a:extLst>
              <a:ext uri="{FF2B5EF4-FFF2-40B4-BE49-F238E27FC236}">
                <a16:creationId xmlns:a16="http://schemas.microsoft.com/office/drawing/2014/main" id="{877A349A-528D-3E42-5DF3-CC89B4954499}"/>
              </a:ext>
            </a:extLst>
          </p:cNvPr>
          <p:cNvSpPr txBox="1"/>
          <p:nvPr/>
        </p:nvSpPr>
        <p:spPr>
          <a:xfrm>
            <a:off x="8443954" y="100115"/>
            <a:ext cx="1188787" cy="584775"/>
          </a:xfrm>
          <a:prstGeom prst="rect">
            <a:avLst/>
          </a:prstGeom>
          <a:noFill/>
        </p:spPr>
        <p:txBody>
          <a:bodyPr wrap="none" rtlCol="0">
            <a:spAutoFit/>
          </a:bodyPr>
          <a:lstStyle/>
          <a:p>
            <a:r>
              <a:rPr kumimoji="1" lang="en-US" altLang="ja-JP" spc="130" dirty="0">
                <a:solidFill>
                  <a:schemeClr val="bg1">
                    <a:lumMod val="95000"/>
                  </a:schemeClr>
                </a:solidFill>
                <a:latin typeface="Stencil" panose="040409050D0802020404" pitchFamily="82" charset="0"/>
                <a:ea typeface="Segoe UI Black" panose="020B0A02040204020203" pitchFamily="34" charset="0"/>
              </a:rPr>
              <a:t>TURN </a:t>
            </a:r>
            <a:r>
              <a:rPr kumimoji="1" lang="en-US" altLang="ja-JP" sz="3200" spc="130" dirty="0">
                <a:solidFill>
                  <a:schemeClr val="bg1">
                    <a:lumMod val="95000"/>
                  </a:schemeClr>
                </a:solidFill>
                <a:latin typeface="Stencil" panose="040409050D0802020404" pitchFamily="82" charset="0"/>
                <a:ea typeface="Segoe UI Black" panose="020B0A02040204020203" pitchFamily="34" charset="0"/>
              </a:rPr>
              <a:t>3</a:t>
            </a:r>
            <a:endParaRPr kumimoji="1" lang="ja-JP" altLang="en-US" sz="3200" spc="130" dirty="0">
              <a:solidFill>
                <a:schemeClr val="bg1">
                  <a:lumMod val="95000"/>
                </a:schemeClr>
              </a:solidFill>
              <a:latin typeface="Stencil" panose="040409050D0802020404" pitchFamily="82" charset="0"/>
            </a:endParaRPr>
          </a:p>
        </p:txBody>
      </p:sp>
      <p:pic>
        <p:nvPicPr>
          <p:cNvPr id="5" name="図 4">
            <a:extLst>
              <a:ext uri="{FF2B5EF4-FFF2-40B4-BE49-F238E27FC236}">
                <a16:creationId xmlns:a16="http://schemas.microsoft.com/office/drawing/2014/main" id="{2EF8263B-F0A6-B093-1726-A0A29BEB9B43}"/>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054311" y="5119902"/>
            <a:ext cx="5628571" cy="647619"/>
          </a:xfrm>
          <a:prstGeom prst="rect">
            <a:avLst/>
          </a:prstGeom>
        </p:spPr>
      </p:pic>
    </p:spTree>
    <p:extLst>
      <p:ext uri="{BB962C8B-B14F-4D97-AF65-F5344CB8AC3E}">
        <p14:creationId xmlns:p14="http://schemas.microsoft.com/office/powerpoint/2010/main" val="2305828125"/>
      </p:ext>
    </p:extLst>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EF4A38-DBB9-7F2E-0CBB-D91BC0506609}"/>
            </a:ext>
          </a:extLst>
        </p:cNvPr>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C46A6B01-5A97-FF85-5A3C-C381A76E427A}"/>
              </a:ext>
            </a:extLst>
          </p:cNvPr>
          <p:cNvSpPr txBox="1"/>
          <p:nvPr/>
        </p:nvSpPr>
        <p:spPr>
          <a:xfrm>
            <a:off x="4496851" y="694133"/>
            <a:ext cx="3198311" cy="707886"/>
          </a:xfrm>
          <a:prstGeom prst="rect">
            <a:avLst/>
          </a:prstGeom>
          <a:noFill/>
        </p:spPr>
        <p:txBody>
          <a:bodyPr wrap="none" rtlCol="0">
            <a:spAutoFit/>
          </a:bodyPr>
          <a:lstStyle/>
          <a:p>
            <a:pPr algn="ctr"/>
            <a:r>
              <a:rPr lang="ja-JP" altLang="en-US" sz="4000" b="1" dirty="0">
                <a:solidFill>
                  <a:schemeClr val="bg1">
                    <a:lumMod val="95000"/>
                  </a:schemeClr>
                </a:solidFill>
                <a:latin typeface="BIZ UDP明朝 Medium" panose="02020500000000000000" pitchFamily="18" charset="-128"/>
                <a:ea typeface="BIZ UDP明朝 Medium" panose="02020500000000000000" pitchFamily="18" charset="-128"/>
              </a:rPr>
              <a:t>ボスカットイン</a:t>
            </a:r>
            <a:endParaRPr kumimoji="1" lang="ja-JP" altLang="en-US" sz="40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Tree>
    <p:extLst>
      <p:ext uri="{BB962C8B-B14F-4D97-AF65-F5344CB8AC3E}">
        <p14:creationId xmlns:p14="http://schemas.microsoft.com/office/powerpoint/2010/main" val="3436065562"/>
      </p:ext>
    </p:extLst>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AEAB88-9559-2AA9-5E0E-10C66EB29A97}"/>
            </a:ext>
          </a:extLst>
        </p:cNvPr>
        <p:cNvGrpSpPr/>
        <p:nvPr/>
      </p:nvGrpSpPr>
      <p:grpSpPr>
        <a:xfrm>
          <a:off x="0" y="0"/>
          <a:ext cx="0" cy="0"/>
          <a:chOff x="0" y="0"/>
          <a:chExt cx="0" cy="0"/>
        </a:xfrm>
      </p:grpSpPr>
      <p:sp>
        <p:nvSpPr>
          <p:cNvPr id="80" name="楕円 79">
            <a:extLst>
              <a:ext uri="{FF2B5EF4-FFF2-40B4-BE49-F238E27FC236}">
                <a16:creationId xmlns:a16="http://schemas.microsoft.com/office/drawing/2014/main" id="{AD1C6B2D-210C-475A-25C1-C0BA869F3BB7}"/>
              </a:ext>
            </a:extLst>
          </p:cNvPr>
          <p:cNvSpPr/>
          <p:nvPr/>
        </p:nvSpPr>
        <p:spPr>
          <a:xfrm>
            <a:off x="-2195336" y="-748783"/>
            <a:ext cx="8978692" cy="8369559"/>
          </a:xfrm>
          <a:prstGeom prst="ellipse">
            <a:avLst/>
          </a:prstGeom>
          <a:solidFill>
            <a:srgbClr val="CC66FF">
              <a:alpha val="6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 name="四角形: 角を丸くする 1">
            <a:extLst>
              <a:ext uri="{FF2B5EF4-FFF2-40B4-BE49-F238E27FC236}">
                <a16:creationId xmlns:a16="http://schemas.microsoft.com/office/drawing/2014/main" id="{7A9278C3-C13B-423C-3001-E7E315C6CE48}"/>
              </a:ext>
            </a:extLst>
          </p:cNvPr>
          <p:cNvSpPr/>
          <p:nvPr/>
        </p:nvSpPr>
        <p:spPr>
          <a:xfrm>
            <a:off x="658742" y="891074"/>
            <a:ext cx="2747226"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3" name="四角形: 角を丸くする 2">
            <a:extLst>
              <a:ext uri="{FF2B5EF4-FFF2-40B4-BE49-F238E27FC236}">
                <a16:creationId xmlns:a16="http://schemas.microsoft.com/office/drawing/2014/main" id="{79C09D8C-2E3E-65AA-E70B-D49A50CC956D}"/>
              </a:ext>
            </a:extLst>
          </p:cNvPr>
          <p:cNvSpPr/>
          <p:nvPr/>
        </p:nvSpPr>
        <p:spPr>
          <a:xfrm>
            <a:off x="658742" y="1626637"/>
            <a:ext cx="2747226"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6" name="四角形: 角を丸くする 5">
            <a:extLst>
              <a:ext uri="{FF2B5EF4-FFF2-40B4-BE49-F238E27FC236}">
                <a16:creationId xmlns:a16="http://schemas.microsoft.com/office/drawing/2014/main" id="{1E621CEF-FCB0-49FC-C638-53F8ED6F0165}"/>
              </a:ext>
            </a:extLst>
          </p:cNvPr>
          <p:cNvSpPr/>
          <p:nvPr/>
        </p:nvSpPr>
        <p:spPr>
          <a:xfrm>
            <a:off x="658742" y="2362200"/>
            <a:ext cx="2747226"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8" name="四角形: 角を丸くする 7">
            <a:extLst>
              <a:ext uri="{FF2B5EF4-FFF2-40B4-BE49-F238E27FC236}">
                <a16:creationId xmlns:a16="http://schemas.microsoft.com/office/drawing/2014/main" id="{467364E3-EEE5-DFDD-C8A8-333A06A4A434}"/>
              </a:ext>
            </a:extLst>
          </p:cNvPr>
          <p:cNvSpPr/>
          <p:nvPr/>
        </p:nvSpPr>
        <p:spPr>
          <a:xfrm>
            <a:off x="658742" y="3833326"/>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9" name="四角形: 角を丸くする 8">
            <a:extLst>
              <a:ext uri="{FF2B5EF4-FFF2-40B4-BE49-F238E27FC236}">
                <a16:creationId xmlns:a16="http://schemas.microsoft.com/office/drawing/2014/main" id="{5ED9831A-43EC-A689-8C27-FB540E4AA91C}"/>
              </a:ext>
            </a:extLst>
          </p:cNvPr>
          <p:cNvSpPr/>
          <p:nvPr/>
        </p:nvSpPr>
        <p:spPr>
          <a:xfrm>
            <a:off x="658742" y="4568889"/>
            <a:ext cx="2747226"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10" name="四角形: 角を丸くする 9">
            <a:extLst>
              <a:ext uri="{FF2B5EF4-FFF2-40B4-BE49-F238E27FC236}">
                <a16:creationId xmlns:a16="http://schemas.microsoft.com/office/drawing/2014/main" id="{6103CD52-E367-5B04-97F3-D43C548AE947}"/>
              </a:ext>
            </a:extLst>
          </p:cNvPr>
          <p:cNvSpPr/>
          <p:nvPr/>
        </p:nvSpPr>
        <p:spPr>
          <a:xfrm>
            <a:off x="658742" y="5304452"/>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sp>
        <p:nvSpPr>
          <p:cNvPr id="13" name="楕円 12">
            <a:extLst>
              <a:ext uri="{FF2B5EF4-FFF2-40B4-BE49-F238E27FC236}">
                <a16:creationId xmlns:a16="http://schemas.microsoft.com/office/drawing/2014/main" id="{53AD2F20-E1F1-A85F-4717-65C305FB1511}"/>
              </a:ext>
            </a:extLst>
          </p:cNvPr>
          <p:cNvSpPr/>
          <p:nvPr/>
        </p:nvSpPr>
        <p:spPr>
          <a:xfrm>
            <a:off x="835866" y="942392"/>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5" name="楕円 14">
            <a:extLst>
              <a:ext uri="{FF2B5EF4-FFF2-40B4-BE49-F238E27FC236}">
                <a16:creationId xmlns:a16="http://schemas.microsoft.com/office/drawing/2014/main" id="{CBD57F83-7EE5-F390-ABE4-9A1C33B6D0BE}"/>
              </a:ext>
            </a:extLst>
          </p:cNvPr>
          <p:cNvSpPr/>
          <p:nvPr/>
        </p:nvSpPr>
        <p:spPr>
          <a:xfrm>
            <a:off x="835866" y="1677955"/>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9" name="楕円 18">
            <a:extLst>
              <a:ext uri="{FF2B5EF4-FFF2-40B4-BE49-F238E27FC236}">
                <a16:creationId xmlns:a16="http://schemas.microsoft.com/office/drawing/2014/main" id="{1AB3A32F-FBC9-D276-39C0-0E017C53A17D}"/>
              </a:ext>
            </a:extLst>
          </p:cNvPr>
          <p:cNvSpPr/>
          <p:nvPr/>
        </p:nvSpPr>
        <p:spPr>
          <a:xfrm>
            <a:off x="835866" y="5355770"/>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22" name="楕円 21">
            <a:extLst>
              <a:ext uri="{FF2B5EF4-FFF2-40B4-BE49-F238E27FC236}">
                <a16:creationId xmlns:a16="http://schemas.microsoft.com/office/drawing/2014/main" id="{C6C47C9C-55E4-C590-C298-C57B7404B6F4}"/>
              </a:ext>
            </a:extLst>
          </p:cNvPr>
          <p:cNvSpPr/>
          <p:nvPr/>
        </p:nvSpPr>
        <p:spPr>
          <a:xfrm>
            <a:off x="835866" y="4620207"/>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28" name="楕円 27">
            <a:extLst>
              <a:ext uri="{FF2B5EF4-FFF2-40B4-BE49-F238E27FC236}">
                <a16:creationId xmlns:a16="http://schemas.microsoft.com/office/drawing/2014/main" id="{427F09CB-65D2-DE28-0737-536B6E776503}"/>
              </a:ext>
            </a:extLst>
          </p:cNvPr>
          <p:cNvSpPr/>
          <p:nvPr/>
        </p:nvSpPr>
        <p:spPr>
          <a:xfrm>
            <a:off x="835866" y="3884644"/>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34" name="楕円 33">
            <a:extLst>
              <a:ext uri="{FF2B5EF4-FFF2-40B4-BE49-F238E27FC236}">
                <a16:creationId xmlns:a16="http://schemas.microsoft.com/office/drawing/2014/main" id="{99DB66D0-DC50-25E6-02FB-620F560594AF}"/>
              </a:ext>
            </a:extLst>
          </p:cNvPr>
          <p:cNvSpPr/>
          <p:nvPr/>
        </p:nvSpPr>
        <p:spPr>
          <a:xfrm>
            <a:off x="835866" y="241351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36" name="四角形: 角を丸くする 35">
            <a:extLst>
              <a:ext uri="{FF2B5EF4-FFF2-40B4-BE49-F238E27FC236}">
                <a16:creationId xmlns:a16="http://schemas.microsoft.com/office/drawing/2014/main" id="{9FF6E793-C6BA-9FB2-5059-9EF50CF8C046}"/>
              </a:ext>
            </a:extLst>
          </p:cNvPr>
          <p:cNvSpPr/>
          <p:nvPr/>
        </p:nvSpPr>
        <p:spPr>
          <a:xfrm>
            <a:off x="2795756" y="914399"/>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7" name="四角形: 角を丸くする 36">
            <a:extLst>
              <a:ext uri="{FF2B5EF4-FFF2-40B4-BE49-F238E27FC236}">
                <a16:creationId xmlns:a16="http://schemas.microsoft.com/office/drawing/2014/main" id="{4058FD14-5699-D5D5-5C24-98A02AD05B79}"/>
              </a:ext>
            </a:extLst>
          </p:cNvPr>
          <p:cNvSpPr/>
          <p:nvPr/>
        </p:nvSpPr>
        <p:spPr>
          <a:xfrm>
            <a:off x="2795756" y="5324668"/>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8" name="四角形: 角を丸くする 37">
            <a:extLst>
              <a:ext uri="{FF2B5EF4-FFF2-40B4-BE49-F238E27FC236}">
                <a16:creationId xmlns:a16="http://schemas.microsoft.com/office/drawing/2014/main" id="{7281BF1B-DB1F-88E3-8F0A-1693346451BF}"/>
              </a:ext>
            </a:extLst>
          </p:cNvPr>
          <p:cNvSpPr/>
          <p:nvPr/>
        </p:nvSpPr>
        <p:spPr>
          <a:xfrm>
            <a:off x="2795756" y="4589624"/>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9" name="四角形: 角を丸くする 38">
            <a:extLst>
              <a:ext uri="{FF2B5EF4-FFF2-40B4-BE49-F238E27FC236}">
                <a16:creationId xmlns:a16="http://schemas.microsoft.com/office/drawing/2014/main" id="{373BB379-6B6D-E566-B935-BA6FF815E91E}"/>
              </a:ext>
            </a:extLst>
          </p:cNvPr>
          <p:cNvSpPr/>
          <p:nvPr/>
        </p:nvSpPr>
        <p:spPr>
          <a:xfrm>
            <a:off x="2795756" y="3854579"/>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 name="四角形: 角を丸くする 6">
            <a:extLst>
              <a:ext uri="{FF2B5EF4-FFF2-40B4-BE49-F238E27FC236}">
                <a16:creationId xmlns:a16="http://schemas.microsoft.com/office/drawing/2014/main" id="{3FABFD4E-DE79-D08C-BCB4-900B2910E4E2}"/>
              </a:ext>
            </a:extLst>
          </p:cNvPr>
          <p:cNvSpPr/>
          <p:nvPr/>
        </p:nvSpPr>
        <p:spPr>
          <a:xfrm>
            <a:off x="1255608" y="3097763"/>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31" name="楕円 30">
            <a:extLst>
              <a:ext uri="{FF2B5EF4-FFF2-40B4-BE49-F238E27FC236}">
                <a16:creationId xmlns:a16="http://schemas.microsoft.com/office/drawing/2014/main" id="{8F0918EB-EF4C-10C0-60A2-170E6BF88D9D}"/>
              </a:ext>
            </a:extLst>
          </p:cNvPr>
          <p:cNvSpPr/>
          <p:nvPr/>
        </p:nvSpPr>
        <p:spPr>
          <a:xfrm>
            <a:off x="1432732" y="3149081"/>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40" name="四角形: 角を丸くする 39">
            <a:extLst>
              <a:ext uri="{FF2B5EF4-FFF2-40B4-BE49-F238E27FC236}">
                <a16:creationId xmlns:a16="http://schemas.microsoft.com/office/drawing/2014/main" id="{D0C84B18-51A9-75A4-5CB6-B4653FBC02BC}"/>
              </a:ext>
            </a:extLst>
          </p:cNvPr>
          <p:cNvSpPr/>
          <p:nvPr/>
        </p:nvSpPr>
        <p:spPr>
          <a:xfrm>
            <a:off x="3392623" y="3119534"/>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41" name="四角形: 角を丸くする 40">
            <a:extLst>
              <a:ext uri="{FF2B5EF4-FFF2-40B4-BE49-F238E27FC236}">
                <a16:creationId xmlns:a16="http://schemas.microsoft.com/office/drawing/2014/main" id="{966A9741-7949-FE6B-54A1-D1C60064231C}"/>
              </a:ext>
            </a:extLst>
          </p:cNvPr>
          <p:cNvSpPr/>
          <p:nvPr/>
        </p:nvSpPr>
        <p:spPr>
          <a:xfrm>
            <a:off x="2795756" y="2384489"/>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42" name="四角形: 角を丸くする 41">
            <a:extLst>
              <a:ext uri="{FF2B5EF4-FFF2-40B4-BE49-F238E27FC236}">
                <a16:creationId xmlns:a16="http://schemas.microsoft.com/office/drawing/2014/main" id="{10F69DA1-235F-C8D3-0D16-8EA864DAE314}"/>
              </a:ext>
            </a:extLst>
          </p:cNvPr>
          <p:cNvSpPr/>
          <p:nvPr/>
        </p:nvSpPr>
        <p:spPr>
          <a:xfrm>
            <a:off x="2795756" y="1649444"/>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44" name="四角形: 角を丸くする 43">
            <a:extLst>
              <a:ext uri="{FF2B5EF4-FFF2-40B4-BE49-F238E27FC236}">
                <a16:creationId xmlns:a16="http://schemas.microsoft.com/office/drawing/2014/main" id="{3C4C3EEF-DB08-C83A-E08E-5B40B6F2AB9E}"/>
              </a:ext>
            </a:extLst>
          </p:cNvPr>
          <p:cNvSpPr/>
          <p:nvPr/>
        </p:nvSpPr>
        <p:spPr>
          <a:xfrm flipV="1">
            <a:off x="8838120" y="5295121"/>
            <a:ext cx="2704472"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8" name="四角形: 角を丸くする 47">
            <a:extLst>
              <a:ext uri="{FF2B5EF4-FFF2-40B4-BE49-F238E27FC236}">
                <a16:creationId xmlns:a16="http://schemas.microsoft.com/office/drawing/2014/main" id="{0D7A0C78-50CC-170C-BB48-DD57EF8311EE}"/>
              </a:ext>
            </a:extLst>
          </p:cNvPr>
          <p:cNvSpPr/>
          <p:nvPr/>
        </p:nvSpPr>
        <p:spPr>
          <a:xfrm flipV="1">
            <a:off x="8838120" y="2352869"/>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9" name="四角形: 角を丸くする 48">
            <a:extLst>
              <a:ext uri="{FF2B5EF4-FFF2-40B4-BE49-F238E27FC236}">
                <a16:creationId xmlns:a16="http://schemas.microsoft.com/office/drawing/2014/main" id="{BBBD1E6C-71A0-7AE7-B707-D0D8447AF95D}"/>
              </a:ext>
            </a:extLst>
          </p:cNvPr>
          <p:cNvSpPr/>
          <p:nvPr/>
        </p:nvSpPr>
        <p:spPr>
          <a:xfrm flipV="1">
            <a:off x="8838120" y="1617306"/>
            <a:ext cx="2704472"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50" name="四角形: 角を丸くする 49">
            <a:extLst>
              <a:ext uri="{FF2B5EF4-FFF2-40B4-BE49-F238E27FC236}">
                <a16:creationId xmlns:a16="http://schemas.microsoft.com/office/drawing/2014/main" id="{BD3DFE6E-2CE5-7FDF-F047-8DC92C7D594A}"/>
              </a:ext>
            </a:extLst>
          </p:cNvPr>
          <p:cNvSpPr/>
          <p:nvPr/>
        </p:nvSpPr>
        <p:spPr>
          <a:xfrm flipV="1">
            <a:off x="8838120" y="881743"/>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137" name="フローチャート: 論理積ゲート 136">
            <a:extLst>
              <a:ext uri="{FF2B5EF4-FFF2-40B4-BE49-F238E27FC236}">
                <a16:creationId xmlns:a16="http://schemas.microsoft.com/office/drawing/2014/main" id="{F41456D8-1443-16F7-AB55-8173E9BC33CD}"/>
              </a:ext>
            </a:extLst>
          </p:cNvPr>
          <p:cNvSpPr/>
          <p:nvPr/>
        </p:nvSpPr>
        <p:spPr>
          <a:xfrm>
            <a:off x="1367869" y="6169827"/>
            <a:ext cx="1225730" cy="461826"/>
          </a:xfrm>
          <a:prstGeom prst="flowChartDelay">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b="1" dirty="0">
                <a:latin typeface="BIZ UDP明朝 Medium" panose="02020500000000000000" pitchFamily="18" charset="-128"/>
                <a:ea typeface="BIZ UDP明朝 Medium" panose="02020500000000000000" pitchFamily="18" charset="-128"/>
              </a:rPr>
              <a:t>▶</a:t>
            </a:r>
            <a:r>
              <a:rPr lang="en-US" altLang="ja-JP" b="1" dirty="0">
                <a:latin typeface="BIZ UDP明朝 Medium" panose="02020500000000000000" pitchFamily="18" charset="-128"/>
                <a:ea typeface="BIZ UDP明朝 Medium" panose="02020500000000000000" pitchFamily="18" charset="-128"/>
              </a:rPr>
              <a:t>×1</a:t>
            </a:r>
            <a:endParaRPr lang="ja-JP" altLang="en-US" b="1" dirty="0">
              <a:latin typeface="BIZ UDP明朝 Medium" panose="02020500000000000000" pitchFamily="18" charset="-128"/>
              <a:ea typeface="BIZ UDP明朝 Medium" panose="02020500000000000000" pitchFamily="18" charset="-128"/>
            </a:endParaRPr>
          </a:p>
        </p:txBody>
      </p:sp>
      <p:sp>
        <p:nvSpPr>
          <p:cNvPr id="139" name="フローチャート: 論理積ゲート 138">
            <a:extLst>
              <a:ext uri="{FF2B5EF4-FFF2-40B4-BE49-F238E27FC236}">
                <a16:creationId xmlns:a16="http://schemas.microsoft.com/office/drawing/2014/main" id="{D3653923-F7B7-5DCE-62DC-826EA3569361}"/>
              </a:ext>
            </a:extLst>
          </p:cNvPr>
          <p:cNvSpPr/>
          <p:nvPr/>
        </p:nvSpPr>
        <p:spPr>
          <a:xfrm>
            <a:off x="2796951" y="6169827"/>
            <a:ext cx="1225730" cy="461826"/>
          </a:xfrm>
          <a:prstGeom prst="flowChartDelay">
            <a:avLst/>
          </a:prstGeom>
          <a:solidFill>
            <a:srgbClr val="CC66FF"/>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BIZ UDP明朝 Medium" panose="02020500000000000000" pitchFamily="18" charset="-128"/>
                <a:ea typeface="BIZ UDP明朝 Medium" panose="02020500000000000000" pitchFamily="18" charset="-128"/>
              </a:rPr>
              <a:t>▶▶</a:t>
            </a:r>
            <a:r>
              <a:rPr kumimoji="1" lang="en-US" altLang="ja-JP" b="1" dirty="0">
                <a:latin typeface="BIZ UDP明朝 Medium" panose="02020500000000000000" pitchFamily="18" charset="-128"/>
                <a:ea typeface="BIZ UDP明朝 Medium" panose="02020500000000000000" pitchFamily="18" charset="-128"/>
              </a:rPr>
              <a:t>×10</a:t>
            </a:r>
            <a:endParaRPr kumimoji="1" lang="ja-JP" altLang="en-US" b="1" dirty="0">
              <a:latin typeface="BIZ UDP明朝 Medium" panose="02020500000000000000" pitchFamily="18" charset="-128"/>
              <a:ea typeface="BIZ UDP明朝 Medium" panose="02020500000000000000" pitchFamily="18" charset="-128"/>
            </a:endParaRPr>
          </a:p>
        </p:txBody>
      </p:sp>
      <p:grpSp>
        <p:nvGrpSpPr>
          <p:cNvPr id="155" name="グループ化 154">
            <a:extLst>
              <a:ext uri="{FF2B5EF4-FFF2-40B4-BE49-F238E27FC236}">
                <a16:creationId xmlns:a16="http://schemas.microsoft.com/office/drawing/2014/main" id="{C9F9B827-69D5-905D-38B1-F10276A2C108}"/>
              </a:ext>
            </a:extLst>
          </p:cNvPr>
          <p:cNvGrpSpPr/>
          <p:nvPr/>
        </p:nvGrpSpPr>
        <p:grpSpPr>
          <a:xfrm>
            <a:off x="619269" y="6128116"/>
            <a:ext cx="545248" cy="545248"/>
            <a:chOff x="4866575" y="4589624"/>
            <a:chExt cx="914400" cy="914400"/>
          </a:xfrm>
        </p:grpSpPr>
        <p:sp>
          <p:nvSpPr>
            <p:cNvPr id="154" name="四角形: 角を丸くする 153">
              <a:extLst>
                <a:ext uri="{FF2B5EF4-FFF2-40B4-BE49-F238E27FC236}">
                  <a16:creationId xmlns:a16="http://schemas.microsoft.com/office/drawing/2014/main" id="{869002B6-CC21-65F5-B4E0-0F6295BA9A29}"/>
                </a:ext>
              </a:extLst>
            </p:cNvPr>
            <p:cNvSpPr/>
            <p:nvPr/>
          </p:nvSpPr>
          <p:spPr>
            <a:xfrm>
              <a:off x="4866575" y="4589624"/>
              <a:ext cx="914400" cy="914400"/>
            </a:xfrm>
            <a:prstGeom prst="roundRect">
              <a:avLst/>
            </a:prstGeom>
            <a:solidFill>
              <a:schemeClr val="tx1">
                <a:lumMod val="85000"/>
                <a:lumOff val="15000"/>
                <a:alpha val="7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53" name="図 152">
              <a:extLst>
                <a:ext uri="{FF2B5EF4-FFF2-40B4-BE49-F238E27FC236}">
                  <a16:creationId xmlns:a16="http://schemas.microsoft.com/office/drawing/2014/main" id="{2E741C2B-0A04-D94E-C8DE-93F9E0BDAE51}"/>
                </a:ext>
              </a:extLst>
            </p:cNvPr>
            <p:cNvPicPr>
              <a:picLocks noChangeAspect="1"/>
            </p:cNvPicPr>
            <p:nvPr/>
          </p:nvPicPr>
          <p:blipFill>
            <a:blip r:embed="rId2">
              <a:lum bright="70000" contrast="-70000"/>
              <a:extLst>
                <a:ext uri="{28A0092B-C50C-407E-A947-70E740481C1C}">
                  <a14:useLocalDpi xmlns:a14="http://schemas.microsoft.com/office/drawing/2010/main" val="0"/>
                </a:ext>
              </a:extLst>
            </a:blip>
            <a:stretch>
              <a:fillRect/>
            </a:stretch>
          </p:blipFill>
          <p:spPr>
            <a:xfrm>
              <a:off x="5014494" y="4737543"/>
              <a:ext cx="618561" cy="618561"/>
            </a:xfrm>
            <a:prstGeom prst="rect">
              <a:avLst/>
            </a:prstGeom>
          </p:spPr>
        </p:pic>
      </p:grpSp>
      <p:grpSp>
        <p:nvGrpSpPr>
          <p:cNvPr id="162" name="グループ化 161">
            <a:extLst>
              <a:ext uri="{FF2B5EF4-FFF2-40B4-BE49-F238E27FC236}">
                <a16:creationId xmlns:a16="http://schemas.microsoft.com/office/drawing/2014/main" id="{17480F92-0696-1140-EA9A-88B7FE895DFC}"/>
              </a:ext>
            </a:extLst>
          </p:cNvPr>
          <p:cNvGrpSpPr/>
          <p:nvPr/>
        </p:nvGrpSpPr>
        <p:grpSpPr>
          <a:xfrm>
            <a:off x="4366984" y="6169827"/>
            <a:ext cx="3092165" cy="493660"/>
            <a:chOff x="1719571" y="215382"/>
            <a:chExt cx="3888059" cy="426098"/>
          </a:xfrm>
          <a:solidFill>
            <a:schemeClr val="tx1">
              <a:lumMod val="95000"/>
              <a:lumOff val="5000"/>
            </a:schemeClr>
          </a:solidFill>
        </p:grpSpPr>
        <p:sp>
          <p:nvSpPr>
            <p:cNvPr id="166" name="平行四辺形 165">
              <a:extLst>
                <a:ext uri="{FF2B5EF4-FFF2-40B4-BE49-F238E27FC236}">
                  <a16:creationId xmlns:a16="http://schemas.microsoft.com/office/drawing/2014/main" id="{5CC78BB2-DFC6-3FCF-81B4-8BFD66A10A73}"/>
                </a:ext>
              </a:extLst>
            </p:cNvPr>
            <p:cNvSpPr/>
            <p:nvPr/>
          </p:nvSpPr>
          <p:spPr>
            <a:xfrm>
              <a:off x="4751951"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7" name="平行四辺形 166">
              <a:extLst>
                <a:ext uri="{FF2B5EF4-FFF2-40B4-BE49-F238E27FC236}">
                  <a16:creationId xmlns:a16="http://schemas.microsoft.com/office/drawing/2014/main" id="{C1AA794B-8897-6DA4-D730-9A8F51602B9A}"/>
                </a:ext>
              </a:extLst>
            </p:cNvPr>
            <p:cNvSpPr/>
            <p:nvPr/>
          </p:nvSpPr>
          <p:spPr>
            <a:xfrm>
              <a:off x="3993856" y="215382"/>
              <a:ext cx="855679" cy="426098"/>
            </a:xfrm>
            <a:prstGeom prst="homePlate">
              <a:avLst/>
            </a:prstGeom>
            <a:solidFill>
              <a:schemeClr val="accent1"/>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5" name="平行四辺形 164">
              <a:extLst>
                <a:ext uri="{FF2B5EF4-FFF2-40B4-BE49-F238E27FC236}">
                  <a16:creationId xmlns:a16="http://schemas.microsoft.com/office/drawing/2014/main" id="{978DD955-6298-81A3-00B5-18AE4AFD4663}"/>
                </a:ext>
              </a:extLst>
            </p:cNvPr>
            <p:cNvSpPr/>
            <p:nvPr/>
          </p:nvSpPr>
          <p:spPr>
            <a:xfrm>
              <a:off x="3235761"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64" name="平行四辺形 163">
              <a:extLst>
                <a:ext uri="{FF2B5EF4-FFF2-40B4-BE49-F238E27FC236}">
                  <a16:creationId xmlns:a16="http://schemas.microsoft.com/office/drawing/2014/main" id="{CE079FA2-2708-54EE-01BC-2A8A4561A4EF}"/>
                </a:ext>
              </a:extLst>
            </p:cNvPr>
            <p:cNvSpPr/>
            <p:nvPr/>
          </p:nvSpPr>
          <p:spPr>
            <a:xfrm>
              <a:off x="2477666"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3" name="平行四辺形 162">
              <a:extLst>
                <a:ext uri="{FF2B5EF4-FFF2-40B4-BE49-F238E27FC236}">
                  <a16:creationId xmlns:a16="http://schemas.microsoft.com/office/drawing/2014/main" id="{3E456EB7-C180-0BAE-820F-EE950686A551}"/>
                </a:ext>
              </a:extLst>
            </p:cNvPr>
            <p:cNvSpPr/>
            <p:nvPr/>
          </p:nvSpPr>
          <p:spPr>
            <a:xfrm>
              <a:off x="1719571" y="215382"/>
              <a:ext cx="855679" cy="426098"/>
            </a:xfrm>
            <a:prstGeom prst="homePlate">
              <a:avLst/>
            </a:prstGeom>
            <a:solidFill>
              <a:schemeClr val="accent1"/>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sp>
        <p:nvSpPr>
          <p:cNvPr id="168" name="楕円 167">
            <a:extLst>
              <a:ext uri="{FF2B5EF4-FFF2-40B4-BE49-F238E27FC236}">
                <a16:creationId xmlns:a16="http://schemas.microsoft.com/office/drawing/2014/main" id="{9DAF1562-37AC-1B13-65D0-EFE30F4945ED}"/>
              </a:ext>
            </a:extLst>
          </p:cNvPr>
          <p:cNvSpPr/>
          <p:nvPr/>
        </p:nvSpPr>
        <p:spPr>
          <a:xfrm>
            <a:off x="5698688"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sp>
        <p:nvSpPr>
          <p:cNvPr id="169" name="楕円 168">
            <a:extLst>
              <a:ext uri="{FF2B5EF4-FFF2-40B4-BE49-F238E27FC236}">
                <a16:creationId xmlns:a16="http://schemas.microsoft.com/office/drawing/2014/main" id="{51C3A455-ACCB-EAA1-0ED0-726769F74AA2}"/>
              </a:ext>
            </a:extLst>
          </p:cNvPr>
          <p:cNvSpPr/>
          <p:nvPr/>
        </p:nvSpPr>
        <p:spPr>
          <a:xfrm>
            <a:off x="6346227" y="6230426"/>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sp>
        <p:nvSpPr>
          <p:cNvPr id="170" name="楕円 169">
            <a:extLst>
              <a:ext uri="{FF2B5EF4-FFF2-40B4-BE49-F238E27FC236}">
                <a16:creationId xmlns:a16="http://schemas.microsoft.com/office/drawing/2014/main" id="{3BA89192-0BF8-F4C4-CCA6-A091C20034C6}"/>
              </a:ext>
            </a:extLst>
          </p:cNvPr>
          <p:cNvSpPr/>
          <p:nvPr/>
        </p:nvSpPr>
        <p:spPr>
          <a:xfrm>
            <a:off x="6908237"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sp>
        <p:nvSpPr>
          <p:cNvPr id="171" name="楕円 170">
            <a:extLst>
              <a:ext uri="{FF2B5EF4-FFF2-40B4-BE49-F238E27FC236}">
                <a16:creationId xmlns:a16="http://schemas.microsoft.com/office/drawing/2014/main" id="{70BB6633-C885-E3C2-58AF-7181C1879C16}"/>
              </a:ext>
            </a:extLst>
          </p:cNvPr>
          <p:cNvSpPr/>
          <p:nvPr/>
        </p:nvSpPr>
        <p:spPr>
          <a:xfrm>
            <a:off x="5117736"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sp>
        <p:nvSpPr>
          <p:cNvPr id="172" name="楕円 171">
            <a:extLst>
              <a:ext uri="{FF2B5EF4-FFF2-40B4-BE49-F238E27FC236}">
                <a16:creationId xmlns:a16="http://schemas.microsoft.com/office/drawing/2014/main" id="{D5E896F4-22F1-06B1-1229-8AEE5DE66ADC}"/>
              </a:ext>
            </a:extLst>
          </p:cNvPr>
          <p:cNvSpPr/>
          <p:nvPr/>
        </p:nvSpPr>
        <p:spPr>
          <a:xfrm>
            <a:off x="4495793"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cxnSp>
        <p:nvCxnSpPr>
          <p:cNvPr id="174" name="直線コネクタ 173">
            <a:extLst>
              <a:ext uri="{FF2B5EF4-FFF2-40B4-BE49-F238E27FC236}">
                <a16:creationId xmlns:a16="http://schemas.microsoft.com/office/drawing/2014/main" id="{AB23F3FC-37AD-16D8-7F92-6FFFF2B39A8B}"/>
              </a:ext>
            </a:extLst>
          </p:cNvPr>
          <p:cNvCxnSpPr>
            <a:cxnSpLocks/>
          </p:cNvCxnSpPr>
          <p:nvPr/>
        </p:nvCxnSpPr>
        <p:spPr>
          <a:xfrm>
            <a:off x="4712882" y="6663487"/>
            <a:ext cx="3658847" cy="0"/>
          </a:xfrm>
          <a:prstGeom prst="line">
            <a:avLst/>
          </a:prstGeom>
          <a:ln w="38100">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176" name="テキスト ボックス 175">
            <a:extLst>
              <a:ext uri="{FF2B5EF4-FFF2-40B4-BE49-F238E27FC236}">
                <a16:creationId xmlns:a16="http://schemas.microsoft.com/office/drawing/2014/main" id="{DAC703D7-1797-8F6B-C448-54676FF7FAE8}"/>
              </a:ext>
            </a:extLst>
          </p:cNvPr>
          <p:cNvSpPr txBox="1"/>
          <p:nvPr/>
        </p:nvSpPr>
        <p:spPr>
          <a:xfrm>
            <a:off x="7472124" y="6141824"/>
            <a:ext cx="899605" cy="369332"/>
          </a:xfrm>
          <a:prstGeom prst="rect">
            <a:avLst/>
          </a:prstGeom>
          <a:noFill/>
        </p:spPr>
        <p:txBody>
          <a:bodyPr wrap="none" rtlCol="0">
            <a:spAutoFit/>
          </a:bodyPr>
          <a:lstStyle/>
          <a:p>
            <a:pPr algn="ctr"/>
            <a:r>
              <a:rPr kumimoji="1" lang="en-US" altLang="ja-JP" sz="1400" b="1" dirty="0">
                <a:solidFill>
                  <a:schemeClr val="bg1">
                    <a:lumMod val="95000"/>
                  </a:schemeClr>
                </a:solidFill>
                <a:latin typeface="BIZ UDP明朝 Medium" panose="02020500000000000000" pitchFamily="18" charset="-128"/>
                <a:ea typeface="BIZ UDP明朝 Medium" panose="02020500000000000000" pitchFamily="18" charset="-128"/>
              </a:rPr>
              <a:t>TRUN</a:t>
            </a:r>
            <a:r>
              <a:rPr kumimoji="1" lang="en-US" altLang="ja-JP" b="1" dirty="0">
                <a:solidFill>
                  <a:schemeClr val="bg1">
                    <a:lumMod val="95000"/>
                  </a:schemeClr>
                </a:solidFill>
                <a:latin typeface="BIZ UDP明朝 Medium" panose="02020500000000000000" pitchFamily="18" charset="-128"/>
                <a:ea typeface="BIZ UDP明朝 Medium" panose="02020500000000000000" pitchFamily="18" charset="-128"/>
              </a:rPr>
              <a:t>0</a:t>
            </a:r>
            <a:endParaRPr kumimoji="1" lang="ja-JP" altLang="en-US"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179" name="矢印: 五方向 178">
            <a:extLst>
              <a:ext uri="{FF2B5EF4-FFF2-40B4-BE49-F238E27FC236}">
                <a16:creationId xmlns:a16="http://schemas.microsoft.com/office/drawing/2014/main" id="{DF9E7373-1AFD-47FC-392B-080AE98BBDB0}"/>
              </a:ext>
            </a:extLst>
          </p:cNvPr>
          <p:cNvSpPr/>
          <p:nvPr/>
        </p:nvSpPr>
        <p:spPr>
          <a:xfrm>
            <a:off x="9793438" y="6146578"/>
            <a:ext cx="1225730" cy="461826"/>
          </a:xfrm>
          <a:prstGeom prst="homePlate">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b="1" dirty="0">
                <a:latin typeface="BIZ UDP明朝 Medium" panose="02020500000000000000" pitchFamily="18" charset="-128"/>
                <a:ea typeface="BIZ UDP明朝 Medium" panose="02020500000000000000" pitchFamily="18" charset="-128"/>
              </a:rPr>
              <a:t>撤退</a:t>
            </a:r>
          </a:p>
        </p:txBody>
      </p:sp>
      <p:grpSp>
        <p:nvGrpSpPr>
          <p:cNvPr id="197" name="グループ化 196">
            <a:extLst>
              <a:ext uri="{FF2B5EF4-FFF2-40B4-BE49-F238E27FC236}">
                <a16:creationId xmlns:a16="http://schemas.microsoft.com/office/drawing/2014/main" id="{26D27F92-75C0-6918-7210-F4F9E4AA736D}"/>
              </a:ext>
            </a:extLst>
          </p:cNvPr>
          <p:cNvGrpSpPr/>
          <p:nvPr/>
        </p:nvGrpSpPr>
        <p:grpSpPr>
          <a:xfrm>
            <a:off x="1980734" y="3139750"/>
            <a:ext cx="1505416" cy="601824"/>
            <a:chOff x="1980734" y="3149081"/>
            <a:chExt cx="1505416" cy="601824"/>
          </a:xfrm>
        </p:grpSpPr>
        <p:sp>
          <p:nvSpPr>
            <p:cNvPr id="30" name="楕円 29">
              <a:extLst>
                <a:ext uri="{FF2B5EF4-FFF2-40B4-BE49-F238E27FC236}">
                  <a16:creationId xmlns:a16="http://schemas.microsoft.com/office/drawing/2014/main" id="{3C26580B-E46B-3D0B-1CFB-92A3436223C1}"/>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86" name="グループ化 185">
              <a:extLst>
                <a:ext uri="{FF2B5EF4-FFF2-40B4-BE49-F238E27FC236}">
                  <a16:creationId xmlns:a16="http://schemas.microsoft.com/office/drawing/2014/main" id="{3F83C978-6B34-B49E-20AF-528575F0B1D9}"/>
                </a:ext>
              </a:extLst>
            </p:cNvPr>
            <p:cNvGrpSpPr/>
            <p:nvPr/>
          </p:nvGrpSpPr>
          <p:grpSpPr>
            <a:xfrm>
              <a:off x="1980734" y="3175652"/>
              <a:ext cx="1505416" cy="575253"/>
              <a:chOff x="1980734" y="3175652"/>
              <a:chExt cx="1505416" cy="575253"/>
            </a:xfrm>
          </p:grpSpPr>
          <p:grpSp>
            <p:nvGrpSpPr>
              <p:cNvPr id="126" name="グループ化 125">
                <a:extLst>
                  <a:ext uri="{FF2B5EF4-FFF2-40B4-BE49-F238E27FC236}">
                    <a16:creationId xmlns:a16="http://schemas.microsoft.com/office/drawing/2014/main" id="{5055E04F-C754-47FE-B16A-92DCEAD7D9D9}"/>
                  </a:ext>
                </a:extLst>
              </p:cNvPr>
              <p:cNvGrpSpPr/>
              <p:nvPr/>
            </p:nvGrpSpPr>
            <p:grpSpPr>
              <a:xfrm>
                <a:off x="1980734" y="3473931"/>
                <a:ext cx="1505416" cy="276974"/>
                <a:chOff x="4194668" y="3607669"/>
                <a:chExt cx="1105960" cy="276974"/>
              </a:xfrm>
            </p:grpSpPr>
            <p:sp>
              <p:nvSpPr>
                <p:cNvPr id="120" name="四角形: 角を丸くする 119">
                  <a:extLst>
                    <a:ext uri="{FF2B5EF4-FFF2-40B4-BE49-F238E27FC236}">
                      <a16:creationId xmlns:a16="http://schemas.microsoft.com/office/drawing/2014/main" id="{4BD26CC4-3750-611A-2F7C-9677CFB2F587}"/>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25" name="図 124">
                  <a:extLst>
                    <a:ext uri="{FF2B5EF4-FFF2-40B4-BE49-F238E27FC236}">
                      <a16:creationId xmlns:a16="http://schemas.microsoft.com/office/drawing/2014/main" id="{AE1FC298-41ED-77C6-6C37-C378BB3E9BC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85" name="テキスト ボックス 184">
                <a:extLst>
                  <a:ext uri="{FF2B5EF4-FFF2-40B4-BE49-F238E27FC236}">
                    <a16:creationId xmlns:a16="http://schemas.microsoft.com/office/drawing/2014/main" id="{211952D5-335C-EC1E-4A78-723AF6DEAB1F}"/>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198" name="グループ化 197">
            <a:extLst>
              <a:ext uri="{FF2B5EF4-FFF2-40B4-BE49-F238E27FC236}">
                <a16:creationId xmlns:a16="http://schemas.microsoft.com/office/drawing/2014/main" id="{993981FE-9D65-07DA-55E1-1D8960006EFC}"/>
              </a:ext>
            </a:extLst>
          </p:cNvPr>
          <p:cNvGrpSpPr/>
          <p:nvPr/>
        </p:nvGrpSpPr>
        <p:grpSpPr>
          <a:xfrm>
            <a:off x="1376410" y="3879201"/>
            <a:ext cx="1505416" cy="601824"/>
            <a:chOff x="1980734" y="3149081"/>
            <a:chExt cx="1505416" cy="601824"/>
          </a:xfrm>
        </p:grpSpPr>
        <p:sp>
          <p:nvSpPr>
            <p:cNvPr id="199" name="楕円 198">
              <a:extLst>
                <a:ext uri="{FF2B5EF4-FFF2-40B4-BE49-F238E27FC236}">
                  <a16:creationId xmlns:a16="http://schemas.microsoft.com/office/drawing/2014/main" id="{48B8F27C-AFB0-5CAE-C6D8-CA865E9B7194}"/>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00" name="グループ化 199">
              <a:extLst>
                <a:ext uri="{FF2B5EF4-FFF2-40B4-BE49-F238E27FC236}">
                  <a16:creationId xmlns:a16="http://schemas.microsoft.com/office/drawing/2014/main" id="{971B210C-D3FF-DC1F-275C-60966E5F16A2}"/>
                </a:ext>
              </a:extLst>
            </p:cNvPr>
            <p:cNvGrpSpPr/>
            <p:nvPr/>
          </p:nvGrpSpPr>
          <p:grpSpPr>
            <a:xfrm>
              <a:off x="1980734" y="3175652"/>
              <a:ext cx="1505416" cy="575253"/>
              <a:chOff x="1980734" y="3175652"/>
              <a:chExt cx="1505416" cy="575253"/>
            </a:xfrm>
          </p:grpSpPr>
          <p:grpSp>
            <p:nvGrpSpPr>
              <p:cNvPr id="201" name="グループ化 200">
                <a:extLst>
                  <a:ext uri="{FF2B5EF4-FFF2-40B4-BE49-F238E27FC236}">
                    <a16:creationId xmlns:a16="http://schemas.microsoft.com/office/drawing/2014/main" id="{8776B310-BFD5-710B-4D35-93800D263D4E}"/>
                  </a:ext>
                </a:extLst>
              </p:cNvPr>
              <p:cNvGrpSpPr/>
              <p:nvPr/>
            </p:nvGrpSpPr>
            <p:grpSpPr>
              <a:xfrm>
                <a:off x="1980734" y="3473931"/>
                <a:ext cx="1505416" cy="276974"/>
                <a:chOff x="4194668" y="3607669"/>
                <a:chExt cx="1105960" cy="276974"/>
              </a:xfrm>
            </p:grpSpPr>
            <p:sp>
              <p:nvSpPr>
                <p:cNvPr id="203" name="四角形: 角を丸くする 202">
                  <a:extLst>
                    <a:ext uri="{FF2B5EF4-FFF2-40B4-BE49-F238E27FC236}">
                      <a16:creationId xmlns:a16="http://schemas.microsoft.com/office/drawing/2014/main" id="{71197FE3-2DD4-7B77-0807-C4B1A93A71FF}"/>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04" name="図 203">
                  <a:extLst>
                    <a:ext uri="{FF2B5EF4-FFF2-40B4-BE49-F238E27FC236}">
                      <a16:creationId xmlns:a16="http://schemas.microsoft.com/office/drawing/2014/main" id="{2B95B8B8-A0E3-5251-303C-8363CE6FFF4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02" name="テキスト ボックス 201">
                <a:extLst>
                  <a:ext uri="{FF2B5EF4-FFF2-40B4-BE49-F238E27FC236}">
                    <a16:creationId xmlns:a16="http://schemas.microsoft.com/office/drawing/2014/main" id="{5044A5A5-255F-53FF-FD5F-202AFC364314}"/>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05" name="グループ化 204">
            <a:extLst>
              <a:ext uri="{FF2B5EF4-FFF2-40B4-BE49-F238E27FC236}">
                <a16:creationId xmlns:a16="http://schemas.microsoft.com/office/drawing/2014/main" id="{A5343A37-9968-C6F0-02B4-FFE95AA852C7}"/>
              </a:ext>
            </a:extLst>
          </p:cNvPr>
          <p:cNvGrpSpPr/>
          <p:nvPr/>
        </p:nvGrpSpPr>
        <p:grpSpPr>
          <a:xfrm>
            <a:off x="1376410" y="4599213"/>
            <a:ext cx="1505416" cy="601824"/>
            <a:chOff x="1980734" y="3149081"/>
            <a:chExt cx="1505416" cy="601824"/>
          </a:xfrm>
        </p:grpSpPr>
        <p:sp>
          <p:nvSpPr>
            <p:cNvPr id="206" name="楕円 205">
              <a:extLst>
                <a:ext uri="{FF2B5EF4-FFF2-40B4-BE49-F238E27FC236}">
                  <a16:creationId xmlns:a16="http://schemas.microsoft.com/office/drawing/2014/main" id="{A665721B-09BF-E58F-9104-E24E214D6DA2}"/>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07" name="グループ化 206">
              <a:extLst>
                <a:ext uri="{FF2B5EF4-FFF2-40B4-BE49-F238E27FC236}">
                  <a16:creationId xmlns:a16="http://schemas.microsoft.com/office/drawing/2014/main" id="{EDDB9F2F-2E92-47DB-38B7-78C9F220AE00}"/>
                </a:ext>
              </a:extLst>
            </p:cNvPr>
            <p:cNvGrpSpPr/>
            <p:nvPr/>
          </p:nvGrpSpPr>
          <p:grpSpPr>
            <a:xfrm>
              <a:off x="1980734" y="3175652"/>
              <a:ext cx="1505416" cy="575253"/>
              <a:chOff x="1980734" y="3175652"/>
              <a:chExt cx="1505416" cy="575253"/>
            </a:xfrm>
          </p:grpSpPr>
          <p:grpSp>
            <p:nvGrpSpPr>
              <p:cNvPr id="208" name="グループ化 207">
                <a:extLst>
                  <a:ext uri="{FF2B5EF4-FFF2-40B4-BE49-F238E27FC236}">
                    <a16:creationId xmlns:a16="http://schemas.microsoft.com/office/drawing/2014/main" id="{7A4B3351-3FC9-2275-9462-62365EF5BA7F}"/>
                  </a:ext>
                </a:extLst>
              </p:cNvPr>
              <p:cNvGrpSpPr/>
              <p:nvPr/>
            </p:nvGrpSpPr>
            <p:grpSpPr>
              <a:xfrm>
                <a:off x="1980734" y="3473931"/>
                <a:ext cx="1505416" cy="276974"/>
                <a:chOff x="4194668" y="3607669"/>
                <a:chExt cx="1105960" cy="276974"/>
              </a:xfrm>
            </p:grpSpPr>
            <p:sp>
              <p:nvSpPr>
                <p:cNvPr id="210" name="四角形: 角を丸くする 209">
                  <a:extLst>
                    <a:ext uri="{FF2B5EF4-FFF2-40B4-BE49-F238E27FC236}">
                      <a16:creationId xmlns:a16="http://schemas.microsoft.com/office/drawing/2014/main" id="{C33CDE47-635D-B71D-0149-76D1969CC720}"/>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11" name="図 210">
                  <a:extLst>
                    <a:ext uri="{FF2B5EF4-FFF2-40B4-BE49-F238E27FC236}">
                      <a16:creationId xmlns:a16="http://schemas.microsoft.com/office/drawing/2014/main" id="{2D566B0F-5578-9DAD-C527-BD576A78E29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09" name="テキスト ボックス 208">
                <a:extLst>
                  <a:ext uri="{FF2B5EF4-FFF2-40B4-BE49-F238E27FC236}">
                    <a16:creationId xmlns:a16="http://schemas.microsoft.com/office/drawing/2014/main" id="{A72ED9E1-AD29-0F8E-8692-F59633C22E1E}"/>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12" name="グループ化 211">
            <a:extLst>
              <a:ext uri="{FF2B5EF4-FFF2-40B4-BE49-F238E27FC236}">
                <a16:creationId xmlns:a16="http://schemas.microsoft.com/office/drawing/2014/main" id="{702D3A18-C6F3-212F-74E5-74C437983635}"/>
              </a:ext>
            </a:extLst>
          </p:cNvPr>
          <p:cNvGrpSpPr/>
          <p:nvPr/>
        </p:nvGrpSpPr>
        <p:grpSpPr>
          <a:xfrm>
            <a:off x="1376410" y="5338435"/>
            <a:ext cx="1505416" cy="601824"/>
            <a:chOff x="1980734" y="3149081"/>
            <a:chExt cx="1505416" cy="601824"/>
          </a:xfrm>
        </p:grpSpPr>
        <p:sp>
          <p:nvSpPr>
            <p:cNvPr id="213" name="楕円 212">
              <a:extLst>
                <a:ext uri="{FF2B5EF4-FFF2-40B4-BE49-F238E27FC236}">
                  <a16:creationId xmlns:a16="http://schemas.microsoft.com/office/drawing/2014/main" id="{8D481683-FB3C-6759-FFCA-C5903B9DFB21}"/>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14" name="グループ化 213">
              <a:extLst>
                <a:ext uri="{FF2B5EF4-FFF2-40B4-BE49-F238E27FC236}">
                  <a16:creationId xmlns:a16="http://schemas.microsoft.com/office/drawing/2014/main" id="{7F44748A-8B56-1689-B4B0-9E7038BEEE5F}"/>
                </a:ext>
              </a:extLst>
            </p:cNvPr>
            <p:cNvGrpSpPr/>
            <p:nvPr/>
          </p:nvGrpSpPr>
          <p:grpSpPr>
            <a:xfrm>
              <a:off x="1980734" y="3175652"/>
              <a:ext cx="1505416" cy="575253"/>
              <a:chOff x="1980734" y="3175652"/>
              <a:chExt cx="1505416" cy="575253"/>
            </a:xfrm>
          </p:grpSpPr>
          <p:grpSp>
            <p:nvGrpSpPr>
              <p:cNvPr id="215" name="グループ化 214">
                <a:extLst>
                  <a:ext uri="{FF2B5EF4-FFF2-40B4-BE49-F238E27FC236}">
                    <a16:creationId xmlns:a16="http://schemas.microsoft.com/office/drawing/2014/main" id="{D907D5B7-B44A-A0EA-A5F8-A49CD33B23A7}"/>
                  </a:ext>
                </a:extLst>
              </p:cNvPr>
              <p:cNvGrpSpPr/>
              <p:nvPr/>
            </p:nvGrpSpPr>
            <p:grpSpPr>
              <a:xfrm>
                <a:off x="1980734" y="3473931"/>
                <a:ext cx="1505416" cy="276974"/>
                <a:chOff x="4194668" y="3607669"/>
                <a:chExt cx="1105960" cy="276974"/>
              </a:xfrm>
            </p:grpSpPr>
            <p:sp>
              <p:nvSpPr>
                <p:cNvPr id="217" name="四角形: 角を丸くする 216">
                  <a:extLst>
                    <a:ext uri="{FF2B5EF4-FFF2-40B4-BE49-F238E27FC236}">
                      <a16:creationId xmlns:a16="http://schemas.microsoft.com/office/drawing/2014/main" id="{DFCBB9AF-0DE1-C0F6-09C6-15AF8FBA371F}"/>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18" name="図 217">
                  <a:extLst>
                    <a:ext uri="{FF2B5EF4-FFF2-40B4-BE49-F238E27FC236}">
                      <a16:creationId xmlns:a16="http://schemas.microsoft.com/office/drawing/2014/main" id="{F31D3380-4B48-7102-CFD5-48149E601ED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16" name="テキスト ボックス 215">
                <a:extLst>
                  <a:ext uri="{FF2B5EF4-FFF2-40B4-BE49-F238E27FC236}">
                    <a16:creationId xmlns:a16="http://schemas.microsoft.com/office/drawing/2014/main" id="{4F629C45-3074-94BA-3702-04EBECD12631}"/>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19" name="グループ化 218">
            <a:extLst>
              <a:ext uri="{FF2B5EF4-FFF2-40B4-BE49-F238E27FC236}">
                <a16:creationId xmlns:a16="http://schemas.microsoft.com/office/drawing/2014/main" id="{7576EAC7-94EB-A6BA-29EC-1EC3E7F8EA69}"/>
              </a:ext>
            </a:extLst>
          </p:cNvPr>
          <p:cNvGrpSpPr/>
          <p:nvPr/>
        </p:nvGrpSpPr>
        <p:grpSpPr>
          <a:xfrm>
            <a:off x="1376410" y="2392524"/>
            <a:ext cx="1505416" cy="601824"/>
            <a:chOff x="1980734" y="3149081"/>
            <a:chExt cx="1505416" cy="601824"/>
          </a:xfrm>
        </p:grpSpPr>
        <p:sp>
          <p:nvSpPr>
            <p:cNvPr id="220" name="楕円 219">
              <a:extLst>
                <a:ext uri="{FF2B5EF4-FFF2-40B4-BE49-F238E27FC236}">
                  <a16:creationId xmlns:a16="http://schemas.microsoft.com/office/drawing/2014/main" id="{F9E3D448-FEF9-3484-CB0D-ADF7B90A2BAB}"/>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21" name="グループ化 220">
              <a:extLst>
                <a:ext uri="{FF2B5EF4-FFF2-40B4-BE49-F238E27FC236}">
                  <a16:creationId xmlns:a16="http://schemas.microsoft.com/office/drawing/2014/main" id="{9C6F54FB-2EBC-E81A-3E71-4685D4AAE5CA}"/>
                </a:ext>
              </a:extLst>
            </p:cNvPr>
            <p:cNvGrpSpPr/>
            <p:nvPr/>
          </p:nvGrpSpPr>
          <p:grpSpPr>
            <a:xfrm>
              <a:off x="1980734" y="3175652"/>
              <a:ext cx="1505416" cy="575253"/>
              <a:chOff x="1980734" y="3175652"/>
              <a:chExt cx="1505416" cy="575253"/>
            </a:xfrm>
          </p:grpSpPr>
          <p:grpSp>
            <p:nvGrpSpPr>
              <p:cNvPr id="222" name="グループ化 221">
                <a:extLst>
                  <a:ext uri="{FF2B5EF4-FFF2-40B4-BE49-F238E27FC236}">
                    <a16:creationId xmlns:a16="http://schemas.microsoft.com/office/drawing/2014/main" id="{45169772-1742-2932-E1BE-875C7FA4057F}"/>
                  </a:ext>
                </a:extLst>
              </p:cNvPr>
              <p:cNvGrpSpPr/>
              <p:nvPr/>
            </p:nvGrpSpPr>
            <p:grpSpPr>
              <a:xfrm>
                <a:off x="1980734" y="3473931"/>
                <a:ext cx="1505416" cy="276974"/>
                <a:chOff x="4194668" y="3607669"/>
                <a:chExt cx="1105960" cy="276974"/>
              </a:xfrm>
            </p:grpSpPr>
            <p:sp>
              <p:nvSpPr>
                <p:cNvPr id="224" name="四角形: 角を丸くする 223">
                  <a:extLst>
                    <a:ext uri="{FF2B5EF4-FFF2-40B4-BE49-F238E27FC236}">
                      <a16:creationId xmlns:a16="http://schemas.microsoft.com/office/drawing/2014/main" id="{41A3CD26-81BC-04A0-4AC7-9CC2CEDFE511}"/>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25" name="図 224">
                  <a:extLst>
                    <a:ext uri="{FF2B5EF4-FFF2-40B4-BE49-F238E27FC236}">
                      <a16:creationId xmlns:a16="http://schemas.microsoft.com/office/drawing/2014/main" id="{991B2DBD-BB90-20C3-49AF-4D4A7DEC3FF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23" name="テキスト ボックス 222">
                <a:extLst>
                  <a:ext uri="{FF2B5EF4-FFF2-40B4-BE49-F238E27FC236}">
                    <a16:creationId xmlns:a16="http://schemas.microsoft.com/office/drawing/2014/main" id="{B830CB91-C237-0969-DA05-77AB92444B6F}"/>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26" name="グループ化 225">
            <a:extLst>
              <a:ext uri="{FF2B5EF4-FFF2-40B4-BE49-F238E27FC236}">
                <a16:creationId xmlns:a16="http://schemas.microsoft.com/office/drawing/2014/main" id="{179CBACE-EE4E-6212-6299-E17C54D313C6}"/>
              </a:ext>
            </a:extLst>
          </p:cNvPr>
          <p:cNvGrpSpPr/>
          <p:nvPr/>
        </p:nvGrpSpPr>
        <p:grpSpPr>
          <a:xfrm>
            <a:off x="1376410" y="951462"/>
            <a:ext cx="1505416" cy="601824"/>
            <a:chOff x="1980734" y="3149081"/>
            <a:chExt cx="1505416" cy="601824"/>
          </a:xfrm>
        </p:grpSpPr>
        <p:sp>
          <p:nvSpPr>
            <p:cNvPr id="227" name="楕円 226">
              <a:extLst>
                <a:ext uri="{FF2B5EF4-FFF2-40B4-BE49-F238E27FC236}">
                  <a16:creationId xmlns:a16="http://schemas.microsoft.com/office/drawing/2014/main" id="{C45A63BF-A499-B75E-BD37-76D371A97B70}"/>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28" name="グループ化 227">
              <a:extLst>
                <a:ext uri="{FF2B5EF4-FFF2-40B4-BE49-F238E27FC236}">
                  <a16:creationId xmlns:a16="http://schemas.microsoft.com/office/drawing/2014/main" id="{F6A90533-D0E3-FC06-08AD-539A9C88EF0A}"/>
                </a:ext>
              </a:extLst>
            </p:cNvPr>
            <p:cNvGrpSpPr/>
            <p:nvPr/>
          </p:nvGrpSpPr>
          <p:grpSpPr>
            <a:xfrm>
              <a:off x="1980734" y="3175652"/>
              <a:ext cx="1505416" cy="575253"/>
              <a:chOff x="1980734" y="3175652"/>
              <a:chExt cx="1505416" cy="575253"/>
            </a:xfrm>
          </p:grpSpPr>
          <p:grpSp>
            <p:nvGrpSpPr>
              <p:cNvPr id="229" name="グループ化 228">
                <a:extLst>
                  <a:ext uri="{FF2B5EF4-FFF2-40B4-BE49-F238E27FC236}">
                    <a16:creationId xmlns:a16="http://schemas.microsoft.com/office/drawing/2014/main" id="{7115FE9D-7C3D-DF98-4A6C-E1018FF1EA2D}"/>
                  </a:ext>
                </a:extLst>
              </p:cNvPr>
              <p:cNvGrpSpPr/>
              <p:nvPr/>
            </p:nvGrpSpPr>
            <p:grpSpPr>
              <a:xfrm>
                <a:off x="1980734" y="3473931"/>
                <a:ext cx="1505416" cy="276974"/>
                <a:chOff x="4194668" y="3607669"/>
                <a:chExt cx="1105960" cy="276974"/>
              </a:xfrm>
            </p:grpSpPr>
            <p:sp>
              <p:nvSpPr>
                <p:cNvPr id="231" name="四角形: 角を丸くする 230">
                  <a:extLst>
                    <a:ext uri="{FF2B5EF4-FFF2-40B4-BE49-F238E27FC236}">
                      <a16:creationId xmlns:a16="http://schemas.microsoft.com/office/drawing/2014/main" id="{6448D44E-D936-6669-4443-2EFBEBA158A7}"/>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32" name="図 231">
                  <a:extLst>
                    <a:ext uri="{FF2B5EF4-FFF2-40B4-BE49-F238E27FC236}">
                      <a16:creationId xmlns:a16="http://schemas.microsoft.com/office/drawing/2014/main" id="{299AE012-8DFE-B633-1D0C-6B871859434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30" name="テキスト ボックス 229">
                <a:extLst>
                  <a:ext uri="{FF2B5EF4-FFF2-40B4-BE49-F238E27FC236}">
                    <a16:creationId xmlns:a16="http://schemas.microsoft.com/office/drawing/2014/main" id="{A1B2C116-4327-F01A-037F-542917DC6167}"/>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33" name="グループ化 232">
            <a:extLst>
              <a:ext uri="{FF2B5EF4-FFF2-40B4-BE49-F238E27FC236}">
                <a16:creationId xmlns:a16="http://schemas.microsoft.com/office/drawing/2014/main" id="{070A5D72-208C-5B71-DDF8-077194A275F2}"/>
              </a:ext>
            </a:extLst>
          </p:cNvPr>
          <p:cNvGrpSpPr/>
          <p:nvPr/>
        </p:nvGrpSpPr>
        <p:grpSpPr>
          <a:xfrm>
            <a:off x="1376410" y="1656961"/>
            <a:ext cx="1505416" cy="601824"/>
            <a:chOff x="1980734" y="3149081"/>
            <a:chExt cx="1505416" cy="601824"/>
          </a:xfrm>
        </p:grpSpPr>
        <p:sp>
          <p:nvSpPr>
            <p:cNvPr id="234" name="楕円 233">
              <a:extLst>
                <a:ext uri="{FF2B5EF4-FFF2-40B4-BE49-F238E27FC236}">
                  <a16:creationId xmlns:a16="http://schemas.microsoft.com/office/drawing/2014/main" id="{DE790B24-1F84-3166-D7D9-8A7D08937C49}"/>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35" name="グループ化 234">
              <a:extLst>
                <a:ext uri="{FF2B5EF4-FFF2-40B4-BE49-F238E27FC236}">
                  <a16:creationId xmlns:a16="http://schemas.microsoft.com/office/drawing/2014/main" id="{AF8442F8-7A8F-6AE9-D972-91B162A403CB}"/>
                </a:ext>
              </a:extLst>
            </p:cNvPr>
            <p:cNvGrpSpPr/>
            <p:nvPr/>
          </p:nvGrpSpPr>
          <p:grpSpPr>
            <a:xfrm>
              <a:off x="1980734" y="3175652"/>
              <a:ext cx="1505416" cy="575253"/>
              <a:chOff x="1980734" y="3175652"/>
              <a:chExt cx="1505416" cy="575253"/>
            </a:xfrm>
          </p:grpSpPr>
          <p:grpSp>
            <p:nvGrpSpPr>
              <p:cNvPr id="236" name="グループ化 235">
                <a:extLst>
                  <a:ext uri="{FF2B5EF4-FFF2-40B4-BE49-F238E27FC236}">
                    <a16:creationId xmlns:a16="http://schemas.microsoft.com/office/drawing/2014/main" id="{A7E70C44-98AC-9B78-EAA7-48FF4381600B}"/>
                  </a:ext>
                </a:extLst>
              </p:cNvPr>
              <p:cNvGrpSpPr/>
              <p:nvPr/>
            </p:nvGrpSpPr>
            <p:grpSpPr>
              <a:xfrm>
                <a:off x="1980734" y="3473931"/>
                <a:ext cx="1505416" cy="276974"/>
                <a:chOff x="4194668" y="3607669"/>
                <a:chExt cx="1105960" cy="276974"/>
              </a:xfrm>
            </p:grpSpPr>
            <p:sp>
              <p:nvSpPr>
                <p:cNvPr id="238" name="四角形: 角を丸くする 237">
                  <a:extLst>
                    <a:ext uri="{FF2B5EF4-FFF2-40B4-BE49-F238E27FC236}">
                      <a16:creationId xmlns:a16="http://schemas.microsoft.com/office/drawing/2014/main" id="{9312FADC-6E5C-13B1-9FF6-515732D2B4AB}"/>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39" name="図 238">
                  <a:extLst>
                    <a:ext uri="{FF2B5EF4-FFF2-40B4-BE49-F238E27FC236}">
                      <a16:creationId xmlns:a16="http://schemas.microsoft.com/office/drawing/2014/main" id="{EC79C0AF-3B83-68D1-C07F-5AACD57B45E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37" name="テキスト ボックス 236">
                <a:extLst>
                  <a:ext uri="{FF2B5EF4-FFF2-40B4-BE49-F238E27FC236}">
                    <a16:creationId xmlns:a16="http://schemas.microsoft.com/office/drawing/2014/main" id="{FD93DBB3-5717-A1AC-5E9C-7EF1A282765A}"/>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47" name="グループ化 246">
            <a:extLst>
              <a:ext uri="{FF2B5EF4-FFF2-40B4-BE49-F238E27FC236}">
                <a16:creationId xmlns:a16="http://schemas.microsoft.com/office/drawing/2014/main" id="{8EE3C61C-D34F-5E09-337B-91F1912BB7C4}"/>
              </a:ext>
            </a:extLst>
          </p:cNvPr>
          <p:cNvGrpSpPr/>
          <p:nvPr/>
        </p:nvGrpSpPr>
        <p:grpSpPr>
          <a:xfrm>
            <a:off x="3405968" y="920623"/>
            <a:ext cx="888261" cy="654696"/>
            <a:chOff x="519830" y="3162196"/>
            <a:chExt cx="748799" cy="551905"/>
          </a:xfrm>
        </p:grpSpPr>
        <p:sp>
          <p:nvSpPr>
            <p:cNvPr id="248" name="ハート 247">
              <a:extLst>
                <a:ext uri="{FF2B5EF4-FFF2-40B4-BE49-F238E27FC236}">
                  <a16:creationId xmlns:a16="http://schemas.microsoft.com/office/drawing/2014/main" id="{4C5F8559-3745-87C8-2933-79F2FABEE97E}"/>
                </a:ext>
              </a:extLst>
            </p:cNvPr>
            <p:cNvSpPr/>
            <p:nvPr/>
          </p:nvSpPr>
          <p:spPr>
            <a:xfrm>
              <a:off x="618278" y="3162196"/>
              <a:ext cx="551905" cy="551905"/>
            </a:xfrm>
            <a:prstGeom prst="heart">
              <a:avLst/>
            </a:prstGeom>
            <a:gradFill flip="none" rotWithShape="1">
              <a:gsLst>
                <a:gs pos="38000">
                  <a:schemeClr val="tx1">
                    <a:lumMod val="85000"/>
                    <a:lumOff val="15000"/>
                    <a:alpha val="95000"/>
                  </a:schemeClr>
                </a:gs>
                <a:gs pos="100000">
                  <a:srgbClr val="CC66FF">
                    <a:alpha val="95000"/>
                  </a:srgbClr>
                </a:gs>
              </a:gsLst>
              <a:lin ang="5400000" scaled="1"/>
              <a:tileRect/>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49" name="テキスト ボックス 248">
              <a:extLst>
                <a:ext uri="{FF2B5EF4-FFF2-40B4-BE49-F238E27FC236}">
                  <a16:creationId xmlns:a16="http://schemas.microsoft.com/office/drawing/2014/main" id="{183ACFBF-4032-C2D2-44E3-9EB31F19C20F}"/>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50" name="グループ化 249">
            <a:extLst>
              <a:ext uri="{FF2B5EF4-FFF2-40B4-BE49-F238E27FC236}">
                <a16:creationId xmlns:a16="http://schemas.microsoft.com/office/drawing/2014/main" id="{C026F1EB-6924-E28E-5D91-6B640C2613F2}"/>
              </a:ext>
            </a:extLst>
          </p:cNvPr>
          <p:cNvGrpSpPr/>
          <p:nvPr/>
        </p:nvGrpSpPr>
        <p:grpSpPr>
          <a:xfrm>
            <a:off x="3405968" y="1640113"/>
            <a:ext cx="888261" cy="654696"/>
            <a:chOff x="519830" y="3162196"/>
            <a:chExt cx="748799" cy="551905"/>
          </a:xfrm>
        </p:grpSpPr>
        <p:sp>
          <p:nvSpPr>
            <p:cNvPr id="251" name="ハート 250">
              <a:extLst>
                <a:ext uri="{FF2B5EF4-FFF2-40B4-BE49-F238E27FC236}">
                  <a16:creationId xmlns:a16="http://schemas.microsoft.com/office/drawing/2014/main" id="{6924B263-7E4B-77BD-16FC-5D703EA0E047}"/>
                </a:ext>
              </a:extLst>
            </p:cNvPr>
            <p:cNvSpPr/>
            <p:nvPr/>
          </p:nvSpPr>
          <p:spPr>
            <a:xfrm>
              <a:off x="618278" y="3162196"/>
              <a:ext cx="551905" cy="551905"/>
            </a:xfrm>
            <a:prstGeom prst="heart">
              <a:avLst/>
            </a:prstGeom>
            <a:gradFill>
              <a:gsLst>
                <a:gs pos="19000">
                  <a:schemeClr val="tx1">
                    <a:lumMod val="85000"/>
                    <a:lumOff val="15000"/>
                    <a:alpha val="95000"/>
                  </a:schemeClr>
                </a:gs>
                <a:gs pos="100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52" name="テキスト ボックス 251">
              <a:extLst>
                <a:ext uri="{FF2B5EF4-FFF2-40B4-BE49-F238E27FC236}">
                  <a16:creationId xmlns:a16="http://schemas.microsoft.com/office/drawing/2014/main" id="{C00C548E-2F8B-3AC0-CF8F-BAD6092ABC4A}"/>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53" name="グループ化 252">
            <a:extLst>
              <a:ext uri="{FF2B5EF4-FFF2-40B4-BE49-F238E27FC236}">
                <a16:creationId xmlns:a16="http://schemas.microsoft.com/office/drawing/2014/main" id="{9E2E0DEE-5D3C-B5F3-4551-B310751C57FF}"/>
              </a:ext>
            </a:extLst>
          </p:cNvPr>
          <p:cNvGrpSpPr/>
          <p:nvPr/>
        </p:nvGrpSpPr>
        <p:grpSpPr>
          <a:xfrm>
            <a:off x="3405968" y="2369977"/>
            <a:ext cx="888261" cy="654696"/>
            <a:chOff x="519830" y="3162196"/>
            <a:chExt cx="748799" cy="551905"/>
          </a:xfrm>
        </p:grpSpPr>
        <p:sp>
          <p:nvSpPr>
            <p:cNvPr id="254" name="ハート 253">
              <a:extLst>
                <a:ext uri="{FF2B5EF4-FFF2-40B4-BE49-F238E27FC236}">
                  <a16:creationId xmlns:a16="http://schemas.microsoft.com/office/drawing/2014/main" id="{6A7CE91C-6A84-D7B5-FFF0-35D9E8EF0C9A}"/>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55" name="テキスト ボックス 254">
              <a:extLst>
                <a:ext uri="{FF2B5EF4-FFF2-40B4-BE49-F238E27FC236}">
                  <a16:creationId xmlns:a16="http://schemas.microsoft.com/office/drawing/2014/main" id="{1437A6E8-75F7-701B-651B-D2877355C251}"/>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56" name="グループ化 255">
            <a:extLst>
              <a:ext uri="{FF2B5EF4-FFF2-40B4-BE49-F238E27FC236}">
                <a16:creationId xmlns:a16="http://schemas.microsoft.com/office/drawing/2014/main" id="{EA07AE21-0095-45C1-F9E9-C0C04BD03DFA}"/>
              </a:ext>
            </a:extLst>
          </p:cNvPr>
          <p:cNvGrpSpPr/>
          <p:nvPr/>
        </p:nvGrpSpPr>
        <p:grpSpPr>
          <a:xfrm>
            <a:off x="4022681" y="3127311"/>
            <a:ext cx="888261" cy="654696"/>
            <a:chOff x="519830" y="3162196"/>
            <a:chExt cx="748799" cy="551905"/>
          </a:xfrm>
        </p:grpSpPr>
        <p:sp>
          <p:nvSpPr>
            <p:cNvPr id="257" name="ハート 256">
              <a:extLst>
                <a:ext uri="{FF2B5EF4-FFF2-40B4-BE49-F238E27FC236}">
                  <a16:creationId xmlns:a16="http://schemas.microsoft.com/office/drawing/2014/main" id="{9913C866-8CF9-139D-AD7D-45D4B2F3C866}"/>
                </a:ext>
              </a:extLst>
            </p:cNvPr>
            <p:cNvSpPr/>
            <p:nvPr/>
          </p:nvSpPr>
          <p:spPr>
            <a:xfrm>
              <a:off x="618278" y="3162196"/>
              <a:ext cx="551905" cy="551905"/>
            </a:xfrm>
            <a:prstGeom prst="heart">
              <a:avLst/>
            </a:prstGeom>
            <a:solidFill>
              <a:srgbClr val="CC66FF"/>
            </a:solidFill>
            <a:ln w="38100">
              <a:solidFill>
                <a:schemeClr val="tx1">
                  <a:lumMod val="85000"/>
                  <a:lumOff val="15000"/>
                </a:schemeClr>
              </a:solidFill>
            </a:ln>
            <a:effectLst>
              <a:glow rad="88900">
                <a:srgbClr val="CC66FF">
                  <a:alpha val="45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58" name="テキスト ボックス 257">
              <a:extLst>
                <a:ext uri="{FF2B5EF4-FFF2-40B4-BE49-F238E27FC236}">
                  <a16:creationId xmlns:a16="http://schemas.microsoft.com/office/drawing/2014/main" id="{20A58468-30D8-3ED7-6C24-FF6DF13326A8}"/>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59" name="グループ化 258">
            <a:extLst>
              <a:ext uri="{FF2B5EF4-FFF2-40B4-BE49-F238E27FC236}">
                <a16:creationId xmlns:a16="http://schemas.microsoft.com/office/drawing/2014/main" id="{BD4FAAED-6FA4-FCCF-A2CC-5B4F99626CF1}"/>
              </a:ext>
            </a:extLst>
          </p:cNvPr>
          <p:cNvGrpSpPr/>
          <p:nvPr/>
        </p:nvGrpSpPr>
        <p:grpSpPr>
          <a:xfrm>
            <a:off x="3405968" y="3854579"/>
            <a:ext cx="888261" cy="654696"/>
            <a:chOff x="519830" y="3162196"/>
            <a:chExt cx="748799" cy="551905"/>
          </a:xfrm>
        </p:grpSpPr>
        <p:sp>
          <p:nvSpPr>
            <p:cNvPr id="260" name="ハート 259">
              <a:extLst>
                <a:ext uri="{FF2B5EF4-FFF2-40B4-BE49-F238E27FC236}">
                  <a16:creationId xmlns:a16="http://schemas.microsoft.com/office/drawing/2014/main" id="{9A1086B1-101E-FDA5-7055-1975BB204364}"/>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61" name="テキスト ボックス 260">
              <a:extLst>
                <a:ext uri="{FF2B5EF4-FFF2-40B4-BE49-F238E27FC236}">
                  <a16:creationId xmlns:a16="http://schemas.microsoft.com/office/drawing/2014/main" id="{76B41395-6215-713F-A6B0-4CD458BBB5C3}"/>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62" name="グループ化 261">
            <a:extLst>
              <a:ext uri="{FF2B5EF4-FFF2-40B4-BE49-F238E27FC236}">
                <a16:creationId xmlns:a16="http://schemas.microsoft.com/office/drawing/2014/main" id="{BDDAE702-0140-FFE5-02B6-F6BF712058F3}"/>
              </a:ext>
            </a:extLst>
          </p:cNvPr>
          <p:cNvGrpSpPr/>
          <p:nvPr/>
        </p:nvGrpSpPr>
        <p:grpSpPr>
          <a:xfrm>
            <a:off x="3405968" y="4568889"/>
            <a:ext cx="888261" cy="654696"/>
            <a:chOff x="519830" y="3162196"/>
            <a:chExt cx="748799" cy="551905"/>
          </a:xfrm>
        </p:grpSpPr>
        <p:sp>
          <p:nvSpPr>
            <p:cNvPr id="263" name="ハート 262">
              <a:extLst>
                <a:ext uri="{FF2B5EF4-FFF2-40B4-BE49-F238E27FC236}">
                  <a16:creationId xmlns:a16="http://schemas.microsoft.com/office/drawing/2014/main" id="{94A86472-0AF3-7638-81D9-B6E1DA784AF3}"/>
                </a:ext>
              </a:extLst>
            </p:cNvPr>
            <p:cNvSpPr/>
            <p:nvPr/>
          </p:nvSpPr>
          <p:spPr>
            <a:xfrm>
              <a:off x="618278" y="3162196"/>
              <a:ext cx="551905" cy="551905"/>
            </a:xfrm>
            <a:prstGeom prst="heart">
              <a:avLst/>
            </a:prstGeom>
            <a:gradFill>
              <a:gsLst>
                <a:gs pos="5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64" name="テキスト ボックス 263">
              <a:extLst>
                <a:ext uri="{FF2B5EF4-FFF2-40B4-BE49-F238E27FC236}">
                  <a16:creationId xmlns:a16="http://schemas.microsoft.com/office/drawing/2014/main" id="{006D67F2-75F8-426A-916E-ADD8D48761AD}"/>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65" name="グループ化 264">
            <a:extLst>
              <a:ext uri="{FF2B5EF4-FFF2-40B4-BE49-F238E27FC236}">
                <a16:creationId xmlns:a16="http://schemas.microsoft.com/office/drawing/2014/main" id="{F58FC744-6652-1E36-AEA3-3E6C07945FDD}"/>
              </a:ext>
            </a:extLst>
          </p:cNvPr>
          <p:cNvGrpSpPr/>
          <p:nvPr/>
        </p:nvGrpSpPr>
        <p:grpSpPr>
          <a:xfrm>
            <a:off x="3405968" y="5299009"/>
            <a:ext cx="888261" cy="654696"/>
            <a:chOff x="519830" y="3162196"/>
            <a:chExt cx="748799" cy="551905"/>
          </a:xfrm>
        </p:grpSpPr>
        <p:sp>
          <p:nvSpPr>
            <p:cNvPr id="266" name="ハート 265">
              <a:extLst>
                <a:ext uri="{FF2B5EF4-FFF2-40B4-BE49-F238E27FC236}">
                  <a16:creationId xmlns:a16="http://schemas.microsoft.com/office/drawing/2014/main" id="{0BA2A5C8-8012-9263-F6A4-7A29E50E04A5}"/>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67" name="テキスト ボックス 266">
              <a:extLst>
                <a:ext uri="{FF2B5EF4-FFF2-40B4-BE49-F238E27FC236}">
                  <a16:creationId xmlns:a16="http://schemas.microsoft.com/office/drawing/2014/main" id="{311B6770-2F0F-498B-0777-68746839ED34}"/>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98" name="グループ化 97">
            <a:extLst>
              <a:ext uri="{FF2B5EF4-FFF2-40B4-BE49-F238E27FC236}">
                <a16:creationId xmlns:a16="http://schemas.microsoft.com/office/drawing/2014/main" id="{9A8BC12A-0CAA-742A-E62C-29938703C072}"/>
              </a:ext>
            </a:extLst>
          </p:cNvPr>
          <p:cNvGrpSpPr/>
          <p:nvPr/>
        </p:nvGrpSpPr>
        <p:grpSpPr>
          <a:xfrm>
            <a:off x="4687028" y="3177491"/>
            <a:ext cx="377850" cy="635617"/>
            <a:chOff x="4659035" y="3205484"/>
            <a:chExt cx="377850" cy="635617"/>
          </a:xfrm>
        </p:grpSpPr>
        <p:sp>
          <p:nvSpPr>
            <p:cNvPr id="11" name="楕円 10">
              <a:extLst>
                <a:ext uri="{FF2B5EF4-FFF2-40B4-BE49-F238E27FC236}">
                  <a16:creationId xmlns:a16="http://schemas.microsoft.com/office/drawing/2014/main" id="{DD206B20-CF27-E6CF-FB28-3F920E6D45F4}"/>
                </a:ext>
              </a:extLst>
            </p:cNvPr>
            <p:cNvSpPr/>
            <p:nvPr/>
          </p:nvSpPr>
          <p:spPr>
            <a:xfrm>
              <a:off x="4659035" y="36552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12" name="楕円 11">
              <a:extLst>
                <a:ext uri="{FF2B5EF4-FFF2-40B4-BE49-F238E27FC236}">
                  <a16:creationId xmlns:a16="http://schemas.microsoft.com/office/drawing/2014/main" id="{C4028972-4251-E460-6751-1D3DE4951B80}"/>
                </a:ext>
              </a:extLst>
            </p:cNvPr>
            <p:cNvSpPr/>
            <p:nvPr/>
          </p:nvSpPr>
          <p:spPr>
            <a:xfrm>
              <a:off x="4795907" y="344447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14" name="楕円 13">
              <a:extLst>
                <a:ext uri="{FF2B5EF4-FFF2-40B4-BE49-F238E27FC236}">
                  <a16:creationId xmlns:a16="http://schemas.microsoft.com/office/drawing/2014/main" id="{56FD279E-F5CB-4362-FAD9-062EC89341FC}"/>
                </a:ext>
              </a:extLst>
            </p:cNvPr>
            <p:cNvSpPr/>
            <p:nvPr/>
          </p:nvSpPr>
          <p:spPr>
            <a:xfrm>
              <a:off x="4837789" y="320548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grpSp>
        <p:nvGrpSpPr>
          <p:cNvPr id="20" name="グループ化 19">
            <a:extLst>
              <a:ext uri="{FF2B5EF4-FFF2-40B4-BE49-F238E27FC236}">
                <a16:creationId xmlns:a16="http://schemas.microsoft.com/office/drawing/2014/main" id="{29A94D82-BD43-6FA5-E56B-52B6506CF0D0}"/>
              </a:ext>
            </a:extLst>
          </p:cNvPr>
          <p:cNvGrpSpPr/>
          <p:nvPr/>
        </p:nvGrpSpPr>
        <p:grpSpPr>
          <a:xfrm>
            <a:off x="4058449" y="3879977"/>
            <a:ext cx="377850" cy="635617"/>
            <a:chOff x="4811435" y="3357884"/>
            <a:chExt cx="377850" cy="635617"/>
          </a:xfrm>
        </p:grpSpPr>
        <p:sp>
          <p:nvSpPr>
            <p:cNvPr id="16" name="楕円 15">
              <a:extLst>
                <a:ext uri="{FF2B5EF4-FFF2-40B4-BE49-F238E27FC236}">
                  <a16:creationId xmlns:a16="http://schemas.microsoft.com/office/drawing/2014/main" id="{3A7D1195-0339-FC72-C9E4-BE607DCA580B}"/>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17" name="楕円 16">
              <a:extLst>
                <a:ext uri="{FF2B5EF4-FFF2-40B4-BE49-F238E27FC236}">
                  <a16:creationId xmlns:a16="http://schemas.microsoft.com/office/drawing/2014/main" id="{3D3FC51F-D05E-F19E-9E27-CEEB18B28545}"/>
                </a:ext>
              </a:extLst>
            </p:cNvPr>
            <p:cNvSpPr/>
            <p:nvPr/>
          </p:nvSpPr>
          <p:spPr>
            <a:xfrm>
              <a:off x="4948307" y="359687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18" name="楕円 17">
              <a:extLst>
                <a:ext uri="{FF2B5EF4-FFF2-40B4-BE49-F238E27FC236}">
                  <a16:creationId xmlns:a16="http://schemas.microsoft.com/office/drawing/2014/main" id="{E1CF243E-4301-4A1E-E9D4-54DB68D9005C}"/>
                </a:ext>
              </a:extLst>
            </p:cNvPr>
            <p:cNvSpPr/>
            <p:nvPr/>
          </p:nvSpPr>
          <p:spPr>
            <a:xfrm>
              <a:off x="4990189" y="335788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sp>
        <p:nvSpPr>
          <p:cNvPr id="23" name="楕円 22">
            <a:extLst>
              <a:ext uri="{FF2B5EF4-FFF2-40B4-BE49-F238E27FC236}">
                <a16:creationId xmlns:a16="http://schemas.microsoft.com/office/drawing/2014/main" id="{2DD7F186-2F3A-0BC7-A564-30254FBA5D9F}"/>
              </a:ext>
            </a:extLst>
          </p:cNvPr>
          <p:cNvSpPr/>
          <p:nvPr/>
        </p:nvSpPr>
        <p:spPr>
          <a:xfrm>
            <a:off x="4058449" y="5063902"/>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nvGrpSpPr>
          <p:cNvPr id="26" name="グループ化 25">
            <a:extLst>
              <a:ext uri="{FF2B5EF4-FFF2-40B4-BE49-F238E27FC236}">
                <a16:creationId xmlns:a16="http://schemas.microsoft.com/office/drawing/2014/main" id="{60B89787-9704-0C04-04A7-C77671528BA0}"/>
              </a:ext>
            </a:extLst>
          </p:cNvPr>
          <p:cNvGrpSpPr/>
          <p:nvPr/>
        </p:nvGrpSpPr>
        <p:grpSpPr>
          <a:xfrm>
            <a:off x="4058449" y="5587328"/>
            <a:ext cx="335968" cy="396627"/>
            <a:chOff x="4811435" y="3596874"/>
            <a:chExt cx="335968" cy="396627"/>
          </a:xfrm>
        </p:grpSpPr>
        <p:sp>
          <p:nvSpPr>
            <p:cNvPr id="27" name="楕円 26">
              <a:extLst>
                <a:ext uri="{FF2B5EF4-FFF2-40B4-BE49-F238E27FC236}">
                  <a16:creationId xmlns:a16="http://schemas.microsoft.com/office/drawing/2014/main" id="{F35F27F0-7814-1575-7649-322A725687A7}"/>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29" name="楕円 28">
              <a:extLst>
                <a:ext uri="{FF2B5EF4-FFF2-40B4-BE49-F238E27FC236}">
                  <a16:creationId xmlns:a16="http://schemas.microsoft.com/office/drawing/2014/main" id="{B0AC4335-071E-5E1D-AE04-703D7B98EDE0}"/>
                </a:ext>
              </a:extLst>
            </p:cNvPr>
            <p:cNvSpPr/>
            <p:nvPr/>
          </p:nvSpPr>
          <p:spPr>
            <a:xfrm>
              <a:off x="4948307" y="359687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sp>
        <p:nvSpPr>
          <p:cNvPr id="35" name="楕円 34">
            <a:extLst>
              <a:ext uri="{FF2B5EF4-FFF2-40B4-BE49-F238E27FC236}">
                <a16:creationId xmlns:a16="http://schemas.microsoft.com/office/drawing/2014/main" id="{F3CA2083-977D-8381-AE95-B5FB519D0527}"/>
              </a:ext>
            </a:extLst>
          </p:cNvPr>
          <p:cNvSpPr/>
          <p:nvPr/>
        </p:nvSpPr>
        <p:spPr>
          <a:xfrm>
            <a:off x="4061957" y="1401468"/>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nvGrpSpPr>
          <p:cNvPr id="88" name="グループ化 87">
            <a:extLst>
              <a:ext uri="{FF2B5EF4-FFF2-40B4-BE49-F238E27FC236}">
                <a16:creationId xmlns:a16="http://schemas.microsoft.com/office/drawing/2014/main" id="{2F2AEF4B-B9B3-B664-4B9F-8991F2CF00AB}"/>
              </a:ext>
            </a:extLst>
          </p:cNvPr>
          <p:cNvGrpSpPr/>
          <p:nvPr/>
        </p:nvGrpSpPr>
        <p:grpSpPr>
          <a:xfrm>
            <a:off x="4061957" y="1685903"/>
            <a:ext cx="377850" cy="635617"/>
            <a:chOff x="4811435" y="3357884"/>
            <a:chExt cx="377850" cy="635617"/>
          </a:xfrm>
        </p:grpSpPr>
        <p:sp>
          <p:nvSpPr>
            <p:cNvPr id="89" name="楕円 88">
              <a:extLst>
                <a:ext uri="{FF2B5EF4-FFF2-40B4-BE49-F238E27FC236}">
                  <a16:creationId xmlns:a16="http://schemas.microsoft.com/office/drawing/2014/main" id="{FC5C17D1-60FD-DED9-2395-7971194DE5E9}"/>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92" name="楕円 91">
              <a:extLst>
                <a:ext uri="{FF2B5EF4-FFF2-40B4-BE49-F238E27FC236}">
                  <a16:creationId xmlns:a16="http://schemas.microsoft.com/office/drawing/2014/main" id="{68CD485A-88A8-88B8-1BC1-767A13E878BC}"/>
                </a:ext>
              </a:extLst>
            </p:cNvPr>
            <p:cNvSpPr/>
            <p:nvPr/>
          </p:nvSpPr>
          <p:spPr>
            <a:xfrm>
              <a:off x="4948307" y="359687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93" name="楕円 92">
              <a:extLst>
                <a:ext uri="{FF2B5EF4-FFF2-40B4-BE49-F238E27FC236}">
                  <a16:creationId xmlns:a16="http://schemas.microsoft.com/office/drawing/2014/main" id="{20DF7218-D71E-2159-D322-97E6F0E43292}"/>
                </a:ext>
              </a:extLst>
            </p:cNvPr>
            <p:cNvSpPr/>
            <p:nvPr/>
          </p:nvSpPr>
          <p:spPr>
            <a:xfrm>
              <a:off x="4990189" y="335788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grpSp>
        <p:nvGrpSpPr>
          <p:cNvPr id="94" name="グループ化 93">
            <a:extLst>
              <a:ext uri="{FF2B5EF4-FFF2-40B4-BE49-F238E27FC236}">
                <a16:creationId xmlns:a16="http://schemas.microsoft.com/office/drawing/2014/main" id="{920E2EE6-3464-B1CC-D1D8-CAAC3DE6FDA5}"/>
              </a:ext>
            </a:extLst>
          </p:cNvPr>
          <p:cNvGrpSpPr/>
          <p:nvPr/>
        </p:nvGrpSpPr>
        <p:grpSpPr>
          <a:xfrm>
            <a:off x="4061957" y="2659074"/>
            <a:ext cx="335968" cy="396627"/>
            <a:chOff x="4811435" y="3596874"/>
            <a:chExt cx="335968" cy="396627"/>
          </a:xfrm>
        </p:grpSpPr>
        <p:sp>
          <p:nvSpPr>
            <p:cNvPr id="95" name="楕円 94">
              <a:extLst>
                <a:ext uri="{FF2B5EF4-FFF2-40B4-BE49-F238E27FC236}">
                  <a16:creationId xmlns:a16="http://schemas.microsoft.com/office/drawing/2014/main" id="{56EEC473-2282-1138-F26A-6B9E7381963B}"/>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96" name="楕円 95">
              <a:extLst>
                <a:ext uri="{FF2B5EF4-FFF2-40B4-BE49-F238E27FC236}">
                  <a16:creationId xmlns:a16="http://schemas.microsoft.com/office/drawing/2014/main" id="{FAC11456-7B8C-6DBA-7B80-F82A496052BB}"/>
                </a:ext>
              </a:extLst>
            </p:cNvPr>
            <p:cNvSpPr/>
            <p:nvPr/>
          </p:nvSpPr>
          <p:spPr>
            <a:xfrm>
              <a:off x="4948307" y="359687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grpSp>
        <p:nvGrpSpPr>
          <p:cNvPr id="118" name="グループ化 117">
            <a:extLst>
              <a:ext uri="{FF2B5EF4-FFF2-40B4-BE49-F238E27FC236}">
                <a16:creationId xmlns:a16="http://schemas.microsoft.com/office/drawing/2014/main" id="{EDD48B23-9533-A3D1-69DE-F99EA8DFF954}"/>
              </a:ext>
            </a:extLst>
          </p:cNvPr>
          <p:cNvGrpSpPr/>
          <p:nvPr/>
        </p:nvGrpSpPr>
        <p:grpSpPr>
          <a:xfrm>
            <a:off x="8962119" y="5304452"/>
            <a:ext cx="2561811" cy="632926"/>
            <a:chOff x="8957885" y="4574183"/>
            <a:chExt cx="2561811" cy="632926"/>
          </a:xfrm>
        </p:grpSpPr>
        <p:sp>
          <p:nvSpPr>
            <p:cNvPr id="119" name="楕円 118">
              <a:extLst>
                <a:ext uri="{FF2B5EF4-FFF2-40B4-BE49-F238E27FC236}">
                  <a16:creationId xmlns:a16="http://schemas.microsoft.com/office/drawing/2014/main" id="{0A68C8EE-F740-9491-958C-2D07535D0A91}"/>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21" name="四角形: 角を丸くする 120">
              <a:extLst>
                <a:ext uri="{FF2B5EF4-FFF2-40B4-BE49-F238E27FC236}">
                  <a16:creationId xmlns:a16="http://schemas.microsoft.com/office/drawing/2014/main" id="{05EDA02A-4F35-8DF5-FA96-72EA936ED906}"/>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22" name="グループ化 121">
              <a:extLst>
                <a:ext uri="{FF2B5EF4-FFF2-40B4-BE49-F238E27FC236}">
                  <a16:creationId xmlns:a16="http://schemas.microsoft.com/office/drawing/2014/main" id="{5A8F313D-477E-0E19-1789-4405C7FE9537}"/>
                </a:ext>
              </a:extLst>
            </p:cNvPr>
            <p:cNvGrpSpPr/>
            <p:nvPr/>
          </p:nvGrpSpPr>
          <p:grpSpPr>
            <a:xfrm>
              <a:off x="9498429" y="4598805"/>
              <a:ext cx="1505416" cy="601824"/>
              <a:chOff x="1980734" y="3149081"/>
              <a:chExt cx="1505416" cy="601824"/>
            </a:xfrm>
          </p:grpSpPr>
          <p:sp>
            <p:nvSpPr>
              <p:cNvPr id="123" name="楕円 122">
                <a:extLst>
                  <a:ext uri="{FF2B5EF4-FFF2-40B4-BE49-F238E27FC236}">
                    <a16:creationId xmlns:a16="http://schemas.microsoft.com/office/drawing/2014/main" id="{1541E1C3-D562-FB10-90B3-29A514D31B2A}"/>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24" name="グループ化 123">
                <a:extLst>
                  <a:ext uri="{FF2B5EF4-FFF2-40B4-BE49-F238E27FC236}">
                    <a16:creationId xmlns:a16="http://schemas.microsoft.com/office/drawing/2014/main" id="{C4E53EBB-72C8-2303-D39E-053170238262}"/>
                  </a:ext>
                </a:extLst>
              </p:cNvPr>
              <p:cNvGrpSpPr/>
              <p:nvPr/>
            </p:nvGrpSpPr>
            <p:grpSpPr>
              <a:xfrm>
                <a:off x="1980734" y="3175652"/>
                <a:ext cx="1505416" cy="575253"/>
                <a:chOff x="1980734" y="3175652"/>
                <a:chExt cx="1505416" cy="575253"/>
              </a:xfrm>
            </p:grpSpPr>
            <p:grpSp>
              <p:nvGrpSpPr>
                <p:cNvPr id="127" name="グループ化 126">
                  <a:extLst>
                    <a:ext uri="{FF2B5EF4-FFF2-40B4-BE49-F238E27FC236}">
                      <a16:creationId xmlns:a16="http://schemas.microsoft.com/office/drawing/2014/main" id="{519739C1-9A5E-A272-4268-A1DFC34DB7C8}"/>
                    </a:ext>
                  </a:extLst>
                </p:cNvPr>
                <p:cNvGrpSpPr/>
                <p:nvPr/>
              </p:nvGrpSpPr>
              <p:grpSpPr>
                <a:xfrm>
                  <a:off x="1980734" y="3473931"/>
                  <a:ext cx="1505416" cy="276974"/>
                  <a:chOff x="4194668" y="3607669"/>
                  <a:chExt cx="1105960" cy="276974"/>
                </a:xfrm>
              </p:grpSpPr>
              <p:sp>
                <p:nvSpPr>
                  <p:cNvPr id="129" name="四角形: 角を丸くする 128">
                    <a:extLst>
                      <a:ext uri="{FF2B5EF4-FFF2-40B4-BE49-F238E27FC236}">
                        <a16:creationId xmlns:a16="http://schemas.microsoft.com/office/drawing/2014/main" id="{EBCFBB2B-FB02-D8BC-EA6B-13B8BC6ED18F}"/>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30" name="図 129">
                    <a:extLst>
                      <a:ext uri="{FF2B5EF4-FFF2-40B4-BE49-F238E27FC236}">
                        <a16:creationId xmlns:a16="http://schemas.microsoft.com/office/drawing/2014/main" id="{E642D2BA-FAC1-B856-B582-C0E9B578710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28" name="テキスト ボックス 127">
                  <a:extLst>
                    <a:ext uri="{FF2B5EF4-FFF2-40B4-BE49-F238E27FC236}">
                      <a16:creationId xmlns:a16="http://schemas.microsoft.com/office/drawing/2014/main" id="{B754F21C-0985-2251-E965-34526787D04C}"/>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241" name="グループ化 240">
            <a:extLst>
              <a:ext uri="{FF2B5EF4-FFF2-40B4-BE49-F238E27FC236}">
                <a16:creationId xmlns:a16="http://schemas.microsoft.com/office/drawing/2014/main" id="{83948B5E-6F78-CBA3-5B83-87BCFFE31E93}"/>
              </a:ext>
            </a:extLst>
          </p:cNvPr>
          <p:cNvGrpSpPr/>
          <p:nvPr/>
        </p:nvGrpSpPr>
        <p:grpSpPr>
          <a:xfrm>
            <a:off x="8014999" y="3088432"/>
            <a:ext cx="2706498" cy="2133599"/>
            <a:chOff x="8836094" y="3088432"/>
            <a:chExt cx="2706498" cy="2133599"/>
          </a:xfrm>
        </p:grpSpPr>
        <p:sp>
          <p:nvSpPr>
            <p:cNvPr id="46" name="四角形: 角を丸くする 45">
              <a:extLst>
                <a:ext uri="{FF2B5EF4-FFF2-40B4-BE49-F238E27FC236}">
                  <a16:creationId xmlns:a16="http://schemas.microsoft.com/office/drawing/2014/main" id="{C1AD0ABD-9F22-9B20-8E6A-6FF59D1DDAAC}"/>
                </a:ext>
              </a:extLst>
            </p:cNvPr>
            <p:cNvSpPr/>
            <p:nvPr/>
          </p:nvSpPr>
          <p:spPr>
            <a:xfrm flipV="1">
              <a:off x="8838120" y="3823995"/>
              <a:ext cx="2704472"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7" name="四角形: 角を丸くする 46">
              <a:extLst>
                <a:ext uri="{FF2B5EF4-FFF2-40B4-BE49-F238E27FC236}">
                  <a16:creationId xmlns:a16="http://schemas.microsoft.com/office/drawing/2014/main" id="{637EEA53-AB03-EB57-F875-14F663EA343A}"/>
                </a:ext>
              </a:extLst>
            </p:cNvPr>
            <p:cNvSpPr/>
            <p:nvPr/>
          </p:nvSpPr>
          <p:spPr>
            <a:xfrm flipV="1">
              <a:off x="8838120" y="3088432"/>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5" name="四角形: 角を丸くする 44">
              <a:extLst>
                <a:ext uri="{FF2B5EF4-FFF2-40B4-BE49-F238E27FC236}">
                  <a16:creationId xmlns:a16="http://schemas.microsoft.com/office/drawing/2014/main" id="{BC5BED7F-0FFC-5C17-8F27-5642614D54B7}"/>
                </a:ext>
              </a:extLst>
            </p:cNvPr>
            <p:cNvSpPr/>
            <p:nvPr/>
          </p:nvSpPr>
          <p:spPr>
            <a:xfrm flipV="1">
              <a:off x="8836094" y="4559558"/>
              <a:ext cx="2704472"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grpSp>
          <p:nvGrpSpPr>
            <p:cNvPr id="196" name="グループ化 195">
              <a:extLst>
                <a:ext uri="{FF2B5EF4-FFF2-40B4-BE49-F238E27FC236}">
                  <a16:creationId xmlns:a16="http://schemas.microsoft.com/office/drawing/2014/main" id="{7BCD3E0D-0F89-4A16-90E0-C914A4740418}"/>
                </a:ext>
              </a:extLst>
            </p:cNvPr>
            <p:cNvGrpSpPr/>
            <p:nvPr/>
          </p:nvGrpSpPr>
          <p:grpSpPr>
            <a:xfrm>
              <a:off x="8962119" y="3838249"/>
              <a:ext cx="2561811" cy="632926"/>
              <a:chOff x="8972926" y="3844211"/>
              <a:chExt cx="2561811" cy="632926"/>
            </a:xfrm>
          </p:grpSpPr>
          <p:sp>
            <p:nvSpPr>
              <p:cNvPr id="99" name="楕円 98">
                <a:extLst>
                  <a:ext uri="{FF2B5EF4-FFF2-40B4-BE49-F238E27FC236}">
                    <a16:creationId xmlns:a16="http://schemas.microsoft.com/office/drawing/2014/main" id="{B6D0DBC2-F659-9719-8ECA-B2A10F6487C2}"/>
                  </a:ext>
                </a:extLst>
              </p:cNvPr>
              <p:cNvSpPr/>
              <p:nvPr/>
            </p:nvSpPr>
            <p:spPr>
              <a:xfrm>
                <a:off x="8972926" y="3874276"/>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00" name="四角形: 角を丸くする 99">
                <a:extLst>
                  <a:ext uri="{FF2B5EF4-FFF2-40B4-BE49-F238E27FC236}">
                    <a16:creationId xmlns:a16="http://schemas.microsoft.com/office/drawing/2014/main" id="{50A9518A-1076-9470-2F7A-0B68AA1ECB2E}"/>
                  </a:ext>
                </a:extLst>
              </p:cNvPr>
              <p:cNvSpPr/>
              <p:nvPr/>
            </p:nvSpPr>
            <p:spPr>
              <a:xfrm>
                <a:off x="10932816" y="3844211"/>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01" name="グループ化 100">
                <a:extLst>
                  <a:ext uri="{FF2B5EF4-FFF2-40B4-BE49-F238E27FC236}">
                    <a16:creationId xmlns:a16="http://schemas.microsoft.com/office/drawing/2014/main" id="{C20EA9B7-1A8B-497C-E6F8-CAC5E2BB9293}"/>
                  </a:ext>
                </a:extLst>
              </p:cNvPr>
              <p:cNvGrpSpPr/>
              <p:nvPr/>
            </p:nvGrpSpPr>
            <p:grpSpPr>
              <a:xfrm>
                <a:off x="9513470" y="3868833"/>
                <a:ext cx="1505416" cy="601824"/>
                <a:chOff x="1980734" y="3149081"/>
                <a:chExt cx="1505416" cy="601824"/>
              </a:xfrm>
            </p:grpSpPr>
            <p:sp>
              <p:nvSpPr>
                <p:cNvPr id="102" name="楕円 101">
                  <a:extLst>
                    <a:ext uri="{FF2B5EF4-FFF2-40B4-BE49-F238E27FC236}">
                      <a16:creationId xmlns:a16="http://schemas.microsoft.com/office/drawing/2014/main" id="{F680DA4B-D37F-745C-A09C-7169AEEDF85A}"/>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03" name="グループ化 102">
                  <a:extLst>
                    <a:ext uri="{FF2B5EF4-FFF2-40B4-BE49-F238E27FC236}">
                      <a16:creationId xmlns:a16="http://schemas.microsoft.com/office/drawing/2014/main" id="{62384D7C-CC97-49BB-34AD-ED699F60080F}"/>
                    </a:ext>
                  </a:extLst>
                </p:cNvPr>
                <p:cNvGrpSpPr/>
                <p:nvPr/>
              </p:nvGrpSpPr>
              <p:grpSpPr>
                <a:xfrm>
                  <a:off x="1980734" y="3175652"/>
                  <a:ext cx="1505416" cy="575253"/>
                  <a:chOff x="1980734" y="3175652"/>
                  <a:chExt cx="1505416" cy="575253"/>
                </a:xfrm>
              </p:grpSpPr>
              <p:grpSp>
                <p:nvGrpSpPr>
                  <p:cNvPr id="104" name="グループ化 103">
                    <a:extLst>
                      <a:ext uri="{FF2B5EF4-FFF2-40B4-BE49-F238E27FC236}">
                        <a16:creationId xmlns:a16="http://schemas.microsoft.com/office/drawing/2014/main" id="{50C6729E-67BE-46BB-A1B6-6EFDC5C8FD57}"/>
                      </a:ext>
                    </a:extLst>
                  </p:cNvPr>
                  <p:cNvGrpSpPr/>
                  <p:nvPr/>
                </p:nvGrpSpPr>
                <p:grpSpPr>
                  <a:xfrm>
                    <a:off x="1980734" y="3473931"/>
                    <a:ext cx="1505416" cy="276974"/>
                    <a:chOff x="4194668" y="3607669"/>
                    <a:chExt cx="1105960" cy="276974"/>
                  </a:xfrm>
                </p:grpSpPr>
                <p:sp>
                  <p:nvSpPr>
                    <p:cNvPr id="106" name="四角形: 角を丸くする 105">
                      <a:extLst>
                        <a:ext uri="{FF2B5EF4-FFF2-40B4-BE49-F238E27FC236}">
                          <a16:creationId xmlns:a16="http://schemas.microsoft.com/office/drawing/2014/main" id="{F3105C02-9DF1-4697-0112-130309687782}"/>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07" name="図 106">
                      <a:extLst>
                        <a:ext uri="{FF2B5EF4-FFF2-40B4-BE49-F238E27FC236}">
                          <a16:creationId xmlns:a16="http://schemas.microsoft.com/office/drawing/2014/main" id="{1EE2F51F-6153-FD78-D3D8-050DD4AED20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05" name="テキスト ボックス 104">
                    <a:extLst>
                      <a:ext uri="{FF2B5EF4-FFF2-40B4-BE49-F238E27FC236}">
                        <a16:creationId xmlns:a16="http://schemas.microsoft.com/office/drawing/2014/main" id="{B74D404C-429B-8B29-421C-B27BE0EB33F4}"/>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17" name="グループ化 116">
              <a:extLst>
                <a:ext uri="{FF2B5EF4-FFF2-40B4-BE49-F238E27FC236}">
                  <a16:creationId xmlns:a16="http://schemas.microsoft.com/office/drawing/2014/main" id="{8FE24A1F-40E3-BAA6-4154-9633DD5DD689}"/>
                </a:ext>
              </a:extLst>
            </p:cNvPr>
            <p:cNvGrpSpPr/>
            <p:nvPr/>
          </p:nvGrpSpPr>
          <p:grpSpPr>
            <a:xfrm>
              <a:off x="8962119" y="4571350"/>
              <a:ext cx="2561811" cy="632926"/>
              <a:chOff x="8957885" y="4574183"/>
              <a:chExt cx="2561811" cy="632926"/>
            </a:xfrm>
          </p:grpSpPr>
          <p:sp>
            <p:nvSpPr>
              <p:cNvPr id="108" name="楕円 107">
                <a:extLst>
                  <a:ext uri="{FF2B5EF4-FFF2-40B4-BE49-F238E27FC236}">
                    <a16:creationId xmlns:a16="http://schemas.microsoft.com/office/drawing/2014/main" id="{C9481027-77CB-FBAE-D63B-713C48143782}"/>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09" name="四角形: 角を丸くする 108">
                <a:extLst>
                  <a:ext uri="{FF2B5EF4-FFF2-40B4-BE49-F238E27FC236}">
                    <a16:creationId xmlns:a16="http://schemas.microsoft.com/office/drawing/2014/main" id="{B5B924AD-EFAC-2F9F-D17A-8DA6C553EB4A}"/>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10" name="グループ化 109">
                <a:extLst>
                  <a:ext uri="{FF2B5EF4-FFF2-40B4-BE49-F238E27FC236}">
                    <a16:creationId xmlns:a16="http://schemas.microsoft.com/office/drawing/2014/main" id="{6EF32B03-AFAC-771E-08C8-277D56C0D610}"/>
                  </a:ext>
                </a:extLst>
              </p:cNvPr>
              <p:cNvGrpSpPr/>
              <p:nvPr/>
            </p:nvGrpSpPr>
            <p:grpSpPr>
              <a:xfrm>
                <a:off x="9498429" y="4598805"/>
                <a:ext cx="1505416" cy="601824"/>
                <a:chOff x="1980734" y="3149081"/>
                <a:chExt cx="1505416" cy="601824"/>
              </a:xfrm>
            </p:grpSpPr>
            <p:sp>
              <p:nvSpPr>
                <p:cNvPr id="111" name="楕円 110">
                  <a:extLst>
                    <a:ext uri="{FF2B5EF4-FFF2-40B4-BE49-F238E27FC236}">
                      <a16:creationId xmlns:a16="http://schemas.microsoft.com/office/drawing/2014/main" id="{9E76C8F2-880A-5321-0FFC-2A412C732BBE}"/>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12" name="グループ化 111">
                  <a:extLst>
                    <a:ext uri="{FF2B5EF4-FFF2-40B4-BE49-F238E27FC236}">
                      <a16:creationId xmlns:a16="http://schemas.microsoft.com/office/drawing/2014/main" id="{E32FF615-DE94-DA88-4788-8E2D88351986}"/>
                    </a:ext>
                  </a:extLst>
                </p:cNvPr>
                <p:cNvGrpSpPr/>
                <p:nvPr/>
              </p:nvGrpSpPr>
              <p:grpSpPr>
                <a:xfrm>
                  <a:off x="1980734" y="3175652"/>
                  <a:ext cx="1505416" cy="575253"/>
                  <a:chOff x="1980734" y="3175652"/>
                  <a:chExt cx="1505416" cy="575253"/>
                </a:xfrm>
              </p:grpSpPr>
              <p:grpSp>
                <p:nvGrpSpPr>
                  <p:cNvPr id="113" name="グループ化 112">
                    <a:extLst>
                      <a:ext uri="{FF2B5EF4-FFF2-40B4-BE49-F238E27FC236}">
                        <a16:creationId xmlns:a16="http://schemas.microsoft.com/office/drawing/2014/main" id="{76973914-2764-1C04-D3A1-C6824FEF2388}"/>
                      </a:ext>
                    </a:extLst>
                  </p:cNvPr>
                  <p:cNvGrpSpPr/>
                  <p:nvPr/>
                </p:nvGrpSpPr>
                <p:grpSpPr>
                  <a:xfrm>
                    <a:off x="1980734" y="3473931"/>
                    <a:ext cx="1505416" cy="276974"/>
                    <a:chOff x="4194668" y="3607669"/>
                    <a:chExt cx="1105960" cy="276974"/>
                  </a:xfrm>
                </p:grpSpPr>
                <p:sp>
                  <p:nvSpPr>
                    <p:cNvPr id="115" name="四角形: 角を丸くする 114">
                      <a:extLst>
                        <a:ext uri="{FF2B5EF4-FFF2-40B4-BE49-F238E27FC236}">
                          <a16:creationId xmlns:a16="http://schemas.microsoft.com/office/drawing/2014/main" id="{12535386-268B-4BA8-EDD6-292BAB0D6FFE}"/>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16" name="図 115">
                      <a:extLst>
                        <a:ext uri="{FF2B5EF4-FFF2-40B4-BE49-F238E27FC236}">
                          <a16:creationId xmlns:a16="http://schemas.microsoft.com/office/drawing/2014/main" id="{82E19A29-1559-D7F6-CD0D-B00B0A7D5C9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14" name="テキスト ボックス 113">
                    <a:extLst>
                      <a:ext uri="{FF2B5EF4-FFF2-40B4-BE49-F238E27FC236}">
                        <a16:creationId xmlns:a16="http://schemas.microsoft.com/office/drawing/2014/main" id="{12E9DC88-D1E6-F788-52FD-704DF8DBBF38}"/>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31" name="グループ化 130">
              <a:extLst>
                <a:ext uri="{FF2B5EF4-FFF2-40B4-BE49-F238E27FC236}">
                  <a16:creationId xmlns:a16="http://schemas.microsoft.com/office/drawing/2014/main" id="{72166977-0DCD-C03A-E3E9-7B467D6F2FA8}"/>
                </a:ext>
              </a:extLst>
            </p:cNvPr>
            <p:cNvGrpSpPr/>
            <p:nvPr/>
          </p:nvGrpSpPr>
          <p:grpSpPr>
            <a:xfrm>
              <a:off x="8962119" y="3105148"/>
              <a:ext cx="2561811" cy="632926"/>
              <a:chOff x="8957885" y="4574183"/>
              <a:chExt cx="2561811" cy="632926"/>
            </a:xfrm>
          </p:grpSpPr>
          <p:sp>
            <p:nvSpPr>
              <p:cNvPr id="132" name="楕円 131">
                <a:extLst>
                  <a:ext uri="{FF2B5EF4-FFF2-40B4-BE49-F238E27FC236}">
                    <a16:creationId xmlns:a16="http://schemas.microsoft.com/office/drawing/2014/main" id="{3BDF129F-F1B5-D312-1F5D-B01AFF9668AA}"/>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33" name="四角形: 角を丸くする 132">
                <a:extLst>
                  <a:ext uri="{FF2B5EF4-FFF2-40B4-BE49-F238E27FC236}">
                    <a16:creationId xmlns:a16="http://schemas.microsoft.com/office/drawing/2014/main" id="{EF45FEC1-489A-3544-4B69-4C5EFF589986}"/>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34" name="グループ化 133">
                <a:extLst>
                  <a:ext uri="{FF2B5EF4-FFF2-40B4-BE49-F238E27FC236}">
                    <a16:creationId xmlns:a16="http://schemas.microsoft.com/office/drawing/2014/main" id="{4D0BDA0B-F39D-417E-8A2D-70FD05768B2F}"/>
                  </a:ext>
                </a:extLst>
              </p:cNvPr>
              <p:cNvGrpSpPr/>
              <p:nvPr/>
            </p:nvGrpSpPr>
            <p:grpSpPr>
              <a:xfrm>
                <a:off x="9498429" y="4598805"/>
                <a:ext cx="1505416" cy="601824"/>
                <a:chOff x="1980734" y="3149081"/>
                <a:chExt cx="1505416" cy="601824"/>
              </a:xfrm>
            </p:grpSpPr>
            <p:sp>
              <p:nvSpPr>
                <p:cNvPr id="135" name="楕円 134">
                  <a:extLst>
                    <a:ext uri="{FF2B5EF4-FFF2-40B4-BE49-F238E27FC236}">
                      <a16:creationId xmlns:a16="http://schemas.microsoft.com/office/drawing/2014/main" id="{AD7FE9B4-1157-0B33-F5B7-AEB4E2A1B9A5}"/>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36" name="グループ化 135">
                  <a:extLst>
                    <a:ext uri="{FF2B5EF4-FFF2-40B4-BE49-F238E27FC236}">
                      <a16:creationId xmlns:a16="http://schemas.microsoft.com/office/drawing/2014/main" id="{3E22E336-810A-2751-5D2C-3F603C89398C}"/>
                    </a:ext>
                  </a:extLst>
                </p:cNvPr>
                <p:cNvGrpSpPr/>
                <p:nvPr/>
              </p:nvGrpSpPr>
              <p:grpSpPr>
                <a:xfrm>
                  <a:off x="1980734" y="3175652"/>
                  <a:ext cx="1505416" cy="575253"/>
                  <a:chOff x="1980734" y="3175652"/>
                  <a:chExt cx="1505416" cy="575253"/>
                </a:xfrm>
              </p:grpSpPr>
              <p:grpSp>
                <p:nvGrpSpPr>
                  <p:cNvPr id="138" name="グループ化 137">
                    <a:extLst>
                      <a:ext uri="{FF2B5EF4-FFF2-40B4-BE49-F238E27FC236}">
                        <a16:creationId xmlns:a16="http://schemas.microsoft.com/office/drawing/2014/main" id="{556F7388-E0BE-D369-CF36-B7E494ADC41A}"/>
                      </a:ext>
                    </a:extLst>
                  </p:cNvPr>
                  <p:cNvGrpSpPr/>
                  <p:nvPr/>
                </p:nvGrpSpPr>
                <p:grpSpPr>
                  <a:xfrm>
                    <a:off x="1980734" y="3473931"/>
                    <a:ext cx="1505416" cy="276974"/>
                    <a:chOff x="4194668" y="3607669"/>
                    <a:chExt cx="1105960" cy="276974"/>
                  </a:xfrm>
                </p:grpSpPr>
                <p:sp>
                  <p:nvSpPr>
                    <p:cNvPr id="141" name="四角形: 角を丸くする 140">
                      <a:extLst>
                        <a:ext uri="{FF2B5EF4-FFF2-40B4-BE49-F238E27FC236}">
                          <a16:creationId xmlns:a16="http://schemas.microsoft.com/office/drawing/2014/main" id="{155DC7A4-E881-849D-8221-3EFE9E7D1953}"/>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42" name="図 141">
                      <a:extLst>
                        <a:ext uri="{FF2B5EF4-FFF2-40B4-BE49-F238E27FC236}">
                          <a16:creationId xmlns:a16="http://schemas.microsoft.com/office/drawing/2014/main" id="{D74A3317-03BA-90EE-2024-2455D2A0A92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40" name="テキスト ボックス 139">
                    <a:extLst>
                      <a:ext uri="{FF2B5EF4-FFF2-40B4-BE49-F238E27FC236}">
                        <a16:creationId xmlns:a16="http://schemas.microsoft.com/office/drawing/2014/main" id="{CD9F00D1-EA3B-7CE5-203F-EC253919DFE2}"/>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grpSp>
        <p:nvGrpSpPr>
          <p:cNvPr id="143" name="グループ化 142">
            <a:extLst>
              <a:ext uri="{FF2B5EF4-FFF2-40B4-BE49-F238E27FC236}">
                <a16:creationId xmlns:a16="http://schemas.microsoft.com/office/drawing/2014/main" id="{3E61203F-CDA2-3FBD-D132-936A57CB6728}"/>
              </a:ext>
            </a:extLst>
          </p:cNvPr>
          <p:cNvGrpSpPr/>
          <p:nvPr/>
        </p:nvGrpSpPr>
        <p:grpSpPr>
          <a:xfrm>
            <a:off x="8962119" y="905845"/>
            <a:ext cx="2561811" cy="632926"/>
            <a:chOff x="8957885" y="4574183"/>
            <a:chExt cx="2561811" cy="632926"/>
          </a:xfrm>
        </p:grpSpPr>
        <p:sp>
          <p:nvSpPr>
            <p:cNvPr id="144" name="楕円 143">
              <a:extLst>
                <a:ext uri="{FF2B5EF4-FFF2-40B4-BE49-F238E27FC236}">
                  <a16:creationId xmlns:a16="http://schemas.microsoft.com/office/drawing/2014/main" id="{92C125D7-A656-90A4-F946-13589C790177}"/>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45" name="四角形: 角を丸くする 144">
              <a:extLst>
                <a:ext uri="{FF2B5EF4-FFF2-40B4-BE49-F238E27FC236}">
                  <a16:creationId xmlns:a16="http://schemas.microsoft.com/office/drawing/2014/main" id="{5608B2C1-6414-A213-6DF7-23100FCC8FE3}"/>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46" name="グループ化 145">
              <a:extLst>
                <a:ext uri="{FF2B5EF4-FFF2-40B4-BE49-F238E27FC236}">
                  <a16:creationId xmlns:a16="http://schemas.microsoft.com/office/drawing/2014/main" id="{6E9041B4-2106-4D89-F0E4-23D2F4E006D0}"/>
                </a:ext>
              </a:extLst>
            </p:cNvPr>
            <p:cNvGrpSpPr/>
            <p:nvPr/>
          </p:nvGrpSpPr>
          <p:grpSpPr>
            <a:xfrm>
              <a:off x="9498429" y="4598805"/>
              <a:ext cx="1505416" cy="601824"/>
              <a:chOff x="1980734" y="3149081"/>
              <a:chExt cx="1505416" cy="601824"/>
            </a:xfrm>
          </p:grpSpPr>
          <p:sp>
            <p:nvSpPr>
              <p:cNvPr id="147" name="楕円 146">
                <a:extLst>
                  <a:ext uri="{FF2B5EF4-FFF2-40B4-BE49-F238E27FC236}">
                    <a16:creationId xmlns:a16="http://schemas.microsoft.com/office/drawing/2014/main" id="{45C5ADBC-BE83-5E64-CA5E-7430E18362A3}"/>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48" name="グループ化 147">
                <a:extLst>
                  <a:ext uri="{FF2B5EF4-FFF2-40B4-BE49-F238E27FC236}">
                    <a16:creationId xmlns:a16="http://schemas.microsoft.com/office/drawing/2014/main" id="{4C388397-AD1F-EB35-D829-316D1DFCB398}"/>
                  </a:ext>
                </a:extLst>
              </p:cNvPr>
              <p:cNvGrpSpPr/>
              <p:nvPr/>
            </p:nvGrpSpPr>
            <p:grpSpPr>
              <a:xfrm>
                <a:off x="1980734" y="3175652"/>
                <a:ext cx="1505416" cy="575253"/>
                <a:chOff x="1980734" y="3175652"/>
                <a:chExt cx="1505416" cy="575253"/>
              </a:xfrm>
            </p:grpSpPr>
            <p:grpSp>
              <p:nvGrpSpPr>
                <p:cNvPr id="149" name="グループ化 148">
                  <a:extLst>
                    <a:ext uri="{FF2B5EF4-FFF2-40B4-BE49-F238E27FC236}">
                      <a16:creationId xmlns:a16="http://schemas.microsoft.com/office/drawing/2014/main" id="{49AC64ED-8C40-8827-9ED0-73078E91042A}"/>
                    </a:ext>
                  </a:extLst>
                </p:cNvPr>
                <p:cNvGrpSpPr/>
                <p:nvPr/>
              </p:nvGrpSpPr>
              <p:grpSpPr>
                <a:xfrm>
                  <a:off x="1980734" y="3473931"/>
                  <a:ext cx="1505416" cy="276974"/>
                  <a:chOff x="4194668" y="3607669"/>
                  <a:chExt cx="1105960" cy="276974"/>
                </a:xfrm>
              </p:grpSpPr>
              <p:sp>
                <p:nvSpPr>
                  <p:cNvPr id="151" name="四角形: 角を丸くする 150">
                    <a:extLst>
                      <a:ext uri="{FF2B5EF4-FFF2-40B4-BE49-F238E27FC236}">
                        <a16:creationId xmlns:a16="http://schemas.microsoft.com/office/drawing/2014/main" id="{5F9F8A0F-81FF-7742-8C1B-6C2EC89070FE}"/>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52" name="図 151">
                    <a:extLst>
                      <a:ext uri="{FF2B5EF4-FFF2-40B4-BE49-F238E27FC236}">
                        <a16:creationId xmlns:a16="http://schemas.microsoft.com/office/drawing/2014/main" id="{43B69BA7-F33E-D1B9-79FB-98C53A3AB22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50" name="テキスト ボックス 149">
                  <a:extLst>
                    <a:ext uri="{FF2B5EF4-FFF2-40B4-BE49-F238E27FC236}">
                      <a16:creationId xmlns:a16="http://schemas.microsoft.com/office/drawing/2014/main" id="{162BDD0A-682F-6079-9D7D-A89986D16C84}"/>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56" name="グループ化 155">
            <a:extLst>
              <a:ext uri="{FF2B5EF4-FFF2-40B4-BE49-F238E27FC236}">
                <a16:creationId xmlns:a16="http://schemas.microsoft.com/office/drawing/2014/main" id="{BEB8D685-7E83-191C-550D-7F4E915D2DB0}"/>
              </a:ext>
            </a:extLst>
          </p:cNvPr>
          <p:cNvGrpSpPr/>
          <p:nvPr/>
        </p:nvGrpSpPr>
        <p:grpSpPr>
          <a:xfrm>
            <a:off x="8962119" y="1638946"/>
            <a:ext cx="2561811" cy="632926"/>
            <a:chOff x="8957885" y="4574183"/>
            <a:chExt cx="2561811" cy="632926"/>
          </a:xfrm>
        </p:grpSpPr>
        <p:sp>
          <p:nvSpPr>
            <p:cNvPr id="157" name="楕円 156">
              <a:extLst>
                <a:ext uri="{FF2B5EF4-FFF2-40B4-BE49-F238E27FC236}">
                  <a16:creationId xmlns:a16="http://schemas.microsoft.com/office/drawing/2014/main" id="{F688C21A-6010-292F-FFD6-610558B414A5}"/>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58" name="四角形: 角を丸くする 157">
              <a:extLst>
                <a:ext uri="{FF2B5EF4-FFF2-40B4-BE49-F238E27FC236}">
                  <a16:creationId xmlns:a16="http://schemas.microsoft.com/office/drawing/2014/main" id="{5E325734-ED51-D127-5288-DC8EEF3EBC44}"/>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59" name="グループ化 158">
              <a:extLst>
                <a:ext uri="{FF2B5EF4-FFF2-40B4-BE49-F238E27FC236}">
                  <a16:creationId xmlns:a16="http://schemas.microsoft.com/office/drawing/2014/main" id="{7DD5981D-FBE0-2393-2B33-E01573016595}"/>
                </a:ext>
              </a:extLst>
            </p:cNvPr>
            <p:cNvGrpSpPr/>
            <p:nvPr/>
          </p:nvGrpSpPr>
          <p:grpSpPr>
            <a:xfrm>
              <a:off x="9498429" y="4598805"/>
              <a:ext cx="1505416" cy="601824"/>
              <a:chOff x="1980734" y="3149081"/>
              <a:chExt cx="1505416" cy="601824"/>
            </a:xfrm>
          </p:grpSpPr>
          <p:sp>
            <p:nvSpPr>
              <p:cNvPr id="160" name="楕円 159">
                <a:extLst>
                  <a:ext uri="{FF2B5EF4-FFF2-40B4-BE49-F238E27FC236}">
                    <a16:creationId xmlns:a16="http://schemas.microsoft.com/office/drawing/2014/main" id="{6B2190FB-2255-E5C6-01C4-79D44C5179B6}"/>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61" name="グループ化 160">
                <a:extLst>
                  <a:ext uri="{FF2B5EF4-FFF2-40B4-BE49-F238E27FC236}">
                    <a16:creationId xmlns:a16="http://schemas.microsoft.com/office/drawing/2014/main" id="{4DC257D8-B801-3B11-480D-93F9B7566446}"/>
                  </a:ext>
                </a:extLst>
              </p:cNvPr>
              <p:cNvGrpSpPr/>
              <p:nvPr/>
            </p:nvGrpSpPr>
            <p:grpSpPr>
              <a:xfrm>
                <a:off x="1980734" y="3175652"/>
                <a:ext cx="1505416" cy="575253"/>
                <a:chOff x="1980734" y="3175652"/>
                <a:chExt cx="1505416" cy="575253"/>
              </a:xfrm>
            </p:grpSpPr>
            <p:grpSp>
              <p:nvGrpSpPr>
                <p:cNvPr id="173" name="グループ化 172">
                  <a:extLst>
                    <a:ext uri="{FF2B5EF4-FFF2-40B4-BE49-F238E27FC236}">
                      <a16:creationId xmlns:a16="http://schemas.microsoft.com/office/drawing/2014/main" id="{60D2DEA5-0E2F-E0AB-7309-D3C7E1936481}"/>
                    </a:ext>
                  </a:extLst>
                </p:cNvPr>
                <p:cNvGrpSpPr/>
                <p:nvPr/>
              </p:nvGrpSpPr>
              <p:grpSpPr>
                <a:xfrm>
                  <a:off x="1980734" y="3473931"/>
                  <a:ext cx="1505416" cy="276974"/>
                  <a:chOff x="4194668" y="3607669"/>
                  <a:chExt cx="1105960" cy="276974"/>
                </a:xfrm>
              </p:grpSpPr>
              <p:sp>
                <p:nvSpPr>
                  <p:cNvPr id="178" name="四角形: 角を丸くする 177">
                    <a:extLst>
                      <a:ext uri="{FF2B5EF4-FFF2-40B4-BE49-F238E27FC236}">
                        <a16:creationId xmlns:a16="http://schemas.microsoft.com/office/drawing/2014/main" id="{EFFACECC-82CF-1E41-2C9E-A6D7B6D2F556}"/>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82" name="図 181">
                    <a:extLst>
                      <a:ext uri="{FF2B5EF4-FFF2-40B4-BE49-F238E27FC236}">
                        <a16:creationId xmlns:a16="http://schemas.microsoft.com/office/drawing/2014/main" id="{2A781582-1697-B0C3-FD48-1DB2E21B583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77" name="テキスト ボックス 176">
                  <a:extLst>
                    <a:ext uri="{FF2B5EF4-FFF2-40B4-BE49-F238E27FC236}">
                      <a16:creationId xmlns:a16="http://schemas.microsoft.com/office/drawing/2014/main" id="{04A8B2B5-0037-D31C-0BD5-E6B33C62C4A5}"/>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84" name="グループ化 183">
            <a:extLst>
              <a:ext uri="{FF2B5EF4-FFF2-40B4-BE49-F238E27FC236}">
                <a16:creationId xmlns:a16="http://schemas.microsoft.com/office/drawing/2014/main" id="{57B718FA-FFDE-5EAD-0A6E-3BA0CFB71C39}"/>
              </a:ext>
            </a:extLst>
          </p:cNvPr>
          <p:cNvGrpSpPr/>
          <p:nvPr/>
        </p:nvGrpSpPr>
        <p:grpSpPr>
          <a:xfrm>
            <a:off x="8962119" y="2372047"/>
            <a:ext cx="2561811" cy="632926"/>
            <a:chOff x="8957885" y="4574183"/>
            <a:chExt cx="2561811" cy="632926"/>
          </a:xfrm>
        </p:grpSpPr>
        <p:sp>
          <p:nvSpPr>
            <p:cNvPr id="187" name="楕円 186">
              <a:extLst>
                <a:ext uri="{FF2B5EF4-FFF2-40B4-BE49-F238E27FC236}">
                  <a16:creationId xmlns:a16="http://schemas.microsoft.com/office/drawing/2014/main" id="{8E64583E-6847-91AD-BD4C-10AABCD1AA97}"/>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88" name="四角形: 角を丸くする 187">
              <a:extLst>
                <a:ext uri="{FF2B5EF4-FFF2-40B4-BE49-F238E27FC236}">
                  <a16:creationId xmlns:a16="http://schemas.microsoft.com/office/drawing/2014/main" id="{6A62FB2C-DB08-332C-76F4-ACB39C0BF03A}"/>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89" name="グループ化 188">
              <a:extLst>
                <a:ext uri="{FF2B5EF4-FFF2-40B4-BE49-F238E27FC236}">
                  <a16:creationId xmlns:a16="http://schemas.microsoft.com/office/drawing/2014/main" id="{A8831379-F066-2C74-4B74-E06DF53A6ED2}"/>
                </a:ext>
              </a:extLst>
            </p:cNvPr>
            <p:cNvGrpSpPr/>
            <p:nvPr/>
          </p:nvGrpSpPr>
          <p:grpSpPr>
            <a:xfrm>
              <a:off x="9498429" y="4598805"/>
              <a:ext cx="1505416" cy="601824"/>
              <a:chOff x="1980734" y="3149081"/>
              <a:chExt cx="1505416" cy="601824"/>
            </a:xfrm>
          </p:grpSpPr>
          <p:sp>
            <p:nvSpPr>
              <p:cNvPr id="190" name="楕円 189">
                <a:extLst>
                  <a:ext uri="{FF2B5EF4-FFF2-40B4-BE49-F238E27FC236}">
                    <a16:creationId xmlns:a16="http://schemas.microsoft.com/office/drawing/2014/main" id="{5A1A6BF3-98F3-A2E2-9B00-5D00B5711006}"/>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91" name="グループ化 190">
                <a:extLst>
                  <a:ext uri="{FF2B5EF4-FFF2-40B4-BE49-F238E27FC236}">
                    <a16:creationId xmlns:a16="http://schemas.microsoft.com/office/drawing/2014/main" id="{AD26FBA7-9C47-5277-EA3D-288AF5CC6881}"/>
                  </a:ext>
                </a:extLst>
              </p:cNvPr>
              <p:cNvGrpSpPr/>
              <p:nvPr/>
            </p:nvGrpSpPr>
            <p:grpSpPr>
              <a:xfrm>
                <a:off x="1980734" y="3175652"/>
                <a:ext cx="1505416" cy="575253"/>
                <a:chOff x="1980734" y="3175652"/>
                <a:chExt cx="1505416" cy="575253"/>
              </a:xfrm>
            </p:grpSpPr>
            <p:grpSp>
              <p:nvGrpSpPr>
                <p:cNvPr id="192" name="グループ化 191">
                  <a:extLst>
                    <a:ext uri="{FF2B5EF4-FFF2-40B4-BE49-F238E27FC236}">
                      <a16:creationId xmlns:a16="http://schemas.microsoft.com/office/drawing/2014/main" id="{93DC2E65-54A3-D07B-0236-E6596764A2D0}"/>
                    </a:ext>
                  </a:extLst>
                </p:cNvPr>
                <p:cNvGrpSpPr/>
                <p:nvPr/>
              </p:nvGrpSpPr>
              <p:grpSpPr>
                <a:xfrm>
                  <a:off x="1980734" y="3473931"/>
                  <a:ext cx="1505416" cy="276974"/>
                  <a:chOff x="4194668" y="3607669"/>
                  <a:chExt cx="1105960" cy="276974"/>
                </a:xfrm>
              </p:grpSpPr>
              <p:sp>
                <p:nvSpPr>
                  <p:cNvPr id="194" name="四角形: 角を丸くする 193">
                    <a:extLst>
                      <a:ext uri="{FF2B5EF4-FFF2-40B4-BE49-F238E27FC236}">
                        <a16:creationId xmlns:a16="http://schemas.microsoft.com/office/drawing/2014/main" id="{5BDEB2EC-235B-F61E-06F9-A92A55C838CA}"/>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95" name="図 194">
                    <a:extLst>
                      <a:ext uri="{FF2B5EF4-FFF2-40B4-BE49-F238E27FC236}">
                        <a16:creationId xmlns:a16="http://schemas.microsoft.com/office/drawing/2014/main" id="{987BE138-DF54-882F-36F3-EF56239C7FB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93" name="テキスト ボックス 192">
                  <a:extLst>
                    <a:ext uri="{FF2B5EF4-FFF2-40B4-BE49-F238E27FC236}">
                      <a16:creationId xmlns:a16="http://schemas.microsoft.com/office/drawing/2014/main" id="{A34E43C1-E9C3-DC8A-74A7-3F5F36EADD9C}"/>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pic>
        <p:nvPicPr>
          <p:cNvPr id="242" name="図 241">
            <a:extLst>
              <a:ext uri="{FF2B5EF4-FFF2-40B4-BE49-F238E27FC236}">
                <a16:creationId xmlns:a16="http://schemas.microsoft.com/office/drawing/2014/main" id="{3645E094-348D-5072-2EEB-AC90736127E2}"/>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flipV="1">
            <a:off x="9652000" y="3520256"/>
            <a:ext cx="464512" cy="158595"/>
          </a:xfrm>
          <a:prstGeom prst="rect">
            <a:avLst/>
          </a:prstGeom>
        </p:spPr>
      </p:pic>
      <p:pic>
        <p:nvPicPr>
          <p:cNvPr id="243" name="図 242">
            <a:extLst>
              <a:ext uri="{FF2B5EF4-FFF2-40B4-BE49-F238E27FC236}">
                <a16:creationId xmlns:a16="http://schemas.microsoft.com/office/drawing/2014/main" id="{286CD3BD-04D0-02CD-3755-3AA25D6D430F}"/>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flipV="1">
            <a:off x="9652000" y="4250364"/>
            <a:ext cx="464512" cy="158595"/>
          </a:xfrm>
          <a:prstGeom prst="rect">
            <a:avLst/>
          </a:prstGeom>
        </p:spPr>
      </p:pic>
      <p:pic>
        <p:nvPicPr>
          <p:cNvPr id="244" name="図 243">
            <a:extLst>
              <a:ext uri="{FF2B5EF4-FFF2-40B4-BE49-F238E27FC236}">
                <a16:creationId xmlns:a16="http://schemas.microsoft.com/office/drawing/2014/main" id="{DCF41D52-107D-1897-00DF-E1933D3E617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flipV="1">
            <a:off x="9659753" y="4980472"/>
            <a:ext cx="464512" cy="158595"/>
          </a:xfrm>
          <a:prstGeom prst="rect">
            <a:avLst/>
          </a:prstGeom>
        </p:spPr>
      </p:pic>
      <p:pic>
        <p:nvPicPr>
          <p:cNvPr id="240" name="図 239">
            <a:extLst>
              <a:ext uri="{FF2B5EF4-FFF2-40B4-BE49-F238E27FC236}">
                <a16:creationId xmlns:a16="http://schemas.microsoft.com/office/drawing/2014/main" id="{8D877B77-1104-E5FB-6545-2B54B10D72BB}"/>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270575" y="2570313"/>
            <a:ext cx="4179971" cy="3134978"/>
          </a:xfrm>
          <a:prstGeom prst="rect">
            <a:avLst/>
          </a:prstGeom>
        </p:spPr>
      </p:pic>
      <p:sp>
        <p:nvSpPr>
          <p:cNvPr id="272" name="テキスト ボックス 271">
            <a:extLst>
              <a:ext uri="{FF2B5EF4-FFF2-40B4-BE49-F238E27FC236}">
                <a16:creationId xmlns:a16="http://schemas.microsoft.com/office/drawing/2014/main" id="{9D7C61CE-FD70-0DC4-5F4B-3DFDE1F7DF76}"/>
              </a:ext>
            </a:extLst>
          </p:cNvPr>
          <p:cNvSpPr txBox="1"/>
          <p:nvPr/>
        </p:nvSpPr>
        <p:spPr>
          <a:xfrm>
            <a:off x="4871979" y="151566"/>
            <a:ext cx="2448043" cy="584775"/>
          </a:xfrm>
          <a:prstGeom prst="rect">
            <a:avLst/>
          </a:prstGeom>
          <a:noFill/>
        </p:spPr>
        <p:txBody>
          <a:bodyPr wrap="square" rtlCol="0">
            <a:spAutoFit/>
          </a:bodyPr>
          <a:lstStyle/>
          <a:p>
            <a:pPr algn="ctr"/>
            <a:r>
              <a:rPr kumimoji="1" lang="en-US" altLang="ja-JP" sz="2000" b="1" dirty="0">
                <a:solidFill>
                  <a:schemeClr val="bg1">
                    <a:lumMod val="95000"/>
                  </a:schemeClr>
                </a:solidFill>
                <a:latin typeface="BIZ UDP明朝 Medium" panose="02020500000000000000" pitchFamily="18" charset="-128"/>
                <a:ea typeface="BIZ UDP明朝 Medium" panose="02020500000000000000" pitchFamily="18" charset="-128"/>
              </a:rPr>
              <a:t>TRUN </a:t>
            </a:r>
            <a:r>
              <a:rPr kumimoji="1"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0</a:t>
            </a:r>
            <a:endPar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273" name="テキスト ボックス 272">
            <a:extLst>
              <a:ext uri="{FF2B5EF4-FFF2-40B4-BE49-F238E27FC236}">
                <a16:creationId xmlns:a16="http://schemas.microsoft.com/office/drawing/2014/main" id="{C8551834-E8C1-614E-E003-310C6A6EFC2C}"/>
              </a:ext>
            </a:extLst>
          </p:cNvPr>
          <p:cNvSpPr txBox="1"/>
          <p:nvPr/>
        </p:nvSpPr>
        <p:spPr>
          <a:xfrm>
            <a:off x="777314" y="151566"/>
            <a:ext cx="752129" cy="584775"/>
          </a:xfrm>
          <a:prstGeom prst="rect">
            <a:avLst/>
          </a:prstGeom>
          <a:noFill/>
        </p:spPr>
        <p:txBody>
          <a:bodyPr wrap="none" rtlCol="0">
            <a:spAutoFit/>
          </a:bodyPr>
          <a:lstStyle/>
          <a:p>
            <a:r>
              <a:rPr kumimoji="1"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EF</a:t>
            </a:r>
            <a:endPar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nvGrpSpPr>
          <p:cNvPr id="274" name="グループ化 273">
            <a:extLst>
              <a:ext uri="{FF2B5EF4-FFF2-40B4-BE49-F238E27FC236}">
                <a16:creationId xmlns:a16="http://schemas.microsoft.com/office/drawing/2014/main" id="{0A2A9ECC-DCA4-495D-0676-75B9136DD44D}"/>
              </a:ext>
            </a:extLst>
          </p:cNvPr>
          <p:cNvGrpSpPr/>
          <p:nvPr/>
        </p:nvGrpSpPr>
        <p:grpSpPr>
          <a:xfrm>
            <a:off x="1719571" y="303092"/>
            <a:ext cx="3092165" cy="338875"/>
            <a:chOff x="1719571" y="274517"/>
            <a:chExt cx="3092165" cy="338875"/>
          </a:xfrm>
        </p:grpSpPr>
        <p:grpSp>
          <p:nvGrpSpPr>
            <p:cNvPr id="275" name="グループ化 274">
              <a:extLst>
                <a:ext uri="{FF2B5EF4-FFF2-40B4-BE49-F238E27FC236}">
                  <a16:creationId xmlns:a16="http://schemas.microsoft.com/office/drawing/2014/main" id="{054EFBE1-0D95-1A5B-96DC-51E52116BB6E}"/>
                </a:ext>
              </a:extLst>
            </p:cNvPr>
            <p:cNvGrpSpPr/>
            <p:nvPr/>
          </p:nvGrpSpPr>
          <p:grpSpPr>
            <a:xfrm>
              <a:off x="1719571" y="274517"/>
              <a:ext cx="3092165" cy="338875"/>
              <a:chOff x="1719571" y="215382"/>
              <a:chExt cx="3888059" cy="426098"/>
            </a:xfrm>
          </p:grpSpPr>
          <p:sp>
            <p:nvSpPr>
              <p:cNvPr id="280" name="平行四辺形 279">
                <a:extLst>
                  <a:ext uri="{FF2B5EF4-FFF2-40B4-BE49-F238E27FC236}">
                    <a16:creationId xmlns:a16="http://schemas.microsoft.com/office/drawing/2014/main" id="{0EB3C52F-FDEA-7BC2-1EC3-006AC0A256DD}"/>
                  </a:ext>
                </a:extLst>
              </p:cNvPr>
              <p:cNvSpPr/>
              <p:nvPr/>
            </p:nvSpPr>
            <p:spPr>
              <a:xfrm>
                <a:off x="171957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81" name="平行四辺形 280">
                <a:extLst>
                  <a:ext uri="{FF2B5EF4-FFF2-40B4-BE49-F238E27FC236}">
                    <a16:creationId xmlns:a16="http://schemas.microsoft.com/office/drawing/2014/main" id="{F6837B0E-9702-7CEE-9952-4F93683BB70A}"/>
                  </a:ext>
                </a:extLst>
              </p:cNvPr>
              <p:cNvSpPr/>
              <p:nvPr/>
            </p:nvSpPr>
            <p:spPr>
              <a:xfrm>
                <a:off x="2477666"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82" name="平行四辺形 281">
                <a:extLst>
                  <a:ext uri="{FF2B5EF4-FFF2-40B4-BE49-F238E27FC236}">
                    <a16:creationId xmlns:a16="http://schemas.microsoft.com/office/drawing/2014/main" id="{C18E0BF8-3797-FAD4-7151-D61FAC80B742}"/>
                  </a:ext>
                </a:extLst>
              </p:cNvPr>
              <p:cNvSpPr/>
              <p:nvPr/>
            </p:nvSpPr>
            <p:spPr>
              <a:xfrm>
                <a:off x="323576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83" name="平行四辺形 282">
                <a:extLst>
                  <a:ext uri="{FF2B5EF4-FFF2-40B4-BE49-F238E27FC236}">
                    <a16:creationId xmlns:a16="http://schemas.microsoft.com/office/drawing/2014/main" id="{3A73F8C0-4336-3B15-C847-518BD03CA1CB}"/>
                  </a:ext>
                </a:extLst>
              </p:cNvPr>
              <p:cNvSpPr/>
              <p:nvPr/>
            </p:nvSpPr>
            <p:spPr>
              <a:xfrm>
                <a:off x="4751951" y="215382"/>
                <a:ext cx="855679" cy="426098"/>
              </a:xfrm>
              <a:prstGeom prst="parallelogram">
                <a:avLst/>
              </a:prstGeom>
              <a:solidFill>
                <a:schemeClr val="tx1">
                  <a:lumMod val="75000"/>
                  <a:lumOff val="2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84" name="平行四辺形 283">
                <a:extLst>
                  <a:ext uri="{FF2B5EF4-FFF2-40B4-BE49-F238E27FC236}">
                    <a16:creationId xmlns:a16="http://schemas.microsoft.com/office/drawing/2014/main" id="{AD465241-F397-FDDE-CFCB-3BF410A4F159}"/>
                  </a:ext>
                </a:extLst>
              </p:cNvPr>
              <p:cNvSpPr/>
              <p:nvPr/>
            </p:nvSpPr>
            <p:spPr>
              <a:xfrm>
                <a:off x="3993856"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276" name="楕円 275">
              <a:extLst>
                <a:ext uri="{FF2B5EF4-FFF2-40B4-BE49-F238E27FC236}">
                  <a16:creationId xmlns:a16="http://schemas.microsoft.com/office/drawing/2014/main" id="{3AFC9C8B-AE4D-289F-8249-A21BC5F8CBAF}"/>
                </a:ext>
              </a:extLst>
            </p:cNvPr>
            <p:cNvSpPr/>
            <p:nvPr/>
          </p:nvSpPr>
          <p:spPr>
            <a:xfrm>
              <a:off x="1900984"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BIZ UDP明朝 Medium" panose="02020500000000000000" pitchFamily="18" charset="-128"/>
                  <a:ea typeface="BIZ UDP明朝 Medium" panose="02020500000000000000" pitchFamily="18" charset="-128"/>
                </a:rPr>
                <a:t>キャラ</a:t>
              </a:r>
            </a:p>
          </p:txBody>
        </p:sp>
        <p:sp>
          <p:nvSpPr>
            <p:cNvPr id="277" name="楕円 276">
              <a:extLst>
                <a:ext uri="{FF2B5EF4-FFF2-40B4-BE49-F238E27FC236}">
                  <a16:creationId xmlns:a16="http://schemas.microsoft.com/office/drawing/2014/main" id="{EE07D5F0-892F-7EF8-7D70-8D24B3A62556}"/>
                </a:ext>
              </a:extLst>
            </p:cNvPr>
            <p:cNvSpPr/>
            <p:nvPr/>
          </p:nvSpPr>
          <p:spPr>
            <a:xfrm>
              <a:off x="3716200"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BIZ UDP明朝 Medium" panose="02020500000000000000" pitchFamily="18" charset="-128"/>
                  <a:ea typeface="BIZ UDP明朝 Medium" panose="02020500000000000000" pitchFamily="18" charset="-128"/>
                </a:rPr>
                <a:t>キャラ</a:t>
              </a:r>
            </a:p>
          </p:txBody>
        </p:sp>
        <p:sp>
          <p:nvSpPr>
            <p:cNvPr id="278" name="楕円 277">
              <a:extLst>
                <a:ext uri="{FF2B5EF4-FFF2-40B4-BE49-F238E27FC236}">
                  <a16:creationId xmlns:a16="http://schemas.microsoft.com/office/drawing/2014/main" id="{E3656CAE-699E-5225-F9A2-BEF94C9D483C}"/>
                </a:ext>
              </a:extLst>
            </p:cNvPr>
            <p:cNvSpPr/>
            <p:nvPr/>
          </p:nvSpPr>
          <p:spPr>
            <a:xfrm>
              <a:off x="2506056"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BIZ UDP明朝 Medium" panose="02020500000000000000" pitchFamily="18" charset="-128"/>
                  <a:ea typeface="BIZ UDP明朝 Medium" panose="02020500000000000000" pitchFamily="18" charset="-128"/>
                </a:rPr>
                <a:t>キャラ</a:t>
              </a:r>
            </a:p>
          </p:txBody>
        </p:sp>
        <p:sp>
          <p:nvSpPr>
            <p:cNvPr id="279" name="楕円 278">
              <a:extLst>
                <a:ext uri="{FF2B5EF4-FFF2-40B4-BE49-F238E27FC236}">
                  <a16:creationId xmlns:a16="http://schemas.microsoft.com/office/drawing/2014/main" id="{7273D4E2-D747-FC5F-3FA4-DE5D835E7797}"/>
                </a:ext>
              </a:extLst>
            </p:cNvPr>
            <p:cNvSpPr/>
            <p:nvPr/>
          </p:nvSpPr>
          <p:spPr>
            <a:xfrm>
              <a:off x="3111128"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BIZ UDP明朝 Medium" panose="02020500000000000000" pitchFamily="18" charset="-128"/>
                  <a:ea typeface="BIZ UDP明朝 Medium" panose="02020500000000000000" pitchFamily="18" charset="-128"/>
                </a:rPr>
                <a:t>キャラ</a:t>
              </a:r>
            </a:p>
          </p:txBody>
        </p:sp>
      </p:grpSp>
    </p:spTree>
    <p:extLst>
      <p:ext uri="{BB962C8B-B14F-4D97-AF65-F5344CB8AC3E}">
        <p14:creationId xmlns:p14="http://schemas.microsoft.com/office/powerpoint/2010/main" val="3481073501"/>
      </p:ext>
    </p:extLst>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3A4A7E-BD8C-B646-B471-BFE345CF9393}"/>
            </a:ext>
          </a:extLst>
        </p:cNvPr>
        <p:cNvGrpSpPr/>
        <p:nvPr/>
      </p:nvGrpSpPr>
      <p:grpSpPr>
        <a:xfrm>
          <a:off x="0" y="0"/>
          <a:ext cx="0" cy="0"/>
          <a:chOff x="0" y="0"/>
          <a:chExt cx="0" cy="0"/>
        </a:xfrm>
      </p:grpSpPr>
      <p:sp>
        <p:nvSpPr>
          <p:cNvPr id="18" name="二等辺三角形 17">
            <a:extLst>
              <a:ext uri="{FF2B5EF4-FFF2-40B4-BE49-F238E27FC236}">
                <a16:creationId xmlns:a16="http://schemas.microsoft.com/office/drawing/2014/main" id="{8F46BAEC-7BC9-A2EF-6A27-9BC296A5EC68}"/>
              </a:ext>
            </a:extLst>
          </p:cNvPr>
          <p:cNvSpPr/>
          <p:nvPr/>
        </p:nvSpPr>
        <p:spPr>
          <a:xfrm>
            <a:off x="8547593" y="5152024"/>
            <a:ext cx="2678705" cy="1021201"/>
          </a:xfrm>
          <a:prstGeom prst="triangl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 name="テキスト ボックス 3">
            <a:extLst>
              <a:ext uri="{FF2B5EF4-FFF2-40B4-BE49-F238E27FC236}">
                <a16:creationId xmlns:a16="http://schemas.microsoft.com/office/drawing/2014/main" id="{609E78EC-E4D7-69F5-EB6E-BBE9348939B4}"/>
              </a:ext>
            </a:extLst>
          </p:cNvPr>
          <p:cNvSpPr txBox="1"/>
          <p:nvPr/>
        </p:nvSpPr>
        <p:spPr>
          <a:xfrm>
            <a:off x="4464785" y="507521"/>
            <a:ext cx="3262432" cy="707886"/>
          </a:xfrm>
          <a:prstGeom prst="rect">
            <a:avLst/>
          </a:prstGeom>
          <a:noFill/>
        </p:spPr>
        <p:txBody>
          <a:bodyPr wrap="none" rtlCol="0">
            <a:spAutoFit/>
          </a:bodyPr>
          <a:lstStyle/>
          <a:p>
            <a:pPr algn="ctr"/>
            <a:r>
              <a:rPr lang="ja-JP" altLang="en-US" sz="4000" b="1" dirty="0">
                <a:solidFill>
                  <a:schemeClr val="bg1">
                    <a:lumMod val="95000"/>
                  </a:schemeClr>
                </a:solidFill>
                <a:latin typeface="BIZ UDP明朝 Medium" panose="02020500000000000000" pitchFamily="18" charset="-128"/>
                <a:ea typeface="BIZ UDP明朝 Medium" panose="02020500000000000000" pitchFamily="18" charset="-128"/>
              </a:rPr>
              <a:t>勝利報酬選択</a:t>
            </a:r>
            <a:endParaRPr kumimoji="1" lang="ja-JP" altLang="en-US" sz="40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5" name="四角形: 角を丸くする 4">
            <a:extLst>
              <a:ext uri="{FF2B5EF4-FFF2-40B4-BE49-F238E27FC236}">
                <a16:creationId xmlns:a16="http://schemas.microsoft.com/office/drawing/2014/main" id="{B8B77414-5CA1-9690-9F8E-6A012EB521DE}"/>
              </a:ext>
            </a:extLst>
          </p:cNvPr>
          <p:cNvSpPr/>
          <p:nvPr/>
        </p:nvSpPr>
        <p:spPr>
          <a:xfrm>
            <a:off x="940061" y="1642186"/>
            <a:ext cx="2904151" cy="3760237"/>
          </a:xfrm>
          <a:prstGeom prst="roundRect">
            <a:avLst>
              <a:gd name="adj" fmla="val 2174"/>
            </a:avLst>
          </a:prstGeom>
          <a:solidFill>
            <a:schemeClr val="accent6">
              <a:alpha val="70000"/>
            </a:schemeClr>
          </a:solidFill>
          <a:ln w="63500" cmpd="thickThi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四角形: 角を丸くする 5">
            <a:extLst>
              <a:ext uri="{FF2B5EF4-FFF2-40B4-BE49-F238E27FC236}">
                <a16:creationId xmlns:a16="http://schemas.microsoft.com/office/drawing/2014/main" id="{7ADA6A65-0256-6E1E-9C75-028B89074EDC}"/>
              </a:ext>
            </a:extLst>
          </p:cNvPr>
          <p:cNvSpPr/>
          <p:nvPr/>
        </p:nvSpPr>
        <p:spPr>
          <a:xfrm>
            <a:off x="4643924" y="1642185"/>
            <a:ext cx="2904151" cy="3760237"/>
          </a:xfrm>
          <a:prstGeom prst="roundRect">
            <a:avLst>
              <a:gd name="adj" fmla="val 2174"/>
            </a:avLst>
          </a:prstGeom>
          <a:solidFill>
            <a:schemeClr val="accent2">
              <a:alpha val="70000"/>
            </a:schemeClr>
          </a:solidFill>
          <a:ln w="63500" cmpd="thickThi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四角形: 角を丸くする 6">
            <a:extLst>
              <a:ext uri="{FF2B5EF4-FFF2-40B4-BE49-F238E27FC236}">
                <a16:creationId xmlns:a16="http://schemas.microsoft.com/office/drawing/2014/main" id="{1109CC32-A717-7B93-B700-AC8D07F9F57A}"/>
              </a:ext>
            </a:extLst>
          </p:cNvPr>
          <p:cNvSpPr/>
          <p:nvPr/>
        </p:nvSpPr>
        <p:spPr>
          <a:xfrm>
            <a:off x="8347787" y="1642185"/>
            <a:ext cx="2904151" cy="3760237"/>
          </a:xfrm>
          <a:prstGeom prst="roundRect">
            <a:avLst>
              <a:gd name="adj" fmla="val 2174"/>
            </a:avLst>
          </a:prstGeom>
          <a:gradFill>
            <a:gsLst>
              <a:gs pos="0">
                <a:schemeClr val="accent6">
                  <a:alpha val="70000"/>
                </a:schemeClr>
              </a:gs>
              <a:gs pos="83000">
                <a:schemeClr val="accent2">
                  <a:alpha val="70000"/>
                </a:schemeClr>
              </a:gs>
              <a:gs pos="100000">
                <a:schemeClr val="accent6">
                  <a:alpha val="80000"/>
                </a:schemeClr>
              </a:gs>
            </a:gsLst>
            <a:lin ang="5400000" scaled="1"/>
          </a:gradFill>
          <a:ln w="63500" cmpd="thickThin">
            <a:solidFill>
              <a:schemeClr val="accent6">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 name="テキスト ボックス 1">
            <a:extLst>
              <a:ext uri="{FF2B5EF4-FFF2-40B4-BE49-F238E27FC236}">
                <a16:creationId xmlns:a16="http://schemas.microsoft.com/office/drawing/2014/main" id="{8B3BCBF0-09CA-56D4-C7A4-957A5070837E}"/>
              </a:ext>
            </a:extLst>
          </p:cNvPr>
          <p:cNvSpPr txBox="1"/>
          <p:nvPr/>
        </p:nvSpPr>
        <p:spPr>
          <a:xfrm>
            <a:off x="1422960" y="4345516"/>
            <a:ext cx="1938351" cy="461665"/>
          </a:xfrm>
          <a:prstGeom prst="rect">
            <a:avLst/>
          </a:prstGeom>
          <a:noFill/>
        </p:spPr>
        <p:txBody>
          <a:bodyPr wrap="none" rtlCol="0">
            <a:spAutoFit/>
          </a:bodyPr>
          <a:lstStyle/>
          <a:p>
            <a:pPr algn="ctr"/>
            <a:r>
              <a:rPr lang="en-US" altLang="ja-JP" sz="2400" b="1" dirty="0">
                <a:solidFill>
                  <a:schemeClr val="bg1">
                    <a:lumMod val="95000"/>
                  </a:schemeClr>
                </a:solidFill>
                <a:latin typeface="BIZ UDP明朝 Medium" panose="02020500000000000000" pitchFamily="18" charset="-128"/>
                <a:ea typeface="BIZ UDP明朝 Medium" panose="02020500000000000000" pitchFamily="18" charset="-128"/>
              </a:rPr>
              <a:t>ATK</a:t>
            </a:r>
            <a:r>
              <a:rPr lang="ja-JP" altLang="en-US" sz="2400" b="1" dirty="0">
                <a:solidFill>
                  <a:schemeClr val="bg1">
                    <a:lumMod val="95000"/>
                  </a:schemeClr>
                </a:solidFill>
                <a:latin typeface="BIZ UDP明朝 Medium" panose="02020500000000000000" pitchFamily="18" charset="-128"/>
                <a:ea typeface="BIZ UDP明朝 Medium" panose="02020500000000000000" pitchFamily="18" charset="-128"/>
              </a:rPr>
              <a:t>＋</a:t>
            </a:r>
            <a:r>
              <a:rPr lang="en-US" altLang="ja-JP" sz="2400" b="1" dirty="0">
                <a:solidFill>
                  <a:schemeClr val="bg1">
                    <a:lumMod val="95000"/>
                  </a:schemeClr>
                </a:solidFill>
                <a:latin typeface="BIZ UDP明朝 Medium" panose="02020500000000000000" pitchFamily="18" charset="-128"/>
                <a:ea typeface="BIZ UDP明朝 Medium" panose="02020500000000000000" pitchFamily="18" charset="-128"/>
              </a:rPr>
              <a:t>30</a:t>
            </a:r>
            <a:r>
              <a:rPr lang="ja-JP" altLang="en-US" sz="2400" b="1" dirty="0">
                <a:solidFill>
                  <a:schemeClr val="bg1">
                    <a:lumMod val="95000"/>
                  </a:schemeClr>
                </a:solidFill>
                <a:latin typeface="BIZ UDP明朝 Medium" panose="02020500000000000000" pitchFamily="18" charset="-128"/>
                <a:ea typeface="BIZ UDP明朝 Medium" panose="02020500000000000000" pitchFamily="18" charset="-128"/>
              </a:rPr>
              <a:t>％</a:t>
            </a:r>
            <a:endParaRPr kumimoji="1" lang="ja-JP" altLang="en-US" sz="24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3" name="テキスト ボックス 2">
            <a:extLst>
              <a:ext uri="{FF2B5EF4-FFF2-40B4-BE49-F238E27FC236}">
                <a16:creationId xmlns:a16="http://schemas.microsoft.com/office/drawing/2014/main" id="{EDE3D7FB-2223-3F73-9DFA-033ACCAD604D}"/>
              </a:ext>
            </a:extLst>
          </p:cNvPr>
          <p:cNvSpPr txBox="1"/>
          <p:nvPr/>
        </p:nvSpPr>
        <p:spPr>
          <a:xfrm>
            <a:off x="1889435" y="1997308"/>
            <a:ext cx="1005403" cy="461665"/>
          </a:xfrm>
          <a:prstGeom prst="rect">
            <a:avLst/>
          </a:prstGeom>
          <a:noFill/>
        </p:spPr>
        <p:txBody>
          <a:bodyPr wrap="none" rtlCol="0">
            <a:spAutoFit/>
          </a:bodyPr>
          <a:lstStyle/>
          <a:p>
            <a:pPr algn="ctr"/>
            <a:r>
              <a:rPr lang="ja-JP" altLang="en-US" sz="2400" b="1" dirty="0">
                <a:solidFill>
                  <a:schemeClr val="bg1">
                    <a:lumMod val="95000"/>
                  </a:schemeClr>
                </a:solidFill>
                <a:latin typeface="BIZ UDP明朝 Medium" panose="02020500000000000000" pitchFamily="18" charset="-128"/>
                <a:ea typeface="BIZ UDP明朝 Medium" panose="02020500000000000000" pitchFamily="18" charset="-128"/>
              </a:rPr>
              <a:t>バフ</a:t>
            </a:r>
            <a:r>
              <a:rPr lang="en-US" altLang="ja-JP" sz="2400" b="1" dirty="0">
                <a:solidFill>
                  <a:schemeClr val="bg1">
                    <a:lumMod val="95000"/>
                  </a:schemeClr>
                </a:solidFill>
                <a:latin typeface="BIZ UDP明朝 Medium" panose="02020500000000000000" pitchFamily="18" charset="-128"/>
                <a:ea typeface="BIZ UDP明朝 Medium" panose="02020500000000000000" pitchFamily="18" charset="-128"/>
              </a:rPr>
              <a:t>A</a:t>
            </a:r>
            <a:endParaRPr kumimoji="1" lang="ja-JP" altLang="en-US" sz="24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8" name="テキスト ボックス 7">
            <a:extLst>
              <a:ext uri="{FF2B5EF4-FFF2-40B4-BE49-F238E27FC236}">
                <a16:creationId xmlns:a16="http://schemas.microsoft.com/office/drawing/2014/main" id="{65B294D5-C485-B820-43EA-911E18161546}"/>
              </a:ext>
            </a:extLst>
          </p:cNvPr>
          <p:cNvSpPr txBox="1"/>
          <p:nvPr/>
        </p:nvSpPr>
        <p:spPr>
          <a:xfrm>
            <a:off x="5388116" y="1997308"/>
            <a:ext cx="1415772" cy="461665"/>
          </a:xfrm>
          <a:prstGeom prst="rect">
            <a:avLst/>
          </a:prstGeom>
          <a:noFill/>
        </p:spPr>
        <p:txBody>
          <a:bodyPr wrap="none" rtlCol="0">
            <a:spAutoFit/>
          </a:bodyPr>
          <a:lstStyle/>
          <a:p>
            <a:pPr algn="ctr"/>
            <a:r>
              <a:rPr lang="ja-JP" altLang="en-US" sz="2400" b="1" dirty="0">
                <a:solidFill>
                  <a:schemeClr val="bg1">
                    <a:lumMod val="95000"/>
                  </a:schemeClr>
                </a:solidFill>
                <a:latin typeface="BIZ UDP明朝 Medium" panose="02020500000000000000" pitchFamily="18" charset="-128"/>
                <a:ea typeface="BIZ UDP明朝 Medium" panose="02020500000000000000" pitchFamily="18" charset="-128"/>
              </a:rPr>
              <a:t>強化素材</a:t>
            </a:r>
            <a:endParaRPr kumimoji="1" lang="ja-JP" altLang="en-US" sz="24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9" name="テキスト ボックス 8">
            <a:extLst>
              <a:ext uri="{FF2B5EF4-FFF2-40B4-BE49-F238E27FC236}">
                <a16:creationId xmlns:a16="http://schemas.microsoft.com/office/drawing/2014/main" id="{4F3A9933-CDD2-4A34-5CE6-B4F5725C8EA7}"/>
              </a:ext>
            </a:extLst>
          </p:cNvPr>
          <p:cNvSpPr txBox="1"/>
          <p:nvPr/>
        </p:nvSpPr>
        <p:spPr>
          <a:xfrm>
            <a:off x="5379296" y="4345516"/>
            <a:ext cx="1433406" cy="461665"/>
          </a:xfrm>
          <a:prstGeom prst="rect">
            <a:avLst/>
          </a:prstGeom>
          <a:noFill/>
        </p:spPr>
        <p:txBody>
          <a:bodyPr wrap="none" rtlCol="0">
            <a:spAutoFit/>
          </a:bodyPr>
          <a:lstStyle/>
          <a:p>
            <a:pPr algn="ctr"/>
            <a:r>
              <a:rPr lang="ja-JP" altLang="en-US" sz="2400" b="1" dirty="0">
                <a:solidFill>
                  <a:schemeClr val="bg1">
                    <a:lumMod val="95000"/>
                  </a:schemeClr>
                </a:solidFill>
                <a:latin typeface="BIZ UDP明朝 Medium" panose="02020500000000000000" pitchFamily="18" charset="-128"/>
                <a:ea typeface="BIZ UDP明朝 Medium" panose="02020500000000000000" pitchFamily="18" charset="-128"/>
              </a:rPr>
              <a:t>イシ＋</a:t>
            </a:r>
            <a:r>
              <a:rPr lang="en-US" altLang="ja-JP" sz="2400" b="1" dirty="0">
                <a:solidFill>
                  <a:schemeClr val="bg1">
                    <a:lumMod val="95000"/>
                  </a:schemeClr>
                </a:solidFill>
                <a:latin typeface="BIZ UDP明朝 Medium" panose="02020500000000000000" pitchFamily="18" charset="-128"/>
                <a:ea typeface="BIZ UDP明朝 Medium" panose="02020500000000000000" pitchFamily="18" charset="-128"/>
              </a:rPr>
              <a:t>50</a:t>
            </a:r>
            <a:endParaRPr kumimoji="1" lang="ja-JP" altLang="en-US" sz="24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10" name="テキスト ボックス 9">
            <a:extLst>
              <a:ext uri="{FF2B5EF4-FFF2-40B4-BE49-F238E27FC236}">
                <a16:creationId xmlns:a16="http://schemas.microsoft.com/office/drawing/2014/main" id="{C9F6C45A-59E6-DFF0-E7EF-B802A2707CDA}"/>
              </a:ext>
            </a:extLst>
          </p:cNvPr>
          <p:cNvSpPr txBox="1"/>
          <p:nvPr/>
        </p:nvSpPr>
        <p:spPr>
          <a:xfrm>
            <a:off x="9312389" y="1997308"/>
            <a:ext cx="974947" cy="461665"/>
          </a:xfrm>
          <a:prstGeom prst="rect">
            <a:avLst/>
          </a:prstGeom>
          <a:noFill/>
        </p:spPr>
        <p:txBody>
          <a:bodyPr wrap="none" rtlCol="0">
            <a:spAutoFit/>
          </a:bodyPr>
          <a:lstStyle/>
          <a:p>
            <a:pPr algn="ctr"/>
            <a:r>
              <a:rPr lang="ja-JP" altLang="en-US" sz="2400" b="1" dirty="0">
                <a:solidFill>
                  <a:schemeClr val="bg1">
                    <a:lumMod val="95000"/>
                  </a:schemeClr>
                </a:solidFill>
                <a:latin typeface="BIZ UDP明朝 Medium" panose="02020500000000000000" pitchFamily="18" charset="-128"/>
                <a:ea typeface="BIZ UDP明朝 Medium" panose="02020500000000000000" pitchFamily="18" charset="-128"/>
              </a:rPr>
              <a:t>バフ</a:t>
            </a:r>
            <a:r>
              <a:rPr lang="en-US" altLang="ja-JP" sz="2400" b="1" dirty="0">
                <a:solidFill>
                  <a:schemeClr val="bg1">
                    <a:lumMod val="95000"/>
                  </a:schemeClr>
                </a:solidFill>
                <a:latin typeface="BIZ UDP明朝 Medium" panose="02020500000000000000" pitchFamily="18" charset="-128"/>
                <a:ea typeface="BIZ UDP明朝 Medium" panose="02020500000000000000" pitchFamily="18" charset="-128"/>
              </a:rPr>
              <a:t>B</a:t>
            </a:r>
            <a:endParaRPr kumimoji="1" lang="ja-JP" altLang="en-US" sz="24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11" name="テキスト ボックス 10">
            <a:extLst>
              <a:ext uri="{FF2B5EF4-FFF2-40B4-BE49-F238E27FC236}">
                <a16:creationId xmlns:a16="http://schemas.microsoft.com/office/drawing/2014/main" id="{31A8B8CB-8EBA-4499-4AE5-30EC792E5F00}"/>
              </a:ext>
            </a:extLst>
          </p:cNvPr>
          <p:cNvSpPr txBox="1"/>
          <p:nvPr/>
        </p:nvSpPr>
        <p:spPr>
          <a:xfrm>
            <a:off x="8411501" y="4437848"/>
            <a:ext cx="2776722" cy="369332"/>
          </a:xfrm>
          <a:prstGeom prst="rect">
            <a:avLst/>
          </a:prstGeom>
          <a:noFill/>
        </p:spPr>
        <p:txBody>
          <a:bodyPr wrap="none" rtlCol="0">
            <a:spAutoFit/>
          </a:bodyPr>
          <a:lstStyle/>
          <a:p>
            <a:pPr algn="ctr"/>
            <a:r>
              <a:rPr lang="en-US" altLang="ja-JP" b="1" dirty="0">
                <a:solidFill>
                  <a:schemeClr val="bg1">
                    <a:lumMod val="95000"/>
                  </a:schemeClr>
                </a:solidFill>
                <a:latin typeface="BIZ UDP明朝 Medium" panose="02020500000000000000" pitchFamily="18" charset="-128"/>
                <a:ea typeface="BIZ UDP明朝 Medium" panose="02020500000000000000" pitchFamily="18" charset="-128"/>
              </a:rPr>
              <a:t>ENB</a:t>
            </a:r>
            <a:r>
              <a:rPr lang="ja-JP" altLang="en-US" b="1" dirty="0">
                <a:solidFill>
                  <a:schemeClr val="bg1">
                    <a:lumMod val="95000"/>
                  </a:schemeClr>
                </a:solidFill>
                <a:latin typeface="BIZ UDP明朝 Medium" panose="02020500000000000000" pitchFamily="18" charset="-128"/>
                <a:ea typeface="BIZ UDP明朝 Medium" panose="02020500000000000000" pitchFamily="18" charset="-128"/>
              </a:rPr>
              <a:t>チャージ効率＋</a:t>
            </a:r>
            <a:r>
              <a:rPr lang="en-US" altLang="ja-JP" b="1" dirty="0">
                <a:solidFill>
                  <a:schemeClr val="bg1">
                    <a:lumMod val="95000"/>
                  </a:schemeClr>
                </a:solidFill>
                <a:latin typeface="BIZ UDP明朝 Medium" panose="02020500000000000000" pitchFamily="18" charset="-128"/>
                <a:ea typeface="BIZ UDP明朝 Medium" panose="02020500000000000000" pitchFamily="18" charset="-128"/>
              </a:rPr>
              <a:t>20</a:t>
            </a:r>
            <a:r>
              <a:rPr lang="ja-JP" altLang="en-US" b="1" dirty="0">
                <a:solidFill>
                  <a:schemeClr val="bg1">
                    <a:lumMod val="95000"/>
                  </a:schemeClr>
                </a:solidFill>
                <a:latin typeface="BIZ UDP明朝 Medium" panose="02020500000000000000" pitchFamily="18" charset="-128"/>
                <a:ea typeface="BIZ UDP明朝 Medium" panose="02020500000000000000" pitchFamily="18" charset="-128"/>
              </a:rPr>
              <a:t>％</a:t>
            </a:r>
            <a:endParaRPr kumimoji="1" lang="ja-JP" altLang="en-US"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12" name="二等辺三角形 11">
            <a:extLst>
              <a:ext uri="{FF2B5EF4-FFF2-40B4-BE49-F238E27FC236}">
                <a16:creationId xmlns:a16="http://schemas.microsoft.com/office/drawing/2014/main" id="{8C6540A4-88F7-D635-177A-E3085A480367}"/>
              </a:ext>
            </a:extLst>
          </p:cNvPr>
          <p:cNvSpPr/>
          <p:nvPr/>
        </p:nvSpPr>
        <p:spPr>
          <a:xfrm>
            <a:off x="8460509" y="5130255"/>
            <a:ext cx="2678705" cy="1021201"/>
          </a:xfrm>
          <a:prstGeom prst="triangle">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 name="テキスト ボックス 13">
            <a:extLst>
              <a:ext uri="{FF2B5EF4-FFF2-40B4-BE49-F238E27FC236}">
                <a16:creationId xmlns:a16="http://schemas.microsoft.com/office/drawing/2014/main" id="{E8B1DA72-EFEC-D776-B512-53787C9CAE8D}"/>
              </a:ext>
            </a:extLst>
          </p:cNvPr>
          <p:cNvSpPr txBox="1"/>
          <p:nvPr/>
        </p:nvSpPr>
        <p:spPr>
          <a:xfrm>
            <a:off x="9312480" y="5447825"/>
            <a:ext cx="1005404" cy="584775"/>
          </a:xfrm>
          <a:prstGeom prst="rect">
            <a:avLst/>
          </a:prstGeom>
          <a:noFill/>
        </p:spPr>
        <p:txBody>
          <a:bodyPr wrap="none" rtlCol="0">
            <a:spAutoFit/>
          </a:bodyPr>
          <a:lstStyle/>
          <a:p>
            <a:pPr algn="ctr"/>
            <a:r>
              <a:rPr lang="ja-JP" altLang="en-US" sz="3200" b="1" dirty="0">
                <a:solidFill>
                  <a:schemeClr val="tx1">
                    <a:lumMod val="85000"/>
                    <a:lumOff val="15000"/>
                  </a:schemeClr>
                </a:solidFill>
                <a:latin typeface="BIZ UDP明朝 Medium" panose="02020500000000000000" pitchFamily="18" charset="-128"/>
                <a:ea typeface="BIZ UDP明朝 Medium" panose="02020500000000000000" pitchFamily="18" charset="-128"/>
              </a:rPr>
              <a:t>選択</a:t>
            </a:r>
            <a:endParaRPr kumimoji="1" lang="ja-JP" altLang="en-US" sz="3200" b="1"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
        <p:nvSpPr>
          <p:cNvPr id="13" name="テキスト ボックス 12">
            <a:extLst>
              <a:ext uri="{FF2B5EF4-FFF2-40B4-BE49-F238E27FC236}">
                <a16:creationId xmlns:a16="http://schemas.microsoft.com/office/drawing/2014/main" id="{9F05EDAF-06C1-6651-C325-6FBF69AD74AA}"/>
              </a:ext>
            </a:extLst>
          </p:cNvPr>
          <p:cNvSpPr txBox="1"/>
          <p:nvPr/>
        </p:nvSpPr>
        <p:spPr>
          <a:xfrm>
            <a:off x="9281383" y="5435385"/>
            <a:ext cx="1005404" cy="584775"/>
          </a:xfrm>
          <a:prstGeom prst="rect">
            <a:avLst/>
          </a:prstGeom>
          <a:noFill/>
        </p:spPr>
        <p:txBody>
          <a:bodyPr wrap="none" rtlCol="0">
            <a:spAutoFit/>
          </a:bodyPr>
          <a:lstStyle/>
          <a:p>
            <a:pPr algn="ctr"/>
            <a:r>
              <a:rPr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rPr>
              <a:t>選択</a:t>
            </a:r>
            <a:endPar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pic>
        <p:nvPicPr>
          <p:cNvPr id="15" name="図 14">
            <a:extLst>
              <a:ext uri="{FF2B5EF4-FFF2-40B4-BE49-F238E27FC236}">
                <a16:creationId xmlns:a16="http://schemas.microsoft.com/office/drawing/2014/main" id="{7E57DD39-2854-3F36-377F-14310FA694EF}"/>
              </a:ext>
            </a:extLst>
          </p:cNvPr>
          <p:cNvPicPr>
            <a:picLocks noChangeAspect="1"/>
          </p:cNvPicPr>
          <p:nvPr/>
        </p:nvPicPr>
        <p:blipFill>
          <a:blip r:embed="rId2">
            <a:duotone>
              <a:prstClr val="black"/>
              <a:schemeClr val="tx2">
                <a:tint val="45000"/>
                <a:satMod val="400000"/>
              </a:schemeClr>
            </a:duotone>
            <a:extLst>
              <a:ext uri="{28A0092B-C50C-407E-A947-70E740481C1C}">
                <a14:useLocalDpi xmlns:a14="http://schemas.microsoft.com/office/drawing/2010/main" val="0"/>
              </a:ext>
            </a:extLst>
          </a:blip>
          <a:srcRect l="11598" t="10136" r="50749" b="43712"/>
          <a:stretch>
            <a:fillRect/>
          </a:stretch>
        </p:blipFill>
        <p:spPr>
          <a:xfrm>
            <a:off x="1698258" y="2781438"/>
            <a:ext cx="1387753" cy="1275741"/>
          </a:xfrm>
          <a:prstGeom prst="rect">
            <a:avLst/>
          </a:prstGeom>
        </p:spPr>
      </p:pic>
      <p:pic>
        <p:nvPicPr>
          <p:cNvPr id="17" name="図 16">
            <a:extLst>
              <a:ext uri="{FF2B5EF4-FFF2-40B4-BE49-F238E27FC236}">
                <a16:creationId xmlns:a16="http://schemas.microsoft.com/office/drawing/2014/main" id="{9D5429BA-2B52-6F6F-C124-D2EF467D5A97}"/>
              </a:ext>
            </a:extLst>
          </p:cNvPr>
          <p:cNvPicPr>
            <a:picLocks noChangeAspect="1"/>
          </p:cNvPicPr>
          <p:nvPr/>
        </p:nvPicPr>
        <p:blipFill>
          <a:blip r:embed="rId3">
            <a:grayscl/>
            <a:extLst>
              <a:ext uri="{28A0092B-C50C-407E-A947-70E740481C1C}">
                <a14:useLocalDpi xmlns:a14="http://schemas.microsoft.com/office/drawing/2010/main" val="0"/>
              </a:ext>
            </a:extLst>
          </a:blip>
          <a:stretch>
            <a:fillRect/>
          </a:stretch>
        </p:blipFill>
        <p:spPr>
          <a:xfrm>
            <a:off x="9230609" y="2875524"/>
            <a:ext cx="1106951" cy="1106951"/>
          </a:xfrm>
          <a:prstGeom prst="rect">
            <a:avLst/>
          </a:prstGeom>
        </p:spPr>
      </p:pic>
      <p:pic>
        <p:nvPicPr>
          <p:cNvPr id="20" name="図 19">
            <a:extLst>
              <a:ext uri="{FF2B5EF4-FFF2-40B4-BE49-F238E27FC236}">
                <a16:creationId xmlns:a16="http://schemas.microsoft.com/office/drawing/2014/main" id="{E6E0BF93-0355-AF6E-74A9-A6AB894B28C2}"/>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379296" y="2671108"/>
            <a:ext cx="1433406" cy="1396462"/>
          </a:xfrm>
          <a:prstGeom prst="rect">
            <a:avLst/>
          </a:prstGeom>
        </p:spPr>
      </p:pic>
    </p:spTree>
    <p:extLst>
      <p:ext uri="{BB962C8B-B14F-4D97-AF65-F5344CB8AC3E}">
        <p14:creationId xmlns:p14="http://schemas.microsoft.com/office/powerpoint/2010/main" val="3095881830"/>
      </p:ext>
    </p:extLst>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C93D59-6BC5-68FC-4718-921B9042B7BA}"/>
            </a:ext>
          </a:extLst>
        </p:cNvPr>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03848D86-63BB-CE21-C4C3-9DAD2BB03142}"/>
              </a:ext>
            </a:extLst>
          </p:cNvPr>
          <p:cNvSpPr txBox="1"/>
          <p:nvPr/>
        </p:nvSpPr>
        <p:spPr>
          <a:xfrm>
            <a:off x="5490712" y="694133"/>
            <a:ext cx="1210588" cy="707886"/>
          </a:xfrm>
          <a:prstGeom prst="rect">
            <a:avLst/>
          </a:prstGeom>
          <a:noFill/>
        </p:spPr>
        <p:txBody>
          <a:bodyPr wrap="none" rtlCol="0">
            <a:spAutoFit/>
          </a:bodyPr>
          <a:lstStyle/>
          <a:p>
            <a:pPr algn="ctr"/>
            <a:r>
              <a:rPr lang="ja-JP" altLang="en-US" sz="4000" b="1" dirty="0">
                <a:solidFill>
                  <a:schemeClr val="bg1">
                    <a:lumMod val="95000"/>
                  </a:schemeClr>
                </a:solidFill>
                <a:latin typeface="BIZ UDP明朝 Medium" panose="02020500000000000000" pitchFamily="18" charset="-128"/>
                <a:ea typeface="BIZ UDP明朝 Medium" panose="02020500000000000000" pitchFamily="18" charset="-128"/>
              </a:rPr>
              <a:t>撤退</a:t>
            </a:r>
            <a:endParaRPr kumimoji="1" lang="ja-JP" altLang="en-US" sz="40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Tree>
    <p:extLst>
      <p:ext uri="{BB962C8B-B14F-4D97-AF65-F5344CB8AC3E}">
        <p14:creationId xmlns:p14="http://schemas.microsoft.com/office/powerpoint/2010/main" val="847831536"/>
      </p:ext>
    </p:extLst>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p:bg>
      <p:bgPr>
        <a:solidFill>
          <a:schemeClr val="tx1">
            <a:lumMod val="95000"/>
            <a:lumOff val="5000"/>
          </a:schemeClr>
        </a:solidFill>
        <a:effectLst/>
      </p:bgPr>
    </p:bg>
    <p:spTree>
      <p:nvGrpSpPr>
        <p:cNvPr id="1" name="">
          <a:extLst>
            <a:ext uri="{FF2B5EF4-FFF2-40B4-BE49-F238E27FC236}">
              <a16:creationId xmlns:a16="http://schemas.microsoft.com/office/drawing/2014/main" id="{F744C5E1-9930-4E47-7100-A4F00AA8B197}"/>
            </a:ext>
          </a:extLst>
        </p:cNvPr>
        <p:cNvGrpSpPr/>
        <p:nvPr/>
      </p:nvGrpSpPr>
      <p:grpSpPr>
        <a:xfrm>
          <a:off x="0" y="0"/>
          <a:ext cx="0" cy="0"/>
          <a:chOff x="0" y="0"/>
          <a:chExt cx="0" cy="0"/>
        </a:xfrm>
      </p:grpSpPr>
      <p:grpSp>
        <p:nvGrpSpPr>
          <p:cNvPr id="153" name="グループ化 152">
            <a:extLst>
              <a:ext uri="{FF2B5EF4-FFF2-40B4-BE49-F238E27FC236}">
                <a16:creationId xmlns:a16="http://schemas.microsoft.com/office/drawing/2014/main" id="{327916FE-FC1B-16BA-ACF1-6014CC23D0D6}"/>
              </a:ext>
            </a:extLst>
          </p:cNvPr>
          <p:cNvGrpSpPr/>
          <p:nvPr/>
        </p:nvGrpSpPr>
        <p:grpSpPr>
          <a:xfrm>
            <a:off x="9569319" y="1071664"/>
            <a:ext cx="1755710" cy="810206"/>
            <a:chOff x="9569319" y="887965"/>
            <a:chExt cx="1755710" cy="810206"/>
          </a:xfrm>
        </p:grpSpPr>
        <p:sp>
          <p:nvSpPr>
            <p:cNvPr id="6" name="四角形: 角を丸くする 5">
              <a:extLst>
                <a:ext uri="{FF2B5EF4-FFF2-40B4-BE49-F238E27FC236}">
                  <a16:creationId xmlns:a16="http://schemas.microsoft.com/office/drawing/2014/main" id="{D5FDAD3E-3C41-F51E-3D7F-9141352C4D9B}"/>
                </a:ext>
              </a:extLst>
            </p:cNvPr>
            <p:cNvSpPr/>
            <p:nvPr/>
          </p:nvSpPr>
          <p:spPr>
            <a:xfrm>
              <a:off x="9569319" y="887965"/>
              <a:ext cx="1755710" cy="810206"/>
            </a:xfrm>
            <a:prstGeom prst="roundRect">
              <a:avLst>
                <a:gd name="adj" fmla="val 6428"/>
              </a:avLst>
            </a:prstGeom>
            <a:solidFill>
              <a:schemeClr val="accent6">
                <a:alpha val="8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2" name="テキスト ボックス 11">
              <a:extLst>
                <a:ext uri="{FF2B5EF4-FFF2-40B4-BE49-F238E27FC236}">
                  <a16:creationId xmlns:a16="http://schemas.microsoft.com/office/drawing/2014/main" id="{B1F9F815-8342-87D5-2C52-697112C69CE5}"/>
                </a:ext>
              </a:extLst>
            </p:cNvPr>
            <p:cNvSpPr txBox="1"/>
            <p:nvPr/>
          </p:nvSpPr>
          <p:spPr>
            <a:xfrm>
              <a:off x="10713075" y="1293068"/>
              <a:ext cx="595035" cy="338554"/>
            </a:xfrm>
            <a:prstGeom prst="rect">
              <a:avLst/>
            </a:prstGeom>
            <a:noFill/>
          </p:spPr>
          <p:txBody>
            <a:bodyPr wrap="none" rtlCol="0">
              <a:spAutoFit/>
            </a:bodyPr>
            <a:lstStyle/>
            <a:p>
              <a:pPr algn="r"/>
              <a:r>
                <a:rPr lang="ja-JP" altLang="en-US"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バフ</a:t>
              </a:r>
              <a:endParaRPr kumimoji="1" lang="en-US" altLang="ja-JP"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pic>
        <p:nvPicPr>
          <p:cNvPr id="44" name="図 43">
            <a:extLst>
              <a:ext uri="{FF2B5EF4-FFF2-40B4-BE49-F238E27FC236}">
                <a16:creationId xmlns:a16="http://schemas.microsoft.com/office/drawing/2014/main" id="{8ADB817F-08C7-AA68-A9CC-71ECE0FE053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271707" y="235933"/>
            <a:ext cx="610371" cy="610371"/>
          </a:xfrm>
          <a:prstGeom prst="rect">
            <a:avLst/>
          </a:prstGeom>
        </p:spPr>
      </p:pic>
      <p:grpSp>
        <p:nvGrpSpPr>
          <p:cNvPr id="181" name="グループ化 180">
            <a:extLst>
              <a:ext uri="{FF2B5EF4-FFF2-40B4-BE49-F238E27FC236}">
                <a16:creationId xmlns:a16="http://schemas.microsoft.com/office/drawing/2014/main" id="{F062B074-40FB-DFC8-7EA0-B76F37B8C446}"/>
              </a:ext>
            </a:extLst>
          </p:cNvPr>
          <p:cNvGrpSpPr/>
          <p:nvPr/>
        </p:nvGrpSpPr>
        <p:grpSpPr>
          <a:xfrm>
            <a:off x="9569319" y="5011901"/>
            <a:ext cx="1755710" cy="810206"/>
            <a:chOff x="9569319" y="5159829"/>
            <a:chExt cx="1755710" cy="810206"/>
          </a:xfrm>
          <a:solidFill>
            <a:schemeClr val="bg1">
              <a:lumMod val="85000"/>
              <a:alpha val="70000"/>
            </a:schemeClr>
          </a:solidFill>
        </p:grpSpPr>
        <p:sp>
          <p:nvSpPr>
            <p:cNvPr id="182" name="四角形: 角を丸くする 181">
              <a:extLst>
                <a:ext uri="{FF2B5EF4-FFF2-40B4-BE49-F238E27FC236}">
                  <a16:creationId xmlns:a16="http://schemas.microsoft.com/office/drawing/2014/main" id="{D9668B1C-1FEA-0500-36C8-648951027F63}"/>
                </a:ext>
              </a:extLst>
            </p:cNvPr>
            <p:cNvSpPr/>
            <p:nvPr/>
          </p:nvSpPr>
          <p:spPr>
            <a:xfrm>
              <a:off x="9569319" y="5159829"/>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HGS明朝E" panose="02020900000000000000" pitchFamily="18" charset="-128"/>
                <a:ea typeface="HGS明朝E" panose="02020900000000000000" pitchFamily="18" charset="-128"/>
              </a:endParaRPr>
            </a:p>
          </p:txBody>
        </p:sp>
        <p:sp>
          <p:nvSpPr>
            <p:cNvPr id="183" name="テキスト ボックス 182">
              <a:extLst>
                <a:ext uri="{FF2B5EF4-FFF2-40B4-BE49-F238E27FC236}">
                  <a16:creationId xmlns:a16="http://schemas.microsoft.com/office/drawing/2014/main" id="{AE97E393-CD12-EBA9-146D-840DACA9D93F}"/>
                </a:ext>
              </a:extLst>
            </p:cNvPr>
            <p:cNvSpPr txBox="1"/>
            <p:nvPr/>
          </p:nvSpPr>
          <p:spPr>
            <a:xfrm>
              <a:off x="9738450" y="5564932"/>
              <a:ext cx="1569660" cy="369332"/>
            </a:xfrm>
            <a:prstGeom prst="rect">
              <a:avLst/>
            </a:prstGeom>
            <a:noFill/>
            <a:ln>
              <a:noFill/>
            </a:ln>
          </p:spPr>
          <p:txBody>
            <a:bodyPr wrap="none" rtlCol="0">
              <a:spAutoFit/>
            </a:bodyPr>
            <a:lstStyle/>
            <a:p>
              <a:pPr algn="r"/>
              <a:r>
                <a:rPr kumimoji="1" lang="ja-JP" altLang="en-US"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rPr>
                <a:t>ルート画面へ</a:t>
              </a:r>
              <a:endParaRPr kumimoji="1" lang="en-US" altLang="ja-JP"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sp>
        <p:nvSpPr>
          <p:cNvPr id="188" name="四角形: 角を丸くする 187">
            <a:extLst>
              <a:ext uri="{FF2B5EF4-FFF2-40B4-BE49-F238E27FC236}">
                <a16:creationId xmlns:a16="http://schemas.microsoft.com/office/drawing/2014/main" id="{3055234C-7145-1424-C33A-A1D47AD6A7BB}"/>
              </a:ext>
            </a:extLst>
          </p:cNvPr>
          <p:cNvSpPr/>
          <p:nvPr/>
        </p:nvSpPr>
        <p:spPr>
          <a:xfrm>
            <a:off x="726233" y="695130"/>
            <a:ext cx="8501744" cy="5467739"/>
          </a:xfrm>
          <a:prstGeom prst="roundRect">
            <a:avLst>
              <a:gd name="adj" fmla="val 6428"/>
            </a:avLst>
          </a:prstGeom>
          <a:solidFill>
            <a:schemeClr val="bg1">
              <a:lumMod val="65000"/>
              <a:alpha val="6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91" name="テキスト ボックス 190">
            <a:extLst>
              <a:ext uri="{FF2B5EF4-FFF2-40B4-BE49-F238E27FC236}">
                <a16:creationId xmlns:a16="http://schemas.microsoft.com/office/drawing/2014/main" id="{F6D251EA-EE7B-6C11-9184-3144A8FA4879}"/>
              </a:ext>
            </a:extLst>
          </p:cNvPr>
          <p:cNvSpPr txBox="1"/>
          <p:nvPr/>
        </p:nvSpPr>
        <p:spPr>
          <a:xfrm>
            <a:off x="954531" y="873794"/>
            <a:ext cx="1107996" cy="646331"/>
          </a:xfrm>
          <a:prstGeom prst="rect">
            <a:avLst/>
          </a:prstGeom>
          <a:noFill/>
        </p:spPr>
        <p:txBody>
          <a:bodyPr wrap="none" rtlCol="0">
            <a:spAutoFit/>
          </a:bodyPr>
          <a:lstStyle/>
          <a:p>
            <a:r>
              <a:rPr kumimoji="1" lang="ja-JP" altLang="en-US" sz="3600" dirty="0">
                <a:solidFill>
                  <a:schemeClr val="bg1">
                    <a:lumMod val="95000"/>
                  </a:schemeClr>
                </a:solidFill>
                <a:latin typeface="HGS明朝E" panose="02020900000000000000" pitchFamily="18" charset="-128"/>
                <a:ea typeface="HGS明朝E" panose="02020900000000000000" pitchFamily="18" charset="-128"/>
              </a:rPr>
              <a:t>バフ</a:t>
            </a:r>
          </a:p>
        </p:txBody>
      </p:sp>
      <p:grpSp>
        <p:nvGrpSpPr>
          <p:cNvPr id="7" name="グループ化 6">
            <a:extLst>
              <a:ext uri="{FF2B5EF4-FFF2-40B4-BE49-F238E27FC236}">
                <a16:creationId xmlns:a16="http://schemas.microsoft.com/office/drawing/2014/main" id="{C0FE1AC0-5335-4758-CF0C-42D0FDA9C214}"/>
              </a:ext>
            </a:extLst>
          </p:cNvPr>
          <p:cNvGrpSpPr/>
          <p:nvPr/>
        </p:nvGrpSpPr>
        <p:grpSpPr>
          <a:xfrm>
            <a:off x="2417859" y="1556921"/>
            <a:ext cx="5118491" cy="3713993"/>
            <a:chOff x="1510189" y="1621647"/>
            <a:chExt cx="5118491" cy="3713993"/>
          </a:xfrm>
        </p:grpSpPr>
        <p:grpSp>
          <p:nvGrpSpPr>
            <p:cNvPr id="189" name="グループ化 188">
              <a:extLst>
                <a:ext uri="{FF2B5EF4-FFF2-40B4-BE49-F238E27FC236}">
                  <a16:creationId xmlns:a16="http://schemas.microsoft.com/office/drawing/2014/main" id="{D919E197-C003-0E75-ABFC-90B22FBF7B50}"/>
                </a:ext>
              </a:extLst>
            </p:cNvPr>
            <p:cNvGrpSpPr/>
            <p:nvPr/>
          </p:nvGrpSpPr>
          <p:grpSpPr>
            <a:xfrm>
              <a:off x="5139046" y="1621647"/>
              <a:ext cx="1485182" cy="1716321"/>
              <a:chOff x="4788263" y="1594808"/>
              <a:chExt cx="1485182" cy="1716321"/>
            </a:xfrm>
          </p:grpSpPr>
          <p:grpSp>
            <p:nvGrpSpPr>
              <p:cNvPr id="219" name="グループ化 218">
                <a:extLst>
                  <a:ext uri="{FF2B5EF4-FFF2-40B4-BE49-F238E27FC236}">
                    <a16:creationId xmlns:a16="http://schemas.microsoft.com/office/drawing/2014/main" id="{5A37A735-356B-B1ED-779C-D707F442FBCE}"/>
                  </a:ext>
                </a:extLst>
              </p:cNvPr>
              <p:cNvGrpSpPr/>
              <p:nvPr/>
            </p:nvGrpSpPr>
            <p:grpSpPr>
              <a:xfrm>
                <a:off x="4788263" y="1594808"/>
                <a:ext cx="1485182" cy="1716321"/>
                <a:chOff x="1276828" y="4105786"/>
                <a:chExt cx="1144222" cy="1716321"/>
              </a:xfrm>
            </p:grpSpPr>
            <p:sp>
              <p:nvSpPr>
                <p:cNvPr id="221" name="四角形: 角を丸くする 220">
                  <a:extLst>
                    <a:ext uri="{FF2B5EF4-FFF2-40B4-BE49-F238E27FC236}">
                      <a16:creationId xmlns:a16="http://schemas.microsoft.com/office/drawing/2014/main" id="{CE612A58-BF05-92FB-1810-FC466D9E1700}"/>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22" name="テキスト ボックス 221">
                  <a:extLst>
                    <a:ext uri="{FF2B5EF4-FFF2-40B4-BE49-F238E27FC236}">
                      <a16:creationId xmlns:a16="http://schemas.microsoft.com/office/drawing/2014/main" id="{FC0BCBE0-2E7B-A638-7E3B-9499E898D44E}"/>
                    </a:ext>
                  </a:extLst>
                </p:cNvPr>
                <p:cNvSpPr txBox="1"/>
                <p:nvPr/>
              </p:nvSpPr>
              <p:spPr>
                <a:xfrm>
                  <a:off x="1315928" y="4148054"/>
                  <a:ext cx="1066022" cy="369332"/>
                </a:xfrm>
                <a:prstGeom prst="rect">
                  <a:avLst/>
                </a:prstGeom>
                <a:noFill/>
              </p:spPr>
              <p:txBody>
                <a:bodyPr wrap="square">
                  <a:spAutoFit/>
                </a:bodyPr>
                <a:lstStyle/>
                <a:p>
                  <a:pPr algn="ctr"/>
                  <a:r>
                    <a:rPr lang="en-US" altLang="ja-JP" dirty="0">
                      <a:gradFill flip="none" rotWithShape="1">
                        <a:gsLst>
                          <a:gs pos="100000">
                            <a:srgbClr val="CC66FF"/>
                          </a:gs>
                          <a:gs pos="75000">
                            <a:srgbClr val="00B0F0"/>
                          </a:gs>
                          <a:gs pos="50000">
                            <a:srgbClr val="92D050"/>
                          </a:gs>
                          <a:gs pos="25000">
                            <a:srgbClr val="FFC000"/>
                          </a:gs>
                          <a:gs pos="1000">
                            <a:srgbClr val="FF0000"/>
                          </a:gs>
                        </a:gsLst>
                        <a:lin ang="2700000" scaled="1"/>
                        <a:tileRect/>
                      </a:gradFill>
                      <a:latin typeface="HGS明朝E" panose="02020900000000000000" pitchFamily="18" charset="-128"/>
                      <a:ea typeface="HGS明朝E" panose="02020900000000000000" pitchFamily="18" charset="-128"/>
                    </a:rPr>
                    <a:t>SSR</a:t>
                  </a:r>
                  <a:endParaRPr kumimoji="1" lang="ja-JP" altLang="en-US" dirty="0">
                    <a:gradFill flip="none" rotWithShape="1">
                      <a:gsLst>
                        <a:gs pos="100000">
                          <a:srgbClr val="CC66FF"/>
                        </a:gs>
                        <a:gs pos="75000">
                          <a:srgbClr val="00B0F0"/>
                        </a:gs>
                        <a:gs pos="50000">
                          <a:srgbClr val="92D050"/>
                        </a:gs>
                        <a:gs pos="25000">
                          <a:srgbClr val="FFC000"/>
                        </a:gs>
                        <a:gs pos="1000">
                          <a:srgbClr val="FF0000"/>
                        </a:gs>
                      </a:gsLst>
                      <a:lin ang="2700000" scaled="1"/>
                      <a:tileRect/>
                    </a:gradFill>
                    <a:latin typeface="HGS明朝E" panose="02020900000000000000" pitchFamily="18" charset="-128"/>
                    <a:ea typeface="HGS明朝E" panose="02020900000000000000" pitchFamily="18" charset="-128"/>
                  </a:endParaRPr>
                </a:p>
              </p:txBody>
            </p:sp>
          </p:grpSp>
          <p:pic>
            <p:nvPicPr>
              <p:cNvPr id="220" name="図 219">
                <a:extLst>
                  <a:ext uri="{FF2B5EF4-FFF2-40B4-BE49-F238E27FC236}">
                    <a16:creationId xmlns:a16="http://schemas.microsoft.com/office/drawing/2014/main" id="{8F80D3D3-FB9D-364A-5915-8E851AF8FD31}"/>
                  </a:ext>
                </a:extLst>
              </p:cNvPr>
              <p:cNvPicPr>
                <a:picLocks noChangeAspect="1"/>
              </p:cNvPicPr>
              <p:nvPr/>
            </p:nvPicPr>
            <p:blipFill>
              <a:blip r:embed="rId4">
                <a:extLst>
                  <a:ext uri="{28A0092B-C50C-407E-A947-70E740481C1C}">
                    <a14:useLocalDpi xmlns:a14="http://schemas.microsoft.com/office/drawing/2010/main" val="0"/>
                  </a:ext>
                </a:extLst>
              </a:blip>
              <a:srcRect l="5956" r="70153"/>
              <a:stretch>
                <a:fillRect/>
              </a:stretch>
            </p:blipFill>
            <p:spPr>
              <a:xfrm>
                <a:off x="5150333" y="2005293"/>
                <a:ext cx="814582" cy="702580"/>
              </a:xfrm>
              <a:prstGeom prst="rect">
                <a:avLst/>
              </a:prstGeom>
            </p:spPr>
          </p:pic>
        </p:grpSp>
        <p:grpSp>
          <p:nvGrpSpPr>
            <p:cNvPr id="190" name="グループ化 189">
              <a:extLst>
                <a:ext uri="{FF2B5EF4-FFF2-40B4-BE49-F238E27FC236}">
                  <a16:creationId xmlns:a16="http://schemas.microsoft.com/office/drawing/2014/main" id="{56C987F7-B63E-9060-D35F-78A614C8AF8A}"/>
                </a:ext>
              </a:extLst>
            </p:cNvPr>
            <p:cNvGrpSpPr/>
            <p:nvPr/>
          </p:nvGrpSpPr>
          <p:grpSpPr>
            <a:xfrm>
              <a:off x="3327247" y="1621647"/>
              <a:ext cx="1485182" cy="1716321"/>
              <a:chOff x="3032545" y="1594808"/>
              <a:chExt cx="1485182" cy="1716321"/>
            </a:xfrm>
          </p:grpSpPr>
          <p:grpSp>
            <p:nvGrpSpPr>
              <p:cNvPr id="215" name="グループ化 214">
                <a:extLst>
                  <a:ext uri="{FF2B5EF4-FFF2-40B4-BE49-F238E27FC236}">
                    <a16:creationId xmlns:a16="http://schemas.microsoft.com/office/drawing/2014/main" id="{DED5E159-A169-5C37-40D8-C89F64EE05EE}"/>
                  </a:ext>
                </a:extLst>
              </p:cNvPr>
              <p:cNvGrpSpPr/>
              <p:nvPr/>
            </p:nvGrpSpPr>
            <p:grpSpPr>
              <a:xfrm>
                <a:off x="3032545" y="1594808"/>
                <a:ext cx="1485182" cy="1716321"/>
                <a:chOff x="1276828" y="4105786"/>
                <a:chExt cx="1144222" cy="1716321"/>
              </a:xfrm>
            </p:grpSpPr>
            <p:sp>
              <p:nvSpPr>
                <p:cNvPr id="217" name="四角形: 角を丸くする 216">
                  <a:extLst>
                    <a:ext uri="{FF2B5EF4-FFF2-40B4-BE49-F238E27FC236}">
                      <a16:creationId xmlns:a16="http://schemas.microsoft.com/office/drawing/2014/main" id="{8DA34BFD-DD4B-2F55-AABA-05A360B1B02A}"/>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18" name="テキスト ボックス 217">
                  <a:extLst>
                    <a:ext uri="{FF2B5EF4-FFF2-40B4-BE49-F238E27FC236}">
                      <a16:creationId xmlns:a16="http://schemas.microsoft.com/office/drawing/2014/main" id="{EAE214C6-EB2B-E9A5-F27F-058DEE9380A3}"/>
                    </a:ext>
                  </a:extLst>
                </p:cNvPr>
                <p:cNvSpPr txBox="1"/>
                <p:nvPr/>
              </p:nvSpPr>
              <p:spPr>
                <a:xfrm>
                  <a:off x="1315928" y="4148054"/>
                  <a:ext cx="1066022" cy="369332"/>
                </a:xfrm>
                <a:prstGeom prst="rect">
                  <a:avLst/>
                </a:prstGeom>
                <a:noFill/>
              </p:spPr>
              <p:txBody>
                <a:bodyPr wrap="square">
                  <a:spAutoFit/>
                </a:bodyPr>
                <a:lstStyle/>
                <a:p>
                  <a:pPr algn="ctr"/>
                  <a:r>
                    <a:rPr lang="en-US" altLang="ja-JP" dirty="0">
                      <a:gradFill flip="none" rotWithShape="1">
                        <a:gsLst>
                          <a:gs pos="0">
                            <a:srgbClr val="CC66FF"/>
                          </a:gs>
                          <a:gs pos="50000">
                            <a:srgbClr val="CC00FF"/>
                          </a:gs>
                          <a:gs pos="100000">
                            <a:srgbClr val="CC66FF"/>
                          </a:gs>
                        </a:gsLst>
                        <a:lin ang="2700000" scaled="1"/>
                        <a:tileRect/>
                      </a:gradFill>
                      <a:latin typeface="HGS明朝E" panose="02020900000000000000" pitchFamily="18" charset="-128"/>
                      <a:ea typeface="HGS明朝E" panose="02020900000000000000" pitchFamily="18" charset="-128"/>
                    </a:rPr>
                    <a:t>SR</a:t>
                  </a:r>
                  <a:endParaRPr kumimoji="1" lang="ja-JP" altLang="en-US" dirty="0">
                    <a:gradFill flip="none" rotWithShape="1">
                      <a:gsLst>
                        <a:gs pos="0">
                          <a:srgbClr val="CC66FF"/>
                        </a:gs>
                        <a:gs pos="50000">
                          <a:srgbClr val="CC00FF"/>
                        </a:gs>
                        <a:gs pos="100000">
                          <a:srgbClr val="CC66FF"/>
                        </a:gs>
                      </a:gsLst>
                      <a:lin ang="2700000" scaled="1"/>
                      <a:tileRect/>
                    </a:gradFill>
                    <a:latin typeface="HGS明朝E" panose="02020900000000000000" pitchFamily="18" charset="-128"/>
                    <a:ea typeface="HGS明朝E" panose="02020900000000000000" pitchFamily="18" charset="-128"/>
                  </a:endParaRPr>
                </a:p>
              </p:txBody>
            </p:sp>
          </p:grpSp>
          <p:pic>
            <p:nvPicPr>
              <p:cNvPr id="216" name="図 215">
                <a:extLst>
                  <a:ext uri="{FF2B5EF4-FFF2-40B4-BE49-F238E27FC236}">
                    <a16:creationId xmlns:a16="http://schemas.microsoft.com/office/drawing/2014/main" id="{04187CC8-774A-886D-CD37-2D84074ECADC}"/>
                  </a:ext>
                </a:extLst>
              </p:cNvPr>
              <p:cNvPicPr>
                <a:picLocks noChangeAspect="1"/>
              </p:cNvPicPr>
              <p:nvPr/>
            </p:nvPicPr>
            <p:blipFill>
              <a:blip r:embed="rId4">
                <a:extLst>
                  <a:ext uri="{28A0092B-C50C-407E-A947-70E740481C1C}">
                    <a14:useLocalDpi xmlns:a14="http://schemas.microsoft.com/office/drawing/2010/main" val="0"/>
                  </a:ext>
                </a:extLst>
              </a:blip>
              <a:srcRect l="27993" t="-2434" r="49502" b="2434"/>
              <a:stretch>
                <a:fillRect/>
              </a:stretch>
            </p:blipFill>
            <p:spPr>
              <a:xfrm>
                <a:off x="3356573" y="1977007"/>
                <a:ext cx="767346" cy="702580"/>
              </a:xfrm>
              <a:prstGeom prst="rect">
                <a:avLst/>
              </a:prstGeom>
            </p:spPr>
          </p:pic>
        </p:grpSp>
        <p:sp>
          <p:nvSpPr>
            <p:cNvPr id="5" name="フリーフォーム: 図形 4">
              <a:extLst>
                <a:ext uri="{FF2B5EF4-FFF2-40B4-BE49-F238E27FC236}">
                  <a16:creationId xmlns:a16="http://schemas.microsoft.com/office/drawing/2014/main" id="{BA513B29-966E-C477-B9E3-74CB46A6BF5C}"/>
                </a:ext>
              </a:extLst>
            </p:cNvPr>
            <p:cNvSpPr/>
            <p:nvPr/>
          </p:nvSpPr>
          <p:spPr>
            <a:xfrm>
              <a:off x="1510189" y="1621647"/>
              <a:ext cx="5114039" cy="1716321"/>
            </a:xfrm>
            <a:custGeom>
              <a:avLst/>
              <a:gdLst>
                <a:gd name="csX0" fmla="*/ 247535 w 5114039"/>
                <a:gd name="csY0" fmla="*/ 0 h 1716321"/>
                <a:gd name="csX1" fmla="*/ 1237647 w 5114039"/>
                <a:gd name="csY1" fmla="*/ 0 h 1716321"/>
                <a:gd name="csX2" fmla="*/ 1485182 w 5114039"/>
                <a:gd name="csY2" fmla="*/ 247535 h 1716321"/>
                <a:gd name="csX3" fmla="*/ 1485182 w 5114039"/>
                <a:gd name="csY3" fmla="*/ 1162874 h 1716321"/>
                <a:gd name="csX4" fmla="*/ 5114039 w 5114039"/>
                <a:gd name="csY4" fmla="*/ 1162874 h 1716321"/>
                <a:gd name="csX5" fmla="*/ 5114039 w 5114039"/>
                <a:gd name="csY5" fmla="*/ 1711914 h 1716321"/>
                <a:gd name="csX6" fmla="*/ 1281364 w 5114039"/>
                <a:gd name="csY6" fmla="*/ 1711914 h 1716321"/>
                <a:gd name="csX7" fmla="*/ 1237647 w 5114039"/>
                <a:gd name="csY7" fmla="*/ 1716321 h 1716321"/>
                <a:gd name="csX8" fmla="*/ 247535 w 5114039"/>
                <a:gd name="csY8" fmla="*/ 1716321 h 1716321"/>
                <a:gd name="csX9" fmla="*/ 203819 w 5114039"/>
                <a:gd name="csY9" fmla="*/ 1711914 h 1716321"/>
                <a:gd name="csX10" fmla="*/ 91508 w 5114039"/>
                <a:gd name="csY10" fmla="*/ 1711914 h 1716321"/>
                <a:gd name="csX11" fmla="*/ 0 w 5114039"/>
                <a:gd name="csY11" fmla="*/ 1620406 h 1716321"/>
                <a:gd name="csX12" fmla="*/ 0 w 5114039"/>
                <a:gd name="csY12" fmla="*/ 1468786 h 1716321"/>
                <a:gd name="csX13" fmla="*/ 0 w 5114039"/>
                <a:gd name="csY13" fmla="*/ 1254382 h 1716321"/>
                <a:gd name="csX14" fmla="*/ 0 w 5114039"/>
                <a:gd name="csY14" fmla="*/ 247535 h 1716321"/>
                <a:gd name="csX15" fmla="*/ 247535 w 5114039"/>
                <a:gd name="csY15" fmla="*/ 0 h 171632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5114039" h="1716321">
                  <a:moveTo>
                    <a:pt x="247535" y="0"/>
                  </a:moveTo>
                  <a:lnTo>
                    <a:pt x="1237647" y="0"/>
                  </a:lnTo>
                  <a:cubicBezTo>
                    <a:pt x="1374357" y="0"/>
                    <a:pt x="1485182" y="110825"/>
                    <a:pt x="1485182" y="247535"/>
                  </a:cubicBezTo>
                  <a:lnTo>
                    <a:pt x="1485182" y="1162874"/>
                  </a:lnTo>
                  <a:lnTo>
                    <a:pt x="5114039" y="1162874"/>
                  </a:lnTo>
                  <a:lnTo>
                    <a:pt x="5114039" y="1711914"/>
                  </a:lnTo>
                  <a:lnTo>
                    <a:pt x="1281364" y="1711914"/>
                  </a:lnTo>
                  <a:lnTo>
                    <a:pt x="1237647" y="1716321"/>
                  </a:lnTo>
                  <a:lnTo>
                    <a:pt x="247535" y="1716321"/>
                  </a:lnTo>
                  <a:lnTo>
                    <a:pt x="203819" y="1711914"/>
                  </a:lnTo>
                  <a:lnTo>
                    <a:pt x="91508" y="1711914"/>
                  </a:lnTo>
                  <a:cubicBezTo>
                    <a:pt x="40970" y="1711914"/>
                    <a:pt x="0" y="1670944"/>
                    <a:pt x="0" y="1620406"/>
                  </a:cubicBezTo>
                  <a:lnTo>
                    <a:pt x="0" y="1468786"/>
                  </a:lnTo>
                  <a:lnTo>
                    <a:pt x="0" y="1254382"/>
                  </a:lnTo>
                  <a:lnTo>
                    <a:pt x="0" y="247535"/>
                  </a:lnTo>
                  <a:cubicBezTo>
                    <a:pt x="0" y="110825"/>
                    <a:pt x="110825" y="0"/>
                    <a:pt x="247535" y="0"/>
                  </a:cubicBezTo>
                  <a:close/>
                </a:path>
              </a:pathLst>
            </a:custGeom>
            <a:solidFill>
              <a:schemeClr val="bg1">
                <a:lumMod val="75000"/>
                <a:alpha val="9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dirty="0">
                <a:solidFill>
                  <a:schemeClr val="accent2">
                    <a:lumMod val="20000"/>
                    <a:lumOff val="80000"/>
                  </a:schemeClr>
                </a:solidFill>
                <a:latin typeface="HGS明朝E" panose="02020900000000000000" pitchFamily="18" charset="-128"/>
                <a:ea typeface="HGS明朝E" panose="02020900000000000000" pitchFamily="18" charset="-128"/>
              </a:endParaRPr>
            </a:p>
          </p:txBody>
        </p:sp>
        <p:sp>
          <p:nvSpPr>
            <p:cNvPr id="196" name="テキスト ボックス 195">
              <a:extLst>
                <a:ext uri="{FF2B5EF4-FFF2-40B4-BE49-F238E27FC236}">
                  <a16:creationId xmlns:a16="http://schemas.microsoft.com/office/drawing/2014/main" id="{BEDAB362-FEBA-314E-145D-3DD13FFDADA1}"/>
                </a:ext>
              </a:extLst>
            </p:cNvPr>
            <p:cNvSpPr txBox="1"/>
            <p:nvPr/>
          </p:nvSpPr>
          <p:spPr>
            <a:xfrm>
              <a:off x="1560939" y="1663915"/>
              <a:ext cx="1383680" cy="369332"/>
            </a:xfrm>
            <a:prstGeom prst="rect">
              <a:avLst/>
            </a:prstGeom>
            <a:noFill/>
          </p:spPr>
          <p:txBody>
            <a:bodyPr wrap="square">
              <a:spAutoFit/>
            </a:bodyPr>
            <a:lstStyle/>
            <a:p>
              <a:pPr algn="ctr"/>
              <a:r>
                <a:rPr lang="en-US" altLang="ja-JP" dirty="0">
                  <a:solidFill>
                    <a:schemeClr val="accent2">
                      <a:lumMod val="20000"/>
                      <a:lumOff val="80000"/>
                    </a:schemeClr>
                  </a:solidFill>
                  <a:latin typeface="HGS明朝E" panose="02020900000000000000" pitchFamily="18" charset="-128"/>
                  <a:ea typeface="HGS明朝E" panose="02020900000000000000" pitchFamily="18" charset="-128"/>
                </a:rPr>
                <a:t>R</a:t>
              </a:r>
              <a:endParaRPr kumimoji="1" lang="ja-JP" altLang="en-US" dirty="0">
                <a:solidFill>
                  <a:schemeClr val="accent2">
                    <a:lumMod val="20000"/>
                    <a:lumOff val="80000"/>
                  </a:schemeClr>
                </a:solidFill>
                <a:latin typeface="HGS明朝E" panose="02020900000000000000" pitchFamily="18" charset="-128"/>
                <a:ea typeface="HGS明朝E" panose="02020900000000000000" pitchFamily="18" charset="-128"/>
              </a:endParaRPr>
            </a:p>
          </p:txBody>
        </p:sp>
        <p:pic>
          <p:nvPicPr>
            <p:cNvPr id="197" name="図 196">
              <a:extLst>
                <a:ext uri="{FF2B5EF4-FFF2-40B4-BE49-F238E27FC236}">
                  <a16:creationId xmlns:a16="http://schemas.microsoft.com/office/drawing/2014/main" id="{31CC179C-BAD8-F68B-EAB1-587626C11E20}"/>
                </a:ext>
              </a:extLst>
            </p:cNvPr>
            <p:cNvPicPr>
              <a:picLocks noChangeAspect="1"/>
            </p:cNvPicPr>
            <p:nvPr/>
          </p:nvPicPr>
          <p:blipFill>
            <a:blip r:embed="rId4">
              <a:extLst>
                <a:ext uri="{28A0092B-C50C-407E-A947-70E740481C1C}">
                  <a14:useLocalDpi xmlns:a14="http://schemas.microsoft.com/office/drawing/2010/main" val="0"/>
                </a:ext>
              </a:extLst>
            </a:blip>
            <a:srcRect l="5956" r="70153"/>
            <a:stretch>
              <a:fillRect/>
            </a:stretch>
          </p:blipFill>
          <p:spPr>
            <a:xfrm>
              <a:off x="1834216" y="2021738"/>
              <a:ext cx="814582" cy="702580"/>
            </a:xfrm>
            <a:prstGeom prst="rect">
              <a:avLst/>
            </a:prstGeom>
          </p:spPr>
        </p:pic>
        <p:sp>
          <p:nvSpPr>
            <p:cNvPr id="198" name="テキスト ボックス 197">
              <a:extLst>
                <a:ext uri="{FF2B5EF4-FFF2-40B4-BE49-F238E27FC236}">
                  <a16:creationId xmlns:a16="http://schemas.microsoft.com/office/drawing/2014/main" id="{877AD6D5-FE7C-217E-B02B-BF97A50BDD76}"/>
                </a:ext>
              </a:extLst>
            </p:cNvPr>
            <p:cNvSpPr txBox="1"/>
            <p:nvPr/>
          </p:nvSpPr>
          <p:spPr>
            <a:xfrm>
              <a:off x="1579602" y="2883567"/>
              <a:ext cx="5044626" cy="338554"/>
            </a:xfrm>
            <a:prstGeom prst="rect">
              <a:avLst/>
            </a:prstGeom>
            <a:noFill/>
          </p:spPr>
          <p:txBody>
            <a:bodyPr wrap="square" rtlCol="0">
              <a:spAutoFit/>
            </a:bodyPr>
            <a:lstStyle/>
            <a:p>
              <a:r>
                <a:rPr lang="ja-JP" altLang="en-US" sz="1600" dirty="0">
                  <a:solidFill>
                    <a:schemeClr val="tx1">
                      <a:lumMod val="95000"/>
                      <a:lumOff val="5000"/>
                    </a:schemeClr>
                  </a:solidFill>
                  <a:latin typeface="HGS明朝E" panose="02020900000000000000" pitchFamily="18" charset="-128"/>
                  <a:ea typeface="HGS明朝E" panose="02020900000000000000" pitchFamily="18" charset="-128"/>
                </a:rPr>
                <a:t>前衛の</a:t>
              </a:r>
              <a:r>
                <a:rPr lang="en-US" altLang="ja-JP" sz="1600" dirty="0">
                  <a:solidFill>
                    <a:schemeClr val="tx1">
                      <a:lumMod val="95000"/>
                      <a:lumOff val="5000"/>
                    </a:schemeClr>
                  </a:solidFill>
                  <a:latin typeface="HGS明朝E" panose="02020900000000000000" pitchFamily="18" charset="-128"/>
                  <a:ea typeface="HGS明朝E" panose="02020900000000000000" pitchFamily="18" charset="-128"/>
                </a:rPr>
                <a:t>ATK</a:t>
              </a:r>
              <a:r>
                <a:rPr lang="ja-JP" altLang="en-US" sz="1600" dirty="0">
                  <a:solidFill>
                    <a:schemeClr val="tx1">
                      <a:lumMod val="95000"/>
                      <a:lumOff val="5000"/>
                    </a:schemeClr>
                  </a:solidFill>
                  <a:latin typeface="HGS明朝E" panose="02020900000000000000" pitchFamily="18" charset="-128"/>
                  <a:ea typeface="HGS明朝E" panose="02020900000000000000" pitchFamily="18" charset="-128"/>
                </a:rPr>
                <a:t>を</a:t>
              </a:r>
              <a:r>
                <a:rPr lang="en-US" altLang="ja-JP" sz="1600" dirty="0">
                  <a:solidFill>
                    <a:schemeClr val="tx1">
                      <a:lumMod val="95000"/>
                      <a:lumOff val="5000"/>
                    </a:schemeClr>
                  </a:solidFill>
                  <a:latin typeface="HGS明朝E" panose="02020900000000000000" pitchFamily="18" charset="-128"/>
                  <a:ea typeface="HGS明朝E" panose="02020900000000000000" pitchFamily="18" charset="-128"/>
                </a:rPr>
                <a:t>10</a:t>
              </a:r>
              <a:r>
                <a:rPr lang="ja-JP" altLang="en-US" sz="1600" dirty="0">
                  <a:solidFill>
                    <a:schemeClr val="tx1">
                      <a:lumMod val="95000"/>
                      <a:lumOff val="5000"/>
                    </a:schemeClr>
                  </a:solidFill>
                  <a:latin typeface="HGS明朝E" panose="02020900000000000000" pitchFamily="18" charset="-128"/>
                  <a:ea typeface="HGS明朝E" panose="02020900000000000000" pitchFamily="18" charset="-128"/>
                </a:rPr>
                <a:t>％上昇</a:t>
              </a:r>
              <a:endParaRPr lang="en-US" altLang="ja-JP" sz="1600" dirty="0">
                <a:solidFill>
                  <a:schemeClr val="accent5"/>
                </a:solidFill>
                <a:latin typeface="HGS明朝E" panose="02020900000000000000" pitchFamily="18" charset="-128"/>
                <a:ea typeface="HGS明朝E" panose="02020900000000000000" pitchFamily="18" charset="-128"/>
              </a:endParaRPr>
            </a:p>
          </p:txBody>
        </p:sp>
        <p:grpSp>
          <p:nvGrpSpPr>
            <p:cNvPr id="199" name="グループ化 198">
              <a:extLst>
                <a:ext uri="{FF2B5EF4-FFF2-40B4-BE49-F238E27FC236}">
                  <a16:creationId xmlns:a16="http://schemas.microsoft.com/office/drawing/2014/main" id="{3F8C7D90-F38B-297F-E4D3-B165F38ED32F}"/>
                </a:ext>
              </a:extLst>
            </p:cNvPr>
            <p:cNvGrpSpPr/>
            <p:nvPr/>
          </p:nvGrpSpPr>
          <p:grpSpPr>
            <a:xfrm>
              <a:off x="3328158" y="3619319"/>
              <a:ext cx="1485182" cy="1716321"/>
              <a:chOff x="1276828" y="4105786"/>
              <a:chExt cx="1144222" cy="1716321"/>
            </a:xfrm>
          </p:grpSpPr>
          <p:sp>
            <p:nvSpPr>
              <p:cNvPr id="209" name="四角形: 角を丸くする 208">
                <a:extLst>
                  <a:ext uri="{FF2B5EF4-FFF2-40B4-BE49-F238E27FC236}">
                    <a16:creationId xmlns:a16="http://schemas.microsoft.com/office/drawing/2014/main" id="{F1D581FE-9D8F-18B9-134C-B3DAFFA890CB}"/>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10" name="テキスト ボックス 209">
                <a:extLst>
                  <a:ext uri="{FF2B5EF4-FFF2-40B4-BE49-F238E27FC236}">
                    <a16:creationId xmlns:a16="http://schemas.microsoft.com/office/drawing/2014/main" id="{48C24105-DC54-0870-D4D3-09D14832F6E9}"/>
                  </a:ext>
                </a:extLst>
              </p:cNvPr>
              <p:cNvSpPr txBox="1"/>
              <p:nvPr/>
            </p:nvSpPr>
            <p:spPr>
              <a:xfrm>
                <a:off x="1315928" y="4148054"/>
                <a:ext cx="1066022" cy="369332"/>
              </a:xfrm>
              <a:prstGeom prst="rect">
                <a:avLst/>
              </a:prstGeom>
              <a:noFill/>
            </p:spPr>
            <p:txBody>
              <a:bodyPr wrap="square">
                <a:spAutoFit/>
              </a:bodyPr>
              <a:lstStyle/>
              <a:p>
                <a:pPr algn="ctr"/>
                <a:r>
                  <a:rPr lang="ja-JP" altLang="en-US" dirty="0">
                    <a:solidFill>
                      <a:schemeClr val="bg1">
                        <a:lumMod val="95000"/>
                      </a:schemeClr>
                    </a:solidFill>
                    <a:latin typeface="HGS明朝E" panose="02020900000000000000" pitchFamily="18" charset="-128"/>
                    <a:ea typeface="HGS明朝E" panose="02020900000000000000" pitchFamily="18" charset="-128"/>
                  </a:rPr>
                  <a:t>空</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grpSp>
        <p:grpSp>
          <p:nvGrpSpPr>
            <p:cNvPr id="200" name="グループ化 199">
              <a:extLst>
                <a:ext uri="{FF2B5EF4-FFF2-40B4-BE49-F238E27FC236}">
                  <a16:creationId xmlns:a16="http://schemas.microsoft.com/office/drawing/2014/main" id="{CB7D65EB-AE5D-56D4-C88C-83E91B6FE0C9}"/>
                </a:ext>
              </a:extLst>
            </p:cNvPr>
            <p:cNvGrpSpPr/>
            <p:nvPr/>
          </p:nvGrpSpPr>
          <p:grpSpPr>
            <a:xfrm>
              <a:off x="5143498" y="3619319"/>
              <a:ext cx="1485182" cy="1716321"/>
              <a:chOff x="1276828" y="4105786"/>
              <a:chExt cx="1144222" cy="1716321"/>
            </a:xfrm>
          </p:grpSpPr>
          <p:sp>
            <p:nvSpPr>
              <p:cNvPr id="207" name="四角形: 角を丸くする 206">
                <a:extLst>
                  <a:ext uri="{FF2B5EF4-FFF2-40B4-BE49-F238E27FC236}">
                    <a16:creationId xmlns:a16="http://schemas.microsoft.com/office/drawing/2014/main" id="{A9F92400-C340-AA98-84B9-3D6EE9348BE4}"/>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08" name="テキスト ボックス 207">
                <a:extLst>
                  <a:ext uri="{FF2B5EF4-FFF2-40B4-BE49-F238E27FC236}">
                    <a16:creationId xmlns:a16="http://schemas.microsoft.com/office/drawing/2014/main" id="{7B417843-09D7-1A5A-8645-E14C4CB9F926}"/>
                  </a:ext>
                </a:extLst>
              </p:cNvPr>
              <p:cNvSpPr txBox="1"/>
              <p:nvPr/>
            </p:nvSpPr>
            <p:spPr>
              <a:xfrm>
                <a:off x="1315928" y="4148054"/>
                <a:ext cx="1066022" cy="369332"/>
              </a:xfrm>
              <a:prstGeom prst="rect">
                <a:avLst/>
              </a:prstGeom>
              <a:noFill/>
            </p:spPr>
            <p:txBody>
              <a:bodyPr wrap="square">
                <a:spAutoFit/>
              </a:bodyPr>
              <a:lstStyle/>
              <a:p>
                <a:pPr algn="ctr"/>
                <a:r>
                  <a:rPr lang="ja-JP" altLang="en-US" dirty="0">
                    <a:solidFill>
                      <a:schemeClr val="bg1">
                        <a:lumMod val="95000"/>
                      </a:schemeClr>
                    </a:solidFill>
                    <a:latin typeface="HGS明朝E" panose="02020900000000000000" pitchFamily="18" charset="-128"/>
                    <a:ea typeface="HGS明朝E" panose="02020900000000000000" pitchFamily="18" charset="-128"/>
                  </a:rPr>
                  <a:t>空</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grpSp>
        <p:grpSp>
          <p:nvGrpSpPr>
            <p:cNvPr id="202" name="グループ化 201">
              <a:extLst>
                <a:ext uri="{FF2B5EF4-FFF2-40B4-BE49-F238E27FC236}">
                  <a16:creationId xmlns:a16="http://schemas.microsoft.com/office/drawing/2014/main" id="{2691382E-E071-CBBC-2580-7AF1B15F633F}"/>
                </a:ext>
              </a:extLst>
            </p:cNvPr>
            <p:cNvGrpSpPr/>
            <p:nvPr/>
          </p:nvGrpSpPr>
          <p:grpSpPr>
            <a:xfrm>
              <a:off x="1512818" y="3619319"/>
              <a:ext cx="1485182" cy="1716321"/>
              <a:chOff x="1276828" y="4105786"/>
              <a:chExt cx="1144222" cy="1716321"/>
            </a:xfrm>
          </p:grpSpPr>
          <p:sp>
            <p:nvSpPr>
              <p:cNvPr id="203" name="四角形: 角を丸くする 202">
                <a:extLst>
                  <a:ext uri="{FF2B5EF4-FFF2-40B4-BE49-F238E27FC236}">
                    <a16:creationId xmlns:a16="http://schemas.microsoft.com/office/drawing/2014/main" id="{D1AECC9D-6D8C-C055-DEDE-9DE0EE577B45}"/>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04" name="テキスト ボックス 203">
                <a:extLst>
                  <a:ext uri="{FF2B5EF4-FFF2-40B4-BE49-F238E27FC236}">
                    <a16:creationId xmlns:a16="http://schemas.microsoft.com/office/drawing/2014/main" id="{32ABB284-C4B6-7FE1-B7B8-D2FDBEFCCC4B}"/>
                  </a:ext>
                </a:extLst>
              </p:cNvPr>
              <p:cNvSpPr txBox="1"/>
              <p:nvPr/>
            </p:nvSpPr>
            <p:spPr>
              <a:xfrm>
                <a:off x="1315928" y="4148054"/>
                <a:ext cx="1066022" cy="369332"/>
              </a:xfrm>
              <a:prstGeom prst="rect">
                <a:avLst/>
              </a:prstGeom>
              <a:noFill/>
            </p:spPr>
            <p:txBody>
              <a:bodyPr wrap="square">
                <a:spAutoFit/>
              </a:bodyPr>
              <a:lstStyle/>
              <a:p>
                <a:pPr algn="ctr"/>
                <a:r>
                  <a:rPr lang="ja-JP" altLang="en-US" dirty="0">
                    <a:solidFill>
                      <a:schemeClr val="bg1">
                        <a:lumMod val="95000"/>
                      </a:schemeClr>
                    </a:solidFill>
                    <a:latin typeface="HGS明朝E" panose="02020900000000000000" pitchFamily="18" charset="-128"/>
                    <a:ea typeface="HGS明朝E" panose="02020900000000000000" pitchFamily="18" charset="-128"/>
                  </a:rPr>
                  <a:t>空</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grpSp>
      </p:grpSp>
      <p:sp>
        <p:nvSpPr>
          <p:cNvPr id="3" name="二等辺三角形 2">
            <a:extLst>
              <a:ext uri="{FF2B5EF4-FFF2-40B4-BE49-F238E27FC236}">
                <a16:creationId xmlns:a16="http://schemas.microsoft.com/office/drawing/2014/main" id="{1AA05A47-6BF9-0614-286E-C4AE1FEF5E6E}"/>
              </a:ext>
            </a:extLst>
          </p:cNvPr>
          <p:cNvSpPr/>
          <p:nvPr/>
        </p:nvSpPr>
        <p:spPr>
          <a:xfrm rot="5400000">
            <a:off x="7759044" y="3125862"/>
            <a:ext cx="1237334" cy="606275"/>
          </a:xfrm>
          <a:prstGeom prst="triangle">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8" name="二等辺三角形 7">
            <a:extLst>
              <a:ext uri="{FF2B5EF4-FFF2-40B4-BE49-F238E27FC236}">
                <a16:creationId xmlns:a16="http://schemas.microsoft.com/office/drawing/2014/main" id="{8DBF03C0-4548-CA92-C1E3-FCE5509BF4EA}"/>
              </a:ext>
            </a:extLst>
          </p:cNvPr>
          <p:cNvSpPr/>
          <p:nvPr/>
        </p:nvSpPr>
        <p:spPr>
          <a:xfrm rot="16200000" flipH="1">
            <a:off x="853692" y="3125862"/>
            <a:ext cx="1237334" cy="606275"/>
          </a:xfrm>
          <a:prstGeom prst="triangle">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nvGrpSpPr>
          <p:cNvPr id="9" name="グループ化 8">
            <a:extLst>
              <a:ext uri="{FF2B5EF4-FFF2-40B4-BE49-F238E27FC236}">
                <a16:creationId xmlns:a16="http://schemas.microsoft.com/office/drawing/2014/main" id="{FC18B92B-1B49-F57E-41D7-C012DE6C63F7}"/>
              </a:ext>
            </a:extLst>
          </p:cNvPr>
          <p:cNvGrpSpPr/>
          <p:nvPr/>
        </p:nvGrpSpPr>
        <p:grpSpPr>
          <a:xfrm>
            <a:off x="9569319" y="2385076"/>
            <a:ext cx="1755710" cy="810206"/>
            <a:chOff x="9569319" y="887965"/>
            <a:chExt cx="1755710" cy="810206"/>
          </a:xfrm>
        </p:grpSpPr>
        <p:sp>
          <p:nvSpPr>
            <p:cNvPr id="10" name="四角形: 角を丸くする 9">
              <a:extLst>
                <a:ext uri="{FF2B5EF4-FFF2-40B4-BE49-F238E27FC236}">
                  <a16:creationId xmlns:a16="http://schemas.microsoft.com/office/drawing/2014/main" id="{88225BC9-1B93-0203-997C-FD61F97EED1F}"/>
                </a:ext>
              </a:extLst>
            </p:cNvPr>
            <p:cNvSpPr/>
            <p:nvPr/>
          </p:nvSpPr>
          <p:spPr>
            <a:xfrm>
              <a:off x="9569319" y="887965"/>
              <a:ext cx="1755710" cy="810206"/>
            </a:xfrm>
            <a:prstGeom prst="roundRect">
              <a:avLst>
                <a:gd name="adj" fmla="val 6428"/>
              </a:avLst>
            </a:prstGeom>
            <a:solidFill>
              <a:schemeClr val="accent6">
                <a:alpha val="80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1" name="テキスト ボックス 10">
              <a:extLst>
                <a:ext uri="{FF2B5EF4-FFF2-40B4-BE49-F238E27FC236}">
                  <a16:creationId xmlns:a16="http://schemas.microsoft.com/office/drawing/2014/main" id="{F97BF908-16D0-501B-1797-FF22586F67BA}"/>
                </a:ext>
              </a:extLst>
            </p:cNvPr>
            <p:cNvSpPr txBox="1"/>
            <p:nvPr/>
          </p:nvSpPr>
          <p:spPr>
            <a:xfrm>
              <a:off x="10713075" y="1293068"/>
              <a:ext cx="595035" cy="338554"/>
            </a:xfrm>
            <a:prstGeom prst="rect">
              <a:avLst/>
            </a:prstGeom>
            <a:noFill/>
          </p:spPr>
          <p:txBody>
            <a:bodyPr wrap="none" rtlCol="0">
              <a:spAutoFit/>
            </a:bodyPr>
            <a:lstStyle/>
            <a:p>
              <a:pPr algn="r"/>
              <a:r>
                <a:rPr lang="ja-JP" altLang="en-US"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回復</a:t>
              </a:r>
              <a:endParaRPr kumimoji="1" lang="en-US" altLang="ja-JP"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13" name="グループ化 12">
            <a:extLst>
              <a:ext uri="{FF2B5EF4-FFF2-40B4-BE49-F238E27FC236}">
                <a16:creationId xmlns:a16="http://schemas.microsoft.com/office/drawing/2014/main" id="{9BE3FBE0-26EB-4C57-92F2-96249A95DF32}"/>
              </a:ext>
            </a:extLst>
          </p:cNvPr>
          <p:cNvGrpSpPr/>
          <p:nvPr/>
        </p:nvGrpSpPr>
        <p:grpSpPr>
          <a:xfrm>
            <a:off x="9569319" y="3698488"/>
            <a:ext cx="1755710" cy="810206"/>
            <a:chOff x="9569319" y="887965"/>
            <a:chExt cx="1755710" cy="810206"/>
          </a:xfrm>
        </p:grpSpPr>
        <p:sp>
          <p:nvSpPr>
            <p:cNvPr id="14" name="四角形: 角を丸くする 13">
              <a:extLst>
                <a:ext uri="{FF2B5EF4-FFF2-40B4-BE49-F238E27FC236}">
                  <a16:creationId xmlns:a16="http://schemas.microsoft.com/office/drawing/2014/main" id="{7BAA62CD-ABB6-9D31-425B-84BB8FBAF2F9}"/>
                </a:ext>
              </a:extLst>
            </p:cNvPr>
            <p:cNvSpPr/>
            <p:nvPr/>
          </p:nvSpPr>
          <p:spPr>
            <a:xfrm>
              <a:off x="9569319" y="887965"/>
              <a:ext cx="1755710" cy="810206"/>
            </a:xfrm>
            <a:prstGeom prst="roundRect">
              <a:avLst>
                <a:gd name="adj" fmla="val 6428"/>
              </a:avLst>
            </a:prstGeom>
            <a:solidFill>
              <a:schemeClr val="accent6">
                <a:alpha val="80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5" name="テキスト ボックス 14">
              <a:extLst>
                <a:ext uri="{FF2B5EF4-FFF2-40B4-BE49-F238E27FC236}">
                  <a16:creationId xmlns:a16="http://schemas.microsoft.com/office/drawing/2014/main" id="{6CCF1A9F-2D30-DA0B-218B-DF9BB10F7EF9}"/>
                </a:ext>
              </a:extLst>
            </p:cNvPr>
            <p:cNvSpPr txBox="1"/>
            <p:nvPr/>
          </p:nvSpPr>
          <p:spPr>
            <a:xfrm>
              <a:off x="10507890" y="1293068"/>
              <a:ext cx="800220" cy="338554"/>
            </a:xfrm>
            <a:prstGeom prst="rect">
              <a:avLst/>
            </a:prstGeom>
            <a:noFill/>
          </p:spPr>
          <p:txBody>
            <a:bodyPr wrap="none" rtlCol="0">
              <a:spAutoFit/>
            </a:bodyPr>
            <a:lstStyle/>
            <a:p>
              <a:pPr algn="r"/>
              <a:r>
                <a:rPr lang="ja-JP" altLang="en-US"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キャラ</a:t>
              </a:r>
              <a:endParaRPr kumimoji="1" lang="en-US" altLang="ja-JP"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pic>
        <p:nvPicPr>
          <p:cNvPr id="16" name="図 15" descr="アイコン&#10;&#10;AI 生成コンテンツは誤りを含む可能性があります。">
            <a:extLst>
              <a:ext uri="{FF2B5EF4-FFF2-40B4-BE49-F238E27FC236}">
                <a16:creationId xmlns:a16="http://schemas.microsoft.com/office/drawing/2014/main" id="{EE23E36F-DA91-BE93-28DC-D0040B14F2BE}"/>
              </a:ext>
            </a:extLst>
          </p:cNvPr>
          <p:cNvPicPr>
            <a:picLocks noChangeAspect="1"/>
          </p:cNvPicPr>
          <p:nvPr/>
        </p:nvPicPr>
        <p:blipFill>
          <a:blip r:embed="rId5">
            <a:lum bright="70000" contrast="-70000"/>
            <a:extLst>
              <a:ext uri="{28A0092B-C50C-407E-A947-70E740481C1C}">
                <a14:useLocalDpi xmlns:a14="http://schemas.microsoft.com/office/drawing/2010/main" val="0"/>
              </a:ext>
            </a:extLst>
          </a:blip>
          <a:stretch>
            <a:fillRect/>
          </a:stretch>
        </p:blipFill>
        <p:spPr>
          <a:xfrm>
            <a:off x="9711869" y="3705941"/>
            <a:ext cx="810206" cy="810206"/>
          </a:xfrm>
          <a:prstGeom prst="rect">
            <a:avLst/>
          </a:prstGeom>
        </p:spPr>
      </p:pic>
      <p:pic>
        <p:nvPicPr>
          <p:cNvPr id="17" name="図 16">
            <a:extLst>
              <a:ext uri="{FF2B5EF4-FFF2-40B4-BE49-F238E27FC236}">
                <a16:creationId xmlns:a16="http://schemas.microsoft.com/office/drawing/2014/main" id="{E3F83926-6A13-FC17-D195-DFFF2F3FA2E2}"/>
              </a:ext>
            </a:extLst>
          </p:cNvPr>
          <p:cNvPicPr>
            <a:picLocks noChangeAspect="1"/>
          </p:cNvPicPr>
          <p:nvPr/>
        </p:nvPicPr>
        <p:blipFill>
          <a:blip r:embed="rId6">
            <a:lum bright="70000" contrast="-70000"/>
            <a:extLst>
              <a:ext uri="{28A0092B-C50C-407E-A947-70E740481C1C}">
                <a14:useLocalDpi xmlns:a14="http://schemas.microsoft.com/office/drawing/2010/main" val="0"/>
              </a:ext>
            </a:extLst>
          </a:blip>
          <a:srcRect l="52651" t="22678" r="27395" b="50636"/>
          <a:stretch>
            <a:fillRect/>
          </a:stretch>
        </p:blipFill>
        <p:spPr>
          <a:xfrm>
            <a:off x="9855544" y="2567145"/>
            <a:ext cx="524800" cy="486373"/>
          </a:xfrm>
          <a:prstGeom prst="rect">
            <a:avLst/>
          </a:prstGeom>
        </p:spPr>
      </p:pic>
      <p:sp>
        <p:nvSpPr>
          <p:cNvPr id="18" name="矢印: 下 17">
            <a:extLst>
              <a:ext uri="{FF2B5EF4-FFF2-40B4-BE49-F238E27FC236}">
                <a16:creationId xmlns:a16="http://schemas.microsoft.com/office/drawing/2014/main" id="{45AA9F8E-BB9C-1B90-D27A-AA3A7B5508B7}"/>
              </a:ext>
            </a:extLst>
          </p:cNvPr>
          <p:cNvSpPr/>
          <p:nvPr/>
        </p:nvSpPr>
        <p:spPr>
          <a:xfrm flipV="1">
            <a:off x="9925088" y="1244453"/>
            <a:ext cx="355292" cy="464628"/>
          </a:xfrm>
          <a:prstGeom prst="downArrow">
            <a:avLst/>
          </a:prstGeom>
          <a:solidFill>
            <a:schemeClr val="bg1">
              <a:lumMod val="95000"/>
            </a:schemeClr>
          </a:solidFill>
          <a:ln w="9525">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312374973"/>
      </p:ext>
    </p:extLst>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19B526-0435-4863-A5DC-7B930752A8E2}"/>
            </a:ext>
          </a:extLst>
        </p:cNvPr>
        <p:cNvGrpSpPr/>
        <p:nvPr/>
      </p:nvGrpSpPr>
      <p:grpSpPr>
        <a:xfrm>
          <a:off x="0" y="0"/>
          <a:ext cx="0" cy="0"/>
          <a:chOff x="0" y="0"/>
          <a:chExt cx="0" cy="0"/>
        </a:xfrm>
      </p:grpSpPr>
      <p:grpSp>
        <p:nvGrpSpPr>
          <p:cNvPr id="153" name="グループ化 152">
            <a:extLst>
              <a:ext uri="{FF2B5EF4-FFF2-40B4-BE49-F238E27FC236}">
                <a16:creationId xmlns:a16="http://schemas.microsoft.com/office/drawing/2014/main" id="{A707DFEC-B361-B48C-D3E2-665CA19606E1}"/>
              </a:ext>
            </a:extLst>
          </p:cNvPr>
          <p:cNvGrpSpPr/>
          <p:nvPr/>
        </p:nvGrpSpPr>
        <p:grpSpPr>
          <a:xfrm>
            <a:off x="9569319" y="1071664"/>
            <a:ext cx="1755710" cy="810206"/>
            <a:chOff x="9569319" y="887965"/>
            <a:chExt cx="1755710" cy="810206"/>
          </a:xfrm>
        </p:grpSpPr>
        <p:sp>
          <p:nvSpPr>
            <p:cNvPr id="6" name="四角形: 角を丸くする 5">
              <a:extLst>
                <a:ext uri="{FF2B5EF4-FFF2-40B4-BE49-F238E27FC236}">
                  <a16:creationId xmlns:a16="http://schemas.microsoft.com/office/drawing/2014/main" id="{DADD5FEB-9796-11DF-289C-7C496E71A21A}"/>
                </a:ext>
              </a:extLst>
            </p:cNvPr>
            <p:cNvSpPr/>
            <p:nvPr/>
          </p:nvSpPr>
          <p:spPr>
            <a:xfrm>
              <a:off x="9569319" y="887965"/>
              <a:ext cx="1755710" cy="810206"/>
            </a:xfrm>
            <a:prstGeom prst="roundRect">
              <a:avLst>
                <a:gd name="adj" fmla="val 6428"/>
              </a:avLst>
            </a:prstGeom>
            <a:solidFill>
              <a:schemeClr val="accent6">
                <a:alpha val="80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2" name="テキスト ボックス 11">
              <a:extLst>
                <a:ext uri="{FF2B5EF4-FFF2-40B4-BE49-F238E27FC236}">
                  <a16:creationId xmlns:a16="http://schemas.microsoft.com/office/drawing/2014/main" id="{D4374241-426A-587E-FC32-97B8C13FE655}"/>
                </a:ext>
              </a:extLst>
            </p:cNvPr>
            <p:cNvSpPr txBox="1"/>
            <p:nvPr/>
          </p:nvSpPr>
          <p:spPr>
            <a:xfrm>
              <a:off x="10713075" y="1293068"/>
              <a:ext cx="595035" cy="338554"/>
            </a:xfrm>
            <a:prstGeom prst="rect">
              <a:avLst/>
            </a:prstGeom>
            <a:noFill/>
          </p:spPr>
          <p:txBody>
            <a:bodyPr wrap="none" rtlCol="0">
              <a:spAutoFit/>
            </a:bodyPr>
            <a:lstStyle/>
            <a:p>
              <a:pPr algn="r"/>
              <a:r>
                <a:rPr lang="ja-JP" altLang="en-US"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バフ</a:t>
              </a:r>
              <a:endParaRPr kumimoji="1" lang="en-US" altLang="ja-JP"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pic>
        <p:nvPicPr>
          <p:cNvPr id="44" name="図 43">
            <a:extLst>
              <a:ext uri="{FF2B5EF4-FFF2-40B4-BE49-F238E27FC236}">
                <a16:creationId xmlns:a16="http://schemas.microsoft.com/office/drawing/2014/main" id="{3EA0606A-6203-3276-44DF-21DD0D8596E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271707" y="235933"/>
            <a:ext cx="610371" cy="610371"/>
          </a:xfrm>
          <a:prstGeom prst="rect">
            <a:avLst/>
          </a:prstGeom>
        </p:spPr>
      </p:pic>
      <p:grpSp>
        <p:nvGrpSpPr>
          <p:cNvPr id="181" name="グループ化 180">
            <a:extLst>
              <a:ext uri="{FF2B5EF4-FFF2-40B4-BE49-F238E27FC236}">
                <a16:creationId xmlns:a16="http://schemas.microsoft.com/office/drawing/2014/main" id="{772EDA93-452D-021A-5F35-467B2CA77FC5}"/>
              </a:ext>
            </a:extLst>
          </p:cNvPr>
          <p:cNvGrpSpPr/>
          <p:nvPr/>
        </p:nvGrpSpPr>
        <p:grpSpPr>
          <a:xfrm>
            <a:off x="9569319" y="5011901"/>
            <a:ext cx="1755710" cy="810206"/>
            <a:chOff x="9569319" y="5159829"/>
            <a:chExt cx="1755710" cy="810206"/>
          </a:xfrm>
          <a:solidFill>
            <a:schemeClr val="bg1">
              <a:lumMod val="85000"/>
              <a:alpha val="70000"/>
            </a:schemeClr>
          </a:solidFill>
        </p:grpSpPr>
        <p:sp>
          <p:nvSpPr>
            <p:cNvPr id="182" name="四角形: 角を丸くする 181">
              <a:extLst>
                <a:ext uri="{FF2B5EF4-FFF2-40B4-BE49-F238E27FC236}">
                  <a16:creationId xmlns:a16="http://schemas.microsoft.com/office/drawing/2014/main" id="{06EEA478-CA68-2EB7-8F4A-54B420F7B083}"/>
                </a:ext>
              </a:extLst>
            </p:cNvPr>
            <p:cNvSpPr/>
            <p:nvPr/>
          </p:nvSpPr>
          <p:spPr>
            <a:xfrm>
              <a:off x="9569319" y="5159829"/>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HGS明朝E" panose="02020900000000000000" pitchFamily="18" charset="-128"/>
                <a:ea typeface="HGS明朝E" panose="02020900000000000000" pitchFamily="18" charset="-128"/>
              </a:endParaRPr>
            </a:p>
          </p:txBody>
        </p:sp>
        <p:sp>
          <p:nvSpPr>
            <p:cNvPr id="183" name="テキスト ボックス 182">
              <a:extLst>
                <a:ext uri="{FF2B5EF4-FFF2-40B4-BE49-F238E27FC236}">
                  <a16:creationId xmlns:a16="http://schemas.microsoft.com/office/drawing/2014/main" id="{6F2B593C-0E04-93F6-A4FD-E533F4904010}"/>
                </a:ext>
              </a:extLst>
            </p:cNvPr>
            <p:cNvSpPr txBox="1"/>
            <p:nvPr/>
          </p:nvSpPr>
          <p:spPr>
            <a:xfrm>
              <a:off x="9738450" y="5564932"/>
              <a:ext cx="1569660" cy="369332"/>
            </a:xfrm>
            <a:prstGeom prst="rect">
              <a:avLst/>
            </a:prstGeom>
            <a:noFill/>
            <a:ln>
              <a:noFill/>
            </a:ln>
          </p:spPr>
          <p:txBody>
            <a:bodyPr wrap="none" rtlCol="0">
              <a:spAutoFit/>
            </a:bodyPr>
            <a:lstStyle/>
            <a:p>
              <a:pPr algn="r"/>
              <a:r>
                <a:rPr kumimoji="1" lang="ja-JP" altLang="en-US"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rPr>
                <a:t>ルート画面へ</a:t>
              </a:r>
              <a:endParaRPr kumimoji="1" lang="en-US" altLang="ja-JP"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sp>
        <p:nvSpPr>
          <p:cNvPr id="188" name="四角形: 角を丸くする 187">
            <a:extLst>
              <a:ext uri="{FF2B5EF4-FFF2-40B4-BE49-F238E27FC236}">
                <a16:creationId xmlns:a16="http://schemas.microsoft.com/office/drawing/2014/main" id="{D6B88165-1442-D8BD-C209-9D57264AF96E}"/>
              </a:ext>
            </a:extLst>
          </p:cNvPr>
          <p:cNvSpPr/>
          <p:nvPr/>
        </p:nvSpPr>
        <p:spPr>
          <a:xfrm>
            <a:off x="726233" y="695130"/>
            <a:ext cx="8501744" cy="5467739"/>
          </a:xfrm>
          <a:prstGeom prst="roundRect">
            <a:avLst>
              <a:gd name="adj" fmla="val 6428"/>
            </a:avLst>
          </a:prstGeom>
          <a:solidFill>
            <a:schemeClr val="bg1">
              <a:lumMod val="65000"/>
              <a:alpha val="6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91" name="テキスト ボックス 190">
            <a:extLst>
              <a:ext uri="{FF2B5EF4-FFF2-40B4-BE49-F238E27FC236}">
                <a16:creationId xmlns:a16="http://schemas.microsoft.com/office/drawing/2014/main" id="{E7750EA8-39CF-3BF3-0234-F661DF737F53}"/>
              </a:ext>
            </a:extLst>
          </p:cNvPr>
          <p:cNvSpPr txBox="1"/>
          <p:nvPr/>
        </p:nvSpPr>
        <p:spPr>
          <a:xfrm>
            <a:off x="954531" y="873794"/>
            <a:ext cx="1569660" cy="646331"/>
          </a:xfrm>
          <a:prstGeom prst="rect">
            <a:avLst/>
          </a:prstGeom>
          <a:noFill/>
        </p:spPr>
        <p:txBody>
          <a:bodyPr wrap="none" rtlCol="0">
            <a:spAutoFit/>
          </a:bodyPr>
          <a:lstStyle/>
          <a:p>
            <a:r>
              <a:rPr kumimoji="1" lang="ja-JP" altLang="en-US" sz="3600" dirty="0">
                <a:solidFill>
                  <a:schemeClr val="bg1">
                    <a:lumMod val="95000"/>
                  </a:schemeClr>
                </a:solidFill>
                <a:latin typeface="HGS明朝E" panose="02020900000000000000" pitchFamily="18" charset="-128"/>
                <a:ea typeface="HGS明朝E" panose="02020900000000000000" pitchFamily="18" charset="-128"/>
              </a:rPr>
              <a:t>キャラ</a:t>
            </a:r>
          </a:p>
        </p:txBody>
      </p:sp>
      <p:grpSp>
        <p:nvGrpSpPr>
          <p:cNvPr id="9" name="グループ化 8">
            <a:extLst>
              <a:ext uri="{FF2B5EF4-FFF2-40B4-BE49-F238E27FC236}">
                <a16:creationId xmlns:a16="http://schemas.microsoft.com/office/drawing/2014/main" id="{F0AE91F4-8D38-170F-2364-80AB0902E25A}"/>
              </a:ext>
            </a:extLst>
          </p:cNvPr>
          <p:cNvGrpSpPr/>
          <p:nvPr/>
        </p:nvGrpSpPr>
        <p:grpSpPr>
          <a:xfrm>
            <a:off x="9569319" y="2385076"/>
            <a:ext cx="1755710" cy="810206"/>
            <a:chOff x="9569319" y="887965"/>
            <a:chExt cx="1755710" cy="810206"/>
          </a:xfrm>
        </p:grpSpPr>
        <p:sp>
          <p:nvSpPr>
            <p:cNvPr id="10" name="四角形: 角を丸くする 9">
              <a:extLst>
                <a:ext uri="{FF2B5EF4-FFF2-40B4-BE49-F238E27FC236}">
                  <a16:creationId xmlns:a16="http://schemas.microsoft.com/office/drawing/2014/main" id="{D846923E-76BF-FAE8-3329-81AE26E1BAB7}"/>
                </a:ext>
              </a:extLst>
            </p:cNvPr>
            <p:cNvSpPr/>
            <p:nvPr/>
          </p:nvSpPr>
          <p:spPr>
            <a:xfrm>
              <a:off x="9569319" y="887965"/>
              <a:ext cx="1755710" cy="810206"/>
            </a:xfrm>
            <a:prstGeom prst="roundRect">
              <a:avLst>
                <a:gd name="adj" fmla="val 6428"/>
              </a:avLst>
            </a:prstGeom>
            <a:solidFill>
              <a:schemeClr val="accent6">
                <a:alpha val="80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1" name="テキスト ボックス 10">
              <a:extLst>
                <a:ext uri="{FF2B5EF4-FFF2-40B4-BE49-F238E27FC236}">
                  <a16:creationId xmlns:a16="http://schemas.microsoft.com/office/drawing/2014/main" id="{3C8F5AF4-A4E7-9EE7-4D74-E665E619944E}"/>
                </a:ext>
              </a:extLst>
            </p:cNvPr>
            <p:cNvSpPr txBox="1"/>
            <p:nvPr/>
          </p:nvSpPr>
          <p:spPr>
            <a:xfrm>
              <a:off x="10713075" y="1293068"/>
              <a:ext cx="595035" cy="338554"/>
            </a:xfrm>
            <a:prstGeom prst="rect">
              <a:avLst/>
            </a:prstGeom>
            <a:noFill/>
          </p:spPr>
          <p:txBody>
            <a:bodyPr wrap="none" rtlCol="0">
              <a:spAutoFit/>
            </a:bodyPr>
            <a:lstStyle/>
            <a:p>
              <a:pPr algn="r"/>
              <a:r>
                <a:rPr lang="ja-JP" altLang="en-US"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回復</a:t>
              </a:r>
              <a:endParaRPr kumimoji="1" lang="en-US" altLang="ja-JP"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13" name="グループ化 12">
            <a:extLst>
              <a:ext uri="{FF2B5EF4-FFF2-40B4-BE49-F238E27FC236}">
                <a16:creationId xmlns:a16="http://schemas.microsoft.com/office/drawing/2014/main" id="{6EC67429-9969-CCFC-3B1F-A50D2F0DF9FE}"/>
              </a:ext>
            </a:extLst>
          </p:cNvPr>
          <p:cNvGrpSpPr/>
          <p:nvPr/>
        </p:nvGrpSpPr>
        <p:grpSpPr>
          <a:xfrm>
            <a:off x="9569319" y="3698488"/>
            <a:ext cx="1755710" cy="810206"/>
            <a:chOff x="9569319" y="887965"/>
            <a:chExt cx="1755710" cy="810206"/>
          </a:xfrm>
        </p:grpSpPr>
        <p:sp>
          <p:nvSpPr>
            <p:cNvPr id="14" name="四角形: 角を丸くする 13">
              <a:extLst>
                <a:ext uri="{FF2B5EF4-FFF2-40B4-BE49-F238E27FC236}">
                  <a16:creationId xmlns:a16="http://schemas.microsoft.com/office/drawing/2014/main" id="{9B42ACC0-9DA0-039B-B5DD-5AF14562CB6D}"/>
                </a:ext>
              </a:extLst>
            </p:cNvPr>
            <p:cNvSpPr/>
            <p:nvPr/>
          </p:nvSpPr>
          <p:spPr>
            <a:xfrm>
              <a:off x="9569319" y="887965"/>
              <a:ext cx="1755710" cy="810206"/>
            </a:xfrm>
            <a:prstGeom prst="roundRect">
              <a:avLst>
                <a:gd name="adj" fmla="val 6428"/>
              </a:avLst>
            </a:prstGeom>
            <a:solidFill>
              <a:schemeClr val="accent6">
                <a:alpha val="8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5" name="テキスト ボックス 14">
              <a:extLst>
                <a:ext uri="{FF2B5EF4-FFF2-40B4-BE49-F238E27FC236}">
                  <a16:creationId xmlns:a16="http://schemas.microsoft.com/office/drawing/2014/main" id="{5F6A35FC-3153-265A-4D27-26BCFA2D62A4}"/>
                </a:ext>
              </a:extLst>
            </p:cNvPr>
            <p:cNvSpPr txBox="1"/>
            <p:nvPr/>
          </p:nvSpPr>
          <p:spPr>
            <a:xfrm>
              <a:off x="10507890" y="1293068"/>
              <a:ext cx="800220" cy="338554"/>
            </a:xfrm>
            <a:prstGeom prst="rect">
              <a:avLst/>
            </a:prstGeom>
            <a:noFill/>
          </p:spPr>
          <p:txBody>
            <a:bodyPr wrap="none" rtlCol="0">
              <a:spAutoFit/>
            </a:bodyPr>
            <a:lstStyle/>
            <a:p>
              <a:pPr algn="r"/>
              <a:r>
                <a:rPr lang="ja-JP" altLang="en-US"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キャラ</a:t>
              </a:r>
              <a:endParaRPr kumimoji="1" lang="en-US" altLang="ja-JP"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pic>
        <p:nvPicPr>
          <p:cNvPr id="16" name="図 15" descr="アイコン&#10;&#10;AI 生成コンテンツは誤りを含む可能性があります。">
            <a:extLst>
              <a:ext uri="{FF2B5EF4-FFF2-40B4-BE49-F238E27FC236}">
                <a16:creationId xmlns:a16="http://schemas.microsoft.com/office/drawing/2014/main" id="{4C75DBC5-43DF-8D00-0255-7465D526ECAD}"/>
              </a:ext>
            </a:extLst>
          </p:cNvPr>
          <p:cNvPicPr>
            <a:picLocks noChangeAspect="1"/>
          </p:cNvPicPr>
          <p:nvPr/>
        </p:nvPicPr>
        <p:blipFill>
          <a:blip r:embed="rId4">
            <a:lum bright="70000" contrast="-70000"/>
            <a:extLst>
              <a:ext uri="{28A0092B-C50C-407E-A947-70E740481C1C}">
                <a14:useLocalDpi xmlns:a14="http://schemas.microsoft.com/office/drawing/2010/main" val="0"/>
              </a:ext>
            </a:extLst>
          </a:blip>
          <a:stretch>
            <a:fillRect/>
          </a:stretch>
        </p:blipFill>
        <p:spPr>
          <a:xfrm>
            <a:off x="9711869" y="3705941"/>
            <a:ext cx="810206" cy="810206"/>
          </a:xfrm>
          <a:prstGeom prst="rect">
            <a:avLst/>
          </a:prstGeom>
        </p:spPr>
      </p:pic>
      <p:pic>
        <p:nvPicPr>
          <p:cNvPr id="17" name="図 16">
            <a:extLst>
              <a:ext uri="{FF2B5EF4-FFF2-40B4-BE49-F238E27FC236}">
                <a16:creationId xmlns:a16="http://schemas.microsoft.com/office/drawing/2014/main" id="{6B04E5AF-E4C2-F9C7-4C51-925703E635A5}"/>
              </a:ext>
            </a:extLst>
          </p:cNvPr>
          <p:cNvPicPr>
            <a:picLocks noChangeAspect="1"/>
          </p:cNvPicPr>
          <p:nvPr/>
        </p:nvPicPr>
        <p:blipFill>
          <a:blip r:embed="rId5">
            <a:lum bright="70000" contrast="-70000"/>
            <a:extLst>
              <a:ext uri="{28A0092B-C50C-407E-A947-70E740481C1C}">
                <a14:useLocalDpi xmlns:a14="http://schemas.microsoft.com/office/drawing/2010/main" val="0"/>
              </a:ext>
            </a:extLst>
          </a:blip>
          <a:srcRect l="52651" t="22678" r="27395" b="50636"/>
          <a:stretch>
            <a:fillRect/>
          </a:stretch>
        </p:blipFill>
        <p:spPr>
          <a:xfrm>
            <a:off x="9855544" y="2567145"/>
            <a:ext cx="524800" cy="486373"/>
          </a:xfrm>
          <a:prstGeom prst="rect">
            <a:avLst/>
          </a:prstGeom>
        </p:spPr>
      </p:pic>
      <p:sp>
        <p:nvSpPr>
          <p:cNvPr id="18" name="矢印: 下 17">
            <a:extLst>
              <a:ext uri="{FF2B5EF4-FFF2-40B4-BE49-F238E27FC236}">
                <a16:creationId xmlns:a16="http://schemas.microsoft.com/office/drawing/2014/main" id="{762EBA90-4742-3A44-0514-62E48DE778E5}"/>
              </a:ext>
            </a:extLst>
          </p:cNvPr>
          <p:cNvSpPr/>
          <p:nvPr/>
        </p:nvSpPr>
        <p:spPr>
          <a:xfrm flipV="1">
            <a:off x="9925088" y="1244453"/>
            <a:ext cx="355292" cy="464628"/>
          </a:xfrm>
          <a:prstGeom prst="downArrow">
            <a:avLst/>
          </a:prstGeom>
          <a:solidFill>
            <a:schemeClr val="bg1">
              <a:lumMod val="95000"/>
            </a:schemeClr>
          </a:solidFill>
          <a:ln w="9525">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8" name="グループ化 7">
            <a:extLst>
              <a:ext uri="{FF2B5EF4-FFF2-40B4-BE49-F238E27FC236}">
                <a16:creationId xmlns:a16="http://schemas.microsoft.com/office/drawing/2014/main" id="{F3A0A41C-3368-487A-18F6-3541D3CF1A94}"/>
              </a:ext>
            </a:extLst>
          </p:cNvPr>
          <p:cNvGrpSpPr/>
          <p:nvPr/>
        </p:nvGrpSpPr>
        <p:grpSpPr>
          <a:xfrm>
            <a:off x="3142942" y="5257827"/>
            <a:ext cx="3731170" cy="598799"/>
            <a:chOff x="2964023" y="5011901"/>
            <a:chExt cx="4138701" cy="664202"/>
          </a:xfrm>
        </p:grpSpPr>
        <p:sp>
          <p:nvSpPr>
            <p:cNvPr id="2" name="二等辺三角形 1">
              <a:extLst>
                <a:ext uri="{FF2B5EF4-FFF2-40B4-BE49-F238E27FC236}">
                  <a16:creationId xmlns:a16="http://schemas.microsoft.com/office/drawing/2014/main" id="{4DDF7E87-BD5E-F1EE-AF82-B274481B347E}"/>
                </a:ext>
              </a:extLst>
            </p:cNvPr>
            <p:cNvSpPr/>
            <p:nvPr/>
          </p:nvSpPr>
          <p:spPr>
            <a:xfrm rot="16200000">
              <a:off x="2973137" y="5002787"/>
              <a:ext cx="664202" cy="682430"/>
            </a:xfrm>
            <a:prstGeom prst="triangle">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sp>
          <p:nvSpPr>
            <p:cNvPr id="3" name="二等辺三角形 2">
              <a:extLst>
                <a:ext uri="{FF2B5EF4-FFF2-40B4-BE49-F238E27FC236}">
                  <a16:creationId xmlns:a16="http://schemas.microsoft.com/office/drawing/2014/main" id="{BB1B25EE-116E-A8A1-0841-9E406CA4835A}"/>
                </a:ext>
              </a:extLst>
            </p:cNvPr>
            <p:cNvSpPr/>
            <p:nvPr/>
          </p:nvSpPr>
          <p:spPr>
            <a:xfrm rot="5400000" flipH="1">
              <a:off x="6429408" y="5002787"/>
              <a:ext cx="664202" cy="682430"/>
            </a:xfrm>
            <a:prstGeom prst="triangle">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sp>
          <p:nvSpPr>
            <p:cNvPr id="4" name="テキスト ボックス 3">
              <a:extLst>
                <a:ext uri="{FF2B5EF4-FFF2-40B4-BE49-F238E27FC236}">
                  <a16:creationId xmlns:a16="http://schemas.microsoft.com/office/drawing/2014/main" id="{3DF9B145-750D-9D5D-3AEF-327780ECBCC7}"/>
                </a:ext>
              </a:extLst>
            </p:cNvPr>
            <p:cNvSpPr txBox="1"/>
            <p:nvPr/>
          </p:nvSpPr>
          <p:spPr>
            <a:xfrm>
              <a:off x="4314266" y="5027649"/>
              <a:ext cx="1438214" cy="523220"/>
            </a:xfrm>
            <a:prstGeom prst="rect">
              <a:avLst/>
            </a:prstGeom>
            <a:noFill/>
          </p:spPr>
          <p:txBody>
            <a:bodyPr wrap="none" rtlCol="0">
              <a:spAutoFit/>
            </a:bodyPr>
            <a:lstStyle/>
            <a:p>
              <a:pPr algn="ctr"/>
              <a:r>
                <a:rPr lang="ja-JP" altLang="en-US" sz="2800" b="1" dirty="0">
                  <a:solidFill>
                    <a:schemeClr val="accent6">
                      <a:lumMod val="60000"/>
                      <a:lumOff val="40000"/>
                    </a:schemeClr>
                  </a:solidFill>
                  <a:latin typeface="BIZ UDP明朝 Medium" panose="02020500000000000000" pitchFamily="18" charset="-128"/>
                  <a:ea typeface="BIZ UDP明朝 Medium" panose="02020500000000000000" pitchFamily="18" charset="-128"/>
                </a:rPr>
                <a:t>キャラ名</a:t>
              </a:r>
            </a:p>
          </p:txBody>
        </p:sp>
      </p:grpSp>
      <p:pic>
        <p:nvPicPr>
          <p:cNvPr id="7" name="図 6">
            <a:extLst>
              <a:ext uri="{FF2B5EF4-FFF2-40B4-BE49-F238E27FC236}">
                <a16:creationId xmlns:a16="http://schemas.microsoft.com/office/drawing/2014/main" id="{AA4C9E84-5910-7A19-10EE-FD9B156B5D82}"/>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954531" y="1909983"/>
            <a:ext cx="2020045" cy="2851553"/>
          </a:xfrm>
          <a:prstGeom prst="rect">
            <a:avLst/>
          </a:prstGeom>
        </p:spPr>
      </p:pic>
      <p:grpSp>
        <p:nvGrpSpPr>
          <p:cNvPr id="30" name="グループ化 29">
            <a:extLst>
              <a:ext uri="{FF2B5EF4-FFF2-40B4-BE49-F238E27FC236}">
                <a16:creationId xmlns:a16="http://schemas.microsoft.com/office/drawing/2014/main" id="{6C7686E1-E032-68EC-84D8-0D99D1CD0D3F}"/>
              </a:ext>
            </a:extLst>
          </p:cNvPr>
          <p:cNvGrpSpPr/>
          <p:nvPr/>
        </p:nvGrpSpPr>
        <p:grpSpPr>
          <a:xfrm>
            <a:off x="6824700" y="1076972"/>
            <a:ext cx="1908156" cy="1590027"/>
            <a:chOff x="4186264" y="3538386"/>
            <a:chExt cx="1422939" cy="1185706"/>
          </a:xfrm>
        </p:grpSpPr>
        <p:grpSp>
          <p:nvGrpSpPr>
            <p:cNvPr id="20" name="グループ化 19">
              <a:extLst>
                <a:ext uri="{FF2B5EF4-FFF2-40B4-BE49-F238E27FC236}">
                  <a16:creationId xmlns:a16="http://schemas.microsoft.com/office/drawing/2014/main" id="{A52B8E99-861B-0D02-4B9D-BBF49CEFB728}"/>
                </a:ext>
              </a:extLst>
            </p:cNvPr>
            <p:cNvGrpSpPr/>
            <p:nvPr/>
          </p:nvGrpSpPr>
          <p:grpSpPr>
            <a:xfrm>
              <a:off x="4289547" y="3896395"/>
              <a:ext cx="1212888" cy="746671"/>
              <a:chOff x="7088997" y="4289392"/>
              <a:chExt cx="1212888" cy="746671"/>
            </a:xfrm>
          </p:grpSpPr>
          <p:pic>
            <p:nvPicPr>
              <p:cNvPr id="21" name="図 20">
                <a:extLst>
                  <a:ext uri="{FF2B5EF4-FFF2-40B4-BE49-F238E27FC236}">
                    <a16:creationId xmlns:a16="http://schemas.microsoft.com/office/drawing/2014/main" id="{84514B42-6778-7F00-A1D6-F40DFCA9CFF0}"/>
                  </a:ext>
                </a:extLst>
              </p:cNvPr>
              <p:cNvPicPr>
                <a:picLocks noChangeAspect="1"/>
              </p:cNvPicPr>
              <p:nvPr/>
            </p:nvPicPr>
            <p:blipFill>
              <a:blip r:embed="rId7">
                <a:duotone>
                  <a:schemeClr val="accent3">
                    <a:shade val="45000"/>
                    <a:satMod val="135000"/>
                  </a:schemeClr>
                  <a:prstClr val="white"/>
                </a:duotone>
                <a:extLst>
                  <a:ext uri="{28A0092B-C50C-407E-A947-70E740481C1C}">
                    <a14:useLocalDpi xmlns:a14="http://schemas.microsoft.com/office/drawing/2010/main" val="0"/>
                  </a:ext>
                </a:extLst>
              </a:blip>
              <a:srcRect l="6840" t="30163" r="48646" b="36883"/>
              <a:stretch>
                <a:fillRect/>
              </a:stretch>
            </p:blipFill>
            <p:spPr>
              <a:xfrm>
                <a:off x="7098261" y="4289392"/>
                <a:ext cx="452228" cy="502188"/>
              </a:xfrm>
              <a:prstGeom prst="rect">
                <a:avLst/>
              </a:prstGeom>
            </p:spPr>
          </p:pic>
          <p:sp>
            <p:nvSpPr>
              <p:cNvPr id="22" name="テキスト ボックス 21">
                <a:extLst>
                  <a:ext uri="{FF2B5EF4-FFF2-40B4-BE49-F238E27FC236}">
                    <a16:creationId xmlns:a16="http://schemas.microsoft.com/office/drawing/2014/main" id="{92637A8E-393E-BB90-2248-D56041D73E7E}"/>
                  </a:ext>
                </a:extLst>
              </p:cNvPr>
              <p:cNvSpPr txBox="1"/>
              <p:nvPr/>
            </p:nvSpPr>
            <p:spPr>
              <a:xfrm>
                <a:off x="7472051" y="4372863"/>
                <a:ext cx="829834" cy="344270"/>
              </a:xfrm>
              <a:prstGeom prst="rect">
                <a:avLst/>
              </a:prstGeom>
              <a:noFill/>
              <a:effectLst>
                <a:glow rad="63500">
                  <a:schemeClr val="accent3">
                    <a:satMod val="175000"/>
                    <a:alpha val="40000"/>
                  </a:schemeClr>
                </a:glow>
              </a:effectLst>
            </p:spPr>
            <p:txBody>
              <a:bodyPr wrap="none" rtlCol="0">
                <a:spAutoFit/>
              </a:bodyPr>
              <a:lstStyle/>
              <a:p>
                <a:r>
                  <a:rPr lang="ja-JP" altLang="en-US" sz="2400" b="1" dirty="0">
                    <a:solidFill>
                      <a:schemeClr val="tx1">
                        <a:lumMod val="85000"/>
                        <a:lumOff val="15000"/>
                      </a:schemeClr>
                    </a:solidFill>
                    <a:effectLst>
                      <a:glow rad="38100">
                        <a:schemeClr val="accent3">
                          <a:satMod val="175000"/>
                          <a:alpha val="65000"/>
                        </a:schemeClr>
                      </a:glow>
                    </a:effectLst>
                    <a:latin typeface="HGS明朝E" panose="02020900000000000000" pitchFamily="18" charset="-128"/>
                    <a:ea typeface="HGS明朝E" panose="02020900000000000000" pitchFamily="18" charset="-128"/>
                  </a:rPr>
                  <a:t>タンク</a:t>
                </a:r>
                <a:endParaRPr lang="en-US" altLang="ja-JP" b="1" dirty="0">
                  <a:solidFill>
                    <a:schemeClr val="tx1">
                      <a:lumMod val="85000"/>
                      <a:lumOff val="15000"/>
                    </a:schemeClr>
                  </a:solidFill>
                  <a:effectLst>
                    <a:glow rad="38100">
                      <a:schemeClr val="accent3">
                        <a:satMod val="175000"/>
                        <a:alpha val="65000"/>
                      </a:schemeClr>
                    </a:glow>
                  </a:effectLst>
                  <a:latin typeface="HGS明朝E" panose="02020900000000000000" pitchFamily="18" charset="-128"/>
                  <a:ea typeface="HGS明朝E" panose="02020900000000000000" pitchFamily="18" charset="-128"/>
                </a:endParaRPr>
              </a:p>
            </p:txBody>
          </p:sp>
          <p:sp>
            <p:nvSpPr>
              <p:cNvPr id="23" name="テキスト ボックス 22">
                <a:extLst>
                  <a:ext uri="{FF2B5EF4-FFF2-40B4-BE49-F238E27FC236}">
                    <a16:creationId xmlns:a16="http://schemas.microsoft.com/office/drawing/2014/main" id="{51E0A74D-1F1C-8A83-3053-75DF2991CF81}"/>
                  </a:ext>
                </a:extLst>
              </p:cNvPr>
              <p:cNvSpPr txBox="1"/>
              <p:nvPr/>
            </p:nvSpPr>
            <p:spPr>
              <a:xfrm>
                <a:off x="7088997" y="4760647"/>
                <a:ext cx="1164542" cy="275416"/>
              </a:xfrm>
              <a:prstGeom prst="rect">
                <a:avLst/>
              </a:prstGeom>
              <a:noFill/>
            </p:spPr>
            <p:txBody>
              <a:bodyPr wrap="none" rtlCol="0">
                <a:spAutoFit/>
              </a:bodyPr>
              <a:lstStyle/>
              <a:p>
                <a:r>
                  <a:rPr lang="ja-JP" altLang="en-US" sz="1400" dirty="0">
                    <a:solidFill>
                      <a:schemeClr val="tx1">
                        <a:lumMod val="75000"/>
                        <a:lumOff val="25000"/>
                      </a:schemeClr>
                    </a:solidFill>
                    <a:latin typeface="HGS明朝E" panose="02020900000000000000" pitchFamily="18" charset="-128"/>
                    <a:ea typeface="HGS明朝E" panose="02020900000000000000" pitchFamily="18" charset="-128"/>
                  </a:rPr>
                  <a:t>毎ターン</a:t>
                </a:r>
                <a:r>
                  <a:rPr lang="en-US" altLang="ja-JP" dirty="0">
                    <a:solidFill>
                      <a:schemeClr val="tx1">
                        <a:lumMod val="75000"/>
                        <a:lumOff val="25000"/>
                      </a:schemeClr>
                    </a:solidFill>
                    <a:latin typeface="HGS明朝E" panose="02020900000000000000" pitchFamily="18" charset="-128"/>
                    <a:ea typeface="HGS明朝E" panose="02020900000000000000" pitchFamily="18" charset="-128"/>
                  </a:rPr>
                  <a:t>5</a:t>
                </a:r>
                <a:r>
                  <a:rPr lang="ja-JP" altLang="en-US" sz="1400" dirty="0">
                    <a:solidFill>
                      <a:schemeClr val="tx1">
                        <a:lumMod val="75000"/>
                        <a:lumOff val="25000"/>
                      </a:schemeClr>
                    </a:solidFill>
                    <a:latin typeface="HGS明朝E" panose="02020900000000000000" pitchFamily="18" charset="-128"/>
                    <a:ea typeface="HGS明朝E" panose="02020900000000000000" pitchFamily="18" charset="-128"/>
                  </a:rPr>
                  <a:t>％回復</a:t>
                </a:r>
                <a:endParaRPr lang="en-US" altLang="ja-JP" sz="1400" dirty="0">
                  <a:solidFill>
                    <a:schemeClr val="tx1">
                      <a:lumMod val="75000"/>
                      <a:lumOff val="25000"/>
                    </a:schemeClr>
                  </a:solidFill>
                  <a:latin typeface="HGS明朝E" panose="02020900000000000000" pitchFamily="18" charset="-128"/>
                  <a:ea typeface="HGS明朝E" panose="02020900000000000000" pitchFamily="18" charset="-128"/>
                </a:endParaRPr>
              </a:p>
            </p:txBody>
          </p:sp>
        </p:grpSp>
        <p:grpSp>
          <p:nvGrpSpPr>
            <p:cNvPr id="24" name="グループ化 23">
              <a:extLst>
                <a:ext uri="{FF2B5EF4-FFF2-40B4-BE49-F238E27FC236}">
                  <a16:creationId xmlns:a16="http://schemas.microsoft.com/office/drawing/2014/main" id="{0C043B9B-EB26-5D6C-D302-D40E7B8A6289}"/>
                </a:ext>
              </a:extLst>
            </p:cNvPr>
            <p:cNvGrpSpPr/>
            <p:nvPr/>
          </p:nvGrpSpPr>
          <p:grpSpPr>
            <a:xfrm>
              <a:off x="4186264" y="3538386"/>
              <a:ext cx="1422939" cy="1185706"/>
              <a:chOff x="4343042" y="2005061"/>
              <a:chExt cx="4595682" cy="1782085"/>
            </a:xfrm>
          </p:grpSpPr>
          <p:sp>
            <p:nvSpPr>
              <p:cNvPr id="25" name="四角形: 角を丸くする 24">
                <a:extLst>
                  <a:ext uri="{FF2B5EF4-FFF2-40B4-BE49-F238E27FC236}">
                    <a16:creationId xmlns:a16="http://schemas.microsoft.com/office/drawing/2014/main" id="{F18BC4E9-769F-7E2A-5F1C-B72CE2EBF1B2}"/>
                  </a:ext>
                </a:extLst>
              </p:cNvPr>
              <p:cNvSpPr/>
              <p:nvPr/>
            </p:nvSpPr>
            <p:spPr>
              <a:xfrm>
                <a:off x="4343042" y="2434991"/>
                <a:ext cx="4595682" cy="1352155"/>
              </a:xfrm>
              <a:prstGeom prst="roundRect">
                <a:avLst>
                  <a:gd name="adj" fmla="val 5178"/>
                </a:avLst>
              </a:prstGeom>
              <a:noFill/>
              <a:ln w="254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latin typeface="HGS明朝E" panose="02020900000000000000" pitchFamily="18" charset="-128"/>
                  <a:ea typeface="HGS明朝E" panose="02020900000000000000" pitchFamily="18" charset="-128"/>
                </a:endParaRPr>
              </a:p>
            </p:txBody>
          </p:sp>
          <p:sp>
            <p:nvSpPr>
              <p:cNvPr id="26" name="四角形: 角を丸くする 25">
                <a:extLst>
                  <a:ext uri="{FF2B5EF4-FFF2-40B4-BE49-F238E27FC236}">
                    <a16:creationId xmlns:a16="http://schemas.microsoft.com/office/drawing/2014/main" id="{B0CA8EE6-DA0E-E695-6061-35852D02E699}"/>
                  </a:ext>
                </a:extLst>
              </p:cNvPr>
              <p:cNvSpPr/>
              <p:nvPr/>
            </p:nvSpPr>
            <p:spPr>
              <a:xfrm>
                <a:off x="5027040" y="2005061"/>
                <a:ext cx="3294263" cy="461666"/>
              </a:xfrm>
              <a:prstGeom prst="round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600" dirty="0">
                    <a:latin typeface="HGS明朝E" panose="02020900000000000000" pitchFamily="18" charset="-128"/>
                    <a:ea typeface="HGS明朝E" panose="02020900000000000000" pitchFamily="18" charset="-128"/>
                  </a:rPr>
                  <a:t>ロール</a:t>
                </a:r>
              </a:p>
            </p:txBody>
          </p:sp>
        </p:grpSp>
      </p:grpSp>
      <p:grpSp>
        <p:nvGrpSpPr>
          <p:cNvPr id="36" name="グループ化 35">
            <a:extLst>
              <a:ext uri="{FF2B5EF4-FFF2-40B4-BE49-F238E27FC236}">
                <a16:creationId xmlns:a16="http://schemas.microsoft.com/office/drawing/2014/main" id="{4B81B7E4-A6FE-7B62-7DAA-061AB9FEDBDA}"/>
              </a:ext>
            </a:extLst>
          </p:cNvPr>
          <p:cNvGrpSpPr/>
          <p:nvPr/>
        </p:nvGrpSpPr>
        <p:grpSpPr>
          <a:xfrm>
            <a:off x="3231561" y="3360984"/>
            <a:ext cx="3228080" cy="1676109"/>
            <a:chOff x="3044934" y="3491513"/>
            <a:chExt cx="2512235" cy="1304422"/>
          </a:xfrm>
        </p:grpSpPr>
        <p:pic>
          <p:nvPicPr>
            <p:cNvPr id="19" name="図 18">
              <a:extLst>
                <a:ext uri="{FF2B5EF4-FFF2-40B4-BE49-F238E27FC236}">
                  <a16:creationId xmlns:a16="http://schemas.microsoft.com/office/drawing/2014/main" id="{26D80FB2-60AE-3043-CA7E-2CECC7ADE4EC}"/>
                </a:ext>
              </a:extLst>
            </p:cNvPr>
            <p:cNvPicPr>
              <a:picLocks noChangeAspect="1"/>
            </p:cNvPicPr>
            <p:nvPr/>
          </p:nvPicPr>
          <p:blipFill>
            <a:blip r:embed="rId8">
              <a:extLst>
                <a:ext uri="{28A0092B-C50C-407E-A947-70E740481C1C}">
                  <a14:useLocalDpi xmlns:a14="http://schemas.microsoft.com/office/drawing/2010/main" val="0"/>
                </a:ext>
              </a:extLst>
            </a:blip>
            <a:srcRect t="58323"/>
            <a:stretch>
              <a:fillRect/>
            </a:stretch>
          </p:blipFill>
          <p:spPr>
            <a:xfrm>
              <a:off x="3044934" y="3491513"/>
              <a:ext cx="2512235" cy="1304422"/>
            </a:xfrm>
            <a:prstGeom prst="rect">
              <a:avLst/>
            </a:prstGeom>
          </p:spPr>
        </p:pic>
        <p:sp>
          <p:nvSpPr>
            <p:cNvPr id="28" name="テキスト ボックス 27">
              <a:extLst>
                <a:ext uri="{FF2B5EF4-FFF2-40B4-BE49-F238E27FC236}">
                  <a16:creationId xmlns:a16="http://schemas.microsoft.com/office/drawing/2014/main" id="{0D2EE082-CE94-4EE3-28B0-AFD3610B1750}"/>
                </a:ext>
              </a:extLst>
            </p:cNvPr>
            <p:cNvSpPr txBox="1"/>
            <p:nvPr/>
          </p:nvSpPr>
          <p:spPr>
            <a:xfrm>
              <a:off x="3773649" y="3981726"/>
              <a:ext cx="1062446" cy="239526"/>
            </a:xfrm>
            <a:prstGeom prst="rect">
              <a:avLst/>
            </a:prstGeom>
            <a:noFill/>
          </p:spPr>
          <p:txBody>
            <a:bodyPr wrap="square">
              <a:spAutoFit/>
            </a:bodyPr>
            <a:lstStyle/>
            <a:p>
              <a:pPr algn="ctr"/>
              <a:r>
                <a:rPr lang="ja-JP" altLang="en-US" sz="1400" b="1" dirty="0">
                  <a:solidFill>
                    <a:schemeClr val="bg1">
                      <a:lumMod val="95000"/>
                    </a:schemeClr>
                  </a:solidFill>
                  <a:highlight>
                    <a:srgbClr val="3A3A3A"/>
                  </a:highlight>
                  <a:latin typeface="BIZ UDP明朝 Medium" panose="02020500000000000000" pitchFamily="18" charset="-128"/>
                  <a:ea typeface="BIZ UDP明朝 Medium" panose="02020500000000000000" pitchFamily="18" charset="-128"/>
                </a:rPr>
                <a:t>武器</a:t>
              </a:r>
              <a:endParaRPr kumimoji="1" lang="ja-JP" altLang="en-US" sz="1400" b="1" dirty="0">
                <a:solidFill>
                  <a:schemeClr val="bg1">
                    <a:lumMod val="95000"/>
                  </a:schemeClr>
                </a:solidFill>
                <a:highlight>
                  <a:srgbClr val="3A3A3A"/>
                </a:highlight>
                <a:latin typeface="BIZ UDP明朝 Medium" panose="02020500000000000000" pitchFamily="18" charset="-128"/>
                <a:ea typeface="BIZ UDP明朝 Medium" panose="02020500000000000000" pitchFamily="18" charset="-128"/>
              </a:endParaRPr>
            </a:p>
          </p:txBody>
        </p:sp>
      </p:grpSp>
      <p:grpSp>
        <p:nvGrpSpPr>
          <p:cNvPr id="35" name="グループ化 34">
            <a:extLst>
              <a:ext uri="{FF2B5EF4-FFF2-40B4-BE49-F238E27FC236}">
                <a16:creationId xmlns:a16="http://schemas.microsoft.com/office/drawing/2014/main" id="{2B1C7FEA-8FAA-CAF0-A93B-B612467CFDAB}"/>
              </a:ext>
            </a:extLst>
          </p:cNvPr>
          <p:cNvGrpSpPr/>
          <p:nvPr/>
        </p:nvGrpSpPr>
        <p:grpSpPr>
          <a:xfrm>
            <a:off x="3248919" y="1046664"/>
            <a:ext cx="3228080" cy="2432029"/>
            <a:chOff x="5861102" y="766511"/>
            <a:chExt cx="2512235" cy="1892713"/>
          </a:xfrm>
        </p:grpSpPr>
        <p:pic>
          <p:nvPicPr>
            <p:cNvPr id="33" name="図 32">
              <a:extLst>
                <a:ext uri="{FF2B5EF4-FFF2-40B4-BE49-F238E27FC236}">
                  <a16:creationId xmlns:a16="http://schemas.microsoft.com/office/drawing/2014/main" id="{DC6D1584-22BD-F30D-1BBA-85F8AE97F7DE}"/>
                </a:ext>
              </a:extLst>
            </p:cNvPr>
            <p:cNvPicPr>
              <a:picLocks noChangeAspect="1"/>
            </p:cNvPicPr>
            <p:nvPr/>
          </p:nvPicPr>
          <p:blipFill>
            <a:blip r:embed="rId8">
              <a:extLst>
                <a:ext uri="{28A0092B-C50C-407E-A947-70E740481C1C}">
                  <a14:useLocalDpi xmlns:a14="http://schemas.microsoft.com/office/drawing/2010/main" val="0"/>
                </a:ext>
              </a:extLst>
            </a:blip>
            <a:srcRect b="39527"/>
            <a:stretch>
              <a:fillRect/>
            </a:stretch>
          </p:blipFill>
          <p:spPr>
            <a:xfrm>
              <a:off x="5861102" y="766511"/>
              <a:ext cx="2512235" cy="1892713"/>
            </a:xfrm>
            <a:prstGeom prst="rect">
              <a:avLst/>
            </a:prstGeom>
          </p:spPr>
        </p:pic>
        <p:sp>
          <p:nvSpPr>
            <p:cNvPr id="34" name="楕円 33">
              <a:extLst>
                <a:ext uri="{FF2B5EF4-FFF2-40B4-BE49-F238E27FC236}">
                  <a16:creationId xmlns:a16="http://schemas.microsoft.com/office/drawing/2014/main" id="{5BEEE3B1-9E4D-1A02-0F30-AC3E16C8C59F}"/>
                </a:ext>
              </a:extLst>
            </p:cNvPr>
            <p:cNvSpPr/>
            <p:nvPr/>
          </p:nvSpPr>
          <p:spPr>
            <a:xfrm>
              <a:off x="7279982" y="1486832"/>
              <a:ext cx="296742" cy="296742"/>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200" dirty="0">
                  <a:solidFill>
                    <a:schemeClr val="bg1">
                      <a:lumMod val="95000"/>
                    </a:schemeClr>
                  </a:solidFill>
                  <a:latin typeface="BIZ UDP明朝 Medium" panose="02020500000000000000" pitchFamily="18" charset="-128"/>
                  <a:ea typeface="BIZ UDP明朝 Medium" panose="02020500000000000000" pitchFamily="18" charset="-128"/>
                </a:rPr>
                <a:t>剛</a:t>
              </a:r>
              <a:endParaRPr kumimoji="1" lang="ja-JP" altLang="en-US" sz="1200"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39" name="グループ化 38">
            <a:extLst>
              <a:ext uri="{FF2B5EF4-FFF2-40B4-BE49-F238E27FC236}">
                <a16:creationId xmlns:a16="http://schemas.microsoft.com/office/drawing/2014/main" id="{C98CBFB8-2144-119E-5885-BB1CAC3C5BE5}"/>
              </a:ext>
            </a:extLst>
          </p:cNvPr>
          <p:cNvGrpSpPr/>
          <p:nvPr/>
        </p:nvGrpSpPr>
        <p:grpSpPr>
          <a:xfrm>
            <a:off x="6838521" y="2824906"/>
            <a:ext cx="1908156" cy="2212187"/>
            <a:chOff x="4343042" y="2005061"/>
            <a:chExt cx="4595682" cy="2479395"/>
          </a:xfrm>
        </p:grpSpPr>
        <p:sp>
          <p:nvSpPr>
            <p:cNvPr id="40" name="四角形: 角を丸くする 39">
              <a:extLst>
                <a:ext uri="{FF2B5EF4-FFF2-40B4-BE49-F238E27FC236}">
                  <a16:creationId xmlns:a16="http://schemas.microsoft.com/office/drawing/2014/main" id="{1E816AEC-863B-AE05-41D7-F6736A29F64E}"/>
                </a:ext>
              </a:extLst>
            </p:cNvPr>
            <p:cNvSpPr/>
            <p:nvPr/>
          </p:nvSpPr>
          <p:spPr>
            <a:xfrm>
              <a:off x="4343042" y="2434991"/>
              <a:ext cx="4595682" cy="2049465"/>
            </a:xfrm>
            <a:prstGeom prst="roundRect">
              <a:avLst>
                <a:gd name="adj" fmla="val 5178"/>
              </a:avLst>
            </a:prstGeom>
            <a:noFill/>
            <a:ln w="254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latin typeface="HGS明朝E" panose="02020900000000000000" pitchFamily="18" charset="-128"/>
                <a:ea typeface="HGS明朝E" panose="02020900000000000000" pitchFamily="18" charset="-128"/>
              </a:endParaRPr>
            </a:p>
          </p:txBody>
        </p:sp>
        <p:sp>
          <p:nvSpPr>
            <p:cNvPr id="41" name="四角形: 角を丸くする 40">
              <a:extLst>
                <a:ext uri="{FF2B5EF4-FFF2-40B4-BE49-F238E27FC236}">
                  <a16:creationId xmlns:a16="http://schemas.microsoft.com/office/drawing/2014/main" id="{6653785A-D0EC-7BE9-B5A6-4961728C91C4}"/>
                </a:ext>
              </a:extLst>
            </p:cNvPr>
            <p:cNvSpPr/>
            <p:nvPr/>
          </p:nvSpPr>
          <p:spPr>
            <a:xfrm>
              <a:off x="5027040" y="2005061"/>
              <a:ext cx="3294263" cy="461666"/>
            </a:xfrm>
            <a:prstGeom prst="roundRect">
              <a:avLst/>
            </a:prstGeom>
            <a:solidFill>
              <a:srgbClr val="3A3A3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600" dirty="0">
                  <a:latin typeface="HGS明朝E" panose="02020900000000000000" pitchFamily="18" charset="-128"/>
                  <a:ea typeface="HGS明朝E" panose="02020900000000000000" pitchFamily="18" charset="-128"/>
                </a:rPr>
                <a:t>発動バフ</a:t>
              </a:r>
              <a:endParaRPr kumimoji="1" lang="ja-JP" altLang="en-US" sz="1600" dirty="0">
                <a:latin typeface="HGS明朝E" panose="02020900000000000000" pitchFamily="18" charset="-128"/>
                <a:ea typeface="HGS明朝E" panose="02020900000000000000" pitchFamily="18" charset="-128"/>
              </a:endParaRPr>
            </a:p>
          </p:txBody>
        </p:sp>
      </p:grpSp>
      <p:sp>
        <p:nvSpPr>
          <p:cNvPr id="46" name="テキスト ボックス 45">
            <a:extLst>
              <a:ext uri="{FF2B5EF4-FFF2-40B4-BE49-F238E27FC236}">
                <a16:creationId xmlns:a16="http://schemas.microsoft.com/office/drawing/2014/main" id="{ED1C4E60-A8A4-E58B-92DE-5150C885A9C7}"/>
              </a:ext>
            </a:extLst>
          </p:cNvPr>
          <p:cNvSpPr txBox="1"/>
          <p:nvPr/>
        </p:nvSpPr>
        <p:spPr>
          <a:xfrm>
            <a:off x="7122521" y="3259722"/>
            <a:ext cx="1365183" cy="338554"/>
          </a:xfrm>
          <a:prstGeom prst="rect">
            <a:avLst/>
          </a:prstGeom>
          <a:noFill/>
        </p:spPr>
        <p:txBody>
          <a:bodyPr wrap="square">
            <a:spAutoFit/>
          </a:bodyPr>
          <a:lstStyle/>
          <a:p>
            <a:pPr algn="ctr"/>
            <a:r>
              <a:rPr lang="en-US" altLang="ja-JP" sz="1600" b="1" dirty="0">
                <a:solidFill>
                  <a:schemeClr val="bg1">
                    <a:lumMod val="95000"/>
                  </a:schemeClr>
                </a:solidFill>
                <a:latin typeface="BIZ UDP明朝 Medium" panose="02020500000000000000" pitchFamily="18" charset="-128"/>
                <a:ea typeface="BIZ UDP明朝 Medium" panose="02020500000000000000" pitchFamily="18" charset="-128"/>
              </a:rPr>
              <a:t>00/00</a:t>
            </a:r>
            <a:endParaRPr kumimoji="1" lang="ja-JP" altLang="en-US" sz="16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51" name="フレーム (半分) 50">
            <a:extLst>
              <a:ext uri="{FF2B5EF4-FFF2-40B4-BE49-F238E27FC236}">
                <a16:creationId xmlns:a16="http://schemas.microsoft.com/office/drawing/2014/main" id="{93CF35DB-9873-3FA6-3856-7824279BFCC3}"/>
              </a:ext>
            </a:extLst>
          </p:cNvPr>
          <p:cNvSpPr/>
          <p:nvPr/>
        </p:nvSpPr>
        <p:spPr>
          <a:xfrm rot="18906493">
            <a:off x="7086772" y="3944025"/>
            <a:ext cx="403191" cy="403191"/>
          </a:xfrm>
          <a:prstGeom prst="halfFrame">
            <a:avLst>
              <a:gd name="adj1" fmla="val 18585"/>
              <a:gd name="adj2" fmla="val 19356"/>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52" name="フレーム (半分) 51">
            <a:extLst>
              <a:ext uri="{FF2B5EF4-FFF2-40B4-BE49-F238E27FC236}">
                <a16:creationId xmlns:a16="http://schemas.microsoft.com/office/drawing/2014/main" id="{1395534D-C3F8-EDF8-4550-0518A5598BFE}"/>
              </a:ext>
            </a:extLst>
          </p:cNvPr>
          <p:cNvSpPr/>
          <p:nvPr/>
        </p:nvSpPr>
        <p:spPr>
          <a:xfrm rot="2693507" flipH="1">
            <a:off x="8124997" y="3944025"/>
            <a:ext cx="403191" cy="403191"/>
          </a:xfrm>
          <a:prstGeom prst="halfFrame">
            <a:avLst>
              <a:gd name="adj1" fmla="val 18585"/>
              <a:gd name="adj2" fmla="val 19356"/>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grpSp>
        <p:nvGrpSpPr>
          <p:cNvPr id="55" name="グループ化 54">
            <a:extLst>
              <a:ext uri="{FF2B5EF4-FFF2-40B4-BE49-F238E27FC236}">
                <a16:creationId xmlns:a16="http://schemas.microsoft.com/office/drawing/2014/main" id="{DF8E6D41-3330-055B-135F-F31BE0F03B2A}"/>
              </a:ext>
            </a:extLst>
          </p:cNvPr>
          <p:cNvGrpSpPr/>
          <p:nvPr/>
        </p:nvGrpSpPr>
        <p:grpSpPr>
          <a:xfrm>
            <a:off x="7438776" y="3786175"/>
            <a:ext cx="729972" cy="729972"/>
            <a:chOff x="8374620" y="5203596"/>
            <a:chExt cx="914400" cy="914400"/>
          </a:xfrm>
        </p:grpSpPr>
        <p:sp>
          <p:nvSpPr>
            <p:cNvPr id="54" name="楕円 53">
              <a:extLst>
                <a:ext uri="{FF2B5EF4-FFF2-40B4-BE49-F238E27FC236}">
                  <a16:creationId xmlns:a16="http://schemas.microsoft.com/office/drawing/2014/main" id="{343DBCA0-B478-5911-91D8-B5F411051C54}"/>
                </a:ext>
              </a:extLst>
            </p:cNvPr>
            <p:cNvSpPr/>
            <p:nvPr/>
          </p:nvSpPr>
          <p:spPr>
            <a:xfrm>
              <a:off x="8374620" y="5203596"/>
              <a:ext cx="914400" cy="914400"/>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3" name="矢印: 下 52">
              <a:extLst>
                <a:ext uri="{FF2B5EF4-FFF2-40B4-BE49-F238E27FC236}">
                  <a16:creationId xmlns:a16="http://schemas.microsoft.com/office/drawing/2014/main" id="{A8084571-6096-6E6D-6771-F0D8A58C6E5C}"/>
                </a:ext>
              </a:extLst>
            </p:cNvPr>
            <p:cNvSpPr/>
            <p:nvPr/>
          </p:nvSpPr>
          <p:spPr>
            <a:xfrm flipV="1">
              <a:off x="8625104" y="5390466"/>
              <a:ext cx="413433" cy="540661"/>
            </a:xfrm>
            <a:prstGeom prst="downArrow">
              <a:avLst/>
            </a:prstGeom>
            <a:solidFill>
              <a:schemeClr val="bg1">
                <a:lumMod val="95000"/>
              </a:schemeClr>
            </a:solidFill>
            <a:ln w="9525">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56" name="フローチャート: 端子 55">
            <a:extLst>
              <a:ext uri="{FF2B5EF4-FFF2-40B4-BE49-F238E27FC236}">
                <a16:creationId xmlns:a16="http://schemas.microsoft.com/office/drawing/2014/main" id="{0E224C23-9D81-5D47-B013-A91D944C6C21}"/>
              </a:ext>
            </a:extLst>
          </p:cNvPr>
          <p:cNvSpPr/>
          <p:nvPr/>
        </p:nvSpPr>
        <p:spPr>
          <a:xfrm>
            <a:off x="7196450" y="4615456"/>
            <a:ext cx="1214624" cy="311899"/>
          </a:xfrm>
          <a:prstGeom prst="flowChartTerminator">
            <a:avLst/>
          </a:prstGeom>
          <a:ln>
            <a:noFill/>
          </a:ln>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r>
              <a:rPr kumimoji="1" lang="ja-JP" altLang="en-US" sz="1400" dirty="0">
                <a:latin typeface="02流線形 Bold" pitchFamily="2" charset="-128"/>
                <a:ea typeface="02流線形 Bold" pitchFamily="2" charset="-128"/>
              </a:rPr>
              <a:t>バフ詳細ヘ</a:t>
            </a:r>
          </a:p>
        </p:txBody>
      </p:sp>
    </p:spTree>
    <p:extLst>
      <p:ext uri="{BB962C8B-B14F-4D97-AF65-F5344CB8AC3E}">
        <p14:creationId xmlns:p14="http://schemas.microsoft.com/office/powerpoint/2010/main" val="1590743366"/>
      </p:ext>
    </p:extLst>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08625E-E233-8C89-BA01-450618FDFD77}"/>
            </a:ext>
          </a:extLst>
        </p:cNvPr>
        <p:cNvGrpSpPr/>
        <p:nvPr/>
      </p:nvGrpSpPr>
      <p:grpSpPr>
        <a:xfrm>
          <a:off x="0" y="0"/>
          <a:ext cx="0" cy="0"/>
          <a:chOff x="0" y="0"/>
          <a:chExt cx="0" cy="0"/>
        </a:xfrm>
      </p:grpSpPr>
      <p:sp>
        <p:nvSpPr>
          <p:cNvPr id="19" name="台形 18">
            <a:extLst>
              <a:ext uri="{FF2B5EF4-FFF2-40B4-BE49-F238E27FC236}">
                <a16:creationId xmlns:a16="http://schemas.microsoft.com/office/drawing/2014/main" id="{02A33662-F45A-A178-938A-5DAD120F296C}"/>
              </a:ext>
            </a:extLst>
          </p:cNvPr>
          <p:cNvSpPr/>
          <p:nvPr/>
        </p:nvSpPr>
        <p:spPr>
          <a:xfrm rot="15655971">
            <a:off x="8504318" y="2976668"/>
            <a:ext cx="637073" cy="3030281"/>
          </a:xfrm>
          <a:prstGeom prst="trapezoid">
            <a:avLst>
              <a:gd name="adj" fmla="val 38526"/>
            </a:avLst>
          </a:prstGeom>
          <a:solidFill>
            <a:schemeClr val="accent6">
              <a:lumMod val="40000"/>
              <a:lumOff val="60000"/>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 name="テキスト ボックス 1">
            <a:extLst>
              <a:ext uri="{FF2B5EF4-FFF2-40B4-BE49-F238E27FC236}">
                <a16:creationId xmlns:a16="http://schemas.microsoft.com/office/drawing/2014/main" id="{06F11D18-D42C-D84C-3651-C16D5CE6C034}"/>
              </a:ext>
            </a:extLst>
          </p:cNvPr>
          <p:cNvSpPr txBox="1"/>
          <p:nvPr/>
        </p:nvSpPr>
        <p:spPr>
          <a:xfrm>
            <a:off x="757942" y="294880"/>
            <a:ext cx="2441694" cy="1446550"/>
          </a:xfrm>
          <a:prstGeom prst="rect">
            <a:avLst/>
          </a:prstGeom>
          <a:noFill/>
        </p:spPr>
        <p:txBody>
          <a:bodyPr wrap="none" rtlCol="0">
            <a:spAutoFit/>
          </a:bodyPr>
          <a:lstStyle/>
          <a:p>
            <a:pPr algn="ctr"/>
            <a:r>
              <a:rPr lang="ja-JP" altLang="en-US" sz="8800" b="1" dirty="0">
                <a:solidFill>
                  <a:schemeClr val="bg1">
                    <a:lumMod val="95000"/>
                  </a:schemeClr>
                </a:solidFill>
                <a:latin typeface="02流線形 Bold" pitchFamily="2" charset="-128"/>
                <a:ea typeface="02流線形 Bold" pitchFamily="2" charset="-128"/>
              </a:rPr>
              <a:t>勝利</a:t>
            </a:r>
            <a:endParaRPr kumimoji="1" lang="ja-JP" altLang="en-US" sz="8800" b="1" dirty="0">
              <a:solidFill>
                <a:schemeClr val="bg1">
                  <a:lumMod val="95000"/>
                </a:schemeClr>
              </a:solidFill>
              <a:latin typeface="02流線形 Bold" pitchFamily="2" charset="-128"/>
              <a:ea typeface="02流線形 Bold" pitchFamily="2" charset="-128"/>
            </a:endParaRPr>
          </a:p>
        </p:txBody>
      </p:sp>
      <p:sp>
        <p:nvSpPr>
          <p:cNvPr id="7" name="四角形: 角を丸くする 6">
            <a:extLst>
              <a:ext uri="{FF2B5EF4-FFF2-40B4-BE49-F238E27FC236}">
                <a16:creationId xmlns:a16="http://schemas.microsoft.com/office/drawing/2014/main" id="{1EC70213-39D5-BF5F-2A81-F767830715C5}"/>
              </a:ext>
            </a:extLst>
          </p:cNvPr>
          <p:cNvSpPr/>
          <p:nvPr/>
        </p:nvSpPr>
        <p:spPr>
          <a:xfrm>
            <a:off x="8862861" y="5716570"/>
            <a:ext cx="2729924" cy="631055"/>
          </a:xfrm>
          <a:prstGeom prst="roundRect">
            <a:avLst>
              <a:gd name="adj" fmla="val 9570"/>
            </a:avLst>
          </a:prstGeom>
          <a:solidFill>
            <a:schemeClr val="accent6"/>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rPr>
              <a:t>進む</a:t>
            </a:r>
          </a:p>
        </p:txBody>
      </p:sp>
      <p:sp>
        <p:nvSpPr>
          <p:cNvPr id="8" name="テキスト ボックス 7">
            <a:extLst>
              <a:ext uri="{FF2B5EF4-FFF2-40B4-BE49-F238E27FC236}">
                <a16:creationId xmlns:a16="http://schemas.microsoft.com/office/drawing/2014/main" id="{95100C2B-081A-59C7-084B-61CFC7866E5D}"/>
              </a:ext>
            </a:extLst>
          </p:cNvPr>
          <p:cNvSpPr txBox="1"/>
          <p:nvPr/>
        </p:nvSpPr>
        <p:spPr>
          <a:xfrm>
            <a:off x="6087141" y="294880"/>
            <a:ext cx="2441694" cy="1446550"/>
          </a:xfrm>
          <a:prstGeom prst="rect">
            <a:avLst/>
          </a:prstGeom>
          <a:noFill/>
        </p:spPr>
        <p:txBody>
          <a:bodyPr wrap="none" rtlCol="0">
            <a:spAutoFit/>
          </a:bodyPr>
          <a:lstStyle/>
          <a:p>
            <a:pPr algn="ctr"/>
            <a:r>
              <a:rPr lang="ja-JP" altLang="en-US" sz="8800" b="1" dirty="0">
                <a:solidFill>
                  <a:schemeClr val="bg1">
                    <a:lumMod val="95000"/>
                  </a:schemeClr>
                </a:solidFill>
                <a:latin typeface="02流線形 Bold" pitchFamily="2" charset="-128"/>
                <a:ea typeface="02流線形 Bold" pitchFamily="2" charset="-128"/>
              </a:rPr>
              <a:t>報酬</a:t>
            </a:r>
            <a:endParaRPr kumimoji="1" lang="ja-JP" altLang="en-US" sz="8800" b="1" dirty="0">
              <a:solidFill>
                <a:schemeClr val="bg1">
                  <a:lumMod val="95000"/>
                </a:schemeClr>
              </a:solidFill>
              <a:latin typeface="02流線形 Bold" pitchFamily="2" charset="-128"/>
              <a:ea typeface="02流線形 Bold" pitchFamily="2" charset="-128"/>
            </a:endParaRPr>
          </a:p>
        </p:txBody>
      </p:sp>
      <p:sp>
        <p:nvSpPr>
          <p:cNvPr id="10" name="テキスト ボックス 9">
            <a:extLst>
              <a:ext uri="{FF2B5EF4-FFF2-40B4-BE49-F238E27FC236}">
                <a16:creationId xmlns:a16="http://schemas.microsoft.com/office/drawing/2014/main" id="{A15382F8-8890-69B4-7965-3969F5DB0009}"/>
              </a:ext>
            </a:extLst>
          </p:cNvPr>
          <p:cNvSpPr txBox="1"/>
          <p:nvPr/>
        </p:nvSpPr>
        <p:spPr>
          <a:xfrm>
            <a:off x="999610" y="2256611"/>
            <a:ext cx="3103735" cy="1015663"/>
          </a:xfrm>
          <a:prstGeom prst="rect">
            <a:avLst/>
          </a:prstGeom>
          <a:noFill/>
        </p:spPr>
        <p:txBody>
          <a:bodyPr wrap="none" rtlCol="0">
            <a:spAutoFit/>
          </a:bodyPr>
          <a:lstStyle/>
          <a:p>
            <a:pPr algn="ctr"/>
            <a:r>
              <a:rPr lang="ja-JP" altLang="en-US" sz="4800" b="1" dirty="0">
                <a:solidFill>
                  <a:schemeClr val="bg1">
                    <a:lumMod val="95000"/>
                  </a:schemeClr>
                </a:solidFill>
                <a:latin typeface="02流線形 Bold" pitchFamily="2" charset="-128"/>
                <a:ea typeface="02流線形 Bold" pitchFamily="2" charset="-128"/>
              </a:rPr>
              <a:t>瀕死が</a:t>
            </a:r>
            <a:r>
              <a:rPr lang="en-US" altLang="ja-JP" sz="6000" b="1" dirty="0">
                <a:solidFill>
                  <a:srgbClr val="CC00FF"/>
                </a:solidFill>
                <a:latin typeface="02流線形 Bold" pitchFamily="2" charset="-128"/>
                <a:ea typeface="02流線形 Bold" pitchFamily="2" charset="-128"/>
              </a:rPr>
              <a:t>2</a:t>
            </a:r>
            <a:r>
              <a:rPr lang="ja-JP" altLang="en-US" sz="4800" b="1" dirty="0">
                <a:solidFill>
                  <a:schemeClr val="bg1">
                    <a:lumMod val="95000"/>
                  </a:schemeClr>
                </a:solidFill>
                <a:latin typeface="02流線形 Bold" pitchFamily="2" charset="-128"/>
                <a:ea typeface="02流線形 Bold" pitchFamily="2" charset="-128"/>
              </a:rPr>
              <a:t>人</a:t>
            </a:r>
            <a:endParaRPr kumimoji="1" lang="ja-JP" altLang="en-US" sz="4800" b="1" dirty="0">
              <a:solidFill>
                <a:schemeClr val="bg1">
                  <a:lumMod val="95000"/>
                </a:schemeClr>
              </a:solidFill>
              <a:latin typeface="02流線形 Bold" pitchFamily="2" charset="-128"/>
              <a:ea typeface="02流線形 Bold" pitchFamily="2" charset="-128"/>
            </a:endParaRPr>
          </a:p>
        </p:txBody>
      </p:sp>
      <p:sp>
        <p:nvSpPr>
          <p:cNvPr id="11" name="テキスト ボックス 10">
            <a:extLst>
              <a:ext uri="{FF2B5EF4-FFF2-40B4-BE49-F238E27FC236}">
                <a16:creationId xmlns:a16="http://schemas.microsoft.com/office/drawing/2014/main" id="{E248D9E5-A751-C6BE-220E-61521A9B04FC}"/>
              </a:ext>
            </a:extLst>
          </p:cNvPr>
          <p:cNvSpPr txBox="1"/>
          <p:nvPr/>
        </p:nvSpPr>
        <p:spPr>
          <a:xfrm>
            <a:off x="1398124" y="3916741"/>
            <a:ext cx="3698448" cy="1862048"/>
          </a:xfrm>
          <a:prstGeom prst="rect">
            <a:avLst/>
          </a:prstGeom>
          <a:noFill/>
        </p:spPr>
        <p:txBody>
          <a:bodyPr wrap="none" rtlCol="0">
            <a:spAutoFit/>
          </a:bodyPr>
          <a:lstStyle/>
          <a:p>
            <a:pPr algn="ctr"/>
            <a:r>
              <a:rPr lang="ja-JP" altLang="en-US" sz="11500" b="1" dirty="0">
                <a:solidFill>
                  <a:schemeClr val="bg1">
                    <a:lumMod val="95000"/>
                  </a:schemeClr>
                </a:solidFill>
                <a:latin typeface="KaitouYokokuGothic Heavy" panose="020B0A00000000000000" pitchFamily="34" charset="0"/>
                <a:ea typeface="KaitouYokokuGothic Heavy" panose="020B0A00000000000000" pitchFamily="34" charset="0"/>
              </a:rPr>
              <a:t>辛勝</a:t>
            </a:r>
            <a:endParaRPr kumimoji="1" lang="ja-JP" altLang="en-US" sz="11500" b="1" dirty="0">
              <a:solidFill>
                <a:schemeClr val="bg1">
                  <a:lumMod val="95000"/>
                </a:schemeClr>
              </a:solidFill>
              <a:latin typeface="KaitouYokokuGothic Heavy" panose="020B0A00000000000000" pitchFamily="34" charset="0"/>
              <a:ea typeface="KaitouYokokuGothic Heavy" panose="020B0A00000000000000" pitchFamily="34" charset="0"/>
            </a:endParaRPr>
          </a:p>
        </p:txBody>
      </p:sp>
      <p:sp>
        <p:nvSpPr>
          <p:cNvPr id="12" name="テキスト ボックス 11">
            <a:extLst>
              <a:ext uri="{FF2B5EF4-FFF2-40B4-BE49-F238E27FC236}">
                <a16:creationId xmlns:a16="http://schemas.microsoft.com/office/drawing/2014/main" id="{2462E8F0-F181-0591-B8EB-31FC11007FA0}"/>
              </a:ext>
            </a:extLst>
          </p:cNvPr>
          <p:cNvSpPr txBox="1"/>
          <p:nvPr/>
        </p:nvSpPr>
        <p:spPr>
          <a:xfrm>
            <a:off x="6087141" y="2136774"/>
            <a:ext cx="2199641" cy="1107996"/>
          </a:xfrm>
          <a:prstGeom prst="rect">
            <a:avLst/>
          </a:prstGeom>
          <a:noFill/>
        </p:spPr>
        <p:txBody>
          <a:bodyPr wrap="none" rtlCol="0">
            <a:spAutoFit/>
          </a:bodyPr>
          <a:lstStyle/>
          <a:p>
            <a:pPr algn="ctr"/>
            <a:r>
              <a:rPr lang="ja-JP" altLang="en-US" sz="6600" b="1" dirty="0">
                <a:solidFill>
                  <a:schemeClr val="bg1">
                    <a:lumMod val="95000"/>
                  </a:schemeClr>
                </a:solidFill>
                <a:latin typeface="KaitouYokokuGothic Heavy" panose="020B0A00000000000000" pitchFamily="34" charset="0"/>
                <a:ea typeface="KaitouYokokuGothic Heavy" panose="020B0A00000000000000" pitchFamily="34" charset="0"/>
              </a:rPr>
              <a:t>辛勝</a:t>
            </a:r>
            <a:endParaRPr kumimoji="1" lang="ja-JP" altLang="en-US" sz="6600" b="1" dirty="0">
              <a:solidFill>
                <a:schemeClr val="bg1">
                  <a:lumMod val="95000"/>
                </a:schemeClr>
              </a:solidFill>
              <a:latin typeface="KaitouYokokuGothic Heavy" panose="020B0A00000000000000" pitchFamily="34" charset="0"/>
              <a:ea typeface="KaitouYokokuGothic Heavy" panose="020B0A00000000000000" pitchFamily="34" charset="0"/>
            </a:endParaRPr>
          </a:p>
        </p:txBody>
      </p:sp>
      <p:sp>
        <p:nvSpPr>
          <p:cNvPr id="13" name="テキスト ボックス 12">
            <a:extLst>
              <a:ext uri="{FF2B5EF4-FFF2-40B4-BE49-F238E27FC236}">
                <a16:creationId xmlns:a16="http://schemas.microsoft.com/office/drawing/2014/main" id="{6DE4EDA2-4473-84CA-B66D-DBCE0C97B97F}"/>
              </a:ext>
            </a:extLst>
          </p:cNvPr>
          <p:cNvSpPr txBox="1"/>
          <p:nvPr/>
        </p:nvSpPr>
        <p:spPr>
          <a:xfrm>
            <a:off x="8275507" y="2275273"/>
            <a:ext cx="3036409" cy="830997"/>
          </a:xfrm>
          <a:prstGeom prst="rect">
            <a:avLst/>
          </a:prstGeom>
          <a:noFill/>
        </p:spPr>
        <p:txBody>
          <a:bodyPr wrap="none" rtlCol="0">
            <a:spAutoFit/>
          </a:bodyPr>
          <a:lstStyle/>
          <a:p>
            <a:pPr algn="ctr"/>
            <a:r>
              <a:rPr lang="ja-JP" altLang="en-US" sz="4000" b="1" dirty="0">
                <a:solidFill>
                  <a:schemeClr val="bg1">
                    <a:lumMod val="95000"/>
                  </a:schemeClr>
                </a:solidFill>
                <a:latin typeface="02流線形 Bold" pitchFamily="2" charset="-128"/>
                <a:ea typeface="02流線形 Bold" pitchFamily="2" charset="-128"/>
              </a:rPr>
              <a:t>ボーナス</a:t>
            </a:r>
            <a:r>
              <a:rPr lang="en-US" altLang="ja-JP" sz="4000" b="1" dirty="0">
                <a:solidFill>
                  <a:schemeClr val="bg1">
                    <a:lumMod val="95000"/>
                  </a:schemeClr>
                </a:solidFill>
                <a:latin typeface="02流線形 Bold" pitchFamily="2" charset="-128"/>
                <a:ea typeface="02流線形 Bold" pitchFamily="2" charset="-128"/>
              </a:rPr>
              <a:t>×</a:t>
            </a:r>
            <a:r>
              <a:rPr lang="en-US" altLang="ja-JP" sz="4800" b="1" dirty="0">
                <a:solidFill>
                  <a:srgbClr val="CC00FF"/>
                </a:solidFill>
                <a:latin typeface="02流線形 Bold" pitchFamily="2" charset="-128"/>
                <a:ea typeface="02流線形 Bold" pitchFamily="2" charset="-128"/>
              </a:rPr>
              <a:t>1</a:t>
            </a:r>
            <a:endParaRPr kumimoji="1" lang="ja-JP" altLang="en-US" sz="4000" b="1" dirty="0">
              <a:solidFill>
                <a:srgbClr val="CC00FF"/>
              </a:solidFill>
              <a:latin typeface="02流線形 Bold" pitchFamily="2" charset="-128"/>
              <a:ea typeface="02流線形 Bold" pitchFamily="2" charset="-128"/>
            </a:endParaRPr>
          </a:p>
        </p:txBody>
      </p:sp>
      <p:sp>
        <p:nvSpPr>
          <p:cNvPr id="14" name="テキスト ボックス 13">
            <a:extLst>
              <a:ext uri="{FF2B5EF4-FFF2-40B4-BE49-F238E27FC236}">
                <a16:creationId xmlns:a16="http://schemas.microsoft.com/office/drawing/2014/main" id="{C7A0E9E0-B0BF-0E59-249B-B8E4673157EA}"/>
              </a:ext>
            </a:extLst>
          </p:cNvPr>
          <p:cNvSpPr txBox="1"/>
          <p:nvPr/>
        </p:nvSpPr>
        <p:spPr>
          <a:xfrm rot="20897315">
            <a:off x="9813730" y="4757571"/>
            <a:ext cx="1463862" cy="584775"/>
          </a:xfrm>
          <a:prstGeom prst="rect">
            <a:avLst/>
          </a:prstGeom>
          <a:noFill/>
        </p:spPr>
        <p:txBody>
          <a:bodyPr wrap="none" rtlCol="0">
            <a:spAutoFit/>
          </a:bodyPr>
          <a:lstStyle/>
          <a:p>
            <a:pPr algn="ctr"/>
            <a:r>
              <a:rPr lang="en-US" altLang="ja-JP" sz="3200" b="1" dirty="0">
                <a:solidFill>
                  <a:schemeClr val="bg1">
                    <a:lumMod val="95000"/>
                  </a:schemeClr>
                </a:solidFill>
                <a:latin typeface="02流線形 Bold" pitchFamily="2" charset="-128"/>
                <a:ea typeface="02流線形 Bold" pitchFamily="2" charset="-128"/>
              </a:rPr>
              <a:t>GET</a:t>
            </a:r>
            <a:r>
              <a:rPr lang="ja-JP" altLang="en-US" sz="3200" b="1" dirty="0">
                <a:solidFill>
                  <a:schemeClr val="bg1">
                    <a:lumMod val="95000"/>
                  </a:schemeClr>
                </a:solidFill>
                <a:latin typeface="02流線形 Bold" pitchFamily="2" charset="-128"/>
                <a:ea typeface="02流線形 Bold" pitchFamily="2" charset="-128"/>
              </a:rPr>
              <a:t>！</a:t>
            </a:r>
            <a:endParaRPr kumimoji="1" lang="ja-JP" altLang="en-US" sz="3200" b="1" dirty="0">
              <a:solidFill>
                <a:srgbClr val="CC00FF"/>
              </a:solidFill>
              <a:latin typeface="02流線形 Bold" pitchFamily="2" charset="-128"/>
              <a:ea typeface="02流線形 Bold" pitchFamily="2" charset="-128"/>
            </a:endParaRPr>
          </a:p>
        </p:txBody>
      </p:sp>
      <p:pic>
        <p:nvPicPr>
          <p:cNvPr id="15" name="図 14">
            <a:extLst>
              <a:ext uri="{FF2B5EF4-FFF2-40B4-BE49-F238E27FC236}">
                <a16:creationId xmlns:a16="http://schemas.microsoft.com/office/drawing/2014/main" id="{7B6C36D5-2415-3ABE-9F45-55335DA7D86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095429" y="3606844"/>
            <a:ext cx="1433406" cy="1396462"/>
          </a:xfrm>
          <a:prstGeom prst="rect">
            <a:avLst/>
          </a:prstGeom>
        </p:spPr>
      </p:pic>
      <p:sp>
        <p:nvSpPr>
          <p:cNvPr id="16" name="テキスト ボックス 15">
            <a:extLst>
              <a:ext uri="{FF2B5EF4-FFF2-40B4-BE49-F238E27FC236}">
                <a16:creationId xmlns:a16="http://schemas.microsoft.com/office/drawing/2014/main" id="{E73A2F80-D6BC-B5A9-B09C-4F0101F5FE57}"/>
              </a:ext>
            </a:extLst>
          </p:cNvPr>
          <p:cNvSpPr txBox="1"/>
          <p:nvPr/>
        </p:nvSpPr>
        <p:spPr>
          <a:xfrm>
            <a:off x="8257566" y="3996312"/>
            <a:ext cx="1826142" cy="923330"/>
          </a:xfrm>
          <a:prstGeom prst="rect">
            <a:avLst/>
          </a:prstGeom>
          <a:noFill/>
        </p:spPr>
        <p:txBody>
          <a:bodyPr wrap="none" rtlCol="0">
            <a:spAutoFit/>
          </a:bodyPr>
          <a:lstStyle/>
          <a:p>
            <a:pPr algn="ctr"/>
            <a:r>
              <a:rPr lang="en-US" altLang="ja-JP" sz="3200" b="1" dirty="0">
                <a:solidFill>
                  <a:schemeClr val="bg1">
                    <a:lumMod val="95000"/>
                  </a:schemeClr>
                </a:solidFill>
                <a:latin typeface="02流線形 Bold" pitchFamily="2" charset="-128"/>
                <a:ea typeface="02流線形 Bold" pitchFamily="2" charset="-128"/>
              </a:rPr>
              <a:t>×</a:t>
            </a:r>
            <a:r>
              <a:rPr lang="en-US" altLang="ja-JP" sz="5400" b="1" dirty="0">
                <a:solidFill>
                  <a:schemeClr val="bg1">
                    <a:lumMod val="95000"/>
                  </a:schemeClr>
                </a:solidFill>
                <a:latin typeface="02流線形 Bold" pitchFamily="2" charset="-128"/>
                <a:ea typeface="02流線形 Bold" pitchFamily="2" charset="-128"/>
              </a:rPr>
              <a:t>000</a:t>
            </a:r>
            <a:endParaRPr kumimoji="1" lang="ja-JP" altLang="en-US" sz="4000" b="1" dirty="0">
              <a:solidFill>
                <a:srgbClr val="CC00FF"/>
              </a:solidFill>
              <a:latin typeface="02流線形 Bold" pitchFamily="2" charset="-128"/>
              <a:ea typeface="02流線形 Bold" pitchFamily="2" charset="-128"/>
            </a:endParaRPr>
          </a:p>
        </p:txBody>
      </p:sp>
    </p:spTree>
    <p:extLst>
      <p:ext uri="{BB962C8B-B14F-4D97-AF65-F5344CB8AC3E}">
        <p14:creationId xmlns:p14="http://schemas.microsoft.com/office/powerpoint/2010/main" val="2089942541"/>
      </p:ext>
    </p:extLst>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2E65DB-D97C-6F6E-D9B8-D7833BA08F23}"/>
            </a:ext>
          </a:extLst>
        </p:cNvPr>
        <p:cNvGrpSpPr/>
        <p:nvPr/>
      </p:nvGrpSpPr>
      <p:grpSpPr>
        <a:xfrm>
          <a:off x="0" y="0"/>
          <a:ext cx="0" cy="0"/>
          <a:chOff x="0" y="0"/>
          <a:chExt cx="0" cy="0"/>
        </a:xfrm>
      </p:grpSpPr>
      <p:grpSp>
        <p:nvGrpSpPr>
          <p:cNvPr id="153" name="グループ化 152">
            <a:extLst>
              <a:ext uri="{FF2B5EF4-FFF2-40B4-BE49-F238E27FC236}">
                <a16:creationId xmlns:a16="http://schemas.microsoft.com/office/drawing/2014/main" id="{B490425C-6ADF-62DF-AECE-09D3FAB20384}"/>
              </a:ext>
            </a:extLst>
          </p:cNvPr>
          <p:cNvGrpSpPr/>
          <p:nvPr/>
        </p:nvGrpSpPr>
        <p:grpSpPr>
          <a:xfrm>
            <a:off x="9569319" y="1071664"/>
            <a:ext cx="1755710" cy="810206"/>
            <a:chOff x="9569319" y="887965"/>
            <a:chExt cx="1755710" cy="810206"/>
          </a:xfrm>
        </p:grpSpPr>
        <p:sp>
          <p:nvSpPr>
            <p:cNvPr id="6" name="四角形: 角を丸くする 5">
              <a:extLst>
                <a:ext uri="{FF2B5EF4-FFF2-40B4-BE49-F238E27FC236}">
                  <a16:creationId xmlns:a16="http://schemas.microsoft.com/office/drawing/2014/main" id="{DD573984-06C0-9577-E430-B2FDB78D1E88}"/>
                </a:ext>
              </a:extLst>
            </p:cNvPr>
            <p:cNvSpPr/>
            <p:nvPr/>
          </p:nvSpPr>
          <p:spPr>
            <a:xfrm>
              <a:off x="9569319" y="887965"/>
              <a:ext cx="1755710" cy="810206"/>
            </a:xfrm>
            <a:prstGeom prst="roundRect">
              <a:avLst>
                <a:gd name="adj" fmla="val 6428"/>
              </a:avLst>
            </a:prstGeom>
            <a:solidFill>
              <a:schemeClr val="accent6">
                <a:alpha val="80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2" name="テキスト ボックス 11">
              <a:extLst>
                <a:ext uri="{FF2B5EF4-FFF2-40B4-BE49-F238E27FC236}">
                  <a16:creationId xmlns:a16="http://schemas.microsoft.com/office/drawing/2014/main" id="{64778C34-48F6-224D-B0AE-94192C8F6880}"/>
                </a:ext>
              </a:extLst>
            </p:cNvPr>
            <p:cNvSpPr txBox="1"/>
            <p:nvPr/>
          </p:nvSpPr>
          <p:spPr>
            <a:xfrm>
              <a:off x="10713075" y="1293068"/>
              <a:ext cx="595035" cy="338554"/>
            </a:xfrm>
            <a:prstGeom prst="rect">
              <a:avLst/>
            </a:prstGeom>
            <a:noFill/>
          </p:spPr>
          <p:txBody>
            <a:bodyPr wrap="none" rtlCol="0">
              <a:spAutoFit/>
            </a:bodyPr>
            <a:lstStyle/>
            <a:p>
              <a:pPr algn="r"/>
              <a:r>
                <a:rPr lang="ja-JP" altLang="en-US"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バフ</a:t>
              </a:r>
              <a:endParaRPr kumimoji="1" lang="en-US" altLang="ja-JP"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pic>
        <p:nvPicPr>
          <p:cNvPr id="44" name="図 43">
            <a:extLst>
              <a:ext uri="{FF2B5EF4-FFF2-40B4-BE49-F238E27FC236}">
                <a16:creationId xmlns:a16="http://schemas.microsoft.com/office/drawing/2014/main" id="{F25A0ACA-AC2F-DF08-C6D8-9F4C62AEF40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271707" y="235933"/>
            <a:ext cx="610371" cy="610371"/>
          </a:xfrm>
          <a:prstGeom prst="rect">
            <a:avLst/>
          </a:prstGeom>
        </p:spPr>
      </p:pic>
      <p:grpSp>
        <p:nvGrpSpPr>
          <p:cNvPr id="181" name="グループ化 180">
            <a:extLst>
              <a:ext uri="{FF2B5EF4-FFF2-40B4-BE49-F238E27FC236}">
                <a16:creationId xmlns:a16="http://schemas.microsoft.com/office/drawing/2014/main" id="{AC89C07D-EFA9-66D1-0BA6-DA42303CC496}"/>
              </a:ext>
            </a:extLst>
          </p:cNvPr>
          <p:cNvGrpSpPr/>
          <p:nvPr/>
        </p:nvGrpSpPr>
        <p:grpSpPr>
          <a:xfrm>
            <a:off x="9569319" y="5011901"/>
            <a:ext cx="1755710" cy="810206"/>
            <a:chOff x="9569319" y="5159829"/>
            <a:chExt cx="1755710" cy="810206"/>
          </a:xfrm>
          <a:solidFill>
            <a:schemeClr val="bg1">
              <a:lumMod val="85000"/>
              <a:alpha val="70000"/>
            </a:schemeClr>
          </a:solidFill>
        </p:grpSpPr>
        <p:sp>
          <p:nvSpPr>
            <p:cNvPr id="182" name="四角形: 角を丸くする 181">
              <a:extLst>
                <a:ext uri="{FF2B5EF4-FFF2-40B4-BE49-F238E27FC236}">
                  <a16:creationId xmlns:a16="http://schemas.microsoft.com/office/drawing/2014/main" id="{999F17FA-EF57-9073-1BCF-EF12EAE69CCC}"/>
                </a:ext>
              </a:extLst>
            </p:cNvPr>
            <p:cNvSpPr/>
            <p:nvPr/>
          </p:nvSpPr>
          <p:spPr>
            <a:xfrm>
              <a:off x="9569319" y="5159829"/>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HGS明朝E" panose="02020900000000000000" pitchFamily="18" charset="-128"/>
                <a:ea typeface="HGS明朝E" panose="02020900000000000000" pitchFamily="18" charset="-128"/>
              </a:endParaRPr>
            </a:p>
          </p:txBody>
        </p:sp>
        <p:sp>
          <p:nvSpPr>
            <p:cNvPr id="183" name="テキスト ボックス 182">
              <a:extLst>
                <a:ext uri="{FF2B5EF4-FFF2-40B4-BE49-F238E27FC236}">
                  <a16:creationId xmlns:a16="http://schemas.microsoft.com/office/drawing/2014/main" id="{8E26185E-058E-0554-C54D-EBD73C3EA0E3}"/>
                </a:ext>
              </a:extLst>
            </p:cNvPr>
            <p:cNvSpPr txBox="1"/>
            <p:nvPr/>
          </p:nvSpPr>
          <p:spPr>
            <a:xfrm>
              <a:off x="9738450" y="5564932"/>
              <a:ext cx="1569660" cy="369332"/>
            </a:xfrm>
            <a:prstGeom prst="rect">
              <a:avLst/>
            </a:prstGeom>
            <a:noFill/>
            <a:ln>
              <a:noFill/>
            </a:ln>
          </p:spPr>
          <p:txBody>
            <a:bodyPr wrap="none" rtlCol="0">
              <a:spAutoFit/>
            </a:bodyPr>
            <a:lstStyle/>
            <a:p>
              <a:pPr algn="r"/>
              <a:r>
                <a:rPr kumimoji="1" lang="ja-JP" altLang="en-US"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rPr>
                <a:t>ルート画面へ</a:t>
              </a:r>
              <a:endParaRPr kumimoji="1" lang="en-US" altLang="ja-JP"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sp>
        <p:nvSpPr>
          <p:cNvPr id="188" name="四角形: 角を丸くする 187">
            <a:extLst>
              <a:ext uri="{FF2B5EF4-FFF2-40B4-BE49-F238E27FC236}">
                <a16:creationId xmlns:a16="http://schemas.microsoft.com/office/drawing/2014/main" id="{CC4687EA-61B1-6E4A-A0D4-DF1D21BC3CD4}"/>
              </a:ext>
            </a:extLst>
          </p:cNvPr>
          <p:cNvSpPr/>
          <p:nvPr/>
        </p:nvSpPr>
        <p:spPr>
          <a:xfrm>
            <a:off x="726233" y="695130"/>
            <a:ext cx="8501744" cy="5467739"/>
          </a:xfrm>
          <a:prstGeom prst="roundRect">
            <a:avLst>
              <a:gd name="adj" fmla="val 6428"/>
            </a:avLst>
          </a:prstGeom>
          <a:solidFill>
            <a:schemeClr val="bg1">
              <a:lumMod val="65000"/>
              <a:alpha val="6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91" name="テキスト ボックス 190">
            <a:extLst>
              <a:ext uri="{FF2B5EF4-FFF2-40B4-BE49-F238E27FC236}">
                <a16:creationId xmlns:a16="http://schemas.microsoft.com/office/drawing/2014/main" id="{41682B10-0A30-1F46-163D-F2C151803458}"/>
              </a:ext>
            </a:extLst>
          </p:cNvPr>
          <p:cNvSpPr txBox="1"/>
          <p:nvPr/>
        </p:nvSpPr>
        <p:spPr>
          <a:xfrm>
            <a:off x="954531" y="873794"/>
            <a:ext cx="1107996" cy="646331"/>
          </a:xfrm>
          <a:prstGeom prst="rect">
            <a:avLst/>
          </a:prstGeom>
          <a:noFill/>
        </p:spPr>
        <p:txBody>
          <a:bodyPr wrap="none" rtlCol="0">
            <a:spAutoFit/>
          </a:bodyPr>
          <a:lstStyle/>
          <a:p>
            <a:r>
              <a:rPr kumimoji="1" lang="ja-JP" altLang="en-US" sz="3600" dirty="0">
                <a:solidFill>
                  <a:schemeClr val="bg1">
                    <a:lumMod val="95000"/>
                  </a:schemeClr>
                </a:solidFill>
                <a:latin typeface="HGS明朝E" panose="02020900000000000000" pitchFamily="18" charset="-128"/>
                <a:ea typeface="HGS明朝E" panose="02020900000000000000" pitchFamily="18" charset="-128"/>
              </a:rPr>
              <a:t>回復</a:t>
            </a:r>
          </a:p>
        </p:txBody>
      </p:sp>
      <p:grpSp>
        <p:nvGrpSpPr>
          <p:cNvPr id="9" name="グループ化 8">
            <a:extLst>
              <a:ext uri="{FF2B5EF4-FFF2-40B4-BE49-F238E27FC236}">
                <a16:creationId xmlns:a16="http://schemas.microsoft.com/office/drawing/2014/main" id="{DC1C447F-20F5-A814-BC6F-CA15D5399644}"/>
              </a:ext>
            </a:extLst>
          </p:cNvPr>
          <p:cNvGrpSpPr/>
          <p:nvPr/>
        </p:nvGrpSpPr>
        <p:grpSpPr>
          <a:xfrm>
            <a:off x="9569319" y="2385076"/>
            <a:ext cx="1755710" cy="810206"/>
            <a:chOff x="9569319" y="887965"/>
            <a:chExt cx="1755710" cy="810206"/>
          </a:xfrm>
        </p:grpSpPr>
        <p:sp>
          <p:nvSpPr>
            <p:cNvPr id="10" name="四角形: 角を丸くする 9">
              <a:extLst>
                <a:ext uri="{FF2B5EF4-FFF2-40B4-BE49-F238E27FC236}">
                  <a16:creationId xmlns:a16="http://schemas.microsoft.com/office/drawing/2014/main" id="{281B4086-2EC0-DEC4-FF2D-DE00525251EF}"/>
                </a:ext>
              </a:extLst>
            </p:cNvPr>
            <p:cNvSpPr/>
            <p:nvPr/>
          </p:nvSpPr>
          <p:spPr>
            <a:xfrm>
              <a:off x="9569319" y="887965"/>
              <a:ext cx="1755710" cy="810206"/>
            </a:xfrm>
            <a:prstGeom prst="roundRect">
              <a:avLst>
                <a:gd name="adj" fmla="val 6428"/>
              </a:avLst>
            </a:prstGeom>
            <a:solidFill>
              <a:schemeClr val="accent6">
                <a:alpha val="8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1" name="テキスト ボックス 10">
              <a:extLst>
                <a:ext uri="{FF2B5EF4-FFF2-40B4-BE49-F238E27FC236}">
                  <a16:creationId xmlns:a16="http://schemas.microsoft.com/office/drawing/2014/main" id="{D8C8579C-DEDB-F65D-5515-864EAB47C717}"/>
                </a:ext>
              </a:extLst>
            </p:cNvPr>
            <p:cNvSpPr txBox="1"/>
            <p:nvPr/>
          </p:nvSpPr>
          <p:spPr>
            <a:xfrm>
              <a:off x="10713075" y="1293068"/>
              <a:ext cx="595035" cy="338554"/>
            </a:xfrm>
            <a:prstGeom prst="rect">
              <a:avLst/>
            </a:prstGeom>
            <a:noFill/>
          </p:spPr>
          <p:txBody>
            <a:bodyPr wrap="none" rtlCol="0">
              <a:spAutoFit/>
            </a:bodyPr>
            <a:lstStyle/>
            <a:p>
              <a:pPr algn="r"/>
              <a:r>
                <a:rPr lang="ja-JP" altLang="en-US"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回復</a:t>
              </a:r>
              <a:endParaRPr kumimoji="1" lang="en-US" altLang="ja-JP"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13" name="グループ化 12">
            <a:extLst>
              <a:ext uri="{FF2B5EF4-FFF2-40B4-BE49-F238E27FC236}">
                <a16:creationId xmlns:a16="http://schemas.microsoft.com/office/drawing/2014/main" id="{C79D4882-8C43-F5F9-89E6-6AB74BF14C9C}"/>
              </a:ext>
            </a:extLst>
          </p:cNvPr>
          <p:cNvGrpSpPr/>
          <p:nvPr/>
        </p:nvGrpSpPr>
        <p:grpSpPr>
          <a:xfrm>
            <a:off x="9569319" y="3698488"/>
            <a:ext cx="1755710" cy="810206"/>
            <a:chOff x="9569319" y="887965"/>
            <a:chExt cx="1755710" cy="810206"/>
          </a:xfrm>
        </p:grpSpPr>
        <p:sp>
          <p:nvSpPr>
            <p:cNvPr id="14" name="四角形: 角を丸くする 13">
              <a:extLst>
                <a:ext uri="{FF2B5EF4-FFF2-40B4-BE49-F238E27FC236}">
                  <a16:creationId xmlns:a16="http://schemas.microsoft.com/office/drawing/2014/main" id="{9FA3ED8B-62D3-EB1E-EBE8-31496AA8BD4D}"/>
                </a:ext>
              </a:extLst>
            </p:cNvPr>
            <p:cNvSpPr/>
            <p:nvPr/>
          </p:nvSpPr>
          <p:spPr>
            <a:xfrm>
              <a:off x="9569319" y="887965"/>
              <a:ext cx="1755710" cy="810206"/>
            </a:xfrm>
            <a:prstGeom prst="roundRect">
              <a:avLst>
                <a:gd name="adj" fmla="val 6428"/>
              </a:avLst>
            </a:prstGeom>
            <a:solidFill>
              <a:schemeClr val="accent6">
                <a:alpha val="80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5" name="テキスト ボックス 14">
              <a:extLst>
                <a:ext uri="{FF2B5EF4-FFF2-40B4-BE49-F238E27FC236}">
                  <a16:creationId xmlns:a16="http://schemas.microsoft.com/office/drawing/2014/main" id="{1F141844-216F-6132-C7A0-7784AF537AF9}"/>
                </a:ext>
              </a:extLst>
            </p:cNvPr>
            <p:cNvSpPr txBox="1"/>
            <p:nvPr/>
          </p:nvSpPr>
          <p:spPr>
            <a:xfrm>
              <a:off x="10507890" y="1293068"/>
              <a:ext cx="800220" cy="338554"/>
            </a:xfrm>
            <a:prstGeom prst="rect">
              <a:avLst/>
            </a:prstGeom>
            <a:noFill/>
          </p:spPr>
          <p:txBody>
            <a:bodyPr wrap="none" rtlCol="0">
              <a:spAutoFit/>
            </a:bodyPr>
            <a:lstStyle/>
            <a:p>
              <a:pPr algn="r"/>
              <a:r>
                <a:rPr lang="ja-JP" altLang="en-US"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キャラ</a:t>
              </a:r>
              <a:endParaRPr kumimoji="1" lang="en-US" altLang="ja-JP"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pic>
        <p:nvPicPr>
          <p:cNvPr id="16" name="図 15" descr="アイコン&#10;&#10;AI 生成コンテンツは誤りを含む可能性があります。">
            <a:extLst>
              <a:ext uri="{FF2B5EF4-FFF2-40B4-BE49-F238E27FC236}">
                <a16:creationId xmlns:a16="http://schemas.microsoft.com/office/drawing/2014/main" id="{A22EE786-A101-CC50-160F-AE65FE7A707E}"/>
              </a:ext>
            </a:extLst>
          </p:cNvPr>
          <p:cNvPicPr>
            <a:picLocks noChangeAspect="1"/>
          </p:cNvPicPr>
          <p:nvPr/>
        </p:nvPicPr>
        <p:blipFill>
          <a:blip r:embed="rId4">
            <a:lum bright="70000" contrast="-70000"/>
            <a:extLst>
              <a:ext uri="{28A0092B-C50C-407E-A947-70E740481C1C}">
                <a14:useLocalDpi xmlns:a14="http://schemas.microsoft.com/office/drawing/2010/main" val="0"/>
              </a:ext>
            </a:extLst>
          </a:blip>
          <a:stretch>
            <a:fillRect/>
          </a:stretch>
        </p:blipFill>
        <p:spPr>
          <a:xfrm>
            <a:off x="9711869" y="3705941"/>
            <a:ext cx="810206" cy="810206"/>
          </a:xfrm>
          <a:prstGeom prst="rect">
            <a:avLst/>
          </a:prstGeom>
        </p:spPr>
      </p:pic>
      <p:pic>
        <p:nvPicPr>
          <p:cNvPr id="17" name="図 16">
            <a:extLst>
              <a:ext uri="{FF2B5EF4-FFF2-40B4-BE49-F238E27FC236}">
                <a16:creationId xmlns:a16="http://schemas.microsoft.com/office/drawing/2014/main" id="{C4F737F3-7B28-D593-4E8C-DC8BE7C6D324}"/>
              </a:ext>
            </a:extLst>
          </p:cNvPr>
          <p:cNvPicPr>
            <a:picLocks noChangeAspect="1"/>
          </p:cNvPicPr>
          <p:nvPr/>
        </p:nvPicPr>
        <p:blipFill>
          <a:blip r:embed="rId5">
            <a:lum bright="70000" contrast="-70000"/>
            <a:extLst>
              <a:ext uri="{28A0092B-C50C-407E-A947-70E740481C1C}">
                <a14:useLocalDpi xmlns:a14="http://schemas.microsoft.com/office/drawing/2010/main" val="0"/>
              </a:ext>
            </a:extLst>
          </a:blip>
          <a:srcRect l="52651" t="22678" r="27395" b="50636"/>
          <a:stretch>
            <a:fillRect/>
          </a:stretch>
        </p:blipFill>
        <p:spPr>
          <a:xfrm>
            <a:off x="9855544" y="2567145"/>
            <a:ext cx="524800" cy="486373"/>
          </a:xfrm>
          <a:prstGeom prst="rect">
            <a:avLst/>
          </a:prstGeom>
        </p:spPr>
      </p:pic>
      <p:sp>
        <p:nvSpPr>
          <p:cNvPr id="18" name="矢印: 下 17">
            <a:extLst>
              <a:ext uri="{FF2B5EF4-FFF2-40B4-BE49-F238E27FC236}">
                <a16:creationId xmlns:a16="http://schemas.microsoft.com/office/drawing/2014/main" id="{0763253E-E656-9713-A36C-D51F77AFEBA6}"/>
              </a:ext>
            </a:extLst>
          </p:cNvPr>
          <p:cNvSpPr/>
          <p:nvPr/>
        </p:nvSpPr>
        <p:spPr>
          <a:xfrm flipV="1">
            <a:off x="9925088" y="1244453"/>
            <a:ext cx="355292" cy="464628"/>
          </a:xfrm>
          <a:prstGeom prst="downArrow">
            <a:avLst/>
          </a:prstGeom>
          <a:solidFill>
            <a:schemeClr val="bg1">
              <a:lumMod val="95000"/>
            </a:schemeClr>
          </a:solidFill>
          <a:ln w="9525">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4" name="直線コネクタ 3">
            <a:extLst>
              <a:ext uri="{FF2B5EF4-FFF2-40B4-BE49-F238E27FC236}">
                <a16:creationId xmlns:a16="http://schemas.microsoft.com/office/drawing/2014/main" id="{C839BF39-9B7E-6FA4-6FFE-F95CF7CDCE1F}"/>
              </a:ext>
            </a:extLst>
          </p:cNvPr>
          <p:cNvCxnSpPr/>
          <p:nvPr/>
        </p:nvCxnSpPr>
        <p:spPr>
          <a:xfrm>
            <a:off x="1421363" y="4329404"/>
            <a:ext cx="7175241" cy="0"/>
          </a:xfrm>
          <a:prstGeom prst="line">
            <a:avLst/>
          </a:prstGeom>
          <a:ln>
            <a:solidFill>
              <a:schemeClr val="tx1">
                <a:lumMod val="85000"/>
                <a:lumOff val="15000"/>
              </a:schemeClr>
            </a:solidFill>
          </a:ln>
        </p:spPr>
        <p:style>
          <a:lnRef idx="2">
            <a:schemeClr val="accent1"/>
          </a:lnRef>
          <a:fillRef idx="0">
            <a:schemeClr val="accent1"/>
          </a:fillRef>
          <a:effectRef idx="1">
            <a:schemeClr val="accent1"/>
          </a:effectRef>
          <a:fontRef idx="minor">
            <a:schemeClr val="tx1"/>
          </a:fontRef>
        </p:style>
      </p:cxnSp>
      <p:pic>
        <p:nvPicPr>
          <p:cNvPr id="20" name="図 19">
            <a:extLst>
              <a:ext uri="{FF2B5EF4-FFF2-40B4-BE49-F238E27FC236}">
                <a16:creationId xmlns:a16="http://schemas.microsoft.com/office/drawing/2014/main" id="{F0391E68-1171-6491-5277-CEBB66F42937}"/>
              </a:ext>
            </a:extLst>
          </p:cNvPr>
          <p:cNvPicPr>
            <a:picLocks noChangeAspect="1"/>
          </p:cNvPicPr>
          <p:nvPr/>
        </p:nvPicPr>
        <p:blipFill>
          <a:blip r:embed="rId6">
            <a:grayscl/>
            <a:extLst>
              <a:ext uri="{28A0092B-C50C-407E-A947-70E740481C1C}">
                <a14:useLocalDpi xmlns:a14="http://schemas.microsoft.com/office/drawing/2010/main" val="0"/>
              </a:ext>
            </a:extLst>
          </a:blip>
          <a:stretch>
            <a:fillRect/>
          </a:stretch>
        </p:blipFill>
        <p:spPr>
          <a:xfrm>
            <a:off x="1908136" y="4592243"/>
            <a:ext cx="1124312" cy="1124312"/>
          </a:xfrm>
          <a:prstGeom prst="rect">
            <a:avLst/>
          </a:prstGeom>
        </p:spPr>
      </p:pic>
      <p:pic>
        <p:nvPicPr>
          <p:cNvPr id="21" name="図 20">
            <a:extLst>
              <a:ext uri="{FF2B5EF4-FFF2-40B4-BE49-F238E27FC236}">
                <a16:creationId xmlns:a16="http://schemas.microsoft.com/office/drawing/2014/main" id="{F528852F-7678-1C1B-00B5-A10E1877FBF3}"/>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3201579" y="4607820"/>
            <a:ext cx="1124312" cy="1124312"/>
          </a:xfrm>
          <a:prstGeom prst="rect">
            <a:avLst/>
          </a:prstGeom>
        </p:spPr>
      </p:pic>
      <p:pic>
        <p:nvPicPr>
          <p:cNvPr id="22" name="図 21">
            <a:extLst>
              <a:ext uri="{FF2B5EF4-FFF2-40B4-BE49-F238E27FC236}">
                <a16:creationId xmlns:a16="http://schemas.microsoft.com/office/drawing/2014/main" id="{301789CE-031C-0BB3-EEAB-46B143B4FD4F}"/>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4495022" y="4615609"/>
            <a:ext cx="1124312" cy="1124312"/>
          </a:xfrm>
          <a:prstGeom prst="rect">
            <a:avLst/>
          </a:prstGeom>
        </p:spPr>
      </p:pic>
      <p:grpSp>
        <p:nvGrpSpPr>
          <p:cNvPr id="23" name="グループ化 22">
            <a:extLst>
              <a:ext uri="{FF2B5EF4-FFF2-40B4-BE49-F238E27FC236}">
                <a16:creationId xmlns:a16="http://schemas.microsoft.com/office/drawing/2014/main" id="{85FF6C33-5304-C477-2876-D5318B1B8124}"/>
              </a:ext>
            </a:extLst>
          </p:cNvPr>
          <p:cNvGrpSpPr/>
          <p:nvPr/>
        </p:nvGrpSpPr>
        <p:grpSpPr>
          <a:xfrm>
            <a:off x="1419053" y="1719520"/>
            <a:ext cx="7116105" cy="1040826"/>
            <a:chOff x="922576" y="2450171"/>
            <a:chExt cx="5301952" cy="1309138"/>
          </a:xfrm>
          <a:solidFill>
            <a:schemeClr val="tx1">
              <a:lumMod val="75000"/>
              <a:lumOff val="25000"/>
              <a:alpha val="85000"/>
            </a:schemeClr>
          </a:solidFill>
        </p:grpSpPr>
        <p:sp>
          <p:nvSpPr>
            <p:cNvPr id="24" name="四角形: 角を丸くする 23">
              <a:extLst>
                <a:ext uri="{FF2B5EF4-FFF2-40B4-BE49-F238E27FC236}">
                  <a16:creationId xmlns:a16="http://schemas.microsoft.com/office/drawing/2014/main" id="{C8C46460-AE80-7207-DEA3-92E22E9603D7}"/>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latin typeface="02流線形 Black" pitchFamily="2" charset="-128"/>
                  <a:ea typeface="02流線形 Black" pitchFamily="2" charset="-128"/>
                </a:rPr>
                <a:t>キャラ</a:t>
              </a:r>
            </a:p>
          </p:txBody>
        </p:sp>
        <p:sp>
          <p:nvSpPr>
            <p:cNvPr id="25" name="四角形: 角を丸くする 24">
              <a:extLst>
                <a:ext uri="{FF2B5EF4-FFF2-40B4-BE49-F238E27FC236}">
                  <a16:creationId xmlns:a16="http://schemas.microsoft.com/office/drawing/2014/main" id="{4AD06AE7-CF28-E35C-DD94-503FF11CF47D}"/>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latin typeface="02流線形 Black" pitchFamily="2" charset="-128"/>
                  <a:ea typeface="02流線形 Black" pitchFamily="2" charset="-128"/>
                </a:rPr>
                <a:t>キャラ</a:t>
              </a:r>
            </a:p>
          </p:txBody>
        </p:sp>
        <p:sp>
          <p:nvSpPr>
            <p:cNvPr id="26" name="四角形: 角を丸くする 25">
              <a:extLst>
                <a:ext uri="{FF2B5EF4-FFF2-40B4-BE49-F238E27FC236}">
                  <a16:creationId xmlns:a16="http://schemas.microsoft.com/office/drawing/2014/main" id="{10BB68E8-143A-A38A-0E39-64D281F6606E}"/>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latin typeface="02流線形 Black" pitchFamily="2" charset="-128"/>
                  <a:ea typeface="02流線形 Black" pitchFamily="2" charset="-128"/>
                </a:rPr>
                <a:t>キャラ</a:t>
              </a:r>
            </a:p>
          </p:txBody>
        </p:sp>
        <p:sp>
          <p:nvSpPr>
            <p:cNvPr id="27" name="四角形: 角を丸くする 26">
              <a:extLst>
                <a:ext uri="{FF2B5EF4-FFF2-40B4-BE49-F238E27FC236}">
                  <a16:creationId xmlns:a16="http://schemas.microsoft.com/office/drawing/2014/main" id="{3447AE82-BD9D-4DB1-AC16-04F8E60568D0}"/>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latin typeface="02流線形 Black" pitchFamily="2" charset="-128"/>
                  <a:ea typeface="02流線形 Black" pitchFamily="2" charset="-128"/>
                </a:rPr>
                <a:t>キャラ</a:t>
              </a:r>
            </a:p>
          </p:txBody>
        </p:sp>
      </p:grpSp>
      <p:grpSp>
        <p:nvGrpSpPr>
          <p:cNvPr id="28" name="グループ化 27">
            <a:extLst>
              <a:ext uri="{FF2B5EF4-FFF2-40B4-BE49-F238E27FC236}">
                <a16:creationId xmlns:a16="http://schemas.microsoft.com/office/drawing/2014/main" id="{536FD46A-4012-BE18-DEA2-12881D8D1BB9}"/>
              </a:ext>
            </a:extLst>
          </p:cNvPr>
          <p:cNvGrpSpPr/>
          <p:nvPr/>
        </p:nvGrpSpPr>
        <p:grpSpPr>
          <a:xfrm>
            <a:off x="1419053" y="3001124"/>
            <a:ext cx="7116105" cy="1040826"/>
            <a:chOff x="922576" y="2450171"/>
            <a:chExt cx="5301952" cy="1309138"/>
          </a:xfrm>
          <a:solidFill>
            <a:schemeClr val="tx1">
              <a:lumMod val="75000"/>
              <a:lumOff val="25000"/>
              <a:alpha val="85000"/>
            </a:schemeClr>
          </a:solidFill>
        </p:grpSpPr>
        <p:sp>
          <p:nvSpPr>
            <p:cNvPr id="29" name="四角形: 角を丸くする 28">
              <a:extLst>
                <a:ext uri="{FF2B5EF4-FFF2-40B4-BE49-F238E27FC236}">
                  <a16:creationId xmlns:a16="http://schemas.microsoft.com/office/drawing/2014/main" id="{7E235D91-54FC-ABC3-B0A4-A5C9F3E90505}"/>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latin typeface="02流線形 Black" pitchFamily="2" charset="-128"/>
                  <a:ea typeface="02流線形 Black" pitchFamily="2" charset="-128"/>
                </a:rPr>
                <a:t>キャラ</a:t>
              </a:r>
            </a:p>
          </p:txBody>
        </p:sp>
        <p:sp>
          <p:nvSpPr>
            <p:cNvPr id="30" name="四角形: 角を丸くする 29">
              <a:extLst>
                <a:ext uri="{FF2B5EF4-FFF2-40B4-BE49-F238E27FC236}">
                  <a16:creationId xmlns:a16="http://schemas.microsoft.com/office/drawing/2014/main" id="{F996E8C5-857A-8EF9-AA23-A2610D0A694E}"/>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latin typeface="02流線形 Black" pitchFamily="2" charset="-128"/>
                  <a:ea typeface="02流線形 Black" pitchFamily="2" charset="-128"/>
                </a:rPr>
                <a:t>キャラ</a:t>
              </a:r>
            </a:p>
          </p:txBody>
        </p:sp>
        <p:sp>
          <p:nvSpPr>
            <p:cNvPr id="31" name="四角形: 角を丸くする 30">
              <a:extLst>
                <a:ext uri="{FF2B5EF4-FFF2-40B4-BE49-F238E27FC236}">
                  <a16:creationId xmlns:a16="http://schemas.microsoft.com/office/drawing/2014/main" id="{060D7F4E-EF8A-3389-A20A-3B04DE902A54}"/>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latin typeface="02流線形 Black" pitchFamily="2" charset="-128"/>
                  <a:ea typeface="02流線形 Black" pitchFamily="2" charset="-128"/>
                </a:rPr>
                <a:t>キャラ</a:t>
              </a:r>
            </a:p>
          </p:txBody>
        </p:sp>
        <p:sp>
          <p:nvSpPr>
            <p:cNvPr id="32" name="四角形: 角を丸くする 31">
              <a:extLst>
                <a:ext uri="{FF2B5EF4-FFF2-40B4-BE49-F238E27FC236}">
                  <a16:creationId xmlns:a16="http://schemas.microsoft.com/office/drawing/2014/main" id="{A83368CA-E7C9-6F67-11D2-745C1E1122BB}"/>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latin typeface="02流線形 Black" pitchFamily="2" charset="-128"/>
                  <a:ea typeface="02流線形 Black" pitchFamily="2" charset="-128"/>
                </a:rPr>
                <a:t>キャラ</a:t>
              </a:r>
            </a:p>
          </p:txBody>
        </p:sp>
      </p:grpSp>
    </p:spTree>
    <p:extLst>
      <p:ext uri="{BB962C8B-B14F-4D97-AF65-F5344CB8AC3E}">
        <p14:creationId xmlns:p14="http://schemas.microsoft.com/office/powerpoint/2010/main" val="2983787397"/>
      </p:ext>
    </p:extLst>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819573-D092-795B-9A53-6C3D1E48D103}"/>
            </a:ext>
          </a:extLst>
        </p:cNvPr>
        <p:cNvGrpSpPr/>
        <p:nvPr/>
      </p:nvGrpSpPr>
      <p:grpSpPr>
        <a:xfrm>
          <a:off x="0" y="0"/>
          <a:ext cx="0" cy="0"/>
          <a:chOff x="0" y="0"/>
          <a:chExt cx="0" cy="0"/>
        </a:xfrm>
      </p:grpSpPr>
      <p:cxnSp>
        <p:nvCxnSpPr>
          <p:cNvPr id="77" name="直線コネクタ 76">
            <a:extLst>
              <a:ext uri="{FF2B5EF4-FFF2-40B4-BE49-F238E27FC236}">
                <a16:creationId xmlns:a16="http://schemas.microsoft.com/office/drawing/2014/main" id="{969F419B-9B02-96A5-F0A3-14B18F46A11F}"/>
              </a:ext>
            </a:extLst>
          </p:cNvPr>
          <p:cNvCxnSpPr>
            <a:cxnSpLocks/>
            <a:stCxn id="45" idx="6"/>
            <a:endCxn id="48" idx="2"/>
          </p:cNvCxnSpPr>
          <p:nvPr/>
        </p:nvCxnSpPr>
        <p:spPr>
          <a:xfrm>
            <a:off x="4052275" y="3003615"/>
            <a:ext cx="563659" cy="1006993"/>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sp>
        <p:nvSpPr>
          <p:cNvPr id="3" name="楕円 2">
            <a:extLst>
              <a:ext uri="{FF2B5EF4-FFF2-40B4-BE49-F238E27FC236}">
                <a16:creationId xmlns:a16="http://schemas.microsoft.com/office/drawing/2014/main" id="{D5E9DAED-BD06-E859-DBC0-65D33E5CA6A2}"/>
              </a:ext>
            </a:extLst>
          </p:cNvPr>
          <p:cNvSpPr/>
          <p:nvPr/>
        </p:nvSpPr>
        <p:spPr>
          <a:xfrm>
            <a:off x="-307971" y="2010748"/>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rgbClr val="C00000"/>
                </a:solidFill>
                <a:latin typeface="BIZ UDP明朝 Medium" panose="02020500000000000000" pitchFamily="18" charset="-128"/>
                <a:ea typeface="BIZ UDP明朝 Medium" panose="02020500000000000000" pitchFamily="18" charset="-128"/>
              </a:rPr>
              <a:t>BATTLE</a:t>
            </a:r>
            <a:endParaRPr kumimoji="1" lang="ja-JP" altLang="en-US" dirty="0">
              <a:solidFill>
                <a:srgbClr val="C00000"/>
              </a:solidFill>
              <a:latin typeface="BIZ UDP明朝 Medium" panose="02020500000000000000" pitchFamily="18" charset="-128"/>
              <a:ea typeface="BIZ UDP明朝 Medium" panose="02020500000000000000" pitchFamily="18" charset="-128"/>
            </a:endParaRPr>
          </a:p>
        </p:txBody>
      </p:sp>
      <p:sp>
        <p:nvSpPr>
          <p:cNvPr id="19" name="楕円 18">
            <a:extLst>
              <a:ext uri="{FF2B5EF4-FFF2-40B4-BE49-F238E27FC236}">
                <a16:creationId xmlns:a16="http://schemas.microsoft.com/office/drawing/2014/main" id="{26C1167A-F76F-7D1B-1C67-2D077D3ECCB8}"/>
              </a:ext>
            </a:extLst>
          </p:cNvPr>
          <p:cNvSpPr/>
          <p:nvPr/>
        </p:nvSpPr>
        <p:spPr>
          <a:xfrm>
            <a:off x="1029479" y="3628501"/>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chemeClr val="accent3"/>
                </a:solidFill>
                <a:latin typeface="BIZ UDP明朝 Medium" panose="02020500000000000000" pitchFamily="18" charset="-128"/>
                <a:ea typeface="BIZ UDP明朝 Medium" panose="02020500000000000000" pitchFamily="18" charset="-128"/>
              </a:rPr>
              <a:t>STORY</a:t>
            </a:r>
            <a:endParaRPr kumimoji="1" lang="ja-JP" altLang="en-US" dirty="0">
              <a:solidFill>
                <a:schemeClr val="accent3"/>
              </a:solidFill>
              <a:latin typeface="BIZ UDP明朝 Medium" panose="02020500000000000000" pitchFamily="18" charset="-128"/>
              <a:ea typeface="BIZ UDP明朝 Medium" panose="02020500000000000000" pitchFamily="18" charset="-128"/>
            </a:endParaRPr>
          </a:p>
        </p:txBody>
      </p:sp>
      <p:sp>
        <p:nvSpPr>
          <p:cNvPr id="31" name="楕円 30">
            <a:extLst>
              <a:ext uri="{FF2B5EF4-FFF2-40B4-BE49-F238E27FC236}">
                <a16:creationId xmlns:a16="http://schemas.microsoft.com/office/drawing/2014/main" id="{7E7E96D9-0DCF-3EC0-DAD9-6AD55A7EF747}"/>
              </a:ext>
            </a:extLst>
          </p:cNvPr>
          <p:cNvSpPr/>
          <p:nvPr/>
        </p:nvSpPr>
        <p:spPr>
          <a:xfrm>
            <a:off x="6364643" y="2847392"/>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lang="en-US" altLang="ja-JP" dirty="0">
                <a:solidFill>
                  <a:srgbClr val="C00000"/>
                </a:solidFill>
                <a:latin typeface="BIZ UDP明朝 Medium" panose="02020500000000000000" pitchFamily="18" charset="-128"/>
                <a:ea typeface="BIZ UDP明朝 Medium" panose="02020500000000000000" pitchFamily="18" charset="-128"/>
              </a:rPr>
              <a:t>BATTLE</a:t>
            </a:r>
            <a:endParaRPr lang="ja-JP" altLang="en-US" dirty="0">
              <a:solidFill>
                <a:srgbClr val="C00000"/>
              </a:solidFill>
              <a:latin typeface="BIZ UDP明朝 Medium" panose="02020500000000000000" pitchFamily="18" charset="-128"/>
              <a:ea typeface="BIZ UDP明朝 Medium" panose="02020500000000000000" pitchFamily="18" charset="-128"/>
            </a:endParaRPr>
          </a:p>
        </p:txBody>
      </p:sp>
      <p:sp>
        <p:nvSpPr>
          <p:cNvPr id="38" name="テキスト ボックス 37">
            <a:extLst>
              <a:ext uri="{FF2B5EF4-FFF2-40B4-BE49-F238E27FC236}">
                <a16:creationId xmlns:a16="http://schemas.microsoft.com/office/drawing/2014/main" id="{D2AD8A0B-46B0-4C64-B223-69C11FC9C59F}"/>
              </a:ext>
            </a:extLst>
          </p:cNvPr>
          <p:cNvSpPr txBox="1"/>
          <p:nvPr/>
        </p:nvSpPr>
        <p:spPr>
          <a:xfrm>
            <a:off x="4067370" y="225481"/>
            <a:ext cx="4009051" cy="707886"/>
          </a:xfrm>
          <a:prstGeom prst="rect">
            <a:avLst/>
          </a:prstGeom>
          <a:noFill/>
        </p:spPr>
        <p:txBody>
          <a:bodyPr wrap="square">
            <a:spAutoFit/>
          </a:bodyPr>
          <a:lstStyle/>
          <a:p>
            <a:pPr algn="ctr"/>
            <a:r>
              <a:rPr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BOSS</a:t>
            </a:r>
            <a:r>
              <a:rPr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rPr>
              <a:t>まで</a:t>
            </a:r>
            <a:r>
              <a:rPr lang="en-US" altLang="ja-JP" sz="4000" b="1" dirty="0">
                <a:solidFill>
                  <a:schemeClr val="bg1">
                    <a:lumMod val="95000"/>
                  </a:schemeClr>
                </a:solidFill>
                <a:latin typeface="BIZ UDP明朝 Medium" panose="02020500000000000000" pitchFamily="18" charset="-128"/>
                <a:ea typeface="BIZ UDP明朝 Medium" panose="02020500000000000000" pitchFamily="18" charset="-128"/>
              </a:rPr>
              <a:t>00</a:t>
            </a:r>
            <a:r>
              <a:rPr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rPr>
              <a:t>ノード</a:t>
            </a:r>
            <a:endPar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45" name="楕円 44">
            <a:extLst>
              <a:ext uri="{FF2B5EF4-FFF2-40B4-BE49-F238E27FC236}">
                <a16:creationId xmlns:a16="http://schemas.microsoft.com/office/drawing/2014/main" id="{3500F19E-E30B-B393-50B6-134CEBA76866}"/>
              </a:ext>
            </a:extLst>
          </p:cNvPr>
          <p:cNvSpPr/>
          <p:nvPr/>
        </p:nvSpPr>
        <p:spPr>
          <a:xfrm>
            <a:off x="2889059" y="2422007"/>
            <a:ext cx="1163216" cy="1163216"/>
          </a:xfrm>
          <a:prstGeom prst="ellipse">
            <a:avLst/>
          </a:prstGeom>
          <a:solidFill>
            <a:schemeClr val="bg1">
              <a:lumMod val="95000"/>
            </a:schemeClr>
          </a:solidFill>
          <a:ln w="635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chemeClr val="accent2">
                    <a:lumMod val="75000"/>
                  </a:schemeClr>
                </a:solidFill>
                <a:latin typeface="BIZ UDP明朝 Medium" panose="02020500000000000000" pitchFamily="18" charset="-128"/>
                <a:ea typeface="BIZ UDP明朝 Medium" panose="02020500000000000000" pitchFamily="18" charset="-128"/>
              </a:rPr>
              <a:t>EVENT</a:t>
            </a:r>
            <a:endParaRPr kumimoji="1" lang="ja-JP" altLang="en-US" dirty="0">
              <a:solidFill>
                <a:schemeClr val="accent2">
                  <a:lumMod val="75000"/>
                </a:schemeClr>
              </a:solidFill>
              <a:latin typeface="BIZ UDP明朝 Medium" panose="02020500000000000000" pitchFamily="18" charset="-128"/>
              <a:ea typeface="BIZ UDP明朝 Medium" panose="02020500000000000000" pitchFamily="18" charset="-128"/>
            </a:endParaRPr>
          </a:p>
        </p:txBody>
      </p:sp>
      <p:sp>
        <p:nvSpPr>
          <p:cNvPr id="47" name="楕円 46">
            <a:extLst>
              <a:ext uri="{FF2B5EF4-FFF2-40B4-BE49-F238E27FC236}">
                <a16:creationId xmlns:a16="http://schemas.microsoft.com/office/drawing/2014/main" id="{8B45C55F-4F59-EF28-BE57-3B81FD96E765}"/>
              </a:ext>
            </a:extLst>
          </p:cNvPr>
          <p:cNvSpPr/>
          <p:nvPr/>
        </p:nvSpPr>
        <p:spPr>
          <a:xfrm>
            <a:off x="-2137874" y="2847392"/>
            <a:ext cx="1163216" cy="1163216"/>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chemeClr val="accent4"/>
                </a:solidFill>
                <a:latin typeface="BIZ UDP明朝 Medium" panose="02020500000000000000" pitchFamily="18" charset="-128"/>
                <a:ea typeface="BIZ UDP明朝 Medium" panose="02020500000000000000" pitchFamily="18" charset="-128"/>
              </a:rPr>
              <a:t>START</a:t>
            </a:r>
            <a:endParaRPr kumimoji="1" lang="ja-JP" altLang="en-US" dirty="0">
              <a:solidFill>
                <a:schemeClr val="accent4"/>
              </a:solidFill>
              <a:latin typeface="BIZ UDP明朝 Medium" panose="02020500000000000000" pitchFamily="18" charset="-128"/>
              <a:ea typeface="BIZ UDP明朝 Medium" panose="02020500000000000000" pitchFamily="18" charset="-128"/>
            </a:endParaRPr>
          </a:p>
        </p:txBody>
      </p:sp>
      <p:sp>
        <p:nvSpPr>
          <p:cNvPr id="48" name="楕円 47">
            <a:extLst>
              <a:ext uri="{FF2B5EF4-FFF2-40B4-BE49-F238E27FC236}">
                <a16:creationId xmlns:a16="http://schemas.microsoft.com/office/drawing/2014/main" id="{5C2F1EB5-5946-E524-EF51-AD8A58D3B21C}"/>
              </a:ext>
            </a:extLst>
          </p:cNvPr>
          <p:cNvSpPr/>
          <p:nvPr/>
        </p:nvSpPr>
        <p:spPr>
          <a:xfrm>
            <a:off x="4615934" y="3429000"/>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rgbClr val="C00000"/>
                </a:solidFill>
                <a:latin typeface="BIZ UDP明朝 Medium" panose="02020500000000000000" pitchFamily="18" charset="-128"/>
                <a:ea typeface="BIZ UDP明朝 Medium" panose="02020500000000000000" pitchFamily="18" charset="-128"/>
              </a:rPr>
              <a:t>BATTLE</a:t>
            </a:r>
            <a:endParaRPr kumimoji="1" lang="ja-JP" altLang="en-US" dirty="0">
              <a:solidFill>
                <a:srgbClr val="C00000"/>
              </a:solidFill>
              <a:latin typeface="BIZ UDP明朝 Medium" panose="02020500000000000000" pitchFamily="18" charset="-128"/>
              <a:ea typeface="BIZ UDP明朝 Medium" panose="02020500000000000000" pitchFamily="18" charset="-128"/>
            </a:endParaRPr>
          </a:p>
        </p:txBody>
      </p:sp>
      <p:cxnSp>
        <p:nvCxnSpPr>
          <p:cNvPr id="52" name="直線コネクタ 51">
            <a:extLst>
              <a:ext uri="{FF2B5EF4-FFF2-40B4-BE49-F238E27FC236}">
                <a16:creationId xmlns:a16="http://schemas.microsoft.com/office/drawing/2014/main" id="{EA2D9D3A-E4DB-2B3F-1B24-A4B6505F8B94}"/>
              </a:ext>
            </a:extLst>
          </p:cNvPr>
          <p:cNvCxnSpPr>
            <a:cxnSpLocks/>
            <a:stCxn id="47" idx="6"/>
            <a:endCxn id="3" idx="2"/>
          </p:cNvCxnSpPr>
          <p:nvPr/>
        </p:nvCxnSpPr>
        <p:spPr>
          <a:xfrm flipV="1">
            <a:off x="-974658" y="2592356"/>
            <a:ext cx="666687" cy="836644"/>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61" name="直線コネクタ 60">
            <a:extLst>
              <a:ext uri="{FF2B5EF4-FFF2-40B4-BE49-F238E27FC236}">
                <a16:creationId xmlns:a16="http://schemas.microsoft.com/office/drawing/2014/main" id="{CFEB6FA9-1724-8F61-1459-8FD26CC33F5E}"/>
              </a:ext>
            </a:extLst>
          </p:cNvPr>
          <p:cNvCxnSpPr>
            <a:cxnSpLocks/>
            <a:stCxn id="19" idx="1"/>
            <a:endCxn id="3" idx="5"/>
          </p:cNvCxnSpPr>
          <p:nvPr/>
        </p:nvCxnSpPr>
        <p:spPr>
          <a:xfrm flipH="1" flipV="1">
            <a:off x="684896" y="3003615"/>
            <a:ext cx="514932" cy="795235"/>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74" name="直線コネクタ 73">
            <a:extLst>
              <a:ext uri="{FF2B5EF4-FFF2-40B4-BE49-F238E27FC236}">
                <a16:creationId xmlns:a16="http://schemas.microsoft.com/office/drawing/2014/main" id="{54F36002-76F0-995A-9251-696E2EF81F66}"/>
              </a:ext>
            </a:extLst>
          </p:cNvPr>
          <p:cNvCxnSpPr>
            <a:cxnSpLocks/>
            <a:stCxn id="19" idx="7"/>
            <a:endCxn id="45" idx="2"/>
          </p:cNvCxnSpPr>
          <p:nvPr/>
        </p:nvCxnSpPr>
        <p:spPr>
          <a:xfrm flipV="1">
            <a:off x="2022346" y="3003615"/>
            <a:ext cx="866713" cy="795235"/>
          </a:xfrm>
          <a:prstGeom prst="line">
            <a:avLst/>
          </a:prstGeom>
          <a:ln w="63500">
            <a:solidFill>
              <a:schemeClr val="accent6"/>
            </a:solidFill>
            <a:prstDash val="sysDot"/>
          </a:ln>
        </p:spPr>
        <p:style>
          <a:lnRef idx="2">
            <a:schemeClr val="accent1"/>
          </a:lnRef>
          <a:fillRef idx="0">
            <a:schemeClr val="accent1"/>
          </a:fillRef>
          <a:effectRef idx="1">
            <a:schemeClr val="accent1"/>
          </a:effectRef>
          <a:fontRef idx="minor">
            <a:schemeClr val="tx1"/>
          </a:fontRef>
        </p:style>
      </p:cxnSp>
      <p:cxnSp>
        <p:nvCxnSpPr>
          <p:cNvPr id="85" name="直線コネクタ 84">
            <a:extLst>
              <a:ext uri="{FF2B5EF4-FFF2-40B4-BE49-F238E27FC236}">
                <a16:creationId xmlns:a16="http://schemas.microsoft.com/office/drawing/2014/main" id="{F6E36D9F-1562-57CF-4A1D-343B65DC0E13}"/>
              </a:ext>
            </a:extLst>
          </p:cNvPr>
          <p:cNvCxnSpPr>
            <a:cxnSpLocks/>
            <a:stCxn id="48" idx="6"/>
            <a:endCxn id="31" idx="2"/>
          </p:cNvCxnSpPr>
          <p:nvPr/>
        </p:nvCxnSpPr>
        <p:spPr>
          <a:xfrm flipV="1">
            <a:off x="5779150" y="3429000"/>
            <a:ext cx="585493" cy="581608"/>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grpSp>
        <p:nvGrpSpPr>
          <p:cNvPr id="2" name="グループ化 1">
            <a:extLst>
              <a:ext uri="{FF2B5EF4-FFF2-40B4-BE49-F238E27FC236}">
                <a16:creationId xmlns:a16="http://schemas.microsoft.com/office/drawing/2014/main" id="{C824AFF2-7440-3CDC-5DA9-3863CEE48AC1}"/>
              </a:ext>
            </a:extLst>
          </p:cNvPr>
          <p:cNvGrpSpPr/>
          <p:nvPr/>
        </p:nvGrpSpPr>
        <p:grpSpPr>
          <a:xfrm>
            <a:off x="3050369" y="1541955"/>
            <a:ext cx="840596" cy="833567"/>
            <a:chOff x="1367715" y="1890973"/>
            <a:chExt cx="840596" cy="833567"/>
          </a:xfrm>
        </p:grpSpPr>
        <p:sp>
          <p:nvSpPr>
            <p:cNvPr id="88" name="吹き出し: 円形 87">
              <a:extLst>
                <a:ext uri="{FF2B5EF4-FFF2-40B4-BE49-F238E27FC236}">
                  <a16:creationId xmlns:a16="http://schemas.microsoft.com/office/drawing/2014/main" id="{A77BCCA2-18A3-4F80-3B64-2A8AE2E58D04}"/>
                </a:ext>
              </a:extLst>
            </p:cNvPr>
            <p:cNvSpPr/>
            <p:nvPr/>
          </p:nvSpPr>
          <p:spPr>
            <a:xfrm>
              <a:off x="1367715" y="1890973"/>
              <a:ext cx="840596" cy="828901"/>
            </a:xfrm>
            <a:prstGeom prst="wedgeEllipseCallout">
              <a:avLst>
                <a:gd name="adj1" fmla="val 257"/>
                <a:gd name="adj2" fmla="val 71505"/>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90" name="図 89">
              <a:extLst>
                <a:ext uri="{FF2B5EF4-FFF2-40B4-BE49-F238E27FC236}">
                  <a16:creationId xmlns:a16="http://schemas.microsoft.com/office/drawing/2014/main" id="{F672D98A-1F42-F18D-A379-6FDD7224182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396905" y="1923662"/>
              <a:ext cx="800878" cy="800878"/>
            </a:xfrm>
            <a:prstGeom prst="rect">
              <a:avLst/>
            </a:prstGeom>
          </p:spPr>
        </p:pic>
      </p:grpSp>
      <p:sp>
        <p:nvSpPr>
          <p:cNvPr id="10" name="矢印: 山形 9">
            <a:extLst>
              <a:ext uri="{FF2B5EF4-FFF2-40B4-BE49-F238E27FC236}">
                <a16:creationId xmlns:a16="http://schemas.microsoft.com/office/drawing/2014/main" id="{7FA0B43A-717C-8A4C-2397-233FA01ADA33}"/>
              </a:ext>
            </a:extLst>
          </p:cNvPr>
          <p:cNvSpPr/>
          <p:nvPr/>
        </p:nvSpPr>
        <p:spPr>
          <a:xfrm>
            <a:off x="6081503" y="2473614"/>
            <a:ext cx="484632" cy="1400699"/>
          </a:xfrm>
          <a:prstGeom prst="chevron">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16" name="四角形: 角を丸くする 15">
            <a:extLst>
              <a:ext uri="{FF2B5EF4-FFF2-40B4-BE49-F238E27FC236}">
                <a16:creationId xmlns:a16="http://schemas.microsoft.com/office/drawing/2014/main" id="{196DEB38-4871-FAA6-065F-F24730084214}"/>
              </a:ext>
            </a:extLst>
          </p:cNvPr>
          <p:cNvSpPr/>
          <p:nvPr/>
        </p:nvSpPr>
        <p:spPr>
          <a:xfrm>
            <a:off x="7205693" y="1355396"/>
            <a:ext cx="4348066" cy="3416753"/>
          </a:xfrm>
          <a:prstGeom prst="roundRect">
            <a:avLst>
              <a:gd name="adj" fmla="val 9570"/>
            </a:avLst>
          </a:prstGeom>
          <a:solidFill>
            <a:schemeClr val="accent1">
              <a:lumMod val="20000"/>
              <a:lumOff val="8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 name="テキスト ボックス 17">
            <a:extLst>
              <a:ext uri="{FF2B5EF4-FFF2-40B4-BE49-F238E27FC236}">
                <a16:creationId xmlns:a16="http://schemas.microsoft.com/office/drawing/2014/main" id="{B54C0C6F-EEE0-037D-9AE1-3C2D4902B0A6}"/>
              </a:ext>
            </a:extLst>
          </p:cNvPr>
          <p:cNvSpPr txBox="1"/>
          <p:nvPr/>
        </p:nvSpPr>
        <p:spPr>
          <a:xfrm>
            <a:off x="8577260" y="1524150"/>
            <a:ext cx="1604928" cy="461665"/>
          </a:xfrm>
          <a:prstGeom prst="rect">
            <a:avLst/>
          </a:prstGeom>
          <a:noFill/>
        </p:spPr>
        <p:txBody>
          <a:bodyPr wrap="none" rtlCol="0">
            <a:spAutoFit/>
          </a:bodyPr>
          <a:lstStyle/>
          <a:p>
            <a:pPr algn="ctr"/>
            <a:r>
              <a:rPr kumimoji="1" lang="en-US" altLang="ja-JP" sz="24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t>VS.</a:t>
            </a:r>
            <a:r>
              <a:rPr kumimoji="1" lang="ja-JP" altLang="en-US" sz="24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t>敵群名</a:t>
            </a:r>
          </a:p>
        </p:txBody>
      </p:sp>
      <p:sp>
        <p:nvSpPr>
          <p:cNvPr id="51" name="矢印: 山形 50">
            <a:extLst>
              <a:ext uri="{FF2B5EF4-FFF2-40B4-BE49-F238E27FC236}">
                <a16:creationId xmlns:a16="http://schemas.microsoft.com/office/drawing/2014/main" id="{71465EE7-8612-CED9-2031-D16A038A0ACD}"/>
              </a:ext>
            </a:extLst>
          </p:cNvPr>
          <p:cNvSpPr/>
          <p:nvPr/>
        </p:nvSpPr>
        <p:spPr>
          <a:xfrm flipH="1">
            <a:off x="598090" y="2472415"/>
            <a:ext cx="484632" cy="1400699"/>
          </a:xfrm>
          <a:prstGeom prst="chevron">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grpSp>
        <p:nvGrpSpPr>
          <p:cNvPr id="55" name="グループ化 54">
            <a:extLst>
              <a:ext uri="{FF2B5EF4-FFF2-40B4-BE49-F238E27FC236}">
                <a16:creationId xmlns:a16="http://schemas.microsoft.com/office/drawing/2014/main" id="{07BFE39A-F384-B6FF-DF9B-1B00DCB0CDBF}"/>
              </a:ext>
            </a:extLst>
          </p:cNvPr>
          <p:cNvGrpSpPr/>
          <p:nvPr/>
        </p:nvGrpSpPr>
        <p:grpSpPr>
          <a:xfrm rot="651301">
            <a:off x="2074985" y="3233187"/>
            <a:ext cx="560995" cy="489333"/>
            <a:chOff x="2420469" y="2760201"/>
            <a:chExt cx="560995" cy="489333"/>
          </a:xfrm>
        </p:grpSpPr>
        <p:sp>
          <p:nvSpPr>
            <p:cNvPr id="53" name="矢印: 山形 52">
              <a:extLst>
                <a:ext uri="{FF2B5EF4-FFF2-40B4-BE49-F238E27FC236}">
                  <a16:creationId xmlns:a16="http://schemas.microsoft.com/office/drawing/2014/main" id="{63755B0A-8CBE-BB8E-A954-936757DB6133}"/>
                </a:ext>
              </a:extLst>
            </p:cNvPr>
            <p:cNvSpPr/>
            <p:nvPr/>
          </p:nvSpPr>
          <p:spPr>
            <a:xfrm rot="18735780">
              <a:off x="2681151" y="2696515"/>
              <a:ext cx="236627" cy="363999"/>
            </a:xfrm>
            <a:prstGeom prst="chevron">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54" name="矢印: 山形 53">
              <a:extLst>
                <a:ext uri="{FF2B5EF4-FFF2-40B4-BE49-F238E27FC236}">
                  <a16:creationId xmlns:a16="http://schemas.microsoft.com/office/drawing/2014/main" id="{45EF24E0-5373-7037-C6E5-C6AA3565E852}"/>
                </a:ext>
              </a:extLst>
            </p:cNvPr>
            <p:cNvSpPr/>
            <p:nvPr/>
          </p:nvSpPr>
          <p:spPr>
            <a:xfrm rot="18735780">
              <a:off x="2484155" y="2949221"/>
              <a:ext cx="236627" cy="363999"/>
            </a:xfrm>
            <a:prstGeom prst="chevron">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grpSp>
      <p:sp>
        <p:nvSpPr>
          <p:cNvPr id="56" name="四角形: 角を丸くする 55">
            <a:extLst>
              <a:ext uri="{FF2B5EF4-FFF2-40B4-BE49-F238E27FC236}">
                <a16:creationId xmlns:a16="http://schemas.microsoft.com/office/drawing/2014/main" id="{1DCE6A4B-F163-6E76-E4FB-4289D09285C1}"/>
              </a:ext>
            </a:extLst>
          </p:cNvPr>
          <p:cNvSpPr/>
          <p:nvPr/>
        </p:nvSpPr>
        <p:spPr>
          <a:xfrm>
            <a:off x="8251098" y="2003876"/>
            <a:ext cx="569818" cy="569818"/>
          </a:xfrm>
          <a:prstGeom prst="roundRect">
            <a:avLst/>
          </a:prstGeom>
          <a:solidFill>
            <a:schemeClr val="bg1">
              <a:lumMod val="9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tx1">
                    <a:lumMod val="85000"/>
                    <a:lumOff val="15000"/>
                  </a:schemeClr>
                </a:solidFill>
                <a:latin typeface="BIZ UDP明朝 Medium" panose="02020500000000000000" pitchFamily="18" charset="-128"/>
                <a:ea typeface="BIZ UDP明朝 Medium" panose="02020500000000000000" pitchFamily="18" charset="-128"/>
              </a:rPr>
              <a:t>前衛</a:t>
            </a:r>
          </a:p>
        </p:txBody>
      </p:sp>
      <p:sp>
        <p:nvSpPr>
          <p:cNvPr id="57" name="四角形: 角を丸くする 56">
            <a:extLst>
              <a:ext uri="{FF2B5EF4-FFF2-40B4-BE49-F238E27FC236}">
                <a16:creationId xmlns:a16="http://schemas.microsoft.com/office/drawing/2014/main" id="{0A0A907C-3B19-72F5-0AF0-61FB1606A90F}"/>
              </a:ext>
            </a:extLst>
          </p:cNvPr>
          <p:cNvSpPr/>
          <p:nvPr/>
        </p:nvSpPr>
        <p:spPr>
          <a:xfrm>
            <a:off x="8251098" y="2673826"/>
            <a:ext cx="569818" cy="569818"/>
          </a:xfrm>
          <a:prstGeom prst="roundRect">
            <a:avLst/>
          </a:prstGeom>
          <a:solidFill>
            <a:schemeClr val="bg1">
              <a:lumMod val="9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8" name="四角形: 角を丸くする 57">
            <a:extLst>
              <a:ext uri="{FF2B5EF4-FFF2-40B4-BE49-F238E27FC236}">
                <a16:creationId xmlns:a16="http://schemas.microsoft.com/office/drawing/2014/main" id="{DD4794AD-409C-B51E-8087-6E157C3EA561}"/>
              </a:ext>
            </a:extLst>
          </p:cNvPr>
          <p:cNvSpPr/>
          <p:nvPr/>
        </p:nvSpPr>
        <p:spPr>
          <a:xfrm>
            <a:off x="8251098" y="3341203"/>
            <a:ext cx="569818" cy="569818"/>
          </a:xfrm>
          <a:prstGeom prst="roundRect">
            <a:avLst/>
          </a:prstGeom>
          <a:solidFill>
            <a:schemeClr val="bg1">
              <a:lumMod val="9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9" name="四角形: 角を丸くする 58">
            <a:extLst>
              <a:ext uri="{FF2B5EF4-FFF2-40B4-BE49-F238E27FC236}">
                <a16:creationId xmlns:a16="http://schemas.microsoft.com/office/drawing/2014/main" id="{99C147E0-5351-535E-DB3D-2CC344D74492}"/>
              </a:ext>
            </a:extLst>
          </p:cNvPr>
          <p:cNvSpPr/>
          <p:nvPr/>
        </p:nvSpPr>
        <p:spPr>
          <a:xfrm>
            <a:off x="8251098" y="4007088"/>
            <a:ext cx="569818" cy="569818"/>
          </a:xfrm>
          <a:prstGeom prst="roundRect">
            <a:avLst/>
          </a:prstGeom>
          <a:solidFill>
            <a:schemeClr val="bg1">
              <a:lumMod val="9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60" name="図 59" descr="ロゴ&#10;&#10;AI 生成コンテンツは誤りを含む可能性があります。">
            <a:extLst>
              <a:ext uri="{FF2B5EF4-FFF2-40B4-BE49-F238E27FC236}">
                <a16:creationId xmlns:a16="http://schemas.microsoft.com/office/drawing/2014/main" id="{D8874F2A-1747-2771-BD0A-CA4F984FF425}"/>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005512" y="3003615"/>
            <a:ext cx="785746" cy="352533"/>
          </a:xfrm>
          <a:prstGeom prst="rect">
            <a:avLst/>
          </a:prstGeom>
        </p:spPr>
      </p:pic>
      <p:sp>
        <p:nvSpPr>
          <p:cNvPr id="62" name="四角形: 角を丸くする 61">
            <a:extLst>
              <a:ext uri="{FF2B5EF4-FFF2-40B4-BE49-F238E27FC236}">
                <a16:creationId xmlns:a16="http://schemas.microsoft.com/office/drawing/2014/main" id="{173E1AF2-3EB6-2BAB-DB5B-E8EF54460FE4}"/>
              </a:ext>
            </a:extLst>
          </p:cNvPr>
          <p:cNvSpPr/>
          <p:nvPr/>
        </p:nvSpPr>
        <p:spPr>
          <a:xfrm>
            <a:off x="7506277" y="2003876"/>
            <a:ext cx="569818" cy="569818"/>
          </a:xfrm>
          <a:prstGeom prst="roundRect">
            <a:avLst/>
          </a:prstGeom>
          <a:solidFill>
            <a:schemeClr val="bg1">
              <a:lumMod val="95000"/>
            </a:schemeClr>
          </a:solidFill>
          <a:ln w="254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tx1">
                    <a:lumMod val="85000"/>
                    <a:lumOff val="15000"/>
                  </a:schemeClr>
                </a:solidFill>
                <a:latin typeface="BIZ UDP明朝 Medium" panose="02020500000000000000" pitchFamily="18" charset="-128"/>
                <a:ea typeface="BIZ UDP明朝 Medium" panose="02020500000000000000" pitchFamily="18" charset="-128"/>
              </a:rPr>
              <a:t>後衛</a:t>
            </a:r>
          </a:p>
        </p:txBody>
      </p:sp>
      <p:sp>
        <p:nvSpPr>
          <p:cNvPr id="63" name="四角形: 角を丸くする 62">
            <a:extLst>
              <a:ext uri="{FF2B5EF4-FFF2-40B4-BE49-F238E27FC236}">
                <a16:creationId xmlns:a16="http://schemas.microsoft.com/office/drawing/2014/main" id="{B5432138-C2BE-E0C8-1B18-510A49FA3710}"/>
              </a:ext>
            </a:extLst>
          </p:cNvPr>
          <p:cNvSpPr/>
          <p:nvPr/>
        </p:nvSpPr>
        <p:spPr>
          <a:xfrm>
            <a:off x="7506277" y="2673826"/>
            <a:ext cx="569818" cy="569818"/>
          </a:xfrm>
          <a:prstGeom prst="roundRect">
            <a:avLst/>
          </a:prstGeom>
          <a:solidFill>
            <a:schemeClr val="bg1">
              <a:lumMod val="95000"/>
            </a:schemeClr>
          </a:solidFill>
          <a:ln w="254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4" name="四角形: 角を丸くする 63">
            <a:extLst>
              <a:ext uri="{FF2B5EF4-FFF2-40B4-BE49-F238E27FC236}">
                <a16:creationId xmlns:a16="http://schemas.microsoft.com/office/drawing/2014/main" id="{03EEB818-E34B-83B0-E534-C2EB4EDE05FD}"/>
              </a:ext>
            </a:extLst>
          </p:cNvPr>
          <p:cNvSpPr/>
          <p:nvPr/>
        </p:nvSpPr>
        <p:spPr>
          <a:xfrm>
            <a:off x="7506277" y="3341203"/>
            <a:ext cx="569818" cy="569818"/>
          </a:xfrm>
          <a:prstGeom prst="roundRect">
            <a:avLst/>
          </a:prstGeom>
          <a:solidFill>
            <a:schemeClr val="bg1">
              <a:lumMod val="95000"/>
            </a:schemeClr>
          </a:solidFill>
          <a:ln w="254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5" name="四角形: 角を丸くする 64">
            <a:extLst>
              <a:ext uri="{FF2B5EF4-FFF2-40B4-BE49-F238E27FC236}">
                <a16:creationId xmlns:a16="http://schemas.microsoft.com/office/drawing/2014/main" id="{636E9B2E-C5F7-E031-1B03-EC60AB6E7838}"/>
              </a:ext>
            </a:extLst>
          </p:cNvPr>
          <p:cNvSpPr/>
          <p:nvPr/>
        </p:nvSpPr>
        <p:spPr>
          <a:xfrm>
            <a:off x="7506277" y="4007088"/>
            <a:ext cx="569818" cy="569818"/>
          </a:xfrm>
          <a:prstGeom prst="roundRect">
            <a:avLst/>
          </a:prstGeom>
          <a:solidFill>
            <a:schemeClr val="bg1">
              <a:lumMod val="95000"/>
            </a:schemeClr>
          </a:solidFill>
          <a:ln w="254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75" name="グループ化 74">
            <a:extLst>
              <a:ext uri="{FF2B5EF4-FFF2-40B4-BE49-F238E27FC236}">
                <a16:creationId xmlns:a16="http://schemas.microsoft.com/office/drawing/2014/main" id="{231D6209-FA80-CEC3-52AF-8CDB86E63F4D}"/>
              </a:ext>
            </a:extLst>
          </p:cNvPr>
          <p:cNvGrpSpPr/>
          <p:nvPr/>
        </p:nvGrpSpPr>
        <p:grpSpPr>
          <a:xfrm flipH="1">
            <a:off x="9918364" y="2003876"/>
            <a:ext cx="1314639" cy="2573030"/>
            <a:chOff x="7658677" y="2156276"/>
            <a:chExt cx="1314639" cy="2573030"/>
          </a:xfrm>
          <a:solidFill>
            <a:schemeClr val="tx1">
              <a:lumMod val="95000"/>
              <a:lumOff val="5000"/>
            </a:schemeClr>
          </a:solidFill>
        </p:grpSpPr>
        <p:sp>
          <p:nvSpPr>
            <p:cNvPr id="66" name="四角形: 角を丸くする 65">
              <a:extLst>
                <a:ext uri="{FF2B5EF4-FFF2-40B4-BE49-F238E27FC236}">
                  <a16:creationId xmlns:a16="http://schemas.microsoft.com/office/drawing/2014/main" id="{A811E7AB-4304-EFF8-4486-7EC7A50AADA2}"/>
                </a:ext>
              </a:extLst>
            </p:cNvPr>
            <p:cNvSpPr/>
            <p:nvPr/>
          </p:nvSpPr>
          <p:spPr>
            <a:xfrm>
              <a:off x="8403498" y="2156276"/>
              <a:ext cx="569818" cy="569818"/>
            </a:xfrm>
            <a:prstGeom prst="roundRect">
              <a:avLst/>
            </a:prstGeom>
            <a:grp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7" name="四角形: 角を丸くする 66">
              <a:extLst>
                <a:ext uri="{FF2B5EF4-FFF2-40B4-BE49-F238E27FC236}">
                  <a16:creationId xmlns:a16="http://schemas.microsoft.com/office/drawing/2014/main" id="{F162B75A-33C7-2AD7-352B-2778E22A55F5}"/>
                </a:ext>
              </a:extLst>
            </p:cNvPr>
            <p:cNvSpPr/>
            <p:nvPr/>
          </p:nvSpPr>
          <p:spPr>
            <a:xfrm>
              <a:off x="8403498" y="2826226"/>
              <a:ext cx="569818" cy="569818"/>
            </a:xfrm>
            <a:prstGeom prst="roundRect">
              <a:avLst/>
            </a:prstGeom>
            <a:grp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8" name="四角形: 角を丸くする 67">
              <a:extLst>
                <a:ext uri="{FF2B5EF4-FFF2-40B4-BE49-F238E27FC236}">
                  <a16:creationId xmlns:a16="http://schemas.microsoft.com/office/drawing/2014/main" id="{ABBDFD99-ED15-9C90-6A16-6D0DA9198D9D}"/>
                </a:ext>
              </a:extLst>
            </p:cNvPr>
            <p:cNvSpPr/>
            <p:nvPr/>
          </p:nvSpPr>
          <p:spPr>
            <a:xfrm>
              <a:off x="8403498" y="3493603"/>
              <a:ext cx="569818" cy="569818"/>
            </a:xfrm>
            <a:prstGeom prst="roundRect">
              <a:avLst/>
            </a:prstGeom>
            <a:grp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9" name="四角形: 角を丸くする 68">
              <a:extLst>
                <a:ext uri="{FF2B5EF4-FFF2-40B4-BE49-F238E27FC236}">
                  <a16:creationId xmlns:a16="http://schemas.microsoft.com/office/drawing/2014/main" id="{01A668C1-6302-B972-3089-1FC840A4EB8E}"/>
                </a:ext>
              </a:extLst>
            </p:cNvPr>
            <p:cNvSpPr/>
            <p:nvPr/>
          </p:nvSpPr>
          <p:spPr>
            <a:xfrm>
              <a:off x="8403498" y="4159488"/>
              <a:ext cx="569818" cy="569818"/>
            </a:xfrm>
            <a:prstGeom prst="roundRect">
              <a:avLst/>
            </a:prstGeom>
            <a:grp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0" name="四角形: 角を丸くする 69">
              <a:extLst>
                <a:ext uri="{FF2B5EF4-FFF2-40B4-BE49-F238E27FC236}">
                  <a16:creationId xmlns:a16="http://schemas.microsoft.com/office/drawing/2014/main" id="{B34B78F1-6675-8AC6-D939-483CCA778BAE}"/>
                </a:ext>
              </a:extLst>
            </p:cNvPr>
            <p:cNvSpPr/>
            <p:nvPr/>
          </p:nvSpPr>
          <p:spPr>
            <a:xfrm>
              <a:off x="7658677" y="2156276"/>
              <a:ext cx="569818" cy="569818"/>
            </a:xfrm>
            <a:prstGeom prst="roundRect">
              <a:avLst/>
            </a:prstGeom>
            <a:grpFill/>
            <a:ln w="254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1" name="四角形: 角を丸くする 70">
              <a:extLst>
                <a:ext uri="{FF2B5EF4-FFF2-40B4-BE49-F238E27FC236}">
                  <a16:creationId xmlns:a16="http://schemas.microsoft.com/office/drawing/2014/main" id="{43F19596-0844-7134-319D-C12BB3C1206F}"/>
                </a:ext>
              </a:extLst>
            </p:cNvPr>
            <p:cNvSpPr/>
            <p:nvPr/>
          </p:nvSpPr>
          <p:spPr>
            <a:xfrm>
              <a:off x="7658677" y="2826226"/>
              <a:ext cx="569818" cy="569818"/>
            </a:xfrm>
            <a:prstGeom prst="roundRect">
              <a:avLst/>
            </a:prstGeom>
            <a:grpFill/>
            <a:ln w="254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2" name="四角形: 角を丸くする 71">
              <a:extLst>
                <a:ext uri="{FF2B5EF4-FFF2-40B4-BE49-F238E27FC236}">
                  <a16:creationId xmlns:a16="http://schemas.microsoft.com/office/drawing/2014/main" id="{AB5121B5-FBF4-D4BD-0592-D20D0DEA3C80}"/>
                </a:ext>
              </a:extLst>
            </p:cNvPr>
            <p:cNvSpPr/>
            <p:nvPr/>
          </p:nvSpPr>
          <p:spPr>
            <a:xfrm>
              <a:off x="7658677" y="3493603"/>
              <a:ext cx="569818" cy="569818"/>
            </a:xfrm>
            <a:prstGeom prst="roundRect">
              <a:avLst/>
            </a:prstGeom>
            <a:grpFill/>
            <a:ln w="254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3" name="四角形: 角を丸くする 72">
              <a:extLst>
                <a:ext uri="{FF2B5EF4-FFF2-40B4-BE49-F238E27FC236}">
                  <a16:creationId xmlns:a16="http://schemas.microsoft.com/office/drawing/2014/main" id="{E4C5C345-F956-6683-99F2-E5CA34B4187F}"/>
                </a:ext>
              </a:extLst>
            </p:cNvPr>
            <p:cNvSpPr/>
            <p:nvPr/>
          </p:nvSpPr>
          <p:spPr>
            <a:xfrm>
              <a:off x="7658677" y="4159488"/>
              <a:ext cx="569818" cy="569818"/>
            </a:xfrm>
            <a:prstGeom prst="roundRect">
              <a:avLst/>
            </a:prstGeom>
            <a:grpFill/>
            <a:ln w="254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78" name="テキスト ボックス 77">
            <a:extLst>
              <a:ext uri="{FF2B5EF4-FFF2-40B4-BE49-F238E27FC236}">
                <a16:creationId xmlns:a16="http://schemas.microsoft.com/office/drawing/2014/main" id="{2FCC1E62-03B9-C230-9BCA-88C2EC5B5780}"/>
              </a:ext>
            </a:extLst>
          </p:cNvPr>
          <p:cNvSpPr txBox="1"/>
          <p:nvPr/>
        </p:nvSpPr>
        <p:spPr>
          <a:xfrm>
            <a:off x="7256803" y="2943037"/>
            <a:ext cx="1780591" cy="584775"/>
          </a:xfrm>
          <a:prstGeom prst="rect">
            <a:avLst/>
          </a:prstGeom>
          <a:noFill/>
        </p:spPr>
        <p:txBody>
          <a:bodyPr wrap="square">
            <a:spAutoFit/>
          </a:bodyPr>
          <a:lstStyle/>
          <a:p>
            <a:pPr algn="ctr"/>
            <a:r>
              <a:rPr lang="ja-JP" altLang="en-US" sz="3200" b="1" dirty="0">
                <a:latin typeface="BIZ UDP明朝 Medium" panose="02020500000000000000" pitchFamily="18" charset="-128"/>
                <a:ea typeface="BIZ UDP明朝 Medium" panose="02020500000000000000" pitchFamily="18" charset="-128"/>
              </a:rPr>
              <a:t>味方</a:t>
            </a:r>
            <a:endParaRPr kumimoji="1" lang="ja-JP" altLang="en-US" sz="3200" b="1" dirty="0">
              <a:latin typeface="BIZ UDP明朝 Medium" panose="02020500000000000000" pitchFamily="18" charset="-128"/>
              <a:ea typeface="BIZ UDP明朝 Medium" panose="02020500000000000000" pitchFamily="18" charset="-128"/>
            </a:endParaRPr>
          </a:p>
        </p:txBody>
      </p:sp>
      <p:sp>
        <p:nvSpPr>
          <p:cNvPr id="79" name="テキスト ボックス 78">
            <a:extLst>
              <a:ext uri="{FF2B5EF4-FFF2-40B4-BE49-F238E27FC236}">
                <a16:creationId xmlns:a16="http://schemas.microsoft.com/office/drawing/2014/main" id="{1F82DC66-1E7B-C9C4-B321-B5F6737E8ACC}"/>
              </a:ext>
            </a:extLst>
          </p:cNvPr>
          <p:cNvSpPr txBox="1"/>
          <p:nvPr/>
        </p:nvSpPr>
        <p:spPr>
          <a:xfrm>
            <a:off x="9676952" y="2929545"/>
            <a:ext cx="1780591" cy="584775"/>
          </a:xfrm>
          <a:prstGeom prst="rect">
            <a:avLst/>
          </a:prstGeom>
          <a:noFill/>
        </p:spPr>
        <p:txBody>
          <a:bodyPr wrap="square">
            <a:spAutoFit/>
          </a:bodyPr>
          <a:lstStyle/>
          <a:p>
            <a:pPr algn="ctr"/>
            <a:r>
              <a:rPr lang="ja-JP" altLang="en-US" sz="3200" b="1" dirty="0">
                <a:solidFill>
                  <a:schemeClr val="accent1">
                    <a:lumMod val="60000"/>
                    <a:lumOff val="40000"/>
                  </a:schemeClr>
                </a:solidFill>
                <a:latin typeface="BIZ UDP明朝 Medium" panose="02020500000000000000" pitchFamily="18" charset="-128"/>
                <a:ea typeface="BIZ UDP明朝 Medium" panose="02020500000000000000" pitchFamily="18" charset="-128"/>
              </a:rPr>
              <a:t>敵</a:t>
            </a:r>
            <a:endParaRPr kumimoji="1" lang="ja-JP" altLang="en-US" sz="3200" b="1" dirty="0">
              <a:solidFill>
                <a:schemeClr val="accent1">
                  <a:lumMod val="60000"/>
                  <a:lumOff val="40000"/>
                </a:schemeClr>
              </a:solidFill>
              <a:latin typeface="BIZ UDP明朝 Medium" panose="02020500000000000000" pitchFamily="18" charset="-128"/>
              <a:ea typeface="BIZ UDP明朝 Medium" panose="02020500000000000000" pitchFamily="18" charset="-128"/>
            </a:endParaRPr>
          </a:p>
        </p:txBody>
      </p:sp>
      <p:sp>
        <p:nvSpPr>
          <p:cNvPr id="5" name="矢印: 五方向 4">
            <a:extLst>
              <a:ext uri="{FF2B5EF4-FFF2-40B4-BE49-F238E27FC236}">
                <a16:creationId xmlns:a16="http://schemas.microsoft.com/office/drawing/2014/main" id="{BCDB5C53-4F70-D5B9-E6C7-F25F4812C82D}"/>
              </a:ext>
            </a:extLst>
          </p:cNvPr>
          <p:cNvSpPr/>
          <p:nvPr/>
        </p:nvSpPr>
        <p:spPr>
          <a:xfrm>
            <a:off x="7057581" y="5770518"/>
            <a:ext cx="1283025" cy="523159"/>
          </a:xfrm>
          <a:prstGeom prst="homePlate">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BIZ UDP明朝 Medium" panose="02020500000000000000" pitchFamily="18" charset="-128"/>
                <a:ea typeface="BIZ UDP明朝 Medium" panose="02020500000000000000" pitchFamily="18" charset="-128"/>
              </a:rPr>
              <a:t>撤退</a:t>
            </a:r>
          </a:p>
        </p:txBody>
      </p:sp>
      <p:sp>
        <p:nvSpPr>
          <p:cNvPr id="6" name="四角形: 角を丸くする 5">
            <a:extLst>
              <a:ext uri="{FF2B5EF4-FFF2-40B4-BE49-F238E27FC236}">
                <a16:creationId xmlns:a16="http://schemas.microsoft.com/office/drawing/2014/main" id="{D0DC1AC3-0BF0-85DD-8614-6E47D8B209BD}"/>
              </a:ext>
            </a:extLst>
          </p:cNvPr>
          <p:cNvSpPr/>
          <p:nvPr/>
        </p:nvSpPr>
        <p:spPr>
          <a:xfrm>
            <a:off x="429205" y="5555534"/>
            <a:ext cx="6136930" cy="953126"/>
          </a:xfrm>
          <a:prstGeom prst="roundRect">
            <a:avLst>
              <a:gd name="adj" fmla="val 11772"/>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
        <p:nvSpPr>
          <p:cNvPr id="8" name="四角形: 角を丸くする 7">
            <a:extLst>
              <a:ext uri="{FF2B5EF4-FFF2-40B4-BE49-F238E27FC236}">
                <a16:creationId xmlns:a16="http://schemas.microsoft.com/office/drawing/2014/main" id="{49E19BE6-6AF7-13DB-B917-EBE198A4CBB6}"/>
              </a:ext>
            </a:extLst>
          </p:cNvPr>
          <p:cNvSpPr/>
          <p:nvPr/>
        </p:nvSpPr>
        <p:spPr>
          <a:xfrm>
            <a:off x="8862861" y="5716570"/>
            <a:ext cx="2729924" cy="631055"/>
          </a:xfrm>
          <a:prstGeom prst="roundRect">
            <a:avLst>
              <a:gd name="adj" fmla="val 9570"/>
            </a:avLst>
          </a:prstGeom>
          <a:solidFill>
            <a:schemeClr val="accent6"/>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rPr>
              <a:t>戦闘開始</a:t>
            </a:r>
          </a:p>
        </p:txBody>
      </p:sp>
      <p:sp>
        <p:nvSpPr>
          <p:cNvPr id="9" name="四角形: 角を丸くする 8">
            <a:extLst>
              <a:ext uri="{FF2B5EF4-FFF2-40B4-BE49-F238E27FC236}">
                <a16:creationId xmlns:a16="http://schemas.microsoft.com/office/drawing/2014/main" id="{DAF143DA-3613-8021-FCBA-79352FB07135}"/>
              </a:ext>
            </a:extLst>
          </p:cNvPr>
          <p:cNvSpPr/>
          <p:nvPr/>
        </p:nvSpPr>
        <p:spPr>
          <a:xfrm>
            <a:off x="5825805" y="5648090"/>
            <a:ext cx="658871" cy="353209"/>
          </a:xfrm>
          <a:prstGeom prst="roundRect">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
        <p:nvSpPr>
          <p:cNvPr id="11" name="四角形: 角を丸くする 10">
            <a:extLst>
              <a:ext uri="{FF2B5EF4-FFF2-40B4-BE49-F238E27FC236}">
                <a16:creationId xmlns:a16="http://schemas.microsoft.com/office/drawing/2014/main" id="{D4855662-BF4F-9288-F756-EC7C874D76C2}"/>
              </a:ext>
            </a:extLst>
          </p:cNvPr>
          <p:cNvSpPr/>
          <p:nvPr/>
        </p:nvSpPr>
        <p:spPr>
          <a:xfrm>
            <a:off x="5823749" y="6078375"/>
            <a:ext cx="658871" cy="353209"/>
          </a:xfrm>
          <a:prstGeom prst="roundRect">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pic>
        <p:nvPicPr>
          <p:cNvPr id="12" name="図 11">
            <a:extLst>
              <a:ext uri="{FF2B5EF4-FFF2-40B4-BE49-F238E27FC236}">
                <a16:creationId xmlns:a16="http://schemas.microsoft.com/office/drawing/2014/main" id="{EDA36AD7-6289-F810-9904-7E979EFEC592}"/>
              </a:ext>
            </a:extLst>
          </p:cNvPr>
          <p:cNvPicPr>
            <a:picLocks noChangeAspect="1"/>
          </p:cNvPicPr>
          <p:nvPr/>
        </p:nvPicPr>
        <p:blipFill>
          <a:blip r:embed="rId5">
            <a:extLst>
              <a:ext uri="{28A0092B-C50C-407E-A947-70E740481C1C}">
                <a14:useLocalDpi xmlns:a14="http://schemas.microsoft.com/office/drawing/2010/main" val="0"/>
              </a:ext>
            </a:extLst>
          </a:blip>
          <a:srcRect l="52651" t="22678" r="27395" b="50636"/>
          <a:stretch>
            <a:fillRect/>
          </a:stretch>
        </p:blipFill>
        <p:spPr>
          <a:xfrm>
            <a:off x="5995047" y="6104595"/>
            <a:ext cx="310304" cy="287583"/>
          </a:xfrm>
          <a:prstGeom prst="rect">
            <a:avLst/>
          </a:prstGeom>
        </p:spPr>
      </p:pic>
      <p:pic>
        <p:nvPicPr>
          <p:cNvPr id="13" name="図 12" descr="アイコン&#10;&#10;AI 生成コンテンツは誤りを含む可能性があります。">
            <a:extLst>
              <a:ext uri="{FF2B5EF4-FFF2-40B4-BE49-F238E27FC236}">
                <a16:creationId xmlns:a16="http://schemas.microsoft.com/office/drawing/2014/main" id="{7DB9170B-9B49-72D2-6E53-EE9EE50AE5F7}"/>
              </a:ext>
            </a:extLst>
          </p:cNvPr>
          <p:cNvPicPr>
            <a:picLocks noChangeAspect="1"/>
          </p:cNvPicPr>
          <p:nvPr/>
        </p:nvPicPr>
        <p:blipFill>
          <a:blip r:embed="rId6">
            <a:duotone>
              <a:prstClr val="black"/>
              <a:srgbClr val="D9C3A5">
                <a:tint val="50000"/>
                <a:satMod val="180000"/>
              </a:srgbClr>
            </a:duotone>
            <a:extLst>
              <a:ext uri="{28A0092B-C50C-407E-A947-70E740481C1C}">
                <a14:useLocalDpi xmlns:a14="http://schemas.microsoft.com/office/drawing/2010/main" val="0"/>
              </a:ext>
            </a:extLst>
          </a:blip>
          <a:stretch>
            <a:fillRect/>
          </a:stretch>
        </p:blipFill>
        <p:spPr>
          <a:xfrm>
            <a:off x="5907842" y="5599160"/>
            <a:ext cx="466295" cy="466295"/>
          </a:xfrm>
          <a:prstGeom prst="rect">
            <a:avLst/>
          </a:prstGeom>
        </p:spPr>
      </p:pic>
      <p:cxnSp>
        <p:nvCxnSpPr>
          <p:cNvPr id="14" name="直線コネクタ 13">
            <a:extLst>
              <a:ext uri="{FF2B5EF4-FFF2-40B4-BE49-F238E27FC236}">
                <a16:creationId xmlns:a16="http://schemas.microsoft.com/office/drawing/2014/main" id="{C8316511-6E1D-E269-D7EC-AC9DD93CD815}"/>
              </a:ext>
            </a:extLst>
          </p:cNvPr>
          <p:cNvCxnSpPr>
            <a:cxnSpLocks/>
          </p:cNvCxnSpPr>
          <p:nvPr/>
        </p:nvCxnSpPr>
        <p:spPr>
          <a:xfrm flipV="1">
            <a:off x="1794290" y="5648090"/>
            <a:ext cx="0" cy="783494"/>
          </a:xfrm>
          <a:prstGeom prst="line">
            <a:avLst/>
          </a:prstGeom>
          <a:ln>
            <a:solidFill>
              <a:schemeClr val="tx1">
                <a:lumMod val="85000"/>
                <a:lumOff val="15000"/>
              </a:schemeClr>
            </a:solidFill>
          </a:ln>
        </p:spPr>
        <p:style>
          <a:lnRef idx="2">
            <a:schemeClr val="accent1"/>
          </a:lnRef>
          <a:fillRef idx="0">
            <a:schemeClr val="accent1"/>
          </a:fillRef>
          <a:effectRef idx="1">
            <a:schemeClr val="accent1"/>
          </a:effectRef>
          <a:fontRef idx="minor">
            <a:schemeClr val="tx1"/>
          </a:fontRef>
        </p:style>
      </p:cxnSp>
      <p:sp>
        <p:nvSpPr>
          <p:cNvPr id="15" name="四角形: 角を丸くする 14">
            <a:extLst>
              <a:ext uri="{FF2B5EF4-FFF2-40B4-BE49-F238E27FC236}">
                <a16:creationId xmlns:a16="http://schemas.microsoft.com/office/drawing/2014/main" id="{CA9B6AA5-97C3-C754-9FC2-4FC5AD8E65F4}"/>
              </a:ext>
            </a:extLst>
          </p:cNvPr>
          <p:cNvSpPr/>
          <p:nvPr/>
        </p:nvSpPr>
        <p:spPr>
          <a:xfrm>
            <a:off x="1945818"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
        <p:nvSpPr>
          <p:cNvPr id="17" name="四角形: 角を丸くする 16">
            <a:extLst>
              <a:ext uri="{FF2B5EF4-FFF2-40B4-BE49-F238E27FC236}">
                <a16:creationId xmlns:a16="http://schemas.microsoft.com/office/drawing/2014/main" id="{FB3157A1-4F10-BD7C-D74F-8532371671C5}"/>
              </a:ext>
            </a:extLst>
          </p:cNvPr>
          <p:cNvSpPr/>
          <p:nvPr/>
        </p:nvSpPr>
        <p:spPr>
          <a:xfrm>
            <a:off x="2486995"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
        <p:nvSpPr>
          <p:cNvPr id="20" name="四角形: 角を丸くする 19">
            <a:extLst>
              <a:ext uri="{FF2B5EF4-FFF2-40B4-BE49-F238E27FC236}">
                <a16:creationId xmlns:a16="http://schemas.microsoft.com/office/drawing/2014/main" id="{3E5584BD-AA0F-0831-F615-5C45E6AE3CB6}"/>
              </a:ext>
            </a:extLst>
          </p:cNvPr>
          <p:cNvSpPr/>
          <p:nvPr/>
        </p:nvSpPr>
        <p:spPr>
          <a:xfrm>
            <a:off x="302817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
        <p:nvSpPr>
          <p:cNvPr id="21" name="四角形: 角を丸くする 20">
            <a:extLst>
              <a:ext uri="{FF2B5EF4-FFF2-40B4-BE49-F238E27FC236}">
                <a16:creationId xmlns:a16="http://schemas.microsoft.com/office/drawing/2014/main" id="{D72B3DA2-E06E-5322-515D-243CE5991109}"/>
              </a:ext>
            </a:extLst>
          </p:cNvPr>
          <p:cNvSpPr/>
          <p:nvPr/>
        </p:nvSpPr>
        <p:spPr>
          <a:xfrm>
            <a:off x="3569349"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
        <p:nvSpPr>
          <p:cNvPr id="22" name="四角形: 角を丸くする 21">
            <a:extLst>
              <a:ext uri="{FF2B5EF4-FFF2-40B4-BE49-F238E27FC236}">
                <a16:creationId xmlns:a16="http://schemas.microsoft.com/office/drawing/2014/main" id="{4D88169C-48A8-C08A-E1C0-24617C80ACD2}"/>
              </a:ext>
            </a:extLst>
          </p:cNvPr>
          <p:cNvSpPr/>
          <p:nvPr/>
        </p:nvSpPr>
        <p:spPr>
          <a:xfrm>
            <a:off x="4110526"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
        <p:nvSpPr>
          <p:cNvPr id="23" name="四角形: 角を丸くする 22">
            <a:extLst>
              <a:ext uri="{FF2B5EF4-FFF2-40B4-BE49-F238E27FC236}">
                <a16:creationId xmlns:a16="http://schemas.microsoft.com/office/drawing/2014/main" id="{32CBC0C8-DFA6-5084-0F0C-59555C7D373B}"/>
              </a:ext>
            </a:extLst>
          </p:cNvPr>
          <p:cNvSpPr/>
          <p:nvPr/>
        </p:nvSpPr>
        <p:spPr>
          <a:xfrm>
            <a:off x="4651703"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
        <p:nvSpPr>
          <p:cNvPr id="24" name="四角形: 角を丸くする 23">
            <a:extLst>
              <a:ext uri="{FF2B5EF4-FFF2-40B4-BE49-F238E27FC236}">
                <a16:creationId xmlns:a16="http://schemas.microsoft.com/office/drawing/2014/main" id="{3D7B89F0-ABEF-AD36-382F-D3CBFFFEFC33}"/>
              </a:ext>
            </a:extLst>
          </p:cNvPr>
          <p:cNvSpPr/>
          <p:nvPr/>
        </p:nvSpPr>
        <p:spPr>
          <a:xfrm>
            <a:off x="5192878"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
        <p:nvSpPr>
          <p:cNvPr id="25" name="四角形: 角を丸くする 24">
            <a:extLst>
              <a:ext uri="{FF2B5EF4-FFF2-40B4-BE49-F238E27FC236}">
                <a16:creationId xmlns:a16="http://schemas.microsoft.com/office/drawing/2014/main" id="{7D6F414F-BC02-BB35-119C-51C9867034FD}"/>
              </a:ext>
            </a:extLst>
          </p:cNvPr>
          <p:cNvSpPr/>
          <p:nvPr/>
        </p:nvSpPr>
        <p:spPr>
          <a:xfrm>
            <a:off x="564369" y="5694745"/>
            <a:ext cx="290876" cy="295131"/>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
        <p:nvSpPr>
          <p:cNvPr id="26" name="四角形: 角を丸くする 25">
            <a:extLst>
              <a:ext uri="{FF2B5EF4-FFF2-40B4-BE49-F238E27FC236}">
                <a16:creationId xmlns:a16="http://schemas.microsoft.com/office/drawing/2014/main" id="{9291053D-32E9-C2B2-65DF-9B8F1F722632}"/>
              </a:ext>
            </a:extLst>
          </p:cNvPr>
          <p:cNvSpPr/>
          <p:nvPr/>
        </p:nvSpPr>
        <p:spPr>
          <a:xfrm>
            <a:off x="978238" y="5694745"/>
            <a:ext cx="290876" cy="295131"/>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
        <p:nvSpPr>
          <p:cNvPr id="27" name="四角形: 角を丸くする 26">
            <a:extLst>
              <a:ext uri="{FF2B5EF4-FFF2-40B4-BE49-F238E27FC236}">
                <a16:creationId xmlns:a16="http://schemas.microsoft.com/office/drawing/2014/main" id="{33AB0803-0216-73FB-5F26-622AB7C4F6F4}"/>
              </a:ext>
            </a:extLst>
          </p:cNvPr>
          <p:cNvSpPr/>
          <p:nvPr/>
        </p:nvSpPr>
        <p:spPr>
          <a:xfrm>
            <a:off x="1392106" y="5694745"/>
            <a:ext cx="290876" cy="295131"/>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Tree>
    <p:extLst>
      <p:ext uri="{BB962C8B-B14F-4D97-AF65-F5344CB8AC3E}">
        <p14:creationId xmlns:p14="http://schemas.microsoft.com/office/powerpoint/2010/main" val="3288239564"/>
      </p:ext>
    </p:extLst>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39B6F8-AE16-F9A5-39D6-1A703F022879}"/>
            </a:ext>
          </a:extLst>
        </p:cNvPr>
        <p:cNvGrpSpPr/>
        <p:nvPr/>
      </p:nvGrpSpPr>
      <p:grpSpPr>
        <a:xfrm>
          <a:off x="0" y="0"/>
          <a:ext cx="0" cy="0"/>
          <a:chOff x="0" y="0"/>
          <a:chExt cx="0" cy="0"/>
        </a:xfrm>
      </p:grpSpPr>
      <p:sp>
        <p:nvSpPr>
          <p:cNvPr id="81" name="楕円 80">
            <a:extLst>
              <a:ext uri="{FF2B5EF4-FFF2-40B4-BE49-F238E27FC236}">
                <a16:creationId xmlns:a16="http://schemas.microsoft.com/office/drawing/2014/main" id="{50D79803-1FC0-12F0-AE5F-8E83975923FF}"/>
              </a:ext>
            </a:extLst>
          </p:cNvPr>
          <p:cNvSpPr/>
          <p:nvPr/>
        </p:nvSpPr>
        <p:spPr>
          <a:xfrm>
            <a:off x="7369222" y="-419879"/>
            <a:ext cx="7168554" cy="7679094"/>
          </a:xfrm>
          <a:prstGeom prst="ellipse">
            <a:avLst/>
          </a:prstGeom>
          <a:solidFill>
            <a:schemeClr val="accent1">
              <a:lumMod val="75000"/>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0" name="楕円 79">
            <a:extLst>
              <a:ext uri="{FF2B5EF4-FFF2-40B4-BE49-F238E27FC236}">
                <a16:creationId xmlns:a16="http://schemas.microsoft.com/office/drawing/2014/main" id="{3326465B-2864-2EF6-701F-7F8DF9918770}"/>
              </a:ext>
            </a:extLst>
          </p:cNvPr>
          <p:cNvSpPr/>
          <p:nvPr/>
        </p:nvSpPr>
        <p:spPr>
          <a:xfrm>
            <a:off x="-2195336" y="-748783"/>
            <a:ext cx="8978692" cy="8369559"/>
          </a:xfrm>
          <a:prstGeom prst="ellipse">
            <a:avLst/>
          </a:prstGeom>
          <a:solidFill>
            <a:srgbClr val="CC66FF">
              <a:alpha val="6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nvGrpSpPr>
          <p:cNvPr id="112" name="グループ化 111">
            <a:extLst>
              <a:ext uri="{FF2B5EF4-FFF2-40B4-BE49-F238E27FC236}">
                <a16:creationId xmlns:a16="http://schemas.microsoft.com/office/drawing/2014/main" id="{F31D58DE-5F88-7787-D2F4-E37FA44FEAC6}"/>
              </a:ext>
            </a:extLst>
          </p:cNvPr>
          <p:cNvGrpSpPr/>
          <p:nvPr/>
        </p:nvGrpSpPr>
        <p:grpSpPr>
          <a:xfrm>
            <a:off x="658742" y="891074"/>
            <a:ext cx="3344092" cy="5075851"/>
            <a:chOff x="658741" y="891074"/>
            <a:chExt cx="3763973" cy="5075851"/>
          </a:xfrm>
        </p:grpSpPr>
        <p:sp>
          <p:nvSpPr>
            <p:cNvPr id="2" name="四角形: 角を丸くする 1">
              <a:extLst>
                <a:ext uri="{FF2B5EF4-FFF2-40B4-BE49-F238E27FC236}">
                  <a16:creationId xmlns:a16="http://schemas.microsoft.com/office/drawing/2014/main" id="{735630A3-EB00-EB09-CC48-A7586F8738A7}"/>
                </a:ext>
              </a:extLst>
            </p:cNvPr>
            <p:cNvSpPr/>
            <p:nvPr/>
          </p:nvSpPr>
          <p:spPr>
            <a:xfrm>
              <a:off x="658741" y="891074"/>
              <a:ext cx="3092165"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3" name="四角形: 角を丸くする 2">
              <a:extLst>
                <a:ext uri="{FF2B5EF4-FFF2-40B4-BE49-F238E27FC236}">
                  <a16:creationId xmlns:a16="http://schemas.microsoft.com/office/drawing/2014/main" id="{5C8AF0F3-BB4B-ACB0-F234-12A65C197890}"/>
                </a:ext>
              </a:extLst>
            </p:cNvPr>
            <p:cNvSpPr/>
            <p:nvPr/>
          </p:nvSpPr>
          <p:spPr>
            <a:xfrm>
              <a:off x="658741" y="1626637"/>
              <a:ext cx="3092165"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6" name="四角形: 角を丸くする 5">
              <a:extLst>
                <a:ext uri="{FF2B5EF4-FFF2-40B4-BE49-F238E27FC236}">
                  <a16:creationId xmlns:a16="http://schemas.microsoft.com/office/drawing/2014/main" id="{C852C3F7-DE93-B32C-F169-F0BF168F0DFD}"/>
                </a:ext>
              </a:extLst>
            </p:cNvPr>
            <p:cNvSpPr/>
            <p:nvPr/>
          </p:nvSpPr>
          <p:spPr>
            <a:xfrm>
              <a:off x="658741" y="2362200"/>
              <a:ext cx="3092165"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8" name="四角形: 角を丸くする 7">
              <a:extLst>
                <a:ext uri="{FF2B5EF4-FFF2-40B4-BE49-F238E27FC236}">
                  <a16:creationId xmlns:a16="http://schemas.microsoft.com/office/drawing/2014/main" id="{21BC0017-EADB-B600-E7BC-44BCF5233738}"/>
                </a:ext>
              </a:extLst>
            </p:cNvPr>
            <p:cNvSpPr/>
            <p:nvPr/>
          </p:nvSpPr>
          <p:spPr>
            <a:xfrm>
              <a:off x="658741" y="3833326"/>
              <a:ext cx="3092165"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9" name="四角形: 角を丸くする 8">
              <a:extLst>
                <a:ext uri="{FF2B5EF4-FFF2-40B4-BE49-F238E27FC236}">
                  <a16:creationId xmlns:a16="http://schemas.microsoft.com/office/drawing/2014/main" id="{42C6193E-D890-DE14-294A-AF59DB1B2BE7}"/>
                </a:ext>
              </a:extLst>
            </p:cNvPr>
            <p:cNvSpPr/>
            <p:nvPr/>
          </p:nvSpPr>
          <p:spPr>
            <a:xfrm>
              <a:off x="658741" y="4568889"/>
              <a:ext cx="3092165"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10" name="四角形: 角を丸くする 9">
              <a:extLst>
                <a:ext uri="{FF2B5EF4-FFF2-40B4-BE49-F238E27FC236}">
                  <a16:creationId xmlns:a16="http://schemas.microsoft.com/office/drawing/2014/main" id="{D5B6046E-7ADE-7EFC-6446-3B452317A722}"/>
                </a:ext>
              </a:extLst>
            </p:cNvPr>
            <p:cNvSpPr/>
            <p:nvPr/>
          </p:nvSpPr>
          <p:spPr>
            <a:xfrm>
              <a:off x="658741" y="5304452"/>
              <a:ext cx="3092165"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35" name="グループ化 34">
              <a:extLst>
                <a:ext uri="{FF2B5EF4-FFF2-40B4-BE49-F238E27FC236}">
                  <a16:creationId xmlns:a16="http://schemas.microsoft.com/office/drawing/2014/main" id="{AA6DE2C7-488D-A193-7D52-1DE98B9D3062}"/>
                </a:ext>
              </a:extLst>
            </p:cNvPr>
            <p:cNvGrpSpPr/>
            <p:nvPr/>
          </p:nvGrpSpPr>
          <p:grpSpPr>
            <a:xfrm>
              <a:off x="858105" y="942392"/>
              <a:ext cx="2612882" cy="559836"/>
              <a:chOff x="858105" y="942392"/>
              <a:chExt cx="2612882" cy="559836"/>
            </a:xfrm>
          </p:grpSpPr>
          <p:sp>
            <p:nvSpPr>
              <p:cNvPr id="12" name="楕円 11">
                <a:extLst>
                  <a:ext uri="{FF2B5EF4-FFF2-40B4-BE49-F238E27FC236}">
                    <a16:creationId xmlns:a16="http://schemas.microsoft.com/office/drawing/2014/main" id="{83FF075F-CD3C-4513-AD08-B67AEF5B0E7B}"/>
                  </a:ext>
                </a:extLst>
              </p:cNvPr>
              <p:cNvSpPr/>
              <p:nvPr/>
            </p:nvSpPr>
            <p:spPr>
              <a:xfrm>
                <a:off x="1838130" y="9423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13" name="楕円 12">
                <a:extLst>
                  <a:ext uri="{FF2B5EF4-FFF2-40B4-BE49-F238E27FC236}">
                    <a16:creationId xmlns:a16="http://schemas.microsoft.com/office/drawing/2014/main" id="{860F6ED0-D06C-A39A-CABA-82F3059DCDC3}"/>
                  </a:ext>
                </a:extLst>
              </p:cNvPr>
              <p:cNvSpPr/>
              <p:nvPr/>
            </p:nvSpPr>
            <p:spPr>
              <a:xfrm>
                <a:off x="858105" y="9423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16" name="グループ化 15">
              <a:extLst>
                <a:ext uri="{FF2B5EF4-FFF2-40B4-BE49-F238E27FC236}">
                  <a16:creationId xmlns:a16="http://schemas.microsoft.com/office/drawing/2014/main" id="{F4E70927-4F6C-014B-27A9-2B349F48E705}"/>
                </a:ext>
              </a:extLst>
            </p:cNvPr>
            <p:cNvGrpSpPr/>
            <p:nvPr/>
          </p:nvGrpSpPr>
          <p:grpSpPr>
            <a:xfrm>
              <a:off x="858105" y="1677955"/>
              <a:ext cx="2612882" cy="559836"/>
              <a:chOff x="858105" y="1673292"/>
              <a:chExt cx="2612882" cy="559836"/>
            </a:xfrm>
          </p:grpSpPr>
          <p:sp>
            <p:nvSpPr>
              <p:cNvPr id="14" name="楕円 13">
                <a:extLst>
                  <a:ext uri="{FF2B5EF4-FFF2-40B4-BE49-F238E27FC236}">
                    <a16:creationId xmlns:a16="http://schemas.microsoft.com/office/drawing/2014/main" id="{B861CDF9-C283-73C4-88EF-ECCEBB60C754}"/>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15" name="楕円 14">
                <a:extLst>
                  <a:ext uri="{FF2B5EF4-FFF2-40B4-BE49-F238E27FC236}">
                    <a16:creationId xmlns:a16="http://schemas.microsoft.com/office/drawing/2014/main" id="{BCD53409-0D3E-8C30-DE8D-69EBE29C36A7}"/>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17" name="グループ化 16">
              <a:extLst>
                <a:ext uri="{FF2B5EF4-FFF2-40B4-BE49-F238E27FC236}">
                  <a16:creationId xmlns:a16="http://schemas.microsoft.com/office/drawing/2014/main" id="{990A92BF-D6BC-7246-1726-2D97CF39075E}"/>
                </a:ext>
              </a:extLst>
            </p:cNvPr>
            <p:cNvGrpSpPr/>
            <p:nvPr/>
          </p:nvGrpSpPr>
          <p:grpSpPr>
            <a:xfrm>
              <a:off x="858105" y="5355770"/>
              <a:ext cx="2612882" cy="559836"/>
              <a:chOff x="858105" y="1673292"/>
              <a:chExt cx="2612882" cy="559836"/>
            </a:xfrm>
          </p:grpSpPr>
          <p:sp>
            <p:nvSpPr>
              <p:cNvPr id="18" name="楕円 17">
                <a:extLst>
                  <a:ext uri="{FF2B5EF4-FFF2-40B4-BE49-F238E27FC236}">
                    <a16:creationId xmlns:a16="http://schemas.microsoft.com/office/drawing/2014/main" id="{0C0499D6-462A-97F1-B468-49D5DCCD0610}"/>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19" name="楕円 18">
                <a:extLst>
                  <a:ext uri="{FF2B5EF4-FFF2-40B4-BE49-F238E27FC236}">
                    <a16:creationId xmlns:a16="http://schemas.microsoft.com/office/drawing/2014/main" id="{50A4066D-CF05-209C-E222-AF5ECE3843CE}"/>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20" name="グループ化 19">
              <a:extLst>
                <a:ext uri="{FF2B5EF4-FFF2-40B4-BE49-F238E27FC236}">
                  <a16:creationId xmlns:a16="http://schemas.microsoft.com/office/drawing/2014/main" id="{39417DB5-6B90-016D-C705-604D9A208EC7}"/>
                </a:ext>
              </a:extLst>
            </p:cNvPr>
            <p:cNvGrpSpPr/>
            <p:nvPr/>
          </p:nvGrpSpPr>
          <p:grpSpPr>
            <a:xfrm>
              <a:off x="858105" y="4620207"/>
              <a:ext cx="2612882" cy="559836"/>
              <a:chOff x="858105" y="1673292"/>
              <a:chExt cx="2612882" cy="559836"/>
            </a:xfrm>
          </p:grpSpPr>
          <p:sp>
            <p:nvSpPr>
              <p:cNvPr id="21" name="楕円 20">
                <a:extLst>
                  <a:ext uri="{FF2B5EF4-FFF2-40B4-BE49-F238E27FC236}">
                    <a16:creationId xmlns:a16="http://schemas.microsoft.com/office/drawing/2014/main" id="{2BC1CF63-433D-1920-5E9C-F28AA058B886}"/>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22" name="楕円 21">
                <a:extLst>
                  <a:ext uri="{FF2B5EF4-FFF2-40B4-BE49-F238E27FC236}">
                    <a16:creationId xmlns:a16="http://schemas.microsoft.com/office/drawing/2014/main" id="{4C753FD6-97F2-8105-5F78-472151F88727}"/>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26" name="グループ化 25">
              <a:extLst>
                <a:ext uri="{FF2B5EF4-FFF2-40B4-BE49-F238E27FC236}">
                  <a16:creationId xmlns:a16="http://schemas.microsoft.com/office/drawing/2014/main" id="{052703CE-310F-3A36-AF6D-E97FA49F8CDE}"/>
                </a:ext>
              </a:extLst>
            </p:cNvPr>
            <p:cNvGrpSpPr/>
            <p:nvPr/>
          </p:nvGrpSpPr>
          <p:grpSpPr>
            <a:xfrm>
              <a:off x="858105" y="3884644"/>
              <a:ext cx="2612882" cy="559836"/>
              <a:chOff x="858105" y="1673292"/>
              <a:chExt cx="2612882" cy="559836"/>
            </a:xfrm>
          </p:grpSpPr>
          <p:sp>
            <p:nvSpPr>
              <p:cNvPr id="27" name="楕円 26">
                <a:extLst>
                  <a:ext uri="{FF2B5EF4-FFF2-40B4-BE49-F238E27FC236}">
                    <a16:creationId xmlns:a16="http://schemas.microsoft.com/office/drawing/2014/main" id="{D2D2776E-E42D-0E65-6203-B50D1D354368}"/>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28" name="楕円 27">
                <a:extLst>
                  <a:ext uri="{FF2B5EF4-FFF2-40B4-BE49-F238E27FC236}">
                    <a16:creationId xmlns:a16="http://schemas.microsoft.com/office/drawing/2014/main" id="{EDF89E74-A707-37C1-4162-27F94997A7F6}"/>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32" name="グループ化 31">
              <a:extLst>
                <a:ext uri="{FF2B5EF4-FFF2-40B4-BE49-F238E27FC236}">
                  <a16:creationId xmlns:a16="http://schemas.microsoft.com/office/drawing/2014/main" id="{70C8EDB8-F342-F83A-3A45-2732066210B9}"/>
                </a:ext>
              </a:extLst>
            </p:cNvPr>
            <p:cNvGrpSpPr/>
            <p:nvPr/>
          </p:nvGrpSpPr>
          <p:grpSpPr>
            <a:xfrm>
              <a:off x="858105" y="2413518"/>
              <a:ext cx="2612882" cy="559836"/>
              <a:chOff x="858105" y="1673292"/>
              <a:chExt cx="2612882" cy="559836"/>
            </a:xfrm>
          </p:grpSpPr>
          <p:sp>
            <p:nvSpPr>
              <p:cNvPr id="33" name="楕円 32">
                <a:extLst>
                  <a:ext uri="{FF2B5EF4-FFF2-40B4-BE49-F238E27FC236}">
                    <a16:creationId xmlns:a16="http://schemas.microsoft.com/office/drawing/2014/main" id="{0A7AC508-66A2-E1C7-CCB1-8B0091D16ABD}"/>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34" name="楕円 33">
                <a:extLst>
                  <a:ext uri="{FF2B5EF4-FFF2-40B4-BE49-F238E27FC236}">
                    <a16:creationId xmlns:a16="http://schemas.microsoft.com/office/drawing/2014/main" id="{C3B2EEEE-4C54-E6DF-97F5-05B9221C7EB9}"/>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sp>
          <p:nvSpPr>
            <p:cNvPr id="36" name="四角形: 角を丸くする 35">
              <a:extLst>
                <a:ext uri="{FF2B5EF4-FFF2-40B4-BE49-F238E27FC236}">
                  <a16:creationId xmlns:a16="http://schemas.microsoft.com/office/drawing/2014/main" id="{006B56FC-CF9E-AD5D-F010-4AF0AA93CAAE}"/>
                </a:ext>
              </a:extLst>
            </p:cNvPr>
            <p:cNvSpPr/>
            <p:nvPr/>
          </p:nvSpPr>
          <p:spPr>
            <a:xfrm>
              <a:off x="3064077" y="914399"/>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7" name="四角形: 角を丸くする 36">
              <a:extLst>
                <a:ext uri="{FF2B5EF4-FFF2-40B4-BE49-F238E27FC236}">
                  <a16:creationId xmlns:a16="http://schemas.microsoft.com/office/drawing/2014/main" id="{D3CFD5CB-DEED-E9A5-2121-E9D6DA6956CE}"/>
                </a:ext>
              </a:extLst>
            </p:cNvPr>
            <p:cNvSpPr/>
            <p:nvPr/>
          </p:nvSpPr>
          <p:spPr>
            <a:xfrm>
              <a:off x="3064077" y="5324668"/>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8" name="四角形: 角を丸くする 37">
              <a:extLst>
                <a:ext uri="{FF2B5EF4-FFF2-40B4-BE49-F238E27FC236}">
                  <a16:creationId xmlns:a16="http://schemas.microsoft.com/office/drawing/2014/main" id="{80B525FC-F348-2238-7150-EA2314FF3A64}"/>
                </a:ext>
              </a:extLst>
            </p:cNvPr>
            <p:cNvSpPr/>
            <p:nvPr/>
          </p:nvSpPr>
          <p:spPr>
            <a:xfrm>
              <a:off x="3064077" y="4589624"/>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9" name="四角形: 角を丸くする 38">
              <a:extLst>
                <a:ext uri="{FF2B5EF4-FFF2-40B4-BE49-F238E27FC236}">
                  <a16:creationId xmlns:a16="http://schemas.microsoft.com/office/drawing/2014/main" id="{5EEA5A46-5997-1B89-10C2-4B49D532E4AA}"/>
                </a:ext>
              </a:extLst>
            </p:cNvPr>
            <p:cNvSpPr/>
            <p:nvPr/>
          </p:nvSpPr>
          <p:spPr>
            <a:xfrm>
              <a:off x="3064077" y="3854579"/>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89" name="グループ化 88">
              <a:extLst>
                <a:ext uri="{FF2B5EF4-FFF2-40B4-BE49-F238E27FC236}">
                  <a16:creationId xmlns:a16="http://schemas.microsoft.com/office/drawing/2014/main" id="{987E0348-D65C-0EEA-0532-7C0806031701}"/>
                </a:ext>
              </a:extLst>
            </p:cNvPr>
            <p:cNvGrpSpPr/>
            <p:nvPr/>
          </p:nvGrpSpPr>
          <p:grpSpPr>
            <a:xfrm>
              <a:off x="1330549" y="3097763"/>
              <a:ext cx="3092165" cy="662473"/>
              <a:chOff x="658741" y="3097763"/>
              <a:chExt cx="3092165" cy="662473"/>
            </a:xfrm>
          </p:grpSpPr>
          <p:sp>
            <p:nvSpPr>
              <p:cNvPr id="7" name="四角形: 角を丸くする 6">
                <a:extLst>
                  <a:ext uri="{FF2B5EF4-FFF2-40B4-BE49-F238E27FC236}">
                    <a16:creationId xmlns:a16="http://schemas.microsoft.com/office/drawing/2014/main" id="{31AAB8F6-0AFC-AED5-A599-7E00C4922471}"/>
                  </a:ext>
                </a:extLst>
              </p:cNvPr>
              <p:cNvSpPr/>
              <p:nvPr/>
            </p:nvSpPr>
            <p:spPr>
              <a:xfrm>
                <a:off x="658741" y="3097763"/>
                <a:ext cx="3092165"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grpSp>
            <p:nvGrpSpPr>
              <p:cNvPr id="29" name="グループ化 28">
                <a:extLst>
                  <a:ext uri="{FF2B5EF4-FFF2-40B4-BE49-F238E27FC236}">
                    <a16:creationId xmlns:a16="http://schemas.microsoft.com/office/drawing/2014/main" id="{688F2431-6309-3055-3F6C-356DDAD91492}"/>
                  </a:ext>
                </a:extLst>
              </p:cNvPr>
              <p:cNvGrpSpPr/>
              <p:nvPr/>
            </p:nvGrpSpPr>
            <p:grpSpPr>
              <a:xfrm>
                <a:off x="858105" y="3149081"/>
                <a:ext cx="2612882" cy="559836"/>
                <a:chOff x="858105" y="1673292"/>
                <a:chExt cx="2612882" cy="559836"/>
              </a:xfrm>
            </p:grpSpPr>
            <p:sp>
              <p:nvSpPr>
                <p:cNvPr id="30" name="楕円 29">
                  <a:extLst>
                    <a:ext uri="{FF2B5EF4-FFF2-40B4-BE49-F238E27FC236}">
                      <a16:creationId xmlns:a16="http://schemas.microsoft.com/office/drawing/2014/main" id="{A138BC36-D66A-17A3-782E-FBD4606CA9D2}"/>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31" name="楕円 30">
                  <a:extLst>
                    <a:ext uri="{FF2B5EF4-FFF2-40B4-BE49-F238E27FC236}">
                      <a16:creationId xmlns:a16="http://schemas.microsoft.com/office/drawing/2014/main" id="{8D2F97A7-DB42-56FE-2430-AB25C8AC0A0C}"/>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sp>
            <p:nvSpPr>
              <p:cNvPr id="40" name="四角形: 角を丸くする 39">
                <a:extLst>
                  <a:ext uri="{FF2B5EF4-FFF2-40B4-BE49-F238E27FC236}">
                    <a16:creationId xmlns:a16="http://schemas.microsoft.com/office/drawing/2014/main" id="{49DC0299-6D50-6FDE-378A-372599D2236F}"/>
                  </a:ext>
                </a:extLst>
              </p:cNvPr>
              <p:cNvSpPr/>
              <p:nvPr/>
            </p:nvSpPr>
            <p:spPr>
              <a:xfrm>
                <a:off x="3064077" y="3119534"/>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sp>
          <p:nvSpPr>
            <p:cNvPr id="41" name="四角形: 角を丸くする 40">
              <a:extLst>
                <a:ext uri="{FF2B5EF4-FFF2-40B4-BE49-F238E27FC236}">
                  <a16:creationId xmlns:a16="http://schemas.microsoft.com/office/drawing/2014/main" id="{D2FA3479-E6B1-E191-0D49-48463B719B18}"/>
                </a:ext>
              </a:extLst>
            </p:cNvPr>
            <p:cNvSpPr/>
            <p:nvPr/>
          </p:nvSpPr>
          <p:spPr>
            <a:xfrm>
              <a:off x="3064077" y="2384489"/>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42" name="四角形: 角を丸くする 41">
              <a:extLst>
                <a:ext uri="{FF2B5EF4-FFF2-40B4-BE49-F238E27FC236}">
                  <a16:creationId xmlns:a16="http://schemas.microsoft.com/office/drawing/2014/main" id="{9A186031-169F-BE42-96A8-CF9E40B0F3CD}"/>
                </a:ext>
              </a:extLst>
            </p:cNvPr>
            <p:cNvSpPr/>
            <p:nvPr/>
          </p:nvSpPr>
          <p:spPr>
            <a:xfrm>
              <a:off x="3064077" y="1649444"/>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sp>
        <p:nvSpPr>
          <p:cNvPr id="44" name="四角形: 角を丸くする 43">
            <a:extLst>
              <a:ext uri="{FF2B5EF4-FFF2-40B4-BE49-F238E27FC236}">
                <a16:creationId xmlns:a16="http://schemas.microsoft.com/office/drawing/2014/main" id="{20517FAA-91B1-4A79-5C27-0E3F8B97728B}"/>
              </a:ext>
            </a:extLst>
          </p:cNvPr>
          <p:cNvSpPr/>
          <p:nvPr/>
        </p:nvSpPr>
        <p:spPr>
          <a:xfrm flipV="1">
            <a:off x="8838120" y="5295121"/>
            <a:ext cx="2704472"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8" name="四角形: 角を丸くする 47">
            <a:extLst>
              <a:ext uri="{FF2B5EF4-FFF2-40B4-BE49-F238E27FC236}">
                <a16:creationId xmlns:a16="http://schemas.microsoft.com/office/drawing/2014/main" id="{059B34FD-CBFE-E728-F57B-6066B90F91D7}"/>
              </a:ext>
            </a:extLst>
          </p:cNvPr>
          <p:cNvSpPr/>
          <p:nvPr/>
        </p:nvSpPr>
        <p:spPr>
          <a:xfrm flipV="1">
            <a:off x="8838120" y="2352869"/>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9" name="四角形: 角を丸くする 48">
            <a:extLst>
              <a:ext uri="{FF2B5EF4-FFF2-40B4-BE49-F238E27FC236}">
                <a16:creationId xmlns:a16="http://schemas.microsoft.com/office/drawing/2014/main" id="{C59D6F91-1651-AA7D-D2AF-C16F06DC62FC}"/>
              </a:ext>
            </a:extLst>
          </p:cNvPr>
          <p:cNvSpPr/>
          <p:nvPr/>
        </p:nvSpPr>
        <p:spPr>
          <a:xfrm flipV="1">
            <a:off x="8838120" y="1617306"/>
            <a:ext cx="2704472"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50" name="四角形: 角を丸くする 49">
            <a:extLst>
              <a:ext uri="{FF2B5EF4-FFF2-40B4-BE49-F238E27FC236}">
                <a16:creationId xmlns:a16="http://schemas.microsoft.com/office/drawing/2014/main" id="{8B08BF68-2950-061B-B0AE-D9C26BE9A8BC}"/>
              </a:ext>
            </a:extLst>
          </p:cNvPr>
          <p:cNvSpPr/>
          <p:nvPr/>
        </p:nvSpPr>
        <p:spPr>
          <a:xfrm flipV="1">
            <a:off x="8838120" y="881743"/>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grpSp>
        <p:nvGrpSpPr>
          <p:cNvPr id="51" name="グループ化 50">
            <a:extLst>
              <a:ext uri="{FF2B5EF4-FFF2-40B4-BE49-F238E27FC236}">
                <a16:creationId xmlns:a16="http://schemas.microsoft.com/office/drawing/2014/main" id="{22E923D8-EDE7-9E08-4722-D0111394F633}"/>
              </a:ext>
            </a:extLst>
          </p:cNvPr>
          <p:cNvGrpSpPr/>
          <p:nvPr/>
        </p:nvGrpSpPr>
        <p:grpSpPr>
          <a:xfrm>
            <a:off x="9012488" y="933061"/>
            <a:ext cx="2285281" cy="559836"/>
            <a:chOff x="858105" y="942392"/>
            <a:chExt cx="2612882" cy="559836"/>
          </a:xfrm>
        </p:grpSpPr>
        <p:sp>
          <p:nvSpPr>
            <p:cNvPr id="52" name="楕円 51">
              <a:extLst>
                <a:ext uri="{FF2B5EF4-FFF2-40B4-BE49-F238E27FC236}">
                  <a16:creationId xmlns:a16="http://schemas.microsoft.com/office/drawing/2014/main" id="{DAE673AE-5433-FA1E-34B9-EBC92883F6A2}"/>
                </a:ext>
              </a:extLst>
            </p:cNvPr>
            <p:cNvSpPr/>
            <p:nvPr/>
          </p:nvSpPr>
          <p:spPr>
            <a:xfrm>
              <a:off x="1838130" y="9423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53" name="楕円 52">
              <a:extLst>
                <a:ext uri="{FF2B5EF4-FFF2-40B4-BE49-F238E27FC236}">
                  <a16:creationId xmlns:a16="http://schemas.microsoft.com/office/drawing/2014/main" id="{41401E97-BC16-DC3C-7D21-DC1A27E1D413}"/>
                </a:ext>
              </a:extLst>
            </p:cNvPr>
            <p:cNvSpPr/>
            <p:nvPr/>
          </p:nvSpPr>
          <p:spPr>
            <a:xfrm>
              <a:off x="858105" y="9423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54" name="グループ化 53">
            <a:extLst>
              <a:ext uri="{FF2B5EF4-FFF2-40B4-BE49-F238E27FC236}">
                <a16:creationId xmlns:a16="http://schemas.microsoft.com/office/drawing/2014/main" id="{8335C0B1-C7EC-793F-BA66-4C4CFEF6CB1B}"/>
              </a:ext>
            </a:extLst>
          </p:cNvPr>
          <p:cNvGrpSpPr/>
          <p:nvPr/>
        </p:nvGrpSpPr>
        <p:grpSpPr>
          <a:xfrm>
            <a:off x="9012488" y="1668624"/>
            <a:ext cx="2285281" cy="559836"/>
            <a:chOff x="858105" y="1673292"/>
            <a:chExt cx="2612882" cy="559836"/>
          </a:xfrm>
        </p:grpSpPr>
        <p:sp>
          <p:nvSpPr>
            <p:cNvPr id="55" name="楕円 54">
              <a:extLst>
                <a:ext uri="{FF2B5EF4-FFF2-40B4-BE49-F238E27FC236}">
                  <a16:creationId xmlns:a16="http://schemas.microsoft.com/office/drawing/2014/main" id="{3924DB97-B363-CBAE-EEEB-D2532E55A50C}"/>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56" name="楕円 55">
              <a:extLst>
                <a:ext uri="{FF2B5EF4-FFF2-40B4-BE49-F238E27FC236}">
                  <a16:creationId xmlns:a16="http://schemas.microsoft.com/office/drawing/2014/main" id="{22BF0DE2-4E14-8ECD-019A-A5D9A073C98E}"/>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57" name="グループ化 56">
            <a:extLst>
              <a:ext uri="{FF2B5EF4-FFF2-40B4-BE49-F238E27FC236}">
                <a16:creationId xmlns:a16="http://schemas.microsoft.com/office/drawing/2014/main" id="{F86DB6FC-A60C-7B0B-B41C-67B012835155}"/>
              </a:ext>
            </a:extLst>
          </p:cNvPr>
          <p:cNvGrpSpPr/>
          <p:nvPr/>
        </p:nvGrpSpPr>
        <p:grpSpPr>
          <a:xfrm>
            <a:off x="9012488" y="5346439"/>
            <a:ext cx="2285281" cy="559836"/>
            <a:chOff x="858105" y="1673292"/>
            <a:chExt cx="2612882" cy="559836"/>
          </a:xfrm>
        </p:grpSpPr>
        <p:sp>
          <p:nvSpPr>
            <p:cNvPr id="58" name="楕円 57">
              <a:extLst>
                <a:ext uri="{FF2B5EF4-FFF2-40B4-BE49-F238E27FC236}">
                  <a16:creationId xmlns:a16="http://schemas.microsoft.com/office/drawing/2014/main" id="{096ED86D-F81A-C826-6BE4-B91C146B774A}"/>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59" name="楕円 58">
              <a:extLst>
                <a:ext uri="{FF2B5EF4-FFF2-40B4-BE49-F238E27FC236}">
                  <a16:creationId xmlns:a16="http://schemas.microsoft.com/office/drawing/2014/main" id="{4171F88A-6786-5C9D-E2A2-D3C55C5B9373}"/>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69" name="グループ化 68">
            <a:extLst>
              <a:ext uri="{FF2B5EF4-FFF2-40B4-BE49-F238E27FC236}">
                <a16:creationId xmlns:a16="http://schemas.microsoft.com/office/drawing/2014/main" id="{CAE51D28-AD75-7560-E94B-F14282224A63}"/>
              </a:ext>
            </a:extLst>
          </p:cNvPr>
          <p:cNvGrpSpPr/>
          <p:nvPr/>
        </p:nvGrpSpPr>
        <p:grpSpPr>
          <a:xfrm>
            <a:off x="9012488" y="2404187"/>
            <a:ext cx="2285281" cy="559836"/>
            <a:chOff x="858105" y="1673292"/>
            <a:chExt cx="2612882" cy="559836"/>
          </a:xfrm>
        </p:grpSpPr>
        <p:sp>
          <p:nvSpPr>
            <p:cNvPr id="70" name="楕円 69">
              <a:extLst>
                <a:ext uri="{FF2B5EF4-FFF2-40B4-BE49-F238E27FC236}">
                  <a16:creationId xmlns:a16="http://schemas.microsoft.com/office/drawing/2014/main" id="{E837F1C2-DC2F-247B-B72E-345272B21625}"/>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71" name="楕円 70">
              <a:extLst>
                <a:ext uri="{FF2B5EF4-FFF2-40B4-BE49-F238E27FC236}">
                  <a16:creationId xmlns:a16="http://schemas.microsoft.com/office/drawing/2014/main" id="{208EDB20-B329-CD49-37F2-81EA27140AB5}"/>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sp>
        <p:nvSpPr>
          <p:cNvPr id="72" name="四角形: 角を丸くする 71">
            <a:extLst>
              <a:ext uri="{FF2B5EF4-FFF2-40B4-BE49-F238E27FC236}">
                <a16:creationId xmlns:a16="http://schemas.microsoft.com/office/drawing/2014/main" id="{BB6594D1-79E5-F348-990A-F5FF493758C5}"/>
              </a:ext>
            </a:extLst>
          </p:cNvPr>
          <p:cNvSpPr/>
          <p:nvPr/>
        </p:nvSpPr>
        <p:spPr>
          <a:xfrm>
            <a:off x="10941877" y="90506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3" name="四角形: 角を丸くする 72">
            <a:extLst>
              <a:ext uri="{FF2B5EF4-FFF2-40B4-BE49-F238E27FC236}">
                <a16:creationId xmlns:a16="http://schemas.microsoft.com/office/drawing/2014/main" id="{BBF8C048-7903-F181-9DB0-606DB034A543}"/>
              </a:ext>
            </a:extLst>
          </p:cNvPr>
          <p:cNvSpPr/>
          <p:nvPr/>
        </p:nvSpPr>
        <p:spPr>
          <a:xfrm>
            <a:off x="10941877" y="5315337"/>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5" name="グループ化 4">
            <a:extLst>
              <a:ext uri="{FF2B5EF4-FFF2-40B4-BE49-F238E27FC236}">
                <a16:creationId xmlns:a16="http://schemas.microsoft.com/office/drawing/2014/main" id="{F089C883-4B6B-C9E1-D2C7-B864BDB97F6A}"/>
              </a:ext>
            </a:extLst>
          </p:cNvPr>
          <p:cNvGrpSpPr/>
          <p:nvPr/>
        </p:nvGrpSpPr>
        <p:grpSpPr>
          <a:xfrm>
            <a:off x="8016944" y="3088432"/>
            <a:ext cx="2706498" cy="2133599"/>
            <a:chOff x="8836094" y="3088432"/>
            <a:chExt cx="2706498" cy="2133599"/>
          </a:xfrm>
        </p:grpSpPr>
        <p:sp>
          <p:nvSpPr>
            <p:cNvPr id="46" name="四角形: 角を丸くする 45">
              <a:extLst>
                <a:ext uri="{FF2B5EF4-FFF2-40B4-BE49-F238E27FC236}">
                  <a16:creationId xmlns:a16="http://schemas.microsoft.com/office/drawing/2014/main" id="{B9026309-1A5F-30DC-F89B-8467812799AF}"/>
                </a:ext>
              </a:extLst>
            </p:cNvPr>
            <p:cNvSpPr/>
            <p:nvPr/>
          </p:nvSpPr>
          <p:spPr>
            <a:xfrm flipV="1">
              <a:off x="8838120" y="3823995"/>
              <a:ext cx="2704472"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7" name="四角形: 角を丸くする 46">
              <a:extLst>
                <a:ext uri="{FF2B5EF4-FFF2-40B4-BE49-F238E27FC236}">
                  <a16:creationId xmlns:a16="http://schemas.microsoft.com/office/drawing/2014/main" id="{A3AF3913-8FE6-47CE-2D0E-FD50A192BC32}"/>
                </a:ext>
              </a:extLst>
            </p:cNvPr>
            <p:cNvSpPr/>
            <p:nvPr/>
          </p:nvSpPr>
          <p:spPr>
            <a:xfrm flipV="1">
              <a:off x="8838120" y="3088432"/>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grpSp>
          <p:nvGrpSpPr>
            <p:cNvPr id="63" name="グループ化 62">
              <a:extLst>
                <a:ext uri="{FF2B5EF4-FFF2-40B4-BE49-F238E27FC236}">
                  <a16:creationId xmlns:a16="http://schemas.microsoft.com/office/drawing/2014/main" id="{9F032FAA-7CDE-B193-B4D7-9949D1DBAA4D}"/>
                </a:ext>
              </a:extLst>
            </p:cNvPr>
            <p:cNvGrpSpPr/>
            <p:nvPr/>
          </p:nvGrpSpPr>
          <p:grpSpPr>
            <a:xfrm>
              <a:off x="9012488" y="3875313"/>
              <a:ext cx="2285281" cy="559836"/>
              <a:chOff x="858105" y="1673292"/>
              <a:chExt cx="2612882" cy="559836"/>
            </a:xfrm>
          </p:grpSpPr>
          <p:sp>
            <p:nvSpPr>
              <p:cNvPr id="64" name="楕円 63">
                <a:extLst>
                  <a:ext uri="{FF2B5EF4-FFF2-40B4-BE49-F238E27FC236}">
                    <a16:creationId xmlns:a16="http://schemas.microsoft.com/office/drawing/2014/main" id="{E22E0F5A-1452-DCD0-B30B-409AAD62E050}"/>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65" name="楕円 64">
                <a:extLst>
                  <a:ext uri="{FF2B5EF4-FFF2-40B4-BE49-F238E27FC236}">
                    <a16:creationId xmlns:a16="http://schemas.microsoft.com/office/drawing/2014/main" id="{8FC54D34-10AC-E7C9-3209-9C87BFDFC622}"/>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66" name="グループ化 65">
              <a:extLst>
                <a:ext uri="{FF2B5EF4-FFF2-40B4-BE49-F238E27FC236}">
                  <a16:creationId xmlns:a16="http://schemas.microsoft.com/office/drawing/2014/main" id="{5F2E2D99-33A5-1734-9137-B97E32600EA3}"/>
                </a:ext>
              </a:extLst>
            </p:cNvPr>
            <p:cNvGrpSpPr/>
            <p:nvPr/>
          </p:nvGrpSpPr>
          <p:grpSpPr>
            <a:xfrm>
              <a:off x="9012488" y="3139750"/>
              <a:ext cx="2285281" cy="559836"/>
              <a:chOff x="858105" y="1673292"/>
              <a:chExt cx="2612882" cy="559836"/>
            </a:xfrm>
          </p:grpSpPr>
          <p:sp>
            <p:nvSpPr>
              <p:cNvPr id="67" name="楕円 66">
                <a:extLst>
                  <a:ext uri="{FF2B5EF4-FFF2-40B4-BE49-F238E27FC236}">
                    <a16:creationId xmlns:a16="http://schemas.microsoft.com/office/drawing/2014/main" id="{583F1F68-9C3C-BDE2-ADED-3C7816667DC4}"/>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68" name="楕円 67">
                <a:extLst>
                  <a:ext uri="{FF2B5EF4-FFF2-40B4-BE49-F238E27FC236}">
                    <a16:creationId xmlns:a16="http://schemas.microsoft.com/office/drawing/2014/main" id="{3E7898B2-2097-A03E-77EC-B2968D4CA66F}"/>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90" name="グループ化 89">
              <a:extLst>
                <a:ext uri="{FF2B5EF4-FFF2-40B4-BE49-F238E27FC236}">
                  <a16:creationId xmlns:a16="http://schemas.microsoft.com/office/drawing/2014/main" id="{403C0C61-A9F3-77CB-0A13-2701B5780797}"/>
                </a:ext>
              </a:extLst>
            </p:cNvPr>
            <p:cNvGrpSpPr/>
            <p:nvPr/>
          </p:nvGrpSpPr>
          <p:grpSpPr>
            <a:xfrm>
              <a:off x="8836094" y="4559558"/>
              <a:ext cx="2704472" cy="662473"/>
              <a:chOff x="8450427" y="4559558"/>
              <a:chExt cx="3092165" cy="662473"/>
            </a:xfrm>
          </p:grpSpPr>
          <p:sp>
            <p:nvSpPr>
              <p:cNvPr id="45" name="四角形: 角を丸くする 44">
                <a:extLst>
                  <a:ext uri="{FF2B5EF4-FFF2-40B4-BE49-F238E27FC236}">
                    <a16:creationId xmlns:a16="http://schemas.microsoft.com/office/drawing/2014/main" id="{AA3BD8BC-BE7F-8804-C705-12B0E7A1EA43}"/>
                  </a:ext>
                </a:extLst>
              </p:cNvPr>
              <p:cNvSpPr/>
              <p:nvPr/>
            </p:nvSpPr>
            <p:spPr>
              <a:xfrm flipV="1">
                <a:off x="8450427" y="4559558"/>
                <a:ext cx="3092165"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grpSp>
            <p:nvGrpSpPr>
              <p:cNvPr id="60" name="グループ化 59">
                <a:extLst>
                  <a:ext uri="{FF2B5EF4-FFF2-40B4-BE49-F238E27FC236}">
                    <a16:creationId xmlns:a16="http://schemas.microsoft.com/office/drawing/2014/main" id="{727E6A7E-EA90-7D06-F8DA-660335036857}"/>
                  </a:ext>
                </a:extLst>
              </p:cNvPr>
              <p:cNvGrpSpPr/>
              <p:nvPr/>
            </p:nvGrpSpPr>
            <p:grpSpPr>
              <a:xfrm>
                <a:off x="8649791" y="4610876"/>
                <a:ext cx="2612882" cy="559836"/>
                <a:chOff x="858105" y="1673292"/>
                <a:chExt cx="2612882" cy="559836"/>
              </a:xfrm>
            </p:grpSpPr>
            <p:sp>
              <p:nvSpPr>
                <p:cNvPr id="61" name="楕円 60">
                  <a:extLst>
                    <a:ext uri="{FF2B5EF4-FFF2-40B4-BE49-F238E27FC236}">
                      <a16:creationId xmlns:a16="http://schemas.microsoft.com/office/drawing/2014/main" id="{4FB4CEBC-3672-C458-E970-AF63ED5D7BB5}"/>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62" name="楕円 61">
                  <a:extLst>
                    <a:ext uri="{FF2B5EF4-FFF2-40B4-BE49-F238E27FC236}">
                      <a16:creationId xmlns:a16="http://schemas.microsoft.com/office/drawing/2014/main" id="{8B2B23F8-1146-FBE2-45CA-514E64CE9379}"/>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sp>
            <p:nvSpPr>
              <p:cNvPr id="74" name="四角形: 角を丸くする 73">
                <a:extLst>
                  <a:ext uri="{FF2B5EF4-FFF2-40B4-BE49-F238E27FC236}">
                    <a16:creationId xmlns:a16="http://schemas.microsoft.com/office/drawing/2014/main" id="{1A184581-F427-D5AF-8A31-042245FB6650}"/>
                  </a:ext>
                </a:extLst>
              </p:cNvPr>
              <p:cNvSpPr/>
              <p:nvPr/>
            </p:nvSpPr>
            <p:spPr>
              <a:xfrm>
                <a:off x="10855763" y="4580293"/>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sp>
          <p:nvSpPr>
            <p:cNvPr id="75" name="四角形: 角を丸くする 74">
              <a:extLst>
                <a:ext uri="{FF2B5EF4-FFF2-40B4-BE49-F238E27FC236}">
                  <a16:creationId xmlns:a16="http://schemas.microsoft.com/office/drawing/2014/main" id="{226CC14A-49D2-99BF-743E-40DDCDADC24D}"/>
                </a:ext>
              </a:extLst>
            </p:cNvPr>
            <p:cNvSpPr/>
            <p:nvPr/>
          </p:nvSpPr>
          <p:spPr>
            <a:xfrm>
              <a:off x="10941877" y="384524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6" name="四角形: 角を丸くする 75">
              <a:extLst>
                <a:ext uri="{FF2B5EF4-FFF2-40B4-BE49-F238E27FC236}">
                  <a16:creationId xmlns:a16="http://schemas.microsoft.com/office/drawing/2014/main" id="{B8EC1F81-C9C6-AB36-ADB2-93961F436005}"/>
                </a:ext>
              </a:extLst>
            </p:cNvPr>
            <p:cNvSpPr/>
            <p:nvPr/>
          </p:nvSpPr>
          <p:spPr>
            <a:xfrm>
              <a:off x="10941877" y="3110203"/>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sp>
        <p:nvSpPr>
          <p:cNvPr id="77" name="四角形: 角を丸くする 76">
            <a:extLst>
              <a:ext uri="{FF2B5EF4-FFF2-40B4-BE49-F238E27FC236}">
                <a16:creationId xmlns:a16="http://schemas.microsoft.com/office/drawing/2014/main" id="{80C92079-8703-79A4-11D0-1FD3A492BBF7}"/>
              </a:ext>
            </a:extLst>
          </p:cNvPr>
          <p:cNvSpPr/>
          <p:nvPr/>
        </p:nvSpPr>
        <p:spPr>
          <a:xfrm>
            <a:off x="10941877" y="237515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8" name="四角形: 角を丸くする 77">
            <a:extLst>
              <a:ext uri="{FF2B5EF4-FFF2-40B4-BE49-F238E27FC236}">
                <a16:creationId xmlns:a16="http://schemas.microsoft.com/office/drawing/2014/main" id="{32331334-8C6F-14FD-DF02-57DDF55EA90F}"/>
              </a:ext>
            </a:extLst>
          </p:cNvPr>
          <p:cNvSpPr/>
          <p:nvPr/>
        </p:nvSpPr>
        <p:spPr>
          <a:xfrm>
            <a:off x="10941877" y="1640113"/>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137" name="フローチャート: 論理積ゲート 136">
            <a:extLst>
              <a:ext uri="{FF2B5EF4-FFF2-40B4-BE49-F238E27FC236}">
                <a16:creationId xmlns:a16="http://schemas.microsoft.com/office/drawing/2014/main" id="{02B5B664-AB01-3BCB-7330-D47920D55794}"/>
              </a:ext>
            </a:extLst>
          </p:cNvPr>
          <p:cNvSpPr/>
          <p:nvPr/>
        </p:nvSpPr>
        <p:spPr>
          <a:xfrm>
            <a:off x="1367869" y="6169827"/>
            <a:ext cx="1225730" cy="461826"/>
          </a:xfrm>
          <a:prstGeom prst="flowChartDelay">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b="1" dirty="0">
                <a:latin typeface="BIZ UDP明朝 Medium" panose="02020500000000000000" pitchFamily="18" charset="-128"/>
                <a:ea typeface="BIZ UDP明朝 Medium" panose="02020500000000000000" pitchFamily="18" charset="-128"/>
              </a:rPr>
              <a:t>AUTO</a:t>
            </a:r>
            <a:endParaRPr kumimoji="1" lang="ja-JP" altLang="en-US" b="1" dirty="0">
              <a:latin typeface="BIZ UDP明朝 Medium" panose="02020500000000000000" pitchFamily="18" charset="-128"/>
              <a:ea typeface="BIZ UDP明朝 Medium" panose="02020500000000000000" pitchFamily="18" charset="-128"/>
            </a:endParaRPr>
          </a:p>
        </p:txBody>
      </p:sp>
      <p:sp>
        <p:nvSpPr>
          <p:cNvPr id="139" name="フローチャート: 論理積ゲート 138">
            <a:extLst>
              <a:ext uri="{FF2B5EF4-FFF2-40B4-BE49-F238E27FC236}">
                <a16:creationId xmlns:a16="http://schemas.microsoft.com/office/drawing/2014/main" id="{45F52E6D-56D6-B0FF-49AB-C461234B6585}"/>
              </a:ext>
            </a:extLst>
          </p:cNvPr>
          <p:cNvSpPr/>
          <p:nvPr/>
        </p:nvSpPr>
        <p:spPr>
          <a:xfrm>
            <a:off x="2796951" y="6169827"/>
            <a:ext cx="1225730" cy="461826"/>
          </a:xfrm>
          <a:prstGeom prst="flowChartDelay">
            <a:avLst/>
          </a:prstGeom>
          <a:solidFill>
            <a:srgbClr val="CC66FF"/>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BIZ UDP明朝 Medium" panose="02020500000000000000" pitchFamily="18" charset="-128"/>
                <a:ea typeface="BIZ UDP明朝 Medium" panose="02020500000000000000" pitchFamily="18" charset="-128"/>
              </a:rPr>
              <a:t>▶▶</a:t>
            </a:r>
            <a:r>
              <a:rPr kumimoji="1" lang="en-US" altLang="ja-JP" b="1" dirty="0">
                <a:latin typeface="BIZ UDP明朝 Medium" panose="02020500000000000000" pitchFamily="18" charset="-128"/>
                <a:ea typeface="BIZ UDP明朝 Medium" panose="02020500000000000000" pitchFamily="18" charset="-128"/>
              </a:rPr>
              <a:t>×2</a:t>
            </a:r>
            <a:endParaRPr kumimoji="1" lang="ja-JP" altLang="en-US" b="1" dirty="0">
              <a:latin typeface="BIZ UDP明朝 Medium" panose="02020500000000000000" pitchFamily="18" charset="-128"/>
              <a:ea typeface="BIZ UDP明朝 Medium" panose="02020500000000000000" pitchFamily="18" charset="-128"/>
            </a:endParaRPr>
          </a:p>
        </p:txBody>
      </p:sp>
      <p:sp>
        <p:nvSpPr>
          <p:cNvPr id="141" name="ハート 140">
            <a:extLst>
              <a:ext uri="{FF2B5EF4-FFF2-40B4-BE49-F238E27FC236}">
                <a16:creationId xmlns:a16="http://schemas.microsoft.com/office/drawing/2014/main" id="{EBB5D926-1A91-9413-414F-E55144F86636}"/>
              </a:ext>
            </a:extLst>
          </p:cNvPr>
          <p:cNvSpPr/>
          <p:nvPr/>
        </p:nvSpPr>
        <p:spPr>
          <a:xfrm>
            <a:off x="618278" y="3162196"/>
            <a:ext cx="551905" cy="551905"/>
          </a:xfrm>
          <a:prstGeom prst="heart">
            <a:avLst/>
          </a:prstGeom>
          <a:solidFill>
            <a:srgbClr val="CC66FF"/>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143" name="テキスト ボックス 142">
            <a:extLst>
              <a:ext uri="{FF2B5EF4-FFF2-40B4-BE49-F238E27FC236}">
                <a16:creationId xmlns:a16="http://schemas.microsoft.com/office/drawing/2014/main" id="{2E76C3D7-A207-D995-7D5C-3523BB6EDB98}"/>
              </a:ext>
            </a:extLst>
          </p:cNvPr>
          <p:cNvSpPr txBox="1"/>
          <p:nvPr/>
        </p:nvSpPr>
        <p:spPr>
          <a:xfrm>
            <a:off x="192795" y="3253669"/>
            <a:ext cx="1402870" cy="276999"/>
          </a:xfrm>
          <a:prstGeom prst="rect">
            <a:avLst/>
          </a:prstGeom>
          <a:noFill/>
        </p:spPr>
        <p:txBody>
          <a:bodyPr wrap="square">
            <a:spAutoFit/>
          </a:bodyPr>
          <a:lstStyle/>
          <a:p>
            <a:pPr algn="ctr"/>
            <a:r>
              <a:rPr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rPr>
              <a:t>スキル</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nvGrpSpPr>
          <p:cNvPr id="155" name="グループ化 154">
            <a:extLst>
              <a:ext uri="{FF2B5EF4-FFF2-40B4-BE49-F238E27FC236}">
                <a16:creationId xmlns:a16="http://schemas.microsoft.com/office/drawing/2014/main" id="{AF46E433-3545-DAE7-838E-8F7DADB4FA1D}"/>
              </a:ext>
            </a:extLst>
          </p:cNvPr>
          <p:cNvGrpSpPr/>
          <p:nvPr/>
        </p:nvGrpSpPr>
        <p:grpSpPr>
          <a:xfrm>
            <a:off x="619269" y="6128116"/>
            <a:ext cx="545248" cy="545248"/>
            <a:chOff x="4866575" y="4589624"/>
            <a:chExt cx="914400" cy="914400"/>
          </a:xfrm>
        </p:grpSpPr>
        <p:sp>
          <p:nvSpPr>
            <p:cNvPr id="154" name="四角形: 角を丸くする 153">
              <a:extLst>
                <a:ext uri="{FF2B5EF4-FFF2-40B4-BE49-F238E27FC236}">
                  <a16:creationId xmlns:a16="http://schemas.microsoft.com/office/drawing/2014/main" id="{169C5183-3402-6EB8-5C20-17F8831C802B}"/>
                </a:ext>
              </a:extLst>
            </p:cNvPr>
            <p:cNvSpPr/>
            <p:nvPr/>
          </p:nvSpPr>
          <p:spPr>
            <a:xfrm>
              <a:off x="4866575" y="4589624"/>
              <a:ext cx="914400" cy="914400"/>
            </a:xfrm>
            <a:prstGeom prst="roundRect">
              <a:avLst/>
            </a:prstGeom>
            <a:solidFill>
              <a:schemeClr val="tx1">
                <a:lumMod val="85000"/>
                <a:lumOff val="15000"/>
                <a:alpha val="7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53" name="図 152">
              <a:extLst>
                <a:ext uri="{FF2B5EF4-FFF2-40B4-BE49-F238E27FC236}">
                  <a16:creationId xmlns:a16="http://schemas.microsoft.com/office/drawing/2014/main" id="{72DF929F-7D45-CAFB-4DB6-87F3BDFC059F}"/>
                </a:ext>
              </a:extLst>
            </p:cNvPr>
            <p:cNvPicPr>
              <a:picLocks noChangeAspect="1"/>
            </p:cNvPicPr>
            <p:nvPr/>
          </p:nvPicPr>
          <p:blipFill>
            <a:blip r:embed="rId3">
              <a:lum bright="70000" contrast="-70000"/>
              <a:extLst>
                <a:ext uri="{28A0092B-C50C-407E-A947-70E740481C1C}">
                  <a14:useLocalDpi xmlns:a14="http://schemas.microsoft.com/office/drawing/2010/main" val="0"/>
                </a:ext>
              </a:extLst>
            </a:blip>
            <a:stretch>
              <a:fillRect/>
            </a:stretch>
          </p:blipFill>
          <p:spPr>
            <a:xfrm>
              <a:off x="5014494" y="4737543"/>
              <a:ext cx="618561" cy="618561"/>
            </a:xfrm>
            <a:prstGeom prst="rect">
              <a:avLst/>
            </a:prstGeom>
          </p:spPr>
        </p:pic>
      </p:grpSp>
      <p:grpSp>
        <p:nvGrpSpPr>
          <p:cNvPr id="162" name="グループ化 161">
            <a:extLst>
              <a:ext uri="{FF2B5EF4-FFF2-40B4-BE49-F238E27FC236}">
                <a16:creationId xmlns:a16="http://schemas.microsoft.com/office/drawing/2014/main" id="{1C6F8B97-47BF-C328-F5C9-F07D99CBFA8F}"/>
              </a:ext>
            </a:extLst>
          </p:cNvPr>
          <p:cNvGrpSpPr/>
          <p:nvPr/>
        </p:nvGrpSpPr>
        <p:grpSpPr>
          <a:xfrm>
            <a:off x="4366984" y="6060235"/>
            <a:ext cx="3092165" cy="603252"/>
            <a:chOff x="1719571" y="215382"/>
            <a:chExt cx="3888059" cy="426098"/>
          </a:xfrm>
          <a:solidFill>
            <a:schemeClr val="tx1">
              <a:lumMod val="95000"/>
              <a:lumOff val="5000"/>
            </a:schemeClr>
          </a:solidFill>
        </p:grpSpPr>
        <p:sp>
          <p:nvSpPr>
            <p:cNvPr id="166" name="平行四辺形 165">
              <a:extLst>
                <a:ext uri="{FF2B5EF4-FFF2-40B4-BE49-F238E27FC236}">
                  <a16:creationId xmlns:a16="http://schemas.microsoft.com/office/drawing/2014/main" id="{08205289-A773-8188-6729-1BEAFD63CA3F}"/>
                </a:ext>
              </a:extLst>
            </p:cNvPr>
            <p:cNvSpPr/>
            <p:nvPr/>
          </p:nvSpPr>
          <p:spPr>
            <a:xfrm>
              <a:off x="4751951"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7" name="平行四辺形 166">
              <a:extLst>
                <a:ext uri="{FF2B5EF4-FFF2-40B4-BE49-F238E27FC236}">
                  <a16:creationId xmlns:a16="http://schemas.microsoft.com/office/drawing/2014/main" id="{A3A3B588-9B58-5260-D0A0-3C33B9D2D573}"/>
                </a:ext>
              </a:extLst>
            </p:cNvPr>
            <p:cNvSpPr/>
            <p:nvPr/>
          </p:nvSpPr>
          <p:spPr>
            <a:xfrm>
              <a:off x="3993856" y="215382"/>
              <a:ext cx="855679" cy="426098"/>
            </a:xfrm>
            <a:prstGeom prst="homePlate">
              <a:avLst/>
            </a:prstGeom>
            <a:solidFill>
              <a:schemeClr val="accent1"/>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5" name="平行四辺形 164">
              <a:extLst>
                <a:ext uri="{FF2B5EF4-FFF2-40B4-BE49-F238E27FC236}">
                  <a16:creationId xmlns:a16="http://schemas.microsoft.com/office/drawing/2014/main" id="{3DEC5D18-1F19-98A8-65BC-AD55EA423D27}"/>
                </a:ext>
              </a:extLst>
            </p:cNvPr>
            <p:cNvSpPr/>
            <p:nvPr/>
          </p:nvSpPr>
          <p:spPr>
            <a:xfrm>
              <a:off x="3235761"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64" name="平行四辺形 163">
              <a:extLst>
                <a:ext uri="{FF2B5EF4-FFF2-40B4-BE49-F238E27FC236}">
                  <a16:creationId xmlns:a16="http://schemas.microsoft.com/office/drawing/2014/main" id="{CAA96097-C27F-1AB6-F782-A958F57552FF}"/>
                </a:ext>
              </a:extLst>
            </p:cNvPr>
            <p:cNvSpPr/>
            <p:nvPr/>
          </p:nvSpPr>
          <p:spPr>
            <a:xfrm>
              <a:off x="2477666"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3" name="平行四辺形 162">
              <a:extLst>
                <a:ext uri="{FF2B5EF4-FFF2-40B4-BE49-F238E27FC236}">
                  <a16:creationId xmlns:a16="http://schemas.microsoft.com/office/drawing/2014/main" id="{D5C58447-874C-2A1E-5572-ACFF05059AB0}"/>
                </a:ext>
              </a:extLst>
            </p:cNvPr>
            <p:cNvSpPr/>
            <p:nvPr/>
          </p:nvSpPr>
          <p:spPr>
            <a:xfrm>
              <a:off x="1719571" y="215382"/>
              <a:ext cx="855679" cy="426098"/>
            </a:xfrm>
            <a:prstGeom prst="homePlate">
              <a:avLst/>
            </a:prstGeom>
            <a:solidFill>
              <a:schemeClr val="accent1"/>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sp>
        <p:nvSpPr>
          <p:cNvPr id="168" name="楕円 167">
            <a:extLst>
              <a:ext uri="{FF2B5EF4-FFF2-40B4-BE49-F238E27FC236}">
                <a16:creationId xmlns:a16="http://schemas.microsoft.com/office/drawing/2014/main" id="{5DCDEA1F-75B8-B769-5DAF-D7B80126283E}"/>
              </a:ext>
            </a:extLst>
          </p:cNvPr>
          <p:cNvSpPr/>
          <p:nvPr/>
        </p:nvSpPr>
        <p:spPr>
          <a:xfrm>
            <a:off x="5698688" y="6188492"/>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キャラ</a:t>
            </a:r>
          </a:p>
        </p:txBody>
      </p:sp>
      <p:sp>
        <p:nvSpPr>
          <p:cNvPr id="169" name="楕円 168">
            <a:extLst>
              <a:ext uri="{FF2B5EF4-FFF2-40B4-BE49-F238E27FC236}">
                <a16:creationId xmlns:a16="http://schemas.microsoft.com/office/drawing/2014/main" id="{0CBE2E75-E73B-0040-D5BE-AA5212558D88}"/>
              </a:ext>
            </a:extLst>
          </p:cNvPr>
          <p:cNvSpPr/>
          <p:nvPr/>
        </p:nvSpPr>
        <p:spPr>
          <a:xfrm>
            <a:off x="6346227" y="6174440"/>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キャラ</a:t>
            </a:r>
          </a:p>
        </p:txBody>
      </p:sp>
      <p:sp>
        <p:nvSpPr>
          <p:cNvPr id="170" name="楕円 169">
            <a:extLst>
              <a:ext uri="{FF2B5EF4-FFF2-40B4-BE49-F238E27FC236}">
                <a16:creationId xmlns:a16="http://schemas.microsoft.com/office/drawing/2014/main" id="{AAFD346F-BFE6-512A-17E3-87B4B29B8E17}"/>
              </a:ext>
            </a:extLst>
          </p:cNvPr>
          <p:cNvSpPr/>
          <p:nvPr/>
        </p:nvSpPr>
        <p:spPr>
          <a:xfrm>
            <a:off x="6908237" y="6188492"/>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キャラ</a:t>
            </a:r>
          </a:p>
        </p:txBody>
      </p:sp>
      <p:sp>
        <p:nvSpPr>
          <p:cNvPr id="171" name="楕円 170">
            <a:extLst>
              <a:ext uri="{FF2B5EF4-FFF2-40B4-BE49-F238E27FC236}">
                <a16:creationId xmlns:a16="http://schemas.microsoft.com/office/drawing/2014/main" id="{1CA26DDF-5F64-7699-8037-832FA1FD71B9}"/>
              </a:ext>
            </a:extLst>
          </p:cNvPr>
          <p:cNvSpPr/>
          <p:nvPr/>
        </p:nvSpPr>
        <p:spPr>
          <a:xfrm>
            <a:off x="5117736" y="6188492"/>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キャラ</a:t>
            </a:r>
          </a:p>
        </p:txBody>
      </p:sp>
      <p:sp>
        <p:nvSpPr>
          <p:cNvPr id="172" name="楕円 171">
            <a:extLst>
              <a:ext uri="{FF2B5EF4-FFF2-40B4-BE49-F238E27FC236}">
                <a16:creationId xmlns:a16="http://schemas.microsoft.com/office/drawing/2014/main" id="{6F09D623-D693-7464-19C4-ADC9D2248AFB}"/>
              </a:ext>
            </a:extLst>
          </p:cNvPr>
          <p:cNvSpPr/>
          <p:nvPr/>
        </p:nvSpPr>
        <p:spPr>
          <a:xfrm>
            <a:off x="4495793" y="6188492"/>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キャラ</a:t>
            </a:r>
          </a:p>
        </p:txBody>
      </p:sp>
      <p:cxnSp>
        <p:nvCxnSpPr>
          <p:cNvPr id="174" name="直線コネクタ 173">
            <a:extLst>
              <a:ext uri="{FF2B5EF4-FFF2-40B4-BE49-F238E27FC236}">
                <a16:creationId xmlns:a16="http://schemas.microsoft.com/office/drawing/2014/main" id="{4D3EF831-00B1-2B44-BBC7-59130B94E462}"/>
              </a:ext>
            </a:extLst>
          </p:cNvPr>
          <p:cNvCxnSpPr>
            <a:cxnSpLocks/>
          </p:cNvCxnSpPr>
          <p:nvPr/>
        </p:nvCxnSpPr>
        <p:spPr>
          <a:xfrm>
            <a:off x="4712882" y="6663487"/>
            <a:ext cx="3658847" cy="0"/>
          </a:xfrm>
          <a:prstGeom prst="line">
            <a:avLst/>
          </a:prstGeom>
          <a:ln w="38100">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176" name="テキスト ボックス 175">
            <a:extLst>
              <a:ext uri="{FF2B5EF4-FFF2-40B4-BE49-F238E27FC236}">
                <a16:creationId xmlns:a16="http://schemas.microsoft.com/office/drawing/2014/main" id="{B56BEDB2-8BA6-A664-9AB0-9B91DF26C83A}"/>
              </a:ext>
            </a:extLst>
          </p:cNvPr>
          <p:cNvSpPr txBox="1"/>
          <p:nvPr/>
        </p:nvSpPr>
        <p:spPr>
          <a:xfrm>
            <a:off x="7472124" y="6141824"/>
            <a:ext cx="899605" cy="369332"/>
          </a:xfrm>
          <a:prstGeom prst="rect">
            <a:avLst/>
          </a:prstGeom>
          <a:noFill/>
        </p:spPr>
        <p:txBody>
          <a:bodyPr wrap="none" rtlCol="0">
            <a:spAutoFit/>
          </a:bodyPr>
          <a:lstStyle/>
          <a:p>
            <a:pPr algn="ctr"/>
            <a:r>
              <a:rPr kumimoji="1" lang="en-US" altLang="ja-JP" sz="1400" b="1" dirty="0">
                <a:solidFill>
                  <a:schemeClr val="bg1">
                    <a:lumMod val="95000"/>
                  </a:schemeClr>
                </a:solidFill>
                <a:latin typeface="BIZ UDP明朝 Medium" panose="02020500000000000000" pitchFamily="18" charset="-128"/>
                <a:ea typeface="BIZ UDP明朝 Medium" panose="02020500000000000000" pitchFamily="18" charset="-128"/>
              </a:rPr>
              <a:t>TRUN</a:t>
            </a:r>
            <a:r>
              <a:rPr kumimoji="1" lang="en-US" altLang="ja-JP" b="1" dirty="0">
                <a:solidFill>
                  <a:schemeClr val="bg1">
                    <a:lumMod val="95000"/>
                  </a:schemeClr>
                </a:solidFill>
                <a:latin typeface="BIZ UDP明朝 Medium" panose="02020500000000000000" pitchFamily="18" charset="-128"/>
                <a:ea typeface="BIZ UDP明朝 Medium" panose="02020500000000000000" pitchFamily="18" charset="-128"/>
              </a:rPr>
              <a:t>0</a:t>
            </a:r>
            <a:endParaRPr kumimoji="1" lang="ja-JP" altLang="en-US"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4" name="楕円 3">
            <a:extLst>
              <a:ext uri="{FF2B5EF4-FFF2-40B4-BE49-F238E27FC236}">
                <a16:creationId xmlns:a16="http://schemas.microsoft.com/office/drawing/2014/main" id="{95F967F7-BC86-AFDA-07B5-418498D9926F}"/>
              </a:ext>
            </a:extLst>
          </p:cNvPr>
          <p:cNvSpPr/>
          <p:nvPr/>
        </p:nvSpPr>
        <p:spPr>
          <a:xfrm>
            <a:off x="723599" y="873194"/>
            <a:ext cx="3268235" cy="5093731"/>
          </a:xfrm>
          <a:prstGeom prst="ellipse">
            <a:avLst/>
          </a:prstGeom>
          <a:effectLst>
            <a:glow rad="165100">
              <a:srgbClr val="CC66FF">
                <a:alpha val="40000"/>
              </a:srgbClr>
            </a:glow>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6600" dirty="0">
                <a:latin typeface="BIZ UDP明朝 Medium" panose="02020500000000000000" pitchFamily="18" charset="-128"/>
                <a:ea typeface="BIZ UDP明朝 Medium" panose="02020500000000000000" pitchFamily="18" charset="-128"/>
              </a:rPr>
              <a:t>キャラ</a:t>
            </a:r>
          </a:p>
        </p:txBody>
      </p:sp>
      <p:grpSp>
        <p:nvGrpSpPr>
          <p:cNvPr id="11" name="グループ化 10">
            <a:extLst>
              <a:ext uri="{FF2B5EF4-FFF2-40B4-BE49-F238E27FC236}">
                <a16:creationId xmlns:a16="http://schemas.microsoft.com/office/drawing/2014/main" id="{E5031EC9-EE32-D106-CCE1-5E328DFF492D}"/>
              </a:ext>
            </a:extLst>
          </p:cNvPr>
          <p:cNvGrpSpPr/>
          <p:nvPr/>
        </p:nvGrpSpPr>
        <p:grpSpPr>
          <a:xfrm>
            <a:off x="6856238" y="3119532"/>
            <a:ext cx="1105960" cy="603477"/>
            <a:chOff x="4042268" y="3128766"/>
            <a:chExt cx="1105960" cy="603477"/>
          </a:xfrm>
        </p:grpSpPr>
        <p:grpSp>
          <p:nvGrpSpPr>
            <p:cNvPr id="23" name="グループ化 22">
              <a:extLst>
                <a:ext uri="{FF2B5EF4-FFF2-40B4-BE49-F238E27FC236}">
                  <a16:creationId xmlns:a16="http://schemas.microsoft.com/office/drawing/2014/main" id="{FC4A7FD9-3C0E-BE1D-E186-B9F954C8D3D5}"/>
                </a:ext>
              </a:extLst>
            </p:cNvPr>
            <p:cNvGrpSpPr/>
            <p:nvPr/>
          </p:nvGrpSpPr>
          <p:grpSpPr>
            <a:xfrm>
              <a:off x="4042268" y="3455269"/>
              <a:ext cx="1105960" cy="276974"/>
              <a:chOff x="4472987" y="4320075"/>
              <a:chExt cx="1403336" cy="351448"/>
            </a:xfrm>
          </p:grpSpPr>
          <p:sp>
            <p:nvSpPr>
              <p:cNvPr id="79" name="四角形: 角を丸くする 78">
                <a:extLst>
                  <a:ext uri="{FF2B5EF4-FFF2-40B4-BE49-F238E27FC236}">
                    <a16:creationId xmlns:a16="http://schemas.microsoft.com/office/drawing/2014/main" id="{3728C954-447A-11E9-9071-9B2F944019F5}"/>
                  </a:ext>
                </a:extLst>
              </p:cNvPr>
              <p:cNvSpPr/>
              <p:nvPr/>
            </p:nvSpPr>
            <p:spPr>
              <a:xfrm>
                <a:off x="4472987" y="4320075"/>
                <a:ext cx="1403336" cy="351448"/>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EP</a:t>
                </a:r>
                <a:endParaRPr kumimoji="1" lang="ja-JP" altLang="en-US" sz="1100" dirty="0">
                  <a:latin typeface="BIZ UDP明朝 Medium" panose="02020500000000000000" pitchFamily="18" charset="-128"/>
                  <a:ea typeface="BIZ UDP明朝 Medium" panose="02020500000000000000" pitchFamily="18" charset="-128"/>
                </a:endParaRPr>
              </a:p>
            </p:txBody>
          </p:sp>
          <p:sp>
            <p:nvSpPr>
              <p:cNvPr id="88" name="ハート 87">
                <a:extLst>
                  <a:ext uri="{FF2B5EF4-FFF2-40B4-BE49-F238E27FC236}">
                    <a16:creationId xmlns:a16="http://schemas.microsoft.com/office/drawing/2014/main" id="{473116A2-04DF-606B-782E-DA75BF2D97F2}"/>
                  </a:ext>
                </a:extLst>
              </p:cNvPr>
              <p:cNvSpPr/>
              <p:nvPr/>
            </p:nvSpPr>
            <p:spPr>
              <a:xfrm>
                <a:off x="4906377" y="4355061"/>
                <a:ext cx="284063" cy="284063"/>
              </a:xfrm>
              <a:prstGeom prst="heart">
                <a:avLst/>
              </a:prstGeom>
              <a:solidFill>
                <a:srgbClr val="CC66FF"/>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92" name="ハート 91">
                <a:extLst>
                  <a:ext uri="{FF2B5EF4-FFF2-40B4-BE49-F238E27FC236}">
                    <a16:creationId xmlns:a16="http://schemas.microsoft.com/office/drawing/2014/main" id="{DA0B2D2F-54D1-1E59-3F1E-C9CF36368A7E}"/>
                  </a:ext>
                </a:extLst>
              </p:cNvPr>
              <p:cNvSpPr/>
              <p:nvPr/>
            </p:nvSpPr>
            <p:spPr>
              <a:xfrm>
                <a:off x="5211153" y="4355061"/>
                <a:ext cx="284063" cy="284063"/>
              </a:xfrm>
              <a:prstGeom prst="heart">
                <a:avLst/>
              </a:prstGeom>
              <a:solidFill>
                <a:srgbClr val="CC66FF"/>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a:p>
            </p:txBody>
          </p:sp>
          <p:sp>
            <p:nvSpPr>
              <p:cNvPr id="93" name="ハート 92">
                <a:extLst>
                  <a:ext uri="{FF2B5EF4-FFF2-40B4-BE49-F238E27FC236}">
                    <a16:creationId xmlns:a16="http://schemas.microsoft.com/office/drawing/2014/main" id="{B26E5776-70C2-156D-C476-4D4FDF179774}"/>
                  </a:ext>
                </a:extLst>
              </p:cNvPr>
              <p:cNvSpPr/>
              <p:nvPr/>
            </p:nvSpPr>
            <p:spPr>
              <a:xfrm>
                <a:off x="5512586" y="4355061"/>
                <a:ext cx="284063" cy="284063"/>
              </a:xfrm>
              <a:prstGeom prst="heart">
                <a:avLst/>
              </a:prstGeom>
              <a:solidFill>
                <a:srgbClr val="CC66FF"/>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a:p>
            </p:txBody>
          </p:sp>
        </p:grpSp>
        <p:grpSp>
          <p:nvGrpSpPr>
            <p:cNvPr id="24" name="グループ化 23">
              <a:extLst>
                <a:ext uri="{FF2B5EF4-FFF2-40B4-BE49-F238E27FC236}">
                  <a16:creationId xmlns:a16="http://schemas.microsoft.com/office/drawing/2014/main" id="{6B9AE413-29A2-B95A-6477-39F34E05188A}"/>
                </a:ext>
              </a:extLst>
            </p:cNvPr>
            <p:cNvGrpSpPr/>
            <p:nvPr/>
          </p:nvGrpSpPr>
          <p:grpSpPr>
            <a:xfrm>
              <a:off x="4042268" y="3128766"/>
              <a:ext cx="1105960" cy="276974"/>
              <a:chOff x="4194668" y="3607669"/>
              <a:chExt cx="1105960" cy="276974"/>
            </a:xfrm>
          </p:grpSpPr>
          <p:sp>
            <p:nvSpPr>
              <p:cNvPr id="25" name="四角形: 角を丸くする 24">
                <a:extLst>
                  <a:ext uri="{FF2B5EF4-FFF2-40B4-BE49-F238E27FC236}">
                    <a16:creationId xmlns:a16="http://schemas.microsoft.com/office/drawing/2014/main" id="{2AEFFF9D-2DFF-D566-5875-85A7F31D0A90}"/>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43" name="図 42">
                <a:extLst>
                  <a:ext uri="{FF2B5EF4-FFF2-40B4-BE49-F238E27FC236}">
                    <a16:creationId xmlns:a16="http://schemas.microsoft.com/office/drawing/2014/main" id="{BBF3039C-43D4-BFC5-E8C5-084D782DA2D3}"/>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558908" y="3675156"/>
                <a:ext cx="687006" cy="151498"/>
              </a:xfrm>
              <a:prstGeom prst="rect">
                <a:avLst/>
              </a:prstGeom>
            </p:spPr>
          </p:pic>
        </p:grpSp>
      </p:grpSp>
      <p:grpSp>
        <p:nvGrpSpPr>
          <p:cNvPr id="94" name="グループ化 93">
            <a:extLst>
              <a:ext uri="{FF2B5EF4-FFF2-40B4-BE49-F238E27FC236}">
                <a16:creationId xmlns:a16="http://schemas.microsoft.com/office/drawing/2014/main" id="{10FB2F33-5959-916E-C701-7D8205BAECE0}"/>
              </a:ext>
            </a:extLst>
          </p:cNvPr>
          <p:cNvGrpSpPr/>
          <p:nvPr/>
        </p:nvGrpSpPr>
        <p:grpSpPr>
          <a:xfrm>
            <a:off x="6856238" y="3858779"/>
            <a:ext cx="1105960" cy="603477"/>
            <a:chOff x="4042268" y="3128766"/>
            <a:chExt cx="1105960" cy="603477"/>
          </a:xfrm>
        </p:grpSpPr>
        <p:grpSp>
          <p:nvGrpSpPr>
            <p:cNvPr id="95" name="グループ化 94">
              <a:extLst>
                <a:ext uri="{FF2B5EF4-FFF2-40B4-BE49-F238E27FC236}">
                  <a16:creationId xmlns:a16="http://schemas.microsoft.com/office/drawing/2014/main" id="{67EABD49-F6DE-2B99-DDDA-E271CEF2BB0D}"/>
                </a:ext>
              </a:extLst>
            </p:cNvPr>
            <p:cNvGrpSpPr/>
            <p:nvPr/>
          </p:nvGrpSpPr>
          <p:grpSpPr>
            <a:xfrm>
              <a:off x="4042268" y="3455269"/>
              <a:ext cx="1105960" cy="276974"/>
              <a:chOff x="4472987" y="4320075"/>
              <a:chExt cx="1403336" cy="351448"/>
            </a:xfrm>
          </p:grpSpPr>
          <p:sp>
            <p:nvSpPr>
              <p:cNvPr id="99" name="四角形: 角を丸くする 98">
                <a:extLst>
                  <a:ext uri="{FF2B5EF4-FFF2-40B4-BE49-F238E27FC236}">
                    <a16:creationId xmlns:a16="http://schemas.microsoft.com/office/drawing/2014/main" id="{D5E33953-32A8-1622-98C8-D9FC2329C74C}"/>
                  </a:ext>
                </a:extLst>
              </p:cNvPr>
              <p:cNvSpPr/>
              <p:nvPr/>
            </p:nvSpPr>
            <p:spPr>
              <a:xfrm>
                <a:off x="4472987" y="4320075"/>
                <a:ext cx="1403336" cy="351448"/>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EP</a:t>
                </a:r>
                <a:endParaRPr kumimoji="1" lang="ja-JP" altLang="en-US" sz="1100" dirty="0">
                  <a:latin typeface="BIZ UDP明朝 Medium" panose="02020500000000000000" pitchFamily="18" charset="-128"/>
                  <a:ea typeface="BIZ UDP明朝 Medium" panose="02020500000000000000" pitchFamily="18" charset="-128"/>
                </a:endParaRPr>
              </a:p>
            </p:txBody>
          </p:sp>
          <p:sp>
            <p:nvSpPr>
              <p:cNvPr id="100" name="ハート 99">
                <a:extLst>
                  <a:ext uri="{FF2B5EF4-FFF2-40B4-BE49-F238E27FC236}">
                    <a16:creationId xmlns:a16="http://schemas.microsoft.com/office/drawing/2014/main" id="{BC7D5E87-4AC1-2430-7C94-5D0ED6405A22}"/>
                  </a:ext>
                </a:extLst>
              </p:cNvPr>
              <p:cNvSpPr/>
              <p:nvPr/>
            </p:nvSpPr>
            <p:spPr>
              <a:xfrm>
                <a:off x="4906377" y="4355061"/>
                <a:ext cx="284063" cy="284063"/>
              </a:xfrm>
              <a:prstGeom prst="heart">
                <a:avLst/>
              </a:prstGeom>
              <a:solidFill>
                <a:srgbClr val="CC66FF"/>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106" name="ハート 105">
                <a:extLst>
                  <a:ext uri="{FF2B5EF4-FFF2-40B4-BE49-F238E27FC236}">
                    <a16:creationId xmlns:a16="http://schemas.microsoft.com/office/drawing/2014/main" id="{3A650030-A946-0B12-37B4-E96C1F29016D}"/>
                  </a:ext>
                </a:extLst>
              </p:cNvPr>
              <p:cNvSpPr/>
              <p:nvPr/>
            </p:nvSpPr>
            <p:spPr>
              <a:xfrm>
                <a:off x="5211153" y="4355061"/>
                <a:ext cx="284063" cy="284063"/>
              </a:xfrm>
              <a:prstGeom prst="heart">
                <a:avLst/>
              </a:prstGeom>
              <a:solidFill>
                <a:srgbClr val="CC66FF"/>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a:p>
            </p:txBody>
          </p:sp>
          <p:sp>
            <p:nvSpPr>
              <p:cNvPr id="107" name="ハート 106">
                <a:extLst>
                  <a:ext uri="{FF2B5EF4-FFF2-40B4-BE49-F238E27FC236}">
                    <a16:creationId xmlns:a16="http://schemas.microsoft.com/office/drawing/2014/main" id="{59DBB37C-1B14-67A3-B8A5-0AA0752A3538}"/>
                  </a:ext>
                </a:extLst>
              </p:cNvPr>
              <p:cNvSpPr/>
              <p:nvPr/>
            </p:nvSpPr>
            <p:spPr>
              <a:xfrm>
                <a:off x="5512586" y="4355061"/>
                <a:ext cx="284063" cy="284063"/>
              </a:xfrm>
              <a:prstGeom prst="heart">
                <a:avLst/>
              </a:prstGeom>
              <a:solidFill>
                <a:srgbClr val="CC66FF"/>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a:p>
            </p:txBody>
          </p:sp>
        </p:grpSp>
        <p:grpSp>
          <p:nvGrpSpPr>
            <p:cNvPr id="96" name="グループ化 95">
              <a:extLst>
                <a:ext uri="{FF2B5EF4-FFF2-40B4-BE49-F238E27FC236}">
                  <a16:creationId xmlns:a16="http://schemas.microsoft.com/office/drawing/2014/main" id="{F8FC0077-89B6-299C-A587-C6D209C50F4E}"/>
                </a:ext>
              </a:extLst>
            </p:cNvPr>
            <p:cNvGrpSpPr/>
            <p:nvPr/>
          </p:nvGrpSpPr>
          <p:grpSpPr>
            <a:xfrm>
              <a:off x="4042268" y="3128766"/>
              <a:ext cx="1105960" cy="276974"/>
              <a:chOff x="4194668" y="3607669"/>
              <a:chExt cx="1105960" cy="276974"/>
            </a:xfrm>
          </p:grpSpPr>
          <p:sp>
            <p:nvSpPr>
              <p:cNvPr id="97" name="四角形: 角を丸くする 96">
                <a:extLst>
                  <a:ext uri="{FF2B5EF4-FFF2-40B4-BE49-F238E27FC236}">
                    <a16:creationId xmlns:a16="http://schemas.microsoft.com/office/drawing/2014/main" id="{830AB978-4B96-B80E-F2A6-4ADEDE0B2B51}"/>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98" name="図 97">
                <a:extLst>
                  <a:ext uri="{FF2B5EF4-FFF2-40B4-BE49-F238E27FC236}">
                    <a16:creationId xmlns:a16="http://schemas.microsoft.com/office/drawing/2014/main" id="{E5D78F1D-43A8-4526-78D5-607794E04377}"/>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558908" y="3675156"/>
                <a:ext cx="687006" cy="151498"/>
              </a:xfrm>
              <a:prstGeom prst="rect">
                <a:avLst/>
              </a:prstGeom>
            </p:spPr>
          </p:pic>
        </p:grpSp>
      </p:grpSp>
      <p:grpSp>
        <p:nvGrpSpPr>
          <p:cNvPr id="108" name="グループ化 107">
            <a:extLst>
              <a:ext uri="{FF2B5EF4-FFF2-40B4-BE49-F238E27FC236}">
                <a16:creationId xmlns:a16="http://schemas.microsoft.com/office/drawing/2014/main" id="{B482431B-4319-59F3-197D-290F0906D65D}"/>
              </a:ext>
            </a:extLst>
          </p:cNvPr>
          <p:cNvGrpSpPr/>
          <p:nvPr/>
        </p:nvGrpSpPr>
        <p:grpSpPr>
          <a:xfrm>
            <a:off x="6856238" y="4598026"/>
            <a:ext cx="1105960" cy="603477"/>
            <a:chOff x="4042268" y="3128766"/>
            <a:chExt cx="1105960" cy="603477"/>
          </a:xfrm>
        </p:grpSpPr>
        <p:grpSp>
          <p:nvGrpSpPr>
            <p:cNvPr id="109" name="グループ化 108">
              <a:extLst>
                <a:ext uri="{FF2B5EF4-FFF2-40B4-BE49-F238E27FC236}">
                  <a16:creationId xmlns:a16="http://schemas.microsoft.com/office/drawing/2014/main" id="{569E9863-B5CB-9EFD-13D2-19A3FDBD47FA}"/>
                </a:ext>
              </a:extLst>
            </p:cNvPr>
            <p:cNvGrpSpPr/>
            <p:nvPr/>
          </p:nvGrpSpPr>
          <p:grpSpPr>
            <a:xfrm>
              <a:off x="4042268" y="3455269"/>
              <a:ext cx="1105960" cy="276974"/>
              <a:chOff x="4472987" y="4320075"/>
              <a:chExt cx="1403336" cy="351448"/>
            </a:xfrm>
          </p:grpSpPr>
          <p:sp>
            <p:nvSpPr>
              <p:cNvPr id="114" name="四角形: 角を丸くする 113">
                <a:extLst>
                  <a:ext uri="{FF2B5EF4-FFF2-40B4-BE49-F238E27FC236}">
                    <a16:creationId xmlns:a16="http://schemas.microsoft.com/office/drawing/2014/main" id="{D61F41BB-4F3F-C9CA-79AF-D657F909DF47}"/>
                  </a:ext>
                </a:extLst>
              </p:cNvPr>
              <p:cNvSpPr/>
              <p:nvPr/>
            </p:nvSpPr>
            <p:spPr>
              <a:xfrm>
                <a:off x="4472987" y="4320075"/>
                <a:ext cx="1403336" cy="351448"/>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EP</a:t>
                </a:r>
                <a:endParaRPr kumimoji="1" lang="ja-JP" altLang="en-US" sz="1100" dirty="0">
                  <a:latin typeface="BIZ UDP明朝 Medium" panose="02020500000000000000" pitchFamily="18" charset="-128"/>
                  <a:ea typeface="BIZ UDP明朝 Medium" panose="02020500000000000000" pitchFamily="18" charset="-128"/>
                </a:endParaRPr>
              </a:p>
            </p:txBody>
          </p:sp>
          <p:sp>
            <p:nvSpPr>
              <p:cNvPr id="115" name="ハート 114">
                <a:extLst>
                  <a:ext uri="{FF2B5EF4-FFF2-40B4-BE49-F238E27FC236}">
                    <a16:creationId xmlns:a16="http://schemas.microsoft.com/office/drawing/2014/main" id="{A508D7AF-7163-2DB7-C456-94A4776D218E}"/>
                  </a:ext>
                </a:extLst>
              </p:cNvPr>
              <p:cNvSpPr/>
              <p:nvPr/>
            </p:nvSpPr>
            <p:spPr>
              <a:xfrm>
                <a:off x="4906377" y="4355061"/>
                <a:ext cx="284063" cy="284063"/>
              </a:xfrm>
              <a:prstGeom prst="heart">
                <a:avLst/>
              </a:prstGeom>
              <a:solidFill>
                <a:srgbClr val="CC66FF"/>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116" name="ハート 115">
                <a:extLst>
                  <a:ext uri="{FF2B5EF4-FFF2-40B4-BE49-F238E27FC236}">
                    <a16:creationId xmlns:a16="http://schemas.microsoft.com/office/drawing/2014/main" id="{1F4FD167-A13D-4B05-22F0-35B230EB8164}"/>
                  </a:ext>
                </a:extLst>
              </p:cNvPr>
              <p:cNvSpPr/>
              <p:nvPr/>
            </p:nvSpPr>
            <p:spPr>
              <a:xfrm>
                <a:off x="5211153" y="4355061"/>
                <a:ext cx="284063" cy="284063"/>
              </a:xfrm>
              <a:prstGeom prst="heart">
                <a:avLst/>
              </a:prstGeom>
              <a:solidFill>
                <a:srgbClr val="CC66FF"/>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a:p>
            </p:txBody>
          </p:sp>
          <p:sp>
            <p:nvSpPr>
              <p:cNvPr id="117" name="ハート 116">
                <a:extLst>
                  <a:ext uri="{FF2B5EF4-FFF2-40B4-BE49-F238E27FC236}">
                    <a16:creationId xmlns:a16="http://schemas.microsoft.com/office/drawing/2014/main" id="{2DC81D8A-C450-2971-315C-7A28A9A3B01D}"/>
                  </a:ext>
                </a:extLst>
              </p:cNvPr>
              <p:cNvSpPr/>
              <p:nvPr/>
            </p:nvSpPr>
            <p:spPr>
              <a:xfrm>
                <a:off x="5512586" y="4355061"/>
                <a:ext cx="284063" cy="284063"/>
              </a:xfrm>
              <a:prstGeom prst="heart">
                <a:avLst/>
              </a:prstGeom>
              <a:solidFill>
                <a:srgbClr val="CC66FF"/>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a:p>
            </p:txBody>
          </p:sp>
        </p:grpSp>
        <p:grpSp>
          <p:nvGrpSpPr>
            <p:cNvPr id="110" name="グループ化 109">
              <a:extLst>
                <a:ext uri="{FF2B5EF4-FFF2-40B4-BE49-F238E27FC236}">
                  <a16:creationId xmlns:a16="http://schemas.microsoft.com/office/drawing/2014/main" id="{3173AF62-0165-F969-7B21-19DB5DA71B8C}"/>
                </a:ext>
              </a:extLst>
            </p:cNvPr>
            <p:cNvGrpSpPr/>
            <p:nvPr/>
          </p:nvGrpSpPr>
          <p:grpSpPr>
            <a:xfrm>
              <a:off x="4042268" y="3128766"/>
              <a:ext cx="1105960" cy="276974"/>
              <a:chOff x="4194668" y="3607669"/>
              <a:chExt cx="1105960" cy="276974"/>
            </a:xfrm>
          </p:grpSpPr>
          <p:sp>
            <p:nvSpPr>
              <p:cNvPr id="111" name="四角形: 角を丸くする 110">
                <a:extLst>
                  <a:ext uri="{FF2B5EF4-FFF2-40B4-BE49-F238E27FC236}">
                    <a16:creationId xmlns:a16="http://schemas.microsoft.com/office/drawing/2014/main" id="{DE4F351D-7E25-FEE7-8693-058C865CA5CF}"/>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13" name="図 112">
                <a:extLst>
                  <a:ext uri="{FF2B5EF4-FFF2-40B4-BE49-F238E27FC236}">
                    <a16:creationId xmlns:a16="http://schemas.microsoft.com/office/drawing/2014/main" id="{73A09618-8B95-6CCD-ED1A-7A3BED88280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558908" y="3675156"/>
                <a:ext cx="687006" cy="151498"/>
              </a:xfrm>
              <a:prstGeom prst="rect">
                <a:avLst/>
              </a:prstGeom>
            </p:spPr>
          </p:pic>
        </p:grpSp>
      </p:grpSp>
      <p:pic>
        <p:nvPicPr>
          <p:cNvPr id="119" name="図 118">
            <a:extLst>
              <a:ext uri="{FF2B5EF4-FFF2-40B4-BE49-F238E27FC236}">
                <a16:creationId xmlns:a16="http://schemas.microsoft.com/office/drawing/2014/main" id="{7B2C9022-8526-8C58-E1E0-8FC571A79C3F}"/>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flipV="1">
            <a:off x="7625953" y="3919536"/>
            <a:ext cx="285750" cy="158595"/>
          </a:xfrm>
          <a:prstGeom prst="rect">
            <a:avLst/>
          </a:prstGeom>
        </p:spPr>
      </p:pic>
      <p:pic>
        <p:nvPicPr>
          <p:cNvPr id="121" name="図 120">
            <a:extLst>
              <a:ext uri="{FF2B5EF4-FFF2-40B4-BE49-F238E27FC236}">
                <a16:creationId xmlns:a16="http://schemas.microsoft.com/office/drawing/2014/main" id="{0136E3C8-39F3-F4FA-2DE0-1B943E170794}"/>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flipV="1">
            <a:off x="7625953" y="3188659"/>
            <a:ext cx="285750" cy="158595"/>
          </a:xfrm>
          <a:prstGeom prst="rect">
            <a:avLst/>
          </a:prstGeom>
        </p:spPr>
      </p:pic>
      <p:pic>
        <p:nvPicPr>
          <p:cNvPr id="122" name="図 121">
            <a:extLst>
              <a:ext uri="{FF2B5EF4-FFF2-40B4-BE49-F238E27FC236}">
                <a16:creationId xmlns:a16="http://schemas.microsoft.com/office/drawing/2014/main" id="{A4B031A9-80F7-269D-E667-D42AD45121F2}"/>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flipV="1">
            <a:off x="7636176" y="4667129"/>
            <a:ext cx="285750" cy="158595"/>
          </a:xfrm>
          <a:prstGeom prst="rect">
            <a:avLst/>
          </a:prstGeom>
        </p:spPr>
      </p:pic>
      <p:pic>
        <p:nvPicPr>
          <p:cNvPr id="131" name="図 130">
            <a:extLst>
              <a:ext uri="{FF2B5EF4-FFF2-40B4-BE49-F238E27FC236}">
                <a16:creationId xmlns:a16="http://schemas.microsoft.com/office/drawing/2014/main" id="{7C9FD950-04BD-2F62-F2F0-3EA43CA4CEAB}"/>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036210" y="2985048"/>
            <a:ext cx="1063687" cy="797765"/>
          </a:xfrm>
          <a:prstGeom prst="rect">
            <a:avLst/>
          </a:prstGeom>
        </p:spPr>
      </p:pic>
      <p:pic>
        <p:nvPicPr>
          <p:cNvPr id="132" name="図 131">
            <a:extLst>
              <a:ext uri="{FF2B5EF4-FFF2-40B4-BE49-F238E27FC236}">
                <a16:creationId xmlns:a16="http://schemas.microsoft.com/office/drawing/2014/main" id="{8026627F-8A9C-D0C2-9769-DEB7E79AA461}"/>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036209" y="3782813"/>
            <a:ext cx="1063687" cy="797765"/>
          </a:xfrm>
          <a:prstGeom prst="rect">
            <a:avLst/>
          </a:prstGeom>
        </p:spPr>
      </p:pic>
      <p:pic>
        <p:nvPicPr>
          <p:cNvPr id="133" name="図 132">
            <a:extLst>
              <a:ext uri="{FF2B5EF4-FFF2-40B4-BE49-F238E27FC236}">
                <a16:creationId xmlns:a16="http://schemas.microsoft.com/office/drawing/2014/main" id="{44256468-31A9-2DDE-5BFF-9B063F4CAA4D}"/>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044653" y="4514268"/>
            <a:ext cx="1063687" cy="797765"/>
          </a:xfrm>
          <a:prstGeom prst="rect">
            <a:avLst/>
          </a:prstGeom>
        </p:spPr>
      </p:pic>
      <p:sp>
        <p:nvSpPr>
          <p:cNvPr id="158" name="四角形: 角を丸くする 157">
            <a:extLst>
              <a:ext uri="{FF2B5EF4-FFF2-40B4-BE49-F238E27FC236}">
                <a16:creationId xmlns:a16="http://schemas.microsoft.com/office/drawing/2014/main" id="{8BF7F2C6-61F3-F113-E2A3-D9DED4BEB7AE}"/>
              </a:ext>
            </a:extLst>
          </p:cNvPr>
          <p:cNvSpPr/>
          <p:nvPr/>
        </p:nvSpPr>
        <p:spPr>
          <a:xfrm>
            <a:off x="2209889" y="4943475"/>
            <a:ext cx="4022675" cy="999461"/>
          </a:xfrm>
          <a:prstGeom prst="roundRect">
            <a:avLst/>
          </a:prstGeom>
          <a:ln>
            <a:solidFill>
              <a:srgbClr val="CC66FF"/>
            </a:solidFill>
          </a:ln>
        </p:spPr>
        <p:style>
          <a:lnRef idx="2">
            <a:schemeClr val="dk1">
              <a:shade val="15000"/>
            </a:schemeClr>
          </a:lnRef>
          <a:fillRef idx="1">
            <a:schemeClr val="dk1"/>
          </a:fillRef>
          <a:effectRef idx="0">
            <a:schemeClr val="dk1"/>
          </a:effectRef>
          <a:fontRef idx="minor">
            <a:schemeClr val="lt1"/>
          </a:fontRef>
        </p:style>
        <p:txBody>
          <a:bodyPr rtlCol="0" anchor="ctr"/>
          <a:lstStyle/>
          <a:p>
            <a:endParaRPr kumimoji="1" lang="ja-JP" altLang="en-US" sz="2800" dirty="0">
              <a:latin typeface="BIZ UDP明朝 Medium" panose="02020500000000000000" pitchFamily="18" charset="-128"/>
              <a:ea typeface="BIZ UDP明朝 Medium" panose="02020500000000000000" pitchFamily="18" charset="-128"/>
            </a:endParaRPr>
          </a:p>
        </p:txBody>
      </p:sp>
      <p:sp>
        <p:nvSpPr>
          <p:cNvPr id="161" name="テキスト ボックス 160">
            <a:extLst>
              <a:ext uri="{FF2B5EF4-FFF2-40B4-BE49-F238E27FC236}">
                <a16:creationId xmlns:a16="http://schemas.microsoft.com/office/drawing/2014/main" id="{B2702E9E-1160-F40D-B845-2AE7CA776361}"/>
              </a:ext>
            </a:extLst>
          </p:cNvPr>
          <p:cNvSpPr txBox="1"/>
          <p:nvPr/>
        </p:nvSpPr>
        <p:spPr>
          <a:xfrm>
            <a:off x="3655825" y="5242259"/>
            <a:ext cx="2385589" cy="400110"/>
          </a:xfrm>
          <a:prstGeom prst="rect">
            <a:avLst/>
          </a:prstGeom>
          <a:noFill/>
        </p:spPr>
        <p:txBody>
          <a:bodyPr wrap="none" rtlCol="0">
            <a:spAutoFit/>
          </a:bodyPr>
          <a:lstStyle/>
          <a:p>
            <a:r>
              <a:rPr kumimoji="1" lang="ja-JP" altLang="en-US" sz="2000" b="1" dirty="0">
                <a:solidFill>
                  <a:schemeClr val="bg1">
                    <a:lumMod val="95000"/>
                  </a:schemeClr>
                </a:solidFill>
                <a:latin typeface="BIZ UDP明朝 Medium" panose="02020500000000000000" pitchFamily="18" charset="-128"/>
                <a:ea typeface="BIZ UDP明朝 Medium" panose="02020500000000000000" pitchFamily="18" charset="-128"/>
              </a:rPr>
              <a:t>敵</a:t>
            </a:r>
            <a:r>
              <a:rPr kumimoji="1" lang="en-US" altLang="ja-JP" sz="2000" b="1" dirty="0">
                <a:solidFill>
                  <a:schemeClr val="bg1">
                    <a:lumMod val="95000"/>
                  </a:schemeClr>
                </a:solidFill>
                <a:latin typeface="BIZ UDP明朝 Medium" panose="02020500000000000000" pitchFamily="18" charset="-128"/>
                <a:ea typeface="BIZ UDP明朝 Medium" panose="02020500000000000000" pitchFamily="18" charset="-128"/>
              </a:rPr>
              <a:t>3</a:t>
            </a:r>
            <a:r>
              <a:rPr kumimoji="1" lang="ja-JP" altLang="en-US" sz="2000" b="1" dirty="0">
                <a:solidFill>
                  <a:schemeClr val="bg1">
                    <a:lumMod val="95000"/>
                  </a:schemeClr>
                </a:solidFill>
                <a:latin typeface="BIZ UDP明朝 Medium" panose="02020500000000000000" pitchFamily="18" charset="-128"/>
                <a:ea typeface="BIZ UDP明朝 Medium" panose="02020500000000000000" pitchFamily="18" charset="-128"/>
              </a:rPr>
              <a:t>体に中威力攻撃</a:t>
            </a:r>
          </a:p>
        </p:txBody>
      </p:sp>
      <p:pic>
        <p:nvPicPr>
          <p:cNvPr id="177" name="図 176">
            <a:extLst>
              <a:ext uri="{FF2B5EF4-FFF2-40B4-BE49-F238E27FC236}">
                <a16:creationId xmlns:a16="http://schemas.microsoft.com/office/drawing/2014/main" id="{19C4BC32-0F4C-0ADF-16D9-6EB33D9A964C}"/>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7321683" y="2577742"/>
            <a:ext cx="4179971" cy="3134978"/>
          </a:xfrm>
          <a:prstGeom prst="rect">
            <a:avLst/>
          </a:prstGeom>
        </p:spPr>
      </p:pic>
      <p:grpSp>
        <p:nvGrpSpPr>
          <p:cNvPr id="185" name="グループ化 184">
            <a:extLst>
              <a:ext uri="{FF2B5EF4-FFF2-40B4-BE49-F238E27FC236}">
                <a16:creationId xmlns:a16="http://schemas.microsoft.com/office/drawing/2014/main" id="{0C7193A7-E2C8-3ED2-D0DE-D3E59CAB35DF}"/>
              </a:ext>
            </a:extLst>
          </p:cNvPr>
          <p:cNvGrpSpPr/>
          <p:nvPr/>
        </p:nvGrpSpPr>
        <p:grpSpPr>
          <a:xfrm>
            <a:off x="2341393" y="5040743"/>
            <a:ext cx="2015331" cy="684955"/>
            <a:chOff x="2341393" y="5180704"/>
            <a:chExt cx="2015331" cy="684955"/>
          </a:xfrm>
        </p:grpSpPr>
        <p:sp>
          <p:nvSpPr>
            <p:cNvPr id="160" name="テキスト ボックス 159">
              <a:extLst>
                <a:ext uri="{FF2B5EF4-FFF2-40B4-BE49-F238E27FC236}">
                  <a16:creationId xmlns:a16="http://schemas.microsoft.com/office/drawing/2014/main" id="{F667051E-EE90-19D9-3DDD-BAF73833789E}"/>
                </a:ext>
              </a:extLst>
            </p:cNvPr>
            <p:cNvSpPr txBox="1"/>
            <p:nvPr/>
          </p:nvSpPr>
          <p:spPr>
            <a:xfrm>
              <a:off x="2341393" y="5180704"/>
              <a:ext cx="2015331" cy="523220"/>
            </a:xfrm>
            <a:prstGeom prst="rect">
              <a:avLst/>
            </a:prstGeom>
            <a:noFill/>
          </p:spPr>
          <p:txBody>
            <a:bodyPr wrap="square">
              <a:spAutoFit/>
            </a:bodyPr>
            <a:lstStyle/>
            <a:p>
              <a:r>
                <a:rPr kumimoji="1" lang="ja-JP" altLang="en-US" sz="2800" dirty="0">
                  <a:solidFill>
                    <a:srgbClr val="CC66FF"/>
                  </a:solidFill>
                  <a:latin typeface="BIZ UDP明朝 Medium" panose="02020500000000000000" pitchFamily="18" charset="-128"/>
                  <a:ea typeface="BIZ UDP明朝 Medium" panose="02020500000000000000" pitchFamily="18" charset="-128"/>
                </a:rPr>
                <a:t>スキル</a:t>
              </a:r>
            </a:p>
          </p:txBody>
        </p:sp>
        <p:grpSp>
          <p:nvGrpSpPr>
            <p:cNvPr id="184" name="グループ化 183">
              <a:extLst>
                <a:ext uri="{FF2B5EF4-FFF2-40B4-BE49-F238E27FC236}">
                  <a16:creationId xmlns:a16="http://schemas.microsoft.com/office/drawing/2014/main" id="{748A39D5-7187-348A-87B9-971996F9494C}"/>
                </a:ext>
              </a:extLst>
            </p:cNvPr>
            <p:cNvGrpSpPr/>
            <p:nvPr/>
          </p:nvGrpSpPr>
          <p:grpSpPr>
            <a:xfrm>
              <a:off x="2453923" y="5679787"/>
              <a:ext cx="732508" cy="185872"/>
              <a:chOff x="2453923" y="5679787"/>
              <a:chExt cx="732508" cy="185872"/>
            </a:xfrm>
          </p:grpSpPr>
          <p:sp>
            <p:nvSpPr>
              <p:cNvPr id="181" name="楕円 180">
                <a:extLst>
                  <a:ext uri="{FF2B5EF4-FFF2-40B4-BE49-F238E27FC236}">
                    <a16:creationId xmlns:a16="http://schemas.microsoft.com/office/drawing/2014/main" id="{5806B228-C267-0CE7-E3F2-2E1739FF50CB}"/>
                  </a:ext>
                </a:extLst>
              </p:cNvPr>
              <p:cNvSpPr/>
              <p:nvPr/>
            </p:nvSpPr>
            <p:spPr>
              <a:xfrm>
                <a:off x="2453923" y="5679787"/>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182" name="楕円 181">
                <a:extLst>
                  <a:ext uri="{FF2B5EF4-FFF2-40B4-BE49-F238E27FC236}">
                    <a16:creationId xmlns:a16="http://schemas.microsoft.com/office/drawing/2014/main" id="{EB1DFAA3-B477-8FB3-B1E9-F2626513708E}"/>
                  </a:ext>
                </a:extLst>
              </p:cNvPr>
              <p:cNvSpPr/>
              <p:nvPr/>
            </p:nvSpPr>
            <p:spPr>
              <a:xfrm>
                <a:off x="2720629" y="5679787"/>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183" name="楕円 182">
                <a:extLst>
                  <a:ext uri="{FF2B5EF4-FFF2-40B4-BE49-F238E27FC236}">
                    <a16:creationId xmlns:a16="http://schemas.microsoft.com/office/drawing/2014/main" id="{491BAA19-9E9C-0849-9A79-58834E06E78A}"/>
                  </a:ext>
                </a:extLst>
              </p:cNvPr>
              <p:cNvSpPr/>
              <p:nvPr/>
            </p:nvSpPr>
            <p:spPr>
              <a:xfrm>
                <a:off x="2987335" y="5679787"/>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grpSp>
      <p:sp>
        <p:nvSpPr>
          <p:cNvPr id="186" name="テキスト ボックス 185">
            <a:extLst>
              <a:ext uri="{FF2B5EF4-FFF2-40B4-BE49-F238E27FC236}">
                <a16:creationId xmlns:a16="http://schemas.microsoft.com/office/drawing/2014/main" id="{66CB2E41-45F1-AAB5-29E8-DA35AD463B35}"/>
              </a:ext>
            </a:extLst>
          </p:cNvPr>
          <p:cNvSpPr txBox="1"/>
          <p:nvPr/>
        </p:nvSpPr>
        <p:spPr>
          <a:xfrm>
            <a:off x="5291956" y="151566"/>
            <a:ext cx="2448043" cy="584775"/>
          </a:xfrm>
          <a:prstGeom prst="rect">
            <a:avLst/>
          </a:prstGeom>
          <a:noFill/>
        </p:spPr>
        <p:txBody>
          <a:bodyPr wrap="square" rtlCol="0">
            <a:spAutoFit/>
          </a:bodyPr>
          <a:lstStyle/>
          <a:p>
            <a:pPr algn="ctr"/>
            <a:r>
              <a:rPr kumimoji="1" lang="en-US" altLang="ja-JP" sz="2000" b="1" dirty="0">
                <a:solidFill>
                  <a:schemeClr val="bg1">
                    <a:lumMod val="95000"/>
                  </a:schemeClr>
                </a:solidFill>
                <a:latin typeface="BIZ UDP明朝 Medium" panose="02020500000000000000" pitchFamily="18" charset="-128"/>
                <a:ea typeface="BIZ UDP明朝 Medium" panose="02020500000000000000" pitchFamily="18" charset="-128"/>
              </a:rPr>
              <a:t>TRUN </a:t>
            </a:r>
            <a:r>
              <a:rPr kumimoji="1"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0</a:t>
            </a:r>
            <a:endPar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187" name="テキスト ボックス 186">
            <a:extLst>
              <a:ext uri="{FF2B5EF4-FFF2-40B4-BE49-F238E27FC236}">
                <a16:creationId xmlns:a16="http://schemas.microsoft.com/office/drawing/2014/main" id="{DC312D80-7FFD-6D04-94DC-CC67C38E9ECA}"/>
              </a:ext>
            </a:extLst>
          </p:cNvPr>
          <p:cNvSpPr txBox="1"/>
          <p:nvPr/>
        </p:nvSpPr>
        <p:spPr>
          <a:xfrm>
            <a:off x="493841" y="151567"/>
            <a:ext cx="752129" cy="584775"/>
          </a:xfrm>
          <a:prstGeom prst="rect">
            <a:avLst/>
          </a:prstGeom>
          <a:noFill/>
        </p:spPr>
        <p:txBody>
          <a:bodyPr wrap="none" rtlCol="0">
            <a:spAutoFit/>
          </a:bodyPr>
          <a:lstStyle/>
          <a:p>
            <a:r>
              <a:rPr kumimoji="1"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EF</a:t>
            </a:r>
            <a:endPar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nvGrpSpPr>
          <p:cNvPr id="188" name="グループ化 187">
            <a:extLst>
              <a:ext uri="{FF2B5EF4-FFF2-40B4-BE49-F238E27FC236}">
                <a16:creationId xmlns:a16="http://schemas.microsoft.com/office/drawing/2014/main" id="{00F81E5C-08D1-A44E-6E8E-74DA29750D06}"/>
              </a:ext>
            </a:extLst>
          </p:cNvPr>
          <p:cNvGrpSpPr/>
          <p:nvPr/>
        </p:nvGrpSpPr>
        <p:grpSpPr>
          <a:xfrm>
            <a:off x="1310523" y="282304"/>
            <a:ext cx="3681355" cy="387045"/>
            <a:chOff x="1719571" y="274515"/>
            <a:chExt cx="4262430" cy="338877"/>
          </a:xfrm>
        </p:grpSpPr>
        <p:grpSp>
          <p:nvGrpSpPr>
            <p:cNvPr id="189" name="グループ化 188">
              <a:extLst>
                <a:ext uri="{FF2B5EF4-FFF2-40B4-BE49-F238E27FC236}">
                  <a16:creationId xmlns:a16="http://schemas.microsoft.com/office/drawing/2014/main" id="{A561BC5B-9443-21C7-6B7E-3814CB0A35B5}"/>
                </a:ext>
              </a:extLst>
            </p:cNvPr>
            <p:cNvGrpSpPr/>
            <p:nvPr/>
          </p:nvGrpSpPr>
          <p:grpSpPr>
            <a:xfrm>
              <a:off x="1719571" y="274517"/>
              <a:ext cx="3092165" cy="338875"/>
              <a:chOff x="1719571" y="215382"/>
              <a:chExt cx="3888059" cy="426098"/>
            </a:xfrm>
          </p:grpSpPr>
          <p:sp>
            <p:nvSpPr>
              <p:cNvPr id="192" name="平行四辺形 191">
                <a:extLst>
                  <a:ext uri="{FF2B5EF4-FFF2-40B4-BE49-F238E27FC236}">
                    <a16:creationId xmlns:a16="http://schemas.microsoft.com/office/drawing/2014/main" id="{27E7E854-D44A-269C-B6E8-A811CD22211E}"/>
                  </a:ext>
                </a:extLst>
              </p:cNvPr>
              <p:cNvSpPr/>
              <p:nvPr/>
            </p:nvSpPr>
            <p:spPr>
              <a:xfrm>
                <a:off x="171957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3" name="平行四辺形 192">
                <a:extLst>
                  <a:ext uri="{FF2B5EF4-FFF2-40B4-BE49-F238E27FC236}">
                    <a16:creationId xmlns:a16="http://schemas.microsoft.com/office/drawing/2014/main" id="{8FFA20CA-F724-D64A-5BEA-5906B4F21D97}"/>
                  </a:ext>
                </a:extLst>
              </p:cNvPr>
              <p:cNvSpPr/>
              <p:nvPr/>
            </p:nvSpPr>
            <p:spPr>
              <a:xfrm>
                <a:off x="2477666"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4" name="平行四辺形 193">
                <a:extLst>
                  <a:ext uri="{FF2B5EF4-FFF2-40B4-BE49-F238E27FC236}">
                    <a16:creationId xmlns:a16="http://schemas.microsoft.com/office/drawing/2014/main" id="{A99B9C1F-F766-F557-3321-D86C2859869F}"/>
                  </a:ext>
                </a:extLst>
              </p:cNvPr>
              <p:cNvSpPr/>
              <p:nvPr/>
            </p:nvSpPr>
            <p:spPr>
              <a:xfrm>
                <a:off x="323576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5" name="平行四辺形 194">
                <a:extLst>
                  <a:ext uri="{FF2B5EF4-FFF2-40B4-BE49-F238E27FC236}">
                    <a16:creationId xmlns:a16="http://schemas.microsoft.com/office/drawing/2014/main" id="{B882B0D8-8040-EFB8-E533-9F9265769F46}"/>
                  </a:ext>
                </a:extLst>
              </p:cNvPr>
              <p:cNvSpPr/>
              <p:nvPr/>
            </p:nvSpPr>
            <p:spPr>
              <a:xfrm>
                <a:off x="4751951" y="215382"/>
                <a:ext cx="855679" cy="426098"/>
              </a:xfrm>
              <a:prstGeom prst="parallelogram">
                <a:avLst/>
              </a:prstGeom>
              <a:solidFill>
                <a:schemeClr val="tx1">
                  <a:lumMod val="75000"/>
                  <a:lumOff val="2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96" name="平行四辺形 195">
                <a:extLst>
                  <a:ext uri="{FF2B5EF4-FFF2-40B4-BE49-F238E27FC236}">
                    <a16:creationId xmlns:a16="http://schemas.microsoft.com/office/drawing/2014/main" id="{D20AE1C7-CD73-7E2B-7311-8BE76B81D900}"/>
                  </a:ext>
                </a:extLst>
              </p:cNvPr>
              <p:cNvSpPr/>
              <p:nvPr/>
            </p:nvSpPr>
            <p:spPr>
              <a:xfrm>
                <a:off x="3993856"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90" name="平行四辺形 189">
              <a:extLst>
                <a:ext uri="{FF2B5EF4-FFF2-40B4-BE49-F238E27FC236}">
                  <a16:creationId xmlns:a16="http://schemas.microsoft.com/office/drawing/2014/main" id="{0071DD04-4E4A-0AB1-F4AA-6E63533C7147}"/>
                </a:ext>
              </a:extLst>
            </p:cNvPr>
            <p:cNvSpPr/>
            <p:nvPr/>
          </p:nvSpPr>
          <p:spPr>
            <a:xfrm>
              <a:off x="4724774" y="274515"/>
              <a:ext cx="680520" cy="338875"/>
            </a:xfrm>
            <a:prstGeom prst="parallelogram">
              <a:avLst/>
            </a:prstGeom>
            <a:solidFill>
              <a:schemeClr val="tx1">
                <a:lumMod val="75000"/>
                <a:lumOff val="2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91" name="平行四辺形 190">
              <a:extLst>
                <a:ext uri="{FF2B5EF4-FFF2-40B4-BE49-F238E27FC236}">
                  <a16:creationId xmlns:a16="http://schemas.microsoft.com/office/drawing/2014/main" id="{3F9BA913-7F7E-B684-D101-6E4E68078019}"/>
                </a:ext>
              </a:extLst>
            </p:cNvPr>
            <p:cNvSpPr/>
            <p:nvPr/>
          </p:nvSpPr>
          <p:spPr>
            <a:xfrm>
              <a:off x="5301481" y="274515"/>
              <a:ext cx="680520" cy="338875"/>
            </a:xfrm>
            <a:prstGeom prst="parallelogram">
              <a:avLst/>
            </a:prstGeom>
            <a:solidFill>
              <a:schemeClr val="tx1">
                <a:lumMod val="75000"/>
                <a:lumOff val="2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sp>
        <p:nvSpPr>
          <p:cNvPr id="197" name="矢印: 五方向 196">
            <a:extLst>
              <a:ext uri="{FF2B5EF4-FFF2-40B4-BE49-F238E27FC236}">
                <a16:creationId xmlns:a16="http://schemas.microsoft.com/office/drawing/2014/main" id="{BB25D9D7-3EFC-7B74-0202-65B452B38E08}"/>
              </a:ext>
            </a:extLst>
          </p:cNvPr>
          <p:cNvSpPr/>
          <p:nvPr/>
        </p:nvSpPr>
        <p:spPr>
          <a:xfrm>
            <a:off x="9793438" y="6146578"/>
            <a:ext cx="1225730" cy="461826"/>
          </a:xfrm>
          <a:prstGeom prst="homePlate">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b="1" dirty="0">
                <a:latin typeface="BIZ UDP明朝 Medium" panose="02020500000000000000" pitchFamily="18" charset="-128"/>
                <a:ea typeface="BIZ UDP明朝 Medium" panose="02020500000000000000" pitchFamily="18" charset="-128"/>
              </a:rPr>
              <a:t>SKIP</a:t>
            </a:r>
            <a:endParaRPr kumimoji="1" lang="ja-JP" altLang="en-US" b="1" dirty="0">
              <a:latin typeface="BIZ UDP明朝 Medium" panose="02020500000000000000" pitchFamily="18" charset="-128"/>
              <a:ea typeface="BIZ UDP明朝 Medium" panose="02020500000000000000" pitchFamily="18" charset="-128"/>
            </a:endParaRPr>
          </a:p>
        </p:txBody>
      </p:sp>
    </p:spTree>
    <p:extLst>
      <p:ext uri="{BB962C8B-B14F-4D97-AF65-F5344CB8AC3E}">
        <p14:creationId xmlns:p14="http://schemas.microsoft.com/office/powerpoint/2010/main" val="2114979927"/>
      </p:ext>
    </p:extLst>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D9144D-026E-7D33-47E7-23B6C6E7B7BC}"/>
            </a:ext>
          </a:extLst>
        </p:cNvPr>
        <p:cNvGrpSpPr/>
        <p:nvPr/>
      </p:nvGrpSpPr>
      <p:grpSpPr>
        <a:xfrm>
          <a:off x="0" y="0"/>
          <a:ext cx="0" cy="0"/>
          <a:chOff x="0" y="0"/>
          <a:chExt cx="0" cy="0"/>
        </a:xfrm>
      </p:grpSpPr>
      <p:sp>
        <p:nvSpPr>
          <p:cNvPr id="78" name="二等辺三角形 77">
            <a:extLst>
              <a:ext uri="{FF2B5EF4-FFF2-40B4-BE49-F238E27FC236}">
                <a16:creationId xmlns:a16="http://schemas.microsoft.com/office/drawing/2014/main" id="{0CA6373C-AB48-672E-42D5-2BE9517E3EBA}"/>
              </a:ext>
            </a:extLst>
          </p:cNvPr>
          <p:cNvSpPr/>
          <p:nvPr/>
        </p:nvSpPr>
        <p:spPr>
          <a:xfrm rot="16200000">
            <a:off x="5766625" y="-1014151"/>
            <a:ext cx="658751" cy="3259291"/>
          </a:xfrm>
          <a:prstGeom prst="triangle">
            <a:avLst/>
          </a:prstGeom>
          <a:solidFill>
            <a:schemeClr val="accent2">
              <a:lumMod val="20000"/>
              <a:lumOff val="80000"/>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77" name="直線コネクタ 76">
            <a:extLst>
              <a:ext uri="{FF2B5EF4-FFF2-40B4-BE49-F238E27FC236}">
                <a16:creationId xmlns:a16="http://schemas.microsoft.com/office/drawing/2014/main" id="{D6013B6F-E880-AA74-06CE-4D1C500EC9F5}"/>
              </a:ext>
            </a:extLst>
          </p:cNvPr>
          <p:cNvCxnSpPr>
            <a:cxnSpLocks/>
            <a:stCxn id="45" idx="6"/>
            <a:endCxn id="48" idx="2"/>
          </p:cNvCxnSpPr>
          <p:nvPr/>
        </p:nvCxnSpPr>
        <p:spPr>
          <a:xfrm>
            <a:off x="4052275" y="2947629"/>
            <a:ext cx="563659" cy="1006993"/>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sp>
        <p:nvSpPr>
          <p:cNvPr id="3" name="楕円 2">
            <a:extLst>
              <a:ext uri="{FF2B5EF4-FFF2-40B4-BE49-F238E27FC236}">
                <a16:creationId xmlns:a16="http://schemas.microsoft.com/office/drawing/2014/main" id="{52264197-ADBE-0146-9898-F4B83FC7F56D}"/>
              </a:ext>
            </a:extLst>
          </p:cNvPr>
          <p:cNvSpPr/>
          <p:nvPr/>
        </p:nvSpPr>
        <p:spPr>
          <a:xfrm>
            <a:off x="-307971" y="1954762"/>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rgbClr val="C00000"/>
                </a:solidFill>
                <a:latin typeface="BIZ UDP明朝 Medium" panose="02020500000000000000" pitchFamily="18" charset="-128"/>
                <a:ea typeface="BIZ UDP明朝 Medium" panose="02020500000000000000" pitchFamily="18" charset="-128"/>
              </a:rPr>
              <a:t>BATTLE</a:t>
            </a:r>
            <a:endParaRPr kumimoji="1" lang="ja-JP" altLang="en-US" dirty="0">
              <a:solidFill>
                <a:srgbClr val="C00000"/>
              </a:solidFill>
              <a:latin typeface="BIZ UDP明朝 Medium" panose="02020500000000000000" pitchFamily="18" charset="-128"/>
              <a:ea typeface="BIZ UDP明朝 Medium" panose="02020500000000000000" pitchFamily="18" charset="-128"/>
            </a:endParaRPr>
          </a:p>
        </p:txBody>
      </p:sp>
      <p:sp>
        <p:nvSpPr>
          <p:cNvPr id="19" name="楕円 18">
            <a:extLst>
              <a:ext uri="{FF2B5EF4-FFF2-40B4-BE49-F238E27FC236}">
                <a16:creationId xmlns:a16="http://schemas.microsoft.com/office/drawing/2014/main" id="{4991834A-1CAA-0A63-C34E-5D60F9FD904A}"/>
              </a:ext>
            </a:extLst>
          </p:cNvPr>
          <p:cNvSpPr/>
          <p:nvPr/>
        </p:nvSpPr>
        <p:spPr>
          <a:xfrm>
            <a:off x="1029479" y="3572515"/>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chemeClr val="accent3"/>
                </a:solidFill>
                <a:latin typeface="BIZ UDP明朝 Medium" panose="02020500000000000000" pitchFamily="18" charset="-128"/>
                <a:ea typeface="BIZ UDP明朝 Medium" panose="02020500000000000000" pitchFamily="18" charset="-128"/>
              </a:rPr>
              <a:t>STORY</a:t>
            </a:r>
            <a:endParaRPr kumimoji="1" lang="ja-JP" altLang="en-US" dirty="0">
              <a:solidFill>
                <a:schemeClr val="accent3"/>
              </a:solidFill>
              <a:latin typeface="BIZ UDP明朝 Medium" panose="02020500000000000000" pitchFamily="18" charset="-128"/>
              <a:ea typeface="BIZ UDP明朝 Medium" panose="02020500000000000000" pitchFamily="18" charset="-128"/>
            </a:endParaRPr>
          </a:p>
        </p:txBody>
      </p:sp>
      <p:sp>
        <p:nvSpPr>
          <p:cNvPr id="30" name="矢印: 五方向 29">
            <a:extLst>
              <a:ext uri="{FF2B5EF4-FFF2-40B4-BE49-F238E27FC236}">
                <a16:creationId xmlns:a16="http://schemas.microsoft.com/office/drawing/2014/main" id="{FE22A472-32EC-73BF-2EE4-7E0C4730EEE5}"/>
              </a:ext>
            </a:extLst>
          </p:cNvPr>
          <p:cNvSpPr/>
          <p:nvPr/>
        </p:nvSpPr>
        <p:spPr>
          <a:xfrm>
            <a:off x="7057581" y="5770518"/>
            <a:ext cx="1283025" cy="523159"/>
          </a:xfrm>
          <a:prstGeom prst="homePlate">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BIZ UDP明朝 Medium" panose="02020500000000000000" pitchFamily="18" charset="-128"/>
                <a:ea typeface="BIZ UDP明朝 Medium" panose="02020500000000000000" pitchFamily="18" charset="-128"/>
              </a:rPr>
              <a:t>撤退</a:t>
            </a:r>
          </a:p>
        </p:txBody>
      </p:sp>
      <p:sp>
        <p:nvSpPr>
          <p:cNvPr id="31" name="楕円 30">
            <a:extLst>
              <a:ext uri="{FF2B5EF4-FFF2-40B4-BE49-F238E27FC236}">
                <a16:creationId xmlns:a16="http://schemas.microsoft.com/office/drawing/2014/main" id="{94FC88A5-D3E9-B9F6-102A-5B30014350B5}"/>
              </a:ext>
            </a:extLst>
          </p:cNvPr>
          <p:cNvSpPr/>
          <p:nvPr/>
        </p:nvSpPr>
        <p:spPr>
          <a:xfrm>
            <a:off x="6364643" y="2791406"/>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lang="en-US" altLang="ja-JP" dirty="0">
                <a:solidFill>
                  <a:srgbClr val="C00000"/>
                </a:solidFill>
                <a:latin typeface="BIZ UDP明朝 Medium" panose="02020500000000000000" pitchFamily="18" charset="-128"/>
                <a:ea typeface="BIZ UDP明朝 Medium" panose="02020500000000000000" pitchFamily="18" charset="-128"/>
              </a:rPr>
              <a:t>BATTLE</a:t>
            </a:r>
            <a:endParaRPr lang="ja-JP" altLang="en-US" dirty="0">
              <a:solidFill>
                <a:srgbClr val="C00000"/>
              </a:solidFill>
              <a:latin typeface="BIZ UDP明朝 Medium" panose="02020500000000000000" pitchFamily="18" charset="-128"/>
              <a:ea typeface="BIZ UDP明朝 Medium" panose="02020500000000000000" pitchFamily="18" charset="-128"/>
            </a:endParaRPr>
          </a:p>
        </p:txBody>
      </p:sp>
      <p:sp>
        <p:nvSpPr>
          <p:cNvPr id="44" name="四角形: 角を丸くする 43">
            <a:extLst>
              <a:ext uri="{FF2B5EF4-FFF2-40B4-BE49-F238E27FC236}">
                <a16:creationId xmlns:a16="http://schemas.microsoft.com/office/drawing/2014/main" id="{2F51A033-30D8-D70C-5546-0CAD00BF124E}"/>
              </a:ext>
            </a:extLst>
          </p:cNvPr>
          <p:cNvSpPr/>
          <p:nvPr/>
        </p:nvSpPr>
        <p:spPr>
          <a:xfrm>
            <a:off x="429205" y="5555534"/>
            <a:ext cx="6136930" cy="953126"/>
          </a:xfrm>
          <a:prstGeom prst="roundRect">
            <a:avLst>
              <a:gd name="adj" fmla="val 11772"/>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
        <p:nvSpPr>
          <p:cNvPr id="45" name="楕円 44">
            <a:extLst>
              <a:ext uri="{FF2B5EF4-FFF2-40B4-BE49-F238E27FC236}">
                <a16:creationId xmlns:a16="http://schemas.microsoft.com/office/drawing/2014/main" id="{3BC50BAE-F4B4-E9D6-B900-6F8A834E2D45}"/>
              </a:ext>
            </a:extLst>
          </p:cNvPr>
          <p:cNvSpPr/>
          <p:nvPr/>
        </p:nvSpPr>
        <p:spPr>
          <a:xfrm>
            <a:off x="2889059" y="2366021"/>
            <a:ext cx="1163216" cy="1163216"/>
          </a:xfrm>
          <a:prstGeom prst="ellipse">
            <a:avLst/>
          </a:prstGeom>
          <a:solidFill>
            <a:schemeClr val="bg1">
              <a:lumMod val="95000"/>
            </a:schemeClr>
          </a:solidFill>
          <a:ln w="63500">
            <a:solidFill>
              <a:schemeClr val="accent6"/>
            </a:solidFill>
          </a:ln>
          <a:effectLst>
            <a:glow rad="127000">
              <a:schemeClr val="accent6">
                <a:lumMod val="20000"/>
                <a:lumOff val="80000"/>
                <a:alpha val="55000"/>
              </a:schemeClr>
            </a:glow>
          </a:effectLst>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chemeClr val="accent2">
                    <a:lumMod val="75000"/>
                  </a:schemeClr>
                </a:solidFill>
                <a:latin typeface="BIZ UDP明朝 Medium" panose="02020500000000000000" pitchFamily="18" charset="-128"/>
                <a:ea typeface="BIZ UDP明朝 Medium" panose="02020500000000000000" pitchFamily="18" charset="-128"/>
              </a:rPr>
              <a:t>EVENT</a:t>
            </a:r>
            <a:endParaRPr kumimoji="1" lang="ja-JP" altLang="en-US" dirty="0">
              <a:solidFill>
                <a:schemeClr val="accent2">
                  <a:lumMod val="75000"/>
                </a:schemeClr>
              </a:solidFill>
              <a:latin typeface="BIZ UDP明朝 Medium" panose="02020500000000000000" pitchFamily="18" charset="-128"/>
              <a:ea typeface="BIZ UDP明朝 Medium" panose="02020500000000000000" pitchFamily="18" charset="-128"/>
            </a:endParaRPr>
          </a:p>
        </p:txBody>
      </p:sp>
      <p:sp>
        <p:nvSpPr>
          <p:cNvPr id="47" name="楕円 46">
            <a:extLst>
              <a:ext uri="{FF2B5EF4-FFF2-40B4-BE49-F238E27FC236}">
                <a16:creationId xmlns:a16="http://schemas.microsoft.com/office/drawing/2014/main" id="{16142CB4-2CB6-6B22-CAB5-A5BFA843EB24}"/>
              </a:ext>
            </a:extLst>
          </p:cNvPr>
          <p:cNvSpPr/>
          <p:nvPr/>
        </p:nvSpPr>
        <p:spPr>
          <a:xfrm>
            <a:off x="-2137874" y="2847392"/>
            <a:ext cx="1163216" cy="1163216"/>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chemeClr val="accent4"/>
                </a:solidFill>
                <a:latin typeface="BIZ UDP明朝 Medium" panose="02020500000000000000" pitchFamily="18" charset="-128"/>
                <a:ea typeface="BIZ UDP明朝 Medium" panose="02020500000000000000" pitchFamily="18" charset="-128"/>
              </a:rPr>
              <a:t>START</a:t>
            </a:r>
            <a:endParaRPr kumimoji="1" lang="ja-JP" altLang="en-US" dirty="0">
              <a:solidFill>
                <a:schemeClr val="accent4"/>
              </a:solidFill>
              <a:latin typeface="BIZ UDP明朝 Medium" panose="02020500000000000000" pitchFamily="18" charset="-128"/>
              <a:ea typeface="BIZ UDP明朝 Medium" panose="02020500000000000000" pitchFamily="18" charset="-128"/>
            </a:endParaRPr>
          </a:p>
        </p:txBody>
      </p:sp>
      <p:sp>
        <p:nvSpPr>
          <p:cNvPr id="48" name="楕円 47">
            <a:extLst>
              <a:ext uri="{FF2B5EF4-FFF2-40B4-BE49-F238E27FC236}">
                <a16:creationId xmlns:a16="http://schemas.microsoft.com/office/drawing/2014/main" id="{193C7F77-B5B1-AD39-7933-D3E82A2907C7}"/>
              </a:ext>
            </a:extLst>
          </p:cNvPr>
          <p:cNvSpPr/>
          <p:nvPr/>
        </p:nvSpPr>
        <p:spPr>
          <a:xfrm>
            <a:off x="4615934" y="3373014"/>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rgbClr val="C00000"/>
                </a:solidFill>
                <a:latin typeface="BIZ UDP明朝 Medium" panose="02020500000000000000" pitchFamily="18" charset="-128"/>
                <a:ea typeface="BIZ UDP明朝 Medium" panose="02020500000000000000" pitchFamily="18" charset="-128"/>
              </a:rPr>
              <a:t>BATTLE</a:t>
            </a:r>
            <a:endParaRPr kumimoji="1" lang="ja-JP" altLang="en-US" dirty="0">
              <a:solidFill>
                <a:srgbClr val="C00000"/>
              </a:solidFill>
              <a:latin typeface="BIZ UDP明朝 Medium" panose="02020500000000000000" pitchFamily="18" charset="-128"/>
              <a:ea typeface="BIZ UDP明朝 Medium" panose="02020500000000000000" pitchFamily="18" charset="-128"/>
            </a:endParaRPr>
          </a:p>
        </p:txBody>
      </p:sp>
      <p:cxnSp>
        <p:nvCxnSpPr>
          <p:cNvPr id="52" name="直線コネクタ 51">
            <a:extLst>
              <a:ext uri="{FF2B5EF4-FFF2-40B4-BE49-F238E27FC236}">
                <a16:creationId xmlns:a16="http://schemas.microsoft.com/office/drawing/2014/main" id="{D397E647-E74D-DE23-C204-4EA5CE2E6A19}"/>
              </a:ext>
            </a:extLst>
          </p:cNvPr>
          <p:cNvCxnSpPr>
            <a:cxnSpLocks/>
            <a:endCxn id="3" idx="2"/>
          </p:cNvCxnSpPr>
          <p:nvPr/>
        </p:nvCxnSpPr>
        <p:spPr>
          <a:xfrm flipV="1">
            <a:off x="-974658" y="2536370"/>
            <a:ext cx="666687" cy="836644"/>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61" name="直線コネクタ 60">
            <a:extLst>
              <a:ext uri="{FF2B5EF4-FFF2-40B4-BE49-F238E27FC236}">
                <a16:creationId xmlns:a16="http://schemas.microsoft.com/office/drawing/2014/main" id="{1E2B78B6-B968-6703-7AB1-1D6DF330782B}"/>
              </a:ext>
            </a:extLst>
          </p:cNvPr>
          <p:cNvCxnSpPr>
            <a:cxnSpLocks/>
            <a:stCxn id="19" idx="1"/>
            <a:endCxn id="3" idx="5"/>
          </p:cNvCxnSpPr>
          <p:nvPr/>
        </p:nvCxnSpPr>
        <p:spPr>
          <a:xfrm flipH="1" flipV="1">
            <a:off x="684896" y="2947629"/>
            <a:ext cx="514932" cy="795235"/>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74" name="直線コネクタ 73">
            <a:extLst>
              <a:ext uri="{FF2B5EF4-FFF2-40B4-BE49-F238E27FC236}">
                <a16:creationId xmlns:a16="http://schemas.microsoft.com/office/drawing/2014/main" id="{F87DB54D-79BA-05B0-95DD-7A3AA7E223DC}"/>
              </a:ext>
            </a:extLst>
          </p:cNvPr>
          <p:cNvCxnSpPr>
            <a:cxnSpLocks/>
            <a:stCxn id="19" idx="7"/>
            <a:endCxn id="45" idx="2"/>
          </p:cNvCxnSpPr>
          <p:nvPr/>
        </p:nvCxnSpPr>
        <p:spPr>
          <a:xfrm flipV="1">
            <a:off x="2022346" y="2947629"/>
            <a:ext cx="866713" cy="795235"/>
          </a:xfrm>
          <a:prstGeom prst="line">
            <a:avLst/>
          </a:prstGeom>
          <a:ln w="63500">
            <a:solidFill>
              <a:schemeClr val="accent6"/>
            </a:solidFill>
            <a:prstDash val="sysDot"/>
          </a:ln>
        </p:spPr>
        <p:style>
          <a:lnRef idx="2">
            <a:schemeClr val="accent1"/>
          </a:lnRef>
          <a:fillRef idx="0">
            <a:schemeClr val="accent1"/>
          </a:fillRef>
          <a:effectRef idx="1">
            <a:schemeClr val="accent1"/>
          </a:effectRef>
          <a:fontRef idx="minor">
            <a:schemeClr val="tx1"/>
          </a:fontRef>
        </p:style>
      </p:cxnSp>
      <p:cxnSp>
        <p:nvCxnSpPr>
          <p:cNvPr id="85" name="直線コネクタ 84">
            <a:extLst>
              <a:ext uri="{FF2B5EF4-FFF2-40B4-BE49-F238E27FC236}">
                <a16:creationId xmlns:a16="http://schemas.microsoft.com/office/drawing/2014/main" id="{AFC6FC4E-A333-9737-EE0A-E2FD3E9DC428}"/>
              </a:ext>
            </a:extLst>
          </p:cNvPr>
          <p:cNvCxnSpPr>
            <a:cxnSpLocks/>
            <a:stCxn id="48" idx="6"/>
            <a:endCxn id="31" idx="2"/>
          </p:cNvCxnSpPr>
          <p:nvPr/>
        </p:nvCxnSpPr>
        <p:spPr>
          <a:xfrm flipV="1">
            <a:off x="5779150" y="3373014"/>
            <a:ext cx="585493" cy="581608"/>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grpSp>
        <p:nvGrpSpPr>
          <p:cNvPr id="2" name="グループ化 1">
            <a:extLst>
              <a:ext uri="{FF2B5EF4-FFF2-40B4-BE49-F238E27FC236}">
                <a16:creationId xmlns:a16="http://schemas.microsoft.com/office/drawing/2014/main" id="{527AC8E2-ACC1-6F14-4C31-48D174336982}"/>
              </a:ext>
            </a:extLst>
          </p:cNvPr>
          <p:cNvGrpSpPr/>
          <p:nvPr/>
        </p:nvGrpSpPr>
        <p:grpSpPr>
          <a:xfrm>
            <a:off x="3050369" y="1485969"/>
            <a:ext cx="840596" cy="833567"/>
            <a:chOff x="1367715" y="1890973"/>
            <a:chExt cx="840596" cy="833567"/>
          </a:xfrm>
        </p:grpSpPr>
        <p:sp>
          <p:nvSpPr>
            <p:cNvPr id="88" name="吹き出し: 円形 87">
              <a:extLst>
                <a:ext uri="{FF2B5EF4-FFF2-40B4-BE49-F238E27FC236}">
                  <a16:creationId xmlns:a16="http://schemas.microsoft.com/office/drawing/2014/main" id="{F878BEF9-0955-86B9-F840-603C63B04002}"/>
                </a:ext>
              </a:extLst>
            </p:cNvPr>
            <p:cNvSpPr/>
            <p:nvPr/>
          </p:nvSpPr>
          <p:spPr>
            <a:xfrm>
              <a:off x="1367715" y="1890973"/>
              <a:ext cx="840596" cy="828901"/>
            </a:xfrm>
            <a:prstGeom prst="wedgeEllipseCallout">
              <a:avLst>
                <a:gd name="adj1" fmla="val 257"/>
                <a:gd name="adj2" fmla="val 71505"/>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90" name="図 89">
              <a:extLst>
                <a:ext uri="{FF2B5EF4-FFF2-40B4-BE49-F238E27FC236}">
                  <a16:creationId xmlns:a16="http://schemas.microsoft.com/office/drawing/2014/main" id="{E9B46155-F156-9510-425C-BC4B285B1A7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396905" y="1923662"/>
              <a:ext cx="800878" cy="800878"/>
            </a:xfrm>
            <a:prstGeom prst="rect">
              <a:avLst/>
            </a:prstGeom>
          </p:spPr>
        </p:pic>
      </p:grpSp>
      <p:sp>
        <p:nvSpPr>
          <p:cNvPr id="10" name="矢印: 山形 9">
            <a:extLst>
              <a:ext uri="{FF2B5EF4-FFF2-40B4-BE49-F238E27FC236}">
                <a16:creationId xmlns:a16="http://schemas.microsoft.com/office/drawing/2014/main" id="{A29F4941-688E-AD47-D17A-06AD96C5E7B5}"/>
              </a:ext>
            </a:extLst>
          </p:cNvPr>
          <p:cNvSpPr/>
          <p:nvPr/>
        </p:nvSpPr>
        <p:spPr>
          <a:xfrm>
            <a:off x="6081503" y="2417628"/>
            <a:ext cx="484632" cy="1400699"/>
          </a:xfrm>
          <a:prstGeom prst="chevron">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49" name="四角形: 角を丸くする 48">
            <a:extLst>
              <a:ext uri="{FF2B5EF4-FFF2-40B4-BE49-F238E27FC236}">
                <a16:creationId xmlns:a16="http://schemas.microsoft.com/office/drawing/2014/main" id="{17C53748-833D-0679-BAE5-86530A773BCE}"/>
              </a:ext>
            </a:extLst>
          </p:cNvPr>
          <p:cNvSpPr/>
          <p:nvPr/>
        </p:nvSpPr>
        <p:spPr>
          <a:xfrm>
            <a:off x="8862861" y="5716570"/>
            <a:ext cx="2729924" cy="631055"/>
          </a:xfrm>
          <a:prstGeom prst="roundRect">
            <a:avLst>
              <a:gd name="adj" fmla="val 9570"/>
            </a:avLst>
          </a:prstGeom>
          <a:solidFill>
            <a:schemeClr val="accent6"/>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rPr>
              <a:t>イベント開始</a:t>
            </a:r>
          </a:p>
        </p:txBody>
      </p:sp>
      <p:sp>
        <p:nvSpPr>
          <p:cNvPr id="16" name="四角形: 角を丸くする 15">
            <a:extLst>
              <a:ext uri="{FF2B5EF4-FFF2-40B4-BE49-F238E27FC236}">
                <a16:creationId xmlns:a16="http://schemas.microsoft.com/office/drawing/2014/main" id="{60D812B4-1E49-9969-D05B-EB8FFC55AC89}"/>
              </a:ext>
            </a:extLst>
          </p:cNvPr>
          <p:cNvSpPr>
            <a:spLocks/>
          </p:cNvSpPr>
          <p:nvPr/>
        </p:nvSpPr>
        <p:spPr>
          <a:xfrm>
            <a:off x="7244719" y="1170675"/>
            <a:ext cx="4348066" cy="4131004"/>
          </a:xfrm>
          <a:prstGeom prst="roundRect">
            <a:avLst>
              <a:gd name="adj" fmla="val 9570"/>
            </a:avLst>
          </a:prstGeom>
          <a:solidFill>
            <a:schemeClr val="accent2">
              <a:lumMod val="20000"/>
              <a:lumOff val="8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55" name="グループ化 54">
            <a:extLst>
              <a:ext uri="{FF2B5EF4-FFF2-40B4-BE49-F238E27FC236}">
                <a16:creationId xmlns:a16="http://schemas.microsoft.com/office/drawing/2014/main" id="{B365D5D3-56CE-7077-4A4B-3036A49612C9}"/>
              </a:ext>
            </a:extLst>
          </p:cNvPr>
          <p:cNvGrpSpPr/>
          <p:nvPr/>
        </p:nvGrpSpPr>
        <p:grpSpPr>
          <a:xfrm rot="651301">
            <a:off x="2074985" y="3177201"/>
            <a:ext cx="560995" cy="489333"/>
            <a:chOff x="2420469" y="2760201"/>
            <a:chExt cx="560995" cy="489333"/>
          </a:xfrm>
        </p:grpSpPr>
        <p:sp>
          <p:nvSpPr>
            <p:cNvPr id="53" name="矢印: 山形 52">
              <a:extLst>
                <a:ext uri="{FF2B5EF4-FFF2-40B4-BE49-F238E27FC236}">
                  <a16:creationId xmlns:a16="http://schemas.microsoft.com/office/drawing/2014/main" id="{982D9099-1433-5F50-9232-A9772EDAF21F}"/>
                </a:ext>
              </a:extLst>
            </p:cNvPr>
            <p:cNvSpPr/>
            <p:nvPr/>
          </p:nvSpPr>
          <p:spPr>
            <a:xfrm rot="18735780">
              <a:off x="2681151" y="2696515"/>
              <a:ext cx="236627" cy="363999"/>
            </a:xfrm>
            <a:prstGeom prst="chevron">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54" name="矢印: 山形 53">
              <a:extLst>
                <a:ext uri="{FF2B5EF4-FFF2-40B4-BE49-F238E27FC236}">
                  <a16:creationId xmlns:a16="http://schemas.microsoft.com/office/drawing/2014/main" id="{059DD2FB-10F8-7251-00CE-58D5E246AA4D}"/>
                </a:ext>
              </a:extLst>
            </p:cNvPr>
            <p:cNvSpPr/>
            <p:nvPr/>
          </p:nvSpPr>
          <p:spPr>
            <a:xfrm rot="18735780">
              <a:off x="2484155" y="2949221"/>
              <a:ext cx="236627" cy="363999"/>
            </a:xfrm>
            <a:prstGeom prst="chevron">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grpSp>
      <p:sp>
        <p:nvSpPr>
          <p:cNvPr id="60" name="楕円 59">
            <a:extLst>
              <a:ext uri="{FF2B5EF4-FFF2-40B4-BE49-F238E27FC236}">
                <a16:creationId xmlns:a16="http://schemas.microsoft.com/office/drawing/2014/main" id="{862896E5-AB81-C507-C7C6-05470C5E9AEE}"/>
              </a:ext>
            </a:extLst>
          </p:cNvPr>
          <p:cNvSpPr/>
          <p:nvPr/>
        </p:nvSpPr>
        <p:spPr>
          <a:xfrm>
            <a:off x="-335100" y="1952459"/>
            <a:ext cx="1163216" cy="1163216"/>
          </a:xfrm>
          <a:prstGeom prst="ellipse">
            <a:avLst/>
          </a:prstGeom>
          <a:solidFill>
            <a:schemeClr val="tx1">
              <a:lumMod val="75000"/>
              <a:lumOff val="25000"/>
              <a:alpha val="60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endParaRPr kumimoji="1" lang="ja-JP" altLang="en-US" dirty="0">
              <a:solidFill>
                <a:schemeClr val="accent3"/>
              </a:solidFill>
              <a:latin typeface="BIZ UDP明朝 Medium" panose="02020500000000000000" pitchFamily="18" charset="-128"/>
              <a:ea typeface="BIZ UDP明朝 Medium" panose="02020500000000000000" pitchFamily="18" charset="-128"/>
            </a:endParaRPr>
          </a:p>
        </p:txBody>
      </p:sp>
      <p:sp>
        <p:nvSpPr>
          <p:cNvPr id="51" name="矢印: 山形 50">
            <a:extLst>
              <a:ext uri="{FF2B5EF4-FFF2-40B4-BE49-F238E27FC236}">
                <a16:creationId xmlns:a16="http://schemas.microsoft.com/office/drawing/2014/main" id="{010B3773-16F8-CC65-C86E-C38409E6CA92}"/>
              </a:ext>
            </a:extLst>
          </p:cNvPr>
          <p:cNvSpPr/>
          <p:nvPr/>
        </p:nvSpPr>
        <p:spPr>
          <a:xfrm flipH="1">
            <a:off x="598090" y="2416429"/>
            <a:ext cx="484632" cy="1400699"/>
          </a:xfrm>
          <a:prstGeom prst="chevron">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66" name="テキスト ボックス 65">
            <a:extLst>
              <a:ext uri="{FF2B5EF4-FFF2-40B4-BE49-F238E27FC236}">
                <a16:creationId xmlns:a16="http://schemas.microsoft.com/office/drawing/2014/main" id="{16E94E21-9B6A-72A6-EFFE-402C7BE2E4BC}"/>
              </a:ext>
            </a:extLst>
          </p:cNvPr>
          <p:cNvSpPr txBox="1"/>
          <p:nvPr/>
        </p:nvSpPr>
        <p:spPr>
          <a:xfrm>
            <a:off x="274502" y="323619"/>
            <a:ext cx="2805058" cy="523220"/>
          </a:xfrm>
          <a:prstGeom prst="rect">
            <a:avLst/>
          </a:prstGeom>
          <a:noFill/>
        </p:spPr>
        <p:txBody>
          <a:bodyPr wrap="square">
            <a:spAutoFit/>
          </a:bodyPr>
          <a:lstStyle/>
          <a:p>
            <a:r>
              <a:rPr lang="en-US" altLang="ja-JP" sz="2000" b="1" dirty="0">
                <a:solidFill>
                  <a:schemeClr val="bg1">
                    <a:lumMod val="95000"/>
                  </a:schemeClr>
                </a:solidFill>
                <a:latin typeface="BIZ UDP明朝 Medium" panose="02020500000000000000" pitchFamily="18" charset="-128"/>
                <a:ea typeface="BIZ UDP明朝 Medium" panose="02020500000000000000" pitchFamily="18" charset="-128"/>
              </a:rPr>
              <a:t>BOSS</a:t>
            </a:r>
            <a:r>
              <a:rPr lang="ja-JP" altLang="en-US" sz="2000" b="1" dirty="0">
                <a:solidFill>
                  <a:schemeClr val="bg1">
                    <a:lumMod val="95000"/>
                  </a:schemeClr>
                </a:solidFill>
                <a:latin typeface="BIZ UDP明朝 Medium" panose="02020500000000000000" pitchFamily="18" charset="-128"/>
                <a:ea typeface="BIZ UDP明朝 Medium" panose="02020500000000000000" pitchFamily="18" charset="-128"/>
              </a:rPr>
              <a:t>まで</a:t>
            </a:r>
            <a:r>
              <a:rPr lang="en-US" altLang="ja-JP" sz="2800" b="1" dirty="0">
                <a:solidFill>
                  <a:schemeClr val="bg1">
                    <a:lumMod val="95000"/>
                  </a:schemeClr>
                </a:solidFill>
                <a:latin typeface="BIZ UDP明朝 Medium" panose="02020500000000000000" pitchFamily="18" charset="-128"/>
                <a:ea typeface="BIZ UDP明朝 Medium" panose="02020500000000000000" pitchFamily="18" charset="-128"/>
              </a:rPr>
              <a:t>00</a:t>
            </a:r>
            <a:r>
              <a:rPr lang="ja-JP" altLang="en-US" sz="2000" b="1" dirty="0">
                <a:solidFill>
                  <a:schemeClr val="bg1">
                    <a:lumMod val="95000"/>
                  </a:schemeClr>
                </a:solidFill>
                <a:latin typeface="BIZ UDP明朝 Medium" panose="02020500000000000000" pitchFamily="18" charset="-128"/>
                <a:ea typeface="BIZ UDP明朝 Medium" panose="02020500000000000000" pitchFamily="18" charset="-128"/>
              </a:rPr>
              <a:t>ノード</a:t>
            </a:r>
            <a:endParaRPr kumimoji="1" lang="ja-JP" altLang="en-US" sz="20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6" name="四角形: 角を丸くする 5">
            <a:extLst>
              <a:ext uri="{FF2B5EF4-FFF2-40B4-BE49-F238E27FC236}">
                <a16:creationId xmlns:a16="http://schemas.microsoft.com/office/drawing/2014/main" id="{86D07955-5948-FA80-2C7F-C5B93D0C47CD}"/>
              </a:ext>
            </a:extLst>
          </p:cNvPr>
          <p:cNvSpPr/>
          <p:nvPr/>
        </p:nvSpPr>
        <p:spPr>
          <a:xfrm>
            <a:off x="5825805" y="5648090"/>
            <a:ext cx="658871" cy="353209"/>
          </a:xfrm>
          <a:prstGeom prst="roundRect">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
        <p:nvSpPr>
          <p:cNvPr id="37" name="四角形: 角を丸くする 36">
            <a:extLst>
              <a:ext uri="{FF2B5EF4-FFF2-40B4-BE49-F238E27FC236}">
                <a16:creationId xmlns:a16="http://schemas.microsoft.com/office/drawing/2014/main" id="{5147B7BC-A306-22FA-F28D-178EF39E9B9A}"/>
              </a:ext>
            </a:extLst>
          </p:cNvPr>
          <p:cNvSpPr/>
          <p:nvPr/>
        </p:nvSpPr>
        <p:spPr>
          <a:xfrm>
            <a:off x="5823749" y="6078375"/>
            <a:ext cx="658871" cy="353209"/>
          </a:xfrm>
          <a:prstGeom prst="roundRect">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pic>
        <p:nvPicPr>
          <p:cNvPr id="62" name="図 61">
            <a:extLst>
              <a:ext uri="{FF2B5EF4-FFF2-40B4-BE49-F238E27FC236}">
                <a16:creationId xmlns:a16="http://schemas.microsoft.com/office/drawing/2014/main" id="{CC9A91C0-A984-E00D-0780-21F31E0C6B45}"/>
              </a:ext>
            </a:extLst>
          </p:cNvPr>
          <p:cNvPicPr>
            <a:picLocks noChangeAspect="1"/>
          </p:cNvPicPr>
          <p:nvPr/>
        </p:nvPicPr>
        <p:blipFill>
          <a:blip r:embed="rId3">
            <a:extLst>
              <a:ext uri="{28A0092B-C50C-407E-A947-70E740481C1C}">
                <a14:useLocalDpi xmlns:a14="http://schemas.microsoft.com/office/drawing/2010/main" val="0"/>
              </a:ext>
            </a:extLst>
          </a:blip>
          <a:srcRect l="52651" t="22678" r="27395" b="50636"/>
          <a:stretch>
            <a:fillRect/>
          </a:stretch>
        </p:blipFill>
        <p:spPr>
          <a:xfrm>
            <a:off x="5995047" y="6104595"/>
            <a:ext cx="310304" cy="287583"/>
          </a:xfrm>
          <a:prstGeom prst="rect">
            <a:avLst/>
          </a:prstGeom>
        </p:spPr>
      </p:pic>
      <p:pic>
        <p:nvPicPr>
          <p:cNvPr id="63" name="図 62" descr="アイコン&#10;&#10;AI 生成コンテンツは誤りを含む可能性があります。">
            <a:extLst>
              <a:ext uri="{FF2B5EF4-FFF2-40B4-BE49-F238E27FC236}">
                <a16:creationId xmlns:a16="http://schemas.microsoft.com/office/drawing/2014/main" id="{CE206EFB-61F2-3770-C6D8-0BFA636037BB}"/>
              </a:ext>
            </a:extLst>
          </p:cNvPr>
          <p:cNvPicPr>
            <a:picLocks noChangeAspect="1"/>
          </p:cNvPicPr>
          <p:nvPr/>
        </p:nvPicPr>
        <p:blipFill>
          <a:blip r:embed="rId4">
            <a:duotone>
              <a:prstClr val="black"/>
              <a:srgbClr val="D9C3A5">
                <a:tint val="50000"/>
                <a:satMod val="180000"/>
              </a:srgbClr>
            </a:duotone>
            <a:extLst>
              <a:ext uri="{28A0092B-C50C-407E-A947-70E740481C1C}">
                <a14:useLocalDpi xmlns:a14="http://schemas.microsoft.com/office/drawing/2010/main" val="0"/>
              </a:ext>
            </a:extLst>
          </a:blip>
          <a:stretch>
            <a:fillRect/>
          </a:stretch>
        </p:blipFill>
        <p:spPr>
          <a:xfrm>
            <a:off x="5907842" y="5599160"/>
            <a:ext cx="466295" cy="466295"/>
          </a:xfrm>
          <a:prstGeom prst="rect">
            <a:avLst/>
          </a:prstGeom>
        </p:spPr>
      </p:pic>
      <p:cxnSp>
        <p:nvCxnSpPr>
          <p:cNvPr id="38" name="直線コネクタ 37">
            <a:extLst>
              <a:ext uri="{FF2B5EF4-FFF2-40B4-BE49-F238E27FC236}">
                <a16:creationId xmlns:a16="http://schemas.microsoft.com/office/drawing/2014/main" id="{C2EE0087-F3F8-DD57-B922-3DE3E95509F7}"/>
              </a:ext>
            </a:extLst>
          </p:cNvPr>
          <p:cNvCxnSpPr>
            <a:cxnSpLocks/>
          </p:cNvCxnSpPr>
          <p:nvPr/>
        </p:nvCxnSpPr>
        <p:spPr>
          <a:xfrm flipV="1">
            <a:off x="1794290" y="5648090"/>
            <a:ext cx="0" cy="783494"/>
          </a:xfrm>
          <a:prstGeom prst="line">
            <a:avLst/>
          </a:prstGeom>
          <a:ln>
            <a:solidFill>
              <a:schemeClr val="tx1">
                <a:lumMod val="85000"/>
                <a:lumOff val="15000"/>
              </a:schemeClr>
            </a:solidFill>
          </a:ln>
        </p:spPr>
        <p:style>
          <a:lnRef idx="2">
            <a:schemeClr val="accent1"/>
          </a:lnRef>
          <a:fillRef idx="0">
            <a:schemeClr val="accent1"/>
          </a:fillRef>
          <a:effectRef idx="1">
            <a:schemeClr val="accent1"/>
          </a:effectRef>
          <a:fontRef idx="minor">
            <a:schemeClr val="tx1"/>
          </a:fontRef>
        </p:style>
      </p:cxnSp>
      <p:sp>
        <p:nvSpPr>
          <p:cNvPr id="58" name="四角形: 角を丸くする 57">
            <a:extLst>
              <a:ext uri="{FF2B5EF4-FFF2-40B4-BE49-F238E27FC236}">
                <a16:creationId xmlns:a16="http://schemas.microsoft.com/office/drawing/2014/main" id="{4BFCF975-9D09-441B-3EF9-ED2A61B731C1}"/>
              </a:ext>
            </a:extLst>
          </p:cNvPr>
          <p:cNvSpPr/>
          <p:nvPr/>
        </p:nvSpPr>
        <p:spPr>
          <a:xfrm>
            <a:off x="1945818"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
        <p:nvSpPr>
          <p:cNvPr id="65" name="四角形: 角を丸くする 64">
            <a:extLst>
              <a:ext uri="{FF2B5EF4-FFF2-40B4-BE49-F238E27FC236}">
                <a16:creationId xmlns:a16="http://schemas.microsoft.com/office/drawing/2014/main" id="{5CE708B8-496E-706A-9B19-ACD4C8C77E14}"/>
              </a:ext>
            </a:extLst>
          </p:cNvPr>
          <p:cNvSpPr/>
          <p:nvPr/>
        </p:nvSpPr>
        <p:spPr>
          <a:xfrm>
            <a:off x="2486995"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
        <p:nvSpPr>
          <p:cNvPr id="67" name="四角形: 角を丸くする 66">
            <a:extLst>
              <a:ext uri="{FF2B5EF4-FFF2-40B4-BE49-F238E27FC236}">
                <a16:creationId xmlns:a16="http://schemas.microsoft.com/office/drawing/2014/main" id="{EBB30CE7-E9C2-D0EB-F2FD-B4B2E9B1559E}"/>
              </a:ext>
            </a:extLst>
          </p:cNvPr>
          <p:cNvSpPr/>
          <p:nvPr/>
        </p:nvSpPr>
        <p:spPr>
          <a:xfrm>
            <a:off x="302817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
        <p:nvSpPr>
          <p:cNvPr id="68" name="四角形: 角を丸くする 67">
            <a:extLst>
              <a:ext uri="{FF2B5EF4-FFF2-40B4-BE49-F238E27FC236}">
                <a16:creationId xmlns:a16="http://schemas.microsoft.com/office/drawing/2014/main" id="{2B3E4EFA-FECA-E944-50F7-977847E2EB89}"/>
              </a:ext>
            </a:extLst>
          </p:cNvPr>
          <p:cNvSpPr/>
          <p:nvPr/>
        </p:nvSpPr>
        <p:spPr>
          <a:xfrm>
            <a:off x="3569349"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
        <p:nvSpPr>
          <p:cNvPr id="69" name="四角形: 角を丸くする 68">
            <a:extLst>
              <a:ext uri="{FF2B5EF4-FFF2-40B4-BE49-F238E27FC236}">
                <a16:creationId xmlns:a16="http://schemas.microsoft.com/office/drawing/2014/main" id="{FACFE944-9F29-C654-B34C-CA53D681EBBA}"/>
              </a:ext>
            </a:extLst>
          </p:cNvPr>
          <p:cNvSpPr/>
          <p:nvPr/>
        </p:nvSpPr>
        <p:spPr>
          <a:xfrm>
            <a:off x="4110526"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
        <p:nvSpPr>
          <p:cNvPr id="70" name="四角形: 角を丸くする 69">
            <a:extLst>
              <a:ext uri="{FF2B5EF4-FFF2-40B4-BE49-F238E27FC236}">
                <a16:creationId xmlns:a16="http://schemas.microsoft.com/office/drawing/2014/main" id="{C6CC82B7-BE7D-5A9D-CDB1-9338F16DF696}"/>
              </a:ext>
            </a:extLst>
          </p:cNvPr>
          <p:cNvSpPr/>
          <p:nvPr/>
        </p:nvSpPr>
        <p:spPr>
          <a:xfrm>
            <a:off x="4651703"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
        <p:nvSpPr>
          <p:cNvPr id="71" name="四角形: 角を丸くする 70">
            <a:extLst>
              <a:ext uri="{FF2B5EF4-FFF2-40B4-BE49-F238E27FC236}">
                <a16:creationId xmlns:a16="http://schemas.microsoft.com/office/drawing/2014/main" id="{3CC830CE-FC3B-1349-96D2-81D015DF4B1C}"/>
              </a:ext>
            </a:extLst>
          </p:cNvPr>
          <p:cNvSpPr/>
          <p:nvPr/>
        </p:nvSpPr>
        <p:spPr>
          <a:xfrm>
            <a:off x="5192878"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pic>
        <p:nvPicPr>
          <p:cNvPr id="73" name="図 72">
            <a:extLst>
              <a:ext uri="{FF2B5EF4-FFF2-40B4-BE49-F238E27FC236}">
                <a16:creationId xmlns:a16="http://schemas.microsoft.com/office/drawing/2014/main" id="{3C68150F-4ED4-8DE3-B0B1-83771F14F51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8408730" y="1449703"/>
            <a:ext cx="2020045" cy="2851553"/>
          </a:xfrm>
          <a:prstGeom prst="rect">
            <a:avLst/>
          </a:prstGeom>
        </p:spPr>
      </p:pic>
      <p:sp>
        <p:nvSpPr>
          <p:cNvPr id="75" name="テキスト ボックス 74">
            <a:extLst>
              <a:ext uri="{FF2B5EF4-FFF2-40B4-BE49-F238E27FC236}">
                <a16:creationId xmlns:a16="http://schemas.microsoft.com/office/drawing/2014/main" id="{67E0150E-C507-6AD3-F759-60E572EA6653}"/>
              </a:ext>
            </a:extLst>
          </p:cNvPr>
          <p:cNvSpPr txBox="1"/>
          <p:nvPr/>
        </p:nvSpPr>
        <p:spPr>
          <a:xfrm>
            <a:off x="7919782" y="4535676"/>
            <a:ext cx="2997937" cy="400110"/>
          </a:xfrm>
          <a:prstGeom prst="rect">
            <a:avLst/>
          </a:prstGeom>
          <a:noFill/>
        </p:spPr>
        <p:txBody>
          <a:bodyPr wrap="none" rtlCol="0">
            <a:spAutoFit/>
          </a:bodyPr>
          <a:lstStyle/>
          <a:p>
            <a:r>
              <a:rPr lang="ja-JP" altLang="en-US" sz="20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t>東雲が話しかけてきた</a:t>
            </a:r>
            <a:r>
              <a:rPr lang="en-US" altLang="ja-JP" sz="20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t>…</a:t>
            </a:r>
            <a:endParaRPr lang="ja-JP" altLang="en-US" sz="20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endParaRPr>
          </a:p>
        </p:txBody>
      </p:sp>
      <p:sp>
        <p:nvSpPr>
          <p:cNvPr id="79" name="テキスト ボックス 78">
            <a:extLst>
              <a:ext uri="{FF2B5EF4-FFF2-40B4-BE49-F238E27FC236}">
                <a16:creationId xmlns:a16="http://schemas.microsoft.com/office/drawing/2014/main" id="{9BC3CCF5-8A21-EC48-B095-DE6263F12AED}"/>
              </a:ext>
            </a:extLst>
          </p:cNvPr>
          <p:cNvSpPr txBox="1"/>
          <p:nvPr/>
        </p:nvSpPr>
        <p:spPr>
          <a:xfrm>
            <a:off x="4145673" y="289924"/>
            <a:ext cx="4009051" cy="646331"/>
          </a:xfrm>
          <a:prstGeom prst="rect">
            <a:avLst/>
          </a:prstGeom>
          <a:noFill/>
        </p:spPr>
        <p:txBody>
          <a:bodyPr wrap="square">
            <a:spAutoFit/>
          </a:bodyPr>
          <a:lstStyle/>
          <a:p>
            <a:pPr algn="ctr"/>
            <a:r>
              <a:rPr lang="ja-JP" altLang="en-US" sz="3600" b="1" dirty="0">
                <a:solidFill>
                  <a:schemeClr val="tx1">
                    <a:lumMod val="85000"/>
                    <a:lumOff val="15000"/>
                  </a:schemeClr>
                </a:solidFill>
                <a:latin typeface="BIZ UDP明朝 Medium" panose="02020500000000000000" pitchFamily="18" charset="-128"/>
                <a:ea typeface="BIZ UDP明朝 Medium" panose="02020500000000000000" pitchFamily="18" charset="-128"/>
              </a:rPr>
              <a:t>イベント発生</a:t>
            </a:r>
            <a:endParaRPr kumimoji="1" lang="ja-JP" altLang="en-US" sz="3600" b="1"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
        <p:nvSpPr>
          <p:cNvPr id="76" name="テキスト ボックス 75">
            <a:extLst>
              <a:ext uri="{FF2B5EF4-FFF2-40B4-BE49-F238E27FC236}">
                <a16:creationId xmlns:a16="http://schemas.microsoft.com/office/drawing/2014/main" id="{9DE5B403-053F-E109-48E3-67105FE85870}"/>
              </a:ext>
            </a:extLst>
          </p:cNvPr>
          <p:cNvSpPr txBox="1"/>
          <p:nvPr/>
        </p:nvSpPr>
        <p:spPr>
          <a:xfrm>
            <a:off x="4091474" y="262064"/>
            <a:ext cx="4009051" cy="646331"/>
          </a:xfrm>
          <a:prstGeom prst="rect">
            <a:avLst/>
          </a:prstGeom>
          <a:noFill/>
        </p:spPr>
        <p:txBody>
          <a:bodyPr wrap="square">
            <a:spAutoFit/>
          </a:bodyPr>
          <a:lstStyle/>
          <a:p>
            <a:pPr algn="ctr"/>
            <a:r>
              <a:rPr lang="ja-JP" altLang="en-US" sz="3600" b="1" dirty="0">
                <a:solidFill>
                  <a:schemeClr val="accent2">
                    <a:lumMod val="60000"/>
                    <a:lumOff val="40000"/>
                  </a:schemeClr>
                </a:solidFill>
                <a:latin typeface="BIZ UDP明朝 Medium" panose="02020500000000000000" pitchFamily="18" charset="-128"/>
                <a:ea typeface="BIZ UDP明朝 Medium" panose="02020500000000000000" pitchFamily="18" charset="-128"/>
              </a:rPr>
              <a:t>イベント発生</a:t>
            </a:r>
            <a:endParaRPr kumimoji="1" lang="ja-JP" altLang="en-US" sz="3600" b="1" dirty="0">
              <a:solidFill>
                <a:schemeClr val="accent2">
                  <a:lumMod val="60000"/>
                  <a:lumOff val="40000"/>
                </a:schemeClr>
              </a:solidFill>
              <a:latin typeface="BIZ UDP明朝 Medium" panose="02020500000000000000" pitchFamily="18" charset="-128"/>
              <a:ea typeface="BIZ UDP明朝 Medium" panose="02020500000000000000" pitchFamily="18" charset="-128"/>
            </a:endParaRPr>
          </a:p>
        </p:txBody>
      </p:sp>
      <p:sp>
        <p:nvSpPr>
          <p:cNvPr id="80" name="テキスト ボックス 79">
            <a:extLst>
              <a:ext uri="{FF2B5EF4-FFF2-40B4-BE49-F238E27FC236}">
                <a16:creationId xmlns:a16="http://schemas.microsoft.com/office/drawing/2014/main" id="{54CF1670-3AAD-4592-A2B8-51A51003A104}"/>
              </a:ext>
            </a:extLst>
          </p:cNvPr>
          <p:cNvSpPr txBox="1"/>
          <p:nvPr/>
        </p:nvSpPr>
        <p:spPr>
          <a:xfrm>
            <a:off x="9026246" y="370274"/>
            <a:ext cx="2805058" cy="400110"/>
          </a:xfrm>
          <a:prstGeom prst="rect">
            <a:avLst/>
          </a:prstGeom>
          <a:noFill/>
        </p:spPr>
        <p:txBody>
          <a:bodyPr wrap="square">
            <a:spAutoFit/>
          </a:bodyPr>
          <a:lstStyle/>
          <a:p>
            <a:pPr algn="r"/>
            <a:r>
              <a:rPr kumimoji="1" lang="en-US" altLang="ja-JP" sz="1600" b="1" dirty="0">
                <a:solidFill>
                  <a:schemeClr val="bg1">
                    <a:lumMod val="95000"/>
                  </a:schemeClr>
                </a:solidFill>
                <a:latin typeface="BIZ UDP明朝 Medium" panose="02020500000000000000" pitchFamily="18" charset="-128"/>
                <a:ea typeface="BIZ UDP明朝 Medium" panose="02020500000000000000" pitchFamily="18" charset="-128"/>
              </a:rPr>
              <a:t>×</a:t>
            </a:r>
            <a:r>
              <a:rPr kumimoji="1" lang="en-US" altLang="ja-JP" sz="2000" b="1" dirty="0">
                <a:solidFill>
                  <a:schemeClr val="bg1">
                    <a:lumMod val="95000"/>
                  </a:schemeClr>
                </a:solidFill>
                <a:latin typeface="BIZ UDP明朝 Medium" panose="02020500000000000000" pitchFamily="18" charset="-128"/>
                <a:ea typeface="BIZ UDP明朝 Medium" panose="02020500000000000000" pitchFamily="18" charset="-128"/>
              </a:rPr>
              <a:t>00</a:t>
            </a:r>
            <a:endParaRPr kumimoji="1" lang="ja-JP" altLang="en-US" sz="20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pic>
        <p:nvPicPr>
          <p:cNvPr id="82" name="図 81">
            <a:extLst>
              <a:ext uri="{FF2B5EF4-FFF2-40B4-BE49-F238E27FC236}">
                <a16:creationId xmlns:a16="http://schemas.microsoft.com/office/drawing/2014/main" id="{F9975CCB-3672-3238-EECE-3F22694AF5A8}"/>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0812122" y="350742"/>
            <a:ext cx="410695" cy="400110"/>
          </a:xfrm>
          <a:prstGeom prst="rect">
            <a:avLst/>
          </a:prstGeom>
        </p:spPr>
      </p:pic>
      <p:sp>
        <p:nvSpPr>
          <p:cNvPr id="92" name="テキスト ボックス 91">
            <a:extLst>
              <a:ext uri="{FF2B5EF4-FFF2-40B4-BE49-F238E27FC236}">
                <a16:creationId xmlns:a16="http://schemas.microsoft.com/office/drawing/2014/main" id="{787199DD-DD6A-F0FD-2BBB-DF8DAEC45228}"/>
              </a:ext>
            </a:extLst>
          </p:cNvPr>
          <p:cNvSpPr txBox="1"/>
          <p:nvPr/>
        </p:nvSpPr>
        <p:spPr>
          <a:xfrm>
            <a:off x="545213" y="6186869"/>
            <a:ext cx="562032" cy="276999"/>
          </a:xfrm>
          <a:prstGeom prst="rect">
            <a:avLst/>
          </a:prstGeom>
          <a:noFill/>
        </p:spPr>
        <p:txBody>
          <a:bodyPr wrap="square">
            <a:spAutoFit/>
          </a:bodyPr>
          <a:lstStyle/>
          <a:p>
            <a:pPr algn="ctr"/>
            <a:r>
              <a:rPr kumimoji="1" lang="en-US" altLang="ja-JP" sz="1050" b="1" dirty="0">
                <a:ln w="3175">
                  <a:noFill/>
                </a:ln>
                <a:latin typeface="BIZ UDP明朝 Medium" panose="02020500000000000000" pitchFamily="18" charset="-128"/>
                <a:ea typeface="BIZ UDP明朝 Medium" panose="02020500000000000000" pitchFamily="18" charset="-128"/>
              </a:rPr>
              <a:t>×</a:t>
            </a:r>
            <a:r>
              <a:rPr kumimoji="1" lang="en-US" altLang="ja-JP" sz="1200" b="1" dirty="0">
                <a:ln w="3175">
                  <a:noFill/>
                </a:ln>
                <a:latin typeface="BIZ UDP明朝 Medium" panose="02020500000000000000" pitchFamily="18" charset="-128"/>
                <a:ea typeface="BIZ UDP明朝 Medium" panose="02020500000000000000" pitchFamily="18" charset="-128"/>
              </a:rPr>
              <a:t>00</a:t>
            </a:r>
            <a:endParaRPr kumimoji="1" lang="ja-JP" altLang="en-US" sz="1200" b="1" dirty="0">
              <a:ln w="3175">
                <a:noFill/>
              </a:ln>
              <a:latin typeface="BIZ UDP明朝 Medium" panose="02020500000000000000" pitchFamily="18" charset="-128"/>
              <a:ea typeface="BIZ UDP明朝 Medium" panose="02020500000000000000" pitchFamily="18" charset="-128"/>
            </a:endParaRPr>
          </a:p>
        </p:txBody>
      </p:sp>
      <p:sp>
        <p:nvSpPr>
          <p:cNvPr id="96" name="テキスト ボックス 95">
            <a:extLst>
              <a:ext uri="{FF2B5EF4-FFF2-40B4-BE49-F238E27FC236}">
                <a16:creationId xmlns:a16="http://schemas.microsoft.com/office/drawing/2014/main" id="{E86B79B9-24A8-4CC0-BC82-8AB9D8C0C525}"/>
              </a:ext>
            </a:extLst>
          </p:cNvPr>
          <p:cNvSpPr txBox="1"/>
          <p:nvPr/>
        </p:nvSpPr>
        <p:spPr>
          <a:xfrm>
            <a:off x="1131857" y="6175091"/>
            <a:ext cx="562032" cy="276999"/>
          </a:xfrm>
          <a:prstGeom prst="rect">
            <a:avLst/>
          </a:prstGeom>
          <a:noFill/>
        </p:spPr>
        <p:txBody>
          <a:bodyPr wrap="square">
            <a:spAutoFit/>
          </a:bodyPr>
          <a:lstStyle/>
          <a:p>
            <a:pPr algn="ctr"/>
            <a:r>
              <a:rPr kumimoji="1" lang="en-US" altLang="ja-JP" sz="1050" b="1" dirty="0">
                <a:ln w="3175">
                  <a:noFill/>
                </a:ln>
                <a:latin typeface="BIZ UDP明朝 Medium" panose="02020500000000000000" pitchFamily="18" charset="-128"/>
                <a:ea typeface="BIZ UDP明朝 Medium" panose="02020500000000000000" pitchFamily="18" charset="-128"/>
              </a:rPr>
              <a:t>×</a:t>
            </a:r>
            <a:r>
              <a:rPr kumimoji="1" lang="en-US" altLang="ja-JP" sz="1200" b="1" dirty="0">
                <a:ln w="3175">
                  <a:noFill/>
                </a:ln>
                <a:latin typeface="BIZ UDP明朝 Medium" panose="02020500000000000000" pitchFamily="18" charset="-128"/>
                <a:ea typeface="BIZ UDP明朝 Medium" panose="02020500000000000000" pitchFamily="18" charset="-128"/>
              </a:rPr>
              <a:t>00</a:t>
            </a:r>
            <a:endParaRPr kumimoji="1" lang="ja-JP" altLang="en-US" sz="1200" b="1" dirty="0">
              <a:ln w="3175">
                <a:noFill/>
              </a:ln>
              <a:latin typeface="BIZ UDP明朝 Medium" panose="02020500000000000000" pitchFamily="18" charset="-128"/>
              <a:ea typeface="BIZ UDP明朝 Medium" panose="02020500000000000000" pitchFamily="18" charset="-128"/>
            </a:endParaRPr>
          </a:p>
        </p:txBody>
      </p:sp>
      <p:grpSp>
        <p:nvGrpSpPr>
          <p:cNvPr id="5" name="グループ化 4">
            <a:extLst>
              <a:ext uri="{FF2B5EF4-FFF2-40B4-BE49-F238E27FC236}">
                <a16:creationId xmlns:a16="http://schemas.microsoft.com/office/drawing/2014/main" id="{84990440-5738-D1DB-EC81-84C013014555}"/>
              </a:ext>
            </a:extLst>
          </p:cNvPr>
          <p:cNvGrpSpPr/>
          <p:nvPr/>
        </p:nvGrpSpPr>
        <p:grpSpPr>
          <a:xfrm>
            <a:off x="601603" y="5718857"/>
            <a:ext cx="449656" cy="456234"/>
            <a:chOff x="526955" y="5853203"/>
            <a:chExt cx="339583" cy="344551"/>
          </a:xfrm>
        </p:grpSpPr>
        <p:sp>
          <p:nvSpPr>
            <p:cNvPr id="83" name="四角形: 角を丸くする 82">
              <a:extLst>
                <a:ext uri="{FF2B5EF4-FFF2-40B4-BE49-F238E27FC236}">
                  <a16:creationId xmlns:a16="http://schemas.microsoft.com/office/drawing/2014/main" id="{9135F873-E6E2-350E-083D-0A018CADCB10}"/>
                </a:ext>
              </a:extLst>
            </p:cNvPr>
            <p:cNvSpPr/>
            <p:nvPr/>
          </p:nvSpPr>
          <p:spPr>
            <a:xfrm>
              <a:off x="526955" y="5853203"/>
              <a:ext cx="339583" cy="344551"/>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
          <p:nvSpPr>
            <p:cNvPr id="4" name="矢印: 下 3">
              <a:extLst>
                <a:ext uri="{FF2B5EF4-FFF2-40B4-BE49-F238E27FC236}">
                  <a16:creationId xmlns:a16="http://schemas.microsoft.com/office/drawing/2014/main" id="{EE56113C-E92A-E4D4-5C18-7B0E1C86AD61}"/>
                </a:ext>
              </a:extLst>
            </p:cNvPr>
            <p:cNvSpPr/>
            <p:nvPr/>
          </p:nvSpPr>
          <p:spPr>
            <a:xfrm>
              <a:off x="611564" y="5914083"/>
              <a:ext cx="170364" cy="222791"/>
            </a:xfrm>
            <a:prstGeom prst="downArrow">
              <a:avLst/>
            </a:prstGeom>
            <a:ln w="9525">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7" name="グループ化 6">
            <a:extLst>
              <a:ext uri="{FF2B5EF4-FFF2-40B4-BE49-F238E27FC236}">
                <a16:creationId xmlns:a16="http://schemas.microsoft.com/office/drawing/2014/main" id="{6D43B6D4-811D-4E2B-3A22-0B991D884434}"/>
              </a:ext>
            </a:extLst>
          </p:cNvPr>
          <p:cNvGrpSpPr/>
          <p:nvPr/>
        </p:nvGrpSpPr>
        <p:grpSpPr>
          <a:xfrm flipV="1">
            <a:off x="1183872" y="5718857"/>
            <a:ext cx="449656" cy="456234"/>
            <a:chOff x="526955" y="5853203"/>
            <a:chExt cx="339583" cy="344551"/>
          </a:xfrm>
        </p:grpSpPr>
        <p:sp>
          <p:nvSpPr>
            <p:cNvPr id="8" name="四角形: 角を丸くする 7">
              <a:extLst>
                <a:ext uri="{FF2B5EF4-FFF2-40B4-BE49-F238E27FC236}">
                  <a16:creationId xmlns:a16="http://schemas.microsoft.com/office/drawing/2014/main" id="{A93AB7CA-4AB8-7C89-099A-91D6A4477ECA}"/>
                </a:ext>
              </a:extLst>
            </p:cNvPr>
            <p:cNvSpPr/>
            <p:nvPr/>
          </p:nvSpPr>
          <p:spPr>
            <a:xfrm>
              <a:off x="526955" y="5853203"/>
              <a:ext cx="339583" cy="344551"/>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
          <p:nvSpPr>
            <p:cNvPr id="9" name="矢印: 下 8">
              <a:extLst>
                <a:ext uri="{FF2B5EF4-FFF2-40B4-BE49-F238E27FC236}">
                  <a16:creationId xmlns:a16="http://schemas.microsoft.com/office/drawing/2014/main" id="{CFA71E24-5482-FFF8-686C-3010A9FD209F}"/>
                </a:ext>
              </a:extLst>
            </p:cNvPr>
            <p:cNvSpPr/>
            <p:nvPr/>
          </p:nvSpPr>
          <p:spPr>
            <a:xfrm>
              <a:off x="611564" y="5914083"/>
              <a:ext cx="170364" cy="222791"/>
            </a:xfrm>
            <a:prstGeom prst="downArrow">
              <a:avLst/>
            </a:prstGeom>
            <a:solidFill>
              <a:schemeClr val="accent5"/>
            </a:solidFill>
            <a:ln w="9525">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Tree>
    <p:extLst>
      <p:ext uri="{BB962C8B-B14F-4D97-AF65-F5344CB8AC3E}">
        <p14:creationId xmlns:p14="http://schemas.microsoft.com/office/powerpoint/2010/main" val="1504485683"/>
      </p:ext>
    </p:extLst>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B5B593-9E1E-66CC-058B-41A796C1BC5F}"/>
            </a:ext>
          </a:extLst>
        </p:cNvPr>
        <p:cNvGrpSpPr/>
        <p:nvPr/>
      </p:nvGrpSpPr>
      <p:grpSpPr>
        <a:xfrm>
          <a:off x="0" y="0"/>
          <a:ext cx="0" cy="0"/>
          <a:chOff x="0" y="0"/>
          <a:chExt cx="0" cy="0"/>
        </a:xfrm>
      </p:grpSpPr>
      <p:sp>
        <p:nvSpPr>
          <p:cNvPr id="80" name="楕円 79">
            <a:extLst>
              <a:ext uri="{FF2B5EF4-FFF2-40B4-BE49-F238E27FC236}">
                <a16:creationId xmlns:a16="http://schemas.microsoft.com/office/drawing/2014/main" id="{0401BE01-F149-186D-99CE-E2B8D8E7065A}"/>
              </a:ext>
            </a:extLst>
          </p:cNvPr>
          <p:cNvSpPr/>
          <p:nvPr/>
        </p:nvSpPr>
        <p:spPr>
          <a:xfrm>
            <a:off x="-2195336" y="-748783"/>
            <a:ext cx="8978692" cy="8369559"/>
          </a:xfrm>
          <a:prstGeom prst="ellipse">
            <a:avLst/>
          </a:prstGeom>
          <a:solidFill>
            <a:srgbClr val="CC66FF">
              <a:alpha val="6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 name="四角形: 角を丸くする 1">
            <a:extLst>
              <a:ext uri="{FF2B5EF4-FFF2-40B4-BE49-F238E27FC236}">
                <a16:creationId xmlns:a16="http://schemas.microsoft.com/office/drawing/2014/main" id="{E11E4510-D417-36AF-E2DE-EE82E3644833}"/>
              </a:ext>
            </a:extLst>
          </p:cNvPr>
          <p:cNvSpPr/>
          <p:nvPr/>
        </p:nvSpPr>
        <p:spPr>
          <a:xfrm>
            <a:off x="658742" y="891074"/>
            <a:ext cx="2747226"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3" name="四角形: 角を丸くする 2">
            <a:extLst>
              <a:ext uri="{FF2B5EF4-FFF2-40B4-BE49-F238E27FC236}">
                <a16:creationId xmlns:a16="http://schemas.microsoft.com/office/drawing/2014/main" id="{B411020B-CCD3-ED4D-1215-5192A8512BDC}"/>
              </a:ext>
            </a:extLst>
          </p:cNvPr>
          <p:cNvSpPr/>
          <p:nvPr/>
        </p:nvSpPr>
        <p:spPr>
          <a:xfrm>
            <a:off x="658742" y="1626637"/>
            <a:ext cx="2747226"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6" name="四角形: 角を丸くする 5">
            <a:extLst>
              <a:ext uri="{FF2B5EF4-FFF2-40B4-BE49-F238E27FC236}">
                <a16:creationId xmlns:a16="http://schemas.microsoft.com/office/drawing/2014/main" id="{F4292392-7433-9C7C-F493-5DBCE2CACBBC}"/>
              </a:ext>
            </a:extLst>
          </p:cNvPr>
          <p:cNvSpPr/>
          <p:nvPr/>
        </p:nvSpPr>
        <p:spPr>
          <a:xfrm>
            <a:off x="658742" y="2362200"/>
            <a:ext cx="2747226"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8" name="四角形: 角を丸くする 7">
            <a:extLst>
              <a:ext uri="{FF2B5EF4-FFF2-40B4-BE49-F238E27FC236}">
                <a16:creationId xmlns:a16="http://schemas.microsoft.com/office/drawing/2014/main" id="{373915FF-17C4-0F80-A61E-71B775F250A4}"/>
              </a:ext>
            </a:extLst>
          </p:cNvPr>
          <p:cNvSpPr/>
          <p:nvPr/>
        </p:nvSpPr>
        <p:spPr>
          <a:xfrm>
            <a:off x="658742" y="3833326"/>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9" name="四角形: 角を丸くする 8">
            <a:extLst>
              <a:ext uri="{FF2B5EF4-FFF2-40B4-BE49-F238E27FC236}">
                <a16:creationId xmlns:a16="http://schemas.microsoft.com/office/drawing/2014/main" id="{220F562D-49ED-FE90-895F-34E6612D4983}"/>
              </a:ext>
            </a:extLst>
          </p:cNvPr>
          <p:cNvSpPr/>
          <p:nvPr/>
        </p:nvSpPr>
        <p:spPr>
          <a:xfrm>
            <a:off x="658742" y="4568889"/>
            <a:ext cx="2747226"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10" name="四角形: 角を丸くする 9">
            <a:extLst>
              <a:ext uri="{FF2B5EF4-FFF2-40B4-BE49-F238E27FC236}">
                <a16:creationId xmlns:a16="http://schemas.microsoft.com/office/drawing/2014/main" id="{2F0BB9C7-092A-1CF2-4D15-E2A9F1E093AC}"/>
              </a:ext>
            </a:extLst>
          </p:cNvPr>
          <p:cNvSpPr/>
          <p:nvPr/>
        </p:nvSpPr>
        <p:spPr>
          <a:xfrm>
            <a:off x="658742" y="5304452"/>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sp>
        <p:nvSpPr>
          <p:cNvPr id="13" name="楕円 12">
            <a:extLst>
              <a:ext uri="{FF2B5EF4-FFF2-40B4-BE49-F238E27FC236}">
                <a16:creationId xmlns:a16="http://schemas.microsoft.com/office/drawing/2014/main" id="{31DE1600-AF3C-D1BD-01CA-073E6D7BF5E0}"/>
              </a:ext>
            </a:extLst>
          </p:cNvPr>
          <p:cNvSpPr/>
          <p:nvPr/>
        </p:nvSpPr>
        <p:spPr>
          <a:xfrm>
            <a:off x="835866" y="942392"/>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5" name="楕円 14">
            <a:extLst>
              <a:ext uri="{FF2B5EF4-FFF2-40B4-BE49-F238E27FC236}">
                <a16:creationId xmlns:a16="http://schemas.microsoft.com/office/drawing/2014/main" id="{B85B77F2-7963-8EF5-406D-D7A85DEBAFEB}"/>
              </a:ext>
            </a:extLst>
          </p:cNvPr>
          <p:cNvSpPr/>
          <p:nvPr/>
        </p:nvSpPr>
        <p:spPr>
          <a:xfrm>
            <a:off x="835866" y="1677955"/>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9" name="楕円 18">
            <a:extLst>
              <a:ext uri="{FF2B5EF4-FFF2-40B4-BE49-F238E27FC236}">
                <a16:creationId xmlns:a16="http://schemas.microsoft.com/office/drawing/2014/main" id="{6D269D1A-E9FA-B8EC-0D47-347C53CD8A3B}"/>
              </a:ext>
            </a:extLst>
          </p:cNvPr>
          <p:cNvSpPr/>
          <p:nvPr/>
        </p:nvSpPr>
        <p:spPr>
          <a:xfrm>
            <a:off x="835866" y="5355770"/>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22" name="楕円 21">
            <a:extLst>
              <a:ext uri="{FF2B5EF4-FFF2-40B4-BE49-F238E27FC236}">
                <a16:creationId xmlns:a16="http://schemas.microsoft.com/office/drawing/2014/main" id="{4BF7E553-91F0-2632-18FC-15338651C29A}"/>
              </a:ext>
            </a:extLst>
          </p:cNvPr>
          <p:cNvSpPr/>
          <p:nvPr/>
        </p:nvSpPr>
        <p:spPr>
          <a:xfrm>
            <a:off x="835866" y="4620207"/>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28" name="楕円 27">
            <a:extLst>
              <a:ext uri="{FF2B5EF4-FFF2-40B4-BE49-F238E27FC236}">
                <a16:creationId xmlns:a16="http://schemas.microsoft.com/office/drawing/2014/main" id="{275C967E-77AE-5D15-48D0-3ECA955BFEB9}"/>
              </a:ext>
            </a:extLst>
          </p:cNvPr>
          <p:cNvSpPr/>
          <p:nvPr/>
        </p:nvSpPr>
        <p:spPr>
          <a:xfrm>
            <a:off x="835866" y="3884644"/>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34" name="楕円 33">
            <a:extLst>
              <a:ext uri="{FF2B5EF4-FFF2-40B4-BE49-F238E27FC236}">
                <a16:creationId xmlns:a16="http://schemas.microsoft.com/office/drawing/2014/main" id="{08411CDD-5758-16F2-ACE9-FF86D46622F5}"/>
              </a:ext>
            </a:extLst>
          </p:cNvPr>
          <p:cNvSpPr/>
          <p:nvPr/>
        </p:nvSpPr>
        <p:spPr>
          <a:xfrm>
            <a:off x="835866" y="241351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36" name="四角形: 角を丸くする 35">
            <a:extLst>
              <a:ext uri="{FF2B5EF4-FFF2-40B4-BE49-F238E27FC236}">
                <a16:creationId xmlns:a16="http://schemas.microsoft.com/office/drawing/2014/main" id="{6D47C0AB-EAEF-9128-4204-CC595A3EB005}"/>
              </a:ext>
            </a:extLst>
          </p:cNvPr>
          <p:cNvSpPr/>
          <p:nvPr/>
        </p:nvSpPr>
        <p:spPr>
          <a:xfrm>
            <a:off x="2795756" y="914399"/>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7" name="四角形: 角を丸くする 36">
            <a:extLst>
              <a:ext uri="{FF2B5EF4-FFF2-40B4-BE49-F238E27FC236}">
                <a16:creationId xmlns:a16="http://schemas.microsoft.com/office/drawing/2014/main" id="{13F0AC13-AFEC-4430-498E-8268BB817C15}"/>
              </a:ext>
            </a:extLst>
          </p:cNvPr>
          <p:cNvSpPr/>
          <p:nvPr/>
        </p:nvSpPr>
        <p:spPr>
          <a:xfrm>
            <a:off x="2795756" y="5324668"/>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8" name="四角形: 角を丸くする 37">
            <a:extLst>
              <a:ext uri="{FF2B5EF4-FFF2-40B4-BE49-F238E27FC236}">
                <a16:creationId xmlns:a16="http://schemas.microsoft.com/office/drawing/2014/main" id="{38BE7CF1-452C-6548-409F-B8416EB7ACBF}"/>
              </a:ext>
            </a:extLst>
          </p:cNvPr>
          <p:cNvSpPr/>
          <p:nvPr/>
        </p:nvSpPr>
        <p:spPr>
          <a:xfrm>
            <a:off x="2795756" y="4589624"/>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9" name="四角形: 角を丸くする 38">
            <a:extLst>
              <a:ext uri="{FF2B5EF4-FFF2-40B4-BE49-F238E27FC236}">
                <a16:creationId xmlns:a16="http://schemas.microsoft.com/office/drawing/2014/main" id="{D23FAD36-1990-BBB6-C45C-6CDB7261A0BA}"/>
              </a:ext>
            </a:extLst>
          </p:cNvPr>
          <p:cNvSpPr/>
          <p:nvPr/>
        </p:nvSpPr>
        <p:spPr>
          <a:xfrm>
            <a:off x="2795756" y="3854579"/>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 name="四角形: 角を丸くする 6">
            <a:extLst>
              <a:ext uri="{FF2B5EF4-FFF2-40B4-BE49-F238E27FC236}">
                <a16:creationId xmlns:a16="http://schemas.microsoft.com/office/drawing/2014/main" id="{784AF816-7602-99EC-91A8-83C2818E05E1}"/>
              </a:ext>
            </a:extLst>
          </p:cNvPr>
          <p:cNvSpPr/>
          <p:nvPr/>
        </p:nvSpPr>
        <p:spPr>
          <a:xfrm>
            <a:off x="1255608" y="3097763"/>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31" name="楕円 30">
            <a:extLst>
              <a:ext uri="{FF2B5EF4-FFF2-40B4-BE49-F238E27FC236}">
                <a16:creationId xmlns:a16="http://schemas.microsoft.com/office/drawing/2014/main" id="{29F5E262-0798-8E73-0BF9-76FE35C9EAC0}"/>
              </a:ext>
            </a:extLst>
          </p:cNvPr>
          <p:cNvSpPr/>
          <p:nvPr/>
        </p:nvSpPr>
        <p:spPr>
          <a:xfrm>
            <a:off x="1432732" y="3149081"/>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40" name="四角形: 角を丸くする 39">
            <a:extLst>
              <a:ext uri="{FF2B5EF4-FFF2-40B4-BE49-F238E27FC236}">
                <a16:creationId xmlns:a16="http://schemas.microsoft.com/office/drawing/2014/main" id="{6AF27454-C1AE-5612-1269-D3C5DB052287}"/>
              </a:ext>
            </a:extLst>
          </p:cNvPr>
          <p:cNvSpPr/>
          <p:nvPr/>
        </p:nvSpPr>
        <p:spPr>
          <a:xfrm>
            <a:off x="3392623" y="3119534"/>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41" name="四角形: 角を丸くする 40">
            <a:extLst>
              <a:ext uri="{FF2B5EF4-FFF2-40B4-BE49-F238E27FC236}">
                <a16:creationId xmlns:a16="http://schemas.microsoft.com/office/drawing/2014/main" id="{94BB6986-3EC3-D06E-96C6-0764DF489D9C}"/>
              </a:ext>
            </a:extLst>
          </p:cNvPr>
          <p:cNvSpPr/>
          <p:nvPr/>
        </p:nvSpPr>
        <p:spPr>
          <a:xfrm>
            <a:off x="2795756" y="2384489"/>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42" name="四角形: 角を丸くする 41">
            <a:extLst>
              <a:ext uri="{FF2B5EF4-FFF2-40B4-BE49-F238E27FC236}">
                <a16:creationId xmlns:a16="http://schemas.microsoft.com/office/drawing/2014/main" id="{4633A8BB-3E26-E66D-B78B-F961D38D6434}"/>
              </a:ext>
            </a:extLst>
          </p:cNvPr>
          <p:cNvSpPr/>
          <p:nvPr/>
        </p:nvSpPr>
        <p:spPr>
          <a:xfrm>
            <a:off x="2795756" y="1649444"/>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44" name="四角形: 角を丸くする 43">
            <a:extLst>
              <a:ext uri="{FF2B5EF4-FFF2-40B4-BE49-F238E27FC236}">
                <a16:creationId xmlns:a16="http://schemas.microsoft.com/office/drawing/2014/main" id="{51198AFE-CAFA-8087-5E73-83DDA3685DB2}"/>
              </a:ext>
            </a:extLst>
          </p:cNvPr>
          <p:cNvSpPr/>
          <p:nvPr/>
        </p:nvSpPr>
        <p:spPr>
          <a:xfrm flipV="1">
            <a:off x="8838120" y="5295121"/>
            <a:ext cx="2704472"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6" name="四角形: 角を丸くする 45">
            <a:extLst>
              <a:ext uri="{FF2B5EF4-FFF2-40B4-BE49-F238E27FC236}">
                <a16:creationId xmlns:a16="http://schemas.microsoft.com/office/drawing/2014/main" id="{6E39F6AC-8BF7-4725-1AEC-A9C5707F044F}"/>
              </a:ext>
            </a:extLst>
          </p:cNvPr>
          <p:cNvSpPr/>
          <p:nvPr/>
        </p:nvSpPr>
        <p:spPr>
          <a:xfrm flipV="1">
            <a:off x="8838120" y="3823995"/>
            <a:ext cx="2704472"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7" name="四角形: 角を丸くする 46">
            <a:extLst>
              <a:ext uri="{FF2B5EF4-FFF2-40B4-BE49-F238E27FC236}">
                <a16:creationId xmlns:a16="http://schemas.microsoft.com/office/drawing/2014/main" id="{A0AAC181-C548-6985-4B79-BB8BF08D283B}"/>
              </a:ext>
            </a:extLst>
          </p:cNvPr>
          <p:cNvSpPr/>
          <p:nvPr/>
        </p:nvSpPr>
        <p:spPr>
          <a:xfrm flipV="1">
            <a:off x="8838120" y="3088432"/>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8" name="四角形: 角を丸くする 47">
            <a:extLst>
              <a:ext uri="{FF2B5EF4-FFF2-40B4-BE49-F238E27FC236}">
                <a16:creationId xmlns:a16="http://schemas.microsoft.com/office/drawing/2014/main" id="{59A56222-026E-20BA-EE51-E6FA06EC06D7}"/>
              </a:ext>
            </a:extLst>
          </p:cNvPr>
          <p:cNvSpPr/>
          <p:nvPr/>
        </p:nvSpPr>
        <p:spPr>
          <a:xfrm flipV="1">
            <a:off x="8838120" y="2352869"/>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9" name="四角形: 角を丸くする 48">
            <a:extLst>
              <a:ext uri="{FF2B5EF4-FFF2-40B4-BE49-F238E27FC236}">
                <a16:creationId xmlns:a16="http://schemas.microsoft.com/office/drawing/2014/main" id="{1D9B23E3-2FC0-16A0-1C26-2D9DFE5500A4}"/>
              </a:ext>
            </a:extLst>
          </p:cNvPr>
          <p:cNvSpPr/>
          <p:nvPr/>
        </p:nvSpPr>
        <p:spPr>
          <a:xfrm flipV="1">
            <a:off x="8838120" y="1617306"/>
            <a:ext cx="2704472"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50" name="四角形: 角を丸くする 49">
            <a:extLst>
              <a:ext uri="{FF2B5EF4-FFF2-40B4-BE49-F238E27FC236}">
                <a16:creationId xmlns:a16="http://schemas.microsoft.com/office/drawing/2014/main" id="{16AEC79C-5BDC-FA76-2938-375716A82BD9}"/>
              </a:ext>
            </a:extLst>
          </p:cNvPr>
          <p:cNvSpPr/>
          <p:nvPr/>
        </p:nvSpPr>
        <p:spPr>
          <a:xfrm flipV="1">
            <a:off x="8838120" y="881743"/>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grpSp>
        <p:nvGrpSpPr>
          <p:cNvPr id="51" name="グループ化 50">
            <a:extLst>
              <a:ext uri="{FF2B5EF4-FFF2-40B4-BE49-F238E27FC236}">
                <a16:creationId xmlns:a16="http://schemas.microsoft.com/office/drawing/2014/main" id="{4E9A37F6-56D2-FB06-E705-E43FE7B7F0A4}"/>
              </a:ext>
            </a:extLst>
          </p:cNvPr>
          <p:cNvGrpSpPr/>
          <p:nvPr/>
        </p:nvGrpSpPr>
        <p:grpSpPr>
          <a:xfrm>
            <a:off x="9012488" y="933061"/>
            <a:ext cx="2285281" cy="559836"/>
            <a:chOff x="858105" y="942392"/>
            <a:chExt cx="2612882" cy="559836"/>
          </a:xfrm>
        </p:grpSpPr>
        <p:sp>
          <p:nvSpPr>
            <p:cNvPr id="52" name="楕円 51">
              <a:extLst>
                <a:ext uri="{FF2B5EF4-FFF2-40B4-BE49-F238E27FC236}">
                  <a16:creationId xmlns:a16="http://schemas.microsoft.com/office/drawing/2014/main" id="{A9B4B106-7F73-D9E7-1586-8DB945DC244F}"/>
                </a:ext>
              </a:extLst>
            </p:cNvPr>
            <p:cNvSpPr/>
            <p:nvPr/>
          </p:nvSpPr>
          <p:spPr>
            <a:xfrm>
              <a:off x="1838130" y="9423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53" name="楕円 52">
              <a:extLst>
                <a:ext uri="{FF2B5EF4-FFF2-40B4-BE49-F238E27FC236}">
                  <a16:creationId xmlns:a16="http://schemas.microsoft.com/office/drawing/2014/main" id="{89CA0039-4948-F245-2FD8-BBB03EDAF29F}"/>
                </a:ext>
              </a:extLst>
            </p:cNvPr>
            <p:cNvSpPr/>
            <p:nvPr/>
          </p:nvSpPr>
          <p:spPr>
            <a:xfrm>
              <a:off x="858105" y="9423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54" name="グループ化 53">
            <a:extLst>
              <a:ext uri="{FF2B5EF4-FFF2-40B4-BE49-F238E27FC236}">
                <a16:creationId xmlns:a16="http://schemas.microsoft.com/office/drawing/2014/main" id="{21DDB65C-960D-7E5D-2820-75F341EC9B7F}"/>
              </a:ext>
            </a:extLst>
          </p:cNvPr>
          <p:cNvGrpSpPr/>
          <p:nvPr/>
        </p:nvGrpSpPr>
        <p:grpSpPr>
          <a:xfrm>
            <a:off x="9012488" y="1668624"/>
            <a:ext cx="2285281" cy="559836"/>
            <a:chOff x="858105" y="1673292"/>
            <a:chExt cx="2612882" cy="559836"/>
          </a:xfrm>
        </p:grpSpPr>
        <p:sp>
          <p:nvSpPr>
            <p:cNvPr id="55" name="楕円 54">
              <a:extLst>
                <a:ext uri="{FF2B5EF4-FFF2-40B4-BE49-F238E27FC236}">
                  <a16:creationId xmlns:a16="http://schemas.microsoft.com/office/drawing/2014/main" id="{3A81CBB1-9299-53DB-697C-8726FE418753}"/>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56" name="楕円 55">
              <a:extLst>
                <a:ext uri="{FF2B5EF4-FFF2-40B4-BE49-F238E27FC236}">
                  <a16:creationId xmlns:a16="http://schemas.microsoft.com/office/drawing/2014/main" id="{0B3B20D6-0294-02C1-40F2-6B4EE1B6EB6E}"/>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57" name="グループ化 56">
            <a:extLst>
              <a:ext uri="{FF2B5EF4-FFF2-40B4-BE49-F238E27FC236}">
                <a16:creationId xmlns:a16="http://schemas.microsoft.com/office/drawing/2014/main" id="{39217E31-28D1-279E-F3B2-E413BAEF792A}"/>
              </a:ext>
            </a:extLst>
          </p:cNvPr>
          <p:cNvGrpSpPr/>
          <p:nvPr/>
        </p:nvGrpSpPr>
        <p:grpSpPr>
          <a:xfrm>
            <a:off x="9012488" y="5346439"/>
            <a:ext cx="2285281" cy="559836"/>
            <a:chOff x="858105" y="1673292"/>
            <a:chExt cx="2612882" cy="559836"/>
          </a:xfrm>
        </p:grpSpPr>
        <p:sp>
          <p:nvSpPr>
            <p:cNvPr id="58" name="楕円 57">
              <a:extLst>
                <a:ext uri="{FF2B5EF4-FFF2-40B4-BE49-F238E27FC236}">
                  <a16:creationId xmlns:a16="http://schemas.microsoft.com/office/drawing/2014/main" id="{5FAE295D-4E69-4521-1AAB-BA5B6BFE0069}"/>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59" name="楕円 58">
              <a:extLst>
                <a:ext uri="{FF2B5EF4-FFF2-40B4-BE49-F238E27FC236}">
                  <a16:creationId xmlns:a16="http://schemas.microsoft.com/office/drawing/2014/main" id="{3FF95A71-8453-17D6-00A6-4C46340F03BD}"/>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63" name="グループ化 62">
            <a:extLst>
              <a:ext uri="{FF2B5EF4-FFF2-40B4-BE49-F238E27FC236}">
                <a16:creationId xmlns:a16="http://schemas.microsoft.com/office/drawing/2014/main" id="{52C04F5E-7B76-A0DA-93D8-CB061F276922}"/>
              </a:ext>
            </a:extLst>
          </p:cNvPr>
          <p:cNvGrpSpPr/>
          <p:nvPr/>
        </p:nvGrpSpPr>
        <p:grpSpPr>
          <a:xfrm>
            <a:off x="9012488" y="3875313"/>
            <a:ext cx="2285281" cy="559836"/>
            <a:chOff x="858105" y="1673292"/>
            <a:chExt cx="2612882" cy="559836"/>
          </a:xfrm>
        </p:grpSpPr>
        <p:sp>
          <p:nvSpPr>
            <p:cNvPr id="64" name="楕円 63">
              <a:extLst>
                <a:ext uri="{FF2B5EF4-FFF2-40B4-BE49-F238E27FC236}">
                  <a16:creationId xmlns:a16="http://schemas.microsoft.com/office/drawing/2014/main" id="{F03DF46F-EAB0-9032-2795-2EA809A2F0D5}"/>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65" name="楕円 64">
              <a:extLst>
                <a:ext uri="{FF2B5EF4-FFF2-40B4-BE49-F238E27FC236}">
                  <a16:creationId xmlns:a16="http://schemas.microsoft.com/office/drawing/2014/main" id="{46433AE3-5827-F1ED-450A-6DCDBCE431D7}"/>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66" name="グループ化 65">
            <a:extLst>
              <a:ext uri="{FF2B5EF4-FFF2-40B4-BE49-F238E27FC236}">
                <a16:creationId xmlns:a16="http://schemas.microsoft.com/office/drawing/2014/main" id="{68BDE666-7F83-8D7D-2FA4-5B7EBEFBF3CA}"/>
              </a:ext>
            </a:extLst>
          </p:cNvPr>
          <p:cNvGrpSpPr/>
          <p:nvPr/>
        </p:nvGrpSpPr>
        <p:grpSpPr>
          <a:xfrm>
            <a:off x="9012488" y="3139750"/>
            <a:ext cx="2285281" cy="559836"/>
            <a:chOff x="858105" y="1673292"/>
            <a:chExt cx="2612882" cy="559836"/>
          </a:xfrm>
        </p:grpSpPr>
        <p:sp>
          <p:nvSpPr>
            <p:cNvPr id="67" name="楕円 66">
              <a:extLst>
                <a:ext uri="{FF2B5EF4-FFF2-40B4-BE49-F238E27FC236}">
                  <a16:creationId xmlns:a16="http://schemas.microsoft.com/office/drawing/2014/main" id="{EFD08EA1-9FB7-DD89-3C0B-9C375A37F05E}"/>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68" name="楕円 67">
              <a:extLst>
                <a:ext uri="{FF2B5EF4-FFF2-40B4-BE49-F238E27FC236}">
                  <a16:creationId xmlns:a16="http://schemas.microsoft.com/office/drawing/2014/main" id="{B3F19684-D08E-AF9D-230C-3DF1BED33636}"/>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69" name="グループ化 68">
            <a:extLst>
              <a:ext uri="{FF2B5EF4-FFF2-40B4-BE49-F238E27FC236}">
                <a16:creationId xmlns:a16="http://schemas.microsoft.com/office/drawing/2014/main" id="{02772D3C-5EE8-8A35-50CA-0A5C9217063D}"/>
              </a:ext>
            </a:extLst>
          </p:cNvPr>
          <p:cNvGrpSpPr/>
          <p:nvPr/>
        </p:nvGrpSpPr>
        <p:grpSpPr>
          <a:xfrm>
            <a:off x="9012488" y="2404187"/>
            <a:ext cx="2285281" cy="559836"/>
            <a:chOff x="858105" y="1673292"/>
            <a:chExt cx="2612882" cy="559836"/>
          </a:xfrm>
        </p:grpSpPr>
        <p:sp>
          <p:nvSpPr>
            <p:cNvPr id="70" name="楕円 69">
              <a:extLst>
                <a:ext uri="{FF2B5EF4-FFF2-40B4-BE49-F238E27FC236}">
                  <a16:creationId xmlns:a16="http://schemas.microsoft.com/office/drawing/2014/main" id="{2432CA47-4612-0AD6-BD03-B0D91A89E610}"/>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71" name="楕円 70">
              <a:extLst>
                <a:ext uri="{FF2B5EF4-FFF2-40B4-BE49-F238E27FC236}">
                  <a16:creationId xmlns:a16="http://schemas.microsoft.com/office/drawing/2014/main" id="{C3CD2E18-9BDC-7470-C3B7-FCB7D467BAC1}"/>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sp>
        <p:nvSpPr>
          <p:cNvPr id="72" name="四角形: 角を丸くする 71">
            <a:extLst>
              <a:ext uri="{FF2B5EF4-FFF2-40B4-BE49-F238E27FC236}">
                <a16:creationId xmlns:a16="http://schemas.microsoft.com/office/drawing/2014/main" id="{08A311B0-87B4-E0A3-401B-8257FDB2FF9B}"/>
              </a:ext>
            </a:extLst>
          </p:cNvPr>
          <p:cNvSpPr/>
          <p:nvPr/>
        </p:nvSpPr>
        <p:spPr>
          <a:xfrm>
            <a:off x="10941877" y="90506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3" name="四角形: 角を丸くする 72">
            <a:extLst>
              <a:ext uri="{FF2B5EF4-FFF2-40B4-BE49-F238E27FC236}">
                <a16:creationId xmlns:a16="http://schemas.microsoft.com/office/drawing/2014/main" id="{39F96111-8F55-B679-E26D-4D0E0FC7B5F8}"/>
              </a:ext>
            </a:extLst>
          </p:cNvPr>
          <p:cNvSpPr/>
          <p:nvPr/>
        </p:nvSpPr>
        <p:spPr>
          <a:xfrm>
            <a:off x="10941877" y="5315337"/>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90" name="グループ化 89">
            <a:extLst>
              <a:ext uri="{FF2B5EF4-FFF2-40B4-BE49-F238E27FC236}">
                <a16:creationId xmlns:a16="http://schemas.microsoft.com/office/drawing/2014/main" id="{17E959CC-E66C-91F4-C21F-8ABC543C92AC}"/>
              </a:ext>
            </a:extLst>
          </p:cNvPr>
          <p:cNvGrpSpPr/>
          <p:nvPr/>
        </p:nvGrpSpPr>
        <p:grpSpPr>
          <a:xfrm>
            <a:off x="8836094" y="4559558"/>
            <a:ext cx="2704472" cy="662473"/>
            <a:chOff x="8450427" y="4559558"/>
            <a:chExt cx="3092165" cy="662473"/>
          </a:xfrm>
        </p:grpSpPr>
        <p:sp>
          <p:nvSpPr>
            <p:cNvPr id="45" name="四角形: 角を丸くする 44">
              <a:extLst>
                <a:ext uri="{FF2B5EF4-FFF2-40B4-BE49-F238E27FC236}">
                  <a16:creationId xmlns:a16="http://schemas.microsoft.com/office/drawing/2014/main" id="{E3BC061C-0378-E519-F792-E8A28BA48EF8}"/>
                </a:ext>
              </a:extLst>
            </p:cNvPr>
            <p:cNvSpPr/>
            <p:nvPr/>
          </p:nvSpPr>
          <p:spPr>
            <a:xfrm flipV="1">
              <a:off x="8450427" y="4559558"/>
              <a:ext cx="3092165"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grpSp>
          <p:nvGrpSpPr>
            <p:cNvPr id="60" name="グループ化 59">
              <a:extLst>
                <a:ext uri="{FF2B5EF4-FFF2-40B4-BE49-F238E27FC236}">
                  <a16:creationId xmlns:a16="http://schemas.microsoft.com/office/drawing/2014/main" id="{2F138792-05FA-B002-42EF-62E0418DFC4F}"/>
                </a:ext>
              </a:extLst>
            </p:cNvPr>
            <p:cNvGrpSpPr/>
            <p:nvPr/>
          </p:nvGrpSpPr>
          <p:grpSpPr>
            <a:xfrm>
              <a:off x="8649791" y="4610876"/>
              <a:ext cx="2612882" cy="559836"/>
              <a:chOff x="858105" y="1673292"/>
              <a:chExt cx="2612882" cy="559836"/>
            </a:xfrm>
          </p:grpSpPr>
          <p:sp>
            <p:nvSpPr>
              <p:cNvPr id="61" name="楕円 60">
                <a:extLst>
                  <a:ext uri="{FF2B5EF4-FFF2-40B4-BE49-F238E27FC236}">
                    <a16:creationId xmlns:a16="http://schemas.microsoft.com/office/drawing/2014/main" id="{4CBE9A1B-CFA3-9B2A-7C0C-00C9B84FF8CD}"/>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62" name="楕円 61">
                <a:extLst>
                  <a:ext uri="{FF2B5EF4-FFF2-40B4-BE49-F238E27FC236}">
                    <a16:creationId xmlns:a16="http://schemas.microsoft.com/office/drawing/2014/main" id="{AA3DF6C7-3393-A4C5-AC94-20337D23D231}"/>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sp>
          <p:nvSpPr>
            <p:cNvPr id="74" name="四角形: 角を丸くする 73">
              <a:extLst>
                <a:ext uri="{FF2B5EF4-FFF2-40B4-BE49-F238E27FC236}">
                  <a16:creationId xmlns:a16="http://schemas.microsoft.com/office/drawing/2014/main" id="{CB4BD7B9-73D9-AC1E-4454-029A49F34488}"/>
                </a:ext>
              </a:extLst>
            </p:cNvPr>
            <p:cNvSpPr/>
            <p:nvPr/>
          </p:nvSpPr>
          <p:spPr>
            <a:xfrm>
              <a:off x="10855763" y="4580293"/>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sp>
        <p:nvSpPr>
          <p:cNvPr id="75" name="四角形: 角を丸くする 74">
            <a:extLst>
              <a:ext uri="{FF2B5EF4-FFF2-40B4-BE49-F238E27FC236}">
                <a16:creationId xmlns:a16="http://schemas.microsoft.com/office/drawing/2014/main" id="{8435F4D3-38A3-CAAB-96C1-2DD6A1D4F178}"/>
              </a:ext>
            </a:extLst>
          </p:cNvPr>
          <p:cNvSpPr/>
          <p:nvPr/>
        </p:nvSpPr>
        <p:spPr>
          <a:xfrm>
            <a:off x="10941877" y="384524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6" name="四角形: 角を丸くする 75">
            <a:extLst>
              <a:ext uri="{FF2B5EF4-FFF2-40B4-BE49-F238E27FC236}">
                <a16:creationId xmlns:a16="http://schemas.microsoft.com/office/drawing/2014/main" id="{1CD10083-D00D-1D9D-B995-DACBA2E532B3}"/>
              </a:ext>
            </a:extLst>
          </p:cNvPr>
          <p:cNvSpPr/>
          <p:nvPr/>
        </p:nvSpPr>
        <p:spPr>
          <a:xfrm>
            <a:off x="10941877" y="3110203"/>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7" name="四角形: 角を丸くする 76">
            <a:extLst>
              <a:ext uri="{FF2B5EF4-FFF2-40B4-BE49-F238E27FC236}">
                <a16:creationId xmlns:a16="http://schemas.microsoft.com/office/drawing/2014/main" id="{B778761F-B0AE-AD2C-9958-D3F9717A979A}"/>
              </a:ext>
            </a:extLst>
          </p:cNvPr>
          <p:cNvSpPr/>
          <p:nvPr/>
        </p:nvSpPr>
        <p:spPr>
          <a:xfrm>
            <a:off x="10941877" y="237515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8" name="四角形: 角を丸くする 77">
            <a:extLst>
              <a:ext uri="{FF2B5EF4-FFF2-40B4-BE49-F238E27FC236}">
                <a16:creationId xmlns:a16="http://schemas.microsoft.com/office/drawing/2014/main" id="{5FA0AE9A-513A-0A41-6386-403B073B2BF2}"/>
              </a:ext>
            </a:extLst>
          </p:cNvPr>
          <p:cNvSpPr/>
          <p:nvPr/>
        </p:nvSpPr>
        <p:spPr>
          <a:xfrm>
            <a:off x="10941877" y="1640113"/>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137" name="フローチャート: 論理積ゲート 136">
            <a:extLst>
              <a:ext uri="{FF2B5EF4-FFF2-40B4-BE49-F238E27FC236}">
                <a16:creationId xmlns:a16="http://schemas.microsoft.com/office/drawing/2014/main" id="{0863F3F7-826B-EB5B-47D4-7621076C5B6F}"/>
              </a:ext>
            </a:extLst>
          </p:cNvPr>
          <p:cNvSpPr/>
          <p:nvPr/>
        </p:nvSpPr>
        <p:spPr>
          <a:xfrm>
            <a:off x="1367869" y="6169827"/>
            <a:ext cx="1225730" cy="461826"/>
          </a:xfrm>
          <a:prstGeom prst="flowChartDelay">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b="1" dirty="0">
                <a:latin typeface="BIZ UDP明朝 Medium" panose="02020500000000000000" pitchFamily="18" charset="-128"/>
                <a:ea typeface="BIZ UDP明朝 Medium" panose="02020500000000000000" pitchFamily="18" charset="-128"/>
              </a:rPr>
              <a:t>▶</a:t>
            </a:r>
            <a:r>
              <a:rPr lang="en-US" altLang="ja-JP" b="1" dirty="0">
                <a:latin typeface="BIZ UDP明朝 Medium" panose="02020500000000000000" pitchFamily="18" charset="-128"/>
                <a:ea typeface="BIZ UDP明朝 Medium" panose="02020500000000000000" pitchFamily="18" charset="-128"/>
              </a:rPr>
              <a:t>×1</a:t>
            </a:r>
            <a:endParaRPr lang="ja-JP" altLang="en-US" b="1" dirty="0">
              <a:latin typeface="BIZ UDP明朝 Medium" panose="02020500000000000000" pitchFamily="18" charset="-128"/>
              <a:ea typeface="BIZ UDP明朝 Medium" panose="02020500000000000000" pitchFamily="18" charset="-128"/>
            </a:endParaRPr>
          </a:p>
        </p:txBody>
      </p:sp>
      <p:sp>
        <p:nvSpPr>
          <p:cNvPr id="139" name="フローチャート: 論理積ゲート 138">
            <a:extLst>
              <a:ext uri="{FF2B5EF4-FFF2-40B4-BE49-F238E27FC236}">
                <a16:creationId xmlns:a16="http://schemas.microsoft.com/office/drawing/2014/main" id="{5226BD2B-3914-C2EF-5117-CED24766C636}"/>
              </a:ext>
            </a:extLst>
          </p:cNvPr>
          <p:cNvSpPr/>
          <p:nvPr/>
        </p:nvSpPr>
        <p:spPr>
          <a:xfrm>
            <a:off x="2796951" y="6169827"/>
            <a:ext cx="1225730" cy="461826"/>
          </a:xfrm>
          <a:prstGeom prst="flowChartDelay">
            <a:avLst/>
          </a:prstGeom>
          <a:solidFill>
            <a:srgbClr val="CC66FF"/>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BIZ UDP明朝 Medium" panose="02020500000000000000" pitchFamily="18" charset="-128"/>
                <a:ea typeface="BIZ UDP明朝 Medium" panose="02020500000000000000" pitchFamily="18" charset="-128"/>
              </a:rPr>
              <a:t>▶▶</a:t>
            </a:r>
            <a:r>
              <a:rPr kumimoji="1" lang="en-US" altLang="ja-JP" b="1" dirty="0">
                <a:latin typeface="BIZ UDP明朝 Medium" panose="02020500000000000000" pitchFamily="18" charset="-128"/>
                <a:ea typeface="BIZ UDP明朝 Medium" panose="02020500000000000000" pitchFamily="18" charset="-128"/>
              </a:rPr>
              <a:t>×2</a:t>
            </a:r>
            <a:endParaRPr kumimoji="1" lang="ja-JP" altLang="en-US" b="1" dirty="0">
              <a:latin typeface="BIZ UDP明朝 Medium" panose="02020500000000000000" pitchFamily="18" charset="-128"/>
              <a:ea typeface="BIZ UDP明朝 Medium" panose="02020500000000000000" pitchFamily="18" charset="-128"/>
            </a:endParaRPr>
          </a:p>
        </p:txBody>
      </p:sp>
      <p:grpSp>
        <p:nvGrpSpPr>
          <p:cNvPr id="155" name="グループ化 154">
            <a:extLst>
              <a:ext uri="{FF2B5EF4-FFF2-40B4-BE49-F238E27FC236}">
                <a16:creationId xmlns:a16="http://schemas.microsoft.com/office/drawing/2014/main" id="{D63809CB-3BD2-2A30-F43E-4667C845AC21}"/>
              </a:ext>
            </a:extLst>
          </p:cNvPr>
          <p:cNvGrpSpPr/>
          <p:nvPr/>
        </p:nvGrpSpPr>
        <p:grpSpPr>
          <a:xfrm>
            <a:off x="619269" y="6128116"/>
            <a:ext cx="545248" cy="545248"/>
            <a:chOff x="4866575" y="4589624"/>
            <a:chExt cx="914400" cy="914400"/>
          </a:xfrm>
        </p:grpSpPr>
        <p:sp>
          <p:nvSpPr>
            <p:cNvPr id="154" name="四角形: 角を丸くする 153">
              <a:extLst>
                <a:ext uri="{FF2B5EF4-FFF2-40B4-BE49-F238E27FC236}">
                  <a16:creationId xmlns:a16="http://schemas.microsoft.com/office/drawing/2014/main" id="{324A164F-AD25-D1D2-67A7-FE3462718B5B}"/>
                </a:ext>
              </a:extLst>
            </p:cNvPr>
            <p:cNvSpPr/>
            <p:nvPr/>
          </p:nvSpPr>
          <p:spPr>
            <a:xfrm>
              <a:off x="4866575" y="4589624"/>
              <a:ext cx="914400" cy="914400"/>
            </a:xfrm>
            <a:prstGeom prst="roundRect">
              <a:avLst/>
            </a:prstGeom>
            <a:solidFill>
              <a:schemeClr val="tx1">
                <a:lumMod val="85000"/>
                <a:lumOff val="15000"/>
                <a:alpha val="7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53" name="図 152">
              <a:extLst>
                <a:ext uri="{FF2B5EF4-FFF2-40B4-BE49-F238E27FC236}">
                  <a16:creationId xmlns:a16="http://schemas.microsoft.com/office/drawing/2014/main" id="{C30C28BF-449A-BB77-1BDD-EA8A3B763BE3}"/>
                </a:ext>
              </a:extLst>
            </p:cNvPr>
            <p:cNvPicPr>
              <a:picLocks noChangeAspect="1"/>
            </p:cNvPicPr>
            <p:nvPr/>
          </p:nvPicPr>
          <p:blipFill>
            <a:blip r:embed="rId2">
              <a:lum bright="70000" contrast="-70000"/>
              <a:extLst>
                <a:ext uri="{28A0092B-C50C-407E-A947-70E740481C1C}">
                  <a14:useLocalDpi xmlns:a14="http://schemas.microsoft.com/office/drawing/2010/main" val="0"/>
                </a:ext>
              </a:extLst>
            </a:blip>
            <a:stretch>
              <a:fillRect/>
            </a:stretch>
          </p:blipFill>
          <p:spPr>
            <a:xfrm>
              <a:off x="5014494" y="4737543"/>
              <a:ext cx="618561" cy="618561"/>
            </a:xfrm>
            <a:prstGeom prst="rect">
              <a:avLst/>
            </a:prstGeom>
          </p:spPr>
        </p:pic>
      </p:grpSp>
      <p:grpSp>
        <p:nvGrpSpPr>
          <p:cNvPr id="162" name="グループ化 161">
            <a:extLst>
              <a:ext uri="{FF2B5EF4-FFF2-40B4-BE49-F238E27FC236}">
                <a16:creationId xmlns:a16="http://schemas.microsoft.com/office/drawing/2014/main" id="{53B23A12-1023-F1F6-C3FE-5EA666523356}"/>
              </a:ext>
            </a:extLst>
          </p:cNvPr>
          <p:cNvGrpSpPr/>
          <p:nvPr/>
        </p:nvGrpSpPr>
        <p:grpSpPr>
          <a:xfrm>
            <a:off x="4366984" y="6169827"/>
            <a:ext cx="3092165" cy="493660"/>
            <a:chOff x="1719571" y="215382"/>
            <a:chExt cx="3888059" cy="426098"/>
          </a:xfrm>
          <a:solidFill>
            <a:schemeClr val="tx1">
              <a:lumMod val="95000"/>
              <a:lumOff val="5000"/>
            </a:schemeClr>
          </a:solidFill>
        </p:grpSpPr>
        <p:sp>
          <p:nvSpPr>
            <p:cNvPr id="166" name="平行四辺形 165">
              <a:extLst>
                <a:ext uri="{FF2B5EF4-FFF2-40B4-BE49-F238E27FC236}">
                  <a16:creationId xmlns:a16="http://schemas.microsoft.com/office/drawing/2014/main" id="{443976B4-6F43-F724-4107-F7918135E278}"/>
                </a:ext>
              </a:extLst>
            </p:cNvPr>
            <p:cNvSpPr/>
            <p:nvPr/>
          </p:nvSpPr>
          <p:spPr>
            <a:xfrm>
              <a:off x="4751951"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7" name="平行四辺形 166">
              <a:extLst>
                <a:ext uri="{FF2B5EF4-FFF2-40B4-BE49-F238E27FC236}">
                  <a16:creationId xmlns:a16="http://schemas.microsoft.com/office/drawing/2014/main" id="{8CEF8A18-6529-3323-20E3-17EDD46B3E37}"/>
                </a:ext>
              </a:extLst>
            </p:cNvPr>
            <p:cNvSpPr/>
            <p:nvPr/>
          </p:nvSpPr>
          <p:spPr>
            <a:xfrm>
              <a:off x="3993856" y="215382"/>
              <a:ext cx="855679" cy="426098"/>
            </a:xfrm>
            <a:prstGeom prst="homePlate">
              <a:avLst/>
            </a:prstGeom>
            <a:solidFill>
              <a:schemeClr val="accent1"/>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5" name="平行四辺形 164">
              <a:extLst>
                <a:ext uri="{FF2B5EF4-FFF2-40B4-BE49-F238E27FC236}">
                  <a16:creationId xmlns:a16="http://schemas.microsoft.com/office/drawing/2014/main" id="{441F928C-76C6-D019-77E3-E8D698DAF0AB}"/>
                </a:ext>
              </a:extLst>
            </p:cNvPr>
            <p:cNvSpPr/>
            <p:nvPr/>
          </p:nvSpPr>
          <p:spPr>
            <a:xfrm>
              <a:off x="3235761"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64" name="平行四辺形 163">
              <a:extLst>
                <a:ext uri="{FF2B5EF4-FFF2-40B4-BE49-F238E27FC236}">
                  <a16:creationId xmlns:a16="http://schemas.microsoft.com/office/drawing/2014/main" id="{2779322E-3499-2EF7-D68F-76237DDC184F}"/>
                </a:ext>
              </a:extLst>
            </p:cNvPr>
            <p:cNvSpPr/>
            <p:nvPr/>
          </p:nvSpPr>
          <p:spPr>
            <a:xfrm>
              <a:off x="2477666"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3" name="平行四辺形 162">
              <a:extLst>
                <a:ext uri="{FF2B5EF4-FFF2-40B4-BE49-F238E27FC236}">
                  <a16:creationId xmlns:a16="http://schemas.microsoft.com/office/drawing/2014/main" id="{92D42291-ABB9-BD84-9E77-D5103D3962FF}"/>
                </a:ext>
              </a:extLst>
            </p:cNvPr>
            <p:cNvSpPr/>
            <p:nvPr/>
          </p:nvSpPr>
          <p:spPr>
            <a:xfrm>
              <a:off x="1719571" y="215382"/>
              <a:ext cx="855679" cy="426098"/>
            </a:xfrm>
            <a:prstGeom prst="homePlate">
              <a:avLst/>
            </a:prstGeom>
            <a:solidFill>
              <a:schemeClr val="accent1"/>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sp>
        <p:nvSpPr>
          <p:cNvPr id="168" name="楕円 167">
            <a:extLst>
              <a:ext uri="{FF2B5EF4-FFF2-40B4-BE49-F238E27FC236}">
                <a16:creationId xmlns:a16="http://schemas.microsoft.com/office/drawing/2014/main" id="{A313309C-C94F-4B4A-A514-A888B0F12E32}"/>
              </a:ext>
            </a:extLst>
          </p:cNvPr>
          <p:cNvSpPr/>
          <p:nvPr/>
        </p:nvSpPr>
        <p:spPr>
          <a:xfrm>
            <a:off x="5698688"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sp>
        <p:nvSpPr>
          <p:cNvPr id="169" name="楕円 168">
            <a:extLst>
              <a:ext uri="{FF2B5EF4-FFF2-40B4-BE49-F238E27FC236}">
                <a16:creationId xmlns:a16="http://schemas.microsoft.com/office/drawing/2014/main" id="{6905254F-B9C9-BDF3-2F47-A04F727498D3}"/>
              </a:ext>
            </a:extLst>
          </p:cNvPr>
          <p:cNvSpPr/>
          <p:nvPr/>
        </p:nvSpPr>
        <p:spPr>
          <a:xfrm>
            <a:off x="6346227" y="6230426"/>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sp>
        <p:nvSpPr>
          <p:cNvPr id="170" name="楕円 169">
            <a:extLst>
              <a:ext uri="{FF2B5EF4-FFF2-40B4-BE49-F238E27FC236}">
                <a16:creationId xmlns:a16="http://schemas.microsoft.com/office/drawing/2014/main" id="{818177C5-8DA1-23A8-CB39-5C6BBAF11BD3}"/>
              </a:ext>
            </a:extLst>
          </p:cNvPr>
          <p:cNvSpPr/>
          <p:nvPr/>
        </p:nvSpPr>
        <p:spPr>
          <a:xfrm>
            <a:off x="6908237"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sp>
        <p:nvSpPr>
          <p:cNvPr id="171" name="楕円 170">
            <a:extLst>
              <a:ext uri="{FF2B5EF4-FFF2-40B4-BE49-F238E27FC236}">
                <a16:creationId xmlns:a16="http://schemas.microsoft.com/office/drawing/2014/main" id="{D4635E01-D7C6-1EA2-F1BC-ADF2E47CFD03}"/>
              </a:ext>
            </a:extLst>
          </p:cNvPr>
          <p:cNvSpPr/>
          <p:nvPr/>
        </p:nvSpPr>
        <p:spPr>
          <a:xfrm>
            <a:off x="5117736"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sp>
        <p:nvSpPr>
          <p:cNvPr id="172" name="楕円 171">
            <a:extLst>
              <a:ext uri="{FF2B5EF4-FFF2-40B4-BE49-F238E27FC236}">
                <a16:creationId xmlns:a16="http://schemas.microsoft.com/office/drawing/2014/main" id="{D9D55383-D2B0-F9CC-FB56-5BC14C607BA3}"/>
              </a:ext>
            </a:extLst>
          </p:cNvPr>
          <p:cNvSpPr/>
          <p:nvPr/>
        </p:nvSpPr>
        <p:spPr>
          <a:xfrm>
            <a:off x="4495793"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cxnSp>
        <p:nvCxnSpPr>
          <p:cNvPr id="174" name="直線コネクタ 173">
            <a:extLst>
              <a:ext uri="{FF2B5EF4-FFF2-40B4-BE49-F238E27FC236}">
                <a16:creationId xmlns:a16="http://schemas.microsoft.com/office/drawing/2014/main" id="{6D6A77BC-7DED-DC35-CCEF-12FCCE9875AF}"/>
              </a:ext>
            </a:extLst>
          </p:cNvPr>
          <p:cNvCxnSpPr>
            <a:cxnSpLocks/>
          </p:cNvCxnSpPr>
          <p:nvPr/>
        </p:nvCxnSpPr>
        <p:spPr>
          <a:xfrm>
            <a:off x="4712882" y="6663487"/>
            <a:ext cx="3658847" cy="0"/>
          </a:xfrm>
          <a:prstGeom prst="line">
            <a:avLst/>
          </a:prstGeom>
          <a:ln w="38100">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176" name="テキスト ボックス 175">
            <a:extLst>
              <a:ext uri="{FF2B5EF4-FFF2-40B4-BE49-F238E27FC236}">
                <a16:creationId xmlns:a16="http://schemas.microsoft.com/office/drawing/2014/main" id="{C42F6FDD-2CAA-C7C9-3A7E-462AD6499F6A}"/>
              </a:ext>
            </a:extLst>
          </p:cNvPr>
          <p:cNvSpPr txBox="1"/>
          <p:nvPr/>
        </p:nvSpPr>
        <p:spPr>
          <a:xfrm>
            <a:off x="7472124" y="6141824"/>
            <a:ext cx="899605" cy="369332"/>
          </a:xfrm>
          <a:prstGeom prst="rect">
            <a:avLst/>
          </a:prstGeom>
          <a:noFill/>
        </p:spPr>
        <p:txBody>
          <a:bodyPr wrap="none" rtlCol="0">
            <a:spAutoFit/>
          </a:bodyPr>
          <a:lstStyle/>
          <a:p>
            <a:pPr algn="ctr"/>
            <a:r>
              <a:rPr kumimoji="1" lang="en-US" altLang="ja-JP" sz="1400" b="1" dirty="0">
                <a:solidFill>
                  <a:schemeClr val="bg1">
                    <a:lumMod val="95000"/>
                  </a:schemeClr>
                </a:solidFill>
                <a:latin typeface="BIZ UDP明朝 Medium" panose="02020500000000000000" pitchFamily="18" charset="-128"/>
                <a:ea typeface="BIZ UDP明朝 Medium" panose="02020500000000000000" pitchFamily="18" charset="-128"/>
              </a:rPr>
              <a:t>TRUN</a:t>
            </a:r>
            <a:r>
              <a:rPr kumimoji="1" lang="en-US" altLang="ja-JP" b="1" dirty="0">
                <a:solidFill>
                  <a:schemeClr val="bg1">
                    <a:lumMod val="95000"/>
                  </a:schemeClr>
                </a:solidFill>
                <a:latin typeface="BIZ UDP明朝 Medium" panose="02020500000000000000" pitchFamily="18" charset="-128"/>
                <a:ea typeface="BIZ UDP明朝 Medium" panose="02020500000000000000" pitchFamily="18" charset="-128"/>
              </a:rPr>
              <a:t>0</a:t>
            </a:r>
            <a:endParaRPr kumimoji="1" lang="ja-JP" altLang="en-US"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179" name="矢印: 五方向 178">
            <a:extLst>
              <a:ext uri="{FF2B5EF4-FFF2-40B4-BE49-F238E27FC236}">
                <a16:creationId xmlns:a16="http://schemas.microsoft.com/office/drawing/2014/main" id="{9E89E697-16A8-E29C-522B-E53829199C52}"/>
              </a:ext>
            </a:extLst>
          </p:cNvPr>
          <p:cNvSpPr/>
          <p:nvPr/>
        </p:nvSpPr>
        <p:spPr>
          <a:xfrm>
            <a:off x="9793438" y="6146578"/>
            <a:ext cx="1225730" cy="461826"/>
          </a:xfrm>
          <a:prstGeom prst="homePlate">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BIZ UDP明朝 Medium" panose="02020500000000000000" pitchFamily="18" charset="-128"/>
                <a:ea typeface="BIZ UDP明朝 Medium" panose="02020500000000000000" pitchFamily="18" charset="-128"/>
              </a:rPr>
              <a:t>撤退</a:t>
            </a:r>
          </a:p>
        </p:txBody>
      </p:sp>
      <p:grpSp>
        <p:nvGrpSpPr>
          <p:cNvPr id="197" name="グループ化 196">
            <a:extLst>
              <a:ext uri="{FF2B5EF4-FFF2-40B4-BE49-F238E27FC236}">
                <a16:creationId xmlns:a16="http://schemas.microsoft.com/office/drawing/2014/main" id="{09C7BCA2-E5F8-6359-E7DE-5654D2B5F324}"/>
              </a:ext>
            </a:extLst>
          </p:cNvPr>
          <p:cNvGrpSpPr/>
          <p:nvPr/>
        </p:nvGrpSpPr>
        <p:grpSpPr>
          <a:xfrm>
            <a:off x="1980734" y="3139750"/>
            <a:ext cx="1505416" cy="601824"/>
            <a:chOff x="1980734" y="3149081"/>
            <a:chExt cx="1505416" cy="601824"/>
          </a:xfrm>
        </p:grpSpPr>
        <p:sp>
          <p:nvSpPr>
            <p:cNvPr id="30" name="楕円 29">
              <a:extLst>
                <a:ext uri="{FF2B5EF4-FFF2-40B4-BE49-F238E27FC236}">
                  <a16:creationId xmlns:a16="http://schemas.microsoft.com/office/drawing/2014/main" id="{F4379288-01E4-9BBF-FCAB-F0ABA6C1F4E6}"/>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86" name="グループ化 185">
              <a:extLst>
                <a:ext uri="{FF2B5EF4-FFF2-40B4-BE49-F238E27FC236}">
                  <a16:creationId xmlns:a16="http://schemas.microsoft.com/office/drawing/2014/main" id="{7D1051ED-F6F4-D50B-E4BE-CD7FA64E3B4D}"/>
                </a:ext>
              </a:extLst>
            </p:cNvPr>
            <p:cNvGrpSpPr/>
            <p:nvPr/>
          </p:nvGrpSpPr>
          <p:grpSpPr>
            <a:xfrm>
              <a:off x="1980734" y="3175652"/>
              <a:ext cx="1505416" cy="575253"/>
              <a:chOff x="1980734" y="3175652"/>
              <a:chExt cx="1505416" cy="575253"/>
            </a:xfrm>
          </p:grpSpPr>
          <p:grpSp>
            <p:nvGrpSpPr>
              <p:cNvPr id="126" name="グループ化 125">
                <a:extLst>
                  <a:ext uri="{FF2B5EF4-FFF2-40B4-BE49-F238E27FC236}">
                    <a16:creationId xmlns:a16="http://schemas.microsoft.com/office/drawing/2014/main" id="{0C616D89-23E2-9BA7-ACFC-C43304826AE8}"/>
                  </a:ext>
                </a:extLst>
              </p:cNvPr>
              <p:cNvGrpSpPr/>
              <p:nvPr/>
            </p:nvGrpSpPr>
            <p:grpSpPr>
              <a:xfrm>
                <a:off x="1980734" y="3473931"/>
                <a:ext cx="1505416" cy="276974"/>
                <a:chOff x="4194668" y="3607669"/>
                <a:chExt cx="1105960" cy="276974"/>
              </a:xfrm>
            </p:grpSpPr>
            <p:sp>
              <p:nvSpPr>
                <p:cNvPr id="120" name="四角形: 角を丸くする 119">
                  <a:extLst>
                    <a:ext uri="{FF2B5EF4-FFF2-40B4-BE49-F238E27FC236}">
                      <a16:creationId xmlns:a16="http://schemas.microsoft.com/office/drawing/2014/main" id="{ADC583A8-7C81-371B-9060-399AD5177FB6}"/>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25" name="図 124">
                  <a:extLst>
                    <a:ext uri="{FF2B5EF4-FFF2-40B4-BE49-F238E27FC236}">
                      <a16:creationId xmlns:a16="http://schemas.microsoft.com/office/drawing/2014/main" id="{B78FF07F-CE5E-3918-CA61-184E32AEF1A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85" name="テキスト ボックス 184">
                <a:extLst>
                  <a:ext uri="{FF2B5EF4-FFF2-40B4-BE49-F238E27FC236}">
                    <a16:creationId xmlns:a16="http://schemas.microsoft.com/office/drawing/2014/main" id="{D5CBC32D-E507-33BB-9FD0-0AF3306FFC60}"/>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198" name="グループ化 197">
            <a:extLst>
              <a:ext uri="{FF2B5EF4-FFF2-40B4-BE49-F238E27FC236}">
                <a16:creationId xmlns:a16="http://schemas.microsoft.com/office/drawing/2014/main" id="{04B7991B-E3A2-F23E-EF10-E7D0C6B588F8}"/>
              </a:ext>
            </a:extLst>
          </p:cNvPr>
          <p:cNvGrpSpPr/>
          <p:nvPr/>
        </p:nvGrpSpPr>
        <p:grpSpPr>
          <a:xfrm>
            <a:off x="1376410" y="3879201"/>
            <a:ext cx="1505416" cy="601824"/>
            <a:chOff x="1980734" y="3149081"/>
            <a:chExt cx="1505416" cy="601824"/>
          </a:xfrm>
        </p:grpSpPr>
        <p:sp>
          <p:nvSpPr>
            <p:cNvPr id="199" name="楕円 198">
              <a:extLst>
                <a:ext uri="{FF2B5EF4-FFF2-40B4-BE49-F238E27FC236}">
                  <a16:creationId xmlns:a16="http://schemas.microsoft.com/office/drawing/2014/main" id="{6FBE501A-2B3D-09E9-1899-80CC76ED0B04}"/>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00" name="グループ化 199">
              <a:extLst>
                <a:ext uri="{FF2B5EF4-FFF2-40B4-BE49-F238E27FC236}">
                  <a16:creationId xmlns:a16="http://schemas.microsoft.com/office/drawing/2014/main" id="{013B0BFA-91BF-8ACA-9997-AE70927F5207}"/>
                </a:ext>
              </a:extLst>
            </p:cNvPr>
            <p:cNvGrpSpPr/>
            <p:nvPr/>
          </p:nvGrpSpPr>
          <p:grpSpPr>
            <a:xfrm>
              <a:off x="1980734" y="3175652"/>
              <a:ext cx="1505416" cy="575253"/>
              <a:chOff x="1980734" y="3175652"/>
              <a:chExt cx="1505416" cy="575253"/>
            </a:xfrm>
          </p:grpSpPr>
          <p:grpSp>
            <p:nvGrpSpPr>
              <p:cNvPr id="201" name="グループ化 200">
                <a:extLst>
                  <a:ext uri="{FF2B5EF4-FFF2-40B4-BE49-F238E27FC236}">
                    <a16:creationId xmlns:a16="http://schemas.microsoft.com/office/drawing/2014/main" id="{3AB3BE16-FE6D-448A-E730-70C2F9DDFE78}"/>
                  </a:ext>
                </a:extLst>
              </p:cNvPr>
              <p:cNvGrpSpPr/>
              <p:nvPr/>
            </p:nvGrpSpPr>
            <p:grpSpPr>
              <a:xfrm>
                <a:off x="1980734" y="3473931"/>
                <a:ext cx="1505416" cy="276974"/>
                <a:chOff x="4194668" y="3607669"/>
                <a:chExt cx="1105960" cy="276974"/>
              </a:xfrm>
            </p:grpSpPr>
            <p:sp>
              <p:nvSpPr>
                <p:cNvPr id="203" name="四角形: 角を丸くする 202">
                  <a:extLst>
                    <a:ext uri="{FF2B5EF4-FFF2-40B4-BE49-F238E27FC236}">
                      <a16:creationId xmlns:a16="http://schemas.microsoft.com/office/drawing/2014/main" id="{C162EDC2-1217-6D68-1028-36C1E294201A}"/>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04" name="図 203">
                  <a:extLst>
                    <a:ext uri="{FF2B5EF4-FFF2-40B4-BE49-F238E27FC236}">
                      <a16:creationId xmlns:a16="http://schemas.microsoft.com/office/drawing/2014/main" id="{28CBA662-A839-AD7F-1A9F-AB50F5A45A4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02" name="テキスト ボックス 201">
                <a:extLst>
                  <a:ext uri="{FF2B5EF4-FFF2-40B4-BE49-F238E27FC236}">
                    <a16:creationId xmlns:a16="http://schemas.microsoft.com/office/drawing/2014/main" id="{FBC8F4A6-85DD-FEE2-EDC7-9133DDE9C358}"/>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05" name="グループ化 204">
            <a:extLst>
              <a:ext uri="{FF2B5EF4-FFF2-40B4-BE49-F238E27FC236}">
                <a16:creationId xmlns:a16="http://schemas.microsoft.com/office/drawing/2014/main" id="{AC368013-71A4-861D-5103-A084904CB6F5}"/>
              </a:ext>
            </a:extLst>
          </p:cNvPr>
          <p:cNvGrpSpPr/>
          <p:nvPr/>
        </p:nvGrpSpPr>
        <p:grpSpPr>
          <a:xfrm>
            <a:off x="1376410" y="4599213"/>
            <a:ext cx="1505416" cy="601824"/>
            <a:chOff x="1980734" y="3149081"/>
            <a:chExt cx="1505416" cy="601824"/>
          </a:xfrm>
        </p:grpSpPr>
        <p:sp>
          <p:nvSpPr>
            <p:cNvPr id="206" name="楕円 205">
              <a:extLst>
                <a:ext uri="{FF2B5EF4-FFF2-40B4-BE49-F238E27FC236}">
                  <a16:creationId xmlns:a16="http://schemas.microsoft.com/office/drawing/2014/main" id="{BFA6FE66-48D6-CCC1-4584-912FF9A78C12}"/>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07" name="グループ化 206">
              <a:extLst>
                <a:ext uri="{FF2B5EF4-FFF2-40B4-BE49-F238E27FC236}">
                  <a16:creationId xmlns:a16="http://schemas.microsoft.com/office/drawing/2014/main" id="{9BCFC966-0F33-AAC7-AE39-C6EB740A0410}"/>
                </a:ext>
              </a:extLst>
            </p:cNvPr>
            <p:cNvGrpSpPr/>
            <p:nvPr/>
          </p:nvGrpSpPr>
          <p:grpSpPr>
            <a:xfrm>
              <a:off x="1980734" y="3175652"/>
              <a:ext cx="1505416" cy="575253"/>
              <a:chOff x="1980734" y="3175652"/>
              <a:chExt cx="1505416" cy="575253"/>
            </a:xfrm>
          </p:grpSpPr>
          <p:grpSp>
            <p:nvGrpSpPr>
              <p:cNvPr id="208" name="グループ化 207">
                <a:extLst>
                  <a:ext uri="{FF2B5EF4-FFF2-40B4-BE49-F238E27FC236}">
                    <a16:creationId xmlns:a16="http://schemas.microsoft.com/office/drawing/2014/main" id="{6F80A93B-3FD8-278D-C6F3-16637D2FAE83}"/>
                  </a:ext>
                </a:extLst>
              </p:cNvPr>
              <p:cNvGrpSpPr/>
              <p:nvPr/>
            </p:nvGrpSpPr>
            <p:grpSpPr>
              <a:xfrm>
                <a:off x="1980734" y="3473931"/>
                <a:ext cx="1505416" cy="276974"/>
                <a:chOff x="4194668" y="3607669"/>
                <a:chExt cx="1105960" cy="276974"/>
              </a:xfrm>
            </p:grpSpPr>
            <p:sp>
              <p:nvSpPr>
                <p:cNvPr id="210" name="四角形: 角を丸くする 209">
                  <a:extLst>
                    <a:ext uri="{FF2B5EF4-FFF2-40B4-BE49-F238E27FC236}">
                      <a16:creationId xmlns:a16="http://schemas.microsoft.com/office/drawing/2014/main" id="{A2ABEF0B-75B2-0366-04D5-C55C10DEA5D5}"/>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11" name="図 210">
                  <a:extLst>
                    <a:ext uri="{FF2B5EF4-FFF2-40B4-BE49-F238E27FC236}">
                      <a16:creationId xmlns:a16="http://schemas.microsoft.com/office/drawing/2014/main" id="{68F1D290-3AA3-4339-CE02-C4FBDE0AAEF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09" name="テキスト ボックス 208">
                <a:extLst>
                  <a:ext uri="{FF2B5EF4-FFF2-40B4-BE49-F238E27FC236}">
                    <a16:creationId xmlns:a16="http://schemas.microsoft.com/office/drawing/2014/main" id="{70338408-F739-0345-DB4D-F127F182AE2F}"/>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12" name="グループ化 211">
            <a:extLst>
              <a:ext uri="{FF2B5EF4-FFF2-40B4-BE49-F238E27FC236}">
                <a16:creationId xmlns:a16="http://schemas.microsoft.com/office/drawing/2014/main" id="{8DC93C34-AC88-6A89-8654-E4A86DA7D4F3}"/>
              </a:ext>
            </a:extLst>
          </p:cNvPr>
          <p:cNvGrpSpPr/>
          <p:nvPr/>
        </p:nvGrpSpPr>
        <p:grpSpPr>
          <a:xfrm>
            <a:off x="1376410" y="5338435"/>
            <a:ext cx="1505416" cy="601824"/>
            <a:chOff x="1980734" y="3149081"/>
            <a:chExt cx="1505416" cy="601824"/>
          </a:xfrm>
        </p:grpSpPr>
        <p:sp>
          <p:nvSpPr>
            <p:cNvPr id="213" name="楕円 212">
              <a:extLst>
                <a:ext uri="{FF2B5EF4-FFF2-40B4-BE49-F238E27FC236}">
                  <a16:creationId xmlns:a16="http://schemas.microsoft.com/office/drawing/2014/main" id="{33880990-7142-2CC6-A10C-A24F3B4FFD1A}"/>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14" name="グループ化 213">
              <a:extLst>
                <a:ext uri="{FF2B5EF4-FFF2-40B4-BE49-F238E27FC236}">
                  <a16:creationId xmlns:a16="http://schemas.microsoft.com/office/drawing/2014/main" id="{6B8AD8AC-9BD3-EC84-322F-5383E7FD66CF}"/>
                </a:ext>
              </a:extLst>
            </p:cNvPr>
            <p:cNvGrpSpPr/>
            <p:nvPr/>
          </p:nvGrpSpPr>
          <p:grpSpPr>
            <a:xfrm>
              <a:off x="1980734" y="3175652"/>
              <a:ext cx="1505416" cy="575253"/>
              <a:chOff x="1980734" y="3175652"/>
              <a:chExt cx="1505416" cy="575253"/>
            </a:xfrm>
          </p:grpSpPr>
          <p:grpSp>
            <p:nvGrpSpPr>
              <p:cNvPr id="215" name="グループ化 214">
                <a:extLst>
                  <a:ext uri="{FF2B5EF4-FFF2-40B4-BE49-F238E27FC236}">
                    <a16:creationId xmlns:a16="http://schemas.microsoft.com/office/drawing/2014/main" id="{8640EC41-9166-E09E-79EF-00887113565A}"/>
                  </a:ext>
                </a:extLst>
              </p:cNvPr>
              <p:cNvGrpSpPr/>
              <p:nvPr/>
            </p:nvGrpSpPr>
            <p:grpSpPr>
              <a:xfrm>
                <a:off x="1980734" y="3473931"/>
                <a:ext cx="1505416" cy="276974"/>
                <a:chOff x="4194668" y="3607669"/>
                <a:chExt cx="1105960" cy="276974"/>
              </a:xfrm>
            </p:grpSpPr>
            <p:sp>
              <p:nvSpPr>
                <p:cNvPr id="217" name="四角形: 角を丸くする 216">
                  <a:extLst>
                    <a:ext uri="{FF2B5EF4-FFF2-40B4-BE49-F238E27FC236}">
                      <a16:creationId xmlns:a16="http://schemas.microsoft.com/office/drawing/2014/main" id="{A1C9EC5B-30E3-BD67-7581-55917A7DC8F6}"/>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18" name="図 217">
                  <a:extLst>
                    <a:ext uri="{FF2B5EF4-FFF2-40B4-BE49-F238E27FC236}">
                      <a16:creationId xmlns:a16="http://schemas.microsoft.com/office/drawing/2014/main" id="{5B4A3366-CAF1-A1A5-C8A1-64E9F2B648F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16" name="テキスト ボックス 215">
                <a:extLst>
                  <a:ext uri="{FF2B5EF4-FFF2-40B4-BE49-F238E27FC236}">
                    <a16:creationId xmlns:a16="http://schemas.microsoft.com/office/drawing/2014/main" id="{630B33E1-F670-8B51-E64D-AD9FD14B2F6B}"/>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19" name="グループ化 218">
            <a:extLst>
              <a:ext uri="{FF2B5EF4-FFF2-40B4-BE49-F238E27FC236}">
                <a16:creationId xmlns:a16="http://schemas.microsoft.com/office/drawing/2014/main" id="{5E1D2019-88CF-D5CC-91DC-818558CEE2CF}"/>
              </a:ext>
            </a:extLst>
          </p:cNvPr>
          <p:cNvGrpSpPr/>
          <p:nvPr/>
        </p:nvGrpSpPr>
        <p:grpSpPr>
          <a:xfrm>
            <a:off x="1376410" y="2392524"/>
            <a:ext cx="1505416" cy="601824"/>
            <a:chOff x="1980734" y="3149081"/>
            <a:chExt cx="1505416" cy="601824"/>
          </a:xfrm>
        </p:grpSpPr>
        <p:sp>
          <p:nvSpPr>
            <p:cNvPr id="220" name="楕円 219">
              <a:extLst>
                <a:ext uri="{FF2B5EF4-FFF2-40B4-BE49-F238E27FC236}">
                  <a16:creationId xmlns:a16="http://schemas.microsoft.com/office/drawing/2014/main" id="{269F1AEB-B10F-C892-D2A7-08CDCB756906}"/>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21" name="グループ化 220">
              <a:extLst>
                <a:ext uri="{FF2B5EF4-FFF2-40B4-BE49-F238E27FC236}">
                  <a16:creationId xmlns:a16="http://schemas.microsoft.com/office/drawing/2014/main" id="{C965CDB7-E03F-9835-2082-54576E327F45}"/>
                </a:ext>
              </a:extLst>
            </p:cNvPr>
            <p:cNvGrpSpPr/>
            <p:nvPr/>
          </p:nvGrpSpPr>
          <p:grpSpPr>
            <a:xfrm>
              <a:off x="1980734" y="3175652"/>
              <a:ext cx="1505416" cy="575253"/>
              <a:chOff x="1980734" y="3175652"/>
              <a:chExt cx="1505416" cy="575253"/>
            </a:xfrm>
          </p:grpSpPr>
          <p:grpSp>
            <p:nvGrpSpPr>
              <p:cNvPr id="222" name="グループ化 221">
                <a:extLst>
                  <a:ext uri="{FF2B5EF4-FFF2-40B4-BE49-F238E27FC236}">
                    <a16:creationId xmlns:a16="http://schemas.microsoft.com/office/drawing/2014/main" id="{B682BB02-54C2-C321-FB8E-26ABC28B17F7}"/>
                  </a:ext>
                </a:extLst>
              </p:cNvPr>
              <p:cNvGrpSpPr/>
              <p:nvPr/>
            </p:nvGrpSpPr>
            <p:grpSpPr>
              <a:xfrm>
                <a:off x="1980734" y="3473931"/>
                <a:ext cx="1505416" cy="276974"/>
                <a:chOff x="4194668" y="3607669"/>
                <a:chExt cx="1105960" cy="276974"/>
              </a:xfrm>
            </p:grpSpPr>
            <p:sp>
              <p:nvSpPr>
                <p:cNvPr id="224" name="四角形: 角を丸くする 223">
                  <a:extLst>
                    <a:ext uri="{FF2B5EF4-FFF2-40B4-BE49-F238E27FC236}">
                      <a16:creationId xmlns:a16="http://schemas.microsoft.com/office/drawing/2014/main" id="{CB3D6090-FE0C-8998-0F55-992E0FA4B2FB}"/>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25" name="図 224">
                  <a:extLst>
                    <a:ext uri="{FF2B5EF4-FFF2-40B4-BE49-F238E27FC236}">
                      <a16:creationId xmlns:a16="http://schemas.microsoft.com/office/drawing/2014/main" id="{23856C3C-4324-2216-EA1D-3BD366DBE41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23" name="テキスト ボックス 222">
                <a:extLst>
                  <a:ext uri="{FF2B5EF4-FFF2-40B4-BE49-F238E27FC236}">
                    <a16:creationId xmlns:a16="http://schemas.microsoft.com/office/drawing/2014/main" id="{88244E8E-2EFD-1E0A-F5E7-F77F1C1C9B65}"/>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26" name="グループ化 225">
            <a:extLst>
              <a:ext uri="{FF2B5EF4-FFF2-40B4-BE49-F238E27FC236}">
                <a16:creationId xmlns:a16="http://schemas.microsoft.com/office/drawing/2014/main" id="{3CC7379D-546B-7100-C6AB-0ABB55E5E5E3}"/>
              </a:ext>
            </a:extLst>
          </p:cNvPr>
          <p:cNvGrpSpPr/>
          <p:nvPr/>
        </p:nvGrpSpPr>
        <p:grpSpPr>
          <a:xfrm>
            <a:off x="1376410" y="951462"/>
            <a:ext cx="1505416" cy="601824"/>
            <a:chOff x="1980734" y="3149081"/>
            <a:chExt cx="1505416" cy="601824"/>
          </a:xfrm>
        </p:grpSpPr>
        <p:sp>
          <p:nvSpPr>
            <p:cNvPr id="227" name="楕円 226">
              <a:extLst>
                <a:ext uri="{FF2B5EF4-FFF2-40B4-BE49-F238E27FC236}">
                  <a16:creationId xmlns:a16="http://schemas.microsoft.com/office/drawing/2014/main" id="{A1AC7D98-14A0-9793-FB01-892803870F93}"/>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28" name="グループ化 227">
              <a:extLst>
                <a:ext uri="{FF2B5EF4-FFF2-40B4-BE49-F238E27FC236}">
                  <a16:creationId xmlns:a16="http://schemas.microsoft.com/office/drawing/2014/main" id="{E1F38743-3CC2-4870-F096-455EF67B3CEF}"/>
                </a:ext>
              </a:extLst>
            </p:cNvPr>
            <p:cNvGrpSpPr/>
            <p:nvPr/>
          </p:nvGrpSpPr>
          <p:grpSpPr>
            <a:xfrm>
              <a:off x="1980734" y="3175652"/>
              <a:ext cx="1505416" cy="575253"/>
              <a:chOff x="1980734" y="3175652"/>
              <a:chExt cx="1505416" cy="575253"/>
            </a:xfrm>
          </p:grpSpPr>
          <p:grpSp>
            <p:nvGrpSpPr>
              <p:cNvPr id="229" name="グループ化 228">
                <a:extLst>
                  <a:ext uri="{FF2B5EF4-FFF2-40B4-BE49-F238E27FC236}">
                    <a16:creationId xmlns:a16="http://schemas.microsoft.com/office/drawing/2014/main" id="{6F51BA0E-6947-511B-F7EA-08A81098E146}"/>
                  </a:ext>
                </a:extLst>
              </p:cNvPr>
              <p:cNvGrpSpPr/>
              <p:nvPr/>
            </p:nvGrpSpPr>
            <p:grpSpPr>
              <a:xfrm>
                <a:off x="1980734" y="3473931"/>
                <a:ext cx="1505416" cy="276974"/>
                <a:chOff x="4194668" y="3607669"/>
                <a:chExt cx="1105960" cy="276974"/>
              </a:xfrm>
            </p:grpSpPr>
            <p:sp>
              <p:nvSpPr>
                <p:cNvPr id="231" name="四角形: 角を丸くする 230">
                  <a:extLst>
                    <a:ext uri="{FF2B5EF4-FFF2-40B4-BE49-F238E27FC236}">
                      <a16:creationId xmlns:a16="http://schemas.microsoft.com/office/drawing/2014/main" id="{012E9F28-CD85-D22A-D63A-6948B30F2151}"/>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32" name="図 231">
                  <a:extLst>
                    <a:ext uri="{FF2B5EF4-FFF2-40B4-BE49-F238E27FC236}">
                      <a16:creationId xmlns:a16="http://schemas.microsoft.com/office/drawing/2014/main" id="{1EC6B973-21AD-7E90-942A-7D25C889A0C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30" name="テキスト ボックス 229">
                <a:extLst>
                  <a:ext uri="{FF2B5EF4-FFF2-40B4-BE49-F238E27FC236}">
                    <a16:creationId xmlns:a16="http://schemas.microsoft.com/office/drawing/2014/main" id="{6C330675-F95F-4A67-E50C-0550E7C2C223}"/>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33" name="グループ化 232">
            <a:extLst>
              <a:ext uri="{FF2B5EF4-FFF2-40B4-BE49-F238E27FC236}">
                <a16:creationId xmlns:a16="http://schemas.microsoft.com/office/drawing/2014/main" id="{F33BEB30-FAA3-B823-FDB2-B06C9EC69783}"/>
              </a:ext>
            </a:extLst>
          </p:cNvPr>
          <p:cNvGrpSpPr/>
          <p:nvPr/>
        </p:nvGrpSpPr>
        <p:grpSpPr>
          <a:xfrm>
            <a:off x="1376410" y="1656961"/>
            <a:ext cx="1505416" cy="601824"/>
            <a:chOff x="1980734" y="3149081"/>
            <a:chExt cx="1505416" cy="601824"/>
          </a:xfrm>
        </p:grpSpPr>
        <p:sp>
          <p:nvSpPr>
            <p:cNvPr id="234" name="楕円 233">
              <a:extLst>
                <a:ext uri="{FF2B5EF4-FFF2-40B4-BE49-F238E27FC236}">
                  <a16:creationId xmlns:a16="http://schemas.microsoft.com/office/drawing/2014/main" id="{35574671-588C-79F1-6C94-F238F2B3891B}"/>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35" name="グループ化 234">
              <a:extLst>
                <a:ext uri="{FF2B5EF4-FFF2-40B4-BE49-F238E27FC236}">
                  <a16:creationId xmlns:a16="http://schemas.microsoft.com/office/drawing/2014/main" id="{51F5A738-F169-BEF1-3946-C0155BC2B0C8}"/>
                </a:ext>
              </a:extLst>
            </p:cNvPr>
            <p:cNvGrpSpPr/>
            <p:nvPr/>
          </p:nvGrpSpPr>
          <p:grpSpPr>
            <a:xfrm>
              <a:off x="1980734" y="3175652"/>
              <a:ext cx="1505416" cy="575253"/>
              <a:chOff x="1980734" y="3175652"/>
              <a:chExt cx="1505416" cy="575253"/>
            </a:xfrm>
          </p:grpSpPr>
          <p:grpSp>
            <p:nvGrpSpPr>
              <p:cNvPr id="236" name="グループ化 235">
                <a:extLst>
                  <a:ext uri="{FF2B5EF4-FFF2-40B4-BE49-F238E27FC236}">
                    <a16:creationId xmlns:a16="http://schemas.microsoft.com/office/drawing/2014/main" id="{D6CFD4E1-B0BD-D11F-6B9E-4DB4CFC56A4B}"/>
                  </a:ext>
                </a:extLst>
              </p:cNvPr>
              <p:cNvGrpSpPr/>
              <p:nvPr/>
            </p:nvGrpSpPr>
            <p:grpSpPr>
              <a:xfrm>
                <a:off x="1980734" y="3473931"/>
                <a:ext cx="1505416" cy="276974"/>
                <a:chOff x="4194668" y="3607669"/>
                <a:chExt cx="1105960" cy="276974"/>
              </a:xfrm>
            </p:grpSpPr>
            <p:sp>
              <p:nvSpPr>
                <p:cNvPr id="238" name="四角形: 角を丸くする 237">
                  <a:extLst>
                    <a:ext uri="{FF2B5EF4-FFF2-40B4-BE49-F238E27FC236}">
                      <a16:creationId xmlns:a16="http://schemas.microsoft.com/office/drawing/2014/main" id="{1CF5E2C9-33C8-065F-2E95-51A8C2B390F1}"/>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39" name="図 238">
                  <a:extLst>
                    <a:ext uri="{FF2B5EF4-FFF2-40B4-BE49-F238E27FC236}">
                      <a16:creationId xmlns:a16="http://schemas.microsoft.com/office/drawing/2014/main" id="{A30BAED2-C8A1-BC01-CAE7-3138323473C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37" name="テキスト ボックス 236">
                <a:extLst>
                  <a:ext uri="{FF2B5EF4-FFF2-40B4-BE49-F238E27FC236}">
                    <a16:creationId xmlns:a16="http://schemas.microsoft.com/office/drawing/2014/main" id="{7228C0F0-BE2A-1F98-B7F7-D09FD19AEFB9}"/>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47" name="グループ化 246">
            <a:extLst>
              <a:ext uri="{FF2B5EF4-FFF2-40B4-BE49-F238E27FC236}">
                <a16:creationId xmlns:a16="http://schemas.microsoft.com/office/drawing/2014/main" id="{9CD9A3D9-AE8B-439F-6768-5873A97114CC}"/>
              </a:ext>
            </a:extLst>
          </p:cNvPr>
          <p:cNvGrpSpPr/>
          <p:nvPr/>
        </p:nvGrpSpPr>
        <p:grpSpPr>
          <a:xfrm>
            <a:off x="3405968" y="920623"/>
            <a:ext cx="888261" cy="654696"/>
            <a:chOff x="519830" y="3162196"/>
            <a:chExt cx="748799" cy="551905"/>
          </a:xfrm>
        </p:grpSpPr>
        <p:sp>
          <p:nvSpPr>
            <p:cNvPr id="248" name="ハート 247">
              <a:extLst>
                <a:ext uri="{FF2B5EF4-FFF2-40B4-BE49-F238E27FC236}">
                  <a16:creationId xmlns:a16="http://schemas.microsoft.com/office/drawing/2014/main" id="{984F93E4-352B-6044-EECB-023AFB9EB50D}"/>
                </a:ext>
              </a:extLst>
            </p:cNvPr>
            <p:cNvSpPr/>
            <p:nvPr/>
          </p:nvSpPr>
          <p:spPr>
            <a:xfrm>
              <a:off x="618278" y="3162196"/>
              <a:ext cx="551905" cy="551905"/>
            </a:xfrm>
            <a:prstGeom prst="heart">
              <a:avLst/>
            </a:prstGeom>
            <a:gradFill flip="none" rotWithShape="1">
              <a:gsLst>
                <a:gs pos="38000">
                  <a:schemeClr val="tx1">
                    <a:lumMod val="85000"/>
                    <a:lumOff val="15000"/>
                    <a:alpha val="95000"/>
                  </a:schemeClr>
                </a:gs>
                <a:gs pos="100000">
                  <a:srgbClr val="CC66FF">
                    <a:alpha val="95000"/>
                  </a:srgbClr>
                </a:gs>
              </a:gsLst>
              <a:lin ang="5400000" scaled="1"/>
              <a:tileRect/>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49" name="テキスト ボックス 248">
              <a:extLst>
                <a:ext uri="{FF2B5EF4-FFF2-40B4-BE49-F238E27FC236}">
                  <a16:creationId xmlns:a16="http://schemas.microsoft.com/office/drawing/2014/main" id="{C972ECFC-D524-D621-D166-16B4402084D9}"/>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50" name="グループ化 249">
            <a:extLst>
              <a:ext uri="{FF2B5EF4-FFF2-40B4-BE49-F238E27FC236}">
                <a16:creationId xmlns:a16="http://schemas.microsoft.com/office/drawing/2014/main" id="{E041CD56-0232-FBA4-B9C3-3A426C5608A0}"/>
              </a:ext>
            </a:extLst>
          </p:cNvPr>
          <p:cNvGrpSpPr/>
          <p:nvPr/>
        </p:nvGrpSpPr>
        <p:grpSpPr>
          <a:xfrm>
            <a:off x="3405968" y="1640113"/>
            <a:ext cx="888261" cy="654696"/>
            <a:chOff x="519830" y="3162196"/>
            <a:chExt cx="748799" cy="551905"/>
          </a:xfrm>
        </p:grpSpPr>
        <p:sp>
          <p:nvSpPr>
            <p:cNvPr id="251" name="ハート 250">
              <a:extLst>
                <a:ext uri="{FF2B5EF4-FFF2-40B4-BE49-F238E27FC236}">
                  <a16:creationId xmlns:a16="http://schemas.microsoft.com/office/drawing/2014/main" id="{957F0CD5-E469-E6CE-8B5B-81BEDC50BB5B}"/>
                </a:ext>
              </a:extLst>
            </p:cNvPr>
            <p:cNvSpPr/>
            <p:nvPr/>
          </p:nvSpPr>
          <p:spPr>
            <a:xfrm>
              <a:off x="618278" y="3162196"/>
              <a:ext cx="551905" cy="551905"/>
            </a:xfrm>
            <a:prstGeom prst="heart">
              <a:avLst/>
            </a:prstGeom>
            <a:gradFill>
              <a:gsLst>
                <a:gs pos="19000">
                  <a:schemeClr val="tx1">
                    <a:lumMod val="85000"/>
                    <a:lumOff val="15000"/>
                    <a:alpha val="95000"/>
                  </a:schemeClr>
                </a:gs>
                <a:gs pos="100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52" name="テキスト ボックス 251">
              <a:extLst>
                <a:ext uri="{FF2B5EF4-FFF2-40B4-BE49-F238E27FC236}">
                  <a16:creationId xmlns:a16="http://schemas.microsoft.com/office/drawing/2014/main" id="{71949850-5351-74FE-60EE-44295AFBE087}"/>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53" name="グループ化 252">
            <a:extLst>
              <a:ext uri="{FF2B5EF4-FFF2-40B4-BE49-F238E27FC236}">
                <a16:creationId xmlns:a16="http://schemas.microsoft.com/office/drawing/2014/main" id="{2FB1D9F5-B1C1-B83E-985C-8FEC5F47C95A}"/>
              </a:ext>
            </a:extLst>
          </p:cNvPr>
          <p:cNvGrpSpPr/>
          <p:nvPr/>
        </p:nvGrpSpPr>
        <p:grpSpPr>
          <a:xfrm>
            <a:off x="3405968" y="2369977"/>
            <a:ext cx="888261" cy="654696"/>
            <a:chOff x="519830" y="3162196"/>
            <a:chExt cx="748799" cy="551905"/>
          </a:xfrm>
        </p:grpSpPr>
        <p:sp>
          <p:nvSpPr>
            <p:cNvPr id="254" name="ハート 253">
              <a:extLst>
                <a:ext uri="{FF2B5EF4-FFF2-40B4-BE49-F238E27FC236}">
                  <a16:creationId xmlns:a16="http://schemas.microsoft.com/office/drawing/2014/main" id="{5B981826-8406-D00F-2564-F67B8A0319FD}"/>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55" name="テキスト ボックス 254">
              <a:extLst>
                <a:ext uri="{FF2B5EF4-FFF2-40B4-BE49-F238E27FC236}">
                  <a16:creationId xmlns:a16="http://schemas.microsoft.com/office/drawing/2014/main" id="{8EDE9AB7-D53B-4328-0529-9DF5BAD76006}"/>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56" name="グループ化 255">
            <a:extLst>
              <a:ext uri="{FF2B5EF4-FFF2-40B4-BE49-F238E27FC236}">
                <a16:creationId xmlns:a16="http://schemas.microsoft.com/office/drawing/2014/main" id="{CC2FD909-628C-B102-205D-C1663C2DE87E}"/>
              </a:ext>
            </a:extLst>
          </p:cNvPr>
          <p:cNvGrpSpPr/>
          <p:nvPr/>
        </p:nvGrpSpPr>
        <p:grpSpPr>
          <a:xfrm>
            <a:off x="4022681" y="3127311"/>
            <a:ext cx="888261" cy="654696"/>
            <a:chOff x="519830" y="3162196"/>
            <a:chExt cx="748799" cy="551905"/>
          </a:xfrm>
        </p:grpSpPr>
        <p:sp>
          <p:nvSpPr>
            <p:cNvPr id="257" name="ハート 256">
              <a:extLst>
                <a:ext uri="{FF2B5EF4-FFF2-40B4-BE49-F238E27FC236}">
                  <a16:creationId xmlns:a16="http://schemas.microsoft.com/office/drawing/2014/main" id="{B66AC02C-2AE1-B0BB-A298-73E04562A4FE}"/>
                </a:ext>
              </a:extLst>
            </p:cNvPr>
            <p:cNvSpPr/>
            <p:nvPr/>
          </p:nvSpPr>
          <p:spPr>
            <a:xfrm>
              <a:off x="618278" y="3162196"/>
              <a:ext cx="551905" cy="551905"/>
            </a:xfrm>
            <a:prstGeom prst="heart">
              <a:avLst/>
            </a:prstGeom>
            <a:solidFill>
              <a:srgbClr val="CC66FF"/>
            </a:solidFill>
            <a:ln w="38100">
              <a:solidFill>
                <a:schemeClr val="tx1">
                  <a:lumMod val="85000"/>
                  <a:lumOff val="15000"/>
                </a:schemeClr>
              </a:solidFill>
            </a:ln>
            <a:effectLst>
              <a:glow rad="88900">
                <a:srgbClr val="CC66FF">
                  <a:alpha val="45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58" name="テキスト ボックス 257">
              <a:extLst>
                <a:ext uri="{FF2B5EF4-FFF2-40B4-BE49-F238E27FC236}">
                  <a16:creationId xmlns:a16="http://schemas.microsoft.com/office/drawing/2014/main" id="{CB9B17AA-2F1A-EAE8-9858-28109F9E8E4C}"/>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59" name="グループ化 258">
            <a:extLst>
              <a:ext uri="{FF2B5EF4-FFF2-40B4-BE49-F238E27FC236}">
                <a16:creationId xmlns:a16="http://schemas.microsoft.com/office/drawing/2014/main" id="{C0108138-D146-239E-B74E-EED3160C4EC6}"/>
              </a:ext>
            </a:extLst>
          </p:cNvPr>
          <p:cNvGrpSpPr/>
          <p:nvPr/>
        </p:nvGrpSpPr>
        <p:grpSpPr>
          <a:xfrm>
            <a:off x="3405968" y="3854579"/>
            <a:ext cx="888261" cy="654696"/>
            <a:chOff x="519830" y="3162196"/>
            <a:chExt cx="748799" cy="551905"/>
          </a:xfrm>
        </p:grpSpPr>
        <p:sp>
          <p:nvSpPr>
            <p:cNvPr id="260" name="ハート 259">
              <a:extLst>
                <a:ext uri="{FF2B5EF4-FFF2-40B4-BE49-F238E27FC236}">
                  <a16:creationId xmlns:a16="http://schemas.microsoft.com/office/drawing/2014/main" id="{9F905336-22A4-E12E-C67F-89309E621CE2}"/>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61" name="テキスト ボックス 260">
              <a:extLst>
                <a:ext uri="{FF2B5EF4-FFF2-40B4-BE49-F238E27FC236}">
                  <a16:creationId xmlns:a16="http://schemas.microsoft.com/office/drawing/2014/main" id="{032142AE-BF49-78CF-D0DB-37D6B007ACD3}"/>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62" name="グループ化 261">
            <a:extLst>
              <a:ext uri="{FF2B5EF4-FFF2-40B4-BE49-F238E27FC236}">
                <a16:creationId xmlns:a16="http://schemas.microsoft.com/office/drawing/2014/main" id="{06B72411-0A64-002D-8C35-F2951692242D}"/>
              </a:ext>
            </a:extLst>
          </p:cNvPr>
          <p:cNvGrpSpPr/>
          <p:nvPr/>
        </p:nvGrpSpPr>
        <p:grpSpPr>
          <a:xfrm>
            <a:off x="3405968" y="4568889"/>
            <a:ext cx="888261" cy="654696"/>
            <a:chOff x="519830" y="3162196"/>
            <a:chExt cx="748799" cy="551905"/>
          </a:xfrm>
        </p:grpSpPr>
        <p:sp>
          <p:nvSpPr>
            <p:cNvPr id="263" name="ハート 262">
              <a:extLst>
                <a:ext uri="{FF2B5EF4-FFF2-40B4-BE49-F238E27FC236}">
                  <a16:creationId xmlns:a16="http://schemas.microsoft.com/office/drawing/2014/main" id="{9DA24595-733E-6FE6-3EBA-839B91E259B3}"/>
                </a:ext>
              </a:extLst>
            </p:cNvPr>
            <p:cNvSpPr/>
            <p:nvPr/>
          </p:nvSpPr>
          <p:spPr>
            <a:xfrm>
              <a:off x="618278" y="3162196"/>
              <a:ext cx="551905" cy="551905"/>
            </a:xfrm>
            <a:prstGeom prst="heart">
              <a:avLst/>
            </a:prstGeom>
            <a:gradFill>
              <a:gsLst>
                <a:gs pos="5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64" name="テキスト ボックス 263">
              <a:extLst>
                <a:ext uri="{FF2B5EF4-FFF2-40B4-BE49-F238E27FC236}">
                  <a16:creationId xmlns:a16="http://schemas.microsoft.com/office/drawing/2014/main" id="{F9CDF844-E134-FB19-143B-1670E0FC4060}"/>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65" name="グループ化 264">
            <a:extLst>
              <a:ext uri="{FF2B5EF4-FFF2-40B4-BE49-F238E27FC236}">
                <a16:creationId xmlns:a16="http://schemas.microsoft.com/office/drawing/2014/main" id="{10341E89-9439-5E5A-59AB-75643E63AABD}"/>
              </a:ext>
            </a:extLst>
          </p:cNvPr>
          <p:cNvGrpSpPr/>
          <p:nvPr/>
        </p:nvGrpSpPr>
        <p:grpSpPr>
          <a:xfrm>
            <a:off x="3405968" y="5299009"/>
            <a:ext cx="888261" cy="654696"/>
            <a:chOff x="519830" y="3162196"/>
            <a:chExt cx="748799" cy="551905"/>
          </a:xfrm>
        </p:grpSpPr>
        <p:sp>
          <p:nvSpPr>
            <p:cNvPr id="266" name="ハート 265">
              <a:extLst>
                <a:ext uri="{FF2B5EF4-FFF2-40B4-BE49-F238E27FC236}">
                  <a16:creationId xmlns:a16="http://schemas.microsoft.com/office/drawing/2014/main" id="{2C02363A-154C-EF94-A65E-DD58ED4AA11A}"/>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67" name="テキスト ボックス 266">
              <a:extLst>
                <a:ext uri="{FF2B5EF4-FFF2-40B4-BE49-F238E27FC236}">
                  <a16:creationId xmlns:a16="http://schemas.microsoft.com/office/drawing/2014/main" id="{B47D5E43-E1A9-4D04-358B-85E344BCBB45}"/>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98" name="グループ化 97">
            <a:extLst>
              <a:ext uri="{FF2B5EF4-FFF2-40B4-BE49-F238E27FC236}">
                <a16:creationId xmlns:a16="http://schemas.microsoft.com/office/drawing/2014/main" id="{327FD2FE-CA10-5593-D0C6-147DABEBA725}"/>
              </a:ext>
            </a:extLst>
          </p:cNvPr>
          <p:cNvGrpSpPr/>
          <p:nvPr/>
        </p:nvGrpSpPr>
        <p:grpSpPr>
          <a:xfrm>
            <a:off x="4687028" y="3177491"/>
            <a:ext cx="377850" cy="635617"/>
            <a:chOff x="4659035" y="3205484"/>
            <a:chExt cx="377850" cy="635617"/>
          </a:xfrm>
        </p:grpSpPr>
        <p:sp>
          <p:nvSpPr>
            <p:cNvPr id="11" name="楕円 10">
              <a:extLst>
                <a:ext uri="{FF2B5EF4-FFF2-40B4-BE49-F238E27FC236}">
                  <a16:creationId xmlns:a16="http://schemas.microsoft.com/office/drawing/2014/main" id="{A96AA576-1171-28AB-97CB-317D571ACEE5}"/>
                </a:ext>
              </a:extLst>
            </p:cNvPr>
            <p:cNvSpPr/>
            <p:nvPr/>
          </p:nvSpPr>
          <p:spPr>
            <a:xfrm>
              <a:off x="4659035" y="36552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12" name="楕円 11">
              <a:extLst>
                <a:ext uri="{FF2B5EF4-FFF2-40B4-BE49-F238E27FC236}">
                  <a16:creationId xmlns:a16="http://schemas.microsoft.com/office/drawing/2014/main" id="{30FC8B93-56C6-408A-427A-16B2DCABEF56}"/>
                </a:ext>
              </a:extLst>
            </p:cNvPr>
            <p:cNvSpPr/>
            <p:nvPr/>
          </p:nvSpPr>
          <p:spPr>
            <a:xfrm>
              <a:off x="4795907" y="344447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14" name="楕円 13">
              <a:extLst>
                <a:ext uri="{FF2B5EF4-FFF2-40B4-BE49-F238E27FC236}">
                  <a16:creationId xmlns:a16="http://schemas.microsoft.com/office/drawing/2014/main" id="{1256AEFD-B582-0A90-18D9-6B5DE9CD9D5F}"/>
                </a:ext>
              </a:extLst>
            </p:cNvPr>
            <p:cNvSpPr/>
            <p:nvPr/>
          </p:nvSpPr>
          <p:spPr>
            <a:xfrm>
              <a:off x="4837789" y="320548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grpSp>
        <p:nvGrpSpPr>
          <p:cNvPr id="20" name="グループ化 19">
            <a:extLst>
              <a:ext uri="{FF2B5EF4-FFF2-40B4-BE49-F238E27FC236}">
                <a16:creationId xmlns:a16="http://schemas.microsoft.com/office/drawing/2014/main" id="{D84D5B6E-50D6-75D6-8AE9-CAAD35F40F25}"/>
              </a:ext>
            </a:extLst>
          </p:cNvPr>
          <p:cNvGrpSpPr/>
          <p:nvPr/>
        </p:nvGrpSpPr>
        <p:grpSpPr>
          <a:xfrm>
            <a:off x="4058449" y="3879977"/>
            <a:ext cx="377850" cy="635617"/>
            <a:chOff x="4811435" y="3357884"/>
            <a:chExt cx="377850" cy="635617"/>
          </a:xfrm>
        </p:grpSpPr>
        <p:sp>
          <p:nvSpPr>
            <p:cNvPr id="16" name="楕円 15">
              <a:extLst>
                <a:ext uri="{FF2B5EF4-FFF2-40B4-BE49-F238E27FC236}">
                  <a16:creationId xmlns:a16="http://schemas.microsoft.com/office/drawing/2014/main" id="{B7AC421B-2A4A-A0DE-4D2B-D1477231DDCB}"/>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17" name="楕円 16">
              <a:extLst>
                <a:ext uri="{FF2B5EF4-FFF2-40B4-BE49-F238E27FC236}">
                  <a16:creationId xmlns:a16="http://schemas.microsoft.com/office/drawing/2014/main" id="{030176DD-C5AB-84A5-CF29-306E70FF56CB}"/>
                </a:ext>
              </a:extLst>
            </p:cNvPr>
            <p:cNvSpPr/>
            <p:nvPr/>
          </p:nvSpPr>
          <p:spPr>
            <a:xfrm>
              <a:off x="4948307" y="359687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18" name="楕円 17">
              <a:extLst>
                <a:ext uri="{FF2B5EF4-FFF2-40B4-BE49-F238E27FC236}">
                  <a16:creationId xmlns:a16="http://schemas.microsoft.com/office/drawing/2014/main" id="{C94DBC84-3F12-A602-1396-F9896208A046}"/>
                </a:ext>
              </a:extLst>
            </p:cNvPr>
            <p:cNvSpPr/>
            <p:nvPr/>
          </p:nvSpPr>
          <p:spPr>
            <a:xfrm>
              <a:off x="4990189" y="335788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sp>
        <p:nvSpPr>
          <p:cNvPr id="23" name="楕円 22">
            <a:extLst>
              <a:ext uri="{FF2B5EF4-FFF2-40B4-BE49-F238E27FC236}">
                <a16:creationId xmlns:a16="http://schemas.microsoft.com/office/drawing/2014/main" id="{3DA308CB-A44F-655E-5E2E-AF08B641823C}"/>
              </a:ext>
            </a:extLst>
          </p:cNvPr>
          <p:cNvSpPr/>
          <p:nvPr/>
        </p:nvSpPr>
        <p:spPr>
          <a:xfrm>
            <a:off x="4058449" y="5063902"/>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nvGrpSpPr>
          <p:cNvPr id="26" name="グループ化 25">
            <a:extLst>
              <a:ext uri="{FF2B5EF4-FFF2-40B4-BE49-F238E27FC236}">
                <a16:creationId xmlns:a16="http://schemas.microsoft.com/office/drawing/2014/main" id="{F391D1F3-3F8D-A06C-2269-98699D079086}"/>
              </a:ext>
            </a:extLst>
          </p:cNvPr>
          <p:cNvGrpSpPr/>
          <p:nvPr/>
        </p:nvGrpSpPr>
        <p:grpSpPr>
          <a:xfrm>
            <a:off x="4058449" y="5587328"/>
            <a:ext cx="335968" cy="396627"/>
            <a:chOff x="4811435" y="3596874"/>
            <a:chExt cx="335968" cy="396627"/>
          </a:xfrm>
        </p:grpSpPr>
        <p:sp>
          <p:nvSpPr>
            <p:cNvPr id="27" name="楕円 26">
              <a:extLst>
                <a:ext uri="{FF2B5EF4-FFF2-40B4-BE49-F238E27FC236}">
                  <a16:creationId xmlns:a16="http://schemas.microsoft.com/office/drawing/2014/main" id="{DDDB9E2E-AACA-0B5E-54BE-D842AA1CE1F2}"/>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29" name="楕円 28">
              <a:extLst>
                <a:ext uri="{FF2B5EF4-FFF2-40B4-BE49-F238E27FC236}">
                  <a16:creationId xmlns:a16="http://schemas.microsoft.com/office/drawing/2014/main" id="{C12C257F-545A-E804-06A7-99324A9EAF23}"/>
                </a:ext>
              </a:extLst>
            </p:cNvPr>
            <p:cNvSpPr/>
            <p:nvPr/>
          </p:nvSpPr>
          <p:spPr>
            <a:xfrm>
              <a:off x="4948307" y="359687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sp>
        <p:nvSpPr>
          <p:cNvPr id="35" name="楕円 34">
            <a:extLst>
              <a:ext uri="{FF2B5EF4-FFF2-40B4-BE49-F238E27FC236}">
                <a16:creationId xmlns:a16="http://schemas.microsoft.com/office/drawing/2014/main" id="{9AC99BA2-4B77-F654-A12E-55F490BA3647}"/>
              </a:ext>
            </a:extLst>
          </p:cNvPr>
          <p:cNvSpPr/>
          <p:nvPr/>
        </p:nvSpPr>
        <p:spPr>
          <a:xfrm>
            <a:off x="4061957" y="1401468"/>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nvGrpSpPr>
          <p:cNvPr id="88" name="グループ化 87">
            <a:extLst>
              <a:ext uri="{FF2B5EF4-FFF2-40B4-BE49-F238E27FC236}">
                <a16:creationId xmlns:a16="http://schemas.microsoft.com/office/drawing/2014/main" id="{62ECB59D-8581-8900-9CA3-B75975B0437C}"/>
              </a:ext>
            </a:extLst>
          </p:cNvPr>
          <p:cNvGrpSpPr/>
          <p:nvPr/>
        </p:nvGrpSpPr>
        <p:grpSpPr>
          <a:xfrm>
            <a:off x="4061957" y="1685903"/>
            <a:ext cx="377850" cy="635617"/>
            <a:chOff x="4811435" y="3357884"/>
            <a:chExt cx="377850" cy="635617"/>
          </a:xfrm>
        </p:grpSpPr>
        <p:sp>
          <p:nvSpPr>
            <p:cNvPr id="89" name="楕円 88">
              <a:extLst>
                <a:ext uri="{FF2B5EF4-FFF2-40B4-BE49-F238E27FC236}">
                  <a16:creationId xmlns:a16="http://schemas.microsoft.com/office/drawing/2014/main" id="{9E1F3071-DE87-C159-82B9-1ADE64079BAB}"/>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92" name="楕円 91">
              <a:extLst>
                <a:ext uri="{FF2B5EF4-FFF2-40B4-BE49-F238E27FC236}">
                  <a16:creationId xmlns:a16="http://schemas.microsoft.com/office/drawing/2014/main" id="{AB4B7333-1F8A-0578-8510-E45A98A23413}"/>
                </a:ext>
              </a:extLst>
            </p:cNvPr>
            <p:cNvSpPr/>
            <p:nvPr/>
          </p:nvSpPr>
          <p:spPr>
            <a:xfrm>
              <a:off x="4948307" y="359687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93" name="楕円 92">
              <a:extLst>
                <a:ext uri="{FF2B5EF4-FFF2-40B4-BE49-F238E27FC236}">
                  <a16:creationId xmlns:a16="http://schemas.microsoft.com/office/drawing/2014/main" id="{5B68AD17-701F-703F-ECEF-A75A7C0EA0CE}"/>
                </a:ext>
              </a:extLst>
            </p:cNvPr>
            <p:cNvSpPr/>
            <p:nvPr/>
          </p:nvSpPr>
          <p:spPr>
            <a:xfrm>
              <a:off x="4990189" y="335788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grpSp>
        <p:nvGrpSpPr>
          <p:cNvPr id="94" name="グループ化 93">
            <a:extLst>
              <a:ext uri="{FF2B5EF4-FFF2-40B4-BE49-F238E27FC236}">
                <a16:creationId xmlns:a16="http://schemas.microsoft.com/office/drawing/2014/main" id="{3614B6B6-951D-E041-DF4B-79C017B17C0F}"/>
              </a:ext>
            </a:extLst>
          </p:cNvPr>
          <p:cNvGrpSpPr/>
          <p:nvPr/>
        </p:nvGrpSpPr>
        <p:grpSpPr>
          <a:xfrm>
            <a:off x="4061957" y="2659074"/>
            <a:ext cx="335968" cy="396627"/>
            <a:chOff x="4811435" y="3596874"/>
            <a:chExt cx="335968" cy="396627"/>
          </a:xfrm>
        </p:grpSpPr>
        <p:sp>
          <p:nvSpPr>
            <p:cNvPr id="95" name="楕円 94">
              <a:extLst>
                <a:ext uri="{FF2B5EF4-FFF2-40B4-BE49-F238E27FC236}">
                  <a16:creationId xmlns:a16="http://schemas.microsoft.com/office/drawing/2014/main" id="{89B19A6F-890C-6098-6395-C9460607E887}"/>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96" name="楕円 95">
              <a:extLst>
                <a:ext uri="{FF2B5EF4-FFF2-40B4-BE49-F238E27FC236}">
                  <a16:creationId xmlns:a16="http://schemas.microsoft.com/office/drawing/2014/main" id="{643821A5-2072-C08C-D359-7F0F3F7C6777}"/>
                </a:ext>
              </a:extLst>
            </p:cNvPr>
            <p:cNvSpPr/>
            <p:nvPr/>
          </p:nvSpPr>
          <p:spPr>
            <a:xfrm>
              <a:off x="4948307" y="359687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grpSp>
        <p:nvGrpSpPr>
          <p:cNvPr id="4" name="グループ化 3">
            <a:extLst>
              <a:ext uri="{FF2B5EF4-FFF2-40B4-BE49-F238E27FC236}">
                <a16:creationId xmlns:a16="http://schemas.microsoft.com/office/drawing/2014/main" id="{9279C65B-695C-7DF6-0256-63E399FC13C0}"/>
              </a:ext>
            </a:extLst>
          </p:cNvPr>
          <p:cNvGrpSpPr/>
          <p:nvPr/>
        </p:nvGrpSpPr>
        <p:grpSpPr>
          <a:xfrm>
            <a:off x="2209889" y="4943475"/>
            <a:ext cx="4022675" cy="999461"/>
            <a:chOff x="2209889" y="4943475"/>
            <a:chExt cx="4022675" cy="999461"/>
          </a:xfrm>
        </p:grpSpPr>
        <p:sp>
          <p:nvSpPr>
            <p:cNvPr id="21" name="四角形: 角を丸くする 20">
              <a:extLst>
                <a:ext uri="{FF2B5EF4-FFF2-40B4-BE49-F238E27FC236}">
                  <a16:creationId xmlns:a16="http://schemas.microsoft.com/office/drawing/2014/main" id="{6A19B587-E99D-1AF8-E084-3C78B554CEBE}"/>
                </a:ext>
              </a:extLst>
            </p:cNvPr>
            <p:cNvSpPr/>
            <p:nvPr/>
          </p:nvSpPr>
          <p:spPr>
            <a:xfrm>
              <a:off x="2209889" y="4943475"/>
              <a:ext cx="4022675" cy="999461"/>
            </a:xfrm>
            <a:prstGeom prst="roundRect">
              <a:avLst/>
            </a:prstGeom>
            <a:ln>
              <a:solidFill>
                <a:srgbClr val="CC66FF"/>
              </a:solidFill>
            </a:ln>
          </p:spPr>
          <p:style>
            <a:lnRef idx="2">
              <a:schemeClr val="dk1">
                <a:shade val="15000"/>
              </a:schemeClr>
            </a:lnRef>
            <a:fillRef idx="1">
              <a:schemeClr val="dk1"/>
            </a:fillRef>
            <a:effectRef idx="0">
              <a:schemeClr val="dk1"/>
            </a:effectRef>
            <a:fontRef idx="minor">
              <a:schemeClr val="lt1"/>
            </a:fontRef>
          </p:style>
          <p:txBody>
            <a:bodyPr rtlCol="0" anchor="ctr"/>
            <a:lstStyle/>
            <a:p>
              <a:endParaRPr kumimoji="1" lang="ja-JP" altLang="en-US" sz="2800" dirty="0">
                <a:latin typeface="BIZ UDP明朝 Medium" panose="02020500000000000000" pitchFamily="18" charset="-128"/>
                <a:ea typeface="BIZ UDP明朝 Medium" panose="02020500000000000000" pitchFamily="18" charset="-128"/>
              </a:endParaRPr>
            </a:p>
          </p:txBody>
        </p:sp>
        <p:sp>
          <p:nvSpPr>
            <p:cNvPr id="24" name="テキスト ボックス 23">
              <a:extLst>
                <a:ext uri="{FF2B5EF4-FFF2-40B4-BE49-F238E27FC236}">
                  <a16:creationId xmlns:a16="http://schemas.microsoft.com/office/drawing/2014/main" id="{710D98DF-A7FA-3D4B-E842-1FBAD276FD25}"/>
                </a:ext>
              </a:extLst>
            </p:cNvPr>
            <p:cNvSpPr txBox="1"/>
            <p:nvPr/>
          </p:nvSpPr>
          <p:spPr>
            <a:xfrm>
              <a:off x="3655825" y="5242259"/>
              <a:ext cx="2385589" cy="400110"/>
            </a:xfrm>
            <a:prstGeom prst="rect">
              <a:avLst/>
            </a:prstGeom>
            <a:noFill/>
          </p:spPr>
          <p:txBody>
            <a:bodyPr wrap="none" rtlCol="0">
              <a:spAutoFit/>
            </a:bodyPr>
            <a:lstStyle/>
            <a:p>
              <a:r>
                <a:rPr kumimoji="1" lang="ja-JP" altLang="en-US" sz="2000" b="1" dirty="0">
                  <a:solidFill>
                    <a:schemeClr val="bg1">
                      <a:lumMod val="95000"/>
                    </a:schemeClr>
                  </a:solidFill>
                  <a:latin typeface="BIZ UDP明朝 Medium" panose="02020500000000000000" pitchFamily="18" charset="-128"/>
                  <a:ea typeface="BIZ UDP明朝 Medium" panose="02020500000000000000" pitchFamily="18" charset="-128"/>
                </a:rPr>
                <a:t>敵</a:t>
              </a:r>
              <a:r>
                <a:rPr kumimoji="1" lang="en-US" altLang="ja-JP" sz="2000" b="1" dirty="0">
                  <a:solidFill>
                    <a:schemeClr val="bg1">
                      <a:lumMod val="95000"/>
                    </a:schemeClr>
                  </a:solidFill>
                  <a:latin typeface="BIZ UDP明朝 Medium" panose="02020500000000000000" pitchFamily="18" charset="-128"/>
                  <a:ea typeface="BIZ UDP明朝 Medium" panose="02020500000000000000" pitchFamily="18" charset="-128"/>
                </a:rPr>
                <a:t>3</a:t>
              </a:r>
              <a:r>
                <a:rPr kumimoji="1" lang="ja-JP" altLang="en-US" sz="2000" b="1" dirty="0">
                  <a:solidFill>
                    <a:schemeClr val="bg1">
                      <a:lumMod val="95000"/>
                    </a:schemeClr>
                  </a:solidFill>
                  <a:latin typeface="BIZ UDP明朝 Medium" panose="02020500000000000000" pitchFamily="18" charset="-128"/>
                  <a:ea typeface="BIZ UDP明朝 Medium" panose="02020500000000000000" pitchFamily="18" charset="-128"/>
                </a:rPr>
                <a:t>体に中威力攻撃</a:t>
              </a:r>
            </a:p>
          </p:txBody>
        </p:sp>
        <p:grpSp>
          <p:nvGrpSpPr>
            <p:cNvPr id="25" name="グループ化 24">
              <a:extLst>
                <a:ext uri="{FF2B5EF4-FFF2-40B4-BE49-F238E27FC236}">
                  <a16:creationId xmlns:a16="http://schemas.microsoft.com/office/drawing/2014/main" id="{CE8DA557-94F9-6510-C30F-026EFEBF209A}"/>
                </a:ext>
              </a:extLst>
            </p:cNvPr>
            <p:cNvGrpSpPr/>
            <p:nvPr/>
          </p:nvGrpSpPr>
          <p:grpSpPr>
            <a:xfrm>
              <a:off x="2341393" y="5040743"/>
              <a:ext cx="2015331" cy="684955"/>
              <a:chOff x="2341393" y="5180704"/>
              <a:chExt cx="2015331" cy="684955"/>
            </a:xfrm>
          </p:grpSpPr>
          <p:sp>
            <p:nvSpPr>
              <p:cNvPr id="32" name="テキスト ボックス 31">
                <a:extLst>
                  <a:ext uri="{FF2B5EF4-FFF2-40B4-BE49-F238E27FC236}">
                    <a16:creationId xmlns:a16="http://schemas.microsoft.com/office/drawing/2014/main" id="{6546C82F-D8B6-C7F9-96A8-E1C0F5BC305F}"/>
                  </a:ext>
                </a:extLst>
              </p:cNvPr>
              <p:cNvSpPr txBox="1"/>
              <p:nvPr/>
            </p:nvSpPr>
            <p:spPr>
              <a:xfrm>
                <a:off x="2341393" y="5180704"/>
                <a:ext cx="2015331" cy="523220"/>
              </a:xfrm>
              <a:prstGeom prst="rect">
                <a:avLst/>
              </a:prstGeom>
              <a:noFill/>
            </p:spPr>
            <p:txBody>
              <a:bodyPr wrap="square">
                <a:spAutoFit/>
              </a:bodyPr>
              <a:lstStyle/>
              <a:p>
                <a:r>
                  <a:rPr kumimoji="1" lang="ja-JP" altLang="en-US" sz="2800" dirty="0">
                    <a:solidFill>
                      <a:srgbClr val="CC66FF"/>
                    </a:solidFill>
                    <a:latin typeface="BIZ UDP明朝 Medium" panose="02020500000000000000" pitchFamily="18" charset="-128"/>
                    <a:ea typeface="BIZ UDP明朝 Medium" panose="02020500000000000000" pitchFamily="18" charset="-128"/>
                  </a:rPr>
                  <a:t>スキル</a:t>
                </a:r>
              </a:p>
            </p:txBody>
          </p:sp>
          <p:grpSp>
            <p:nvGrpSpPr>
              <p:cNvPr id="33" name="グループ化 32">
                <a:extLst>
                  <a:ext uri="{FF2B5EF4-FFF2-40B4-BE49-F238E27FC236}">
                    <a16:creationId xmlns:a16="http://schemas.microsoft.com/office/drawing/2014/main" id="{5F4DFD93-3BAD-D9C1-209C-7128CE1C88FA}"/>
                  </a:ext>
                </a:extLst>
              </p:cNvPr>
              <p:cNvGrpSpPr/>
              <p:nvPr/>
            </p:nvGrpSpPr>
            <p:grpSpPr>
              <a:xfrm>
                <a:off x="2453923" y="5679787"/>
                <a:ext cx="732508" cy="185872"/>
                <a:chOff x="2453923" y="5679787"/>
                <a:chExt cx="732508" cy="185872"/>
              </a:xfrm>
            </p:grpSpPr>
            <p:sp>
              <p:nvSpPr>
                <p:cNvPr id="43" name="楕円 42">
                  <a:extLst>
                    <a:ext uri="{FF2B5EF4-FFF2-40B4-BE49-F238E27FC236}">
                      <a16:creationId xmlns:a16="http://schemas.microsoft.com/office/drawing/2014/main" id="{BC259A5C-6843-2EFC-AD82-F73A52397E14}"/>
                    </a:ext>
                  </a:extLst>
                </p:cNvPr>
                <p:cNvSpPr/>
                <p:nvPr/>
              </p:nvSpPr>
              <p:spPr>
                <a:xfrm>
                  <a:off x="2453923" y="5679787"/>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79" name="楕円 78">
                  <a:extLst>
                    <a:ext uri="{FF2B5EF4-FFF2-40B4-BE49-F238E27FC236}">
                      <a16:creationId xmlns:a16="http://schemas.microsoft.com/office/drawing/2014/main" id="{7C5B1EBE-9252-9846-A1EE-8707E4D40CA3}"/>
                    </a:ext>
                  </a:extLst>
                </p:cNvPr>
                <p:cNvSpPr/>
                <p:nvPr/>
              </p:nvSpPr>
              <p:spPr>
                <a:xfrm>
                  <a:off x="2720629" y="5679787"/>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97" name="楕円 96">
                  <a:extLst>
                    <a:ext uri="{FF2B5EF4-FFF2-40B4-BE49-F238E27FC236}">
                      <a16:creationId xmlns:a16="http://schemas.microsoft.com/office/drawing/2014/main" id="{54F5EA72-9740-5D8E-A9DD-E8EE93A49236}"/>
                    </a:ext>
                  </a:extLst>
                </p:cNvPr>
                <p:cNvSpPr/>
                <p:nvPr/>
              </p:nvSpPr>
              <p:spPr>
                <a:xfrm>
                  <a:off x="2987335" y="5679787"/>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grpSp>
      </p:grpSp>
      <p:grpSp>
        <p:nvGrpSpPr>
          <p:cNvPr id="99" name="グループ化 98">
            <a:extLst>
              <a:ext uri="{FF2B5EF4-FFF2-40B4-BE49-F238E27FC236}">
                <a16:creationId xmlns:a16="http://schemas.microsoft.com/office/drawing/2014/main" id="{D7FA65EE-B370-BDF9-3B8B-EDD80058E0D3}"/>
              </a:ext>
            </a:extLst>
          </p:cNvPr>
          <p:cNvGrpSpPr/>
          <p:nvPr/>
        </p:nvGrpSpPr>
        <p:grpSpPr>
          <a:xfrm>
            <a:off x="8962119" y="905845"/>
            <a:ext cx="2561811" cy="5035298"/>
            <a:chOff x="8962119" y="905845"/>
            <a:chExt cx="2561811" cy="5035298"/>
          </a:xfrm>
        </p:grpSpPr>
        <p:grpSp>
          <p:nvGrpSpPr>
            <p:cNvPr id="100" name="グループ化 99">
              <a:extLst>
                <a:ext uri="{FF2B5EF4-FFF2-40B4-BE49-F238E27FC236}">
                  <a16:creationId xmlns:a16="http://schemas.microsoft.com/office/drawing/2014/main" id="{18654C8C-5076-AE0F-3647-5B04B5D0DFD2}"/>
                </a:ext>
              </a:extLst>
            </p:cNvPr>
            <p:cNvGrpSpPr/>
            <p:nvPr/>
          </p:nvGrpSpPr>
          <p:grpSpPr>
            <a:xfrm>
              <a:off x="8962119" y="905845"/>
              <a:ext cx="2561811" cy="632926"/>
              <a:chOff x="8957885" y="4574183"/>
              <a:chExt cx="2561811" cy="632926"/>
            </a:xfrm>
          </p:grpSpPr>
          <p:sp>
            <p:nvSpPr>
              <p:cNvPr id="189" name="楕円 188">
                <a:extLst>
                  <a:ext uri="{FF2B5EF4-FFF2-40B4-BE49-F238E27FC236}">
                    <a16:creationId xmlns:a16="http://schemas.microsoft.com/office/drawing/2014/main" id="{334BFD47-27D7-EE06-A96B-741412101D68}"/>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90" name="四角形: 角を丸くする 189">
                <a:extLst>
                  <a:ext uri="{FF2B5EF4-FFF2-40B4-BE49-F238E27FC236}">
                    <a16:creationId xmlns:a16="http://schemas.microsoft.com/office/drawing/2014/main" id="{074F80A7-43BF-7824-30A2-663F69E56539}"/>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91" name="グループ化 190">
                <a:extLst>
                  <a:ext uri="{FF2B5EF4-FFF2-40B4-BE49-F238E27FC236}">
                    <a16:creationId xmlns:a16="http://schemas.microsoft.com/office/drawing/2014/main" id="{9B9C862A-CB6F-F9C1-D75F-F8B138A83397}"/>
                  </a:ext>
                </a:extLst>
              </p:cNvPr>
              <p:cNvGrpSpPr/>
              <p:nvPr/>
            </p:nvGrpSpPr>
            <p:grpSpPr>
              <a:xfrm>
                <a:off x="9498429" y="4598805"/>
                <a:ext cx="1505416" cy="601824"/>
                <a:chOff x="1980734" y="3149081"/>
                <a:chExt cx="1505416" cy="601824"/>
              </a:xfrm>
            </p:grpSpPr>
            <p:sp>
              <p:nvSpPr>
                <p:cNvPr id="192" name="楕円 191">
                  <a:extLst>
                    <a:ext uri="{FF2B5EF4-FFF2-40B4-BE49-F238E27FC236}">
                      <a16:creationId xmlns:a16="http://schemas.microsoft.com/office/drawing/2014/main" id="{DDF25FA0-28B2-D04A-E863-BC3940FD44BF}"/>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93" name="グループ化 192">
                  <a:extLst>
                    <a:ext uri="{FF2B5EF4-FFF2-40B4-BE49-F238E27FC236}">
                      <a16:creationId xmlns:a16="http://schemas.microsoft.com/office/drawing/2014/main" id="{1989BAD7-D9F2-FD87-FEB6-395F01E9E806}"/>
                    </a:ext>
                  </a:extLst>
                </p:cNvPr>
                <p:cNvGrpSpPr/>
                <p:nvPr/>
              </p:nvGrpSpPr>
              <p:grpSpPr>
                <a:xfrm>
                  <a:off x="1980734" y="3175652"/>
                  <a:ext cx="1505416" cy="575253"/>
                  <a:chOff x="1980734" y="3175652"/>
                  <a:chExt cx="1505416" cy="575253"/>
                </a:xfrm>
              </p:grpSpPr>
              <p:grpSp>
                <p:nvGrpSpPr>
                  <p:cNvPr id="194" name="グループ化 193">
                    <a:extLst>
                      <a:ext uri="{FF2B5EF4-FFF2-40B4-BE49-F238E27FC236}">
                        <a16:creationId xmlns:a16="http://schemas.microsoft.com/office/drawing/2014/main" id="{D1FB0CFE-D1F8-8608-91A9-6404D1F5985A}"/>
                      </a:ext>
                    </a:extLst>
                  </p:cNvPr>
                  <p:cNvGrpSpPr/>
                  <p:nvPr/>
                </p:nvGrpSpPr>
                <p:grpSpPr>
                  <a:xfrm>
                    <a:off x="1980734" y="3473931"/>
                    <a:ext cx="1505416" cy="276974"/>
                    <a:chOff x="4194668" y="3607669"/>
                    <a:chExt cx="1105960" cy="276974"/>
                  </a:xfrm>
                </p:grpSpPr>
                <p:sp>
                  <p:nvSpPr>
                    <p:cNvPr id="196" name="四角形: 角を丸くする 195">
                      <a:extLst>
                        <a:ext uri="{FF2B5EF4-FFF2-40B4-BE49-F238E27FC236}">
                          <a16:creationId xmlns:a16="http://schemas.microsoft.com/office/drawing/2014/main" id="{29BB3E67-0D25-A485-6F0C-13B5364ACE75}"/>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40" name="図 239">
                      <a:extLst>
                        <a:ext uri="{FF2B5EF4-FFF2-40B4-BE49-F238E27FC236}">
                          <a16:creationId xmlns:a16="http://schemas.microsoft.com/office/drawing/2014/main" id="{BA7A45DB-412A-9CB2-0E10-233DC810A8F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95" name="テキスト ボックス 194">
                    <a:extLst>
                      <a:ext uri="{FF2B5EF4-FFF2-40B4-BE49-F238E27FC236}">
                        <a16:creationId xmlns:a16="http://schemas.microsoft.com/office/drawing/2014/main" id="{E8108628-7020-1BB9-5162-EB83C865D76E}"/>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01" name="グループ化 100">
              <a:extLst>
                <a:ext uri="{FF2B5EF4-FFF2-40B4-BE49-F238E27FC236}">
                  <a16:creationId xmlns:a16="http://schemas.microsoft.com/office/drawing/2014/main" id="{63283D3F-535A-758A-D928-CAAAA659940E}"/>
                </a:ext>
              </a:extLst>
            </p:cNvPr>
            <p:cNvGrpSpPr/>
            <p:nvPr/>
          </p:nvGrpSpPr>
          <p:grpSpPr>
            <a:xfrm>
              <a:off x="8962119" y="5308217"/>
              <a:ext cx="2561811" cy="632926"/>
              <a:chOff x="8957885" y="4574183"/>
              <a:chExt cx="2561811" cy="632926"/>
            </a:xfrm>
          </p:grpSpPr>
          <p:sp>
            <p:nvSpPr>
              <p:cNvPr id="160" name="楕円 159">
                <a:extLst>
                  <a:ext uri="{FF2B5EF4-FFF2-40B4-BE49-F238E27FC236}">
                    <a16:creationId xmlns:a16="http://schemas.microsoft.com/office/drawing/2014/main" id="{4C5E6AB1-5443-CB92-1F63-CA57A3AC34CD}"/>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61" name="四角形: 角を丸くする 160">
                <a:extLst>
                  <a:ext uri="{FF2B5EF4-FFF2-40B4-BE49-F238E27FC236}">
                    <a16:creationId xmlns:a16="http://schemas.microsoft.com/office/drawing/2014/main" id="{F1139426-705C-1689-A47B-80735318E4D6}"/>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73" name="グループ化 172">
                <a:extLst>
                  <a:ext uri="{FF2B5EF4-FFF2-40B4-BE49-F238E27FC236}">
                    <a16:creationId xmlns:a16="http://schemas.microsoft.com/office/drawing/2014/main" id="{1929AFB5-E31B-8350-69C7-7C3DF4C8690E}"/>
                  </a:ext>
                </a:extLst>
              </p:cNvPr>
              <p:cNvGrpSpPr/>
              <p:nvPr/>
            </p:nvGrpSpPr>
            <p:grpSpPr>
              <a:xfrm>
                <a:off x="9498429" y="4598805"/>
                <a:ext cx="1505416" cy="601824"/>
                <a:chOff x="1980734" y="3149081"/>
                <a:chExt cx="1505416" cy="601824"/>
              </a:xfrm>
            </p:grpSpPr>
            <p:sp>
              <p:nvSpPr>
                <p:cNvPr id="177" name="楕円 176">
                  <a:extLst>
                    <a:ext uri="{FF2B5EF4-FFF2-40B4-BE49-F238E27FC236}">
                      <a16:creationId xmlns:a16="http://schemas.microsoft.com/office/drawing/2014/main" id="{2E22C661-942F-9946-9D77-EC7A3A7377FC}"/>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78" name="グループ化 177">
                  <a:extLst>
                    <a:ext uri="{FF2B5EF4-FFF2-40B4-BE49-F238E27FC236}">
                      <a16:creationId xmlns:a16="http://schemas.microsoft.com/office/drawing/2014/main" id="{0D7EA04B-5FA2-9D3A-B80F-EA409066D682}"/>
                    </a:ext>
                  </a:extLst>
                </p:cNvPr>
                <p:cNvGrpSpPr/>
                <p:nvPr/>
              </p:nvGrpSpPr>
              <p:grpSpPr>
                <a:xfrm>
                  <a:off x="1980734" y="3175652"/>
                  <a:ext cx="1505416" cy="575253"/>
                  <a:chOff x="1980734" y="3175652"/>
                  <a:chExt cx="1505416" cy="575253"/>
                </a:xfrm>
              </p:grpSpPr>
              <p:grpSp>
                <p:nvGrpSpPr>
                  <p:cNvPr id="182" name="グループ化 181">
                    <a:extLst>
                      <a:ext uri="{FF2B5EF4-FFF2-40B4-BE49-F238E27FC236}">
                        <a16:creationId xmlns:a16="http://schemas.microsoft.com/office/drawing/2014/main" id="{D632670D-A42C-EAD7-AB93-3D1C5F9ABA25}"/>
                      </a:ext>
                    </a:extLst>
                  </p:cNvPr>
                  <p:cNvGrpSpPr/>
                  <p:nvPr/>
                </p:nvGrpSpPr>
                <p:grpSpPr>
                  <a:xfrm>
                    <a:off x="1980734" y="3473931"/>
                    <a:ext cx="1505416" cy="276974"/>
                    <a:chOff x="4194668" y="3607669"/>
                    <a:chExt cx="1105960" cy="276974"/>
                  </a:xfrm>
                </p:grpSpPr>
                <p:sp>
                  <p:nvSpPr>
                    <p:cNvPr id="187" name="四角形: 角を丸くする 186">
                      <a:extLst>
                        <a:ext uri="{FF2B5EF4-FFF2-40B4-BE49-F238E27FC236}">
                          <a16:creationId xmlns:a16="http://schemas.microsoft.com/office/drawing/2014/main" id="{E8918913-9B27-0BDD-366B-4BBB3BBC0E29}"/>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88" name="図 187">
                      <a:extLst>
                        <a:ext uri="{FF2B5EF4-FFF2-40B4-BE49-F238E27FC236}">
                          <a16:creationId xmlns:a16="http://schemas.microsoft.com/office/drawing/2014/main" id="{EB10677A-B1F4-140B-6999-22439BEE823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84" name="テキスト ボックス 183">
                    <a:extLst>
                      <a:ext uri="{FF2B5EF4-FFF2-40B4-BE49-F238E27FC236}">
                        <a16:creationId xmlns:a16="http://schemas.microsoft.com/office/drawing/2014/main" id="{B56B9B2D-15F4-1856-5A84-E88310AC1683}"/>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02" name="グループ化 101">
              <a:extLst>
                <a:ext uri="{FF2B5EF4-FFF2-40B4-BE49-F238E27FC236}">
                  <a16:creationId xmlns:a16="http://schemas.microsoft.com/office/drawing/2014/main" id="{301C7132-ABF3-A8F8-1CE4-2090654BC55B}"/>
                </a:ext>
              </a:extLst>
            </p:cNvPr>
            <p:cNvGrpSpPr/>
            <p:nvPr/>
          </p:nvGrpSpPr>
          <p:grpSpPr>
            <a:xfrm>
              <a:off x="8962119" y="1639574"/>
              <a:ext cx="2561811" cy="632926"/>
              <a:chOff x="8957885" y="4574183"/>
              <a:chExt cx="2561811" cy="632926"/>
            </a:xfrm>
          </p:grpSpPr>
          <p:sp>
            <p:nvSpPr>
              <p:cNvPr id="148" name="楕円 147">
                <a:extLst>
                  <a:ext uri="{FF2B5EF4-FFF2-40B4-BE49-F238E27FC236}">
                    <a16:creationId xmlns:a16="http://schemas.microsoft.com/office/drawing/2014/main" id="{6DB58F9D-51E4-2020-B7B9-417242C51B19}"/>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49" name="四角形: 角を丸くする 148">
                <a:extLst>
                  <a:ext uri="{FF2B5EF4-FFF2-40B4-BE49-F238E27FC236}">
                    <a16:creationId xmlns:a16="http://schemas.microsoft.com/office/drawing/2014/main" id="{26BA0FE4-0B35-7404-B591-1E18F70CCED4}"/>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50" name="グループ化 149">
                <a:extLst>
                  <a:ext uri="{FF2B5EF4-FFF2-40B4-BE49-F238E27FC236}">
                    <a16:creationId xmlns:a16="http://schemas.microsoft.com/office/drawing/2014/main" id="{F2AB25B6-EDE7-4D82-F6F6-BB4B15E648EB}"/>
                  </a:ext>
                </a:extLst>
              </p:cNvPr>
              <p:cNvGrpSpPr/>
              <p:nvPr/>
            </p:nvGrpSpPr>
            <p:grpSpPr>
              <a:xfrm>
                <a:off x="9498429" y="4598805"/>
                <a:ext cx="1505416" cy="601824"/>
                <a:chOff x="1980734" y="3149081"/>
                <a:chExt cx="1505416" cy="601824"/>
              </a:xfrm>
            </p:grpSpPr>
            <p:sp>
              <p:nvSpPr>
                <p:cNvPr id="151" name="楕円 150">
                  <a:extLst>
                    <a:ext uri="{FF2B5EF4-FFF2-40B4-BE49-F238E27FC236}">
                      <a16:creationId xmlns:a16="http://schemas.microsoft.com/office/drawing/2014/main" id="{715E7AD8-C249-A3A2-6AE7-7B61FCC249B1}"/>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52" name="グループ化 151">
                  <a:extLst>
                    <a:ext uri="{FF2B5EF4-FFF2-40B4-BE49-F238E27FC236}">
                      <a16:creationId xmlns:a16="http://schemas.microsoft.com/office/drawing/2014/main" id="{96A19990-A4F4-8694-EB69-EE2A094AB3DD}"/>
                    </a:ext>
                  </a:extLst>
                </p:cNvPr>
                <p:cNvGrpSpPr/>
                <p:nvPr/>
              </p:nvGrpSpPr>
              <p:grpSpPr>
                <a:xfrm>
                  <a:off x="1980734" y="3175652"/>
                  <a:ext cx="1505416" cy="575253"/>
                  <a:chOff x="1980734" y="3175652"/>
                  <a:chExt cx="1505416" cy="575253"/>
                </a:xfrm>
              </p:grpSpPr>
              <p:grpSp>
                <p:nvGrpSpPr>
                  <p:cNvPr id="156" name="グループ化 155">
                    <a:extLst>
                      <a:ext uri="{FF2B5EF4-FFF2-40B4-BE49-F238E27FC236}">
                        <a16:creationId xmlns:a16="http://schemas.microsoft.com/office/drawing/2014/main" id="{6F187BE8-BC46-6FA2-ED8B-CC25994FF2BB}"/>
                      </a:ext>
                    </a:extLst>
                  </p:cNvPr>
                  <p:cNvGrpSpPr/>
                  <p:nvPr/>
                </p:nvGrpSpPr>
                <p:grpSpPr>
                  <a:xfrm>
                    <a:off x="1980734" y="3473931"/>
                    <a:ext cx="1505416" cy="276974"/>
                    <a:chOff x="4194668" y="3607669"/>
                    <a:chExt cx="1105960" cy="276974"/>
                  </a:xfrm>
                </p:grpSpPr>
                <p:sp>
                  <p:nvSpPr>
                    <p:cNvPr id="158" name="四角形: 角を丸くする 157">
                      <a:extLst>
                        <a:ext uri="{FF2B5EF4-FFF2-40B4-BE49-F238E27FC236}">
                          <a16:creationId xmlns:a16="http://schemas.microsoft.com/office/drawing/2014/main" id="{99F0C54D-AFDA-A85C-C973-0E094F25D932}"/>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59" name="図 158">
                      <a:extLst>
                        <a:ext uri="{FF2B5EF4-FFF2-40B4-BE49-F238E27FC236}">
                          <a16:creationId xmlns:a16="http://schemas.microsoft.com/office/drawing/2014/main" id="{CBE3F70B-0B09-A59C-35BC-2FAB2EA30EA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57" name="テキスト ボックス 156">
                    <a:extLst>
                      <a:ext uri="{FF2B5EF4-FFF2-40B4-BE49-F238E27FC236}">
                        <a16:creationId xmlns:a16="http://schemas.microsoft.com/office/drawing/2014/main" id="{9C694CD0-E389-D68A-A893-134F5ED83FF4}"/>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03" name="グループ化 102">
              <a:extLst>
                <a:ext uri="{FF2B5EF4-FFF2-40B4-BE49-F238E27FC236}">
                  <a16:creationId xmlns:a16="http://schemas.microsoft.com/office/drawing/2014/main" id="{E126131C-0CD1-4904-4783-2065AB97712F}"/>
                </a:ext>
              </a:extLst>
            </p:cNvPr>
            <p:cNvGrpSpPr/>
            <p:nvPr/>
          </p:nvGrpSpPr>
          <p:grpSpPr>
            <a:xfrm>
              <a:off x="8962119" y="2373303"/>
              <a:ext cx="2561811" cy="632926"/>
              <a:chOff x="8957885" y="4574183"/>
              <a:chExt cx="2561811" cy="632926"/>
            </a:xfrm>
          </p:grpSpPr>
          <p:sp>
            <p:nvSpPr>
              <p:cNvPr id="138" name="楕円 137">
                <a:extLst>
                  <a:ext uri="{FF2B5EF4-FFF2-40B4-BE49-F238E27FC236}">
                    <a16:creationId xmlns:a16="http://schemas.microsoft.com/office/drawing/2014/main" id="{524439A9-0627-D216-45CC-712F643A0FC5}"/>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40" name="四角形: 角を丸くする 139">
                <a:extLst>
                  <a:ext uri="{FF2B5EF4-FFF2-40B4-BE49-F238E27FC236}">
                    <a16:creationId xmlns:a16="http://schemas.microsoft.com/office/drawing/2014/main" id="{3E0700E6-08DA-36DA-877C-0604C53B971D}"/>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41" name="グループ化 140">
                <a:extLst>
                  <a:ext uri="{FF2B5EF4-FFF2-40B4-BE49-F238E27FC236}">
                    <a16:creationId xmlns:a16="http://schemas.microsoft.com/office/drawing/2014/main" id="{2A4A8D42-FA21-09F4-52E1-9BBF271B1CA0}"/>
                  </a:ext>
                </a:extLst>
              </p:cNvPr>
              <p:cNvGrpSpPr/>
              <p:nvPr/>
            </p:nvGrpSpPr>
            <p:grpSpPr>
              <a:xfrm>
                <a:off x="9498429" y="4598805"/>
                <a:ext cx="1505416" cy="601824"/>
                <a:chOff x="1980734" y="3149081"/>
                <a:chExt cx="1505416" cy="601824"/>
              </a:xfrm>
            </p:grpSpPr>
            <p:sp>
              <p:nvSpPr>
                <p:cNvPr id="142" name="楕円 141">
                  <a:extLst>
                    <a:ext uri="{FF2B5EF4-FFF2-40B4-BE49-F238E27FC236}">
                      <a16:creationId xmlns:a16="http://schemas.microsoft.com/office/drawing/2014/main" id="{6D29208D-9A21-4755-749F-D5FA763D5A10}"/>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43" name="グループ化 142">
                  <a:extLst>
                    <a:ext uri="{FF2B5EF4-FFF2-40B4-BE49-F238E27FC236}">
                      <a16:creationId xmlns:a16="http://schemas.microsoft.com/office/drawing/2014/main" id="{21A5E3AE-016E-0BCA-B963-0ACB2A349306}"/>
                    </a:ext>
                  </a:extLst>
                </p:cNvPr>
                <p:cNvGrpSpPr/>
                <p:nvPr/>
              </p:nvGrpSpPr>
              <p:grpSpPr>
                <a:xfrm>
                  <a:off x="1980734" y="3175652"/>
                  <a:ext cx="1505416" cy="575253"/>
                  <a:chOff x="1980734" y="3175652"/>
                  <a:chExt cx="1505416" cy="575253"/>
                </a:xfrm>
              </p:grpSpPr>
              <p:grpSp>
                <p:nvGrpSpPr>
                  <p:cNvPr id="144" name="グループ化 143">
                    <a:extLst>
                      <a:ext uri="{FF2B5EF4-FFF2-40B4-BE49-F238E27FC236}">
                        <a16:creationId xmlns:a16="http://schemas.microsoft.com/office/drawing/2014/main" id="{6CDEBE58-17BC-2CF6-62C5-241E4EC6A029}"/>
                      </a:ext>
                    </a:extLst>
                  </p:cNvPr>
                  <p:cNvGrpSpPr/>
                  <p:nvPr/>
                </p:nvGrpSpPr>
                <p:grpSpPr>
                  <a:xfrm>
                    <a:off x="1980734" y="3473931"/>
                    <a:ext cx="1505416" cy="276974"/>
                    <a:chOff x="4194668" y="3607669"/>
                    <a:chExt cx="1105960" cy="276974"/>
                  </a:xfrm>
                </p:grpSpPr>
                <p:sp>
                  <p:nvSpPr>
                    <p:cNvPr id="146" name="四角形: 角を丸くする 145">
                      <a:extLst>
                        <a:ext uri="{FF2B5EF4-FFF2-40B4-BE49-F238E27FC236}">
                          <a16:creationId xmlns:a16="http://schemas.microsoft.com/office/drawing/2014/main" id="{4874A6E5-003C-00D0-80A6-F8614E68621B}"/>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47" name="図 146">
                      <a:extLst>
                        <a:ext uri="{FF2B5EF4-FFF2-40B4-BE49-F238E27FC236}">
                          <a16:creationId xmlns:a16="http://schemas.microsoft.com/office/drawing/2014/main" id="{F4736444-8125-F5E3-7619-E6FC573D516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45" name="テキスト ボックス 144">
                    <a:extLst>
                      <a:ext uri="{FF2B5EF4-FFF2-40B4-BE49-F238E27FC236}">
                        <a16:creationId xmlns:a16="http://schemas.microsoft.com/office/drawing/2014/main" id="{55D72F6B-2FDD-8ADE-D56C-B8D54E0DE532}"/>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04" name="グループ化 103">
              <a:extLst>
                <a:ext uri="{FF2B5EF4-FFF2-40B4-BE49-F238E27FC236}">
                  <a16:creationId xmlns:a16="http://schemas.microsoft.com/office/drawing/2014/main" id="{BE40D5E6-B42D-E78E-58F6-270348167E07}"/>
                </a:ext>
              </a:extLst>
            </p:cNvPr>
            <p:cNvGrpSpPr/>
            <p:nvPr/>
          </p:nvGrpSpPr>
          <p:grpSpPr>
            <a:xfrm>
              <a:off x="8962119" y="3107032"/>
              <a:ext cx="2561811" cy="632926"/>
              <a:chOff x="8957885" y="4574183"/>
              <a:chExt cx="2561811" cy="632926"/>
            </a:xfrm>
          </p:grpSpPr>
          <p:sp>
            <p:nvSpPr>
              <p:cNvPr id="128" name="楕円 127">
                <a:extLst>
                  <a:ext uri="{FF2B5EF4-FFF2-40B4-BE49-F238E27FC236}">
                    <a16:creationId xmlns:a16="http://schemas.microsoft.com/office/drawing/2014/main" id="{E8CF30C2-2B61-618A-C483-BD01926EEF45}"/>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29" name="四角形: 角を丸くする 128">
                <a:extLst>
                  <a:ext uri="{FF2B5EF4-FFF2-40B4-BE49-F238E27FC236}">
                    <a16:creationId xmlns:a16="http://schemas.microsoft.com/office/drawing/2014/main" id="{3CE0848B-D525-F419-91F9-54A9EDB75279}"/>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30" name="グループ化 129">
                <a:extLst>
                  <a:ext uri="{FF2B5EF4-FFF2-40B4-BE49-F238E27FC236}">
                    <a16:creationId xmlns:a16="http://schemas.microsoft.com/office/drawing/2014/main" id="{146B6C2D-21B6-F119-9ADA-88D19B10F686}"/>
                  </a:ext>
                </a:extLst>
              </p:cNvPr>
              <p:cNvGrpSpPr/>
              <p:nvPr/>
            </p:nvGrpSpPr>
            <p:grpSpPr>
              <a:xfrm>
                <a:off x="9498429" y="4598805"/>
                <a:ext cx="1505416" cy="601824"/>
                <a:chOff x="1980734" y="3149081"/>
                <a:chExt cx="1505416" cy="601824"/>
              </a:xfrm>
            </p:grpSpPr>
            <p:sp>
              <p:nvSpPr>
                <p:cNvPr id="131" name="楕円 130">
                  <a:extLst>
                    <a:ext uri="{FF2B5EF4-FFF2-40B4-BE49-F238E27FC236}">
                      <a16:creationId xmlns:a16="http://schemas.microsoft.com/office/drawing/2014/main" id="{EBA04D24-4117-2BC8-60DD-D0C061E594B3}"/>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32" name="グループ化 131">
                  <a:extLst>
                    <a:ext uri="{FF2B5EF4-FFF2-40B4-BE49-F238E27FC236}">
                      <a16:creationId xmlns:a16="http://schemas.microsoft.com/office/drawing/2014/main" id="{A51DE9CB-B307-4A5C-4218-532605313C59}"/>
                    </a:ext>
                  </a:extLst>
                </p:cNvPr>
                <p:cNvGrpSpPr/>
                <p:nvPr/>
              </p:nvGrpSpPr>
              <p:grpSpPr>
                <a:xfrm>
                  <a:off x="1980734" y="3175652"/>
                  <a:ext cx="1505416" cy="575253"/>
                  <a:chOff x="1980734" y="3175652"/>
                  <a:chExt cx="1505416" cy="575253"/>
                </a:xfrm>
              </p:grpSpPr>
              <p:grpSp>
                <p:nvGrpSpPr>
                  <p:cNvPr id="133" name="グループ化 132">
                    <a:extLst>
                      <a:ext uri="{FF2B5EF4-FFF2-40B4-BE49-F238E27FC236}">
                        <a16:creationId xmlns:a16="http://schemas.microsoft.com/office/drawing/2014/main" id="{48F404FD-50F8-CD6E-00BE-20345736BDE8}"/>
                      </a:ext>
                    </a:extLst>
                  </p:cNvPr>
                  <p:cNvGrpSpPr/>
                  <p:nvPr/>
                </p:nvGrpSpPr>
                <p:grpSpPr>
                  <a:xfrm>
                    <a:off x="1980734" y="3473931"/>
                    <a:ext cx="1505416" cy="276974"/>
                    <a:chOff x="4194668" y="3607669"/>
                    <a:chExt cx="1105960" cy="276974"/>
                  </a:xfrm>
                </p:grpSpPr>
                <p:sp>
                  <p:nvSpPr>
                    <p:cNvPr id="135" name="四角形: 角を丸くする 134">
                      <a:extLst>
                        <a:ext uri="{FF2B5EF4-FFF2-40B4-BE49-F238E27FC236}">
                          <a16:creationId xmlns:a16="http://schemas.microsoft.com/office/drawing/2014/main" id="{4F712992-2CE0-CD03-E4BE-A90CBC95058C}"/>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36" name="図 135">
                      <a:extLst>
                        <a:ext uri="{FF2B5EF4-FFF2-40B4-BE49-F238E27FC236}">
                          <a16:creationId xmlns:a16="http://schemas.microsoft.com/office/drawing/2014/main" id="{2F80B80F-A525-5C70-AFF9-B2D01F465A1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34" name="テキスト ボックス 133">
                    <a:extLst>
                      <a:ext uri="{FF2B5EF4-FFF2-40B4-BE49-F238E27FC236}">
                        <a16:creationId xmlns:a16="http://schemas.microsoft.com/office/drawing/2014/main" id="{81042108-D4BF-D587-253F-5E2BA259806B}"/>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05" name="グループ化 104">
              <a:extLst>
                <a:ext uri="{FF2B5EF4-FFF2-40B4-BE49-F238E27FC236}">
                  <a16:creationId xmlns:a16="http://schemas.microsoft.com/office/drawing/2014/main" id="{D474E0F9-3478-4085-73DC-5EB99AB4FE25}"/>
                </a:ext>
              </a:extLst>
            </p:cNvPr>
            <p:cNvGrpSpPr/>
            <p:nvPr/>
          </p:nvGrpSpPr>
          <p:grpSpPr>
            <a:xfrm>
              <a:off x="8962119" y="3840761"/>
              <a:ext cx="2561811" cy="632926"/>
              <a:chOff x="8957885" y="4574183"/>
              <a:chExt cx="2561811" cy="632926"/>
            </a:xfrm>
          </p:grpSpPr>
          <p:sp>
            <p:nvSpPr>
              <p:cNvPr id="116" name="楕円 115">
                <a:extLst>
                  <a:ext uri="{FF2B5EF4-FFF2-40B4-BE49-F238E27FC236}">
                    <a16:creationId xmlns:a16="http://schemas.microsoft.com/office/drawing/2014/main" id="{5AD93F5D-5587-2233-D771-CF06923686AE}"/>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17" name="四角形: 角を丸くする 116">
                <a:extLst>
                  <a:ext uri="{FF2B5EF4-FFF2-40B4-BE49-F238E27FC236}">
                    <a16:creationId xmlns:a16="http://schemas.microsoft.com/office/drawing/2014/main" id="{7016A8B7-9A0D-FE4A-9A36-B13560F58BBD}"/>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18" name="グループ化 117">
                <a:extLst>
                  <a:ext uri="{FF2B5EF4-FFF2-40B4-BE49-F238E27FC236}">
                    <a16:creationId xmlns:a16="http://schemas.microsoft.com/office/drawing/2014/main" id="{B72DF287-73E1-4B08-AC36-A82DE63E12C0}"/>
                  </a:ext>
                </a:extLst>
              </p:cNvPr>
              <p:cNvGrpSpPr/>
              <p:nvPr/>
            </p:nvGrpSpPr>
            <p:grpSpPr>
              <a:xfrm>
                <a:off x="9498429" y="4598805"/>
                <a:ext cx="1505416" cy="601824"/>
                <a:chOff x="1980734" y="3149081"/>
                <a:chExt cx="1505416" cy="601824"/>
              </a:xfrm>
            </p:grpSpPr>
            <p:sp>
              <p:nvSpPr>
                <p:cNvPr id="119" name="楕円 118">
                  <a:extLst>
                    <a:ext uri="{FF2B5EF4-FFF2-40B4-BE49-F238E27FC236}">
                      <a16:creationId xmlns:a16="http://schemas.microsoft.com/office/drawing/2014/main" id="{BA388A09-E7BC-BF6B-D219-28DC1A566E6D}"/>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21" name="グループ化 120">
                  <a:extLst>
                    <a:ext uri="{FF2B5EF4-FFF2-40B4-BE49-F238E27FC236}">
                      <a16:creationId xmlns:a16="http://schemas.microsoft.com/office/drawing/2014/main" id="{8DB159FD-A834-A8AA-0DE9-08EE3359E8B8}"/>
                    </a:ext>
                  </a:extLst>
                </p:cNvPr>
                <p:cNvGrpSpPr/>
                <p:nvPr/>
              </p:nvGrpSpPr>
              <p:grpSpPr>
                <a:xfrm>
                  <a:off x="1980734" y="3175652"/>
                  <a:ext cx="1505416" cy="575253"/>
                  <a:chOff x="1980734" y="3175652"/>
                  <a:chExt cx="1505416" cy="575253"/>
                </a:xfrm>
              </p:grpSpPr>
              <p:grpSp>
                <p:nvGrpSpPr>
                  <p:cNvPr id="122" name="グループ化 121">
                    <a:extLst>
                      <a:ext uri="{FF2B5EF4-FFF2-40B4-BE49-F238E27FC236}">
                        <a16:creationId xmlns:a16="http://schemas.microsoft.com/office/drawing/2014/main" id="{BAB1B430-3C58-0BAF-9BC7-BFF14113E611}"/>
                      </a:ext>
                    </a:extLst>
                  </p:cNvPr>
                  <p:cNvGrpSpPr/>
                  <p:nvPr/>
                </p:nvGrpSpPr>
                <p:grpSpPr>
                  <a:xfrm>
                    <a:off x="1980734" y="3473931"/>
                    <a:ext cx="1505416" cy="276974"/>
                    <a:chOff x="4194668" y="3607669"/>
                    <a:chExt cx="1105960" cy="276974"/>
                  </a:xfrm>
                </p:grpSpPr>
                <p:sp>
                  <p:nvSpPr>
                    <p:cNvPr id="124" name="四角形: 角を丸くする 123">
                      <a:extLst>
                        <a:ext uri="{FF2B5EF4-FFF2-40B4-BE49-F238E27FC236}">
                          <a16:creationId xmlns:a16="http://schemas.microsoft.com/office/drawing/2014/main" id="{4C75B491-CA71-A3C2-9438-739DBFDD34D5}"/>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27" name="図 126">
                      <a:extLst>
                        <a:ext uri="{FF2B5EF4-FFF2-40B4-BE49-F238E27FC236}">
                          <a16:creationId xmlns:a16="http://schemas.microsoft.com/office/drawing/2014/main" id="{0761359F-E76B-4B3F-B492-4A97B7057FF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23" name="テキスト ボックス 122">
                    <a:extLst>
                      <a:ext uri="{FF2B5EF4-FFF2-40B4-BE49-F238E27FC236}">
                        <a16:creationId xmlns:a16="http://schemas.microsoft.com/office/drawing/2014/main" id="{9B52CAF4-4D4D-2711-BA9F-7FC64680C856}"/>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06" name="グループ化 105">
              <a:extLst>
                <a:ext uri="{FF2B5EF4-FFF2-40B4-BE49-F238E27FC236}">
                  <a16:creationId xmlns:a16="http://schemas.microsoft.com/office/drawing/2014/main" id="{F455AB79-12A9-70B9-0A59-09A0A0AAD3A8}"/>
                </a:ext>
              </a:extLst>
            </p:cNvPr>
            <p:cNvGrpSpPr/>
            <p:nvPr/>
          </p:nvGrpSpPr>
          <p:grpSpPr>
            <a:xfrm>
              <a:off x="8962119" y="4574490"/>
              <a:ext cx="2561811" cy="632926"/>
              <a:chOff x="8957885" y="4574183"/>
              <a:chExt cx="2561811" cy="632926"/>
            </a:xfrm>
          </p:grpSpPr>
          <p:sp>
            <p:nvSpPr>
              <p:cNvPr id="107" name="楕円 106">
                <a:extLst>
                  <a:ext uri="{FF2B5EF4-FFF2-40B4-BE49-F238E27FC236}">
                    <a16:creationId xmlns:a16="http://schemas.microsoft.com/office/drawing/2014/main" id="{411E137D-9F06-4020-8385-402BD898066F}"/>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08" name="四角形: 角を丸くする 107">
                <a:extLst>
                  <a:ext uri="{FF2B5EF4-FFF2-40B4-BE49-F238E27FC236}">
                    <a16:creationId xmlns:a16="http://schemas.microsoft.com/office/drawing/2014/main" id="{848A6DBE-2D32-82F6-FE5C-53D20718B1F9}"/>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09" name="グループ化 108">
                <a:extLst>
                  <a:ext uri="{FF2B5EF4-FFF2-40B4-BE49-F238E27FC236}">
                    <a16:creationId xmlns:a16="http://schemas.microsoft.com/office/drawing/2014/main" id="{220EEE12-D3DC-9BFA-C28A-AF1909212013}"/>
                  </a:ext>
                </a:extLst>
              </p:cNvPr>
              <p:cNvGrpSpPr/>
              <p:nvPr/>
            </p:nvGrpSpPr>
            <p:grpSpPr>
              <a:xfrm>
                <a:off x="9498429" y="4598805"/>
                <a:ext cx="1505416" cy="601824"/>
                <a:chOff x="1980734" y="3149081"/>
                <a:chExt cx="1505416" cy="601824"/>
              </a:xfrm>
            </p:grpSpPr>
            <p:sp>
              <p:nvSpPr>
                <p:cNvPr id="110" name="楕円 109">
                  <a:extLst>
                    <a:ext uri="{FF2B5EF4-FFF2-40B4-BE49-F238E27FC236}">
                      <a16:creationId xmlns:a16="http://schemas.microsoft.com/office/drawing/2014/main" id="{82ACA965-CBFC-049E-DBE8-625930ED5AE2}"/>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11" name="グループ化 110">
                  <a:extLst>
                    <a:ext uri="{FF2B5EF4-FFF2-40B4-BE49-F238E27FC236}">
                      <a16:creationId xmlns:a16="http://schemas.microsoft.com/office/drawing/2014/main" id="{BBD8A16F-E190-0AE4-9B2C-ED2EE7C82B24}"/>
                    </a:ext>
                  </a:extLst>
                </p:cNvPr>
                <p:cNvGrpSpPr/>
                <p:nvPr/>
              </p:nvGrpSpPr>
              <p:grpSpPr>
                <a:xfrm>
                  <a:off x="1980734" y="3175652"/>
                  <a:ext cx="1505416" cy="575253"/>
                  <a:chOff x="1980734" y="3175652"/>
                  <a:chExt cx="1505416" cy="575253"/>
                </a:xfrm>
              </p:grpSpPr>
              <p:grpSp>
                <p:nvGrpSpPr>
                  <p:cNvPr id="112" name="グループ化 111">
                    <a:extLst>
                      <a:ext uri="{FF2B5EF4-FFF2-40B4-BE49-F238E27FC236}">
                        <a16:creationId xmlns:a16="http://schemas.microsoft.com/office/drawing/2014/main" id="{2617CAE7-E1EB-7569-265D-45D895BBD001}"/>
                      </a:ext>
                    </a:extLst>
                  </p:cNvPr>
                  <p:cNvGrpSpPr/>
                  <p:nvPr/>
                </p:nvGrpSpPr>
                <p:grpSpPr>
                  <a:xfrm>
                    <a:off x="1980734" y="3473931"/>
                    <a:ext cx="1505416" cy="276974"/>
                    <a:chOff x="4194668" y="3607669"/>
                    <a:chExt cx="1105960" cy="276974"/>
                  </a:xfrm>
                </p:grpSpPr>
                <p:sp>
                  <p:nvSpPr>
                    <p:cNvPr id="114" name="四角形: 角を丸くする 113">
                      <a:extLst>
                        <a:ext uri="{FF2B5EF4-FFF2-40B4-BE49-F238E27FC236}">
                          <a16:creationId xmlns:a16="http://schemas.microsoft.com/office/drawing/2014/main" id="{4F9B3374-8901-37D1-F5A2-971AF16FC35F}"/>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15" name="図 114">
                      <a:extLst>
                        <a:ext uri="{FF2B5EF4-FFF2-40B4-BE49-F238E27FC236}">
                          <a16:creationId xmlns:a16="http://schemas.microsoft.com/office/drawing/2014/main" id="{00EDAAEC-EE51-77F5-EB90-E8FC6B33392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13" name="テキスト ボックス 112">
                    <a:extLst>
                      <a:ext uri="{FF2B5EF4-FFF2-40B4-BE49-F238E27FC236}">
                        <a16:creationId xmlns:a16="http://schemas.microsoft.com/office/drawing/2014/main" id="{8A974F0A-8218-1986-0348-F351B6657B2B}"/>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sp>
        <p:nvSpPr>
          <p:cNvPr id="268" name="テキスト ボックス 267">
            <a:extLst>
              <a:ext uri="{FF2B5EF4-FFF2-40B4-BE49-F238E27FC236}">
                <a16:creationId xmlns:a16="http://schemas.microsoft.com/office/drawing/2014/main" id="{F146E045-9DC9-6031-910D-E8C514AE6565}"/>
              </a:ext>
            </a:extLst>
          </p:cNvPr>
          <p:cNvSpPr txBox="1"/>
          <p:nvPr/>
        </p:nvSpPr>
        <p:spPr>
          <a:xfrm>
            <a:off x="4871979" y="151566"/>
            <a:ext cx="2448043" cy="584775"/>
          </a:xfrm>
          <a:prstGeom prst="rect">
            <a:avLst/>
          </a:prstGeom>
          <a:noFill/>
        </p:spPr>
        <p:txBody>
          <a:bodyPr wrap="square" rtlCol="0">
            <a:spAutoFit/>
          </a:bodyPr>
          <a:lstStyle/>
          <a:p>
            <a:pPr algn="ctr"/>
            <a:r>
              <a:rPr kumimoji="1" lang="en-US" altLang="ja-JP" sz="2000" b="1" dirty="0">
                <a:solidFill>
                  <a:schemeClr val="bg1">
                    <a:lumMod val="95000"/>
                  </a:schemeClr>
                </a:solidFill>
                <a:latin typeface="BIZ UDP明朝 Medium" panose="02020500000000000000" pitchFamily="18" charset="-128"/>
                <a:ea typeface="BIZ UDP明朝 Medium" panose="02020500000000000000" pitchFamily="18" charset="-128"/>
              </a:rPr>
              <a:t>TRUN </a:t>
            </a:r>
            <a:r>
              <a:rPr kumimoji="1"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0</a:t>
            </a:r>
            <a:endPar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269" name="テキスト ボックス 268">
            <a:extLst>
              <a:ext uri="{FF2B5EF4-FFF2-40B4-BE49-F238E27FC236}">
                <a16:creationId xmlns:a16="http://schemas.microsoft.com/office/drawing/2014/main" id="{D3B325A6-EB37-A741-987C-93792970DEEC}"/>
              </a:ext>
            </a:extLst>
          </p:cNvPr>
          <p:cNvSpPr txBox="1"/>
          <p:nvPr/>
        </p:nvSpPr>
        <p:spPr>
          <a:xfrm>
            <a:off x="777314" y="151566"/>
            <a:ext cx="752129" cy="584775"/>
          </a:xfrm>
          <a:prstGeom prst="rect">
            <a:avLst/>
          </a:prstGeom>
          <a:noFill/>
        </p:spPr>
        <p:txBody>
          <a:bodyPr wrap="none" rtlCol="0">
            <a:spAutoFit/>
          </a:bodyPr>
          <a:lstStyle/>
          <a:p>
            <a:r>
              <a:rPr kumimoji="1"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EF</a:t>
            </a:r>
            <a:endPar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nvGrpSpPr>
          <p:cNvPr id="270" name="グループ化 269">
            <a:extLst>
              <a:ext uri="{FF2B5EF4-FFF2-40B4-BE49-F238E27FC236}">
                <a16:creationId xmlns:a16="http://schemas.microsoft.com/office/drawing/2014/main" id="{1ECBA091-4AD8-CD78-45AE-7E466DB1184F}"/>
              </a:ext>
            </a:extLst>
          </p:cNvPr>
          <p:cNvGrpSpPr/>
          <p:nvPr/>
        </p:nvGrpSpPr>
        <p:grpSpPr>
          <a:xfrm>
            <a:off x="1719571" y="303092"/>
            <a:ext cx="3092165" cy="338875"/>
            <a:chOff x="1719571" y="274517"/>
            <a:chExt cx="3092165" cy="338875"/>
          </a:xfrm>
        </p:grpSpPr>
        <p:grpSp>
          <p:nvGrpSpPr>
            <p:cNvPr id="271" name="グループ化 270">
              <a:extLst>
                <a:ext uri="{FF2B5EF4-FFF2-40B4-BE49-F238E27FC236}">
                  <a16:creationId xmlns:a16="http://schemas.microsoft.com/office/drawing/2014/main" id="{46020CC1-8F77-B430-4513-E63F078CF9FA}"/>
                </a:ext>
              </a:extLst>
            </p:cNvPr>
            <p:cNvGrpSpPr/>
            <p:nvPr/>
          </p:nvGrpSpPr>
          <p:grpSpPr>
            <a:xfrm>
              <a:off x="1719571" y="274517"/>
              <a:ext cx="3092165" cy="338875"/>
              <a:chOff x="1719571" y="215382"/>
              <a:chExt cx="3888059" cy="426098"/>
            </a:xfrm>
          </p:grpSpPr>
          <p:sp>
            <p:nvSpPr>
              <p:cNvPr id="276" name="平行四辺形 275">
                <a:extLst>
                  <a:ext uri="{FF2B5EF4-FFF2-40B4-BE49-F238E27FC236}">
                    <a16:creationId xmlns:a16="http://schemas.microsoft.com/office/drawing/2014/main" id="{0778D51A-8C0C-D257-FB43-5691D0154C87}"/>
                  </a:ext>
                </a:extLst>
              </p:cNvPr>
              <p:cNvSpPr/>
              <p:nvPr/>
            </p:nvSpPr>
            <p:spPr>
              <a:xfrm>
                <a:off x="171957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77" name="平行四辺形 276">
                <a:extLst>
                  <a:ext uri="{FF2B5EF4-FFF2-40B4-BE49-F238E27FC236}">
                    <a16:creationId xmlns:a16="http://schemas.microsoft.com/office/drawing/2014/main" id="{971768D7-DE97-C849-AB07-093AB05D4B74}"/>
                  </a:ext>
                </a:extLst>
              </p:cNvPr>
              <p:cNvSpPr/>
              <p:nvPr/>
            </p:nvSpPr>
            <p:spPr>
              <a:xfrm>
                <a:off x="2477666"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78" name="平行四辺形 277">
                <a:extLst>
                  <a:ext uri="{FF2B5EF4-FFF2-40B4-BE49-F238E27FC236}">
                    <a16:creationId xmlns:a16="http://schemas.microsoft.com/office/drawing/2014/main" id="{3B460E14-9A83-BBD6-D979-6CC5E3F0BA50}"/>
                  </a:ext>
                </a:extLst>
              </p:cNvPr>
              <p:cNvSpPr/>
              <p:nvPr/>
            </p:nvSpPr>
            <p:spPr>
              <a:xfrm>
                <a:off x="323576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79" name="平行四辺形 278">
                <a:extLst>
                  <a:ext uri="{FF2B5EF4-FFF2-40B4-BE49-F238E27FC236}">
                    <a16:creationId xmlns:a16="http://schemas.microsoft.com/office/drawing/2014/main" id="{9F1385CA-330B-D54E-2748-8ACC7D9918FC}"/>
                  </a:ext>
                </a:extLst>
              </p:cNvPr>
              <p:cNvSpPr/>
              <p:nvPr/>
            </p:nvSpPr>
            <p:spPr>
              <a:xfrm>
                <a:off x="4751951" y="215382"/>
                <a:ext cx="855679" cy="426098"/>
              </a:xfrm>
              <a:prstGeom prst="parallelogram">
                <a:avLst/>
              </a:prstGeom>
              <a:solidFill>
                <a:schemeClr val="tx1">
                  <a:lumMod val="75000"/>
                  <a:lumOff val="2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80" name="平行四辺形 279">
                <a:extLst>
                  <a:ext uri="{FF2B5EF4-FFF2-40B4-BE49-F238E27FC236}">
                    <a16:creationId xmlns:a16="http://schemas.microsoft.com/office/drawing/2014/main" id="{7D94496A-ED9C-3DE7-C64D-0D02FBDE5604}"/>
                  </a:ext>
                </a:extLst>
              </p:cNvPr>
              <p:cNvSpPr/>
              <p:nvPr/>
            </p:nvSpPr>
            <p:spPr>
              <a:xfrm>
                <a:off x="3993856"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272" name="楕円 271">
              <a:extLst>
                <a:ext uri="{FF2B5EF4-FFF2-40B4-BE49-F238E27FC236}">
                  <a16:creationId xmlns:a16="http://schemas.microsoft.com/office/drawing/2014/main" id="{714CEF52-AF8B-89E2-FA18-3428D0453E41}"/>
                </a:ext>
              </a:extLst>
            </p:cNvPr>
            <p:cNvSpPr/>
            <p:nvPr/>
          </p:nvSpPr>
          <p:spPr>
            <a:xfrm>
              <a:off x="1900984"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BIZ UDP明朝 Medium" panose="02020500000000000000" pitchFamily="18" charset="-128"/>
                  <a:ea typeface="BIZ UDP明朝 Medium" panose="02020500000000000000" pitchFamily="18" charset="-128"/>
                </a:rPr>
                <a:t>キャラ</a:t>
              </a:r>
            </a:p>
          </p:txBody>
        </p:sp>
        <p:sp>
          <p:nvSpPr>
            <p:cNvPr id="273" name="楕円 272">
              <a:extLst>
                <a:ext uri="{FF2B5EF4-FFF2-40B4-BE49-F238E27FC236}">
                  <a16:creationId xmlns:a16="http://schemas.microsoft.com/office/drawing/2014/main" id="{AEC3DEE2-719E-56FB-D9EA-04503F7FE5EC}"/>
                </a:ext>
              </a:extLst>
            </p:cNvPr>
            <p:cNvSpPr/>
            <p:nvPr/>
          </p:nvSpPr>
          <p:spPr>
            <a:xfrm>
              <a:off x="3716200"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BIZ UDP明朝 Medium" panose="02020500000000000000" pitchFamily="18" charset="-128"/>
                  <a:ea typeface="BIZ UDP明朝 Medium" panose="02020500000000000000" pitchFamily="18" charset="-128"/>
                </a:rPr>
                <a:t>キャラ</a:t>
              </a:r>
            </a:p>
          </p:txBody>
        </p:sp>
        <p:sp>
          <p:nvSpPr>
            <p:cNvPr id="274" name="楕円 273">
              <a:extLst>
                <a:ext uri="{FF2B5EF4-FFF2-40B4-BE49-F238E27FC236}">
                  <a16:creationId xmlns:a16="http://schemas.microsoft.com/office/drawing/2014/main" id="{0B1F721D-DC5F-7DFF-35D7-4EEBB0561CA6}"/>
                </a:ext>
              </a:extLst>
            </p:cNvPr>
            <p:cNvSpPr/>
            <p:nvPr/>
          </p:nvSpPr>
          <p:spPr>
            <a:xfrm>
              <a:off x="2506056"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BIZ UDP明朝 Medium" panose="02020500000000000000" pitchFamily="18" charset="-128"/>
                  <a:ea typeface="BIZ UDP明朝 Medium" panose="02020500000000000000" pitchFamily="18" charset="-128"/>
                </a:rPr>
                <a:t>キャラ</a:t>
              </a:r>
            </a:p>
          </p:txBody>
        </p:sp>
        <p:sp>
          <p:nvSpPr>
            <p:cNvPr id="275" name="楕円 274">
              <a:extLst>
                <a:ext uri="{FF2B5EF4-FFF2-40B4-BE49-F238E27FC236}">
                  <a16:creationId xmlns:a16="http://schemas.microsoft.com/office/drawing/2014/main" id="{CF6C4F98-C590-DDEA-8895-69270DF76113}"/>
                </a:ext>
              </a:extLst>
            </p:cNvPr>
            <p:cNvSpPr/>
            <p:nvPr/>
          </p:nvSpPr>
          <p:spPr>
            <a:xfrm>
              <a:off x="3111128"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BIZ UDP明朝 Medium" panose="02020500000000000000" pitchFamily="18" charset="-128"/>
                  <a:ea typeface="BIZ UDP明朝 Medium" panose="02020500000000000000" pitchFamily="18" charset="-128"/>
                </a:rPr>
                <a:t>キャラ</a:t>
              </a:r>
            </a:p>
          </p:txBody>
        </p:sp>
      </p:grpSp>
    </p:spTree>
    <p:extLst>
      <p:ext uri="{BB962C8B-B14F-4D97-AF65-F5344CB8AC3E}">
        <p14:creationId xmlns:p14="http://schemas.microsoft.com/office/powerpoint/2010/main" val="833958757"/>
      </p:ext>
    </p:extLst>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682F2C-0CAD-F65D-D7FA-9E1D97E826A5}"/>
            </a:ext>
          </a:extLst>
        </p:cNvPr>
        <p:cNvGrpSpPr/>
        <p:nvPr/>
      </p:nvGrpSpPr>
      <p:grpSpPr>
        <a:xfrm>
          <a:off x="0" y="0"/>
          <a:ext cx="0" cy="0"/>
          <a:chOff x="0" y="0"/>
          <a:chExt cx="0" cy="0"/>
        </a:xfrm>
      </p:grpSpPr>
      <p:cxnSp>
        <p:nvCxnSpPr>
          <p:cNvPr id="5" name="直線コネクタ 4">
            <a:extLst>
              <a:ext uri="{FF2B5EF4-FFF2-40B4-BE49-F238E27FC236}">
                <a16:creationId xmlns:a16="http://schemas.microsoft.com/office/drawing/2014/main" id="{0ED31EFE-1C33-32E1-68F0-6F975EEC2D81}"/>
              </a:ext>
            </a:extLst>
          </p:cNvPr>
          <p:cNvCxnSpPr>
            <a:cxnSpLocks/>
          </p:cNvCxnSpPr>
          <p:nvPr/>
        </p:nvCxnSpPr>
        <p:spPr>
          <a:xfrm>
            <a:off x="0" y="3760235"/>
            <a:ext cx="12192000" cy="0"/>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80" name="楕円 79">
            <a:extLst>
              <a:ext uri="{FF2B5EF4-FFF2-40B4-BE49-F238E27FC236}">
                <a16:creationId xmlns:a16="http://schemas.microsoft.com/office/drawing/2014/main" id="{BABF187C-18B1-E034-C344-19B6055D0CFE}"/>
              </a:ext>
            </a:extLst>
          </p:cNvPr>
          <p:cNvSpPr/>
          <p:nvPr/>
        </p:nvSpPr>
        <p:spPr>
          <a:xfrm>
            <a:off x="-2195336" y="-748783"/>
            <a:ext cx="8978692" cy="8369559"/>
          </a:xfrm>
          <a:prstGeom prst="ellipse">
            <a:avLst/>
          </a:prstGeom>
          <a:solidFill>
            <a:srgbClr val="CC66FF">
              <a:alpha val="6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 name="四角形: 角を丸くする 1">
            <a:extLst>
              <a:ext uri="{FF2B5EF4-FFF2-40B4-BE49-F238E27FC236}">
                <a16:creationId xmlns:a16="http://schemas.microsoft.com/office/drawing/2014/main" id="{4E36D9C9-C691-5C33-58E2-42321F4424C4}"/>
              </a:ext>
            </a:extLst>
          </p:cNvPr>
          <p:cNvSpPr/>
          <p:nvPr/>
        </p:nvSpPr>
        <p:spPr>
          <a:xfrm>
            <a:off x="658742" y="796149"/>
            <a:ext cx="2747226"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3" name="四角形: 角を丸くする 2">
            <a:extLst>
              <a:ext uri="{FF2B5EF4-FFF2-40B4-BE49-F238E27FC236}">
                <a16:creationId xmlns:a16="http://schemas.microsoft.com/office/drawing/2014/main" id="{090A6310-9B93-13CA-470E-C1AB21CE9818}"/>
              </a:ext>
            </a:extLst>
          </p:cNvPr>
          <p:cNvSpPr/>
          <p:nvPr/>
        </p:nvSpPr>
        <p:spPr>
          <a:xfrm>
            <a:off x="658742" y="1531712"/>
            <a:ext cx="2747226"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6" name="四角形: 角を丸くする 5">
            <a:extLst>
              <a:ext uri="{FF2B5EF4-FFF2-40B4-BE49-F238E27FC236}">
                <a16:creationId xmlns:a16="http://schemas.microsoft.com/office/drawing/2014/main" id="{D92DF819-C672-A77A-1750-B0038A0365F3}"/>
              </a:ext>
            </a:extLst>
          </p:cNvPr>
          <p:cNvSpPr/>
          <p:nvPr/>
        </p:nvSpPr>
        <p:spPr>
          <a:xfrm>
            <a:off x="658742" y="2267275"/>
            <a:ext cx="2747226"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8" name="四角形: 角を丸くする 7">
            <a:extLst>
              <a:ext uri="{FF2B5EF4-FFF2-40B4-BE49-F238E27FC236}">
                <a16:creationId xmlns:a16="http://schemas.microsoft.com/office/drawing/2014/main" id="{13D76267-E859-26F1-BA1A-51F644158F80}"/>
              </a:ext>
            </a:extLst>
          </p:cNvPr>
          <p:cNvSpPr/>
          <p:nvPr/>
        </p:nvSpPr>
        <p:spPr>
          <a:xfrm>
            <a:off x="658742" y="3859960"/>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9" name="四角形: 角を丸くする 8">
            <a:extLst>
              <a:ext uri="{FF2B5EF4-FFF2-40B4-BE49-F238E27FC236}">
                <a16:creationId xmlns:a16="http://schemas.microsoft.com/office/drawing/2014/main" id="{BA388059-C431-8AF8-6D6F-6C1988D3BF40}"/>
              </a:ext>
            </a:extLst>
          </p:cNvPr>
          <p:cNvSpPr/>
          <p:nvPr/>
        </p:nvSpPr>
        <p:spPr>
          <a:xfrm>
            <a:off x="658742" y="4595523"/>
            <a:ext cx="2747226"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10" name="四角形: 角を丸くする 9">
            <a:extLst>
              <a:ext uri="{FF2B5EF4-FFF2-40B4-BE49-F238E27FC236}">
                <a16:creationId xmlns:a16="http://schemas.microsoft.com/office/drawing/2014/main" id="{F5BB8A0E-7BB5-6624-3C3E-2E6BE26946BC}"/>
              </a:ext>
            </a:extLst>
          </p:cNvPr>
          <p:cNvSpPr/>
          <p:nvPr/>
        </p:nvSpPr>
        <p:spPr>
          <a:xfrm>
            <a:off x="658742" y="5331086"/>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sp>
        <p:nvSpPr>
          <p:cNvPr id="13" name="楕円 12">
            <a:extLst>
              <a:ext uri="{FF2B5EF4-FFF2-40B4-BE49-F238E27FC236}">
                <a16:creationId xmlns:a16="http://schemas.microsoft.com/office/drawing/2014/main" id="{25F97F15-C39C-3052-FA38-46C628B3A75F}"/>
              </a:ext>
            </a:extLst>
          </p:cNvPr>
          <p:cNvSpPr/>
          <p:nvPr/>
        </p:nvSpPr>
        <p:spPr>
          <a:xfrm>
            <a:off x="835866" y="847467"/>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5" name="楕円 14">
            <a:extLst>
              <a:ext uri="{FF2B5EF4-FFF2-40B4-BE49-F238E27FC236}">
                <a16:creationId xmlns:a16="http://schemas.microsoft.com/office/drawing/2014/main" id="{16A84A76-9016-1B12-9246-082046F302FC}"/>
              </a:ext>
            </a:extLst>
          </p:cNvPr>
          <p:cNvSpPr/>
          <p:nvPr/>
        </p:nvSpPr>
        <p:spPr>
          <a:xfrm>
            <a:off x="835866" y="1583030"/>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9" name="楕円 18">
            <a:extLst>
              <a:ext uri="{FF2B5EF4-FFF2-40B4-BE49-F238E27FC236}">
                <a16:creationId xmlns:a16="http://schemas.microsoft.com/office/drawing/2014/main" id="{FD753A72-15A8-59DA-937B-2E46F79D8EE0}"/>
              </a:ext>
            </a:extLst>
          </p:cNvPr>
          <p:cNvSpPr/>
          <p:nvPr/>
        </p:nvSpPr>
        <p:spPr>
          <a:xfrm>
            <a:off x="835866" y="5382404"/>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22" name="楕円 21">
            <a:extLst>
              <a:ext uri="{FF2B5EF4-FFF2-40B4-BE49-F238E27FC236}">
                <a16:creationId xmlns:a16="http://schemas.microsoft.com/office/drawing/2014/main" id="{CA866020-C7AC-F018-C9E3-6E9D98747F63}"/>
              </a:ext>
            </a:extLst>
          </p:cNvPr>
          <p:cNvSpPr/>
          <p:nvPr/>
        </p:nvSpPr>
        <p:spPr>
          <a:xfrm>
            <a:off x="835866" y="4646841"/>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28" name="楕円 27">
            <a:extLst>
              <a:ext uri="{FF2B5EF4-FFF2-40B4-BE49-F238E27FC236}">
                <a16:creationId xmlns:a16="http://schemas.microsoft.com/office/drawing/2014/main" id="{3031F81E-8935-908A-C34C-EB1816713340}"/>
              </a:ext>
            </a:extLst>
          </p:cNvPr>
          <p:cNvSpPr/>
          <p:nvPr/>
        </p:nvSpPr>
        <p:spPr>
          <a:xfrm>
            <a:off x="835866" y="391127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34" name="楕円 33">
            <a:extLst>
              <a:ext uri="{FF2B5EF4-FFF2-40B4-BE49-F238E27FC236}">
                <a16:creationId xmlns:a16="http://schemas.microsoft.com/office/drawing/2014/main" id="{2A4D0E0B-EC0F-8AA4-F29D-5B2DC95D65B2}"/>
              </a:ext>
            </a:extLst>
          </p:cNvPr>
          <p:cNvSpPr/>
          <p:nvPr/>
        </p:nvSpPr>
        <p:spPr>
          <a:xfrm>
            <a:off x="835866" y="2318593"/>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36" name="四角形: 角を丸くする 35">
            <a:extLst>
              <a:ext uri="{FF2B5EF4-FFF2-40B4-BE49-F238E27FC236}">
                <a16:creationId xmlns:a16="http://schemas.microsoft.com/office/drawing/2014/main" id="{CC58D8CC-5E27-5E30-FC23-6FCC789FBBDC}"/>
              </a:ext>
            </a:extLst>
          </p:cNvPr>
          <p:cNvSpPr/>
          <p:nvPr/>
        </p:nvSpPr>
        <p:spPr>
          <a:xfrm>
            <a:off x="2795756" y="819474"/>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7" name="四角形: 角を丸くする 36">
            <a:extLst>
              <a:ext uri="{FF2B5EF4-FFF2-40B4-BE49-F238E27FC236}">
                <a16:creationId xmlns:a16="http://schemas.microsoft.com/office/drawing/2014/main" id="{B08406F2-AD52-759F-17A0-345BA102701E}"/>
              </a:ext>
            </a:extLst>
          </p:cNvPr>
          <p:cNvSpPr/>
          <p:nvPr/>
        </p:nvSpPr>
        <p:spPr>
          <a:xfrm>
            <a:off x="2795756" y="5351302"/>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8" name="四角形: 角を丸くする 37">
            <a:extLst>
              <a:ext uri="{FF2B5EF4-FFF2-40B4-BE49-F238E27FC236}">
                <a16:creationId xmlns:a16="http://schemas.microsoft.com/office/drawing/2014/main" id="{B93A0125-F74F-21D1-F8B0-225D2EF11A23}"/>
              </a:ext>
            </a:extLst>
          </p:cNvPr>
          <p:cNvSpPr/>
          <p:nvPr/>
        </p:nvSpPr>
        <p:spPr>
          <a:xfrm>
            <a:off x="2795756" y="4616258"/>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9" name="四角形: 角を丸くする 38">
            <a:extLst>
              <a:ext uri="{FF2B5EF4-FFF2-40B4-BE49-F238E27FC236}">
                <a16:creationId xmlns:a16="http://schemas.microsoft.com/office/drawing/2014/main" id="{0D34A26C-8EC6-6E05-4E24-F655E0BB4108}"/>
              </a:ext>
            </a:extLst>
          </p:cNvPr>
          <p:cNvSpPr/>
          <p:nvPr/>
        </p:nvSpPr>
        <p:spPr>
          <a:xfrm>
            <a:off x="2795756" y="388121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 name="四角形: 角を丸くする 6">
            <a:extLst>
              <a:ext uri="{FF2B5EF4-FFF2-40B4-BE49-F238E27FC236}">
                <a16:creationId xmlns:a16="http://schemas.microsoft.com/office/drawing/2014/main" id="{ACECB192-6E81-E3B3-68F8-371F0A7B7176}"/>
              </a:ext>
            </a:extLst>
          </p:cNvPr>
          <p:cNvSpPr/>
          <p:nvPr/>
        </p:nvSpPr>
        <p:spPr>
          <a:xfrm>
            <a:off x="1308874" y="3002838"/>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31" name="楕円 30">
            <a:extLst>
              <a:ext uri="{FF2B5EF4-FFF2-40B4-BE49-F238E27FC236}">
                <a16:creationId xmlns:a16="http://schemas.microsoft.com/office/drawing/2014/main" id="{6E80E1E3-F5F4-4E2F-60D2-08B4DA97BF4E}"/>
              </a:ext>
            </a:extLst>
          </p:cNvPr>
          <p:cNvSpPr/>
          <p:nvPr/>
        </p:nvSpPr>
        <p:spPr>
          <a:xfrm>
            <a:off x="1485998" y="3054156"/>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40" name="四角形: 角を丸くする 39">
            <a:extLst>
              <a:ext uri="{FF2B5EF4-FFF2-40B4-BE49-F238E27FC236}">
                <a16:creationId xmlns:a16="http://schemas.microsoft.com/office/drawing/2014/main" id="{E8CE2C36-8A70-5705-2F5B-295A70927F79}"/>
              </a:ext>
            </a:extLst>
          </p:cNvPr>
          <p:cNvSpPr/>
          <p:nvPr/>
        </p:nvSpPr>
        <p:spPr>
          <a:xfrm>
            <a:off x="3445889" y="3024609"/>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41" name="四角形: 角を丸くする 40">
            <a:extLst>
              <a:ext uri="{FF2B5EF4-FFF2-40B4-BE49-F238E27FC236}">
                <a16:creationId xmlns:a16="http://schemas.microsoft.com/office/drawing/2014/main" id="{6FF5382F-404F-C0B1-A0E8-D8EAC59AE4BF}"/>
              </a:ext>
            </a:extLst>
          </p:cNvPr>
          <p:cNvSpPr/>
          <p:nvPr/>
        </p:nvSpPr>
        <p:spPr>
          <a:xfrm>
            <a:off x="2795756" y="2289564"/>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42" name="四角形: 角を丸くする 41">
            <a:extLst>
              <a:ext uri="{FF2B5EF4-FFF2-40B4-BE49-F238E27FC236}">
                <a16:creationId xmlns:a16="http://schemas.microsoft.com/office/drawing/2014/main" id="{C04EA118-BCF9-AE88-7FB7-D5F71D493EE1}"/>
              </a:ext>
            </a:extLst>
          </p:cNvPr>
          <p:cNvSpPr/>
          <p:nvPr/>
        </p:nvSpPr>
        <p:spPr>
          <a:xfrm>
            <a:off x="2795756" y="1554519"/>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44" name="四角形: 角を丸くする 43">
            <a:extLst>
              <a:ext uri="{FF2B5EF4-FFF2-40B4-BE49-F238E27FC236}">
                <a16:creationId xmlns:a16="http://schemas.microsoft.com/office/drawing/2014/main" id="{29F47FF0-7EE9-1273-C400-509160F4032A}"/>
              </a:ext>
            </a:extLst>
          </p:cNvPr>
          <p:cNvSpPr/>
          <p:nvPr/>
        </p:nvSpPr>
        <p:spPr>
          <a:xfrm flipV="1">
            <a:off x="8838120" y="5330633"/>
            <a:ext cx="2704472"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6" name="四角形: 角を丸くする 45">
            <a:extLst>
              <a:ext uri="{FF2B5EF4-FFF2-40B4-BE49-F238E27FC236}">
                <a16:creationId xmlns:a16="http://schemas.microsoft.com/office/drawing/2014/main" id="{7726480D-AD00-DE77-D07B-52C6B8EA4B60}"/>
              </a:ext>
            </a:extLst>
          </p:cNvPr>
          <p:cNvSpPr/>
          <p:nvPr/>
        </p:nvSpPr>
        <p:spPr>
          <a:xfrm flipV="1">
            <a:off x="8838120" y="3859507"/>
            <a:ext cx="2704472"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7" name="四角形: 角を丸くする 46">
            <a:extLst>
              <a:ext uri="{FF2B5EF4-FFF2-40B4-BE49-F238E27FC236}">
                <a16:creationId xmlns:a16="http://schemas.microsoft.com/office/drawing/2014/main" id="{058E71E1-AB88-D206-351D-21BF2400EF82}"/>
              </a:ext>
            </a:extLst>
          </p:cNvPr>
          <p:cNvSpPr/>
          <p:nvPr/>
        </p:nvSpPr>
        <p:spPr>
          <a:xfrm flipV="1">
            <a:off x="8838120" y="2995062"/>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8" name="四角形: 角を丸くする 47">
            <a:extLst>
              <a:ext uri="{FF2B5EF4-FFF2-40B4-BE49-F238E27FC236}">
                <a16:creationId xmlns:a16="http://schemas.microsoft.com/office/drawing/2014/main" id="{56CD9B53-01D7-6A0B-680E-576CB84CC6F8}"/>
              </a:ext>
            </a:extLst>
          </p:cNvPr>
          <p:cNvSpPr/>
          <p:nvPr/>
        </p:nvSpPr>
        <p:spPr>
          <a:xfrm flipV="1">
            <a:off x="8048005" y="2259499"/>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9" name="四角形: 角を丸くする 48">
            <a:extLst>
              <a:ext uri="{FF2B5EF4-FFF2-40B4-BE49-F238E27FC236}">
                <a16:creationId xmlns:a16="http://schemas.microsoft.com/office/drawing/2014/main" id="{11BD61FA-3AF7-CE02-AEF6-BEFF81F53C39}"/>
              </a:ext>
            </a:extLst>
          </p:cNvPr>
          <p:cNvSpPr/>
          <p:nvPr/>
        </p:nvSpPr>
        <p:spPr>
          <a:xfrm flipV="1">
            <a:off x="8838120" y="1523936"/>
            <a:ext cx="2704472"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50" name="四角形: 角を丸くする 49">
            <a:extLst>
              <a:ext uri="{FF2B5EF4-FFF2-40B4-BE49-F238E27FC236}">
                <a16:creationId xmlns:a16="http://schemas.microsoft.com/office/drawing/2014/main" id="{C8744DA0-08C5-A561-CC69-DE7924172D75}"/>
              </a:ext>
            </a:extLst>
          </p:cNvPr>
          <p:cNvSpPr/>
          <p:nvPr/>
        </p:nvSpPr>
        <p:spPr>
          <a:xfrm flipV="1">
            <a:off x="8838120" y="788373"/>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52" name="楕円 51">
            <a:extLst>
              <a:ext uri="{FF2B5EF4-FFF2-40B4-BE49-F238E27FC236}">
                <a16:creationId xmlns:a16="http://schemas.microsoft.com/office/drawing/2014/main" id="{57364A6F-4F34-6899-C541-B9083F77BBB4}"/>
              </a:ext>
            </a:extLst>
          </p:cNvPr>
          <p:cNvSpPr/>
          <p:nvPr/>
        </p:nvSpPr>
        <p:spPr>
          <a:xfrm>
            <a:off x="9869638" y="839691"/>
            <a:ext cx="1428131"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53" name="楕円 52">
            <a:extLst>
              <a:ext uri="{FF2B5EF4-FFF2-40B4-BE49-F238E27FC236}">
                <a16:creationId xmlns:a16="http://schemas.microsoft.com/office/drawing/2014/main" id="{4BE2271D-E490-F69A-04B2-D38FB915C1F9}"/>
              </a:ext>
            </a:extLst>
          </p:cNvPr>
          <p:cNvSpPr/>
          <p:nvPr/>
        </p:nvSpPr>
        <p:spPr>
          <a:xfrm>
            <a:off x="9012488" y="839691"/>
            <a:ext cx="682783"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55" name="楕円 54">
            <a:extLst>
              <a:ext uri="{FF2B5EF4-FFF2-40B4-BE49-F238E27FC236}">
                <a16:creationId xmlns:a16="http://schemas.microsoft.com/office/drawing/2014/main" id="{387395FD-C0A0-A765-AAD7-C0A7DCABFC0D}"/>
              </a:ext>
            </a:extLst>
          </p:cNvPr>
          <p:cNvSpPr/>
          <p:nvPr/>
        </p:nvSpPr>
        <p:spPr>
          <a:xfrm>
            <a:off x="9869638" y="1575254"/>
            <a:ext cx="1428131"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56" name="楕円 55">
            <a:extLst>
              <a:ext uri="{FF2B5EF4-FFF2-40B4-BE49-F238E27FC236}">
                <a16:creationId xmlns:a16="http://schemas.microsoft.com/office/drawing/2014/main" id="{B717E083-7E70-756C-8721-740894D638C5}"/>
              </a:ext>
            </a:extLst>
          </p:cNvPr>
          <p:cNvSpPr/>
          <p:nvPr/>
        </p:nvSpPr>
        <p:spPr>
          <a:xfrm>
            <a:off x="9012488" y="1575254"/>
            <a:ext cx="682783"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nvGrpSpPr>
          <p:cNvPr id="57" name="グループ化 56">
            <a:extLst>
              <a:ext uri="{FF2B5EF4-FFF2-40B4-BE49-F238E27FC236}">
                <a16:creationId xmlns:a16="http://schemas.microsoft.com/office/drawing/2014/main" id="{25035554-2E56-6E47-073C-7413C22CA781}"/>
              </a:ext>
            </a:extLst>
          </p:cNvPr>
          <p:cNvGrpSpPr/>
          <p:nvPr/>
        </p:nvGrpSpPr>
        <p:grpSpPr>
          <a:xfrm>
            <a:off x="9012488" y="5381951"/>
            <a:ext cx="2285281" cy="559836"/>
            <a:chOff x="858105" y="1673292"/>
            <a:chExt cx="2612882" cy="559836"/>
          </a:xfrm>
        </p:grpSpPr>
        <p:sp>
          <p:nvSpPr>
            <p:cNvPr id="58" name="楕円 57">
              <a:extLst>
                <a:ext uri="{FF2B5EF4-FFF2-40B4-BE49-F238E27FC236}">
                  <a16:creationId xmlns:a16="http://schemas.microsoft.com/office/drawing/2014/main" id="{DAE33F32-E0CE-97C6-37FD-49B2A537013F}"/>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59" name="楕円 58">
              <a:extLst>
                <a:ext uri="{FF2B5EF4-FFF2-40B4-BE49-F238E27FC236}">
                  <a16:creationId xmlns:a16="http://schemas.microsoft.com/office/drawing/2014/main" id="{377B21DC-849D-4FF8-9C6D-B1F1278F82E7}"/>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63" name="グループ化 62">
            <a:extLst>
              <a:ext uri="{FF2B5EF4-FFF2-40B4-BE49-F238E27FC236}">
                <a16:creationId xmlns:a16="http://schemas.microsoft.com/office/drawing/2014/main" id="{5148FCD6-D364-C9E5-6831-3DF453CA8FA6}"/>
              </a:ext>
            </a:extLst>
          </p:cNvPr>
          <p:cNvGrpSpPr/>
          <p:nvPr/>
        </p:nvGrpSpPr>
        <p:grpSpPr>
          <a:xfrm>
            <a:off x="9012488" y="3910825"/>
            <a:ext cx="2285281" cy="559836"/>
            <a:chOff x="858105" y="1673292"/>
            <a:chExt cx="2612882" cy="559836"/>
          </a:xfrm>
        </p:grpSpPr>
        <p:sp>
          <p:nvSpPr>
            <p:cNvPr id="64" name="楕円 63">
              <a:extLst>
                <a:ext uri="{FF2B5EF4-FFF2-40B4-BE49-F238E27FC236}">
                  <a16:creationId xmlns:a16="http://schemas.microsoft.com/office/drawing/2014/main" id="{28FBBED6-566D-69CF-304F-1DCFF81E284B}"/>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65" name="楕円 64">
              <a:extLst>
                <a:ext uri="{FF2B5EF4-FFF2-40B4-BE49-F238E27FC236}">
                  <a16:creationId xmlns:a16="http://schemas.microsoft.com/office/drawing/2014/main" id="{A2C4387C-8336-DC1C-3EC6-2CF246BCF21B}"/>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sp>
        <p:nvSpPr>
          <p:cNvPr id="67" name="楕円 66">
            <a:extLst>
              <a:ext uri="{FF2B5EF4-FFF2-40B4-BE49-F238E27FC236}">
                <a16:creationId xmlns:a16="http://schemas.microsoft.com/office/drawing/2014/main" id="{3422BE1D-0B3C-300F-1986-CBA153E37706}"/>
              </a:ext>
            </a:extLst>
          </p:cNvPr>
          <p:cNvSpPr/>
          <p:nvPr/>
        </p:nvSpPr>
        <p:spPr>
          <a:xfrm>
            <a:off x="9869638" y="3046380"/>
            <a:ext cx="1428131"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68" name="楕円 67">
            <a:extLst>
              <a:ext uri="{FF2B5EF4-FFF2-40B4-BE49-F238E27FC236}">
                <a16:creationId xmlns:a16="http://schemas.microsoft.com/office/drawing/2014/main" id="{29A0F156-20E1-5799-A1C1-159015A4B89B}"/>
              </a:ext>
            </a:extLst>
          </p:cNvPr>
          <p:cNvSpPr/>
          <p:nvPr/>
        </p:nvSpPr>
        <p:spPr>
          <a:xfrm>
            <a:off x="9012488" y="3046380"/>
            <a:ext cx="682783"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70" name="楕円 69">
            <a:extLst>
              <a:ext uri="{FF2B5EF4-FFF2-40B4-BE49-F238E27FC236}">
                <a16:creationId xmlns:a16="http://schemas.microsoft.com/office/drawing/2014/main" id="{05B9EE10-C321-0691-A71E-C979F6DEDDC2}"/>
              </a:ext>
            </a:extLst>
          </p:cNvPr>
          <p:cNvSpPr/>
          <p:nvPr/>
        </p:nvSpPr>
        <p:spPr>
          <a:xfrm>
            <a:off x="9079523" y="2310817"/>
            <a:ext cx="1428131"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71" name="楕円 70">
            <a:extLst>
              <a:ext uri="{FF2B5EF4-FFF2-40B4-BE49-F238E27FC236}">
                <a16:creationId xmlns:a16="http://schemas.microsoft.com/office/drawing/2014/main" id="{400FB9AB-3B39-456F-601D-119E2F3ACE86}"/>
              </a:ext>
            </a:extLst>
          </p:cNvPr>
          <p:cNvSpPr/>
          <p:nvPr/>
        </p:nvSpPr>
        <p:spPr>
          <a:xfrm>
            <a:off x="8222373" y="2310817"/>
            <a:ext cx="682783"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72" name="四角形: 角を丸くする 71">
            <a:extLst>
              <a:ext uri="{FF2B5EF4-FFF2-40B4-BE49-F238E27FC236}">
                <a16:creationId xmlns:a16="http://schemas.microsoft.com/office/drawing/2014/main" id="{6AB121FD-94C6-1A6D-D093-1FD727AADACB}"/>
              </a:ext>
            </a:extLst>
          </p:cNvPr>
          <p:cNvSpPr/>
          <p:nvPr/>
        </p:nvSpPr>
        <p:spPr>
          <a:xfrm>
            <a:off x="10941877" y="81169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3" name="四角形: 角を丸くする 72">
            <a:extLst>
              <a:ext uri="{FF2B5EF4-FFF2-40B4-BE49-F238E27FC236}">
                <a16:creationId xmlns:a16="http://schemas.microsoft.com/office/drawing/2014/main" id="{A8113C3F-E94C-29AD-48E0-183B184EF41E}"/>
              </a:ext>
            </a:extLst>
          </p:cNvPr>
          <p:cNvSpPr/>
          <p:nvPr/>
        </p:nvSpPr>
        <p:spPr>
          <a:xfrm>
            <a:off x="10941877" y="5350849"/>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90" name="グループ化 89">
            <a:extLst>
              <a:ext uri="{FF2B5EF4-FFF2-40B4-BE49-F238E27FC236}">
                <a16:creationId xmlns:a16="http://schemas.microsoft.com/office/drawing/2014/main" id="{53B660E2-BAE6-BE14-B195-B4CAA95E5722}"/>
              </a:ext>
            </a:extLst>
          </p:cNvPr>
          <p:cNvGrpSpPr/>
          <p:nvPr/>
        </p:nvGrpSpPr>
        <p:grpSpPr>
          <a:xfrm>
            <a:off x="8836094" y="4595070"/>
            <a:ext cx="2704472" cy="662473"/>
            <a:chOff x="8450427" y="4559558"/>
            <a:chExt cx="3092165" cy="662473"/>
          </a:xfrm>
        </p:grpSpPr>
        <p:sp>
          <p:nvSpPr>
            <p:cNvPr id="45" name="四角形: 角を丸くする 44">
              <a:extLst>
                <a:ext uri="{FF2B5EF4-FFF2-40B4-BE49-F238E27FC236}">
                  <a16:creationId xmlns:a16="http://schemas.microsoft.com/office/drawing/2014/main" id="{2CB5707C-8A08-E59E-950B-81B8AEC8D525}"/>
                </a:ext>
              </a:extLst>
            </p:cNvPr>
            <p:cNvSpPr/>
            <p:nvPr/>
          </p:nvSpPr>
          <p:spPr>
            <a:xfrm flipV="1">
              <a:off x="8450427" y="4559558"/>
              <a:ext cx="3092165"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grpSp>
          <p:nvGrpSpPr>
            <p:cNvPr id="60" name="グループ化 59">
              <a:extLst>
                <a:ext uri="{FF2B5EF4-FFF2-40B4-BE49-F238E27FC236}">
                  <a16:creationId xmlns:a16="http://schemas.microsoft.com/office/drawing/2014/main" id="{2DEDD3AA-E9BC-127A-41E5-5A9134E6F606}"/>
                </a:ext>
              </a:extLst>
            </p:cNvPr>
            <p:cNvGrpSpPr/>
            <p:nvPr/>
          </p:nvGrpSpPr>
          <p:grpSpPr>
            <a:xfrm>
              <a:off x="8649791" y="4610876"/>
              <a:ext cx="2612882" cy="559836"/>
              <a:chOff x="858105" y="1673292"/>
              <a:chExt cx="2612882" cy="559836"/>
            </a:xfrm>
          </p:grpSpPr>
          <p:sp>
            <p:nvSpPr>
              <p:cNvPr id="61" name="楕円 60">
                <a:extLst>
                  <a:ext uri="{FF2B5EF4-FFF2-40B4-BE49-F238E27FC236}">
                    <a16:creationId xmlns:a16="http://schemas.microsoft.com/office/drawing/2014/main" id="{45366D97-C7B4-8DEC-6C09-2593458C97A3}"/>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62" name="楕円 61">
                <a:extLst>
                  <a:ext uri="{FF2B5EF4-FFF2-40B4-BE49-F238E27FC236}">
                    <a16:creationId xmlns:a16="http://schemas.microsoft.com/office/drawing/2014/main" id="{B0F853A7-0B9E-C6B0-5445-7D73362F2BB9}"/>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sp>
          <p:nvSpPr>
            <p:cNvPr id="74" name="四角形: 角を丸くする 73">
              <a:extLst>
                <a:ext uri="{FF2B5EF4-FFF2-40B4-BE49-F238E27FC236}">
                  <a16:creationId xmlns:a16="http://schemas.microsoft.com/office/drawing/2014/main" id="{CD3C6D49-C8AE-7CCB-9B94-3F9EA6552B1B}"/>
                </a:ext>
              </a:extLst>
            </p:cNvPr>
            <p:cNvSpPr/>
            <p:nvPr/>
          </p:nvSpPr>
          <p:spPr>
            <a:xfrm>
              <a:off x="10855763" y="4580293"/>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sp>
        <p:nvSpPr>
          <p:cNvPr id="75" name="四角形: 角を丸くする 74">
            <a:extLst>
              <a:ext uri="{FF2B5EF4-FFF2-40B4-BE49-F238E27FC236}">
                <a16:creationId xmlns:a16="http://schemas.microsoft.com/office/drawing/2014/main" id="{0383A77D-6300-4371-8328-55FA6F10047B}"/>
              </a:ext>
            </a:extLst>
          </p:cNvPr>
          <p:cNvSpPr/>
          <p:nvPr/>
        </p:nvSpPr>
        <p:spPr>
          <a:xfrm>
            <a:off x="10941877" y="3880760"/>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6" name="四角形: 角を丸くする 75">
            <a:extLst>
              <a:ext uri="{FF2B5EF4-FFF2-40B4-BE49-F238E27FC236}">
                <a16:creationId xmlns:a16="http://schemas.microsoft.com/office/drawing/2014/main" id="{D7F75501-26FB-1AA5-68EB-20A2336C8C32}"/>
              </a:ext>
            </a:extLst>
          </p:cNvPr>
          <p:cNvSpPr/>
          <p:nvPr/>
        </p:nvSpPr>
        <p:spPr>
          <a:xfrm>
            <a:off x="10941877" y="3016833"/>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7" name="四角形: 角を丸くする 76">
            <a:extLst>
              <a:ext uri="{FF2B5EF4-FFF2-40B4-BE49-F238E27FC236}">
                <a16:creationId xmlns:a16="http://schemas.microsoft.com/office/drawing/2014/main" id="{4EA7B451-91B9-104C-4909-7D49758AE6F5}"/>
              </a:ext>
            </a:extLst>
          </p:cNvPr>
          <p:cNvSpPr/>
          <p:nvPr/>
        </p:nvSpPr>
        <p:spPr>
          <a:xfrm>
            <a:off x="10151762" y="228178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8" name="四角形: 角を丸くする 77">
            <a:extLst>
              <a:ext uri="{FF2B5EF4-FFF2-40B4-BE49-F238E27FC236}">
                <a16:creationId xmlns:a16="http://schemas.microsoft.com/office/drawing/2014/main" id="{326727EF-9041-AFF8-0D28-4859064FB9BD}"/>
              </a:ext>
            </a:extLst>
          </p:cNvPr>
          <p:cNvSpPr/>
          <p:nvPr/>
        </p:nvSpPr>
        <p:spPr>
          <a:xfrm>
            <a:off x="10941877" y="1546743"/>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137" name="フローチャート: 論理積ゲート 136">
            <a:extLst>
              <a:ext uri="{FF2B5EF4-FFF2-40B4-BE49-F238E27FC236}">
                <a16:creationId xmlns:a16="http://schemas.microsoft.com/office/drawing/2014/main" id="{76350E23-7A9A-CC18-6529-17E7852F0272}"/>
              </a:ext>
            </a:extLst>
          </p:cNvPr>
          <p:cNvSpPr/>
          <p:nvPr/>
        </p:nvSpPr>
        <p:spPr>
          <a:xfrm>
            <a:off x="1367869" y="6169827"/>
            <a:ext cx="1225730" cy="461826"/>
          </a:xfrm>
          <a:prstGeom prst="flowChartDelay">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BIZ UDP明朝 Medium" panose="02020500000000000000" pitchFamily="18" charset="-128"/>
                <a:ea typeface="BIZ UDP明朝 Medium" panose="02020500000000000000" pitchFamily="18" charset="-128"/>
              </a:rPr>
              <a:t>▶</a:t>
            </a:r>
            <a:r>
              <a:rPr kumimoji="1" lang="en-US" altLang="ja-JP" b="1" dirty="0">
                <a:latin typeface="BIZ UDP明朝 Medium" panose="02020500000000000000" pitchFamily="18" charset="-128"/>
                <a:ea typeface="BIZ UDP明朝 Medium" panose="02020500000000000000" pitchFamily="18" charset="-128"/>
              </a:rPr>
              <a:t>×1</a:t>
            </a:r>
            <a:endParaRPr kumimoji="1" lang="ja-JP" altLang="en-US" b="1" dirty="0">
              <a:latin typeface="BIZ UDP明朝 Medium" panose="02020500000000000000" pitchFamily="18" charset="-128"/>
              <a:ea typeface="BIZ UDP明朝 Medium" panose="02020500000000000000" pitchFamily="18" charset="-128"/>
            </a:endParaRPr>
          </a:p>
        </p:txBody>
      </p:sp>
      <p:sp>
        <p:nvSpPr>
          <p:cNvPr id="139" name="フローチャート: 論理積ゲート 138">
            <a:extLst>
              <a:ext uri="{FF2B5EF4-FFF2-40B4-BE49-F238E27FC236}">
                <a16:creationId xmlns:a16="http://schemas.microsoft.com/office/drawing/2014/main" id="{979FBD17-7037-EAC4-573C-423D158C1995}"/>
              </a:ext>
            </a:extLst>
          </p:cNvPr>
          <p:cNvSpPr/>
          <p:nvPr/>
        </p:nvSpPr>
        <p:spPr>
          <a:xfrm>
            <a:off x="2796951" y="6169827"/>
            <a:ext cx="1225730" cy="461826"/>
          </a:xfrm>
          <a:prstGeom prst="flowChartDelay">
            <a:avLst/>
          </a:prstGeom>
          <a:solidFill>
            <a:srgbClr val="CC66FF"/>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BIZ UDP明朝 Medium" panose="02020500000000000000" pitchFamily="18" charset="-128"/>
                <a:ea typeface="BIZ UDP明朝 Medium" panose="02020500000000000000" pitchFamily="18" charset="-128"/>
              </a:rPr>
              <a:t>▶▶</a:t>
            </a:r>
            <a:r>
              <a:rPr kumimoji="1" lang="en-US" altLang="ja-JP" b="1" dirty="0">
                <a:latin typeface="BIZ UDP明朝 Medium" panose="02020500000000000000" pitchFamily="18" charset="-128"/>
                <a:ea typeface="BIZ UDP明朝 Medium" panose="02020500000000000000" pitchFamily="18" charset="-128"/>
              </a:rPr>
              <a:t>×2</a:t>
            </a:r>
            <a:endParaRPr kumimoji="1" lang="ja-JP" altLang="en-US" b="1" dirty="0">
              <a:latin typeface="BIZ UDP明朝 Medium" panose="02020500000000000000" pitchFamily="18" charset="-128"/>
              <a:ea typeface="BIZ UDP明朝 Medium" panose="02020500000000000000" pitchFamily="18" charset="-128"/>
            </a:endParaRPr>
          </a:p>
        </p:txBody>
      </p:sp>
      <p:grpSp>
        <p:nvGrpSpPr>
          <p:cNvPr id="155" name="グループ化 154">
            <a:extLst>
              <a:ext uri="{FF2B5EF4-FFF2-40B4-BE49-F238E27FC236}">
                <a16:creationId xmlns:a16="http://schemas.microsoft.com/office/drawing/2014/main" id="{46F32D0C-4D27-8F69-03C6-8B1C345AAE4A}"/>
              </a:ext>
            </a:extLst>
          </p:cNvPr>
          <p:cNvGrpSpPr/>
          <p:nvPr/>
        </p:nvGrpSpPr>
        <p:grpSpPr>
          <a:xfrm>
            <a:off x="619269" y="6128116"/>
            <a:ext cx="545248" cy="545248"/>
            <a:chOff x="4866575" y="4589624"/>
            <a:chExt cx="914400" cy="914400"/>
          </a:xfrm>
        </p:grpSpPr>
        <p:sp>
          <p:nvSpPr>
            <p:cNvPr id="154" name="四角形: 角を丸くする 153">
              <a:extLst>
                <a:ext uri="{FF2B5EF4-FFF2-40B4-BE49-F238E27FC236}">
                  <a16:creationId xmlns:a16="http://schemas.microsoft.com/office/drawing/2014/main" id="{6C9F985F-55F5-3ACD-4FAC-AE03B74A6003}"/>
                </a:ext>
              </a:extLst>
            </p:cNvPr>
            <p:cNvSpPr/>
            <p:nvPr/>
          </p:nvSpPr>
          <p:spPr>
            <a:xfrm>
              <a:off x="4866575" y="4589624"/>
              <a:ext cx="914400" cy="914400"/>
            </a:xfrm>
            <a:prstGeom prst="roundRect">
              <a:avLst/>
            </a:prstGeom>
            <a:solidFill>
              <a:schemeClr val="tx1">
                <a:lumMod val="85000"/>
                <a:lumOff val="15000"/>
                <a:alpha val="7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53" name="図 152">
              <a:extLst>
                <a:ext uri="{FF2B5EF4-FFF2-40B4-BE49-F238E27FC236}">
                  <a16:creationId xmlns:a16="http://schemas.microsoft.com/office/drawing/2014/main" id="{B2E1581B-ACFF-1EDD-0B1A-41B3528E44E3}"/>
                </a:ext>
              </a:extLst>
            </p:cNvPr>
            <p:cNvPicPr>
              <a:picLocks noChangeAspect="1"/>
            </p:cNvPicPr>
            <p:nvPr/>
          </p:nvPicPr>
          <p:blipFill>
            <a:blip r:embed="rId2">
              <a:lum bright="70000" contrast="-70000"/>
              <a:extLst>
                <a:ext uri="{28A0092B-C50C-407E-A947-70E740481C1C}">
                  <a14:useLocalDpi xmlns:a14="http://schemas.microsoft.com/office/drawing/2010/main" val="0"/>
                </a:ext>
              </a:extLst>
            </a:blip>
            <a:stretch>
              <a:fillRect/>
            </a:stretch>
          </p:blipFill>
          <p:spPr>
            <a:xfrm>
              <a:off x="5014494" y="4737543"/>
              <a:ext cx="618561" cy="618561"/>
            </a:xfrm>
            <a:prstGeom prst="rect">
              <a:avLst/>
            </a:prstGeom>
          </p:spPr>
        </p:pic>
      </p:grpSp>
      <p:grpSp>
        <p:nvGrpSpPr>
          <p:cNvPr id="162" name="グループ化 161">
            <a:extLst>
              <a:ext uri="{FF2B5EF4-FFF2-40B4-BE49-F238E27FC236}">
                <a16:creationId xmlns:a16="http://schemas.microsoft.com/office/drawing/2014/main" id="{2725C4E3-00C0-F9FF-D0A4-12EC41A5F448}"/>
              </a:ext>
            </a:extLst>
          </p:cNvPr>
          <p:cNvGrpSpPr/>
          <p:nvPr/>
        </p:nvGrpSpPr>
        <p:grpSpPr>
          <a:xfrm>
            <a:off x="4366984" y="6169827"/>
            <a:ext cx="3092165" cy="493660"/>
            <a:chOff x="1719571" y="215382"/>
            <a:chExt cx="3888059" cy="426098"/>
          </a:xfrm>
          <a:solidFill>
            <a:schemeClr val="tx1">
              <a:lumMod val="95000"/>
              <a:lumOff val="5000"/>
            </a:schemeClr>
          </a:solidFill>
        </p:grpSpPr>
        <p:sp>
          <p:nvSpPr>
            <p:cNvPr id="166" name="平行四辺形 165">
              <a:extLst>
                <a:ext uri="{FF2B5EF4-FFF2-40B4-BE49-F238E27FC236}">
                  <a16:creationId xmlns:a16="http://schemas.microsoft.com/office/drawing/2014/main" id="{C5E15C74-BFE4-D60F-D3FD-C8DEA94A79DF}"/>
                </a:ext>
              </a:extLst>
            </p:cNvPr>
            <p:cNvSpPr/>
            <p:nvPr/>
          </p:nvSpPr>
          <p:spPr>
            <a:xfrm>
              <a:off x="4751951"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7" name="平行四辺形 166">
              <a:extLst>
                <a:ext uri="{FF2B5EF4-FFF2-40B4-BE49-F238E27FC236}">
                  <a16:creationId xmlns:a16="http://schemas.microsoft.com/office/drawing/2014/main" id="{ACFC3B9D-7D08-D5BC-F0B8-F92700430D35}"/>
                </a:ext>
              </a:extLst>
            </p:cNvPr>
            <p:cNvSpPr/>
            <p:nvPr/>
          </p:nvSpPr>
          <p:spPr>
            <a:xfrm>
              <a:off x="3993856" y="215382"/>
              <a:ext cx="855679" cy="426098"/>
            </a:xfrm>
            <a:prstGeom prst="homePlate">
              <a:avLst/>
            </a:prstGeom>
            <a:solidFill>
              <a:schemeClr val="accent1"/>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5" name="平行四辺形 164">
              <a:extLst>
                <a:ext uri="{FF2B5EF4-FFF2-40B4-BE49-F238E27FC236}">
                  <a16:creationId xmlns:a16="http://schemas.microsoft.com/office/drawing/2014/main" id="{151F570C-2894-212E-8777-E522D9E1824A}"/>
                </a:ext>
              </a:extLst>
            </p:cNvPr>
            <p:cNvSpPr/>
            <p:nvPr/>
          </p:nvSpPr>
          <p:spPr>
            <a:xfrm>
              <a:off x="3235761"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64" name="平行四辺形 163">
              <a:extLst>
                <a:ext uri="{FF2B5EF4-FFF2-40B4-BE49-F238E27FC236}">
                  <a16:creationId xmlns:a16="http://schemas.microsoft.com/office/drawing/2014/main" id="{068BBAB6-C67A-0994-AD2E-0488C0BBC8C7}"/>
                </a:ext>
              </a:extLst>
            </p:cNvPr>
            <p:cNvSpPr/>
            <p:nvPr/>
          </p:nvSpPr>
          <p:spPr>
            <a:xfrm>
              <a:off x="2477666"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3" name="平行四辺形 162">
              <a:extLst>
                <a:ext uri="{FF2B5EF4-FFF2-40B4-BE49-F238E27FC236}">
                  <a16:creationId xmlns:a16="http://schemas.microsoft.com/office/drawing/2014/main" id="{E9A1A4D6-514F-A43A-7FD8-1F1613CF458F}"/>
                </a:ext>
              </a:extLst>
            </p:cNvPr>
            <p:cNvSpPr/>
            <p:nvPr/>
          </p:nvSpPr>
          <p:spPr>
            <a:xfrm>
              <a:off x="1719571" y="215382"/>
              <a:ext cx="855679" cy="426098"/>
            </a:xfrm>
            <a:prstGeom prst="homePlate">
              <a:avLst/>
            </a:prstGeom>
            <a:solidFill>
              <a:schemeClr val="accent1"/>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sp>
        <p:nvSpPr>
          <p:cNvPr id="168" name="楕円 167">
            <a:extLst>
              <a:ext uri="{FF2B5EF4-FFF2-40B4-BE49-F238E27FC236}">
                <a16:creationId xmlns:a16="http://schemas.microsoft.com/office/drawing/2014/main" id="{FFAC45E3-3E8C-501F-04F2-2F8226C4CAB9}"/>
              </a:ext>
            </a:extLst>
          </p:cNvPr>
          <p:cNvSpPr/>
          <p:nvPr/>
        </p:nvSpPr>
        <p:spPr>
          <a:xfrm>
            <a:off x="5698688"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sp>
        <p:nvSpPr>
          <p:cNvPr id="169" name="楕円 168">
            <a:extLst>
              <a:ext uri="{FF2B5EF4-FFF2-40B4-BE49-F238E27FC236}">
                <a16:creationId xmlns:a16="http://schemas.microsoft.com/office/drawing/2014/main" id="{BABFB80C-4227-446C-0CD1-646736A948C8}"/>
              </a:ext>
            </a:extLst>
          </p:cNvPr>
          <p:cNvSpPr/>
          <p:nvPr/>
        </p:nvSpPr>
        <p:spPr>
          <a:xfrm>
            <a:off x="6346227" y="6230426"/>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sp>
        <p:nvSpPr>
          <p:cNvPr id="170" name="楕円 169">
            <a:extLst>
              <a:ext uri="{FF2B5EF4-FFF2-40B4-BE49-F238E27FC236}">
                <a16:creationId xmlns:a16="http://schemas.microsoft.com/office/drawing/2014/main" id="{B2F9FA3C-1188-F18E-00FA-CDE6261986C3}"/>
              </a:ext>
            </a:extLst>
          </p:cNvPr>
          <p:cNvSpPr/>
          <p:nvPr/>
        </p:nvSpPr>
        <p:spPr>
          <a:xfrm>
            <a:off x="6908237"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sp>
        <p:nvSpPr>
          <p:cNvPr id="171" name="楕円 170">
            <a:extLst>
              <a:ext uri="{FF2B5EF4-FFF2-40B4-BE49-F238E27FC236}">
                <a16:creationId xmlns:a16="http://schemas.microsoft.com/office/drawing/2014/main" id="{658A683D-50A5-40B4-BA05-1D81BF8D8CE1}"/>
              </a:ext>
            </a:extLst>
          </p:cNvPr>
          <p:cNvSpPr/>
          <p:nvPr/>
        </p:nvSpPr>
        <p:spPr>
          <a:xfrm>
            <a:off x="5117736"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sp>
        <p:nvSpPr>
          <p:cNvPr id="172" name="楕円 171">
            <a:extLst>
              <a:ext uri="{FF2B5EF4-FFF2-40B4-BE49-F238E27FC236}">
                <a16:creationId xmlns:a16="http://schemas.microsoft.com/office/drawing/2014/main" id="{D8897CD8-E02B-D010-1CBA-FE6CCCEC00E7}"/>
              </a:ext>
            </a:extLst>
          </p:cNvPr>
          <p:cNvSpPr/>
          <p:nvPr/>
        </p:nvSpPr>
        <p:spPr>
          <a:xfrm>
            <a:off x="4495793"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cxnSp>
        <p:nvCxnSpPr>
          <p:cNvPr id="174" name="直線コネクタ 173">
            <a:extLst>
              <a:ext uri="{FF2B5EF4-FFF2-40B4-BE49-F238E27FC236}">
                <a16:creationId xmlns:a16="http://schemas.microsoft.com/office/drawing/2014/main" id="{E99CA4E5-F31C-6DC8-9762-360D5E910EAF}"/>
              </a:ext>
            </a:extLst>
          </p:cNvPr>
          <p:cNvCxnSpPr>
            <a:cxnSpLocks/>
          </p:cNvCxnSpPr>
          <p:nvPr/>
        </p:nvCxnSpPr>
        <p:spPr>
          <a:xfrm>
            <a:off x="4712882" y="6663487"/>
            <a:ext cx="3658847" cy="0"/>
          </a:xfrm>
          <a:prstGeom prst="line">
            <a:avLst/>
          </a:prstGeom>
          <a:ln w="38100">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175" name="テキスト ボックス 174">
            <a:extLst>
              <a:ext uri="{FF2B5EF4-FFF2-40B4-BE49-F238E27FC236}">
                <a16:creationId xmlns:a16="http://schemas.microsoft.com/office/drawing/2014/main" id="{6460E551-BA97-CEF0-2083-C516F3E4AF4B}"/>
              </a:ext>
            </a:extLst>
          </p:cNvPr>
          <p:cNvSpPr txBox="1"/>
          <p:nvPr/>
        </p:nvSpPr>
        <p:spPr>
          <a:xfrm>
            <a:off x="4871979" y="151566"/>
            <a:ext cx="2448043" cy="584775"/>
          </a:xfrm>
          <a:prstGeom prst="rect">
            <a:avLst/>
          </a:prstGeom>
          <a:noFill/>
        </p:spPr>
        <p:txBody>
          <a:bodyPr wrap="square" rtlCol="0">
            <a:spAutoFit/>
          </a:bodyPr>
          <a:lstStyle/>
          <a:p>
            <a:pPr algn="ctr"/>
            <a:r>
              <a:rPr kumimoji="1" lang="en-US" altLang="ja-JP" sz="2000" b="1" dirty="0">
                <a:solidFill>
                  <a:schemeClr val="bg1">
                    <a:lumMod val="95000"/>
                  </a:schemeClr>
                </a:solidFill>
                <a:latin typeface="BIZ UDP明朝 Medium" panose="02020500000000000000" pitchFamily="18" charset="-128"/>
                <a:ea typeface="BIZ UDP明朝 Medium" panose="02020500000000000000" pitchFamily="18" charset="-128"/>
              </a:rPr>
              <a:t>TRUN </a:t>
            </a:r>
            <a:r>
              <a:rPr kumimoji="1"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0</a:t>
            </a:r>
            <a:endPar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176" name="テキスト ボックス 175">
            <a:extLst>
              <a:ext uri="{FF2B5EF4-FFF2-40B4-BE49-F238E27FC236}">
                <a16:creationId xmlns:a16="http://schemas.microsoft.com/office/drawing/2014/main" id="{83823F5B-17CA-C786-7AF9-3420A83BC367}"/>
              </a:ext>
            </a:extLst>
          </p:cNvPr>
          <p:cNvSpPr txBox="1"/>
          <p:nvPr/>
        </p:nvSpPr>
        <p:spPr>
          <a:xfrm>
            <a:off x="7472124" y="6141824"/>
            <a:ext cx="899605" cy="369332"/>
          </a:xfrm>
          <a:prstGeom prst="rect">
            <a:avLst/>
          </a:prstGeom>
          <a:noFill/>
        </p:spPr>
        <p:txBody>
          <a:bodyPr wrap="none" rtlCol="0">
            <a:spAutoFit/>
          </a:bodyPr>
          <a:lstStyle/>
          <a:p>
            <a:pPr algn="ctr"/>
            <a:r>
              <a:rPr kumimoji="1" lang="en-US" altLang="ja-JP" sz="1400" b="1" dirty="0">
                <a:solidFill>
                  <a:schemeClr val="bg1">
                    <a:lumMod val="95000"/>
                  </a:schemeClr>
                </a:solidFill>
                <a:latin typeface="BIZ UDP明朝 Medium" panose="02020500000000000000" pitchFamily="18" charset="-128"/>
                <a:ea typeface="BIZ UDP明朝 Medium" panose="02020500000000000000" pitchFamily="18" charset="-128"/>
              </a:rPr>
              <a:t>TRUN</a:t>
            </a:r>
            <a:r>
              <a:rPr kumimoji="1" lang="en-US" altLang="ja-JP" b="1" dirty="0">
                <a:solidFill>
                  <a:schemeClr val="bg1">
                    <a:lumMod val="95000"/>
                  </a:schemeClr>
                </a:solidFill>
                <a:latin typeface="BIZ UDP明朝 Medium" panose="02020500000000000000" pitchFamily="18" charset="-128"/>
                <a:ea typeface="BIZ UDP明朝 Medium" panose="02020500000000000000" pitchFamily="18" charset="-128"/>
              </a:rPr>
              <a:t>0</a:t>
            </a:r>
            <a:endParaRPr kumimoji="1" lang="ja-JP" altLang="en-US"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179" name="矢印: 五方向 178">
            <a:extLst>
              <a:ext uri="{FF2B5EF4-FFF2-40B4-BE49-F238E27FC236}">
                <a16:creationId xmlns:a16="http://schemas.microsoft.com/office/drawing/2014/main" id="{04C6FC2E-5CC4-8201-7EFB-5B536BB1C67B}"/>
              </a:ext>
            </a:extLst>
          </p:cNvPr>
          <p:cNvSpPr/>
          <p:nvPr/>
        </p:nvSpPr>
        <p:spPr>
          <a:xfrm>
            <a:off x="9793588" y="6169827"/>
            <a:ext cx="1225730" cy="527075"/>
          </a:xfrm>
          <a:prstGeom prst="homePlate">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BIZ UDP明朝 Medium" panose="02020500000000000000" pitchFamily="18" charset="-128"/>
                <a:ea typeface="BIZ UDP明朝 Medium" panose="02020500000000000000" pitchFamily="18" charset="-128"/>
              </a:rPr>
              <a:t>撤退</a:t>
            </a:r>
          </a:p>
        </p:txBody>
      </p:sp>
      <p:sp>
        <p:nvSpPr>
          <p:cNvPr id="87" name="テキスト ボックス 86">
            <a:extLst>
              <a:ext uri="{FF2B5EF4-FFF2-40B4-BE49-F238E27FC236}">
                <a16:creationId xmlns:a16="http://schemas.microsoft.com/office/drawing/2014/main" id="{3839D46F-C21A-8450-F7C1-F82CC2AFD82D}"/>
              </a:ext>
            </a:extLst>
          </p:cNvPr>
          <p:cNvSpPr txBox="1"/>
          <p:nvPr/>
        </p:nvSpPr>
        <p:spPr>
          <a:xfrm>
            <a:off x="777314" y="151566"/>
            <a:ext cx="752129" cy="584775"/>
          </a:xfrm>
          <a:prstGeom prst="rect">
            <a:avLst/>
          </a:prstGeom>
          <a:noFill/>
        </p:spPr>
        <p:txBody>
          <a:bodyPr wrap="none" rtlCol="0">
            <a:spAutoFit/>
          </a:bodyPr>
          <a:lstStyle/>
          <a:p>
            <a:r>
              <a:rPr kumimoji="1"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EF</a:t>
            </a:r>
            <a:endPar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nvGrpSpPr>
          <p:cNvPr id="197" name="グループ化 196">
            <a:extLst>
              <a:ext uri="{FF2B5EF4-FFF2-40B4-BE49-F238E27FC236}">
                <a16:creationId xmlns:a16="http://schemas.microsoft.com/office/drawing/2014/main" id="{3FD2C741-E30A-5993-B629-303936560BCE}"/>
              </a:ext>
            </a:extLst>
          </p:cNvPr>
          <p:cNvGrpSpPr/>
          <p:nvPr/>
        </p:nvGrpSpPr>
        <p:grpSpPr>
          <a:xfrm>
            <a:off x="2034000" y="3044825"/>
            <a:ext cx="1505416" cy="601824"/>
            <a:chOff x="1980734" y="3149081"/>
            <a:chExt cx="1505416" cy="601824"/>
          </a:xfrm>
        </p:grpSpPr>
        <p:sp>
          <p:nvSpPr>
            <p:cNvPr id="30" name="楕円 29">
              <a:extLst>
                <a:ext uri="{FF2B5EF4-FFF2-40B4-BE49-F238E27FC236}">
                  <a16:creationId xmlns:a16="http://schemas.microsoft.com/office/drawing/2014/main" id="{04A5E036-B552-2636-F9C0-37520CCF1FD3}"/>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86" name="グループ化 185">
              <a:extLst>
                <a:ext uri="{FF2B5EF4-FFF2-40B4-BE49-F238E27FC236}">
                  <a16:creationId xmlns:a16="http://schemas.microsoft.com/office/drawing/2014/main" id="{8A414E1B-987E-3666-10D2-D935427C0F05}"/>
                </a:ext>
              </a:extLst>
            </p:cNvPr>
            <p:cNvGrpSpPr/>
            <p:nvPr/>
          </p:nvGrpSpPr>
          <p:grpSpPr>
            <a:xfrm>
              <a:off x="1980734" y="3175652"/>
              <a:ext cx="1505416" cy="575253"/>
              <a:chOff x="1980734" y="3175652"/>
              <a:chExt cx="1505416" cy="575253"/>
            </a:xfrm>
          </p:grpSpPr>
          <p:grpSp>
            <p:nvGrpSpPr>
              <p:cNvPr id="126" name="グループ化 125">
                <a:extLst>
                  <a:ext uri="{FF2B5EF4-FFF2-40B4-BE49-F238E27FC236}">
                    <a16:creationId xmlns:a16="http://schemas.microsoft.com/office/drawing/2014/main" id="{5B956915-0FBE-DFDD-7CFE-CB29F1BE1D9E}"/>
                  </a:ext>
                </a:extLst>
              </p:cNvPr>
              <p:cNvGrpSpPr/>
              <p:nvPr/>
            </p:nvGrpSpPr>
            <p:grpSpPr>
              <a:xfrm>
                <a:off x="1980734" y="3473931"/>
                <a:ext cx="1505416" cy="276974"/>
                <a:chOff x="4194668" y="3607669"/>
                <a:chExt cx="1105960" cy="276974"/>
              </a:xfrm>
            </p:grpSpPr>
            <p:sp>
              <p:nvSpPr>
                <p:cNvPr id="120" name="四角形: 角を丸くする 119">
                  <a:extLst>
                    <a:ext uri="{FF2B5EF4-FFF2-40B4-BE49-F238E27FC236}">
                      <a16:creationId xmlns:a16="http://schemas.microsoft.com/office/drawing/2014/main" id="{71E0577F-C919-1E30-F8A5-CDC4041FD02B}"/>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25" name="図 124">
                  <a:extLst>
                    <a:ext uri="{FF2B5EF4-FFF2-40B4-BE49-F238E27FC236}">
                      <a16:creationId xmlns:a16="http://schemas.microsoft.com/office/drawing/2014/main" id="{06A313D4-4ABF-F524-B335-72D5BFAE083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85" name="テキスト ボックス 184">
                <a:extLst>
                  <a:ext uri="{FF2B5EF4-FFF2-40B4-BE49-F238E27FC236}">
                    <a16:creationId xmlns:a16="http://schemas.microsoft.com/office/drawing/2014/main" id="{36C2041A-8694-3C55-F093-CE1E9E6D624C}"/>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198" name="グループ化 197">
            <a:extLst>
              <a:ext uri="{FF2B5EF4-FFF2-40B4-BE49-F238E27FC236}">
                <a16:creationId xmlns:a16="http://schemas.microsoft.com/office/drawing/2014/main" id="{996BEDD9-1CF4-5A5A-F017-89CC1C600601}"/>
              </a:ext>
            </a:extLst>
          </p:cNvPr>
          <p:cNvGrpSpPr/>
          <p:nvPr/>
        </p:nvGrpSpPr>
        <p:grpSpPr>
          <a:xfrm>
            <a:off x="1376410" y="3905835"/>
            <a:ext cx="1505416" cy="601824"/>
            <a:chOff x="1980734" y="3149081"/>
            <a:chExt cx="1505416" cy="601824"/>
          </a:xfrm>
        </p:grpSpPr>
        <p:sp>
          <p:nvSpPr>
            <p:cNvPr id="199" name="楕円 198">
              <a:extLst>
                <a:ext uri="{FF2B5EF4-FFF2-40B4-BE49-F238E27FC236}">
                  <a16:creationId xmlns:a16="http://schemas.microsoft.com/office/drawing/2014/main" id="{3CB7D453-A415-F243-D590-1B9E9D974C04}"/>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00" name="グループ化 199">
              <a:extLst>
                <a:ext uri="{FF2B5EF4-FFF2-40B4-BE49-F238E27FC236}">
                  <a16:creationId xmlns:a16="http://schemas.microsoft.com/office/drawing/2014/main" id="{FFE52AF7-01AC-3D15-5A81-3D63C3FDC37F}"/>
                </a:ext>
              </a:extLst>
            </p:cNvPr>
            <p:cNvGrpSpPr/>
            <p:nvPr/>
          </p:nvGrpSpPr>
          <p:grpSpPr>
            <a:xfrm>
              <a:off x="1980734" y="3175652"/>
              <a:ext cx="1505416" cy="575253"/>
              <a:chOff x="1980734" y="3175652"/>
              <a:chExt cx="1505416" cy="575253"/>
            </a:xfrm>
          </p:grpSpPr>
          <p:grpSp>
            <p:nvGrpSpPr>
              <p:cNvPr id="201" name="グループ化 200">
                <a:extLst>
                  <a:ext uri="{FF2B5EF4-FFF2-40B4-BE49-F238E27FC236}">
                    <a16:creationId xmlns:a16="http://schemas.microsoft.com/office/drawing/2014/main" id="{05FB0D21-CDBC-1241-12C0-5D71B88ED061}"/>
                  </a:ext>
                </a:extLst>
              </p:cNvPr>
              <p:cNvGrpSpPr/>
              <p:nvPr/>
            </p:nvGrpSpPr>
            <p:grpSpPr>
              <a:xfrm>
                <a:off x="1980734" y="3473931"/>
                <a:ext cx="1505416" cy="276974"/>
                <a:chOff x="4194668" y="3607669"/>
                <a:chExt cx="1105960" cy="276974"/>
              </a:xfrm>
            </p:grpSpPr>
            <p:sp>
              <p:nvSpPr>
                <p:cNvPr id="203" name="四角形: 角を丸くする 202">
                  <a:extLst>
                    <a:ext uri="{FF2B5EF4-FFF2-40B4-BE49-F238E27FC236}">
                      <a16:creationId xmlns:a16="http://schemas.microsoft.com/office/drawing/2014/main" id="{38CF37C1-C9CA-942B-15CC-6CFAF6BAB0C2}"/>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04" name="図 203">
                  <a:extLst>
                    <a:ext uri="{FF2B5EF4-FFF2-40B4-BE49-F238E27FC236}">
                      <a16:creationId xmlns:a16="http://schemas.microsoft.com/office/drawing/2014/main" id="{464B0BB6-B5F9-A9D2-F3F3-3EB9F8590BA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02" name="テキスト ボックス 201">
                <a:extLst>
                  <a:ext uri="{FF2B5EF4-FFF2-40B4-BE49-F238E27FC236}">
                    <a16:creationId xmlns:a16="http://schemas.microsoft.com/office/drawing/2014/main" id="{1CECB019-783B-3F78-ECF0-57E2EA290AD0}"/>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05" name="グループ化 204">
            <a:extLst>
              <a:ext uri="{FF2B5EF4-FFF2-40B4-BE49-F238E27FC236}">
                <a16:creationId xmlns:a16="http://schemas.microsoft.com/office/drawing/2014/main" id="{3E74A450-A9E0-1ADA-D4F8-50DA2CB1D702}"/>
              </a:ext>
            </a:extLst>
          </p:cNvPr>
          <p:cNvGrpSpPr/>
          <p:nvPr/>
        </p:nvGrpSpPr>
        <p:grpSpPr>
          <a:xfrm>
            <a:off x="1376410" y="4625847"/>
            <a:ext cx="1505416" cy="601824"/>
            <a:chOff x="1980734" y="3149081"/>
            <a:chExt cx="1505416" cy="601824"/>
          </a:xfrm>
        </p:grpSpPr>
        <p:sp>
          <p:nvSpPr>
            <p:cNvPr id="206" name="楕円 205">
              <a:extLst>
                <a:ext uri="{FF2B5EF4-FFF2-40B4-BE49-F238E27FC236}">
                  <a16:creationId xmlns:a16="http://schemas.microsoft.com/office/drawing/2014/main" id="{AFC236A6-1580-B485-BCD1-A1991CFA54A7}"/>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07" name="グループ化 206">
              <a:extLst>
                <a:ext uri="{FF2B5EF4-FFF2-40B4-BE49-F238E27FC236}">
                  <a16:creationId xmlns:a16="http://schemas.microsoft.com/office/drawing/2014/main" id="{ED2A6DC5-603A-D5C4-A730-D8B29B18DAE1}"/>
                </a:ext>
              </a:extLst>
            </p:cNvPr>
            <p:cNvGrpSpPr/>
            <p:nvPr/>
          </p:nvGrpSpPr>
          <p:grpSpPr>
            <a:xfrm>
              <a:off x="1980734" y="3175652"/>
              <a:ext cx="1505416" cy="575253"/>
              <a:chOff x="1980734" y="3175652"/>
              <a:chExt cx="1505416" cy="575253"/>
            </a:xfrm>
          </p:grpSpPr>
          <p:grpSp>
            <p:nvGrpSpPr>
              <p:cNvPr id="208" name="グループ化 207">
                <a:extLst>
                  <a:ext uri="{FF2B5EF4-FFF2-40B4-BE49-F238E27FC236}">
                    <a16:creationId xmlns:a16="http://schemas.microsoft.com/office/drawing/2014/main" id="{D3386668-E636-AAB8-179E-8EF3396AD81D}"/>
                  </a:ext>
                </a:extLst>
              </p:cNvPr>
              <p:cNvGrpSpPr/>
              <p:nvPr/>
            </p:nvGrpSpPr>
            <p:grpSpPr>
              <a:xfrm>
                <a:off x="1980734" y="3473931"/>
                <a:ext cx="1505416" cy="276974"/>
                <a:chOff x="4194668" y="3607669"/>
                <a:chExt cx="1105960" cy="276974"/>
              </a:xfrm>
            </p:grpSpPr>
            <p:sp>
              <p:nvSpPr>
                <p:cNvPr id="210" name="四角形: 角を丸くする 209">
                  <a:extLst>
                    <a:ext uri="{FF2B5EF4-FFF2-40B4-BE49-F238E27FC236}">
                      <a16:creationId xmlns:a16="http://schemas.microsoft.com/office/drawing/2014/main" id="{BB7A5D53-F483-E331-34B8-5D5AC04F38A2}"/>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11" name="図 210">
                  <a:extLst>
                    <a:ext uri="{FF2B5EF4-FFF2-40B4-BE49-F238E27FC236}">
                      <a16:creationId xmlns:a16="http://schemas.microsoft.com/office/drawing/2014/main" id="{9DE7787E-6E23-B168-082C-B31B56596BE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09" name="テキスト ボックス 208">
                <a:extLst>
                  <a:ext uri="{FF2B5EF4-FFF2-40B4-BE49-F238E27FC236}">
                    <a16:creationId xmlns:a16="http://schemas.microsoft.com/office/drawing/2014/main" id="{12ACF803-3C1F-4235-F4CB-B835FF9531AC}"/>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12" name="グループ化 211">
            <a:extLst>
              <a:ext uri="{FF2B5EF4-FFF2-40B4-BE49-F238E27FC236}">
                <a16:creationId xmlns:a16="http://schemas.microsoft.com/office/drawing/2014/main" id="{8149E7EC-39E3-88F1-BBF5-9480B0811585}"/>
              </a:ext>
            </a:extLst>
          </p:cNvPr>
          <p:cNvGrpSpPr/>
          <p:nvPr/>
        </p:nvGrpSpPr>
        <p:grpSpPr>
          <a:xfrm>
            <a:off x="1376410" y="5365069"/>
            <a:ext cx="1505416" cy="601824"/>
            <a:chOff x="1980734" y="3149081"/>
            <a:chExt cx="1505416" cy="601824"/>
          </a:xfrm>
        </p:grpSpPr>
        <p:sp>
          <p:nvSpPr>
            <p:cNvPr id="213" name="楕円 212">
              <a:extLst>
                <a:ext uri="{FF2B5EF4-FFF2-40B4-BE49-F238E27FC236}">
                  <a16:creationId xmlns:a16="http://schemas.microsoft.com/office/drawing/2014/main" id="{10709DCD-666B-A340-C30C-750DB38E7397}"/>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14" name="グループ化 213">
              <a:extLst>
                <a:ext uri="{FF2B5EF4-FFF2-40B4-BE49-F238E27FC236}">
                  <a16:creationId xmlns:a16="http://schemas.microsoft.com/office/drawing/2014/main" id="{EFE0C420-E29E-8820-B048-B4DF20CC3A89}"/>
                </a:ext>
              </a:extLst>
            </p:cNvPr>
            <p:cNvGrpSpPr/>
            <p:nvPr/>
          </p:nvGrpSpPr>
          <p:grpSpPr>
            <a:xfrm>
              <a:off x="1980734" y="3175652"/>
              <a:ext cx="1505416" cy="575253"/>
              <a:chOff x="1980734" y="3175652"/>
              <a:chExt cx="1505416" cy="575253"/>
            </a:xfrm>
          </p:grpSpPr>
          <p:grpSp>
            <p:nvGrpSpPr>
              <p:cNvPr id="215" name="グループ化 214">
                <a:extLst>
                  <a:ext uri="{FF2B5EF4-FFF2-40B4-BE49-F238E27FC236}">
                    <a16:creationId xmlns:a16="http://schemas.microsoft.com/office/drawing/2014/main" id="{3E1DA695-39D8-29D7-35B8-F98DA52838A2}"/>
                  </a:ext>
                </a:extLst>
              </p:cNvPr>
              <p:cNvGrpSpPr/>
              <p:nvPr/>
            </p:nvGrpSpPr>
            <p:grpSpPr>
              <a:xfrm>
                <a:off x="1980734" y="3473931"/>
                <a:ext cx="1505416" cy="276974"/>
                <a:chOff x="4194668" y="3607669"/>
                <a:chExt cx="1105960" cy="276974"/>
              </a:xfrm>
            </p:grpSpPr>
            <p:sp>
              <p:nvSpPr>
                <p:cNvPr id="217" name="四角形: 角を丸くする 216">
                  <a:extLst>
                    <a:ext uri="{FF2B5EF4-FFF2-40B4-BE49-F238E27FC236}">
                      <a16:creationId xmlns:a16="http://schemas.microsoft.com/office/drawing/2014/main" id="{B5B991C1-2777-D185-5A67-AFDD9EB86915}"/>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18" name="図 217">
                  <a:extLst>
                    <a:ext uri="{FF2B5EF4-FFF2-40B4-BE49-F238E27FC236}">
                      <a16:creationId xmlns:a16="http://schemas.microsoft.com/office/drawing/2014/main" id="{DEB66BCF-1C62-BFE9-8106-7F1715B8C02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16" name="テキスト ボックス 215">
                <a:extLst>
                  <a:ext uri="{FF2B5EF4-FFF2-40B4-BE49-F238E27FC236}">
                    <a16:creationId xmlns:a16="http://schemas.microsoft.com/office/drawing/2014/main" id="{3C15A47B-5471-E2D0-6A2F-7E38A7A59750}"/>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19" name="グループ化 218">
            <a:extLst>
              <a:ext uri="{FF2B5EF4-FFF2-40B4-BE49-F238E27FC236}">
                <a16:creationId xmlns:a16="http://schemas.microsoft.com/office/drawing/2014/main" id="{60E847EA-7E22-48D9-A632-0B9C5DB151C2}"/>
              </a:ext>
            </a:extLst>
          </p:cNvPr>
          <p:cNvGrpSpPr/>
          <p:nvPr/>
        </p:nvGrpSpPr>
        <p:grpSpPr>
          <a:xfrm>
            <a:off x="1376410" y="2297599"/>
            <a:ext cx="1505416" cy="601824"/>
            <a:chOff x="1980734" y="3149081"/>
            <a:chExt cx="1505416" cy="601824"/>
          </a:xfrm>
        </p:grpSpPr>
        <p:sp>
          <p:nvSpPr>
            <p:cNvPr id="220" name="楕円 219">
              <a:extLst>
                <a:ext uri="{FF2B5EF4-FFF2-40B4-BE49-F238E27FC236}">
                  <a16:creationId xmlns:a16="http://schemas.microsoft.com/office/drawing/2014/main" id="{A2436EDA-E32C-014D-72FF-7F58BF942483}"/>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21" name="グループ化 220">
              <a:extLst>
                <a:ext uri="{FF2B5EF4-FFF2-40B4-BE49-F238E27FC236}">
                  <a16:creationId xmlns:a16="http://schemas.microsoft.com/office/drawing/2014/main" id="{C3305B16-DF54-497C-EBCB-5775A21550CD}"/>
                </a:ext>
              </a:extLst>
            </p:cNvPr>
            <p:cNvGrpSpPr/>
            <p:nvPr/>
          </p:nvGrpSpPr>
          <p:grpSpPr>
            <a:xfrm>
              <a:off x="1980734" y="3175652"/>
              <a:ext cx="1505416" cy="575253"/>
              <a:chOff x="1980734" y="3175652"/>
              <a:chExt cx="1505416" cy="575253"/>
            </a:xfrm>
          </p:grpSpPr>
          <p:grpSp>
            <p:nvGrpSpPr>
              <p:cNvPr id="222" name="グループ化 221">
                <a:extLst>
                  <a:ext uri="{FF2B5EF4-FFF2-40B4-BE49-F238E27FC236}">
                    <a16:creationId xmlns:a16="http://schemas.microsoft.com/office/drawing/2014/main" id="{1C10C32B-B50A-7CE5-F3F4-D20FB10EA969}"/>
                  </a:ext>
                </a:extLst>
              </p:cNvPr>
              <p:cNvGrpSpPr/>
              <p:nvPr/>
            </p:nvGrpSpPr>
            <p:grpSpPr>
              <a:xfrm>
                <a:off x="1980734" y="3473931"/>
                <a:ext cx="1505416" cy="276974"/>
                <a:chOff x="4194668" y="3607669"/>
                <a:chExt cx="1105960" cy="276974"/>
              </a:xfrm>
            </p:grpSpPr>
            <p:sp>
              <p:nvSpPr>
                <p:cNvPr id="224" name="四角形: 角を丸くする 223">
                  <a:extLst>
                    <a:ext uri="{FF2B5EF4-FFF2-40B4-BE49-F238E27FC236}">
                      <a16:creationId xmlns:a16="http://schemas.microsoft.com/office/drawing/2014/main" id="{8DDB063F-7175-1D8D-9579-1F867DA5428E}"/>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25" name="図 224">
                  <a:extLst>
                    <a:ext uri="{FF2B5EF4-FFF2-40B4-BE49-F238E27FC236}">
                      <a16:creationId xmlns:a16="http://schemas.microsoft.com/office/drawing/2014/main" id="{91E12762-8471-8E05-C0F9-5EB00622E6D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23" name="テキスト ボックス 222">
                <a:extLst>
                  <a:ext uri="{FF2B5EF4-FFF2-40B4-BE49-F238E27FC236}">
                    <a16:creationId xmlns:a16="http://schemas.microsoft.com/office/drawing/2014/main" id="{92526C2C-3F13-EA83-F691-7CCB54EF311C}"/>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26" name="グループ化 225">
            <a:extLst>
              <a:ext uri="{FF2B5EF4-FFF2-40B4-BE49-F238E27FC236}">
                <a16:creationId xmlns:a16="http://schemas.microsoft.com/office/drawing/2014/main" id="{B2FAC601-0DC5-6C1A-9943-11BE03164EA8}"/>
              </a:ext>
            </a:extLst>
          </p:cNvPr>
          <p:cNvGrpSpPr/>
          <p:nvPr/>
        </p:nvGrpSpPr>
        <p:grpSpPr>
          <a:xfrm>
            <a:off x="1376410" y="856537"/>
            <a:ext cx="1505416" cy="601824"/>
            <a:chOff x="1980734" y="3149081"/>
            <a:chExt cx="1505416" cy="601824"/>
          </a:xfrm>
        </p:grpSpPr>
        <p:sp>
          <p:nvSpPr>
            <p:cNvPr id="227" name="楕円 226">
              <a:extLst>
                <a:ext uri="{FF2B5EF4-FFF2-40B4-BE49-F238E27FC236}">
                  <a16:creationId xmlns:a16="http://schemas.microsoft.com/office/drawing/2014/main" id="{994D1E4B-4474-A26E-BAFC-69681A634646}"/>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28" name="グループ化 227">
              <a:extLst>
                <a:ext uri="{FF2B5EF4-FFF2-40B4-BE49-F238E27FC236}">
                  <a16:creationId xmlns:a16="http://schemas.microsoft.com/office/drawing/2014/main" id="{20441BDA-3022-2B29-8F71-6344C00B3088}"/>
                </a:ext>
              </a:extLst>
            </p:cNvPr>
            <p:cNvGrpSpPr/>
            <p:nvPr/>
          </p:nvGrpSpPr>
          <p:grpSpPr>
            <a:xfrm>
              <a:off x="1980734" y="3175652"/>
              <a:ext cx="1505416" cy="575253"/>
              <a:chOff x="1980734" y="3175652"/>
              <a:chExt cx="1505416" cy="575253"/>
            </a:xfrm>
          </p:grpSpPr>
          <p:grpSp>
            <p:nvGrpSpPr>
              <p:cNvPr id="229" name="グループ化 228">
                <a:extLst>
                  <a:ext uri="{FF2B5EF4-FFF2-40B4-BE49-F238E27FC236}">
                    <a16:creationId xmlns:a16="http://schemas.microsoft.com/office/drawing/2014/main" id="{9B2C003D-B2F4-7B5F-FE27-447AF6428180}"/>
                  </a:ext>
                </a:extLst>
              </p:cNvPr>
              <p:cNvGrpSpPr/>
              <p:nvPr/>
            </p:nvGrpSpPr>
            <p:grpSpPr>
              <a:xfrm>
                <a:off x="1980734" y="3473931"/>
                <a:ext cx="1505416" cy="276974"/>
                <a:chOff x="4194668" y="3607669"/>
                <a:chExt cx="1105960" cy="276974"/>
              </a:xfrm>
            </p:grpSpPr>
            <p:sp>
              <p:nvSpPr>
                <p:cNvPr id="231" name="四角形: 角を丸くする 230">
                  <a:extLst>
                    <a:ext uri="{FF2B5EF4-FFF2-40B4-BE49-F238E27FC236}">
                      <a16:creationId xmlns:a16="http://schemas.microsoft.com/office/drawing/2014/main" id="{691F5FD1-A93E-31E1-709B-6E6F86BE6584}"/>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32" name="図 231">
                  <a:extLst>
                    <a:ext uri="{FF2B5EF4-FFF2-40B4-BE49-F238E27FC236}">
                      <a16:creationId xmlns:a16="http://schemas.microsoft.com/office/drawing/2014/main" id="{CF1F71BD-772E-DD36-D06D-98A27E7C294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30" name="テキスト ボックス 229">
                <a:extLst>
                  <a:ext uri="{FF2B5EF4-FFF2-40B4-BE49-F238E27FC236}">
                    <a16:creationId xmlns:a16="http://schemas.microsoft.com/office/drawing/2014/main" id="{811DB3AE-E785-C39A-4816-F6AC81E042B0}"/>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33" name="グループ化 232">
            <a:extLst>
              <a:ext uri="{FF2B5EF4-FFF2-40B4-BE49-F238E27FC236}">
                <a16:creationId xmlns:a16="http://schemas.microsoft.com/office/drawing/2014/main" id="{C8B90FF0-FACA-9978-B77D-7E0ACD864E01}"/>
              </a:ext>
            </a:extLst>
          </p:cNvPr>
          <p:cNvGrpSpPr/>
          <p:nvPr/>
        </p:nvGrpSpPr>
        <p:grpSpPr>
          <a:xfrm>
            <a:off x="1376410" y="1562036"/>
            <a:ext cx="1505416" cy="601824"/>
            <a:chOff x="1980734" y="3149081"/>
            <a:chExt cx="1505416" cy="601824"/>
          </a:xfrm>
        </p:grpSpPr>
        <p:sp>
          <p:nvSpPr>
            <p:cNvPr id="234" name="楕円 233">
              <a:extLst>
                <a:ext uri="{FF2B5EF4-FFF2-40B4-BE49-F238E27FC236}">
                  <a16:creationId xmlns:a16="http://schemas.microsoft.com/office/drawing/2014/main" id="{5F8C1C7E-7115-267E-EA13-1F908B999F97}"/>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35" name="グループ化 234">
              <a:extLst>
                <a:ext uri="{FF2B5EF4-FFF2-40B4-BE49-F238E27FC236}">
                  <a16:creationId xmlns:a16="http://schemas.microsoft.com/office/drawing/2014/main" id="{D3712265-E339-4CC8-157C-F35C2E6DF6B6}"/>
                </a:ext>
              </a:extLst>
            </p:cNvPr>
            <p:cNvGrpSpPr/>
            <p:nvPr/>
          </p:nvGrpSpPr>
          <p:grpSpPr>
            <a:xfrm>
              <a:off x="1980734" y="3175652"/>
              <a:ext cx="1505416" cy="575253"/>
              <a:chOff x="1980734" y="3175652"/>
              <a:chExt cx="1505416" cy="575253"/>
            </a:xfrm>
          </p:grpSpPr>
          <p:grpSp>
            <p:nvGrpSpPr>
              <p:cNvPr id="236" name="グループ化 235">
                <a:extLst>
                  <a:ext uri="{FF2B5EF4-FFF2-40B4-BE49-F238E27FC236}">
                    <a16:creationId xmlns:a16="http://schemas.microsoft.com/office/drawing/2014/main" id="{0216B6C5-EFC6-321B-2289-70160E4AE0A3}"/>
                  </a:ext>
                </a:extLst>
              </p:cNvPr>
              <p:cNvGrpSpPr/>
              <p:nvPr/>
            </p:nvGrpSpPr>
            <p:grpSpPr>
              <a:xfrm>
                <a:off x="1980734" y="3473931"/>
                <a:ext cx="1505416" cy="276974"/>
                <a:chOff x="4194668" y="3607669"/>
                <a:chExt cx="1105960" cy="276974"/>
              </a:xfrm>
            </p:grpSpPr>
            <p:sp>
              <p:nvSpPr>
                <p:cNvPr id="238" name="四角形: 角を丸くする 237">
                  <a:extLst>
                    <a:ext uri="{FF2B5EF4-FFF2-40B4-BE49-F238E27FC236}">
                      <a16:creationId xmlns:a16="http://schemas.microsoft.com/office/drawing/2014/main" id="{8FEC32C9-CA15-050C-CC2E-BB5954E31BB3}"/>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39" name="図 238">
                  <a:extLst>
                    <a:ext uri="{FF2B5EF4-FFF2-40B4-BE49-F238E27FC236}">
                      <a16:creationId xmlns:a16="http://schemas.microsoft.com/office/drawing/2014/main" id="{44C7DE3B-1BB6-E55E-08FA-DBCB332C8F9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37" name="テキスト ボックス 236">
                <a:extLst>
                  <a:ext uri="{FF2B5EF4-FFF2-40B4-BE49-F238E27FC236}">
                    <a16:creationId xmlns:a16="http://schemas.microsoft.com/office/drawing/2014/main" id="{F2110403-ACC7-C3A1-E492-3EA19D64AACE}"/>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47" name="グループ化 246">
            <a:extLst>
              <a:ext uri="{FF2B5EF4-FFF2-40B4-BE49-F238E27FC236}">
                <a16:creationId xmlns:a16="http://schemas.microsoft.com/office/drawing/2014/main" id="{5C972D01-3ECB-52C5-A81D-DE3834B46D50}"/>
              </a:ext>
            </a:extLst>
          </p:cNvPr>
          <p:cNvGrpSpPr/>
          <p:nvPr/>
        </p:nvGrpSpPr>
        <p:grpSpPr>
          <a:xfrm>
            <a:off x="3405968" y="825698"/>
            <a:ext cx="888261" cy="654696"/>
            <a:chOff x="519830" y="3162196"/>
            <a:chExt cx="748799" cy="551905"/>
          </a:xfrm>
        </p:grpSpPr>
        <p:sp>
          <p:nvSpPr>
            <p:cNvPr id="248" name="ハート 247">
              <a:extLst>
                <a:ext uri="{FF2B5EF4-FFF2-40B4-BE49-F238E27FC236}">
                  <a16:creationId xmlns:a16="http://schemas.microsoft.com/office/drawing/2014/main" id="{10F6F114-FFEB-B3EC-86B0-3E7EB1154635}"/>
                </a:ext>
              </a:extLst>
            </p:cNvPr>
            <p:cNvSpPr/>
            <p:nvPr/>
          </p:nvSpPr>
          <p:spPr>
            <a:xfrm>
              <a:off x="618278" y="3162196"/>
              <a:ext cx="551905" cy="551905"/>
            </a:xfrm>
            <a:prstGeom prst="heart">
              <a:avLst/>
            </a:prstGeom>
            <a:gradFill flip="none" rotWithShape="1">
              <a:gsLst>
                <a:gs pos="38000">
                  <a:schemeClr val="tx1">
                    <a:lumMod val="85000"/>
                    <a:lumOff val="15000"/>
                    <a:alpha val="95000"/>
                  </a:schemeClr>
                </a:gs>
                <a:gs pos="100000">
                  <a:srgbClr val="CC66FF">
                    <a:alpha val="95000"/>
                  </a:srgbClr>
                </a:gs>
              </a:gsLst>
              <a:lin ang="5400000" scaled="1"/>
              <a:tileRect/>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49" name="テキスト ボックス 248">
              <a:extLst>
                <a:ext uri="{FF2B5EF4-FFF2-40B4-BE49-F238E27FC236}">
                  <a16:creationId xmlns:a16="http://schemas.microsoft.com/office/drawing/2014/main" id="{F38DE5B0-540F-5D6D-77A3-86A755CF213E}"/>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50" name="グループ化 249">
            <a:extLst>
              <a:ext uri="{FF2B5EF4-FFF2-40B4-BE49-F238E27FC236}">
                <a16:creationId xmlns:a16="http://schemas.microsoft.com/office/drawing/2014/main" id="{EE0E0ADB-5B7B-6C4C-AA63-E3A18BDC29D0}"/>
              </a:ext>
            </a:extLst>
          </p:cNvPr>
          <p:cNvGrpSpPr/>
          <p:nvPr/>
        </p:nvGrpSpPr>
        <p:grpSpPr>
          <a:xfrm>
            <a:off x="3405968" y="1545188"/>
            <a:ext cx="888261" cy="654696"/>
            <a:chOff x="519830" y="3162196"/>
            <a:chExt cx="748799" cy="551905"/>
          </a:xfrm>
        </p:grpSpPr>
        <p:sp>
          <p:nvSpPr>
            <p:cNvPr id="251" name="ハート 250">
              <a:extLst>
                <a:ext uri="{FF2B5EF4-FFF2-40B4-BE49-F238E27FC236}">
                  <a16:creationId xmlns:a16="http://schemas.microsoft.com/office/drawing/2014/main" id="{C53FD468-A167-2E90-8CED-5CC3F05CC3FA}"/>
                </a:ext>
              </a:extLst>
            </p:cNvPr>
            <p:cNvSpPr/>
            <p:nvPr/>
          </p:nvSpPr>
          <p:spPr>
            <a:xfrm>
              <a:off x="618278" y="3162196"/>
              <a:ext cx="551905" cy="551905"/>
            </a:xfrm>
            <a:prstGeom prst="heart">
              <a:avLst/>
            </a:prstGeom>
            <a:gradFill>
              <a:gsLst>
                <a:gs pos="19000">
                  <a:schemeClr val="tx1">
                    <a:lumMod val="85000"/>
                    <a:lumOff val="15000"/>
                    <a:alpha val="95000"/>
                  </a:schemeClr>
                </a:gs>
                <a:gs pos="100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52" name="テキスト ボックス 251">
              <a:extLst>
                <a:ext uri="{FF2B5EF4-FFF2-40B4-BE49-F238E27FC236}">
                  <a16:creationId xmlns:a16="http://schemas.microsoft.com/office/drawing/2014/main" id="{22E1CAD7-5846-E10E-3F7F-83019C3D8387}"/>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53" name="グループ化 252">
            <a:extLst>
              <a:ext uri="{FF2B5EF4-FFF2-40B4-BE49-F238E27FC236}">
                <a16:creationId xmlns:a16="http://schemas.microsoft.com/office/drawing/2014/main" id="{0C7A8EE4-FDB1-90E4-252C-9D00BDA81ED7}"/>
              </a:ext>
            </a:extLst>
          </p:cNvPr>
          <p:cNvGrpSpPr/>
          <p:nvPr/>
        </p:nvGrpSpPr>
        <p:grpSpPr>
          <a:xfrm>
            <a:off x="3405968" y="2275052"/>
            <a:ext cx="888261" cy="654696"/>
            <a:chOff x="519830" y="3162196"/>
            <a:chExt cx="748799" cy="551905"/>
          </a:xfrm>
        </p:grpSpPr>
        <p:sp>
          <p:nvSpPr>
            <p:cNvPr id="254" name="ハート 253">
              <a:extLst>
                <a:ext uri="{FF2B5EF4-FFF2-40B4-BE49-F238E27FC236}">
                  <a16:creationId xmlns:a16="http://schemas.microsoft.com/office/drawing/2014/main" id="{3B6CD1DA-9CC7-902A-1197-90390CC13EBD}"/>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55" name="テキスト ボックス 254">
              <a:extLst>
                <a:ext uri="{FF2B5EF4-FFF2-40B4-BE49-F238E27FC236}">
                  <a16:creationId xmlns:a16="http://schemas.microsoft.com/office/drawing/2014/main" id="{61755546-032E-9A90-7E5A-739788477B3F}"/>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56" name="グループ化 255">
            <a:extLst>
              <a:ext uri="{FF2B5EF4-FFF2-40B4-BE49-F238E27FC236}">
                <a16:creationId xmlns:a16="http://schemas.microsoft.com/office/drawing/2014/main" id="{527AE859-7B82-423C-7AF5-9578E6EF7FF2}"/>
              </a:ext>
            </a:extLst>
          </p:cNvPr>
          <p:cNvGrpSpPr/>
          <p:nvPr/>
        </p:nvGrpSpPr>
        <p:grpSpPr>
          <a:xfrm>
            <a:off x="4075947" y="3032386"/>
            <a:ext cx="888261" cy="654696"/>
            <a:chOff x="519830" y="3162196"/>
            <a:chExt cx="748799" cy="551905"/>
          </a:xfrm>
        </p:grpSpPr>
        <p:sp>
          <p:nvSpPr>
            <p:cNvPr id="257" name="ハート 256">
              <a:extLst>
                <a:ext uri="{FF2B5EF4-FFF2-40B4-BE49-F238E27FC236}">
                  <a16:creationId xmlns:a16="http://schemas.microsoft.com/office/drawing/2014/main" id="{32E7DACD-754E-47BA-0D48-CC98FA7FD273}"/>
                </a:ext>
              </a:extLst>
            </p:cNvPr>
            <p:cNvSpPr/>
            <p:nvPr/>
          </p:nvSpPr>
          <p:spPr>
            <a:xfrm>
              <a:off x="618278" y="3162196"/>
              <a:ext cx="551905" cy="551905"/>
            </a:xfrm>
            <a:prstGeom prst="heart">
              <a:avLst/>
            </a:prstGeom>
            <a:solidFill>
              <a:srgbClr val="CC66FF"/>
            </a:solidFill>
            <a:ln w="38100">
              <a:solidFill>
                <a:schemeClr val="tx1">
                  <a:lumMod val="85000"/>
                  <a:lumOff val="15000"/>
                </a:schemeClr>
              </a:solidFill>
            </a:ln>
            <a:effectLst>
              <a:glow rad="88900">
                <a:srgbClr val="CC66FF">
                  <a:alpha val="45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58" name="テキスト ボックス 257">
              <a:extLst>
                <a:ext uri="{FF2B5EF4-FFF2-40B4-BE49-F238E27FC236}">
                  <a16:creationId xmlns:a16="http://schemas.microsoft.com/office/drawing/2014/main" id="{5937685E-17AC-38DC-6272-31B6A511B6C5}"/>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59" name="グループ化 258">
            <a:extLst>
              <a:ext uri="{FF2B5EF4-FFF2-40B4-BE49-F238E27FC236}">
                <a16:creationId xmlns:a16="http://schemas.microsoft.com/office/drawing/2014/main" id="{CF3F939E-C636-506C-8F23-D769BCCA5383}"/>
              </a:ext>
            </a:extLst>
          </p:cNvPr>
          <p:cNvGrpSpPr/>
          <p:nvPr/>
        </p:nvGrpSpPr>
        <p:grpSpPr>
          <a:xfrm>
            <a:off x="3405968" y="3881213"/>
            <a:ext cx="888261" cy="654696"/>
            <a:chOff x="519830" y="3162196"/>
            <a:chExt cx="748799" cy="551905"/>
          </a:xfrm>
        </p:grpSpPr>
        <p:sp>
          <p:nvSpPr>
            <p:cNvPr id="260" name="ハート 259">
              <a:extLst>
                <a:ext uri="{FF2B5EF4-FFF2-40B4-BE49-F238E27FC236}">
                  <a16:creationId xmlns:a16="http://schemas.microsoft.com/office/drawing/2014/main" id="{057323E9-C7B3-E73A-CCF1-10416E89DD15}"/>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61" name="テキスト ボックス 260">
              <a:extLst>
                <a:ext uri="{FF2B5EF4-FFF2-40B4-BE49-F238E27FC236}">
                  <a16:creationId xmlns:a16="http://schemas.microsoft.com/office/drawing/2014/main" id="{CB45385E-A992-F3A4-B9D3-99F71E745872}"/>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62" name="グループ化 261">
            <a:extLst>
              <a:ext uri="{FF2B5EF4-FFF2-40B4-BE49-F238E27FC236}">
                <a16:creationId xmlns:a16="http://schemas.microsoft.com/office/drawing/2014/main" id="{042181C1-6D43-4324-DB34-D31FAFF03ADB}"/>
              </a:ext>
            </a:extLst>
          </p:cNvPr>
          <p:cNvGrpSpPr/>
          <p:nvPr/>
        </p:nvGrpSpPr>
        <p:grpSpPr>
          <a:xfrm>
            <a:off x="3405968" y="4595523"/>
            <a:ext cx="888261" cy="654696"/>
            <a:chOff x="519830" y="3162196"/>
            <a:chExt cx="748799" cy="551905"/>
          </a:xfrm>
        </p:grpSpPr>
        <p:sp>
          <p:nvSpPr>
            <p:cNvPr id="263" name="ハート 262">
              <a:extLst>
                <a:ext uri="{FF2B5EF4-FFF2-40B4-BE49-F238E27FC236}">
                  <a16:creationId xmlns:a16="http://schemas.microsoft.com/office/drawing/2014/main" id="{228EBF4B-0A0F-EC81-A7BB-457FC1273534}"/>
                </a:ext>
              </a:extLst>
            </p:cNvPr>
            <p:cNvSpPr/>
            <p:nvPr/>
          </p:nvSpPr>
          <p:spPr>
            <a:xfrm>
              <a:off x="618278" y="3162196"/>
              <a:ext cx="551905" cy="551905"/>
            </a:xfrm>
            <a:prstGeom prst="heart">
              <a:avLst/>
            </a:prstGeom>
            <a:gradFill>
              <a:gsLst>
                <a:gs pos="5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64" name="テキスト ボックス 263">
              <a:extLst>
                <a:ext uri="{FF2B5EF4-FFF2-40B4-BE49-F238E27FC236}">
                  <a16:creationId xmlns:a16="http://schemas.microsoft.com/office/drawing/2014/main" id="{92FE8F6B-9A64-32BA-676F-F219394CCAA4}"/>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65" name="グループ化 264">
            <a:extLst>
              <a:ext uri="{FF2B5EF4-FFF2-40B4-BE49-F238E27FC236}">
                <a16:creationId xmlns:a16="http://schemas.microsoft.com/office/drawing/2014/main" id="{7E96085D-4DCD-A7DE-2EC3-95DD38D36D6D}"/>
              </a:ext>
            </a:extLst>
          </p:cNvPr>
          <p:cNvGrpSpPr/>
          <p:nvPr/>
        </p:nvGrpSpPr>
        <p:grpSpPr>
          <a:xfrm>
            <a:off x="3405968" y="5325643"/>
            <a:ext cx="888261" cy="654696"/>
            <a:chOff x="519830" y="3162196"/>
            <a:chExt cx="748799" cy="551905"/>
          </a:xfrm>
        </p:grpSpPr>
        <p:sp>
          <p:nvSpPr>
            <p:cNvPr id="266" name="ハート 265">
              <a:extLst>
                <a:ext uri="{FF2B5EF4-FFF2-40B4-BE49-F238E27FC236}">
                  <a16:creationId xmlns:a16="http://schemas.microsoft.com/office/drawing/2014/main" id="{DA162803-B128-04D8-94F2-8BE12945B280}"/>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67" name="テキスト ボックス 266">
              <a:extLst>
                <a:ext uri="{FF2B5EF4-FFF2-40B4-BE49-F238E27FC236}">
                  <a16:creationId xmlns:a16="http://schemas.microsoft.com/office/drawing/2014/main" id="{09046E6D-A0D0-24EE-2CA9-A2A952D7C2A6}"/>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98" name="グループ化 97">
            <a:extLst>
              <a:ext uri="{FF2B5EF4-FFF2-40B4-BE49-F238E27FC236}">
                <a16:creationId xmlns:a16="http://schemas.microsoft.com/office/drawing/2014/main" id="{BBDEB5D2-70BB-E68C-E2EE-8359759AE27E}"/>
              </a:ext>
            </a:extLst>
          </p:cNvPr>
          <p:cNvGrpSpPr/>
          <p:nvPr/>
        </p:nvGrpSpPr>
        <p:grpSpPr>
          <a:xfrm>
            <a:off x="4740294" y="3064810"/>
            <a:ext cx="377850" cy="635617"/>
            <a:chOff x="4659035" y="3205484"/>
            <a:chExt cx="377850" cy="635617"/>
          </a:xfrm>
        </p:grpSpPr>
        <p:sp>
          <p:nvSpPr>
            <p:cNvPr id="11" name="楕円 10">
              <a:extLst>
                <a:ext uri="{FF2B5EF4-FFF2-40B4-BE49-F238E27FC236}">
                  <a16:creationId xmlns:a16="http://schemas.microsoft.com/office/drawing/2014/main" id="{02ECC24C-BCCD-527A-FA92-CCDB59AEE8B7}"/>
                </a:ext>
              </a:extLst>
            </p:cNvPr>
            <p:cNvSpPr/>
            <p:nvPr/>
          </p:nvSpPr>
          <p:spPr>
            <a:xfrm>
              <a:off x="4659035" y="36552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12" name="楕円 11">
              <a:extLst>
                <a:ext uri="{FF2B5EF4-FFF2-40B4-BE49-F238E27FC236}">
                  <a16:creationId xmlns:a16="http://schemas.microsoft.com/office/drawing/2014/main" id="{E1D66AEE-A78C-5F91-1D3C-682A9E84EE10}"/>
                </a:ext>
              </a:extLst>
            </p:cNvPr>
            <p:cNvSpPr/>
            <p:nvPr/>
          </p:nvSpPr>
          <p:spPr>
            <a:xfrm>
              <a:off x="4795907" y="344447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14" name="楕円 13">
              <a:extLst>
                <a:ext uri="{FF2B5EF4-FFF2-40B4-BE49-F238E27FC236}">
                  <a16:creationId xmlns:a16="http://schemas.microsoft.com/office/drawing/2014/main" id="{4A0B545C-7D7E-CDAE-84A8-96A52E3CFBF1}"/>
                </a:ext>
              </a:extLst>
            </p:cNvPr>
            <p:cNvSpPr/>
            <p:nvPr/>
          </p:nvSpPr>
          <p:spPr>
            <a:xfrm>
              <a:off x="4837789" y="320548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grpSp>
        <p:nvGrpSpPr>
          <p:cNvPr id="20" name="グループ化 19">
            <a:extLst>
              <a:ext uri="{FF2B5EF4-FFF2-40B4-BE49-F238E27FC236}">
                <a16:creationId xmlns:a16="http://schemas.microsoft.com/office/drawing/2014/main" id="{29B08168-4D52-314D-305C-DE87CDA4D313}"/>
              </a:ext>
            </a:extLst>
          </p:cNvPr>
          <p:cNvGrpSpPr/>
          <p:nvPr/>
        </p:nvGrpSpPr>
        <p:grpSpPr>
          <a:xfrm>
            <a:off x="4058449" y="3906611"/>
            <a:ext cx="377850" cy="635617"/>
            <a:chOff x="4811435" y="3357884"/>
            <a:chExt cx="377850" cy="635617"/>
          </a:xfrm>
        </p:grpSpPr>
        <p:sp>
          <p:nvSpPr>
            <p:cNvPr id="16" name="楕円 15">
              <a:extLst>
                <a:ext uri="{FF2B5EF4-FFF2-40B4-BE49-F238E27FC236}">
                  <a16:creationId xmlns:a16="http://schemas.microsoft.com/office/drawing/2014/main" id="{1C116AC3-FA53-47B7-08E5-C7416261C048}"/>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17" name="楕円 16">
              <a:extLst>
                <a:ext uri="{FF2B5EF4-FFF2-40B4-BE49-F238E27FC236}">
                  <a16:creationId xmlns:a16="http://schemas.microsoft.com/office/drawing/2014/main" id="{2A51B629-AE52-06D8-5CF8-402EBCF3FEEF}"/>
                </a:ext>
              </a:extLst>
            </p:cNvPr>
            <p:cNvSpPr/>
            <p:nvPr/>
          </p:nvSpPr>
          <p:spPr>
            <a:xfrm>
              <a:off x="4948307" y="359687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18" name="楕円 17">
              <a:extLst>
                <a:ext uri="{FF2B5EF4-FFF2-40B4-BE49-F238E27FC236}">
                  <a16:creationId xmlns:a16="http://schemas.microsoft.com/office/drawing/2014/main" id="{F4C03B87-0FEA-4A30-76AB-D093A808CEF6}"/>
                </a:ext>
              </a:extLst>
            </p:cNvPr>
            <p:cNvSpPr/>
            <p:nvPr/>
          </p:nvSpPr>
          <p:spPr>
            <a:xfrm>
              <a:off x="4990189" y="335788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sp>
        <p:nvSpPr>
          <p:cNvPr id="23" name="楕円 22">
            <a:extLst>
              <a:ext uri="{FF2B5EF4-FFF2-40B4-BE49-F238E27FC236}">
                <a16:creationId xmlns:a16="http://schemas.microsoft.com/office/drawing/2014/main" id="{CFD6254A-61CD-E141-5867-2DEAF43ECBC9}"/>
              </a:ext>
            </a:extLst>
          </p:cNvPr>
          <p:cNvSpPr/>
          <p:nvPr/>
        </p:nvSpPr>
        <p:spPr>
          <a:xfrm>
            <a:off x="4058449" y="5090536"/>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nvGrpSpPr>
          <p:cNvPr id="26" name="グループ化 25">
            <a:extLst>
              <a:ext uri="{FF2B5EF4-FFF2-40B4-BE49-F238E27FC236}">
                <a16:creationId xmlns:a16="http://schemas.microsoft.com/office/drawing/2014/main" id="{2DB9205C-952F-43F3-EBC6-157BA9AA0C94}"/>
              </a:ext>
            </a:extLst>
          </p:cNvPr>
          <p:cNvGrpSpPr/>
          <p:nvPr/>
        </p:nvGrpSpPr>
        <p:grpSpPr>
          <a:xfrm>
            <a:off x="4058449" y="5613962"/>
            <a:ext cx="335968" cy="396627"/>
            <a:chOff x="4811435" y="3596874"/>
            <a:chExt cx="335968" cy="396627"/>
          </a:xfrm>
        </p:grpSpPr>
        <p:sp>
          <p:nvSpPr>
            <p:cNvPr id="27" name="楕円 26">
              <a:extLst>
                <a:ext uri="{FF2B5EF4-FFF2-40B4-BE49-F238E27FC236}">
                  <a16:creationId xmlns:a16="http://schemas.microsoft.com/office/drawing/2014/main" id="{CC443182-BA4E-46BA-E757-EECB140AEBBC}"/>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29" name="楕円 28">
              <a:extLst>
                <a:ext uri="{FF2B5EF4-FFF2-40B4-BE49-F238E27FC236}">
                  <a16:creationId xmlns:a16="http://schemas.microsoft.com/office/drawing/2014/main" id="{A09C0A03-09A9-A802-70D4-B0D4BACF2AAA}"/>
                </a:ext>
              </a:extLst>
            </p:cNvPr>
            <p:cNvSpPr/>
            <p:nvPr/>
          </p:nvSpPr>
          <p:spPr>
            <a:xfrm>
              <a:off x="4948307" y="359687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sp>
        <p:nvSpPr>
          <p:cNvPr id="35" name="楕円 34">
            <a:extLst>
              <a:ext uri="{FF2B5EF4-FFF2-40B4-BE49-F238E27FC236}">
                <a16:creationId xmlns:a16="http://schemas.microsoft.com/office/drawing/2014/main" id="{6C334297-60D1-B178-1A7A-693E7D8CDF29}"/>
              </a:ext>
            </a:extLst>
          </p:cNvPr>
          <p:cNvSpPr/>
          <p:nvPr/>
        </p:nvSpPr>
        <p:spPr>
          <a:xfrm>
            <a:off x="4061957" y="1306543"/>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nvGrpSpPr>
          <p:cNvPr id="88" name="グループ化 87">
            <a:extLst>
              <a:ext uri="{FF2B5EF4-FFF2-40B4-BE49-F238E27FC236}">
                <a16:creationId xmlns:a16="http://schemas.microsoft.com/office/drawing/2014/main" id="{027A6E55-45AC-1E76-C813-E6C43D4F2504}"/>
              </a:ext>
            </a:extLst>
          </p:cNvPr>
          <p:cNvGrpSpPr/>
          <p:nvPr/>
        </p:nvGrpSpPr>
        <p:grpSpPr>
          <a:xfrm>
            <a:off x="4061957" y="1590978"/>
            <a:ext cx="377850" cy="635617"/>
            <a:chOff x="4811435" y="3357884"/>
            <a:chExt cx="377850" cy="635617"/>
          </a:xfrm>
        </p:grpSpPr>
        <p:sp>
          <p:nvSpPr>
            <p:cNvPr id="89" name="楕円 88">
              <a:extLst>
                <a:ext uri="{FF2B5EF4-FFF2-40B4-BE49-F238E27FC236}">
                  <a16:creationId xmlns:a16="http://schemas.microsoft.com/office/drawing/2014/main" id="{12CEF409-D2AC-9921-4B0C-01A8507A0168}"/>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92" name="楕円 91">
              <a:extLst>
                <a:ext uri="{FF2B5EF4-FFF2-40B4-BE49-F238E27FC236}">
                  <a16:creationId xmlns:a16="http://schemas.microsoft.com/office/drawing/2014/main" id="{D4A20DA6-B464-5C6E-99D1-99E038CB216D}"/>
                </a:ext>
              </a:extLst>
            </p:cNvPr>
            <p:cNvSpPr/>
            <p:nvPr/>
          </p:nvSpPr>
          <p:spPr>
            <a:xfrm>
              <a:off x="4948307" y="359687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93" name="楕円 92">
              <a:extLst>
                <a:ext uri="{FF2B5EF4-FFF2-40B4-BE49-F238E27FC236}">
                  <a16:creationId xmlns:a16="http://schemas.microsoft.com/office/drawing/2014/main" id="{74D5B359-0441-38EF-B412-3071DF4399A2}"/>
                </a:ext>
              </a:extLst>
            </p:cNvPr>
            <p:cNvSpPr/>
            <p:nvPr/>
          </p:nvSpPr>
          <p:spPr>
            <a:xfrm>
              <a:off x="4990189" y="335788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grpSp>
        <p:nvGrpSpPr>
          <p:cNvPr id="94" name="グループ化 93">
            <a:extLst>
              <a:ext uri="{FF2B5EF4-FFF2-40B4-BE49-F238E27FC236}">
                <a16:creationId xmlns:a16="http://schemas.microsoft.com/office/drawing/2014/main" id="{472D8CBA-3545-DA7D-DF70-4D1E6FF89E7A}"/>
              </a:ext>
            </a:extLst>
          </p:cNvPr>
          <p:cNvGrpSpPr/>
          <p:nvPr/>
        </p:nvGrpSpPr>
        <p:grpSpPr>
          <a:xfrm>
            <a:off x="4061957" y="2564149"/>
            <a:ext cx="335968" cy="396627"/>
            <a:chOff x="4811435" y="3596874"/>
            <a:chExt cx="335968" cy="396627"/>
          </a:xfrm>
        </p:grpSpPr>
        <p:sp>
          <p:nvSpPr>
            <p:cNvPr id="95" name="楕円 94">
              <a:extLst>
                <a:ext uri="{FF2B5EF4-FFF2-40B4-BE49-F238E27FC236}">
                  <a16:creationId xmlns:a16="http://schemas.microsoft.com/office/drawing/2014/main" id="{AAFDB4CF-AE3A-99F1-500C-2C58D5A3DC07}"/>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96" name="楕円 95">
              <a:extLst>
                <a:ext uri="{FF2B5EF4-FFF2-40B4-BE49-F238E27FC236}">
                  <a16:creationId xmlns:a16="http://schemas.microsoft.com/office/drawing/2014/main" id="{38BF3176-AD68-E1AB-E2EC-81EF5329E115}"/>
                </a:ext>
              </a:extLst>
            </p:cNvPr>
            <p:cNvSpPr/>
            <p:nvPr/>
          </p:nvSpPr>
          <p:spPr>
            <a:xfrm>
              <a:off x="4948307" y="359687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grpSp>
        <p:nvGrpSpPr>
          <p:cNvPr id="99" name="グループ化 98">
            <a:extLst>
              <a:ext uri="{FF2B5EF4-FFF2-40B4-BE49-F238E27FC236}">
                <a16:creationId xmlns:a16="http://schemas.microsoft.com/office/drawing/2014/main" id="{C9E84B37-3F53-80F4-88B8-F93F53AC34E1}"/>
              </a:ext>
            </a:extLst>
          </p:cNvPr>
          <p:cNvGrpSpPr/>
          <p:nvPr/>
        </p:nvGrpSpPr>
        <p:grpSpPr>
          <a:xfrm>
            <a:off x="8962119" y="812475"/>
            <a:ext cx="2561811" cy="632926"/>
            <a:chOff x="8957885" y="4574183"/>
            <a:chExt cx="2561811" cy="632926"/>
          </a:xfrm>
        </p:grpSpPr>
        <p:sp>
          <p:nvSpPr>
            <p:cNvPr id="100" name="楕円 99">
              <a:extLst>
                <a:ext uri="{FF2B5EF4-FFF2-40B4-BE49-F238E27FC236}">
                  <a16:creationId xmlns:a16="http://schemas.microsoft.com/office/drawing/2014/main" id="{12C14682-BA33-B053-73EE-130849B2348F}"/>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01" name="四角形: 角を丸くする 100">
              <a:extLst>
                <a:ext uri="{FF2B5EF4-FFF2-40B4-BE49-F238E27FC236}">
                  <a16:creationId xmlns:a16="http://schemas.microsoft.com/office/drawing/2014/main" id="{F1A6BF4B-30BC-8AEF-B80C-7DD23D3D5A38}"/>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02" name="グループ化 101">
              <a:extLst>
                <a:ext uri="{FF2B5EF4-FFF2-40B4-BE49-F238E27FC236}">
                  <a16:creationId xmlns:a16="http://schemas.microsoft.com/office/drawing/2014/main" id="{11BCEE11-7C4F-8BFD-8AEA-0ACDF4E068FC}"/>
                </a:ext>
              </a:extLst>
            </p:cNvPr>
            <p:cNvGrpSpPr/>
            <p:nvPr/>
          </p:nvGrpSpPr>
          <p:grpSpPr>
            <a:xfrm>
              <a:off x="9498429" y="4598805"/>
              <a:ext cx="1505416" cy="601824"/>
              <a:chOff x="1980734" y="3149081"/>
              <a:chExt cx="1505416" cy="601824"/>
            </a:xfrm>
          </p:grpSpPr>
          <p:sp>
            <p:nvSpPr>
              <p:cNvPr id="103" name="楕円 102">
                <a:extLst>
                  <a:ext uri="{FF2B5EF4-FFF2-40B4-BE49-F238E27FC236}">
                    <a16:creationId xmlns:a16="http://schemas.microsoft.com/office/drawing/2014/main" id="{F3F651EC-3AB5-E125-CE4C-DEE05FF94D38}"/>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04" name="グループ化 103">
                <a:extLst>
                  <a:ext uri="{FF2B5EF4-FFF2-40B4-BE49-F238E27FC236}">
                    <a16:creationId xmlns:a16="http://schemas.microsoft.com/office/drawing/2014/main" id="{6E391F1E-7202-F876-634C-E6B0C95C2174}"/>
                  </a:ext>
                </a:extLst>
              </p:cNvPr>
              <p:cNvGrpSpPr/>
              <p:nvPr/>
            </p:nvGrpSpPr>
            <p:grpSpPr>
              <a:xfrm>
                <a:off x="1980734" y="3175652"/>
                <a:ext cx="1505416" cy="575253"/>
                <a:chOff x="1980734" y="3175652"/>
                <a:chExt cx="1505416" cy="575253"/>
              </a:xfrm>
            </p:grpSpPr>
            <p:grpSp>
              <p:nvGrpSpPr>
                <p:cNvPr id="105" name="グループ化 104">
                  <a:extLst>
                    <a:ext uri="{FF2B5EF4-FFF2-40B4-BE49-F238E27FC236}">
                      <a16:creationId xmlns:a16="http://schemas.microsoft.com/office/drawing/2014/main" id="{E6BB7D25-0C54-90DD-0604-9EF2316D5AB2}"/>
                    </a:ext>
                  </a:extLst>
                </p:cNvPr>
                <p:cNvGrpSpPr/>
                <p:nvPr/>
              </p:nvGrpSpPr>
              <p:grpSpPr>
                <a:xfrm>
                  <a:off x="1980734" y="3473931"/>
                  <a:ext cx="1505416" cy="276974"/>
                  <a:chOff x="4194668" y="3607669"/>
                  <a:chExt cx="1105960" cy="276974"/>
                </a:xfrm>
              </p:grpSpPr>
              <p:sp>
                <p:nvSpPr>
                  <p:cNvPr id="107" name="四角形: 角を丸くする 106">
                    <a:extLst>
                      <a:ext uri="{FF2B5EF4-FFF2-40B4-BE49-F238E27FC236}">
                        <a16:creationId xmlns:a16="http://schemas.microsoft.com/office/drawing/2014/main" id="{39D6FC42-C5C6-8B89-A8AF-163C27199FC6}"/>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08" name="図 107">
                    <a:extLst>
                      <a:ext uri="{FF2B5EF4-FFF2-40B4-BE49-F238E27FC236}">
                        <a16:creationId xmlns:a16="http://schemas.microsoft.com/office/drawing/2014/main" id="{81C28BC0-BB3A-ADD8-095D-6C3F2E5FECD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06" name="テキスト ボックス 105">
                  <a:extLst>
                    <a:ext uri="{FF2B5EF4-FFF2-40B4-BE49-F238E27FC236}">
                      <a16:creationId xmlns:a16="http://schemas.microsoft.com/office/drawing/2014/main" id="{A4E49EBA-7636-4929-7F93-BF027355C9EF}"/>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09" name="グループ化 108">
            <a:extLst>
              <a:ext uri="{FF2B5EF4-FFF2-40B4-BE49-F238E27FC236}">
                <a16:creationId xmlns:a16="http://schemas.microsoft.com/office/drawing/2014/main" id="{25FBD4A1-15CF-E67A-E786-B9D03E37CADC}"/>
              </a:ext>
            </a:extLst>
          </p:cNvPr>
          <p:cNvGrpSpPr/>
          <p:nvPr/>
        </p:nvGrpSpPr>
        <p:grpSpPr>
          <a:xfrm>
            <a:off x="8962119" y="5343729"/>
            <a:ext cx="2561811" cy="632926"/>
            <a:chOff x="8957885" y="4574183"/>
            <a:chExt cx="2561811" cy="632926"/>
          </a:xfrm>
        </p:grpSpPr>
        <p:sp>
          <p:nvSpPr>
            <p:cNvPr id="110" name="楕円 109">
              <a:extLst>
                <a:ext uri="{FF2B5EF4-FFF2-40B4-BE49-F238E27FC236}">
                  <a16:creationId xmlns:a16="http://schemas.microsoft.com/office/drawing/2014/main" id="{722D6AAF-AE31-2A14-90A7-A1DEAA5B3AD8}"/>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11" name="四角形: 角を丸くする 110">
              <a:extLst>
                <a:ext uri="{FF2B5EF4-FFF2-40B4-BE49-F238E27FC236}">
                  <a16:creationId xmlns:a16="http://schemas.microsoft.com/office/drawing/2014/main" id="{041B869B-D862-6E47-F47C-EDFFD3623631}"/>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12" name="グループ化 111">
              <a:extLst>
                <a:ext uri="{FF2B5EF4-FFF2-40B4-BE49-F238E27FC236}">
                  <a16:creationId xmlns:a16="http://schemas.microsoft.com/office/drawing/2014/main" id="{53B15623-F707-F5FE-F0FC-BBF5697067B5}"/>
                </a:ext>
              </a:extLst>
            </p:cNvPr>
            <p:cNvGrpSpPr/>
            <p:nvPr/>
          </p:nvGrpSpPr>
          <p:grpSpPr>
            <a:xfrm>
              <a:off x="9498429" y="4598805"/>
              <a:ext cx="1505416" cy="601824"/>
              <a:chOff x="1980734" y="3149081"/>
              <a:chExt cx="1505416" cy="601824"/>
            </a:xfrm>
          </p:grpSpPr>
          <p:sp>
            <p:nvSpPr>
              <p:cNvPr id="113" name="楕円 112">
                <a:extLst>
                  <a:ext uri="{FF2B5EF4-FFF2-40B4-BE49-F238E27FC236}">
                    <a16:creationId xmlns:a16="http://schemas.microsoft.com/office/drawing/2014/main" id="{C7628E2A-2559-2DE7-C554-FA96F6B3B617}"/>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14" name="グループ化 113">
                <a:extLst>
                  <a:ext uri="{FF2B5EF4-FFF2-40B4-BE49-F238E27FC236}">
                    <a16:creationId xmlns:a16="http://schemas.microsoft.com/office/drawing/2014/main" id="{4366A03A-93A0-5FE7-81F6-CC920EB6AFC2}"/>
                  </a:ext>
                </a:extLst>
              </p:cNvPr>
              <p:cNvGrpSpPr/>
              <p:nvPr/>
            </p:nvGrpSpPr>
            <p:grpSpPr>
              <a:xfrm>
                <a:off x="1980734" y="3175652"/>
                <a:ext cx="1505416" cy="575253"/>
                <a:chOff x="1980734" y="3175652"/>
                <a:chExt cx="1505416" cy="575253"/>
              </a:xfrm>
            </p:grpSpPr>
            <p:grpSp>
              <p:nvGrpSpPr>
                <p:cNvPr id="115" name="グループ化 114">
                  <a:extLst>
                    <a:ext uri="{FF2B5EF4-FFF2-40B4-BE49-F238E27FC236}">
                      <a16:creationId xmlns:a16="http://schemas.microsoft.com/office/drawing/2014/main" id="{57D0B67D-C56F-04FC-B349-152222F55279}"/>
                    </a:ext>
                  </a:extLst>
                </p:cNvPr>
                <p:cNvGrpSpPr/>
                <p:nvPr/>
              </p:nvGrpSpPr>
              <p:grpSpPr>
                <a:xfrm>
                  <a:off x="1980734" y="3473931"/>
                  <a:ext cx="1505416" cy="276974"/>
                  <a:chOff x="4194668" y="3607669"/>
                  <a:chExt cx="1105960" cy="276974"/>
                </a:xfrm>
              </p:grpSpPr>
              <p:sp>
                <p:nvSpPr>
                  <p:cNvPr id="117" name="四角形: 角を丸くする 116">
                    <a:extLst>
                      <a:ext uri="{FF2B5EF4-FFF2-40B4-BE49-F238E27FC236}">
                        <a16:creationId xmlns:a16="http://schemas.microsoft.com/office/drawing/2014/main" id="{B2F8CE44-6A1E-9DBB-C8C5-B43551B4F5CC}"/>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18" name="図 117">
                    <a:extLst>
                      <a:ext uri="{FF2B5EF4-FFF2-40B4-BE49-F238E27FC236}">
                        <a16:creationId xmlns:a16="http://schemas.microsoft.com/office/drawing/2014/main" id="{16088207-5F8A-7FC1-52B3-6FC641B6641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16" name="テキスト ボックス 115">
                  <a:extLst>
                    <a:ext uri="{FF2B5EF4-FFF2-40B4-BE49-F238E27FC236}">
                      <a16:creationId xmlns:a16="http://schemas.microsoft.com/office/drawing/2014/main" id="{ADA513A0-9BD9-F50F-2B33-971699604183}"/>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19" name="グループ化 118">
            <a:extLst>
              <a:ext uri="{FF2B5EF4-FFF2-40B4-BE49-F238E27FC236}">
                <a16:creationId xmlns:a16="http://schemas.microsoft.com/office/drawing/2014/main" id="{8219760C-AE97-F5F2-7AF6-3D24BBB5AEE2}"/>
              </a:ext>
            </a:extLst>
          </p:cNvPr>
          <p:cNvGrpSpPr/>
          <p:nvPr/>
        </p:nvGrpSpPr>
        <p:grpSpPr>
          <a:xfrm>
            <a:off x="8962119" y="1546204"/>
            <a:ext cx="2561811" cy="632926"/>
            <a:chOff x="8957885" y="4574183"/>
            <a:chExt cx="2561811" cy="632926"/>
          </a:xfrm>
        </p:grpSpPr>
        <p:sp>
          <p:nvSpPr>
            <p:cNvPr id="121" name="楕円 120">
              <a:extLst>
                <a:ext uri="{FF2B5EF4-FFF2-40B4-BE49-F238E27FC236}">
                  <a16:creationId xmlns:a16="http://schemas.microsoft.com/office/drawing/2014/main" id="{AECA5415-1172-2B0E-5BB7-03904CD33DE9}"/>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22" name="四角形: 角を丸くする 121">
              <a:extLst>
                <a:ext uri="{FF2B5EF4-FFF2-40B4-BE49-F238E27FC236}">
                  <a16:creationId xmlns:a16="http://schemas.microsoft.com/office/drawing/2014/main" id="{12950A8E-87BB-87A5-9C66-492FAC92F80E}"/>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23" name="グループ化 122">
              <a:extLst>
                <a:ext uri="{FF2B5EF4-FFF2-40B4-BE49-F238E27FC236}">
                  <a16:creationId xmlns:a16="http://schemas.microsoft.com/office/drawing/2014/main" id="{922452C2-423C-1BE1-5E26-DEF6C66146E3}"/>
                </a:ext>
              </a:extLst>
            </p:cNvPr>
            <p:cNvGrpSpPr/>
            <p:nvPr/>
          </p:nvGrpSpPr>
          <p:grpSpPr>
            <a:xfrm>
              <a:off x="9498429" y="4598805"/>
              <a:ext cx="1505416" cy="601824"/>
              <a:chOff x="1980734" y="3149081"/>
              <a:chExt cx="1505416" cy="601824"/>
            </a:xfrm>
          </p:grpSpPr>
          <p:sp>
            <p:nvSpPr>
              <p:cNvPr id="124" name="楕円 123">
                <a:extLst>
                  <a:ext uri="{FF2B5EF4-FFF2-40B4-BE49-F238E27FC236}">
                    <a16:creationId xmlns:a16="http://schemas.microsoft.com/office/drawing/2014/main" id="{0A8238CC-8EA6-E2CC-C30B-4A15D5EEB0D6}"/>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27" name="グループ化 126">
                <a:extLst>
                  <a:ext uri="{FF2B5EF4-FFF2-40B4-BE49-F238E27FC236}">
                    <a16:creationId xmlns:a16="http://schemas.microsoft.com/office/drawing/2014/main" id="{C6DAB895-C3F2-0125-5852-962F102A544D}"/>
                  </a:ext>
                </a:extLst>
              </p:cNvPr>
              <p:cNvGrpSpPr/>
              <p:nvPr/>
            </p:nvGrpSpPr>
            <p:grpSpPr>
              <a:xfrm>
                <a:off x="1980734" y="3175652"/>
                <a:ext cx="1505416" cy="575253"/>
                <a:chOff x="1980734" y="3175652"/>
                <a:chExt cx="1505416" cy="575253"/>
              </a:xfrm>
            </p:grpSpPr>
            <p:grpSp>
              <p:nvGrpSpPr>
                <p:cNvPr id="128" name="グループ化 127">
                  <a:extLst>
                    <a:ext uri="{FF2B5EF4-FFF2-40B4-BE49-F238E27FC236}">
                      <a16:creationId xmlns:a16="http://schemas.microsoft.com/office/drawing/2014/main" id="{C0206E95-E7B0-EAB1-228A-71F664FD3594}"/>
                    </a:ext>
                  </a:extLst>
                </p:cNvPr>
                <p:cNvGrpSpPr/>
                <p:nvPr/>
              </p:nvGrpSpPr>
              <p:grpSpPr>
                <a:xfrm>
                  <a:off x="1980734" y="3473931"/>
                  <a:ext cx="1505416" cy="276974"/>
                  <a:chOff x="4194668" y="3607669"/>
                  <a:chExt cx="1105960" cy="276974"/>
                </a:xfrm>
              </p:grpSpPr>
              <p:sp>
                <p:nvSpPr>
                  <p:cNvPr id="130" name="四角形: 角を丸くする 129">
                    <a:extLst>
                      <a:ext uri="{FF2B5EF4-FFF2-40B4-BE49-F238E27FC236}">
                        <a16:creationId xmlns:a16="http://schemas.microsoft.com/office/drawing/2014/main" id="{D9C69D35-1D75-53BA-C95F-AE6C258B98B2}"/>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31" name="図 130">
                    <a:extLst>
                      <a:ext uri="{FF2B5EF4-FFF2-40B4-BE49-F238E27FC236}">
                        <a16:creationId xmlns:a16="http://schemas.microsoft.com/office/drawing/2014/main" id="{11DB87CD-EB10-ED88-32CB-12D4E89A7C4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29" name="テキスト ボックス 128">
                  <a:extLst>
                    <a:ext uri="{FF2B5EF4-FFF2-40B4-BE49-F238E27FC236}">
                      <a16:creationId xmlns:a16="http://schemas.microsoft.com/office/drawing/2014/main" id="{BEE73372-5591-0B34-95E5-9BFA6D956765}"/>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32" name="グループ化 131">
            <a:extLst>
              <a:ext uri="{FF2B5EF4-FFF2-40B4-BE49-F238E27FC236}">
                <a16:creationId xmlns:a16="http://schemas.microsoft.com/office/drawing/2014/main" id="{D63A1521-EE18-0318-9095-FF09D0F1D2FA}"/>
              </a:ext>
            </a:extLst>
          </p:cNvPr>
          <p:cNvGrpSpPr/>
          <p:nvPr/>
        </p:nvGrpSpPr>
        <p:grpSpPr>
          <a:xfrm>
            <a:off x="8172004" y="2279933"/>
            <a:ext cx="2561811" cy="632926"/>
            <a:chOff x="8957885" y="4574183"/>
            <a:chExt cx="2561811" cy="632926"/>
          </a:xfrm>
        </p:grpSpPr>
        <p:sp>
          <p:nvSpPr>
            <p:cNvPr id="133" name="楕円 132">
              <a:extLst>
                <a:ext uri="{FF2B5EF4-FFF2-40B4-BE49-F238E27FC236}">
                  <a16:creationId xmlns:a16="http://schemas.microsoft.com/office/drawing/2014/main" id="{419200AF-2300-A164-61B4-DDBD6E44670E}"/>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34" name="四角形: 角を丸くする 133">
              <a:extLst>
                <a:ext uri="{FF2B5EF4-FFF2-40B4-BE49-F238E27FC236}">
                  <a16:creationId xmlns:a16="http://schemas.microsoft.com/office/drawing/2014/main" id="{F3096922-55F0-742B-87A1-64082D3C9538}"/>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35" name="グループ化 134">
              <a:extLst>
                <a:ext uri="{FF2B5EF4-FFF2-40B4-BE49-F238E27FC236}">
                  <a16:creationId xmlns:a16="http://schemas.microsoft.com/office/drawing/2014/main" id="{8AE9E7A6-A0EA-3EE1-711C-E20F9ABACECB}"/>
                </a:ext>
              </a:extLst>
            </p:cNvPr>
            <p:cNvGrpSpPr/>
            <p:nvPr/>
          </p:nvGrpSpPr>
          <p:grpSpPr>
            <a:xfrm>
              <a:off x="9498429" y="4598805"/>
              <a:ext cx="1505416" cy="601824"/>
              <a:chOff x="1980734" y="3149081"/>
              <a:chExt cx="1505416" cy="601824"/>
            </a:xfrm>
          </p:grpSpPr>
          <p:sp>
            <p:nvSpPr>
              <p:cNvPr id="136" name="楕円 135">
                <a:extLst>
                  <a:ext uri="{FF2B5EF4-FFF2-40B4-BE49-F238E27FC236}">
                    <a16:creationId xmlns:a16="http://schemas.microsoft.com/office/drawing/2014/main" id="{51C4F9A4-8042-702E-3476-FC66F159DABC}"/>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38" name="グループ化 137">
                <a:extLst>
                  <a:ext uri="{FF2B5EF4-FFF2-40B4-BE49-F238E27FC236}">
                    <a16:creationId xmlns:a16="http://schemas.microsoft.com/office/drawing/2014/main" id="{CAEEEE6D-E0F9-7302-7AB5-AC1F69D4245F}"/>
                  </a:ext>
                </a:extLst>
              </p:cNvPr>
              <p:cNvGrpSpPr/>
              <p:nvPr/>
            </p:nvGrpSpPr>
            <p:grpSpPr>
              <a:xfrm>
                <a:off x="1980734" y="3175652"/>
                <a:ext cx="1505416" cy="575253"/>
                <a:chOff x="1980734" y="3175652"/>
                <a:chExt cx="1505416" cy="575253"/>
              </a:xfrm>
            </p:grpSpPr>
            <p:grpSp>
              <p:nvGrpSpPr>
                <p:cNvPr id="140" name="グループ化 139">
                  <a:extLst>
                    <a:ext uri="{FF2B5EF4-FFF2-40B4-BE49-F238E27FC236}">
                      <a16:creationId xmlns:a16="http://schemas.microsoft.com/office/drawing/2014/main" id="{61480807-36B1-EC6C-9708-392A371F198D}"/>
                    </a:ext>
                  </a:extLst>
                </p:cNvPr>
                <p:cNvGrpSpPr/>
                <p:nvPr/>
              </p:nvGrpSpPr>
              <p:grpSpPr>
                <a:xfrm>
                  <a:off x="1980734" y="3473931"/>
                  <a:ext cx="1505416" cy="276974"/>
                  <a:chOff x="4194668" y="3607669"/>
                  <a:chExt cx="1105960" cy="276974"/>
                </a:xfrm>
              </p:grpSpPr>
              <p:sp>
                <p:nvSpPr>
                  <p:cNvPr id="142" name="四角形: 角を丸くする 141">
                    <a:extLst>
                      <a:ext uri="{FF2B5EF4-FFF2-40B4-BE49-F238E27FC236}">
                        <a16:creationId xmlns:a16="http://schemas.microsoft.com/office/drawing/2014/main" id="{6EEDC10F-E6C0-3E22-E378-5D4CEA655C18}"/>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43" name="図 142">
                    <a:extLst>
                      <a:ext uri="{FF2B5EF4-FFF2-40B4-BE49-F238E27FC236}">
                        <a16:creationId xmlns:a16="http://schemas.microsoft.com/office/drawing/2014/main" id="{3AA1AD8A-1764-8B7E-78EF-866AA5F26B6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41" name="テキスト ボックス 140">
                  <a:extLst>
                    <a:ext uri="{FF2B5EF4-FFF2-40B4-BE49-F238E27FC236}">
                      <a16:creationId xmlns:a16="http://schemas.microsoft.com/office/drawing/2014/main" id="{D3A7EE83-CF08-B582-197A-65C014025F0E}"/>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44" name="グループ化 143">
            <a:extLst>
              <a:ext uri="{FF2B5EF4-FFF2-40B4-BE49-F238E27FC236}">
                <a16:creationId xmlns:a16="http://schemas.microsoft.com/office/drawing/2014/main" id="{B1AAC997-3713-EA18-539E-8CB4F9798743}"/>
              </a:ext>
            </a:extLst>
          </p:cNvPr>
          <p:cNvGrpSpPr/>
          <p:nvPr/>
        </p:nvGrpSpPr>
        <p:grpSpPr>
          <a:xfrm>
            <a:off x="8962119" y="3013662"/>
            <a:ext cx="2561811" cy="632926"/>
            <a:chOff x="8957885" y="4574183"/>
            <a:chExt cx="2561811" cy="632926"/>
          </a:xfrm>
        </p:grpSpPr>
        <p:sp>
          <p:nvSpPr>
            <p:cNvPr id="145" name="楕円 144">
              <a:extLst>
                <a:ext uri="{FF2B5EF4-FFF2-40B4-BE49-F238E27FC236}">
                  <a16:creationId xmlns:a16="http://schemas.microsoft.com/office/drawing/2014/main" id="{CB3AE4BA-DE65-559A-EBB0-F5E08F0BE5BA}"/>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46" name="四角形: 角を丸くする 145">
              <a:extLst>
                <a:ext uri="{FF2B5EF4-FFF2-40B4-BE49-F238E27FC236}">
                  <a16:creationId xmlns:a16="http://schemas.microsoft.com/office/drawing/2014/main" id="{660DFD27-0501-66D8-CC32-62B28EA8D0DF}"/>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47" name="グループ化 146">
              <a:extLst>
                <a:ext uri="{FF2B5EF4-FFF2-40B4-BE49-F238E27FC236}">
                  <a16:creationId xmlns:a16="http://schemas.microsoft.com/office/drawing/2014/main" id="{DC0C16A5-74FC-8917-62F9-02EC5105B268}"/>
                </a:ext>
              </a:extLst>
            </p:cNvPr>
            <p:cNvGrpSpPr/>
            <p:nvPr/>
          </p:nvGrpSpPr>
          <p:grpSpPr>
            <a:xfrm>
              <a:off x="9498429" y="4598805"/>
              <a:ext cx="1505416" cy="601824"/>
              <a:chOff x="1980734" y="3149081"/>
              <a:chExt cx="1505416" cy="601824"/>
            </a:xfrm>
          </p:grpSpPr>
          <p:sp>
            <p:nvSpPr>
              <p:cNvPr id="148" name="楕円 147">
                <a:extLst>
                  <a:ext uri="{FF2B5EF4-FFF2-40B4-BE49-F238E27FC236}">
                    <a16:creationId xmlns:a16="http://schemas.microsoft.com/office/drawing/2014/main" id="{F3D1EF36-250F-6558-8608-D11F582D51D4}"/>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49" name="グループ化 148">
                <a:extLst>
                  <a:ext uri="{FF2B5EF4-FFF2-40B4-BE49-F238E27FC236}">
                    <a16:creationId xmlns:a16="http://schemas.microsoft.com/office/drawing/2014/main" id="{689854FE-FCF5-361D-E07D-789DAFF76D00}"/>
                  </a:ext>
                </a:extLst>
              </p:cNvPr>
              <p:cNvGrpSpPr/>
              <p:nvPr/>
            </p:nvGrpSpPr>
            <p:grpSpPr>
              <a:xfrm>
                <a:off x="1980734" y="3175652"/>
                <a:ext cx="1505416" cy="575253"/>
                <a:chOff x="1980734" y="3175652"/>
                <a:chExt cx="1505416" cy="575253"/>
              </a:xfrm>
            </p:grpSpPr>
            <p:grpSp>
              <p:nvGrpSpPr>
                <p:cNvPr id="150" name="グループ化 149">
                  <a:extLst>
                    <a:ext uri="{FF2B5EF4-FFF2-40B4-BE49-F238E27FC236}">
                      <a16:creationId xmlns:a16="http://schemas.microsoft.com/office/drawing/2014/main" id="{F800419E-986D-C545-629E-EDEE85FA2E89}"/>
                    </a:ext>
                  </a:extLst>
                </p:cNvPr>
                <p:cNvGrpSpPr/>
                <p:nvPr/>
              </p:nvGrpSpPr>
              <p:grpSpPr>
                <a:xfrm>
                  <a:off x="1980734" y="3473931"/>
                  <a:ext cx="1505416" cy="276974"/>
                  <a:chOff x="4194668" y="3607669"/>
                  <a:chExt cx="1105960" cy="276974"/>
                </a:xfrm>
              </p:grpSpPr>
              <p:sp>
                <p:nvSpPr>
                  <p:cNvPr id="152" name="四角形: 角を丸くする 151">
                    <a:extLst>
                      <a:ext uri="{FF2B5EF4-FFF2-40B4-BE49-F238E27FC236}">
                        <a16:creationId xmlns:a16="http://schemas.microsoft.com/office/drawing/2014/main" id="{D65E688A-0899-6F95-7AF5-49960B6E6837}"/>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56" name="図 155">
                    <a:extLst>
                      <a:ext uri="{FF2B5EF4-FFF2-40B4-BE49-F238E27FC236}">
                        <a16:creationId xmlns:a16="http://schemas.microsoft.com/office/drawing/2014/main" id="{CF88ACEB-41AD-DE19-5DDA-64A5FA51EBD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51" name="テキスト ボックス 150">
                  <a:extLst>
                    <a:ext uri="{FF2B5EF4-FFF2-40B4-BE49-F238E27FC236}">
                      <a16:creationId xmlns:a16="http://schemas.microsoft.com/office/drawing/2014/main" id="{5281C232-A94D-B939-AB49-0FB431248FD5}"/>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57" name="グループ化 156">
            <a:extLst>
              <a:ext uri="{FF2B5EF4-FFF2-40B4-BE49-F238E27FC236}">
                <a16:creationId xmlns:a16="http://schemas.microsoft.com/office/drawing/2014/main" id="{5055483F-1E6E-302E-F971-DF9FDF84361A}"/>
              </a:ext>
            </a:extLst>
          </p:cNvPr>
          <p:cNvGrpSpPr/>
          <p:nvPr/>
        </p:nvGrpSpPr>
        <p:grpSpPr>
          <a:xfrm>
            <a:off x="8962119" y="3876273"/>
            <a:ext cx="2561811" cy="632926"/>
            <a:chOff x="8957885" y="4574183"/>
            <a:chExt cx="2561811" cy="632926"/>
          </a:xfrm>
        </p:grpSpPr>
        <p:sp>
          <p:nvSpPr>
            <p:cNvPr id="158" name="楕円 157">
              <a:extLst>
                <a:ext uri="{FF2B5EF4-FFF2-40B4-BE49-F238E27FC236}">
                  <a16:creationId xmlns:a16="http://schemas.microsoft.com/office/drawing/2014/main" id="{07F79DF1-86CB-F20C-4AFC-9930EFDFA102}"/>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59" name="四角形: 角を丸くする 158">
              <a:extLst>
                <a:ext uri="{FF2B5EF4-FFF2-40B4-BE49-F238E27FC236}">
                  <a16:creationId xmlns:a16="http://schemas.microsoft.com/office/drawing/2014/main" id="{4D0640EC-B8D9-5BF1-2744-10B51B535B88}"/>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60" name="グループ化 159">
              <a:extLst>
                <a:ext uri="{FF2B5EF4-FFF2-40B4-BE49-F238E27FC236}">
                  <a16:creationId xmlns:a16="http://schemas.microsoft.com/office/drawing/2014/main" id="{B67357C8-F54C-3280-458E-D36BD39304B9}"/>
                </a:ext>
              </a:extLst>
            </p:cNvPr>
            <p:cNvGrpSpPr/>
            <p:nvPr/>
          </p:nvGrpSpPr>
          <p:grpSpPr>
            <a:xfrm>
              <a:off x="9498429" y="4598805"/>
              <a:ext cx="1505416" cy="601824"/>
              <a:chOff x="1980734" y="3149081"/>
              <a:chExt cx="1505416" cy="601824"/>
            </a:xfrm>
          </p:grpSpPr>
          <p:sp>
            <p:nvSpPr>
              <p:cNvPr id="161" name="楕円 160">
                <a:extLst>
                  <a:ext uri="{FF2B5EF4-FFF2-40B4-BE49-F238E27FC236}">
                    <a16:creationId xmlns:a16="http://schemas.microsoft.com/office/drawing/2014/main" id="{21CABAE9-C3B5-A10C-9492-B82AA336D431}"/>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73" name="グループ化 172">
                <a:extLst>
                  <a:ext uri="{FF2B5EF4-FFF2-40B4-BE49-F238E27FC236}">
                    <a16:creationId xmlns:a16="http://schemas.microsoft.com/office/drawing/2014/main" id="{7E767308-791E-4AB1-1281-AA102D804C2B}"/>
                  </a:ext>
                </a:extLst>
              </p:cNvPr>
              <p:cNvGrpSpPr/>
              <p:nvPr/>
            </p:nvGrpSpPr>
            <p:grpSpPr>
              <a:xfrm>
                <a:off x="1980734" y="3175652"/>
                <a:ext cx="1505416" cy="575253"/>
                <a:chOff x="1980734" y="3175652"/>
                <a:chExt cx="1505416" cy="575253"/>
              </a:xfrm>
            </p:grpSpPr>
            <p:grpSp>
              <p:nvGrpSpPr>
                <p:cNvPr id="177" name="グループ化 176">
                  <a:extLst>
                    <a:ext uri="{FF2B5EF4-FFF2-40B4-BE49-F238E27FC236}">
                      <a16:creationId xmlns:a16="http://schemas.microsoft.com/office/drawing/2014/main" id="{FCADA065-CB16-3EDD-A257-22069483AF92}"/>
                    </a:ext>
                  </a:extLst>
                </p:cNvPr>
                <p:cNvGrpSpPr/>
                <p:nvPr/>
              </p:nvGrpSpPr>
              <p:grpSpPr>
                <a:xfrm>
                  <a:off x="1980734" y="3473931"/>
                  <a:ext cx="1505416" cy="276974"/>
                  <a:chOff x="4194668" y="3607669"/>
                  <a:chExt cx="1105960" cy="276974"/>
                </a:xfrm>
              </p:grpSpPr>
              <p:sp>
                <p:nvSpPr>
                  <p:cNvPr id="182" name="四角形: 角を丸くする 181">
                    <a:extLst>
                      <a:ext uri="{FF2B5EF4-FFF2-40B4-BE49-F238E27FC236}">
                        <a16:creationId xmlns:a16="http://schemas.microsoft.com/office/drawing/2014/main" id="{21478607-21D9-EB02-692F-27653B09E1E8}"/>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84" name="図 183">
                    <a:extLst>
                      <a:ext uri="{FF2B5EF4-FFF2-40B4-BE49-F238E27FC236}">
                        <a16:creationId xmlns:a16="http://schemas.microsoft.com/office/drawing/2014/main" id="{36E33698-A4C0-427A-37B7-B859F47846F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78" name="テキスト ボックス 177">
                  <a:extLst>
                    <a:ext uri="{FF2B5EF4-FFF2-40B4-BE49-F238E27FC236}">
                      <a16:creationId xmlns:a16="http://schemas.microsoft.com/office/drawing/2014/main" id="{867635D9-020F-4314-3B08-18223F717302}"/>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87" name="グループ化 186">
            <a:extLst>
              <a:ext uri="{FF2B5EF4-FFF2-40B4-BE49-F238E27FC236}">
                <a16:creationId xmlns:a16="http://schemas.microsoft.com/office/drawing/2014/main" id="{C531DADB-2F85-7683-E1CE-538CDEBF5636}"/>
              </a:ext>
            </a:extLst>
          </p:cNvPr>
          <p:cNvGrpSpPr/>
          <p:nvPr/>
        </p:nvGrpSpPr>
        <p:grpSpPr>
          <a:xfrm>
            <a:off x="8962119" y="4610002"/>
            <a:ext cx="2561811" cy="632926"/>
            <a:chOff x="8957885" y="4574183"/>
            <a:chExt cx="2561811" cy="632926"/>
          </a:xfrm>
        </p:grpSpPr>
        <p:sp>
          <p:nvSpPr>
            <p:cNvPr id="188" name="楕円 187">
              <a:extLst>
                <a:ext uri="{FF2B5EF4-FFF2-40B4-BE49-F238E27FC236}">
                  <a16:creationId xmlns:a16="http://schemas.microsoft.com/office/drawing/2014/main" id="{E50DEE3F-0DA0-E5F0-5187-180DF16043B6}"/>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89" name="四角形: 角を丸くする 188">
              <a:extLst>
                <a:ext uri="{FF2B5EF4-FFF2-40B4-BE49-F238E27FC236}">
                  <a16:creationId xmlns:a16="http://schemas.microsoft.com/office/drawing/2014/main" id="{3C03CCBC-4605-3FCE-1CFF-DC065A99D7E5}"/>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90" name="グループ化 189">
              <a:extLst>
                <a:ext uri="{FF2B5EF4-FFF2-40B4-BE49-F238E27FC236}">
                  <a16:creationId xmlns:a16="http://schemas.microsoft.com/office/drawing/2014/main" id="{6566A74F-51D2-1E1B-9D50-BDB9586120D1}"/>
                </a:ext>
              </a:extLst>
            </p:cNvPr>
            <p:cNvGrpSpPr/>
            <p:nvPr/>
          </p:nvGrpSpPr>
          <p:grpSpPr>
            <a:xfrm>
              <a:off x="9498429" y="4598805"/>
              <a:ext cx="1505416" cy="601824"/>
              <a:chOff x="1980734" y="3149081"/>
              <a:chExt cx="1505416" cy="601824"/>
            </a:xfrm>
          </p:grpSpPr>
          <p:sp>
            <p:nvSpPr>
              <p:cNvPr id="191" name="楕円 190">
                <a:extLst>
                  <a:ext uri="{FF2B5EF4-FFF2-40B4-BE49-F238E27FC236}">
                    <a16:creationId xmlns:a16="http://schemas.microsoft.com/office/drawing/2014/main" id="{14153E38-FA2F-8490-9F82-AF308B29B258}"/>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92" name="グループ化 191">
                <a:extLst>
                  <a:ext uri="{FF2B5EF4-FFF2-40B4-BE49-F238E27FC236}">
                    <a16:creationId xmlns:a16="http://schemas.microsoft.com/office/drawing/2014/main" id="{373DAB7C-E51F-C478-CA8D-01CC8B3F5A9B}"/>
                  </a:ext>
                </a:extLst>
              </p:cNvPr>
              <p:cNvGrpSpPr/>
              <p:nvPr/>
            </p:nvGrpSpPr>
            <p:grpSpPr>
              <a:xfrm>
                <a:off x="1980734" y="3175652"/>
                <a:ext cx="1505416" cy="575253"/>
                <a:chOff x="1980734" y="3175652"/>
                <a:chExt cx="1505416" cy="575253"/>
              </a:xfrm>
            </p:grpSpPr>
            <p:grpSp>
              <p:nvGrpSpPr>
                <p:cNvPr id="193" name="グループ化 192">
                  <a:extLst>
                    <a:ext uri="{FF2B5EF4-FFF2-40B4-BE49-F238E27FC236}">
                      <a16:creationId xmlns:a16="http://schemas.microsoft.com/office/drawing/2014/main" id="{601EDA1A-1655-B626-0894-42CD939E16DD}"/>
                    </a:ext>
                  </a:extLst>
                </p:cNvPr>
                <p:cNvGrpSpPr/>
                <p:nvPr/>
              </p:nvGrpSpPr>
              <p:grpSpPr>
                <a:xfrm>
                  <a:off x="1980734" y="3473931"/>
                  <a:ext cx="1505416" cy="276974"/>
                  <a:chOff x="4194668" y="3607669"/>
                  <a:chExt cx="1105960" cy="276974"/>
                </a:xfrm>
              </p:grpSpPr>
              <p:sp>
                <p:nvSpPr>
                  <p:cNvPr id="195" name="四角形: 角を丸くする 194">
                    <a:extLst>
                      <a:ext uri="{FF2B5EF4-FFF2-40B4-BE49-F238E27FC236}">
                        <a16:creationId xmlns:a16="http://schemas.microsoft.com/office/drawing/2014/main" id="{E23CB77C-8F09-97DE-AE35-C2D0303743E1}"/>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96" name="図 195">
                    <a:extLst>
                      <a:ext uri="{FF2B5EF4-FFF2-40B4-BE49-F238E27FC236}">
                        <a16:creationId xmlns:a16="http://schemas.microsoft.com/office/drawing/2014/main" id="{89D1AD64-4394-43C7-0EBB-43A0EB72F95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94" name="テキスト ボックス 193">
                  <a:extLst>
                    <a:ext uri="{FF2B5EF4-FFF2-40B4-BE49-F238E27FC236}">
                      <a16:creationId xmlns:a16="http://schemas.microsoft.com/office/drawing/2014/main" id="{898A8679-6976-9E70-A0E9-DCA0B8BA27CC}"/>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276" name="グループ化 275">
            <a:extLst>
              <a:ext uri="{FF2B5EF4-FFF2-40B4-BE49-F238E27FC236}">
                <a16:creationId xmlns:a16="http://schemas.microsoft.com/office/drawing/2014/main" id="{2D471092-1241-60E8-CAF9-0673CF2674BB}"/>
              </a:ext>
            </a:extLst>
          </p:cNvPr>
          <p:cNvGrpSpPr/>
          <p:nvPr/>
        </p:nvGrpSpPr>
        <p:grpSpPr>
          <a:xfrm>
            <a:off x="1719571" y="303092"/>
            <a:ext cx="3092165" cy="338875"/>
            <a:chOff x="1719571" y="274517"/>
            <a:chExt cx="3092165" cy="338875"/>
          </a:xfrm>
        </p:grpSpPr>
        <p:grpSp>
          <p:nvGrpSpPr>
            <p:cNvPr id="241" name="グループ化 240">
              <a:extLst>
                <a:ext uri="{FF2B5EF4-FFF2-40B4-BE49-F238E27FC236}">
                  <a16:creationId xmlns:a16="http://schemas.microsoft.com/office/drawing/2014/main" id="{DEAC029E-8FAC-633C-4784-E31F0A6EA4AA}"/>
                </a:ext>
              </a:extLst>
            </p:cNvPr>
            <p:cNvGrpSpPr/>
            <p:nvPr/>
          </p:nvGrpSpPr>
          <p:grpSpPr>
            <a:xfrm>
              <a:off x="1719571" y="274517"/>
              <a:ext cx="3092165" cy="338875"/>
              <a:chOff x="1719571" y="215382"/>
              <a:chExt cx="3888059" cy="426098"/>
            </a:xfrm>
          </p:grpSpPr>
          <p:sp>
            <p:nvSpPr>
              <p:cNvPr id="242" name="平行四辺形 241">
                <a:extLst>
                  <a:ext uri="{FF2B5EF4-FFF2-40B4-BE49-F238E27FC236}">
                    <a16:creationId xmlns:a16="http://schemas.microsoft.com/office/drawing/2014/main" id="{B499509E-244A-2632-684C-05891C7713C3}"/>
                  </a:ext>
                </a:extLst>
              </p:cNvPr>
              <p:cNvSpPr/>
              <p:nvPr/>
            </p:nvSpPr>
            <p:spPr>
              <a:xfrm>
                <a:off x="171957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3" name="平行四辺形 242">
                <a:extLst>
                  <a:ext uri="{FF2B5EF4-FFF2-40B4-BE49-F238E27FC236}">
                    <a16:creationId xmlns:a16="http://schemas.microsoft.com/office/drawing/2014/main" id="{2F13CE91-19FD-DF48-A926-B4FF7EB71D36}"/>
                  </a:ext>
                </a:extLst>
              </p:cNvPr>
              <p:cNvSpPr/>
              <p:nvPr/>
            </p:nvSpPr>
            <p:spPr>
              <a:xfrm>
                <a:off x="2477666"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4" name="平行四辺形 243">
                <a:extLst>
                  <a:ext uri="{FF2B5EF4-FFF2-40B4-BE49-F238E27FC236}">
                    <a16:creationId xmlns:a16="http://schemas.microsoft.com/office/drawing/2014/main" id="{4B447136-7277-6A27-A335-7D75687EAB7F}"/>
                  </a:ext>
                </a:extLst>
              </p:cNvPr>
              <p:cNvSpPr/>
              <p:nvPr/>
            </p:nvSpPr>
            <p:spPr>
              <a:xfrm>
                <a:off x="323576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5" name="平行四辺形 244">
                <a:extLst>
                  <a:ext uri="{FF2B5EF4-FFF2-40B4-BE49-F238E27FC236}">
                    <a16:creationId xmlns:a16="http://schemas.microsoft.com/office/drawing/2014/main" id="{F7570AF6-01F2-4C2C-F96E-3903549B0D3C}"/>
                  </a:ext>
                </a:extLst>
              </p:cNvPr>
              <p:cNvSpPr/>
              <p:nvPr/>
            </p:nvSpPr>
            <p:spPr>
              <a:xfrm>
                <a:off x="4751951" y="215382"/>
                <a:ext cx="855679" cy="426098"/>
              </a:xfrm>
              <a:prstGeom prst="parallelogram">
                <a:avLst/>
              </a:prstGeom>
              <a:solidFill>
                <a:schemeClr val="tx1">
                  <a:lumMod val="75000"/>
                  <a:lumOff val="2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6" name="平行四辺形 245">
                <a:extLst>
                  <a:ext uri="{FF2B5EF4-FFF2-40B4-BE49-F238E27FC236}">
                    <a16:creationId xmlns:a16="http://schemas.microsoft.com/office/drawing/2014/main" id="{259EC3E0-B561-407E-3F06-FBBA2E7117BC}"/>
                  </a:ext>
                </a:extLst>
              </p:cNvPr>
              <p:cNvSpPr/>
              <p:nvPr/>
            </p:nvSpPr>
            <p:spPr>
              <a:xfrm>
                <a:off x="3993856"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272" name="楕円 271">
              <a:extLst>
                <a:ext uri="{FF2B5EF4-FFF2-40B4-BE49-F238E27FC236}">
                  <a16:creationId xmlns:a16="http://schemas.microsoft.com/office/drawing/2014/main" id="{4ABA04A3-EF1C-0316-9A67-419BA7566408}"/>
                </a:ext>
              </a:extLst>
            </p:cNvPr>
            <p:cNvSpPr/>
            <p:nvPr/>
          </p:nvSpPr>
          <p:spPr>
            <a:xfrm>
              <a:off x="1900984"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BIZ UDP明朝 Medium" panose="02020500000000000000" pitchFamily="18" charset="-128"/>
                  <a:ea typeface="BIZ UDP明朝 Medium" panose="02020500000000000000" pitchFamily="18" charset="-128"/>
                </a:rPr>
                <a:t>キャラ</a:t>
              </a:r>
            </a:p>
          </p:txBody>
        </p:sp>
        <p:sp>
          <p:nvSpPr>
            <p:cNvPr id="273" name="楕円 272">
              <a:extLst>
                <a:ext uri="{FF2B5EF4-FFF2-40B4-BE49-F238E27FC236}">
                  <a16:creationId xmlns:a16="http://schemas.microsoft.com/office/drawing/2014/main" id="{79F65C0E-3266-415D-EA81-468FD352A55E}"/>
                </a:ext>
              </a:extLst>
            </p:cNvPr>
            <p:cNvSpPr/>
            <p:nvPr/>
          </p:nvSpPr>
          <p:spPr>
            <a:xfrm>
              <a:off x="3716200"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BIZ UDP明朝 Medium" panose="02020500000000000000" pitchFamily="18" charset="-128"/>
                  <a:ea typeface="BIZ UDP明朝 Medium" panose="02020500000000000000" pitchFamily="18" charset="-128"/>
                </a:rPr>
                <a:t>キャラ</a:t>
              </a:r>
            </a:p>
          </p:txBody>
        </p:sp>
        <p:sp>
          <p:nvSpPr>
            <p:cNvPr id="274" name="楕円 273">
              <a:extLst>
                <a:ext uri="{FF2B5EF4-FFF2-40B4-BE49-F238E27FC236}">
                  <a16:creationId xmlns:a16="http://schemas.microsoft.com/office/drawing/2014/main" id="{AE6536B2-DC58-CE93-BBB1-B4646ED8B9FF}"/>
                </a:ext>
              </a:extLst>
            </p:cNvPr>
            <p:cNvSpPr/>
            <p:nvPr/>
          </p:nvSpPr>
          <p:spPr>
            <a:xfrm>
              <a:off x="2506056"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BIZ UDP明朝 Medium" panose="02020500000000000000" pitchFamily="18" charset="-128"/>
                  <a:ea typeface="BIZ UDP明朝 Medium" panose="02020500000000000000" pitchFamily="18" charset="-128"/>
                </a:rPr>
                <a:t>キャラ</a:t>
              </a:r>
            </a:p>
          </p:txBody>
        </p:sp>
        <p:sp>
          <p:nvSpPr>
            <p:cNvPr id="275" name="楕円 274">
              <a:extLst>
                <a:ext uri="{FF2B5EF4-FFF2-40B4-BE49-F238E27FC236}">
                  <a16:creationId xmlns:a16="http://schemas.microsoft.com/office/drawing/2014/main" id="{7D142A78-FD0D-BF48-2A70-322A6B02C190}"/>
                </a:ext>
              </a:extLst>
            </p:cNvPr>
            <p:cNvSpPr/>
            <p:nvPr/>
          </p:nvSpPr>
          <p:spPr>
            <a:xfrm>
              <a:off x="3111128"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BIZ UDP明朝 Medium" panose="02020500000000000000" pitchFamily="18" charset="-128"/>
                  <a:ea typeface="BIZ UDP明朝 Medium" panose="02020500000000000000" pitchFamily="18" charset="-128"/>
                </a:rPr>
                <a:t>キャラ</a:t>
              </a:r>
            </a:p>
          </p:txBody>
        </p:sp>
      </p:grpSp>
      <p:sp>
        <p:nvSpPr>
          <p:cNvPr id="21" name="テキスト ボックス 20">
            <a:extLst>
              <a:ext uri="{FF2B5EF4-FFF2-40B4-BE49-F238E27FC236}">
                <a16:creationId xmlns:a16="http://schemas.microsoft.com/office/drawing/2014/main" id="{0D5FDA72-5E68-F8EB-4862-6F835A09C660}"/>
              </a:ext>
            </a:extLst>
          </p:cNvPr>
          <p:cNvSpPr txBox="1"/>
          <p:nvPr/>
        </p:nvSpPr>
        <p:spPr>
          <a:xfrm>
            <a:off x="5319848" y="3339701"/>
            <a:ext cx="1550692" cy="400110"/>
          </a:xfrm>
          <a:prstGeom prst="rect">
            <a:avLst/>
          </a:prstGeom>
          <a:noFill/>
        </p:spPr>
        <p:txBody>
          <a:bodyPr wrap="square" rtlCol="0">
            <a:spAutoFit/>
          </a:bodyPr>
          <a:lstStyle/>
          <a:p>
            <a:pPr algn="ctr"/>
            <a:r>
              <a:rPr kumimoji="1" lang="ja-JP" altLang="en-US" sz="2000" b="1" dirty="0">
                <a:solidFill>
                  <a:schemeClr val="bg1">
                    <a:lumMod val="95000"/>
                  </a:schemeClr>
                </a:solidFill>
                <a:latin typeface="BIZ UDP明朝 Medium" panose="02020500000000000000" pitchFamily="18" charset="-128"/>
                <a:ea typeface="BIZ UDP明朝 Medium" panose="02020500000000000000" pitchFamily="18" charset="-128"/>
              </a:rPr>
              <a:t>前衛</a:t>
            </a:r>
            <a:endPar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24" name="テキスト ボックス 23">
            <a:extLst>
              <a:ext uri="{FF2B5EF4-FFF2-40B4-BE49-F238E27FC236}">
                <a16:creationId xmlns:a16="http://schemas.microsoft.com/office/drawing/2014/main" id="{2EC2AC79-351E-13C7-4416-57A57B6B63F3}"/>
              </a:ext>
            </a:extLst>
          </p:cNvPr>
          <p:cNvSpPr txBox="1"/>
          <p:nvPr/>
        </p:nvSpPr>
        <p:spPr>
          <a:xfrm>
            <a:off x="5319848" y="3777769"/>
            <a:ext cx="1550692" cy="400110"/>
          </a:xfrm>
          <a:prstGeom prst="rect">
            <a:avLst/>
          </a:prstGeom>
          <a:noFill/>
        </p:spPr>
        <p:txBody>
          <a:bodyPr wrap="square" rtlCol="0">
            <a:spAutoFit/>
          </a:bodyPr>
          <a:lstStyle/>
          <a:p>
            <a:pPr algn="ctr"/>
            <a:r>
              <a:rPr kumimoji="1" lang="ja-JP" altLang="en-US" sz="2000" b="1" dirty="0">
                <a:solidFill>
                  <a:schemeClr val="bg1">
                    <a:lumMod val="95000"/>
                  </a:schemeClr>
                </a:solidFill>
                <a:latin typeface="BIZ UDP明朝 Medium" panose="02020500000000000000" pitchFamily="18" charset="-128"/>
                <a:ea typeface="BIZ UDP明朝 Medium" panose="02020500000000000000" pitchFamily="18" charset="-128"/>
              </a:rPr>
              <a:t>後衛</a:t>
            </a:r>
            <a:endPar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Tree>
    <p:extLst>
      <p:ext uri="{BB962C8B-B14F-4D97-AF65-F5344CB8AC3E}">
        <p14:creationId xmlns:p14="http://schemas.microsoft.com/office/powerpoint/2010/main" val="3837348611"/>
      </p:ext>
    </p:extLst>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BB8BAC-83B5-5C30-B4F2-7DB48A30430B}"/>
            </a:ext>
          </a:extLst>
        </p:cNvPr>
        <p:cNvGrpSpPr/>
        <p:nvPr/>
      </p:nvGrpSpPr>
      <p:grpSpPr>
        <a:xfrm>
          <a:off x="0" y="0"/>
          <a:ext cx="0" cy="0"/>
          <a:chOff x="0" y="0"/>
          <a:chExt cx="0" cy="0"/>
        </a:xfrm>
      </p:grpSpPr>
      <p:sp>
        <p:nvSpPr>
          <p:cNvPr id="86" name="楕円 85">
            <a:extLst>
              <a:ext uri="{FF2B5EF4-FFF2-40B4-BE49-F238E27FC236}">
                <a16:creationId xmlns:a16="http://schemas.microsoft.com/office/drawing/2014/main" id="{979A2A4F-3F65-81E5-F4BA-D9D4A7AD294E}"/>
              </a:ext>
            </a:extLst>
          </p:cNvPr>
          <p:cNvSpPr>
            <a:spLocks/>
          </p:cNvSpPr>
          <p:nvPr/>
        </p:nvSpPr>
        <p:spPr>
          <a:xfrm>
            <a:off x="7369222" y="-419879"/>
            <a:ext cx="7168554" cy="7679094"/>
          </a:xfrm>
          <a:prstGeom prst="ellipse">
            <a:avLst/>
          </a:prstGeom>
          <a:solidFill>
            <a:schemeClr val="accent1">
              <a:lumMod val="75000"/>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0" name="楕円 79">
            <a:extLst>
              <a:ext uri="{FF2B5EF4-FFF2-40B4-BE49-F238E27FC236}">
                <a16:creationId xmlns:a16="http://schemas.microsoft.com/office/drawing/2014/main" id="{3DF4A180-823D-1A51-3E6E-F07D009616AB}"/>
              </a:ext>
            </a:extLst>
          </p:cNvPr>
          <p:cNvSpPr/>
          <p:nvPr/>
        </p:nvSpPr>
        <p:spPr>
          <a:xfrm>
            <a:off x="-2195336" y="-748783"/>
            <a:ext cx="8978692" cy="8369559"/>
          </a:xfrm>
          <a:prstGeom prst="ellipse">
            <a:avLst/>
          </a:prstGeom>
          <a:solidFill>
            <a:srgbClr val="CC66FF">
              <a:alpha val="6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 name="四角形: 角を丸くする 1">
            <a:extLst>
              <a:ext uri="{FF2B5EF4-FFF2-40B4-BE49-F238E27FC236}">
                <a16:creationId xmlns:a16="http://schemas.microsoft.com/office/drawing/2014/main" id="{F9B260AD-A5D1-520D-2DF4-0DB4D08555C2}"/>
              </a:ext>
            </a:extLst>
          </p:cNvPr>
          <p:cNvSpPr/>
          <p:nvPr/>
        </p:nvSpPr>
        <p:spPr>
          <a:xfrm>
            <a:off x="658742" y="891074"/>
            <a:ext cx="2747226"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3" name="四角形: 角を丸くする 2">
            <a:extLst>
              <a:ext uri="{FF2B5EF4-FFF2-40B4-BE49-F238E27FC236}">
                <a16:creationId xmlns:a16="http://schemas.microsoft.com/office/drawing/2014/main" id="{A6C3E322-EB65-671D-73A7-9BBF80ABB65C}"/>
              </a:ext>
            </a:extLst>
          </p:cNvPr>
          <p:cNvSpPr/>
          <p:nvPr/>
        </p:nvSpPr>
        <p:spPr>
          <a:xfrm>
            <a:off x="658742" y="1626637"/>
            <a:ext cx="2747226"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6" name="四角形: 角を丸くする 5">
            <a:extLst>
              <a:ext uri="{FF2B5EF4-FFF2-40B4-BE49-F238E27FC236}">
                <a16:creationId xmlns:a16="http://schemas.microsoft.com/office/drawing/2014/main" id="{70290DC0-853E-DB41-D779-AD6B482BC4FD}"/>
              </a:ext>
            </a:extLst>
          </p:cNvPr>
          <p:cNvSpPr/>
          <p:nvPr/>
        </p:nvSpPr>
        <p:spPr>
          <a:xfrm>
            <a:off x="658742" y="2362200"/>
            <a:ext cx="2747226"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8" name="四角形: 角を丸くする 7">
            <a:extLst>
              <a:ext uri="{FF2B5EF4-FFF2-40B4-BE49-F238E27FC236}">
                <a16:creationId xmlns:a16="http://schemas.microsoft.com/office/drawing/2014/main" id="{452E6B6C-40EB-C5BD-A5B0-87C69F4A233D}"/>
              </a:ext>
            </a:extLst>
          </p:cNvPr>
          <p:cNvSpPr/>
          <p:nvPr/>
        </p:nvSpPr>
        <p:spPr>
          <a:xfrm>
            <a:off x="658742" y="3833326"/>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9" name="四角形: 角を丸くする 8">
            <a:extLst>
              <a:ext uri="{FF2B5EF4-FFF2-40B4-BE49-F238E27FC236}">
                <a16:creationId xmlns:a16="http://schemas.microsoft.com/office/drawing/2014/main" id="{FA72DE09-9AA8-F6D1-1217-DE3A0EC67CB8}"/>
              </a:ext>
            </a:extLst>
          </p:cNvPr>
          <p:cNvSpPr/>
          <p:nvPr/>
        </p:nvSpPr>
        <p:spPr>
          <a:xfrm>
            <a:off x="658742" y="4568889"/>
            <a:ext cx="2747226"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10" name="四角形: 角を丸くする 9">
            <a:extLst>
              <a:ext uri="{FF2B5EF4-FFF2-40B4-BE49-F238E27FC236}">
                <a16:creationId xmlns:a16="http://schemas.microsoft.com/office/drawing/2014/main" id="{7577B602-1489-BF1F-A3CA-CD3B6992B4A7}"/>
              </a:ext>
            </a:extLst>
          </p:cNvPr>
          <p:cNvSpPr/>
          <p:nvPr/>
        </p:nvSpPr>
        <p:spPr>
          <a:xfrm>
            <a:off x="658742" y="5304452"/>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sp>
        <p:nvSpPr>
          <p:cNvPr id="13" name="楕円 12">
            <a:extLst>
              <a:ext uri="{FF2B5EF4-FFF2-40B4-BE49-F238E27FC236}">
                <a16:creationId xmlns:a16="http://schemas.microsoft.com/office/drawing/2014/main" id="{E92FB4FD-8EDC-18C1-AE62-8C7ADDBCD809}"/>
              </a:ext>
            </a:extLst>
          </p:cNvPr>
          <p:cNvSpPr/>
          <p:nvPr/>
        </p:nvSpPr>
        <p:spPr>
          <a:xfrm>
            <a:off x="835866" y="942392"/>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5" name="楕円 14">
            <a:extLst>
              <a:ext uri="{FF2B5EF4-FFF2-40B4-BE49-F238E27FC236}">
                <a16:creationId xmlns:a16="http://schemas.microsoft.com/office/drawing/2014/main" id="{A0462959-BAC9-54EC-41FC-B95FA3983E0D}"/>
              </a:ext>
            </a:extLst>
          </p:cNvPr>
          <p:cNvSpPr/>
          <p:nvPr/>
        </p:nvSpPr>
        <p:spPr>
          <a:xfrm>
            <a:off x="835866" y="1677955"/>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9" name="楕円 18">
            <a:extLst>
              <a:ext uri="{FF2B5EF4-FFF2-40B4-BE49-F238E27FC236}">
                <a16:creationId xmlns:a16="http://schemas.microsoft.com/office/drawing/2014/main" id="{0DE0B40F-90B8-A8F6-D186-482D800685DA}"/>
              </a:ext>
            </a:extLst>
          </p:cNvPr>
          <p:cNvSpPr/>
          <p:nvPr/>
        </p:nvSpPr>
        <p:spPr>
          <a:xfrm>
            <a:off x="835866" y="5355770"/>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22" name="楕円 21">
            <a:extLst>
              <a:ext uri="{FF2B5EF4-FFF2-40B4-BE49-F238E27FC236}">
                <a16:creationId xmlns:a16="http://schemas.microsoft.com/office/drawing/2014/main" id="{0E367C20-70E0-3F87-AE50-BAC3B7F003F3}"/>
              </a:ext>
            </a:extLst>
          </p:cNvPr>
          <p:cNvSpPr/>
          <p:nvPr/>
        </p:nvSpPr>
        <p:spPr>
          <a:xfrm>
            <a:off x="835866" y="4620207"/>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28" name="楕円 27">
            <a:extLst>
              <a:ext uri="{FF2B5EF4-FFF2-40B4-BE49-F238E27FC236}">
                <a16:creationId xmlns:a16="http://schemas.microsoft.com/office/drawing/2014/main" id="{6ED5735E-3FB0-17E8-B455-F0E93AB08677}"/>
              </a:ext>
            </a:extLst>
          </p:cNvPr>
          <p:cNvSpPr/>
          <p:nvPr/>
        </p:nvSpPr>
        <p:spPr>
          <a:xfrm>
            <a:off x="835866" y="3884644"/>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34" name="楕円 33">
            <a:extLst>
              <a:ext uri="{FF2B5EF4-FFF2-40B4-BE49-F238E27FC236}">
                <a16:creationId xmlns:a16="http://schemas.microsoft.com/office/drawing/2014/main" id="{A6AE6668-6359-7319-0610-1427BDDB7B46}"/>
              </a:ext>
            </a:extLst>
          </p:cNvPr>
          <p:cNvSpPr/>
          <p:nvPr/>
        </p:nvSpPr>
        <p:spPr>
          <a:xfrm>
            <a:off x="835866" y="241351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36" name="四角形: 角を丸くする 35">
            <a:extLst>
              <a:ext uri="{FF2B5EF4-FFF2-40B4-BE49-F238E27FC236}">
                <a16:creationId xmlns:a16="http://schemas.microsoft.com/office/drawing/2014/main" id="{52175551-15DB-81B7-4CE4-75E94075977D}"/>
              </a:ext>
            </a:extLst>
          </p:cNvPr>
          <p:cNvSpPr/>
          <p:nvPr/>
        </p:nvSpPr>
        <p:spPr>
          <a:xfrm>
            <a:off x="2795756" y="914399"/>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7" name="四角形: 角を丸くする 36">
            <a:extLst>
              <a:ext uri="{FF2B5EF4-FFF2-40B4-BE49-F238E27FC236}">
                <a16:creationId xmlns:a16="http://schemas.microsoft.com/office/drawing/2014/main" id="{1D0BD529-83D4-571A-FC30-AC25C1CD20A4}"/>
              </a:ext>
            </a:extLst>
          </p:cNvPr>
          <p:cNvSpPr/>
          <p:nvPr/>
        </p:nvSpPr>
        <p:spPr>
          <a:xfrm>
            <a:off x="2795756" y="5324668"/>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8" name="四角形: 角を丸くする 37">
            <a:extLst>
              <a:ext uri="{FF2B5EF4-FFF2-40B4-BE49-F238E27FC236}">
                <a16:creationId xmlns:a16="http://schemas.microsoft.com/office/drawing/2014/main" id="{828EFFD5-2D62-9C94-42D6-C667C4F09510}"/>
              </a:ext>
            </a:extLst>
          </p:cNvPr>
          <p:cNvSpPr/>
          <p:nvPr/>
        </p:nvSpPr>
        <p:spPr>
          <a:xfrm>
            <a:off x="2795756" y="4589624"/>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9" name="四角形: 角を丸くする 38">
            <a:extLst>
              <a:ext uri="{FF2B5EF4-FFF2-40B4-BE49-F238E27FC236}">
                <a16:creationId xmlns:a16="http://schemas.microsoft.com/office/drawing/2014/main" id="{BBECEC85-E33D-2A9F-1BA8-9BCE60329EE9}"/>
              </a:ext>
            </a:extLst>
          </p:cNvPr>
          <p:cNvSpPr/>
          <p:nvPr/>
        </p:nvSpPr>
        <p:spPr>
          <a:xfrm>
            <a:off x="2795756" y="3854579"/>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 name="四角形: 角を丸くする 6">
            <a:extLst>
              <a:ext uri="{FF2B5EF4-FFF2-40B4-BE49-F238E27FC236}">
                <a16:creationId xmlns:a16="http://schemas.microsoft.com/office/drawing/2014/main" id="{0967199E-0BA1-89DE-8391-8E8666B84891}"/>
              </a:ext>
            </a:extLst>
          </p:cNvPr>
          <p:cNvSpPr/>
          <p:nvPr/>
        </p:nvSpPr>
        <p:spPr>
          <a:xfrm>
            <a:off x="1255608" y="3097763"/>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31" name="楕円 30">
            <a:extLst>
              <a:ext uri="{FF2B5EF4-FFF2-40B4-BE49-F238E27FC236}">
                <a16:creationId xmlns:a16="http://schemas.microsoft.com/office/drawing/2014/main" id="{D19623FF-D2B5-30CC-473A-E820AD2721BC}"/>
              </a:ext>
            </a:extLst>
          </p:cNvPr>
          <p:cNvSpPr/>
          <p:nvPr/>
        </p:nvSpPr>
        <p:spPr>
          <a:xfrm>
            <a:off x="1432732" y="3149081"/>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40" name="四角形: 角を丸くする 39">
            <a:extLst>
              <a:ext uri="{FF2B5EF4-FFF2-40B4-BE49-F238E27FC236}">
                <a16:creationId xmlns:a16="http://schemas.microsoft.com/office/drawing/2014/main" id="{0308EFB1-A7D9-EE09-C5B8-1A9F592BA3C3}"/>
              </a:ext>
            </a:extLst>
          </p:cNvPr>
          <p:cNvSpPr/>
          <p:nvPr/>
        </p:nvSpPr>
        <p:spPr>
          <a:xfrm>
            <a:off x="3392623" y="3119534"/>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41" name="四角形: 角を丸くする 40">
            <a:extLst>
              <a:ext uri="{FF2B5EF4-FFF2-40B4-BE49-F238E27FC236}">
                <a16:creationId xmlns:a16="http://schemas.microsoft.com/office/drawing/2014/main" id="{50D2E2DC-ABB6-5ABE-74CD-200750905EB3}"/>
              </a:ext>
            </a:extLst>
          </p:cNvPr>
          <p:cNvSpPr/>
          <p:nvPr/>
        </p:nvSpPr>
        <p:spPr>
          <a:xfrm>
            <a:off x="2795756" y="2384489"/>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42" name="四角形: 角を丸くする 41">
            <a:extLst>
              <a:ext uri="{FF2B5EF4-FFF2-40B4-BE49-F238E27FC236}">
                <a16:creationId xmlns:a16="http://schemas.microsoft.com/office/drawing/2014/main" id="{C19B650C-9D44-B40A-9DC3-8180968A01CB}"/>
              </a:ext>
            </a:extLst>
          </p:cNvPr>
          <p:cNvSpPr/>
          <p:nvPr/>
        </p:nvSpPr>
        <p:spPr>
          <a:xfrm>
            <a:off x="2795756" y="1649444"/>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44" name="四角形: 角を丸くする 43">
            <a:extLst>
              <a:ext uri="{FF2B5EF4-FFF2-40B4-BE49-F238E27FC236}">
                <a16:creationId xmlns:a16="http://schemas.microsoft.com/office/drawing/2014/main" id="{B6D332C7-C8CF-7AC2-3F6B-9EAD92585ACF}"/>
              </a:ext>
            </a:extLst>
          </p:cNvPr>
          <p:cNvSpPr/>
          <p:nvPr/>
        </p:nvSpPr>
        <p:spPr>
          <a:xfrm flipV="1">
            <a:off x="8838120" y="5295121"/>
            <a:ext cx="2704472"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6" name="四角形: 角を丸くする 45">
            <a:extLst>
              <a:ext uri="{FF2B5EF4-FFF2-40B4-BE49-F238E27FC236}">
                <a16:creationId xmlns:a16="http://schemas.microsoft.com/office/drawing/2014/main" id="{C1ABE110-9955-178D-6228-4AA143D6587E}"/>
              </a:ext>
            </a:extLst>
          </p:cNvPr>
          <p:cNvSpPr/>
          <p:nvPr/>
        </p:nvSpPr>
        <p:spPr>
          <a:xfrm flipV="1">
            <a:off x="8838120" y="3823995"/>
            <a:ext cx="2704472"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7" name="四角形: 角を丸くする 46">
            <a:extLst>
              <a:ext uri="{FF2B5EF4-FFF2-40B4-BE49-F238E27FC236}">
                <a16:creationId xmlns:a16="http://schemas.microsoft.com/office/drawing/2014/main" id="{CFC5D32F-320C-71B8-D663-6C004EC2205A}"/>
              </a:ext>
            </a:extLst>
          </p:cNvPr>
          <p:cNvSpPr/>
          <p:nvPr/>
        </p:nvSpPr>
        <p:spPr>
          <a:xfrm flipV="1">
            <a:off x="8838120" y="3088432"/>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8" name="四角形: 角を丸くする 47">
            <a:extLst>
              <a:ext uri="{FF2B5EF4-FFF2-40B4-BE49-F238E27FC236}">
                <a16:creationId xmlns:a16="http://schemas.microsoft.com/office/drawing/2014/main" id="{D56687F9-D5C9-B28E-AD9E-B2899A43F039}"/>
              </a:ext>
            </a:extLst>
          </p:cNvPr>
          <p:cNvSpPr/>
          <p:nvPr/>
        </p:nvSpPr>
        <p:spPr>
          <a:xfrm flipV="1">
            <a:off x="8838120" y="2352869"/>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9" name="四角形: 角を丸くする 48">
            <a:extLst>
              <a:ext uri="{FF2B5EF4-FFF2-40B4-BE49-F238E27FC236}">
                <a16:creationId xmlns:a16="http://schemas.microsoft.com/office/drawing/2014/main" id="{9DA3335C-FEA9-EA0F-D261-7333C23BC425}"/>
              </a:ext>
            </a:extLst>
          </p:cNvPr>
          <p:cNvSpPr/>
          <p:nvPr/>
        </p:nvSpPr>
        <p:spPr>
          <a:xfrm flipV="1">
            <a:off x="8838120" y="1617306"/>
            <a:ext cx="2704472"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50" name="四角形: 角を丸くする 49">
            <a:extLst>
              <a:ext uri="{FF2B5EF4-FFF2-40B4-BE49-F238E27FC236}">
                <a16:creationId xmlns:a16="http://schemas.microsoft.com/office/drawing/2014/main" id="{5F21A4DF-FF78-26A0-A226-FBB1E8EE1818}"/>
              </a:ext>
            </a:extLst>
          </p:cNvPr>
          <p:cNvSpPr/>
          <p:nvPr/>
        </p:nvSpPr>
        <p:spPr>
          <a:xfrm flipV="1">
            <a:off x="8838120" y="881743"/>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grpSp>
        <p:nvGrpSpPr>
          <p:cNvPr id="51" name="グループ化 50">
            <a:extLst>
              <a:ext uri="{FF2B5EF4-FFF2-40B4-BE49-F238E27FC236}">
                <a16:creationId xmlns:a16="http://schemas.microsoft.com/office/drawing/2014/main" id="{3145AC10-56EE-D9D5-C089-2910F800A38C}"/>
              </a:ext>
            </a:extLst>
          </p:cNvPr>
          <p:cNvGrpSpPr/>
          <p:nvPr/>
        </p:nvGrpSpPr>
        <p:grpSpPr>
          <a:xfrm>
            <a:off x="9012488" y="933061"/>
            <a:ext cx="2285281" cy="559836"/>
            <a:chOff x="858105" y="942392"/>
            <a:chExt cx="2612882" cy="559836"/>
          </a:xfrm>
        </p:grpSpPr>
        <p:sp>
          <p:nvSpPr>
            <p:cNvPr id="52" name="楕円 51">
              <a:extLst>
                <a:ext uri="{FF2B5EF4-FFF2-40B4-BE49-F238E27FC236}">
                  <a16:creationId xmlns:a16="http://schemas.microsoft.com/office/drawing/2014/main" id="{D06D9331-24D1-4F5C-1CC5-9B73264DD48C}"/>
                </a:ext>
              </a:extLst>
            </p:cNvPr>
            <p:cNvSpPr/>
            <p:nvPr/>
          </p:nvSpPr>
          <p:spPr>
            <a:xfrm>
              <a:off x="1838130" y="9423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53" name="楕円 52">
              <a:extLst>
                <a:ext uri="{FF2B5EF4-FFF2-40B4-BE49-F238E27FC236}">
                  <a16:creationId xmlns:a16="http://schemas.microsoft.com/office/drawing/2014/main" id="{1B57DF7A-DB73-1AAD-F33D-C36C266DB5F9}"/>
                </a:ext>
              </a:extLst>
            </p:cNvPr>
            <p:cNvSpPr/>
            <p:nvPr/>
          </p:nvSpPr>
          <p:spPr>
            <a:xfrm>
              <a:off x="858105" y="9423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54" name="グループ化 53">
            <a:extLst>
              <a:ext uri="{FF2B5EF4-FFF2-40B4-BE49-F238E27FC236}">
                <a16:creationId xmlns:a16="http://schemas.microsoft.com/office/drawing/2014/main" id="{8667DECA-2E35-E530-E2FB-EA87FF97C557}"/>
              </a:ext>
            </a:extLst>
          </p:cNvPr>
          <p:cNvGrpSpPr/>
          <p:nvPr/>
        </p:nvGrpSpPr>
        <p:grpSpPr>
          <a:xfrm>
            <a:off x="9012488" y="1668624"/>
            <a:ext cx="2285281" cy="559836"/>
            <a:chOff x="858105" y="1673292"/>
            <a:chExt cx="2612882" cy="559836"/>
          </a:xfrm>
        </p:grpSpPr>
        <p:sp>
          <p:nvSpPr>
            <p:cNvPr id="55" name="楕円 54">
              <a:extLst>
                <a:ext uri="{FF2B5EF4-FFF2-40B4-BE49-F238E27FC236}">
                  <a16:creationId xmlns:a16="http://schemas.microsoft.com/office/drawing/2014/main" id="{C4F3F65A-8FF9-19AE-6C2F-73E651E38D36}"/>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56" name="楕円 55">
              <a:extLst>
                <a:ext uri="{FF2B5EF4-FFF2-40B4-BE49-F238E27FC236}">
                  <a16:creationId xmlns:a16="http://schemas.microsoft.com/office/drawing/2014/main" id="{325F00D9-9D67-8F5E-A3C9-6BF2AFA424C9}"/>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57" name="グループ化 56">
            <a:extLst>
              <a:ext uri="{FF2B5EF4-FFF2-40B4-BE49-F238E27FC236}">
                <a16:creationId xmlns:a16="http://schemas.microsoft.com/office/drawing/2014/main" id="{BBE07F55-2F51-D839-9621-6445ACE045A2}"/>
              </a:ext>
            </a:extLst>
          </p:cNvPr>
          <p:cNvGrpSpPr/>
          <p:nvPr/>
        </p:nvGrpSpPr>
        <p:grpSpPr>
          <a:xfrm>
            <a:off x="9012488" y="5346439"/>
            <a:ext cx="2285281" cy="559836"/>
            <a:chOff x="858105" y="1673292"/>
            <a:chExt cx="2612882" cy="559836"/>
          </a:xfrm>
        </p:grpSpPr>
        <p:sp>
          <p:nvSpPr>
            <p:cNvPr id="58" name="楕円 57">
              <a:extLst>
                <a:ext uri="{FF2B5EF4-FFF2-40B4-BE49-F238E27FC236}">
                  <a16:creationId xmlns:a16="http://schemas.microsoft.com/office/drawing/2014/main" id="{3F55EBE8-4754-8673-BD1F-6BC6534DD4B8}"/>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59" name="楕円 58">
              <a:extLst>
                <a:ext uri="{FF2B5EF4-FFF2-40B4-BE49-F238E27FC236}">
                  <a16:creationId xmlns:a16="http://schemas.microsoft.com/office/drawing/2014/main" id="{2F337532-A508-36DF-427D-CBCCAC6A3B34}"/>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63" name="グループ化 62">
            <a:extLst>
              <a:ext uri="{FF2B5EF4-FFF2-40B4-BE49-F238E27FC236}">
                <a16:creationId xmlns:a16="http://schemas.microsoft.com/office/drawing/2014/main" id="{E91AF7A2-F0DC-00D5-4695-556268AE8E0E}"/>
              </a:ext>
            </a:extLst>
          </p:cNvPr>
          <p:cNvGrpSpPr/>
          <p:nvPr/>
        </p:nvGrpSpPr>
        <p:grpSpPr>
          <a:xfrm>
            <a:off x="9012488" y="3875313"/>
            <a:ext cx="2285281" cy="559836"/>
            <a:chOff x="858105" y="1673292"/>
            <a:chExt cx="2612882" cy="559836"/>
          </a:xfrm>
        </p:grpSpPr>
        <p:sp>
          <p:nvSpPr>
            <p:cNvPr id="64" name="楕円 63">
              <a:extLst>
                <a:ext uri="{FF2B5EF4-FFF2-40B4-BE49-F238E27FC236}">
                  <a16:creationId xmlns:a16="http://schemas.microsoft.com/office/drawing/2014/main" id="{F585701D-9CD0-3359-39CF-51FC6340F62F}"/>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65" name="楕円 64">
              <a:extLst>
                <a:ext uri="{FF2B5EF4-FFF2-40B4-BE49-F238E27FC236}">
                  <a16:creationId xmlns:a16="http://schemas.microsoft.com/office/drawing/2014/main" id="{9CBD7640-53AE-3786-D2B3-8D2AE4418368}"/>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66" name="グループ化 65">
            <a:extLst>
              <a:ext uri="{FF2B5EF4-FFF2-40B4-BE49-F238E27FC236}">
                <a16:creationId xmlns:a16="http://schemas.microsoft.com/office/drawing/2014/main" id="{C81652EF-E30F-2E05-F40C-F2DAA93ACABE}"/>
              </a:ext>
            </a:extLst>
          </p:cNvPr>
          <p:cNvGrpSpPr/>
          <p:nvPr/>
        </p:nvGrpSpPr>
        <p:grpSpPr>
          <a:xfrm>
            <a:off x="9012488" y="3139750"/>
            <a:ext cx="2285281" cy="559836"/>
            <a:chOff x="858105" y="1673292"/>
            <a:chExt cx="2612882" cy="559836"/>
          </a:xfrm>
        </p:grpSpPr>
        <p:sp>
          <p:nvSpPr>
            <p:cNvPr id="67" name="楕円 66">
              <a:extLst>
                <a:ext uri="{FF2B5EF4-FFF2-40B4-BE49-F238E27FC236}">
                  <a16:creationId xmlns:a16="http://schemas.microsoft.com/office/drawing/2014/main" id="{93A00BD4-DF00-9636-CEED-A4AEAA2F290C}"/>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68" name="楕円 67">
              <a:extLst>
                <a:ext uri="{FF2B5EF4-FFF2-40B4-BE49-F238E27FC236}">
                  <a16:creationId xmlns:a16="http://schemas.microsoft.com/office/drawing/2014/main" id="{E898699F-D326-DE5F-2E63-9F213AFD961B}"/>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69" name="グループ化 68">
            <a:extLst>
              <a:ext uri="{FF2B5EF4-FFF2-40B4-BE49-F238E27FC236}">
                <a16:creationId xmlns:a16="http://schemas.microsoft.com/office/drawing/2014/main" id="{E65F681D-F833-DCB7-F310-E9B2E327D1BE}"/>
              </a:ext>
            </a:extLst>
          </p:cNvPr>
          <p:cNvGrpSpPr/>
          <p:nvPr/>
        </p:nvGrpSpPr>
        <p:grpSpPr>
          <a:xfrm>
            <a:off x="9012488" y="2404187"/>
            <a:ext cx="2285281" cy="559836"/>
            <a:chOff x="858105" y="1673292"/>
            <a:chExt cx="2612882" cy="559836"/>
          </a:xfrm>
        </p:grpSpPr>
        <p:sp>
          <p:nvSpPr>
            <p:cNvPr id="70" name="楕円 69">
              <a:extLst>
                <a:ext uri="{FF2B5EF4-FFF2-40B4-BE49-F238E27FC236}">
                  <a16:creationId xmlns:a16="http://schemas.microsoft.com/office/drawing/2014/main" id="{DF881728-50C7-7B63-D08F-1F454FCAC15B}"/>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71" name="楕円 70">
              <a:extLst>
                <a:ext uri="{FF2B5EF4-FFF2-40B4-BE49-F238E27FC236}">
                  <a16:creationId xmlns:a16="http://schemas.microsoft.com/office/drawing/2014/main" id="{76C559B4-4AF2-D9F7-479E-8DA992592223}"/>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sp>
        <p:nvSpPr>
          <p:cNvPr id="72" name="四角形: 角を丸くする 71">
            <a:extLst>
              <a:ext uri="{FF2B5EF4-FFF2-40B4-BE49-F238E27FC236}">
                <a16:creationId xmlns:a16="http://schemas.microsoft.com/office/drawing/2014/main" id="{59D0E34A-60DF-DA80-C89D-CBCD9055B011}"/>
              </a:ext>
            </a:extLst>
          </p:cNvPr>
          <p:cNvSpPr/>
          <p:nvPr/>
        </p:nvSpPr>
        <p:spPr>
          <a:xfrm>
            <a:off x="10941877" y="90506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3" name="四角形: 角を丸くする 72">
            <a:extLst>
              <a:ext uri="{FF2B5EF4-FFF2-40B4-BE49-F238E27FC236}">
                <a16:creationId xmlns:a16="http://schemas.microsoft.com/office/drawing/2014/main" id="{9BB8FFCE-FC07-2F86-11A9-0585AA1BCB63}"/>
              </a:ext>
            </a:extLst>
          </p:cNvPr>
          <p:cNvSpPr/>
          <p:nvPr/>
        </p:nvSpPr>
        <p:spPr>
          <a:xfrm>
            <a:off x="10941877" y="5315337"/>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90" name="グループ化 89">
            <a:extLst>
              <a:ext uri="{FF2B5EF4-FFF2-40B4-BE49-F238E27FC236}">
                <a16:creationId xmlns:a16="http://schemas.microsoft.com/office/drawing/2014/main" id="{98B293A6-AB60-DEC3-9FFF-0009F2215475}"/>
              </a:ext>
            </a:extLst>
          </p:cNvPr>
          <p:cNvGrpSpPr/>
          <p:nvPr/>
        </p:nvGrpSpPr>
        <p:grpSpPr>
          <a:xfrm>
            <a:off x="8836094" y="4559558"/>
            <a:ext cx="2704472" cy="662473"/>
            <a:chOff x="8450427" y="4559558"/>
            <a:chExt cx="3092165" cy="662473"/>
          </a:xfrm>
        </p:grpSpPr>
        <p:sp>
          <p:nvSpPr>
            <p:cNvPr id="45" name="四角形: 角を丸くする 44">
              <a:extLst>
                <a:ext uri="{FF2B5EF4-FFF2-40B4-BE49-F238E27FC236}">
                  <a16:creationId xmlns:a16="http://schemas.microsoft.com/office/drawing/2014/main" id="{08BB33BF-4CA6-3129-235C-3DE481C40FA4}"/>
                </a:ext>
              </a:extLst>
            </p:cNvPr>
            <p:cNvSpPr/>
            <p:nvPr/>
          </p:nvSpPr>
          <p:spPr>
            <a:xfrm flipV="1">
              <a:off x="8450427" y="4559558"/>
              <a:ext cx="3092165"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grpSp>
          <p:nvGrpSpPr>
            <p:cNvPr id="60" name="グループ化 59">
              <a:extLst>
                <a:ext uri="{FF2B5EF4-FFF2-40B4-BE49-F238E27FC236}">
                  <a16:creationId xmlns:a16="http://schemas.microsoft.com/office/drawing/2014/main" id="{1DFB6364-071D-FE80-01C5-89DBC79C3B0A}"/>
                </a:ext>
              </a:extLst>
            </p:cNvPr>
            <p:cNvGrpSpPr/>
            <p:nvPr/>
          </p:nvGrpSpPr>
          <p:grpSpPr>
            <a:xfrm>
              <a:off x="8649791" y="4610876"/>
              <a:ext cx="2612882" cy="559836"/>
              <a:chOff x="858105" y="1673292"/>
              <a:chExt cx="2612882" cy="559836"/>
            </a:xfrm>
          </p:grpSpPr>
          <p:sp>
            <p:nvSpPr>
              <p:cNvPr id="61" name="楕円 60">
                <a:extLst>
                  <a:ext uri="{FF2B5EF4-FFF2-40B4-BE49-F238E27FC236}">
                    <a16:creationId xmlns:a16="http://schemas.microsoft.com/office/drawing/2014/main" id="{EF81D1E5-C0B2-F84E-4819-486CB0926DB2}"/>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62" name="楕円 61">
                <a:extLst>
                  <a:ext uri="{FF2B5EF4-FFF2-40B4-BE49-F238E27FC236}">
                    <a16:creationId xmlns:a16="http://schemas.microsoft.com/office/drawing/2014/main" id="{7A619326-DFB7-ABE1-F868-961FE1A83DFF}"/>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sp>
          <p:nvSpPr>
            <p:cNvPr id="74" name="四角形: 角を丸くする 73">
              <a:extLst>
                <a:ext uri="{FF2B5EF4-FFF2-40B4-BE49-F238E27FC236}">
                  <a16:creationId xmlns:a16="http://schemas.microsoft.com/office/drawing/2014/main" id="{DB00DDF5-1119-767B-4F8A-060140F7C454}"/>
                </a:ext>
              </a:extLst>
            </p:cNvPr>
            <p:cNvSpPr/>
            <p:nvPr/>
          </p:nvSpPr>
          <p:spPr>
            <a:xfrm>
              <a:off x="10855763" y="4580293"/>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sp>
        <p:nvSpPr>
          <p:cNvPr id="75" name="四角形: 角を丸くする 74">
            <a:extLst>
              <a:ext uri="{FF2B5EF4-FFF2-40B4-BE49-F238E27FC236}">
                <a16:creationId xmlns:a16="http://schemas.microsoft.com/office/drawing/2014/main" id="{E3ED1D54-1FD2-5006-5DB3-CAAC88829670}"/>
              </a:ext>
            </a:extLst>
          </p:cNvPr>
          <p:cNvSpPr/>
          <p:nvPr/>
        </p:nvSpPr>
        <p:spPr>
          <a:xfrm>
            <a:off x="10941877" y="384524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6" name="四角形: 角を丸くする 75">
            <a:extLst>
              <a:ext uri="{FF2B5EF4-FFF2-40B4-BE49-F238E27FC236}">
                <a16:creationId xmlns:a16="http://schemas.microsoft.com/office/drawing/2014/main" id="{2D87E72A-D1C3-4B75-A936-7C393117FB68}"/>
              </a:ext>
            </a:extLst>
          </p:cNvPr>
          <p:cNvSpPr/>
          <p:nvPr/>
        </p:nvSpPr>
        <p:spPr>
          <a:xfrm>
            <a:off x="10941877" y="3110203"/>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7" name="四角形: 角を丸くする 76">
            <a:extLst>
              <a:ext uri="{FF2B5EF4-FFF2-40B4-BE49-F238E27FC236}">
                <a16:creationId xmlns:a16="http://schemas.microsoft.com/office/drawing/2014/main" id="{69B4BAF7-5D39-B71F-B6E0-AD072CDBBDEA}"/>
              </a:ext>
            </a:extLst>
          </p:cNvPr>
          <p:cNvSpPr/>
          <p:nvPr/>
        </p:nvSpPr>
        <p:spPr>
          <a:xfrm>
            <a:off x="10941877" y="237515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8" name="四角形: 角を丸くする 77">
            <a:extLst>
              <a:ext uri="{FF2B5EF4-FFF2-40B4-BE49-F238E27FC236}">
                <a16:creationId xmlns:a16="http://schemas.microsoft.com/office/drawing/2014/main" id="{8A72010B-369C-ACE9-C4FB-CF67351B548D}"/>
              </a:ext>
            </a:extLst>
          </p:cNvPr>
          <p:cNvSpPr/>
          <p:nvPr/>
        </p:nvSpPr>
        <p:spPr>
          <a:xfrm>
            <a:off x="10941877" y="1640113"/>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137" name="フローチャート: 論理積ゲート 136">
            <a:extLst>
              <a:ext uri="{FF2B5EF4-FFF2-40B4-BE49-F238E27FC236}">
                <a16:creationId xmlns:a16="http://schemas.microsoft.com/office/drawing/2014/main" id="{A090ACC9-00E8-0A18-E27C-4BA29262CFF7}"/>
              </a:ext>
            </a:extLst>
          </p:cNvPr>
          <p:cNvSpPr/>
          <p:nvPr/>
        </p:nvSpPr>
        <p:spPr>
          <a:xfrm>
            <a:off x="1367869" y="6169827"/>
            <a:ext cx="1225730" cy="461826"/>
          </a:xfrm>
          <a:prstGeom prst="flowChartDelay">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b="1" dirty="0">
                <a:latin typeface="BIZ UDP明朝 Medium" panose="02020500000000000000" pitchFamily="18" charset="-128"/>
                <a:ea typeface="BIZ UDP明朝 Medium" panose="02020500000000000000" pitchFamily="18" charset="-128"/>
              </a:rPr>
              <a:t>▶</a:t>
            </a:r>
            <a:r>
              <a:rPr lang="en-US" altLang="ja-JP" b="1" dirty="0">
                <a:latin typeface="BIZ UDP明朝 Medium" panose="02020500000000000000" pitchFamily="18" charset="-128"/>
                <a:ea typeface="BIZ UDP明朝 Medium" panose="02020500000000000000" pitchFamily="18" charset="-128"/>
              </a:rPr>
              <a:t>×1</a:t>
            </a:r>
            <a:endParaRPr lang="ja-JP" altLang="en-US" b="1" dirty="0">
              <a:latin typeface="BIZ UDP明朝 Medium" panose="02020500000000000000" pitchFamily="18" charset="-128"/>
              <a:ea typeface="BIZ UDP明朝 Medium" panose="02020500000000000000" pitchFamily="18" charset="-128"/>
            </a:endParaRPr>
          </a:p>
        </p:txBody>
      </p:sp>
      <p:sp>
        <p:nvSpPr>
          <p:cNvPr id="139" name="フローチャート: 論理積ゲート 138">
            <a:extLst>
              <a:ext uri="{FF2B5EF4-FFF2-40B4-BE49-F238E27FC236}">
                <a16:creationId xmlns:a16="http://schemas.microsoft.com/office/drawing/2014/main" id="{318BE90A-49AD-4F61-F2A7-06779C91D710}"/>
              </a:ext>
            </a:extLst>
          </p:cNvPr>
          <p:cNvSpPr/>
          <p:nvPr/>
        </p:nvSpPr>
        <p:spPr>
          <a:xfrm>
            <a:off x="2796951" y="6169827"/>
            <a:ext cx="1225730" cy="461826"/>
          </a:xfrm>
          <a:prstGeom prst="flowChartDelay">
            <a:avLst/>
          </a:prstGeom>
          <a:solidFill>
            <a:srgbClr val="CC66FF"/>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BIZ UDP明朝 Medium" panose="02020500000000000000" pitchFamily="18" charset="-128"/>
                <a:ea typeface="BIZ UDP明朝 Medium" panose="02020500000000000000" pitchFamily="18" charset="-128"/>
              </a:rPr>
              <a:t>▶▶</a:t>
            </a:r>
            <a:r>
              <a:rPr kumimoji="1" lang="en-US" altLang="ja-JP" b="1" dirty="0">
                <a:latin typeface="BIZ UDP明朝 Medium" panose="02020500000000000000" pitchFamily="18" charset="-128"/>
                <a:ea typeface="BIZ UDP明朝 Medium" panose="02020500000000000000" pitchFamily="18" charset="-128"/>
              </a:rPr>
              <a:t>×2</a:t>
            </a:r>
            <a:endParaRPr kumimoji="1" lang="ja-JP" altLang="en-US" b="1" dirty="0">
              <a:latin typeface="BIZ UDP明朝 Medium" panose="02020500000000000000" pitchFamily="18" charset="-128"/>
              <a:ea typeface="BIZ UDP明朝 Medium" panose="02020500000000000000" pitchFamily="18" charset="-128"/>
            </a:endParaRPr>
          </a:p>
        </p:txBody>
      </p:sp>
      <p:grpSp>
        <p:nvGrpSpPr>
          <p:cNvPr id="155" name="グループ化 154">
            <a:extLst>
              <a:ext uri="{FF2B5EF4-FFF2-40B4-BE49-F238E27FC236}">
                <a16:creationId xmlns:a16="http://schemas.microsoft.com/office/drawing/2014/main" id="{358B038C-3594-BF78-DDAC-C669989A640A}"/>
              </a:ext>
            </a:extLst>
          </p:cNvPr>
          <p:cNvGrpSpPr/>
          <p:nvPr/>
        </p:nvGrpSpPr>
        <p:grpSpPr>
          <a:xfrm>
            <a:off x="619269" y="6128116"/>
            <a:ext cx="545248" cy="545248"/>
            <a:chOff x="4866575" y="4589624"/>
            <a:chExt cx="914400" cy="914400"/>
          </a:xfrm>
        </p:grpSpPr>
        <p:sp>
          <p:nvSpPr>
            <p:cNvPr id="154" name="四角形: 角を丸くする 153">
              <a:extLst>
                <a:ext uri="{FF2B5EF4-FFF2-40B4-BE49-F238E27FC236}">
                  <a16:creationId xmlns:a16="http://schemas.microsoft.com/office/drawing/2014/main" id="{389D9A74-8A56-6442-108A-B4F1EB8CC184}"/>
                </a:ext>
              </a:extLst>
            </p:cNvPr>
            <p:cNvSpPr/>
            <p:nvPr/>
          </p:nvSpPr>
          <p:spPr>
            <a:xfrm>
              <a:off x="4866575" y="4589624"/>
              <a:ext cx="914400" cy="914400"/>
            </a:xfrm>
            <a:prstGeom prst="roundRect">
              <a:avLst/>
            </a:prstGeom>
            <a:solidFill>
              <a:schemeClr val="tx1">
                <a:lumMod val="85000"/>
                <a:lumOff val="15000"/>
                <a:alpha val="7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53" name="図 152">
              <a:extLst>
                <a:ext uri="{FF2B5EF4-FFF2-40B4-BE49-F238E27FC236}">
                  <a16:creationId xmlns:a16="http://schemas.microsoft.com/office/drawing/2014/main" id="{16D84A05-3BA2-1A93-A3FC-143336767C8C}"/>
                </a:ext>
              </a:extLst>
            </p:cNvPr>
            <p:cNvPicPr>
              <a:picLocks noChangeAspect="1"/>
            </p:cNvPicPr>
            <p:nvPr/>
          </p:nvPicPr>
          <p:blipFill>
            <a:blip r:embed="rId2">
              <a:lum bright="70000" contrast="-70000"/>
              <a:extLst>
                <a:ext uri="{28A0092B-C50C-407E-A947-70E740481C1C}">
                  <a14:useLocalDpi xmlns:a14="http://schemas.microsoft.com/office/drawing/2010/main" val="0"/>
                </a:ext>
              </a:extLst>
            </a:blip>
            <a:stretch>
              <a:fillRect/>
            </a:stretch>
          </p:blipFill>
          <p:spPr>
            <a:xfrm>
              <a:off x="5014494" y="4737543"/>
              <a:ext cx="618561" cy="618561"/>
            </a:xfrm>
            <a:prstGeom prst="rect">
              <a:avLst/>
            </a:prstGeom>
          </p:spPr>
        </p:pic>
      </p:grpSp>
      <p:grpSp>
        <p:nvGrpSpPr>
          <p:cNvPr id="162" name="グループ化 161">
            <a:extLst>
              <a:ext uri="{FF2B5EF4-FFF2-40B4-BE49-F238E27FC236}">
                <a16:creationId xmlns:a16="http://schemas.microsoft.com/office/drawing/2014/main" id="{D22695E1-CD53-DC1D-93CF-297C52B245C6}"/>
              </a:ext>
            </a:extLst>
          </p:cNvPr>
          <p:cNvGrpSpPr/>
          <p:nvPr/>
        </p:nvGrpSpPr>
        <p:grpSpPr>
          <a:xfrm>
            <a:off x="4366984" y="6169827"/>
            <a:ext cx="3092165" cy="493660"/>
            <a:chOff x="1719571" y="215382"/>
            <a:chExt cx="3888059" cy="426098"/>
          </a:xfrm>
          <a:solidFill>
            <a:schemeClr val="tx1">
              <a:lumMod val="95000"/>
              <a:lumOff val="5000"/>
            </a:schemeClr>
          </a:solidFill>
        </p:grpSpPr>
        <p:sp>
          <p:nvSpPr>
            <p:cNvPr id="166" name="平行四辺形 165">
              <a:extLst>
                <a:ext uri="{FF2B5EF4-FFF2-40B4-BE49-F238E27FC236}">
                  <a16:creationId xmlns:a16="http://schemas.microsoft.com/office/drawing/2014/main" id="{61637E9D-E8A7-4126-1152-7D87E3002B62}"/>
                </a:ext>
              </a:extLst>
            </p:cNvPr>
            <p:cNvSpPr/>
            <p:nvPr/>
          </p:nvSpPr>
          <p:spPr>
            <a:xfrm>
              <a:off x="4751951"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7" name="平行四辺形 166">
              <a:extLst>
                <a:ext uri="{FF2B5EF4-FFF2-40B4-BE49-F238E27FC236}">
                  <a16:creationId xmlns:a16="http://schemas.microsoft.com/office/drawing/2014/main" id="{56282AA2-EB9E-7845-6789-DCE1F004E6C4}"/>
                </a:ext>
              </a:extLst>
            </p:cNvPr>
            <p:cNvSpPr/>
            <p:nvPr/>
          </p:nvSpPr>
          <p:spPr>
            <a:xfrm>
              <a:off x="3993856" y="215382"/>
              <a:ext cx="855679" cy="426098"/>
            </a:xfrm>
            <a:prstGeom prst="homePlate">
              <a:avLst/>
            </a:prstGeom>
            <a:solidFill>
              <a:schemeClr val="accent1"/>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5" name="平行四辺形 164">
              <a:extLst>
                <a:ext uri="{FF2B5EF4-FFF2-40B4-BE49-F238E27FC236}">
                  <a16:creationId xmlns:a16="http://schemas.microsoft.com/office/drawing/2014/main" id="{5BAE4961-7D74-F893-6D3D-84B4E7CB9041}"/>
                </a:ext>
              </a:extLst>
            </p:cNvPr>
            <p:cNvSpPr/>
            <p:nvPr/>
          </p:nvSpPr>
          <p:spPr>
            <a:xfrm>
              <a:off x="3235761"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64" name="平行四辺形 163">
              <a:extLst>
                <a:ext uri="{FF2B5EF4-FFF2-40B4-BE49-F238E27FC236}">
                  <a16:creationId xmlns:a16="http://schemas.microsoft.com/office/drawing/2014/main" id="{422E1A43-5EE7-2ACC-7884-AE468E3A3168}"/>
                </a:ext>
              </a:extLst>
            </p:cNvPr>
            <p:cNvSpPr/>
            <p:nvPr/>
          </p:nvSpPr>
          <p:spPr>
            <a:xfrm>
              <a:off x="2477666"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3" name="平行四辺形 162">
              <a:extLst>
                <a:ext uri="{FF2B5EF4-FFF2-40B4-BE49-F238E27FC236}">
                  <a16:creationId xmlns:a16="http://schemas.microsoft.com/office/drawing/2014/main" id="{C39EAEBC-F42F-D5E3-F54B-65DA8BEEFD3E}"/>
                </a:ext>
              </a:extLst>
            </p:cNvPr>
            <p:cNvSpPr/>
            <p:nvPr/>
          </p:nvSpPr>
          <p:spPr>
            <a:xfrm>
              <a:off x="1719571" y="215382"/>
              <a:ext cx="855679" cy="426098"/>
            </a:xfrm>
            <a:prstGeom prst="homePlate">
              <a:avLst/>
            </a:prstGeom>
            <a:solidFill>
              <a:schemeClr val="accent1"/>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sp>
        <p:nvSpPr>
          <p:cNvPr id="168" name="楕円 167">
            <a:extLst>
              <a:ext uri="{FF2B5EF4-FFF2-40B4-BE49-F238E27FC236}">
                <a16:creationId xmlns:a16="http://schemas.microsoft.com/office/drawing/2014/main" id="{3838AD41-7B0A-FED3-AD0C-C0F42CC8F492}"/>
              </a:ext>
            </a:extLst>
          </p:cNvPr>
          <p:cNvSpPr/>
          <p:nvPr/>
        </p:nvSpPr>
        <p:spPr>
          <a:xfrm>
            <a:off x="5698688"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sp>
        <p:nvSpPr>
          <p:cNvPr id="169" name="楕円 168">
            <a:extLst>
              <a:ext uri="{FF2B5EF4-FFF2-40B4-BE49-F238E27FC236}">
                <a16:creationId xmlns:a16="http://schemas.microsoft.com/office/drawing/2014/main" id="{9B549E53-94A8-EAD2-A62F-A2566100285C}"/>
              </a:ext>
            </a:extLst>
          </p:cNvPr>
          <p:cNvSpPr/>
          <p:nvPr/>
        </p:nvSpPr>
        <p:spPr>
          <a:xfrm>
            <a:off x="6346227" y="6230426"/>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sp>
        <p:nvSpPr>
          <p:cNvPr id="170" name="楕円 169">
            <a:extLst>
              <a:ext uri="{FF2B5EF4-FFF2-40B4-BE49-F238E27FC236}">
                <a16:creationId xmlns:a16="http://schemas.microsoft.com/office/drawing/2014/main" id="{81CEFF53-E616-B277-CEEF-12B75352B605}"/>
              </a:ext>
            </a:extLst>
          </p:cNvPr>
          <p:cNvSpPr/>
          <p:nvPr/>
        </p:nvSpPr>
        <p:spPr>
          <a:xfrm>
            <a:off x="6908237"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sp>
        <p:nvSpPr>
          <p:cNvPr id="171" name="楕円 170">
            <a:extLst>
              <a:ext uri="{FF2B5EF4-FFF2-40B4-BE49-F238E27FC236}">
                <a16:creationId xmlns:a16="http://schemas.microsoft.com/office/drawing/2014/main" id="{5F4C1ED4-7399-4620-B8C2-72C5C3D99E1C}"/>
              </a:ext>
            </a:extLst>
          </p:cNvPr>
          <p:cNvSpPr/>
          <p:nvPr/>
        </p:nvSpPr>
        <p:spPr>
          <a:xfrm>
            <a:off x="5117736"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sp>
        <p:nvSpPr>
          <p:cNvPr id="172" name="楕円 171">
            <a:extLst>
              <a:ext uri="{FF2B5EF4-FFF2-40B4-BE49-F238E27FC236}">
                <a16:creationId xmlns:a16="http://schemas.microsoft.com/office/drawing/2014/main" id="{BC6E7F9D-3F22-5F6B-E479-C83F1DD437D6}"/>
              </a:ext>
            </a:extLst>
          </p:cNvPr>
          <p:cNvSpPr/>
          <p:nvPr/>
        </p:nvSpPr>
        <p:spPr>
          <a:xfrm>
            <a:off x="4495793"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cxnSp>
        <p:nvCxnSpPr>
          <p:cNvPr id="174" name="直線コネクタ 173">
            <a:extLst>
              <a:ext uri="{FF2B5EF4-FFF2-40B4-BE49-F238E27FC236}">
                <a16:creationId xmlns:a16="http://schemas.microsoft.com/office/drawing/2014/main" id="{7F79C9CB-F6F4-D1D3-CBE0-2AA10AC44366}"/>
              </a:ext>
            </a:extLst>
          </p:cNvPr>
          <p:cNvCxnSpPr>
            <a:cxnSpLocks/>
          </p:cNvCxnSpPr>
          <p:nvPr/>
        </p:nvCxnSpPr>
        <p:spPr>
          <a:xfrm>
            <a:off x="4712882" y="6663487"/>
            <a:ext cx="3658847" cy="0"/>
          </a:xfrm>
          <a:prstGeom prst="line">
            <a:avLst/>
          </a:prstGeom>
          <a:ln w="38100">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176" name="テキスト ボックス 175">
            <a:extLst>
              <a:ext uri="{FF2B5EF4-FFF2-40B4-BE49-F238E27FC236}">
                <a16:creationId xmlns:a16="http://schemas.microsoft.com/office/drawing/2014/main" id="{829313EC-8434-954D-D133-DCF93FBD5C96}"/>
              </a:ext>
            </a:extLst>
          </p:cNvPr>
          <p:cNvSpPr txBox="1"/>
          <p:nvPr/>
        </p:nvSpPr>
        <p:spPr>
          <a:xfrm>
            <a:off x="7472124" y="6141824"/>
            <a:ext cx="899605" cy="369332"/>
          </a:xfrm>
          <a:prstGeom prst="rect">
            <a:avLst/>
          </a:prstGeom>
          <a:noFill/>
        </p:spPr>
        <p:txBody>
          <a:bodyPr wrap="none" rtlCol="0">
            <a:spAutoFit/>
          </a:bodyPr>
          <a:lstStyle/>
          <a:p>
            <a:pPr algn="ctr"/>
            <a:r>
              <a:rPr kumimoji="1" lang="en-US" altLang="ja-JP" sz="1400" b="1" dirty="0">
                <a:solidFill>
                  <a:schemeClr val="bg1">
                    <a:lumMod val="95000"/>
                  </a:schemeClr>
                </a:solidFill>
                <a:latin typeface="BIZ UDP明朝 Medium" panose="02020500000000000000" pitchFamily="18" charset="-128"/>
                <a:ea typeface="BIZ UDP明朝 Medium" panose="02020500000000000000" pitchFamily="18" charset="-128"/>
              </a:rPr>
              <a:t>TRUN</a:t>
            </a:r>
            <a:r>
              <a:rPr kumimoji="1" lang="en-US" altLang="ja-JP" b="1" dirty="0">
                <a:solidFill>
                  <a:schemeClr val="bg1">
                    <a:lumMod val="95000"/>
                  </a:schemeClr>
                </a:solidFill>
                <a:latin typeface="BIZ UDP明朝 Medium" panose="02020500000000000000" pitchFamily="18" charset="-128"/>
                <a:ea typeface="BIZ UDP明朝 Medium" panose="02020500000000000000" pitchFamily="18" charset="-128"/>
              </a:rPr>
              <a:t>0</a:t>
            </a:r>
            <a:endParaRPr kumimoji="1" lang="ja-JP" altLang="en-US"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179" name="矢印: 五方向 178">
            <a:extLst>
              <a:ext uri="{FF2B5EF4-FFF2-40B4-BE49-F238E27FC236}">
                <a16:creationId xmlns:a16="http://schemas.microsoft.com/office/drawing/2014/main" id="{F469FB69-9C08-98AB-6728-2EB5E27B3B36}"/>
              </a:ext>
            </a:extLst>
          </p:cNvPr>
          <p:cNvSpPr/>
          <p:nvPr/>
        </p:nvSpPr>
        <p:spPr>
          <a:xfrm>
            <a:off x="9793438" y="6146578"/>
            <a:ext cx="1225730" cy="461826"/>
          </a:xfrm>
          <a:prstGeom prst="homePlate">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BIZ UDP明朝 Medium" panose="02020500000000000000" pitchFamily="18" charset="-128"/>
                <a:ea typeface="BIZ UDP明朝 Medium" panose="02020500000000000000" pitchFamily="18" charset="-128"/>
              </a:rPr>
              <a:t>撤退</a:t>
            </a:r>
          </a:p>
        </p:txBody>
      </p:sp>
      <p:grpSp>
        <p:nvGrpSpPr>
          <p:cNvPr id="197" name="グループ化 196">
            <a:extLst>
              <a:ext uri="{FF2B5EF4-FFF2-40B4-BE49-F238E27FC236}">
                <a16:creationId xmlns:a16="http://schemas.microsoft.com/office/drawing/2014/main" id="{5F6E48ED-57AD-E591-7C15-04930E1AF204}"/>
              </a:ext>
            </a:extLst>
          </p:cNvPr>
          <p:cNvGrpSpPr/>
          <p:nvPr/>
        </p:nvGrpSpPr>
        <p:grpSpPr>
          <a:xfrm>
            <a:off x="1980734" y="3139750"/>
            <a:ext cx="1505416" cy="601824"/>
            <a:chOff x="1980734" y="3149081"/>
            <a:chExt cx="1505416" cy="601824"/>
          </a:xfrm>
        </p:grpSpPr>
        <p:sp>
          <p:nvSpPr>
            <p:cNvPr id="30" name="楕円 29">
              <a:extLst>
                <a:ext uri="{FF2B5EF4-FFF2-40B4-BE49-F238E27FC236}">
                  <a16:creationId xmlns:a16="http://schemas.microsoft.com/office/drawing/2014/main" id="{52B9F476-7BF2-F50A-3C73-A6C847918E49}"/>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86" name="グループ化 185">
              <a:extLst>
                <a:ext uri="{FF2B5EF4-FFF2-40B4-BE49-F238E27FC236}">
                  <a16:creationId xmlns:a16="http://schemas.microsoft.com/office/drawing/2014/main" id="{FB60404E-4296-563F-C09C-629495D2641B}"/>
                </a:ext>
              </a:extLst>
            </p:cNvPr>
            <p:cNvGrpSpPr/>
            <p:nvPr/>
          </p:nvGrpSpPr>
          <p:grpSpPr>
            <a:xfrm>
              <a:off x="1980734" y="3175652"/>
              <a:ext cx="1505416" cy="575253"/>
              <a:chOff x="1980734" y="3175652"/>
              <a:chExt cx="1505416" cy="575253"/>
            </a:xfrm>
          </p:grpSpPr>
          <p:grpSp>
            <p:nvGrpSpPr>
              <p:cNvPr id="126" name="グループ化 125">
                <a:extLst>
                  <a:ext uri="{FF2B5EF4-FFF2-40B4-BE49-F238E27FC236}">
                    <a16:creationId xmlns:a16="http://schemas.microsoft.com/office/drawing/2014/main" id="{C4E3C32C-60E2-1E83-8424-AF194C37A6E9}"/>
                  </a:ext>
                </a:extLst>
              </p:cNvPr>
              <p:cNvGrpSpPr/>
              <p:nvPr/>
            </p:nvGrpSpPr>
            <p:grpSpPr>
              <a:xfrm>
                <a:off x="1980734" y="3473931"/>
                <a:ext cx="1505416" cy="276974"/>
                <a:chOff x="4194668" y="3607669"/>
                <a:chExt cx="1105960" cy="276974"/>
              </a:xfrm>
            </p:grpSpPr>
            <p:sp>
              <p:nvSpPr>
                <p:cNvPr id="120" name="四角形: 角を丸くする 119">
                  <a:extLst>
                    <a:ext uri="{FF2B5EF4-FFF2-40B4-BE49-F238E27FC236}">
                      <a16:creationId xmlns:a16="http://schemas.microsoft.com/office/drawing/2014/main" id="{04D258C4-AF3B-09DF-6E4C-07A73C8C0400}"/>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25" name="図 124">
                  <a:extLst>
                    <a:ext uri="{FF2B5EF4-FFF2-40B4-BE49-F238E27FC236}">
                      <a16:creationId xmlns:a16="http://schemas.microsoft.com/office/drawing/2014/main" id="{BA1ADCBC-169D-3782-FF85-B8D323ECA53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85" name="テキスト ボックス 184">
                <a:extLst>
                  <a:ext uri="{FF2B5EF4-FFF2-40B4-BE49-F238E27FC236}">
                    <a16:creationId xmlns:a16="http://schemas.microsoft.com/office/drawing/2014/main" id="{72310B5A-638A-C492-BA93-FE55ED8B5788}"/>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198" name="グループ化 197">
            <a:extLst>
              <a:ext uri="{FF2B5EF4-FFF2-40B4-BE49-F238E27FC236}">
                <a16:creationId xmlns:a16="http://schemas.microsoft.com/office/drawing/2014/main" id="{C343D9F3-C8A8-A21B-50FF-95AB86120C3E}"/>
              </a:ext>
            </a:extLst>
          </p:cNvPr>
          <p:cNvGrpSpPr/>
          <p:nvPr/>
        </p:nvGrpSpPr>
        <p:grpSpPr>
          <a:xfrm>
            <a:off x="1376410" y="3879201"/>
            <a:ext cx="1505416" cy="601824"/>
            <a:chOff x="1980734" y="3149081"/>
            <a:chExt cx="1505416" cy="601824"/>
          </a:xfrm>
        </p:grpSpPr>
        <p:sp>
          <p:nvSpPr>
            <p:cNvPr id="199" name="楕円 198">
              <a:extLst>
                <a:ext uri="{FF2B5EF4-FFF2-40B4-BE49-F238E27FC236}">
                  <a16:creationId xmlns:a16="http://schemas.microsoft.com/office/drawing/2014/main" id="{FA3C8A64-6900-F749-CC76-F455CC222C7D}"/>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00" name="グループ化 199">
              <a:extLst>
                <a:ext uri="{FF2B5EF4-FFF2-40B4-BE49-F238E27FC236}">
                  <a16:creationId xmlns:a16="http://schemas.microsoft.com/office/drawing/2014/main" id="{8C9212D5-B0A7-E7D6-5F65-E9F5C36002C9}"/>
                </a:ext>
              </a:extLst>
            </p:cNvPr>
            <p:cNvGrpSpPr/>
            <p:nvPr/>
          </p:nvGrpSpPr>
          <p:grpSpPr>
            <a:xfrm>
              <a:off x="1980734" y="3175652"/>
              <a:ext cx="1505416" cy="575253"/>
              <a:chOff x="1980734" y="3175652"/>
              <a:chExt cx="1505416" cy="575253"/>
            </a:xfrm>
          </p:grpSpPr>
          <p:grpSp>
            <p:nvGrpSpPr>
              <p:cNvPr id="201" name="グループ化 200">
                <a:extLst>
                  <a:ext uri="{FF2B5EF4-FFF2-40B4-BE49-F238E27FC236}">
                    <a16:creationId xmlns:a16="http://schemas.microsoft.com/office/drawing/2014/main" id="{B703C9C9-6083-C480-B1DC-A5C5F677BA61}"/>
                  </a:ext>
                </a:extLst>
              </p:cNvPr>
              <p:cNvGrpSpPr/>
              <p:nvPr/>
            </p:nvGrpSpPr>
            <p:grpSpPr>
              <a:xfrm>
                <a:off x="1980734" y="3473931"/>
                <a:ext cx="1505416" cy="276974"/>
                <a:chOff x="4194668" y="3607669"/>
                <a:chExt cx="1105960" cy="276974"/>
              </a:xfrm>
            </p:grpSpPr>
            <p:sp>
              <p:nvSpPr>
                <p:cNvPr id="203" name="四角形: 角を丸くする 202">
                  <a:extLst>
                    <a:ext uri="{FF2B5EF4-FFF2-40B4-BE49-F238E27FC236}">
                      <a16:creationId xmlns:a16="http://schemas.microsoft.com/office/drawing/2014/main" id="{B19291E7-BE1C-FBCC-17D7-3721FF8D6952}"/>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04" name="図 203">
                  <a:extLst>
                    <a:ext uri="{FF2B5EF4-FFF2-40B4-BE49-F238E27FC236}">
                      <a16:creationId xmlns:a16="http://schemas.microsoft.com/office/drawing/2014/main" id="{FCBB9090-6DBB-BB12-8C4C-58533DBEA85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02" name="テキスト ボックス 201">
                <a:extLst>
                  <a:ext uri="{FF2B5EF4-FFF2-40B4-BE49-F238E27FC236}">
                    <a16:creationId xmlns:a16="http://schemas.microsoft.com/office/drawing/2014/main" id="{E6AB5D27-D569-461B-49BF-C337893A8C60}"/>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05" name="グループ化 204">
            <a:extLst>
              <a:ext uri="{FF2B5EF4-FFF2-40B4-BE49-F238E27FC236}">
                <a16:creationId xmlns:a16="http://schemas.microsoft.com/office/drawing/2014/main" id="{18F610F4-3F18-516E-F77B-18EB622E32E8}"/>
              </a:ext>
            </a:extLst>
          </p:cNvPr>
          <p:cNvGrpSpPr/>
          <p:nvPr/>
        </p:nvGrpSpPr>
        <p:grpSpPr>
          <a:xfrm>
            <a:off x="1376410" y="4599213"/>
            <a:ext cx="1505416" cy="601824"/>
            <a:chOff x="1980734" y="3149081"/>
            <a:chExt cx="1505416" cy="601824"/>
          </a:xfrm>
        </p:grpSpPr>
        <p:sp>
          <p:nvSpPr>
            <p:cNvPr id="206" name="楕円 205">
              <a:extLst>
                <a:ext uri="{FF2B5EF4-FFF2-40B4-BE49-F238E27FC236}">
                  <a16:creationId xmlns:a16="http://schemas.microsoft.com/office/drawing/2014/main" id="{315F63C0-C98E-48D0-8662-92B6B995B0D8}"/>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07" name="グループ化 206">
              <a:extLst>
                <a:ext uri="{FF2B5EF4-FFF2-40B4-BE49-F238E27FC236}">
                  <a16:creationId xmlns:a16="http://schemas.microsoft.com/office/drawing/2014/main" id="{A6DEC4E9-5496-F4D8-8C8D-A9BF11B013E7}"/>
                </a:ext>
              </a:extLst>
            </p:cNvPr>
            <p:cNvGrpSpPr/>
            <p:nvPr/>
          </p:nvGrpSpPr>
          <p:grpSpPr>
            <a:xfrm>
              <a:off x="1980734" y="3175652"/>
              <a:ext cx="1505416" cy="575253"/>
              <a:chOff x="1980734" y="3175652"/>
              <a:chExt cx="1505416" cy="575253"/>
            </a:xfrm>
          </p:grpSpPr>
          <p:grpSp>
            <p:nvGrpSpPr>
              <p:cNvPr id="208" name="グループ化 207">
                <a:extLst>
                  <a:ext uri="{FF2B5EF4-FFF2-40B4-BE49-F238E27FC236}">
                    <a16:creationId xmlns:a16="http://schemas.microsoft.com/office/drawing/2014/main" id="{A9798D27-EA52-8C21-DBE3-A5AE42DA086E}"/>
                  </a:ext>
                </a:extLst>
              </p:cNvPr>
              <p:cNvGrpSpPr/>
              <p:nvPr/>
            </p:nvGrpSpPr>
            <p:grpSpPr>
              <a:xfrm>
                <a:off x="1980734" y="3473931"/>
                <a:ext cx="1505416" cy="276974"/>
                <a:chOff x="4194668" y="3607669"/>
                <a:chExt cx="1105960" cy="276974"/>
              </a:xfrm>
            </p:grpSpPr>
            <p:sp>
              <p:nvSpPr>
                <p:cNvPr id="210" name="四角形: 角を丸くする 209">
                  <a:extLst>
                    <a:ext uri="{FF2B5EF4-FFF2-40B4-BE49-F238E27FC236}">
                      <a16:creationId xmlns:a16="http://schemas.microsoft.com/office/drawing/2014/main" id="{52C49EB9-EF22-CFE2-E754-F4E81AF620F2}"/>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11" name="図 210">
                  <a:extLst>
                    <a:ext uri="{FF2B5EF4-FFF2-40B4-BE49-F238E27FC236}">
                      <a16:creationId xmlns:a16="http://schemas.microsoft.com/office/drawing/2014/main" id="{98DC188E-CC8E-5F25-AE03-0753BBD4607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09" name="テキスト ボックス 208">
                <a:extLst>
                  <a:ext uri="{FF2B5EF4-FFF2-40B4-BE49-F238E27FC236}">
                    <a16:creationId xmlns:a16="http://schemas.microsoft.com/office/drawing/2014/main" id="{4DB46C93-E0C0-3D97-ABBF-A2BCA7899932}"/>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12" name="グループ化 211">
            <a:extLst>
              <a:ext uri="{FF2B5EF4-FFF2-40B4-BE49-F238E27FC236}">
                <a16:creationId xmlns:a16="http://schemas.microsoft.com/office/drawing/2014/main" id="{83578603-7026-6498-0FD2-F7FDCDD66EC4}"/>
              </a:ext>
            </a:extLst>
          </p:cNvPr>
          <p:cNvGrpSpPr/>
          <p:nvPr/>
        </p:nvGrpSpPr>
        <p:grpSpPr>
          <a:xfrm>
            <a:off x="1376410" y="5338435"/>
            <a:ext cx="1505416" cy="601824"/>
            <a:chOff x="1980734" y="3149081"/>
            <a:chExt cx="1505416" cy="601824"/>
          </a:xfrm>
        </p:grpSpPr>
        <p:sp>
          <p:nvSpPr>
            <p:cNvPr id="213" name="楕円 212">
              <a:extLst>
                <a:ext uri="{FF2B5EF4-FFF2-40B4-BE49-F238E27FC236}">
                  <a16:creationId xmlns:a16="http://schemas.microsoft.com/office/drawing/2014/main" id="{B55790E1-A308-F426-D6BC-956150300BB8}"/>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14" name="グループ化 213">
              <a:extLst>
                <a:ext uri="{FF2B5EF4-FFF2-40B4-BE49-F238E27FC236}">
                  <a16:creationId xmlns:a16="http://schemas.microsoft.com/office/drawing/2014/main" id="{EF9E6C1B-AD00-210D-69B8-2E18CC2BF30E}"/>
                </a:ext>
              </a:extLst>
            </p:cNvPr>
            <p:cNvGrpSpPr/>
            <p:nvPr/>
          </p:nvGrpSpPr>
          <p:grpSpPr>
            <a:xfrm>
              <a:off x="1980734" y="3175652"/>
              <a:ext cx="1505416" cy="575253"/>
              <a:chOff x="1980734" y="3175652"/>
              <a:chExt cx="1505416" cy="575253"/>
            </a:xfrm>
          </p:grpSpPr>
          <p:grpSp>
            <p:nvGrpSpPr>
              <p:cNvPr id="215" name="グループ化 214">
                <a:extLst>
                  <a:ext uri="{FF2B5EF4-FFF2-40B4-BE49-F238E27FC236}">
                    <a16:creationId xmlns:a16="http://schemas.microsoft.com/office/drawing/2014/main" id="{752937CD-2075-5811-5FDC-3B91BA8398E9}"/>
                  </a:ext>
                </a:extLst>
              </p:cNvPr>
              <p:cNvGrpSpPr/>
              <p:nvPr/>
            </p:nvGrpSpPr>
            <p:grpSpPr>
              <a:xfrm>
                <a:off x="1980734" y="3473931"/>
                <a:ext cx="1505416" cy="276974"/>
                <a:chOff x="4194668" y="3607669"/>
                <a:chExt cx="1105960" cy="276974"/>
              </a:xfrm>
            </p:grpSpPr>
            <p:sp>
              <p:nvSpPr>
                <p:cNvPr id="217" name="四角形: 角を丸くする 216">
                  <a:extLst>
                    <a:ext uri="{FF2B5EF4-FFF2-40B4-BE49-F238E27FC236}">
                      <a16:creationId xmlns:a16="http://schemas.microsoft.com/office/drawing/2014/main" id="{6E9201BA-79EB-520B-57F2-F5A193F72595}"/>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18" name="図 217">
                  <a:extLst>
                    <a:ext uri="{FF2B5EF4-FFF2-40B4-BE49-F238E27FC236}">
                      <a16:creationId xmlns:a16="http://schemas.microsoft.com/office/drawing/2014/main" id="{97A045F5-DE84-1AEC-97D3-88B6C81ABAE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16" name="テキスト ボックス 215">
                <a:extLst>
                  <a:ext uri="{FF2B5EF4-FFF2-40B4-BE49-F238E27FC236}">
                    <a16:creationId xmlns:a16="http://schemas.microsoft.com/office/drawing/2014/main" id="{EF4555A6-63CA-131C-8307-6562DCF976EE}"/>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19" name="グループ化 218">
            <a:extLst>
              <a:ext uri="{FF2B5EF4-FFF2-40B4-BE49-F238E27FC236}">
                <a16:creationId xmlns:a16="http://schemas.microsoft.com/office/drawing/2014/main" id="{DAF90ED1-8C2C-93E2-1712-672519C865C9}"/>
              </a:ext>
            </a:extLst>
          </p:cNvPr>
          <p:cNvGrpSpPr/>
          <p:nvPr/>
        </p:nvGrpSpPr>
        <p:grpSpPr>
          <a:xfrm>
            <a:off x="1376410" y="2392524"/>
            <a:ext cx="1505416" cy="601824"/>
            <a:chOff x="1980734" y="3149081"/>
            <a:chExt cx="1505416" cy="601824"/>
          </a:xfrm>
        </p:grpSpPr>
        <p:sp>
          <p:nvSpPr>
            <p:cNvPr id="220" name="楕円 219">
              <a:extLst>
                <a:ext uri="{FF2B5EF4-FFF2-40B4-BE49-F238E27FC236}">
                  <a16:creationId xmlns:a16="http://schemas.microsoft.com/office/drawing/2014/main" id="{1C4D96EB-F5A2-F54F-70B8-7A0CDC8B8A9C}"/>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21" name="グループ化 220">
              <a:extLst>
                <a:ext uri="{FF2B5EF4-FFF2-40B4-BE49-F238E27FC236}">
                  <a16:creationId xmlns:a16="http://schemas.microsoft.com/office/drawing/2014/main" id="{0174202F-96FF-AF8A-5014-7462D0202C62}"/>
                </a:ext>
              </a:extLst>
            </p:cNvPr>
            <p:cNvGrpSpPr/>
            <p:nvPr/>
          </p:nvGrpSpPr>
          <p:grpSpPr>
            <a:xfrm>
              <a:off x="1980734" y="3175652"/>
              <a:ext cx="1505416" cy="575253"/>
              <a:chOff x="1980734" y="3175652"/>
              <a:chExt cx="1505416" cy="575253"/>
            </a:xfrm>
          </p:grpSpPr>
          <p:grpSp>
            <p:nvGrpSpPr>
              <p:cNvPr id="222" name="グループ化 221">
                <a:extLst>
                  <a:ext uri="{FF2B5EF4-FFF2-40B4-BE49-F238E27FC236}">
                    <a16:creationId xmlns:a16="http://schemas.microsoft.com/office/drawing/2014/main" id="{2C85A97E-84E0-EC0B-4F89-A17102C9F87B}"/>
                  </a:ext>
                </a:extLst>
              </p:cNvPr>
              <p:cNvGrpSpPr/>
              <p:nvPr/>
            </p:nvGrpSpPr>
            <p:grpSpPr>
              <a:xfrm>
                <a:off x="1980734" y="3473931"/>
                <a:ext cx="1505416" cy="276974"/>
                <a:chOff x="4194668" y="3607669"/>
                <a:chExt cx="1105960" cy="276974"/>
              </a:xfrm>
            </p:grpSpPr>
            <p:sp>
              <p:nvSpPr>
                <p:cNvPr id="224" name="四角形: 角を丸くする 223">
                  <a:extLst>
                    <a:ext uri="{FF2B5EF4-FFF2-40B4-BE49-F238E27FC236}">
                      <a16:creationId xmlns:a16="http://schemas.microsoft.com/office/drawing/2014/main" id="{5F716087-5FCF-6F08-03EB-751EB7E3CC61}"/>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25" name="図 224">
                  <a:extLst>
                    <a:ext uri="{FF2B5EF4-FFF2-40B4-BE49-F238E27FC236}">
                      <a16:creationId xmlns:a16="http://schemas.microsoft.com/office/drawing/2014/main" id="{FCB85928-B2AF-CD7E-7327-1B778228F63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23" name="テキスト ボックス 222">
                <a:extLst>
                  <a:ext uri="{FF2B5EF4-FFF2-40B4-BE49-F238E27FC236}">
                    <a16:creationId xmlns:a16="http://schemas.microsoft.com/office/drawing/2014/main" id="{4EA786CF-1CB3-199D-EB4B-D632DF419E69}"/>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26" name="グループ化 225">
            <a:extLst>
              <a:ext uri="{FF2B5EF4-FFF2-40B4-BE49-F238E27FC236}">
                <a16:creationId xmlns:a16="http://schemas.microsoft.com/office/drawing/2014/main" id="{E6CCB37B-24AB-4859-D1AF-D873C587893A}"/>
              </a:ext>
            </a:extLst>
          </p:cNvPr>
          <p:cNvGrpSpPr/>
          <p:nvPr/>
        </p:nvGrpSpPr>
        <p:grpSpPr>
          <a:xfrm>
            <a:off x="1376410" y="951462"/>
            <a:ext cx="1505416" cy="601824"/>
            <a:chOff x="1980734" y="3149081"/>
            <a:chExt cx="1505416" cy="601824"/>
          </a:xfrm>
        </p:grpSpPr>
        <p:sp>
          <p:nvSpPr>
            <p:cNvPr id="227" name="楕円 226">
              <a:extLst>
                <a:ext uri="{FF2B5EF4-FFF2-40B4-BE49-F238E27FC236}">
                  <a16:creationId xmlns:a16="http://schemas.microsoft.com/office/drawing/2014/main" id="{00402D07-553F-53D1-47D4-40D5B9DE0637}"/>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28" name="グループ化 227">
              <a:extLst>
                <a:ext uri="{FF2B5EF4-FFF2-40B4-BE49-F238E27FC236}">
                  <a16:creationId xmlns:a16="http://schemas.microsoft.com/office/drawing/2014/main" id="{E66D56A4-AA98-9F40-0E85-8F485353F6C0}"/>
                </a:ext>
              </a:extLst>
            </p:cNvPr>
            <p:cNvGrpSpPr/>
            <p:nvPr/>
          </p:nvGrpSpPr>
          <p:grpSpPr>
            <a:xfrm>
              <a:off x="1980734" y="3175652"/>
              <a:ext cx="1505416" cy="575253"/>
              <a:chOff x="1980734" y="3175652"/>
              <a:chExt cx="1505416" cy="575253"/>
            </a:xfrm>
          </p:grpSpPr>
          <p:grpSp>
            <p:nvGrpSpPr>
              <p:cNvPr id="229" name="グループ化 228">
                <a:extLst>
                  <a:ext uri="{FF2B5EF4-FFF2-40B4-BE49-F238E27FC236}">
                    <a16:creationId xmlns:a16="http://schemas.microsoft.com/office/drawing/2014/main" id="{184A38E4-9ECC-71D9-FBA9-02BF3F4C9B32}"/>
                  </a:ext>
                </a:extLst>
              </p:cNvPr>
              <p:cNvGrpSpPr/>
              <p:nvPr/>
            </p:nvGrpSpPr>
            <p:grpSpPr>
              <a:xfrm>
                <a:off x="1980734" y="3473931"/>
                <a:ext cx="1505416" cy="276974"/>
                <a:chOff x="4194668" y="3607669"/>
                <a:chExt cx="1105960" cy="276974"/>
              </a:xfrm>
            </p:grpSpPr>
            <p:sp>
              <p:nvSpPr>
                <p:cNvPr id="231" name="四角形: 角を丸くする 230">
                  <a:extLst>
                    <a:ext uri="{FF2B5EF4-FFF2-40B4-BE49-F238E27FC236}">
                      <a16:creationId xmlns:a16="http://schemas.microsoft.com/office/drawing/2014/main" id="{1C17FBD0-BDB2-C5E4-93BD-04AD5BFC9366}"/>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32" name="図 231">
                  <a:extLst>
                    <a:ext uri="{FF2B5EF4-FFF2-40B4-BE49-F238E27FC236}">
                      <a16:creationId xmlns:a16="http://schemas.microsoft.com/office/drawing/2014/main" id="{9FA54D71-40F6-1997-62BD-87BC4BBEC35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30" name="テキスト ボックス 229">
                <a:extLst>
                  <a:ext uri="{FF2B5EF4-FFF2-40B4-BE49-F238E27FC236}">
                    <a16:creationId xmlns:a16="http://schemas.microsoft.com/office/drawing/2014/main" id="{41FB08FB-1BFE-E65D-9025-D7C982448D4D}"/>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33" name="グループ化 232">
            <a:extLst>
              <a:ext uri="{FF2B5EF4-FFF2-40B4-BE49-F238E27FC236}">
                <a16:creationId xmlns:a16="http://schemas.microsoft.com/office/drawing/2014/main" id="{6B713D8D-CCA5-CCCE-E75A-DF50E806A84A}"/>
              </a:ext>
            </a:extLst>
          </p:cNvPr>
          <p:cNvGrpSpPr/>
          <p:nvPr/>
        </p:nvGrpSpPr>
        <p:grpSpPr>
          <a:xfrm>
            <a:off x="1376410" y="1656961"/>
            <a:ext cx="1505416" cy="601824"/>
            <a:chOff x="1980734" y="3149081"/>
            <a:chExt cx="1505416" cy="601824"/>
          </a:xfrm>
        </p:grpSpPr>
        <p:sp>
          <p:nvSpPr>
            <p:cNvPr id="234" name="楕円 233">
              <a:extLst>
                <a:ext uri="{FF2B5EF4-FFF2-40B4-BE49-F238E27FC236}">
                  <a16:creationId xmlns:a16="http://schemas.microsoft.com/office/drawing/2014/main" id="{796A3324-D084-FE1E-B9BA-249186A1CED1}"/>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35" name="グループ化 234">
              <a:extLst>
                <a:ext uri="{FF2B5EF4-FFF2-40B4-BE49-F238E27FC236}">
                  <a16:creationId xmlns:a16="http://schemas.microsoft.com/office/drawing/2014/main" id="{E6DB3FF6-D83F-CC12-0963-B89FD75EFCCD}"/>
                </a:ext>
              </a:extLst>
            </p:cNvPr>
            <p:cNvGrpSpPr/>
            <p:nvPr/>
          </p:nvGrpSpPr>
          <p:grpSpPr>
            <a:xfrm>
              <a:off x="1980734" y="3175652"/>
              <a:ext cx="1505416" cy="575253"/>
              <a:chOff x="1980734" y="3175652"/>
              <a:chExt cx="1505416" cy="575253"/>
            </a:xfrm>
          </p:grpSpPr>
          <p:grpSp>
            <p:nvGrpSpPr>
              <p:cNvPr id="236" name="グループ化 235">
                <a:extLst>
                  <a:ext uri="{FF2B5EF4-FFF2-40B4-BE49-F238E27FC236}">
                    <a16:creationId xmlns:a16="http://schemas.microsoft.com/office/drawing/2014/main" id="{4A016C1F-03DC-A69B-AD43-2032E8BAB904}"/>
                  </a:ext>
                </a:extLst>
              </p:cNvPr>
              <p:cNvGrpSpPr/>
              <p:nvPr/>
            </p:nvGrpSpPr>
            <p:grpSpPr>
              <a:xfrm>
                <a:off x="1980734" y="3473931"/>
                <a:ext cx="1505416" cy="276974"/>
                <a:chOff x="4194668" y="3607669"/>
                <a:chExt cx="1105960" cy="276974"/>
              </a:xfrm>
            </p:grpSpPr>
            <p:sp>
              <p:nvSpPr>
                <p:cNvPr id="238" name="四角形: 角を丸くする 237">
                  <a:extLst>
                    <a:ext uri="{FF2B5EF4-FFF2-40B4-BE49-F238E27FC236}">
                      <a16:creationId xmlns:a16="http://schemas.microsoft.com/office/drawing/2014/main" id="{EA720AA9-485E-D384-0080-11CBA2F464E3}"/>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39" name="図 238">
                  <a:extLst>
                    <a:ext uri="{FF2B5EF4-FFF2-40B4-BE49-F238E27FC236}">
                      <a16:creationId xmlns:a16="http://schemas.microsoft.com/office/drawing/2014/main" id="{8692ABD0-914A-4C0A-55C4-605FEE22F2E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37" name="テキスト ボックス 236">
                <a:extLst>
                  <a:ext uri="{FF2B5EF4-FFF2-40B4-BE49-F238E27FC236}">
                    <a16:creationId xmlns:a16="http://schemas.microsoft.com/office/drawing/2014/main" id="{25695ECF-3F08-9427-E9B2-42E224B38521}"/>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47" name="グループ化 246">
            <a:extLst>
              <a:ext uri="{FF2B5EF4-FFF2-40B4-BE49-F238E27FC236}">
                <a16:creationId xmlns:a16="http://schemas.microsoft.com/office/drawing/2014/main" id="{D4AA15E3-9532-F210-740D-890F09AC33BA}"/>
              </a:ext>
            </a:extLst>
          </p:cNvPr>
          <p:cNvGrpSpPr/>
          <p:nvPr/>
        </p:nvGrpSpPr>
        <p:grpSpPr>
          <a:xfrm>
            <a:off x="3405968" y="920623"/>
            <a:ext cx="888261" cy="654696"/>
            <a:chOff x="519830" y="3162196"/>
            <a:chExt cx="748799" cy="551905"/>
          </a:xfrm>
        </p:grpSpPr>
        <p:sp>
          <p:nvSpPr>
            <p:cNvPr id="248" name="ハート 247">
              <a:extLst>
                <a:ext uri="{FF2B5EF4-FFF2-40B4-BE49-F238E27FC236}">
                  <a16:creationId xmlns:a16="http://schemas.microsoft.com/office/drawing/2014/main" id="{EBD74087-4646-10D4-606E-CBC3F20F9FD1}"/>
                </a:ext>
              </a:extLst>
            </p:cNvPr>
            <p:cNvSpPr/>
            <p:nvPr/>
          </p:nvSpPr>
          <p:spPr>
            <a:xfrm>
              <a:off x="618278" y="3162196"/>
              <a:ext cx="551905" cy="551905"/>
            </a:xfrm>
            <a:prstGeom prst="heart">
              <a:avLst/>
            </a:prstGeom>
            <a:gradFill flip="none" rotWithShape="1">
              <a:gsLst>
                <a:gs pos="38000">
                  <a:schemeClr val="tx1">
                    <a:lumMod val="85000"/>
                    <a:lumOff val="15000"/>
                    <a:alpha val="95000"/>
                  </a:schemeClr>
                </a:gs>
                <a:gs pos="100000">
                  <a:srgbClr val="CC66FF">
                    <a:alpha val="95000"/>
                  </a:srgbClr>
                </a:gs>
              </a:gsLst>
              <a:lin ang="5400000" scaled="1"/>
              <a:tileRect/>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49" name="テキスト ボックス 248">
              <a:extLst>
                <a:ext uri="{FF2B5EF4-FFF2-40B4-BE49-F238E27FC236}">
                  <a16:creationId xmlns:a16="http://schemas.microsoft.com/office/drawing/2014/main" id="{6D53B90A-F7BC-9D26-7B81-9B93274B2D1D}"/>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50" name="グループ化 249">
            <a:extLst>
              <a:ext uri="{FF2B5EF4-FFF2-40B4-BE49-F238E27FC236}">
                <a16:creationId xmlns:a16="http://schemas.microsoft.com/office/drawing/2014/main" id="{D1B0D386-8094-9D97-3579-EB8E64DBF7A3}"/>
              </a:ext>
            </a:extLst>
          </p:cNvPr>
          <p:cNvGrpSpPr/>
          <p:nvPr/>
        </p:nvGrpSpPr>
        <p:grpSpPr>
          <a:xfrm>
            <a:off x="3405968" y="1640113"/>
            <a:ext cx="888261" cy="654696"/>
            <a:chOff x="519830" y="3162196"/>
            <a:chExt cx="748799" cy="551905"/>
          </a:xfrm>
        </p:grpSpPr>
        <p:sp>
          <p:nvSpPr>
            <p:cNvPr id="251" name="ハート 250">
              <a:extLst>
                <a:ext uri="{FF2B5EF4-FFF2-40B4-BE49-F238E27FC236}">
                  <a16:creationId xmlns:a16="http://schemas.microsoft.com/office/drawing/2014/main" id="{C63B4FA9-00F9-A569-7568-F8DD66CF33AB}"/>
                </a:ext>
              </a:extLst>
            </p:cNvPr>
            <p:cNvSpPr/>
            <p:nvPr/>
          </p:nvSpPr>
          <p:spPr>
            <a:xfrm>
              <a:off x="618278" y="3162196"/>
              <a:ext cx="551905" cy="551905"/>
            </a:xfrm>
            <a:prstGeom prst="heart">
              <a:avLst/>
            </a:prstGeom>
            <a:gradFill>
              <a:gsLst>
                <a:gs pos="19000">
                  <a:schemeClr val="tx1">
                    <a:lumMod val="85000"/>
                    <a:lumOff val="15000"/>
                    <a:alpha val="95000"/>
                  </a:schemeClr>
                </a:gs>
                <a:gs pos="100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52" name="テキスト ボックス 251">
              <a:extLst>
                <a:ext uri="{FF2B5EF4-FFF2-40B4-BE49-F238E27FC236}">
                  <a16:creationId xmlns:a16="http://schemas.microsoft.com/office/drawing/2014/main" id="{5752226B-9030-9CF8-133B-01CE81BB8FDB}"/>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53" name="グループ化 252">
            <a:extLst>
              <a:ext uri="{FF2B5EF4-FFF2-40B4-BE49-F238E27FC236}">
                <a16:creationId xmlns:a16="http://schemas.microsoft.com/office/drawing/2014/main" id="{921E25F4-466D-7911-0882-D4C09DB94403}"/>
              </a:ext>
            </a:extLst>
          </p:cNvPr>
          <p:cNvGrpSpPr/>
          <p:nvPr/>
        </p:nvGrpSpPr>
        <p:grpSpPr>
          <a:xfrm>
            <a:off x="3405968" y="2369977"/>
            <a:ext cx="888261" cy="654696"/>
            <a:chOff x="519830" y="3162196"/>
            <a:chExt cx="748799" cy="551905"/>
          </a:xfrm>
        </p:grpSpPr>
        <p:sp>
          <p:nvSpPr>
            <p:cNvPr id="254" name="ハート 253">
              <a:extLst>
                <a:ext uri="{FF2B5EF4-FFF2-40B4-BE49-F238E27FC236}">
                  <a16:creationId xmlns:a16="http://schemas.microsoft.com/office/drawing/2014/main" id="{D9DEF2EC-8C4C-4FAF-D40D-5A8F5828D544}"/>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55" name="テキスト ボックス 254">
              <a:extLst>
                <a:ext uri="{FF2B5EF4-FFF2-40B4-BE49-F238E27FC236}">
                  <a16:creationId xmlns:a16="http://schemas.microsoft.com/office/drawing/2014/main" id="{A343671B-97F3-9804-977D-B69D185EF438}"/>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56" name="グループ化 255">
            <a:extLst>
              <a:ext uri="{FF2B5EF4-FFF2-40B4-BE49-F238E27FC236}">
                <a16:creationId xmlns:a16="http://schemas.microsoft.com/office/drawing/2014/main" id="{8935D3EE-ED46-FF83-318C-C6EB1B7EBA42}"/>
              </a:ext>
            </a:extLst>
          </p:cNvPr>
          <p:cNvGrpSpPr/>
          <p:nvPr/>
        </p:nvGrpSpPr>
        <p:grpSpPr>
          <a:xfrm>
            <a:off x="4022681" y="3127311"/>
            <a:ext cx="888261" cy="654696"/>
            <a:chOff x="519830" y="3162196"/>
            <a:chExt cx="748799" cy="551905"/>
          </a:xfrm>
        </p:grpSpPr>
        <p:sp>
          <p:nvSpPr>
            <p:cNvPr id="257" name="ハート 256">
              <a:extLst>
                <a:ext uri="{FF2B5EF4-FFF2-40B4-BE49-F238E27FC236}">
                  <a16:creationId xmlns:a16="http://schemas.microsoft.com/office/drawing/2014/main" id="{907A732C-C54C-AF36-E7D5-6B8007E25B3D}"/>
                </a:ext>
              </a:extLst>
            </p:cNvPr>
            <p:cNvSpPr/>
            <p:nvPr/>
          </p:nvSpPr>
          <p:spPr>
            <a:xfrm>
              <a:off x="618278" y="3162196"/>
              <a:ext cx="551905" cy="551905"/>
            </a:xfrm>
            <a:prstGeom prst="heart">
              <a:avLst/>
            </a:prstGeom>
            <a:solidFill>
              <a:srgbClr val="CC66FF"/>
            </a:solidFill>
            <a:ln w="38100">
              <a:solidFill>
                <a:schemeClr val="tx1">
                  <a:lumMod val="85000"/>
                  <a:lumOff val="15000"/>
                </a:schemeClr>
              </a:solidFill>
            </a:ln>
            <a:effectLst>
              <a:glow rad="88900">
                <a:srgbClr val="CC66FF">
                  <a:alpha val="45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58" name="テキスト ボックス 257">
              <a:extLst>
                <a:ext uri="{FF2B5EF4-FFF2-40B4-BE49-F238E27FC236}">
                  <a16:creationId xmlns:a16="http://schemas.microsoft.com/office/drawing/2014/main" id="{9FCBE335-CFC3-6FB1-3C0C-C95B32342640}"/>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59" name="グループ化 258">
            <a:extLst>
              <a:ext uri="{FF2B5EF4-FFF2-40B4-BE49-F238E27FC236}">
                <a16:creationId xmlns:a16="http://schemas.microsoft.com/office/drawing/2014/main" id="{671E11FB-6C11-1E29-72FA-A363F25C78A1}"/>
              </a:ext>
            </a:extLst>
          </p:cNvPr>
          <p:cNvGrpSpPr/>
          <p:nvPr/>
        </p:nvGrpSpPr>
        <p:grpSpPr>
          <a:xfrm>
            <a:off x="3405968" y="3854579"/>
            <a:ext cx="888261" cy="654696"/>
            <a:chOff x="519830" y="3162196"/>
            <a:chExt cx="748799" cy="551905"/>
          </a:xfrm>
        </p:grpSpPr>
        <p:sp>
          <p:nvSpPr>
            <p:cNvPr id="260" name="ハート 259">
              <a:extLst>
                <a:ext uri="{FF2B5EF4-FFF2-40B4-BE49-F238E27FC236}">
                  <a16:creationId xmlns:a16="http://schemas.microsoft.com/office/drawing/2014/main" id="{CA667082-F489-D689-0DA8-267E50F4FE37}"/>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61" name="テキスト ボックス 260">
              <a:extLst>
                <a:ext uri="{FF2B5EF4-FFF2-40B4-BE49-F238E27FC236}">
                  <a16:creationId xmlns:a16="http://schemas.microsoft.com/office/drawing/2014/main" id="{14CC5654-1901-A949-C6CF-0A19B9B71625}"/>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62" name="グループ化 261">
            <a:extLst>
              <a:ext uri="{FF2B5EF4-FFF2-40B4-BE49-F238E27FC236}">
                <a16:creationId xmlns:a16="http://schemas.microsoft.com/office/drawing/2014/main" id="{946422DA-7662-76A1-C40D-8021B9CE724D}"/>
              </a:ext>
            </a:extLst>
          </p:cNvPr>
          <p:cNvGrpSpPr/>
          <p:nvPr/>
        </p:nvGrpSpPr>
        <p:grpSpPr>
          <a:xfrm>
            <a:off x="3405968" y="4568889"/>
            <a:ext cx="888261" cy="654696"/>
            <a:chOff x="519830" y="3162196"/>
            <a:chExt cx="748799" cy="551905"/>
          </a:xfrm>
        </p:grpSpPr>
        <p:sp>
          <p:nvSpPr>
            <p:cNvPr id="263" name="ハート 262">
              <a:extLst>
                <a:ext uri="{FF2B5EF4-FFF2-40B4-BE49-F238E27FC236}">
                  <a16:creationId xmlns:a16="http://schemas.microsoft.com/office/drawing/2014/main" id="{1B82C04A-7862-0BAE-B819-4A228ECBD470}"/>
                </a:ext>
              </a:extLst>
            </p:cNvPr>
            <p:cNvSpPr/>
            <p:nvPr/>
          </p:nvSpPr>
          <p:spPr>
            <a:xfrm>
              <a:off x="618278" y="3162196"/>
              <a:ext cx="551905" cy="551905"/>
            </a:xfrm>
            <a:prstGeom prst="heart">
              <a:avLst/>
            </a:prstGeom>
            <a:gradFill>
              <a:gsLst>
                <a:gs pos="5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64" name="テキスト ボックス 263">
              <a:extLst>
                <a:ext uri="{FF2B5EF4-FFF2-40B4-BE49-F238E27FC236}">
                  <a16:creationId xmlns:a16="http://schemas.microsoft.com/office/drawing/2014/main" id="{142CDF09-9BAF-CE3C-DABD-F963298BC522}"/>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65" name="グループ化 264">
            <a:extLst>
              <a:ext uri="{FF2B5EF4-FFF2-40B4-BE49-F238E27FC236}">
                <a16:creationId xmlns:a16="http://schemas.microsoft.com/office/drawing/2014/main" id="{8865F289-218C-4AEA-86A1-7225EFE4705E}"/>
              </a:ext>
            </a:extLst>
          </p:cNvPr>
          <p:cNvGrpSpPr/>
          <p:nvPr/>
        </p:nvGrpSpPr>
        <p:grpSpPr>
          <a:xfrm>
            <a:off x="3405968" y="5299009"/>
            <a:ext cx="888261" cy="654696"/>
            <a:chOff x="519830" y="3162196"/>
            <a:chExt cx="748799" cy="551905"/>
          </a:xfrm>
        </p:grpSpPr>
        <p:sp>
          <p:nvSpPr>
            <p:cNvPr id="266" name="ハート 265">
              <a:extLst>
                <a:ext uri="{FF2B5EF4-FFF2-40B4-BE49-F238E27FC236}">
                  <a16:creationId xmlns:a16="http://schemas.microsoft.com/office/drawing/2014/main" id="{5EF9A3EC-3A60-F3F3-4ECB-1E9A164D1F79}"/>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67" name="テキスト ボックス 266">
              <a:extLst>
                <a:ext uri="{FF2B5EF4-FFF2-40B4-BE49-F238E27FC236}">
                  <a16:creationId xmlns:a16="http://schemas.microsoft.com/office/drawing/2014/main" id="{3D891AEA-B6EF-623F-51CC-16E37F379AD8}"/>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98" name="グループ化 97">
            <a:extLst>
              <a:ext uri="{FF2B5EF4-FFF2-40B4-BE49-F238E27FC236}">
                <a16:creationId xmlns:a16="http://schemas.microsoft.com/office/drawing/2014/main" id="{5EF00969-6337-9AAC-518D-DC94B235025C}"/>
              </a:ext>
            </a:extLst>
          </p:cNvPr>
          <p:cNvGrpSpPr/>
          <p:nvPr/>
        </p:nvGrpSpPr>
        <p:grpSpPr>
          <a:xfrm>
            <a:off x="4687028" y="3177491"/>
            <a:ext cx="377850" cy="635617"/>
            <a:chOff x="4659035" y="3205484"/>
            <a:chExt cx="377850" cy="635617"/>
          </a:xfrm>
        </p:grpSpPr>
        <p:sp>
          <p:nvSpPr>
            <p:cNvPr id="11" name="楕円 10">
              <a:extLst>
                <a:ext uri="{FF2B5EF4-FFF2-40B4-BE49-F238E27FC236}">
                  <a16:creationId xmlns:a16="http://schemas.microsoft.com/office/drawing/2014/main" id="{3BD24B41-FCD1-83D8-1A82-3BB0ED75CD80}"/>
                </a:ext>
              </a:extLst>
            </p:cNvPr>
            <p:cNvSpPr/>
            <p:nvPr/>
          </p:nvSpPr>
          <p:spPr>
            <a:xfrm>
              <a:off x="4659035" y="36552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12" name="楕円 11">
              <a:extLst>
                <a:ext uri="{FF2B5EF4-FFF2-40B4-BE49-F238E27FC236}">
                  <a16:creationId xmlns:a16="http://schemas.microsoft.com/office/drawing/2014/main" id="{FE6BB755-324D-BCD9-6742-D3BD1E99D9E4}"/>
                </a:ext>
              </a:extLst>
            </p:cNvPr>
            <p:cNvSpPr/>
            <p:nvPr/>
          </p:nvSpPr>
          <p:spPr>
            <a:xfrm>
              <a:off x="4795907" y="344447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14" name="楕円 13">
              <a:extLst>
                <a:ext uri="{FF2B5EF4-FFF2-40B4-BE49-F238E27FC236}">
                  <a16:creationId xmlns:a16="http://schemas.microsoft.com/office/drawing/2014/main" id="{4856B6BB-625C-66E5-E435-2FFDF863DFA1}"/>
                </a:ext>
              </a:extLst>
            </p:cNvPr>
            <p:cNvSpPr/>
            <p:nvPr/>
          </p:nvSpPr>
          <p:spPr>
            <a:xfrm>
              <a:off x="4837789" y="320548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grpSp>
        <p:nvGrpSpPr>
          <p:cNvPr id="20" name="グループ化 19">
            <a:extLst>
              <a:ext uri="{FF2B5EF4-FFF2-40B4-BE49-F238E27FC236}">
                <a16:creationId xmlns:a16="http://schemas.microsoft.com/office/drawing/2014/main" id="{1B922AD5-770A-9112-EFBC-81BADBF68E41}"/>
              </a:ext>
            </a:extLst>
          </p:cNvPr>
          <p:cNvGrpSpPr/>
          <p:nvPr/>
        </p:nvGrpSpPr>
        <p:grpSpPr>
          <a:xfrm>
            <a:off x="4058449" y="3879977"/>
            <a:ext cx="377850" cy="635617"/>
            <a:chOff x="4811435" y="3357884"/>
            <a:chExt cx="377850" cy="635617"/>
          </a:xfrm>
        </p:grpSpPr>
        <p:sp>
          <p:nvSpPr>
            <p:cNvPr id="16" name="楕円 15">
              <a:extLst>
                <a:ext uri="{FF2B5EF4-FFF2-40B4-BE49-F238E27FC236}">
                  <a16:creationId xmlns:a16="http://schemas.microsoft.com/office/drawing/2014/main" id="{C1ABE9CF-FE12-179E-97EE-10465D2CD614}"/>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17" name="楕円 16">
              <a:extLst>
                <a:ext uri="{FF2B5EF4-FFF2-40B4-BE49-F238E27FC236}">
                  <a16:creationId xmlns:a16="http://schemas.microsoft.com/office/drawing/2014/main" id="{78B6BA62-D88F-A7E9-F994-9F002898FADA}"/>
                </a:ext>
              </a:extLst>
            </p:cNvPr>
            <p:cNvSpPr/>
            <p:nvPr/>
          </p:nvSpPr>
          <p:spPr>
            <a:xfrm>
              <a:off x="4948307" y="359687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18" name="楕円 17">
              <a:extLst>
                <a:ext uri="{FF2B5EF4-FFF2-40B4-BE49-F238E27FC236}">
                  <a16:creationId xmlns:a16="http://schemas.microsoft.com/office/drawing/2014/main" id="{0C235C5F-818B-0CF3-7B7F-727FBF7B5215}"/>
                </a:ext>
              </a:extLst>
            </p:cNvPr>
            <p:cNvSpPr/>
            <p:nvPr/>
          </p:nvSpPr>
          <p:spPr>
            <a:xfrm>
              <a:off x="4990189" y="335788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sp>
        <p:nvSpPr>
          <p:cNvPr id="23" name="楕円 22">
            <a:extLst>
              <a:ext uri="{FF2B5EF4-FFF2-40B4-BE49-F238E27FC236}">
                <a16:creationId xmlns:a16="http://schemas.microsoft.com/office/drawing/2014/main" id="{AE50A187-AE29-9AE7-90EB-AB39D205ECD9}"/>
              </a:ext>
            </a:extLst>
          </p:cNvPr>
          <p:cNvSpPr/>
          <p:nvPr/>
        </p:nvSpPr>
        <p:spPr>
          <a:xfrm>
            <a:off x="4058449" y="5063902"/>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nvGrpSpPr>
          <p:cNvPr id="26" name="グループ化 25">
            <a:extLst>
              <a:ext uri="{FF2B5EF4-FFF2-40B4-BE49-F238E27FC236}">
                <a16:creationId xmlns:a16="http://schemas.microsoft.com/office/drawing/2014/main" id="{E3D9E1AC-B859-238C-1280-64919BD910FE}"/>
              </a:ext>
            </a:extLst>
          </p:cNvPr>
          <p:cNvGrpSpPr/>
          <p:nvPr/>
        </p:nvGrpSpPr>
        <p:grpSpPr>
          <a:xfrm>
            <a:off x="4058449" y="5587328"/>
            <a:ext cx="335968" cy="396627"/>
            <a:chOff x="4811435" y="3596874"/>
            <a:chExt cx="335968" cy="396627"/>
          </a:xfrm>
        </p:grpSpPr>
        <p:sp>
          <p:nvSpPr>
            <p:cNvPr id="27" name="楕円 26">
              <a:extLst>
                <a:ext uri="{FF2B5EF4-FFF2-40B4-BE49-F238E27FC236}">
                  <a16:creationId xmlns:a16="http://schemas.microsoft.com/office/drawing/2014/main" id="{2D1588A1-30C0-950D-3DB6-1A0BBACE104C}"/>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29" name="楕円 28">
              <a:extLst>
                <a:ext uri="{FF2B5EF4-FFF2-40B4-BE49-F238E27FC236}">
                  <a16:creationId xmlns:a16="http://schemas.microsoft.com/office/drawing/2014/main" id="{4131A3B3-127A-46E2-CEA2-10349256699F}"/>
                </a:ext>
              </a:extLst>
            </p:cNvPr>
            <p:cNvSpPr/>
            <p:nvPr/>
          </p:nvSpPr>
          <p:spPr>
            <a:xfrm>
              <a:off x="4948307" y="359687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sp>
        <p:nvSpPr>
          <p:cNvPr id="35" name="楕円 34">
            <a:extLst>
              <a:ext uri="{FF2B5EF4-FFF2-40B4-BE49-F238E27FC236}">
                <a16:creationId xmlns:a16="http://schemas.microsoft.com/office/drawing/2014/main" id="{CBF447BC-7DF0-C569-97DC-420B96CCA7DC}"/>
              </a:ext>
            </a:extLst>
          </p:cNvPr>
          <p:cNvSpPr/>
          <p:nvPr/>
        </p:nvSpPr>
        <p:spPr>
          <a:xfrm>
            <a:off x="4061957" y="1401468"/>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nvGrpSpPr>
          <p:cNvPr id="88" name="グループ化 87">
            <a:extLst>
              <a:ext uri="{FF2B5EF4-FFF2-40B4-BE49-F238E27FC236}">
                <a16:creationId xmlns:a16="http://schemas.microsoft.com/office/drawing/2014/main" id="{CD85BFCE-65D8-7EE9-1E66-77F95FE6D229}"/>
              </a:ext>
            </a:extLst>
          </p:cNvPr>
          <p:cNvGrpSpPr/>
          <p:nvPr/>
        </p:nvGrpSpPr>
        <p:grpSpPr>
          <a:xfrm>
            <a:off x="4061957" y="1685903"/>
            <a:ext cx="377850" cy="635617"/>
            <a:chOff x="4811435" y="3357884"/>
            <a:chExt cx="377850" cy="635617"/>
          </a:xfrm>
        </p:grpSpPr>
        <p:sp>
          <p:nvSpPr>
            <p:cNvPr id="89" name="楕円 88">
              <a:extLst>
                <a:ext uri="{FF2B5EF4-FFF2-40B4-BE49-F238E27FC236}">
                  <a16:creationId xmlns:a16="http://schemas.microsoft.com/office/drawing/2014/main" id="{86DF6393-FCCC-F3DD-4EF0-E5E59EAE744D}"/>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92" name="楕円 91">
              <a:extLst>
                <a:ext uri="{FF2B5EF4-FFF2-40B4-BE49-F238E27FC236}">
                  <a16:creationId xmlns:a16="http://schemas.microsoft.com/office/drawing/2014/main" id="{92DBC46F-5216-5B23-C824-226DE65F12F8}"/>
                </a:ext>
              </a:extLst>
            </p:cNvPr>
            <p:cNvSpPr/>
            <p:nvPr/>
          </p:nvSpPr>
          <p:spPr>
            <a:xfrm>
              <a:off x="4948307" y="359687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93" name="楕円 92">
              <a:extLst>
                <a:ext uri="{FF2B5EF4-FFF2-40B4-BE49-F238E27FC236}">
                  <a16:creationId xmlns:a16="http://schemas.microsoft.com/office/drawing/2014/main" id="{36A57D65-E823-AFBC-4073-35BDD87C2604}"/>
                </a:ext>
              </a:extLst>
            </p:cNvPr>
            <p:cNvSpPr/>
            <p:nvPr/>
          </p:nvSpPr>
          <p:spPr>
            <a:xfrm>
              <a:off x="4990189" y="335788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grpSp>
        <p:nvGrpSpPr>
          <p:cNvPr id="94" name="グループ化 93">
            <a:extLst>
              <a:ext uri="{FF2B5EF4-FFF2-40B4-BE49-F238E27FC236}">
                <a16:creationId xmlns:a16="http://schemas.microsoft.com/office/drawing/2014/main" id="{0F9E968E-BB58-8D95-E777-6DDE5DA323F2}"/>
              </a:ext>
            </a:extLst>
          </p:cNvPr>
          <p:cNvGrpSpPr/>
          <p:nvPr/>
        </p:nvGrpSpPr>
        <p:grpSpPr>
          <a:xfrm>
            <a:off x="4061957" y="2659074"/>
            <a:ext cx="335968" cy="396627"/>
            <a:chOff x="4811435" y="3596874"/>
            <a:chExt cx="335968" cy="396627"/>
          </a:xfrm>
        </p:grpSpPr>
        <p:sp>
          <p:nvSpPr>
            <p:cNvPr id="95" name="楕円 94">
              <a:extLst>
                <a:ext uri="{FF2B5EF4-FFF2-40B4-BE49-F238E27FC236}">
                  <a16:creationId xmlns:a16="http://schemas.microsoft.com/office/drawing/2014/main" id="{2956E02D-EE44-496D-9543-8ACEF753A4B9}"/>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96" name="楕円 95">
              <a:extLst>
                <a:ext uri="{FF2B5EF4-FFF2-40B4-BE49-F238E27FC236}">
                  <a16:creationId xmlns:a16="http://schemas.microsoft.com/office/drawing/2014/main" id="{617A66AB-8709-6F0E-AAD8-BF10FA9D9F87}"/>
                </a:ext>
              </a:extLst>
            </p:cNvPr>
            <p:cNvSpPr/>
            <p:nvPr/>
          </p:nvSpPr>
          <p:spPr>
            <a:xfrm>
              <a:off x="4948307" y="359687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grpSp>
        <p:nvGrpSpPr>
          <p:cNvPr id="240" name="グループ化 239">
            <a:extLst>
              <a:ext uri="{FF2B5EF4-FFF2-40B4-BE49-F238E27FC236}">
                <a16:creationId xmlns:a16="http://schemas.microsoft.com/office/drawing/2014/main" id="{5DC2E175-8CF9-A243-9D82-AA21E09769C0}"/>
              </a:ext>
            </a:extLst>
          </p:cNvPr>
          <p:cNvGrpSpPr/>
          <p:nvPr/>
        </p:nvGrpSpPr>
        <p:grpSpPr>
          <a:xfrm>
            <a:off x="8962119" y="905845"/>
            <a:ext cx="2561811" cy="5035298"/>
            <a:chOff x="8962119" y="905845"/>
            <a:chExt cx="2561811" cy="5035298"/>
          </a:xfrm>
        </p:grpSpPr>
        <p:grpSp>
          <p:nvGrpSpPr>
            <p:cNvPr id="99" name="グループ化 98">
              <a:extLst>
                <a:ext uri="{FF2B5EF4-FFF2-40B4-BE49-F238E27FC236}">
                  <a16:creationId xmlns:a16="http://schemas.microsoft.com/office/drawing/2014/main" id="{7CC6FDE9-F417-91D6-C3FF-2416034B8204}"/>
                </a:ext>
              </a:extLst>
            </p:cNvPr>
            <p:cNvGrpSpPr/>
            <p:nvPr/>
          </p:nvGrpSpPr>
          <p:grpSpPr>
            <a:xfrm>
              <a:off x="8962119" y="905845"/>
              <a:ext cx="2561811" cy="632926"/>
              <a:chOff x="8957885" y="4574183"/>
              <a:chExt cx="2561811" cy="632926"/>
            </a:xfrm>
          </p:grpSpPr>
          <p:sp>
            <p:nvSpPr>
              <p:cNvPr id="100" name="楕円 99">
                <a:extLst>
                  <a:ext uri="{FF2B5EF4-FFF2-40B4-BE49-F238E27FC236}">
                    <a16:creationId xmlns:a16="http://schemas.microsoft.com/office/drawing/2014/main" id="{EC872E6D-5F63-446F-CBC4-14CAA7E04C49}"/>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01" name="四角形: 角を丸くする 100">
                <a:extLst>
                  <a:ext uri="{FF2B5EF4-FFF2-40B4-BE49-F238E27FC236}">
                    <a16:creationId xmlns:a16="http://schemas.microsoft.com/office/drawing/2014/main" id="{65227643-B5FD-661F-DEA1-9812D0748269}"/>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02" name="グループ化 101">
                <a:extLst>
                  <a:ext uri="{FF2B5EF4-FFF2-40B4-BE49-F238E27FC236}">
                    <a16:creationId xmlns:a16="http://schemas.microsoft.com/office/drawing/2014/main" id="{D704C807-1558-FBC7-703C-03FC70B8D2C1}"/>
                  </a:ext>
                </a:extLst>
              </p:cNvPr>
              <p:cNvGrpSpPr/>
              <p:nvPr/>
            </p:nvGrpSpPr>
            <p:grpSpPr>
              <a:xfrm>
                <a:off x="9498429" y="4598805"/>
                <a:ext cx="1505416" cy="601824"/>
                <a:chOff x="1980734" y="3149081"/>
                <a:chExt cx="1505416" cy="601824"/>
              </a:xfrm>
            </p:grpSpPr>
            <p:sp>
              <p:nvSpPr>
                <p:cNvPr id="103" name="楕円 102">
                  <a:extLst>
                    <a:ext uri="{FF2B5EF4-FFF2-40B4-BE49-F238E27FC236}">
                      <a16:creationId xmlns:a16="http://schemas.microsoft.com/office/drawing/2014/main" id="{50698014-7CA3-704B-43BB-820AC669B125}"/>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04" name="グループ化 103">
                  <a:extLst>
                    <a:ext uri="{FF2B5EF4-FFF2-40B4-BE49-F238E27FC236}">
                      <a16:creationId xmlns:a16="http://schemas.microsoft.com/office/drawing/2014/main" id="{BA4B99A7-B5CB-21E2-A64F-199D78C2A695}"/>
                    </a:ext>
                  </a:extLst>
                </p:cNvPr>
                <p:cNvGrpSpPr/>
                <p:nvPr/>
              </p:nvGrpSpPr>
              <p:grpSpPr>
                <a:xfrm>
                  <a:off x="1980734" y="3175652"/>
                  <a:ext cx="1505416" cy="575253"/>
                  <a:chOff x="1980734" y="3175652"/>
                  <a:chExt cx="1505416" cy="575253"/>
                </a:xfrm>
              </p:grpSpPr>
              <p:grpSp>
                <p:nvGrpSpPr>
                  <p:cNvPr id="105" name="グループ化 104">
                    <a:extLst>
                      <a:ext uri="{FF2B5EF4-FFF2-40B4-BE49-F238E27FC236}">
                        <a16:creationId xmlns:a16="http://schemas.microsoft.com/office/drawing/2014/main" id="{00455870-2ACA-770F-4383-5373FA04EA85}"/>
                      </a:ext>
                    </a:extLst>
                  </p:cNvPr>
                  <p:cNvGrpSpPr/>
                  <p:nvPr/>
                </p:nvGrpSpPr>
                <p:grpSpPr>
                  <a:xfrm>
                    <a:off x="1980734" y="3473931"/>
                    <a:ext cx="1505416" cy="276974"/>
                    <a:chOff x="4194668" y="3607669"/>
                    <a:chExt cx="1105960" cy="276974"/>
                  </a:xfrm>
                </p:grpSpPr>
                <p:sp>
                  <p:nvSpPr>
                    <p:cNvPr id="107" name="四角形: 角を丸くする 106">
                      <a:extLst>
                        <a:ext uri="{FF2B5EF4-FFF2-40B4-BE49-F238E27FC236}">
                          <a16:creationId xmlns:a16="http://schemas.microsoft.com/office/drawing/2014/main" id="{61F508F4-E690-B1D3-045E-3CECF0E3B645}"/>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08" name="図 107">
                      <a:extLst>
                        <a:ext uri="{FF2B5EF4-FFF2-40B4-BE49-F238E27FC236}">
                          <a16:creationId xmlns:a16="http://schemas.microsoft.com/office/drawing/2014/main" id="{1ACC8E77-D110-BF56-D199-DE10AD202A9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06" name="テキスト ボックス 105">
                    <a:extLst>
                      <a:ext uri="{FF2B5EF4-FFF2-40B4-BE49-F238E27FC236}">
                        <a16:creationId xmlns:a16="http://schemas.microsoft.com/office/drawing/2014/main" id="{570EB7DC-F15D-A3EE-8A59-ECE20A79B762}"/>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09" name="グループ化 108">
              <a:extLst>
                <a:ext uri="{FF2B5EF4-FFF2-40B4-BE49-F238E27FC236}">
                  <a16:creationId xmlns:a16="http://schemas.microsoft.com/office/drawing/2014/main" id="{E4AAED95-4F23-7CD5-A998-56FF48A02832}"/>
                </a:ext>
              </a:extLst>
            </p:cNvPr>
            <p:cNvGrpSpPr/>
            <p:nvPr/>
          </p:nvGrpSpPr>
          <p:grpSpPr>
            <a:xfrm>
              <a:off x="8962119" y="5308217"/>
              <a:ext cx="2561811" cy="632926"/>
              <a:chOff x="8957885" y="4574183"/>
              <a:chExt cx="2561811" cy="632926"/>
            </a:xfrm>
          </p:grpSpPr>
          <p:sp>
            <p:nvSpPr>
              <p:cNvPr id="110" name="楕円 109">
                <a:extLst>
                  <a:ext uri="{FF2B5EF4-FFF2-40B4-BE49-F238E27FC236}">
                    <a16:creationId xmlns:a16="http://schemas.microsoft.com/office/drawing/2014/main" id="{4C227610-C503-BE61-46CB-C2F64E61614A}"/>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11" name="四角形: 角を丸くする 110">
                <a:extLst>
                  <a:ext uri="{FF2B5EF4-FFF2-40B4-BE49-F238E27FC236}">
                    <a16:creationId xmlns:a16="http://schemas.microsoft.com/office/drawing/2014/main" id="{57343A48-8B8C-EF71-F772-92A6A9F49BEB}"/>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12" name="グループ化 111">
                <a:extLst>
                  <a:ext uri="{FF2B5EF4-FFF2-40B4-BE49-F238E27FC236}">
                    <a16:creationId xmlns:a16="http://schemas.microsoft.com/office/drawing/2014/main" id="{49C0BCBE-CE44-CE28-FDAB-41C97775BA7A}"/>
                  </a:ext>
                </a:extLst>
              </p:cNvPr>
              <p:cNvGrpSpPr/>
              <p:nvPr/>
            </p:nvGrpSpPr>
            <p:grpSpPr>
              <a:xfrm>
                <a:off x="9498429" y="4598805"/>
                <a:ext cx="1505416" cy="601824"/>
                <a:chOff x="1980734" y="3149081"/>
                <a:chExt cx="1505416" cy="601824"/>
              </a:xfrm>
            </p:grpSpPr>
            <p:sp>
              <p:nvSpPr>
                <p:cNvPr id="113" name="楕円 112">
                  <a:extLst>
                    <a:ext uri="{FF2B5EF4-FFF2-40B4-BE49-F238E27FC236}">
                      <a16:creationId xmlns:a16="http://schemas.microsoft.com/office/drawing/2014/main" id="{535923AF-9B60-13B2-7C60-ECA2E8429C05}"/>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14" name="グループ化 113">
                  <a:extLst>
                    <a:ext uri="{FF2B5EF4-FFF2-40B4-BE49-F238E27FC236}">
                      <a16:creationId xmlns:a16="http://schemas.microsoft.com/office/drawing/2014/main" id="{A35FF5E8-634A-068F-FAA9-F741AA82AFF3}"/>
                    </a:ext>
                  </a:extLst>
                </p:cNvPr>
                <p:cNvGrpSpPr/>
                <p:nvPr/>
              </p:nvGrpSpPr>
              <p:grpSpPr>
                <a:xfrm>
                  <a:off x="1980734" y="3175652"/>
                  <a:ext cx="1505416" cy="575253"/>
                  <a:chOff x="1980734" y="3175652"/>
                  <a:chExt cx="1505416" cy="575253"/>
                </a:xfrm>
              </p:grpSpPr>
              <p:grpSp>
                <p:nvGrpSpPr>
                  <p:cNvPr id="115" name="グループ化 114">
                    <a:extLst>
                      <a:ext uri="{FF2B5EF4-FFF2-40B4-BE49-F238E27FC236}">
                        <a16:creationId xmlns:a16="http://schemas.microsoft.com/office/drawing/2014/main" id="{9287A9D8-66E6-2324-C9F1-454EDA255C7A}"/>
                      </a:ext>
                    </a:extLst>
                  </p:cNvPr>
                  <p:cNvGrpSpPr/>
                  <p:nvPr/>
                </p:nvGrpSpPr>
                <p:grpSpPr>
                  <a:xfrm>
                    <a:off x="1980734" y="3473931"/>
                    <a:ext cx="1505416" cy="276974"/>
                    <a:chOff x="4194668" y="3607669"/>
                    <a:chExt cx="1105960" cy="276974"/>
                  </a:xfrm>
                </p:grpSpPr>
                <p:sp>
                  <p:nvSpPr>
                    <p:cNvPr id="117" name="四角形: 角を丸くする 116">
                      <a:extLst>
                        <a:ext uri="{FF2B5EF4-FFF2-40B4-BE49-F238E27FC236}">
                          <a16:creationId xmlns:a16="http://schemas.microsoft.com/office/drawing/2014/main" id="{9CCE70FA-F0D5-3E13-2408-32E33217CD39}"/>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18" name="図 117">
                      <a:extLst>
                        <a:ext uri="{FF2B5EF4-FFF2-40B4-BE49-F238E27FC236}">
                          <a16:creationId xmlns:a16="http://schemas.microsoft.com/office/drawing/2014/main" id="{154533CC-7534-892C-5A03-58ED299EA8E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16" name="テキスト ボックス 115">
                    <a:extLst>
                      <a:ext uri="{FF2B5EF4-FFF2-40B4-BE49-F238E27FC236}">
                        <a16:creationId xmlns:a16="http://schemas.microsoft.com/office/drawing/2014/main" id="{DDFF2246-1DDD-5924-7008-835B36DE53C8}"/>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19" name="グループ化 118">
              <a:extLst>
                <a:ext uri="{FF2B5EF4-FFF2-40B4-BE49-F238E27FC236}">
                  <a16:creationId xmlns:a16="http://schemas.microsoft.com/office/drawing/2014/main" id="{F65F4E41-D6AE-5C2F-B126-805733A89EA2}"/>
                </a:ext>
              </a:extLst>
            </p:cNvPr>
            <p:cNvGrpSpPr/>
            <p:nvPr/>
          </p:nvGrpSpPr>
          <p:grpSpPr>
            <a:xfrm>
              <a:off x="8962119" y="1639574"/>
              <a:ext cx="2561811" cy="632926"/>
              <a:chOff x="8957885" y="4574183"/>
              <a:chExt cx="2561811" cy="632926"/>
            </a:xfrm>
          </p:grpSpPr>
          <p:sp>
            <p:nvSpPr>
              <p:cNvPr id="121" name="楕円 120">
                <a:extLst>
                  <a:ext uri="{FF2B5EF4-FFF2-40B4-BE49-F238E27FC236}">
                    <a16:creationId xmlns:a16="http://schemas.microsoft.com/office/drawing/2014/main" id="{7C14870E-9047-019B-1017-EC02A0A738CA}"/>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22" name="四角形: 角を丸くする 121">
                <a:extLst>
                  <a:ext uri="{FF2B5EF4-FFF2-40B4-BE49-F238E27FC236}">
                    <a16:creationId xmlns:a16="http://schemas.microsoft.com/office/drawing/2014/main" id="{DE02DBAC-C44E-28BC-C638-231FB4D054F2}"/>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23" name="グループ化 122">
                <a:extLst>
                  <a:ext uri="{FF2B5EF4-FFF2-40B4-BE49-F238E27FC236}">
                    <a16:creationId xmlns:a16="http://schemas.microsoft.com/office/drawing/2014/main" id="{39AE2022-4E86-FA72-4C32-88D2FF55731A}"/>
                  </a:ext>
                </a:extLst>
              </p:cNvPr>
              <p:cNvGrpSpPr/>
              <p:nvPr/>
            </p:nvGrpSpPr>
            <p:grpSpPr>
              <a:xfrm>
                <a:off x="9498429" y="4598805"/>
                <a:ext cx="1505416" cy="601824"/>
                <a:chOff x="1980734" y="3149081"/>
                <a:chExt cx="1505416" cy="601824"/>
              </a:xfrm>
            </p:grpSpPr>
            <p:sp>
              <p:nvSpPr>
                <p:cNvPr id="124" name="楕円 123">
                  <a:extLst>
                    <a:ext uri="{FF2B5EF4-FFF2-40B4-BE49-F238E27FC236}">
                      <a16:creationId xmlns:a16="http://schemas.microsoft.com/office/drawing/2014/main" id="{CFD78671-BBD3-87E6-5877-EE4D9ACBEE9D}"/>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27" name="グループ化 126">
                  <a:extLst>
                    <a:ext uri="{FF2B5EF4-FFF2-40B4-BE49-F238E27FC236}">
                      <a16:creationId xmlns:a16="http://schemas.microsoft.com/office/drawing/2014/main" id="{CD281749-F33B-7D8F-EA34-8E63863F769D}"/>
                    </a:ext>
                  </a:extLst>
                </p:cNvPr>
                <p:cNvGrpSpPr/>
                <p:nvPr/>
              </p:nvGrpSpPr>
              <p:grpSpPr>
                <a:xfrm>
                  <a:off x="1980734" y="3175652"/>
                  <a:ext cx="1505416" cy="575253"/>
                  <a:chOff x="1980734" y="3175652"/>
                  <a:chExt cx="1505416" cy="575253"/>
                </a:xfrm>
              </p:grpSpPr>
              <p:grpSp>
                <p:nvGrpSpPr>
                  <p:cNvPr id="128" name="グループ化 127">
                    <a:extLst>
                      <a:ext uri="{FF2B5EF4-FFF2-40B4-BE49-F238E27FC236}">
                        <a16:creationId xmlns:a16="http://schemas.microsoft.com/office/drawing/2014/main" id="{F33FDB50-4AA2-39FC-F773-4D9AAF28ABFE}"/>
                      </a:ext>
                    </a:extLst>
                  </p:cNvPr>
                  <p:cNvGrpSpPr/>
                  <p:nvPr/>
                </p:nvGrpSpPr>
                <p:grpSpPr>
                  <a:xfrm>
                    <a:off x="1980734" y="3473931"/>
                    <a:ext cx="1505416" cy="276974"/>
                    <a:chOff x="4194668" y="3607669"/>
                    <a:chExt cx="1105960" cy="276974"/>
                  </a:xfrm>
                </p:grpSpPr>
                <p:sp>
                  <p:nvSpPr>
                    <p:cNvPr id="130" name="四角形: 角を丸くする 129">
                      <a:extLst>
                        <a:ext uri="{FF2B5EF4-FFF2-40B4-BE49-F238E27FC236}">
                          <a16:creationId xmlns:a16="http://schemas.microsoft.com/office/drawing/2014/main" id="{42E6C3DA-48BF-30C2-1826-42B48160D387}"/>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31" name="図 130">
                      <a:extLst>
                        <a:ext uri="{FF2B5EF4-FFF2-40B4-BE49-F238E27FC236}">
                          <a16:creationId xmlns:a16="http://schemas.microsoft.com/office/drawing/2014/main" id="{9FC00AD5-73AB-85D1-41A8-CE1E0C9CF27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29" name="テキスト ボックス 128">
                    <a:extLst>
                      <a:ext uri="{FF2B5EF4-FFF2-40B4-BE49-F238E27FC236}">
                        <a16:creationId xmlns:a16="http://schemas.microsoft.com/office/drawing/2014/main" id="{F4018686-E7F7-5FD0-297A-735DE2378CA5}"/>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32" name="グループ化 131">
              <a:extLst>
                <a:ext uri="{FF2B5EF4-FFF2-40B4-BE49-F238E27FC236}">
                  <a16:creationId xmlns:a16="http://schemas.microsoft.com/office/drawing/2014/main" id="{42C39D14-71D6-2A1F-88E8-581D8D22F9E0}"/>
                </a:ext>
              </a:extLst>
            </p:cNvPr>
            <p:cNvGrpSpPr/>
            <p:nvPr/>
          </p:nvGrpSpPr>
          <p:grpSpPr>
            <a:xfrm>
              <a:off x="8962119" y="2373303"/>
              <a:ext cx="2561811" cy="632926"/>
              <a:chOff x="8957885" y="4574183"/>
              <a:chExt cx="2561811" cy="632926"/>
            </a:xfrm>
          </p:grpSpPr>
          <p:sp>
            <p:nvSpPr>
              <p:cNvPr id="133" name="楕円 132">
                <a:extLst>
                  <a:ext uri="{FF2B5EF4-FFF2-40B4-BE49-F238E27FC236}">
                    <a16:creationId xmlns:a16="http://schemas.microsoft.com/office/drawing/2014/main" id="{F6CA5B1F-9157-35F9-BADD-2DF1B5723DCF}"/>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34" name="四角形: 角を丸くする 133">
                <a:extLst>
                  <a:ext uri="{FF2B5EF4-FFF2-40B4-BE49-F238E27FC236}">
                    <a16:creationId xmlns:a16="http://schemas.microsoft.com/office/drawing/2014/main" id="{C46218E8-8CF5-669B-DED8-DE785E4C32EC}"/>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35" name="グループ化 134">
                <a:extLst>
                  <a:ext uri="{FF2B5EF4-FFF2-40B4-BE49-F238E27FC236}">
                    <a16:creationId xmlns:a16="http://schemas.microsoft.com/office/drawing/2014/main" id="{7A0F8B3E-0DDB-1B3E-58A8-DC1D5EF9988E}"/>
                  </a:ext>
                </a:extLst>
              </p:cNvPr>
              <p:cNvGrpSpPr/>
              <p:nvPr/>
            </p:nvGrpSpPr>
            <p:grpSpPr>
              <a:xfrm>
                <a:off x="9498429" y="4598805"/>
                <a:ext cx="1505416" cy="601824"/>
                <a:chOff x="1980734" y="3149081"/>
                <a:chExt cx="1505416" cy="601824"/>
              </a:xfrm>
            </p:grpSpPr>
            <p:sp>
              <p:nvSpPr>
                <p:cNvPr id="136" name="楕円 135">
                  <a:extLst>
                    <a:ext uri="{FF2B5EF4-FFF2-40B4-BE49-F238E27FC236}">
                      <a16:creationId xmlns:a16="http://schemas.microsoft.com/office/drawing/2014/main" id="{09C8A347-10E2-C87C-FB98-5B602FAFB92E}"/>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38" name="グループ化 137">
                  <a:extLst>
                    <a:ext uri="{FF2B5EF4-FFF2-40B4-BE49-F238E27FC236}">
                      <a16:creationId xmlns:a16="http://schemas.microsoft.com/office/drawing/2014/main" id="{37BE492A-5C6E-20BF-DC33-D5CE62A8E7E2}"/>
                    </a:ext>
                  </a:extLst>
                </p:cNvPr>
                <p:cNvGrpSpPr/>
                <p:nvPr/>
              </p:nvGrpSpPr>
              <p:grpSpPr>
                <a:xfrm>
                  <a:off x="1980734" y="3175652"/>
                  <a:ext cx="1505416" cy="575253"/>
                  <a:chOff x="1980734" y="3175652"/>
                  <a:chExt cx="1505416" cy="575253"/>
                </a:xfrm>
              </p:grpSpPr>
              <p:grpSp>
                <p:nvGrpSpPr>
                  <p:cNvPr id="140" name="グループ化 139">
                    <a:extLst>
                      <a:ext uri="{FF2B5EF4-FFF2-40B4-BE49-F238E27FC236}">
                        <a16:creationId xmlns:a16="http://schemas.microsoft.com/office/drawing/2014/main" id="{D972BE1C-D377-B69D-6840-C1A816B93F0F}"/>
                      </a:ext>
                    </a:extLst>
                  </p:cNvPr>
                  <p:cNvGrpSpPr/>
                  <p:nvPr/>
                </p:nvGrpSpPr>
                <p:grpSpPr>
                  <a:xfrm>
                    <a:off x="1980734" y="3473931"/>
                    <a:ext cx="1505416" cy="276974"/>
                    <a:chOff x="4194668" y="3607669"/>
                    <a:chExt cx="1105960" cy="276974"/>
                  </a:xfrm>
                </p:grpSpPr>
                <p:sp>
                  <p:nvSpPr>
                    <p:cNvPr id="142" name="四角形: 角を丸くする 141">
                      <a:extLst>
                        <a:ext uri="{FF2B5EF4-FFF2-40B4-BE49-F238E27FC236}">
                          <a16:creationId xmlns:a16="http://schemas.microsoft.com/office/drawing/2014/main" id="{452A7EB4-B474-7F21-3CB4-74DB7C602464}"/>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43" name="図 142">
                      <a:extLst>
                        <a:ext uri="{FF2B5EF4-FFF2-40B4-BE49-F238E27FC236}">
                          <a16:creationId xmlns:a16="http://schemas.microsoft.com/office/drawing/2014/main" id="{A65F52F4-F276-ED60-3B21-651E507DE18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41" name="テキスト ボックス 140">
                    <a:extLst>
                      <a:ext uri="{FF2B5EF4-FFF2-40B4-BE49-F238E27FC236}">
                        <a16:creationId xmlns:a16="http://schemas.microsoft.com/office/drawing/2014/main" id="{591A5083-A0F8-C096-82BA-CB63AC0E64E8}"/>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44" name="グループ化 143">
              <a:extLst>
                <a:ext uri="{FF2B5EF4-FFF2-40B4-BE49-F238E27FC236}">
                  <a16:creationId xmlns:a16="http://schemas.microsoft.com/office/drawing/2014/main" id="{442F2A1E-1A41-9A8C-1417-A426E2BFA1AB}"/>
                </a:ext>
              </a:extLst>
            </p:cNvPr>
            <p:cNvGrpSpPr/>
            <p:nvPr/>
          </p:nvGrpSpPr>
          <p:grpSpPr>
            <a:xfrm>
              <a:off x="8962119" y="3107032"/>
              <a:ext cx="2561811" cy="632926"/>
              <a:chOff x="8957885" y="4574183"/>
              <a:chExt cx="2561811" cy="632926"/>
            </a:xfrm>
          </p:grpSpPr>
          <p:sp>
            <p:nvSpPr>
              <p:cNvPr id="145" name="楕円 144">
                <a:extLst>
                  <a:ext uri="{FF2B5EF4-FFF2-40B4-BE49-F238E27FC236}">
                    <a16:creationId xmlns:a16="http://schemas.microsoft.com/office/drawing/2014/main" id="{95B921D6-B8CA-C96E-1DF1-6ECF74B8CC6E}"/>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46" name="四角形: 角を丸くする 145">
                <a:extLst>
                  <a:ext uri="{FF2B5EF4-FFF2-40B4-BE49-F238E27FC236}">
                    <a16:creationId xmlns:a16="http://schemas.microsoft.com/office/drawing/2014/main" id="{5F559161-DEC2-94ED-CC00-FB48D6C6E652}"/>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47" name="グループ化 146">
                <a:extLst>
                  <a:ext uri="{FF2B5EF4-FFF2-40B4-BE49-F238E27FC236}">
                    <a16:creationId xmlns:a16="http://schemas.microsoft.com/office/drawing/2014/main" id="{A770E68C-DDF5-3F45-05EE-6AC5F5EF817A}"/>
                  </a:ext>
                </a:extLst>
              </p:cNvPr>
              <p:cNvGrpSpPr/>
              <p:nvPr/>
            </p:nvGrpSpPr>
            <p:grpSpPr>
              <a:xfrm>
                <a:off x="9498429" y="4598805"/>
                <a:ext cx="1505416" cy="601824"/>
                <a:chOff x="1980734" y="3149081"/>
                <a:chExt cx="1505416" cy="601824"/>
              </a:xfrm>
            </p:grpSpPr>
            <p:sp>
              <p:nvSpPr>
                <p:cNvPr id="148" name="楕円 147">
                  <a:extLst>
                    <a:ext uri="{FF2B5EF4-FFF2-40B4-BE49-F238E27FC236}">
                      <a16:creationId xmlns:a16="http://schemas.microsoft.com/office/drawing/2014/main" id="{D9C83D03-8043-5F24-5D38-A7DBA09FFB8A}"/>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49" name="グループ化 148">
                  <a:extLst>
                    <a:ext uri="{FF2B5EF4-FFF2-40B4-BE49-F238E27FC236}">
                      <a16:creationId xmlns:a16="http://schemas.microsoft.com/office/drawing/2014/main" id="{A658296F-D143-02FA-1143-8935798AC0AE}"/>
                    </a:ext>
                  </a:extLst>
                </p:cNvPr>
                <p:cNvGrpSpPr/>
                <p:nvPr/>
              </p:nvGrpSpPr>
              <p:grpSpPr>
                <a:xfrm>
                  <a:off x="1980734" y="3175652"/>
                  <a:ext cx="1505416" cy="575253"/>
                  <a:chOff x="1980734" y="3175652"/>
                  <a:chExt cx="1505416" cy="575253"/>
                </a:xfrm>
              </p:grpSpPr>
              <p:grpSp>
                <p:nvGrpSpPr>
                  <p:cNvPr id="150" name="グループ化 149">
                    <a:extLst>
                      <a:ext uri="{FF2B5EF4-FFF2-40B4-BE49-F238E27FC236}">
                        <a16:creationId xmlns:a16="http://schemas.microsoft.com/office/drawing/2014/main" id="{DDEA8381-2FE1-D3A3-F3D8-7E7BF0727564}"/>
                      </a:ext>
                    </a:extLst>
                  </p:cNvPr>
                  <p:cNvGrpSpPr/>
                  <p:nvPr/>
                </p:nvGrpSpPr>
                <p:grpSpPr>
                  <a:xfrm>
                    <a:off x="1980734" y="3473931"/>
                    <a:ext cx="1505416" cy="276974"/>
                    <a:chOff x="4194668" y="3607669"/>
                    <a:chExt cx="1105960" cy="276974"/>
                  </a:xfrm>
                </p:grpSpPr>
                <p:sp>
                  <p:nvSpPr>
                    <p:cNvPr id="152" name="四角形: 角を丸くする 151">
                      <a:extLst>
                        <a:ext uri="{FF2B5EF4-FFF2-40B4-BE49-F238E27FC236}">
                          <a16:creationId xmlns:a16="http://schemas.microsoft.com/office/drawing/2014/main" id="{645FA879-7B04-C6E5-A93E-DE2AD462868A}"/>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56" name="図 155">
                      <a:extLst>
                        <a:ext uri="{FF2B5EF4-FFF2-40B4-BE49-F238E27FC236}">
                          <a16:creationId xmlns:a16="http://schemas.microsoft.com/office/drawing/2014/main" id="{5098E76C-FC48-C122-0AD2-8F0C9458262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51" name="テキスト ボックス 150">
                    <a:extLst>
                      <a:ext uri="{FF2B5EF4-FFF2-40B4-BE49-F238E27FC236}">
                        <a16:creationId xmlns:a16="http://schemas.microsoft.com/office/drawing/2014/main" id="{2F47757F-CAEC-B927-3B7B-8A2319075314}"/>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57" name="グループ化 156">
              <a:extLst>
                <a:ext uri="{FF2B5EF4-FFF2-40B4-BE49-F238E27FC236}">
                  <a16:creationId xmlns:a16="http://schemas.microsoft.com/office/drawing/2014/main" id="{565CABB7-B7D4-39D6-8277-565181A83C2A}"/>
                </a:ext>
              </a:extLst>
            </p:cNvPr>
            <p:cNvGrpSpPr/>
            <p:nvPr/>
          </p:nvGrpSpPr>
          <p:grpSpPr>
            <a:xfrm>
              <a:off x="8962119" y="3840761"/>
              <a:ext cx="2561811" cy="632926"/>
              <a:chOff x="8957885" y="4574183"/>
              <a:chExt cx="2561811" cy="632926"/>
            </a:xfrm>
          </p:grpSpPr>
          <p:sp>
            <p:nvSpPr>
              <p:cNvPr id="158" name="楕円 157">
                <a:extLst>
                  <a:ext uri="{FF2B5EF4-FFF2-40B4-BE49-F238E27FC236}">
                    <a16:creationId xmlns:a16="http://schemas.microsoft.com/office/drawing/2014/main" id="{71BF7F37-350E-B86F-8EDF-27ED803A1EC3}"/>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59" name="四角形: 角を丸くする 158">
                <a:extLst>
                  <a:ext uri="{FF2B5EF4-FFF2-40B4-BE49-F238E27FC236}">
                    <a16:creationId xmlns:a16="http://schemas.microsoft.com/office/drawing/2014/main" id="{F8C37A4A-DD89-EE1A-E777-A2F123D0BB82}"/>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60" name="グループ化 159">
                <a:extLst>
                  <a:ext uri="{FF2B5EF4-FFF2-40B4-BE49-F238E27FC236}">
                    <a16:creationId xmlns:a16="http://schemas.microsoft.com/office/drawing/2014/main" id="{7A6D5F06-060F-38E6-0F0B-9DFF54635319}"/>
                  </a:ext>
                </a:extLst>
              </p:cNvPr>
              <p:cNvGrpSpPr/>
              <p:nvPr/>
            </p:nvGrpSpPr>
            <p:grpSpPr>
              <a:xfrm>
                <a:off x="9498429" y="4598805"/>
                <a:ext cx="1505416" cy="601824"/>
                <a:chOff x="1980734" y="3149081"/>
                <a:chExt cx="1505416" cy="601824"/>
              </a:xfrm>
            </p:grpSpPr>
            <p:sp>
              <p:nvSpPr>
                <p:cNvPr id="161" name="楕円 160">
                  <a:extLst>
                    <a:ext uri="{FF2B5EF4-FFF2-40B4-BE49-F238E27FC236}">
                      <a16:creationId xmlns:a16="http://schemas.microsoft.com/office/drawing/2014/main" id="{EE582A7B-07A0-F1D9-F48D-0CC4DD31BE7D}"/>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73" name="グループ化 172">
                  <a:extLst>
                    <a:ext uri="{FF2B5EF4-FFF2-40B4-BE49-F238E27FC236}">
                      <a16:creationId xmlns:a16="http://schemas.microsoft.com/office/drawing/2014/main" id="{C4B71A06-F8C9-7E35-7161-1D83844A5713}"/>
                    </a:ext>
                  </a:extLst>
                </p:cNvPr>
                <p:cNvGrpSpPr/>
                <p:nvPr/>
              </p:nvGrpSpPr>
              <p:grpSpPr>
                <a:xfrm>
                  <a:off x="1980734" y="3175652"/>
                  <a:ext cx="1505416" cy="575253"/>
                  <a:chOff x="1980734" y="3175652"/>
                  <a:chExt cx="1505416" cy="575253"/>
                </a:xfrm>
              </p:grpSpPr>
              <p:grpSp>
                <p:nvGrpSpPr>
                  <p:cNvPr id="177" name="グループ化 176">
                    <a:extLst>
                      <a:ext uri="{FF2B5EF4-FFF2-40B4-BE49-F238E27FC236}">
                        <a16:creationId xmlns:a16="http://schemas.microsoft.com/office/drawing/2014/main" id="{1EC63C87-4F70-F452-1ADC-5CE8DB30492C}"/>
                      </a:ext>
                    </a:extLst>
                  </p:cNvPr>
                  <p:cNvGrpSpPr/>
                  <p:nvPr/>
                </p:nvGrpSpPr>
                <p:grpSpPr>
                  <a:xfrm>
                    <a:off x="1980734" y="3473931"/>
                    <a:ext cx="1505416" cy="276974"/>
                    <a:chOff x="4194668" y="3607669"/>
                    <a:chExt cx="1105960" cy="276974"/>
                  </a:xfrm>
                </p:grpSpPr>
                <p:sp>
                  <p:nvSpPr>
                    <p:cNvPr id="182" name="四角形: 角を丸くする 181">
                      <a:extLst>
                        <a:ext uri="{FF2B5EF4-FFF2-40B4-BE49-F238E27FC236}">
                          <a16:creationId xmlns:a16="http://schemas.microsoft.com/office/drawing/2014/main" id="{5483AC54-23A6-853A-9EB2-C8C2B2B29E57}"/>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84" name="図 183">
                      <a:extLst>
                        <a:ext uri="{FF2B5EF4-FFF2-40B4-BE49-F238E27FC236}">
                          <a16:creationId xmlns:a16="http://schemas.microsoft.com/office/drawing/2014/main" id="{1A9840BA-9AFE-E13E-FB01-982EBFC049A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78" name="テキスト ボックス 177">
                    <a:extLst>
                      <a:ext uri="{FF2B5EF4-FFF2-40B4-BE49-F238E27FC236}">
                        <a16:creationId xmlns:a16="http://schemas.microsoft.com/office/drawing/2014/main" id="{281E14C5-8E82-FA5F-EEEE-B6588B5E5DF8}"/>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87" name="グループ化 186">
              <a:extLst>
                <a:ext uri="{FF2B5EF4-FFF2-40B4-BE49-F238E27FC236}">
                  <a16:creationId xmlns:a16="http://schemas.microsoft.com/office/drawing/2014/main" id="{86E2DF7B-1203-B53B-438C-28A0E3328CB0}"/>
                </a:ext>
              </a:extLst>
            </p:cNvPr>
            <p:cNvGrpSpPr/>
            <p:nvPr/>
          </p:nvGrpSpPr>
          <p:grpSpPr>
            <a:xfrm>
              <a:off x="8962119" y="4574490"/>
              <a:ext cx="2561811" cy="632926"/>
              <a:chOff x="8957885" y="4574183"/>
              <a:chExt cx="2561811" cy="632926"/>
            </a:xfrm>
          </p:grpSpPr>
          <p:sp>
            <p:nvSpPr>
              <p:cNvPr id="188" name="楕円 187">
                <a:extLst>
                  <a:ext uri="{FF2B5EF4-FFF2-40B4-BE49-F238E27FC236}">
                    <a16:creationId xmlns:a16="http://schemas.microsoft.com/office/drawing/2014/main" id="{EB325B17-4C7C-6300-6D37-8A62FA18F27F}"/>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89" name="四角形: 角を丸くする 188">
                <a:extLst>
                  <a:ext uri="{FF2B5EF4-FFF2-40B4-BE49-F238E27FC236}">
                    <a16:creationId xmlns:a16="http://schemas.microsoft.com/office/drawing/2014/main" id="{CE71A423-CD91-2E91-D878-291C441EC457}"/>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90" name="グループ化 189">
                <a:extLst>
                  <a:ext uri="{FF2B5EF4-FFF2-40B4-BE49-F238E27FC236}">
                    <a16:creationId xmlns:a16="http://schemas.microsoft.com/office/drawing/2014/main" id="{C8CAD464-D3C1-A007-E9EC-4D14974FEE2F}"/>
                  </a:ext>
                </a:extLst>
              </p:cNvPr>
              <p:cNvGrpSpPr/>
              <p:nvPr/>
            </p:nvGrpSpPr>
            <p:grpSpPr>
              <a:xfrm>
                <a:off x="9498429" y="4598805"/>
                <a:ext cx="1505416" cy="601824"/>
                <a:chOff x="1980734" y="3149081"/>
                <a:chExt cx="1505416" cy="601824"/>
              </a:xfrm>
            </p:grpSpPr>
            <p:sp>
              <p:nvSpPr>
                <p:cNvPr id="191" name="楕円 190">
                  <a:extLst>
                    <a:ext uri="{FF2B5EF4-FFF2-40B4-BE49-F238E27FC236}">
                      <a16:creationId xmlns:a16="http://schemas.microsoft.com/office/drawing/2014/main" id="{452E78D4-1E42-6F2D-2BF8-E3E2D0965488}"/>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92" name="グループ化 191">
                  <a:extLst>
                    <a:ext uri="{FF2B5EF4-FFF2-40B4-BE49-F238E27FC236}">
                      <a16:creationId xmlns:a16="http://schemas.microsoft.com/office/drawing/2014/main" id="{8C36F2CC-103D-AB2E-465B-98F3F7621F63}"/>
                    </a:ext>
                  </a:extLst>
                </p:cNvPr>
                <p:cNvGrpSpPr/>
                <p:nvPr/>
              </p:nvGrpSpPr>
              <p:grpSpPr>
                <a:xfrm>
                  <a:off x="1980734" y="3175652"/>
                  <a:ext cx="1505416" cy="575253"/>
                  <a:chOff x="1980734" y="3175652"/>
                  <a:chExt cx="1505416" cy="575253"/>
                </a:xfrm>
              </p:grpSpPr>
              <p:grpSp>
                <p:nvGrpSpPr>
                  <p:cNvPr id="193" name="グループ化 192">
                    <a:extLst>
                      <a:ext uri="{FF2B5EF4-FFF2-40B4-BE49-F238E27FC236}">
                        <a16:creationId xmlns:a16="http://schemas.microsoft.com/office/drawing/2014/main" id="{7245F9FA-AF21-B3C9-8DAE-43F33D93FC26}"/>
                      </a:ext>
                    </a:extLst>
                  </p:cNvPr>
                  <p:cNvGrpSpPr/>
                  <p:nvPr/>
                </p:nvGrpSpPr>
                <p:grpSpPr>
                  <a:xfrm>
                    <a:off x="1980734" y="3473931"/>
                    <a:ext cx="1505416" cy="276974"/>
                    <a:chOff x="4194668" y="3607669"/>
                    <a:chExt cx="1105960" cy="276974"/>
                  </a:xfrm>
                </p:grpSpPr>
                <p:sp>
                  <p:nvSpPr>
                    <p:cNvPr id="195" name="四角形: 角を丸くする 194">
                      <a:extLst>
                        <a:ext uri="{FF2B5EF4-FFF2-40B4-BE49-F238E27FC236}">
                          <a16:creationId xmlns:a16="http://schemas.microsoft.com/office/drawing/2014/main" id="{C0703B6B-03C5-B613-18FF-E9929A6AA364}"/>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96" name="図 195">
                      <a:extLst>
                        <a:ext uri="{FF2B5EF4-FFF2-40B4-BE49-F238E27FC236}">
                          <a16:creationId xmlns:a16="http://schemas.microsoft.com/office/drawing/2014/main" id="{BD87716D-3317-93EF-8C65-EC415A13BCF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94" name="テキスト ボックス 193">
                    <a:extLst>
                      <a:ext uri="{FF2B5EF4-FFF2-40B4-BE49-F238E27FC236}">
                        <a16:creationId xmlns:a16="http://schemas.microsoft.com/office/drawing/2014/main" id="{175F5451-2E3F-9FDE-C492-F4CF687EF4A2}"/>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sp>
        <p:nvSpPr>
          <p:cNvPr id="4" name="テキスト ボックス 3">
            <a:extLst>
              <a:ext uri="{FF2B5EF4-FFF2-40B4-BE49-F238E27FC236}">
                <a16:creationId xmlns:a16="http://schemas.microsoft.com/office/drawing/2014/main" id="{5C02A224-FD34-B6C1-8BAE-208FE08AE9A7}"/>
              </a:ext>
            </a:extLst>
          </p:cNvPr>
          <p:cNvSpPr txBox="1"/>
          <p:nvPr/>
        </p:nvSpPr>
        <p:spPr>
          <a:xfrm>
            <a:off x="4871979" y="151566"/>
            <a:ext cx="2448043" cy="584775"/>
          </a:xfrm>
          <a:prstGeom prst="rect">
            <a:avLst/>
          </a:prstGeom>
          <a:noFill/>
        </p:spPr>
        <p:txBody>
          <a:bodyPr wrap="square" rtlCol="0">
            <a:spAutoFit/>
          </a:bodyPr>
          <a:lstStyle/>
          <a:p>
            <a:pPr algn="ctr"/>
            <a:r>
              <a:rPr kumimoji="1" lang="en-US" altLang="ja-JP" sz="2000" b="1" dirty="0">
                <a:solidFill>
                  <a:schemeClr val="bg1">
                    <a:lumMod val="95000"/>
                  </a:schemeClr>
                </a:solidFill>
                <a:latin typeface="BIZ UDP明朝 Medium" panose="02020500000000000000" pitchFamily="18" charset="-128"/>
                <a:ea typeface="BIZ UDP明朝 Medium" panose="02020500000000000000" pitchFamily="18" charset="-128"/>
              </a:rPr>
              <a:t>TURN </a:t>
            </a:r>
            <a:r>
              <a:rPr kumimoji="1"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0</a:t>
            </a:r>
            <a:endPar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5" name="テキスト ボックス 4">
            <a:extLst>
              <a:ext uri="{FF2B5EF4-FFF2-40B4-BE49-F238E27FC236}">
                <a16:creationId xmlns:a16="http://schemas.microsoft.com/office/drawing/2014/main" id="{C292654B-9726-D3A7-661D-B05277BBA77E}"/>
              </a:ext>
            </a:extLst>
          </p:cNvPr>
          <p:cNvSpPr txBox="1"/>
          <p:nvPr/>
        </p:nvSpPr>
        <p:spPr>
          <a:xfrm>
            <a:off x="777314" y="151566"/>
            <a:ext cx="752129" cy="584775"/>
          </a:xfrm>
          <a:prstGeom prst="rect">
            <a:avLst/>
          </a:prstGeom>
          <a:noFill/>
        </p:spPr>
        <p:txBody>
          <a:bodyPr wrap="none" rtlCol="0">
            <a:spAutoFit/>
          </a:bodyPr>
          <a:lstStyle/>
          <a:p>
            <a:r>
              <a:rPr kumimoji="1"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EF</a:t>
            </a:r>
            <a:endPar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nvGrpSpPr>
          <p:cNvPr id="21" name="グループ化 20">
            <a:extLst>
              <a:ext uri="{FF2B5EF4-FFF2-40B4-BE49-F238E27FC236}">
                <a16:creationId xmlns:a16="http://schemas.microsoft.com/office/drawing/2014/main" id="{88C21FF3-4197-17E3-BAB9-9878A4308DA2}"/>
              </a:ext>
            </a:extLst>
          </p:cNvPr>
          <p:cNvGrpSpPr/>
          <p:nvPr/>
        </p:nvGrpSpPr>
        <p:grpSpPr>
          <a:xfrm>
            <a:off x="1719571" y="303092"/>
            <a:ext cx="3092165" cy="338875"/>
            <a:chOff x="1719571" y="274517"/>
            <a:chExt cx="3092165" cy="338875"/>
          </a:xfrm>
        </p:grpSpPr>
        <p:grpSp>
          <p:nvGrpSpPr>
            <p:cNvPr id="24" name="グループ化 23">
              <a:extLst>
                <a:ext uri="{FF2B5EF4-FFF2-40B4-BE49-F238E27FC236}">
                  <a16:creationId xmlns:a16="http://schemas.microsoft.com/office/drawing/2014/main" id="{1FC9DD36-F2E4-5F04-0276-BBBF3C96ABD7}"/>
                </a:ext>
              </a:extLst>
            </p:cNvPr>
            <p:cNvGrpSpPr/>
            <p:nvPr/>
          </p:nvGrpSpPr>
          <p:grpSpPr>
            <a:xfrm>
              <a:off x="1719571" y="274517"/>
              <a:ext cx="3092165" cy="338875"/>
              <a:chOff x="1719571" y="215382"/>
              <a:chExt cx="3888059" cy="426098"/>
            </a:xfrm>
          </p:grpSpPr>
          <p:sp>
            <p:nvSpPr>
              <p:cNvPr id="79" name="平行四辺形 78">
                <a:extLst>
                  <a:ext uri="{FF2B5EF4-FFF2-40B4-BE49-F238E27FC236}">
                    <a16:creationId xmlns:a16="http://schemas.microsoft.com/office/drawing/2014/main" id="{E16BE48B-55F0-9CFB-1FA9-7E4C79D581CF}"/>
                  </a:ext>
                </a:extLst>
              </p:cNvPr>
              <p:cNvSpPr/>
              <p:nvPr/>
            </p:nvSpPr>
            <p:spPr>
              <a:xfrm>
                <a:off x="171957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2" name="平行四辺形 81">
                <a:extLst>
                  <a:ext uri="{FF2B5EF4-FFF2-40B4-BE49-F238E27FC236}">
                    <a16:creationId xmlns:a16="http://schemas.microsoft.com/office/drawing/2014/main" id="{27521E69-B2E3-EB42-6E3F-06C1005416DD}"/>
                  </a:ext>
                </a:extLst>
              </p:cNvPr>
              <p:cNvSpPr/>
              <p:nvPr/>
            </p:nvSpPr>
            <p:spPr>
              <a:xfrm>
                <a:off x="2477666"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3" name="平行四辺形 82">
                <a:extLst>
                  <a:ext uri="{FF2B5EF4-FFF2-40B4-BE49-F238E27FC236}">
                    <a16:creationId xmlns:a16="http://schemas.microsoft.com/office/drawing/2014/main" id="{48C47AF5-02EF-E8C9-B0D3-4EC97AFC0922}"/>
                  </a:ext>
                </a:extLst>
              </p:cNvPr>
              <p:cNvSpPr/>
              <p:nvPr/>
            </p:nvSpPr>
            <p:spPr>
              <a:xfrm>
                <a:off x="323576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4" name="平行四辺形 83">
                <a:extLst>
                  <a:ext uri="{FF2B5EF4-FFF2-40B4-BE49-F238E27FC236}">
                    <a16:creationId xmlns:a16="http://schemas.microsoft.com/office/drawing/2014/main" id="{4BE152AC-B318-D8E9-0C67-88803D2FADAD}"/>
                  </a:ext>
                </a:extLst>
              </p:cNvPr>
              <p:cNvSpPr/>
              <p:nvPr/>
            </p:nvSpPr>
            <p:spPr>
              <a:xfrm>
                <a:off x="4751951" y="215382"/>
                <a:ext cx="855679" cy="426098"/>
              </a:xfrm>
              <a:prstGeom prst="parallelogram">
                <a:avLst/>
              </a:prstGeom>
              <a:solidFill>
                <a:schemeClr val="tx1">
                  <a:lumMod val="75000"/>
                  <a:lumOff val="2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5" name="平行四辺形 84">
                <a:extLst>
                  <a:ext uri="{FF2B5EF4-FFF2-40B4-BE49-F238E27FC236}">
                    <a16:creationId xmlns:a16="http://schemas.microsoft.com/office/drawing/2014/main" id="{71ECEDE0-7846-77D2-5565-F493AD31682D}"/>
                  </a:ext>
                </a:extLst>
              </p:cNvPr>
              <p:cNvSpPr/>
              <p:nvPr/>
            </p:nvSpPr>
            <p:spPr>
              <a:xfrm>
                <a:off x="3993856"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25" name="楕円 24">
              <a:extLst>
                <a:ext uri="{FF2B5EF4-FFF2-40B4-BE49-F238E27FC236}">
                  <a16:creationId xmlns:a16="http://schemas.microsoft.com/office/drawing/2014/main" id="{94FE4565-422B-D189-2196-58200EC81143}"/>
                </a:ext>
              </a:extLst>
            </p:cNvPr>
            <p:cNvSpPr/>
            <p:nvPr/>
          </p:nvSpPr>
          <p:spPr>
            <a:xfrm>
              <a:off x="1900984"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BIZ UDP明朝 Medium" panose="02020500000000000000" pitchFamily="18" charset="-128"/>
                  <a:ea typeface="BIZ UDP明朝 Medium" panose="02020500000000000000" pitchFamily="18" charset="-128"/>
                </a:rPr>
                <a:t>キャラ</a:t>
              </a:r>
            </a:p>
          </p:txBody>
        </p:sp>
        <p:sp>
          <p:nvSpPr>
            <p:cNvPr id="32" name="楕円 31">
              <a:extLst>
                <a:ext uri="{FF2B5EF4-FFF2-40B4-BE49-F238E27FC236}">
                  <a16:creationId xmlns:a16="http://schemas.microsoft.com/office/drawing/2014/main" id="{BF3D3449-09D1-4E91-FA4A-3396FEB10941}"/>
                </a:ext>
              </a:extLst>
            </p:cNvPr>
            <p:cNvSpPr/>
            <p:nvPr/>
          </p:nvSpPr>
          <p:spPr>
            <a:xfrm>
              <a:off x="3716200"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BIZ UDP明朝 Medium" panose="02020500000000000000" pitchFamily="18" charset="-128"/>
                  <a:ea typeface="BIZ UDP明朝 Medium" panose="02020500000000000000" pitchFamily="18" charset="-128"/>
                </a:rPr>
                <a:t>キャラ</a:t>
              </a:r>
            </a:p>
          </p:txBody>
        </p:sp>
        <p:sp>
          <p:nvSpPr>
            <p:cNvPr id="33" name="楕円 32">
              <a:extLst>
                <a:ext uri="{FF2B5EF4-FFF2-40B4-BE49-F238E27FC236}">
                  <a16:creationId xmlns:a16="http://schemas.microsoft.com/office/drawing/2014/main" id="{C5C6702C-366F-F0B5-C580-1FBA4871EADC}"/>
                </a:ext>
              </a:extLst>
            </p:cNvPr>
            <p:cNvSpPr/>
            <p:nvPr/>
          </p:nvSpPr>
          <p:spPr>
            <a:xfrm>
              <a:off x="2506056"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BIZ UDP明朝 Medium" panose="02020500000000000000" pitchFamily="18" charset="-128"/>
                  <a:ea typeface="BIZ UDP明朝 Medium" panose="02020500000000000000" pitchFamily="18" charset="-128"/>
                </a:rPr>
                <a:t>キャラ</a:t>
              </a:r>
            </a:p>
          </p:txBody>
        </p:sp>
        <p:sp>
          <p:nvSpPr>
            <p:cNvPr id="43" name="楕円 42">
              <a:extLst>
                <a:ext uri="{FF2B5EF4-FFF2-40B4-BE49-F238E27FC236}">
                  <a16:creationId xmlns:a16="http://schemas.microsoft.com/office/drawing/2014/main" id="{61A8DF72-01EA-9707-7746-46E7AF49BBFC}"/>
                </a:ext>
              </a:extLst>
            </p:cNvPr>
            <p:cNvSpPr/>
            <p:nvPr/>
          </p:nvSpPr>
          <p:spPr>
            <a:xfrm>
              <a:off x="3111128"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BIZ UDP明朝 Medium" panose="02020500000000000000" pitchFamily="18" charset="-128"/>
                  <a:ea typeface="BIZ UDP明朝 Medium" panose="02020500000000000000" pitchFamily="18" charset="-128"/>
                </a:rPr>
                <a:t>キャラ</a:t>
              </a:r>
            </a:p>
          </p:txBody>
        </p:sp>
      </p:grpSp>
    </p:spTree>
    <p:extLst>
      <p:ext uri="{BB962C8B-B14F-4D97-AF65-F5344CB8AC3E}">
        <p14:creationId xmlns:p14="http://schemas.microsoft.com/office/powerpoint/2010/main" val="2205520194"/>
      </p:ext>
    </p:extLst>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9559CA-9509-D1DD-117E-57E0DB0DFA25}"/>
            </a:ext>
          </a:extLst>
        </p:cNvPr>
        <p:cNvGrpSpPr/>
        <p:nvPr/>
      </p:nvGrpSpPr>
      <p:grpSpPr>
        <a:xfrm>
          <a:off x="0" y="0"/>
          <a:ext cx="0" cy="0"/>
          <a:chOff x="0" y="0"/>
          <a:chExt cx="0" cy="0"/>
        </a:xfrm>
      </p:grpSpPr>
      <p:sp>
        <p:nvSpPr>
          <p:cNvPr id="81" name="楕円 80">
            <a:extLst>
              <a:ext uri="{FF2B5EF4-FFF2-40B4-BE49-F238E27FC236}">
                <a16:creationId xmlns:a16="http://schemas.microsoft.com/office/drawing/2014/main" id="{C6A75E3B-F1C7-6FDC-87DD-2815D6C3A120}"/>
              </a:ext>
            </a:extLst>
          </p:cNvPr>
          <p:cNvSpPr/>
          <p:nvPr/>
        </p:nvSpPr>
        <p:spPr>
          <a:xfrm>
            <a:off x="7369222" y="-419879"/>
            <a:ext cx="7168554" cy="7679094"/>
          </a:xfrm>
          <a:prstGeom prst="ellipse">
            <a:avLst/>
          </a:prstGeom>
          <a:solidFill>
            <a:schemeClr val="accent1">
              <a:lumMod val="75000"/>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0" name="楕円 79">
            <a:extLst>
              <a:ext uri="{FF2B5EF4-FFF2-40B4-BE49-F238E27FC236}">
                <a16:creationId xmlns:a16="http://schemas.microsoft.com/office/drawing/2014/main" id="{D42CC270-B788-8229-14AE-783A37D17AA3}"/>
              </a:ext>
            </a:extLst>
          </p:cNvPr>
          <p:cNvSpPr/>
          <p:nvPr/>
        </p:nvSpPr>
        <p:spPr>
          <a:xfrm>
            <a:off x="-2195336" y="-748783"/>
            <a:ext cx="8978692" cy="8369559"/>
          </a:xfrm>
          <a:prstGeom prst="ellipse">
            <a:avLst/>
          </a:prstGeom>
          <a:solidFill>
            <a:srgbClr val="CC66FF">
              <a:alpha val="6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 name="四角形: 角を丸くする 1">
            <a:extLst>
              <a:ext uri="{FF2B5EF4-FFF2-40B4-BE49-F238E27FC236}">
                <a16:creationId xmlns:a16="http://schemas.microsoft.com/office/drawing/2014/main" id="{A26B3D78-E93E-0DC6-0AF4-4C3600DA7BCB}"/>
              </a:ext>
            </a:extLst>
          </p:cNvPr>
          <p:cNvSpPr/>
          <p:nvPr/>
        </p:nvSpPr>
        <p:spPr>
          <a:xfrm>
            <a:off x="658742" y="891074"/>
            <a:ext cx="2747226"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3" name="四角形: 角を丸くする 2">
            <a:extLst>
              <a:ext uri="{FF2B5EF4-FFF2-40B4-BE49-F238E27FC236}">
                <a16:creationId xmlns:a16="http://schemas.microsoft.com/office/drawing/2014/main" id="{2A759BC2-4041-9B61-0C60-D8D26F9DFCE5}"/>
              </a:ext>
            </a:extLst>
          </p:cNvPr>
          <p:cNvSpPr/>
          <p:nvPr/>
        </p:nvSpPr>
        <p:spPr>
          <a:xfrm>
            <a:off x="658742" y="1626637"/>
            <a:ext cx="2747226"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6" name="四角形: 角を丸くする 5">
            <a:extLst>
              <a:ext uri="{FF2B5EF4-FFF2-40B4-BE49-F238E27FC236}">
                <a16:creationId xmlns:a16="http://schemas.microsoft.com/office/drawing/2014/main" id="{62ECF6BC-5BF5-FD12-5B61-0E465C593FEC}"/>
              </a:ext>
            </a:extLst>
          </p:cNvPr>
          <p:cNvSpPr/>
          <p:nvPr/>
        </p:nvSpPr>
        <p:spPr>
          <a:xfrm>
            <a:off x="658742" y="2362200"/>
            <a:ext cx="2747226"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8" name="四角形: 角を丸くする 7">
            <a:extLst>
              <a:ext uri="{FF2B5EF4-FFF2-40B4-BE49-F238E27FC236}">
                <a16:creationId xmlns:a16="http://schemas.microsoft.com/office/drawing/2014/main" id="{EB908A57-1D7A-8BD2-67B0-18CE246524BE}"/>
              </a:ext>
            </a:extLst>
          </p:cNvPr>
          <p:cNvSpPr/>
          <p:nvPr/>
        </p:nvSpPr>
        <p:spPr>
          <a:xfrm>
            <a:off x="658742" y="3833326"/>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9" name="四角形: 角を丸くする 8">
            <a:extLst>
              <a:ext uri="{FF2B5EF4-FFF2-40B4-BE49-F238E27FC236}">
                <a16:creationId xmlns:a16="http://schemas.microsoft.com/office/drawing/2014/main" id="{F461A96E-673F-D5E9-BFE4-C1BADEC4AF2B}"/>
              </a:ext>
            </a:extLst>
          </p:cNvPr>
          <p:cNvSpPr/>
          <p:nvPr/>
        </p:nvSpPr>
        <p:spPr>
          <a:xfrm>
            <a:off x="658742" y="4568889"/>
            <a:ext cx="2747226"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10" name="四角形: 角を丸くする 9">
            <a:extLst>
              <a:ext uri="{FF2B5EF4-FFF2-40B4-BE49-F238E27FC236}">
                <a16:creationId xmlns:a16="http://schemas.microsoft.com/office/drawing/2014/main" id="{792BC838-8F1C-3C6C-13B3-0CB35A33B9FF}"/>
              </a:ext>
            </a:extLst>
          </p:cNvPr>
          <p:cNvSpPr/>
          <p:nvPr/>
        </p:nvSpPr>
        <p:spPr>
          <a:xfrm>
            <a:off x="658742" y="5304452"/>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sp>
        <p:nvSpPr>
          <p:cNvPr id="13" name="楕円 12">
            <a:extLst>
              <a:ext uri="{FF2B5EF4-FFF2-40B4-BE49-F238E27FC236}">
                <a16:creationId xmlns:a16="http://schemas.microsoft.com/office/drawing/2014/main" id="{185DAFA6-7C25-B112-EC67-FAE2A1DB8172}"/>
              </a:ext>
            </a:extLst>
          </p:cNvPr>
          <p:cNvSpPr/>
          <p:nvPr/>
        </p:nvSpPr>
        <p:spPr>
          <a:xfrm>
            <a:off x="835866" y="942392"/>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5" name="楕円 14">
            <a:extLst>
              <a:ext uri="{FF2B5EF4-FFF2-40B4-BE49-F238E27FC236}">
                <a16:creationId xmlns:a16="http://schemas.microsoft.com/office/drawing/2014/main" id="{784258F3-39AB-2A92-BBEB-CE67FE1ADBC7}"/>
              </a:ext>
            </a:extLst>
          </p:cNvPr>
          <p:cNvSpPr/>
          <p:nvPr/>
        </p:nvSpPr>
        <p:spPr>
          <a:xfrm>
            <a:off x="835866" y="1677955"/>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9" name="楕円 18">
            <a:extLst>
              <a:ext uri="{FF2B5EF4-FFF2-40B4-BE49-F238E27FC236}">
                <a16:creationId xmlns:a16="http://schemas.microsoft.com/office/drawing/2014/main" id="{36B71774-E0B7-7972-2FA1-8E5FAB7A4897}"/>
              </a:ext>
            </a:extLst>
          </p:cNvPr>
          <p:cNvSpPr/>
          <p:nvPr/>
        </p:nvSpPr>
        <p:spPr>
          <a:xfrm>
            <a:off x="835866" y="5355770"/>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22" name="楕円 21">
            <a:extLst>
              <a:ext uri="{FF2B5EF4-FFF2-40B4-BE49-F238E27FC236}">
                <a16:creationId xmlns:a16="http://schemas.microsoft.com/office/drawing/2014/main" id="{CBB4CD40-6663-E9D4-F412-AE3A0E099DF7}"/>
              </a:ext>
            </a:extLst>
          </p:cNvPr>
          <p:cNvSpPr/>
          <p:nvPr/>
        </p:nvSpPr>
        <p:spPr>
          <a:xfrm>
            <a:off x="835866" y="4620207"/>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28" name="楕円 27">
            <a:extLst>
              <a:ext uri="{FF2B5EF4-FFF2-40B4-BE49-F238E27FC236}">
                <a16:creationId xmlns:a16="http://schemas.microsoft.com/office/drawing/2014/main" id="{45C515EC-8E7B-6418-8ADE-671B26735CA4}"/>
              </a:ext>
            </a:extLst>
          </p:cNvPr>
          <p:cNvSpPr/>
          <p:nvPr/>
        </p:nvSpPr>
        <p:spPr>
          <a:xfrm>
            <a:off x="835866" y="3884644"/>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34" name="楕円 33">
            <a:extLst>
              <a:ext uri="{FF2B5EF4-FFF2-40B4-BE49-F238E27FC236}">
                <a16:creationId xmlns:a16="http://schemas.microsoft.com/office/drawing/2014/main" id="{1F6FB9A4-C7D1-408B-C7FE-6AE28CB9D81A}"/>
              </a:ext>
            </a:extLst>
          </p:cNvPr>
          <p:cNvSpPr/>
          <p:nvPr/>
        </p:nvSpPr>
        <p:spPr>
          <a:xfrm>
            <a:off x="835866" y="241351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36" name="四角形: 角を丸くする 35">
            <a:extLst>
              <a:ext uri="{FF2B5EF4-FFF2-40B4-BE49-F238E27FC236}">
                <a16:creationId xmlns:a16="http://schemas.microsoft.com/office/drawing/2014/main" id="{4FF5B373-5F90-D45E-ED98-4F6BB42CF0F5}"/>
              </a:ext>
            </a:extLst>
          </p:cNvPr>
          <p:cNvSpPr/>
          <p:nvPr/>
        </p:nvSpPr>
        <p:spPr>
          <a:xfrm>
            <a:off x="2795756" y="914399"/>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7" name="四角形: 角を丸くする 36">
            <a:extLst>
              <a:ext uri="{FF2B5EF4-FFF2-40B4-BE49-F238E27FC236}">
                <a16:creationId xmlns:a16="http://schemas.microsoft.com/office/drawing/2014/main" id="{B904FADC-5874-933C-E121-D533FFAE9F82}"/>
              </a:ext>
            </a:extLst>
          </p:cNvPr>
          <p:cNvSpPr/>
          <p:nvPr/>
        </p:nvSpPr>
        <p:spPr>
          <a:xfrm>
            <a:off x="2795756" y="5324668"/>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8" name="四角形: 角を丸くする 37">
            <a:extLst>
              <a:ext uri="{FF2B5EF4-FFF2-40B4-BE49-F238E27FC236}">
                <a16:creationId xmlns:a16="http://schemas.microsoft.com/office/drawing/2014/main" id="{5C226858-BF04-B4AC-8D9A-1095DAC59968}"/>
              </a:ext>
            </a:extLst>
          </p:cNvPr>
          <p:cNvSpPr/>
          <p:nvPr/>
        </p:nvSpPr>
        <p:spPr>
          <a:xfrm>
            <a:off x="2795756" y="4589624"/>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9" name="四角形: 角を丸くする 38">
            <a:extLst>
              <a:ext uri="{FF2B5EF4-FFF2-40B4-BE49-F238E27FC236}">
                <a16:creationId xmlns:a16="http://schemas.microsoft.com/office/drawing/2014/main" id="{1B87A90B-A01F-1340-F90F-2C0F7AB924AF}"/>
              </a:ext>
            </a:extLst>
          </p:cNvPr>
          <p:cNvSpPr/>
          <p:nvPr/>
        </p:nvSpPr>
        <p:spPr>
          <a:xfrm>
            <a:off x="2795756" y="3854579"/>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 name="四角形: 角を丸くする 6">
            <a:extLst>
              <a:ext uri="{FF2B5EF4-FFF2-40B4-BE49-F238E27FC236}">
                <a16:creationId xmlns:a16="http://schemas.microsoft.com/office/drawing/2014/main" id="{A4889E5D-140B-E33E-AB76-6611D5F510B3}"/>
              </a:ext>
            </a:extLst>
          </p:cNvPr>
          <p:cNvSpPr/>
          <p:nvPr/>
        </p:nvSpPr>
        <p:spPr>
          <a:xfrm>
            <a:off x="1255608" y="3097763"/>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31" name="楕円 30">
            <a:extLst>
              <a:ext uri="{FF2B5EF4-FFF2-40B4-BE49-F238E27FC236}">
                <a16:creationId xmlns:a16="http://schemas.microsoft.com/office/drawing/2014/main" id="{5F941D2E-C6A8-3EE4-E6BE-AD63AFD1B16B}"/>
              </a:ext>
            </a:extLst>
          </p:cNvPr>
          <p:cNvSpPr/>
          <p:nvPr/>
        </p:nvSpPr>
        <p:spPr>
          <a:xfrm>
            <a:off x="1432732" y="3149081"/>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40" name="四角形: 角を丸くする 39">
            <a:extLst>
              <a:ext uri="{FF2B5EF4-FFF2-40B4-BE49-F238E27FC236}">
                <a16:creationId xmlns:a16="http://schemas.microsoft.com/office/drawing/2014/main" id="{B698936C-DB46-F434-2C93-6B9E465CC7AB}"/>
              </a:ext>
            </a:extLst>
          </p:cNvPr>
          <p:cNvSpPr/>
          <p:nvPr/>
        </p:nvSpPr>
        <p:spPr>
          <a:xfrm>
            <a:off x="3392623" y="3119534"/>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41" name="四角形: 角を丸くする 40">
            <a:extLst>
              <a:ext uri="{FF2B5EF4-FFF2-40B4-BE49-F238E27FC236}">
                <a16:creationId xmlns:a16="http://schemas.microsoft.com/office/drawing/2014/main" id="{34FBE4ED-2724-C036-E51F-AA86913D11B6}"/>
              </a:ext>
            </a:extLst>
          </p:cNvPr>
          <p:cNvSpPr/>
          <p:nvPr/>
        </p:nvSpPr>
        <p:spPr>
          <a:xfrm>
            <a:off x="2795756" y="2384489"/>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42" name="四角形: 角を丸くする 41">
            <a:extLst>
              <a:ext uri="{FF2B5EF4-FFF2-40B4-BE49-F238E27FC236}">
                <a16:creationId xmlns:a16="http://schemas.microsoft.com/office/drawing/2014/main" id="{CA72CFFC-1FBC-9FE3-FA0E-7F545AB9A617}"/>
              </a:ext>
            </a:extLst>
          </p:cNvPr>
          <p:cNvSpPr/>
          <p:nvPr/>
        </p:nvSpPr>
        <p:spPr>
          <a:xfrm>
            <a:off x="2795756" y="1649444"/>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44" name="四角形: 角を丸くする 43">
            <a:extLst>
              <a:ext uri="{FF2B5EF4-FFF2-40B4-BE49-F238E27FC236}">
                <a16:creationId xmlns:a16="http://schemas.microsoft.com/office/drawing/2014/main" id="{6081298E-0AF4-AADE-AD9C-BA82BF4BC29C}"/>
              </a:ext>
            </a:extLst>
          </p:cNvPr>
          <p:cNvSpPr/>
          <p:nvPr/>
        </p:nvSpPr>
        <p:spPr>
          <a:xfrm flipV="1">
            <a:off x="8838120" y="5295121"/>
            <a:ext cx="2704472"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6" name="四角形: 角を丸くする 45">
            <a:extLst>
              <a:ext uri="{FF2B5EF4-FFF2-40B4-BE49-F238E27FC236}">
                <a16:creationId xmlns:a16="http://schemas.microsoft.com/office/drawing/2014/main" id="{316EA2D3-5EE7-C7B5-FCC8-3C085F6B0780}"/>
              </a:ext>
            </a:extLst>
          </p:cNvPr>
          <p:cNvSpPr/>
          <p:nvPr/>
        </p:nvSpPr>
        <p:spPr>
          <a:xfrm flipV="1">
            <a:off x="8838120" y="3823995"/>
            <a:ext cx="2704472"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7" name="四角形: 角を丸くする 46">
            <a:extLst>
              <a:ext uri="{FF2B5EF4-FFF2-40B4-BE49-F238E27FC236}">
                <a16:creationId xmlns:a16="http://schemas.microsoft.com/office/drawing/2014/main" id="{E3683AA2-8A25-F81A-7F9B-6573F51EAB43}"/>
              </a:ext>
            </a:extLst>
          </p:cNvPr>
          <p:cNvSpPr/>
          <p:nvPr/>
        </p:nvSpPr>
        <p:spPr>
          <a:xfrm flipV="1">
            <a:off x="8838120" y="3088432"/>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8" name="四角形: 角を丸くする 47">
            <a:extLst>
              <a:ext uri="{FF2B5EF4-FFF2-40B4-BE49-F238E27FC236}">
                <a16:creationId xmlns:a16="http://schemas.microsoft.com/office/drawing/2014/main" id="{1FDEFD91-8A2D-5254-583C-374A78F0D8FE}"/>
              </a:ext>
            </a:extLst>
          </p:cNvPr>
          <p:cNvSpPr/>
          <p:nvPr/>
        </p:nvSpPr>
        <p:spPr>
          <a:xfrm flipV="1">
            <a:off x="8838120" y="2352869"/>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9" name="四角形: 角を丸くする 48">
            <a:extLst>
              <a:ext uri="{FF2B5EF4-FFF2-40B4-BE49-F238E27FC236}">
                <a16:creationId xmlns:a16="http://schemas.microsoft.com/office/drawing/2014/main" id="{DE5362C6-86D7-8FB2-5F6E-2DFC1F115A77}"/>
              </a:ext>
            </a:extLst>
          </p:cNvPr>
          <p:cNvSpPr/>
          <p:nvPr/>
        </p:nvSpPr>
        <p:spPr>
          <a:xfrm flipV="1">
            <a:off x="8838120" y="1617306"/>
            <a:ext cx="2704472"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50" name="四角形: 角を丸くする 49">
            <a:extLst>
              <a:ext uri="{FF2B5EF4-FFF2-40B4-BE49-F238E27FC236}">
                <a16:creationId xmlns:a16="http://schemas.microsoft.com/office/drawing/2014/main" id="{FE942FAE-4878-11AF-C83A-B5B596866EF2}"/>
              </a:ext>
            </a:extLst>
          </p:cNvPr>
          <p:cNvSpPr/>
          <p:nvPr/>
        </p:nvSpPr>
        <p:spPr>
          <a:xfrm flipV="1">
            <a:off x="8838120" y="881743"/>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grpSp>
        <p:nvGrpSpPr>
          <p:cNvPr id="51" name="グループ化 50">
            <a:extLst>
              <a:ext uri="{FF2B5EF4-FFF2-40B4-BE49-F238E27FC236}">
                <a16:creationId xmlns:a16="http://schemas.microsoft.com/office/drawing/2014/main" id="{04089AD2-85D7-C3F1-CFDC-335F06798826}"/>
              </a:ext>
            </a:extLst>
          </p:cNvPr>
          <p:cNvGrpSpPr/>
          <p:nvPr/>
        </p:nvGrpSpPr>
        <p:grpSpPr>
          <a:xfrm>
            <a:off x="9012488" y="933061"/>
            <a:ext cx="2285281" cy="559836"/>
            <a:chOff x="858105" y="942392"/>
            <a:chExt cx="2612882" cy="559836"/>
          </a:xfrm>
        </p:grpSpPr>
        <p:sp>
          <p:nvSpPr>
            <p:cNvPr id="52" name="楕円 51">
              <a:extLst>
                <a:ext uri="{FF2B5EF4-FFF2-40B4-BE49-F238E27FC236}">
                  <a16:creationId xmlns:a16="http://schemas.microsoft.com/office/drawing/2014/main" id="{B12F5E5C-3E1C-A944-A843-8D3CCBD888EB}"/>
                </a:ext>
              </a:extLst>
            </p:cNvPr>
            <p:cNvSpPr/>
            <p:nvPr/>
          </p:nvSpPr>
          <p:spPr>
            <a:xfrm>
              <a:off x="1838130" y="9423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53" name="楕円 52">
              <a:extLst>
                <a:ext uri="{FF2B5EF4-FFF2-40B4-BE49-F238E27FC236}">
                  <a16:creationId xmlns:a16="http://schemas.microsoft.com/office/drawing/2014/main" id="{DF10D7AA-E8DF-FB63-3A03-6DCCA7978C35}"/>
                </a:ext>
              </a:extLst>
            </p:cNvPr>
            <p:cNvSpPr/>
            <p:nvPr/>
          </p:nvSpPr>
          <p:spPr>
            <a:xfrm>
              <a:off x="858105" y="9423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54" name="グループ化 53">
            <a:extLst>
              <a:ext uri="{FF2B5EF4-FFF2-40B4-BE49-F238E27FC236}">
                <a16:creationId xmlns:a16="http://schemas.microsoft.com/office/drawing/2014/main" id="{A68EFC0A-0C42-F591-1679-B229720CC949}"/>
              </a:ext>
            </a:extLst>
          </p:cNvPr>
          <p:cNvGrpSpPr/>
          <p:nvPr/>
        </p:nvGrpSpPr>
        <p:grpSpPr>
          <a:xfrm>
            <a:off x="9012488" y="1668624"/>
            <a:ext cx="2285281" cy="559836"/>
            <a:chOff x="858105" y="1673292"/>
            <a:chExt cx="2612882" cy="559836"/>
          </a:xfrm>
        </p:grpSpPr>
        <p:sp>
          <p:nvSpPr>
            <p:cNvPr id="55" name="楕円 54">
              <a:extLst>
                <a:ext uri="{FF2B5EF4-FFF2-40B4-BE49-F238E27FC236}">
                  <a16:creationId xmlns:a16="http://schemas.microsoft.com/office/drawing/2014/main" id="{416505DC-D80D-D2A5-AF56-CAA010AE2DCA}"/>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56" name="楕円 55">
              <a:extLst>
                <a:ext uri="{FF2B5EF4-FFF2-40B4-BE49-F238E27FC236}">
                  <a16:creationId xmlns:a16="http://schemas.microsoft.com/office/drawing/2014/main" id="{ECF5DEE6-DFD7-C03A-42BB-7DF457ECA96E}"/>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57" name="グループ化 56">
            <a:extLst>
              <a:ext uri="{FF2B5EF4-FFF2-40B4-BE49-F238E27FC236}">
                <a16:creationId xmlns:a16="http://schemas.microsoft.com/office/drawing/2014/main" id="{7D307751-D9F4-DF2E-7FE2-CFA76DAEE36E}"/>
              </a:ext>
            </a:extLst>
          </p:cNvPr>
          <p:cNvGrpSpPr/>
          <p:nvPr/>
        </p:nvGrpSpPr>
        <p:grpSpPr>
          <a:xfrm>
            <a:off x="9012488" y="5346439"/>
            <a:ext cx="2285281" cy="559836"/>
            <a:chOff x="858105" y="1673292"/>
            <a:chExt cx="2612882" cy="559836"/>
          </a:xfrm>
        </p:grpSpPr>
        <p:sp>
          <p:nvSpPr>
            <p:cNvPr id="58" name="楕円 57">
              <a:extLst>
                <a:ext uri="{FF2B5EF4-FFF2-40B4-BE49-F238E27FC236}">
                  <a16:creationId xmlns:a16="http://schemas.microsoft.com/office/drawing/2014/main" id="{29CF38E0-A33E-8114-0348-9DF6D63827B8}"/>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59" name="楕円 58">
              <a:extLst>
                <a:ext uri="{FF2B5EF4-FFF2-40B4-BE49-F238E27FC236}">
                  <a16:creationId xmlns:a16="http://schemas.microsoft.com/office/drawing/2014/main" id="{14D2EB50-B919-1CAB-D2BC-B9EA2B93701A}"/>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63" name="グループ化 62">
            <a:extLst>
              <a:ext uri="{FF2B5EF4-FFF2-40B4-BE49-F238E27FC236}">
                <a16:creationId xmlns:a16="http://schemas.microsoft.com/office/drawing/2014/main" id="{49CBC8C7-419C-4C1C-23EE-86966BA8FF26}"/>
              </a:ext>
            </a:extLst>
          </p:cNvPr>
          <p:cNvGrpSpPr/>
          <p:nvPr/>
        </p:nvGrpSpPr>
        <p:grpSpPr>
          <a:xfrm>
            <a:off x="9012488" y="3875313"/>
            <a:ext cx="2285281" cy="559836"/>
            <a:chOff x="858105" y="1673292"/>
            <a:chExt cx="2612882" cy="559836"/>
          </a:xfrm>
        </p:grpSpPr>
        <p:sp>
          <p:nvSpPr>
            <p:cNvPr id="64" name="楕円 63">
              <a:extLst>
                <a:ext uri="{FF2B5EF4-FFF2-40B4-BE49-F238E27FC236}">
                  <a16:creationId xmlns:a16="http://schemas.microsoft.com/office/drawing/2014/main" id="{67BCA7D2-5320-F44F-747C-66F226CADEBF}"/>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65" name="楕円 64">
              <a:extLst>
                <a:ext uri="{FF2B5EF4-FFF2-40B4-BE49-F238E27FC236}">
                  <a16:creationId xmlns:a16="http://schemas.microsoft.com/office/drawing/2014/main" id="{B72EDA15-3C2C-070F-E5C0-884F60F6D7F0}"/>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66" name="グループ化 65">
            <a:extLst>
              <a:ext uri="{FF2B5EF4-FFF2-40B4-BE49-F238E27FC236}">
                <a16:creationId xmlns:a16="http://schemas.microsoft.com/office/drawing/2014/main" id="{3D99E757-F82E-61C9-04BA-858F119D2CE3}"/>
              </a:ext>
            </a:extLst>
          </p:cNvPr>
          <p:cNvGrpSpPr/>
          <p:nvPr/>
        </p:nvGrpSpPr>
        <p:grpSpPr>
          <a:xfrm>
            <a:off x="9012488" y="3139750"/>
            <a:ext cx="2285281" cy="559836"/>
            <a:chOff x="858105" y="1673292"/>
            <a:chExt cx="2612882" cy="559836"/>
          </a:xfrm>
        </p:grpSpPr>
        <p:sp>
          <p:nvSpPr>
            <p:cNvPr id="67" name="楕円 66">
              <a:extLst>
                <a:ext uri="{FF2B5EF4-FFF2-40B4-BE49-F238E27FC236}">
                  <a16:creationId xmlns:a16="http://schemas.microsoft.com/office/drawing/2014/main" id="{4EE31473-2FF9-269F-4CC2-79EA3820A55C}"/>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68" name="楕円 67">
              <a:extLst>
                <a:ext uri="{FF2B5EF4-FFF2-40B4-BE49-F238E27FC236}">
                  <a16:creationId xmlns:a16="http://schemas.microsoft.com/office/drawing/2014/main" id="{6FADD411-5DBC-24EB-6859-2B0265A29F43}"/>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69" name="グループ化 68">
            <a:extLst>
              <a:ext uri="{FF2B5EF4-FFF2-40B4-BE49-F238E27FC236}">
                <a16:creationId xmlns:a16="http://schemas.microsoft.com/office/drawing/2014/main" id="{5EAB9184-9CF0-BA55-5D7F-35AAAC1C4438}"/>
              </a:ext>
            </a:extLst>
          </p:cNvPr>
          <p:cNvGrpSpPr/>
          <p:nvPr/>
        </p:nvGrpSpPr>
        <p:grpSpPr>
          <a:xfrm>
            <a:off x="9012488" y="2404187"/>
            <a:ext cx="2285281" cy="559836"/>
            <a:chOff x="858105" y="1673292"/>
            <a:chExt cx="2612882" cy="559836"/>
          </a:xfrm>
        </p:grpSpPr>
        <p:sp>
          <p:nvSpPr>
            <p:cNvPr id="70" name="楕円 69">
              <a:extLst>
                <a:ext uri="{FF2B5EF4-FFF2-40B4-BE49-F238E27FC236}">
                  <a16:creationId xmlns:a16="http://schemas.microsoft.com/office/drawing/2014/main" id="{61B89D5C-C096-6BA3-F585-D291DF56E75A}"/>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71" name="楕円 70">
              <a:extLst>
                <a:ext uri="{FF2B5EF4-FFF2-40B4-BE49-F238E27FC236}">
                  <a16:creationId xmlns:a16="http://schemas.microsoft.com/office/drawing/2014/main" id="{B944DE47-470A-BC79-13B5-7BDEDC4925AF}"/>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sp>
        <p:nvSpPr>
          <p:cNvPr id="72" name="四角形: 角を丸くする 71">
            <a:extLst>
              <a:ext uri="{FF2B5EF4-FFF2-40B4-BE49-F238E27FC236}">
                <a16:creationId xmlns:a16="http://schemas.microsoft.com/office/drawing/2014/main" id="{DB465A87-813F-F5ED-D089-A6E49E1537D5}"/>
              </a:ext>
            </a:extLst>
          </p:cNvPr>
          <p:cNvSpPr/>
          <p:nvPr/>
        </p:nvSpPr>
        <p:spPr>
          <a:xfrm>
            <a:off x="10941877" y="90506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3" name="四角形: 角を丸くする 72">
            <a:extLst>
              <a:ext uri="{FF2B5EF4-FFF2-40B4-BE49-F238E27FC236}">
                <a16:creationId xmlns:a16="http://schemas.microsoft.com/office/drawing/2014/main" id="{EDC3175D-D03C-7064-F612-101D112C3EBC}"/>
              </a:ext>
            </a:extLst>
          </p:cNvPr>
          <p:cNvSpPr/>
          <p:nvPr/>
        </p:nvSpPr>
        <p:spPr>
          <a:xfrm>
            <a:off x="10941877" y="5315337"/>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90" name="グループ化 89">
            <a:extLst>
              <a:ext uri="{FF2B5EF4-FFF2-40B4-BE49-F238E27FC236}">
                <a16:creationId xmlns:a16="http://schemas.microsoft.com/office/drawing/2014/main" id="{AF44FF67-133C-91E9-CD43-BE2A62053276}"/>
              </a:ext>
            </a:extLst>
          </p:cNvPr>
          <p:cNvGrpSpPr/>
          <p:nvPr/>
        </p:nvGrpSpPr>
        <p:grpSpPr>
          <a:xfrm>
            <a:off x="8836094" y="4559558"/>
            <a:ext cx="2704472" cy="662473"/>
            <a:chOff x="8450427" y="4559558"/>
            <a:chExt cx="3092165" cy="662473"/>
          </a:xfrm>
        </p:grpSpPr>
        <p:sp>
          <p:nvSpPr>
            <p:cNvPr id="45" name="四角形: 角を丸くする 44">
              <a:extLst>
                <a:ext uri="{FF2B5EF4-FFF2-40B4-BE49-F238E27FC236}">
                  <a16:creationId xmlns:a16="http://schemas.microsoft.com/office/drawing/2014/main" id="{86677547-A83A-CD8F-E097-8E5E6E52927E}"/>
                </a:ext>
              </a:extLst>
            </p:cNvPr>
            <p:cNvSpPr/>
            <p:nvPr/>
          </p:nvSpPr>
          <p:spPr>
            <a:xfrm flipV="1">
              <a:off x="8450427" y="4559558"/>
              <a:ext cx="3092165"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grpSp>
          <p:nvGrpSpPr>
            <p:cNvPr id="60" name="グループ化 59">
              <a:extLst>
                <a:ext uri="{FF2B5EF4-FFF2-40B4-BE49-F238E27FC236}">
                  <a16:creationId xmlns:a16="http://schemas.microsoft.com/office/drawing/2014/main" id="{8D0B2179-231B-6670-361F-63C253D474B4}"/>
                </a:ext>
              </a:extLst>
            </p:cNvPr>
            <p:cNvGrpSpPr/>
            <p:nvPr/>
          </p:nvGrpSpPr>
          <p:grpSpPr>
            <a:xfrm>
              <a:off x="8649791" y="4610876"/>
              <a:ext cx="2612882" cy="559836"/>
              <a:chOff x="858105" y="1673292"/>
              <a:chExt cx="2612882" cy="559836"/>
            </a:xfrm>
          </p:grpSpPr>
          <p:sp>
            <p:nvSpPr>
              <p:cNvPr id="61" name="楕円 60">
                <a:extLst>
                  <a:ext uri="{FF2B5EF4-FFF2-40B4-BE49-F238E27FC236}">
                    <a16:creationId xmlns:a16="http://schemas.microsoft.com/office/drawing/2014/main" id="{06939723-068B-6D88-DB3F-00219AF87F2B}"/>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62" name="楕円 61">
                <a:extLst>
                  <a:ext uri="{FF2B5EF4-FFF2-40B4-BE49-F238E27FC236}">
                    <a16:creationId xmlns:a16="http://schemas.microsoft.com/office/drawing/2014/main" id="{D1C6C6BB-E3EC-6046-9AA6-E35AFF2ADD8B}"/>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sp>
          <p:nvSpPr>
            <p:cNvPr id="74" name="四角形: 角を丸くする 73">
              <a:extLst>
                <a:ext uri="{FF2B5EF4-FFF2-40B4-BE49-F238E27FC236}">
                  <a16:creationId xmlns:a16="http://schemas.microsoft.com/office/drawing/2014/main" id="{F9B0A670-E226-80D4-A317-981DAABCF69F}"/>
                </a:ext>
              </a:extLst>
            </p:cNvPr>
            <p:cNvSpPr/>
            <p:nvPr/>
          </p:nvSpPr>
          <p:spPr>
            <a:xfrm>
              <a:off x="10855763" y="4580293"/>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sp>
        <p:nvSpPr>
          <p:cNvPr id="75" name="四角形: 角を丸くする 74">
            <a:extLst>
              <a:ext uri="{FF2B5EF4-FFF2-40B4-BE49-F238E27FC236}">
                <a16:creationId xmlns:a16="http://schemas.microsoft.com/office/drawing/2014/main" id="{D17F6A1B-A545-C750-0F78-8854E9C57657}"/>
              </a:ext>
            </a:extLst>
          </p:cNvPr>
          <p:cNvSpPr/>
          <p:nvPr/>
        </p:nvSpPr>
        <p:spPr>
          <a:xfrm>
            <a:off x="10941877" y="384524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6" name="四角形: 角を丸くする 75">
            <a:extLst>
              <a:ext uri="{FF2B5EF4-FFF2-40B4-BE49-F238E27FC236}">
                <a16:creationId xmlns:a16="http://schemas.microsoft.com/office/drawing/2014/main" id="{DB9D1159-4A00-D923-5446-98AB1023EF36}"/>
              </a:ext>
            </a:extLst>
          </p:cNvPr>
          <p:cNvSpPr/>
          <p:nvPr/>
        </p:nvSpPr>
        <p:spPr>
          <a:xfrm>
            <a:off x="10941877" y="3110203"/>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7" name="四角形: 角を丸くする 76">
            <a:extLst>
              <a:ext uri="{FF2B5EF4-FFF2-40B4-BE49-F238E27FC236}">
                <a16:creationId xmlns:a16="http://schemas.microsoft.com/office/drawing/2014/main" id="{4E23AC2E-AA39-78D2-9169-9AA9E138BB67}"/>
              </a:ext>
            </a:extLst>
          </p:cNvPr>
          <p:cNvSpPr/>
          <p:nvPr/>
        </p:nvSpPr>
        <p:spPr>
          <a:xfrm>
            <a:off x="10941877" y="237515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8" name="四角形: 角を丸くする 77">
            <a:extLst>
              <a:ext uri="{FF2B5EF4-FFF2-40B4-BE49-F238E27FC236}">
                <a16:creationId xmlns:a16="http://schemas.microsoft.com/office/drawing/2014/main" id="{503D2EB1-D926-1CFD-0D22-8FCC7484149F}"/>
              </a:ext>
            </a:extLst>
          </p:cNvPr>
          <p:cNvSpPr/>
          <p:nvPr/>
        </p:nvSpPr>
        <p:spPr>
          <a:xfrm>
            <a:off x="10941877" y="1640113"/>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137" name="フローチャート: 論理積ゲート 136">
            <a:extLst>
              <a:ext uri="{FF2B5EF4-FFF2-40B4-BE49-F238E27FC236}">
                <a16:creationId xmlns:a16="http://schemas.microsoft.com/office/drawing/2014/main" id="{5DDA998B-1F62-8228-D947-0FE82E632008}"/>
              </a:ext>
            </a:extLst>
          </p:cNvPr>
          <p:cNvSpPr/>
          <p:nvPr/>
        </p:nvSpPr>
        <p:spPr>
          <a:xfrm>
            <a:off x="1367869" y="6169827"/>
            <a:ext cx="1225730" cy="461826"/>
          </a:xfrm>
          <a:prstGeom prst="flowChartDelay">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b="1" dirty="0">
                <a:latin typeface="BIZ UDP明朝 Medium" panose="02020500000000000000" pitchFamily="18" charset="-128"/>
                <a:ea typeface="BIZ UDP明朝 Medium" panose="02020500000000000000" pitchFamily="18" charset="-128"/>
              </a:rPr>
              <a:t>AUTO</a:t>
            </a:r>
            <a:endParaRPr kumimoji="1" lang="ja-JP" altLang="en-US" b="1" dirty="0">
              <a:latin typeface="BIZ UDP明朝 Medium" panose="02020500000000000000" pitchFamily="18" charset="-128"/>
              <a:ea typeface="BIZ UDP明朝 Medium" panose="02020500000000000000" pitchFamily="18" charset="-128"/>
            </a:endParaRPr>
          </a:p>
        </p:txBody>
      </p:sp>
      <p:sp>
        <p:nvSpPr>
          <p:cNvPr id="139" name="フローチャート: 論理積ゲート 138">
            <a:extLst>
              <a:ext uri="{FF2B5EF4-FFF2-40B4-BE49-F238E27FC236}">
                <a16:creationId xmlns:a16="http://schemas.microsoft.com/office/drawing/2014/main" id="{8C300777-47C5-2C04-901E-D62BDABCE3F5}"/>
              </a:ext>
            </a:extLst>
          </p:cNvPr>
          <p:cNvSpPr/>
          <p:nvPr/>
        </p:nvSpPr>
        <p:spPr>
          <a:xfrm>
            <a:off x="2796951" y="6169827"/>
            <a:ext cx="1225730" cy="461826"/>
          </a:xfrm>
          <a:prstGeom prst="flowChartDelay">
            <a:avLst/>
          </a:prstGeom>
          <a:solidFill>
            <a:srgbClr val="CC66FF"/>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BIZ UDP明朝 Medium" panose="02020500000000000000" pitchFamily="18" charset="-128"/>
                <a:ea typeface="BIZ UDP明朝 Medium" panose="02020500000000000000" pitchFamily="18" charset="-128"/>
              </a:rPr>
              <a:t>▶▶</a:t>
            </a:r>
            <a:r>
              <a:rPr kumimoji="1" lang="en-US" altLang="ja-JP" b="1" dirty="0">
                <a:latin typeface="BIZ UDP明朝 Medium" panose="02020500000000000000" pitchFamily="18" charset="-128"/>
                <a:ea typeface="BIZ UDP明朝 Medium" panose="02020500000000000000" pitchFamily="18" charset="-128"/>
              </a:rPr>
              <a:t>×2</a:t>
            </a:r>
            <a:endParaRPr kumimoji="1" lang="ja-JP" altLang="en-US" b="1" dirty="0">
              <a:latin typeface="BIZ UDP明朝 Medium" panose="02020500000000000000" pitchFamily="18" charset="-128"/>
              <a:ea typeface="BIZ UDP明朝 Medium" panose="02020500000000000000" pitchFamily="18" charset="-128"/>
            </a:endParaRPr>
          </a:p>
        </p:txBody>
      </p:sp>
      <p:grpSp>
        <p:nvGrpSpPr>
          <p:cNvPr id="155" name="グループ化 154">
            <a:extLst>
              <a:ext uri="{FF2B5EF4-FFF2-40B4-BE49-F238E27FC236}">
                <a16:creationId xmlns:a16="http://schemas.microsoft.com/office/drawing/2014/main" id="{DB5E4401-FD34-9492-116D-A474B15F7578}"/>
              </a:ext>
            </a:extLst>
          </p:cNvPr>
          <p:cNvGrpSpPr/>
          <p:nvPr/>
        </p:nvGrpSpPr>
        <p:grpSpPr>
          <a:xfrm>
            <a:off x="619269" y="6128116"/>
            <a:ext cx="545248" cy="545248"/>
            <a:chOff x="4866575" y="4589624"/>
            <a:chExt cx="914400" cy="914400"/>
          </a:xfrm>
        </p:grpSpPr>
        <p:sp>
          <p:nvSpPr>
            <p:cNvPr id="154" name="四角形: 角を丸くする 153">
              <a:extLst>
                <a:ext uri="{FF2B5EF4-FFF2-40B4-BE49-F238E27FC236}">
                  <a16:creationId xmlns:a16="http://schemas.microsoft.com/office/drawing/2014/main" id="{355E6F5B-88A5-6593-129A-4B1F2120AFE7}"/>
                </a:ext>
              </a:extLst>
            </p:cNvPr>
            <p:cNvSpPr/>
            <p:nvPr/>
          </p:nvSpPr>
          <p:spPr>
            <a:xfrm>
              <a:off x="4866575" y="4589624"/>
              <a:ext cx="914400" cy="914400"/>
            </a:xfrm>
            <a:prstGeom prst="roundRect">
              <a:avLst/>
            </a:prstGeom>
            <a:solidFill>
              <a:schemeClr val="tx1">
                <a:lumMod val="85000"/>
                <a:lumOff val="15000"/>
                <a:alpha val="7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53" name="図 152">
              <a:extLst>
                <a:ext uri="{FF2B5EF4-FFF2-40B4-BE49-F238E27FC236}">
                  <a16:creationId xmlns:a16="http://schemas.microsoft.com/office/drawing/2014/main" id="{56D07E7F-70F0-B0C9-8585-AE80866CA1FB}"/>
                </a:ext>
              </a:extLst>
            </p:cNvPr>
            <p:cNvPicPr>
              <a:picLocks noChangeAspect="1"/>
            </p:cNvPicPr>
            <p:nvPr/>
          </p:nvPicPr>
          <p:blipFill>
            <a:blip r:embed="rId2">
              <a:lum bright="70000" contrast="-70000"/>
              <a:extLst>
                <a:ext uri="{28A0092B-C50C-407E-A947-70E740481C1C}">
                  <a14:useLocalDpi xmlns:a14="http://schemas.microsoft.com/office/drawing/2010/main" val="0"/>
                </a:ext>
              </a:extLst>
            </a:blip>
            <a:stretch>
              <a:fillRect/>
            </a:stretch>
          </p:blipFill>
          <p:spPr>
            <a:xfrm>
              <a:off x="5014494" y="4737543"/>
              <a:ext cx="618561" cy="618561"/>
            </a:xfrm>
            <a:prstGeom prst="rect">
              <a:avLst/>
            </a:prstGeom>
          </p:spPr>
        </p:pic>
      </p:grpSp>
      <p:grpSp>
        <p:nvGrpSpPr>
          <p:cNvPr id="162" name="グループ化 161">
            <a:extLst>
              <a:ext uri="{FF2B5EF4-FFF2-40B4-BE49-F238E27FC236}">
                <a16:creationId xmlns:a16="http://schemas.microsoft.com/office/drawing/2014/main" id="{6ECA90F5-775F-A420-9C26-0E0F1746DE84}"/>
              </a:ext>
            </a:extLst>
          </p:cNvPr>
          <p:cNvGrpSpPr/>
          <p:nvPr/>
        </p:nvGrpSpPr>
        <p:grpSpPr>
          <a:xfrm>
            <a:off x="4366984" y="6060235"/>
            <a:ext cx="3092165" cy="603252"/>
            <a:chOff x="1719571" y="215382"/>
            <a:chExt cx="3888059" cy="426098"/>
          </a:xfrm>
          <a:solidFill>
            <a:schemeClr val="tx1">
              <a:lumMod val="95000"/>
              <a:lumOff val="5000"/>
            </a:schemeClr>
          </a:solidFill>
        </p:grpSpPr>
        <p:sp>
          <p:nvSpPr>
            <p:cNvPr id="166" name="平行四辺形 165">
              <a:extLst>
                <a:ext uri="{FF2B5EF4-FFF2-40B4-BE49-F238E27FC236}">
                  <a16:creationId xmlns:a16="http://schemas.microsoft.com/office/drawing/2014/main" id="{CDC53BD6-DB3F-0E2C-8086-AE4F882243EB}"/>
                </a:ext>
              </a:extLst>
            </p:cNvPr>
            <p:cNvSpPr/>
            <p:nvPr/>
          </p:nvSpPr>
          <p:spPr>
            <a:xfrm>
              <a:off x="4751951"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7" name="平行四辺形 166">
              <a:extLst>
                <a:ext uri="{FF2B5EF4-FFF2-40B4-BE49-F238E27FC236}">
                  <a16:creationId xmlns:a16="http://schemas.microsoft.com/office/drawing/2014/main" id="{16764546-E193-CD80-EFA8-A6EBEF9BA497}"/>
                </a:ext>
              </a:extLst>
            </p:cNvPr>
            <p:cNvSpPr/>
            <p:nvPr/>
          </p:nvSpPr>
          <p:spPr>
            <a:xfrm>
              <a:off x="3993856" y="215382"/>
              <a:ext cx="855679" cy="426098"/>
            </a:xfrm>
            <a:prstGeom prst="homePlate">
              <a:avLst/>
            </a:prstGeom>
            <a:solidFill>
              <a:schemeClr val="accent1"/>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5" name="平行四辺形 164">
              <a:extLst>
                <a:ext uri="{FF2B5EF4-FFF2-40B4-BE49-F238E27FC236}">
                  <a16:creationId xmlns:a16="http://schemas.microsoft.com/office/drawing/2014/main" id="{82954E8A-3200-4F46-0D21-4B8C24DCA090}"/>
                </a:ext>
              </a:extLst>
            </p:cNvPr>
            <p:cNvSpPr/>
            <p:nvPr/>
          </p:nvSpPr>
          <p:spPr>
            <a:xfrm>
              <a:off x="3235761"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64" name="平行四辺形 163">
              <a:extLst>
                <a:ext uri="{FF2B5EF4-FFF2-40B4-BE49-F238E27FC236}">
                  <a16:creationId xmlns:a16="http://schemas.microsoft.com/office/drawing/2014/main" id="{F51662B4-1DB4-695C-1A79-ED0FA449E075}"/>
                </a:ext>
              </a:extLst>
            </p:cNvPr>
            <p:cNvSpPr/>
            <p:nvPr/>
          </p:nvSpPr>
          <p:spPr>
            <a:xfrm>
              <a:off x="2477666"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3" name="平行四辺形 162">
              <a:extLst>
                <a:ext uri="{FF2B5EF4-FFF2-40B4-BE49-F238E27FC236}">
                  <a16:creationId xmlns:a16="http://schemas.microsoft.com/office/drawing/2014/main" id="{984F0534-BBDB-AE0E-0A26-D518B4A6AFCD}"/>
                </a:ext>
              </a:extLst>
            </p:cNvPr>
            <p:cNvSpPr/>
            <p:nvPr/>
          </p:nvSpPr>
          <p:spPr>
            <a:xfrm>
              <a:off x="1719571" y="215382"/>
              <a:ext cx="855679" cy="426098"/>
            </a:xfrm>
            <a:prstGeom prst="homePlate">
              <a:avLst/>
            </a:prstGeom>
            <a:solidFill>
              <a:schemeClr val="accent1"/>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sp>
        <p:nvSpPr>
          <p:cNvPr id="168" name="楕円 167">
            <a:extLst>
              <a:ext uri="{FF2B5EF4-FFF2-40B4-BE49-F238E27FC236}">
                <a16:creationId xmlns:a16="http://schemas.microsoft.com/office/drawing/2014/main" id="{DB9C4DB0-1E49-8EB5-768D-F50179344789}"/>
              </a:ext>
            </a:extLst>
          </p:cNvPr>
          <p:cNvSpPr/>
          <p:nvPr/>
        </p:nvSpPr>
        <p:spPr>
          <a:xfrm>
            <a:off x="5698688" y="6188492"/>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キャラ</a:t>
            </a:r>
          </a:p>
        </p:txBody>
      </p:sp>
      <p:sp>
        <p:nvSpPr>
          <p:cNvPr id="169" name="楕円 168">
            <a:extLst>
              <a:ext uri="{FF2B5EF4-FFF2-40B4-BE49-F238E27FC236}">
                <a16:creationId xmlns:a16="http://schemas.microsoft.com/office/drawing/2014/main" id="{A1C11986-DCDA-D855-7E3E-B5EB19212764}"/>
              </a:ext>
            </a:extLst>
          </p:cNvPr>
          <p:cNvSpPr/>
          <p:nvPr/>
        </p:nvSpPr>
        <p:spPr>
          <a:xfrm>
            <a:off x="6346227" y="6174440"/>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キャラ</a:t>
            </a:r>
          </a:p>
        </p:txBody>
      </p:sp>
      <p:sp>
        <p:nvSpPr>
          <p:cNvPr id="170" name="楕円 169">
            <a:extLst>
              <a:ext uri="{FF2B5EF4-FFF2-40B4-BE49-F238E27FC236}">
                <a16:creationId xmlns:a16="http://schemas.microsoft.com/office/drawing/2014/main" id="{B68459DA-A197-BEDE-31A6-174FD2154024}"/>
              </a:ext>
            </a:extLst>
          </p:cNvPr>
          <p:cNvSpPr/>
          <p:nvPr/>
        </p:nvSpPr>
        <p:spPr>
          <a:xfrm>
            <a:off x="6908237" y="6188492"/>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キャラ</a:t>
            </a:r>
          </a:p>
        </p:txBody>
      </p:sp>
      <p:sp>
        <p:nvSpPr>
          <p:cNvPr id="171" name="楕円 170">
            <a:extLst>
              <a:ext uri="{FF2B5EF4-FFF2-40B4-BE49-F238E27FC236}">
                <a16:creationId xmlns:a16="http://schemas.microsoft.com/office/drawing/2014/main" id="{E0D4A600-D530-0E66-44E8-3460E1D472E7}"/>
              </a:ext>
            </a:extLst>
          </p:cNvPr>
          <p:cNvSpPr/>
          <p:nvPr/>
        </p:nvSpPr>
        <p:spPr>
          <a:xfrm>
            <a:off x="5117736" y="6188492"/>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キャラ</a:t>
            </a:r>
          </a:p>
        </p:txBody>
      </p:sp>
      <p:sp>
        <p:nvSpPr>
          <p:cNvPr id="172" name="楕円 171">
            <a:extLst>
              <a:ext uri="{FF2B5EF4-FFF2-40B4-BE49-F238E27FC236}">
                <a16:creationId xmlns:a16="http://schemas.microsoft.com/office/drawing/2014/main" id="{E90DE979-471D-064E-97D4-B3939130F067}"/>
              </a:ext>
            </a:extLst>
          </p:cNvPr>
          <p:cNvSpPr/>
          <p:nvPr/>
        </p:nvSpPr>
        <p:spPr>
          <a:xfrm>
            <a:off x="4495793" y="6188492"/>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キャラ</a:t>
            </a:r>
          </a:p>
        </p:txBody>
      </p:sp>
      <p:cxnSp>
        <p:nvCxnSpPr>
          <p:cNvPr id="174" name="直線コネクタ 173">
            <a:extLst>
              <a:ext uri="{FF2B5EF4-FFF2-40B4-BE49-F238E27FC236}">
                <a16:creationId xmlns:a16="http://schemas.microsoft.com/office/drawing/2014/main" id="{BD0523DC-615D-2E19-74D8-CFDECB129F1D}"/>
              </a:ext>
            </a:extLst>
          </p:cNvPr>
          <p:cNvCxnSpPr>
            <a:cxnSpLocks/>
          </p:cNvCxnSpPr>
          <p:nvPr/>
        </p:nvCxnSpPr>
        <p:spPr>
          <a:xfrm>
            <a:off x="4712882" y="6663487"/>
            <a:ext cx="3658847" cy="0"/>
          </a:xfrm>
          <a:prstGeom prst="line">
            <a:avLst/>
          </a:prstGeom>
          <a:ln w="38100">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175" name="テキスト ボックス 174">
            <a:extLst>
              <a:ext uri="{FF2B5EF4-FFF2-40B4-BE49-F238E27FC236}">
                <a16:creationId xmlns:a16="http://schemas.microsoft.com/office/drawing/2014/main" id="{3BD9CA96-7975-8DEB-8E7C-5E8FAEDB1716}"/>
              </a:ext>
            </a:extLst>
          </p:cNvPr>
          <p:cNvSpPr txBox="1"/>
          <p:nvPr/>
        </p:nvSpPr>
        <p:spPr>
          <a:xfrm>
            <a:off x="5291956" y="151566"/>
            <a:ext cx="2448043" cy="584775"/>
          </a:xfrm>
          <a:prstGeom prst="rect">
            <a:avLst/>
          </a:prstGeom>
          <a:noFill/>
        </p:spPr>
        <p:txBody>
          <a:bodyPr wrap="square" rtlCol="0">
            <a:spAutoFit/>
          </a:bodyPr>
          <a:lstStyle/>
          <a:p>
            <a:pPr algn="ctr"/>
            <a:r>
              <a:rPr kumimoji="1" lang="en-US" altLang="ja-JP" sz="2000" b="1" dirty="0">
                <a:solidFill>
                  <a:schemeClr val="bg1">
                    <a:lumMod val="95000"/>
                  </a:schemeClr>
                </a:solidFill>
                <a:latin typeface="BIZ UDP明朝 Medium" panose="02020500000000000000" pitchFamily="18" charset="-128"/>
                <a:ea typeface="BIZ UDP明朝 Medium" panose="02020500000000000000" pitchFamily="18" charset="-128"/>
              </a:rPr>
              <a:t>TRUN </a:t>
            </a:r>
            <a:r>
              <a:rPr kumimoji="1"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0</a:t>
            </a:r>
            <a:endPar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176" name="テキスト ボックス 175">
            <a:extLst>
              <a:ext uri="{FF2B5EF4-FFF2-40B4-BE49-F238E27FC236}">
                <a16:creationId xmlns:a16="http://schemas.microsoft.com/office/drawing/2014/main" id="{CAD2091E-57F5-97A6-27E0-B39C532B2FC6}"/>
              </a:ext>
            </a:extLst>
          </p:cNvPr>
          <p:cNvSpPr txBox="1"/>
          <p:nvPr/>
        </p:nvSpPr>
        <p:spPr>
          <a:xfrm>
            <a:off x="7472124" y="6141824"/>
            <a:ext cx="899605" cy="369332"/>
          </a:xfrm>
          <a:prstGeom prst="rect">
            <a:avLst/>
          </a:prstGeom>
          <a:noFill/>
        </p:spPr>
        <p:txBody>
          <a:bodyPr wrap="none" rtlCol="0">
            <a:spAutoFit/>
          </a:bodyPr>
          <a:lstStyle/>
          <a:p>
            <a:pPr algn="ctr"/>
            <a:r>
              <a:rPr kumimoji="1" lang="en-US" altLang="ja-JP" sz="1400" b="1" dirty="0">
                <a:solidFill>
                  <a:schemeClr val="bg1">
                    <a:lumMod val="95000"/>
                  </a:schemeClr>
                </a:solidFill>
                <a:latin typeface="BIZ UDP明朝 Medium" panose="02020500000000000000" pitchFamily="18" charset="-128"/>
                <a:ea typeface="BIZ UDP明朝 Medium" panose="02020500000000000000" pitchFamily="18" charset="-128"/>
              </a:rPr>
              <a:t>TRUN</a:t>
            </a:r>
            <a:r>
              <a:rPr kumimoji="1" lang="en-US" altLang="ja-JP" b="1" dirty="0">
                <a:solidFill>
                  <a:schemeClr val="bg1">
                    <a:lumMod val="95000"/>
                  </a:schemeClr>
                </a:solidFill>
                <a:latin typeface="BIZ UDP明朝 Medium" panose="02020500000000000000" pitchFamily="18" charset="-128"/>
                <a:ea typeface="BIZ UDP明朝 Medium" panose="02020500000000000000" pitchFamily="18" charset="-128"/>
              </a:rPr>
              <a:t>0</a:t>
            </a:r>
            <a:endParaRPr kumimoji="1" lang="ja-JP" altLang="en-US"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179" name="矢印: 五方向 178">
            <a:extLst>
              <a:ext uri="{FF2B5EF4-FFF2-40B4-BE49-F238E27FC236}">
                <a16:creationId xmlns:a16="http://schemas.microsoft.com/office/drawing/2014/main" id="{74430DCA-2C14-8BCC-DD0D-1583849AD0EC}"/>
              </a:ext>
            </a:extLst>
          </p:cNvPr>
          <p:cNvSpPr/>
          <p:nvPr/>
        </p:nvSpPr>
        <p:spPr>
          <a:xfrm>
            <a:off x="9793438" y="6146578"/>
            <a:ext cx="1225730" cy="461826"/>
          </a:xfrm>
          <a:prstGeom prst="homePlate">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b="1" dirty="0">
                <a:latin typeface="BIZ UDP明朝 Medium" panose="02020500000000000000" pitchFamily="18" charset="-128"/>
                <a:ea typeface="BIZ UDP明朝 Medium" panose="02020500000000000000" pitchFamily="18" charset="-128"/>
              </a:rPr>
              <a:t>SKIP</a:t>
            </a:r>
            <a:endParaRPr kumimoji="1" lang="ja-JP" altLang="en-US" b="1" dirty="0">
              <a:latin typeface="BIZ UDP明朝 Medium" panose="02020500000000000000" pitchFamily="18" charset="-128"/>
              <a:ea typeface="BIZ UDP明朝 Medium" panose="02020500000000000000" pitchFamily="18" charset="-128"/>
            </a:endParaRPr>
          </a:p>
        </p:txBody>
      </p:sp>
      <p:sp>
        <p:nvSpPr>
          <p:cNvPr id="87" name="テキスト ボックス 86">
            <a:extLst>
              <a:ext uri="{FF2B5EF4-FFF2-40B4-BE49-F238E27FC236}">
                <a16:creationId xmlns:a16="http://schemas.microsoft.com/office/drawing/2014/main" id="{A4B5F14C-A92E-6E96-B54B-F21AB73B1BA2}"/>
              </a:ext>
            </a:extLst>
          </p:cNvPr>
          <p:cNvSpPr txBox="1"/>
          <p:nvPr/>
        </p:nvSpPr>
        <p:spPr>
          <a:xfrm>
            <a:off x="493841" y="151567"/>
            <a:ext cx="752129" cy="584775"/>
          </a:xfrm>
          <a:prstGeom prst="rect">
            <a:avLst/>
          </a:prstGeom>
          <a:noFill/>
        </p:spPr>
        <p:txBody>
          <a:bodyPr wrap="none" rtlCol="0">
            <a:spAutoFit/>
          </a:bodyPr>
          <a:lstStyle/>
          <a:p>
            <a:r>
              <a:rPr kumimoji="1"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EF</a:t>
            </a:r>
            <a:endPar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nvGrpSpPr>
          <p:cNvPr id="183" name="グループ化 182">
            <a:extLst>
              <a:ext uri="{FF2B5EF4-FFF2-40B4-BE49-F238E27FC236}">
                <a16:creationId xmlns:a16="http://schemas.microsoft.com/office/drawing/2014/main" id="{E74878AE-D59A-8A84-2D4A-35AD4DDD0CBE}"/>
              </a:ext>
            </a:extLst>
          </p:cNvPr>
          <p:cNvGrpSpPr/>
          <p:nvPr/>
        </p:nvGrpSpPr>
        <p:grpSpPr>
          <a:xfrm>
            <a:off x="1310523" y="282304"/>
            <a:ext cx="3681355" cy="387045"/>
            <a:chOff x="1719571" y="274515"/>
            <a:chExt cx="4262430" cy="338877"/>
          </a:xfrm>
        </p:grpSpPr>
        <p:grpSp>
          <p:nvGrpSpPr>
            <p:cNvPr id="91" name="グループ化 90">
              <a:extLst>
                <a:ext uri="{FF2B5EF4-FFF2-40B4-BE49-F238E27FC236}">
                  <a16:creationId xmlns:a16="http://schemas.microsoft.com/office/drawing/2014/main" id="{7AF27CCD-5DC0-B2B3-9888-702465D5B88F}"/>
                </a:ext>
              </a:extLst>
            </p:cNvPr>
            <p:cNvGrpSpPr/>
            <p:nvPr/>
          </p:nvGrpSpPr>
          <p:grpSpPr>
            <a:xfrm>
              <a:off x="1719571" y="274517"/>
              <a:ext cx="3092165" cy="338875"/>
              <a:chOff x="1719571" y="215382"/>
              <a:chExt cx="3888059" cy="426098"/>
            </a:xfrm>
          </p:grpSpPr>
          <p:sp>
            <p:nvSpPr>
              <p:cNvPr id="82" name="平行四辺形 81">
                <a:extLst>
                  <a:ext uri="{FF2B5EF4-FFF2-40B4-BE49-F238E27FC236}">
                    <a16:creationId xmlns:a16="http://schemas.microsoft.com/office/drawing/2014/main" id="{02293F86-4DF1-FDF6-A92B-E665A08CAFB1}"/>
                  </a:ext>
                </a:extLst>
              </p:cNvPr>
              <p:cNvSpPr/>
              <p:nvPr/>
            </p:nvSpPr>
            <p:spPr>
              <a:xfrm>
                <a:off x="171957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3" name="平行四辺形 82">
                <a:extLst>
                  <a:ext uri="{FF2B5EF4-FFF2-40B4-BE49-F238E27FC236}">
                    <a16:creationId xmlns:a16="http://schemas.microsoft.com/office/drawing/2014/main" id="{8AA4C5E1-53C1-148A-AFFB-9F9CB6CAC9B7}"/>
                  </a:ext>
                </a:extLst>
              </p:cNvPr>
              <p:cNvSpPr/>
              <p:nvPr/>
            </p:nvSpPr>
            <p:spPr>
              <a:xfrm>
                <a:off x="2477666"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4" name="平行四辺形 83">
                <a:extLst>
                  <a:ext uri="{FF2B5EF4-FFF2-40B4-BE49-F238E27FC236}">
                    <a16:creationId xmlns:a16="http://schemas.microsoft.com/office/drawing/2014/main" id="{4F321D25-E8CF-8D01-F348-090EC78EC2E6}"/>
                  </a:ext>
                </a:extLst>
              </p:cNvPr>
              <p:cNvSpPr/>
              <p:nvPr/>
            </p:nvSpPr>
            <p:spPr>
              <a:xfrm>
                <a:off x="323576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5" name="平行四辺形 84">
                <a:extLst>
                  <a:ext uri="{FF2B5EF4-FFF2-40B4-BE49-F238E27FC236}">
                    <a16:creationId xmlns:a16="http://schemas.microsoft.com/office/drawing/2014/main" id="{AE56B980-E3A9-2873-1080-50146FF0FDD3}"/>
                  </a:ext>
                </a:extLst>
              </p:cNvPr>
              <p:cNvSpPr/>
              <p:nvPr/>
            </p:nvSpPr>
            <p:spPr>
              <a:xfrm>
                <a:off x="4751951" y="215382"/>
                <a:ext cx="855679" cy="426098"/>
              </a:xfrm>
              <a:prstGeom prst="parallelogram">
                <a:avLst/>
              </a:prstGeom>
              <a:solidFill>
                <a:schemeClr val="tx1">
                  <a:lumMod val="75000"/>
                  <a:lumOff val="2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86" name="平行四辺形 85">
                <a:extLst>
                  <a:ext uri="{FF2B5EF4-FFF2-40B4-BE49-F238E27FC236}">
                    <a16:creationId xmlns:a16="http://schemas.microsoft.com/office/drawing/2014/main" id="{F8A48581-2A0B-EBB2-E8F6-16C4EFE9AD56}"/>
                  </a:ext>
                </a:extLst>
              </p:cNvPr>
              <p:cNvSpPr/>
              <p:nvPr/>
            </p:nvSpPr>
            <p:spPr>
              <a:xfrm>
                <a:off x="3993856"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80" name="平行四辺形 179">
              <a:extLst>
                <a:ext uri="{FF2B5EF4-FFF2-40B4-BE49-F238E27FC236}">
                  <a16:creationId xmlns:a16="http://schemas.microsoft.com/office/drawing/2014/main" id="{66B905B4-0E04-A874-8716-5EE3AAEDED6E}"/>
                </a:ext>
              </a:extLst>
            </p:cNvPr>
            <p:cNvSpPr/>
            <p:nvPr/>
          </p:nvSpPr>
          <p:spPr>
            <a:xfrm>
              <a:off x="4724774" y="274515"/>
              <a:ext cx="680520" cy="338875"/>
            </a:xfrm>
            <a:prstGeom prst="parallelogram">
              <a:avLst/>
            </a:prstGeom>
            <a:solidFill>
              <a:schemeClr val="tx1">
                <a:lumMod val="75000"/>
                <a:lumOff val="2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81" name="平行四辺形 180">
              <a:extLst>
                <a:ext uri="{FF2B5EF4-FFF2-40B4-BE49-F238E27FC236}">
                  <a16:creationId xmlns:a16="http://schemas.microsoft.com/office/drawing/2014/main" id="{AC7BFE9E-A8F3-E97C-3DC0-63E82DA5F62F}"/>
                </a:ext>
              </a:extLst>
            </p:cNvPr>
            <p:cNvSpPr/>
            <p:nvPr/>
          </p:nvSpPr>
          <p:spPr>
            <a:xfrm>
              <a:off x="5301481" y="274515"/>
              <a:ext cx="680520" cy="338875"/>
            </a:xfrm>
            <a:prstGeom prst="parallelogram">
              <a:avLst/>
            </a:prstGeom>
            <a:solidFill>
              <a:schemeClr val="tx1">
                <a:lumMod val="75000"/>
                <a:lumOff val="2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grpSp>
        <p:nvGrpSpPr>
          <p:cNvPr id="197" name="グループ化 196">
            <a:extLst>
              <a:ext uri="{FF2B5EF4-FFF2-40B4-BE49-F238E27FC236}">
                <a16:creationId xmlns:a16="http://schemas.microsoft.com/office/drawing/2014/main" id="{8008F290-7279-ADBB-CE65-BF5B76C0BFC2}"/>
              </a:ext>
            </a:extLst>
          </p:cNvPr>
          <p:cNvGrpSpPr/>
          <p:nvPr/>
        </p:nvGrpSpPr>
        <p:grpSpPr>
          <a:xfrm>
            <a:off x="1980734" y="3139750"/>
            <a:ext cx="1505416" cy="601824"/>
            <a:chOff x="1980734" y="3149081"/>
            <a:chExt cx="1505416" cy="601824"/>
          </a:xfrm>
        </p:grpSpPr>
        <p:sp>
          <p:nvSpPr>
            <p:cNvPr id="30" name="楕円 29">
              <a:extLst>
                <a:ext uri="{FF2B5EF4-FFF2-40B4-BE49-F238E27FC236}">
                  <a16:creationId xmlns:a16="http://schemas.microsoft.com/office/drawing/2014/main" id="{135609FD-E1A3-C6A0-A26E-EAAD5B996145}"/>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86" name="グループ化 185">
              <a:extLst>
                <a:ext uri="{FF2B5EF4-FFF2-40B4-BE49-F238E27FC236}">
                  <a16:creationId xmlns:a16="http://schemas.microsoft.com/office/drawing/2014/main" id="{FD35FBC8-399F-401A-6655-B8FBA13CFB3D}"/>
                </a:ext>
              </a:extLst>
            </p:cNvPr>
            <p:cNvGrpSpPr/>
            <p:nvPr/>
          </p:nvGrpSpPr>
          <p:grpSpPr>
            <a:xfrm>
              <a:off x="1980734" y="3175652"/>
              <a:ext cx="1505416" cy="575253"/>
              <a:chOff x="1980734" y="3175652"/>
              <a:chExt cx="1505416" cy="575253"/>
            </a:xfrm>
          </p:grpSpPr>
          <p:grpSp>
            <p:nvGrpSpPr>
              <p:cNvPr id="126" name="グループ化 125">
                <a:extLst>
                  <a:ext uri="{FF2B5EF4-FFF2-40B4-BE49-F238E27FC236}">
                    <a16:creationId xmlns:a16="http://schemas.microsoft.com/office/drawing/2014/main" id="{7199C53F-FA4F-80D4-2492-2A79290CD356}"/>
                  </a:ext>
                </a:extLst>
              </p:cNvPr>
              <p:cNvGrpSpPr/>
              <p:nvPr/>
            </p:nvGrpSpPr>
            <p:grpSpPr>
              <a:xfrm>
                <a:off x="1980734" y="3473931"/>
                <a:ext cx="1505416" cy="276974"/>
                <a:chOff x="4194668" y="3607669"/>
                <a:chExt cx="1105960" cy="276974"/>
              </a:xfrm>
            </p:grpSpPr>
            <p:sp>
              <p:nvSpPr>
                <p:cNvPr id="120" name="四角形: 角を丸くする 119">
                  <a:extLst>
                    <a:ext uri="{FF2B5EF4-FFF2-40B4-BE49-F238E27FC236}">
                      <a16:creationId xmlns:a16="http://schemas.microsoft.com/office/drawing/2014/main" id="{5E998291-665F-E1C1-816D-160FD7668128}"/>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25" name="図 124">
                  <a:extLst>
                    <a:ext uri="{FF2B5EF4-FFF2-40B4-BE49-F238E27FC236}">
                      <a16:creationId xmlns:a16="http://schemas.microsoft.com/office/drawing/2014/main" id="{907EE515-E359-9E9F-25CF-366A452FCB0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85" name="テキスト ボックス 184">
                <a:extLst>
                  <a:ext uri="{FF2B5EF4-FFF2-40B4-BE49-F238E27FC236}">
                    <a16:creationId xmlns:a16="http://schemas.microsoft.com/office/drawing/2014/main" id="{037E4B44-107D-B21B-2889-3D28E39ED31B}"/>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198" name="グループ化 197">
            <a:extLst>
              <a:ext uri="{FF2B5EF4-FFF2-40B4-BE49-F238E27FC236}">
                <a16:creationId xmlns:a16="http://schemas.microsoft.com/office/drawing/2014/main" id="{5EC89DA8-574C-45F7-51ED-7940A386368C}"/>
              </a:ext>
            </a:extLst>
          </p:cNvPr>
          <p:cNvGrpSpPr/>
          <p:nvPr/>
        </p:nvGrpSpPr>
        <p:grpSpPr>
          <a:xfrm>
            <a:off x="1376410" y="3879201"/>
            <a:ext cx="1505416" cy="601824"/>
            <a:chOff x="1980734" y="3149081"/>
            <a:chExt cx="1505416" cy="601824"/>
          </a:xfrm>
        </p:grpSpPr>
        <p:sp>
          <p:nvSpPr>
            <p:cNvPr id="199" name="楕円 198">
              <a:extLst>
                <a:ext uri="{FF2B5EF4-FFF2-40B4-BE49-F238E27FC236}">
                  <a16:creationId xmlns:a16="http://schemas.microsoft.com/office/drawing/2014/main" id="{C71A4C41-E3F2-078B-1BC9-AFA436F32319}"/>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00" name="グループ化 199">
              <a:extLst>
                <a:ext uri="{FF2B5EF4-FFF2-40B4-BE49-F238E27FC236}">
                  <a16:creationId xmlns:a16="http://schemas.microsoft.com/office/drawing/2014/main" id="{B99A55CA-B99A-2FE5-3532-D8B472D15083}"/>
                </a:ext>
              </a:extLst>
            </p:cNvPr>
            <p:cNvGrpSpPr/>
            <p:nvPr/>
          </p:nvGrpSpPr>
          <p:grpSpPr>
            <a:xfrm>
              <a:off x="1980734" y="3175652"/>
              <a:ext cx="1505416" cy="575253"/>
              <a:chOff x="1980734" y="3175652"/>
              <a:chExt cx="1505416" cy="575253"/>
            </a:xfrm>
          </p:grpSpPr>
          <p:grpSp>
            <p:nvGrpSpPr>
              <p:cNvPr id="201" name="グループ化 200">
                <a:extLst>
                  <a:ext uri="{FF2B5EF4-FFF2-40B4-BE49-F238E27FC236}">
                    <a16:creationId xmlns:a16="http://schemas.microsoft.com/office/drawing/2014/main" id="{60E16079-D5A9-1406-C410-48680D91AE64}"/>
                  </a:ext>
                </a:extLst>
              </p:cNvPr>
              <p:cNvGrpSpPr/>
              <p:nvPr/>
            </p:nvGrpSpPr>
            <p:grpSpPr>
              <a:xfrm>
                <a:off x="1980734" y="3473931"/>
                <a:ext cx="1505416" cy="276974"/>
                <a:chOff x="4194668" y="3607669"/>
                <a:chExt cx="1105960" cy="276974"/>
              </a:xfrm>
            </p:grpSpPr>
            <p:sp>
              <p:nvSpPr>
                <p:cNvPr id="203" name="四角形: 角を丸くする 202">
                  <a:extLst>
                    <a:ext uri="{FF2B5EF4-FFF2-40B4-BE49-F238E27FC236}">
                      <a16:creationId xmlns:a16="http://schemas.microsoft.com/office/drawing/2014/main" id="{4F51ECB2-35F4-EB61-95BB-0DFC16E39A70}"/>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04" name="図 203">
                  <a:extLst>
                    <a:ext uri="{FF2B5EF4-FFF2-40B4-BE49-F238E27FC236}">
                      <a16:creationId xmlns:a16="http://schemas.microsoft.com/office/drawing/2014/main" id="{C4A86E9B-8A1F-B43A-34AD-3479022C212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02" name="テキスト ボックス 201">
                <a:extLst>
                  <a:ext uri="{FF2B5EF4-FFF2-40B4-BE49-F238E27FC236}">
                    <a16:creationId xmlns:a16="http://schemas.microsoft.com/office/drawing/2014/main" id="{5F8DAC87-8366-2551-7B92-1A3FE32026AF}"/>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05" name="グループ化 204">
            <a:extLst>
              <a:ext uri="{FF2B5EF4-FFF2-40B4-BE49-F238E27FC236}">
                <a16:creationId xmlns:a16="http://schemas.microsoft.com/office/drawing/2014/main" id="{767BB313-7A89-C483-B9A7-3F71C4A0F55F}"/>
              </a:ext>
            </a:extLst>
          </p:cNvPr>
          <p:cNvGrpSpPr/>
          <p:nvPr/>
        </p:nvGrpSpPr>
        <p:grpSpPr>
          <a:xfrm>
            <a:off x="1376410" y="4599213"/>
            <a:ext cx="1505416" cy="601824"/>
            <a:chOff x="1980734" y="3149081"/>
            <a:chExt cx="1505416" cy="601824"/>
          </a:xfrm>
        </p:grpSpPr>
        <p:sp>
          <p:nvSpPr>
            <p:cNvPr id="206" name="楕円 205">
              <a:extLst>
                <a:ext uri="{FF2B5EF4-FFF2-40B4-BE49-F238E27FC236}">
                  <a16:creationId xmlns:a16="http://schemas.microsoft.com/office/drawing/2014/main" id="{6AA08ED0-B338-FC25-E5AF-94B7EFC7B867}"/>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07" name="グループ化 206">
              <a:extLst>
                <a:ext uri="{FF2B5EF4-FFF2-40B4-BE49-F238E27FC236}">
                  <a16:creationId xmlns:a16="http://schemas.microsoft.com/office/drawing/2014/main" id="{A472A4FA-71D3-B556-7B68-33453637B51E}"/>
                </a:ext>
              </a:extLst>
            </p:cNvPr>
            <p:cNvGrpSpPr/>
            <p:nvPr/>
          </p:nvGrpSpPr>
          <p:grpSpPr>
            <a:xfrm>
              <a:off x="1980734" y="3175652"/>
              <a:ext cx="1505416" cy="575253"/>
              <a:chOff x="1980734" y="3175652"/>
              <a:chExt cx="1505416" cy="575253"/>
            </a:xfrm>
          </p:grpSpPr>
          <p:grpSp>
            <p:nvGrpSpPr>
              <p:cNvPr id="208" name="グループ化 207">
                <a:extLst>
                  <a:ext uri="{FF2B5EF4-FFF2-40B4-BE49-F238E27FC236}">
                    <a16:creationId xmlns:a16="http://schemas.microsoft.com/office/drawing/2014/main" id="{D5F2B306-DAFA-E86A-F166-1C060541629A}"/>
                  </a:ext>
                </a:extLst>
              </p:cNvPr>
              <p:cNvGrpSpPr/>
              <p:nvPr/>
            </p:nvGrpSpPr>
            <p:grpSpPr>
              <a:xfrm>
                <a:off x="1980734" y="3473931"/>
                <a:ext cx="1505416" cy="276974"/>
                <a:chOff x="4194668" y="3607669"/>
                <a:chExt cx="1105960" cy="276974"/>
              </a:xfrm>
            </p:grpSpPr>
            <p:sp>
              <p:nvSpPr>
                <p:cNvPr id="210" name="四角形: 角を丸くする 209">
                  <a:extLst>
                    <a:ext uri="{FF2B5EF4-FFF2-40B4-BE49-F238E27FC236}">
                      <a16:creationId xmlns:a16="http://schemas.microsoft.com/office/drawing/2014/main" id="{53FF30E2-955E-C772-9237-1F32E9FE1984}"/>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11" name="図 210">
                  <a:extLst>
                    <a:ext uri="{FF2B5EF4-FFF2-40B4-BE49-F238E27FC236}">
                      <a16:creationId xmlns:a16="http://schemas.microsoft.com/office/drawing/2014/main" id="{44FF5656-CC04-44E3-B8A4-D8B677424A8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09" name="テキスト ボックス 208">
                <a:extLst>
                  <a:ext uri="{FF2B5EF4-FFF2-40B4-BE49-F238E27FC236}">
                    <a16:creationId xmlns:a16="http://schemas.microsoft.com/office/drawing/2014/main" id="{7319BA22-E5B5-7A6A-BDFE-3BF21AD77926}"/>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12" name="グループ化 211">
            <a:extLst>
              <a:ext uri="{FF2B5EF4-FFF2-40B4-BE49-F238E27FC236}">
                <a16:creationId xmlns:a16="http://schemas.microsoft.com/office/drawing/2014/main" id="{201B1F27-439F-C00E-F509-B79B2D339F9D}"/>
              </a:ext>
            </a:extLst>
          </p:cNvPr>
          <p:cNvGrpSpPr/>
          <p:nvPr/>
        </p:nvGrpSpPr>
        <p:grpSpPr>
          <a:xfrm>
            <a:off x="1376410" y="5338435"/>
            <a:ext cx="1505416" cy="601824"/>
            <a:chOff x="1980734" y="3149081"/>
            <a:chExt cx="1505416" cy="601824"/>
          </a:xfrm>
        </p:grpSpPr>
        <p:sp>
          <p:nvSpPr>
            <p:cNvPr id="213" name="楕円 212">
              <a:extLst>
                <a:ext uri="{FF2B5EF4-FFF2-40B4-BE49-F238E27FC236}">
                  <a16:creationId xmlns:a16="http://schemas.microsoft.com/office/drawing/2014/main" id="{66019EFE-2DE9-60B7-FA63-E1752FB55553}"/>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14" name="グループ化 213">
              <a:extLst>
                <a:ext uri="{FF2B5EF4-FFF2-40B4-BE49-F238E27FC236}">
                  <a16:creationId xmlns:a16="http://schemas.microsoft.com/office/drawing/2014/main" id="{FC5BE995-AA95-46B3-80C0-389E85B13CE3}"/>
                </a:ext>
              </a:extLst>
            </p:cNvPr>
            <p:cNvGrpSpPr/>
            <p:nvPr/>
          </p:nvGrpSpPr>
          <p:grpSpPr>
            <a:xfrm>
              <a:off x="1980734" y="3175652"/>
              <a:ext cx="1505416" cy="575253"/>
              <a:chOff x="1980734" y="3175652"/>
              <a:chExt cx="1505416" cy="575253"/>
            </a:xfrm>
          </p:grpSpPr>
          <p:grpSp>
            <p:nvGrpSpPr>
              <p:cNvPr id="215" name="グループ化 214">
                <a:extLst>
                  <a:ext uri="{FF2B5EF4-FFF2-40B4-BE49-F238E27FC236}">
                    <a16:creationId xmlns:a16="http://schemas.microsoft.com/office/drawing/2014/main" id="{30E01908-93FA-2786-F910-C1AD7400DB81}"/>
                  </a:ext>
                </a:extLst>
              </p:cNvPr>
              <p:cNvGrpSpPr/>
              <p:nvPr/>
            </p:nvGrpSpPr>
            <p:grpSpPr>
              <a:xfrm>
                <a:off x="1980734" y="3473931"/>
                <a:ext cx="1505416" cy="276974"/>
                <a:chOff x="4194668" y="3607669"/>
                <a:chExt cx="1105960" cy="276974"/>
              </a:xfrm>
            </p:grpSpPr>
            <p:sp>
              <p:nvSpPr>
                <p:cNvPr id="217" name="四角形: 角を丸くする 216">
                  <a:extLst>
                    <a:ext uri="{FF2B5EF4-FFF2-40B4-BE49-F238E27FC236}">
                      <a16:creationId xmlns:a16="http://schemas.microsoft.com/office/drawing/2014/main" id="{128A02CD-8B2D-0DC1-1461-DCA3B7211698}"/>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18" name="図 217">
                  <a:extLst>
                    <a:ext uri="{FF2B5EF4-FFF2-40B4-BE49-F238E27FC236}">
                      <a16:creationId xmlns:a16="http://schemas.microsoft.com/office/drawing/2014/main" id="{B2026AD6-9DDB-23B0-4BF5-E226F0625BD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16" name="テキスト ボックス 215">
                <a:extLst>
                  <a:ext uri="{FF2B5EF4-FFF2-40B4-BE49-F238E27FC236}">
                    <a16:creationId xmlns:a16="http://schemas.microsoft.com/office/drawing/2014/main" id="{1232F435-B429-E6FF-96F5-1B6600733850}"/>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19" name="グループ化 218">
            <a:extLst>
              <a:ext uri="{FF2B5EF4-FFF2-40B4-BE49-F238E27FC236}">
                <a16:creationId xmlns:a16="http://schemas.microsoft.com/office/drawing/2014/main" id="{308C96CD-DA4E-771D-7A44-4C3E43677507}"/>
              </a:ext>
            </a:extLst>
          </p:cNvPr>
          <p:cNvGrpSpPr/>
          <p:nvPr/>
        </p:nvGrpSpPr>
        <p:grpSpPr>
          <a:xfrm>
            <a:off x="1376410" y="2392524"/>
            <a:ext cx="1505416" cy="601824"/>
            <a:chOff x="1980734" y="3149081"/>
            <a:chExt cx="1505416" cy="601824"/>
          </a:xfrm>
        </p:grpSpPr>
        <p:sp>
          <p:nvSpPr>
            <p:cNvPr id="220" name="楕円 219">
              <a:extLst>
                <a:ext uri="{FF2B5EF4-FFF2-40B4-BE49-F238E27FC236}">
                  <a16:creationId xmlns:a16="http://schemas.microsoft.com/office/drawing/2014/main" id="{48D8EA5A-E8AB-56BD-A30C-086E9B78D1B4}"/>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21" name="グループ化 220">
              <a:extLst>
                <a:ext uri="{FF2B5EF4-FFF2-40B4-BE49-F238E27FC236}">
                  <a16:creationId xmlns:a16="http://schemas.microsoft.com/office/drawing/2014/main" id="{269A0A6B-2C26-38BA-D13F-47E41288B870}"/>
                </a:ext>
              </a:extLst>
            </p:cNvPr>
            <p:cNvGrpSpPr/>
            <p:nvPr/>
          </p:nvGrpSpPr>
          <p:grpSpPr>
            <a:xfrm>
              <a:off x="1980734" y="3175652"/>
              <a:ext cx="1505416" cy="575253"/>
              <a:chOff x="1980734" y="3175652"/>
              <a:chExt cx="1505416" cy="575253"/>
            </a:xfrm>
          </p:grpSpPr>
          <p:grpSp>
            <p:nvGrpSpPr>
              <p:cNvPr id="222" name="グループ化 221">
                <a:extLst>
                  <a:ext uri="{FF2B5EF4-FFF2-40B4-BE49-F238E27FC236}">
                    <a16:creationId xmlns:a16="http://schemas.microsoft.com/office/drawing/2014/main" id="{387D4CA2-0916-1109-E261-014DDF84B828}"/>
                  </a:ext>
                </a:extLst>
              </p:cNvPr>
              <p:cNvGrpSpPr/>
              <p:nvPr/>
            </p:nvGrpSpPr>
            <p:grpSpPr>
              <a:xfrm>
                <a:off x="1980734" y="3473931"/>
                <a:ext cx="1505416" cy="276974"/>
                <a:chOff x="4194668" y="3607669"/>
                <a:chExt cx="1105960" cy="276974"/>
              </a:xfrm>
            </p:grpSpPr>
            <p:sp>
              <p:nvSpPr>
                <p:cNvPr id="224" name="四角形: 角を丸くする 223">
                  <a:extLst>
                    <a:ext uri="{FF2B5EF4-FFF2-40B4-BE49-F238E27FC236}">
                      <a16:creationId xmlns:a16="http://schemas.microsoft.com/office/drawing/2014/main" id="{5F5951B5-C377-1416-9E0A-79F89991D425}"/>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25" name="図 224">
                  <a:extLst>
                    <a:ext uri="{FF2B5EF4-FFF2-40B4-BE49-F238E27FC236}">
                      <a16:creationId xmlns:a16="http://schemas.microsoft.com/office/drawing/2014/main" id="{FC124C8A-98EA-B69E-37AA-16DFF9BF2B1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23" name="テキスト ボックス 222">
                <a:extLst>
                  <a:ext uri="{FF2B5EF4-FFF2-40B4-BE49-F238E27FC236}">
                    <a16:creationId xmlns:a16="http://schemas.microsoft.com/office/drawing/2014/main" id="{40ADE5C7-9A63-3ADD-8396-DAA723C3652A}"/>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26" name="グループ化 225">
            <a:extLst>
              <a:ext uri="{FF2B5EF4-FFF2-40B4-BE49-F238E27FC236}">
                <a16:creationId xmlns:a16="http://schemas.microsoft.com/office/drawing/2014/main" id="{F8E9ABF0-282F-61E2-A4EA-C4788C7C96DC}"/>
              </a:ext>
            </a:extLst>
          </p:cNvPr>
          <p:cNvGrpSpPr/>
          <p:nvPr/>
        </p:nvGrpSpPr>
        <p:grpSpPr>
          <a:xfrm>
            <a:off x="1376410" y="951462"/>
            <a:ext cx="1505416" cy="601824"/>
            <a:chOff x="1980734" y="3149081"/>
            <a:chExt cx="1505416" cy="601824"/>
          </a:xfrm>
        </p:grpSpPr>
        <p:sp>
          <p:nvSpPr>
            <p:cNvPr id="227" name="楕円 226">
              <a:extLst>
                <a:ext uri="{FF2B5EF4-FFF2-40B4-BE49-F238E27FC236}">
                  <a16:creationId xmlns:a16="http://schemas.microsoft.com/office/drawing/2014/main" id="{35F4AD55-2967-3548-C801-C9F59C790A7B}"/>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28" name="グループ化 227">
              <a:extLst>
                <a:ext uri="{FF2B5EF4-FFF2-40B4-BE49-F238E27FC236}">
                  <a16:creationId xmlns:a16="http://schemas.microsoft.com/office/drawing/2014/main" id="{4981D2A8-F6E4-4147-14A3-F2FCA41698BA}"/>
                </a:ext>
              </a:extLst>
            </p:cNvPr>
            <p:cNvGrpSpPr/>
            <p:nvPr/>
          </p:nvGrpSpPr>
          <p:grpSpPr>
            <a:xfrm>
              <a:off x="1980734" y="3175652"/>
              <a:ext cx="1505416" cy="575253"/>
              <a:chOff x="1980734" y="3175652"/>
              <a:chExt cx="1505416" cy="575253"/>
            </a:xfrm>
          </p:grpSpPr>
          <p:grpSp>
            <p:nvGrpSpPr>
              <p:cNvPr id="229" name="グループ化 228">
                <a:extLst>
                  <a:ext uri="{FF2B5EF4-FFF2-40B4-BE49-F238E27FC236}">
                    <a16:creationId xmlns:a16="http://schemas.microsoft.com/office/drawing/2014/main" id="{72C693F7-C179-C397-ACF3-DFF72ADD77FD}"/>
                  </a:ext>
                </a:extLst>
              </p:cNvPr>
              <p:cNvGrpSpPr/>
              <p:nvPr/>
            </p:nvGrpSpPr>
            <p:grpSpPr>
              <a:xfrm>
                <a:off x="1980734" y="3473931"/>
                <a:ext cx="1505416" cy="276974"/>
                <a:chOff x="4194668" y="3607669"/>
                <a:chExt cx="1105960" cy="276974"/>
              </a:xfrm>
            </p:grpSpPr>
            <p:sp>
              <p:nvSpPr>
                <p:cNvPr id="231" name="四角形: 角を丸くする 230">
                  <a:extLst>
                    <a:ext uri="{FF2B5EF4-FFF2-40B4-BE49-F238E27FC236}">
                      <a16:creationId xmlns:a16="http://schemas.microsoft.com/office/drawing/2014/main" id="{88AFC967-3903-8675-D00B-F328432659D2}"/>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32" name="図 231">
                  <a:extLst>
                    <a:ext uri="{FF2B5EF4-FFF2-40B4-BE49-F238E27FC236}">
                      <a16:creationId xmlns:a16="http://schemas.microsoft.com/office/drawing/2014/main" id="{E6F14527-B27F-D633-EBA8-22E4212DFBF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30" name="テキスト ボックス 229">
                <a:extLst>
                  <a:ext uri="{FF2B5EF4-FFF2-40B4-BE49-F238E27FC236}">
                    <a16:creationId xmlns:a16="http://schemas.microsoft.com/office/drawing/2014/main" id="{96F0CFF0-ED8F-C330-35B6-EA0914C16FD6}"/>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33" name="グループ化 232">
            <a:extLst>
              <a:ext uri="{FF2B5EF4-FFF2-40B4-BE49-F238E27FC236}">
                <a16:creationId xmlns:a16="http://schemas.microsoft.com/office/drawing/2014/main" id="{7125E200-7BAD-DF49-9561-C6BCBE338C4E}"/>
              </a:ext>
            </a:extLst>
          </p:cNvPr>
          <p:cNvGrpSpPr/>
          <p:nvPr/>
        </p:nvGrpSpPr>
        <p:grpSpPr>
          <a:xfrm>
            <a:off x="1376410" y="1656961"/>
            <a:ext cx="1505416" cy="601824"/>
            <a:chOff x="1980734" y="3149081"/>
            <a:chExt cx="1505416" cy="601824"/>
          </a:xfrm>
        </p:grpSpPr>
        <p:sp>
          <p:nvSpPr>
            <p:cNvPr id="234" name="楕円 233">
              <a:extLst>
                <a:ext uri="{FF2B5EF4-FFF2-40B4-BE49-F238E27FC236}">
                  <a16:creationId xmlns:a16="http://schemas.microsoft.com/office/drawing/2014/main" id="{1AE71EA6-E902-0769-79DC-B9CEE5E825AA}"/>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35" name="グループ化 234">
              <a:extLst>
                <a:ext uri="{FF2B5EF4-FFF2-40B4-BE49-F238E27FC236}">
                  <a16:creationId xmlns:a16="http://schemas.microsoft.com/office/drawing/2014/main" id="{8E4C252E-3EE9-7444-3D2E-3688574A510B}"/>
                </a:ext>
              </a:extLst>
            </p:cNvPr>
            <p:cNvGrpSpPr/>
            <p:nvPr/>
          </p:nvGrpSpPr>
          <p:grpSpPr>
            <a:xfrm>
              <a:off x="1980734" y="3175652"/>
              <a:ext cx="1505416" cy="575253"/>
              <a:chOff x="1980734" y="3175652"/>
              <a:chExt cx="1505416" cy="575253"/>
            </a:xfrm>
          </p:grpSpPr>
          <p:grpSp>
            <p:nvGrpSpPr>
              <p:cNvPr id="236" name="グループ化 235">
                <a:extLst>
                  <a:ext uri="{FF2B5EF4-FFF2-40B4-BE49-F238E27FC236}">
                    <a16:creationId xmlns:a16="http://schemas.microsoft.com/office/drawing/2014/main" id="{23CAB668-49E8-9462-CA3D-007DD3DB7670}"/>
                  </a:ext>
                </a:extLst>
              </p:cNvPr>
              <p:cNvGrpSpPr/>
              <p:nvPr/>
            </p:nvGrpSpPr>
            <p:grpSpPr>
              <a:xfrm>
                <a:off x="1980734" y="3473931"/>
                <a:ext cx="1505416" cy="276974"/>
                <a:chOff x="4194668" y="3607669"/>
                <a:chExt cx="1105960" cy="276974"/>
              </a:xfrm>
            </p:grpSpPr>
            <p:sp>
              <p:nvSpPr>
                <p:cNvPr id="238" name="四角形: 角を丸くする 237">
                  <a:extLst>
                    <a:ext uri="{FF2B5EF4-FFF2-40B4-BE49-F238E27FC236}">
                      <a16:creationId xmlns:a16="http://schemas.microsoft.com/office/drawing/2014/main" id="{B5F57F79-A5DF-EFAD-D912-805E846F4EA6}"/>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39" name="図 238">
                  <a:extLst>
                    <a:ext uri="{FF2B5EF4-FFF2-40B4-BE49-F238E27FC236}">
                      <a16:creationId xmlns:a16="http://schemas.microsoft.com/office/drawing/2014/main" id="{1B78730F-81DE-9970-ADF5-D32329B6B06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37" name="テキスト ボックス 236">
                <a:extLst>
                  <a:ext uri="{FF2B5EF4-FFF2-40B4-BE49-F238E27FC236}">
                    <a16:creationId xmlns:a16="http://schemas.microsoft.com/office/drawing/2014/main" id="{C9817DDE-C309-C7E5-434A-03DDAA012A52}"/>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47" name="グループ化 246">
            <a:extLst>
              <a:ext uri="{FF2B5EF4-FFF2-40B4-BE49-F238E27FC236}">
                <a16:creationId xmlns:a16="http://schemas.microsoft.com/office/drawing/2014/main" id="{AC0BA4EC-CE4B-44E6-C1F2-C85ECA3A5A8B}"/>
              </a:ext>
            </a:extLst>
          </p:cNvPr>
          <p:cNvGrpSpPr/>
          <p:nvPr/>
        </p:nvGrpSpPr>
        <p:grpSpPr>
          <a:xfrm>
            <a:off x="3405968" y="920623"/>
            <a:ext cx="888261" cy="654696"/>
            <a:chOff x="519830" y="3162196"/>
            <a:chExt cx="748799" cy="551905"/>
          </a:xfrm>
        </p:grpSpPr>
        <p:sp>
          <p:nvSpPr>
            <p:cNvPr id="248" name="ハート 247">
              <a:extLst>
                <a:ext uri="{FF2B5EF4-FFF2-40B4-BE49-F238E27FC236}">
                  <a16:creationId xmlns:a16="http://schemas.microsoft.com/office/drawing/2014/main" id="{941B7B34-8BDF-234B-BB18-F3CA5D297AC2}"/>
                </a:ext>
              </a:extLst>
            </p:cNvPr>
            <p:cNvSpPr/>
            <p:nvPr/>
          </p:nvSpPr>
          <p:spPr>
            <a:xfrm>
              <a:off x="618278" y="3162196"/>
              <a:ext cx="551905" cy="551905"/>
            </a:xfrm>
            <a:prstGeom prst="heart">
              <a:avLst/>
            </a:prstGeom>
            <a:gradFill flip="none" rotWithShape="1">
              <a:gsLst>
                <a:gs pos="38000">
                  <a:schemeClr val="tx1">
                    <a:lumMod val="85000"/>
                    <a:lumOff val="15000"/>
                    <a:alpha val="95000"/>
                  </a:schemeClr>
                </a:gs>
                <a:gs pos="100000">
                  <a:srgbClr val="CC66FF">
                    <a:alpha val="95000"/>
                  </a:srgbClr>
                </a:gs>
              </a:gsLst>
              <a:lin ang="5400000" scaled="1"/>
              <a:tileRect/>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49" name="テキスト ボックス 248">
              <a:extLst>
                <a:ext uri="{FF2B5EF4-FFF2-40B4-BE49-F238E27FC236}">
                  <a16:creationId xmlns:a16="http://schemas.microsoft.com/office/drawing/2014/main" id="{17F27E06-CD63-A412-05D7-A4F7DBA7301D}"/>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50" name="グループ化 249">
            <a:extLst>
              <a:ext uri="{FF2B5EF4-FFF2-40B4-BE49-F238E27FC236}">
                <a16:creationId xmlns:a16="http://schemas.microsoft.com/office/drawing/2014/main" id="{B8F0B992-BE65-00E9-EFCF-7FA74A2072CE}"/>
              </a:ext>
            </a:extLst>
          </p:cNvPr>
          <p:cNvGrpSpPr/>
          <p:nvPr/>
        </p:nvGrpSpPr>
        <p:grpSpPr>
          <a:xfrm>
            <a:off x="3405968" y="1640113"/>
            <a:ext cx="888261" cy="654696"/>
            <a:chOff x="519830" y="3162196"/>
            <a:chExt cx="748799" cy="551905"/>
          </a:xfrm>
        </p:grpSpPr>
        <p:sp>
          <p:nvSpPr>
            <p:cNvPr id="251" name="ハート 250">
              <a:extLst>
                <a:ext uri="{FF2B5EF4-FFF2-40B4-BE49-F238E27FC236}">
                  <a16:creationId xmlns:a16="http://schemas.microsoft.com/office/drawing/2014/main" id="{BA306667-B78A-69EB-EC44-59EAB9169F20}"/>
                </a:ext>
              </a:extLst>
            </p:cNvPr>
            <p:cNvSpPr/>
            <p:nvPr/>
          </p:nvSpPr>
          <p:spPr>
            <a:xfrm>
              <a:off x="618278" y="3162196"/>
              <a:ext cx="551905" cy="551905"/>
            </a:xfrm>
            <a:prstGeom prst="heart">
              <a:avLst/>
            </a:prstGeom>
            <a:gradFill>
              <a:gsLst>
                <a:gs pos="19000">
                  <a:schemeClr val="tx1">
                    <a:lumMod val="85000"/>
                    <a:lumOff val="15000"/>
                    <a:alpha val="95000"/>
                  </a:schemeClr>
                </a:gs>
                <a:gs pos="100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52" name="テキスト ボックス 251">
              <a:extLst>
                <a:ext uri="{FF2B5EF4-FFF2-40B4-BE49-F238E27FC236}">
                  <a16:creationId xmlns:a16="http://schemas.microsoft.com/office/drawing/2014/main" id="{72C38708-9E85-F415-8940-F981319DB009}"/>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53" name="グループ化 252">
            <a:extLst>
              <a:ext uri="{FF2B5EF4-FFF2-40B4-BE49-F238E27FC236}">
                <a16:creationId xmlns:a16="http://schemas.microsoft.com/office/drawing/2014/main" id="{8F1F9140-5E24-9364-126D-B9CA93F4C46F}"/>
              </a:ext>
            </a:extLst>
          </p:cNvPr>
          <p:cNvGrpSpPr/>
          <p:nvPr/>
        </p:nvGrpSpPr>
        <p:grpSpPr>
          <a:xfrm>
            <a:off x="3405968" y="2369977"/>
            <a:ext cx="888261" cy="654696"/>
            <a:chOff x="519830" y="3162196"/>
            <a:chExt cx="748799" cy="551905"/>
          </a:xfrm>
        </p:grpSpPr>
        <p:sp>
          <p:nvSpPr>
            <p:cNvPr id="254" name="ハート 253">
              <a:extLst>
                <a:ext uri="{FF2B5EF4-FFF2-40B4-BE49-F238E27FC236}">
                  <a16:creationId xmlns:a16="http://schemas.microsoft.com/office/drawing/2014/main" id="{E489D75B-7A1B-66F8-B18B-01856C8A677C}"/>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55" name="テキスト ボックス 254">
              <a:extLst>
                <a:ext uri="{FF2B5EF4-FFF2-40B4-BE49-F238E27FC236}">
                  <a16:creationId xmlns:a16="http://schemas.microsoft.com/office/drawing/2014/main" id="{4790BE78-6555-4BB7-421F-B8861D265224}"/>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56" name="グループ化 255">
            <a:extLst>
              <a:ext uri="{FF2B5EF4-FFF2-40B4-BE49-F238E27FC236}">
                <a16:creationId xmlns:a16="http://schemas.microsoft.com/office/drawing/2014/main" id="{7A063689-FD83-3380-1726-D8FEF7A9A696}"/>
              </a:ext>
            </a:extLst>
          </p:cNvPr>
          <p:cNvGrpSpPr/>
          <p:nvPr/>
        </p:nvGrpSpPr>
        <p:grpSpPr>
          <a:xfrm>
            <a:off x="4022681" y="3127311"/>
            <a:ext cx="888261" cy="654696"/>
            <a:chOff x="519830" y="3162196"/>
            <a:chExt cx="748799" cy="551905"/>
          </a:xfrm>
        </p:grpSpPr>
        <p:sp>
          <p:nvSpPr>
            <p:cNvPr id="257" name="ハート 256">
              <a:extLst>
                <a:ext uri="{FF2B5EF4-FFF2-40B4-BE49-F238E27FC236}">
                  <a16:creationId xmlns:a16="http://schemas.microsoft.com/office/drawing/2014/main" id="{0B5FF1EB-F492-499D-9BCD-91D22704333E}"/>
                </a:ext>
              </a:extLst>
            </p:cNvPr>
            <p:cNvSpPr/>
            <p:nvPr/>
          </p:nvSpPr>
          <p:spPr>
            <a:xfrm>
              <a:off x="618278" y="3162196"/>
              <a:ext cx="551905" cy="551905"/>
            </a:xfrm>
            <a:prstGeom prst="heart">
              <a:avLst/>
            </a:prstGeom>
            <a:solidFill>
              <a:srgbClr val="CC66FF"/>
            </a:solidFill>
            <a:ln w="38100">
              <a:solidFill>
                <a:schemeClr val="tx1">
                  <a:lumMod val="85000"/>
                  <a:lumOff val="15000"/>
                </a:schemeClr>
              </a:solidFill>
            </a:ln>
            <a:effectLst>
              <a:glow rad="88900">
                <a:srgbClr val="CC66FF">
                  <a:alpha val="45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58" name="テキスト ボックス 257">
              <a:extLst>
                <a:ext uri="{FF2B5EF4-FFF2-40B4-BE49-F238E27FC236}">
                  <a16:creationId xmlns:a16="http://schemas.microsoft.com/office/drawing/2014/main" id="{CD878900-4B35-2C9F-3E68-7D73C8BF39BE}"/>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59" name="グループ化 258">
            <a:extLst>
              <a:ext uri="{FF2B5EF4-FFF2-40B4-BE49-F238E27FC236}">
                <a16:creationId xmlns:a16="http://schemas.microsoft.com/office/drawing/2014/main" id="{A237B48E-816A-C3B0-B7B3-2B95F8D8743F}"/>
              </a:ext>
            </a:extLst>
          </p:cNvPr>
          <p:cNvGrpSpPr/>
          <p:nvPr/>
        </p:nvGrpSpPr>
        <p:grpSpPr>
          <a:xfrm>
            <a:off x="3405968" y="3854579"/>
            <a:ext cx="888261" cy="654696"/>
            <a:chOff x="519830" y="3162196"/>
            <a:chExt cx="748799" cy="551905"/>
          </a:xfrm>
        </p:grpSpPr>
        <p:sp>
          <p:nvSpPr>
            <p:cNvPr id="260" name="ハート 259">
              <a:extLst>
                <a:ext uri="{FF2B5EF4-FFF2-40B4-BE49-F238E27FC236}">
                  <a16:creationId xmlns:a16="http://schemas.microsoft.com/office/drawing/2014/main" id="{CFA74ECB-31ED-8AB6-1B96-7AE6768C5D82}"/>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61" name="テキスト ボックス 260">
              <a:extLst>
                <a:ext uri="{FF2B5EF4-FFF2-40B4-BE49-F238E27FC236}">
                  <a16:creationId xmlns:a16="http://schemas.microsoft.com/office/drawing/2014/main" id="{7E11C259-CA4E-320C-2F7F-ED3D1802EA7B}"/>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62" name="グループ化 261">
            <a:extLst>
              <a:ext uri="{FF2B5EF4-FFF2-40B4-BE49-F238E27FC236}">
                <a16:creationId xmlns:a16="http://schemas.microsoft.com/office/drawing/2014/main" id="{1634A24D-FF8A-A023-265E-56AE2870D830}"/>
              </a:ext>
            </a:extLst>
          </p:cNvPr>
          <p:cNvGrpSpPr/>
          <p:nvPr/>
        </p:nvGrpSpPr>
        <p:grpSpPr>
          <a:xfrm>
            <a:off x="3405968" y="4568889"/>
            <a:ext cx="888261" cy="654696"/>
            <a:chOff x="519830" y="3162196"/>
            <a:chExt cx="748799" cy="551905"/>
          </a:xfrm>
        </p:grpSpPr>
        <p:sp>
          <p:nvSpPr>
            <p:cNvPr id="263" name="ハート 262">
              <a:extLst>
                <a:ext uri="{FF2B5EF4-FFF2-40B4-BE49-F238E27FC236}">
                  <a16:creationId xmlns:a16="http://schemas.microsoft.com/office/drawing/2014/main" id="{F05F0E16-54C8-AFE5-E61D-A4C29226C8A8}"/>
                </a:ext>
              </a:extLst>
            </p:cNvPr>
            <p:cNvSpPr/>
            <p:nvPr/>
          </p:nvSpPr>
          <p:spPr>
            <a:xfrm>
              <a:off x="618278" y="3162196"/>
              <a:ext cx="551905" cy="551905"/>
            </a:xfrm>
            <a:prstGeom prst="heart">
              <a:avLst/>
            </a:prstGeom>
            <a:gradFill>
              <a:gsLst>
                <a:gs pos="5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64" name="テキスト ボックス 263">
              <a:extLst>
                <a:ext uri="{FF2B5EF4-FFF2-40B4-BE49-F238E27FC236}">
                  <a16:creationId xmlns:a16="http://schemas.microsoft.com/office/drawing/2014/main" id="{FB3FEFF4-B0B8-49F2-5EC3-E87211CA4DE7}"/>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65" name="グループ化 264">
            <a:extLst>
              <a:ext uri="{FF2B5EF4-FFF2-40B4-BE49-F238E27FC236}">
                <a16:creationId xmlns:a16="http://schemas.microsoft.com/office/drawing/2014/main" id="{6DF55C1D-A37C-C942-C50D-A81AB3643775}"/>
              </a:ext>
            </a:extLst>
          </p:cNvPr>
          <p:cNvGrpSpPr/>
          <p:nvPr/>
        </p:nvGrpSpPr>
        <p:grpSpPr>
          <a:xfrm>
            <a:off x="3405968" y="5299009"/>
            <a:ext cx="888261" cy="654696"/>
            <a:chOff x="519830" y="3162196"/>
            <a:chExt cx="748799" cy="551905"/>
          </a:xfrm>
        </p:grpSpPr>
        <p:sp>
          <p:nvSpPr>
            <p:cNvPr id="266" name="ハート 265">
              <a:extLst>
                <a:ext uri="{FF2B5EF4-FFF2-40B4-BE49-F238E27FC236}">
                  <a16:creationId xmlns:a16="http://schemas.microsoft.com/office/drawing/2014/main" id="{F1B1A278-6B4A-DF8D-F386-4FEA2B7E73FC}"/>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67" name="テキスト ボックス 266">
              <a:extLst>
                <a:ext uri="{FF2B5EF4-FFF2-40B4-BE49-F238E27FC236}">
                  <a16:creationId xmlns:a16="http://schemas.microsoft.com/office/drawing/2014/main" id="{5214143F-FC80-9160-FD41-425C4E0EF8CC}"/>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sp>
        <p:nvSpPr>
          <p:cNvPr id="268" name="楕円 267">
            <a:extLst>
              <a:ext uri="{FF2B5EF4-FFF2-40B4-BE49-F238E27FC236}">
                <a16:creationId xmlns:a16="http://schemas.microsoft.com/office/drawing/2014/main" id="{F37AB1A1-309F-0C25-975F-6048C332A046}"/>
              </a:ext>
            </a:extLst>
          </p:cNvPr>
          <p:cNvSpPr/>
          <p:nvPr/>
        </p:nvSpPr>
        <p:spPr>
          <a:xfrm>
            <a:off x="1455480" y="322393"/>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BIZ UDP明朝 Medium" panose="02020500000000000000" pitchFamily="18" charset="-128"/>
                <a:ea typeface="BIZ UDP明朝 Medium" panose="02020500000000000000" pitchFamily="18" charset="-128"/>
              </a:rPr>
              <a:t>キャラ</a:t>
            </a:r>
          </a:p>
        </p:txBody>
      </p:sp>
      <p:sp>
        <p:nvSpPr>
          <p:cNvPr id="269" name="楕円 268">
            <a:extLst>
              <a:ext uri="{FF2B5EF4-FFF2-40B4-BE49-F238E27FC236}">
                <a16:creationId xmlns:a16="http://schemas.microsoft.com/office/drawing/2014/main" id="{E691A675-0FE2-E174-F85D-1B8FB9DBF3A7}"/>
              </a:ext>
            </a:extLst>
          </p:cNvPr>
          <p:cNvSpPr/>
          <p:nvPr/>
        </p:nvSpPr>
        <p:spPr>
          <a:xfrm>
            <a:off x="1976711" y="322393"/>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BIZ UDP明朝 Medium" panose="02020500000000000000" pitchFamily="18" charset="-128"/>
                <a:ea typeface="BIZ UDP明朝 Medium" panose="02020500000000000000" pitchFamily="18" charset="-128"/>
              </a:rPr>
              <a:t>キャラ</a:t>
            </a:r>
          </a:p>
        </p:txBody>
      </p:sp>
      <p:sp>
        <p:nvSpPr>
          <p:cNvPr id="270" name="楕円 269">
            <a:extLst>
              <a:ext uri="{FF2B5EF4-FFF2-40B4-BE49-F238E27FC236}">
                <a16:creationId xmlns:a16="http://schemas.microsoft.com/office/drawing/2014/main" id="{F0ADA7EE-5A08-81F1-C87D-E825F575DFFF}"/>
              </a:ext>
            </a:extLst>
          </p:cNvPr>
          <p:cNvSpPr/>
          <p:nvPr/>
        </p:nvSpPr>
        <p:spPr>
          <a:xfrm>
            <a:off x="2497942" y="322393"/>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BIZ UDP明朝 Medium" panose="02020500000000000000" pitchFamily="18" charset="-128"/>
                <a:ea typeface="BIZ UDP明朝 Medium" panose="02020500000000000000" pitchFamily="18" charset="-128"/>
              </a:rPr>
              <a:t>キャラ</a:t>
            </a:r>
          </a:p>
        </p:txBody>
      </p:sp>
      <p:sp>
        <p:nvSpPr>
          <p:cNvPr id="271" name="楕円 270">
            <a:extLst>
              <a:ext uri="{FF2B5EF4-FFF2-40B4-BE49-F238E27FC236}">
                <a16:creationId xmlns:a16="http://schemas.microsoft.com/office/drawing/2014/main" id="{1B185987-76E9-9B6A-E58F-B1878E27A78A}"/>
              </a:ext>
            </a:extLst>
          </p:cNvPr>
          <p:cNvSpPr/>
          <p:nvPr/>
        </p:nvSpPr>
        <p:spPr>
          <a:xfrm>
            <a:off x="3019174" y="322393"/>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BIZ UDP明朝 Medium" panose="02020500000000000000" pitchFamily="18" charset="-128"/>
                <a:ea typeface="BIZ UDP明朝 Medium" panose="02020500000000000000" pitchFamily="18" charset="-128"/>
              </a:rPr>
              <a:t>キャラ</a:t>
            </a:r>
          </a:p>
        </p:txBody>
      </p:sp>
    </p:spTree>
    <p:extLst>
      <p:ext uri="{BB962C8B-B14F-4D97-AF65-F5344CB8AC3E}">
        <p14:creationId xmlns:p14="http://schemas.microsoft.com/office/powerpoint/2010/main" val="4185798116"/>
      </p:ext>
    </p:extLst>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2CD437-48B5-2B89-BFB1-C9874521C08E}"/>
            </a:ext>
          </a:extLst>
        </p:cNvPr>
        <p:cNvGrpSpPr/>
        <p:nvPr/>
      </p:nvGrpSpPr>
      <p:grpSpPr>
        <a:xfrm>
          <a:off x="0" y="0"/>
          <a:ext cx="0" cy="0"/>
          <a:chOff x="0" y="0"/>
          <a:chExt cx="0" cy="0"/>
        </a:xfrm>
      </p:grpSpPr>
      <p:sp>
        <p:nvSpPr>
          <p:cNvPr id="81" name="楕円 80">
            <a:extLst>
              <a:ext uri="{FF2B5EF4-FFF2-40B4-BE49-F238E27FC236}">
                <a16:creationId xmlns:a16="http://schemas.microsoft.com/office/drawing/2014/main" id="{03C99F8D-CA4F-B65A-5A37-63D525DED9AF}"/>
              </a:ext>
            </a:extLst>
          </p:cNvPr>
          <p:cNvSpPr/>
          <p:nvPr/>
        </p:nvSpPr>
        <p:spPr>
          <a:xfrm>
            <a:off x="7369222" y="-419879"/>
            <a:ext cx="7168554" cy="7679094"/>
          </a:xfrm>
          <a:prstGeom prst="ellipse">
            <a:avLst/>
          </a:prstGeom>
          <a:solidFill>
            <a:schemeClr val="accent1">
              <a:lumMod val="75000"/>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0" name="楕円 79">
            <a:extLst>
              <a:ext uri="{FF2B5EF4-FFF2-40B4-BE49-F238E27FC236}">
                <a16:creationId xmlns:a16="http://schemas.microsoft.com/office/drawing/2014/main" id="{AB3C8B8C-2101-8165-452A-AD34E811A36C}"/>
              </a:ext>
            </a:extLst>
          </p:cNvPr>
          <p:cNvSpPr/>
          <p:nvPr/>
        </p:nvSpPr>
        <p:spPr>
          <a:xfrm>
            <a:off x="-2195336" y="-748783"/>
            <a:ext cx="8978692" cy="8369559"/>
          </a:xfrm>
          <a:prstGeom prst="ellipse">
            <a:avLst/>
          </a:prstGeom>
          <a:solidFill>
            <a:srgbClr val="CC66FF">
              <a:alpha val="6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nvGrpSpPr>
          <p:cNvPr id="112" name="グループ化 111">
            <a:extLst>
              <a:ext uri="{FF2B5EF4-FFF2-40B4-BE49-F238E27FC236}">
                <a16:creationId xmlns:a16="http://schemas.microsoft.com/office/drawing/2014/main" id="{5209BB48-971B-37BE-39F7-259F8A488B91}"/>
              </a:ext>
            </a:extLst>
          </p:cNvPr>
          <p:cNvGrpSpPr/>
          <p:nvPr/>
        </p:nvGrpSpPr>
        <p:grpSpPr>
          <a:xfrm>
            <a:off x="658742" y="891074"/>
            <a:ext cx="3344092" cy="5075851"/>
            <a:chOff x="658741" y="891074"/>
            <a:chExt cx="3763973" cy="5075851"/>
          </a:xfrm>
        </p:grpSpPr>
        <p:sp>
          <p:nvSpPr>
            <p:cNvPr id="2" name="四角形: 角を丸くする 1">
              <a:extLst>
                <a:ext uri="{FF2B5EF4-FFF2-40B4-BE49-F238E27FC236}">
                  <a16:creationId xmlns:a16="http://schemas.microsoft.com/office/drawing/2014/main" id="{15937B46-478A-FF6F-57B0-E125735CCB03}"/>
                </a:ext>
              </a:extLst>
            </p:cNvPr>
            <p:cNvSpPr/>
            <p:nvPr/>
          </p:nvSpPr>
          <p:spPr>
            <a:xfrm>
              <a:off x="658741" y="891074"/>
              <a:ext cx="3092165"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3" name="四角形: 角を丸くする 2">
              <a:extLst>
                <a:ext uri="{FF2B5EF4-FFF2-40B4-BE49-F238E27FC236}">
                  <a16:creationId xmlns:a16="http://schemas.microsoft.com/office/drawing/2014/main" id="{C0F78699-C5AB-8F59-C85D-FBEE95E75BEB}"/>
                </a:ext>
              </a:extLst>
            </p:cNvPr>
            <p:cNvSpPr/>
            <p:nvPr/>
          </p:nvSpPr>
          <p:spPr>
            <a:xfrm>
              <a:off x="658741" y="1626637"/>
              <a:ext cx="3092165"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6" name="四角形: 角を丸くする 5">
              <a:extLst>
                <a:ext uri="{FF2B5EF4-FFF2-40B4-BE49-F238E27FC236}">
                  <a16:creationId xmlns:a16="http://schemas.microsoft.com/office/drawing/2014/main" id="{039E691B-7D4F-0E3A-AF08-869E92CF4D13}"/>
                </a:ext>
              </a:extLst>
            </p:cNvPr>
            <p:cNvSpPr/>
            <p:nvPr/>
          </p:nvSpPr>
          <p:spPr>
            <a:xfrm>
              <a:off x="658741" y="2362200"/>
              <a:ext cx="3092165"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8" name="四角形: 角を丸くする 7">
              <a:extLst>
                <a:ext uri="{FF2B5EF4-FFF2-40B4-BE49-F238E27FC236}">
                  <a16:creationId xmlns:a16="http://schemas.microsoft.com/office/drawing/2014/main" id="{AB43264F-DE66-910F-F5D7-532E58B33DFA}"/>
                </a:ext>
              </a:extLst>
            </p:cNvPr>
            <p:cNvSpPr/>
            <p:nvPr/>
          </p:nvSpPr>
          <p:spPr>
            <a:xfrm>
              <a:off x="658741" y="3833326"/>
              <a:ext cx="3092165"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9" name="四角形: 角を丸くする 8">
              <a:extLst>
                <a:ext uri="{FF2B5EF4-FFF2-40B4-BE49-F238E27FC236}">
                  <a16:creationId xmlns:a16="http://schemas.microsoft.com/office/drawing/2014/main" id="{0B911830-EB3B-AF35-8BEF-DF58D2ED5557}"/>
                </a:ext>
              </a:extLst>
            </p:cNvPr>
            <p:cNvSpPr/>
            <p:nvPr/>
          </p:nvSpPr>
          <p:spPr>
            <a:xfrm>
              <a:off x="658741" y="4568889"/>
              <a:ext cx="3092165"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10" name="四角形: 角を丸くする 9">
              <a:extLst>
                <a:ext uri="{FF2B5EF4-FFF2-40B4-BE49-F238E27FC236}">
                  <a16:creationId xmlns:a16="http://schemas.microsoft.com/office/drawing/2014/main" id="{562CDDD3-4287-0D0B-6147-A0973BD98B53}"/>
                </a:ext>
              </a:extLst>
            </p:cNvPr>
            <p:cNvSpPr/>
            <p:nvPr/>
          </p:nvSpPr>
          <p:spPr>
            <a:xfrm>
              <a:off x="658741" y="5304452"/>
              <a:ext cx="3092165"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35" name="グループ化 34">
              <a:extLst>
                <a:ext uri="{FF2B5EF4-FFF2-40B4-BE49-F238E27FC236}">
                  <a16:creationId xmlns:a16="http://schemas.microsoft.com/office/drawing/2014/main" id="{C6BB182E-00EB-548E-0508-E2F30691777C}"/>
                </a:ext>
              </a:extLst>
            </p:cNvPr>
            <p:cNvGrpSpPr/>
            <p:nvPr/>
          </p:nvGrpSpPr>
          <p:grpSpPr>
            <a:xfrm>
              <a:off x="858105" y="942392"/>
              <a:ext cx="2612882" cy="559836"/>
              <a:chOff x="858105" y="942392"/>
              <a:chExt cx="2612882" cy="559836"/>
            </a:xfrm>
          </p:grpSpPr>
          <p:sp>
            <p:nvSpPr>
              <p:cNvPr id="12" name="楕円 11">
                <a:extLst>
                  <a:ext uri="{FF2B5EF4-FFF2-40B4-BE49-F238E27FC236}">
                    <a16:creationId xmlns:a16="http://schemas.microsoft.com/office/drawing/2014/main" id="{EACE059A-80B4-96F3-F3F0-761E2B08B4C0}"/>
                  </a:ext>
                </a:extLst>
              </p:cNvPr>
              <p:cNvSpPr/>
              <p:nvPr/>
            </p:nvSpPr>
            <p:spPr>
              <a:xfrm>
                <a:off x="1838130" y="9423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13" name="楕円 12">
                <a:extLst>
                  <a:ext uri="{FF2B5EF4-FFF2-40B4-BE49-F238E27FC236}">
                    <a16:creationId xmlns:a16="http://schemas.microsoft.com/office/drawing/2014/main" id="{17EE9742-1357-04B5-3E11-7047A6432AB4}"/>
                  </a:ext>
                </a:extLst>
              </p:cNvPr>
              <p:cNvSpPr/>
              <p:nvPr/>
            </p:nvSpPr>
            <p:spPr>
              <a:xfrm>
                <a:off x="858105" y="9423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16" name="グループ化 15">
              <a:extLst>
                <a:ext uri="{FF2B5EF4-FFF2-40B4-BE49-F238E27FC236}">
                  <a16:creationId xmlns:a16="http://schemas.microsoft.com/office/drawing/2014/main" id="{77E30FA1-0682-2D9E-A07E-05CA14415D8F}"/>
                </a:ext>
              </a:extLst>
            </p:cNvPr>
            <p:cNvGrpSpPr/>
            <p:nvPr/>
          </p:nvGrpSpPr>
          <p:grpSpPr>
            <a:xfrm>
              <a:off x="858105" y="1677955"/>
              <a:ext cx="2612882" cy="559836"/>
              <a:chOff x="858105" y="1673292"/>
              <a:chExt cx="2612882" cy="559836"/>
            </a:xfrm>
          </p:grpSpPr>
          <p:sp>
            <p:nvSpPr>
              <p:cNvPr id="14" name="楕円 13">
                <a:extLst>
                  <a:ext uri="{FF2B5EF4-FFF2-40B4-BE49-F238E27FC236}">
                    <a16:creationId xmlns:a16="http://schemas.microsoft.com/office/drawing/2014/main" id="{45DB1462-F77E-2075-4D82-38A79DC9EDE9}"/>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15" name="楕円 14">
                <a:extLst>
                  <a:ext uri="{FF2B5EF4-FFF2-40B4-BE49-F238E27FC236}">
                    <a16:creationId xmlns:a16="http://schemas.microsoft.com/office/drawing/2014/main" id="{448DB22A-C3CC-F7D5-ACD3-99D541DD5AC3}"/>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17" name="グループ化 16">
              <a:extLst>
                <a:ext uri="{FF2B5EF4-FFF2-40B4-BE49-F238E27FC236}">
                  <a16:creationId xmlns:a16="http://schemas.microsoft.com/office/drawing/2014/main" id="{32A2AD39-28F9-1162-E905-142F589656BB}"/>
                </a:ext>
              </a:extLst>
            </p:cNvPr>
            <p:cNvGrpSpPr/>
            <p:nvPr/>
          </p:nvGrpSpPr>
          <p:grpSpPr>
            <a:xfrm>
              <a:off x="858105" y="5355770"/>
              <a:ext cx="2612882" cy="559836"/>
              <a:chOff x="858105" y="1673292"/>
              <a:chExt cx="2612882" cy="559836"/>
            </a:xfrm>
          </p:grpSpPr>
          <p:sp>
            <p:nvSpPr>
              <p:cNvPr id="18" name="楕円 17">
                <a:extLst>
                  <a:ext uri="{FF2B5EF4-FFF2-40B4-BE49-F238E27FC236}">
                    <a16:creationId xmlns:a16="http://schemas.microsoft.com/office/drawing/2014/main" id="{6A91A041-FE47-E306-8408-C48B3C3D9D4E}"/>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19" name="楕円 18">
                <a:extLst>
                  <a:ext uri="{FF2B5EF4-FFF2-40B4-BE49-F238E27FC236}">
                    <a16:creationId xmlns:a16="http://schemas.microsoft.com/office/drawing/2014/main" id="{28962496-AF60-7DA1-81B6-22929E1B6705}"/>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20" name="グループ化 19">
              <a:extLst>
                <a:ext uri="{FF2B5EF4-FFF2-40B4-BE49-F238E27FC236}">
                  <a16:creationId xmlns:a16="http://schemas.microsoft.com/office/drawing/2014/main" id="{E207D917-3757-967B-46FD-2BC8805B4B2B}"/>
                </a:ext>
              </a:extLst>
            </p:cNvPr>
            <p:cNvGrpSpPr/>
            <p:nvPr/>
          </p:nvGrpSpPr>
          <p:grpSpPr>
            <a:xfrm>
              <a:off x="858105" y="4620207"/>
              <a:ext cx="2612882" cy="559836"/>
              <a:chOff x="858105" y="1673292"/>
              <a:chExt cx="2612882" cy="559836"/>
            </a:xfrm>
          </p:grpSpPr>
          <p:sp>
            <p:nvSpPr>
              <p:cNvPr id="21" name="楕円 20">
                <a:extLst>
                  <a:ext uri="{FF2B5EF4-FFF2-40B4-BE49-F238E27FC236}">
                    <a16:creationId xmlns:a16="http://schemas.microsoft.com/office/drawing/2014/main" id="{9B394275-B2B5-A4D2-17C7-7892AB18182E}"/>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22" name="楕円 21">
                <a:extLst>
                  <a:ext uri="{FF2B5EF4-FFF2-40B4-BE49-F238E27FC236}">
                    <a16:creationId xmlns:a16="http://schemas.microsoft.com/office/drawing/2014/main" id="{CA481DA9-5E67-310E-5EDC-B33B721DA8D4}"/>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26" name="グループ化 25">
              <a:extLst>
                <a:ext uri="{FF2B5EF4-FFF2-40B4-BE49-F238E27FC236}">
                  <a16:creationId xmlns:a16="http://schemas.microsoft.com/office/drawing/2014/main" id="{45DA0EF0-505B-62A6-331B-9E349A6631FA}"/>
                </a:ext>
              </a:extLst>
            </p:cNvPr>
            <p:cNvGrpSpPr/>
            <p:nvPr/>
          </p:nvGrpSpPr>
          <p:grpSpPr>
            <a:xfrm>
              <a:off x="858105" y="3884644"/>
              <a:ext cx="2612882" cy="559836"/>
              <a:chOff x="858105" y="1673292"/>
              <a:chExt cx="2612882" cy="559836"/>
            </a:xfrm>
          </p:grpSpPr>
          <p:sp>
            <p:nvSpPr>
              <p:cNvPr id="27" name="楕円 26">
                <a:extLst>
                  <a:ext uri="{FF2B5EF4-FFF2-40B4-BE49-F238E27FC236}">
                    <a16:creationId xmlns:a16="http://schemas.microsoft.com/office/drawing/2014/main" id="{3CFD275B-AE75-3C23-E6FB-D760F6A3B652}"/>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28" name="楕円 27">
                <a:extLst>
                  <a:ext uri="{FF2B5EF4-FFF2-40B4-BE49-F238E27FC236}">
                    <a16:creationId xmlns:a16="http://schemas.microsoft.com/office/drawing/2014/main" id="{486F9F1D-2C79-B4CD-C22B-1015CF9FABD7}"/>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32" name="グループ化 31">
              <a:extLst>
                <a:ext uri="{FF2B5EF4-FFF2-40B4-BE49-F238E27FC236}">
                  <a16:creationId xmlns:a16="http://schemas.microsoft.com/office/drawing/2014/main" id="{EBB37F4F-960B-B1A2-589D-99442D93826E}"/>
                </a:ext>
              </a:extLst>
            </p:cNvPr>
            <p:cNvGrpSpPr/>
            <p:nvPr/>
          </p:nvGrpSpPr>
          <p:grpSpPr>
            <a:xfrm>
              <a:off x="858105" y="2413518"/>
              <a:ext cx="2612882" cy="559836"/>
              <a:chOff x="858105" y="1673292"/>
              <a:chExt cx="2612882" cy="559836"/>
            </a:xfrm>
          </p:grpSpPr>
          <p:sp>
            <p:nvSpPr>
              <p:cNvPr id="33" name="楕円 32">
                <a:extLst>
                  <a:ext uri="{FF2B5EF4-FFF2-40B4-BE49-F238E27FC236}">
                    <a16:creationId xmlns:a16="http://schemas.microsoft.com/office/drawing/2014/main" id="{5D5EA093-6C17-C036-8256-2B1C08CDE58E}"/>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34" name="楕円 33">
                <a:extLst>
                  <a:ext uri="{FF2B5EF4-FFF2-40B4-BE49-F238E27FC236}">
                    <a16:creationId xmlns:a16="http://schemas.microsoft.com/office/drawing/2014/main" id="{39AEF8DF-0753-EEFC-F805-B64368059DAB}"/>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sp>
          <p:nvSpPr>
            <p:cNvPr id="36" name="四角形: 角を丸くする 35">
              <a:extLst>
                <a:ext uri="{FF2B5EF4-FFF2-40B4-BE49-F238E27FC236}">
                  <a16:creationId xmlns:a16="http://schemas.microsoft.com/office/drawing/2014/main" id="{216986E6-6606-F828-0E14-30A44CB364D9}"/>
                </a:ext>
              </a:extLst>
            </p:cNvPr>
            <p:cNvSpPr/>
            <p:nvPr/>
          </p:nvSpPr>
          <p:spPr>
            <a:xfrm>
              <a:off x="3064077" y="914399"/>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7" name="四角形: 角を丸くする 36">
              <a:extLst>
                <a:ext uri="{FF2B5EF4-FFF2-40B4-BE49-F238E27FC236}">
                  <a16:creationId xmlns:a16="http://schemas.microsoft.com/office/drawing/2014/main" id="{2E901D00-5C23-3DF8-B740-94D3ECEABD29}"/>
                </a:ext>
              </a:extLst>
            </p:cNvPr>
            <p:cNvSpPr/>
            <p:nvPr/>
          </p:nvSpPr>
          <p:spPr>
            <a:xfrm>
              <a:off x="3064077" y="5324668"/>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8" name="四角形: 角を丸くする 37">
              <a:extLst>
                <a:ext uri="{FF2B5EF4-FFF2-40B4-BE49-F238E27FC236}">
                  <a16:creationId xmlns:a16="http://schemas.microsoft.com/office/drawing/2014/main" id="{98BEFEE7-31D5-5590-23CA-206705B9DE1D}"/>
                </a:ext>
              </a:extLst>
            </p:cNvPr>
            <p:cNvSpPr/>
            <p:nvPr/>
          </p:nvSpPr>
          <p:spPr>
            <a:xfrm>
              <a:off x="3064077" y="4589624"/>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9" name="四角形: 角を丸くする 38">
              <a:extLst>
                <a:ext uri="{FF2B5EF4-FFF2-40B4-BE49-F238E27FC236}">
                  <a16:creationId xmlns:a16="http://schemas.microsoft.com/office/drawing/2014/main" id="{88E90C1C-C8EF-9359-A2AC-631B62FCBE17}"/>
                </a:ext>
              </a:extLst>
            </p:cNvPr>
            <p:cNvSpPr/>
            <p:nvPr/>
          </p:nvSpPr>
          <p:spPr>
            <a:xfrm>
              <a:off x="3064077" y="3854579"/>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89" name="グループ化 88">
              <a:extLst>
                <a:ext uri="{FF2B5EF4-FFF2-40B4-BE49-F238E27FC236}">
                  <a16:creationId xmlns:a16="http://schemas.microsoft.com/office/drawing/2014/main" id="{6D2D7794-572E-7974-F0C3-5C213E29842A}"/>
                </a:ext>
              </a:extLst>
            </p:cNvPr>
            <p:cNvGrpSpPr/>
            <p:nvPr/>
          </p:nvGrpSpPr>
          <p:grpSpPr>
            <a:xfrm>
              <a:off x="1330549" y="3097763"/>
              <a:ext cx="3092165" cy="662473"/>
              <a:chOff x="658741" y="3097763"/>
              <a:chExt cx="3092165" cy="662473"/>
            </a:xfrm>
          </p:grpSpPr>
          <p:sp>
            <p:nvSpPr>
              <p:cNvPr id="7" name="四角形: 角を丸くする 6">
                <a:extLst>
                  <a:ext uri="{FF2B5EF4-FFF2-40B4-BE49-F238E27FC236}">
                    <a16:creationId xmlns:a16="http://schemas.microsoft.com/office/drawing/2014/main" id="{E8508CAF-0ABC-E235-DA1C-0D405E06FF0B}"/>
                  </a:ext>
                </a:extLst>
              </p:cNvPr>
              <p:cNvSpPr/>
              <p:nvPr/>
            </p:nvSpPr>
            <p:spPr>
              <a:xfrm>
                <a:off x="658741" y="3097763"/>
                <a:ext cx="3092165"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grpSp>
            <p:nvGrpSpPr>
              <p:cNvPr id="29" name="グループ化 28">
                <a:extLst>
                  <a:ext uri="{FF2B5EF4-FFF2-40B4-BE49-F238E27FC236}">
                    <a16:creationId xmlns:a16="http://schemas.microsoft.com/office/drawing/2014/main" id="{42A7ED7A-BF7B-69F1-4187-972B89FCCC1A}"/>
                  </a:ext>
                </a:extLst>
              </p:cNvPr>
              <p:cNvGrpSpPr/>
              <p:nvPr/>
            </p:nvGrpSpPr>
            <p:grpSpPr>
              <a:xfrm>
                <a:off x="858105" y="3149081"/>
                <a:ext cx="2612882" cy="559836"/>
                <a:chOff x="858105" y="1673292"/>
                <a:chExt cx="2612882" cy="559836"/>
              </a:xfrm>
            </p:grpSpPr>
            <p:sp>
              <p:nvSpPr>
                <p:cNvPr id="30" name="楕円 29">
                  <a:extLst>
                    <a:ext uri="{FF2B5EF4-FFF2-40B4-BE49-F238E27FC236}">
                      <a16:creationId xmlns:a16="http://schemas.microsoft.com/office/drawing/2014/main" id="{1BCF3977-4EE6-B954-E1DE-9C04B6213593}"/>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31" name="楕円 30">
                  <a:extLst>
                    <a:ext uri="{FF2B5EF4-FFF2-40B4-BE49-F238E27FC236}">
                      <a16:creationId xmlns:a16="http://schemas.microsoft.com/office/drawing/2014/main" id="{23C15B08-BE97-D557-CEBA-1AFDBF98C283}"/>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sp>
            <p:nvSpPr>
              <p:cNvPr id="40" name="四角形: 角を丸くする 39">
                <a:extLst>
                  <a:ext uri="{FF2B5EF4-FFF2-40B4-BE49-F238E27FC236}">
                    <a16:creationId xmlns:a16="http://schemas.microsoft.com/office/drawing/2014/main" id="{A781F232-6A1C-349A-9511-8B967E7DE5AF}"/>
                  </a:ext>
                </a:extLst>
              </p:cNvPr>
              <p:cNvSpPr/>
              <p:nvPr/>
            </p:nvSpPr>
            <p:spPr>
              <a:xfrm>
                <a:off x="3064077" y="3119534"/>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sp>
          <p:nvSpPr>
            <p:cNvPr id="41" name="四角形: 角を丸くする 40">
              <a:extLst>
                <a:ext uri="{FF2B5EF4-FFF2-40B4-BE49-F238E27FC236}">
                  <a16:creationId xmlns:a16="http://schemas.microsoft.com/office/drawing/2014/main" id="{AD5AE858-3C3C-BF2E-EE53-67B82B9882A0}"/>
                </a:ext>
              </a:extLst>
            </p:cNvPr>
            <p:cNvSpPr/>
            <p:nvPr/>
          </p:nvSpPr>
          <p:spPr>
            <a:xfrm>
              <a:off x="3064077" y="2384489"/>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42" name="四角形: 角を丸くする 41">
              <a:extLst>
                <a:ext uri="{FF2B5EF4-FFF2-40B4-BE49-F238E27FC236}">
                  <a16:creationId xmlns:a16="http://schemas.microsoft.com/office/drawing/2014/main" id="{89EDC2B3-209C-77E8-1FE2-B549FEC21DF7}"/>
                </a:ext>
              </a:extLst>
            </p:cNvPr>
            <p:cNvSpPr/>
            <p:nvPr/>
          </p:nvSpPr>
          <p:spPr>
            <a:xfrm>
              <a:off x="3064077" y="1649444"/>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sp>
        <p:nvSpPr>
          <p:cNvPr id="44" name="四角形: 角を丸くする 43">
            <a:extLst>
              <a:ext uri="{FF2B5EF4-FFF2-40B4-BE49-F238E27FC236}">
                <a16:creationId xmlns:a16="http://schemas.microsoft.com/office/drawing/2014/main" id="{1F53C704-E87D-D987-88AE-34BB86E1D8F2}"/>
              </a:ext>
            </a:extLst>
          </p:cNvPr>
          <p:cNvSpPr/>
          <p:nvPr/>
        </p:nvSpPr>
        <p:spPr>
          <a:xfrm flipV="1">
            <a:off x="8838120" y="5295121"/>
            <a:ext cx="2704472"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8" name="四角形: 角を丸くする 47">
            <a:extLst>
              <a:ext uri="{FF2B5EF4-FFF2-40B4-BE49-F238E27FC236}">
                <a16:creationId xmlns:a16="http://schemas.microsoft.com/office/drawing/2014/main" id="{847F70F1-1364-7F8C-2B8A-28C42AF24B25}"/>
              </a:ext>
            </a:extLst>
          </p:cNvPr>
          <p:cNvSpPr/>
          <p:nvPr/>
        </p:nvSpPr>
        <p:spPr>
          <a:xfrm flipV="1">
            <a:off x="8838120" y="2352869"/>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9" name="四角形: 角を丸くする 48">
            <a:extLst>
              <a:ext uri="{FF2B5EF4-FFF2-40B4-BE49-F238E27FC236}">
                <a16:creationId xmlns:a16="http://schemas.microsoft.com/office/drawing/2014/main" id="{AF312980-F427-B235-B2DA-C67533C0021D}"/>
              </a:ext>
            </a:extLst>
          </p:cNvPr>
          <p:cNvSpPr/>
          <p:nvPr/>
        </p:nvSpPr>
        <p:spPr>
          <a:xfrm flipV="1">
            <a:off x="8838120" y="1617306"/>
            <a:ext cx="2704472"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50" name="四角形: 角を丸くする 49">
            <a:extLst>
              <a:ext uri="{FF2B5EF4-FFF2-40B4-BE49-F238E27FC236}">
                <a16:creationId xmlns:a16="http://schemas.microsoft.com/office/drawing/2014/main" id="{BD6BB614-1A0E-1393-03E9-C71F26BF0580}"/>
              </a:ext>
            </a:extLst>
          </p:cNvPr>
          <p:cNvSpPr/>
          <p:nvPr/>
        </p:nvSpPr>
        <p:spPr>
          <a:xfrm flipV="1">
            <a:off x="8838120" y="881743"/>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grpSp>
        <p:nvGrpSpPr>
          <p:cNvPr id="51" name="グループ化 50">
            <a:extLst>
              <a:ext uri="{FF2B5EF4-FFF2-40B4-BE49-F238E27FC236}">
                <a16:creationId xmlns:a16="http://schemas.microsoft.com/office/drawing/2014/main" id="{43D9E6A7-E63A-2CD5-1D37-7EBB43921CA7}"/>
              </a:ext>
            </a:extLst>
          </p:cNvPr>
          <p:cNvGrpSpPr/>
          <p:nvPr/>
        </p:nvGrpSpPr>
        <p:grpSpPr>
          <a:xfrm>
            <a:off x="9012488" y="933061"/>
            <a:ext cx="2285281" cy="559836"/>
            <a:chOff x="858105" y="942392"/>
            <a:chExt cx="2612882" cy="559836"/>
          </a:xfrm>
        </p:grpSpPr>
        <p:sp>
          <p:nvSpPr>
            <p:cNvPr id="52" name="楕円 51">
              <a:extLst>
                <a:ext uri="{FF2B5EF4-FFF2-40B4-BE49-F238E27FC236}">
                  <a16:creationId xmlns:a16="http://schemas.microsoft.com/office/drawing/2014/main" id="{1F981992-A1A3-A15B-4024-139AB0726CE5}"/>
                </a:ext>
              </a:extLst>
            </p:cNvPr>
            <p:cNvSpPr/>
            <p:nvPr/>
          </p:nvSpPr>
          <p:spPr>
            <a:xfrm>
              <a:off x="1838130" y="9423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53" name="楕円 52">
              <a:extLst>
                <a:ext uri="{FF2B5EF4-FFF2-40B4-BE49-F238E27FC236}">
                  <a16:creationId xmlns:a16="http://schemas.microsoft.com/office/drawing/2014/main" id="{5829CFFE-43C3-E8B9-822B-3EDF1F9FCC77}"/>
                </a:ext>
              </a:extLst>
            </p:cNvPr>
            <p:cNvSpPr/>
            <p:nvPr/>
          </p:nvSpPr>
          <p:spPr>
            <a:xfrm>
              <a:off x="858105" y="9423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54" name="グループ化 53">
            <a:extLst>
              <a:ext uri="{FF2B5EF4-FFF2-40B4-BE49-F238E27FC236}">
                <a16:creationId xmlns:a16="http://schemas.microsoft.com/office/drawing/2014/main" id="{8F25CE92-FF3F-3F96-F92F-B20C5F9F4F2E}"/>
              </a:ext>
            </a:extLst>
          </p:cNvPr>
          <p:cNvGrpSpPr/>
          <p:nvPr/>
        </p:nvGrpSpPr>
        <p:grpSpPr>
          <a:xfrm>
            <a:off x="9012488" y="1668624"/>
            <a:ext cx="2285281" cy="559836"/>
            <a:chOff x="858105" y="1673292"/>
            <a:chExt cx="2612882" cy="559836"/>
          </a:xfrm>
        </p:grpSpPr>
        <p:sp>
          <p:nvSpPr>
            <p:cNvPr id="55" name="楕円 54">
              <a:extLst>
                <a:ext uri="{FF2B5EF4-FFF2-40B4-BE49-F238E27FC236}">
                  <a16:creationId xmlns:a16="http://schemas.microsoft.com/office/drawing/2014/main" id="{EF4C1A49-BBCB-6A61-D243-ABA9E0751F3B}"/>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56" name="楕円 55">
              <a:extLst>
                <a:ext uri="{FF2B5EF4-FFF2-40B4-BE49-F238E27FC236}">
                  <a16:creationId xmlns:a16="http://schemas.microsoft.com/office/drawing/2014/main" id="{4C28F049-5349-351E-4F0D-F0D0E8C8C2AA}"/>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57" name="グループ化 56">
            <a:extLst>
              <a:ext uri="{FF2B5EF4-FFF2-40B4-BE49-F238E27FC236}">
                <a16:creationId xmlns:a16="http://schemas.microsoft.com/office/drawing/2014/main" id="{B89A8558-55A8-7E26-7D41-215B2AC1B760}"/>
              </a:ext>
            </a:extLst>
          </p:cNvPr>
          <p:cNvGrpSpPr/>
          <p:nvPr/>
        </p:nvGrpSpPr>
        <p:grpSpPr>
          <a:xfrm>
            <a:off x="9012488" y="5346439"/>
            <a:ext cx="2285281" cy="559836"/>
            <a:chOff x="858105" y="1673292"/>
            <a:chExt cx="2612882" cy="559836"/>
          </a:xfrm>
        </p:grpSpPr>
        <p:sp>
          <p:nvSpPr>
            <p:cNvPr id="58" name="楕円 57">
              <a:extLst>
                <a:ext uri="{FF2B5EF4-FFF2-40B4-BE49-F238E27FC236}">
                  <a16:creationId xmlns:a16="http://schemas.microsoft.com/office/drawing/2014/main" id="{ECA83C1E-B79F-0C09-8F64-FE0E3626D125}"/>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59" name="楕円 58">
              <a:extLst>
                <a:ext uri="{FF2B5EF4-FFF2-40B4-BE49-F238E27FC236}">
                  <a16:creationId xmlns:a16="http://schemas.microsoft.com/office/drawing/2014/main" id="{0A5353BE-DD29-01D5-64D4-C7D2DC5BBADE}"/>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69" name="グループ化 68">
            <a:extLst>
              <a:ext uri="{FF2B5EF4-FFF2-40B4-BE49-F238E27FC236}">
                <a16:creationId xmlns:a16="http://schemas.microsoft.com/office/drawing/2014/main" id="{E186963F-6D59-8990-CC59-6D5FEC43AD54}"/>
              </a:ext>
            </a:extLst>
          </p:cNvPr>
          <p:cNvGrpSpPr/>
          <p:nvPr/>
        </p:nvGrpSpPr>
        <p:grpSpPr>
          <a:xfrm>
            <a:off x="9012488" y="2404187"/>
            <a:ext cx="2285281" cy="559836"/>
            <a:chOff x="858105" y="1673292"/>
            <a:chExt cx="2612882" cy="559836"/>
          </a:xfrm>
        </p:grpSpPr>
        <p:sp>
          <p:nvSpPr>
            <p:cNvPr id="70" name="楕円 69">
              <a:extLst>
                <a:ext uri="{FF2B5EF4-FFF2-40B4-BE49-F238E27FC236}">
                  <a16:creationId xmlns:a16="http://schemas.microsoft.com/office/drawing/2014/main" id="{5ABE36B0-59D7-2103-A59F-7EF291166031}"/>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71" name="楕円 70">
              <a:extLst>
                <a:ext uri="{FF2B5EF4-FFF2-40B4-BE49-F238E27FC236}">
                  <a16:creationId xmlns:a16="http://schemas.microsoft.com/office/drawing/2014/main" id="{A9D33128-4E9B-3035-8314-7B6677E296E8}"/>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sp>
        <p:nvSpPr>
          <p:cNvPr id="72" name="四角形: 角を丸くする 71">
            <a:extLst>
              <a:ext uri="{FF2B5EF4-FFF2-40B4-BE49-F238E27FC236}">
                <a16:creationId xmlns:a16="http://schemas.microsoft.com/office/drawing/2014/main" id="{A4BE0A9F-6673-E800-97CD-B143B2EB4797}"/>
              </a:ext>
            </a:extLst>
          </p:cNvPr>
          <p:cNvSpPr/>
          <p:nvPr/>
        </p:nvSpPr>
        <p:spPr>
          <a:xfrm>
            <a:off x="10941877" y="90506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3" name="四角形: 角を丸くする 72">
            <a:extLst>
              <a:ext uri="{FF2B5EF4-FFF2-40B4-BE49-F238E27FC236}">
                <a16:creationId xmlns:a16="http://schemas.microsoft.com/office/drawing/2014/main" id="{1945BF65-4470-380C-B45A-FB07B5955946}"/>
              </a:ext>
            </a:extLst>
          </p:cNvPr>
          <p:cNvSpPr/>
          <p:nvPr/>
        </p:nvSpPr>
        <p:spPr>
          <a:xfrm>
            <a:off x="10941877" y="5315337"/>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5" name="グループ化 4">
            <a:extLst>
              <a:ext uri="{FF2B5EF4-FFF2-40B4-BE49-F238E27FC236}">
                <a16:creationId xmlns:a16="http://schemas.microsoft.com/office/drawing/2014/main" id="{8FFD978C-2DA3-8B47-BD0B-6D53F57A79D4}"/>
              </a:ext>
            </a:extLst>
          </p:cNvPr>
          <p:cNvGrpSpPr/>
          <p:nvPr/>
        </p:nvGrpSpPr>
        <p:grpSpPr>
          <a:xfrm>
            <a:off x="8016944" y="3088432"/>
            <a:ext cx="2706498" cy="2133599"/>
            <a:chOff x="8836094" y="3088432"/>
            <a:chExt cx="2706498" cy="2133599"/>
          </a:xfrm>
        </p:grpSpPr>
        <p:sp>
          <p:nvSpPr>
            <p:cNvPr id="46" name="四角形: 角を丸くする 45">
              <a:extLst>
                <a:ext uri="{FF2B5EF4-FFF2-40B4-BE49-F238E27FC236}">
                  <a16:creationId xmlns:a16="http://schemas.microsoft.com/office/drawing/2014/main" id="{A304F33E-57D7-E0C4-532C-E04F474E979B}"/>
                </a:ext>
              </a:extLst>
            </p:cNvPr>
            <p:cNvSpPr/>
            <p:nvPr/>
          </p:nvSpPr>
          <p:spPr>
            <a:xfrm flipV="1">
              <a:off x="8838120" y="3823995"/>
              <a:ext cx="2704472"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7" name="四角形: 角を丸くする 46">
              <a:extLst>
                <a:ext uri="{FF2B5EF4-FFF2-40B4-BE49-F238E27FC236}">
                  <a16:creationId xmlns:a16="http://schemas.microsoft.com/office/drawing/2014/main" id="{E198B559-4A1D-E3B9-4712-BA18DC7D033C}"/>
                </a:ext>
              </a:extLst>
            </p:cNvPr>
            <p:cNvSpPr/>
            <p:nvPr/>
          </p:nvSpPr>
          <p:spPr>
            <a:xfrm flipV="1">
              <a:off x="8838120" y="3088432"/>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grpSp>
          <p:nvGrpSpPr>
            <p:cNvPr id="63" name="グループ化 62">
              <a:extLst>
                <a:ext uri="{FF2B5EF4-FFF2-40B4-BE49-F238E27FC236}">
                  <a16:creationId xmlns:a16="http://schemas.microsoft.com/office/drawing/2014/main" id="{C5A535C7-4160-AEAA-D751-0DFBD588E781}"/>
                </a:ext>
              </a:extLst>
            </p:cNvPr>
            <p:cNvGrpSpPr/>
            <p:nvPr/>
          </p:nvGrpSpPr>
          <p:grpSpPr>
            <a:xfrm>
              <a:off x="9012488" y="3875313"/>
              <a:ext cx="2285281" cy="559836"/>
              <a:chOff x="858105" y="1673292"/>
              <a:chExt cx="2612882" cy="559836"/>
            </a:xfrm>
          </p:grpSpPr>
          <p:sp>
            <p:nvSpPr>
              <p:cNvPr id="64" name="楕円 63">
                <a:extLst>
                  <a:ext uri="{FF2B5EF4-FFF2-40B4-BE49-F238E27FC236}">
                    <a16:creationId xmlns:a16="http://schemas.microsoft.com/office/drawing/2014/main" id="{C23E6FD3-4D73-DFA8-28C4-D1F9E8518DB0}"/>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65" name="楕円 64">
                <a:extLst>
                  <a:ext uri="{FF2B5EF4-FFF2-40B4-BE49-F238E27FC236}">
                    <a16:creationId xmlns:a16="http://schemas.microsoft.com/office/drawing/2014/main" id="{6E0D6583-24B2-ACDB-9B5A-4E007E080E6A}"/>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66" name="グループ化 65">
              <a:extLst>
                <a:ext uri="{FF2B5EF4-FFF2-40B4-BE49-F238E27FC236}">
                  <a16:creationId xmlns:a16="http://schemas.microsoft.com/office/drawing/2014/main" id="{9D9CE04B-EDCF-58E3-51D3-88D779DF4A4C}"/>
                </a:ext>
              </a:extLst>
            </p:cNvPr>
            <p:cNvGrpSpPr/>
            <p:nvPr/>
          </p:nvGrpSpPr>
          <p:grpSpPr>
            <a:xfrm>
              <a:off x="9012488" y="3139750"/>
              <a:ext cx="2285281" cy="559836"/>
              <a:chOff x="858105" y="1673292"/>
              <a:chExt cx="2612882" cy="559836"/>
            </a:xfrm>
          </p:grpSpPr>
          <p:sp>
            <p:nvSpPr>
              <p:cNvPr id="67" name="楕円 66">
                <a:extLst>
                  <a:ext uri="{FF2B5EF4-FFF2-40B4-BE49-F238E27FC236}">
                    <a16:creationId xmlns:a16="http://schemas.microsoft.com/office/drawing/2014/main" id="{24FEFDDC-2019-BDF5-3507-FE5EB43D5D28}"/>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68" name="楕円 67">
                <a:extLst>
                  <a:ext uri="{FF2B5EF4-FFF2-40B4-BE49-F238E27FC236}">
                    <a16:creationId xmlns:a16="http://schemas.microsoft.com/office/drawing/2014/main" id="{27FC335E-5B1F-A876-2FBE-69931067D9AF}"/>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90" name="グループ化 89">
              <a:extLst>
                <a:ext uri="{FF2B5EF4-FFF2-40B4-BE49-F238E27FC236}">
                  <a16:creationId xmlns:a16="http://schemas.microsoft.com/office/drawing/2014/main" id="{3EF3B18B-D9CB-2F62-73E1-97B092B834B9}"/>
                </a:ext>
              </a:extLst>
            </p:cNvPr>
            <p:cNvGrpSpPr/>
            <p:nvPr/>
          </p:nvGrpSpPr>
          <p:grpSpPr>
            <a:xfrm>
              <a:off x="8836094" y="4559558"/>
              <a:ext cx="2704472" cy="662473"/>
              <a:chOff x="8450427" y="4559558"/>
              <a:chExt cx="3092165" cy="662473"/>
            </a:xfrm>
          </p:grpSpPr>
          <p:sp>
            <p:nvSpPr>
              <p:cNvPr id="45" name="四角形: 角を丸くする 44">
                <a:extLst>
                  <a:ext uri="{FF2B5EF4-FFF2-40B4-BE49-F238E27FC236}">
                    <a16:creationId xmlns:a16="http://schemas.microsoft.com/office/drawing/2014/main" id="{8B9A71C7-61F9-301F-60F9-FCF31449B37E}"/>
                  </a:ext>
                </a:extLst>
              </p:cNvPr>
              <p:cNvSpPr/>
              <p:nvPr/>
            </p:nvSpPr>
            <p:spPr>
              <a:xfrm flipV="1">
                <a:off x="8450427" y="4559558"/>
                <a:ext cx="3092165"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grpSp>
            <p:nvGrpSpPr>
              <p:cNvPr id="60" name="グループ化 59">
                <a:extLst>
                  <a:ext uri="{FF2B5EF4-FFF2-40B4-BE49-F238E27FC236}">
                    <a16:creationId xmlns:a16="http://schemas.microsoft.com/office/drawing/2014/main" id="{89A8183B-56B1-739A-D2E7-19A9E77A708F}"/>
                  </a:ext>
                </a:extLst>
              </p:cNvPr>
              <p:cNvGrpSpPr/>
              <p:nvPr/>
            </p:nvGrpSpPr>
            <p:grpSpPr>
              <a:xfrm>
                <a:off x="8649791" y="4610876"/>
                <a:ext cx="2612882" cy="559836"/>
                <a:chOff x="858105" y="1673292"/>
                <a:chExt cx="2612882" cy="559836"/>
              </a:xfrm>
            </p:grpSpPr>
            <p:sp>
              <p:nvSpPr>
                <p:cNvPr id="61" name="楕円 60">
                  <a:extLst>
                    <a:ext uri="{FF2B5EF4-FFF2-40B4-BE49-F238E27FC236}">
                      <a16:creationId xmlns:a16="http://schemas.microsoft.com/office/drawing/2014/main" id="{8123EFE6-72C2-3A2E-2CF7-29111AECA297}"/>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62" name="楕円 61">
                  <a:extLst>
                    <a:ext uri="{FF2B5EF4-FFF2-40B4-BE49-F238E27FC236}">
                      <a16:creationId xmlns:a16="http://schemas.microsoft.com/office/drawing/2014/main" id="{62E83268-C53C-0D3E-2EDE-AA698341B4DA}"/>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sp>
            <p:nvSpPr>
              <p:cNvPr id="74" name="四角形: 角を丸くする 73">
                <a:extLst>
                  <a:ext uri="{FF2B5EF4-FFF2-40B4-BE49-F238E27FC236}">
                    <a16:creationId xmlns:a16="http://schemas.microsoft.com/office/drawing/2014/main" id="{762A25D5-49E8-F324-327C-66B8C653F4E5}"/>
                  </a:ext>
                </a:extLst>
              </p:cNvPr>
              <p:cNvSpPr/>
              <p:nvPr/>
            </p:nvSpPr>
            <p:spPr>
              <a:xfrm>
                <a:off x="10855763" y="4580293"/>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sp>
          <p:nvSpPr>
            <p:cNvPr id="75" name="四角形: 角を丸くする 74">
              <a:extLst>
                <a:ext uri="{FF2B5EF4-FFF2-40B4-BE49-F238E27FC236}">
                  <a16:creationId xmlns:a16="http://schemas.microsoft.com/office/drawing/2014/main" id="{F7EAE5BA-5F79-7D6B-21CA-C5D87598B0B6}"/>
                </a:ext>
              </a:extLst>
            </p:cNvPr>
            <p:cNvSpPr/>
            <p:nvPr/>
          </p:nvSpPr>
          <p:spPr>
            <a:xfrm>
              <a:off x="10941877" y="384524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6" name="四角形: 角を丸くする 75">
              <a:extLst>
                <a:ext uri="{FF2B5EF4-FFF2-40B4-BE49-F238E27FC236}">
                  <a16:creationId xmlns:a16="http://schemas.microsoft.com/office/drawing/2014/main" id="{E72CFF09-09EC-7D8A-120B-603CE8C819F2}"/>
                </a:ext>
              </a:extLst>
            </p:cNvPr>
            <p:cNvSpPr/>
            <p:nvPr/>
          </p:nvSpPr>
          <p:spPr>
            <a:xfrm>
              <a:off x="10941877" y="3110203"/>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sp>
        <p:nvSpPr>
          <p:cNvPr id="77" name="四角形: 角を丸くする 76">
            <a:extLst>
              <a:ext uri="{FF2B5EF4-FFF2-40B4-BE49-F238E27FC236}">
                <a16:creationId xmlns:a16="http://schemas.microsoft.com/office/drawing/2014/main" id="{7407AB0A-2F1F-F890-AC0F-659055D117C2}"/>
              </a:ext>
            </a:extLst>
          </p:cNvPr>
          <p:cNvSpPr/>
          <p:nvPr/>
        </p:nvSpPr>
        <p:spPr>
          <a:xfrm>
            <a:off x="10941877" y="237515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8" name="四角形: 角を丸くする 77">
            <a:extLst>
              <a:ext uri="{FF2B5EF4-FFF2-40B4-BE49-F238E27FC236}">
                <a16:creationId xmlns:a16="http://schemas.microsoft.com/office/drawing/2014/main" id="{328681C4-6775-B19E-7996-F276D7C230D8}"/>
              </a:ext>
            </a:extLst>
          </p:cNvPr>
          <p:cNvSpPr/>
          <p:nvPr/>
        </p:nvSpPr>
        <p:spPr>
          <a:xfrm>
            <a:off x="10941877" y="1640113"/>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137" name="フローチャート: 論理積ゲート 136">
            <a:extLst>
              <a:ext uri="{FF2B5EF4-FFF2-40B4-BE49-F238E27FC236}">
                <a16:creationId xmlns:a16="http://schemas.microsoft.com/office/drawing/2014/main" id="{E96A79AF-76D0-84AF-AF21-9E2C55D3FD5E}"/>
              </a:ext>
            </a:extLst>
          </p:cNvPr>
          <p:cNvSpPr/>
          <p:nvPr/>
        </p:nvSpPr>
        <p:spPr>
          <a:xfrm>
            <a:off x="1367869" y="6169827"/>
            <a:ext cx="1225730" cy="461826"/>
          </a:xfrm>
          <a:prstGeom prst="flowChartDelay">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b="1" dirty="0">
                <a:latin typeface="BIZ UDP明朝 Medium" panose="02020500000000000000" pitchFamily="18" charset="-128"/>
                <a:ea typeface="BIZ UDP明朝 Medium" panose="02020500000000000000" pitchFamily="18" charset="-128"/>
              </a:rPr>
              <a:t>AUTO</a:t>
            </a:r>
            <a:endParaRPr kumimoji="1" lang="ja-JP" altLang="en-US" b="1" dirty="0">
              <a:latin typeface="BIZ UDP明朝 Medium" panose="02020500000000000000" pitchFamily="18" charset="-128"/>
              <a:ea typeface="BIZ UDP明朝 Medium" panose="02020500000000000000" pitchFamily="18" charset="-128"/>
            </a:endParaRPr>
          </a:p>
        </p:txBody>
      </p:sp>
      <p:sp>
        <p:nvSpPr>
          <p:cNvPr id="139" name="フローチャート: 論理積ゲート 138">
            <a:extLst>
              <a:ext uri="{FF2B5EF4-FFF2-40B4-BE49-F238E27FC236}">
                <a16:creationId xmlns:a16="http://schemas.microsoft.com/office/drawing/2014/main" id="{1011063B-3148-B617-8F68-729D62DED9CE}"/>
              </a:ext>
            </a:extLst>
          </p:cNvPr>
          <p:cNvSpPr/>
          <p:nvPr/>
        </p:nvSpPr>
        <p:spPr>
          <a:xfrm>
            <a:off x="2796951" y="6169827"/>
            <a:ext cx="1225730" cy="461826"/>
          </a:xfrm>
          <a:prstGeom prst="flowChartDelay">
            <a:avLst/>
          </a:prstGeom>
          <a:solidFill>
            <a:srgbClr val="CC66FF"/>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BIZ UDP明朝 Medium" panose="02020500000000000000" pitchFamily="18" charset="-128"/>
                <a:ea typeface="BIZ UDP明朝 Medium" panose="02020500000000000000" pitchFamily="18" charset="-128"/>
              </a:rPr>
              <a:t>▶▶</a:t>
            </a:r>
            <a:r>
              <a:rPr kumimoji="1" lang="en-US" altLang="ja-JP" b="1" dirty="0">
                <a:latin typeface="BIZ UDP明朝 Medium" panose="02020500000000000000" pitchFamily="18" charset="-128"/>
                <a:ea typeface="BIZ UDP明朝 Medium" panose="02020500000000000000" pitchFamily="18" charset="-128"/>
              </a:rPr>
              <a:t>×2</a:t>
            </a:r>
            <a:endParaRPr kumimoji="1" lang="ja-JP" altLang="en-US" b="1" dirty="0">
              <a:latin typeface="BIZ UDP明朝 Medium" panose="02020500000000000000" pitchFamily="18" charset="-128"/>
              <a:ea typeface="BIZ UDP明朝 Medium" panose="02020500000000000000" pitchFamily="18" charset="-128"/>
            </a:endParaRPr>
          </a:p>
        </p:txBody>
      </p:sp>
      <p:grpSp>
        <p:nvGrpSpPr>
          <p:cNvPr id="155" name="グループ化 154">
            <a:extLst>
              <a:ext uri="{FF2B5EF4-FFF2-40B4-BE49-F238E27FC236}">
                <a16:creationId xmlns:a16="http://schemas.microsoft.com/office/drawing/2014/main" id="{1AEA0133-ABCC-23F2-DF0C-0C357CFEB9F5}"/>
              </a:ext>
            </a:extLst>
          </p:cNvPr>
          <p:cNvGrpSpPr/>
          <p:nvPr/>
        </p:nvGrpSpPr>
        <p:grpSpPr>
          <a:xfrm>
            <a:off x="619269" y="6128116"/>
            <a:ext cx="545248" cy="545248"/>
            <a:chOff x="4866575" y="4589624"/>
            <a:chExt cx="914400" cy="914400"/>
          </a:xfrm>
        </p:grpSpPr>
        <p:sp>
          <p:nvSpPr>
            <p:cNvPr id="154" name="四角形: 角を丸くする 153">
              <a:extLst>
                <a:ext uri="{FF2B5EF4-FFF2-40B4-BE49-F238E27FC236}">
                  <a16:creationId xmlns:a16="http://schemas.microsoft.com/office/drawing/2014/main" id="{6188C926-54A2-5F68-BAD5-9409BBEAB1D2}"/>
                </a:ext>
              </a:extLst>
            </p:cNvPr>
            <p:cNvSpPr/>
            <p:nvPr/>
          </p:nvSpPr>
          <p:spPr>
            <a:xfrm>
              <a:off x="4866575" y="4589624"/>
              <a:ext cx="914400" cy="914400"/>
            </a:xfrm>
            <a:prstGeom prst="roundRect">
              <a:avLst/>
            </a:prstGeom>
            <a:solidFill>
              <a:schemeClr val="tx1">
                <a:lumMod val="85000"/>
                <a:lumOff val="15000"/>
                <a:alpha val="7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53" name="図 152">
              <a:extLst>
                <a:ext uri="{FF2B5EF4-FFF2-40B4-BE49-F238E27FC236}">
                  <a16:creationId xmlns:a16="http://schemas.microsoft.com/office/drawing/2014/main" id="{4A359E8A-B99D-BF5A-B1AC-7FB849D5976D}"/>
                </a:ext>
              </a:extLst>
            </p:cNvPr>
            <p:cNvPicPr>
              <a:picLocks noChangeAspect="1"/>
            </p:cNvPicPr>
            <p:nvPr/>
          </p:nvPicPr>
          <p:blipFill>
            <a:blip r:embed="rId3">
              <a:lum bright="70000" contrast="-70000"/>
              <a:extLst>
                <a:ext uri="{28A0092B-C50C-407E-A947-70E740481C1C}">
                  <a14:useLocalDpi xmlns:a14="http://schemas.microsoft.com/office/drawing/2010/main" val="0"/>
                </a:ext>
              </a:extLst>
            </a:blip>
            <a:stretch>
              <a:fillRect/>
            </a:stretch>
          </p:blipFill>
          <p:spPr>
            <a:xfrm>
              <a:off x="5014494" y="4737543"/>
              <a:ext cx="618561" cy="618561"/>
            </a:xfrm>
            <a:prstGeom prst="rect">
              <a:avLst/>
            </a:prstGeom>
          </p:spPr>
        </p:pic>
      </p:grpSp>
      <p:grpSp>
        <p:nvGrpSpPr>
          <p:cNvPr id="162" name="グループ化 161">
            <a:extLst>
              <a:ext uri="{FF2B5EF4-FFF2-40B4-BE49-F238E27FC236}">
                <a16:creationId xmlns:a16="http://schemas.microsoft.com/office/drawing/2014/main" id="{8B07B7DC-7993-D803-9A60-F1D1612A5F8E}"/>
              </a:ext>
            </a:extLst>
          </p:cNvPr>
          <p:cNvGrpSpPr/>
          <p:nvPr/>
        </p:nvGrpSpPr>
        <p:grpSpPr>
          <a:xfrm>
            <a:off x="4366984" y="6060235"/>
            <a:ext cx="3092165" cy="603252"/>
            <a:chOff x="1719571" y="215382"/>
            <a:chExt cx="3888059" cy="426098"/>
          </a:xfrm>
          <a:solidFill>
            <a:schemeClr val="tx1">
              <a:lumMod val="95000"/>
              <a:lumOff val="5000"/>
            </a:schemeClr>
          </a:solidFill>
        </p:grpSpPr>
        <p:sp>
          <p:nvSpPr>
            <p:cNvPr id="166" name="平行四辺形 165">
              <a:extLst>
                <a:ext uri="{FF2B5EF4-FFF2-40B4-BE49-F238E27FC236}">
                  <a16:creationId xmlns:a16="http://schemas.microsoft.com/office/drawing/2014/main" id="{57CB5702-9294-09A5-4898-1B6D9AE974E7}"/>
                </a:ext>
              </a:extLst>
            </p:cNvPr>
            <p:cNvSpPr/>
            <p:nvPr/>
          </p:nvSpPr>
          <p:spPr>
            <a:xfrm>
              <a:off x="4751951"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7" name="平行四辺形 166">
              <a:extLst>
                <a:ext uri="{FF2B5EF4-FFF2-40B4-BE49-F238E27FC236}">
                  <a16:creationId xmlns:a16="http://schemas.microsoft.com/office/drawing/2014/main" id="{E03198D1-CAC1-E45E-73F9-7410E52F3406}"/>
                </a:ext>
              </a:extLst>
            </p:cNvPr>
            <p:cNvSpPr/>
            <p:nvPr/>
          </p:nvSpPr>
          <p:spPr>
            <a:xfrm>
              <a:off x="3993856" y="215382"/>
              <a:ext cx="855679" cy="426098"/>
            </a:xfrm>
            <a:prstGeom prst="homePlate">
              <a:avLst/>
            </a:prstGeom>
            <a:solidFill>
              <a:schemeClr val="accent1"/>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5" name="平行四辺形 164">
              <a:extLst>
                <a:ext uri="{FF2B5EF4-FFF2-40B4-BE49-F238E27FC236}">
                  <a16:creationId xmlns:a16="http://schemas.microsoft.com/office/drawing/2014/main" id="{A23C785F-EC38-9F05-7498-653C35EF9A70}"/>
                </a:ext>
              </a:extLst>
            </p:cNvPr>
            <p:cNvSpPr/>
            <p:nvPr/>
          </p:nvSpPr>
          <p:spPr>
            <a:xfrm>
              <a:off x="3235761"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64" name="平行四辺形 163">
              <a:extLst>
                <a:ext uri="{FF2B5EF4-FFF2-40B4-BE49-F238E27FC236}">
                  <a16:creationId xmlns:a16="http://schemas.microsoft.com/office/drawing/2014/main" id="{C53FED34-F3B3-F7EC-02FA-B4B454127BC3}"/>
                </a:ext>
              </a:extLst>
            </p:cNvPr>
            <p:cNvSpPr/>
            <p:nvPr/>
          </p:nvSpPr>
          <p:spPr>
            <a:xfrm>
              <a:off x="2477666"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3" name="平行四辺形 162">
              <a:extLst>
                <a:ext uri="{FF2B5EF4-FFF2-40B4-BE49-F238E27FC236}">
                  <a16:creationId xmlns:a16="http://schemas.microsoft.com/office/drawing/2014/main" id="{FB837D12-D7F7-8EF5-1A5E-C4D18435E737}"/>
                </a:ext>
              </a:extLst>
            </p:cNvPr>
            <p:cNvSpPr/>
            <p:nvPr/>
          </p:nvSpPr>
          <p:spPr>
            <a:xfrm>
              <a:off x="1719571" y="215382"/>
              <a:ext cx="855679" cy="426098"/>
            </a:xfrm>
            <a:prstGeom prst="homePlate">
              <a:avLst/>
            </a:prstGeom>
            <a:solidFill>
              <a:schemeClr val="accent1"/>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sp>
        <p:nvSpPr>
          <p:cNvPr id="168" name="楕円 167">
            <a:extLst>
              <a:ext uri="{FF2B5EF4-FFF2-40B4-BE49-F238E27FC236}">
                <a16:creationId xmlns:a16="http://schemas.microsoft.com/office/drawing/2014/main" id="{968728B5-D265-3FAB-982F-7370600D96CF}"/>
              </a:ext>
            </a:extLst>
          </p:cNvPr>
          <p:cNvSpPr/>
          <p:nvPr/>
        </p:nvSpPr>
        <p:spPr>
          <a:xfrm>
            <a:off x="5698688" y="6188492"/>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キャラ</a:t>
            </a:r>
          </a:p>
        </p:txBody>
      </p:sp>
      <p:sp>
        <p:nvSpPr>
          <p:cNvPr id="169" name="楕円 168">
            <a:extLst>
              <a:ext uri="{FF2B5EF4-FFF2-40B4-BE49-F238E27FC236}">
                <a16:creationId xmlns:a16="http://schemas.microsoft.com/office/drawing/2014/main" id="{8DD88116-85E4-1635-A496-6099BF5BC4FB}"/>
              </a:ext>
            </a:extLst>
          </p:cNvPr>
          <p:cNvSpPr/>
          <p:nvPr/>
        </p:nvSpPr>
        <p:spPr>
          <a:xfrm>
            <a:off x="6346227" y="6174440"/>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キャラ</a:t>
            </a:r>
          </a:p>
        </p:txBody>
      </p:sp>
      <p:sp>
        <p:nvSpPr>
          <p:cNvPr id="170" name="楕円 169">
            <a:extLst>
              <a:ext uri="{FF2B5EF4-FFF2-40B4-BE49-F238E27FC236}">
                <a16:creationId xmlns:a16="http://schemas.microsoft.com/office/drawing/2014/main" id="{40A33B52-7FAA-0698-7F9C-FFE48E0DC456}"/>
              </a:ext>
            </a:extLst>
          </p:cNvPr>
          <p:cNvSpPr/>
          <p:nvPr/>
        </p:nvSpPr>
        <p:spPr>
          <a:xfrm>
            <a:off x="6908237" y="6188492"/>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キャラ</a:t>
            </a:r>
          </a:p>
        </p:txBody>
      </p:sp>
      <p:sp>
        <p:nvSpPr>
          <p:cNvPr id="171" name="楕円 170">
            <a:extLst>
              <a:ext uri="{FF2B5EF4-FFF2-40B4-BE49-F238E27FC236}">
                <a16:creationId xmlns:a16="http://schemas.microsoft.com/office/drawing/2014/main" id="{75BB53F8-20F1-0C1F-3DB2-D8DB9CF717F5}"/>
              </a:ext>
            </a:extLst>
          </p:cNvPr>
          <p:cNvSpPr/>
          <p:nvPr/>
        </p:nvSpPr>
        <p:spPr>
          <a:xfrm>
            <a:off x="5117736" y="6188492"/>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キャラ</a:t>
            </a:r>
          </a:p>
        </p:txBody>
      </p:sp>
      <p:sp>
        <p:nvSpPr>
          <p:cNvPr id="172" name="楕円 171">
            <a:extLst>
              <a:ext uri="{FF2B5EF4-FFF2-40B4-BE49-F238E27FC236}">
                <a16:creationId xmlns:a16="http://schemas.microsoft.com/office/drawing/2014/main" id="{B424911A-F25B-1703-6738-85604292D124}"/>
              </a:ext>
            </a:extLst>
          </p:cNvPr>
          <p:cNvSpPr/>
          <p:nvPr/>
        </p:nvSpPr>
        <p:spPr>
          <a:xfrm>
            <a:off x="4495793" y="6188492"/>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キャラ</a:t>
            </a:r>
          </a:p>
        </p:txBody>
      </p:sp>
      <p:cxnSp>
        <p:nvCxnSpPr>
          <p:cNvPr id="174" name="直線コネクタ 173">
            <a:extLst>
              <a:ext uri="{FF2B5EF4-FFF2-40B4-BE49-F238E27FC236}">
                <a16:creationId xmlns:a16="http://schemas.microsoft.com/office/drawing/2014/main" id="{18EFD147-5B25-D73E-3831-D9E82377B067}"/>
              </a:ext>
            </a:extLst>
          </p:cNvPr>
          <p:cNvCxnSpPr>
            <a:cxnSpLocks/>
          </p:cNvCxnSpPr>
          <p:nvPr/>
        </p:nvCxnSpPr>
        <p:spPr>
          <a:xfrm>
            <a:off x="4712882" y="6663487"/>
            <a:ext cx="3658847" cy="0"/>
          </a:xfrm>
          <a:prstGeom prst="line">
            <a:avLst/>
          </a:prstGeom>
          <a:ln w="38100">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176" name="テキスト ボックス 175">
            <a:extLst>
              <a:ext uri="{FF2B5EF4-FFF2-40B4-BE49-F238E27FC236}">
                <a16:creationId xmlns:a16="http://schemas.microsoft.com/office/drawing/2014/main" id="{CDBBC348-7116-8448-3C3A-8FF00466ECE8}"/>
              </a:ext>
            </a:extLst>
          </p:cNvPr>
          <p:cNvSpPr txBox="1"/>
          <p:nvPr/>
        </p:nvSpPr>
        <p:spPr>
          <a:xfrm>
            <a:off x="7472124" y="6141824"/>
            <a:ext cx="899605" cy="369332"/>
          </a:xfrm>
          <a:prstGeom prst="rect">
            <a:avLst/>
          </a:prstGeom>
          <a:noFill/>
        </p:spPr>
        <p:txBody>
          <a:bodyPr wrap="none" rtlCol="0">
            <a:spAutoFit/>
          </a:bodyPr>
          <a:lstStyle/>
          <a:p>
            <a:pPr algn="ctr"/>
            <a:r>
              <a:rPr kumimoji="1" lang="en-US" altLang="ja-JP" sz="1400" b="1" dirty="0">
                <a:solidFill>
                  <a:schemeClr val="bg1">
                    <a:lumMod val="95000"/>
                  </a:schemeClr>
                </a:solidFill>
                <a:latin typeface="BIZ UDP明朝 Medium" panose="02020500000000000000" pitchFamily="18" charset="-128"/>
                <a:ea typeface="BIZ UDP明朝 Medium" panose="02020500000000000000" pitchFamily="18" charset="-128"/>
              </a:rPr>
              <a:t>TRUN</a:t>
            </a:r>
            <a:r>
              <a:rPr kumimoji="1" lang="en-US" altLang="ja-JP" b="1" dirty="0">
                <a:solidFill>
                  <a:schemeClr val="bg1">
                    <a:lumMod val="95000"/>
                  </a:schemeClr>
                </a:solidFill>
                <a:latin typeface="BIZ UDP明朝 Medium" panose="02020500000000000000" pitchFamily="18" charset="-128"/>
                <a:ea typeface="BIZ UDP明朝 Medium" panose="02020500000000000000" pitchFamily="18" charset="-128"/>
              </a:rPr>
              <a:t>0</a:t>
            </a:r>
            <a:endParaRPr kumimoji="1" lang="ja-JP" altLang="en-US"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nvGrpSpPr>
          <p:cNvPr id="11" name="グループ化 10">
            <a:extLst>
              <a:ext uri="{FF2B5EF4-FFF2-40B4-BE49-F238E27FC236}">
                <a16:creationId xmlns:a16="http://schemas.microsoft.com/office/drawing/2014/main" id="{FCB07AE9-974F-C25E-2F82-E8F567F4BCE9}"/>
              </a:ext>
            </a:extLst>
          </p:cNvPr>
          <p:cNvGrpSpPr/>
          <p:nvPr/>
        </p:nvGrpSpPr>
        <p:grpSpPr>
          <a:xfrm>
            <a:off x="6856238" y="3119532"/>
            <a:ext cx="1105960" cy="603477"/>
            <a:chOff x="4042268" y="3128766"/>
            <a:chExt cx="1105960" cy="603477"/>
          </a:xfrm>
        </p:grpSpPr>
        <p:grpSp>
          <p:nvGrpSpPr>
            <p:cNvPr id="23" name="グループ化 22">
              <a:extLst>
                <a:ext uri="{FF2B5EF4-FFF2-40B4-BE49-F238E27FC236}">
                  <a16:creationId xmlns:a16="http://schemas.microsoft.com/office/drawing/2014/main" id="{E71FA8FE-C7F4-25E3-CD08-8996F430C9AA}"/>
                </a:ext>
              </a:extLst>
            </p:cNvPr>
            <p:cNvGrpSpPr/>
            <p:nvPr/>
          </p:nvGrpSpPr>
          <p:grpSpPr>
            <a:xfrm>
              <a:off x="4042268" y="3455269"/>
              <a:ext cx="1105960" cy="276974"/>
              <a:chOff x="4472987" y="4320075"/>
              <a:chExt cx="1403336" cy="351448"/>
            </a:xfrm>
          </p:grpSpPr>
          <p:sp>
            <p:nvSpPr>
              <p:cNvPr id="79" name="四角形: 角を丸くする 78">
                <a:extLst>
                  <a:ext uri="{FF2B5EF4-FFF2-40B4-BE49-F238E27FC236}">
                    <a16:creationId xmlns:a16="http://schemas.microsoft.com/office/drawing/2014/main" id="{DC673182-7270-AE90-4D16-0DFE335E832D}"/>
                  </a:ext>
                </a:extLst>
              </p:cNvPr>
              <p:cNvSpPr/>
              <p:nvPr/>
            </p:nvSpPr>
            <p:spPr>
              <a:xfrm>
                <a:off x="4472987" y="4320075"/>
                <a:ext cx="1403336" cy="351448"/>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EP</a:t>
                </a:r>
                <a:endParaRPr kumimoji="1" lang="ja-JP" altLang="en-US" sz="1100" dirty="0">
                  <a:latin typeface="BIZ UDP明朝 Medium" panose="02020500000000000000" pitchFamily="18" charset="-128"/>
                  <a:ea typeface="BIZ UDP明朝 Medium" panose="02020500000000000000" pitchFamily="18" charset="-128"/>
                </a:endParaRPr>
              </a:p>
            </p:txBody>
          </p:sp>
          <p:sp>
            <p:nvSpPr>
              <p:cNvPr id="88" name="ハート 87">
                <a:extLst>
                  <a:ext uri="{FF2B5EF4-FFF2-40B4-BE49-F238E27FC236}">
                    <a16:creationId xmlns:a16="http://schemas.microsoft.com/office/drawing/2014/main" id="{B5061414-C27A-7D9F-EEBA-64E64ABC150A}"/>
                  </a:ext>
                </a:extLst>
              </p:cNvPr>
              <p:cNvSpPr/>
              <p:nvPr/>
            </p:nvSpPr>
            <p:spPr>
              <a:xfrm>
                <a:off x="4906377" y="4355061"/>
                <a:ext cx="284063" cy="284063"/>
              </a:xfrm>
              <a:prstGeom prst="heart">
                <a:avLst/>
              </a:prstGeom>
              <a:solidFill>
                <a:srgbClr val="CC66FF"/>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92" name="ハート 91">
                <a:extLst>
                  <a:ext uri="{FF2B5EF4-FFF2-40B4-BE49-F238E27FC236}">
                    <a16:creationId xmlns:a16="http://schemas.microsoft.com/office/drawing/2014/main" id="{6EF357FF-9416-F95D-6423-CCCFA4CF3674}"/>
                  </a:ext>
                </a:extLst>
              </p:cNvPr>
              <p:cNvSpPr/>
              <p:nvPr/>
            </p:nvSpPr>
            <p:spPr>
              <a:xfrm>
                <a:off x="5211153" y="4355061"/>
                <a:ext cx="284063" cy="284063"/>
              </a:xfrm>
              <a:prstGeom prst="heart">
                <a:avLst/>
              </a:prstGeom>
              <a:solidFill>
                <a:srgbClr val="CC66FF"/>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a:p>
            </p:txBody>
          </p:sp>
          <p:sp>
            <p:nvSpPr>
              <p:cNvPr id="93" name="ハート 92">
                <a:extLst>
                  <a:ext uri="{FF2B5EF4-FFF2-40B4-BE49-F238E27FC236}">
                    <a16:creationId xmlns:a16="http://schemas.microsoft.com/office/drawing/2014/main" id="{6AEAFEB1-BA98-9608-A748-72FDA2B9D768}"/>
                  </a:ext>
                </a:extLst>
              </p:cNvPr>
              <p:cNvSpPr/>
              <p:nvPr/>
            </p:nvSpPr>
            <p:spPr>
              <a:xfrm>
                <a:off x="5512586" y="4355061"/>
                <a:ext cx="284063" cy="284063"/>
              </a:xfrm>
              <a:prstGeom prst="heart">
                <a:avLst/>
              </a:prstGeom>
              <a:solidFill>
                <a:srgbClr val="CC66FF"/>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a:p>
            </p:txBody>
          </p:sp>
        </p:grpSp>
        <p:grpSp>
          <p:nvGrpSpPr>
            <p:cNvPr id="24" name="グループ化 23">
              <a:extLst>
                <a:ext uri="{FF2B5EF4-FFF2-40B4-BE49-F238E27FC236}">
                  <a16:creationId xmlns:a16="http://schemas.microsoft.com/office/drawing/2014/main" id="{89729366-7C50-87E8-4F09-74AD66C4D447}"/>
                </a:ext>
              </a:extLst>
            </p:cNvPr>
            <p:cNvGrpSpPr/>
            <p:nvPr/>
          </p:nvGrpSpPr>
          <p:grpSpPr>
            <a:xfrm>
              <a:off x="4042268" y="3128766"/>
              <a:ext cx="1105960" cy="276974"/>
              <a:chOff x="4194668" y="3607669"/>
              <a:chExt cx="1105960" cy="276974"/>
            </a:xfrm>
          </p:grpSpPr>
          <p:sp>
            <p:nvSpPr>
              <p:cNvPr id="25" name="四角形: 角を丸くする 24">
                <a:extLst>
                  <a:ext uri="{FF2B5EF4-FFF2-40B4-BE49-F238E27FC236}">
                    <a16:creationId xmlns:a16="http://schemas.microsoft.com/office/drawing/2014/main" id="{0986BFB9-0425-836D-3CFF-AD592FA3576C}"/>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43" name="図 42">
                <a:extLst>
                  <a:ext uri="{FF2B5EF4-FFF2-40B4-BE49-F238E27FC236}">
                    <a16:creationId xmlns:a16="http://schemas.microsoft.com/office/drawing/2014/main" id="{77709B1E-6848-A3A8-33AB-82C2B270FC4B}"/>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558908" y="3675156"/>
                <a:ext cx="687006" cy="151498"/>
              </a:xfrm>
              <a:prstGeom prst="rect">
                <a:avLst/>
              </a:prstGeom>
            </p:spPr>
          </p:pic>
        </p:grpSp>
      </p:grpSp>
      <p:grpSp>
        <p:nvGrpSpPr>
          <p:cNvPr id="94" name="グループ化 93">
            <a:extLst>
              <a:ext uri="{FF2B5EF4-FFF2-40B4-BE49-F238E27FC236}">
                <a16:creationId xmlns:a16="http://schemas.microsoft.com/office/drawing/2014/main" id="{806FBE22-D4F9-ECDD-79B6-3EAA4E75FF99}"/>
              </a:ext>
            </a:extLst>
          </p:cNvPr>
          <p:cNvGrpSpPr/>
          <p:nvPr/>
        </p:nvGrpSpPr>
        <p:grpSpPr>
          <a:xfrm>
            <a:off x="6856238" y="3858779"/>
            <a:ext cx="1105960" cy="603477"/>
            <a:chOff x="4042268" y="3128766"/>
            <a:chExt cx="1105960" cy="603477"/>
          </a:xfrm>
        </p:grpSpPr>
        <p:grpSp>
          <p:nvGrpSpPr>
            <p:cNvPr id="95" name="グループ化 94">
              <a:extLst>
                <a:ext uri="{FF2B5EF4-FFF2-40B4-BE49-F238E27FC236}">
                  <a16:creationId xmlns:a16="http://schemas.microsoft.com/office/drawing/2014/main" id="{01C9D66D-73CC-C640-BAFF-0F9E61A27016}"/>
                </a:ext>
              </a:extLst>
            </p:cNvPr>
            <p:cNvGrpSpPr/>
            <p:nvPr/>
          </p:nvGrpSpPr>
          <p:grpSpPr>
            <a:xfrm>
              <a:off x="4042268" y="3455269"/>
              <a:ext cx="1105960" cy="276974"/>
              <a:chOff x="4472987" y="4320075"/>
              <a:chExt cx="1403336" cy="351448"/>
            </a:xfrm>
          </p:grpSpPr>
          <p:sp>
            <p:nvSpPr>
              <p:cNvPr id="99" name="四角形: 角を丸くする 98">
                <a:extLst>
                  <a:ext uri="{FF2B5EF4-FFF2-40B4-BE49-F238E27FC236}">
                    <a16:creationId xmlns:a16="http://schemas.microsoft.com/office/drawing/2014/main" id="{107E3286-A262-0FA6-1B35-142D22E6F9C6}"/>
                  </a:ext>
                </a:extLst>
              </p:cNvPr>
              <p:cNvSpPr/>
              <p:nvPr/>
            </p:nvSpPr>
            <p:spPr>
              <a:xfrm>
                <a:off x="4472987" y="4320075"/>
                <a:ext cx="1403336" cy="351448"/>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EP</a:t>
                </a:r>
                <a:endParaRPr kumimoji="1" lang="ja-JP" altLang="en-US" sz="1100" dirty="0">
                  <a:latin typeface="BIZ UDP明朝 Medium" panose="02020500000000000000" pitchFamily="18" charset="-128"/>
                  <a:ea typeface="BIZ UDP明朝 Medium" panose="02020500000000000000" pitchFamily="18" charset="-128"/>
                </a:endParaRPr>
              </a:p>
            </p:txBody>
          </p:sp>
          <p:sp>
            <p:nvSpPr>
              <p:cNvPr id="100" name="ハート 99">
                <a:extLst>
                  <a:ext uri="{FF2B5EF4-FFF2-40B4-BE49-F238E27FC236}">
                    <a16:creationId xmlns:a16="http://schemas.microsoft.com/office/drawing/2014/main" id="{1EBCE27E-90E8-0132-859A-E6823FB36827}"/>
                  </a:ext>
                </a:extLst>
              </p:cNvPr>
              <p:cNvSpPr/>
              <p:nvPr/>
            </p:nvSpPr>
            <p:spPr>
              <a:xfrm>
                <a:off x="4906377" y="4355061"/>
                <a:ext cx="284063" cy="284063"/>
              </a:xfrm>
              <a:prstGeom prst="heart">
                <a:avLst/>
              </a:prstGeom>
              <a:solidFill>
                <a:srgbClr val="CC66FF"/>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106" name="ハート 105">
                <a:extLst>
                  <a:ext uri="{FF2B5EF4-FFF2-40B4-BE49-F238E27FC236}">
                    <a16:creationId xmlns:a16="http://schemas.microsoft.com/office/drawing/2014/main" id="{0A70AEE7-EA1A-2213-3403-4CE9307682A0}"/>
                  </a:ext>
                </a:extLst>
              </p:cNvPr>
              <p:cNvSpPr/>
              <p:nvPr/>
            </p:nvSpPr>
            <p:spPr>
              <a:xfrm>
                <a:off x="5211153" y="4355061"/>
                <a:ext cx="284063" cy="284063"/>
              </a:xfrm>
              <a:prstGeom prst="heart">
                <a:avLst/>
              </a:prstGeom>
              <a:solidFill>
                <a:srgbClr val="CC66FF"/>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a:p>
            </p:txBody>
          </p:sp>
          <p:sp>
            <p:nvSpPr>
              <p:cNvPr id="107" name="ハート 106">
                <a:extLst>
                  <a:ext uri="{FF2B5EF4-FFF2-40B4-BE49-F238E27FC236}">
                    <a16:creationId xmlns:a16="http://schemas.microsoft.com/office/drawing/2014/main" id="{DDA449F6-19A8-A5DB-2810-A86E6FBC9F08}"/>
                  </a:ext>
                </a:extLst>
              </p:cNvPr>
              <p:cNvSpPr/>
              <p:nvPr/>
            </p:nvSpPr>
            <p:spPr>
              <a:xfrm>
                <a:off x="5512586" y="4355061"/>
                <a:ext cx="284063" cy="284063"/>
              </a:xfrm>
              <a:prstGeom prst="heart">
                <a:avLst/>
              </a:prstGeom>
              <a:solidFill>
                <a:srgbClr val="CC66FF"/>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a:p>
            </p:txBody>
          </p:sp>
        </p:grpSp>
        <p:grpSp>
          <p:nvGrpSpPr>
            <p:cNvPr id="96" name="グループ化 95">
              <a:extLst>
                <a:ext uri="{FF2B5EF4-FFF2-40B4-BE49-F238E27FC236}">
                  <a16:creationId xmlns:a16="http://schemas.microsoft.com/office/drawing/2014/main" id="{0F011D34-3486-14C8-39B2-BB95766F60CB}"/>
                </a:ext>
              </a:extLst>
            </p:cNvPr>
            <p:cNvGrpSpPr/>
            <p:nvPr/>
          </p:nvGrpSpPr>
          <p:grpSpPr>
            <a:xfrm>
              <a:off x="4042268" y="3128766"/>
              <a:ext cx="1105960" cy="276974"/>
              <a:chOff x="4194668" y="3607669"/>
              <a:chExt cx="1105960" cy="276974"/>
            </a:xfrm>
          </p:grpSpPr>
          <p:sp>
            <p:nvSpPr>
              <p:cNvPr id="97" name="四角形: 角を丸くする 96">
                <a:extLst>
                  <a:ext uri="{FF2B5EF4-FFF2-40B4-BE49-F238E27FC236}">
                    <a16:creationId xmlns:a16="http://schemas.microsoft.com/office/drawing/2014/main" id="{B63DB559-E2A7-89C0-81B5-6F1FD6864DF9}"/>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98" name="図 97">
                <a:extLst>
                  <a:ext uri="{FF2B5EF4-FFF2-40B4-BE49-F238E27FC236}">
                    <a16:creationId xmlns:a16="http://schemas.microsoft.com/office/drawing/2014/main" id="{F54AD7CA-0F05-CCC0-33E9-43E992B179B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558908" y="3675156"/>
                <a:ext cx="687006" cy="151498"/>
              </a:xfrm>
              <a:prstGeom prst="rect">
                <a:avLst/>
              </a:prstGeom>
            </p:spPr>
          </p:pic>
        </p:grpSp>
      </p:grpSp>
      <p:grpSp>
        <p:nvGrpSpPr>
          <p:cNvPr id="108" name="グループ化 107">
            <a:extLst>
              <a:ext uri="{FF2B5EF4-FFF2-40B4-BE49-F238E27FC236}">
                <a16:creationId xmlns:a16="http://schemas.microsoft.com/office/drawing/2014/main" id="{0DD45ADD-C52C-C42B-479F-ABB838D3A5BB}"/>
              </a:ext>
            </a:extLst>
          </p:cNvPr>
          <p:cNvGrpSpPr/>
          <p:nvPr/>
        </p:nvGrpSpPr>
        <p:grpSpPr>
          <a:xfrm>
            <a:off x="6856238" y="4598026"/>
            <a:ext cx="1105960" cy="603477"/>
            <a:chOff x="4042268" y="3128766"/>
            <a:chExt cx="1105960" cy="603477"/>
          </a:xfrm>
        </p:grpSpPr>
        <p:grpSp>
          <p:nvGrpSpPr>
            <p:cNvPr id="109" name="グループ化 108">
              <a:extLst>
                <a:ext uri="{FF2B5EF4-FFF2-40B4-BE49-F238E27FC236}">
                  <a16:creationId xmlns:a16="http://schemas.microsoft.com/office/drawing/2014/main" id="{70B57430-F1E7-97B1-FB44-61F03BACFA2A}"/>
                </a:ext>
              </a:extLst>
            </p:cNvPr>
            <p:cNvGrpSpPr/>
            <p:nvPr/>
          </p:nvGrpSpPr>
          <p:grpSpPr>
            <a:xfrm>
              <a:off x="4042268" y="3455269"/>
              <a:ext cx="1105960" cy="276974"/>
              <a:chOff x="4472987" y="4320075"/>
              <a:chExt cx="1403336" cy="351448"/>
            </a:xfrm>
          </p:grpSpPr>
          <p:sp>
            <p:nvSpPr>
              <p:cNvPr id="114" name="四角形: 角を丸くする 113">
                <a:extLst>
                  <a:ext uri="{FF2B5EF4-FFF2-40B4-BE49-F238E27FC236}">
                    <a16:creationId xmlns:a16="http://schemas.microsoft.com/office/drawing/2014/main" id="{3ADDFD2A-CDBC-B6B3-C3DC-969D1D64704C}"/>
                  </a:ext>
                </a:extLst>
              </p:cNvPr>
              <p:cNvSpPr/>
              <p:nvPr/>
            </p:nvSpPr>
            <p:spPr>
              <a:xfrm>
                <a:off x="4472987" y="4320075"/>
                <a:ext cx="1403336" cy="351448"/>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EP</a:t>
                </a:r>
                <a:endParaRPr kumimoji="1" lang="ja-JP" altLang="en-US" sz="1100" dirty="0">
                  <a:latin typeface="BIZ UDP明朝 Medium" panose="02020500000000000000" pitchFamily="18" charset="-128"/>
                  <a:ea typeface="BIZ UDP明朝 Medium" panose="02020500000000000000" pitchFamily="18" charset="-128"/>
                </a:endParaRPr>
              </a:p>
            </p:txBody>
          </p:sp>
          <p:sp>
            <p:nvSpPr>
              <p:cNvPr id="115" name="ハート 114">
                <a:extLst>
                  <a:ext uri="{FF2B5EF4-FFF2-40B4-BE49-F238E27FC236}">
                    <a16:creationId xmlns:a16="http://schemas.microsoft.com/office/drawing/2014/main" id="{1480DC1A-1E32-555C-971F-865AE35025F6}"/>
                  </a:ext>
                </a:extLst>
              </p:cNvPr>
              <p:cNvSpPr/>
              <p:nvPr/>
            </p:nvSpPr>
            <p:spPr>
              <a:xfrm>
                <a:off x="4906377" y="4355061"/>
                <a:ext cx="284063" cy="284063"/>
              </a:xfrm>
              <a:prstGeom prst="heart">
                <a:avLst/>
              </a:prstGeom>
              <a:solidFill>
                <a:srgbClr val="CC66FF"/>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116" name="ハート 115">
                <a:extLst>
                  <a:ext uri="{FF2B5EF4-FFF2-40B4-BE49-F238E27FC236}">
                    <a16:creationId xmlns:a16="http://schemas.microsoft.com/office/drawing/2014/main" id="{4629FD54-9E03-F360-F008-22060AC9BFF1}"/>
                  </a:ext>
                </a:extLst>
              </p:cNvPr>
              <p:cNvSpPr/>
              <p:nvPr/>
            </p:nvSpPr>
            <p:spPr>
              <a:xfrm>
                <a:off x="5211153" y="4355061"/>
                <a:ext cx="284063" cy="284063"/>
              </a:xfrm>
              <a:prstGeom prst="heart">
                <a:avLst/>
              </a:prstGeom>
              <a:solidFill>
                <a:srgbClr val="CC66FF"/>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a:p>
            </p:txBody>
          </p:sp>
          <p:sp>
            <p:nvSpPr>
              <p:cNvPr id="117" name="ハート 116">
                <a:extLst>
                  <a:ext uri="{FF2B5EF4-FFF2-40B4-BE49-F238E27FC236}">
                    <a16:creationId xmlns:a16="http://schemas.microsoft.com/office/drawing/2014/main" id="{DE66446F-5A07-F407-EEAE-8BA946F87AF5}"/>
                  </a:ext>
                </a:extLst>
              </p:cNvPr>
              <p:cNvSpPr/>
              <p:nvPr/>
            </p:nvSpPr>
            <p:spPr>
              <a:xfrm>
                <a:off x="5512586" y="4355061"/>
                <a:ext cx="284063" cy="284063"/>
              </a:xfrm>
              <a:prstGeom prst="heart">
                <a:avLst/>
              </a:prstGeom>
              <a:solidFill>
                <a:srgbClr val="CC66FF"/>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a:p>
            </p:txBody>
          </p:sp>
        </p:grpSp>
        <p:grpSp>
          <p:nvGrpSpPr>
            <p:cNvPr id="110" name="グループ化 109">
              <a:extLst>
                <a:ext uri="{FF2B5EF4-FFF2-40B4-BE49-F238E27FC236}">
                  <a16:creationId xmlns:a16="http://schemas.microsoft.com/office/drawing/2014/main" id="{2CE008F6-2A11-B6FD-A400-A14B7F0DBBB9}"/>
                </a:ext>
              </a:extLst>
            </p:cNvPr>
            <p:cNvGrpSpPr/>
            <p:nvPr/>
          </p:nvGrpSpPr>
          <p:grpSpPr>
            <a:xfrm>
              <a:off x="4042268" y="3128766"/>
              <a:ext cx="1105960" cy="276974"/>
              <a:chOff x="4194668" y="3607669"/>
              <a:chExt cx="1105960" cy="276974"/>
            </a:xfrm>
          </p:grpSpPr>
          <p:sp>
            <p:nvSpPr>
              <p:cNvPr id="111" name="四角形: 角を丸くする 110">
                <a:extLst>
                  <a:ext uri="{FF2B5EF4-FFF2-40B4-BE49-F238E27FC236}">
                    <a16:creationId xmlns:a16="http://schemas.microsoft.com/office/drawing/2014/main" id="{9AC573D5-D03B-4B25-77DD-E19EAFA5BA0B}"/>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13" name="図 112">
                <a:extLst>
                  <a:ext uri="{FF2B5EF4-FFF2-40B4-BE49-F238E27FC236}">
                    <a16:creationId xmlns:a16="http://schemas.microsoft.com/office/drawing/2014/main" id="{C7760999-3C49-2045-697F-4064D49E4934}"/>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558908" y="3675156"/>
                <a:ext cx="687006" cy="151498"/>
              </a:xfrm>
              <a:prstGeom prst="rect">
                <a:avLst/>
              </a:prstGeom>
            </p:spPr>
          </p:pic>
        </p:grpSp>
      </p:grpSp>
      <p:pic>
        <p:nvPicPr>
          <p:cNvPr id="119" name="図 118">
            <a:extLst>
              <a:ext uri="{FF2B5EF4-FFF2-40B4-BE49-F238E27FC236}">
                <a16:creationId xmlns:a16="http://schemas.microsoft.com/office/drawing/2014/main" id="{3DA562BB-6111-42DA-9022-BE36C34D328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flipV="1">
            <a:off x="7625953" y="3919536"/>
            <a:ext cx="285750" cy="158595"/>
          </a:xfrm>
          <a:prstGeom prst="rect">
            <a:avLst/>
          </a:prstGeom>
        </p:spPr>
      </p:pic>
      <p:pic>
        <p:nvPicPr>
          <p:cNvPr id="121" name="図 120">
            <a:extLst>
              <a:ext uri="{FF2B5EF4-FFF2-40B4-BE49-F238E27FC236}">
                <a16:creationId xmlns:a16="http://schemas.microsoft.com/office/drawing/2014/main" id="{6E4A0180-F487-4CDD-F7E7-ABBD1BDACCB2}"/>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flipV="1">
            <a:off x="7625953" y="3188659"/>
            <a:ext cx="285750" cy="158595"/>
          </a:xfrm>
          <a:prstGeom prst="rect">
            <a:avLst/>
          </a:prstGeom>
        </p:spPr>
      </p:pic>
      <p:pic>
        <p:nvPicPr>
          <p:cNvPr id="122" name="図 121">
            <a:extLst>
              <a:ext uri="{FF2B5EF4-FFF2-40B4-BE49-F238E27FC236}">
                <a16:creationId xmlns:a16="http://schemas.microsoft.com/office/drawing/2014/main" id="{E3098317-CAC9-5865-8790-052CBC7F43A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flipV="1">
            <a:off x="7636176" y="4667129"/>
            <a:ext cx="285750" cy="158595"/>
          </a:xfrm>
          <a:prstGeom prst="rect">
            <a:avLst/>
          </a:prstGeom>
        </p:spPr>
      </p:pic>
      <p:pic>
        <p:nvPicPr>
          <p:cNvPr id="131" name="図 130">
            <a:extLst>
              <a:ext uri="{FF2B5EF4-FFF2-40B4-BE49-F238E27FC236}">
                <a16:creationId xmlns:a16="http://schemas.microsoft.com/office/drawing/2014/main" id="{4ABA9989-1751-161A-C9B0-CA8C5295CEF1}"/>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036210" y="2985048"/>
            <a:ext cx="1063687" cy="797765"/>
          </a:xfrm>
          <a:prstGeom prst="rect">
            <a:avLst/>
          </a:prstGeom>
        </p:spPr>
      </p:pic>
      <p:pic>
        <p:nvPicPr>
          <p:cNvPr id="132" name="図 131">
            <a:extLst>
              <a:ext uri="{FF2B5EF4-FFF2-40B4-BE49-F238E27FC236}">
                <a16:creationId xmlns:a16="http://schemas.microsoft.com/office/drawing/2014/main" id="{DAE62D39-C424-C687-F47C-E04EC65C9B3E}"/>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036209" y="3782813"/>
            <a:ext cx="1063687" cy="797765"/>
          </a:xfrm>
          <a:prstGeom prst="rect">
            <a:avLst/>
          </a:prstGeom>
        </p:spPr>
      </p:pic>
      <p:pic>
        <p:nvPicPr>
          <p:cNvPr id="133" name="図 132">
            <a:extLst>
              <a:ext uri="{FF2B5EF4-FFF2-40B4-BE49-F238E27FC236}">
                <a16:creationId xmlns:a16="http://schemas.microsoft.com/office/drawing/2014/main" id="{9B38AC48-1D9B-2661-BE93-E7D36B7C5CDD}"/>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036209" y="5065625"/>
            <a:ext cx="1063687" cy="797765"/>
          </a:xfrm>
          <a:prstGeom prst="rect">
            <a:avLst/>
          </a:prstGeom>
        </p:spPr>
      </p:pic>
      <p:pic>
        <p:nvPicPr>
          <p:cNvPr id="177" name="図 176">
            <a:extLst>
              <a:ext uri="{FF2B5EF4-FFF2-40B4-BE49-F238E27FC236}">
                <a16:creationId xmlns:a16="http://schemas.microsoft.com/office/drawing/2014/main" id="{5C719852-7DCD-E239-73E1-7BD4DFD2081D}"/>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8571674" y="2439215"/>
            <a:ext cx="4179971" cy="3134978"/>
          </a:xfrm>
          <a:prstGeom prst="rect">
            <a:avLst/>
          </a:prstGeom>
        </p:spPr>
      </p:pic>
      <p:sp>
        <p:nvSpPr>
          <p:cNvPr id="186" name="テキスト ボックス 185">
            <a:extLst>
              <a:ext uri="{FF2B5EF4-FFF2-40B4-BE49-F238E27FC236}">
                <a16:creationId xmlns:a16="http://schemas.microsoft.com/office/drawing/2014/main" id="{FEF9F4B4-8E5F-459D-C8EE-6D237FC962C9}"/>
              </a:ext>
            </a:extLst>
          </p:cNvPr>
          <p:cNvSpPr txBox="1"/>
          <p:nvPr/>
        </p:nvSpPr>
        <p:spPr>
          <a:xfrm>
            <a:off x="5291956" y="151566"/>
            <a:ext cx="2448043" cy="584775"/>
          </a:xfrm>
          <a:prstGeom prst="rect">
            <a:avLst/>
          </a:prstGeom>
          <a:noFill/>
        </p:spPr>
        <p:txBody>
          <a:bodyPr wrap="square" rtlCol="0">
            <a:spAutoFit/>
          </a:bodyPr>
          <a:lstStyle/>
          <a:p>
            <a:pPr algn="ctr"/>
            <a:r>
              <a:rPr kumimoji="1" lang="en-US" altLang="ja-JP" sz="2000" b="1" dirty="0">
                <a:solidFill>
                  <a:schemeClr val="bg1">
                    <a:lumMod val="95000"/>
                  </a:schemeClr>
                </a:solidFill>
                <a:latin typeface="BIZ UDP明朝 Medium" panose="02020500000000000000" pitchFamily="18" charset="-128"/>
                <a:ea typeface="BIZ UDP明朝 Medium" panose="02020500000000000000" pitchFamily="18" charset="-128"/>
              </a:rPr>
              <a:t>TRUN </a:t>
            </a:r>
            <a:r>
              <a:rPr kumimoji="1"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0</a:t>
            </a:r>
            <a:endPar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187" name="テキスト ボックス 186">
            <a:extLst>
              <a:ext uri="{FF2B5EF4-FFF2-40B4-BE49-F238E27FC236}">
                <a16:creationId xmlns:a16="http://schemas.microsoft.com/office/drawing/2014/main" id="{C9CF60D0-10F0-B3A6-FC14-83B8E706CD0C}"/>
              </a:ext>
            </a:extLst>
          </p:cNvPr>
          <p:cNvSpPr txBox="1"/>
          <p:nvPr/>
        </p:nvSpPr>
        <p:spPr>
          <a:xfrm>
            <a:off x="493841" y="151567"/>
            <a:ext cx="752129" cy="584775"/>
          </a:xfrm>
          <a:prstGeom prst="rect">
            <a:avLst/>
          </a:prstGeom>
          <a:noFill/>
        </p:spPr>
        <p:txBody>
          <a:bodyPr wrap="none" rtlCol="0">
            <a:spAutoFit/>
          </a:bodyPr>
          <a:lstStyle/>
          <a:p>
            <a:r>
              <a:rPr kumimoji="1"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EF</a:t>
            </a:r>
            <a:endPar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nvGrpSpPr>
          <p:cNvPr id="188" name="グループ化 187">
            <a:extLst>
              <a:ext uri="{FF2B5EF4-FFF2-40B4-BE49-F238E27FC236}">
                <a16:creationId xmlns:a16="http://schemas.microsoft.com/office/drawing/2014/main" id="{098EB9D9-F932-2CC0-0497-BA2490F10574}"/>
              </a:ext>
            </a:extLst>
          </p:cNvPr>
          <p:cNvGrpSpPr/>
          <p:nvPr/>
        </p:nvGrpSpPr>
        <p:grpSpPr>
          <a:xfrm>
            <a:off x="1310523" y="282304"/>
            <a:ext cx="3681355" cy="387045"/>
            <a:chOff x="1719571" y="274515"/>
            <a:chExt cx="4262430" cy="338877"/>
          </a:xfrm>
        </p:grpSpPr>
        <p:grpSp>
          <p:nvGrpSpPr>
            <p:cNvPr id="189" name="グループ化 188">
              <a:extLst>
                <a:ext uri="{FF2B5EF4-FFF2-40B4-BE49-F238E27FC236}">
                  <a16:creationId xmlns:a16="http://schemas.microsoft.com/office/drawing/2014/main" id="{2FBDE0FC-3499-03E8-649F-CDAB79322B1A}"/>
                </a:ext>
              </a:extLst>
            </p:cNvPr>
            <p:cNvGrpSpPr/>
            <p:nvPr/>
          </p:nvGrpSpPr>
          <p:grpSpPr>
            <a:xfrm>
              <a:off x="1719571" y="274517"/>
              <a:ext cx="3092165" cy="338875"/>
              <a:chOff x="1719571" y="215382"/>
              <a:chExt cx="3888059" cy="426098"/>
            </a:xfrm>
          </p:grpSpPr>
          <p:sp>
            <p:nvSpPr>
              <p:cNvPr id="192" name="平行四辺形 191">
                <a:extLst>
                  <a:ext uri="{FF2B5EF4-FFF2-40B4-BE49-F238E27FC236}">
                    <a16:creationId xmlns:a16="http://schemas.microsoft.com/office/drawing/2014/main" id="{BD8EE527-9143-57ED-14BE-11E83F7EE4B9}"/>
                  </a:ext>
                </a:extLst>
              </p:cNvPr>
              <p:cNvSpPr/>
              <p:nvPr/>
            </p:nvSpPr>
            <p:spPr>
              <a:xfrm>
                <a:off x="171957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3" name="平行四辺形 192">
                <a:extLst>
                  <a:ext uri="{FF2B5EF4-FFF2-40B4-BE49-F238E27FC236}">
                    <a16:creationId xmlns:a16="http://schemas.microsoft.com/office/drawing/2014/main" id="{7A3282D0-6522-E624-A9F7-F2D024599382}"/>
                  </a:ext>
                </a:extLst>
              </p:cNvPr>
              <p:cNvSpPr/>
              <p:nvPr/>
            </p:nvSpPr>
            <p:spPr>
              <a:xfrm>
                <a:off x="2477666"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4" name="平行四辺形 193">
                <a:extLst>
                  <a:ext uri="{FF2B5EF4-FFF2-40B4-BE49-F238E27FC236}">
                    <a16:creationId xmlns:a16="http://schemas.microsoft.com/office/drawing/2014/main" id="{43F5E887-BBBE-6E83-BA81-2FF9B504D4BA}"/>
                  </a:ext>
                </a:extLst>
              </p:cNvPr>
              <p:cNvSpPr/>
              <p:nvPr/>
            </p:nvSpPr>
            <p:spPr>
              <a:xfrm>
                <a:off x="323576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5" name="平行四辺形 194">
                <a:extLst>
                  <a:ext uri="{FF2B5EF4-FFF2-40B4-BE49-F238E27FC236}">
                    <a16:creationId xmlns:a16="http://schemas.microsoft.com/office/drawing/2014/main" id="{7230AE3C-FBEB-B4C1-D473-3F57907B0109}"/>
                  </a:ext>
                </a:extLst>
              </p:cNvPr>
              <p:cNvSpPr/>
              <p:nvPr/>
            </p:nvSpPr>
            <p:spPr>
              <a:xfrm>
                <a:off x="4751951" y="215382"/>
                <a:ext cx="855679" cy="426098"/>
              </a:xfrm>
              <a:prstGeom prst="parallelogram">
                <a:avLst/>
              </a:prstGeom>
              <a:solidFill>
                <a:schemeClr val="tx1">
                  <a:lumMod val="75000"/>
                  <a:lumOff val="2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96" name="平行四辺形 195">
                <a:extLst>
                  <a:ext uri="{FF2B5EF4-FFF2-40B4-BE49-F238E27FC236}">
                    <a16:creationId xmlns:a16="http://schemas.microsoft.com/office/drawing/2014/main" id="{8CC1B8F1-C524-5B09-D3A4-F14F8318907E}"/>
                  </a:ext>
                </a:extLst>
              </p:cNvPr>
              <p:cNvSpPr/>
              <p:nvPr/>
            </p:nvSpPr>
            <p:spPr>
              <a:xfrm>
                <a:off x="3993856"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90" name="平行四辺形 189">
              <a:extLst>
                <a:ext uri="{FF2B5EF4-FFF2-40B4-BE49-F238E27FC236}">
                  <a16:creationId xmlns:a16="http://schemas.microsoft.com/office/drawing/2014/main" id="{62A1EAC5-C299-B293-EB38-4CF5979130E0}"/>
                </a:ext>
              </a:extLst>
            </p:cNvPr>
            <p:cNvSpPr/>
            <p:nvPr/>
          </p:nvSpPr>
          <p:spPr>
            <a:xfrm>
              <a:off x="4724774" y="274515"/>
              <a:ext cx="680520" cy="338875"/>
            </a:xfrm>
            <a:prstGeom prst="parallelogram">
              <a:avLst/>
            </a:prstGeom>
            <a:solidFill>
              <a:schemeClr val="tx1">
                <a:lumMod val="75000"/>
                <a:lumOff val="2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91" name="平行四辺形 190">
              <a:extLst>
                <a:ext uri="{FF2B5EF4-FFF2-40B4-BE49-F238E27FC236}">
                  <a16:creationId xmlns:a16="http://schemas.microsoft.com/office/drawing/2014/main" id="{4A1145C7-A7C9-378F-BC39-4B861D062BB3}"/>
                </a:ext>
              </a:extLst>
            </p:cNvPr>
            <p:cNvSpPr/>
            <p:nvPr/>
          </p:nvSpPr>
          <p:spPr>
            <a:xfrm>
              <a:off x="5301481" y="274515"/>
              <a:ext cx="680520" cy="338875"/>
            </a:xfrm>
            <a:prstGeom prst="parallelogram">
              <a:avLst/>
            </a:prstGeom>
            <a:solidFill>
              <a:schemeClr val="tx1">
                <a:lumMod val="75000"/>
                <a:lumOff val="2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sp>
        <p:nvSpPr>
          <p:cNvPr id="197" name="矢印: 五方向 196">
            <a:extLst>
              <a:ext uri="{FF2B5EF4-FFF2-40B4-BE49-F238E27FC236}">
                <a16:creationId xmlns:a16="http://schemas.microsoft.com/office/drawing/2014/main" id="{D6EDE9FC-4A6B-33F3-D206-FE71DA80855D}"/>
              </a:ext>
            </a:extLst>
          </p:cNvPr>
          <p:cNvSpPr/>
          <p:nvPr/>
        </p:nvSpPr>
        <p:spPr>
          <a:xfrm>
            <a:off x="9793438" y="6146578"/>
            <a:ext cx="1225730" cy="461826"/>
          </a:xfrm>
          <a:prstGeom prst="homePlate">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b="1" dirty="0">
                <a:latin typeface="BIZ UDP明朝 Medium" panose="02020500000000000000" pitchFamily="18" charset="-128"/>
                <a:ea typeface="BIZ UDP明朝 Medium" panose="02020500000000000000" pitchFamily="18" charset="-128"/>
              </a:rPr>
              <a:t>SKIP</a:t>
            </a:r>
            <a:endParaRPr kumimoji="1" lang="ja-JP" altLang="en-US" b="1" dirty="0">
              <a:latin typeface="BIZ UDP明朝 Medium" panose="02020500000000000000" pitchFamily="18" charset="-128"/>
              <a:ea typeface="BIZ UDP明朝 Medium" panose="02020500000000000000" pitchFamily="18" charset="-128"/>
            </a:endParaRPr>
          </a:p>
        </p:txBody>
      </p:sp>
    </p:spTree>
    <p:extLst>
      <p:ext uri="{BB962C8B-B14F-4D97-AF65-F5344CB8AC3E}">
        <p14:creationId xmlns:p14="http://schemas.microsoft.com/office/powerpoint/2010/main" val="2922745279"/>
      </p:ext>
    </p:extLst>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A27BC9-BFEA-A0AF-FFC6-56CFB592E976}"/>
            </a:ext>
          </a:extLst>
        </p:cNvPr>
        <p:cNvGrpSpPr/>
        <p:nvPr/>
      </p:nvGrpSpPr>
      <p:grpSpPr>
        <a:xfrm>
          <a:off x="0" y="0"/>
          <a:ext cx="0" cy="0"/>
          <a:chOff x="0" y="0"/>
          <a:chExt cx="0" cy="0"/>
        </a:xfrm>
      </p:grpSpPr>
    </p:spTree>
    <p:extLst>
      <p:ext uri="{BB962C8B-B14F-4D97-AF65-F5344CB8AC3E}">
        <p14:creationId xmlns:p14="http://schemas.microsoft.com/office/powerpoint/2010/main" val="3758025018"/>
      </p:ext>
    </p:extLst>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CC3E38-C43C-93B6-118A-15E9094AFF16}"/>
            </a:ext>
          </a:extLst>
        </p:cNvPr>
        <p:cNvGrpSpPr/>
        <p:nvPr/>
      </p:nvGrpSpPr>
      <p:grpSpPr>
        <a:xfrm>
          <a:off x="0" y="0"/>
          <a:ext cx="0" cy="0"/>
          <a:chOff x="0" y="0"/>
          <a:chExt cx="0" cy="0"/>
        </a:xfrm>
      </p:grpSpPr>
      <p:sp>
        <p:nvSpPr>
          <p:cNvPr id="3" name="四角形: 角を丸くする 2">
            <a:extLst>
              <a:ext uri="{FF2B5EF4-FFF2-40B4-BE49-F238E27FC236}">
                <a16:creationId xmlns:a16="http://schemas.microsoft.com/office/drawing/2014/main" id="{7D941FC1-AFFA-8DCF-9313-16576969CDD9}"/>
              </a:ext>
            </a:extLst>
          </p:cNvPr>
          <p:cNvSpPr/>
          <p:nvPr/>
        </p:nvSpPr>
        <p:spPr>
          <a:xfrm>
            <a:off x="8862861" y="5716570"/>
            <a:ext cx="2729924" cy="631055"/>
          </a:xfrm>
          <a:prstGeom prst="roundRect">
            <a:avLst>
              <a:gd name="adj" fmla="val 9570"/>
            </a:avLst>
          </a:prstGeom>
          <a:solidFill>
            <a:schemeClr val="accent6"/>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rPr>
              <a:t>進む</a:t>
            </a:r>
          </a:p>
        </p:txBody>
      </p:sp>
      <p:grpSp>
        <p:nvGrpSpPr>
          <p:cNvPr id="34" name="グループ化 33">
            <a:extLst>
              <a:ext uri="{FF2B5EF4-FFF2-40B4-BE49-F238E27FC236}">
                <a16:creationId xmlns:a16="http://schemas.microsoft.com/office/drawing/2014/main" id="{E020E3E5-A94A-C423-F1F5-68A8E68C99BD}"/>
              </a:ext>
            </a:extLst>
          </p:cNvPr>
          <p:cNvGrpSpPr/>
          <p:nvPr/>
        </p:nvGrpSpPr>
        <p:grpSpPr>
          <a:xfrm>
            <a:off x="244634" y="1750107"/>
            <a:ext cx="5754955" cy="2940935"/>
            <a:chOff x="123331" y="1550883"/>
            <a:chExt cx="6976518" cy="3565186"/>
          </a:xfrm>
        </p:grpSpPr>
        <p:pic>
          <p:nvPicPr>
            <p:cNvPr id="35" name="図 34">
              <a:extLst>
                <a:ext uri="{FF2B5EF4-FFF2-40B4-BE49-F238E27FC236}">
                  <a16:creationId xmlns:a16="http://schemas.microsoft.com/office/drawing/2014/main" id="{1A145520-B908-20F6-D643-C2A14694754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3331" y="1554516"/>
              <a:ext cx="2523010" cy="3561553"/>
            </a:xfrm>
            <a:prstGeom prst="rect">
              <a:avLst/>
            </a:prstGeom>
          </p:spPr>
        </p:pic>
        <p:pic>
          <p:nvPicPr>
            <p:cNvPr id="50" name="図 49">
              <a:extLst>
                <a:ext uri="{FF2B5EF4-FFF2-40B4-BE49-F238E27FC236}">
                  <a16:creationId xmlns:a16="http://schemas.microsoft.com/office/drawing/2014/main" id="{CD894753-E6E9-0887-46B6-ABDA359542C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22663" y="1554516"/>
              <a:ext cx="2523010" cy="3561553"/>
            </a:xfrm>
            <a:prstGeom prst="rect">
              <a:avLst/>
            </a:prstGeom>
          </p:spPr>
        </p:pic>
        <p:pic>
          <p:nvPicPr>
            <p:cNvPr id="51" name="図 50">
              <a:extLst>
                <a:ext uri="{FF2B5EF4-FFF2-40B4-BE49-F238E27FC236}">
                  <a16:creationId xmlns:a16="http://schemas.microsoft.com/office/drawing/2014/main" id="{A91C7A9F-6267-3E4B-321C-DCE56BBC624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098897" y="1550883"/>
              <a:ext cx="2523010" cy="3561553"/>
            </a:xfrm>
            <a:prstGeom prst="rect">
              <a:avLst/>
            </a:prstGeom>
          </p:spPr>
        </p:pic>
        <p:pic>
          <p:nvPicPr>
            <p:cNvPr id="52" name="図 51">
              <a:extLst>
                <a:ext uri="{FF2B5EF4-FFF2-40B4-BE49-F238E27FC236}">
                  <a16:creationId xmlns:a16="http://schemas.microsoft.com/office/drawing/2014/main" id="{60A3BDBF-2422-1D1B-D64B-CCF3527F0A8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576839" y="1553750"/>
              <a:ext cx="2523010" cy="3561553"/>
            </a:xfrm>
            <a:prstGeom prst="rect">
              <a:avLst/>
            </a:prstGeom>
          </p:spPr>
        </p:pic>
      </p:grpSp>
      <p:grpSp>
        <p:nvGrpSpPr>
          <p:cNvPr id="53" name="グループ化 52">
            <a:extLst>
              <a:ext uri="{FF2B5EF4-FFF2-40B4-BE49-F238E27FC236}">
                <a16:creationId xmlns:a16="http://schemas.microsoft.com/office/drawing/2014/main" id="{74AA8D67-7ED4-829C-9F6C-FF3D2B65333F}"/>
              </a:ext>
            </a:extLst>
          </p:cNvPr>
          <p:cNvGrpSpPr/>
          <p:nvPr/>
        </p:nvGrpSpPr>
        <p:grpSpPr>
          <a:xfrm>
            <a:off x="773370" y="3319112"/>
            <a:ext cx="5754955" cy="2940935"/>
            <a:chOff x="123331" y="1550883"/>
            <a:chExt cx="6976518" cy="3565186"/>
          </a:xfrm>
        </p:grpSpPr>
        <p:pic>
          <p:nvPicPr>
            <p:cNvPr id="54" name="図 53">
              <a:extLst>
                <a:ext uri="{FF2B5EF4-FFF2-40B4-BE49-F238E27FC236}">
                  <a16:creationId xmlns:a16="http://schemas.microsoft.com/office/drawing/2014/main" id="{EA935922-B1A3-4944-9A6B-F33C185A8B5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3331" y="1554516"/>
              <a:ext cx="2523010" cy="3561553"/>
            </a:xfrm>
            <a:prstGeom prst="rect">
              <a:avLst/>
            </a:prstGeom>
          </p:spPr>
        </p:pic>
        <p:pic>
          <p:nvPicPr>
            <p:cNvPr id="55" name="図 54">
              <a:extLst>
                <a:ext uri="{FF2B5EF4-FFF2-40B4-BE49-F238E27FC236}">
                  <a16:creationId xmlns:a16="http://schemas.microsoft.com/office/drawing/2014/main" id="{66E11CCC-8B2A-8161-C1CF-431DEFB67F0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22663" y="1554516"/>
              <a:ext cx="2523010" cy="3561553"/>
            </a:xfrm>
            <a:prstGeom prst="rect">
              <a:avLst/>
            </a:prstGeom>
          </p:spPr>
        </p:pic>
        <p:pic>
          <p:nvPicPr>
            <p:cNvPr id="56" name="図 55">
              <a:extLst>
                <a:ext uri="{FF2B5EF4-FFF2-40B4-BE49-F238E27FC236}">
                  <a16:creationId xmlns:a16="http://schemas.microsoft.com/office/drawing/2014/main" id="{1A19FD96-ECDD-18A6-29B6-BF1C27B5F1E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098897" y="1550883"/>
              <a:ext cx="2523010" cy="3561553"/>
            </a:xfrm>
            <a:prstGeom prst="rect">
              <a:avLst/>
            </a:prstGeom>
          </p:spPr>
        </p:pic>
        <p:pic>
          <p:nvPicPr>
            <p:cNvPr id="57" name="図 56">
              <a:extLst>
                <a:ext uri="{FF2B5EF4-FFF2-40B4-BE49-F238E27FC236}">
                  <a16:creationId xmlns:a16="http://schemas.microsoft.com/office/drawing/2014/main" id="{8495EAE6-292F-D614-29F8-C768F3D8441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576839" y="1553750"/>
              <a:ext cx="2523010" cy="3561553"/>
            </a:xfrm>
            <a:prstGeom prst="rect">
              <a:avLst/>
            </a:prstGeom>
          </p:spPr>
        </p:pic>
      </p:grpSp>
      <p:grpSp>
        <p:nvGrpSpPr>
          <p:cNvPr id="58" name="グループ化 57">
            <a:extLst>
              <a:ext uri="{FF2B5EF4-FFF2-40B4-BE49-F238E27FC236}">
                <a16:creationId xmlns:a16="http://schemas.microsoft.com/office/drawing/2014/main" id="{24339BA3-9344-12AB-3B31-53A1E294D5D9}"/>
              </a:ext>
            </a:extLst>
          </p:cNvPr>
          <p:cNvGrpSpPr/>
          <p:nvPr/>
        </p:nvGrpSpPr>
        <p:grpSpPr>
          <a:xfrm>
            <a:off x="1647517" y="604359"/>
            <a:ext cx="3715887" cy="612648"/>
            <a:chOff x="1632857" y="639555"/>
            <a:chExt cx="3715887" cy="612648"/>
          </a:xfrm>
        </p:grpSpPr>
        <p:sp>
          <p:nvSpPr>
            <p:cNvPr id="59" name="フローチャート: 論理積ゲート 58">
              <a:extLst>
                <a:ext uri="{FF2B5EF4-FFF2-40B4-BE49-F238E27FC236}">
                  <a16:creationId xmlns:a16="http://schemas.microsoft.com/office/drawing/2014/main" id="{FF2319A8-572F-9054-BA91-5056CC496E32}"/>
                </a:ext>
              </a:extLst>
            </p:cNvPr>
            <p:cNvSpPr/>
            <p:nvPr/>
          </p:nvSpPr>
          <p:spPr>
            <a:xfrm>
              <a:off x="4736096" y="639555"/>
              <a:ext cx="612648" cy="612648"/>
            </a:xfrm>
            <a:prstGeom prst="flowChartDelay">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0" name="フローチャート: 処理 59">
              <a:extLst>
                <a:ext uri="{FF2B5EF4-FFF2-40B4-BE49-F238E27FC236}">
                  <a16:creationId xmlns:a16="http://schemas.microsoft.com/office/drawing/2014/main" id="{C8011EBD-7EA6-3F59-A848-F2BC59B28E39}"/>
                </a:ext>
              </a:extLst>
            </p:cNvPr>
            <p:cNvSpPr/>
            <p:nvPr/>
          </p:nvSpPr>
          <p:spPr>
            <a:xfrm>
              <a:off x="1632857" y="639555"/>
              <a:ext cx="3121901" cy="612648"/>
            </a:xfrm>
            <a:prstGeom prst="flowChartProcess">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61" name="楕円 60">
            <a:extLst>
              <a:ext uri="{FF2B5EF4-FFF2-40B4-BE49-F238E27FC236}">
                <a16:creationId xmlns:a16="http://schemas.microsoft.com/office/drawing/2014/main" id="{C3B0E90E-5AB4-393D-D87C-9E10F50CCB62}"/>
              </a:ext>
            </a:extLst>
          </p:cNvPr>
          <p:cNvSpPr/>
          <p:nvPr/>
        </p:nvSpPr>
        <p:spPr>
          <a:xfrm>
            <a:off x="1184989" y="546790"/>
            <a:ext cx="727787" cy="727787"/>
          </a:xfrm>
          <a:prstGeom prst="ellipse">
            <a:avLst/>
          </a:prstGeom>
          <a:solidFill>
            <a:schemeClr val="accent6">
              <a:lumMod val="60000"/>
              <a:lumOff val="40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dirty="0">
                <a:solidFill>
                  <a:schemeClr val="tx1">
                    <a:lumMod val="85000"/>
                    <a:lumOff val="15000"/>
                  </a:schemeClr>
                </a:solidFill>
                <a:latin typeface="BIZ UDP明朝 Medium" panose="02020500000000000000" pitchFamily="18" charset="-128"/>
                <a:ea typeface="BIZ UDP明朝 Medium" panose="02020500000000000000" pitchFamily="18" charset="-128"/>
              </a:rPr>
              <a:t>全</a:t>
            </a:r>
            <a:endParaRPr kumimoji="1" lang="ja-JP" altLang="en-US" sz="2400"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
        <p:nvSpPr>
          <p:cNvPr id="62" name="テキスト ボックス 61">
            <a:extLst>
              <a:ext uri="{FF2B5EF4-FFF2-40B4-BE49-F238E27FC236}">
                <a16:creationId xmlns:a16="http://schemas.microsoft.com/office/drawing/2014/main" id="{66497E9E-D79C-C204-D70C-08D741C276C9}"/>
              </a:ext>
            </a:extLst>
          </p:cNvPr>
          <p:cNvSpPr txBox="1"/>
          <p:nvPr/>
        </p:nvSpPr>
        <p:spPr>
          <a:xfrm>
            <a:off x="1417038" y="722503"/>
            <a:ext cx="4009051" cy="400110"/>
          </a:xfrm>
          <a:prstGeom prst="rect">
            <a:avLst/>
          </a:prstGeom>
          <a:noFill/>
        </p:spPr>
        <p:txBody>
          <a:bodyPr wrap="square">
            <a:spAutoFit/>
          </a:bodyPr>
          <a:lstStyle/>
          <a:p>
            <a:pPr algn="ctr"/>
            <a:r>
              <a:rPr lang="ja-JP" altLang="en-US" sz="2000" b="1" dirty="0">
                <a:solidFill>
                  <a:schemeClr val="tx1">
                    <a:lumMod val="85000"/>
                    <a:lumOff val="15000"/>
                  </a:schemeClr>
                </a:solidFill>
                <a:latin typeface="BIZ UDP明朝 Medium" panose="02020500000000000000" pitchFamily="18" charset="-128"/>
                <a:ea typeface="BIZ UDP明朝 Medium" panose="02020500000000000000" pitchFamily="18" charset="-128"/>
              </a:rPr>
              <a:t>全員</a:t>
            </a:r>
            <a:endParaRPr kumimoji="1" lang="ja-JP" altLang="en-US" sz="2000" b="1"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
        <p:nvSpPr>
          <p:cNvPr id="4" name="吹き出し: 角を丸めた四角形 3">
            <a:extLst>
              <a:ext uri="{FF2B5EF4-FFF2-40B4-BE49-F238E27FC236}">
                <a16:creationId xmlns:a16="http://schemas.microsoft.com/office/drawing/2014/main" id="{C5985BFF-2760-4129-4655-04242AD996CA}"/>
              </a:ext>
            </a:extLst>
          </p:cNvPr>
          <p:cNvSpPr/>
          <p:nvPr/>
        </p:nvSpPr>
        <p:spPr>
          <a:xfrm rot="167217">
            <a:off x="7530625" y="1928527"/>
            <a:ext cx="3312954" cy="892424"/>
          </a:xfrm>
          <a:prstGeom prst="wedgeRoundRectCallout">
            <a:avLst>
              <a:gd name="adj1" fmla="val 59552"/>
              <a:gd name="adj2" fmla="val 28994"/>
              <a:gd name="adj3" fmla="val 16667"/>
            </a:avLst>
          </a:prstGeom>
          <a:solidFill>
            <a:schemeClr val="bg1">
              <a:lumMod val="95000"/>
            </a:schemeClr>
          </a:solidFill>
          <a:ln w="12700">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tx1">
                    <a:lumMod val="85000"/>
                    <a:lumOff val="15000"/>
                  </a:schemeClr>
                </a:solidFill>
                <a:latin typeface="02流線形 Bold" pitchFamily="2" charset="-128"/>
                <a:ea typeface="02流線形 Bold" pitchFamily="2" charset="-128"/>
              </a:rPr>
              <a:t>ニューロン衰弱したキャラの</a:t>
            </a:r>
            <a:br>
              <a:rPr kumimoji="1" lang="en-US" altLang="ja-JP" dirty="0">
                <a:solidFill>
                  <a:schemeClr val="tx1">
                    <a:lumMod val="85000"/>
                    <a:lumOff val="15000"/>
                  </a:schemeClr>
                </a:solidFill>
                <a:latin typeface="02流線形 Bold" pitchFamily="2" charset="-128"/>
                <a:ea typeface="02流線形 Bold" pitchFamily="2" charset="-128"/>
              </a:rPr>
            </a:br>
            <a:r>
              <a:rPr kumimoji="1" lang="ja-JP" altLang="en-US" dirty="0">
                <a:solidFill>
                  <a:schemeClr val="tx1">
                    <a:lumMod val="85000"/>
                    <a:lumOff val="15000"/>
                  </a:schemeClr>
                </a:solidFill>
                <a:latin typeface="02流線形 Bold" pitchFamily="2" charset="-128"/>
                <a:ea typeface="02流線形 Bold" pitchFamily="2" charset="-128"/>
              </a:rPr>
              <a:t>ニューロンが元に戻った！</a:t>
            </a:r>
          </a:p>
        </p:txBody>
      </p:sp>
      <p:sp>
        <p:nvSpPr>
          <p:cNvPr id="7" name="楕円 6">
            <a:extLst>
              <a:ext uri="{FF2B5EF4-FFF2-40B4-BE49-F238E27FC236}">
                <a16:creationId xmlns:a16="http://schemas.microsoft.com/office/drawing/2014/main" id="{FE5F99F5-542E-E58E-A2F8-9ADAD8CA8191}"/>
              </a:ext>
            </a:extLst>
          </p:cNvPr>
          <p:cNvSpPr/>
          <p:nvPr/>
        </p:nvSpPr>
        <p:spPr>
          <a:xfrm>
            <a:off x="11244389" y="2534220"/>
            <a:ext cx="436466" cy="436466"/>
          </a:xfrm>
          <a:prstGeom prst="ellipse">
            <a:avLst/>
          </a:prstGeom>
          <a:solidFill>
            <a:schemeClr val="bg1">
              <a:lumMod val="95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
        <p:nvSpPr>
          <p:cNvPr id="9" name="台形 8">
            <a:extLst>
              <a:ext uri="{FF2B5EF4-FFF2-40B4-BE49-F238E27FC236}">
                <a16:creationId xmlns:a16="http://schemas.microsoft.com/office/drawing/2014/main" id="{6D0C1ACF-5FEC-E92C-A087-93B7E1AF757E}"/>
              </a:ext>
            </a:extLst>
          </p:cNvPr>
          <p:cNvSpPr/>
          <p:nvPr/>
        </p:nvSpPr>
        <p:spPr>
          <a:xfrm rot="15985624">
            <a:off x="9078591" y="2229580"/>
            <a:ext cx="536162" cy="2550290"/>
          </a:xfrm>
          <a:prstGeom prst="trapezoid">
            <a:avLst>
              <a:gd name="adj" fmla="val 38526"/>
            </a:avLst>
          </a:prstGeom>
          <a:solidFill>
            <a:schemeClr val="accent6">
              <a:lumMod val="40000"/>
              <a:lumOff val="60000"/>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テキスト ボックス 9">
            <a:extLst>
              <a:ext uri="{FF2B5EF4-FFF2-40B4-BE49-F238E27FC236}">
                <a16:creationId xmlns:a16="http://schemas.microsoft.com/office/drawing/2014/main" id="{F9E8D801-1291-8DB2-3F13-911FCEA8A10E}"/>
              </a:ext>
            </a:extLst>
          </p:cNvPr>
          <p:cNvSpPr txBox="1"/>
          <p:nvPr/>
        </p:nvSpPr>
        <p:spPr>
          <a:xfrm>
            <a:off x="7997585" y="3185580"/>
            <a:ext cx="2698175" cy="523220"/>
          </a:xfrm>
          <a:prstGeom prst="rect">
            <a:avLst/>
          </a:prstGeom>
          <a:noFill/>
        </p:spPr>
        <p:txBody>
          <a:bodyPr wrap="none" rtlCol="0">
            <a:spAutoFit/>
          </a:bodyPr>
          <a:lstStyle/>
          <a:p>
            <a:pPr algn="ctr"/>
            <a:r>
              <a:rPr kumimoji="1" lang="ja-JP" altLang="en-US" sz="2800" b="1" dirty="0">
                <a:solidFill>
                  <a:schemeClr val="bg1">
                    <a:lumMod val="95000"/>
                  </a:schemeClr>
                </a:solidFill>
                <a:latin typeface="02流線形 Bold" pitchFamily="2" charset="-128"/>
                <a:ea typeface="02流線形 Bold" pitchFamily="2" charset="-128"/>
              </a:rPr>
              <a:t>ニューロン回復</a:t>
            </a:r>
          </a:p>
        </p:txBody>
      </p:sp>
      <p:pic>
        <p:nvPicPr>
          <p:cNvPr id="13" name="図 12">
            <a:extLst>
              <a:ext uri="{FF2B5EF4-FFF2-40B4-BE49-F238E27FC236}">
                <a16:creationId xmlns:a16="http://schemas.microsoft.com/office/drawing/2014/main" id="{C6008C98-667B-16C7-B552-A6046211F778}"/>
              </a:ext>
            </a:extLst>
          </p:cNvPr>
          <p:cNvPicPr>
            <a:picLocks noChangeAspect="1"/>
          </p:cNvPicPr>
          <p:nvPr/>
        </p:nvPicPr>
        <p:blipFill>
          <a:blip r:embed="rId3">
            <a:extLst>
              <a:ext uri="{28A0092B-C50C-407E-A947-70E740481C1C}">
                <a14:useLocalDpi xmlns:a14="http://schemas.microsoft.com/office/drawing/2010/main" val="0"/>
              </a:ext>
            </a:extLst>
          </a:blip>
          <a:srcRect t="36238"/>
          <a:stretch>
            <a:fillRect/>
          </a:stretch>
        </p:blipFill>
        <p:spPr>
          <a:xfrm>
            <a:off x="7099201" y="593710"/>
            <a:ext cx="4175801" cy="964678"/>
          </a:xfrm>
          <a:prstGeom prst="rect">
            <a:avLst/>
          </a:prstGeom>
        </p:spPr>
      </p:pic>
      <p:grpSp>
        <p:nvGrpSpPr>
          <p:cNvPr id="30" name="グループ化 29">
            <a:extLst>
              <a:ext uri="{FF2B5EF4-FFF2-40B4-BE49-F238E27FC236}">
                <a16:creationId xmlns:a16="http://schemas.microsoft.com/office/drawing/2014/main" id="{9F8319A6-EA86-A683-6765-408954410769}"/>
              </a:ext>
            </a:extLst>
          </p:cNvPr>
          <p:cNvGrpSpPr/>
          <p:nvPr/>
        </p:nvGrpSpPr>
        <p:grpSpPr>
          <a:xfrm>
            <a:off x="7076276" y="3861082"/>
            <a:ext cx="4344393" cy="1512308"/>
            <a:chOff x="7076276" y="3861082"/>
            <a:chExt cx="4344393" cy="1512308"/>
          </a:xfrm>
        </p:grpSpPr>
        <p:sp>
          <p:nvSpPr>
            <p:cNvPr id="8" name="四角形: 角を丸くする 7">
              <a:extLst>
                <a:ext uri="{FF2B5EF4-FFF2-40B4-BE49-F238E27FC236}">
                  <a16:creationId xmlns:a16="http://schemas.microsoft.com/office/drawing/2014/main" id="{BA31EB4B-9264-051F-A3EB-FAB396E9F7F5}"/>
                </a:ext>
              </a:extLst>
            </p:cNvPr>
            <p:cNvSpPr>
              <a:spLocks/>
            </p:cNvSpPr>
            <p:nvPr/>
          </p:nvSpPr>
          <p:spPr>
            <a:xfrm>
              <a:off x="7244719" y="3861082"/>
              <a:ext cx="4175950" cy="1512308"/>
            </a:xfrm>
            <a:prstGeom prst="roundRect">
              <a:avLst>
                <a:gd name="adj" fmla="val 9570"/>
              </a:avLst>
            </a:prstGeom>
            <a:solidFill>
              <a:schemeClr val="accent6">
                <a:lumMod val="40000"/>
                <a:lumOff val="60000"/>
                <a:alpha val="87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4" name="図 13">
              <a:extLst>
                <a:ext uri="{FF2B5EF4-FFF2-40B4-BE49-F238E27FC236}">
                  <a16:creationId xmlns:a16="http://schemas.microsoft.com/office/drawing/2014/main" id="{CE8393DC-348E-CD03-9C24-C7D40343D0A9}"/>
                </a:ext>
              </a:extLst>
            </p:cNvPr>
            <p:cNvPicPr>
              <a:picLocks noChangeAspect="1"/>
            </p:cNvPicPr>
            <p:nvPr/>
          </p:nvPicPr>
          <p:blipFill>
            <a:blip r:embed="rId4">
              <a:extLst>
                <a:ext uri="{28A0092B-C50C-407E-A947-70E740481C1C}">
                  <a14:useLocalDpi xmlns:a14="http://schemas.microsoft.com/office/drawing/2010/main" val="0"/>
                </a:ext>
              </a:extLst>
            </a:blip>
            <a:srcRect b="55518"/>
            <a:stretch>
              <a:fillRect/>
            </a:stretch>
          </p:blipFill>
          <p:spPr>
            <a:xfrm>
              <a:off x="7076276" y="3972313"/>
              <a:ext cx="2231275" cy="1401071"/>
            </a:xfrm>
            <a:prstGeom prst="rect">
              <a:avLst/>
            </a:prstGeom>
          </p:spPr>
        </p:pic>
        <p:pic>
          <p:nvPicPr>
            <p:cNvPr id="15" name="図 14">
              <a:extLst>
                <a:ext uri="{FF2B5EF4-FFF2-40B4-BE49-F238E27FC236}">
                  <a16:creationId xmlns:a16="http://schemas.microsoft.com/office/drawing/2014/main" id="{819F3DBE-1E2C-A48D-DB58-C74B5C7CBE62}"/>
                </a:ext>
              </a:extLst>
            </p:cNvPr>
            <p:cNvPicPr>
              <a:picLocks noChangeAspect="1"/>
            </p:cNvPicPr>
            <p:nvPr/>
          </p:nvPicPr>
          <p:blipFill>
            <a:blip r:embed="rId5">
              <a:duotone>
                <a:schemeClr val="accent1">
                  <a:shade val="45000"/>
                  <a:satMod val="135000"/>
                </a:schemeClr>
                <a:prstClr val="white"/>
              </a:duotone>
              <a:extLst>
                <a:ext uri="{28A0092B-C50C-407E-A947-70E740481C1C}">
                  <a14:useLocalDpi xmlns:a14="http://schemas.microsoft.com/office/drawing/2010/main" val="0"/>
                </a:ext>
              </a:extLst>
            </a:blip>
            <a:srcRect l="14083" t="10604" r="55105" b="45782"/>
            <a:stretch>
              <a:fillRect/>
            </a:stretch>
          </p:blipFill>
          <p:spPr>
            <a:xfrm>
              <a:off x="9006414" y="3981644"/>
              <a:ext cx="564949" cy="599754"/>
            </a:xfrm>
            <a:prstGeom prst="rect">
              <a:avLst/>
            </a:prstGeom>
          </p:spPr>
        </p:pic>
        <p:sp>
          <p:nvSpPr>
            <p:cNvPr id="18" name="テキスト ボックス 17">
              <a:extLst>
                <a:ext uri="{FF2B5EF4-FFF2-40B4-BE49-F238E27FC236}">
                  <a16:creationId xmlns:a16="http://schemas.microsoft.com/office/drawing/2014/main" id="{64EB8307-F7C1-A1C3-91F7-7E823D884805}"/>
                </a:ext>
              </a:extLst>
            </p:cNvPr>
            <p:cNvSpPr txBox="1"/>
            <p:nvPr/>
          </p:nvSpPr>
          <p:spPr>
            <a:xfrm>
              <a:off x="9632178" y="4063072"/>
              <a:ext cx="1338828" cy="369332"/>
            </a:xfrm>
            <a:prstGeom prst="rect">
              <a:avLst/>
            </a:prstGeom>
            <a:noFill/>
          </p:spPr>
          <p:txBody>
            <a:bodyPr wrap="none" rtlCol="0">
              <a:spAutoFit/>
            </a:bodyPr>
            <a:lstStyle/>
            <a:p>
              <a:pPr algn="ctr"/>
              <a:r>
                <a:rPr kumimoji="1" lang="ja-JP" altLang="en-US" b="1" dirty="0">
                  <a:solidFill>
                    <a:schemeClr val="tx1">
                      <a:lumMod val="85000"/>
                      <a:lumOff val="15000"/>
                    </a:schemeClr>
                  </a:solidFill>
                  <a:latin typeface="02流線形 Bold" pitchFamily="2" charset="-128"/>
                  <a:ea typeface="02流線形 Bold" pitchFamily="2" charset="-128"/>
                </a:rPr>
                <a:t>デバフ名称</a:t>
              </a:r>
            </a:p>
          </p:txBody>
        </p:sp>
        <p:sp>
          <p:nvSpPr>
            <p:cNvPr id="24" name="テキスト ボックス 23">
              <a:extLst>
                <a:ext uri="{FF2B5EF4-FFF2-40B4-BE49-F238E27FC236}">
                  <a16:creationId xmlns:a16="http://schemas.microsoft.com/office/drawing/2014/main" id="{4852D099-48F8-F2C5-A2F1-7A9AD2B127CB}"/>
                </a:ext>
              </a:extLst>
            </p:cNvPr>
            <p:cNvSpPr txBox="1"/>
            <p:nvPr/>
          </p:nvSpPr>
          <p:spPr>
            <a:xfrm>
              <a:off x="9243287" y="4581398"/>
              <a:ext cx="1569660" cy="646331"/>
            </a:xfrm>
            <a:prstGeom prst="rect">
              <a:avLst/>
            </a:prstGeom>
            <a:noFill/>
          </p:spPr>
          <p:txBody>
            <a:bodyPr wrap="none" rtlCol="0">
              <a:spAutoFit/>
            </a:bodyPr>
            <a:lstStyle/>
            <a:p>
              <a:pPr algn="ctr"/>
              <a:r>
                <a:rPr kumimoji="1" lang="en-US" altLang="ja-JP" b="1" dirty="0">
                  <a:solidFill>
                    <a:schemeClr val="tx1">
                      <a:lumMod val="85000"/>
                      <a:lumOff val="15000"/>
                    </a:schemeClr>
                  </a:solidFill>
                  <a:latin typeface="02流線形 Bold" pitchFamily="2" charset="-128"/>
                  <a:ea typeface="02流線形 Bold" pitchFamily="2" charset="-128"/>
                </a:rPr>
                <a:t>ATK</a:t>
              </a:r>
              <a:r>
                <a:rPr lang="ja-JP" altLang="en-US" b="1" dirty="0">
                  <a:solidFill>
                    <a:schemeClr val="tx1">
                      <a:lumMod val="85000"/>
                      <a:lumOff val="15000"/>
                    </a:schemeClr>
                  </a:solidFill>
                  <a:latin typeface="02流線形 Bold" pitchFamily="2" charset="-128"/>
                  <a:ea typeface="02流線形 Bold" pitchFamily="2" charset="-128"/>
                </a:rPr>
                <a:t>ー</a:t>
              </a:r>
              <a:r>
                <a:rPr lang="en-US" altLang="ja-JP" b="1" dirty="0">
                  <a:solidFill>
                    <a:schemeClr val="tx1">
                      <a:lumMod val="85000"/>
                      <a:lumOff val="15000"/>
                    </a:schemeClr>
                  </a:solidFill>
                  <a:latin typeface="02流線形 Bold" pitchFamily="2" charset="-128"/>
                  <a:ea typeface="02流線形 Bold" pitchFamily="2" charset="-128"/>
                </a:rPr>
                <a:t>1</a:t>
              </a:r>
              <a:r>
                <a:rPr kumimoji="1" lang="en-US" altLang="ja-JP" b="1" dirty="0">
                  <a:solidFill>
                    <a:schemeClr val="tx1">
                      <a:lumMod val="85000"/>
                      <a:lumOff val="15000"/>
                    </a:schemeClr>
                  </a:solidFill>
                  <a:latin typeface="02流線形 Bold" pitchFamily="2" charset="-128"/>
                  <a:ea typeface="02流線形 Bold" pitchFamily="2" charset="-128"/>
                </a:rPr>
                <a:t>0</a:t>
              </a:r>
              <a:r>
                <a:rPr kumimoji="1" lang="ja-JP" altLang="en-US" b="1" dirty="0">
                  <a:solidFill>
                    <a:schemeClr val="tx1">
                      <a:lumMod val="85000"/>
                      <a:lumOff val="15000"/>
                    </a:schemeClr>
                  </a:solidFill>
                  <a:latin typeface="02流線形 Bold" pitchFamily="2" charset="-128"/>
                  <a:ea typeface="02流線形 Bold" pitchFamily="2" charset="-128"/>
                </a:rPr>
                <a:t>％</a:t>
              </a:r>
              <a:br>
                <a:rPr kumimoji="1" lang="en-US" altLang="ja-JP" b="1" dirty="0">
                  <a:solidFill>
                    <a:schemeClr val="tx1">
                      <a:lumMod val="85000"/>
                      <a:lumOff val="15000"/>
                    </a:schemeClr>
                  </a:solidFill>
                  <a:latin typeface="02流線形 Bold" pitchFamily="2" charset="-128"/>
                  <a:ea typeface="02流線形 Bold" pitchFamily="2" charset="-128"/>
                </a:rPr>
              </a:br>
              <a:r>
                <a:rPr kumimoji="1" lang="ja-JP" altLang="en-US" b="1" dirty="0">
                  <a:solidFill>
                    <a:schemeClr val="tx1">
                      <a:lumMod val="85000"/>
                      <a:lumOff val="15000"/>
                    </a:schemeClr>
                  </a:solidFill>
                  <a:latin typeface="02流線形 Bold" pitchFamily="2" charset="-128"/>
                  <a:ea typeface="02流線形 Bold" pitchFamily="2" charset="-128"/>
                </a:rPr>
                <a:t>効果テキスト</a:t>
              </a:r>
            </a:p>
          </p:txBody>
        </p:sp>
        <p:sp>
          <p:nvSpPr>
            <p:cNvPr id="25" name="矢印: 下 24">
              <a:extLst>
                <a:ext uri="{FF2B5EF4-FFF2-40B4-BE49-F238E27FC236}">
                  <a16:creationId xmlns:a16="http://schemas.microsoft.com/office/drawing/2014/main" id="{B00BD320-A1CE-70A3-A629-5F6779C7EA57}"/>
                </a:ext>
              </a:extLst>
            </p:cNvPr>
            <p:cNvSpPr/>
            <p:nvPr/>
          </p:nvSpPr>
          <p:spPr>
            <a:xfrm>
              <a:off x="9012154" y="4329399"/>
              <a:ext cx="170364" cy="222791"/>
            </a:xfrm>
            <a:prstGeom prst="downArrow">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29" name="グループ化 28">
            <a:extLst>
              <a:ext uri="{FF2B5EF4-FFF2-40B4-BE49-F238E27FC236}">
                <a16:creationId xmlns:a16="http://schemas.microsoft.com/office/drawing/2014/main" id="{77CAE704-4BDA-43E0-7F2D-14C5E061C68B}"/>
              </a:ext>
            </a:extLst>
          </p:cNvPr>
          <p:cNvGrpSpPr/>
          <p:nvPr/>
        </p:nvGrpSpPr>
        <p:grpSpPr>
          <a:xfrm>
            <a:off x="7075723" y="3851751"/>
            <a:ext cx="4344393" cy="1512308"/>
            <a:chOff x="5664836" y="5475705"/>
            <a:chExt cx="4344393" cy="1512308"/>
          </a:xfrm>
        </p:grpSpPr>
        <p:sp>
          <p:nvSpPr>
            <p:cNvPr id="26" name="四角形: 角を丸くする 25">
              <a:extLst>
                <a:ext uri="{FF2B5EF4-FFF2-40B4-BE49-F238E27FC236}">
                  <a16:creationId xmlns:a16="http://schemas.microsoft.com/office/drawing/2014/main" id="{075F019E-E92A-65CE-6DC2-1C8C39E9378E}"/>
                </a:ext>
              </a:extLst>
            </p:cNvPr>
            <p:cNvSpPr>
              <a:spLocks/>
            </p:cNvSpPr>
            <p:nvPr/>
          </p:nvSpPr>
          <p:spPr>
            <a:xfrm>
              <a:off x="5833279" y="5475705"/>
              <a:ext cx="4175950" cy="1512308"/>
            </a:xfrm>
            <a:prstGeom prst="roundRect">
              <a:avLst>
                <a:gd name="adj" fmla="val 9570"/>
              </a:avLst>
            </a:prstGeom>
            <a:solidFill>
              <a:schemeClr val="accent6">
                <a:lumMod val="40000"/>
                <a:lumOff val="60000"/>
                <a:alpha val="87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27" name="図 26">
              <a:extLst>
                <a:ext uri="{FF2B5EF4-FFF2-40B4-BE49-F238E27FC236}">
                  <a16:creationId xmlns:a16="http://schemas.microsoft.com/office/drawing/2014/main" id="{8835AE48-6E7E-E4F7-450E-C9C2ADF96ACB}"/>
                </a:ext>
              </a:extLst>
            </p:cNvPr>
            <p:cNvPicPr>
              <a:picLocks noChangeAspect="1"/>
            </p:cNvPicPr>
            <p:nvPr/>
          </p:nvPicPr>
          <p:blipFill>
            <a:blip r:embed="rId4">
              <a:extLst>
                <a:ext uri="{28A0092B-C50C-407E-A947-70E740481C1C}">
                  <a14:useLocalDpi xmlns:a14="http://schemas.microsoft.com/office/drawing/2010/main" val="0"/>
                </a:ext>
              </a:extLst>
            </a:blip>
            <a:srcRect b="55518"/>
            <a:stretch>
              <a:fillRect/>
            </a:stretch>
          </p:blipFill>
          <p:spPr>
            <a:xfrm>
              <a:off x="5664836" y="5586942"/>
              <a:ext cx="2231275" cy="1401071"/>
            </a:xfrm>
            <a:prstGeom prst="rect">
              <a:avLst/>
            </a:prstGeom>
          </p:spPr>
        </p:pic>
        <p:sp>
          <p:nvSpPr>
            <p:cNvPr id="28" name="テキスト ボックス 27">
              <a:extLst>
                <a:ext uri="{FF2B5EF4-FFF2-40B4-BE49-F238E27FC236}">
                  <a16:creationId xmlns:a16="http://schemas.microsoft.com/office/drawing/2014/main" id="{78498F6A-1BBD-C0A2-A4D8-78884C602E4D}"/>
                </a:ext>
              </a:extLst>
            </p:cNvPr>
            <p:cNvSpPr txBox="1"/>
            <p:nvPr/>
          </p:nvSpPr>
          <p:spPr>
            <a:xfrm>
              <a:off x="7885780" y="6099171"/>
              <a:ext cx="1569660" cy="369332"/>
            </a:xfrm>
            <a:prstGeom prst="rect">
              <a:avLst/>
            </a:prstGeom>
            <a:noFill/>
          </p:spPr>
          <p:txBody>
            <a:bodyPr wrap="none" rtlCol="0">
              <a:spAutoFit/>
            </a:bodyPr>
            <a:lstStyle/>
            <a:p>
              <a:pPr algn="ctr"/>
              <a:r>
                <a:rPr lang="ja-JP" altLang="en-US" b="1" dirty="0">
                  <a:solidFill>
                    <a:schemeClr val="tx1">
                      <a:lumMod val="85000"/>
                      <a:lumOff val="15000"/>
                    </a:schemeClr>
                  </a:solidFill>
                  <a:latin typeface="02流線形 Bold" pitchFamily="2" charset="-128"/>
                  <a:ea typeface="02流線形 Bold" pitchFamily="2" charset="-128"/>
                </a:rPr>
                <a:t>元に戻った！</a:t>
              </a:r>
              <a:endParaRPr kumimoji="1" lang="ja-JP" altLang="en-US" b="1" dirty="0">
                <a:solidFill>
                  <a:schemeClr val="tx1">
                    <a:lumMod val="85000"/>
                    <a:lumOff val="15000"/>
                  </a:schemeClr>
                </a:solidFill>
                <a:latin typeface="02流線形 Bold" pitchFamily="2" charset="-128"/>
                <a:ea typeface="02流線形 Bold" pitchFamily="2" charset="-128"/>
              </a:endParaRPr>
            </a:p>
          </p:txBody>
        </p:sp>
      </p:grpSp>
    </p:spTree>
    <p:extLst>
      <p:ext uri="{BB962C8B-B14F-4D97-AF65-F5344CB8AC3E}">
        <p14:creationId xmlns:p14="http://schemas.microsoft.com/office/powerpoint/2010/main" val="31465787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xit" presetSubtype="0" fill="hold" nodeType="clickEffect">
                                  <p:stCondLst>
                                    <p:cond delay="500"/>
                                  </p:stCondLst>
                                  <p:childTnLst>
                                    <p:animEffect transition="out" filter="fade">
                                      <p:cBhvr>
                                        <p:cTn id="6" dur="750"/>
                                        <p:tgtEl>
                                          <p:spTgt spid="30"/>
                                        </p:tgtEl>
                                      </p:cBhvr>
                                    </p:animEffect>
                                    <p:set>
                                      <p:cBhvr>
                                        <p:cTn id="7" dur="1" fill="hold">
                                          <p:stCondLst>
                                            <p:cond delay="749"/>
                                          </p:stCondLst>
                                        </p:cTn>
                                        <p:tgtEl>
                                          <p:spTgt spid="30"/>
                                        </p:tgtEl>
                                        <p:attrNameLst>
                                          <p:attrName>style.visibility</p:attrName>
                                        </p:attrNameLst>
                                      </p:cBhvr>
                                      <p:to>
                                        <p:strVal val="hidden"/>
                                      </p:to>
                                    </p:se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9"/>
                                        </p:tgtEl>
                                        <p:attrNameLst>
                                          <p:attrName>style.visibility</p:attrName>
                                        </p:attrNameLst>
                                      </p:cBhvr>
                                      <p:to>
                                        <p:strVal val="visible"/>
                                      </p:to>
                                    </p:set>
                                    <p:animEffect transition="in" filter="fade">
                                      <p:cBhvr>
                                        <p:cTn id="12" dur="10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2B8970-1ECC-E9FD-DD2B-ADA118F6CFC7}"/>
            </a:ext>
          </a:extLst>
        </p:cNvPr>
        <p:cNvGrpSpPr/>
        <p:nvPr/>
      </p:nvGrpSpPr>
      <p:grpSpPr>
        <a:xfrm>
          <a:off x="0" y="0"/>
          <a:ext cx="0" cy="0"/>
          <a:chOff x="0" y="0"/>
          <a:chExt cx="0" cy="0"/>
        </a:xfrm>
      </p:grpSpPr>
      <p:grpSp>
        <p:nvGrpSpPr>
          <p:cNvPr id="29" name="グループ化 28">
            <a:extLst>
              <a:ext uri="{FF2B5EF4-FFF2-40B4-BE49-F238E27FC236}">
                <a16:creationId xmlns:a16="http://schemas.microsoft.com/office/drawing/2014/main" id="{B4691261-023C-8C36-493B-6065121B2ED4}"/>
              </a:ext>
            </a:extLst>
          </p:cNvPr>
          <p:cNvGrpSpPr/>
          <p:nvPr/>
        </p:nvGrpSpPr>
        <p:grpSpPr>
          <a:xfrm>
            <a:off x="7075723" y="3851751"/>
            <a:ext cx="4344393" cy="1512308"/>
            <a:chOff x="5664836" y="5475705"/>
            <a:chExt cx="4344393" cy="1512308"/>
          </a:xfrm>
        </p:grpSpPr>
        <p:sp>
          <p:nvSpPr>
            <p:cNvPr id="26" name="四角形: 角を丸くする 25">
              <a:extLst>
                <a:ext uri="{FF2B5EF4-FFF2-40B4-BE49-F238E27FC236}">
                  <a16:creationId xmlns:a16="http://schemas.microsoft.com/office/drawing/2014/main" id="{B58BF24D-9B20-6C09-ED31-E5DBF868E6CB}"/>
                </a:ext>
              </a:extLst>
            </p:cNvPr>
            <p:cNvSpPr>
              <a:spLocks/>
            </p:cNvSpPr>
            <p:nvPr/>
          </p:nvSpPr>
          <p:spPr>
            <a:xfrm>
              <a:off x="5833279" y="5475705"/>
              <a:ext cx="4175950" cy="1512308"/>
            </a:xfrm>
            <a:prstGeom prst="roundRect">
              <a:avLst>
                <a:gd name="adj" fmla="val 9570"/>
              </a:avLst>
            </a:prstGeom>
            <a:solidFill>
              <a:schemeClr val="accent6">
                <a:lumMod val="40000"/>
                <a:lumOff val="60000"/>
                <a:alpha val="87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27" name="図 26">
              <a:extLst>
                <a:ext uri="{FF2B5EF4-FFF2-40B4-BE49-F238E27FC236}">
                  <a16:creationId xmlns:a16="http://schemas.microsoft.com/office/drawing/2014/main" id="{D2B39063-5942-D112-7183-FCC582C1A539}"/>
                </a:ext>
              </a:extLst>
            </p:cNvPr>
            <p:cNvPicPr>
              <a:picLocks noChangeAspect="1"/>
            </p:cNvPicPr>
            <p:nvPr/>
          </p:nvPicPr>
          <p:blipFill>
            <a:blip r:embed="rId2">
              <a:extLst>
                <a:ext uri="{28A0092B-C50C-407E-A947-70E740481C1C}">
                  <a14:useLocalDpi xmlns:a14="http://schemas.microsoft.com/office/drawing/2010/main" val="0"/>
                </a:ext>
              </a:extLst>
            </a:blip>
            <a:srcRect b="55518"/>
            <a:stretch>
              <a:fillRect/>
            </a:stretch>
          </p:blipFill>
          <p:spPr>
            <a:xfrm>
              <a:off x="5664836" y="5586942"/>
              <a:ext cx="2231275" cy="1401071"/>
            </a:xfrm>
            <a:prstGeom prst="rect">
              <a:avLst/>
            </a:prstGeom>
          </p:spPr>
        </p:pic>
        <p:sp>
          <p:nvSpPr>
            <p:cNvPr id="28" name="テキスト ボックス 27">
              <a:extLst>
                <a:ext uri="{FF2B5EF4-FFF2-40B4-BE49-F238E27FC236}">
                  <a16:creationId xmlns:a16="http://schemas.microsoft.com/office/drawing/2014/main" id="{1CC50F4F-1107-20A2-7715-7D47814D47F7}"/>
                </a:ext>
              </a:extLst>
            </p:cNvPr>
            <p:cNvSpPr txBox="1"/>
            <p:nvPr/>
          </p:nvSpPr>
          <p:spPr>
            <a:xfrm>
              <a:off x="7885780" y="6099171"/>
              <a:ext cx="1569660" cy="369332"/>
            </a:xfrm>
            <a:prstGeom prst="rect">
              <a:avLst/>
            </a:prstGeom>
            <a:noFill/>
          </p:spPr>
          <p:txBody>
            <a:bodyPr wrap="none" rtlCol="0">
              <a:spAutoFit/>
            </a:bodyPr>
            <a:lstStyle/>
            <a:p>
              <a:pPr algn="ctr"/>
              <a:r>
                <a:rPr lang="ja-JP" altLang="en-US" b="1" dirty="0">
                  <a:solidFill>
                    <a:schemeClr val="tx1">
                      <a:lumMod val="85000"/>
                      <a:lumOff val="15000"/>
                    </a:schemeClr>
                  </a:solidFill>
                  <a:latin typeface="02流線形 Bold" pitchFamily="2" charset="-128"/>
                  <a:ea typeface="02流線形 Bold" pitchFamily="2" charset="-128"/>
                </a:rPr>
                <a:t>元に戻った！</a:t>
              </a:r>
              <a:endParaRPr kumimoji="1" lang="ja-JP" altLang="en-US" b="1" dirty="0">
                <a:solidFill>
                  <a:schemeClr val="tx1">
                    <a:lumMod val="85000"/>
                    <a:lumOff val="15000"/>
                  </a:schemeClr>
                </a:solidFill>
                <a:latin typeface="02流線形 Bold" pitchFamily="2" charset="-128"/>
                <a:ea typeface="02流線形 Bold" pitchFamily="2" charset="-128"/>
              </a:endParaRPr>
            </a:p>
          </p:txBody>
        </p:sp>
      </p:grpSp>
      <p:sp>
        <p:nvSpPr>
          <p:cNvPr id="3" name="四角形: 角を丸くする 2">
            <a:extLst>
              <a:ext uri="{FF2B5EF4-FFF2-40B4-BE49-F238E27FC236}">
                <a16:creationId xmlns:a16="http://schemas.microsoft.com/office/drawing/2014/main" id="{A38EF29B-B8CC-2CCF-7D7C-B76AA938D4E8}"/>
              </a:ext>
            </a:extLst>
          </p:cNvPr>
          <p:cNvSpPr/>
          <p:nvPr/>
        </p:nvSpPr>
        <p:spPr>
          <a:xfrm>
            <a:off x="8862861" y="5716570"/>
            <a:ext cx="2729924" cy="631055"/>
          </a:xfrm>
          <a:prstGeom prst="roundRect">
            <a:avLst>
              <a:gd name="adj" fmla="val 9570"/>
            </a:avLst>
          </a:prstGeom>
          <a:solidFill>
            <a:schemeClr val="accent6"/>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rPr>
              <a:t>進む</a:t>
            </a:r>
          </a:p>
        </p:txBody>
      </p:sp>
      <p:grpSp>
        <p:nvGrpSpPr>
          <p:cNvPr id="34" name="グループ化 33">
            <a:extLst>
              <a:ext uri="{FF2B5EF4-FFF2-40B4-BE49-F238E27FC236}">
                <a16:creationId xmlns:a16="http://schemas.microsoft.com/office/drawing/2014/main" id="{0287FEF6-D15C-0D7B-235B-75642F073B17}"/>
              </a:ext>
            </a:extLst>
          </p:cNvPr>
          <p:cNvGrpSpPr/>
          <p:nvPr/>
        </p:nvGrpSpPr>
        <p:grpSpPr>
          <a:xfrm>
            <a:off x="244634" y="1750107"/>
            <a:ext cx="5754955" cy="2940935"/>
            <a:chOff x="123331" y="1550883"/>
            <a:chExt cx="6976518" cy="3565186"/>
          </a:xfrm>
        </p:grpSpPr>
        <p:pic>
          <p:nvPicPr>
            <p:cNvPr id="35" name="図 34">
              <a:extLst>
                <a:ext uri="{FF2B5EF4-FFF2-40B4-BE49-F238E27FC236}">
                  <a16:creationId xmlns:a16="http://schemas.microsoft.com/office/drawing/2014/main" id="{6719F077-AE4C-12BE-AE8E-8E01CDD3F4E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23331" y="1554516"/>
              <a:ext cx="2523010" cy="3561553"/>
            </a:xfrm>
            <a:prstGeom prst="rect">
              <a:avLst/>
            </a:prstGeom>
          </p:spPr>
        </p:pic>
        <p:pic>
          <p:nvPicPr>
            <p:cNvPr id="50" name="図 49">
              <a:extLst>
                <a:ext uri="{FF2B5EF4-FFF2-40B4-BE49-F238E27FC236}">
                  <a16:creationId xmlns:a16="http://schemas.microsoft.com/office/drawing/2014/main" id="{6E284C0E-E120-9664-3B9A-6B589C42C96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22663" y="1554516"/>
              <a:ext cx="2523010" cy="3561553"/>
            </a:xfrm>
            <a:prstGeom prst="rect">
              <a:avLst/>
            </a:prstGeom>
          </p:spPr>
        </p:pic>
        <p:pic>
          <p:nvPicPr>
            <p:cNvPr id="51" name="図 50">
              <a:extLst>
                <a:ext uri="{FF2B5EF4-FFF2-40B4-BE49-F238E27FC236}">
                  <a16:creationId xmlns:a16="http://schemas.microsoft.com/office/drawing/2014/main" id="{CA17006B-164E-5FAA-8FCA-CDC2002ECAA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098897" y="1550883"/>
              <a:ext cx="2523010" cy="3561553"/>
            </a:xfrm>
            <a:prstGeom prst="rect">
              <a:avLst/>
            </a:prstGeom>
          </p:spPr>
        </p:pic>
        <p:pic>
          <p:nvPicPr>
            <p:cNvPr id="52" name="図 51">
              <a:extLst>
                <a:ext uri="{FF2B5EF4-FFF2-40B4-BE49-F238E27FC236}">
                  <a16:creationId xmlns:a16="http://schemas.microsoft.com/office/drawing/2014/main" id="{EC4411CB-63E1-82F3-2BCB-000C23E24EA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576839" y="1553750"/>
              <a:ext cx="2523010" cy="3561553"/>
            </a:xfrm>
            <a:prstGeom prst="rect">
              <a:avLst/>
            </a:prstGeom>
          </p:spPr>
        </p:pic>
      </p:grpSp>
      <p:grpSp>
        <p:nvGrpSpPr>
          <p:cNvPr id="53" name="グループ化 52">
            <a:extLst>
              <a:ext uri="{FF2B5EF4-FFF2-40B4-BE49-F238E27FC236}">
                <a16:creationId xmlns:a16="http://schemas.microsoft.com/office/drawing/2014/main" id="{BCFA0C17-CF68-6A69-E23C-DE3B608FBA10}"/>
              </a:ext>
            </a:extLst>
          </p:cNvPr>
          <p:cNvGrpSpPr/>
          <p:nvPr/>
        </p:nvGrpSpPr>
        <p:grpSpPr>
          <a:xfrm>
            <a:off x="773370" y="3319112"/>
            <a:ext cx="5754955" cy="2940935"/>
            <a:chOff x="123331" y="1550883"/>
            <a:chExt cx="6976518" cy="3565186"/>
          </a:xfrm>
        </p:grpSpPr>
        <p:pic>
          <p:nvPicPr>
            <p:cNvPr id="54" name="図 53">
              <a:extLst>
                <a:ext uri="{FF2B5EF4-FFF2-40B4-BE49-F238E27FC236}">
                  <a16:creationId xmlns:a16="http://schemas.microsoft.com/office/drawing/2014/main" id="{98FDA969-84F1-14F5-8434-1664F7EEE60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23331" y="1554516"/>
              <a:ext cx="2523010" cy="3561553"/>
            </a:xfrm>
            <a:prstGeom prst="rect">
              <a:avLst/>
            </a:prstGeom>
          </p:spPr>
        </p:pic>
        <p:pic>
          <p:nvPicPr>
            <p:cNvPr id="55" name="図 54">
              <a:extLst>
                <a:ext uri="{FF2B5EF4-FFF2-40B4-BE49-F238E27FC236}">
                  <a16:creationId xmlns:a16="http://schemas.microsoft.com/office/drawing/2014/main" id="{3182BBB0-5236-4631-6B4E-61610E61280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22663" y="1554516"/>
              <a:ext cx="2523010" cy="3561553"/>
            </a:xfrm>
            <a:prstGeom prst="rect">
              <a:avLst/>
            </a:prstGeom>
          </p:spPr>
        </p:pic>
        <p:pic>
          <p:nvPicPr>
            <p:cNvPr id="56" name="図 55">
              <a:extLst>
                <a:ext uri="{FF2B5EF4-FFF2-40B4-BE49-F238E27FC236}">
                  <a16:creationId xmlns:a16="http://schemas.microsoft.com/office/drawing/2014/main" id="{F32C8B17-92C2-4647-473E-41E87345282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098897" y="1550883"/>
              <a:ext cx="2523010" cy="3561553"/>
            </a:xfrm>
            <a:prstGeom prst="rect">
              <a:avLst/>
            </a:prstGeom>
          </p:spPr>
        </p:pic>
        <p:pic>
          <p:nvPicPr>
            <p:cNvPr id="57" name="図 56">
              <a:extLst>
                <a:ext uri="{FF2B5EF4-FFF2-40B4-BE49-F238E27FC236}">
                  <a16:creationId xmlns:a16="http://schemas.microsoft.com/office/drawing/2014/main" id="{FB293E7D-EE6D-ED54-4768-6160F36DAE8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576839" y="1553750"/>
              <a:ext cx="2523010" cy="3561553"/>
            </a:xfrm>
            <a:prstGeom prst="rect">
              <a:avLst/>
            </a:prstGeom>
          </p:spPr>
        </p:pic>
      </p:grpSp>
      <p:grpSp>
        <p:nvGrpSpPr>
          <p:cNvPr id="58" name="グループ化 57">
            <a:extLst>
              <a:ext uri="{FF2B5EF4-FFF2-40B4-BE49-F238E27FC236}">
                <a16:creationId xmlns:a16="http://schemas.microsoft.com/office/drawing/2014/main" id="{03D477CA-CB1D-E1EF-2594-78CB45BE09A5}"/>
              </a:ext>
            </a:extLst>
          </p:cNvPr>
          <p:cNvGrpSpPr/>
          <p:nvPr/>
        </p:nvGrpSpPr>
        <p:grpSpPr>
          <a:xfrm>
            <a:off x="1647517" y="604359"/>
            <a:ext cx="3715887" cy="612648"/>
            <a:chOff x="1632857" y="639555"/>
            <a:chExt cx="3715887" cy="612648"/>
          </a:xfrm>
        </p:grpSpPr>
        <p:sp>
          <p:nvSpPr>
            <p:cNvPr id="59" name="フローチャート: 論理積ゲート 58">
              <a:extLst>
                <a:ext uri="{FF2B5EF4-FFF2-40B4-BE49-F238E27FC236}">
                  <a16:creationId xmlns:a16="http://schemas.microsoft.com/office/drawing/2014/main" id="{FE2BC0F5-DD63-B15F-4195-8CE581D26F53}"/>
                </a:ext>
              </a:extLst>
            </p:cNvPr>
            <p:cNvSpPr/>
            <p:nvPr/>
          </p:nvSpPr>
          <p:spPr>
            <a:xfrm>
              <a:off x="4736096" y="639555"/>
              <a:ext cx="612648" cy="612648"/>
            </a:xfrm>
            <a:prstGeom prst="flowChartDelay">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0" name="フローチャート: 処理 59">
              <a:extLst>
                <a:ext uri="{FF2B5EF4-FFF2-40B4-BE49-F238E27FC236}">
                  <a16:creationId xmlns:a16="http://schemas.microsoft.com/office/drawing/2014/main" id="{0BB5E3BC-779C-3A35-4222-4DCB53683E22}"/>
                </a:ext>
              </a:extLst>
            </p:cNvPr>
            <p:cNvSpPr/>
            <p:nvPr/>
          </p:nvSpPr>
          <p:spPr>
            <a:xfrm>
              <a:off x="1632857" y="639555"/>
              <a:ext cx="3121901" cy="612648"/>
            </a:xfrm>
            <a:prstGeom prst="flowChartProcess">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61" name="楕円 60">
            <a:extLst>
              <a:ext uri="{FF2B5EF4-FFF2-40B4-BE49-F238E27FC236}">
                <a16:creationId xmlns:a16="http://schemas.microsoft.com/office/drawing/2014/main" id="{9EDB929E-4B7A-C136-331F-A0B3A6E4BEDC}"/>
              </a:ext>
            </a:extLst>
          </p:cNvPr>
          <p:cNvSpPr/>
          <p:nvPr/>
        </p:nvSpPr>
        <p:spPr>
          <a:xfrm>
            <a:off x="1184989" y="546790"/>
            <a:ext cx="727787" cy="727787"/>
          </a:xfrm>
          <a:prstGeom prst="ellipse">
            <a:avLst/>
          </a:prstGeom>
          <a:solidFill>
            <a:schemeClr val="accent6">
              <a:lumMod val="60000"/>
              <a:lumOff val="40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dirty="0">
                <a:solidFill>
                  <a:schemeClr val="tx1">
                    <a:lumMod val="85000"/>
                    <a:lumOff val="15000"/>
                  </a:schemeClr>
                </a:solidFill>
                <a:latin typeface="BIZ UDP明朝 Medium" panose="02020500000000000000" pitchFamily="18" charset="-128"/>
                <a:ea typeface="BIZ UDP明朝 Medium" panose="02020500000000000000" pitchFamily="18" charset="-128"/>
              </a:rPr>
              <a:t>全</a:t>
            </a:r>
            <a:endParaRPr kumimoji="1" lang="ja-JP" altLang="en-US" sz="2400"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
        <p:nvSpPr>
          <p:cNvPr id="62" name="テキスト ボックス 61">
            <a:extLst>
              <a:ext uri="{FF2B5EF4-FFF2-40B4-BE49-F238E27FC236}">
                <a16:creationId xmlns:a16="http://schemas.microsoft.com/office/drawing/2014/main" id="{436A736F-C817-094C-4B0A-C767ADA7CB6D}"/>
              </a:ext>
            </a:extLst>
          </p:cNvPr>
          <p:cNvSpPr txBox="1"/>
          <p:nvPr/>
        </p:nvSpPr>
        <p:spPr>
          <a:xfrm>
            <a:off x="1417038" y="722503"/>
            <a:ext cx="4009051" cy="400110"/>
          </a:xfrm>
          <a:prstGeom prst="rect">
            <a:avLst/>
          </a:prstGeom>
          <a:noFill/>
        </p:spPr>
        <p:txBody>
          <a:bodyPr wrap="square">
            <a:spAutoFit/>
          </a:bodyPr>
          <a:lstStyle/>
          <a:p>
            <a:pPr algn="ctr"/>
            <a:r>
              <a:rPr lang="ja-JP" altLang="en-US" sz="2000" b="1" dirty="0">
                <a:solidFill>
                  <a:schemeClr val="tx1">
                    <a:lumMod val="85000"/>
                    <a:lumOff val="15000"/>
                  </a:schemeClr>
                </a:solidFill>
                <a:latin typeface="BIZ UDP明朝 Medium" panose="02020500000000000000" pitchFamily="18" charset="-128"/>
                <a:ea typeface="BIZ UDP明朝 Medium" panose="02020500000000000000" pitchFamily="18" charset="-128"/>
              </a:rPr>
              <a:t>全員</a:t>
            </a:r>
            <a:endParaRPr kumimoji="1" lang="ja-JP" altLang="en-US" sz="2000" b="1"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
        <p:nvSpPr>
          <p:cNvPr id="4" name="吹き出し: 角を丸めた四角形 3">
            <a:extLst>
              <a:ext uri="{FF2B5EF4-FFF2-40B4-BE49-F238E27FC236}">
                <a16:creationId xmlns:a16="http://schemas.microsoft.com/office/drawing/2014/main" id="{B27DE7CE-EACE-9B92-F8C4-7D66D1C09140}"/>
              </a:ext>
            </a:extLst>
          </p:cNvPr>
          <p:cNvSpPr/>
          <p:nvPr/>
        </p:nvSpPr>
        <p:spPr>
          <a:xfrm rot="167217">
            <a:off x="7530625" y="1928527"/>
            <a:ext cx="3312954" cy="892424"/>
          </a:xfrm>
          <a:prstGeom prst="wedgeRoundRectCallout">
            <a:avLst>
              <a:gd name="adj1" fmla="val 59552"/>
              <a:gd name="adj2" fmla="val 28994"/>
              <a:gd name="adj3" fmla="val 16667"/>
            </a:avLst>
          </a:prstGeom>
          <a:solidFill>
            <a:schemeClr val="bg1">
              <a:lumMod val="95000"/>
            </a:schemeClr>
          </a:solidFill>
          <a:ln w="12700">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tx1">
                    <a:lumMod val="85000"/>
                    <a:lumOff val="15000"/>
                  </a:schemeClr>
                </a:solidFill>
                <a:latin typeface="02流線形 Bold" pitchFamily="2" charset="-128"/>
                <a:ea typeface="02流線形 Bold" pitchFamily="2" charset="-128"/>
              </a:rPr>
              <a:t>ニューロン衰弱したキャラの</a:t>
            </a:r>
            <a:br>
              <a:rPr kumimoji="1" lang="en-US" altLang="ja-JP" dirty="0">
                <a:solidFill>
                  <a:schemeClr val="tx1">
                    <a:lumMod val="85000"/>
                    <a:lumOff val="15000"/>
                  </a:schemeClr>
                </a:solidFill>
                <a:latin typeface="02流線形 Bold" pitchFamily="2" charset="-128"/>
                <a:ea typeface="02流線形 Bold" pitchFamily="2" charset="-128"/>
              </a:rPr>
            </a:br>
            <a:r>
              <a:rPr kumimoji="1" lang="ja-JP" altLang="en-US" dirty="0">
                <a:solidFill>
                  <a:schemeClr val="tx1">
                    <a:lumMod val="85000"/>
                    <a:lumOff val="15000"/>
                  </a:schemeClr>
                </a:solidFill>
                <a:latin typeface="02流線形 Bold" pitchFamily="2" charset="-128"/>
                <a:ea typeface="02流線形 Bold" pitchFamily="2" charset="-128"/>
              </a:rPr>
              <a:t>ニューロンが元に戻った！</a:t>
            </a:r>
          </a:p>
        </p:txBody>
      </p:sp>
      <p:sp>
        <p:nvSpPr>
          <p:cNvPr id="7" name="楕円 6">
            <a:extLst>
              <a:ext uri="{FF2B5EF4-FFF2-40B4-BE49-F238E27FC236}">
                <a16:creationId xmlns:a16="http://schemas.microsoft.com/office/drawing/2014/main" id="{7D8AF476-117A-9EAA-530A-3123A16D6197}"/>
              </a:ext>
            </a:extLst>
          </p:cNvPr>
          <p:cNvSpPr/>
          <p:nvPr/>
        </p:nvSpPr>
        <p:spPr>
          <a:xfrm>
            <a:off x="11244389" y="2534220"/>
            <a:ext cx="436466" cy="436466"/>
          </a:xfrm>
          <a:prstGeom prst="ellipse">
            <a:avLst/>
          </a:prstGeom>
          <a:solidFill>
            <a:schemeClr val="bg1">
              <a:lumMod val="95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
        <p:nvSpPr>
          <p:cNvPr id="9" name="台形 8">
            <a:extLst>
              <a:ext uri="{FF2B5EF4-FFF2-40B4-BE49-F238E27FC236}">
                <a16:creationId xmlns:a16="http://schemas.microsoft.com/office/drawing/2014/main" id="{81B0AFF7-251F-1F4B-8BF6-62644387C86A}"/>
              </a:ext>
            </a:extLst>
          </p:cNvPr>
          <p:cNvSpPr/>
          <p:nvPr/>
        </p:nvSpPr>
        <p:spPr>
          <a:xfrm rot="15985624">
            <a:off x="9078591" y="2229580"/>
            <a:ext cx="536162" cy="2550290"/>
          </a:xfrm>
          <a:prstGeom prst="trapezoid">
            <a:avLst>
              <a:gd name="adj" fmla="val 38526"/>
            </a:avLst>
          </a:prstGeom>
          <a:solidFill>
            <a:schemeClr val="accent6">
              <a:lumMod val="40000"/>
              <a:lumOff val="60000"/>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テキスト ボックス 9">
            <a:extLst>
              <a:ext uri="{FF2B5EF4-FFF2-40B4-BE49-F238E27FC236}">
                <a16:creationId xmlns:a16="http://schemas.microsoft.com/office/drawing/2014/main" id="{567306ED-8432-057A-CE91-F7413DD3195D}"/>
              </a:ext>
            </a:extLst>
          </p:cNvPr>
          <p:cNvSpPr txBox="1"/>
          <p:nvPr/>
        </p:nvSpPr>
        <p:spPr>
          <a:xfrm>
            <a:off x="7997585" y="3185580"/>
            <a:ext cx="2698175" cy="523220"/>
          </a:xfrm>
          <a:prstGeom prst="rect">
            <a:avLst/>
          </a:prstGeom>
          <a:noFill/>
        </p:spPr>
        <p:txBody>
          <a:bodyPr wrap="none" rtlCol="0">
            <a:spAutoFit/>
          </a:bodyPr>
          <a:lstStyle/>
          <a:p>
            <a:pPr algn="ctr"/>
            <a:r>
              <a:rPr kumimoji="1" lang="ja-JP" altLang="en-US" sz="2800" b="1" dirty="0">
                <a:solidFill>
                  <a:schemeClr val="bg1">
                    <a:lumMod val="95000"/>
                  </a:schemeClr>
                </a:solidFill>
                <a:latin typeface="02流線形 Bold" pitchFamily="2" charset="-128"/>
                <a:ea typeface="02流線形 Bold" pitchFamily="2" charset="-128"/>
              </a:rPr>
              <a:t>ニューロン回復</a:t>
            </a:r>
          </a:p>
        </p:txBody>
      </p:sp>
      <p:pic>
        <p:nvPicPr>
          <p:cNvPr id="13" name="図 12">
            <a:extLst>
              <a:ext uri="{FF2B5EF4-FFF2-40B4-BE49-F238E27FC236}">
                <a16:creationId xmlns:a16="http://schemas.microsoft.com/office/drawing/2014/main" id="{085EF7FC-2AAA-1A93-04E8-78D70DF26A26}"/>
              </a:ext>
            </a:extLst>
          </p:cNvPr>
          <p:cNvPicPr>
            <a:picLocks noChangeAspect="1"/>
          </p:cNvPicPr>
          <p:nvPr/>
        </p:nvPicPr>
        <p:blipFill>
          <a:blip r:embed="rId4">
            <a:extLst>
              <a:ext uri="{28A0092B-C50C-407E-A947-70E740481C1C}">
                <a14:useLocalDpi xmlns:a14="http://schemas.microsoft.com/office/drawing/2010/main" val="0"/>
              </a:ext>
            </a:extLst>
          </a:blip>
          <a:srcRect t="36238"/>
          <a:stretch>
            <a:fillRect/>
          </a:stretch>
        </p:blipFill>
        <p:spPr>
          <a:xfrm>
            <a:off x="7099201" y="593710"/>
            <a:ext cx="4175801" cy="964678"/>
          </a:xfrm>
          <a:prstGeom prst="rect">
            <a:avLst/>
          </a:prstGeom>
        </p:spPr>
      </p:pic>
    </p:spTree>
    <p:extLst>
      <p:ext uri="{BB962C8B-B14F-4D97-AF65-F5344CB8AC3E}">
        <p14:creationId xmlns:p14="http://schemas.microsoft.com/office/powerpoint/2010/main" val="159025096"/>
      </p:ext>
    </p:extLst>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1010A7-EF8D-9C1C-F2B6-652D56AA88C2}"/>
            </a:ext>
          </a:extLst>
        </p:cNvPr>
        <p:cNvGrpSpPr/>
        <p:nvPr/>
      </p:nvGrpSpPr>
      <p:grpSpPr>
        <a:xfrm>
          <a:off x="0" y="0"/>
          <a:ext cx="0" cy="0"/>
          <a:chOff x="0" y="0"/>
          <a:chExt cx="0" cy="0"/>
        </a:xfrm>
      </p:grpSpPr>
      <p:sp>
        <p:nvSpPr>
          <p:cNvPr id="20" name="四角形: 角を丸くする 19">
            <a:extLst>
              <a:ext uri="{FF2B5EF4-FFF2-40B4-BE49-F238E27FC236}">
                <a16:creationId xmlns:a16="http://schemas.microsoft.com/office/drawing/2014/main" id="{A4852C06-0AD3-6FCD-19B0-69249CACF666}"/>
              </a:ext>
            </a:extLst>
          </p:cNvPr>
          <p:cNvSpPr>
            <a:spLocks/>
          </p:cNvSpPr>
          <p:nvPr/>
        </p:nvSpPr>
        <p:spPr>
          <a:xfrm>
            <a:off x="7244719" y="3954386"/>
            <a:ext cx="4175950" cy="1512308"/>
          </a:xfrm>
          <a:prstGeom prst="roundRect">
            <a:avLst>
              <a:gd name="adj" fmla="val 9570"/>
            </a:avLst>
          </a:prstGeom>
          <a:solidFill>
            <a:schemeClr val="accent6">
              <a:lumMod val="40000"/>
              <a:lumOff val="60000"/>
              <a:alpha val="87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台形 18">
            <a:extLst>
              <a:ext uri="{FF2B5EF4-FFF2-40B4-BE49-F238E27FC236}">
                <a16:creationId xmlns:a16="http://schemas.microsoft.com/office/drawing/2014/main" id="{BC75A115-C640-63BE-8DF8-05376F323904}"/>
              </a:ext>
            </a:extLst>
          </p:cNvPr>
          <p:cNvSpPr/>
          <p:nvPr/>
        </p:nvSpPr>
        <p:spPr>
          <a:xfrm rot="15985624">
            <a:off x="9078591" y="2294891"/>
            <a:ext cx="536162" cy="2550290"/>
          </a:xfrm>
          <a:prstGeom prst="trapezoid">
            <a:avLst>
              <a:gd name="adj" fmla="val 38526"/>
            </a:avLst>
          </a:prstGeom>
          <a:solidFill>
            <a:schemeClr val="accent6">
              <a:lumMod val="40000"/>
              <a:lumOff val="60000"/>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4" name="グループ化 13">
            <a:extLst>
              <a:ext uri="{FF2B5EF4-FFF2-40B4-BE49-F238E27FC236}">
                <a16:creationId xmlns:a16="http://schemas.microsoft.com/office/drawing/2014/main" id="{572BC04B-1CDF-A857-C922-8693C17754F3}"/>
              </a:ext>
            </a:extLst>
          </p:cNvPr>
          <p:cNvGrpSpPr/>
          <p:nvPr/>
        </p:nvGrpSpPr>
        <p:grpSpPr>
          <a:xfrm>
            <a:off x="1647517" y="604359"/>
            <a:ext cx="3715887" cy="612648"/>
            <a:chOff x="1632857" y="639555"/>
            <a:chExt cx="3715887" cy="612648"/>
          </a:xfrm>
        </p:grpSpPr>
        <p:sp>
          <p:nvSpPr>
            <p:cNvPr id="12" name="フローチャート: 論理積ゲート 11">
              <a:extLst>
                <a:ext uri="{FF2B5EF4-FFF2-40B4-BE49-F238E27FC236}">
                  <a16:creationId xmlns:a16="http://schemas.microsoft.com/office/drawing/2014/main" id="{DB30D69A-7517-5EDE-8278-2D2617A13557}"/>
                </a:ext>
              </a:extLst>
            </p:cNvPr>
            <p:cNvSpPr/>
            <p:nvPr/>
          </p:nvSpPr>
          <p:spPr>
            <a:xfrm>
              <a:off x="4736096" y="639555"/>
              <a:ext cx="612648" cy="612648"/>
            </a:xfrm>
            <a:prstGeom prst="flowChartDelay">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フローチャート: 処理 12">
              <a:extLst>
                <a:ext uri="{FF2B5EF4-FFF2-40B4-BE49-F238E27FC236}">
                  <a16:creationId xmlns:a16="http://schemas.microsoft.com/office/drawing/2014/main" id="{D5E77B5D-FE63-0F92-260E-C7381A535120}"/>
                </a:ext>
              </a:extLst>
            </p:cNvPr>
            <p:cNvSpPr/>
            <p:nvPr/>
          </p:nvSpPr>
          <p:spPr>
            <a:xfrm>
              <a:off x="1632857" y="639555"/>
              <a:ext cx="3121901" cy="612648"/>
            </a:xfrm>
            <a:prstGeom prst="flowChartProcess">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7" name="図 6">
            <a:extLst>
              <a:ext uri="{FF2B5EF4-FFF2-40B4-BE49-F238E27FC236}">
                <a16:creationId xmlns:a16="http://schemas.microsoft.com/office/drawing/2014/main" id="{B96D7114-0383-604E-A05E-19C2051DE9E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464248" y="1452185"/>
            <a:ext cx="3651478" cy="5154531"/>
          </a:xfrm>
          <a:prstGeom prst="rect">
            <a:avLst/>
          </a:prstGeom>
        </p:spPr>
      </p:pic>
      <p:sp>
        <p:nvSpPr>
          <p:cNvPr id="11" name="楕円 10">
            <a:extLst>
              <a:ext uri="{FF2B5EF4-FFF2-40B4-BE49-F238E27FC236}">
                <a16:creationId xmlns:a16="http://schemas.microsoft.com/office/drawing/2014/main" id="{1638FF1B-78AE-B972-0929-48F8CCCAD227}"/>
              </a:ext>
            </a:extLst>
          </p:cNvPr>
          <p:cNvSpPr/>
          <p:nvPr/>
        </p:nvSpPr>
        <p:spPr>
          <a:xfrm>
            <a:off x="1184989" y="546790"/>
            <a:ext cx="727787" cy="727787"/>
          </a:xfrm>
          <a:prstGeom prst="ellipse">
            <a:avLst/>
          </a:prstGeom>
          <a:solidFill>
            <a:schemeClr val="accent6">
              <a:lumMod val="60000"/>
              <a:lumOff val="40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400" dirty="0">
                <a:solidFill>
                  <a:schemeClr val="tx1">
                    <a:lumMod val="85000"/>
                    <a:lumOff val="15000"/>
                  </a:schemeClr>
                </a:solidFill>
                <a:latin typeface="BIZ UDP明朝 Medium" panose="02020500000000000000" pitchFamily="18" charset="-128"/>
                <a:ea typeface="BIZ UDP明朝 Medium" panose="02020500000000000000" pitchFamily="18" charset="-128"/>
              </a:rPr>
              <a:t>倫</a:t>
            </a:r>
          </a:p>
        </p:txBody>
      </p:sp>
      <p:sp>
        <p:nvSpPr>
          <p:cNvPr id="15" name="テキスト ボックス 14">
            <a:extLst>
              <a:ext uri="{FF2B5EF4-FFF2-40B4-BE49-F238E27FC236}">
                <a16:creationId xmlns:a16="http://schemas.microsoft.com/office/drawing/2014/main" id="{049DE7A9-6E12-7D65-42C2-977C68966B40}"/>
              </a:ext>
            </a:extLst>
          </p:cNvPr>
          <p:cNvSpPr txBox="1"/>
          <p:nvPr/>
        </p:nvSpPr>
        <p:spPr>
          <a:xfrm>
            <a:off x="1417038" y="722503"/>
            <a:ext cx="4009051" cy="400110"/>
          </a:xfrm>
          <a:prstGeom prst="rect">
            <a:avLst/>
          </a:prstGeom>
          <a:noFill/>
        </p:spPr>
        <p:txBody>
          <a:bodyPr wrap="square">
            <a:spAutoFit/>
          </a:bodyPr>
          <a:lstStyle/>
          <a:p>
            <a:pPr algn="ctr"/>
            <a:r>
              <a:rPr kumimoji="1" lang="ja-JP" altLang="en-US" sz="2000" b="1" dirty="0">
                <a:solidFill>
                  <a:schemeClr val="tx1">
                    <a:lumMod val="85000"/>
                    <a:lumOff val="15000"/>
                  </a:schemeClr>
                </a:solidFill>
                <a:latin typeface="BIZ UDP明朝 Medium" panose="02020500000000000000" pitchFamily="18" charset="-128"/>
                <a:ea typeface="BIZ UDP明朝 Medium" panose="02020500000000000000" pitchFamily="18" charset="-128"/>
              </a:rPr>
              <a:t>東雲 倫</a:t>
            </a:r>
          </a:p>
        </p:txBody>
      </p:sp>
      <p:sp>
        <p:nvSpPr>
          <p:cNvPr id="37" name="吹き出し: 角を丸めた四角形 36">
            <a:extLst>
              <a:ext uri="{FF2B5EF4-FFF2-40B4-BE49-F238E27FC236}">
                <a16:creationId xmlns:a16="http://schemas.microsoft.com/office/drawing/2014/main" id="{77447014-2D67-2229-004A-5F4867FC40F4}"/>
              </a:ext>
            </a:extLst>
          </p:cNvPr>
          <p:cNvSpPr/>
          <p:nvPr/>
        </p:nvSpPr>
        <p:spPr>
          <a:xfrm rot="152770">
            <a:off x="7897032" y="1643485"/>
            <a:ext cx="2899283" cy="521163"/>
          </a:xfrm>
          <a:prstGeom prst="wedgeRoundRectCallout">
            <a:avLst>
              <a:gd name="adj1" fmla="val 59552"/>
              <a:gd name="adj2" fmla="val 28994"/>
              <a:gd name="adj3" fmla="val 16667"/>
            </a:avLst>
          </a:prstGeom>
          <a:solidFill>
            <a:schemeClr val="accent2"/>
          </a:solidFill>
          <a:ln w="190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tx1">
                    <a:lumMod val="85000"/>
                    <a:lumOff val="15000"/>
                  </a:schemeClr>
                </a:solidFill>
                <a:latin typeface="02流線形 Bold" pitchFamily="2" charset="-128"/>
                <a:ea typeface="02流線形 Bold" pitchFamily="2" charset="-128"/>
              </a:rPr>
              <a:t>ばーか</a:t>
            </a:r>
          </a:p>
        </p:txBody>
      </p:sp>
      <p:sp>
        <p:nvSpPr>
          <p:cNvPr id="42" name="吹き出し: 角を丸めた四角形 41">
            <a:extLst>
              <a:ext uri="{FF2B5EF4-FFF2-40B4-BE49-F238E27FC236}">
                <a16:creationId xmlns:a16="http://schemas.microsoft.com/office/drawing/2014/main" id="{FC0546B9-8172-680E-F4BA-4AFF3B2DE5FE}"/>
              </a:ext>
            </a:extLst>
          </p:cNvPr>
          <p:cNvSpPr/>
          <p:nvPr/>
        </p:nvSpPr>
        <p:spPr>
          <a:xfrm rot="21432783" flipH="1">
            <a:off x="7136879" y="760512"/>
            <a:ext cx="2527077" cy="454257"/>
          </a:xfrm>
          <a:prstGeom prst="wedgeRoundRectCallout">
            <a:avLst>
              <a:gd name="adj1" fmla="val 59552"/>
              <a:gd name="adj2" fmla="val 28994"/>
              <a:gd name="adj3" fmla="val 16667"/>
            </a:avLst>
          </a:prstGeom>
          <a:solidFill>
            <a:schemeClr val="accent6">
              <a:lumMod val="60000"/>
              <a:lumOff val="40000"/>
            </a:schemeClr>
          </a:solidFill>
          <a:ln w="12700">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7" name="楕円 46">
            <a:extLst>
              <a:ext uri="{FF2B5EF4-FFF2-40B4-BE49-F238E27FC236}">
                <a16:creationId xmlns:a16="http://schemas.microsoft.com/office/drawing/2014/main" id="{53E0C293-0736-6C14-D159-D86F36B67C2C}"/>
              </a:ext>
            </a:extLst>
          </p:cNvPr>
          <p:cNvSpPr/>
          <p:nvPr/>
        </p:nvSpPr>
        <p:spPr>
          <a:xfrm>
            <a:off x="6410741" y="926833"/>
            <a:ext cx="436466" cy="436466"/>
          </a:xfrm>
          <a:prstGeom prst="ellipse">
            <a:avLst/>
          </a:prstGeom>
          <a:solidFill>
            <a:schemeClr val="accent6">
              <a:lumMod val="60000"/>
              <a:lumOff val="40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600" dirty="0">
                <a:solidFill>
                  <a:schemeClr val="tx1">
                    <a:lumMod val="85000"/>
                    <a:lumOff val="15000"/>
                  </a:schemeClr>
                </a:solidFill>
                <a:latin typeface="BIZ UDP明朝 Medium" panose="02020500000000000000" pitchFamily="18" charset="-128"/>
                <a:ea typeface="BIZ UDP明朝 Medium" panose="02020500000000000000" pitchFamily="18" charset="-128"/>
              </a:rPr>
              <a:t>倫</a:t>
            </a:r>
          </a:p>
        </p:txBody>
      </p:sp>
      <p:sp>
        <p:nvSpPr>
          <p:cNvPr id="49" name="楕円 48">
            <a:extLst>
              <a:ext uri="{FF2B5EF4-FFF2-40B4-BE49-F238E27FC236}">
                <a16:creationId xmlns:a16="http://schemas.microsoft.com/office/drawing/2014/main" id="{383A64AB-072E-E717-6C64-025C0895E9A6}"/>
              </a:ext>
            </a:extLst>
          </p:cNvPr>
          <p:cNvSpPr/>
          <p:nvPr/>
        </p:nvSpPr>
        <p:spPr>
          <a:xfrm>
            <a:off x="11244389" y="1918405"/>
            <a:ext cx="436466" cy="436466"/>
          </a:xfrm>
          <a:prstGeom prst="ellipse">
            <a:avLst/>
          </a:prstGeom>
          <a:solidFill>
            <a:schemeClr val="bg1">
              <a:lumMod val="95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
        <p:nvSpPr>
          <p:cNvPr id="3" name="四角形: 角を丸くする 2">
            <a:extLst>
              <a:ext uri="{FF2B5EF4-FFF2-40B4-BE49-F238E27FC236}">
                <a16:creationId xmlns:a16="http://schemas.microsoft.com/office/drawing/2014/main" id="{FA0A4AB7-79D1-33AA-9F34-AF00D97E0F14}"/>
              </a:ext>
            </a:extLst>
          </p:cNvPr>
          <p:cNvSpPr/>
          <p:nvPr/>
        </p:nvSpPr>
        <p:spPr>
          <a:xfrm>
            <a:off x="8862861" y="5716570"/>
            <a:ext cx="2729924" cy="631055"/>
          </a:xfrm>
          <a:prstGeom prst="roundRect">
            <a:avLst>
              <a:gd name="adj" fmla="val 9570"/>
            </a:avLst>
          </a:prstGeom>
          <a:solidFill>
            <a:schemeClr val="accent6"/>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rPr>
              <a:t>進む</a:t>
            </a:r>
          </a:p>
        </p:txBody>
      </p:sp>
      <p:sp>
        <p:nvSpPr>
          <p:cNvPr id="5" name="吹き出し: 角を丸めた四角形 4">
            <a:extLst>
              <a:ext uri="{FF2B5EF4-FFF2-40B4-BE49-F238E27FC236}">
                <a16:creationId xmlns:a16="http://schemas.microsoft.com/office/drawing/2014/main" id="{C590B2CC-9CB6-B85B-2398-FE73825B918F}"/>
              </a:ext>
            </a:extLst>
          </p:cNvPr>
          <p:cNvSpPr/>
          <p:nvPr/>
        </p:nvSpPr>
        <p:spPr>
          <a:xfrm rot="21432783" flipH="1">
            <a:off x="7136879" y="2581432"/>
            <a:ext cx="2527077" cy="454257"/>
          </a:xfrm>
          <a:prstGeom prst="wedgeRoundRectCallout">
            <a:avLst>
              <a:gd name="adj1" fmla="val 59552"/>
              <a:gd name="adj2" fmla="val 28994"/>
              <a:gd name="adj3" fmla="val 16667"/>
            </a:avLst>
          </a:prstGeom>
          <a:solidFill>
            <a:schemeClr val="accent6">
              <a:lumMod val="60000"/>
              <a:lumOff val="40000"/>
            </a:schemeClr>
          </a:solidFill>
          <a:ln w="12700">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600" dirty="0">
                <a:solidFill>
                  <a:schemeClr val="tx1">
                    <a:lumMod val="85000"/>
                    <a:lumOff val="15000"/>
                  </a:schemeClr>
                </a:solidFill>
                <a:latin typeface="02流線形 Bold" pitchFamily="2" charset="-128"/>
                <a:ea typeface="02流線形 Bold" pitchFamily="2" charset="-128"/>
              </a:rPr>
              <a:t>そうですね</a:t>
            </a:r>
          </a:p>
        </p:txBody>
      </p:sp>
      <p:sp>
        <p:nvSpPr>
          <p:cNvPr id="6" name="楕円 5">
            <a:extLst>
              <a:ext uri="{FF2B5EF4-FFF2-40B4-BE49-F238E27FC236}">
                <a16:creationId xmlns:a16="http://schemas.microsoft.com/office/drawing/2014/main" id="{E7860B1E-A691-537D-1633-471B3CA82342}"/>
              </a:ext>
            </a:extLst>
          </p:cNvPr>
          <p:cNvSpPr/>
          <p:nvPr/>
        </p:nvSpPr>
        <p:spPr>
          <a:xfrm>
            <a:off x="6410741" y="2747753"/>
            <a:ext cx="436466" cy="436466"/>
          </a:xfrm>
          <a:prstGeom prst="ellipse">
            <a:avLst/>
          </a:prstGeom>
          <a:solidFill>
            <a:schemeClr val="accent6">
              <a:lumMod val="60000"/>
              <a:lumOff val="40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600" dirty="0">
                <a:solidFill>
                  <a:schemeClr val="tx1">
                    <a:lumMod val="85000"/>
                    <a:lumOff val="15000"/>
                  </a:schemeClr>
                </a:solidFill>
                <a:latin typeface="BIZ UDP明朝 Medium" panose="02020500000000000000" pitchFamily="18" charset="-128"/>
                <a:ea typeface="BIZ UDP明朝 Medium" panose="02020500000000000000" pitchFamily="18" charset="-128"/>
              </a:rPr>
              <a:t>倫</a:t>
            </a:r>
          </a:p>
        </p:txBody>
      </p:sp>
      <p:sp>
        <p:nvSpPr>
          <p:cNvPr id="16" name="テキスト ボックス 15">
            <a:extLst>
              <a:ext uri="{FF2B5EF4-FFF2-40B4-BE49-F238E27FC236}">
                <a16:creationId xmlns:a16="http://schemas.microsoft.com/office/drawing/2014/main" id="{7C1DCBCA-0480-3E0D-E8EE-AB3509BA781E}"/>
              </a:ext>
            </a:extLst>
          </p:cNvPr>
          <p:cNvSpPr txBox="1"/>
          <p:nvPr/>
        </p:nvSpPr>
        <p:spPr>
          <a:xfrm>
            <a:off x="7997585" y="3250891"/>
            <a:ext cx="2698175" cy="523220"/>
          </a:xfrm>
          <a:prstGeom prst="rect">
            <a:avLst/>
          </a:prstGeom>
          <a:noFill/>
        </p:spPr>
        <p:txBody>
          <a:bodyPr wrap="none" rtlCol="0">
            <a:spAutoFit/>
          </a:bodyPr>
          <a:lstStyle/>
          <a:p>
            <a:pPr algn="ctr"/>
            <a:r>
              <a:rPr kumimoji="1" lang="ja-JP" altLang="en-US" sz="2800" b="1" dirty="0">
                <a:solidFill>
                  <a:schemeClr val="bg1">
                    <a:lumMod val="95000"/>
                  </a:schemeClr>
                </a:solidFill>
                <a:latin typeface="02流線形 Bold" pitchFamily="2" charset="-128"/>
                <a:ea typeface="02流線形 Bold" pitchFamily="2" charset="-128"/>
              </a:rPr>
              <a:t>ニューロン衰弱</a:t>
            </a:r>
          </a:p>
        </p:txBody>
      </p:sp>
      <p:pic>
        <p:nvPicPr>
          <p:cNvPr id="17" name="図 16">
            <a:extLst>
              <a:ext uri="{FF2B5EF4-FFF2-40B4-BE49-F238E27FC236}">
                <a16:creationId xmlns:a16="http://schemas.microsoft.com/office/drawing/2014/main" id="{C2C4854B-718E-BE32-E384-46E56173BE2B}"/>
              </a:ext>
            </a:extLst>
          </p:cNvPr>
          <p:cNvPicPr>
            <a:picLocks noChangeAspect="1"/>
          </p:cNvPicPr>
          <p:nvPr/>
        </p:nvPicPr>
        <p:blipFill>
          <a:blip r:embed="rId2">
            <a:extLst>
              <a:ext uri="{28A0092B-C50C-407E-A947-70E740481C1C}">
                <a14:useLocalDpi xmlns:a14="http://schemas.microsoft.com/office/drawing/2010/main" val="0"/>
              </a:ext>
            </a:extLst>
          </a:blip>
          <a:srcRect b="55518"/>
          <a:stretch>
            <a:fillRect/>
          </a:stretch>
        </p:blipFill>
        <p:spPr>
          <a:xfrm>
            <a:off x="7076276" y="4065623"/>
            <a:ext cx="2231275" cy="1401071"/>
          </a:xfrm>
          <a:prstGeom prst="rect">
            <a:avLst/>
          </a:prstGeom>
        </p:spPr>
      </p:pic>
      <p:pic>
        <p:nvPicPr>
          <p:cNvPr id="2" name="図 1">
            <a:extLst>
              <a:ext uri="{FF2B5EF4-FFF2-40B4-BE49-F238E27FC236}">
                <a16:creationId xmlns:a16="http://schemas.microsoft.com/office/drawing/2014/main" id="{A39813E4-B99D-51D9-595F-7473D0263E41}"/>
              </a:ext>
            </a:extLst>
          </p:cNvPr>
          <p:cNvPicPr>
            <a:picLocks noChangeAspect="1"/>
          </p:cNvPicPr>
          <p:nvPr/>
        </p:nvPicPr>
        <p:blipFill>
          <a:blip r:embed="rId3">
            <a:duotone>
              <a:schemeClr val="accent1">
                <a:shade val="45000"/>
                <a:satMod val="135000"/>
              </a:schemeClr>
              <a:prstClr val="white"/>
            </a:duotone>
            <a:extLst>
              <a:ext uri="{28A0092B-C50C-407E-A947-70E740481C1C}">
                <a14:useLocalDpi xmlns:a14="http://schemas.microsoft.com/office/drawing/2010/main" val="0"/>
              </a:ext>
            </a:extLst>
          </a:blip>
          <a:srcRect l="14083" t="10604" r="55105" b="45782"/>
          <a:stretch>
            <a:fillRect/>
          </a:stretch>
        </p:blipFill>
        <p:spPr>
          <a:xfrm>
            <a:off x="9006414" y="4074954"/>
            <a:ext cx="564949" cy="599754"/>
          </a:xfrm>
          <a:prstGeom prst="rect">
            <a:avLst/>
          </a:prstGeom>
        </p:spPr>
      </p:pic>
      <p:sp>
        <p:nvSpPr>
          <p:cNvPr id="4" name="テキスト ボックス 3">
            <a:extLst>
              <a:ext uri="{FF2B5EF4-FFF2-40B4-BE49-F238E27FC236}">
                <a16:creationId xmlns:a16="http://schemas.microsoft.com/office/drawing/2014/main" id="{0078B17B-51FD-AD2B-61A0-88BE1AD16464}"/>
              </a:ext>
            </a:extLst>
          </p:cNvPr>
          <p:cNvSpPr txBox="1"/>
          <p:nvPr/>
        </p:nvSpPr>
        <p:spPr>
          <a:xfrm>
            <a:off x="9632178" y="4156382"/>
            <a:ext cx="1338828" cy="369332"/>
          </a:xfrm>
          <a:prstGeom prst="rect">
            <a:avLst/>
          </a:prstGeom>
          <a:noFill/>
        </p:spPr>
        <p:txBody>
          <a:bodyPr wrap="none" rtlCol="0">
            <a:spAutoFit/>
          </a:bodyPr>
          <a:lstStyle/>
          <a:p>
            <a:pPr algn="ctr"/>
            <a:r>
              <a:rPr kumimoji="1" lang="ja-JP" altLang="en-US" b="1" dirty="0">
                <a:solidFill>
                  <a:schemeClr val="tx1">
                    <a:lumMod val="85000"/>
                    <a:lumOff val="15000"/>
                  </a:schemeClr>
                </a:solidFill>
                <a:latin typeface="02流線形 Bold" pitchFamily="2" charset="-128"/>
                <a:ea typeface="02流線形 Bold" pitchFamily="2" charset="-128"/>
              </a:rPr>
              <a:t>デバフ名称</a:t>
            </a:r>
          </a:p>
        </p:txBody>
      </p:sp>
      <p:sp>
        <p:nvSpPr>
          <p:cNvPr id="8" name="テキスト ボックス 7">
            <a:extLst>
              <a:ext uri="{FF2B5EF4-FFF2-40B4-BE49-F238E27FC236}">
                <a16:creationId xmlns:a16="http://schemas.microsoft.com/office/drawing/2014/main" id="{93C7DDA3-423F-E918-64C5-0F9ED792FB9F}"/>
              </a:ext>
            </a:extLst>
          </p:cNvPr>
          <p:cNvSpPr txBox="1"/>
          <p:nvPr/>
        </p:nvSpPr>
        <p:spPr>
          <a:xfrm>
            <a:off x="9243287" y="4674708"/>
            <a:ext cx="1569660" cy="646331"/>
          </a:xfrm>
          <a:prstGeom prst="rect">
            <a:avLst/>
          </a:prstGeom>
          <a:noFill/>
        </p:spPr>
        <p:txBody>
          <a:bodyPr wrap="none" rtlCol="0">
            <a:spAutoFit/>
          </a:bodyPr>
          <a:lstStyle/>
          <a:p>
            <a:pPr algn="ctr"/>
            <a:r>
              <a:rPr kumimoji="1" lang="en-US" altLang="ja-JP" b="1" dirty="0">
                <a:solidFill>
                  <a:schemeClr val="tx1">
                    <a:lumMod val="85000"/>
                    <a:lumOff val="15000"/>
                  </a:schemeClr>
                </a:solidFill>
                <a:latin typeface="02流線形 Bold" pitchFamily="2" charset="-128"/>
                <a:ea typeface="02流線形 Bold" pitchFamily="2" charset="-128"/>
              </a:rPr>
              <a:t>ATK</a:t>
            </a:r>
            <a:r>
              <a:rPr lang="ja-JP" altLang="en-US" b="1" dirty="0">
                <a:solidFill>
                  <a:schemeClr val="tx1">
                    <a:lumMod val="85000"/>
                    <a:lumOff val="15000"/>
                  </a:schemeClr>
                </a:solidFill>
                <a:latin typeface="02流線形 Bold" pitchFamily="2" charset="-128"/>
                <a:ea typeface="02流線形 Bold" pitchFamily="2" charset="-128"/>
              </a:rPr>
              <a:t>ー</a:t>
            </a:r>
            <a:r>
              <a:rPr lang="en-US" altLang="ja-JP" b="1" dirty="0">
                <a:solidFill>
                  <a:schemeClr val="tx1">
                    <a:lumMod val="85000"/>
                    <a:lumOff val="15000"/>
                  </a:schemeClr>
                </a:solidFill>
                <a:latin typeface="02流線形 Bold" pitchFamily="2" charset="-128"/>
                <a:ea typeface="02流線形 Bold" pitchFamily="2" charset="-128"/>
              </a:rPr>
              <a:t>1</a:t>
            </a:r>
            <a:r>
              <a:rPr kumimoji="1" lang="en-US" altLang="ja-JP" b="1" dirty="0">
                <a:solidFill>
                  <a:schemeClr val="tx1">
                    <a:lumMod val="85000"/>
                    <a:lumOff val="15000"/>
                  </a:schemeClr>
                </a:solidFill>
                <a:latin typeface="02流線形 Bold" pitchFamily="2" charset="-128"/>
                <a:ea typeface="02流線形 Bold" pitchFamily="2" charset="-128"/>
              </a:rPr>
              <a:t>0</a:t>
            </a:r>
            <a:r>
              <a:rPr kumimoji="1" lang="ja-JP" altLang="en-US" b="1" dirty="0">
                <a:solidFill>
                  <a:schemeClr val="tx1">
                    <a:lumMod val="85000"/>
                    <a:lumOff val="15000"/>
                  </a:schemeClr>
                </a:solidFill>
                <a:latin typeface="02流線形 Bold" pitchFamily="2" charset="-128"/>
                <a:ea typeface="02流線形 Bold" pitchFamily="2" charset="-128"/>
              </a:rPr>
              <a:t>％</a:t>
            </a:r>
            <a:br>
              <a:rPr kumimoji="1" lang="en-US" altLang="ja-JP" b="1" dirty="0">
                <a:solidFill>
                  <a:schemeClr val="tx1">
                    <a:lumMod val="85000"/>
                    <a:lumOff val="15000"/>
                  </a:schemeClr>
                </a:solidFill>
                <a:latin typeface="02流線形 Bold" pitchFamily="2" charset="-128"/>
                <a:ea typeface="02流線形 Bold" pitchFamily="2" charset="-128"/>
              </a:rPr>
            </a:br>
            <a:r>
              <a:rPr kumimoji="1" lang="ja-JP" altLang="en-US" b="1" dirty="0">
                <a:solidFill>
                  <a:schemeClr val="tx1">
                    <a:lumMod val="85000"/>
                    <a:lumOff val="15000"/>
                  </a:schemeClr>
                </a:solidFill>
                <a:latin typeface="02流線形 Bold" pitchFamily="2" charset="-128"/>
                <a:ea typeface="02流線形 Bold" pitchFamily="2" charset="-128"/>
              </a:rPr>
              <a:t>効果テキスト</a:t>
            </a:r>
          </a:p>
        </p:txBody>
      </p:sp>
      <p:sp>
        <p:nvSpPr>
          <p:cNvPr id="9" name="矢印: 下 8">
            <a:extLst>
              <a:ext uri="{FF2B5EF4-FFF2-40B4-BE49-F238E27FC236}">
                <a16:creationId xmlns:a16="http://schemas.microsoft.com/office/drawing/2014/main" id="{A13292CD-4659-494A-5DF3-7084B8CA8FF4}"/>
              </a:ext>
            </a:extLst>
          </p:cNvPr>
          <p:cNvSpPr/>
          <p:nvPr/>
        </p:nvSpPr>
        <p:spPr>
          <a:xfrm>
            <a:off x="9012154" y="4422709"/>
            <a:ext cx="170364" cy="222791"/>
          </a:xfrm>
          <a:prstGeom prst="downArrow">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1508911154"/>
      </p:ext>
    </p:extLst>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352E2A-3772-9EB8-6EC5-0AF2A0E5B337}"/>
            </a:ext>
          </a:extLst>
        </p:cNvPr>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2EA8155-9A29-ED83-4424-82DED06C125E}"/>
              </a:ext>
            </a:extLst>
          </p:cNvPr>
          <p:cNvSpPr txBox="1"/>
          <p:nvPr/>
        </p:nvSpPr>
        <p:spPr>
          <a:xfrm>
            <a:off x="5533990" y="694133"/>
            <a:ext cx="1124026" cy="707886"/>
          </a:xfrm>
          <a:prstGeom prst="rect">
            <a:avLst/>
          </a:prstGeom>
          <a:noFill/>
        </p:spPr>
        <p:txBody>
          <a:bodyPr wrap="none" rtlCol="0">
            <a:spAutoFit/>
          </a:bodyPr>
          <a:lstStyle/>
          <a:p>
            <a:pPr algn="ctr"/>
            <a:r>
              <a:rPr lang="ja-JP" altLang="en-US" sz="4000" b="1" dirty="0">
                <a:solidFill>
                  <a:schemeClr val="bg1">
                    <a:lumMod val="95000"/>
                  </a:schemeClr>
                </a:solidFill>
                <a:latin typeface="BIZ UDP明朝 Medium" panose="02020500000000000000" pitchFamily="18" charset="-128"/>
                <a:ea typeface="BIZ UDP明朝 Medium" panose="02020500000000000000" pitchFamily="18" charset="-128"/>
              </a:rPr>
              <a:t>バフ</a:t>
            </a:r>
            <a:endParaRPr kumimoji="1" lang="ja-JP" altLang="en-US" sz="40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nvGrpSpPr>
          <p:cNvPr id="2" name="グループ化 1">
            <a:extLst>
              <a:ext uri="{FF2B5EF4-FFF2-40B4-BE49-F238E27FC236}">
                <a16:creationId xmlns:a16="http://schemas.microsoft.com/office/drawing/2014/main" id="{E4C0BA90-83ED-82B1-6969-4C0CFC887ACC}"/>
              </a:ext>
            </a:extLst>
          </p:cNvPr>
          <p:cNvGrpSpPr/>
          <p:nvPr/>
        </p:nvGrpSpPr>
        <p:grpSpPr>
          <a:xfrm>
            <a:off x="1123014" y="787605"/>
            <a:ext cx="4009051" cy="771268"/>
            <a:chOff x="4091474" y="345233"/>
            <a:chExt cx="4009051" cy="771268"/>
          </a:xfrm>
        </p:grpSpPr>
        <p:sp>
          <p:nvSpPr>
            <p:cNvPr id="3" name="思考の吹き出し: 雲形 2">
              <a:extLst>
                <a:ext uri="{FF2B5EF4-FFF2-40B4-BE49-F238E27FC236}">
                  <a16:creationId xmlns:a16="http://schemas.microsoft.com/office/drawing/2014/main" id="{434A4022-BA48-F07B-88CD-A33BEC910CCC}"/>
                </a:ext>
              </a:extLst>
            </p:cNvPr>
            <p:cNvSpPr/>
            <p:nvPr/>
          </p:nvSpPr>
          <p:spPr>
            <a:xfrm>
              <a:off x="4323184" y="345233"/>
              <a:ext cx="3545632" cy="771268"/>
            </a:xfrm>
            <a:prstGeom prst="cloudCallout">
              <a:avLst>
                <a:gd name="adj1" fmla="val 42588"/>
                <a:gd name="adj2" fmla="val 55241"/>
              </a:avLst>
            </a:prstGeom>
            <a:solidFill>
              <a:schemeClr val="accent2">
                <a:lumMod val="20000"/>
                <a:lumOff val="8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 name="テキスト ボックス 4">
              <a:extLst>
                <a:ext uri="{FF2B5EF4-FFF2-40B4-BE49-F238E27FC236}">
                  <a16:creationId xmlns:a16="http://schemas.microsoft.com/office/drawing/2014/main" id="{CFF0D34C-2073-DA54-D754-42DF806F46F2}"/>
                </a:ext>
              </a:extLst>
            </p:cNvPr>
            <p:cNvSpPr txBox="1"/>
            <p:nvPr/>
          </p:nvSpPr>
          <p:spPr>
            <a:xfrm>
              <a:off x="4091474" y="513191"/>
              <a:ext cx="4009051" cy="400110"/>
            </a:xfrm>
            <a:prstGeom prst="rect">
              <a:avLst/>
            </a:prstGeom>
            <a:noFill/>
          </p:spPr>
          <p:txBody>
            <a:bodyPr wrap="square">
              <a:spAutoFit/>
            </a:bodyPr>
            <a:lstStyle/>
            <a:p>
              <a:pPr algn="ctr"/>
              <a:r>
                <a:rPr kumimoji="1" lang="ja-JP" altLang="en-US" sz="2000" b="1" dirty="0">
                  <a:solidFill>
                    <a:schemeClr val="tx1">
                      <a:lumMod val="85000"/>
                      <a:lumOff val="15000"/>
                    </a:schemeClr>
                  </a:solidFill>
                  <a:latin typeface="BIZ UDP明朝 Medium" panose="02020500000000000000" pitchFamily="18" charset="-128"/>
                  <a:ea typeface="BIZ UDP明朝 Medium" panose="02020500000000000000" pitchFamily="18" charset="-128"/>
                </a:rPr>
                <a:t>どう答えようか</a:t>
              </a:r>
              <a:r>
                <a:rPr kumimoji="1" lang="en-US" altLang="ja-JP" sz="2000" b="1" dirty="0">
                  <a:solidFill>
                    <a:schemeClr val="tx1">
                      <a:lumMod val="85000"/>
                      <a:lumOff val="15000"/>
                    </a:schemeClr>
                  </a:solidFill>
                  <a:latin typeface="BIZ UDP明朝 Medium" panose="02020500000000000000" pitchFamily="18" charset="-128"/>
                  <a:ea typeface="BIZ UDP明朝 Medium" panose="02020500000000000000" pitchFamily="18" charset="-128"/>
                </a:rPr>
                <a:t>…</a:t>
              </a:r>
              <a:endParaRPr kumimoji="1" lang="ja-JP" altLang="en-US" sz="2000" b="1"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grpSp>
    </p:spTree>
    <p:extLst>
      <p:ext uri="{BB962C8B-B14F-4D97-AF65-F5344CB8AC3E}">
        <p14:creationId xmlns:p14="http://schemas.microsoft.com/office/powerpoint/2010/main" val="2568191241"/>
      </p:ext>
    </p:extLst>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DA1B63-C1A1-8ACB-625C-75B1F2C40248}"/>
            </a:ext>
          </a:extLst>
        </p:cNvPr>
        <p:cNvGrpSpPr/>
        <p:nvPr/>
      </p:nvGrpSpPr>
      <p:grpSpPr>
        <a:xfrm>
          <a:off x="0" y="0"/>
          <a:ext cx="0" cy="0"/>
          <a:chOff x="0" y="0"/>
          <a:chExt cx="0" cy="0"/>
        </a:xfrm>
      </p:grpSpPr>
      <p:sp>
        <p:nvSpPr>
          <p:cNvPr id="3" name="楕円 2">
            <a:extLst>
              <a:ext uri="{FF2B5EF4-FFF2-40B4-BE49-F238E27FC236}">
                <a16:creationId xmlns:a16="http://schemas.microsoft.com/office/drawing/2014/main" id="{4234DDA5-3899-1BFB-019C-ABEBE4A2F237}"/>
              </a:ext>
            </a:extLst>
          </p:cNvPr>
          <p:cNvSpPr/>
          <p:nvPr/>
        </p:nvSpPr>
        <p:spPr>
          <a:xfrm>
            <a:off x="3013726" y="2010748"/>
            <a:ext cx="1163216" cy="1163216"/>
          </a:xfrm>
          <a:prstGeom prst="ellipse">
            <a:avLst/>
          </a:prstGeom>
          <a:solidFill>
            <a:schemeClr val="bg1">
              <a:lumMod val="95000"/>
            </a:schemeClr>
          </a:solidFill>
          <a:ln w="38100">
            <a:solidFill>
              <a:schemeClr val="accent6">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rgbClr val="C00000"/>
                </a:solidFill>
                <a:latin typeface="BIZ UDP明朝 Medium" panose="02020500000000000000" pitchFamily="18" charset="-128"/>
                <a:ea typeface="BIZ UDP明朝 Medium" panose="02020500000000000000" pitchFamily="18" charset="-128"/>
              </a:rPr>
              <a:t>BATTLE</a:t>
            </a:r>
            <a:endParaRPr kumimoji="1" lang="ja-JP" altLang="en-US" dirty="0">
              <a:solidFill>
                <a:srgbClr val="C00000"/>
              </a:solidFill>
              <a:latin typeface="BIZ UDP明朝 Medium" panose="02020500000000000000" pitchFamily="18" charset="-128"/>
              <a:ea typeface="BIZ UDP明朝 Medium" panose="02020500000000000000" pitchFamily="18" charset="-128"/>
            </a:endParaRPr>
          </a:p>
        </p:txBody>
      </p:sp>
      <p:sp>
        <p:nvSpPr>
          <p:cNvPr id="19" name="楕円 18">
            <a:extLst>
              <a:ext uri="{FF2B5EF4-FFF2-40B4-BE49-F238E27FC236}">
                <a16:creationId xmlns:a16="http://schemas.microsoft.com/office/drawing/2014/main" id="{587B7FB6-BDE5-6FEE-501F-D23D90250FDC}"/>
              </a:ext>
            </a:extLst>
          </p:cNvPr>
          <p:cNvSpPr/>
          <p:nvPr/>
        </p:nvSpPr>
        <p:spPr>
          <a:xfrm>
            <a:off x="4351176" y="3628501"/>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chemeClr val="accent3"/>
                </a:solidFill>
                <a:latin typeface="BIZ UDP明朝 Medium" panose="02020500000000000000" pitchFamily="18" charset="-128"/>
                <a:ea typeface="BIZ UDP明朝 Medium" panose="02020500000000000000" pitchFamily="18" charset="-128"/>
              </a:rPr>
              <a:t>STORY</a:t>
            </a:r>
            <a:endParaRPr kumimoji="1" lang="ja-JP" altLang="en-US" dirty="0">
              <a:solidFill>
                <a:schemeClr val="accent3"/>
              </a:solidFill>
              <a:latin typeface="BIZ UDP明朝 Medium" panose="02020500000000000000" pitchFamily="18" charset="-128"/>
              <a:ea typeface="BIZ UDP明朝 Medium" panose="02020500000000000000" pitchFamily="18" charset="-128"/>
            </a:endParaRPr>
          </a:p>
        </p:txBody>
      </p:sp>
      <p:sp>
        <p:nvSpPr>
          <p:cNvPr id="30" name="矢印: 五方向 29">
            <a:extLst>
              <a:ext uri="{FF2B5EF4-FFF2-40B4-BE49-F238E27FC236}">
                <a16:creationId xmlns:a16="http://schemas.microsoft.com/office/drawing/2014/main" id="{38BE3EA3-A8C8-945B-8E90-8DBDAAB867D9}"/>
              </a:ext>
            </a:extLst>
          </p:cNvPr>
          <p:cNvSpPr/>
          <p:nvPr/>
        </p:nvSpPr>
        <p:spPr>
          <a:xfrm>
            <a:off x="10064906" y="5613253"/>
            <a:ext cx="1623241" cy="795433"/>
          </a:xfrm>
          <a:prstGeom prst="homePlate">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400" b="1" dirty="0">
                <a:latin typeface="BIZ UDP明朝 Medium" panose="02020500000000000000" pitchFamily="18" charset="-128"/>
                <a:ea typeface="BIZ UDP明朝 Medium" panose="02020500000000000000" pitchFamily="18" charset="-128"/>
              </a:rPr>
              <a:t>撤退</a:t>
            </a:r>
          </a:p>
        </p:txBody>
      </p:sp>
      <p:sp>
        <p:nvSpPr>
          <p:cNvPr id="31" name="楕円 30">
            <a:extLst>
              <a:ext uri="{FF2B5EF4-FFF2-40B4-BE49-F238E27FC236}">
                <a16:creationId xmlns:a16="http://schemas.microsoft.com/office/drawing/2014/main" id="{1E89FD69-E109-CB9A-B007-83BA8246A8FD}"/>
              </a:ext>
            </a:extLst>
          </p:cNvPr>
          <p:cNvSpPr/>
          <p:nvPr/>
        </p:nvSpPr>
        <p:spPr>
          <a:xfrm>
            <a:off x="9686340" y="2847392"/>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chemeClr val="accent6"/>
                </a:solidFill>
                <a:latin typeface="BIZ UDP明朝 Medium" panose="02020500000000000000" pitchFamily="18" charset="-128"/>
                <a:ea typeface="BIZ UDP明朝 Medium" panose="02020500000000000000" pitchFamily="18" charset="-128"/>
              </a:rPr>
              <a:t>BOSS</a:t>
            </a:r>
            <a:endParaRPr kumimoji="1" lang="ja-JP" altLang="en-US" dirty="0">
              <a:solidFill>
                <a:schemeClr val="accent6"/>
              </a:solidFill>
              <a:latin typeface="BIZ UDP明朝 Medium" panose="02020500000000000000" pitchFamily="18" charset="-128"/>
              <a:ea typeface="BIZ UDP明朝 Medium" panose="02020500000000000000" pitchFamily="18" charset="-128"/>
            </a:endParaRPr>
          </a:p>
        </p:txBody>
      </p:sp>
      <p:sp>
        <p:nvSpPr>
          <p:cNvPr id="37" name="テキスト ボックス 36">
            <a:extLst>
              <a:ext uri="{FF2B5EF4-FFF2-40B4-BE49-F238E27FC236}">
                <a16:creationId xmlns:a16="http://schemas.microsoft.com/office/drawing/2014/main" id="{45BE59D4-3EB5-9BBF-041E-A053B1F1F4B3}"/>
              </a:ext>
            </a:extLst>
          </p:cNvPr>
          <p:cNvSpPr txBox="1"/>
          <p:nvPr/>
        </p:nvSpPr>
        <p:spPr>
          <a:xfrm>
            <a:off x="503853" y="5057191"/>
            <a:ext cx="2821732" cy="400110"/>
          </a:xfrm>
          <a:prstGeom prst="rect">
            <a:avLst/>
          </a:prstGeom>
          <a:noFill/>
        </p:spPr>
        <p:txBody>
          <a:bodyPr wrap="square">
            <a:spAutoFit/>
          </a:bodyPr>
          <a:lstStyle/>
          <a:p>
            <a:r>
              <a:rPr lang="ja-JP" altLang="en-US" sz="2000" b="1" dirty="0">
                <a:solidFill>
                  <a:schemeClr val="bg1">
                    <a:lumMod val="95000"/>
                  </a:schemeClr>
                </a:solidFill>
                <a:latin typeface="BIZ UDP明朝 Medium" panose="02020500000000000000" pitchFamily="18" charset="-128"/>
                <a:ea typeface="BIZ UDP明朝 Medium" panose="02020500000000000000" pitchFamily="18" charset="-128"/>
              </a:rPr>
              <a:t>回復キット持ち込み</a:t>
            </a:r>
            <a:endParaRPr kumimoji="1" lang="ja-JP" altLang="en-US" sz="20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38" name="テキスト ボックス 37">
            <a:extLst>
              <a:ext uri="{FF2B5EF4-FFF2-40B4-BE49-F238E27FC236}">
                <a16:creationId xmlns:a16="http://schemas.microsoft.com/office/drawing/2014/main" id="{BBD65E06-A0E4-7F9D-8E92-06DBFBF6A4D4}"/>
              </a:ext>
            </a:extLst>
          </p:cNvPr>
          <p:cNvSpPr txBox="1"/>
          <p:nvPr/>
        </p:nvSpPr>
        <p:spPr>
          <a:xfrm>
            <a:off x="4091474" y="414658"/>
            <a:ext cx="4009051" cy="707886"/>
          </a:xfrm>
          <a:prstGeom prst="rect">
            <a:avLst/>
          </a:prstGeom>
          <a:noFill/>
        </p:spPr>
        <p:txBody>
          <a:bodyPr wrap="square">
            <a:spAutoFit/>
          </a:bodyPr>
          <a:lstStyle/>
          <a:p>
            <a:pPr algn="ctr"/>
            <a:r>
              <a:rPr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BOSS</a:t>
            </a:r>
            <a:r>
              <a:rPr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rPr>
              <a:t>まで</a:t>
            </a:r>
            <a:r>
              <a:rPr lang="en-US" altLang="ja-JP" sz="4000" b="1" dirty="0">
                <a:solidFill>
                  <a:schemeClr val="bg1">
                    <a:lumMod val="95000"/>
                  </a:schemeClr>
                </a:solidFill>
                <a:latin typeface="BIZ UDP明朝 Medium" panose="02020500000000000000" pitchFamily="18" charset="-128"/>
                <a:ea typeface="BIZ UDP明朝 Medium" panose="02020500000000000000" pitchFamily="18" charset="-128"/>
              </a:rPr>
              <a:t>00</a:t>
            </a:r>
            <a:r>
              <a:rPr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rPr>
              <a:t>ノード</a:t>
            </a:r>
            <a:endPar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44" name="四角形: 角を丸くする 43">
            <a:extLst>
              <a:ext uri="{FF2B5EF4-FFF2-40B4-BE49-F238E27FC236}">
                <a16:creationId xmlns:a16="http://schemas.microsoft.com/office/drawing/2014/main" id="{7930E033-DE8F-A016-4CA0-128EC3CD3A85}"/>
              </a:ext>
            </a:extLst>
          </p:cNvPr>
          <p:cNvSpPr/>
          <p:nvPr/>
        </p:nvSpPr>
        <p:spPr>
          <a:xfrm>
            <a:off x="503853" y="5578599"/>
            <a:ext cx="3614059" cy="864743"/>
          </a:xfrm>
          <a:prstGeom prst="roundRect">
            <a:avLst/>
          </a:prstGeom>
          <a:solidFill>
            <a:schemeClr val="bg1">
              <a:lumMod val="9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tx1">
                    <a:lumMod val="85000"/>
                    <a:lumOff val="15000"/>
                  </a:schemeClr>
                </a:solidFill>
                <a:latin typeface="BIZ UDP明朝 Medium" panose="02020500000000000000" pitchFamily="18" charset="-128"/>
                <a:ea typeface="BIZ UDP明朝 Medium" panose="02020500000000000000" pitchFamily="18" charset="-128"/>
              </a:rPr>
              <a:t>パーティービュー</a:t>
            </a:r>
          </a:p>
        </p:txBody>
      </p:sp>
      <p:sp>
        <p:nvSpPr>
          <p:cNvPr id="45" name="楕円 44">
            <a:extLst>
              <a:ext uri="{FF2B5EF4-FFF2-40B4-BE49-F238E27FC236}">
                <a16:creationId xmlns:a16="http://schemas.microsoft.com/office/drawing/2014/main" id="{E2F4C3EF-C935-BC70-C461-2CDFFF06320A}"/>
              </a:ext>
            </a:extLst>
          </p:cNvPr>
          <p:cNvSpPr/>
          <p:nvPr/>
        </p:nvSpPr>
        <p:spPr>
          <a:xfrm>
            <a:off x="6210756" y="2422007"/>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chemeClr val="accent2">
                    <a:lumMod val="75000"/>
                  </a:schemeClr>
                </a:solidFill>
                <a:latin typeface="BIZ UDP明朝 Medium" panose="02020500000000000000" pitchFamily="18" charset="-128"/>
                <a:ea typeface="BIZ UDP明朝 Medium" panose="02020500000000000000" pitchFamily="18" charset="-128"/>
              </a:rPr>
              <a:t>EVENT</a:t>
            </a:r>
            <a:endParaRPr kumimoji="1" lang="ja-JP" altLang="en-US" dirty="0">
              <a:solidFill>
                <a:schemeClr val="accent2">
                  <a:lumMod val="75000"/>
                </a:schemeClr>
              </a:solidFill>
              <a:latin typeface="BIZ UDP明朝 Medium" panose="02020500000000000000" pitchFamily="18" charset="-128"/>
              <a:ea typeface="BIZ UDP明朝 Medium" panose="02020500000000000000" pitchFamily="18" charset="-128"/>
            </a:endParaRPr>
          </a:p>
        </p:txBody>
      </p:sp>
      <p:sp>
        <p:nvSpPr>
          <p:cNvPr id="47" name="楕円 46">
            <a:extLst>
              <a:ext uri="{FF2B5EF4-FFF2-40B4-BE49-F238E27FC236}">
                <a16:creationId xmlns:a16="http://schemas.microsoft.com/office/drawing/2014/main" id="{06B21EF8-76A2-67CC-25F2-49E939E7D496}"/>
              </a:ext>
            </a:extLst>
          </p:cNvPr>
          <p:cNvSpPr/>
          <p:nvPr/>
        </p:nvSpPr>
        <p:spPr>
          <a:xfrm>
            <a:off x="1183823" y="2847392"/>
            <a:ext cx="1163216" cy="1163216"/>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chemeClr val="accent4"/>
                </a:solidFill>
                <a:latin typeface="BIZ UDP明朝 Medium" panose="02020500000000000000" pitchFamily="18" charset="-128"/>
                <a:ea typeface="BIZ UDP明朝 Medium" panose="02020500000000000000" pitchFamily="18" charset="-128"/>
              </a:rPr>
              <a:t>START</a:t>
            </a:r>
            <a:endParaRPr kumimoji="1" lang="ja-JP" altLang="en-US" dirty="0">
              <a:solidFill>
                <a:schemeClr val="accent4"/>
              </a:solidFill>
              <a:latin typeface="BIZ UDP明朝 Medium" panose="02020500000000000000" pitchFamily="18" charset="-128"/>
              <a:ea typeface="BIZ UDP明朝 Medium" panose="02020500000000000000" pitchFamily="18" charset="-128"/>
            </a:endParaRPr>
          </a:p>
        </p:txBody>
      </p:sp>
      <p:sp>
        <p:nvSpPr>
          <p:cNvPr id="48" name="楕円 47">
            <a:extLst>
              <a:ext uri="{FF2B5EF4-FFF2-40B4-BE49-F238E27FC236}">
                <a16:creationId xmlns:a16="http://schemas.microsoft.com/office/drawing/2014/main" id="{D0DB10EC-D77C-DDBB-59B9-7003434E83B3}"/>
              </a:ext>
            </a:extLst>
          </p:cNvPr>
          <p:cNvSpPr/>
          <p:nvPr/>
        </p:nvSpPr>
        <p:spPr>
          <a:xfrm>
            <a:off x="7937631" y="3429000"/>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rgbClr val="C00000"/>
                </a:solidFill>
                <a:latin typeface="BIZ UDP明朝 Medium" panose="02020500000000000000" pitchFamily="18" charset="-128"/>
                <a:ea typeface="BIZ UDP明朝 Medium" panose="02020500000000000000" pitchFamily="18" charset="-128"/>
              </a:rPr>
              <a:t>BATTLE</a:t>
            </a:r>
            <a:endParaRPr kumimoji="1" lang="ja-JP" altLang="en-US" dirty="0">
              <a:solidFill>
                <a:srgbClr val="C00000"/>
              </a:solidFill>
              <a:latin typeface="BIZ UDP明朝 Medium" panose="02020500000000000000" pitchFamily="18" charset="-128"/>
              <a:ea typeface="BIZ UDP明朝 Medium" panose="02020500000000000000" pitchFamily="18" charset="-128"/>
            </a:endParaRPr>
          </a:p>
        </p:txBody>
      </p:sp>
      <p:cxnSp>
        <p:nvCxnSpPr>
          <p:cNvPr id="52" name="直線コネクタ 51">
            <a:extLst>
              <a:ext uri="{FF2B5EF4-FFF2-40B4-BE49-F238E27FC236}">
                <a16:creationId xmlns:a16="http://schemas.microsoft.com/office/drawing/2014/main" id="{CCB1C2F0-139E-5C2E-519C-6075F508FB9F}"/>
              </a:ext>
            </a:extLst>
          </p:cNvPr>
          <p:cNvCxnSpPr>
            <a:cxnSpLocks/>
            <a:stCxn id="47" idx="6"/>
            <a:endCxn id="3" idx="2"/>
          </p:cNvCxnSpPr>
          <p:nvPr/>
        </p:nvCxnSpPr>
        <p:spPr>
          <a:xfrm flipV="1">
            <a:off x="2347039" y="2592356"/>
            <a:ext cx="666687" cy="836644"/>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61" name="直線コネクタ 60">
            <a:extLst>
              <a:ext uri="{FF2B5EF4-FFF2-40B4-BE49-F238E27FC236}">
                <a16:creationId xmlns:a16="http://schemas.microsoft.com/office/drawing/2014/main" id="{726784DE-808C-489F-1086-F9A6C5A25E64}"/>
              </a:ext>
            </a:extLst>
          </p:cNvPr>
          <p:cNvCxnSpPr>
            <a:cxnSpLocks/>
            <a:stCxn id="19" idx="1"/>
            <a:endCxn id="3" idx="5"/>
          </p:cNvCxnSpPr>
          <p:nvPr/>
        </p:nvCxnSpPr>
        <p:spPr>
          <a:xfrm flipH="1" flipV="1">
            <a:off x="4006593" y="3003615"/>
            <a:ext cx="514932" cy="795235"/>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74" name="直線コネクタ 73">
            <a:extLst>
              <a:ext uri="{FF2B5EF4-FFF2-40B4-BE49-F238E27FC236}">
                <a16:creationId xmlns:a16="http://schemas.microsoft.com/office/drawing/2014/main" id="{179CF91D-7A80-E00C-353F-1D4927E053F1}"/>
              </a:ext>
            </a:extLst>
          </p:cNvPr>
          <p:cNvCxnSpPr>
            <a:cxnSpLocks/>
            <a:stCxn id="19" idx="7"/>
            <a:endCxn id="45" idx="2"/>
          </p:cNvCxnSpPr>
          <p:nvPr/>
        </p:nvCxnSpPr>
        <p:spPr>
          <a:xfrm flipV="1">
            <a:off x="5344043" y="3003615"/>
            <a:ext cx="866713" cy="795235"/>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77" name="直線コネクタ 76">
            <a:extLst>
              <a:ext uri="{FF2B5EF4-FFF2-40B4-BE49-F238E27FC236}">
                <a16:creationId xmlns:a16="http://schemas.microsoft.com/office/drawing/2014/main" id="{D85A49BC-66AB-1430-2223-B11A50E61880}"/>
              </a:ext>
            </a:extLst>
          </p:cNvPr>
          <p:cNvCxnSpPr>
            <a:cxnSpLocks/>
            <a:stCxn id="45" idx="6"/>
            <a:endCxn id="48" idx="2"/>
          </p:cNvCxnSpPr>
          <p:nvPr/>
        </p:nvCxnSpPr>
        <p:spPr>
          <a:xfrm>
            <a:off x="7373972" y="3003615"/>
            <a:ext cx="563659" cy="1006993"/>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85" name="直線コネクタ 84">
            <a:extLst>
              <a:ext uri="{FF2B5EF4-FFF2-40B4-BE49-F238E27FC236}">
                <a16:creationId xmlns:a16="http://schemas.microsoft.com/office/drawing/2014/main" id="{25B57AE6-72A4-7C46-92FC-2E6D273D53B6}"/>
              </a:ext>
            </a:extLst>
          </p:cNvPr>
          <p:cNvCxnSpPr>
            <a:cxnSpLocks/>
            <a:stCxn id="48" idx="6"/>
            <a:endCxn id="31" idx="2"/>
          </p:cNvCxnSpPr>
          <p:nvPr/>
        </p:nvCxnSpPr>
        <p:spPr>
          <a:xfrm flipV="1">
            <a:off x="9100847" y="3429000"/>
            <a:ext cx="585493" cy="581608"/>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grpSp>
        <p:nvGrpSpPr>
          <p:cNvPr id="2" name="グループ化 1">
            <a:extLst>
              <a:ext uri="{FF2B5EF4-FFF2-40B4-BE49-F238E27FC236}">
                <a16:creationId xmlns:a16="http://schemas.microsoft.com/office/drawing/2014/main" id="{6001B2B3-227F-C60A-0A2C-5BAD96DAE9DF}"/>
              </a:ext>
            </a:extLst>
          </p:cNvPr>
          <p:cNvGrpSpPr/>
          <p:nvPr/>
        </p:nvGrpSpPr>
        <p:grpSpPr>
          <a:xfrm>
            <a:off x="3165997" y="1149863"/>
            <a:ext cx="840596" cy="833567"/>
            <a:chOff x="1367715" y="1890973"/>
            <a:chExt cx="840596" cy="833567"/>
          </a:xfrm>
        </p:grpSpPr>
        <p:sp>
          <p:nvSpPr>
            <p:cNvPr id="88" name="吹き出し: 円形 87">
              <a:extLst>
                <a:ext uri="{FF2B5EF4-FFF2-40B4-BE49-F238E27FC236}">
                  <a16:creationId xmlns:a16="http://schemas.microsoft.com/office/drawing/2014/main" id="{E8CD6D4E-06B0-DC5C-E025-E89D2BE12BB9}"/>
                </a:ext>
              </a:extLst>
            </p:cNvPr>
            <p:cNvSpPr/>
            <p:nvPr/>
          </p:nvSpPr>
          <p:spPr>
            <a:xfrm>
              <a:off x="1367715" y="1890973"/>
              <a:ext cx="840596" cy="828901"/>
            </a:xfrm>
            <a:prstGeom prst="wedgeEllipseCallout">
              <a:avLst>
                <a:gd name="adj1" fmla="val 257"/>
                <a:gd name="adj2" fmla="val 71505"/>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90" name="図 89">
              <a:extLst>
                <a:ext uri="{FF2B5EF4-FFF2-40B4-BE49-F238E27FC236}">
                  <a16:creationId xmlns:a16="http://schemas.microsoft.com/office/drawing/2014/main" id="{9AD22C47-2E13-6F0B-C1BD-F7A4812F207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396905" y="1923662"/>
              <a:ext cx="800878" cy="800878"/>
            </a:xfrm>
            <a:prstGeom prst="rect">
              <a:avLst/>
            </a:prstGeom>
          </p:spPr>
        </p:pic>
      </p:grpSp>
      <p:sp>
        <p:nvSpPr>
          <p:cNvPr id="4" name="正方形/長方形 3">
            <a:extLst>
              <a:ext uri="{FF2B5EF4-FFF2-40B4-BE49-F238E27FC236}">
                <a16:creationId xmlns:a16="http://schemas.microsoft.com/office/drawing/2014/main" id="{4FB507DB-D0EB-8ABF-162E-ED25763F64DF}"/>
              </a:ext>
            </a:extLst>
          </p:cNvPr>
          <p:cNvSpPr/>
          <p:nvPr/>
        </p:nvSpPr>
        <p:spPr>
          <a:xfrm>
            <a:off x="0" y="1652493"/>
            <a:ext cx="12215323" cy="3553013"/>
          </a:xfrm>
          <a:prstGeom prst="rect">
            <a:avLst/>
          </a:prstGeom>
          <a:solidFill>
            <a:schemeClr val="tx1">
              <a:lumMod val="75000"/>
              <a:lumOff val="25000"/>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テキスト ボックス 15">
            <a:extLst>
              <a:ext uri="{FF2B5EF4-FFF2-40B4-BE49-F238E27FC236}">
                <a16:creationId xmlns:a16="http://schemas.microsoft.com/office/drawing/2014/main" id="{361D68F5-1D18-97D0-35E5-6EB7DD15BF34}"/>
              </a:ext>
            </a:extLst>
          </p:cNvPr>
          <p:cNvSpPr txBox="1"/>
          <p:nvPr/>
        </p:nvSpPr>
        <p:spPr>
          <a:xfrm>
            <a:off x="3047222" y="1854158"/>
            <a:ext cx="6097554" cy="584775"/>
          </a:xfrm>
          <a:prstGeom prst="rect">
            <a:avLst/>
          </a:prstGeom>
          <a:noFill/>
        </p:spPr>
        <p:txBody>
          <a:bodyPr wrap="square">
            <a:spAutoFit/>
          </a:bodyPr>
          <a:lstStyle/>
          <a:p>
            <a:pPr algn="ctr"/>
            <a:r>
              <a:rPr kumimoji="1" lang="en-US" altLang="ja-JP" sz="3200" b="1" spc="130" dirty="0">
                <a:solidFill>
                  <a:schemeClr val="bg1">
                    <a:lumMod val="95000"/>
                  </a:schemeClr>
                </a:solidFill>
                <a:latin typeface="BIZ UDP明朝 Medium" panose="02020500000000000000" pitchFamily="18" charset="-128"/>
                <a:ea typeface="BIZ UDP明朝 Medium" panose="02020500000000000000" pitchFamily="18" charset="-128"/>
              </a:rPr>
              <a:t>CONSEQUENCE</a:t>
            </a:r>
            <a:endParaRPr kumimoji="1" lang="ja-JP" altLang="en-US" sz="3200" b="1" spc="130"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nvGrpSpPr>
          <p:cNvPr id="18" name="グループ化 17">
            <a:extLst>
              <a:ext uri="{FF2B5EF4-FFF2-40B4-BE49-F238E27FC236}">
                <a16:creationId xmlns:a16="http://schemas.microsoft.com/office/drawing/2014/main" id="{4BA1E99C-0D75-6929-F9F3-E336EF7C2B63}"/>
              </a:ext>
            </a:extLst>
          </p:cNvPr>
          <p:cNvGrpSpPr/>
          <p:nvPr/>
        </p:nvGrpSpPr>
        <p:grpSpPr>
          <a:xfrm>
            <a:off x="1828799" y="2640743"/>
            <a:ext cx="8534400" cy="1170992"/>
            <a:chOff x="1828800" y="2262673"/>
            <a:chExt cx="8534400" cy="1623527"/>
          </a:xfrm>
        </p:grpSpPr>
        <p:sp>
          <p:nvSpPr>
            <p:cNvPr id="20" name="正方形/長方形 19">
              <a:extLst>
                <a:ext uri="{FF2B5EF4-FFF2-40B4-BE49-F238E27FC236}">
                  <a16:creationId xmlns:a16="http://schemas.microsoft.com/office/drawing/2014/main" id="{27C6DB3B-3B0E-83D5-32C3-FAE0547500D1}"/>
                </a:ext>
              </a:extLst>
            </p:cNvPr>
            <p:cNvSpPr/>
            <p:nvPr/>
          </p:nvSpPr>
          <p:spPr>
            <a:xfrm>
              <a:off x="1828800" y="2971800"/>
              <a:ext cx="8534400" cy="914400"/>
            </a:xfrm>
            <a:prstGeom prst="rect">
              <a:avLst/>
            </a:prstGeom>
            <a:solidFill>
              <a:schemeClr val="accent1">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1" name="正方形/長方形 20">
              <a:extLst>
                <a:ext uri="{FF2B5EF4-FFF2-40B4-BE49-F238E27FC236}">
                  <a16:creationId xmlns:a16="http://schemas.microsoft.com/office/drawing/2014/main" id="{1045E5E6-F2DA-8804-DC34-4B762A929B03}"/>
                </a:ext>
              </a:extLst>
            </p:cNvPr>
            <p:cNvSpPr/>
            <p:nvPr/>
          </p:nvSpPr>
          <p:spPr>
            <a:xfrm>
              <a:off x="4061927" y="2971800"/>
              <a:ext cx="4068146" cy="9144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3" name="二等辺三角形 22">
              <a:extLst>
                <a:ext uri="{FF2B5EF4-FFF2-40B4-BE49-F238E27FC236}">
                  <a16:creationId xmlns:a16="http://schemas.microsoft.com/office/drawing/2014/main" id="{A6ACBCC5-2686-2969-6DE0-FAACA0D494B3}"/>
                </a:ext>
              </a:extLst>
            </p:cNvPr>
            <p:cNvSpPr/>
            <p:nvPr/>
          </p:nvSpPr>
          <p:spPr>
            <a:xfrm flipV="1">
              <a:off x="4199491" y="2262673"/>
              <a:ext cx="1060704" cy="914400"/>
            </a:xfrm>
            <a:prstGeom prst="triangl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 name="テキスト ボックス 23">
              <a:extLst>
                <a:ext uri="{FF2B5EF4-FFF2-40B4-BE49-F238E27FC236}">
                  <a16:creationId xmlns:a16="http://schemas.microsoft.com/office/drawing/2014/main" id="{0519D4DD-556A-BAAD-5401-1B1ED2237C99}"/>
                </a:ext>
              </a:extLst>
            </p:cNvPr>
            <p:cNvSpPr txBox="1"/>
            <p:nvPr/>
          </p:nvSpPr>
          <p:spPr>
            <a:xfrm>
              <a:off x="5347607" y="3073577"/>
              <a:ext cx="1496784" cy="725421"/>
            </a:xfrm>
            <a:prstGeom prst="rect">
              <a:avLst/>
            </a:prstGeom>
            <a:noFill/>
          </p:spPr>
          <p:txBody>
            <a:bodyPr wrap="square">
              <a:spAutoFit/>
            </a:bodyPr>
            <a:lstStyle/>
            <a:p>
              <a:pPr algn="ctr"/>
              <a:r>
                <a:rPr lang="ja-JP" altLang="en-US" sz="2800" b="1" dirty="0">
                  <a:solidFill>
                    <a:schemeClr val="accent2">
                      <a:lumMod val="50000"/>
                    </a:schemeClr>
                  </a:solidFill>
                  <a:latin typeface="BIZ UDP明朝 Medium" panose="02020500000000000000" pitchFamily="18" charset="-128"/>
                  <a:ea typeface="BIZ UDP明朝 Medium" panose="02020500000000000000" pitchFamily="18" charset="-128"/>
                </a:rPr>
                <a:t>成功</a:t>
              </a:r>
              <a:endParaRPr kumimoji="1" lang="ja-JP" altLang="en-US" sz="2800" b="1" dirty="0">
                <a:solidFill>
                  <a:schemeClr val="accent2">
                    <a:lumMod val="50000"/>
                  </a:schemeClr>
                </a:solidFill>
                <a:latin typeface="BIZ UDP明朝 Medium" panose="02020500000000000000" pitchFamily="18" charset="-128"/>
                <a:ea typeface="BIZ UDP明朝 Medium" panose="02020500000000000000" pitchFamily="18" charset="-128"/>
              </a:endParaRPr>
            </a:p>
          </p:txBody>
        </p:sp>
        <p:sp>
          <p:nvSpPr>
            <p:cNvPr id="27" name="テキスト ボックス 26">
              <a:extLst>
                <a:ext uri="{FF2B5EF4-FFF2-40B4-BE49-F238E27FC236}">
                  <a16:creationId xmlns:a16="http://schemas.microsoft.com/office/drawing/2014/main" id="{37986410-80A4-8657-8D5D-0754E942491D}"/>
                </a:ext>
              </a:extLst>
            </p:cNvPr>
            <p:cNvSpPr txBox="1"/>
            <p:nvPr/>
          </p:nvSpPr>
          <p:spPr>
            <a:xfrm>
              <a:off x="2196972" y="3063894"/>
              <a:ext cx="1496784" cy="725421"/>
            </a:xfrm>
            <a:prstGeom prst="rect">
              <a:avLst/>
            </a:prstGeom>
            <a:noFill/>
          </p:spPr>
          <p:txBody>
            <a:bodyPr wrap="square">
              <a:spAutoFit/>
            </a:bodyPr>
            <a:lstStyle/>
            <a:p>
              <a:pPr algn="ctr"/>
              <a:r>
                <a:rPr lang="ja-JP" altLang="en-US" sz="2800" b="1" dirty="0">
                  <a:solidFill>
                    <a:schemeClr val="accent1">
                      <a:lumMod val="75000"/>
                    </a:schemeClr>
                  </a:solidFill>
                  <a:latin typeface="BIZ UDP明朝 Medium" panose="02020500000000000000" pitchFamily="18" charset="-128"/>
                  <a:ea typeface="BIZ UDP明朝 Medium" panose="02020500000000000000" pitchFamily="18" charset="-128"/>
                </a:rPr>
                <a:t>失敗</a:t>
              </a:r>
              <a:endParaRPr kumimoji="1" lang="ja-JP" altLang="en-US" sz="2800" b="1" dirty="0">
                <a:solidFill>
                  <a:schemeClr val="accent1">
                    <a:lumMod val="75000"/>
                  </a:schemeClr>
                </a:solidFill>
                <a:latin typeface="BIZ UDP明朝 Medium" panose="02020500000000000000" pitchFamily="18" charset="-128"/>
                <a:ea typeface="BIZ UDP明朝 Medium" panose="02020500000000000000" pitchFamily="18" charset="-128"/>
              </a:endParaRPr>
            </a:p>
          </p:txBody>
        </p:sp>
        <p:sp>
          <p:nvSpPr>
            <p:cNvPr id="28" name="テキスト ボックス 27">
              <a:extLst>
                <a:ext uri="{FF2B5EF4-FFF2-40B4-BE49-F238E27FC236}">
                  <a16:creationId xmlns:a16="http://schemas.microsoft.com/office/drawing/2014/main" id="{CD3CB062-AA02-6A19-26A0-D499D10EA04B}"/>
                </a:ext>
              </a:extLst>
            </p:cNvPr>
            <p:cNvSpPr txBox="1"/>
            <p:nvPr/>
          </p:nvSpPr>
          <p:spPr>
            <a:xfrm>
              <a:off x="8498244" y="3063894"/>
              <a:ext cx="1496784" cy="725421"/>
            </a:xfrm>
            <a:prstGeom prst="rect">
              <a:avLst/>
            </a:prstGeom>
            <a:noFill/>
          </p:spPr>
          <p:txBody>
            <a:bodyPr wrap="square">
              <a:spAutoFit/>
            </a:bodyPr>
            <a:lstStyle/>
            <a:p>
              <a:pPr algn="ctr"/>
              <a:r>
                <a:rPr kumimoji="1" lang="ja-JP" altLang="en-US" sz="2800" b="1" dirty="0">
                  <a:solidFill>
                    <a:schemeClr val="accent1">
                      <a:lumMod val="75000"/>
                    </a:schemeClr>
                  </a:solidFill>
                  <a:latin typeface="BIZ UDP明朝 Medium" panose="02020500000000000000" pitchFamily="18" charset="-128"/>
                  <a:ea typeface="BIZ UDP明朝 Medium" panose="02020500000000000000" pitchFamily="18" charset="-128"/>
                </a:rPr>
                <a:t>失敗</a:t>
              </a:r>
            </a:p>
          </p:txBody>
        </p:sp>
      </p:grpSp>
      <p:grpSp>
        <p:nvGrpSpPr>
          <p:cNvPr id="32" name="グループ化 31">
            <a:extLst>
              <a:ext uri="{FF2B5EF4-FFF2-40B4-BE49-F238E27FC236}">
                <a16:creationId xmlns:a16="http://schemas.microsoft.com/office/drawing/2014/main" id="{022356A7-894F-02D7-AC7A-D97E0A8023D0}"/>
              </a:ext>
            </a:extLst>
          </p:cNvPr>
          <p:cNvGrpSpPr/>
          <p:nvPr/>
        </p:nvGrpSpPr>
        <p:grpSpPr>
          <a:xfrm>
            <a:off x="2382026" y="4237713"/>
            <a:ext cx="7427943" cy="592966"/>
            <a:chOff x="3047222" y="4396899"/>
            <a:chExt cx="6097554" cy="592966"/>
          </a:xfrm>
        </p:grpSpPr>
        <p:sp>
          <p:nvSpPr>
            <p:cNvPr id="29" name="四角形: 角を丸くする 28">
              <a:extLst>
                <a:ext uri="{FF2B5EF4-FFF2-40B4-BE49-F238E27FC236}">
                  <a16:creationId xmlns:a16="http://schemas.microsoft.com/office/drawing/2014/main" id="{1B7F7BD0-DAA4-D952-2038-B73EEA10A535}"/>
                </a:ext>
              </a:extLst>
            </p:cNvPr>
            <p:cNvSpPr/>
            <p:nvPr/>
          </p:nvSpPr>
          <p:spPr>
            <a:xfrm>
              <a:off x="4048123" y="4396899"/>
              <a:ext cx="4119075" cy="592966"/>
            </a:xfrm>
            <a:prstGeom prst="roundRect">
              <a:avLst/>
            </a:prstGeom>
            <a:gradFill flip="none" rotWithShape="1">
              <a:gsLst>
                <a:gs pos="0">
                  <a:schemeClr val="accent2">
                    <a:lumMod val="20000"/>
                    <a:lumOff val="80000"/>
                  </a:schemeClr>
                </a:gs>
                <a:gs pos="83000">
                  <a:schemeClr val="accent2">
                    <a:lumMod val="75000"/>
                  </a:schemeClr>
                </a:gs>
                <a:gs pos="100000">
                  <a:schemeClr val="accent2">
                    <a:lumMod val="40000"/>
                    <a:lumOff val="60000"/>
                  </a:schemeClr>
                </a:gs>
              </a:gsLst>
              <a:lin ang="13500000" scaled="1"/>
              <a:tileRect/>
            </a:gradFill>
            <a:ln w="254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テキスト ボックス 16">
              <a:extLst>
                <a:ext uri="{FF2B5EF4-FFF2-40B4-BE49-F238E27FC236}">
                  <a16:creationId xmlns:a16="http://schemas.microsoft.com/office/drawing/2014/main" id="{9A7B7A4A-8298-9301-B8FA-F138A3711038}"/>
                </a:ext>
              </a:extLst>
            </p:cNvPr>
            <p:cNvSpPr txBox="1"/>
            <p:nvPr/>
          </p:nvSpPr>
          <p:spPr>
            <a:xfrm>
              <a:off x="3047222" y="4507596"/>
              <a:ext cx="6097554" cy="400110"/>
            </a:xfrm>
            <a:prstGeom prst="rect">
              <a:avLst/>
            </a:prstGeom>
            <a:noFill/>
          </p:spPr>
          <p:txBody>
            <a:bodyPr wrap="square">
              <a:spAutoFit/>
            </a:bodyPr>
            <a:lstStyle/>
            <a:p>
              <a:pPr algn="ctr"/>
              <a:r>
                <a:rPr kumimoji="1" lang="ja-JP" altLang="en-US" sz="2000" b="1" spc="130" dirty="0">
                  <a:solidFill>
                    <a:schemeClr val="tx1">
                      <a:lumMod val="85000"/>
                      <a:lumOff val="15000"/>
                    </a:schemeClr>
                  </a:solidFill>
                  <a:latin typeface="BIZ UDP明朝 Medium" panose="02020500000000000000" pitchFamily="18" charset="-128"/>
                  <a:ea typeface="BIZ UDP明朝 Medium" panose="02020500000000000000" pitchFamily="18" charset="-128"/>
                </a:rPr>
                <a:t>クリックで</a:t>
              </a:r>
              <a:r>
                <a:rPr lang="en-US" altLang="ja-JP" sz="2000" b="1" spc="130" dirty="0">
                  <a:solidFill>
                    <a:schemeClr val="tx1">
                      <a:lumMod val="85000"/>
                      <a:lumOff val="15000"/>
                    </a:schemeClr>
                  </a:solidFill>
                  <a:latin typeface="BIZ UDP明朝 Medium" panose="02020500000000000000" pitchFamily="18" charset="-128"/>
                  <a:ea typeface="BIZ UDP明朝 Medium" panose="02020500000000000000" pitchFamily="18" charset="-128"/>
                </a:rPr>
                <a:t>CONSEQUENCE</a:t>
              </a:r>
              <a:r>
                <a:rPr kumimoji="1" lang="ja-JP" altLang="en-US" sz="2000" b="1" spc="130" dirty="0">
                  <a:solidFill>
                    <a:schemeClr val="tx1">
                      <a:lumMod val="85000"/>
                      <a:lumOff val="15000"/>
                    </a:schemeClr>
                  </a:solidFill>
                  <a:latin typeface="BIZ UDP明朝 Medium" panose="02020500000000000000" pitchFamily="18" charset="-128"/>
                  <a:ea typeface="BIZ UDP明朝 Medium" panose="02020500000000000000" pitchFamily="18" charset="-128"/>
                </a:rPr>
                <a:t>決定</a:t>
              </a:r>
            </a:p>
          </p:txBody>
        </p:sp>
      </p:grpSp>
    </p:spTree>
    <p:extLst>
      <p:ext uri="{BB962C8B-B14F-4D97-AF65-F5344CB8AC3E}">
        <p14:creationId xmlns:p14="http://schemas.microsoft.com/office/powerpoint/2010/main" val="752467758"/>
      </p:ext>
    </p:extLst>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p:bg>
      <p:bgPr>
        <a:solidFill>
          <a:schemeClr val="tx1">
            <a:lumMod val="65000"/>
            <a:lumOff val="35000"/>
          </a:schemeClr>
        </a:solidFill>
        <a:effectLst/>
      </p:bgPr>
    </p:bg>
    <p:spTree>
      <p:nvGrpSpPr>
        <p:cNvPr id="1" name="">
          <a:extLst>
            <a:ext uri="{FF2B5EF4-FFF2-40B4-BE49-F238E27FC236}">
              <a16:creationId xmlns:a16="http://schemas.microsoft.com/office/drawing/2014/main" id="{D1BA4931-8D13-5A5A-0CF9-58D3DFFB0ACE}"/>
            </a:ext>
          </a:extLst>
        </p:cNvPr>
        <p:cNvGrpSpPr/>
        <p:nvPr/>
      </p:nvGrpSpPr>
      <p:grpSpPr>
        <a:xfrm>
          <a:off x="0" y="0"/>
          <a:ext cx="0" cy="0"/>
          <a:chOff x="0" y="0"/>
          <a:chExt cx="0" cy="0"/>
        </a:xfrm>
      </p:grpSpPr>
      <p:grpSp>
        <p:nvGrpSpPr>
          <p:cNvPr id="16" name="グループ化 15">
            <a:extLst>
              <a:ext uri="{FF2B5EF4-FFF2-40B4-BE49-F238E27FC236}">
                <a16:creationId xmlns:a16="http://schemas.microsoft.com/office/drawing/2014/main" id="{D7EA4617-A7F0-6C41-9091-3A98159A13A7}"/>
              </a:ext>
            </a:extLst>
          </p:cNvPr>
          <p:cNvGrpSpPr/>
          <p:nvPr/>
        </p:nvGrpSpPr>
        <p:grpSpPr>
          <a:xfrm>
            <a:off x="4427378" y="2352610"/>
            <a:ext cx="953277" cy="1032782"/>
            <a:chOff x="4808378" y="1514475"/>
            <a:chExt cx="953277" cy="1032782"/>
          </a:xfrm>
        </p:grpSpPr>
        <p:sp>
          <p:nvSpPr>
            <p:cNvPr id="9" name="楕円 8">
              <a:extLst>
                <a:ext uri="{FF2B5EF4-FFF2-40B4-BE49-F238E27FC236}">
                  <a16:creationId xmlns:a16="http://schemas.microsoft.com/office/drawing/2014/main" id="{38CD4DFA-401B-3EFF-0F0A-1A82FC173941}"/>
                </a:ext>
              </a:extLst>
            </p:cNvPr>
            <p:cNvSpPr/>
            <p:nvPr/>
          </p:nvSpPr>
          <p:spPr>
            <a:xfrm>
              <a:off x="4808378" y="1514475"/>
              <a:ext cx="557309" cy="557309"/>
            </a:xfrm>
            <a:prstGeom prst="ellipse">
              <a:avLst/>
            </a:prstGeom>
            <a:noFill/>
            <a:ln w="165100">
              <a:solidFill>
                <a:schemeClr val="accent2"/>
              </a:solidFill>
            </a:ln>
            <a:effectLst>
              <a:glow rad="63500">
                <a:schemeClr val="accent2">
                  <a:satMod val="175000"/>
                  <a:alpha val="4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pic>
          <p:nvPicPr>
            <p:cNvPr id="14" name="図 13" descr="アイコン&#10;&#10;AI 生成コンテンツは誤りを含む可能性があります。">
              <a:extLst>
                <a:ext uri="{FF2B5EF4-FFF2-40B4-BE49-F238E27FC236}">
                  <a16:creationId xmlns:a16="http://schemas.microsoft.com/office/drawing/2014/main" id="{ACBC6FDF-43CD-1D56-16A1-45D227CAE3E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912569" y="1698171"/>
              <a:ext cx="849086" cy="849086"/>
            </a:xfrm>
            <a:prstGeom prst="rect">
              <a:avLst/>
            </a:prstGeom>
            <a:effectLst>
              <a:glow rad="63500">
                <a:schemeClr val="accent6">
                  <a:alpha val="40000"/>
                </a:schemeClr>
              </a:glow>
            </a:effectLst>
          </p:spPr>
        </p:pic>
      </p:grpSp>
      <p:grpSp>
        <p:nvGrpSpPr>
          <p:cNvPr id="70" name="グループ化 69">
            <a:extLst>
              <a:ext uri="{FF2B5EF4-FFF2-40B4-BE49-F238E27FC236}">
                <a16:creationId xmlns:a16="http://schemas.microsoft.com/office/drawing/2014/main" id="{BC315FAE-F4EF-2DF3-D068-CA892827C19D}"/>
              </a:ext>
            </a:extLst>
          </p:cNvPr>
          <p:cNvGrpSpPr/>
          <p:nvPr/>
        </p:nvGrpSpPr>
        <p:grpSpPr>
          <a:xfrm>
            <a:off x="2364011" y="1471079"/>
            <a:ext cx="3006824" cy="3613628"/>
            <a:chOff x="2364011" y="1471079"/>
            <a:chExt cx="3006824" cy="3613628"/>
          </a:xfrm>
        </p:grpSpPr>
        <p:sp>
          <p:nvSpPr>
            <p:cNvPr id="15" name="楕円 14">
              <a:extLst>
                <a:ext uri="{FF2B5EF4-FFF2-40B4-BE49-F238E27FC236}">
                  <a16:creationId xmlns:a16="http://schemas.microsoft.com/office/drawing/2014/main" id="{556865E6-F984-5711-A79C-137068217A8B}"/>
                </a:ext>
              </a:extLst>
            </p:cNvPr>
            <p:cNvSpPr/>
            <p:nvPr/>
          </p:nvSpPr>
          <p:spPr>
            <a:xfrm>
              <a:off x="3799117" y="4100801"/>
              <a:ext cx="418322" cy="418322"/>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2" name="図 11" descr="図形&#10;&#10;AI 生成コンテンツは誤りを含む可能性があります。">
              <a:extLst>
                <a:ext uri="{FF2B5EF4-FFF2-40B4-BE49-F238E27FC236}">
                  <a16:creationId xmlns:a16="http://schemas.microsoft.com/office/drawing/2014/main" id="{866932C9-AA73-C029-0356-E937F5B71FB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808448" y="4094789"/>
              <a:ext cx="418321" cy="418321"/>
            </a:xfrm>
            <a:prstGeom prst="rect">
              <a:avLst/>
            </a:prstGeom>
          </p:spPr>
        </p:pic>
        <p:pic>
          <p:nvPicPr>
            <p:cNvPr id="58" name="図 57" descr="ロゴ&#10;&#10;AI 生成コンテンツは誤りを含む可能性があります。">
              <a:extLst>
                <a:ext uri="{FF2B5EF4-FFF2-40B4-BE49-F238E27FC236}">
                  <a16:creationId xmlns:a16="http://schemas.microsoft.com/office/drawing/2014/main" id="{042E69FE-FFCD-A032-208A-AE28878F26D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647706" y="1976384"/>
              <a:ext cx="418321" cy="187684"/>
            </a:xfrm>
            <a:prstGeom prst="rect">
              <a:avLst/>
            </a:prstGeom>
          </p:spPr>
        </p:pic>
        <p:pic>
          <p:nvPicPr>
            <p:cNvPr id="59" name="図 58" descr="ロゴ&#10;&#10;AI 生成コンテンツは誤りを含む可能性があります。">
              <a:extLst>
                <a:ext uri="{FF2B5EF4-FFF2-40B4-BE49-F238E27FC236}">
                  <a16:creationId xmlns:a16="http://schemas.microsoft.com/office/drawing/2014/main" id="{6C80506E-A8F4-0ED3-A943-12BA5890F78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452568" y="1471079"/>
              <a:ext cx="418321" cy="187684"/>
            </a:xfrm>
            <a:prstGeom prst="rect">
              <a:avLst/>
            </a:prstGeom>
          </p:spPr>
        </p:pic>
        <p:pic>
          <p:nvPicPr>
            <p:cNvPr id="60" name="図 59" descr="ロゴ&#10;&#10;AI 生成コンテンツは誤りを含む可能性があります。">
              <a:extLst>
                <a:ext uri="{FF2B5EF4-FFF2-40B4-BE49-F238E27FC236}">
                  <a16:creationId xmlns:a16="http://schemas.microsoft.com/office/drawing/2014/main" id="{820BC06E-8343-C0EF-5621-5207BAC7AD5D}"/>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766201" y="4693939"/>
              <a:ext cx="418321" cy="187684"/>
            </a:xfrm>
            <a:prstGeom prst="rect">
              <a:avLst/>
            </a:prstGeom>
          </p:spPr>
        </p:pic>
        <p:pic>
          <p:nvPicPr>
            <p:cNvPr id="62" name="図 61" descr="テキスト が含まれている画像&#10;&#10;AI 生成コンテンツは誤りを含む可能性があります。">
              <a:extLst>
                <a:ext uri="{FF2B5EF4-FFF2-40B4-BE49-F238E27FC236}">
                  <a16:creationId xmlns:a16="http://schemas.microsoft.com/office/drawing/2014/main" id="{68223657-A813-EDD0-8B55-B91FACAC4A1D}"/>
                </a:ext>
              </a:extLst>
            </p:cNvPr>
            <p:cNvPicPr>
              <a:picLocks noChangeAspect="1"/>
            </p:cNvPicPr>
            <p:nvPr/>
          </p:nvPicPr>
          <p:blipFill>
            <a:blip r:embed="rId5">
              <a:extLst>
                <a:ext uri="{28A0092B-C50C-407E-A947-70E740481C1C}">
                  <a14:useLocalDpi xmlns:a14="http://schemas.microsoft.com/office/drawing/2010/main" val="0"/>
                </a:ext>
              </a:extLst>
            </a:blip>
            <a:srcRect l="51989" t="22679" r="26797" b="50636"/>
            <a:stretch>
              <a:fillRect/>
            </a:stretch>
          </p:blipFill>
          <p:spPr>
            <a:xfrm>
              <a:off x="2726897" y="2266336"/>
              <a:ext cx="338886" cy="321555"/>
            </a:xfrm>
            <a:prstGeom prst="rect">
              <a:avLst/>
            </a:prstGeom>
          </p:spPr>
        </p:pic>
        <p:pic>
          <p:nvPicPr>
            <p:cNvPr id="64" name="図 63" descr="テキスト が含まれている画像&#10;&#10;AI 生成コンテンツは誤りを含む可能性があります。">
              <a:extLst>
                <a:ext uri="{FF2B5EF4-FFF2-40B4-BE49-F238E27FC236}">
                  <a16:creationId xmlns:a16="http://schemas.microsoft.com/office/drawing/2014/main" id="{AC4F25B8-AA95-7C68-CC11-FE401B4BF5CD}"/>
                </a:ext>
              </a:extLst>
            </p:cNvPr>
            <p:cNvPicPr>
              <a:picLocks noChangeAspect="1"/>
            </p:cNvPicPr>
            <p:nvPr/>
          </p:nvPicPr>
          <p:blipFill>
            <a:blip r:embed="rId5">
              <a:extLst>
                <a:ext uri="{28A0092B-C50C-407E-A947-70E740481C1C}">
                  <a14:useLocalDpi xmlns:a14="http://schemas.microsoft.com/office/drawing/2010/main" val="0"/>
                </a:ext>
              </a:extLst>
            </a:blip>
            <a:srcRect l="51989" t="22679" r="26797" b="50636"/>
            <a:stretch>
              <a:fillRect/>
            </a:stretch>
          </p:blipFill>
          <p:spPr>
            <a:xfrm>
              <a:off x="3056158" y="3627450"/>
              <a:ext cx="338886" cy="321555"/>
            </a:xfrm>
            <a:prstGeom prst="rect">
              <a:avLst/>
            </a:prstGeom>
          </p:spPr>
        </p:pic>
        <p:pic>
          <p:nvPicPr>
            <p:cNvPr id="66" name="図 65" descr="アイコン&#10;&#10;AI 生成コンテンツは誤りを含む可能性があります。">
              <a:extLst>
                <a:ext uri="{FF2B5EF4-FFF2-40B4-BE49-F238E27FC236}">
                  <a16:creationId xmlns:a16="http://schemas.microsoft.com/office/drawing/2014/main" id="{C7339A5F-9865-5983-43CC-FC6E06D27B7A}"/>
                </a:ext>
              </a:extLst>
            </p:cNvPr>
            <p:cNvPicPr>
              <a:picLocks noChangeAspect="1"/>
            </p:cNvPicPr>
            <p:nvPr/>
          </p:nvPicPr>
          <p:blipFill>
            <a:blip r:embed="rId6">
              <a:extLst>
                <a:ext uri="{BEBA8EAE-BF5A-486C-A8C5-ECC9F3942E4B}">
                  <a14:imgProps xmlns:a14="http://schemas.microsoft.com/office/drawing/2010/main">
                    <a14:imgLayer r:embed="rId7">
                      <a14:imgEffect>
                        <a14:backgroundRemoval t="10000" b="90000" l="10000" r="90000">
                          <a14:foregroundMark x1="52930" y1="26285" x2="63018" y2="25153"/>
                          <a14:foregroundMark x1="35146" y1="28280" x2="44051" y2="27281"/>
                          <a14:foregroundMark x1="63018" y1="25153" x2="67369" y2="37458"/>
                          <a14:foregroundMark x1="67369" y1="37458" x2="53637" y2="54997"/>
                          <a14:foregroundMark x1="52494" y1="67245" x2="51462" y2="78314"/>
                          <a14:foregroundMark x1="53637" y1="54997" x2="52984" y2="61999"/>
                          <a14:foregroundMark x1="53161" y1="53841" x2="57512" y2="38817"/>
                          <a14:foregroundMark x1="57512" y1="38817" x2="65806" y2="28892"/>
                          <a14:foregroundMark x1="65806" y1="28892" x2="66010" y2="28892"/>
                          <a14:foregroundMark x1="34262" y1="30659" x2="47247" y2="21482"/>
                          <a14:foregroundMark x1="47247" y1="21482" x2="58192" y2="21686"/>
                          <a14:foregroundMark x1="58192" y1="21686" x2="70428" y2="35418"/>
                          <a14:foregroundMark x1="70428" y1="35418" x2="57036" y2="44392"/>
                          <a14:foregroundMark x1="57036" y1="44392" x2="51666" y2="54181"/>
                          <a14:foregroundMark x1="51666" y1="54181" x2="48199" y2="55133"/>
                          <a14:foregroundMark x1="48878" y1="80014" x2="58150" y2="81212"/>
                          <a14:foregroundMark x1="57914" y1="81609" x2="48266" y2="81713"/>
                          <a14:foregroundMark x1="48266" y1="81713" x2="49082" y2="77634"/>
                          <a14:foregroundMark x1="47587" y1="81713" x2="41128" y2="72808"/>
                          <a14:foregroundMark x1="41128" y1="72808" x2="48199" y2="82393"/>
                          <a14:foregroundMark x1="34058" y1="36438" x2="29534" y2="26583"/>
                          <a14:foregroundMark x1="30393" y1="24621" x2="39769" y2="17335"/>
                          <a14:foregroundMark x1="39769" y1="17335" x2="50918" y2="17675"/>
                          <a14:foregroundMark x1="50918" y1="17675" x2="64718" y2="23725"/>
                          <a14:foregroundMark x1="64718" y1="23725" x2="43168" y2="17743"/>
                          <a14:foregroundMark x1="43168" y1="17743" x2="47791" y2="17743"/>
                          <a14:backgroundMark x1="22230" y1="25017" x2="22502" y2="60775"/>
                          <a14:backgroundMark x1="22502" y1="60775" x2="36302" y2="57240"/>
                          <a14:backgroundMark x1="36302" y1="57240" x2="39973" y2="44935"/>
                          <a14:backgroundMark x1="39973" y1="44935" x2="49218" y2="36166"/>
                          <a14:backgroundMark x1="49218" y1="36166" x2="49490" y2="34738"/>
                          <a14:backgroundMark x1="44324" y1="66485" x2="60639" y2="66077"/>
                          <a14:backgroundMark x1="60639" y1="66077" x2="62135" y2="66077"/>
                          <a14:backgroundMark x1="48674" y1="64990" x2="64514" y2="64990"/>
                          <a14:backgroundMark x1="60843" y1="79538" x2="59619" y2="83005"/>
                          <a14:backgroundMark x1="58736" y1="81917" x2="58736" y2="80625"/>
                          <a14:backgroundMark x1="57852" y1="81713" x2="61523" y2="81305"/>
                          <a14:backgroundMark x1="52277" y1="61999" x2="52277" y2="64990"/>
                          <a14:backgroundMark x1="46091" y1="26581" x2="53161" y2="25901"/>
                          <a14:backgroundMark x1="45207" y1="26581" x2="45207" y2="28688"/>
                          <a14:backgroundMark x1="29980" y1="26105" x2="25017" y2="23114"/>
                          <a14:backgroundMark x1="30795" y1="25493" x2="28892" y2="24201"/>
                        </a14:backgroundRemoval>
                      </a14:imgEffect>
                    </a14:imgLayer>
                  </a14:imgProps>
                </a:ext>
                <a:ext uri="{28A0092B-C50C-407E-A947-70E740481C1C}">
                  <a14:useLocalDpi xmlns:a14="http://schemas.microsoft.com/office/drawing/2010/main" val="0"/>
                </a:ext>
              </a:extLst>
            </a:blip>
            <a:stretch>
              <a:fillRect/>
            </a:stretch>
          </p:blipFill>
          <p:spPr>
            <a:xfrm>
              <a:off x="4863634" y="1581066"/>
              <a:ext cx="444668" cy="444668"/>
            </a:xfrm>
            <a:prstGeom prst="rect">
              <a:avLst/>
            </a:prstGeom>
          </p:spPr>
        </p:pic>
        <p:pic>
          <p:nvPicPr>
            <p:cNvPr id="67" name="図 66" descr="アイコン&#10;&#10;AI 生成コンテンツは誤りを含む可能性があります。">
              <a:extLst>
                <a:ext uri="{FF2B5EF4-FFF2-40B4-BE49-F238E27FC236}">
                  <a16:creationId xmlns:a16="http://schemas.microsoft.com/office/drawing/2014/main" id="{0C320BDF-4998-7F65-53D1-DF6CE3189594}"/>
                </a:ext>
              </a:extLst>
            </p:cNvPr>
            <p:cNvPicPr>
              <a:picLocks noChangeAspect="1"/>
            </p:cNvPicPr>
            <p:nvPr/>
          </p:nvPicPr>
          <p:blipFill>
            <a:blip r:embed="rId6">
              <a:extLst>
                <a:ext uri="{BEBA8EAE-BF5A-486C-A8C5-ECC9F3942E4B}">
                  <a14:imgProps xmlns:a14="http://schemas.microsoft.com/office/drawing/2010/main">
                    <a14:imgLayer r:embed="rId7">
                      <a14:imgEffect>
                        <a14:backgroundRemoval t="10000" b="90000" l="10000" r="90000">
                          <a14:foregroundMark x1="52930" y1="26285" x2="63018" y2="25153"/>
                          <a14:foregroundMark x1="35146" y1="28280" x2="44051" y2="27281"/>
                          <a14:foregroundMark x1="63018" y1="25153" x2="67369" y2="37458"/>
                          <a14:foregroundMark x1="67369" y1="37458" x2="53637" y2="54997"/>
                          <a14:foregroundMark x1="52494" y1="67245" x2="51462" y2="78314"/>
                          <a14:foregroundMark x1="53637" y1="54997" x2="52984" y2="61999"/>
                          <a14:foregroundMark x1="53161" y1="53841" x2="57512" y2="38817"/>
                          <a14:foregroundMark x1="57512" y1="38817" x2="65806" y2="28892"/>
                          <a14:foregroundMark x1="65806" y1="28892" x2="66010" y2="28892"/>
                          <a14:foregroundMark x1="34262" y1="30659" x2="47247" y2="21482"/>
                          <a14:foregroundMark x1="47247" y1="21482" x2="58192" y2="21686"/>
                          <a14:foregroundMark x1="58192" y1="21686" x2="70428" y2="35418"/>
                          <a14:foregroundMark x1="70428" y1="35418" x2="57036" y2="44392"/>
                          <a14:foregroundMark x1="57036" y1="44392" x2="51666" y2="54181"/>
                          <a14:foregroundMark x1="51666" y1="54181" x2="48199" y2="55133"/>
                          <a14:foregroundMark x1="48878" y1="80014" x2="58150" y2="81212"/>
                          <a14:foregroundMark x1="57914" y1="81609" x2="48266" y2="81713"/>
                          <a14:foregroundMark x1="48266" y1="81713" x2="49082" y2="77634"/>
                          <a14:foregroundMark x1="47587" y1="81713" x2="41128" y2="72808"/>
                          <a14:foregroundMark x1="41128" y1="72808" x2="48199" y2="82393"/>
                          <a14:foregroundMark x1="34058" y1="36438" x2="29534" y2="26583"/>
                          <a14:foregroundMark x1="30393" y1="24621" x2="39769" y2="17335"/>
                          <a14:foregroundMark x1="39769" y1="17335" x2="50918" y2="17675"/>
                          <a14:foregroundMark x1="50918" y1="17675" x2="64718" y2="23725"/>
                          <a14:foregroundMark x1="64718" y1="23725" x2="43168" y2="17743"/>
                          <a14:foregroundMark x1="43168" y1="17743" x2="47791" y2="17743"/>
                          <a14:backgroundMark x1="22230" y1="25017" x2="22502" y2="60775"/>
                          <a14:backgroundMark x1="22502" y1="60775" x2="36302" y2="57240"/>
                          <a14:backgroundMark x1="36302" y1="57240" x2="39973" y2="44935"/>
                          <a14:backgroundMark x1="39973" y1="44935" x2="49218" y2="36166"/>
                          <a14:backgroundMark x1="49218" y1="36166" x2="49490" y2="34738"/>
                          <a14:backgroundMark x1="44324" y1="66485" x2="60639" y2="66077"/>
                          <a14:backgroundMark x1="60639" y1="66077" x2="62135" y2="66077"/>
                          <a14:backgroundMark x1="48674" y1="64990" x2="64514" y2="64990"/>
                          <a14:backgroundMark x1="60843" y1="79538" x2="59619" y2="83005"/>
                          <a14:backgroundMark x1="58736" y1="81917" x2="58736" y2="80625"/>
                          <a14:backgroundMark x1="57852" y1="81713" x2="61523" y2="81305"/>
                          <a14:backgroundMark x1="52277" y1="61999" x2="52277" y2="64990"/>
                          <a14:backgroundMark x1="46091" y1="26581" x2="53161" y2="25901"/>
                          <a14:backgroundMark x1="45207" y1="26581" x2="45207" y2="28688"/>
                          <a14:backgroundMark x1="29980" y1="26105" x2="25017" y2="23114"/>
                          <a14:backgroundMark x1="30795" y1="25493" x2="28892" y2="24201"/>
                        </a14:backgroundRemoval>
                      </a14:imgEffect>
                    </a14:imgLayer>
                  </a14:imgProps>
                </a:ext>
                <a:ext uri="{28A0092B-C50C-407E-A947-70E740481C1C}">
                  <a14:useLocalDpi xmlns:a14="http://schemas.microsoft.com/office/drawing/2010/main" val="0"/>
                </a:ext>
              </a:extLst>
            </a:blip>
            <a:stretch>
              <a:fillRect/>
            </a:stretch>
          </p:blipFill>
          <p:spPr>
            <a:xfrm>
              <a:off x="4926167" y="3561834"/>
              <a:ext cx="444668" cy="444668"/>
            </a:xfrm>
            <a:prstGeom prst="rect">
              <a:avLst/>
            </a:prstGeom>
          </p:spPr>
        </p:pic>
        <p:pic>
          <p:nvPicPr>
            <p:cNvPr id="68" name="図 67" descr="アイコン&#10;&#10;AI 生成コンテンツは誤りを含む可能性があります。">
              <a:extLst>
                <a:ext uri="{FF2B5EF4-FFF2-40B4-BE49-F238E27FC236}">
                  <a16:creationId xmlns:a16="http://schemas.microsoft.com/office/drawing/2014/main" id="{29928452-8E3A-C992-7E7C-9C620738BF1F}"/>
                </a:ext>
              </a:extLst>
            </p:cNvPr>
            <p:cNvPicPr>
              <a:picLocks noChangeAspect="1"/>
            </p:cNvPicPr>
            <p:nvPr/>
          </p:nvPicPr>
          <p:blipFill>
            <a:blip r:embed="rId6">
              <a:extLst>
                <a:ext uri="{BEBA8EAE-BF5A-486C-A8C5-ECC9F3942E4B}">
                  <a14:imgProps xmlns:a14="http://schemas.microsoft.com/office/drawing/2010/main">
                    <a14:imgLayer r:embed="rId7">
                      <a14:imgEffect>
                        <a14:backgroundRemoval t="10000" b="90000" l="10000" r="90000">
                          <a14:foregroundMark x1="52930" y1="26285" x2="63018" y2="25153"/>
                          <a14:foregroundMark x1="35146" y1="28280" x2="44051" y2="27281"/>
                          <a14:foregroundMark x1="63018" y1="25153" x2="67369" y2="37458"/>
                          <a14:foregroundMark x1="67369" y1="37458" x2="53637" y2="54997"/>
                          <a14:foregroundMark x1="52494" y1="67245" x2="51462" y2="78314"/>
                          <a14:foregroundMark x1="53637" y1="54997" x2="52984" y2="61999"/>
                          <a14:foregroundMark x1="53161" y1="53841" x2="57512" y2="38817"/>
                          <a14:foregroundMark x1="57512" y1="38817" x2="65806" y2="28892"/>
                          <a14:foregroundMark x1="65806" y1="28892" x2="66010" y2="28892"/>
                          <a14:foregroundMark x1="34262" y1="30659" x2="47247" y2="21482"/>
                          <a14:foregroundMark x1="47247" y1="21482" x2="58192" y2="21686"/>
                          <a14:foregroundMark x1="58192" y1="21686" x2="70428" y2="35418"/>
                          <a14:foregroundMark x1="70428" y1="35418" x2="57036" y2="44392"/>
                          <a14:foregroundMark x1="57036" y1="44392" x2="51666" y2="54181"/>
                          <a14:foregroundMark x1="51666" y1="54181" x2="48199" y2="55133"/>
                          <a14:foregroundMark x1="48878" y1="80014" x2="58150" y2="81212"/>
                          <a14:foregroundMark x1="57914" y1="81609" x2="48266" y2="81713"/>
                          <a14:foregroundMark x1="48266" y1="81713" x2="49082" y2="77634"/>
                          <a14:foregroundMark x1="47587" y1="81713" x2="41128" y2="72808"/>
                          <a14:foregroundMark x1="41128" y1="72808" x2="48199" y2="82393"/>
                          <a14:foregroundMark x1="34058" y1="36438" x2="29534" y2="26583"/>
                          <a14:foregroundMark x1="30393" y1="24621" x2="39769" y2="17335"/>
                          <a14:foregroundMark x1="39769" y1="17335" x2="50918" y2="17675"/>
                          <a14:foregroundMark x1="50918" y1="17675" x2="64718" y2="23725"/>
                          <a14:foregroundMark x1="64718" y1="23725" x2="43168" y2="17743"/>
                          <a14:foregroundMark x1="43168" y1="17743" x2="47791" y2="17743"/>
                          <a14:backgroundMark x1="22230" y1="25017" x2="22502" y2="60775"/>
                          <a14:backgroundMark x1="22502" y1="60775" x2="36302" y2="57240"/>
                          <a14:backgroundMark x1="36302" y1="57240" x2="39973" y2="44935"/>
                          <a14:backgroundMark x1="39973" y1="44935" x2="49218" y2="36166"/>
                          <a14:backgroundMark x1="49218" y1="36166" x2="49490" y2="34738"/>
                          <a14:backgroundMark x1="44324" y1="66485" x2="60639" y2="66077"/>
                          <a14:backgroundMark x1="60639" y1="66077" x2="62135" y2="66077"/>
                          <a14:backgroundMark x1="48674" y1="64990" x2="64514" y2="64990"/>
                          <a14:backgroundMark x1="60843" y1="79538" x2="59619" y2="83005"/>
                          <a14:backgroundMark x1="58736" y1="81917" x2="58736" y2="80625"/>
                          <a14:backgroundMark x1="57852" y1="81713" x2="61523" y2="81305"/>
                          <a14:backgroundMark x1="52277" y1="61999" x2="52277" y2="64990"/>
                          <a14:backgroundMark x1="46091" y1="26581" x2="53161" y2="25901"/>
                          <a14:backgroundMark x1="45207" y1="26581" x2="45207" y2="28688"/>
                          <a14:backgroundMark x1="29980" y1="26105" x2="25017" y2="23114"/>
                          <a14:backgroundMark x1="30795" y1="25493" x2="28892" y2="24201"/>
                        </a14:backgroundRemoval>
                      </a14:imgEffect>
                    </a14:imgLayer>
                  </a14:imgProps>
                </a:ext>
                <a:ext uri="{28A0092B-C50C-407E-A947-70E740481C1C}">
                  <a14:useLocalDpi xmlns:a14="http://schemas.microsoft.com/office/drawing/2010/main" val="0"/>
                </a:ext>
              </a:extLst>
            </a:blip>
            <a:stretch>
              <a:fillRect/>
            </a:stretch>
          </p:blipFill>
          <p:spPr>
            <a:xfrm>
              <a:off x="2364011" y="4640039"/>
              <a:ext cx="444668" cy="444668"/>
            </a:xfrm>
            <a:prstGeom prst="rect">
              <a:avLst/>
            </a:prstGeom>
          </p:spPr>
        </p:pic>
        <p:pic>
          <p:nvPicPr>
            <p:cNvPr id="69" name="図 68" descr="アイコン&#10;&#10;AI 生成コンテンツは誤りを含む可能性があります。">
              <a:extLst>
                <a:ext uri="{FF2B5EF4-FFF2-40B4-BE49-F238E27FC236}">
                  <a16:creationId xmlns:a16="http://schemas.microsoft.com/office/drawing/2014/main" id="{8EF3CEB7-CF81-26FC-CA20-4575F2BF11E0}"/>
                </a:ext>
              </a:extLst>
            </p:cNvPr>
            <p:cNvPicPr>
              <a:picLocks noChangeAspect="1"/>
            </p:cNvPicPr>
            <p:nvPr/>
          </p:nvPicPr>
          <p:blipFill>
            <a:blip r:embed="rId6">
              <a:extLst>
                <a:ext uri="{BEBA8EAE-BF5A-486C-A8C5-ECC9F3942E4B}">
                  <a14:imgProps xmlns:a14="http://schemas.microsoft.com/office/drawing/2010/main">
                    <a14:imgLayer r:embed="rId7">
                      <a14:imgEffect>
                        <a14:backgroundRemoval t="10000" b="90000" l="10000" r="90000">
                          <a14:foregroundMark x1="52930" y1="26285" x2="63018" y2="25153"/>
                          <a14:foregroundMark x1="35146" y1="28280" x2="44051" y2="27281"/>
                          <a14:foregroundMark x1="63018" y1="25153" x2="67369" y2="37458"/>
                          <a14:foregroundMark x1="67369" y1="37458" x2="53637" y2="54997"/>
                          <a14:foregroundMark x1="52494" y1="67245" x2="51462" y2="78314"/>
                          <a14:foregroundMark x1="53637" y1="54997" x2="52984" y2="61999"/>
                          <a14:foregroundMark x1="53161" y1="53841" x2="57512" y2="38817"/>
                          <a14:foregroundMark x1="57512" y1="38817" x2="65806" y2="28892"/>
                          <a14:foregroundMark x1="65806" y1="28892" x2="66010" y2="28892"/>
                          <a14:foregroundMark x1="34262" y1="30659" x2="47247" y2="21482"/>
                          <a14:foregroundMark x1="47247" y1="21482" x2="58192" y2="21686"/>
                          <a14:foregroundMark x1="58192" y1="21686" x2="70428" y2="35418"/>
                          <a14:foregroundMark x1="70428" y1="35418" x2="57036" y2="44392"/>
                          <a14:foregroundMark x1="57036" y1="44392" x2="51666" y2="54181"/>
                          <a14:foregroundMark x1="51666" y1="54181" x2="48199" y2="55133"/>
                          <a14:foregroundMark x1="48878" y1="80014" x2="58150" y2="81212"/>
                          <a14:foregroundMark x1="57914" y1="81609" x2="48266" y2="81713"/>
                          <a14:foregroundMark x1="48266" y1="81713" x2="49082" y2="77634"/>
                          <a14:foregroundMark x1="47587" y1="81713" x2="41128" y2="72808"/>
                          <a14:foregroundMark x1="41128" y1="72808" x2="48199" y2="82393"/>
                          <a14:foregroundMark x1="34058" y1="36438" x2="29534" y2="26583"/>
                          <a14:foregroundMark x1="30393" y1="24621" x2="39769" y2="17335"/>
                          <a14:foregroundMark x1="39769" y1="17335" x2="50918" y2="17675"/>
                          <a14:foregroundMark x1="50918" y1="17675" x2="64718" y2="23725"/>
                          <a14:foregroundMark x1="64718" y1="23725" x2="43168" y2="17743"/>
                          <a14:foregroundMark x1="43168" y1="17743" x2="47791" y2="17743"/>
                          <a14:backgroundMark x1="22230" y1="25017" x2="22502" y2="60775"/>
                          <a14:backgroundMark x1="22502" y1="60775" x2="36302" y2="57240"/>
                          <a14:backgroundMark x1="36302" y1="57240" x2="39973" y2="44935"/>
                          <a14:backgroundMark x1="39973" y1="44935" x2="49218" y2="36166"/>
                          <a14:backgroundMark x1="49218" y1="36166" x2="49490" y2="34738"/>
                          <a14:backgroundMark x1="44324" y1="66485" x2="60639" y2="66077"/>
                          <a14:backgroundMark x1="60639" y1="66077" x2="62135" y2="66077"/>
                          <a14:backgroundMark x1="48674" y1="64990" x2="64514" y2="64990"/>
                          <a14:backgroundMark x1="60843" y1="79538" x2="59619" y2="83005"/>
                          <a14:backgroundMark x1="58736" y1="81917" x2="58736" y2="80625"/>
                          <a14:backgroundMark x1="57852" y1="81713" x2="61523" y2="81305"/>
                          <a14:backgroundMark x1="52277" y1="61999" x2="52277" y2="64990"/>
                          <a14:backgroundMark x1="46091" y1="26581" x2="53161" y2="25901"/>
                          <a14:backgroundMark x1="45207" y1="26581" x2="45207" y2="28688"/>
                          <a14:backgroundMark x1="29980" y1="26105" x2="25017" y2="23114"/>
                          <a14:backgroundMark x1="30795" y1="25493" x2="28892" y2="24201"/>
                        </a14:backgroundRemoval>
                      </a14:imgEffect>
                    </a14:imgLayer>
                  </a14:imgProps>
                </a:ext>
                <a:ext uri="{28A0092B-C50C-407E-A947-70E740481C1C}">
                  <a14:useLocalDpi xmlns:a14="http://schemas.microsoft.com/office/drawing/2010/main" val="0"/>
                </a:ext>
              </a:extLst>
            </a:blip>
            <a:stretch>
              <a:fillRect/>
            </a:stretch>
          </p:blipFill>
          <p:spPr>
            <a:xfrm>
              <a:off x="4478451" y="2414905"/>
              <a:ext cx="444668" cy="444668"/>
            </a:xfrm>
            <a:prstGeom prst="rect">
              <a:avLst/>
            </a:prstGeom>
          </p:spPr>
        </p:pic>
      </p:grpSp>
      <p:grpSp>
        <p:nvGrpSpPr>
          <p:cNvPr id="19" name="グループ化 18">
            <a:extLst>
              <a:ext uri="{FF2B5EF4-FFF2-40B4-BE49-F238E27FC236}">
                <a16:creationId xmlns:a16="http://schemas.microsoft.com/office/drawing/2014/main" id="{1F72B2CB-78E5-3882-C19F-6AD65AC95E70}"/>
              </a:ext>
            </a:extLst>
          </p:cNvPr>
          <p:cNvGrpSpPr/>
          <p:nvPr/>
        </p:nvGrpSpPr>
        <p:grpSpPr>
          <a:xfrm>
            <a:off x="4370836" y="5084707"/>
            <a:ext cx="575506" cy="424829"/>
            <a:chOff x="7658100" y="3889667"/>
            <a:chExt cx="575506" cy="424829"/>
          </a:xfrm>
        </p:grpSpPr>
        <p:sp>
          <p:nvSpPr>
            <p:cNvPr id="71" name="吹き出し: 円形 70">
              <a:extLst>
                <a:ext uri="{FF2B5EF4-FFF2-40B4-BE49-F238E27FC236}">
                  <a16:creationId xmlns:a16="http://schemas.microsoft.com/office/drawing/2014/main" id="{CA2BB1F9-FA1A-42D1-89A6-545162BEF316}"/>
                </a:ext>
              </a:extLst>
            </p:cNvPr>
            <p:cNvSpPr/>
            <p:nvPr/>
          </p:nvSpPr>
          <p:spPr>
            <a:xfrm>
              <a:off x="7658100" y="3889667"/>
              <a:ext cx="575506" cy="424829"/>
            </a:xfrm>
            <a:prstGeom prst="wedgeEllipseCallout">
              <a:avLst>
                <a:gd name="adj1" fmla="val 70195"/>
                <a:gd name="adj2" fmla="val 17659"/>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3200" b="1" dirty="0">
                <a:solidFill>
                  <a:schemeClr val="accent1"/>
                </a:solidFill>
                <a:latin typeface="Cambria Math" panose="02040503050406030204" pitchFamily="18" charset="0"/>
              </a:endParaRPr>
            </a:p>
          </p:txBody>
        </p:sp>
        <p:pic>
          <p:nvPicPr>
            <p:cNvPr id="73" name="グラフィックス 72" descr="チェック マーク 単色塗りつぶし">
              <a:extLst>
                <a:ext uri="{FF2B5EF4-FFF2-40B4-BE49-F238E27FC236}">
                  <a16:creationId xmlns:a16="http://schemas.microsoft.com/office/drawing/2014/main" id="{22680B0C-8B18-7A1D-14DC-11D0CDC29B71}"/>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7754060" y="3913981"/>
              <a:ext cx="367581" cy="367581"/>
            </a:xfrm>
            <a:prstGeom prst="rect">
              <a:avLst/>
            </a:prstGeom>
          </p:spPr>
        </p:pic>
      </p:grpSp>
      <p:sp>
        <p:nvSpPr>
          <p:cNvPr id="2" name="矢印: 山形 1">
            <a:extLst>
              <a:ext uri="{FF2B5EF4-FFF2-40B4-BE49-F238E27FC236}">
                <a16:creationId xmlns:a16="http://schemas.microsoft.com/office/drawing/2014/main" id="{6C04E7E1-27BE-4BE8-C6C9-458E86FBDE41}"/>
              </a:ext>
            </a:extLst>
          </p:cNvPr>
          <p:cNvSpPr/>
          <p:nvPr/>
        </p:nvSpPr>
        <p:spPr>
          <a:xfrm>
            <a:off x="5975822" y="2669002"/>
            <a:ext cx="484632" cy="1400699"/>
          </a:xfrm>
          <a:prstGeom prst="chevron">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solidFill>
            </a:endParaRPr>
          </a:p>
        </p:txBody>
      </p:sp>
      <p:sp>
        <p:nvSpPr>
          <p:cNvPr id="3" name="矢印: 山形 2">
            <a:extLst>
              <a:ext uri="{FF2B5EF4-FFF2-40B4-BE49-F238E27FC236}">
                <a16:creationId xmlns:a16="http://schemas.microsoft.com/office/drawing/2014/main" id="{9BEB966A-47A6-13C4-1F15-5AB9B285CB0E}"/>
              </a:ext>
            </a:extLst>
          </p:cNvPr>
          <p:cNvSpPr/>
          <p:nvPr/>
        </p:nvSpPr>
        <p:spPr>
          <a:xfrm flipH="1">
            <a:off x="500722" y="2728649"/>
            <a:ext cx="484632" cy="1400699"/>
          </a:xfrm>
          <a:prstGeom prst="chevron">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grpSp>
        <p:nvGrpSpPr>
          <p:cNvPr id="47" name="グループ化 46">
            <a:extLst>
              <a:ext uri="{FF2B5EF4-FFF2-40B4-BE49-F238E27FC236}">
                <a16:creationId xmlns:a16="http://schemas.microsoft.com/office/drawing/2014/main" id="{398DD93C-3E0A-237A-1ABB-0BB0670942E6}"/>
              </a:ext>
            </a:extLst>
          </p:cNvPr>
          <p:cNvGrpSpPr/>
          <p:nvPr/>
        </p:nvGrpSpPr>
        <p:grpSpPr>
          <a:xfrm>
            <a:off x="7473821" y="371475"/>
            <a:ext cx="4348066" cy="3979700"/>
            <a:chOff x="7473821" y="371475"/>
            <a:chExt cx="4348066" cy="3979700"/>
          </a:xfrm>
        </p:grpSpPr>
        <p:grpSp>
          <p:nvGrpSpPr>
            <p:cNvPr id="5" name="グループ化 4">
              <a:extLst>
                <a:ext uri="{FF2B5EF4-FFF2-40B4-BE49-F238E27FC236}">
                  <a16:creationId xmlns:a16="http://schemas.microsoft.com/office/drawing/2014/main" id="{FAD1EA29-09B2-84F0-BC45-E8E0D747104F}"/>
                </a:ext>
              </a:extLst>
            </p:cNvPr>
            <p:cNvGrpSpPr/>
            <p:nvPr/>
          </p:nvGrpSpPr>
          <p:grpSpPr>
            <a:xfrm>
              <a:off x="8430208" y="3788228"/>
              <a:ext cx="2435291" cy="562947"/>
              <a:chOff x="8430208" y="3788228"/>
              <a:chExt cx="2435291" cy="562947"/>
            </a:xfrm>
          </p:grpSpPr>
          <p:sp>
            <p:nvSpPr>
              <p:cNvPr id="6" name="四角形: 角を丸くする 5">
                <a:extLst>
                  <a:ext uri="{FF2B5EF4-FFF2-40B4-BE49-F238E27FC236}">
                    <a16:creationId xmlns:a16="http://schemas.microsoft.com/office/drawing/2014/main" id="{97BE28D8-06AB-9648-88D0-A7D4941D271C}"/>
                  </a:ext>
                </a:extLst>
              </p:cNvPr>
              <p:cNvSpPr/>
              <p:nvPr/>
            </p:nvSpPr>
            <p:spPr>
              <a:xfrm>
                <a:off x="8430208" y="3788228"/>
                <a:ext cx="2435291" cy="562947"/>
              </a:xfrm>
              <a:prstGeom prst="roundRect">
                <a:avLst>
                  <a:gd name="adj" fmla="val 9570"/>
                </a:avLst>
              </a:prstGeom>
              <a:solidFill>
                <a:schemeClr val="accent6"/>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8" name="テキスト ボックス 7">
                <a:extLst>
                  <a:ext uri="{FF2B5EF4-FFF2-40B4-BE49-F238E27FC236}">
                    <a16:creationId xmlns:a16="http://schemas.microsoft.com/office/drawing/2014/main" id="{1D64D588-A65E-CEF7-EFC2-83F9A2238C87}"/>
                  </a:ext>
                </a:extLst>
              </p:cNvPr>
              <p:cNvSpPr txBox="1"/>
              <p:nvPr/>
            </p:nvSpPr>
            <p:spPr>
              <a:xfrm>
                <a:off x="9042559" y="3869646"/>
                <a:ext cx="1210588" cy="400110"/>
              </a:xfrm>
              <a:prstGeom prst="rect">
                <a:avLst/>
              </a:prstGeom>
              <a:noFill/>
            </p:spPr>
            <p:txBody>
              <a:bodyPr wrap="none" rtlCol="0">
                <a:spAutoFit/>
              </a:bodyPr>
              <a:lstStyle/>
              <a:p>
                <a:pPr algn="ctr"/>
                <a:r>
                  <a:rPr kumimoji="1" lang="ja-JP" altLang="en-US" sz="2000"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rPr>
                  <a:t>行動開始</a:t>
                </a:r>
              </a:p>
            </p:txBody>
          </p:sp>
        </p:grpSp>
        <p:grpSp>
          <p:nvGrpSpPr>
            <p:cNvPr id="54" name="グループ化 53">
              <a:extLst>
                <a:ext uri="{FF2B5EF4-FFF2-40B4-BE49-F238E27FC236}">
                  <a16:creationId xmlns:a16="http://schemas.microsoft.com/office/drawing/2014/main" id="{F5C9E3CB-223E-28AB-D1B0-8850A225F6DA}"/>
                </a:ext>
              </a:extLst>
            </p:cNvPr>
            <p:cNvGrpSpPr/>
            <p:nvPr/>
          </p:nvGrpSpPr>
          <p:grpSpPr>
            <a:xfrm>
              <a:off x="7473821" y="371475"/>
              <a:ext cx="4348066" cy="3416753"/>
              <a:chOff x="7473821" y="371475"/>
              <a:chExt cx="4348066" cy="3416753"/>
            </a:xfrm>
          </p:grpSpPr>
          <p:sp>
            <p:nvSpPr>
              <p:cNvPr id="4" name="四角形: 角を丸くする 3">
                <a:extLst>
                  <a:ext uri="{FF2B5EF4-FFF2-40B4-BE49-F238E27FC236}">
                    <a16:creationId xmlns:a16="http://schemas.microsoft.com/office/drawing/2014/main" id="{7DAAB04F-C6B6-DE10-36D0-4C177A2CBE12}"/>
                  </a:ext>
                </a:extLst>
              </p:cNvPr>
              <p:cNvSpPr/>
              <p:nvPr/>
            </p:nvSpPr>
            <p:spPr>
              <a:xfrm>
                <a:off x="7473821" y="371475"/>
                <a:ext cx="4348066" cy="3416753"/>
              </a:xfrm>
              <a:prstGeom prst="roundRect">
                <a:avLst>
                  <a:gd name="adj" fmla="val 9570"/>
                </a:avLst>
              </a:prstGeom>
              <a:solidFill>
                <a:schemeClr val="accent2">
                  <a:lumMod val="20000"/>
                  <a:lumOff val="8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43" name="グループ化 42">
                <a:extLst>
                  <a:ext uri="{FF2B5EF4-FFF2-40B4-BE49-F238E27FC236}">
                    <a16:creationId xmlns:a16="http://schemas.microsoft.com/office/drawing/2014/main" id="{3396E00E-F1FF-895D-8C29-41E173A203CA}"/>
                  </a:ext>
                </a:extLst>
              </p:cNvPr>
              <p:cNvGrpSpPr/>
              <p:nvPr/>
            </p:nvGrpSpPr>
            <p:grpSpPr>
              <a:xfrm>
                <a:off x="9883622" y="1019336"/>
                <a:ext cx="1616504" cy="1576846"/>
                <a:chOff x="9893147" y="1019336"/>
                <a:chExt cx="1616504" cy="1576846"/>
              </a:xfrm>
            </p:grpSpPr>
            <p:grpSp>
              <p:nvGrpSpPr>
                <p:cNvPr id="40" name="グループ化 39">
                  <a:extLst>
                    <a:ext uri="{FF2B5EF4-FFF2-40B4-BE49-F238E27FC236}">
                      <a16:creationId xmlns:a16="http://schemas.microsoft.com/office/drawing/2014/main" id="{1E900ECE-75E2-980B-4ABF-4A03A9F766B3}"/>
                    </a:ext>
                  </a:extLst>
                </p:cNvPr>
                <p:cNvGrpSpPr/>
                <p:nvPr/>
              </p:nvGrpSpPr>
              <p:grpSpPr>
                <a:xfrm>
                  <a:off x="11153582" y="1019336"/>
                  <a:ext cx="309733" cy="309733"/>
                  <a:chOff x="10988360" y="1302517"/>
                  <a:chExt cx="500867" cy="500867"/>
                </a:xfrm>
              </p:grpSpPr>
              <p:sp>
                <p:nvSpPr>
                  <p:cNvPr id="39" name="四角形: 角を丸くする 38">
                    <a:extLst>
                      <a:ext uri="{FF2B5EF4-FFF2-40B4-BE49-F238E27FC236}">
                        <a16:creationId xmlns:a16="http://schemas.microsoft.com/office/drawing/2014/main" id="{D004D68E-3C86-1817-256A-B00E77B11404}"/>
                      </a:ext>
                    </a:extLst>
                  </p:cNvPr>
                  <p:cNvSpPr/>
                  <p:nvPr/>
                </p:nvSpPr>
                <p:spPr>
                  <a:xfrm>
                    <a:off x="11022241" y="1325996"/>
                    <a:ext cx="446495" cy="458380"/>
                  </a:xfrm>
                  <a:prstGeom prst="roundRect">
                    <a:avLst>
                      <a:gd name="adj" fmla="val 9570"/>
                    </a:avLst>
                  </a:prstGeom>
                  <a:solidFill>
                    <a:schemeClr val="tx1">
                      <a:lumMod val="85000"/>
                      <a:lumOff val="15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pic>
                <p:nvPicPr>
                  <p:cNvPr id="36" name="図 35" descr="アイコン&#10;&#10;AI 生成コンテンツは誤りを含む可能性があります。">
                    <a:extLst>
                      <a:ext uri="{FF2B5EF4-FFF2-40B4-BE49-F238E27FC236}">
                        <a16:creationId xmlns:a16="http://schemas.microsoft.com/office/drawing/2014/main" id="{2573BD4F-9D4E-3B1A-0E7C-FBB5DB1F66A1}"/>
                      </a:ext>
                    </a:extLst>
                  </p:cNvPr>
                  <p:cNvPicPr>
                    <a:picLocks noChangeAspect="1"/>
                  </p:cNvPicPr>
                  <p:nvPr/>
                </p:nvPicPr>
                <p:blipFill>
                  <a:blip r:embed="rId9">
                    <a:biLevel thresh="25000"/>
                    <a:extLst>
                      <a:ext uri="{28A0092B-C50C-407E-A947-70E740481C1C}">
                        <a14:useLocalDpi xmlns:a14="http://schemas.microsoft.com/office/drawing/2010/main" val="0"/>
                      </a:ext>
                    </a:extLst>
                  </a:blip>
                  <a:stretch>
                    <a:fillRect/>
                  </a:stretch>
                </p:blipFill>
                <p:spPr>
                  <a:xfrm>
                    <a:off x="10988360" y="1302517"/>
                    <a:ext cx="500867" cy="500867"/>
                  </a:xfrm>
                  <a:prstGeom prst="rect">
                    <a:avLst/>
                  </a:prstGeom>
                </p:spPr>
              </p:pic>
            </p:grpSp>
            <p:sp>
              <p:nvSpPr>
                <p:cNvPr id="41" name="四角形: 角を丸くする 40">
                  <a:extLst>
                    <a:ext uri="{FF2B5EF4-FFF2-40B4-BE49-F238E27FC236}">
                      <a16:creationId xmlns:a16="http://schemas.microsoft.com/office/drawing/2014/main" id="{9D019DC0-2625-09BF-63CF-84B61B3CC747}"/>
                    </a:ext>
                  </a:extLst>
                </p:cNvPr>
                <p:cNvSpPr/>
                <p:nvPr/>
              </p:nvSpPr>
              <p:spPr>
                <a:xfrm>
                  <a:off x="9893147" y="1309944"/>
                  <a:ext cx="1616504" cy="1286238"/>
                </a:xfrm>
                <a:prstGeom prst="roundRect">
                  <a:avLst>
                    <a:gd name="adj" fmla="val 9570"/>
                  </a:avLst>
                </a:prstGeom>
                <a:no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sp>
            <p:nvSpPr>
              <p:cNvPr id="7" name="テキスト ボックス 6">
                <a:extLst>
                  <a:ext uri="{FF2B5EF4-FFF2-40B4-BE49-F238E27FC236}">
                    <a16:creationId xmlns:a16="http://schemas.microsoft.com/office/drawing/2014/main" id="{C8F2F1D4-B9AF-D56C-84E0-5D126DFA3E38}"/>
                  </a:ext>
                </a:extLst>
              </p:cNvPr>
              <p:cNvSpPr txBox="1"/>
              <p:nvPr/>
            </p:nvSpPr>
            <p:spPr>
              <a:xfrm>
                <a:off x="8786077" y="540229"/>
                <a:ext cx="1723549" cy="461665"/>
              </a:xfrm>
              <a:prstGeom prst="rect">
                <a:avLst/>
              </a:prstGeom>
              <a:noFill/>
            </p:spPr>
            <p:txBody>
              <a:bodyPr wrap="none" rtlCol="0">
                <a:spAutoFit/>
              </a:bodyPr>
              <a:lstStyle/>
              <a:p>
                <a:pPr algn="ctr"/>
                <a:r>
                  <a:rPr kumimoji="1" lang="ja-JP" altLang="en-US" sz="24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t>イベント名</a:t>
                </a:r>
              </a:p>
            </p:txBody>
          </p:sp>
          <p:sp>
            <p:nvSpPr>
              <p:cNvPr id="10" name="テキスト ボックス 9">
                <a:extLst>
                  <a:ext uri="{FF2B5EF4-FFF2-40B4-BE49-F238E27FC236}">
                    <a16:creationId xmlns:a16="http://schemas.microsoft.com/office/drawing/2014/main" id="{4AA2052A-15C5-F45C-66B8-95BE67F5AEC3}"/>
                  </a:ext>
                </a:extLst>
              </p:cNvPr>
              <p:cNvSpPr txBox="1"/>
              <p:nvPr/>
            </p:nvSpPr>
            <p:spPr>
              <a:xfrm>
                <a:off x="7776406" y="2915345"/>
                <a:ext cx="3179075" cy="707886"/>
              </a:xfrm>
              <a:prstGeom prst="rect">
                <a:avLst/>
              </a:prstGeom>
              <a:noFill/>
            </p:spPr>
            <p:txBody>
              <a:bodyPr wrap="none" rtlCol="0">
                <a:spAutoFit/>
              </a:bodyPr>
              <a:lstStyle/>
              <a:p>
                <a:r>
                  <a:rPr lang="ja-JP" altLang="en-US" sz="20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t>成功：レア鉱石獲得</a:t>
                </a:r>
                <a:br>
                  <a:rPr lang="en-US" altLang="ja-JP" sz="20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br>
                <a:r>
                  <a:rPr lang="ja-JP" altLang="en-US" sz="20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t>失敗：前衛の</a:t>
                </a:r>
                <a:r>
                  <a:rPr lang="en-US" altLang="ja-JP" sz="20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t>HP10</a:t>
                </a:r>
                <a:r>
                  <a:rPr lang="ja-JP" altLang="en-US" sz="20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t>％減少</a:t>
                </a:r>
              </a:p>
            </p:txBody>
          </p:sp>
          <p:grpSp>
            <p:nvGrpSpPr>
              <p:cNvPr id="11" name="グループ化 10">
                <a:extLst>
                  <a:ext uri="{FF2B5EF4-FFF2-40B4-BE49-F238E27FC236}">
                    <a16:creationId xmlns:a16="http://schemas.microsoft.com/office/drawing/2014/main" id="{DF38ECEA-96DD-4A00-0EBB-74ABC96948F4}"/>
                  </a:ext>
                </a:extLst>
              </p:cNvPr>
              <p:cNvGrpSpPr/>
              <p:nvPr/>
            </p:nvGrpSpPr>
            <p:grpSpPr>
              <a:xfrm>
                <a:off x="7776406" y="2344251"/>
                <a:ext cx="1814156" cy="458380"/>
                <a:chOff x="8430208" y="3788228"/>
                <a:chExt cx="2435291" cy="562947"/>
              </a:xfrm>
            </p:grpSpPr>
            <p:sp>
              <p:nvSpPr>
                <p:cNvPr id="13" name="四角形: 角を丸くする 12">
                  <a:extLst>
                    <a:ext uri="{FF2B5EF4-FFF2-40B4-BE49-F238E27FC236}">
                      <a16:creationId xmlns:a16="http://schemas.microsoft.com/office/drawing/2014/main" id="{D3B95927-0533-D80D-9BFA-49EC19237EFB}"/>
                    </a:ext>
                  </a:extLst>
                </p:cNvPr>
                <p:cNvSpPr/>
                <p:nvPr/>
              </p:nvSpPr>
              <p:spPr>
                <a:xfrm>
                  <a:off x="8430208" y="3788228"/>
                  <a:ext cx="2435291" cy="562947"/>
                </a:xfrm>
                <a:prstGeom prst="roundRect">
                  <a:avLst>
                    <a:gd name="adj" fmla="val 9570"/>
                  </a:avLst>
                </a:prstGeom>
                <a:solidFill>
                  <a:schemeClr val="accent2">
                    <a:lumMod val="75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7" name="テキスト ボックス 16">
                  <a:extLst>
                    <a:ext uri="{FF2B5EF4-FFF2-40B4-BE49-F238E27FC236}">
                      <a16:creationId xmlns:a16="http://schemas.microsoft.com/office/drawing/2014/main" id="{FCF68E57-F6C0-880B-7EC5-43C7A8CFB589}"/>
                    </a:ext>
                  </a:extLst>
                </p:cNvPr>
                <p:cNvSpPr txBox="1"/>
                <p:nvPr/>
              </p:nvSpPr>
              <p:spPr>
                <a:xfrm>
                  <a:off x="8487795" y="3822855"/>
                  <a:ext cx="2320116" cy="491384"/>
                </a:xfrm>
                <a:prstGeom prst="rect">
                  <a:avLst/>
                </a:prstGeom>
                <a:noFill/>
              </p:spPr>
              <p:txBody>
                <a:bodyPr wrap="none" rtlCol="0">
                  <a:spAutoFit/>
                </a:bodyPr>
                <a:lstStyle/>
                <a:p>
                  <a:pPr algn="ctr"/>
                  <a:r>
                    <a:rPr kumimoji="1" lang="ja-JP" altLang="en-US" sz="1400"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rPr>
                    <a:t>成功確率：</a:t>
                  </a:r>
                  <a:r>
                    <a:rPr kumimoji="1" lang="en-US" altLang="ja-JP" sz="2000"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rPr>
                    <a:t>000</a:t>
                  </a:r>
                  <a:r>
                    <a:rPr kumimoji="1" lang="ja-JP" altLang="en-US" sz="1400"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rPr>
                    <a:t>％</a:t>
                  </a:r>
                  <a:endParaRPr kumimoji="1" lang="ja-JP" altLang="en-US" sz="1600"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endParaRPr>
                </a:p>
              </p:txBody>
            </p:sp>
          </p:grpSp>
          <p:grpSp>
            <p:nvGrpSpPr>
              <p:cNvPr id="42" name="グループ化 41">
                <a:extLst>
                  <a:ext uri="{FF2B5EF4-FFF2-40B4-BE49-F238E27FC236}">
                    <a16:creationId xmlns:a16="http://schemas.microsoft.com/office/drawing/2014/main" id="{D3EF2A57-59C4-68D5-589D-FD8D9F4587F5}"/>
                  </a:ext>
                </a:extLst>
              </p:cNvPr>
              <p:cNvGrpSpPr/>
              <p:nvPr/>
            </p:nvGrpSpPr>
            <p:grpSpPr>
              <a:xfrm>
                <a:off x="9597293" y="1418282"/>
                <a:ext cx="1963887" cy="1442837"/>
                <a:chOff x="9597293" y="1418282"/>
                <a:chExt cx="1963887" cy="1442837"/>
              </a:xfrm>
            </p:grpSpPr>
            <p:grpSp>
              <p:nvGrpSpPr>
                <p:cNvPr id="27" name="グループ化 26">
                  <a:extLst>
                    <a:ext uri="{FF2B5EF4-FFF2-40B4-BE49-F238E27FC236}">
                      <a16:creationId xmlns:a16="http://schemas.microsoft.com/office/drawing/2014/main" id="{5D1A2AAB-6E9E-514E-93D0-16E064831483}"/>
                    </a:ext>
                  </a:extLst>
                </p:cNvPr>
                <p:cNvGrpSpPr/>
                <p:nvPr/>
              </p:nvGrpSpPr>
              <p:grpSpPr>
                <a:xfrm>
                  <a:off x="9597293" y="1418282"/>
                  <a:ext cx="1928732" cy="1442837"/>
                  <a:chOff x="9597293" y="1418282"/>
                  <a:chExt cx="1928732" cy="1442837"/>
                </a:xfrm>
              </p:grpSpPr>
              <p:sp>
                <p:nvSpPr>
                  <p:cNvPr id="23" name="四角形: 角を丸くする 22">
                    <a:extLst>
                      <a:ext uri="{FF2B5EF4-FFF2-40B4-BE49-F238E27FC236}">
                        <a16:creationId xmlns:a16="http://schemas.microsoft.com/office/drawing/2014/main" id="{513571A8-9AC2-03B3-51CF-795F95BE093D}"/>
                      </a:ext>
                    </a:extLst>
                  </p:cNvPr>
                  <p:cNvSpPr/>
                  <p:nvPr/>
                </p:nvSpPr>
                <p:spPr>
                  <a:xfrm>
                    <a:off x="9977188" y="1819713"/>
                    <a:ext cx="383582" cy="624067"/>
                  </a:xfrm>
                  <a:prstGeom prst="roundRect">
                    <a:avLst>
                      <a:gd name="adj" fmla="val 9570"/>
                    </a:avLst>
                  </a:prstGeom>
                  <a:solidFill>
                    <a:schemeClr val="accent1"/>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4" name="四角形: 角を丸くする 23">
                    <a:extLst>
                      <a:ext uri="{FF2B5EF4-FFF2-40B4-BE49-F238E27FC236}">
                        <a16:creationId xmlns:a16="http://schemas.microsoft.com/office/drawing/2014/main" id="{245B1BBA-5F7D-2947-3C28-929890ABF36F}"/>
                      </a:ext>
                    </a:extLst>
                  </p:cNvPr>
                  <p:cNvSpPr/>
                  <p:nvPr/>
                </p:nvSpPr>
                <p:spPr>
                  <a:xfrm>
                    <a:off x="10516126" y="1418282"/>
                    <a:ext cx="383582" cy="1025499"/>
                  </a:xfrm>
                  <a:prstGeom prst="roundRect">
                    <a:avLst>
                      <a:gd name="adj" fmla="val 9570"/>
                    </a:avLst>
                  </a:prstGeom>
                  <a:solidFill>
                    <a:schemeClr val="accent5"/>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5" name="四角形: 角を丸くする 24">
                    <a:extLst>
                      <a:ext uri="{FF2B5EF4-FFF2-40B4-BE49-F238E27FC236}">
                        <a16:creationId xmlns:a16="http://schemas.microsoft.com/office/drawing/2014/main" id="{A5FC13B2-BA6F-61EB-3AA5-227CB2ED6B8E}"/>
                      </a:ext>
                    </a:extLst>
                  </p:cNvPr>
                  <p:cNvSpPr/>
                  <p:nvPr/>
                </p:nvSpPr>
                <p:spPr>
                  <a:xfrm>
                    <a:off x="11058313" y="2064234"/>
                    <a:ext cx="383582" cy="369332"/>
                  </a:xfrm>
                  <a:prstGeom prst="roundRect">
                    <a:avLst>
                      <a:gd name="adj" fmla="val 9570"/>
                    </a:avLst>
                  </a:prstGeom>
                  <a:solidFill>
                    <a:schemeClr val="accent3"/>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8" name="矢印: 左 17">
                    <a:extLst>
                      <a:ext uri="{FF2B5EF4-FFF2-40B4-BE49-F238E27FC236}">
                        <a16:creationId xmlns:a16="http://schemas.microsoft.com/office/drawing/2014/main" id="{2B953CE8-E6F0-59B5-40F6-1E9B7BBC8658}"/>
                      </a:ext>
                    </a:extLst>
                  </p:cNvPr>
                  <p:cNvSpPr/>
                  <p:nvPr/>
                </p:nvSpPr>
                <p:spPr>
                  <a:xfrm>
                    <a:off x="9597293" y="2237052"/>
                    <a:ext cx="1928732" cy="624067"/>
                  </a:xfrm>
                  <a:prstGeom prst="leftArrow">
                    <a:avLst>
                      <a:gd name="adj1" fmla="val 65723"/>
                      <a:gd name="adj2" fmla="val 50000"/>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26" name="グループ化 25">
                  <a:extLst>
                    <a:ext uri="{FF2B5EF4-FFF2-40B4-BE49-F238E27FC236}">
                      <a16:creationId xmlns:a16="http://schemas.microsoft.com/office/drawing/2014/main" id="{4780FFF1-D30D-AC77-9DAC-BBA4B640A355}"/>
                    </a:ext>
                  </a:extLst>
                </p:cNvPr>
                <p:cNvGrpSpPr/>
                <p:nvPr/>
              </p:nvGrpSpPr>
              <p:grpSpPr>
                <a:xfrm>
                  <a:off x="9854653" y="2362591"/>
                  <a:ext cx="1706527" cy="379187"/>
                  <a:chOff x="9816553" y="2362591"/>
                  <a:chExt cx="1706527" cy="379187"/>
                </a:xfrm>
              </p:grpSpPr>
              <p:sp>
                <p:nvSpPr>
                  <p:cNvPr id="20" name="テキスト ボックス 19">
                    <a:extLst>
                      <a:ext uri="{FF2B5EF4-FFF2-40B4-BE49-F238E27FC236}">
                        <a16:creationId xmlns:a16="http://schemas.microsoft.com/office/drawing/2014/main" id="{34CB3B72-B7DB-7C25-E752-CDD508D34162}"/>
                      </a:ext>
                    </a:extLst>
                  </p:cNvPr>
                  <p:cNvSpPr txBox="1"/>
                  <p:nvPr/>
                </p:nvSpPr>
                <p:spPr>
                  <a:xfrm>
                    <a:off x="9816553" y="2362591"/>
                    <a:ext cx="628650" cy="369332"/>
                  </a:xfrm>
                  <a:prstGeom prst="rect">
                    <a:avLst/>
                  </a:prstGeom>
                  <a:noFill/>
                </p:spPr>
                <p:txBody>
                  <a:bodyPr wrap="square">
                    <a:spAutoFit/>
                  </a:bodyPr>
                  <a:lstStyle/>
                  <a:p>
                    <a:pPr algn="ctr"/>
                    <a:r>
                      <a:rPr lang="ja-JP" altLang="en-US"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rPr>
                      <a:t>〇</a:t>
                    </a:r>
                    <a:endParaRPr kumimoji="1" lang="en-US" altLang="ja-JP" sz="1800"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endParaRPr>
                  </a:p>
                </p:txBody>
              </p:sp>
              <p:sp>
                <p:nvSpPr>
                  <p:cNvPr id="21" name="テキスト ボックス 20">
                    <a:extLst>
                      <a:ext uri="{FF2B5EF4-FFF2-40B4-BE49-F238E27FC236}">
                        <a16:creationId xmlns:a16="http://schemas.microsoft.com/office/drawing/2014/main" id="{045FB6E8-1565-E74B-5C4A-113B48AAA5E1}"/>
                      </a:ext>
                    </a:extLst>
                  </p:cNvPr>
                  <p:cNvSpPr txBox="1"/>
                  <p:nvPr/>
                </p:nvSpPr>
                <p:spPr>
                  <a:xfrm>
                    <a:off x="10355492" y="2372446"/>
                    <a:ext cx="628650" cy="369332"/>
                  </a:xfrm>
                  <a:prstGeom prst="rect">
                    <a:avLst/>
                  </a:prstGeom>
                  <a:noFill/>
                </p:spPr>
                <p:txBody>
                  <a:bodyPr wrap="square">
                    <a:spAutoFit/>
                  </a:bodyPr>
                  <a:lstStyle/>
                  <a:p>
                    <a:pPr algn="ctr"/>
                    <a:r>
                      <a:rPr lang="ja-JP" altLang="en-US"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rPr>
                      <a:t>◎</a:t>
                    </a:r>
                    <a:endParaRPr kumimoji="1" lang="en-US" altLang="ja-JP" sz="1800"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endParaRPr>
                  </a:p>
                </p:txBody>
              </p:sp>
              <p:sp>
                <p:nvSpPr>
                  <p:cNvPr id="22" name="テキスト ボックス 21">
                    <a:extLst>
                      <a:ext uri="{FF2B5EF4-FFF2-40B4-BE49-F238E27FC236}">
                        <a16:creationId xmlns:a16="http://schemas.microsoft.com/office/drawing/2014/main" id="{AD78666B-C073-313F-6479-8C8DCE76EF03}"/>
                      </a:ext>
                    </a:extLst>
                  </p:cNvPr>
                  <p:cNvSpPr txBox="1"/>
                  <p:nvPr/>
                </p:nvSpPr>
                <p:spPr>
                  <a:xfrm>
                    <a:off x="10894430" y="2372446"/>
                    <a:ext cx="628650" cy="369332"/>
                  </a:xfrm>
                  <a:prstGeom prst="rect">
                    <a:avLst/>
                  </a:prstGeom>
                  <a:noFill/>
                </p:spPr>
                <p:txBody>
                  <a:bodyPr wrap="square">
                    <a:spAutoFit/>
                  </a:bodyPr>
                  <a:lstStyle/>
                  <a:p>
                    <a:pPr algn="ctr"/>
                    <a:r>
                      <a:rPr lang="en-US" altLang="ja-JP"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rPr>
                      <a:t>×</a:t>
                    </a:r>
                    <a:endParaRPr kumimoji="1" lang="en-US" altLang="ja-JP" sz="1800"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endParaRPr>
                  </a:p>
                </p:txBody>
              </p:sp>
            </p:grpSp>
          </p:grpSp>
          <p:cxnSp>
            <p:nvCxnSpPr>
              <p:cNvPr id="29" name="直線コネクタ 28">
                <a:extLst>
                  <a:ext uri="{FF2B5EF4-FFF2-40B4-BE49-F238E27FC236}">
                    <a16:creationId xmlns:a16="http://schemas.microsoft.com/office/drawing/2014/main" id="{E422D004-E102-BDEA-AE6F-918BDE3B2358}"/>
                  </a:ext>
                </a:extLst>
              </p:cNvPr>
              <p:cNvCxnSpPr>
                <a:cxnSpLocks/>
              </p:cNvCxnSpPr>
              <p:nvPr/>
            </p:nvCxnSpPr>
            <p:spPr>
              <a:xfrm>
                <a:off x="9985573" y="1698171"/>
                <a:ext cx="349052" cy="0"/>
              </a:xfrm>
              <a:prstGeom prst="line">
                <a:avLst/>
              </a:prstGeom>
              <a:ln w="38100" cap="rnd">
                <a:solidFill>
                  <a:schemeClr val="accent2">
                    <a:lumMod val="75000"/>
                  </a:schemeClr>
                </a:solidFill>
                <a:round/>
              </a:ln>
            </p:spPr>
            <p:style>
              <a:lnRef idx="2">
                <a:schemeClr val="accent1"/>
              </a:lnRef>
              <a:fillRef idx="0">
                <a:schemeClr val="accent1"/>
              </a:fillRef>
              <a:effectRef idx="1">
                <a:schemeClr val="accent1"/>
              </a:effectRef>
              <a:fontRef idx="minor">
                <a:schemeClr val="tx1"/>
              </a:fontRef>
            </p:style>
          </p:cxnSp>
          <p:cxnSp>
            <p:nvCxnSpPr>
              <p:cNvPr id="34" name="直線コネクタ 33">
                <a:extLst>
                  <a:ext uri="{FF2B5EF4-FFF2-40B4-BE49-F238E27FC236}">
                    <a16:creationId xmlns:a16="http://schemas.microsoft.com/office/drawing/2014/main" id="{521743F5-05FC-EDA2-B8C2-A20522ADF264}"/>
                  </a:ext>
                </a:extLst>
              </p:cNvPr>
              <p:cNvCxnSpPr>
                <a:cxnSpLocks/>
              </p:cNvCxnSpPr>
              <p:nvPr/>
            </p:nvCxnSpPr>
            <p:spPr>
              <a:xfrm>
                <a:off x="10522081" y="1555296"/>
                <a:ext cx="349052" cy="0"/>
              </a:xfrm>
              <a:prstGeom prst="line">
                <a:avLst/>
              </a:prstGeom>
              <a:ln w="38100" cap="rnd">
                <a:solidFill>
                  <a:schemeClr val="accent2">
                    <a:lumMod val="75000"/>
                  </a:schemeClr>
                </a:solidFill>
                <a:round/>
              </a:ln>
            </p:spPr>
            <p:style>
              <a:lnRef idx="2">
                <a:schemeClr val="accent1"/>
              </a:lnRef>
              <a:fillRef idx="0">
                <a:schemeClr val="accent1"/>
              </a:fillRef>
              <a:effectRef idx="1">
                <a:schemeClr val="accent1"/>
              </a:effectRef>
              <a:fontRef idx="minor">
                <a:schemeClr val="tx1"/>
              </a:fontRef>
            </p:style>
          </p:cxnSp>
          <p:cxnSp>
            <p:nvCxnSpPr>
              <p:cNvPr id="35" name="直線コネクタ 34">
                <a:extLst>
                  <a:ext uri="{FF2B5EF4-FFF2-40B4-BE49-F238E27FC236}">
                    <a16:creationId xmlns:a16="http://schemas.microsoft.com/office/drawing/2014/main" id="{28CA3A0C-90D4-7409-58F0-5CE92F178032}"/>
                  </a:ext>
                </a:extLst>
              </p:cNvPr>
              <p:cNvCxnSpPr>
                <a:cxnSpLocks/>
              </p:cNvCxnSpPr>
              <p:nvPr/>
            </p:nvCxnSpPr>
            <p:spPr>
              <a:xfrm>
                <a:off x="11064268" y="1831959"/>
                <a:ext cx="349052" cy="0"/>
              </a:xfrm>
              <a:prstGeom prst="line">
                <a:avLst/>
              </a:prstGeom>
              <a:ln w="38100" cap="rnd">
                <a:solidFill>
                  <a:schemeClr val="accent2">
                    <a:lumMod val="75000"/>
                  </a:schemeClr>
                </a:solidFill>
                <a:round/>
              </a:ln>
            </p:spPr>
            <p:style>
              <a:lnRef idx="2">
                <a:schemeClr val="accent1"/>
              </a:lnRef>
              <a:fillRef idx="0">
                <a:schemeClr val="accent1"/>
              </a:fillRef>
              <a:effectRef idx="1">
                <a:schemeClr val="accent1"/>
              </a:effectRef>
              <a:fontRef idx="minor">
                <a:schemeClr val="tx1"/>
              </a:fontRef>
            </p:style>
          </p:cxnSp>
        </p:grpSp>
        <p:pic>
          <p:nvPicPr>
            <p:cNvPr id="30" name="図 29">
              <a:extLst>
                <a:ext uri="{FF2B5EF4-FFF2-40B4-BE49-F238E27FC236}">
                  <a16:creationId xmlns:a16="http://schemas.microsoft.com/office/drawing/2014/main" id="{113DD6D2-EF4D-88FB-00F9-1A740A7017D5}"/>
                </a:ext>
              </a:extLst>
            </p:cNvPr>
            <p:cNvPicPr>
              <a:picLocks noChangeAspect="1"/>
            </p:cNvPicPr>
            <p:nvPr/>
          </p:nvPicPr>
          <p:blipFill>
            <a:blip r:embed="rId10">
              <a:biLevel thresh="50000"/>
              <a:extLst>
                <a:ext uri="{28A0092B-C50C-407E-A947-70E740481C1C}">
                  <a14:useLocalDpi xmlns:a14="http://schemas.microsoft.com/office/drawing/2010/main" val="0"/>
                </a:ext>
              </a:extLst>
            </a:blip>
            <a:srcRect l="19344" t="51937" r="52891" b="8707"/>
            <a:stretch>
              <a:fillRect/>
            </a:stretch>
          </p:blipFill>
          <p:spPr>
            <a:xfrm>
              <a:off x="10556617" y="1997364"/>
              <a:ext cx="297738" cy="316521"/>
            </a:xfrm>
            <a:prstGeom prst="rect">
              <a:avLst/>
            </a:prstGeom>
          </p:spPr>
        </p:pic>
        <p:pic>
          <p:nvPicPr>
            <p:cNvPr id="32" name="図 31">
              <a:extLst>
                <a:ext uri="{FF2B5EF4-FFF2-40B4-BE49-F238E27FC236}">
                  <a16:creationId xmlns:a16="http://schemas.microsoft.com/office/drawing/2014/main" id="{A6152F06-9141-A469-D817-8E69BD694F6E}"/>
                </a:ext>
              </a:extLst>
            </p:cNvPr>
            <p:cNvPicPr>
              <a:picLocks noChangeAspect="1"/>
            </p:cNvPicPr>
            <p:nvPr/>
          </p:nvPicPr>
          <p:blipFill>
            <a:blip r:embed="rId5">
              <a:extLst>
                <a:ext uri="{28A0092B-C50C-407E-A947-70E740481C1C}">
                  <a14:useLocalDpi xmlns:a14="http://schemas.microsoft.com/office/drawing/2010/main" val="0"/>
                </a:ext>
              </a:extLst>
            </a:blip>
            <a:srcRect l="52651" t="22678" r="27395" b="50636"/>
            <a:stretch>
              <a:fillRect/>
            </a:stretch>
          </p:blipFill>
          <p:spPr>
            <a:xfrm>
              <a:off x="11091109" y="2010008"/>
              <a:ext cx="310304" cy="313030"/>
            </a:xfrm>
            <a:prstGeom prst="rect">
              <a:avLst/>
            </a:prstGeom>
          </p:spPr>
        </p:pic>
        <p:pic>
          <p:nvPicPr>
            <p:cNvPr id="33" name="図 32">
              <a:extLst>
                <a:ext uri="{FF2B5EF4-FFF2-40B4-BE49-F238E27FC236}">
                  <a16:creationId xmlns:a16="http://schemas.microsoft.com/office/drawing/2014/main" id="{55875437-FABA-0DD3-6D20-726CCB2A7D5B}"/>
                </a:ext>
              </a:extLst>
            </p:cNvPr>
            <p:cNvPicPr>
              <a:picLocks noChangeAspect="1"/>
            </p:cNvPicPr>
            <p:nvPr/>
          </p:nvPicPr>
          <p:blipFill>
            <a:blip r:embed="rId10">
              <a:biLevel thresh="50000"/>
              <a:extLst>
                <a:ext uri="{28A0092B-C50C-407E-A947-70E740481C1C}">
                  <a14:useLocalDpi xmlns:a14="http://schemas.microsoft.com/office/drawing/2010/main" val="0"/>
                </a:ext>
              </a:extLst>
            </a:blip>
            <a:srcRect l="14083" t="10604" r="55105" b="45782"/>
            <a:stretch>
              <a:fillRect/>
            </a:stretch>
          </p:blipFill>
          <p:spPr>
            <a:xfrm>
              <a:off x="10016541" y="2010963"/>
              <a:ext cx="289426" cy="307257"/>
            </a:xfrm>
            <a:prstGeom prst="rect">
              <a:avLst/>
            </a:prstGeom>
          </p:spPr>
        </p:pic>
        <p:pic>
          <p:nvPicPr>
            <p:cNvPr id="38" name="図 37">
              <a:extLst>
                <a:ext uri="{FF2B5EF4-FFF2-40B4-BE49-F238E27FC236}">
                  <a16:creationId xmlns:a16="http://schemas.microsoft.com/office/drawing/2014/main" id="{C9FA0B83-3877-B94A-9683-BF6405F0AAEA}"/>
                </a:ext>
              </a:extLst>
            </p:cNvPr>
            <p:cNvPicPr>
              <a:picLocks noChangeAspect="1"/>
            </p:cNvPicPr>
            <p:nvPr/>
          </p:nvPicPr>
          <p:blipFill>
            <a:blip r:embed="rId11">
              <a:biLevel thresh="75000"/>
              <a:extLst>
                <a:ext uri="{28A0092B-C50C-407E-A947-70E740481C1C}">
                  <a14:useLocalDpi xmlns:a14="http://schemas.microsoft.com/office/drawing/2010/main" val="0"/>
                </a:ext>
              </a:extLst>
            </a:blip>
            <a:stretch>
              <a:fillRect/>
            </a:stretch>
          </p:blipFill>
          <p:spPr>
            <a:xfrm>
              <a:off x="7674606" y="1283315"/>
              <a:ext cx="1097287" cy="1097287"/>
            </a:xfrm>
            <a:prstGeom prst="rect">
              <a:avLst/>
            </a:prstGeom>
          </p:spPr>
        </p:pic>
        <p:pic>
          <p:nvPicPr>
            <p:cNvPr id="45" name="図 44">
              <a:extLst>
                <a:ext uri="{FF2B5EF4-FFF2-40B4-BE49-F238E27FC236}">
                  <a16:creationId xmlns:a16="http://schemas.microsoft.com/office/drawing/2014/main" id="{F770904F-4629-B595-6F1D-7C0A658A5EE0}"/>
                </a:ext>
              </a:extLst>
            </p:cNvPr>
            <p:cNvPicPr>
              <a:picLocks noChangeAspect="1"/>
            </p:cNvPicPr>
            <p:nvPr/>
          </p:nvPicPr>
          <p:blipFill>
            <a:blip r:embed="rId12">
              <a:extLst>
                <a:ext uri="{28A0092B-C50C-407E-A947-70E740481C1C}">
                  <a14:useLocalDpi xmlns:a14="http://schemas.microsoft.com/office/drawing/2010/main" val="0"/>
                </a:ext>
              </a:extLst>
            </a:blip>
            <a:stretch>
              <a:fillRect/>
            </a:stretch>
          </p:blipFill>
          <p:spPr>
            <a:xfrm>
              <a:off x="8027840" y="1455893"/>
              <a:ext cx="886478" cy="886478"/>
            </a:xfrm>
            <a:prstGeom prst="rect">
              <a:avLst/>
            </a:prstGeom>
          </p:spPr>
        </p:pic>
        <p:pic>
          <p:nvPicPr>
            <p:cNvPr id="1026" name="Picture 2" descr="斜め後ろ クマのイラスト 線なし：イラスト無料">
              <a:extLst>
                <a:ext uri="{FF2B5EF4-FFF2-40B4-BE49-F238E27FC236}">
                  <a16:creationId xmlns:a16="http://schemas.microsoft.com/office/drawing/2014/main" id="{1D400DA5-2B77-B9EB-E231-B7B63F54D364}"/>
                </a:ext>
              </a:extLst>
            </p:cNvPr>
            <p:cNvPicPr>
              <a:picLocks noChangeAspect="1" noChangeArrowheads="1"/>
            </p:cNvPicPr>
            <p:nvPr/>
          </p:nvPicPr>
          <p:blipFill>
            <a:blip r:embed="rId13">
              <a:extLst>
                <a:ext uri="{BEBA8EAE-BF5A-486C-A8C5-ECC9F3942E4B}">
                  <a14:imgProps xmlns:a14="http://schemas.microsoft.com/office/drawing/2010/main">
                    <a14:imgLayer r:embed="rId14">
                      <a14:imgEffect>
                        <a14:backgroundRemoval t="10000" b="90000" l="10000" r="90000"/>
                      </a14:imgEffect>
                    </a14:imgLayer>
                  </a14:imgProps>
                </a:ext>
                <a:ext uri="{28A0092B-C50C-407E-A947-70E740481C1C}">
                  <a14:useLocalDpi xmlns:a14="http://schemas.microsoft.com/office/drawing/2010/main" val="0"/>
                </a:ext>
              </a:extLst>
            </a:blip>
            <a:srcRect/>
            <a:stretch>
              <a:fillRect/>
            </a:stretch>
          </p:blipFill>
          <p:spPr bwMode="auto">
            <a:xfrm>
              <a:off x="8734574" y="1041507"/>
              <a:ext cx="727585" cy="970113"/>
            </a:xfrm>
            <a:prstGeom prst="rect">
              <a:avLst/>
            </a:prstGeom>
            <a:noFill/>
            <a:extLst>
              <a:ext uri="{909E8E84-426E-40DD-AFC4-6F175D3DCCD1}">
                <a14:hiddenFill xmlns:a14="http://schemas.microsoft.com/office/drawing/2010/main">
                  <a:solidFill>
                    <a:srgbClr val="FFFFFF"/>
                  </a:solidFill>
                </a14:hiddenFill>
              </a:ext>
            </a:extLst>
          </p:spPr>
        </p:pic>
      </p:grpSp>
    </p:spTree>
    <p:extLst>
      <p:ext uri="{BB962C8B-B14F-4D97-AF65-F5344CB8AC3E}">
        <p14:creationId xmlns:p14="http://schemas.microsoft.com/office/powerpoint/2010/main" val="2915413726"/>
      </p:ext>
    </p:extLst>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664726-8A7B-3A09-9495-4C63624B6488}"/>
            </a:ext>
          </a:extLst>
        </p:cNvPr>
        <p:cNvGrpSpPr/>
        <p:nvPr/>
      </p:nvGrpSpPr>
      <p:grpSpPr>
        <a:xfrm>
          <a:off x="0" y="0"/>
          <a:ext cx="0" cy="0"/>
          <a:chOff x="0" y="0"/>
          <a:chExt cx="0" cy="0"/>
        </a:xfrm>
      </p:grpSpPr>
      <p:sp>
        <p:nvSpPr>
          <p:cNvPr id="3" name="楕円 2">
            <a:extLst>
              <a:ext uri="{FF2B5EF4-FFF2-40B4-BE49-F238E27FC236}">
                <a16:creationId xmlns:a16="http://schemas.microsoft.com/office/drawing/2014/main" id="{0E029A5C-8FAF-C3F5-3FC0-B0A76A8CD1A0}"/>
              </a:ext>
            </a:extLst>
          </p:cNvPr>
          <p:cNvSpPr/>
          <p:nvPr/>
        </p:nvSpPr>
        <p:spPr>
          <a:xfrm>
            <a:off x="3013726" y="2010748"/>
            <a:ext cx="1163216" cy="1163216"/>
          </a:xfrm>
          <a:prstGeom prst="ellipse">
            <a:avLst/>
          </a:prstGeom>
          <a:solidFill>
            <a:schemeClr val="bg1">
              <a:lumMod val="95000"/>
            </a:schemeClr>
          </a:solidFill>
          <a:ln w="38100">
            <a:solidFill>
              <a:schemeClr val="accent6">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rgbClr val="C00000"/>
                </a:solidFill>
                <a:latin typeface="BIZ UDP明朝 Medium" panose="02020500000000000000" pitchFamily="18" charset="-128"/>
                <a:ea typeface="BIZ UDP明朝 Medium" panose="02020500000000000000" pitchFamily="18" charset="-128"/>
              </a:rPr>
              <a:t>BATTLE</a:t>
            </a:r>
            <a:endParaRPr kumimoji="1" lang="ja-JP" altLang="en-US" dirty="0">
              <a:solidFill>
                <a:srgbClr val="C00000"/>
              </a:solidFill>
              <a:latin typeface="BIZ UDP明朝 Medium" panose="02020500000000000000" pitchFamily="18" charset="-128"/>
              <a:ea typeface="BIZ UDP明朝 Medium" panose="02020500000000000000" pitchFamily="18" charset="-128"/>
            </a:endParaRPr>
          </a:p>
        </p:txBody>
      </p:sp>
      <p:sp>
        <p:nvSpPr>
          <p:cNvPr id="19" name="楕円 18">
            <a:extLst>
              <a:ext uri="{FF2B5EF4-FFF2-40B4-BE49-F238E27FC236}">
                <a16:creationId xmlns:a16="http://schemas.microsoft.com/office/drawing/2014/main" id="{EF192B03-0BA0-003B-B68D-AD4D50C983F4}"/>
              </a:ext>
            </a:extLst>
          </p:cNvPr>
          <p:cNvSpPr/>
          <p:nvPr/>
        </p:nvSpPr>
        <p:spPr>
          <a:xfrm>
            <a:off x="4351176" y="3628501"/>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chemeClr val="accent3"/>
                </a:solidFill>
                <a:latin typeface="BIZ UDP明朝 Medium" panose="02020500000000000000" pitchFamily="18" charset="-128"/>
                <a:ea typeface="BIZ UDP明朝 Medium" panose="02020500000000000000" pitchFamily="18" charset="-128"/>
              </a:rPr>
              <a:t>STORY</a:t>
            </a:r>
            <a:endParaRPr kumimoji="1" lang="ja-JP" altLang="en-US" dirty="0">
              <a:solidFill>
                <a:schemeClr val="accent3"/>
              </a:solidFill>
              <a:latin typeface="BIZ UDP明朝 Medium" panose="02020500000000000000" pitchFamily="18" charset="-128"/>
              <a:ea typeface="BIZ UDP明朝 Medium" panose="02020500000000000000" pitchFamily="18" charset="-128"/>
            </a:endParaRPr>
          </a:p>
        </p:txBody>
      </p:sp>
      <p:sp>
        <p:nvSpPr>
          <p:cNvPr id="30" name="矢印: 五方向 29">
            <a:extLst>
              <a:ext uri="{FF2B5EF4-FFF2-40B4-BE49-F238E27FC236}">
                <a16:creationId xmlns:a16="http://schemas.microsoft.com/office/drawing/2014/main" id="{4C74EA0D-06AB-EA71-56AD-DC93363362BE}"/>
              </a:ext>
            </a:extLst>
          </p:cNvPr>
          <p:cNvSpPr/>
          <p:nvPr/>
        </p:nvSpPr>
        <p:spPr>
          <a:xfrm>
            <a:off x="10064906" y="5613253"/>
            <a:ext cx="1623241" cy="795433"/>
          </a:xfrm>
          <a:prstGeom prst="homePlate">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400" b="1" dirty="0">
                <a:latin typeface="BIZ UDP明朝 Medium" panose="02020500000000000000" pitchFamily="18" charset="-128"/>
                <a:ea typeface="BIZ UDP明朝 Medium" panose="02020500000000000000" pitchFamily="18" charset="-128"/>
              </a:rPr>
              <a:t>撤退</a:t>
            </a:r>
          </a:p>
        </p:txBody>
      </p:sp>
      <p:sp>
        <p:nvSpPr>
          <p:cNvPr id="31" name="楕円 30">
            <a:extLst>
              <a:ext uri="{FF2B5EF4-FFF2-40B4-BE49-F238E27FC236}">
                <a16:creationId xmlns:a16="http://schemas.microsoft.com/office/drawing/2014/main" id="{F2E93032-C49B-45E0-B570-813A310E3192}"/>
              </a:ext>
            </a:extLst>
          </p:cNvPr>
          <p:cNvSpPr/>
          <p:nvPr/>
        </p:nvSpPr>
        <p:spPr>
          <a:xfrm>
            <a:off x="9686340" y="2847392"/>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chemeClr val="accent6"/>
                </a:solidFill>
                <a:latin typeface="BIZ UDP明朝 Medium" panose="02020500000000000000" pitchFamily="18" charset="-128"/>
                <a:ea typeface="BIZ UDP明朝 Medium" panose="02020500000000000000" pitchFamily="18" charset="-128"/>
              </a:rPr>
              <a:t>BOSS</a:t>
            </a:r>
            <a:endParaRPr kumimoji="1" lang="ja-JP" altLang="en-US" dirty="0">
              <a:solidFill>
                <a:schemeClr val="accent6"/>
              </a:solidFill>
              <a:latin typeface="BIZ UDP明朝 Medium" panose="02020500000000000000" pitchFamily="18" charset="-128"/>
              <a:ea typeface="BIZ UDP明朝 Medium" panose="02020500000000000000" pitchFamily="18" charset="-128"/>
            </a:endParaRPr>
          </a:p>
        </p:txBody>
      </p:sp>
      <p:sp>
        <p:nvSpPr>
          <p:cNvPr id="37" name="テキスト ボックス 36">
            <a:extLst>
              <a:ext uri="{FF2B5EF4-FFF2-40B4-BE49-F238E27FC236}">
                <a16:creationId xmlns:a16="http://schemas.microsoft.com/office/drawing/2014/main" id="{3C4A711B-C160-22C8-791A-849DB0148B2D}"/>
              </a:ext>
            </a:extLst>
          </p:cNvPr>
          <p:cNvSpPr txBox="1"/>
          <p:nvPr/>
        </p:nvSpPr>
        <p:spPr>
          <a:xfrm>
            <a:off x="503853" y="5057191"/>
            <a:ext cx="2821732" cy="400110"/>
          </a:xfrm>
          <a:prstGeom prst="rect">
            <a:avLst/>
          </a:prstGeom>
          <a:noFill/>
        </p:spPr>
        <p:txBody>
          <a:bodyPr wrap="square">
            <a:spAutoFit/>
          </a:bodyPr>
          <a:lstStyle/>
          <a:p>
            <a:r>
              <a:rPr lang="ja-JP" altLang="en-US" sz="2000" b="1" dirty="0">
                <a:solidFill>
                  <a:schemeClr val="bg1">
                    <a:lumMod val="95000"/>
                  </a:schemeClr>
                </a:solidFill>
                <a:latin typeface="BIZ UDP明朝 Medium" panose="02020500000000000000" pitchFamily="18" charset="-128"/>
                <a:ea typeface="BIZ UDP明朝 Medium" panose="02020500000000000000" pitchFamily="18" charset="-128"/>
              </a:rPr>
              <a:t>回復キット持ち込み</a:t>
            </a:r>
            <a:endParaRPr kumimoji="1" lang="ja-JP" altLang="en-US" sz="20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38" name="テキスト ボックス 37">
            <a:extLst>
              <a:ext uri="{FF2B5EF4-FFF2-40B4-BE49-F238E27FC236}">
                <a16:creationId xmlns:a16="http://schemas.microsoft.com/office/drawing/2014/main" id="{D535F7A4-DE47-9270-26EE-F9099E3903B9}"/>
              </a:ext>
            </a:extLst>
          </p:cNvPr>
          <p:cNvSpPr txBox="1"/>
          <p:nvPr/>
        </p:nvSpPr>
        <p:spPr>
          <a:xfrm>
            <a:off x="4091474" y="414658"/>
            <a:ext cx="4009051" cy="707886"/>
          </a:xfrm>
          <a:prstGeom prst="rect">
            <a:avLst/>
          </a:prstGeom>
          <a:noFill/>
        </p:spPr>
        <p:txBody>
          <a:bodyPr wrap="square">
            <a:spAutoFit/>
          </a:bodyPr>
          <a:lstStyle/>
          <a:p>
            <a:pPr algn="ctr"/>
            <a:r>
              <a:rPr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BOSS</a:t>
            </a:r>
            <a:r>
              <a:rPr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rPr>
              <a:t>まで</a:t>
            </a:r>
            <a:r>
              <a:rPr lang="en-US" altLang="ja-JP" sz="4000" b="1" dirty="0">
                <a:solidFill>
                  <a:schemeClr val="bg1">
                    <a:lumMod val="95000"/>
                  </a:schemeClr>
                </a:solidFill>
                <a:latin typeface="BIZ UDP明朝 Medium" panose="02020500000000000000" pitchFamily="18" charset="-128"/>
                <a:ea typeface="BIZ UDP明朝 Medium" panose="02020500000000000000" pitchFamily="18" charset="-128"/>
              </a:rPr>
              <a:t>00</a:t>
            </a:r>
            <a:r>
              <a:rPr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rPr>
              <a:t>ノード</a:t>
            </a:r>
            <a:endPar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44" name="四角形: 角を丸くする 43">
            <a:extLst>
              <a:ext uri="{FF2B5EF4-FFF2-40B4-BE49-F238E27FC236}">
                <a16:creationId xmlns:a16="http://schemas.microsoft.com/office/drawing/2014/main" id="{A652482D-50B7-44E5-A735-EFDEC7DC9AC9}"/>
              </a:ext>
            </a:extLst>
          </p:cNvPr>
          <p:cNvSpPr/>
          <p:nvPr/>
        </p:nvSpPr>
        <p:spPr>
          <a:xfrm>
            <a:off x="503853" y="5578599"/>
            <a:ext cx="3614059" cy="864743"/>
          </a:xfrm>
          <a:prstGeom prst="roundRect">
            <a:avLst/>
          </a:prstGeom>
          <a:solidFill>
            <a:schemeClr val="bg1">
              <a:lumMod val="9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tx1">
                    <a:lumMod val="85000"/>
                    <a:lumOff val="15000"/>
                  </a:schemeClr>
                </a:solidFill>
                <a:latin typeface="BIZ UDP明朝 Medium" panose="02020500000000000000" pitchFamily="18" charset="-128"/>
                <a:ea typeface="BIZ UDP明朝 Medium" panose="02020500000000000000" pitchFamily="18" charset="-128"/>
              </a:rPr>
              <a:t>パーティービュー</a:t>
            </a:r>
          </a:p>
        </p:txBody>
      </p:sp>
      <p:sp>
        <p:nvSpPr>
          <p:cNvPr id="45" name="楕円 44">
            <a:extLst>
              <a:ext uri="{FF2B5EF4-FFF2-40B4-BE49-F238E27FC236}">
                <a16:creationId xmlns:a16="http://schemas.microsoft.com/office/drawing/2014/main" id="{064A263B-525C-362F-69FF-850712DA645D}"/>
              </a:ext>
            </a:extLst>
          </p:cNvPr>
          <p:cNvSpPr/>
          <p:nvPr/>
        </p:nvSpPr>
        <p:spPr>
          <a:xfrm>
            <a:off x="6210756" y="2422007"/>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chemeClr val="accent2">
                    <a:lumMod val="75000"/>
                  </a:schemeClr>
                </a:solidFill>
                <a:latin typeface="BIZ UDP明朝 Medium" panose="02020500000000000000" pitchFamily="18" charset="-128"/>
                <a:ea typeface="BIZ UDP明朝 Medium" panose="02020500000000000000" pitchFamily="18" charset="-128"/>
              </a:rPr>
              <a:t>EVENT</a:t>
            </a:r>
            <a:endParaRPr kumimoji="1" lang="ja-JP" altLang="en-US" dirty="0">
              <a:solidFill>
                <a:schemeClr val="accent2">
                  <a:lumMod val="75000"/>
                </a:schemeClr>
              </a:solidFill>
              <a:latin typeface="BIZ UDP明朝 Medium" panose="02020500000000000000" pitchFamily="18" charset="-128"/>
              <a:ea typeface="BIZ UDP明朝 Medium" panose="02020500000000000000" pitchFamily="18" charset="-128"/>
            </a:endParaRPr>
          </a:p>
        </p:txBody>
      </p:sp>
      <p:sp>
        <p:nvSpPr>
          <p:cNvPr id="47" name="楕円 46">
            <a:extLst>
              <a:ext uri="{FF2B5EF4-FFF2-40B4-BE49-F238E27FC236}">
                <a16:creationId xmlns:a16="http://schemas.microsoft.com/office/drawing/2014/main" id="{AFE5C536-5D8A-66BC-56AB-28A4713AF054}"/>
              </a:ext>
            </a:extLst>
          </p:cNvPr>
          <p:cNvSpPr/>
          <p:nvPr/>
        </p:nvSpPr>
        <p:spPr>
          <a:xfrm>
            <a:off x="1183823" y="2847392"/>
            <a:ext cx="1163216" cy="1163216"/>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chemeClr val="accent4"/>
                </a:solidFill>
                <a:latin typeface="BIZ UDP明朝 Medium" panose="02020500000000000000" pitchFamily="18" charset="-128"/>
                <a:ea typeface="BIZ UDP明朝 Medium" panose="02020500000000000000" pitchFamily="18" charset="-128"/>
              </a:rPr>
              <a:t>START</a:t>
            </a:r>
            <a:endParaRPr kumimoji="1" lang="ja-JP" altLang="en-US" dirty="0">
              <a:solidFill>
                <a:schemeClr val="accent4"/>
              </a:solidFill>
              <a:latin typeface="BIZ UDP明朝 Medium" panose="02020500000000000000" pitchFamily="18" charset="-128"/>
              <a:ea typeface="BIZ UDP明朝 Medium" panose="02020500000000000000" pitchFamily="18" charset="-128"/>
            </a:endParaRPr>
          </a:p>
        </p:txBody>
      </p:sp>
      <p:sp>
        <p:nvSpPr>
          <p:cNvPr id="48" name="楕円 47">
            <a:extLst>
              <a:ext uri="{FF2B5EF4-FFF2-40B4-BE49-F238E27FC236}">
                <a16:creationId xmlns:a16="http://schemas.microsoft.com/office/drawing/2014/main" id="{8326E891-B10C-9605-1866-2DC0DFE96B47}"/>
              </a:ext>
            </a:extLst>
          </p:cNvPr>
          <p:cNvSpPr/>
          <p:nvPr/>
        </p:nvSpPr>
        <p:spPr>
          <a:xfrm>
            <a:off x="7937631" y="3429000"/>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rgbClr val="C00000"/>
                </a:solidFill>
                <a:latin typeface="BIZ UDP明朝 Medium" panose="02020500000000000000" pitchFamily="18" charset="-128"/>
                <a:ea typeface="BIZ UDP明朝 Medium" panose="02020500000000000000" pitchFamily="18" charset="-128"/>
              </a:rPr>
              <a:t>BATTLE</a:t>
            </a:r>
            <a:endParaRPr kumimoji="1" lang="ja-JP" altLang="en-US" dirty="0">
              <a:solidFill>
                <a:srgbClr val="C00000"/>
              </a:solidFill>
              <a:latin typeface="BIZ UDP明朝 Medium" panose="02020500000000000000" pitchFamily="18" charset="-128"/>
              <a:ea typeface="BIZ UDP明朝 Medium" panose="02020500000000000000" pitchFamily="18" charset="-128"/>
            </a:endParaRPr>
          </a:p>
        </p:txBody>
      </p:sp>
      <p:cxnSp>
        <p:nvCxnSpPr>
          <p:cNvPr id="52" name="直線コネクタ 51">
            <a:extLst>
              <a:ext uri="{FF2B5EF4-FFF2-40B4-BE49-F238E27FC236}">
                <a16:creationId xmlns:a16="http://schemas.microsoft.com/office/drawing/2014/main" id="{EFBF73D7-4710-BF78-E8BA-5631DB27A1B7}"/>
              </a:ext>
            </a:extLst>
          </p:cNvPr>
          <p:cNvCxnSpPr>
            <a:cxnSpLocks/>
            <a:stCxn id="47" idx="6"/>
            <a:endCxn id="3" idx="2"/>
          </p:cNvCxnSpPr>
          <p:nvPr/>
        </p:nvCxnSpPr>
        <p:spPr>
          <a:xfrm flipV="1">
            <a:off x="2347039" y="2592356"/>
            <a:ext cx="666687" cy="836644"/>
          </a:xfrm>
          <a:prstGeom prst="line">
            <a:avLst/>
          </a:prstGeom>
          <a:ln w="63500">
            <a:solidFill>
              <a:schemeClr val="accent6">
                <a:lumMod val="60000"/>
                <a:lumOff val="40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61" name="直線コネクタ 60">
            <a:extLst>
              <a:ext uri="{FF2B5EF4-FFF2-40B4-BE49-F238E27FC236}">
                <a16:creationId xmlns:a16="http://schemas.microsoft.com/office/drawing/2014/main" id="{132ABF73-D454-509A-37B4-9D6D16297AA1}"/>
              </a:ext>
            </a:extLst>
          </p:cNvPr>
          <p:cNvCxnSpPr>
            <a:cxnSpLocks/>
            <a:stCxn id="19" idx="1"/>
            <a:endCxn id="3" idx="5"/>
          </p:cNvCxnSpPr>
          <p:nvPr/>
        </p:nvCxnSpPr>
        <p:spPr>
          <a:xfrm flipH="1" flipV="1">
            <a:off x="4006593" y="3003615"/>
            <a:ext cx="514932" cy="795235"/>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74" name="直線コネクタ 73">
            <a:extLst>
              <a:ext uri="{FF2B5EF4-FFF2-40B4-BE49-F238E27FC236}">
                <a16:creationId xmlns:a16="http://schemas.microsoft.com/office/drawing/2014/main" id="{09F183AA-6925-4D7A-CBC3-0991B784C0B9}"/>
              </a:ext>
            </a:extLst>
          </p:cNvPr>
          <p:cNvCxnSpPr>
            <a:cxnSpLocks/>
            <a:stCxn id="19" idx="7"/>
            <a:endCxn id="45" idx="2"/>
          </p:cNvCxnSpPr>
          <p:nvPr/>
        </p:nvCxnSpPr>
        <p:spPr>
          <a:xfrm flipV="1">
            <a:off x="5344043" y="3003615"/>
            <a:ext cx="866713" cy="795235"/>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77" name="直線コネクタ 76">
            <a:extLst>
              <a:ext uri="{FF2B5EF4-FFF2-40B4-BE49-F238E27FC236}">
                <a16:creationId xmlns:a16="http://schemas.microsoft.com/office/drawing/2014/main" id="{D51C022A-82AF-F05A-7AE0-73B47F7D6795}"/>
              </a:ext>
            </a:extLst>
          </p:cNvPr>
          <p:cNvCxnSpPr>
            <a:cxnSpLocks/>
            <a:stCxn id="45" idx="6"/>
            <a:endCxn id="48" idx="2"/>
          </p:cNvCxnSpPr>
          <p:nvPr/>
        </p:nvCxnSpPr>
        <p:spPr>
          <a:xfrm>
            <a:off x="7373972" y="3003615"/>
            <a:ext cx="563659" cy="1006993"/>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85" name="直線コネクタ 84">
            <a:extLst>
              <a:ext uri="{FF2B5EF4-FFF2-40B4-BE49-F238E27FC236}">
                <a16:creationId xmlns:a16="http://schemas.microsoft.com/office/drawing/2014/main" id="{C1A9C7C2-3AE6-2079-22AD-105A81F57591}"/>
              </a:ext>
            </a:extLst>
          </p:cNvPr>
          <p:cNvCxnSpPr>
            <a:cxnSpLocks/>
            <a:stCxn id="48" idx="6"/>
            <a:endCxn id="31" idx="2"/>
          </p:cNvCxnSpPr>
          <p:nvPr/>
        </p:nvCxnSpPr>
        <p:spPr>
          <a:xfrm flipV="1">
            <a:off x="9100847" y="3429000"/>
            <a:ext cx="585493" cy="581608"/>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grpSp>
        <p:nvGrpSpPr>
          <p:cNvPr id="97" name="グループ化 96">
            <a:extLst>
              <a:ext uri="{FF2B5EF4-FFF2-40B4-BE49-F238E27FC236}">
                <a16:creationId xmlns:a16="http://schemas.microsoft.com/office/drawing/2014/main" id="{B4C58080-FF3F-4FDC-D24A-186FFD969CE8}"/>
              </a:ext>
            </a:extLst>
          </p:cNvPr>
          <p:cNvGrpSpPr/>
          <p:nvPr/>
        </p:nvGrpSpPr>
        <p:grpSpPr>
          <a:xfrm>
            <a:off x="3165997" y="1256491"/>
            <a:ext cx="840596" cy="833567"/>
            <a:chOff x="1367715" y="1890973"/>
            <a:chExt cx="840596" cy="833567"/>
          </a:xfrm>
        </p:grpSpPr>
        <p:sp>
          <p:nvSpPr>
            <p:cNvPr id="88" name="吹き出し: 円形 87">
              <a:extLst>
                <a:ext uri="{FF2B5EF4-FFF2-40B4-BE49-F238E27FC236}">
                  <a16:creationId xmlns:a16="http://schemas.microsoft.com/office/drawing/2014/main" id="{0F7BDA41-E6E5-69CF-4BE3-6C8603EF2861}"/>
                </a:ext>
              </a:extLst>
            </p:cNvPr>
            <p:cNvSpPr/>
            <p:nvPr/>
          </p:nvSpPr>
          <p:spPr>
            <a:xfrm>
              <a:off x="1367715" y="1890973"/>
              <a:ext cx="840596" cy="828901"/>
            </a:xfrm>
            <a:prstGeom prst="wedgeEllipseCallout">
              <a:avLst>
                <a:gd name="adj1" fmla="val 257"/>
                <a:gd name="adj2" fmla="val 71505"/>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90" name="図 89">
              <a:extLst>
                <a:ext uri="{FF2B5EF4-FFF2-40B4-BE49-F238E27FC236}">
                  <a16:creationId xmlns:a16="http://schemas.microsoft.com/office/drawing/2014/main" id="{EF2F935B-26AD-78B1-13E3-D81436C8CA0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396905" y="1923662"/>
              <a:ext cx="800878" cy="800878"/>
            </a:xfrm>
            <a:prstGeom prst="rect">
              <a:avLst/>
            </a:prstGeom>
          </p:spPr>
        </p:pic>
      </p:grpSp>
      <p:sp>
        <p:nvSpPr>
          <p:cNvPr id="95" name="矢印: 山形 94">
            <a:extLst>
              <a:ext uri="{FF2B5EF4-FFF2-40B4-BE49-F238E27FC236}">
                <a16:creationId xmlns:a16="http://schemas.microsoft.com/office/drawing/2014/main" id="{17F4E590-56BF-91AA-13C9-1C2173329CB0}"/>
              </a:ext>
            </a:extLst>
          </p:cNvPr>
          <p:cNvSpPr/>
          <p:nvPr/>
        </p:nvSpPr>
        <p:spPr>
          <a:xfrm rot="18735780">
            <a:off x="2681151" y="2696515"/>
            <a:ext cx="236627" cy="363999"/>
          </a:xfrm>
          <a:prstGeom prst="chevron">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96" name="矢印: 山形 95">
            <a:extLst>
              <a:ext uri="{FF2B5EF4-FFF2-40B4-BE49-F238E27FC236}">
                <a16:creationId xmlns:a16="http://schemas.microsoft.com/office/drawing/2014/main" id="{1E0DFF9A-0D80-C545-C36E-5FC34DF675B1}"/>
              </a:ext>
            </a:extLst>
          </p:cNvPr>
          <p:cNvSpPr/>
          <p:nvPr/>
        </p:nvSpPr>
        <p:spPr>
          <a:xfrm rot="18735780">
            <a:off x="2484155" y="2949221"/>
            <a:ext cx="236627" cy="363999"/>
          </a:xfrm>
          <a:prstGeom prst="chevron">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Tree>
    <p:extLst>
      <p:ext uri="{BB962C8B-B14F-4D97-AF65-F5344CB8AC3E}">
        <p14:creationId xmlns:p14="http://schemas.microsoft.com/office/powerpoint/2010/main" val="2303058988"/>
      </p:ext>
    </p:extLst>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09FDD9-C67E-CAF8-9700-41D30FBC156C}"/>
            </a:ext>
          </a:extLst>
        </p:cNvPr>
        <p:cNvGrpSpPr/>
        <p:nvPr/>
      </p:nvGrpSpPr>
      <p:grpSpPr>
        <a:xfrm>
          <a:off x="0" y="0"/>
          <a:ext cx="0" cy="0"/>
          <a:chOff x="0" y="0"/>
          <a:chExt cx="0" cy="0"/>
        </a:xfrm>
      </p:grpSpPr>
      <p:sp>
        <p:nvSpPr>
          <p:cNvPr id="3" name="楕円 2">
            <a:extLst>
              <a:ext uri="{FF2B5EF4-FFF2-40B4-BE49-F238E27FC236}">
                <a16:creationId xmlns:a16="http://schemas.microsoft.com/office/drawing/2014/main" id="{F26ED83D-6F5E-F3C5-4087-4B0BE382B929}"/>
              </a:ext>
            </a:extLst>
          </p:cNvPr>
          <p:cNvSpPr/>
          <p:nvPr/>
        </p:nvSpPr>
        <p:spPr>
          <a:xfrm>
            <a:off x="3013726" y="2010748"/>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rgbClr val="C00000"/>
                </a:solidFill>
                <a:latin typeface="BIZ UDP明朝 Medium" panose="02020500000000000000" pitchFamily="18" charset="-128"/>
                <a:ea typeface="BIZ UDP明朝 Medium" panose="02020500000000000000" pitchFamily="18" charset="-128"/>
              </a:rPr>
              <a:t>BATTLE</a:t>
            </a:r>
            <a:endParaRPr kumimoji="1" lang="ja-JP" altLang="en-US" dirty="0">
              <a:solidFill>
                <a:srgbClr val="C00000"/>
              </a:solidFill>
              <a:latin typeface="BIZ UDP明朝 Medium" panose="02020500000000000000" pitchFamily="18" charset="-128"/>
              <a:ea typeface="BIZ UDP明朝 Medium" panose="02020500000000000000" pitchFamily="18" charset="-128"/>
            </a:endParaRPr>
          </a:p>
        </p:txBody>
      </p:sp>
      <p:sp>
        <p:nvSpPr>
          <p:cNvPr id="19" name="楕円 18">
            <a:extLst>
              <a:ext uri="{FF2B5EF4-FFF2-40B4-BE49-F238E27FC236}">
                <a16:creationId xmlns:a16="http://schemas.microsoft.com/office/drawing/2014/main" id="{7C4AE2B1-9605-5757-4D01-04BF33BCFDF6}"/>
              </a:ext>
            </a:extLst>
          </p:cNvPr>
          <p:cNvSpPr/>
          <p:nvPr/>
        </p:nvSpPr>
        <p:spPr>
          <a:xfrm>
            <a:off x="4351176" y="3628501"/>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chemeClr val="accent3"/>
                </a:solidFill>
                <a:latin typeface="BIZ UDP明朝 Medium" panose="02020500000000000000" pitchFamily="18" charset="-128"/>
                <a:ea typeface="BIZ UDP明朝 Medium" panose="02020500000000000000" pitchFamily="18" charset="-128"/>
              </a:rPr>
              <a:t>STORY</a:t>
            </a:r>
            <a:endParaRPr kumimoji="1" lang="ja-JP" altLang="en-US" dirty="0">
              <a:solidFill>
                <a:schemeClr val="accent3"/>
              </a:solidFill>
              <a:latin typeface="BIZ UDP明朝 Medium" panose="02020500000000000000" pitchFamily="18" charset="-128"/>
              <a:ea typeface="BIZ UDP明朝 Medium" panose="02020500000000000000" pitchFamily="18" charset="-128"/>
            </a:endParaRPr>
          </a:p>
        </p:txBody>
      </p:sp>
      <p:sp>
        <p:nvSpPr>
          <p:cNvPr id="30" name="矢印: 五方向 29">
            <a:extLst>
              <a:ext uri="{FF2B5EF4-FFF2-40B4-BE49-F238E27FC236}">
                <a16:creationId xmlns:a16="http://schemas.microsoft.com/office/drawing/2014/main" id="{81731B37-EC0D-4311-54E1-22B70918164C}"/>
              </a:ext>
            </a:extLst>
          </p:cNvPr>
          <p:cNvSpPr/>
          <p:nvPr/>
        </p:nvSpPr>
        <p:spPr>
          <a:xfrm>
            <a:off x="10064906" y="5613253"/>
            <a:ext cx="1623241" cy="795433"/>
          </a:xfrm>
          <a:prstGeom prst="homePlate">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400" b="1" dirty="0">
                <a:latin typeface="BIZ UDP明朝 Medium" panose="02020500000000000000" pitchFamily="18" charset="-128"/>
                <a:ea typeface="BIZ UDP明朝 Medium" panose="02020500000000000000" pitchFamily="18" charset="-128"/>
              </a:rPr>
              <a:t>撤退</a:t>
            </a:r>
          </a:p>
        </p:txBody>
      </p:sp>
      <p:sp>
        <p:nvSpPr>
          <p:cNvPr id="31" name="楕円 30">
            <a:extLst>
              <a:ext uri="{FF2B5EF4-FFF2-40B4-BE49-F238E27FC236}">
                <a16:creationId xmlns:a16="http://schemas.microsoft.com/office/drawing/2014/main" id="{3D76A6AD-285F-DFE2-FA00-9052B3A7C095}"/>
              </a:ext>
            </a:extLst>
          </p:cNvPr>
          <p:cNvSpPr/>
          <p:nvPr/>
        </p:nvSpPr>
        <p:spPr>
          <a:xfrm>
            <a:off x="9686340" y="2847392"/>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lang="en-US" altLang="ja-JP" dirty="0">
                <a:solidFill>
                  <a:srgbClr val="C00000"/>
                </a:solidFill>
                <a:latin typeface="BIZ UDP明朝 Medium" panose="02020500000000000000" pitchFamily="18" charset="-128"/>
                <a:ea typeface="BIZ UDP明朝 Medium" panose="02020500000000000000" pitchFamily="18" charset="-128"/>
              </a:rPr>
              <a:t>BATTLE</a:t>
            </a:r>
            <a:endParaRPr lang="ja-JP" altLang="en-US" dirty="0">
              <a:solidFill>
                <a:srgbClr val="C00000"/>
              </a:solidFill>
              <a:latin typeface="BIZ UDP明朝 Medium" panose="02020500000000000000" pitchFamily="18" charset="-128"/>
              <a:ea typeface="BIZ UDP明朝 Medium" panose="02020500000000000000" pitchFamily="18" charset="-128"/>
            </a:endParaRPr>
          </a:p>
        </p:txBody>
      </p:sp>
      <p:sp>
        <p:nvSpPr>
          <p:cNvPr id="37" name="テキスト ボックス 36">
            <a:extLst>
              <a:ext uri="{FF2B5EF4-FFF2-40B4-BE49-F238E27FC236}">
                <a16:creationId xmlns:a16="http://schemas.microsoft.com/office/drawing/2014/main" id="{D2D72DE3-D3E7-77E0-C9D6-4842E69295CA}"/>
              </a:ext>
            </a:extLst>
          </p:cNvPr>
          <p:cNvSpPr txBox="1"/>
          <p:nvPr/>
        </p:nvSpPr>
        <p:spPr>
          <a:xfrm>
            <a:off x="503853" y="5057191"/>
            <a:ext cx="2821732" cy="400110"/>
          </a:xfrm>
          <a:prstGeom prst="rect">
            <a:avLst/>
          </a:prstGeom>
          <a:noFill/>
        </p:spPr>
        <p:txBody>
          <a:bodyPr wrap="square">
            <a:spAutoFit/>
          </a:bodyPr>
          <a:lstStyle/>
          <a:p>
            <a:r>
              <a:rPr lang="ja-JP" altLang="en-US" sz="2000" b="1" dirty="0">
                <a:solidFill>
                  <a:schemeClr val="bg1">
                    <a:lumMod val="95000"/>
                  </a:schemeClr>
                </a:solidFill>
                <a:latin typeface="BIZ UDP明朝 Medium" panose="02020500000000000000" pitchFamily="18" charset="-128"/>
                <a:ea typeface="BIZ UDP明朝 Medium" panose="02020500000000000000" pitchFamily="18" charset="-128"/>
              </a:rPr>
              <a:t>回復キット持ち込み</a:t>
            </a:r>
            <a:endParaRPr kumimoji="1" lang="ja-JP" altLang="en-US" sz="20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38" name="テキスト ボックス 37">
            <a:extLst>
              <a:ext uri="{FF2B5EF4-FFF2-40B4-BE49-F238E27FC236}">
                <a16:creationId xmlns:a16="http://schemas.microsoft.com/office/drawing/2014/main" id="{D11CE4B8-C91F-A372-A7E0-1A6883AB3A90}"/>
              </a:ext>
            </a:extLst>
          </p:cNvPr>
          <p:cNvSpPr txBox="1"/>
          <p:nvPr/>
        </p:nvSpPr>
        <p:spPr>
          <a:xfrm>
            <a:off x="4091474" y="414658"/>
            <a:ext cx="4009051" cy="707886"/>
          </a:xfrm>
          <a:prstGeom prst="rect">
            <a:avLst/>
          </a:prstGeom>
          <a:noFill/>
        </p:spPr>
        <p:txBody>
          <a:bodyPr wrap="square">
            <a:spAutoFit/>
          </a:bodyPr>
          <a:lstStyle/>
          <a:p>
            <a:pPr algn="ctr"/>
            <a:r>
              <a:rPr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BOSS</a:t>
            </a:r>
            <a:r>
              <a:rPr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rPr>
              <a:t>まで</a:t>
            </a:r>
            <a:r>
              <a:rPr lang="en-US" altLang="ja-JP" sz="4000" b="1" dirty="0">
                <a:solidFill>
                  <a:schemeClr val="bg1">
                    <a:lumMod val="95000"/>
                  </a:schemeClr>
                </a:solidFill>
                <a:latin typeface="BIZ UDP明朝 Medium" panose="02020500000000000000" pitchFamily="18" charset="-128"/>
                <a:ea typeface="BIZ UDP明朝 Medium" panose="02020500000000000000" pitchFamily="18" charset="-128"/>
              </a:rPr>
              <a:t>00</a:t>
            </a:r>
            <a:r>
              <a:rPr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rPr>
              <a:t>ノード</a:t>
            </a:r>
            <a:endPar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44" name="四角形: 角を丸くする 43">
            <a:extLst>
              <a:ext uri="{FF2B5EF4-FFF2-40B4-BE49-F238E27FC236}">
                <a16:creationId xmlns:a16="http://schemas.microsoft.com/office/drawing/2014/main" id="{40738EE1-96DD-0501-8C8D-1F6C9943A5FF}"/>
              </a:ext>
            </a:extLst>
          </p:cNvPr>
          <p:cNvSpPr/>
          <p:nvPr/>
        </p:nvSpPr>
        <p:spPr>
          <a:xfrm>
            <a:off x="503853" y="5578599"/>
            <a:ext cx="3614059" cy="864743"/>
          </a:xfrm>
          <a:prstGeom prst="roundRect">
            <a:avLst/>
          </a:prstGeom>
          <a:solidFill>
            <a:schemeClr val="bg1">
              <a:lumMod val="9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tx1">
                    <a:lumMod val="85000"/>
                    <a:lumOff val="15000"/>
                  </a:schemeClr>
                </a:solidFill>
                <a:latin typeface="BIZ UDP明朝 Medium" panose="02020500000000000000" pitchFamily="18" charset="-128"/>
                <a:ea typeface="BIZ UDP明朝 Medium" panose="02020500000000000000" pitchFamily="18" charset="-128"/>
              </a:rPr>
              <a:t>パーティービュー</a:t>
            </a:r>
          </a:p>
        </p:txBody>
      </p:sp>
      <p:sp>
        <p:nvSpPr>
          <p:cNvPr id="45" name="楕円 44">
            <a:extLst>
              <a:ext uri="{FF2B5EF4-FFF2-40B4-BE49-F238E27FC236}">
                <a16:creationId xmlns:a16="http://schemas.microsoft.com/office/drawing/2014/main" id="{4341ED85-D8A8-BFDC-785F-C1F74A7275B3}"/>
              </a:ext>
            </a:extLst>
          </p:cNvPr>
          <p:cNvSpPr/>
          <p:nvPr/>
        </p:nvSpPr>
        <p:spPr>
          <a:xfrm>
            <a:off x="6210756" y="2422007"/>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chemeClr val="accent2">
                    <a:lumMod val="75000"/>
                  </a:schemeClr>
                </a:solidFill>
                <a:latin typeface="BIZ UDP明朝 Medium" panose="02020500000000000000" pitchFamily="18" charset="-128"/>
                <a:ea typeface="BIZ UDP明朝 Medium" panose="02020500000000000000" pitchFamily="18" charset="-128"/>
              </a:rPr>
              <a:t>EVENT</a:t>
            </a:r>
            <a:endParaRPr kumimoji="1" lang="ja-JP" altLang="en-US" dirty="0">
              <a:solidFill>
                <a:schemeClr val="accent2">
                  <a:lumMod val="75000"/>
                </a:schemeClr>
              </a:solidFill>
              <a:latin typeface="BIZ UDP明朝 Medium" panose="02020500000000000000" pitchFamily="18" charset="-128"/>
              <a:ea typeface="BIZ UDP明朝 Medium" panose="02020500000000000000" pitchFamily="18" charset="-128"/>
            </a:endParaRPr>
          </a:p>
        </p:txBody>
      </p:sp>
      <p:sp>
        <p:nvSpPr>
          <p:cNvPr id="47" name="楕円 46">
            <a:extLst>
              <a:ext uri="{FF2B5EF4-FFF2-40B4-BE49-F238E27FC236}">
                <a16:creationId xmlns:a16="http://schemas.microsoft.com/office/drawing/2014/main" id="{61512D7F-C0E5-7525-AC5C-63B02AC1F0FB}"/>
              </a:ext>
            </a:extLst>
          </p:cNvPr>
          <p:cNvSpPr/>
          <p:nvPr/>
        </p:nvSpPr>
        <p:spPr>
          <a:xfrm>
            <a:off x="1183823" y="2847392"/>
            <a:ext cx="1163216" cy="1163216"/>
          </a:xfrm>
          <a:prstGeom prst="ellipse">
            <a:avLst/>
          </a:prstGeom>
          <a:solidFill>
            <a:schemeClr val="bg1">
              <a:lumMod val="95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chemeClr val="accent4"/>
                </a:solidFill>
                <a:latin typeface="BIZ UDP明朝 Medium" panose="02020500000000000000" pitchFamily="18" charset="-128"/>
                <a:ea typeface="BIZ UDP明朝 Medium" panose="02020500000000000000" pitchFamily="18" charset="-128"/>
              </a:rPr>
              <a:t>START</a:t>
            </a:r>
            <a:endParaRPr kumimoji="1" lang="ja-JP" altLang="en-US" dirty="0">
              <a:solidFill>
                <a:schemeClr val="accent4"/>
              </a:solidFill>
              <a:latin typeface="BIZ UDP明朝 Medium" panose="02020500000000000000" pitchFamily="18" charset="-128"/>
              <a:ea typeface="BIZ UDP明朝 Medium" panose="02020500000000000000" pitchFamily="18" charset="-128"/>
            </a:endParaRPr>
          </a:p>
        </p:txBody>
      </p:sp>
      <p:sp>
        <p:nvSpPr>
          <p:cNvPr id="48" name="楕円 47">
            <a:extLst>
              <a:ext uri="{FF2B5EF4-FFF2-40B4-BE49-F238E27FC236}">
                <a16:creationId xmlns:a16="http://schemas.microsoft.com/office/drawing/2014/main" id="{5ACAB17D-5729-E60D-8F70-A1422D541607}"/>
              </a:ext>
            </a:extLst>
          </p:cNvPr>
          <p:cNvSpPr/>
          <p:nvPr/>
        </p:nvSpPr>
        <p:spPr>
          <a:xfrm>
            <a:off x="7937631" y="3429000"/>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rgbClr val="C00000"/>
                </a:solidFill>
                <a:latin typeface="BIZ UDP明朝 Medium" panose="02020500000000000000" pitchFamily="18" charset="-128"/>
                <a:ea typeface="BIZ UDP明朝 Medium" panose="02020500000000000000" pitchFamily="18" charset="-128"/>
              </a:rPr>
              <a:t>BATTLE</a:t>
            </a:r>
            <a:endParaRPr kumimoji="1" lang="ja-JP" altLang="en-US" dirty="0">
              <a:solidFill>
                <a:srgbClr val="C00000"/>
              </a:solidFill>
              <a:latin typeface="BIZ UDP明朝 Medium" panose="02020500000000000000" pitchFamily="18" charset="-128"/>
              <a:ea typeface="BIZ UDP明朝 Medium" panose="02020500000000000000" pitchFamily="18" charset="-128"/>
            </a:endParaRPr>
          </a:p>
        </p:txBody>
      </p:sp>
      <p:cxnSp>
        <p:nvCxnSpPr>
          <p:cNvPr id="52" name="直線コネクタ 51">
            <a:extLst>
              <a:ext uri="{FF2B5EF4-FFF2-40B4-BE49-F238E27FC236}">
                <a16:creationId xmlns:a16="http://schemas.microsoft.com/office/drawing/2014/main" id="{13362EA6-2D54-E82A-FA34-E9830E84171F}"/>
              </a:ext>
            </a:extLst>
          </p:cNvPr>
          <p:cNvCxnSpPr>
            <a:cxnSpLocks/>
            <a:stCxn id="47" idx="6"/>
            <a:endCxn id="3" idx="2"/>
          </p:cNvCxnSpPr>
          <p:nvPr/>
        </p:nvCxnSpPr>
        <p:spPr>
          <a:xfrm flipV="1">
            <a:off x="2347039" y="2592356"/>
            <a:ext cx="666687" cy="836644"/>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61" name="直線コネクタ 60">
            <a:extLst>
              <a:ext uri="{FF2B5EF4-FFF2-40B4-BE49-F238E27FC236}">
                <a16:creationId xmlns:a16="http://schemas.microsoft.com/office/drawing/2014/main" id="{DFE2D6F4-5D50-DDC0-4D60-0102E24EC3C1}"/>
              </a:ext>
            </a:extLst>
          </p:cNvPr>
          <p:cNvCxnSpPr>
            <a:cxnSpLocks/>
            <a:stCxn id="19" idx="1"/>
            <a:endCxn id="3" idx="5"/>
          </p:cNvCxnSpPr>
          <p:nvPr/>
        </p:nvCxnSpPr>
        <p:spPr>
          <a:xfrm flipH="1" flipV="1">
            <a:off x="4006593" y="3003615"/>
            <a:ext cx="514932" cy="795235"/>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74" name="直線コネクタ 73">
            <a:extLst>
              <a:ext uri="{FF2B5EF4-FFF2-40B4-BE49-F238E27FC236}">
                <a16:creationId xmlns:a16="http://schemas.microsoft.com/office/drawing/2014/main" id="{1EAE0F4B-8BDC-2736-5022-846C181B8838}"/>
              </a:ext>
            </a:extLst>
          </p:cNvPr>
          <p:cNvCxnSpPr>
            <a:cxnSpLocks/>
            <a:stCxn id="19" idx="7"/>
            <a:endCxn id="45" idx="2"/>
          </p:cNvCxnSpPr>
          <p:nvPr/>
        </p:nvCxnSpPr>
        <p:spPr>
          <a:xfrm flipV="1">
            <a:off x="5344043" y="3003615"/>
            <a:ext cx="866713" cy="795235"/>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77" name="直線コネクタ 76">
            <a:extLst>
              <a:ext uri="{FF2B5EF4-FFF2-40B4-BE49-F238E27FC236}">
                <a16:creationId xmlns:a16="http://schemas.microsoft.com/office/drawing/2014/main" id="{25F94000-E99A-4024-C5D8-776A0E25C7EF}"/>
              </a:ext>
            </a:extLst>
          </p:cNvPr>
          <p:cNvCxnSpPr>
            <a:cxnSpLocks/>
            <a:stCxn id="45" idx="6"/>
            <a:endCxn id="48" idx="2"/>
          </p:cNvCxnSpPr>
          <p:nvPr/>
        </p:nvCxnSpPr>
        <p:spPr>
          <a:xfrm>
            <a:off x="7373972" y="3003615"/>
            <a:ext cx="563659" cy="1006993"/>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85" name="直線コネクタ 84">
            <a:extLst>
              <a:ext uri="{FF2B5EF4-FFF2-40B4-BE49-F238E27FC236}">
                <a16:creationId xmlns:a16="http://schemas.microsoft.com/office/drawing/2014/main" id="{79ACB1FA-970E-5ACF-1B95-2A1F52A48385}"/>
              </a:ext>
            </a:extLst>
          </p:cNvPr>
          <p:cNvCxnSpPr>
            <a:cxnSpLocks/>
            <a:stCxn id="48" idx="6"/>
            <a:endCxn id="31" idx="2"/>
          </p:cNvCxnSpPr>
          <p:nvPr/>
        </p:nvCxnSpPr>
        <p:spPr>
          <a:xfrm flipV="1">
            <a:off x="9100847" y="3429000"/>
            <a:ext cx="585493" cy="581608"/>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sp>
        <p:nvSpPr>
          <p:cNvPr id="88" name="吹き出し: 円形 87">
            <a:extLst>
              <a:ext uri="{FF2B5EF4-FFF2-40B4-BE49-F238E27FC236}">
                <a16:creationId xmlns:a16="http://schemas.microsoft.com/office/drawing/2014/main" id="{78BA8AF7-3A88-646D-9CB2-F05743F96FAB}"/>
              </a:ext>
            </a:extLst>
          </p:cNvPr>
          <p:cNvSpPr/>
          <p:nvPr/>
        </p:nvSpPr>
        <p:spPr>
          <a:xfrm>
            <a:off x="1367715" y="1890973"/>
            <a:ext cx="840596" cy="828901"/>
          </a:xfrm>
          <a:prstGeom prst="wedgeEllipseCallout">
            <a:avLst>
              <a:gd name="adj1" fmla="val 257"/>
              <a:gd name="adj2" fmla="val 71505"/>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90" name="図 89">
            <a:extLst>
              <a:ext uri="{FF2B5EF4-FFF2-40B4-BE49-F238E27FC236}">
                <a16:creationId xmlns:a16="http://schemas.microsoft.com/office/drawing/2014/main" id="{934CFCBD-D8F6-3008-D486-37EF39A5BF3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396905" y="1923662"/>
            <a:ext cx="800878" cy="800878"/>
          </a:xfrm>
          <a:prstGeom prst="rect">
            <a:avLst/>
          </a:prstGeom>
        </p:spPr>
      </p:pic>
      <p:sp>
        <p:nvSpPr>
          <p:cNvPr id="4" name="楕円 3">
            <a:extLst>
              <a:ext uri="{FF2B5EF4-FFF2-40B4-BE49-F238E27FC236}">
                <a16:creationId xmlns:a16="http://schemas.microsoft.com/office/drawing/2014/main" id="{5767CE23-775C-FE23-8EEF-1CD1BBE978D1}"/>
              </a:ext>
            </a:extLst>
          </p:cNvPr>
          <p:cNvSpPr/>
          <p:nvPr/>
        </p:nvSpPr>
        <p:spPr>
          <a:xfrm>
            <a:off x="11475419" y="2265784"/>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chemeClr val="accent2">
                    <a:lumMod val="75000"/>
                  </a:schemeClr>
                </a:solidFill>
                <a:latin typeface="BIZ UDP明朝 Medium" panose="02020500000000000000" pitchFamily="18" charset="-128"/>
                <a:ea typeface="BIZ UDP明朝 Medium" panose="02020500000000000000" pitchFamily="18" charset="-128"/>
              </a:rPr>
              <a:t>EVENT</a:t>
            </a:r>
            <a:endParaRPr kumimoji="1" lang="ja-JP" altLang="en-US" dirty="0">
              <a:solidFill>
                <a:schemeClr val="accent2">
                  <a:lumMod val="75000"/>
                </a:schemeClr>
              </a:solidFill>
              <a:latin typeface="BIZ UDP明朝 Medium" panose="02020500000000000000" pitchFamily="18" charset="-128"/>
              <a:ea typeface="BIZ UDP明朝 Medium" panose="02020500000000000000" pitchFamily="18" charset="-128"/>
            </a:endParaRPr>
          </a:p>
        </p:txBody>
      </p:sp>
      <p:cxnSp>
        <p:nvCxnSpPr>
          <p:cNvPr id="5" name="直線コネクタ 4">
            <a:extLst>
              <a:ext uri="{FF2B5EF4-FFF2-40B4-BE49-F238E27FC236}">
                <a16:creationId xmlns:a16="http://schemas.microsoft.com/office/drawing/2014/main" id="{E78ED8A8-665E-05B1-BA8B-72B9974FD1F4}"/>
              </a:ext>
            </a:extLst>
          </p:cNvPr>
          <p:cNvCxnSpPr>
            <a:cxnSpLocks/>
            <a:stCxn id="4" idx="2"/>
            <a:endCxn id="31" idx="6"/>
          </p:cNvCxnSpPr>
          <p:nvPr/>
        </p:nvCxnSpPr>
        <p:spPr>
          <a:xfrm flipH="1">
            <a:off x="10849556" y="2847392"/>
            <a:ext cx="625863" cy="581608"/>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sp>
        <p:nvSpPr>
          <p:cNvPr id="10" name="矢印: 山形 9">
            <a:extLst>
              <a:ext uri="{FF2B5EF4-FFF2-40B4-BE49-F238E27FC236}">
                <a16:creationId xmlns:a16="http://schemas.microsoft.com/office/drawing/2014/main" id="{D5D8F413-7C78-7B9F-234E-BD35D549B685}"/>
              </a:ext>
            </a:extLst>
          </p:cNvPr>
          <p:cNvSpPr/>
          <p:nvPr/>
        </p:nvSpPr>
        <p:spPr>
          <a:xfrm>
            <a:off x="11203515" y="2728650"/>
            <a:ext cx="484632" cy="1400699"/>
          </a:xfrm>
          <a:prstGeom prst="chevron">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Tree>
    <p:extLst>
      <p:ext uri="{BB962C8B-B14F-4D97-AF65-F5344CB8AC3E}">
        <p14:creationId xmlns:p14="http://schemas.microsoft.com/office/powerpoint/2010/main" val="2795719674"/>
      </p:ext>
    </p:extLst>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0BF203-36FA-6F7C-25B7-FCAA5B5BAEEA}"/>
            </a:ext>
          </a:extLst>
        </p:cNvPr>
        <p:cNvGrpSpPr/>
        <p:nvPr/>
      </p:nvGrpSpPr>
      <p:grpSpPr>
        <a:xfrm>
          <a:off x="0" y="0"/>
          <a:ext cx="0" cy="0"/>
          <a:chOff x="0" y="0"/>
          <a:chExt cx="0" cy="0"/>
        </a:xfrm>
      </p:grpSpPr>
      <p:sp>
        <p:nvSpPr>
          <p:cNvPr id="8" name="テキスト ボックス 7">
            <a:extLst>
              <a:ext uri="{FF2B5EF4-FFF2-40B4-BE49-F238E27FC236}">
                <a16:creationId xmlns:a16="http://schemas.microsoft.com/office/drawing/2014/main" id="{7E5741CC-7BCA-A41E-8409-72DA92300B8F}"/>
              </a:ext>
            </a:extLst>
          </p:cNvPr>
          <p:cNvSpPr txBox="1"/>
          <p:nvPr/>
        </p:nvSpPr>
        <p:spPr>
          <a:xfrm>
            <a:off x="3047222" y="1582312"/>
            <a:ext cx="6097554" cy="584775"/>
          </a:xfrm>
          <a:prstGeom prst="rect">
            <a:avLst/>
          </a:prstGeom>
          <a:noFill/>
        </p:spPr>
        <p:txBody>
          <a:bodyPr wrap="square">
            <a:spAutoFit/>
          </a:bodyPr>
          <a:lstStyle/>
          <a:p>
            <a:pPr algn="ctr"/>
            <a:r>
              <a:rPr kumimoji="1" lang="en-US" altLang="ja-JP" sz="3200" b="1" spc="130" dirty="0">
                <a:solidFill>
                  <a:schemeClr val="bg1">
                    <a:lumMod val="95000"/>
                  </a:schemeClr>
                </a:solidFill>
                <a:latin typeface="BIZ UDP明朝 Medium" panose="02020500000000000000" pitchFamily="18" charset="-128"/>
                <a:ea typeface="BIZ UDP明朝 Medium" panose="02020500000000000000" pitchFamily="18" charset="-128"/>
              </a:rPr>
              <a:t>ADVANTAGE</a:t>
            </a:r>
            <a:endParaRPr kumimoji="1" lang="ja-JP" altLang="en-US" sz="3200" b="1" spc="130"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9" name="テキスト ボックス 8">
            <a:extLst>
              <a:ext uri="{FF2B5EF4-FFF2-40B4-BE49-F238E27FC236}">
                <a16:creationId xmlns:a16="http://schemas.microsoft.com/office/drawing/2014/main" id="{3224AEB9-E58F-434A-DD2F-295DD598A5EB}"/>
              </a:ext>
            </a:extLst>
          </p:cNvPr>
          <p:cNvSpPr txBox="1"/>
          <p:nvPr/>
        </p:nvSpPr>
        <p:spPr>
          <a:xfrm>
            <a:off x="3047222" y="4470272"/>
            <a:ext cx="6097554" cy="400110"/>
          </a:xfrm>
          <a:prstGeom prst="rect">
            <a:avLst/>
          </a:prstGeom>
          <a:noFill/>
        </p:spPr>
        <p:txBody>
          <a:bodyPr wrap="square">
            <a:spAutoFit/>
          </a:bodyPr>
          <a:lstStyle/>
          <a:p>
            <a:pPr algn="ctr"/>
            <a:r>
              <a:rPr kumimoji="1" lang="ja-JP" altLang="en-US" sz="2000" b="1" spc="130" dirty="0">
                <a:solidFill>
                  <a:schemeClr val="bg1">
                    <a:lumMod val="95000"/>
                  </a:schemeClr>
                </a:solidFill>
                <a:latin typeface="BIZ UDP明朝 Medium" panose="02020500000000000000" pitchFamily="18" charset="-128"/>
                <a:ea typeface="BIZ UDP明朝 Medium" panose="02020500000000000000" pitchFamily="18" charset="-128"/>
              </a:rPr>
              <a:t>クリックで</a:t>
            </a:r>
            <a:r>
              <a:rPr lang="en-US" altLang="ja-JP" sz="2000" b="1" spc="130" dirty="0">
                <a:solidFill>
                  <a:schemeClr val="bg1">
                    <a:lumMod val="95000"/>
                  </a:schemeClr>
                </a:solidFill>
                <a:latin typeface="BIZ UDP明朝 Medium" panose="02020500000000000000" pitchFamily="18" charset="-128"/>
                <a:ea typeface="BIZ UDP明朝 Medium" panose="02020500000000000000" pitchFamily="18" charset="-128"/>
              </a:rPr>
              <a:t>ADVANTAGE</a:t>
            </a:r>
            <a:r>
              <a:rPr kumimoji="1" lang="ja-JP" altLang="en-US" sz="2000" b="1" spc="130" dirty="0">
                <a:solidFill>
                  <a:schemeClr val="bg1">
                    <a:lumMod val="95000"/>
                  </a:schemeClr>
                </a:solidFill>
                <a:latin typeface="BIZ UDP明朝 Medium" panose="02020500000000000000" pitchFamily="18" charset="-128"/>
                <a:ea typeface="BIZ UDP明朝 Medium" panose="02020500000000000000" pitchFamily="18" charset="-128"/>
              </a:rPr>
              <a:t>決定</a:t>
            </a:r>
          </a:p>
        </p:txBody>
      </p:sp>
      <p:grpSp>
        <p:nvGrpSpPr>
          <p:cNvPr id="15" name="グループ化 14">
            <a:extLst>
              <a:ext uri="{FF2B5EF4-FFF2-40B4-BE49-F238E27FC236}">
                <a16:creationId xmlns:a16="http://schemas.microsoft.com/office/drawing/2014/main" id="{B68915C3-AC63-529D-2D3C-FD6A5101F5B6}"/>
              </a:ext>
            </a:extLst>
          </p:cNvPr>
          <p:cNvGrpSpPr/>
          <p:nvPr/>
        </p:nvGrpSpPr>
        <p:grpSpPr>
          <a:xfrm>
            <a:off x="1828800" y="2715208"/>
            <a:ext cx="8534400" cy="1170992"/>
            <a:chOff x="1828800" y="2262673"/>
            <a:chExt cx="8534400" cy="1623527"/>
          </a:xfrm>
        </p:grpSpPr>
        <p:sp>
          <p:nvSpPr>
            <p:cNvPr id="2" name="正方形/長方形 1">
              <a:extLst>
                <a:ext uri="{FF2B5EF4-FFF2-40B4-BE49-F238E27FC236}">
                  <a16:creationId xmlns:a16="http://schemas.microsoft.com/office/drawing/2014/main" id="{85654D0B-BED2-2B50-8D62-D14F8532C67C}"/>
                </a:ext>
              </a:extLst>
            </p:cNvPr>
            <p:cNvSpPr/>
            <p:nvPr/>
          </p:nvSpPr>
          <p:spPr>
            <a:xfrm>
              <a:off x="1828800" y="2971800"/>
              <a:ext cx="8534400" cy="914400"/>
            </a:xfrm>
            <a:prstGeom prst="rect">
              <a:avLst/>
            </a:prstGeom>
            <a:solidFill>
              <a:schemeClr val="accent1">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 name="正方形/長方形 4">
              <a:extLst>
                <a:ext uri="{FF2B5EF4-FFF2-40B4-BE49-F238E27FC236}">
                  <a16:creationId xmlns:a16="http://schemas.microsoft.com/office/drawing/2014/main" id="{68EFDDB7-E008-C4D0-EC1E-1D938DEAEEC1}"/>
                </a:ext>
              </a:extLst>
            </p:cNvPr>
            <p:cNvSpPr/>
            <p:nvPr/>
          </p:nvSpPr>
          <p:spPr>
            <a:xfrm>
              <a:off x="4061927" y="2971800"/>
              <a:ext cx="4068146" cy="914400"/>
            </a:xfrm>
            <a:prstGeom prst="rect">
              <a:avLst/>
            </a:prstGeom>
            <a:solidFill>
              <a:srgbClr val="FF99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 name="正方形/長方形 3">
              <a:extLst>
                <a:ext uri="{FF2B5EF4-FFF2-40B4-BE49-F238E27FC236}">
                  <a16:creationId xmlns:a16="http://schemas.microsoft.com/office/drawing/2014/main" id="{806D94F4-EC93-0B43-7B72-BE8C99797CD0}"/>
                </a:ext>
              </a:extLst>
            </p:cNvPr>
            <p:cNvSpPr/>
            <p:nvPr/>
          </p:nvSpPr>
          <p:spPr>
            <a:xfrm>
              <a:off x="5397759" y="2971800"/>
              <a:ext cx="1396481" cy="914400"/>
            </a:xfrm>
            <a:prstGeom prst="rect">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6" name="二等辺三角形 5">
              <a:extLst>
                <a:ext uri="{FF2B5EF4-FFF2-40B4-BE49-F238E27FC236}">
                  <a16:creationId xmlns:a16="http://schemas.microsoft.com/office/drawing/2014/main" id="{BCB611C3-DCD7-B71E-8BE7-AF58D764CDCE}"/>
                </a:ext>
              </a:extLst>
            </p:cNvPr>
            <p:cNvSpPr/>
            <p:nvPr/>
          </p:nvSpPr>
          <p:spPr>
            <a:xfrm flipV="1">
              <a:off x="4199491" y="2262673"/>
              <a:ext cx="1060704" cy="914400"/>
            </a:xfrm>
            <a:prstGeom prst="triangl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テキスト ボックス 9">
              <a:extLst>
                <a:ext uri="{FF2B5EF4-FFF2-40B4-BE49-F238E27FC236}">
                  <a16:creationId xmlns:a16="http://schemas.microsoft.com/office/drawing/2014/main" id="{92C41702-38BE-66BF-3503-5464A212F933}"/>
                </a:ext>
              </a:extLst>
            </p:cNvPr>
            <p:cNvSpPr txBox="1"/>
            <p:nvPr/>
          </p:nvSpPr>
          <p:spPr>
            <a:xfrm>
              <a:off x="5347607" y="3073577"/>
              <a:ext cx="1496784" cy="523220"/>
            </a:xfrm>
            <a:prstGeom prst="rect">
              <a:avLst/>
            </a:prstGeom>
            <a:noFill/>
          </p:spPr>
          <p:txBody>
            <a:bodyPr wrap="square">
              <a:spAutoFit/>
            </a:bodyPr>
            <a:lstStyle/>
            <a:p>
              <a:pPr algn="ctr"/>
              <a:r>
                <a:rPr lang="ja-JP" altLang="en-US" sz="2800" b="1" dirty="0">
                  <a:solidFill>
                    <a:schemeClr val="accent2">
                      <a:lumMod val="50000"/>
                    </a:schemeClr>
                  </a:solidFill>
                  <a:latin typeface="BIZ UDP明朝 Medium" panose="02020500000000000000" pitchFamily="18" charset="-128"/>
                  <a:ea typeface="BIZ UDP明朝 Medium" panose="02020500000000000000" pitchFamily="18" charset="-128"/>
                </a:rPr>
                <a:t>先制</a:t>
              </a:r>
              <a:endParaRPr kumimoji="1" lang="ja-JP" altLang="en-US" sz="2800" b="1" dirty="0">
                <a:solidFill>
                  <a:schemeClr val="accent2">
                    <a:lumMod val="50000"/>
                  </a:schemeClr>
                </a:solidFill>
                <a:latin typeface="BIZ UDP明朝 Medium" panose="02020500000000000000" pitchFamily="18" charset="-128"/>
                <a:ea typeface="BIZ UDP明朝 Medium" panose="02020500000000000000" pitchFamily="18" charset="-128"/>
              </a:endParaRPr>
            </a:p>
          </p:txBody>
        </p:sp>
        <p:sp>
          <p:nvSpPr>
            <p:cNvPr id="11" name="テキスト ボックス 10">
              <a:extLst>
                <a:ext uri="{FF2B5EF4-FFF2-40B4-BE49-F238E27FC236}">
                  <a16:creationId xmlns:a16="http://schemas.microsoft.com/office/drawing/2014/main" id="{E236D4CD-6B6D-A774-DD75-7498C88D0A7A}"/>
                </a:ext>
              </a:extLst>
            </p:cNvPr>
            <p:cNvSpPr txBox="1"/>
            <p:nvPr/>
          </p:nvSpPr>
          <p:spPr>
            <a:xfrm>
              <a:off x="3981451" y="3073577"/>
              <a:ext cx="1496784" cy="523220"/>
            </a:xfrm>
            <a:prstGeom prst="rect">
              <a:avLst/>
            </a:prstGeom>
            <a:noFill/>
          </p:spPr>
          <p:txBody>
            <a:bodyPr wrap="square">
              <a:spAutoFit/>
            </a:bodyPr>
            <a:lstStyle/>
            <a:p>
              <a:pPr algn="ctr"/>
              <a:r>
                <a:rPr kumimoji="1" lang="ja-JP" altLang="en-US" sz="2800" b="1" dirty="0">
                  <a:solidFill>
                    <a:schemeClr val="tx1">
                      <a:lumMod val="65000"/>
                      <a:lumOff val="35000"/>
                    </a:schemeClr>
                  </a:solidFill>
                  <a:latin typeface="BIZ UDP明朝 Medium" panose="02020500000000000000" pitchFamily="18" charset="-128"/>
                  <a:ea typeface="BIZ UDP明朝 Medium" panose="02020500000000000000" pitchFamily="18" charset="-128"/>
                </a:rPr>
                <a:t>迎撃</a:t>
              </a:r>
            </a:p>
          </p:txBody>
        </p:sp>
        <p:sp>
          <p:nvSpPr>
            <p:cNvPr id="12" name="テキスト ボックス 11">
              <a:extLst>
                <a:ext uri="{FF2B5EF4-FFF2-40B4-BE49-F238E27FC236}">
                  <a16:creationId xmlns:a16="http://schemas.microsoft.com/office/drawing/2014/main" id="{8598CD54-85D6-C93A-AFD8-FAEDE14256E8}"/>
                </a:ext>
              </a:extLst>
            </p:cNvPr>
            <p:cNvSpPr txBox="1"/>
            <p:nvPr/>
          </p:nvSpPr>
          <p:spPr>
            <a:xfrm>
              <a:off x="6676995" y="3073577"/>
              <a:ext cx="1496784" cy="523220"/>
            </a:xfrm>
            <a:prstGeom prst="rect">
              <a:avLst/>
            </a:prstGeom>
            <a:noFill/>
          </p:spPr>
          <p:txBody>
            <a:bodyPr wrap="square">
              <a:spAutoFit/>
            </a:bodyPr>
            <a:lstStyle/>
            <a:p>
              <a:pPr algn="ctr"/>
              <a:r>
                <a:rPr kumimoji="1" lang="ja-JP" altLang="en-US" sz="2800" b="1" dirty="0">
                  <a:solidFill>
                    <a:schemeClr val="tx1">
                      <a:lumMod val="65000"/>
                      <a:lumOff val="35000"/>
                    </a:schemeClr>
                  </a:solidFill>
                  <a:latin typeface="BIZ UDP明朝 Medium" panose="02020500000000000000" pitchFamily="18" charset="-128"/>
                  <a:ea typeface="BIZ UDP明朝 Medium" panose="02020500000000000000" pitchFamily="18" charset="-128"/>
                </a:rPr>
                <a:t>迎撃</a:t>
              </a:r>
            </a:p>
          </p:txBody>
        </p:sp>
        <p:sp>
          <p:nvSpPr>
            <p:cNvPr id="13" name="テキスト ボックス 12">
              <a:extLst>
                <a:ext uri="{FF2B5EF4-FFF2-40B4-BE49-F238E27FC236}">
                  <a16:creationId xmlns:a16="http://schemas.microsoft.com/office/drawing/2014/main" id="{A75B9E15-E0E5-3C57-8588-CFF20C06BF92}"/>
                </a:ext>
              </a:extLst>
            </p:cNvPr>
            <p:cNvSpPr txBox="1"/>
            <p:nvPr/>
          </p:nvSpPr>
          <p:spPr>
            <a:xfrm>
              <a:off x="2196972" y="3063894"/>
              <a:ext cx="1496784" cy="523220"/>
            </a:xfrm>
            <a:prstGeom prst="rect">
              <a:avLst/>
            </a:prstGeom>
            <a:noFill/>
          </p:spPr>
          <p:txBody>
            <a:bodyPr wrap="square">
              <a:spAutoFit/>
            </a:bodyPr>
            <a:lstStyle/>
            <a:p>
              <a:pPr algn="ctr"/>
              <a:r>
                <a:rPr kumimoji="1" lang="ja-JP" altLang="en-US" sz="2800" b="1" dirty="0">
                  <a:solidFill>
                    <a:schemeClr val="accent1">
                      <a:lumMod val="75000"/>
                    </a:schemeClr>
                  </a:solidFill>
                  <a:latin typeface="BIZ UDP明朝 Medium" panose="02020500000000000000" pitchFamily="18" charset="-128"/>
                  <a:ea typeface="BIZ UDP明朝 Medium" panose="02020500000000000000" pitchFamily="18" charset="-128"/>
                </a:rPr>
                <a:t>苦戦</a:t>
              </a:r>
            </a:p>
          </p:txBody>
        </p:sp>
        <p:sp>
          <p:nvSpPr>
            <p:cNvPr id="14" name="テキスト ボックス 13">
              <a:extLst>
                <a:ext uri="{FF2B5EF4-FFF2-40B4-BE49-F238E27FC236}">
                  <a16:creationId xmlns:a16="http://schemas.microsoft.com/office/drawing/2014/main" id="{4DD76BF8-617E-CD96-E8B9-C2164B2601D4}"/>
                </a:ext>
              </a:extLst>
            </p:cNvPr>
            <p:cNvSpPr txBox="1"/>
            <p:nvPr/>
          </p:nvSpPr>
          <p:spPr>
            <a:xfrm>
              <a:off x="8498244" y="3063894"/>
              <a:ext cx="1496784" cy="523220"/>
            </a:xfrm>
            <a:prstGeom prst="rect">
              <a:avLst/>
            </a:prstGeom>
            <a:noFill/>
          </p:spPr>
          <p:txBody>
            <a:bodyPr wrap="square">
              <a:spAutoFit/>
            </a:bodyPr>
            <a:lstStyle/>
            <a:p>
              <a:pPr algn="ctr"/>
              <a:r>
                <a:rPr kumimoji="1" lang="ja-JP" altLang="en-US" sz="2800" b="1" dirty="0">
                  <a:solidFill>
                    <a:schemeClr val="accent1">
                      <a:lumMod val="75000"/>
                    </a:schemeClr>
                  </a:solidFill>
                  <a:latin typeface="BIZ UDP明朝 Medium" panose="02020500000000000000" pitchFamily="18" charset="-128"/>
                  <a:ea typeface="BIZ UDP明朝 Medium" panose="02020500000000000000" pitchFamily="18" charset="-128"/>
                </a:rPr>
                <a:t>苦戦</a:t>
              </a:r>
            </a:p>
          </p:txBody>
        </p:sp>
      </p:grpSp>
    </p:spTree>
    <p:extLst>
      <p:ext uri="{BB962C8B-B14F-4D97-AF65-F5344CB8AC3E}">
        <p14:creationId xmlns:p14="http://schemas.microsoft.com/office/powerpoint/2010/main" val="3588175437"/>
      </p:ext>
    </p:extLst>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D6F074-702D-6E9E-89FC-3C87AF141407}"/>
            </a:ext>
          </a:extLst>
        </p:cNvPr>
        <p:cNvGrpSpPr/>
        <p:nvPr/>
      </p:nvGrpSpPr>
      <p:grpSpPr>
        <a:xfrm>
          <a:off x="0" y="0"/>
          <a:ext cx="0" cy="0"/>
          <a:chOff x="0" y="0"/>
          <a:chExt cx="0" cy="0"/>
        </a:xfrm>
      </p:grpSpPr>
      <p:sp>
        <p:nvSpPr>
          <p:cNvPr id="3" name="楕円 2">
            <a:extLst>
              <a:ext uri="{FF2B5EF4-FFF2-40B4-BE49-F238E27FC236}">
                <a16:creationId xmlns:a16="http://schemas.microsoft.com/office/drawing/2014/main" id="{B63959A5-E413-B4EB-347E-46C65AC1E078}"/>
              </a:ext>
            </a:extLst>
          </p:cNvPr>
          <p:cNvSpPr/>
          <p:nvPr/>
        </p:nvSpPr>
        <p:spPr>
          <a:xfrm>
            <a:off x="3013726" y="2010748"/>
            <a:ext cx="1163216" cy="1163216"/>
          </a:xfrm>
          <a:prstGeom prst="ellipse">
            <a:avLst/>
          </a:prstGeom>
          <a:solidFill>
            <a:schemeClr val="bg1">
              <a:lumMod val="95000"/>
            </a:schemeClr>
          </a:solidFill>
          <a:ln w="38100">
            <a:solidFill>
              <a:schemeClr val="accent6">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rgbClr val="C00000"/>
                </a:solidFill>
                <a:latin typeface="BIZ UDP明朝 Medium" panose="02020500000000000000" pitchFamily="18" charset="-128"/>
                <a:ea typeface="BIZ UDP明朝 Medium" panose="02020500000000000000" pitchFamily="18" charset="-128"/>
              </a:rPr>
              <a:t>BATTLE</a:t>
            </a:r>
            <a:endParaRPr kumimoji="1" lang="ja-JP" altLang="en-US" dirty="0">
              <a:solidFill>
                <a:srgbClr val="C00000"/>
              </a:solidFill>
              <a:latin typeface="BIZ UDP明朝 Medium" panose="02020500000000000000" pitchFamily="18" charset="-128"/>
              <a:ea typeface="BIZ UDP明朝 Medium" panose="02020500000000000000" pitchFamily="18" charset="-128"/>
            </a:endParaRPr>
          </a:p>
        </p:txBody>
      </p:sp>
      <p:sp>
        <p:nvSpPr>
          <p:cNvPr id="19" name="楕円 18">
            <a:extLst>
              <a:ext uri="{FF2B5EF4-FFF2-40B4-BE49-F238E27FC236}">
                <a16:creationId xmlns:a16="http://schemas.microsoft.com/office/drawing/2014/main" id="{BCB8B2C8-CD37-7E1F-FCF6-F5F3EE6696C1}"/>
              </a:ext>
            </a:extLst>
          </p:cNvPr>
          <p:cNvSpPr/>
          <p:nvPr/>
        </p:nvSpPr>
        <p:spPr>
          <a:xfrm>
            <a:off x="4351176" y="3628501"/>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chemeClr val="accent3"/>
                </a:solidFill>
                <a:latin typeface="BIZ UDP明朝 Medium" panose="02020500000000000000" pitchFamily="18" charset="-128"/>
                <a:ea typeface="BIZ UDP明朝 Medium" panose="02020500000000000000" pitchFamily="18" charset="-128"/>
              </a:rPr>
              <a:t>STORY</a:t>
            </a:r>
            <a:endParaRPr kumimoji="1" lang="ja-JP" altLang="en-US" dirty="0">
              <a:solidFill>
                <a:schemeClr val="accent3"/>
              </a:solidFill>
              <a:latin typeface="BIZ UDP明朝 Medium" panose="02020500000000000000" pitchFamily="18" charset="-128"/>
              <a:ea typeface="BIZ UDP明朝 Medium" panose="02020500000000000000" pitchFamily="18" charset="-128"/>
            </a:endParaRPr>
          </a:p>
        </p:txBody>
      </p:sp>
      <p:sp>
        <p:nvSpPr>
          <p:cNvPr id="30" name="矢印: 五方向 29">
            <a:extLst>
              <a:ext uri="{FF2B5EF4-FFF2-40B4-BE49-F238E27FC236}">
                <a16:creationId xmlns:a16="http://schemas.microsoft.com/office/drawing/2014/main" id="{FBDCCB1F-8079-D49F-661B-969BF5B7AA8A}"/>
              </a:ext>
            </a:extLst>
          </p:cNvPr>
          <p:cNvSpPr/>
          <p:nvPr/>
        </p:nvSpPr>
        <p:spPr>
          <a:xfrm>
            <a:off x="10064906" y="5613253"/>
            <a:ext cx="1623241" cy="795433"/>
          </a:xfrm>
          <a:prstGeom prst="homePlate">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400" b="1" dirty="0">
                <a:latin typeface="BIZ UDP明朝 Medium" panose="02020500000000000000" pitchFamily="18" charset="-128"/>
                <a:ea typeface="BIZ UDP明朝 Medium" panose="02020500000000000000" pitchFamily="18" charset="-128"/>
              </a:rPr>
              <a:t>撤退</a:t>
            </a:r>
          </a:p>
        </p:txBody>
      </p:sp>
      <p:sp>
        <p:nvSpPr>
          <p:cNvPr id="31" name="楕円 30">
            <a:extLst>
              <a:ext uri="{FF2B5EF4-FFF2-40B4-BE49-F238E27FC236}">
                <a16:creationId xmlns:a16="http://schemas.microsoft.com/office/drawing/2014/main" id="{B7E49C78-B6A3-35A2-33CD-1BC7BF91BEB4}"/>
              </a:ext>
            </a:extLst>
          </p:cNvPr>
          <p:cNvSpPr/>
          <p:nvPr/>
        </p:nvSpPr>
        <p:spPr>
          <a:xfrm>
            <a:off x="9686340" y="2847392"/>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chemeClr val="accent6"/>
                </a:solidFill>
                <a:latin typeface="BIZ UDP明朝 Medium" panose="02020500000000000000" pitchFamily="18" charset="-128"/>
                <a:ea typeface="BIZ UDP明朝 Medium" panose="02020500000000000000" pitchFamily="18" charset="-128"/>
              </a:rPr>
              <a:t>BOSS</a:t>
            </a:r>
            <a:endParaRPr kumimoji="1" lang="ja-JP" altLang="en-US" dirty="0">
              <a:solidFill>
                <a:schemeClr val="accent6"/>
              </a:solidFill>
              <a:latin typeface="BIZ UDP明朝 Medium" panose="02020500000000000000" pitchFamily="18" charset="-128"/>
              <a:ea typeface="BIZ UDP明朝 Medium" panose="02020500000000000000" pitchFamily="18" charset="-128"/>
            </a:endParaRPr>
          </a:p>
        </p:txBody>
      </p:sp>
      <p:sp>
        <p:nvSpPr>
          <p:cNvPr id="37" name="テキスト ボックス 36">
            <a:extLst>
              <a:ext uri="{FF2B5EF4-FFF2-40B4-BE49-F238E27FC236}">
                <a16:creationId xmlns:a16="http://schemas.microsoft.com/office/drawing/2014/main" id="{5BF88819-7323-EEBB-340A-FD1446660B0A}"/>
              </a:ext>
            </a:extLst>
          </p:cNvPr>
          <p:cNvSpPr txBox="1"/>
          <p:nvPr/>
        </p:nvSpPr>
        <p:spPr>
          <a:xfrm>
            <a:off x="503853" y="5057191"/>
            <a:ext cx="2821732" cy="400110"/>
          </a:xfrm>
          <a:prstGeom prst="rect">
            <a:avLst/>
          </a:prstGeom>
          <a:noFill/>
        </p:spPr>
        <p:txBody>
          <a:bodyPr wrap="square">
            <a:spAutoFit/>
          </a:bodyPr>
          <a:lstStyle/>
          <a:p>
            <a:r>
              <a:rPr lang="ja-JP" altLang="en-US" sz="2000" b="1" dirty="0">
                <a:solidFill>
                  <a:schemeClr val="bg1">
                    <a:lumMod val="95000"/>
                  </a:schemeClr>
                </a:solidFill>
                <a:latin typeface="BIZ UDP明朝 Medium" panose="02020500000000000000" pitchFamily="18" charset="-128"/>
                <a:ea typeface="BIZ UDP明朝 Medium" panose="02020500000000000000" pitchFamily="18" charset="-128"/>
              </a:rPr>
              <a:t>回復キット持ち込み</a:t>
            </a:r>
            <a:endParaRPr kumimoji="1" lang="ja-JP" altLang="en-US" sz="20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38" name="テキスト ボックス 37">
            <a:extLst>
              <a:ext uri="{FF2B5EF4-FFF2-40B4-BE49-F238E27FC236}">
                <a16:creationId xmlns:a16="http://schemas.microsoft.com/office/drawing/2014/main" id="{3F27978D-C4E9-72E0-937B-C48C26D40BDE}"/>
              </a:ext>
            </a:extLst>
          </p:cNvPr>
          <p:cNvSpPr txBox="1"/>
          <p:nvPr/>
        </p:nvSpPr>
        <p:spPr>
          <a:xfrm>
            <a:off x="4091474" y="414658"/>
            <a:ext cx="4009051" cy="707886"/>
          </a:xfrm>
          <a:prstGeom prst="rect">
            <a:avLst/>
          </a:prstGeom>
          <a:noFill/>
        </p:spPr>
        <p:txBody>
          <a:bodyPr wrap="square">
            <a:spAutoFit/>
          </a:bodyPr>
          <a:lstStyle/>
          <a:p>
            <a:pPr algn="ctr"/>
            <a:r>
              <a:rPr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BOSS</a:t>
            </a:r>
            <a:r>
              <a:rPr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rPr>
              <a:t>まで</a:t>
            </a:r>
            <a:r>
              <a:rPr lang="en-US" altLang="ja-JP" sz="4000" b="1" dirty="0">
                <a:solidFill>
                  <a:schemeClr val="bg1">
                    <a:lumMod val="95000"/>
                  </a:schemeClr>
                </a:solidFill>
                <a:latin typeface="BIZ UDP明朝 Medium" panose="02020500000000000000" pitchFamily="18" charset="-128"/>
                <a:ea typeface="BIZ UDP明朝 Medium" panose="02020500000000000000" pitchFamily="18" charset="-128"/>
              </a:rPr>
              <a:t>00</a:t>
            </a:r>
            <a:r>
              <a:rPr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rPr>
              <a:t>ノード</a:t>
            </a:r>
            <a:endPar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44" name="四角形: 角を丸くする 43">
            <a:extLst>
              <a:ext uri="{FF2B5EF4-FFF2-40B4-BE49-F238E27FC236}">
                <a16:creationId xmlns:a16="http://schemas.microsoft.com/office/drawing/2014/main" id="{5494C93D-EB73-3EF3-F729-FC786B972A54}"/>
              </a:ext>
            </a:extLst>
          </p:cNvPr>
          <p:cNvSpPr/>
          <p:nvPr/>
        </p:nvSpPr>
        <p:spPr>
          <a:xfrm>
            <a:off x="503853" y="5578599"/>
            <a:ext cx="3614059" cy="864743"/>
          </a:xfrm>
          <a:prstGeom prst="roundRect">
            <a:avLst/>
          </a:prstGeom>
          <a:solidFill>
            <a:schemeClr val="bg1">
              <a:lumMod val="9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tx1">
                    <a:lumMod val="85000"/>
                    <a:lumOff val="15000"/>
                  </a:schemeClr>
                </a:solidFill>
                <a:latin typeface="BIZ UDP明朝 Medium" panose="02020500000000000000" pitchFamily="18" charset="-128"/>
                <a:ea typeface="BIZ UDP明朝 Medium" panose="02020500000000000000" pitchFamily="18" charset="-128"/>
              </a:rPr>
              <a:t>パーティービュー</a:t>
            </a:r>
          </a:p>
        </p:txBody>
      </p:sp>
      <p:sp>
        <p:nvSpPr>
          <p:cNvPr id="45" name="楕円 44">
            <a:extLst>
              <a:ext uri="{FF2B5EF4-FFF2-40B4-BE49-F238E27FC236}">
                <a16:creationId xmlns:a16="http://schemas.microsoft.com/office/drawing/2014/main" id="{6066E7E9-C9D5-7EBB-0E61-B6327C4D61E7}"/>
              </a:ext>
            </a:extLst>
          </p:cNvPr>
          <p:cNvSpPr/>
          <p:nvPr/>
        </p:nvSpPr>
        <p:spPr>
          <a:xfrm>
            <a:off x="6210756" y="2422007"/>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chemeClr val="accent2">
                    <a:lumMod val="75000"/>
                  </a:schemeClr>
                </a:solidFill>
                <a:latin typeface="BIZ UDP明朝 Medium" panose="02020500000000000000" pitchFamily="18" charset="-128"/>
                <a:ea typeface="BIZ UDP明朝 Medium" panose="02020500000000000000" pitchFamily="18" charset="-128"/>
              </a:rPr>
              <a:t>EVENT</a:t>
            </a:r>
            <a:endParaRPr kumimoji="1" lang="ja-JP" altLang="en-US" dirty="0">
              <a:solidFill>
                <a:schemeClr val="accent2">
                  <a:lumMod val="75000"/>
                </a:schemeClr>
              </a:solidFill>
              <a:latin typeface="BIZ UDP明朝 Medium" panose="02020500000000000000" pitchFamily="18" charset="-128"/>
              <a:ea typeface="BIZ UDP明朝 Medium" panose="02020500000000000000" pitchFamily="18" charset="-128"/>
            </a:endParaRPr>
          </a:p>
        </p:txBody>
      </p:sp>
      <p:sp>
        <p:nvSpPr>
          <p:cNvPr id="47" name="楕円 46">
            <a:extLst>
              <a:ext uri="{FF2B5EF4-FFF2-40B4-BE49-F238E27FC236}">
                <a16:creationId xmlns:a16="http://schemas.microsoft.com/office/drawing/2014/main" id="{DC9F7E7E-6BC6-CBB4-9A7A-B7AE584F6FC6}"/>
              </a:ext>
            </a:extLst>
          </p:cNvPr>
          <p:cNvSpPr/>
          <p:nvPr/>
        </p:nvSpPr>
        <p:spPr>
          <a:xfrm>
            <a:off x="1183823" y="2847392"/>
            <a:ext cx="1163216" cy="1163216"/>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chemeClr val="accent4"/>
                </a:solidFill>
                <a:latin typeface="BIZ UDP明朝 Medium" panose="02020500000000000000" pitchFamily="18" charset="-128"/>
                <a:ea typeface="BIZ UDP明朝 Medium" panose="02020500000000000000" pitchFamily="18" charset="-128"/>
              </a:rPr>
              <a:t>START</a:t>
            </a:r>
            <a:endParaRPr kumimoji="1" lang="ja-JP" altLang="en-US" dirty="0">
              <a:solidFill>
                <a:schemeClr val="accent4"/>
              </a:solidFill>
              <a:latin typeface="BIZ UDP明朝 Medium" panose="02020500000000000000" pitchFamily="18" charset="-128"/>
              <a:ea typeface="BIZ UDP明朝 Medium" panose="02020500000000000000" pitchFamily="18" charset="-128"/>
            </a:endParaRPr>
          </a:p>
        </p:txBody>
      </p:sp>
      <p:sp>
        <p:nvSpPr>
          <p:cNvPr id="48" name="楕円 47">
            <a:extLst>
              <a:ext uri="{FF2B5EF4-FFF2-40B4-BE49-F238E27FC236}">
                <a16:creationId xmlns:a16="http://schemas.microsoft.com/office/drawing/2014/main" id="{F842B527-443C-04EA-113D-33E7EC6D387B}"/>
              </a:ext>
            </a:extLst>
          </p:cNvPr>
          <p:cNvSpPr/>
          <p:nvPr/>
        </p:nvSpPr>
        <p:spPr>
          <a:xfrm>
            <a:off x="7937631" y="3429000"/>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rgbClr val="C00000"/>
                </a:solidFill>
                <a:latin typeface="BIZ UDP明朝 Medium" panose="02020500000000000000" pitchFamily="18" charset="-128"/>
                <a:ea typeface="BIZ UDP明朝 Medium" panose="02020500000000000000" pitchFamily="18" charset="-128"/>
              </a:rPr>
              <a:t>BATTLE</a:t>
            </a:r>
            <a:endParaRPr kumimoji="1" lang="ja-JP" altLang="en-US" dirty="0">
              <a:solidFill>
                <a:srgbClr val="C00000"/>
              </a:solidFill>
              <a:latin typeface="BIZ UDP明朝 Medium" panose="02020500000000000000" pitchFamily="18" charset="-128"/>
              <a:ea typeface="BIZ UDP明朝 Medium" panose="02020500000000000000" pitchFamily="18" charset="-128"/>
            </a:endParaRPr>
          </a:p>
        </p:txBody>
      </p:sp>
      <p:cxnSp>
        <p:nvCxnSpPr>
          <p:cNvPr id="52" name="直線コネクタ 51">
            <a:extLst>
              <a:ext uri="{FF2B5EF4-FFF2-40B4-BE49-F238E27FC236}">
                <a16:creationId xmlns:a16="http://schemas.microsoft.com/office/drawing/2014/main" id="{9E8EF3E0-7EA7-5E6A-ED87-D2266EADE92D}"/>
              </a:ext>
            </a:extLst>
          </p:cNvPr>
          <p:cNvCxnSpPr>
            <a:cxnSpLocks/>
            <a:stCxn id="47" idx="6"/>
            <a:endCxn id="3" idx="2"/>
          </p:cNvCxnSpPr>
          <p:nvPr/>
        </p:nvCxnSpPr>
        <p:spPr>
          <a:xfrm flipV="1">
            <a:off x="2347039" y="2592356"/>
            <a:ext cx="666687" cy="836644"/>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61" name="直線コネクタ 60">
            <a:extLst>
              <a:ext uri="{FF2B5EF4-FFF2-40B4-BE49-F238E27FC236}">
                <a16:creationId xmlns:a16="http://schemas.microsoft.com/office/drawing/2014/main" id="{B5D68542-EE51-F5F1-A254-9B9E15F7DB3A}"/>
              </a:ext>
            </a:extLst>
          </p:cNvPr>
          <p:cNvCxnSpPr>
            <a:cxnSpLocks/>
            <a:stCxn id="19" idx="1"/>
            <a:endCxn id="3" idx="5"/>
          </p:cNvCxnSpPr>
          <p:nvPr/>
        </p:nvCxnSpPr>
        <p:spPr>
          <a:xfrm flipH="1" flipV="1">
            <a:off x="4006593" y="3003615"/>
            <a:ext cx="514932" cy="795235"/>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74" name="直線コネクタ 73">
            <a:extLst>
              <a:ext uri="{FF2B5EF4-FFF2-40B4-BE49-F238E27FC236}">
                <a16:creationId xmlns:a16="http://schemas.microsoft.com/office/drawing/2014/main" id="{2E42F207-AF8E-9B79-BCCB-ED27FEE03B51}"/>
              </a:ext>
            </a:extLst>
          </p:cNvPr>
          <p:cNvCxnSpPr>
            <a:cxnSpLocks/>
            <a:stCxn id="19" idx="7"/>
            <a:endCxn id="45" idx="2"/>
          </p:cNvCxnSpPr>
          <p:nvPr/>
        </p:nvCxnSpPr>
        <p:spPr>
          <a:xfrm flipV="1">
            <a:off x="5344043" y="3003615"/>
            <a:ext cx="866713" cy="795235"/>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77" name="直線コネクタ 76">
            <a:extLst>
              <a:ext uri="{FF2B5EF4-FFF2-40B4-BE49-F238E27FC236}">
                <a16:creationId xmlns:a16="http://schemas.microsoft.com/office/drawing/2014/main" id="{0EFDD93E-4205-0E2B-B381-6E7ADC1B62AE}"/>
              </a:ext>
            </a:extLst>
          </p:cNvPr>
          <p:cNvCxnSpPr>
            <a:cxnSpLocks/>
            <a:stCxn id="45" idx="6"/>
            <a:endCxn id="48" idx="2"/>
          </p:cNvCxnSpPr>
          <p:nvPr/>
        </p:nvCxnSpPr>
        <p:spPr>
          <a:xfrm>
            <a:off x="7373972" y="3003615"/>
            <a:ext cx="563659" cy="1006993"/>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85" name="直線コネクタ 84">
            <a:extLst>
              <a:ext uri="{FF2B5EF4-FFF2-40B4-BE49-F238E27FC236}">
                <a16:creationId xmlns:a16="http://schemas.microsoft.com/office/drawing/2014/main" id="{5070E3A0-AE91-2322-344F-1043ABF0DA32}"/>
              </a:ext>
            </a:extLst>
          </p:cNvPr>
          <p:cNvCxnSpPr>
            <a:cxnSpLocks/>
            <a:stCxn id="48" idx="6"/>
            <a:endCxn id="31" idx="2"/>
          </p:cNvCxnSpPr>
          <p:nvPr/>
        </p:nvCxnSpPr>
        <p:spPr>
          <a:xfrm flipV="1">
            <a:off x="9100847" y="3429000"/>
            <a:ext cx="585493" cy="581608"/>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grpSp>
        <p:nvGrpSpPr>
          <p:cNvPr id="2" name="グループ化 1">
            <a:extLst>
              <a:ext uri="{FF2B5EF4-FFF2-40B4-BE49-F238E27FC236}">
                <a16:creationId xmlns:a16="http://schemas.microsoft.com/office/drawing/2014/main" id="{772BCB91-F1B4-4B4A-3C04-0AE93F6EC54A}"/>
              </a:ext>
            </a:extLst>
          </p:cNvPr>
          <p:cNvGrpSpPr/>
          <p:nvPr/>
        </p:nvGrpSpPr>
        <p:grpSpPr>
          <a:xfrm>
            <a:off x="3165997" y="1149863"/>
            <a:ext cx="840596" cy="833567"/>
            <a:chOff x="1367715" y="1890973"/>
            <a:chExt cx="840596" cy="833567"/>
          </a:xfrm>
        </p:grpSpPr>
        <p:sp>
          <p:nvSpPr>
            <p:cNvPr id="88" name="吹き出し: 円形 87">
              <a:extLst>
                <a:ext uri="{FF2B5EF4-FFF2-40B4-BE49-F238E27FC236}">
                  <a16:creationId xmlns:a16="http://schemas.microsoft.com/office/drawing/2014/main" id="{C0EAE0D5-E2C7-BAD1-22DE-084B24EDD4C7}"/>
                </a:ext>
              </a:extLst>
            </p:cNvPr>
            <p:cNvSpPr/>
            <p:nvPr/>
          </p:nvSpPr>
          <p:spPr>
            <a:xfrm>
              <a:off x="1367715" y="1890973"/>
              <a:ext cx="840596" cy="828901"/>
            </a:xfrm>
            <a:prstGeom prst="wedgeEllipseCallout">
              <a:avLst>
                <a:gd name="adj1" fmla="val 257"/>
                <a:gd name="adj2" fmla="val 71505"/>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90" name="図 89">
              <a:extLst>
                <a:ext uri="{FF2B5EF4-FFF2-40B4-BE49-F238E27FC236}">
                  <a16:creationId xmlns:a16="http://schemas.microsoft.com/office/drawing/2014/main" id="{5BBBC70F-FFE2-A81D-33AC-BC576D565A9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396905" y="1923662"/>
              <a:ext cx="800878" cy="800878"/>
            </a:xfrm>
            <a:prstGeom prst="rect">
              <a:avLst/>
            </a:prstGeom>
          </p:spPr>
        </p:pic>
      </p:grpSp>
      <p:sp>
        <p:nvSpPr>
          <p:cNvPr id="4" name="正方形/長方形 3">
            <a:extLst>
              <a:ext uri="{FF2B5EF4-FFF2-40B4-BE49-F238E27FC236}">
                <a16:creationId xmlns:a16="http://schemas.microsoft.com/office/drawing/2014/main" id="{6D172302-660D-32FA-D34B-FB34AE3A049C}"/>
              </a:ext>
            </a:extLst>
          </p:cNvPr>
          <p:cNvSpPr/>
          <p:nvPr/>
        </p:nvSpPr>
        <p:spPr>
          <a:xfrm>
            <a:off x="0" y="1652493"/>
            <a:ext cx="12215323" cy="3553013"/>
          </a:xfrm>
          <a:prstGeom prst="rect">
            <a:avLst/>
          </a:prstGeom>
          <a:solidFill>
            <a:schemeClr val="tx1">
              <a:lumMod val="75000"/>
              <a:lumOff val="25000"/>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テキスト ボックス 15">
            <a:extLst>
              <a:ext uri="{FF2B5EF4-FFF2-40B4-BE49-F238E27FC236}">
                <a16:creationId xmlns:a16="http://schemas.microsoft.com/office/drawing/2014/main" id="{CDA3FC67-9C3E-AB75-A815-3CB6B9D7D8C4}"/>
              </a:ext>
            </a:extLst>
          </p:cNvPr>
          <p:cNvSpPr txBox="1"/>
          <p:nvPr/>
        </p:nvSpPr>
        <p:spPr>
          <a:xfrm>
            <a:off x="3047222" y="1854158"/>
            <a:ext cx="6097554" cy="584775"/>
          </a:xfrm>
          <a:prstGeom prst="rect">
            <a:avLst/>
          </a:prstGeom>
          <a:noFill/>
        </p:spPr>
        <p:txBody>
          <a:bodyPr wrap="square">
            <a:spAutoFit/>
          </a:bodyPr>
          <a:lstStyle/>
          <a:p>
            <a:pPr algn="ctr"/>
            <a:r>
              <a:rPr kumimoji="1" lang="en-US" altLang="ja-JP" sz="3200" b="1" spc="130" dirty="0">
                <a:solidFill>
                  <a:schemeClr val="bg1">
                    <a:lumMod val="95000"/>
                  </a:schemeClr>
                </a:solidFill>
                <a:latin typeface="BIZ UDP明朝 Medium" panose="02020500000000000000" pitchFamily="18" charset="-128"/>
                <a:ea typeface="BIZ UDP明朝 Medium" panose="02020500000000000000" pitchFamily="18" charset="-128"/>
              </a:rPr>
              <a:t>ADVANTAGE</a:t>
            </a:r>
            <a:endParaRPr kumimoji="1" lang="ja-JP" altLang="en-US" sz="3200" b="1" spc="130"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nvGrpSpPr>
          <p:cNvPr id="18" name="グループ化 17">
            <a:extLst>
              <a:ext uri="{FF2B5EF4-FFF2-40B4-BE49-F238E27FC236}">
                <a16:creationId xmlns:a16="http://schemas.microsoft.com/office/drawing/2014/main" id="{2A483F26-436E-22C8-1D72-922662672201}"/>
              </a:ext>
            </a:extLst>
          </p:cNvPr>
          <p:cNvGrpSpPr/>
          <p:nvPr/>
        </p:nvGrpSpPr>
        <p:grpSpPr>
          <a:xfrm>
            <a:off x="1828799" y="2640743"/>
            <a:ext cx="8534400" cy="1170992"/>
            <a:chOff x="1828800" y="2262673"/>
            <a:chExt cx="8534400" cy="1623527"/>
          </a:xfrm>
        </p:grpSpPr>
        <p:sp>
          <p:nvSpPr>
            <p:cNvPr id="20" name="正方形/長方形 19">
              <a:extLst>
                <a:ext uri="{FF2B5EF4-FFF2-40B4-BE49-F238E27FC236}">
                  <a16:creationId xmlns:a16="http://schemas.microsoft.com/office/drawing/2014/main" id="{EF961039-39E2-DA2F-EECD-735FA4CB135E}"/>
                </a:ext>
              </a:extLst>
            </p:cNvPr>
            <p:cNvSpPr/>
            <p:nvPr/>
          </p:nvSpPr>
          <p:spPr>
            <a:xfrm>
              <a:off x="1828800" y="2971800"/>
              <a:ext cx="8534400" cy="914400"/>
            </a:xfrm>
            <a:prstGeom prst="rect">
              <a:avLst/>
            </a:prstGeom>
            <a:solidFill>
              <a:schemeClr val="accent1">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1" name="正方形/長方形 20">
              <a:extLst>
                <a:ext uri="{FF2B5EF4-FFF2-40B4-BE49-F238E27FC236}">
                  <a16:creationId xmlns:a16="http://schemas.microsoft.com/office/drawing/2014/main" id="{154683B9-A96A-2CE2-8C2E-1A0A2DDD33DB}"/>
                </a:ext>
              </a:extLst>
            </p:cNvPr>
            <p:cNvSpPr/>
            <p:nvPr/>
          </p:nvSpPr>
          <p:spPr>
            <a:xfrm>
              <a:off x="4061927" y="2971800"/>
              <a:ext cx="4068146" cy="914400"/>
            </a:xfrm>
            <a:prstGeom prst="rect">
              <a:avLst/>
            </a:prstGeom>
            <a:solidFill>
              <a:srgbClr val="FF99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正方形/長方形 21">
              <a:extLst>
                <a:ext uri="{FF2B5EF4-FFF2-40B4-BE49-F238E27FC236}">
                  <a16:creationId xmlns:a16="http://schemas.microsoft.com/office/drawing/2014/main" id="{D8880116-75D9-4F1F-6836-FEC7704414C9}"/>
                </a:ext>
              </a:extLst>
            </p:cNvPr>
            <p:cNvSpPr/>
            <p:nvPr/>
          </p:nvSpPr>
          <p:spPr>
            <a:xfrm>
              <a:off x="5397759" y="2971800"/>
              <a:ext cx="1396481" cy="914400"/>
            </a:xfrm>
            <a:prstGeom prst="rect">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3" name="二等辺三角形 22">
              <a:extLst>
                <a:ext uri="{FF2B5EF4-FFF2-40B4-BE49-F238E27FC236}">
                  <a16:creationId xmlns:a16="http://schemas.microsoft.com/office/drawing/2014/main" id="{93EB2CBC-F933-18E6-671E-3C85EED1F292}"/>
                </a:ext>
              </a:extLst>
            </p:cNvPr>
            <p:cNvSpPr/>
            <p:nvPr/>
          </p:nvSpPr>
          <p:spPr>
            <a:xfrm flipV="1">
              <a:off x="4199491" y="2262673"/>
              <a:ext cx="1060704" cy="914400"/>
            </a:xfrm>
            <a:prstGeom prst="triangl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 name="テキスト ボックス 23">
              <a:extLst>
                <a:ext uri="{FF2B5EF4-FFF2-40B4-BE49-F238E27FC236}">
                  <a16:creationId xmlns:a16="http://schemas.microsoft.com/office/drawing/2014/main" id="{DFFEB0D8-90FF-85DF-339A-A00C6D2D1173}"/>
                </a:ext>
              </a:extLst>
            </p:cNvPr>
            <p:cNvSpPr txBox="1"/>
            <p:nvPr/>
          </p:nvSpPr>
          <p:spPr>
            <a:xfrm>
              <a:off x="5347607" y="3073577"/>
              <a:ext cx="1496784" cy="523220"/>
            </a:xfrm>
            <a:prstGeom prst="rect">
              <a:avLst/>
            </a:prstGeom>
            <a:noFill/>
          </p:spPr>
          <p:txBody>
            <a:bodyPr wrap="square">
              <a:spAutoFit/>
            </a:bodyPr>
            <a:lstStyle/>
            <a:p>
              <a:pPr algn="ctr"/>
              <a:r>
                <a:rPr lang="ja-JP" altLang="en-US" sz="2800" b="1" dirty="0">
                  <a:solidFill>
                    <a:schemeClr val="accent2">
                      <a:lumMod val="50000"/>
                    </a:schemeClr>
                  </a:solidFill>
                  <a:latin typeface="BIZ UDP明朝 Medium" panose="02020500000000000000" pitchFamily="18" charset="-128"/>
                  <a:ea typeface="BIZ UDP明朝 Medium" panose="02020500000000000000" pitchFamily="18" charset="-128"/>
                </a:rPr>
                <a:t>先制</a:t>
              </a:r>
              <a:endParaRPr kumimoji="1" lang="ja-JP" altLang="en-US" sz="2800" b="1" dirty="0">
                <a:solidFill>
                  <a:schemeClr val="accent2">
                    <a:lumMod val="50000"/>
                  </a:schemeClr>
                </a:solidFill>
                <a:latin typeface="BIZ UDP明朝 Medium" panose="02020500000000000000" pitchFamily="18" charset="-128"/>
                <a:ea typeface="BIZ UDP明朝 Medium" panose="02020500000000000000" pitchFamily="18" charset="-128"/>
              </a:endParaRPr>
            </a:p>
          </p:txBody>
        </p:sp>
        <p:sp>
          <p:nvSpPr>
            <p:cNvPr id="25" name="テキスト ボックス 24">
              <a:extLst>
                <a:ext uri="{FF2B5EF4-FFF2-40B4-BE49-F238E27FC236}">
                  <a16:creationId xmlns:a16="http://schemas.microsoft.com/office/drawing/2014/main" id="{BF5C1774-663B-5F71-9C2A-2D143F1A77D8}"/>
                </a:ext>
              </a:extLst>
            </p:cNvPr>
            <p:cNvSpPr txBox="1"/>
            <p:nvPr/>
          </p:nvSpPr>
          <p:spPr>
            <a:xfrm>
              <a:off x="3981451" y="3073577"/>
              <a:ext cx="1496784" cy="523220"/>
            </a:xfrm>
            <a:prstGeom prst="rect">
              <a:avLst/>
            </a:prstGeom>
            <a:noFill/>
          </p:spPr>
          <p:txBody>
            <a:bodyPr wrap="square">
              <a:spAutoFit/>
            </a:bodyPr>
            <a:lstStyle/>
            <a:p>
              <a:pPr algn="ctr"/>
              <a:r>
                <a:rPr kumimoji="1" lang="ja-JP" altLang="en-US" sz="2800" b="1" dirty="0">
                  <a:solidFill>
                    <a:schemeClr val="tx1">
                      <a:lumMod val="65000"/>
                      <a:lumOff val="35000"/>
                    </a:schemeClr>
                  </a:solidFill>
                  <a:latin typeface="BIZ UDP明朝 Medium" panose="02020500000000000000" pitchFamily="18" charset="-128"/>
                  <a:ea typeface="BIZ UDP明朝 Medium" panose="02020500000000000000" pitchFamily="18" charset="-128"/>
                </a:rPr>
                <a:t>迎撃</a:t>
              </a:r>
            </a:p>
          </p:txBody>
        </p:sp>
        <p:sp>
          <p:nvSpPr>
            <p:cNvPr id="26" name="テキスト ボックス 25">
              <a:extLst>
                <a:ext uri="{FF2B5EF4-FFF2-40B4-BE49-F238E27FC236}">
                  <a16:creationId xmlns:a16="http://schemas.microsoft.com/office/drawing/2014/main" id="{B760477B-A907-E508-DCFA-9A94AAF762CE}"/>
                </a:ext>
              </a:extLst>
            </p:cNvPr>
            <p:cNvSpPr txBox="1"/>
            <p:nvPr/>
          </p:nvSpPr>
          <p:spPr>
            <a:xfrm>
              <a:off x="6676995" y="3073577"/>
              <a:ext cx="1496784" cy="523220"/>
            </a:xfrm>
            <a:prstGeom prst="rect">
              <a:avLst/>
            </a:prstGeom>
            <a:noFill/>
          </p:spPr>
          <p:txBody>
            <a:bodyPr wrap="square">
              <a:spAutoFit/>
            </a:bodyPr>
            <a:lstStyle/>
            <a:p>
              <a:pPr algn="ctr"/>
              <a:r>
                <a:rPr kumimoji="1" lang="ja-JP" altLang="en-US" sz="2800" b="1" dirty="0">
                  <a:solidFill>
                    <a:schemeClr val="tx1">
                      <a:lumMod val="65000"/>
                      <a:lumOff val="35000"/>
                    </a:schemeClr>
                  </a:solidFill>
                  <a:latin typeface="BIZ UDP明朝 Medium" panose="02020500000000000000" pitchFamily="18" charset="-128"/>
                  <a:ea typeface="BIZ UDP明朝 Medium" panose="02020500000000000000" pitchFamily="18" charset="-128"/>
                </a:rPr>
                <a:t>迎撃</a:t>
              </a:r>
            </a:p>
          </p:txBody>
        </p:sp>
        <p:sp>
          <p:nvSpPr>
            <p:cNvPr id="27" name="テキスト ボックス 26">
              <a:extLst>
                <a:ext uri="{FF2B5EF4-FFF2-40B4-BE49-F238E27FC236}">
                  <a16:creationId xmlns:a16="http://schemas.microsoft.com/office/drawing/2014/main" id="{7AEF5A21-14B3-BB4D-408F-C59DDB1AFD49}"/>
                </a:ext>
              </a:extLst>
            </p:cNvPr>
            <p:cNvSpPr txBox="1"/>
            <p:nvPr/>
          </p:nvSpPr>
          <p:spPr>
            <a:xfrm>
              <a:off x="2196972" y="3063894"/>
              <a:ext cx="1496784" cy="523220"/>
            </a:xfrm>
            <a:prstGeom prst="rect">
              <a:avLst/>
            </a:prstGeom>
            <a:noFill/>
          </p:spPr>
          <p:txBody>
            <a:bodyPr wrap="square">
              <a:spAutoFit/>
            </a:bodyPr>
            <a:lstStyle/>
            <a:p>
              <a:pPr algn="ctr"/>
              <a:r>
                <a:rPr kumimoji="1" lang="ja-JP" altLang="en-US" sz="2800" b="1" dirty="0">
                  <a:solidFill>
                    <a:schemeClr val="accent1">
                      <a:lumMod val="75000"/>
                    </a:schemeClr>
                  </a:solidFill>
                  <a:latin typeface="BIZ UDP明朝 Medium" panose="02020500000000000000" pitchFamily="18" charset="-128"/>
                  <a:ea typeface="BIZ UDP明朝 Medium" panose="02020500000000000000" pitchFamily="18" charset="-128"/>
                </a:rPr>
                <a:t>苦戦</a:t>
              </a:r>
            </a:p>
          </p:txBody>
        </p:sp>
        <p:sp>
          <p:nvSpPr>
            <p:cNvPr id="28" name="テキスト ボックス 27">
              <a:extLst>
                <a:ext uri="{FF2B5EF4-FFF2-40B4-BE49-F238E27FC236}">
                  <a16:creationId xmlns:a16="http://schemas.microsoft.com/office/drawing/2014/main" id="{79E65B9A-3CE1-026D-4563-6B762928234A}"/>
                </a:ext>
              </a:extLst>
            </p:cNvPr>
            <p:cNvSpPr txBox="1"/>
            <p:nvPr/>
          </p:nvSpPr>
          <p:spPr>
            <a:xfrm>
              <a:off x="8498244" y="3063894"/>
              <a:ext cx="1496784" cy="523220"/>
            </a:xfrm>
            <a:prstGeom prst="rect">
              <a:avLst/>
            </a:prstGeom>
            <a:noFill/>
          </p:spPr>
          <p:txBody>
            <a:bodyPr wrap="square">
              <a:spAutoFit/>
            </a:bodyPr>
            <a:lstStyle/>
            <a:p>
              <a:pPr algn="ctr"/>
              <a:r>
                <a:rPr kumimoji="1" lang="ja-JP" altLang="en-US" sz="2800" b="1" dirty="0">
                  <a:solidFill>
                    <a:schemeClr val="accent1">
                      <a:lumMod val="75000"/>
                    </a:schemeClr>
                  </a:solidFill>
                  <a:latin typeface="BIZ UDP明朝 Medium" panose="02020500000000000000" pitchFamily="18" charset="-128"/>
                  <a:ea typeface="BIZ UDP明朝 Medium" panose="02020500000000000000" pitchFamily="18" charset="-128"/>
                </a:rPr>
                <a:t>苦戦</a:t>
              </a:r>
            </a:p>
          </p:txBody>
        </p:sp>
      </p:grpSp>
      <p:grpSp>
        <p:nvGrpSpPr>
          <p:cNvPr id="32" name="グループ化 31">
            <a:extLst>
              <a:ext uri="{FF2B5EF4-FFF2-40B4-BE49-F238E27FC236}">
                <a16:creationId xmlns:a16="http://schemas.microsoft.com/office/drawing/2014/main" id="{C122F797-9644-D609-A564-3ADF4C4F7EE4}"/>
              </a:ext>
            </a:extLst>
          </p:cNvPr>
          <p:cNvGrpSpPr/>
          <p:nvPr/>
        </p:nvGrpSpPr>
        <p:grpSpPr>
          <a:xfrm>
            <a:off x="3047222" y="4228943"/>
            <a:ext cx="6097554" cy="592966"/>
            <a:chOff x="3047222" y="4396899"/>
            <a:chExt cx="6097554" cy="592966"/>
          </a:xfrm>
        </p:grpSpPr>
        <p:sp>
          <p:nvSpPr>
            <p:cNvPr id="29" name="四角形: 角を丸くする 28">
              <a:extLst>
                <a:ext uri="{FF2B5EF4-FFF2-40B4-BE49-F238E27FC236}">
                  <a16:creationId xmlns:a16="http://schemas.microsoft.com/office/drawing/2014/main" id="{A8116524-961D-1F4A-126A-DA2A046FB2F2}"/>
                </a:ext>
              </a:extLst>
            </p:cNvPr>
            <p:cNvSpPr/>
            <p:nvPr/>
          </p:nvSpPr>
          <p:spPr>
            <a:xfrm>
              <a:off x="4048123" y="4396899"/>
              <a:ext cx="4119075" cy="592966"/>
            </a:xfrm>
            <a:prstGeom prst="roundRect">
              <a:avLst/>
            </a:prstGeom>
            <a:gradFill flip="none" rotWithShape="1">
              <a:gsLst>
                <a:gs pos="0">
                  <a:schemeClr val="accent2">
                    <a:lumMod val="20000"/>
                    <a:lumOff val="80000"/>
                  </a:schemeClr>
                </a:gs>
                <a:gs pos="83000">
                  <a:schemeClr val="accent2">
                    <a:lumMod val="75000"/>
                  </a:schemeClr>
                </a:gs>
                <a:gs pos="100000">
                  <a:schemeClr val="accent2">
                    <a:lumMod val="40000"/>
                    <a:lumOff val="60000"/>
                  </a:schemeClr>
                </a:gs>
              </a:gsLst>
              <a:lin ang="13500000" scaled="1"/>
              <a:tileRect/>
            </a:gradFill>
            <a:ln w="254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テキスト ボックス 16">
              <a:extLst>
                <a:ext uri="{FF2B5EF4-FFF2-40B4-BE49-F238E27FC236}">
                  <a16:creationId xmlns:a16="http://schemas.microsoft.com/office/drawing/2014/main" id="{94DC1DF2-F4F1-B5DE-4783-59467E2384F8}"/>
                </a:ext>
              </a:extLst>
            </p:cNvPr>
            <p:cNvSpPr txBox="1"/>
            <p:nvPr/>
          </p:nvSpPr>
          <p:spPr>
            <a:xfrm>
              <a:off x="3047222" y="4507596"/>
              <a:ext cx="6097554" cy="400110"/>
            </a:xfrm>
            <a:prstGeom prst="rect">
              <a:avLst/>
            </a:prstGeom>
            <a:noFill/>
          </p:spPr>
          <p:txBody>
            <a:bodyPr wrap="square">
              <a:spAutoFit/>
            </a:bodyPr>
            <a:lstStyle/>
            <a:p>
              <a:pPr algn="ctr"/>
              <a:r>
                <a:rPr kumimoji="1" lang="ja-JP" altLang="en-US" sz="2000" b="1" spc="130" dirty="0">
                  <a:solidFill>
                    <a:schemeClr val="tx1">
                      <a:lumMod val="85000"/>
                      <a:lumOff val="15000"/>
                    </a:schemeClr>
                  </a:solidFill>
                  <a:latin typeface="BIZ UDP明朝 Medium" panose="02020500000000000000" pitchFamily="18" charset="-128"/>
                  <a:ea typeface="BIZ UDP明朝 Medium" panose="02020500000000000000" pitchFamily="18" charset="-128"/>
                </a:rPr>
                <a:t>クリックで</a:t>
              </a:r>
              <a:r>
                <a:rPr lang="en-US" altLang="ja-JP" sz="2000" b="1" spc="130" dirty="0">
                  <a:solidFill>
                    <a:schemeClr val="tx1">
                      <a:lumMod val="85000"/>
                      <a:lumOff val="15000"/>
                    </a:schemeClr>
                  </a:solidFill>
                  <a:latin typeface="BIZ UDP明朝 Medium" panose="02020500000000000000" pitchFamily="18" charset="-128"/>
                  <a:ea typeface="BIZ UDP明朝 Medium" panose="02020500000000000000" pitchFamily="18" charset="-128"/>
                </a:rPr>
                <a:t>ADVANTAGE</a:t>
              </a:r>
              <a:r>
                <a:rPr kumimoji="1" lang="ja-JP" altLang="en-US" sz="2000" b="1" spc="130" dirty="0">
                  <a:solidFill>
                    <a:schemeClr val="tx1">
                      <a:lumMod val="85000"/>
                      <a:lumOff val="15000"/>
                    </a:schemeClr>
                  </a:solidFill>
                  <a:latin typeface="BIZ UDP明朝 Medium" panose="02020500000000000000" pitchFamily="18" charset="-128"/>
                  <a:ea typeface="BIZ UDP明朝 Medium" panose="02020500000000000000" pitchFamily="18" charset="-128"/>
                </a:rPr>
                <a:t>決定</a:t>
              </a:r>
            </a:p>
          </p:txBody>
        </p:sp>
      </p:grpSp>
    </p:spTree>
    <p:extLst>
      <p:ext uri="{BB962C8B-B14F-4D97-AF65-F5344CB8AC3E}">
        <p14:creationId xmlns:p14="http://schemas.microsoft.com/office/powerpoint/2010/main" val="1277212313"/>
      </p:ext>
    </p:extLst>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AE94B7-7B75-DE69-285C-44A5235B8D13}"/>
            </a:ext>
          </a:extLst>
        </p:cNvPr>
        <p:cNvGrpSpPr/>
        <p:nvPr/>
      </p:nvGrpSpPr>
      <p:grpSpPr>
        <a:xfrm>
          <a:off x="0" y="0"/>
          <a:ext cx="0" cy="0"/>
          <a:chOff x="0" y="0"/>
          <a:chExt cx="0" cy="0"/>
        </a:xfrm>
      </p:grpSpPr>
      <p:grpSp>
        <p:nvGrpSpPr>
          <p:cNvPr id="45" name="グループ化 44">
            <a:extLst>
              <a:ext uri="{FF2B5EF4-FFF2-40B4-BE49-F238E27FC236}">
                <a16:creationId xmlns:a16="http://schemas.microsoft.com/office/drawing/2014/main" id="{ADB7431C-4DD2-6337-3B3F-7BF953FACE39}"/>
              </a:ext>
            </a:extLst>
          </p:cNvPr>
          <p:cNvGrpSpPr/>
          <p:nvPr/>
        </p:nvGrpSpPr>
        <p:grpSpPr>
          <a:xfrm>
            <a:off x="0" y="1800592"/>
            <a:ext cx="12192000" cy="3659134"/>
            <a:chOff x="0" y="1800592"/>
            <a:chExt cx="12192000" cy="3659134"/>
          </a:xfrm>
        </p:grpSpPr>
        <p:sp>
          <p:nvSpPr>
            <p:cNvPr id="11" name="正方形/長方形 10">
              <a:extLst>
                <a:ext uri="{FF2B5EF4-FFF2-40B4-BE49-F238E27FC236}">
                  <a16:creationId xmlns:a16="http://schemas.microsoft.com/office/drawing/2014/main" id="{862DD22D-CA10-57A7-6EB6-7AEBD8E26444}"/>
                </a:ext>
              </a:extLst>
            </p:cNvPr>
            <p:cNvSpPr/>
            <p:nvPr/>
          </p:nvSpPr>
          <p:spPr>
            <a:xfrm>
              <a:off x="0" y="1800592"/>
              <a:ext cx="12192000" cy="3659134"/>
            </a:xfrm>
            <a:prstGeom prst="rect">
              <a:avLst/>
            </a:prstGeom>
            <a:gradFill flip="none" rotWithShape="1">
              <a:gsLst>
                <a:gs pos="44000">
                  <a:schemeClr val="tx1">
                    <a:lumMod val="85000"/>
                    <a:lumOff val="15000"/>
                    <a:alpha val="85000"/>
                  </a:schemeClr>
                </a:gs>
                <a:gs pos="100000">
                  <a:srgbClr val="CC66FF">
                    <a:alpha val="85000"/>
                  </a:srgbClr>
                </a:gs>
              </a:gsLst>
              <a:lin ang="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4" name="グループ化 3">
              <a:extLst>
                <a:ext uri="{FF2B5EF4-FFF2-40B4-BE49-F238E27FC236}">
                  <a16:creationId xmlns:a16="http://schemas.microsoft.com/office/drawing/2014/main" id="{ED8D8831-E5D2-7658-AA40-14C655002AC0}"/>
                </a:ext>
              </a:extLst>
            </p:cNvPr>
            <p:cNvGrpSpPr/>
            <p:nvPr/>
          </p:nvGrpSpPr>
          <p:grpSpPr>
            <a:xfrm>
              <a:off x="724566" y="3688902"/>
              <a:ext cx="4799934" cy="526032"/>
              <a:chOff x="1719571" y="215382"/>
              <a:chExt cx="3888059" cy="426098"/>
            </a:xfrm>
          </p:grpSpPr>
          <p:sp>
            <p:nvSpPr>
              <p:cNvPr id="6" name="平行四辺形 5">
                <a:extLst>
                  <a:ext uri="{FF2B5EF4-FFF2-40B4-BE49-F238E27FC236}">
                    <a16:creationId xmlns:a16="http://schemas.microsoft.com/office/drawing/2014/main" id="{8CFC30C2-E4D6-1EB9-4CCF-F0A81A85A483}"/>
                  </a:ext>
                </a:extLst>
              </p:cNvPr>
              <p:cNvSpPr/>
              <p:nvPr/>
            </p:nvSpPr>
            <p:spPr>
              <a:xfrm>
                <a:off x="171957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平行四辺形 6">
                <a:extLst>
                  <a:ext uri="{FF2B5EF4-FFF2-40B4-BE49-F238E27FC236}">
                    <a16:creationId xmlns:a16="http://schemas.microsoft.com/office/drawing/2014/main" id="{5E63DB6A-CBB9-9B21-F9FD-2A68AA7344BF}"/>
                  </a:ext>
                </a:extLst>
              </p:cNvPr>
              <p:cNvSpPr/>
              <p:nvPr/>
            </p:nvSpPr>
            <p:spPr>
              <a:xfrm>
                <a:off x="2477666"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平行四辺形 7">
                <a:extLst>
                  <a:ext uri="{FF2B5EF4-FFF2-40B4-BE49-F238E27FC236}">
                    <a16:creationId xmlns:a16="http://schemas.microsoft.com/office/drawing/2014/main" id="{5BFFD48C-C052-7FBC-1E34-877F6C8D7D39}"/>
                  </a:ext>
                </a:extLst>
              </p:cNvPr>
              <p:cNvSpPr/>
              <p:nvPr/>
            </p:nvSpPr>
            <p:spPr>
              <a:xfrm>
                <a:off x="323576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平行四辺形 8">
                <a:extLst>
                  <a:ext uri="{FF2B5EF4-FFF2-40B4-BE49-F238E27FC236}">
                    <a16:creationId xmlns:a16="http://schemas.microsoft.com/office/drawing/2014/main" id="{6C46ECE3-B019-EBD0-0205-30A4EB6287C8}"/>
                  </a:ext>
                </a:extLst>
              </p:cNvPr>
              <p:cNvSpPr/>
              <p:nvPr/>
            </p:nvSpPr>
            <p:spPr>
              <a:xfrm>
                <a:off x="4751951" y="215382"/>
                <a:ext cx="855679" cy="426098"/>
              </a:xfrm>
              <a:prstGeom prst="parallelogram">
                <a:avLst/>
              </a:prstGeom>
              <a:solidFill>
                <a:schemeClr val="tx1">
                  <a:lumMod val="75000"/>
                  <a:lumOff val="2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平行四辺形 9">
                <a:extLst>
                  <a:ext uri="{FF2B5EF4-FFF2-40B4-BE49-F238E27FC236}">
                    <a16:creationId xmlns:a16="http://schemas.microsoft.com/office/drawing/2014/main" id="{6ABD389E-5BC1-5492-E390-FF7A3991EAF5}"/>
                  </a:ext>
                </a:extLst>
              </p:cNvPr>
              <p:cNvSpPr/>
              <p:nvPr/>
            </p:nvSpPr>
            <p:spPr>
              <a:xfrm>
                <a:off x="3993856" y="215382"/>
                <a:ext cx="855679" cy="426098"/>
              </a:xfrm>
              <a:prstGeom prst="parallelogram">
                <a:avLst/>
              </a:prstGeom>
              <a:solidFill>
                <a:srgbClr val="CC66FF">
                  <a:alpha val="70000"/>
                </a:srgbClr>
              </a:solidFill>
              <a:ln w="38100">
                <a:solidFill>
                  <a:schemeClr val="bg1">
                    <a:lumMod val="85000"/>
                  </a:schemeClr>
                </a:solidFill>
              </a:ln>
              <a:effectLst>
                <a:glow rad="165100">
                  <a:srgbClr val="CC66FF">
                    <a:alpha val="55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5" name="テキスト ボックス 4">
              <a:extLst>
                <a:ext uri="{FF2B5EF4-FFF2-40B4-BE49-F238E27FC236}">
                  <a16:creationId xmlns:a16="http://schemas.microsoft.com/office/drawing/2014/main" id="{99D807BD-3519-3183-8366-7A36C342DC3C}"/>
                </a:ext>
              </a:extLst>
            </p:cNvPr>
            <p:cNvSpPr txBox="1"/>
            <p:nvPr/>
          </p:nvSpPr>
          <p:spPr>
            <a:xfrm>
              <a:off x="724566" y="2643066"/>
              <a:ext cx="2392001" cy="707886"/>
            </a:xfrm>
            <a:prstGeom prst="rect">
              <a:avLst/>
            </a:prstGeom>
            <a:noFill/>
          </p:spPr>
          <p:txBody>
            <a:bodyPr wrap="none" rtlCol="0">
              <a:spAutoFit/>
            </a:bodyPr>
            <a:lstStyle/>
            <a:p>
              <a:r>
                <a:rPr kumimoji="1" lang="en-US" altLang="ja-JP" sz="4000" b="1" dirty="0">
                  <a:solidFill>
                    <a:schemeClr val="bg1">
                      <a:lumMod val="95000"/>
                    </a:schemeClr>
                  </a:solidFill>
                  <a:latin typeface="BIZ UDP明朝 Medium" panose="02020500000000000000" pitchFamily="18" charset="-128"/>
                  <a:ea typeface="BIZ UDP明朝 Medium" panose="02020500000000000000" pitchFamily="18" charset="-128"/>
                </a:rPr>
                <a:t>ENB</a:t>
              </a:r>
              <a:r>
                <a:rPr kumimoji="1" lang="ja-JP" altLang="en-US" sz="4000" b="1" dirty="0">
                  <a:solidFill>
                    <a:schemeClr val="bg1">
                      <a:lumMod val="95000"/>
                    </a:schemeClr>
                  </a:solidFill>
                  <a:latin typeface="BIZ UDP明朝 Medium" panose="02020500000000000000" pitchFamily="18" charset="-128"/>
                  <a:ea typeface="BIZ UDP明朝 Medium" panose="02020500000000000000" pitchFamily="18" charset="-128"/>
                </a:rPr>
                <a:t>拡大</a:t>
              </a:r>
            </a:p>
          </p:txBody>
        </p:sp>
        <p:grpSp>
          <p:nvGrpSpPr>
            <p:cNvPr id="17" name="グループ化 16">
              <a:extLst>
                <a:ext uri="{FF2B5EF4-FFF2-40B4-BE49-F238E27FC236}">
                  <a16:creationId xmlns:a16="http://schemas.microsoft.com/office/drawing/2014/main" id="{B0F05E65-F6DD-157C-80E7-6A45CD38D603}"/>
                </a:ext>
              </a:extLst>
            </p:cNvPr>
            <p:cNvGrpSpPr/>
            <p:nvPr/>
          </p:nvGrpSpPr>
          <p:grpSpPr>
            <a:xfrm>
              <a:off x="7579888" y="4678643"/>
              <a:ext cx="3357001" cy="461826"/>
              <a:chOff x="7929458" y="4214934"/>
              <a:chExt cx="3357001" cy="461826"/>
            </a:xfrm>
          </p:grpSpPr>
          <p:sp>
            <p:nvSpPr>
              <p:cNvPr id="15" name="矢印: 五方向 14">
                <a:extLst>
                  <a:ext uri="{FF2B5EF4-FFF2-40B4-BE49-F238E27FC236}">
                    <a16:creationId xmlns:a16="http://schemas.microsoft.com/office/drawing/2014/main" id="{94C038CA-6F90-4655-4C49-15A32E4ADA82}"/>
                  </a:ext>
                </a:extLst>
              </p:cNvPr>
              <p:cNvSpPr/>
              <p:nvPr/>
            </p:nvSpPr>
            <p:spPr>
              <a:xfrm>
                <a:off x="10060729" y="4214934"/>
                <a:ext cx="1225730" cy="461826"/>
              </a:xfrm>
              <a:prstGeom prst="homePlate">
                <a:avLst/>
              </a:prstGeom>
              <a:solidFill>
                <a:srgbClr val="CC66FF">
                  <a:alpha val="70000"/>
                </a:srgb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BIZ UDP明朝 Medium" panose="02020500000000000000" pitchFamily="18" charset="-128"/>
                    <a:ea typeface="BIZ UDP明朝 Medium" panose="02020500000000000000" pitchFamily="18" charset="-128"/>
                  </a:rPr>
                  <a:t>決定</a:t>
                </a:r>
              </a:p>
            </p:txBody>
          </p:sp>
          <p:sp>
            <p:nvSpPr>
              <p:cNvPr id="16" name="フローチャート: 論理積ゲート 15">
                <a:extLst>
                  <a:ext uri="{FF2B5EF4-FFF2-40B4-BE49-F238E27FC236}">
                    <a16:creationId xmlns:a16="http://schemas.microsoft.com/office/drawing/2014/main" id="{934EBE1E-E3C2-9A7A-43E5-FEEFB6CF49EF}"/>
                  </a:ext>
                </a:extLst>
              </p:cNvPr>
              <p:cNvSpPr/>
              <p:nvPr/>
            </p:nvSpPr>
            <p:spPr>
              <a:xfrm>
                <a:off x="7929458" y="4214934"/>
                <a:ext cx="1225730" cy="461826"/>
              </a:xfrm>
              <a:prstGeom prst="flowChartDelay">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b="1" dirty="0">
                    <a:latin typeface="BIZ UDP明朝 Medium" panose="02020500000000000000" pitchFamily="18" charset="-128"/>
                    <a:ea typeface="BIZ UDP明朝 Medium" panose="02020500000000000000" pitchFamily="18" charset="-128"/>
                  </a:rPr>
                  <a:t>AUTO</a:t>
                </a:r>
                <a:endParaRPr kumimoji="1" lang="ja-JP" altLang="en-US" b="1" dirty="0">
                  <a:latin typeface="BIZ UDP明朝 Medium" panose="02020500000000000000" pitchFamily="18" charset="-128"/>
                  <a:ea typeface="BIZ UDP明朝 Medium" panose="02020500000000000000" pitchFamily="18" charset="-128"/>
                </a:endParaRPr>
              </a:p>
            </p:txBody>
          </p:sp>
        </p:grpSp>
        <p:sp>
          <p:nvSpPr>
            <p:cNvPr id="18" name="テキスト ボックス 17">
              <a:extLst>
                <a:ext uri="{FF2B5EF4-FFF2-40B4-BE49-F238E27FC236}">
                  <a16:creationId xmlns:a16="http://schemas.microsoft.com/office/drawing/2014/main" id="{4F550C0F-958A-7D8D-3C5D-4E7B5BEBF575}"/>
                </a:ext>
              </a:extLst>
            </p:cNvPr>
            <p:cNvSpPr txBox="1"/>
            <p:nvPr/>
          </p:nvSpPr>
          <p:spPr>
            <a:xfrm>
              <a:off x="7499730" y="1935180"/>
              <a:ext cx="3437159" cy="646331"/>
            </a:xfrm>
            <a:prstGeom prst="rect">
              <a:avLst/>
            </a:prstGeom>
            <a:noFill/>
          </p:spPr>
          <p:txBody>
            <a:bodyPr wrap="none" rtlCol="0">
              <a:spAutoFit/>
            </a:bodyPr>
            <a:lstStyle/>
            <a:p>
              <a:pPr algn="ctr"/>
              <a:r>
                <a:rPr kumimoji="1" lang="en-US" altLang="ja-JP" sz="3600" b="1" dirty="0">
                  <a:solidFill>
                    <a:schemeClr val="bg1">
                      <a:lumMod val="95000"/>
                    </a:schemeClr>
                  </a:solidFill>
                  <a:latin typeface="BIZ UDP明朝 Medium" panose="02020500000000000000" pitchFamily="18" charset="-128"/>
                  <a:ea typeface="BIZ UDP明朝 Medium" panose="02020500000000000000" pitchFamily="18" charset="-128"/>
                </a:rPr>
                <a:t>ENB</a:t>
              </a:r>
              <a:r>
                <a:rPr kumimoji="1" lang="ja-JP" altLang="en-US" sz="3600" b="1" dirty="0">
                  <a:solidFill>
                    <a:schemeClr val="bg1">
                      <a:lumMod val="95000"/>
                    </a:schemeClr>
                  </a:solidFill>
                  <a:latin typeface="BIZ UDP明朝 Medium" panose="02020500000000000000" pitchFamily="18" charset="-128"/>
                  <a:ea typeface="BIZ UDP明朝 Medium" panose="02020500000000000000" pitchFamily="18" charset="-128"/>
                </a:rPr>
                <a:t>スキル選択</a:t>
              </a:r>
            </a:p>
          </p:txBody>
        </p:sp>
        <p:sp>
          <p:nvSpPr>
            <p:cNvPr id="19" name="二等辺三角形 18">
              <a:extLst>
                <a:ext uri="{FF2B5EF4-FFF2-40B4-BE49-F238E27FC236}">
                  <a16:creationId xmlns:a16="http://schemas.microsoft.com/office/drawing/2014/main" id="{7D4E48D3-920F-2B0D-82A0-0656AB1267BE}"/>
                </a:ext>
              </a:extLst>
            </p:cNvPr>
            <p:cNvSpPr/>
            <p:nvPr/>
          </p:nvSpPr>
          <p:spPr>
            <a:xfrm rot="5400000">
              <a:off x="5565648" y="3401559"/>
              <a:ext cx="1060704" cy="457200"/>
            </a:xfrm>
            <a:prstGeom prst="triangle">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3" name="四角形: 角を丸くする 22">
              <a:extLst>
                <a:ext uri="{FF2B5EF4-FFF2-40B4-BE49-F238E27FC236}">
                  <a16:creationId xmlns:a16="http://schemas.microsoft.com/office/drawing/2014/main" id="{0F6AB8B1-988E-D770-BA8C-FA529B366063}"/>
                </a:ext>
              </a:extLst>
            </p:cNvPr>
            <p:cNvSpPr/>
            <p:nvPr/>
          </p:nvSpPr>
          <p:spPr>
            <a:xfrm>
              <a:off x="9991557" y="2709741"/>
              <a:ext cx="148518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8" name="四角形: 角を丸くする 27">
              <a:extLst>
                <a:ext uri="{FF2B5EF4-FFF2-40B4-BE49-F238E27FC236}">
                  <a16:creationId xmlns:a16="http://schemas.microsoft.com/office/drawing/2014/main" id="{7AD9F5E1-D7CA-A4C3-11B2-0A8701CA7BF5}"/>
                </a:ext>
              </a:extLst>
            </p:cNvPr>
            <p:cNvSpPr/>
            <p:nvPr/>
          </p:nvSpPr>
          <p:spPr>
            <a:xfrm>
              <a:off x="8427408" y="2709741"/>
              <a:ext cx="148518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33" name="フリーフォーム: 図形 32">
              <a:extLst>
                <a:ext uri="{FF2B5EF4-FFF2-40B4-BE49-F238E27FC236}">
                  <a16:creationId xmlns:a16="http://schemas.microsoft.com/office/drawing/2014/main" id="{50D3760C-DC8A-7571-E3A8-5F5B02E3493E}"/>
                </a:ext>
              </a:extLst>
            </p:cNvPr>
            <p:cNvSpPr/>
            <p:nvPr/>
          </p:nvSpPr>
          <p:spPr>
            <a:xfrm>
              <a:off x="6848474" y="2709741"/>
              <a:ext cx="4638306" cy="1716321"/>
            </a:xfrm>
            <a:custGeom>
              <a:avLst/>
              <a:gdLst>
                <a:gd name="csX0" fmla="*/ 247535 w 6933831"/>
                <a:gd name="csY0" fmla="*/ 0 h 1716321"/>
                <a:gd name="csX1" fmla="*/ 1237647 w 6933831"/>
                <a:gd name="csY1" fmla="*/ 0 h 1716321"/>
                <a:gd name="csX2" fmla="*/ 1485182 w 6933831"/>
                <a:gd name="csY2" fmla="*/ 247535 h 1716321"/>
                <a:gd name="csX3" fmla="*/ 1485182 w 6933831"/>
                <a:gd name="csY3" fmla="*/ 1162874 h 1716321"/>
                <a:gd name="csX4" fmla="*/ 6933831 w 6933831"/>
                <a:gd name="csY4" fmla="*/ 1162874 h 1716321"/>
                <a:gd name="csX5" fmla="*/ 6933831 w 6933831"/>
                <a:gd name="csY5" fmla="*/ 1711914 h 1716321"/>
                <a:gd name="csX6" fmla="*/ 1281364 w 6933831"/>
                <a:gd name="csY6" fmla="*/ 1711914 h 1716321"/>
                <a:gd name="csX7" fmla="*/ 1237647 w 6933831"/>
                <a:gd name="csY7" fmla="*/ 1716321 h 1716321"/>
                <a:gd name="csX8" fmla="*/ 247535 w 6933831"/>
                <a:gd name="csY8" fmla="*/ 1716321 h 1716321"/>
                <a:gd name="csX9" fmla="*/ 203819 w 6933831"/>
                <a:gd name="csY9" fmla="*/ 1711914 h 1716321"/>
                <a:gd name="csX10" fmla="*/ 91508 w 6933831"/>
                <a:gd name="csY10" fmla="*/ 1711914 h 1716321"/>
                <a:gd name="csX11" fmla="*/ 0 w 6933831"/>
                <a:gd name="csY11" fmla="*/ 1620406 h 1716321"/>
                <a:gd name="csX12" fmla="*/ 0 w 6933831"/>
                <a:gd name="csY12" fmla="*/ 1468786 h 1716321"/>
                <a:gd name="csX13" fmla="*/ 0 w 6933831"/>
                <a:gd name="csY13" fmla="*/ 1254382 h 1716321"/>
                <a:gd name="csX14" fmla="*/ 0 w 6933831"/>
                <a:gd name="csY14" fmla="*/ 247535 h 1716321"/>
                <a:gd name="csX15" fmla="*/ 247535 w 6933831"/>
                <a:gd name="csY15" fmla="*/ 0 h 1716321"/>
                <a:gd name="csX0" fmla="*/ 247535 w 6933831"/>
                <a:gd name="csY0" fmla="*/ 0 h 1716321"/>
                <a:gd name="csX1" fmla="*/ 1237647 w 6933831"/>
                <a:gd name="csY1" fmla="*/ 0 h 1716321"/>
                <a:gd name="csX2" fmla="*/ 1485182 w 6933831"/>
                <a:gd name="csY2" fmla="*/ 247535 h 1716321"/>
                <a:gd name="csX3" fmla="*/ 1485182 w 6933831"/>
                <a:gd name="csY3" fmla="*/ 1162874 h 1716321"/>
                <a:gd name="csX4" fmla="*/ 5124081 w 6933831"/>
                <a:gd name="csY4" fmla="*/ 1153349 h 1716321"/>
                <a:gd name="csX5" fmla="*/ 6933831 w 6933831"/>
                <a:gd name="csY5" fmla="*/ 1711914 h 1716321"/>
                <a:gd name="csX6" fmla="*/ 1281364 w 6933831"/>
                <a:gd name="csY6" fmla="*/ 1711914 h 1716321"/>
                <a:gd name="csX7" fmla="*/ 1237647 w 6933831"/>
                <a:gd name="csY7" fmla="*/ 1716321 h 1716321"/>
                <a:gd name="csX8" fmla="*/ 247535 w 6933831"/>
                <a:gd name="csY8" fmla="*/ 1716321 h 1716321"/>
                <a:gd name="csX9" fmla="*/ 203819 w 6933831"/>
                <a:gd name="csY9" fmla="*/ 1711914 h 1716321"/>
                <a:gd name="csX10" fmla="*/ 91508 w 6933831"/>
                <a:gd name="csY10" fmla="*/ 1711914 h 1716321"/>
                <a:gd name="csX11" fmla="*/ 0 w 6933831"/>
                <a:gd name="csY11" fmla="*/ 1620406 h 1716321"/>
                <a:gd name="csX12" fmla="*/ 0 w 6933831"/>
                <a:gd name="csY12" fmla="*/ 1468786 h 1716321"/>
                <a:gd name="csX13" fmla="*/ 0 w 6933831"/>
                <a:gd name="csY13" fmla="*/ 1254382 h 1716321"/>
                <a:gd name="csX14" fmla="*/ 0 w 6933831"/>
                <a:gd name="csY14" fmla="*/ 247535 h 1716321"/>
                <a:gd name="csX15" fmla="*/ 247535 w 6933831"/>
                <a:gd name="csY15" fmla="*/ 0 h 1716321"/>
                <a:gd name="csX0" fmla="*/ 247535 w 5143131"/>
                <a:gd name="csY0" fmla="*/ 0 h 1721439"/>
                <a:gd name="csX1" fmla="*/ 1237647 w 5143131"/>
                <a:gd name="csY1" fmla="*/ 0 h 1721439"/>
                <a:gd name="csX2" fmla="*/ 1485182 w 5143131"/>
                <a:gd name="csY2" fmla="*/ 247535 h 1721439"/>
                <a:gd name="csX3" fmla="*/ 1485182 w 5143131"/>
                <a:gd name="csY3" fmla="*/ 1162874 h 1721439"/>
                <a:gd name="csX4" fmla="*/ 5124081 w 5143131"/>
                <a:gd name="csY4" fmla="*/ 1153349 h 1721439"/>
                <a:gd name="csX5" fmla="*/ 5143131 w 5143131"/>
                <a:gd name="csY5" fmla="*/ 1721439 h 1721439"/>
                <a:gd name="csX6" fmla="*/ 1281364 w 5143131"/>
                <a:gd name="csY6" fmla="*/ 1711914 h 1721439"/>
                <a:gd name="csX7" fmla="*/ 1237647 w 5143131"/>
                <a:gd name="csY7" fmla="*/ 1716321 h 1721439"/>
                <a:gd name="csX8" fmla="*/ 247535 w 5143131"/>
                <a:gd name="csY8" fmla="*/ 1716321 h 1721439"/>
                <a:gd name="csX9" fmla="*/ 203819 w 5143131"/>
                <a:gd name="csY9" fmla="*/ 1711914 h 1721439"/>
                <a:gd name="csX10" fmla="*/ 91508 w 5143131"/>
                <a:gd name="csY10" fmla="*/ 1711914 h 1721439"/>
                <a:gd name="csX11" fmla="*/ 0 w 5143131"/>
                <a:gd name="csY11" fmla="*/ 1620406 h 1721439"/>
                <a:gd name="csX12" fmla="*/ 0 w 5143131"/>
                <a:gd name="csY12" fmla="*/ 1468786 h 1721439"/>
                <a:gd name="csX13" fmla="*/ 0 w 5143131"/>
                <a:gd name="csY13" fmla="*/ 1254382 h 1721439"/>
                <a:gd name="csX14" fmla="*/ 0 w 5143131"/>
                <a:gd name="csY14" fmla="*/ 247535 h 1721439"/>
                <a:gd name="csX15" fmla="*/ 247535 w 5143131"/>
                <a:gd name="csY15" fmla="*/ 0 h 1721439"/>
                <a:gd name="csX0" fmla="*/ 247535 w 5124081"/>
                <a:gd name="csY0" fmla="*/ 0 h 1716321"/>
                <a:gd name="csX1" fmla="*/ 1237647 w 5124081"/>
                <a:gd name="csY1" fmla="*/ 0 h 1716321"/>
                <a:gd name="csX2" fmla="*/ 1485182 w 5124081"/>
                <a:gd name="csY2" fmla="*/ 247535 h 1716321"/>
                <a:gd name="csX3" fmla="*/ 1485182 w 5124081"/>
                <a:gd name="csY3" fmla="*/ 1162874 h 1716321"/>
                <a:gd name="csX4" fmla="*/ 5124081 w 5124081"/>
                <a:gd name="csY4" fmla="*/ 1153349 h 1716321"/>
                <a:gd name="csX5" fmla="*/ 4676406 w 5124081"/>
                <a:gd name="csY5" fmla="*/ 1711914 h 1716321"/>
                <a:gd name="csX6" fmla="*/ 1281364 w 5124081"/>
                <a:gd name="csY6" fmla="*/ 1711914 h 1716321"/>
                <a:gd name="csX7" fmla="*/ 1237647 w 5124081"/>
                <a:gd name="csY7" fmla="*/ 1716321 h 1716321"/>
                <a:gd name="csX8" fmla="*/ 247535 w 5124081"/>
                <a:gd name="csY8" fmla="*/ 1716321 h 1716321"/>
                <a:gd name="csX9" fmla="*/ 203819 w 5124081"/>
                <a:gd name="csY9" fmla="*/ 1711914 h 1716321"/>
                <a:gd name="csX10" fmla="*/ 91508 w 5124081"/>
                <a:gd name="csY10" fmla="*/ 1711914 h 1716321"/>
                <a:gd name="csX11" fmla="*/ 0 w 5124081"/>
                <a:gd name="csY11" fmla="*/ 1620406 h 1716321"/>
                <a:gd name="csX12" fmla="*/ 0 w 5124081"/>
                <a:gd name="csY12" fmla="*/ 1468786 h 1716321"/>
                <a:gd name="csX13" fmla="*/ 0 w 5124081"/>
                <a:gd name="csY13" fmla="*/ 1254382 h 1716321"/>
                <a:gd name="csX14" fmla="*/ 0 w 5124081"/>
                <a:gd name="csY14" fmla="*/ 247535 h 1716321"/>
                <a:gd name="csX15" fmla="*/ 247535 w 5124081"/>
                <a:gd name="csY15" fmla="*/ 0 h 1716321"/>
                <a:gd name="csX0" fmla="*/ 247535 w 4676406"/>
                <a:gd name="csY0" fmla="*/ 0 h 1716321"/>
                <a:gd name="csX1" fmla="*/ 1237647 w 4676406"/>
                <a:gd name="csY1" fmla="*/ 0 h 1716321"/>
                <a:gd name="csX2" fmla="*/ 1485182 w 4676406"/>
                <a:gd name="csY2" fmla="*/ 247535 h 1716321"/>
                <a:gd name="csX3" fmla="*/ 1485182 w 4676406"/>
                <a:gd name="csY3" fmla="*/ 1162874 h 1716321"/>
                <a:gd name="csX4" fmla="*/ 4647831 w 4676406"/>
                <a:gd name="csY4" fmla="*/ 1134299 h 1716321"/>
                <a:gd name="csX5" fmla="*/ 4676406 w 4676406"/>
                <a:gd name="csY5" fmla="*/ 1711914 h 1716321"/>
                <a:gd name="csX6" fmla="*/ 1281364 w 4676406"/>
                <a:gd name="csY6" fmla="*/ 1711914 h 1716321"/>
                <a:gd name="csX7" fmla="*/ 1237647 w 4676406"/>
                <a:gd name="csY7" fmla="*/ 1716321 h 1716321"/>
                <a:gd name="csX8" fmla="*/ 247535 w 4676406"/>
                <a:gd name="csY8" fmla="*/ 1716321 h 1716321"/>
                <a:gd name="csX9" fmla="*/ 203819 w 4676406"/>
                <a:gd name="csY9" fmla="*/ 1711914 h 1716321"/>
                <a:gd name="csX10" fmla="*/ 91508 w 4676406"/>
                <a:gd name="csY10" fmla="*/ 1711914 h 1716321"/>
                <a:gd name="csX11" fmla="*/ 0 w 4676406"/>
                <a:gd name="csY11" fmla="*/ 1620406 h 1716321"/>
                <a:gd name="csX12" fmla="*/ 0 w 4676406"/>
                <a:gd name="csY12" fmla="*/ 1468786 h 1716321"/>
                <a:gd name="csX13" fmla="*/ 0 w 4676406"/>
                <a:gd name="csY13" fmla="*/ 1254382 h 1716321"/>
                <a:gd name="csX14" fmla="*/ 0 w 4676406"/>
                <a:gd name="csY14" fmla="*/ 247535 h 1716321"/>
                <a:gd name="csX15" fmla="*/ 247535 w 4676406"/>
                <a:gd name="csY15" fmla="*/ 0 h 1716321"/>
                <a:gd name="csX0" fmla="*/ 247535 w 4647831"/>
                <a:gd name="csY0" fmla="*/ 0 h 1716321"/>
                <a:gd name="csX1" fmla="*/ 1237647 w 4647831"/>
                <a:gd name="csY1" fmla="*/ 0 h 1716321"/>
                <a:gd name="csX2" fmla="*/ 1485182 w 4647831"/>
                <a:gd name="csY2" fmla="*/ 247535 h 1716321"/>
                <a:gd name="csX3" fmla="*/ 1485182 w 4647831"/>
                <a:gd name="csY3" fmla="*/ 1162874 h 1716321"/>
                <a:gd name="csX4" fmla="*/ 4647831 w 4647831"/>
                <a:gd name="csY4" fmla="*/ 1134299 h 1716321"/>
                <a:gd name="csX5" fmla="*/ 4628781 w 4647831"/>
                <a:gd name="csY5" fmla="*/ 1711914 h 1716321"/>
                <a:gd name="csX6" fmla="*/ 1281364 w 4647831"/>
                <a:gd name="csY6" fmla="*/ 1711914 h 1716321"/>
                <a:gd name="csX7" fmla="*/ 1237647 w 4647831"/>
                <a:gd name="csY7" fmla="*/ 1716321 h 1716321"/>
                <a:gd name="csX8" fmla="*/ 247535 w 4647831"/>
                <a:gd name="csY8" fmla="*/ 1716321 h 1716321"/>
                <a:gd name="csX9" fmla="*/ 203819 w 4647831"/>
                <a:gd name="csY9" fmla="*/ 1711914 h 1716321"/>
                <a:gd name="csX10" fmla="*/ 91508 w 4647831"/>
                <a:gd name="csY10" fmla="*/ 1711914 h 1716321"/>
                <a:gd name="csX11" fmla="*/ 0 w 4647831"/>
                <a:gd name="csY11" fmla="*/ 1620406 h 1716321"/>
                <a:gd name="csX12" fmla="*/ 0 w 4647831"/>
                <a:gd name="csY12" fmla="*/ 1468786 h 1716321"/>
                <a:gd name="csX13" fmla="*/ 0 w 4647831"/>
                <a:gd name="csY13" fmla="*/ 1254382 h 1716321"/>
                <a:gd name="csX14" fmla="*/ 0 w 4647831"/>
                <a:gd name="csY14" fmla="*/ 247535 h 1716321"/>
                <a:gd name="csX15" fmla="*/ 247535 w 4647831"/>
                <a:gd name="csY15" fmla="*/ 0 h 1716321"/>
                <a:gd name="csX0" fmla="*/ 247535 w 4638306"/>
                <a:gd name="csY0" fmla="*/ 0 h 1716321"/>
                <a:gd name="csX1" fmla="*/ 1237647 w 4638306"/>
                <a:gd name="csY1" fmla="*/ 0 h 1716321"/>
                <a:gd name="csX2" fmla="*/ 1485182 w 4638306"/>
                <a:gd name="csY2" fmla="*/ 247535 h 1716321"/>
                <a:gd name="csX3" fmla="*/ 1485182 w 4638306"/>
                <a:gd name="csY3" fmla="*/ 1162874 h 1716321"/>
                <a:gd name="csX4" fmla="*/ 4638306 w 4638306"/>
                <a:gd name="csY4" fmla="*/ 1172399 h 1716321"/>
                <a:gd name="csX5" fmla="*/ 4628781 w 4638306"/>
                <a:gd name="csY5" fmla="*/ 1711914 h 1716321"/>
                <a:gd name="csX6" fmla="*/ 1281364 w 4638306"/>
                <a:gd name="csY6" fmla="*/ 1711914 h 1716321"/>
                <a:gd name="csX7" fmla="*/ 1237647 w 4638306"/>
                <a:gd name="csY7" fmla="*/ 1716321 h 1716321"/>
                <a:gd name="csX8" fmla="*/ 247535 w 4638306"/>
                <a:gd name="csY8" fmla="*/ 1716321 h 1716321"/>
                <a:gd name="csX9" fmla="*/ 203819 w 4638306"/>
                <a:gd name="csY9" fmla="*/ 1711914 h 1716321"/>
                <a:gd name="csX10" fmla="*/ 91508 w 4638306"/>
                <a:gd name="csY10" fmla="*/ 1711914 h 1716321"/>
                <a:gd name="csX11" fmla="*/ 0 w 4638306"/>
                <a:gd name="csY11" fmla="*/ 1620406 h 1716321"/>
                <a:gd name="csX12" fmla="*/ 0 w 4638306"/>
                <a:gd name="csY12" fmla="*/ 1468786 h 1716321"/>
                <a:gd name="csX13" fmla="*/ 0 w 4638306"/>
                <a:gd name="csY13" fmla="*/ 1254382 h 1716321"/>
                <a:gd name="csX14" fmla="*/ 0 w 4638306"/>
                <a:gd name="csY14" fmla="*/ 247535 h 1716321"/>
                <a:gd name="csX15" fmla="*/ 247535 w 4638306"/>
                <a:gd name="csY15" fmla="*/ 0 h 171632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4638306" h="1716321">
                  <a:moveTo>
                    <a:pt x="247535" y="0"/>
                  </a:moveTo>
                  <a:lnTo>
                    <a:pt x="1237647" y="0"/>
                  </a:lnTo>
                  <a:cubicBezTo>
                    <a:pt x="1374357" y="0"/>
                    <a:pt x="1485182" y="110825"/>
                    <a:pt x="1485182" y="247535"/>
                  </a:cubicBezTo>
                  <a:lnTo>
                    <a:pt x="1485182" y="1162874"/>
                  </a:lnTo>
                  <a:lnTo>
                    <a:pt x="4638306" y="1172399"/>
                  </a:lnTo>
                  <a:lnTo>
                    <a:pt x="4628781" y="1711914"/>
                  </a:lnTo>
                  <a:lnTo>
                    <a:pt x="1281364" y="1711914"/>
                  </a:lnTo>
                  <a:lnTo>
                    <a:pt x="1237647" y="1716321"/>
                  </a:lnTo>
                  <a:lnTo>
                    <a:pt x="247535" y="1716321"/>
                  </a:lnTo>
                  <a:lnTo>
                    <a:pt x="203819" y="1711914"/>
                  </a:lnTo>
                  <a:lnTo>
                    <a:pt x="91508" y="1711914"/>
                  </a:lnTo>
                  <a:cubicBezTo>
                    <a:pt x="40970" y="1711914"/>
                    <a:pt x="0" y="1670944"/>
                    <a:pt x="0" y="1620406"/>
                  </a:cubicBezTo>
                  <a:lnTo>
                    <a:pt x="0" y="1468786"/>
                  </a:lnTo>
                  <a:lnTo>
                    <a:pt x="0" y="1254382"/>
                  </a:lnTo>
                  <a:lnTo>
                    <a:pt x="0" y="247535"/>
                  </a:lnTo>
                  <a:cubicBezTo>
                    <a:pt x="0" y="110825"/>
                    <a:pt x="110825" y="0"/>
                    <a:pt x="247535" y="0"/>
                  </a:cubicBezTo>
                  <a:close/>
                </a:path>
              </a:pathLst>
            </a:custGeom>
            <a:solidFill>
              <a:schemeClr val="bg1">
                <a:lumMod val="75000"/>
                <a:alpha val="9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dirty="0">
                <a:solidFill>
                  <a:schemeClr val="accent2">
                    <a:lumMod val="20000"/>
                    <a:lumOff val="80000"/>
                  </a:schemeClr>
                </a:solidFill>
                <a:latin typeface="HGS明朝E" panose="02020900000000000000" pitchFamily="18" charset="-128"/>
                <a:ea typeface="HGS明朝E" panose="02020900000000000000" pitchFamily="18" charset="-128"/>
              </a:endParaRPr>
            </a:p>
          </p:txBody>
        </p:sp>
        <p:sp>
          <p:nvSpPr>
            <p:cNvPr id="36" name="テキスト ボックス 35">
              <a:extLst>
                <a:ext uri="{FF2B5EF4-FFF2-40B4-BE49-F238E27FC236}">
                  <a16:creationId xmlns:a16="http://schemas.microsoft.com/office/drawing/2014/main" id="{12079FA3-1AC3-0635-8507-40E485BDF177}"/>
                </a:ext>
              </a:extLst>
            </p:cNvPr>
            <p:cNvSpPr txBox="1"/>
            <p:nvPr/>
          </p:nvSpPr>
          <p:spPr>
            <a:xfrm>
              <a:off x="6917888" y="3971661"/>
              <a:ext cx="3538365" cy="338554"/>
            </a:xfrm>
            <a:prstGeom prst="rect">
              <a:avLst/>
            </a:prstGeom>
            <a:noFill/>
          </p:spPr>
          <p:txBody>
            <a:bodyPr wrap="square" rtlCol="0">
              <a:spAutoFit/>
            </a:bodyPr>
            <a:lstStyle/>
            <a:p>
              <a:r>
                <a:rPr lang="en-US" altLang="ja-JP" sz="1600" dirty="0">
                  <a:solidFill>
                    <a:schemeClr val="tx1">
                      <a:lumMod val="95000"/>
                      <a:lumOff val="5000"/>
                    </a:schemeClr>
                  </a:solidFill>
                  <a:latin typeface="HGS明朝E" panose="02020900000000000000" pitchFamily="18" charset="-128"/>
                  <a:ea typeface="HGS明朝E" panose="02020900000000000000" pitchFamily="18" charset="-128"/>
                </a:rPr>
                <a:t>ATK</a:t>
              </a:r>
              <a:r>
                <a:rPr lang="ja-JP" altLang="en-US" sz="1600" dirty="0">
                  <a:solidFill>
                    <a:schemeClr val="tx1">
                      <a:lumMod val="95000"/>
                      <a:lumOff val="5000"/>
                    </a:schemeClr>
                  </a:solidFill>
                  <a:latin typeface="HGS明朝E" panose="02020900000000000000" pitchFamily="18" charset="-128"/>
                  <a:ea typeface="HGS明朝E" panose="02020900000000000000" pitchFamily="18" charset="-128"/>
                </a:rPr>
                <a:t>を</a:t>
              </a:r>
              <a:r>
                <a:rPr lang="en-US" altLang="ja-JP" sz="1600" dirty="0">
                  <a:solidFill>
                    <a:schemeClr val="tx1">
                      <a:lumMod val="95000"/>
                      <a:lumOff val="5000"/>
                    </a:schemeClr>
                  </a:solidFill>
                  <a:latin typeface="HGS明朝E" panose="02020900000000000000" pitchFamily="18" charset="-128"/>
                  <a:ea typeface="HGS明朝E" panose="02020900000000000000" pitchFamily="18" charset="-128"/>
                </a:rPr>
                <a:t>10</a:t>
              </a:r>
              <a:r>
                <a:rPr lang="ja-JP" altLang="en-US" sz="1600" dirty="0">
                  <a:solidFill>
                    <a:schemeClr val="tx1">
                      <a:lumMod val="95000"/>
                      <a:lumOff val="5000"/>
                    </a:schemeClr>
                  </a:solidFill>
                  <a:latin typeface="HGS明朝E" panose="02020900000000000000" pitchFamily="18" charset="-128"/>
                  <a:ea typeface="HGS明朝E" panose="02020900000000000000" pitchFamily="18" charset="-128"/>
                </a:rPr>
                <a:t>％上昇</a:t>
              </a:r>
              <a:endParaRPr lang="en-US" altLang="ja-JP" sz="1600" dirty="0">
                <a:solidFill>
                  <a:schemeClr val="accent5"/>
                </a:solidFill>
                <a:latin typeface="HGS明朝E" panose="02020900000000000000" pitchFamily="18" charset="-128"/>
                <a:ea typeface="HGS明朝E" panose="02020900000000000000" pitchFamily="18" charset="-128"/>
              </a:endParaRPr>
            </a:p>
          </p:txBody>
        </p:sp>
        <p:sp>
          <p:nvSpPr>
            <p:cNvPr id="38" name="テキスト ボックス 37">
              <a:extLst>
                <a:ext uri="{FF2B5EF4-FFF2-40B4-BE49-F238E27FC236}">
                  <a16:creationId xmlns:a16="http://schemas.microsoft.com/office/drawing/2014/main" id="{B54B3FF1-69F4-8D05-2A34-3EC445C2AEDE}"/>
                </a:ext>
              </a:extLst>
            </p:cNvPr>
            <p:cNvSpPr txBox="1"/>
            <p:nvPr/>
          </p:nvSpPr>
          <p:spPr>
            <a:xfrm>
              <a:off x="6762730" y="2717062"/>
              <a:ext cx="1655153" cy="338554"/>
            </a:xfrm>
            <a:prstGeom prst="rect">
              <a:avLst/>
            </a:prstGeom>
            <a:noFill/>
          </p:spPr>
          <p:txBody>
            <a:bodyPr wrap="square" rtlCol="0">
              <a:spAutoFit/>
            </a:bodyPr>
            <a:lstStyle/>
            <a:p>
              <a:pPr algn="ctr"/>
              <a:r>
                <a:rPr lang="ja-JP" altLang="en-US" sz="1600" dirty="0">
                  <a:solidFill>
                    <a:schemeClr val="tx1">
                      <a:lumMod val="95000"/>
                      <a:lumOff val="5000"/>
                    </a:schemeClr>
                  </a:solidFill>
                  <a:latin typeface="HGS明朝E" panose="02020900000000000000" pitchFamily="18" charset="-128"/>
                  <a:ea typeface="HGS明朝E" panose="02020900000000000000" pitchFamily="18" charset="-128"/>
                </a:rPr>
                <a:t>キャラ名</a:t>
              </a:r>
              <a:endParaRPr lang="en-US" altLang="ja-JP" sz="1600" dirty="0">
                <a:solidFill>
                  <a:schemeClr val="accent5"/>
                </a:solidFill>
                <a:latin typeface="HGS明朝E" panose="02020900000000000000" pitchFamily="18" charset="-128"/>
                <a:ea typeface="HGS明朝E" panose="02020900000000000000" pitchFamily="18" charset="-128"/>
              </a:endParaRPr>
            </a:p>
          </p:txBody>
        </p:sp>
        <p:sp>
          <p:nvSpPr>
            <p:cNvPr id="39" name="楕円 38">
              <a:extLst>
                <a:ext uri="{FF2B5EF4-FFF2-40B4-BE49-F238E27FC236}">
                  <a16:creationId xmlns:a16="http://schemas.microsoft.com/office/drawing/2014/main" id="{AFDED0E1-070A-AF8A-5673-1E9DFD016F37}"/>
                </a:ext>
              </a:extLst>
            </p:cNvPr>
            <p:cNvSpPr/>
            <p:nvPr/>
          </p:nvSpPr>
          <p:spPr>
            <a:xfrm>
              <a:off x="7043289" y="3159244"/>
              <a:ext cx="1073198"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40" name="楕円 39">
              <a:extLst>
                <a:ext uri="{FF2B5EF4-FFF2-40B4-BE49-F238E27FC236}">
                  <a16:creationId xmlns:a16="http://schemas.microsoft.com/office/drawing/2014/main" id="{F8CB0E2C-C478-BC2B-3197-28D7DA7B7FC0}"/>
                </a:ext>
              </a:extLst>
            </p:cNvPr>
            <p:cNvSpPr/>
            <p:nvPr/>
          </p:nvSpPr>
          <p:spPr>
            <a:xfrm>
              <a:off x="8611146" y="3159244"/>
              <a:ext cx="1073198"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41" name="楕円 40">
              <a:extLst>
                <a:ext uri="{FF2B5EF4-FFF2-40B4-BE49-F238E27FC236}">
                  <a16:creationId xmlns:a16="http://schemas.microsoft.com/office/drawing/2014/main" id="{7442D9E0-227F-34F0-9584-18FA714CB63F}"/>
                </a:ext>
              </a:extLst>
            </p:cNvPr>
            <p:cNvSpPr/>
            <p:nvPr/>
          </p:nvSpPr>
          <p:spPr>
            <a:xfrm>
              <a:off x="10197549" y="3163574"/>
              <a:ext cx="1073198"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42" name="テキスト ボックス 41">
              <a:extLst>
                <a:ext uri="{FF2B5EF4-FFF2-40B4-BE49-F238E27FC236}">
                  <a16:creationId xmlns:a16="http://schemas.microsoft.com/office/drawing/2014/main" id="{DF355E9B-63EB-3D8F-BFE6-BE1DC79E0888}"/>
                </a:ext>
              </a:extLst>
            </p:cNvPr>
            <p:cNvSpPr txBox="1"/>
            <p:nvPr/>
          </p:nvSpPr>
          <p:spPr>
            <a:xfrm>
              <a:off x="8330525" y="2717062"/>
              <a:ext cx="1655153" cy="338554"/>
            </a:xfrm>
            <a:prstGeom prst="rect">
              <a:avLst/>
            </a:prstGeom>
            <a:noFill/>
          </p:spPr>
          <p:txBody>
            <a:bodyPr wrap="square" rtlCol="0">
              <a:spAutoFit/>
            </a:bodyPr>
            <a:lstStyle/>
            <a:p>
              <a:pPr algn="ctr"/>
              <a:r>
                <a:rPr lang="ja-JP" altLang="en-US" sz="1600" dirty="0">
                  <a:solidFill>
                    <a:schemeClr val="bg1">
                      <a:lumMod val="95000"/>
                    </a:schemeClr>
                  </a:solidFill>
                  <a:latin typeface="HGS明朝E" panose="02020900000000000000" pitchFamily="18" charset="-128"/>
                  <a:ea typeface="HGS明朝E" panose="02020900000000000000" pitchFamily="18" charset="-128"/>
                </a:rPr>
                <a:t>キャラ名</a:t>
              </a:r>
              <a:endParaRPr lang="en-US" altLang="ja-JP" sz="1600" dirty="0">
                <a:solidFill>
                  <a:schemeClr val="bg1">
                    <a:lumMod val="95000"/>
                  </a:schemeClr>
                </a:solidFill>
                <a:latin typeface="HGS明朝E" panose="02020900000000000000" pitchFamily="18" charset="-128"/>
                <a:ea typeface="HGS明朝E" panose="02020900000000000000" pitchFamily="18" charset="-128"/>
              </a:endParaRPr>
            </a:p>
          </p:txBody>
        </p:sp>
        <p:sp>
          <p:nvSpPr>
            <p:cNvPr id="44" name="テキスト ボックス 43">
              <a:extLst>
                <a:ext uri="{FF2B5EF4-FFF2-40B4-BE49-F238E27FC236}">
                  <a16:creationId xmlns:a16="http://schemas.microsoft.com/office/drawing/2014/main" id="{670E61F4-06FF-6066-61B5-D31408D9722E}"/>
                </a:ext>
              </a:extLst>
            </p:cNvPr>
            <p:cNvSpPr txBox="1"/>
            <p:nvPr/>
          </p:nvSpPr>
          <p:spPr>
            <a:xfrm>
              <a:off x="9918984" y="2724383"/>
              <a:ext cx="1655153" cy="338554"/>
            </a:xfrm>
            <a:prstGeom prst="rect">
              <a:avLst/>
            </a:prstGeom>
            <a:noFill/>
          </p:spPr>
          <p:txBody>
            <a:bodyPr wrap="square" rtlCol="0">
              <a:spAutoFit/>
            </a:bodyPr>
            <a:lstStyle/>
            <a:p>
              <a:pPr algn="ctr"/>
              <a:r>
                <a:rPr lang="ja-JP" altLang="en-US" sz="1600" dirty="0">
                  <a:solidFill>
                    <a:schemeClr val="bg1">
                      <a:lumMod val="95000"/>
                    </a:schemeClr>
                  </a:solidFill>
                  <a:latin typeface="HGS明朝E" panose="02020900000000000000" pitchFamily="18" charset="-128"/>
                  <a:ea typeface="HGS明朝E" panose="02020900000000000000" pitchFamily="18" charset="-128"/>
                </a:rPr>
                <a:t>キャラ名</a:t>
              </a:r>
              <a:endParaRPr lang="en-US" altLang="ja-JP" sz="1600" dirty="0">
                <a:solidFill>
                  <a:schemeClr val="bg1">
                    <a:lumMod val="95000"/>
                  </a:schemeClr>
                </a:solidFill>
                <a:latin typeface="HGS明朝E" panose="02020900000000000000" pitchFamily="18" charset="-128"/>
                <a:ea typeface="HGS明朝E" panose="02020900000000000000" pitchFamily="18" charset="-128"/>
              </a:endParaRPr>
            </a:p>
          </p:txBody>
        </p:sp>
      </p:grpSp>
    </p:spTree>
    <p:extLst>
      <p:ext uri="{BB962C8B-B14F-4D97-AF65-F5344CB8AC3E}">
        <p14:creationId xmlns:p14="http://schemas.microsoft.com/office/powerpoint/2010/main" val="751705452"/>
      </p:ext>
    </p:extLst>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D4B86B-F14F-EBDA-9D2E-7A8E0009EDB3}"/>
            </a:ext>
          </a:extLst>
        </p:cNvPr>
        <p:cNvGrpSpPr/>
        <p:nvPr/>
      </p:nvGrpSpPr>
      <p:grpSpPr>
        <a:xfrm>
          <a:off x="0" y="0"/>
          <a:ext cx="0" cy="0"/>
          <a:chOff x="0" y="0"/>
          <a:chExt cx="0" cy="0"/>
        </a:xfrm>
      </p:grpSpPr>
      <p:sp>
        <p:nvSpPr>
          <p:cNvPr id="11" name="正方形/長方形 10">
            <a:extLst>
              <a:ext uri="{FF2B5EF4-FFF2-40B4-BE49-F238E27FC236}">
                <a16:creationId xmlns:a16="http://schemas.microsoft.com/office/drawing/2014/main" id="{3CDD22A2-E2B0-92CD-B98A-E710F905B7FC}"/>
              </a:ext>
            </a:extLst>
          </p:cNvPr>
          <p:cNvSpPr/>
          <p:nvPr/>
        </p:nvSpPr>
        <p:spPr>
          <a:xfrm>
            <a:off x="0" y="1800592"/>
            <a:ext cx="12192000" cy="3659134"/>
          </a:xfrm>
          <a:prstGeom prst="rect">
            <a:avLst/>
          </a:prstGeom>
          <a:gradFill flip="none" rotWithShape="1">
            <a:gsLst>
              <a:gs pos="44000">
                <a:schemeClr val="tx1">
                  <a:lumMod val="85000"/>
                  <a:lumOff val="15000"/>
                  <a:alpha val="85000"/>
                </a:schemeClr>
              </a:gs>
              <a:gs pos="100000">
                <a:srgbClr val="CC66FF">
                  <a:alpha val="85000"/>
                </a:srgbClr>
              </a:gs>
            </a:gsLst>
            <a:lin ang="108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二等辺三角形 18">
            <a:extLst>
              <a:ext uri="{FF2B5EF4-FFF2-40B4-BE49-F238E27FC236}">
                <a16:creationId xmlns:a16="http://schemas.microsoft.com/office/drawing/2014/main" id="{08854E81-04CD-A07D-485A-17F6631B0186}"/>
              </a:ext>
            </a:extLst>
          </p:cNvPr>
          <p:cNvSpPr/>
          <p:nvPr/>
        </p:nvSpPr>
        <p:spPr>
          <a:xfrm rot="5400000">
            <a:off x="5564821" y="3401559"/>
            <a:ext cx="1060704" cy="457200"/>
          </a:xfrm>
          <a:prstGeom prst="triangle">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 name="テキスト ボックス 4">
            <a:extLst>
              <a:ext uri="{FF2B5EF4-FFF2-40B4-BE49-F238E27FC236}">
                <a16:creationId xmlns:a16="http://schemas.microsoft.com/office/drawing/2014/main" id="{2854B256-E531-6D78-8E45-AA8086E5FC26}"/>
              </a:ext>
            </a:extLst>
          </p:cNvPr>
          <p:cNvSpPr txBox="1"/>
          <p:nvPr/>
        </p:nvSpPr>
        <p:spPr>
          <a:xfrm>
            <a:off x="6756299" y="1927138"/>
            <a:ext cx="1919115" cy="707886"/>
          </a:xfrm>
          <a:prstGeom prst="rect">
            <a:avLst/>
          </a:prstGeom>
          <a:noFill/>
        </p:spPr>
        <p:txBody>
          <a:bodyPr wrap="none" rtlCol="0">
            <a:spAutoFit/>
          </a:bodyPr>
          <a:lstStyle/>
          <a:p>
            <a:r>
              <a:rPr kumimoji="1" lang="en-US" altLang="ja-JP" sz="4000" b="1" dirty="0">
                <a:solidFill>
                  <a:srgbClr val="CC66FF"/>
                </a:solidFill>
                <a:latin typeface="BIZ UDP明朝 Medium" panose="02020500000000000000" pitchFamily="18" charset="-128"/>
                <a:ea typeface="BIZ UDP明朝 Medium" panose="02020500000000000000" pitchFamily="18" charset="-128"/>
              </a:rPr>
              <a:t>EF</a:t>
            </a:r>
            <a:r>
              <a:rPr kumimoji="1" lang="ja-JP" altLang="en-US" sz="4000" b="1" dirty="0">
                <a:solidFill>
                  <a:srgbClr val="CC66FF"/>
                </a:solidFill>
                <a:latin typeface="BIZ UDP明朝 Medium" panose="02020500000000000000" pitchFamily="18" charset="-128"/>
                <a:ea typeface="BIZ UDP明朝 Medium" panose="02020500000000000000" pitchFamily="18" charset="-128"/>
              </a:rPr>
              <a:t>拡大</a:t>
            </a:r>
          </a:p>
        </p:txBody>
      </p:sp>
      <p:grpSp>
        <p:nvGrpSpPr>
          <p:cNvPr id="12" name="グループ化 11">
            <a:extLst>
              <a:ext uri="{FF2B5EF4-FFF2-40B4-BE49-F238E27FC236}">
                <a16:creationId xmlns:a16="http://schemas.microsoft.com/office/drawing/2014/main" id="{B22B30B9-0E9B-7CCB-58DA-60AFA8DAD8B8}"/>
              </a:ext>
            </a:extLst>
          </p:cNvPr>
          <p:cNvGrpSpPr/>
          <p:nvPr/>
        </p:nvGrpSpPr>
        <p:grpSpPr>
          <a:xfrm>
            <a:off x="6756299" y="2951913"/>
            <a:ext cx="5003174" cy="397768"/>
            <a:chOff x="1719571" y="274515"/>
            <a:chExt cx="4262430" cy="338877"/>
          </a:xfrm>
        </p:grpSpPr>
        <p:grpSp>
          <p:nvGrpSpPr>
            <p:cNvPr id="13" name="グループ化 12">
              <a:extLst>
                <a:ext uri="{FF2B5EF4-FFF2-40B4-BE49-F238E27FC236}">
                  <a16:creationId xmlns:a16="http://schemas.microsoft.com/office/drawing/2014/main" id="{FFFEEF16-64B0-3A45-43A9-61AA39F560F4}"/>
                </a:ext>
              </a:extLst>
            </p:cNvPr>
            <p:cNvGrpSpPr/>
            <p:nvPr/>
          </p:nvGrpSpPr>
          <p:grpSpPr>
            <a:xfrm>
              <a:off x="1719571" y="274517"/>
              <a:ext cx="3092165" cy="338875"/>
              <a:chOff x="1719571" y="215382"/>
              <a:chExt cx="3888059" cy="426098"/>
            </a:xfrm>
          </p:grpSpPr>
          <p:sp>
            <p:nvSpPr>
              <p:cNvPr id="21" name="平行四辺形 20">
                <a:extLst>
                  <a:ext uri="{FF2B5EF4-FFF2-40B4-BE49-F238E27FC236}">
                    <a16:creationId xmlns:a16="http://schemas.microsoft.com/office/drawing/2014/main" id="{5F260AEA-0E93-6F86-451E-C4CDF8B9FDC2}"/>
                  </a:ext>
                </a:extLst>
              </p:cNvPr>
              <p:cNvSpPr/>
              <p:nvPr/>
            </p:nvSpPr>
            <p:spPr>
              <a:xfrm>
                <a:off x="171957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平行四辺形 21">
                <a:extLst>
                  <a:ext uri="{FF2B5EF4-FFF2-40B4-BE49-F238E27FC236}">
                    <a16:creationId xmlns:a16="http://schemas.microsoft.com/office/drawing/2014/main" id="{58413812-2BC1-F336-4D22-B80114D865C6}"/>
                  </a:ext>
                </a:extLst>
              </p:cNvPr>
              <p:cNvSpPr/>
              <p:nvPr/>
            </p:nvSpPr>
            <p:spPr>
              <a:xfrm>
                <a:off x="2477666"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 name="平行四辺形 23">
                <a:extLst>
                  <a:ext uri="{FF2B5EF4-FFF2-40B4-BE49-F238E27FC236}">
                    <a16:creationId xmlns:a16="http://schemas.microsoft.com/office/drawing/2014/main" id="{09C0AEE1-D0B4-8580-13D8-142E65534A25}"/>
                  </a:ext>
                </a:extLst>
              </p:cNvPr>
              <p:cNvSpPr/>
              <p:nvPr/>
            </p:nvSpPr>
            <p:spPr>
              <a:xfrm>
                <a:off x="323576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5" name="平行四辺形 24">
                <a:extLst>
                  <a:ext uri="{FF2B5EF4-FFF2-40B4-BE49-F238E27FC236}">
                    <a16:creationId xmlns:a16="http://schemas.microsoft.com/office/drawing/2014/main" id="{3ADD28DB-FBEB-5260-1D2A-E16FD94B3EC7}"/>
                  </a:ext>
                </a:extLst>
              </p:cNvPr>
              <p:cNvSpPr/>
              <p:nvPr/>
            </p:nvSpPr>
            <p:spPr>
              <a:xfrm>
                <a:off x="4751951" y="215382"/>
                <a:ext cx="855679" cy="426098"/>
              </a:xfrm>
              <a:prstGeom prst="parallelogram">
                <a:avLst/>
              </a:prstGeom>
              <a:solidFill>
                <a:schemeClr val="tx1">
                  <a:lumMod val="75000"/>
                  <a:lumOff val="2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6" name="平行四辺形 25">
                <a:extLst>
                  <a:ext uri="{FF2B5EF4-FFF2-40B4-BE49-F238E27FC236}">
                    <a16:creationId xmlns:a16="http://schemas.microsoft.com/office/drawing/2014/main" id="{C449B1EE-A515-FA42-DFC2-C5EC2DBD60CB}"/>
                  </a:ext>
                </a:extLst>
              </p:cNvPr>
              <p:cNvSpPr/>
              <p:nvPr/>
            </p:nvSpPr>
            <p:spPr>
              <a:xfrm>
                <a:off x="3993856" y="215382"/>
                <a:ext cx="855679" cy="426098"/>
              </a:xfrm>
              <a:prstGeom prst="parallelogram">
                <a:avLst/>
              </a:prstGeom>
              <a:solidFill>
                <a:srgbClr val="CC66FF">
                  <a:alpha val="70000"/>
                </a:srgbClr>
              </a:solidFill>
              <a:ln w="38100">
                <a:solidFill>
                  <a:schemeClr val="bg1">
                    <a:lumMod val="85000"/>
                  </a:schemeClr>
                </a:solidFill>
              </a:ln>
              <a:effectLst>
                <a:glow rad="266700">
                  <a:srgbClr val="CC66FF">
                    <a:alpha val="65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sp>
          <p:nvSpPr>
            <p:cNvPr id="14" name="平行四辺形 13">
              <a:extLst>
                <a:ext uri="{FF2B5EF4-FFF2-40B4-BE49-F238E27FC236}">
                  <a16:creationId xmlns:a16="http://schemas.microsoft.com/office/drawing/2014/main" id="{60AABBAB-8FE9-3B71-413C-0AEC6DE0EB90}"/>
                </a:ext>
              </a:extLst>
            </p:cNvPr>
            <p:cNvSpPr/>
            <p:nvPr/>
          </p:nvSpPr>
          <p:spPr>
            <a:xfrm>
              <a:off x="4724774" y="274515"/>
              <a:ext cx="680520" cy="338875"/>
            </a:xfrm>
            <a:prstGeom prst="parallelogram">
              <a:avLst/>
            </a:prstGeom>
            <a:solidFill>
              <a:schemeClr val="tx1">
                <a:lumMod val="75000"/>
                <a:lumOff val="2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0" name="平行四辺形 19">
              <a:extLst>
                <a:ext uri="{FF2B5EF4-FFF2-40B4-BE49-F238E27FC236}">
                  <a16:creationId xmlns:a16="http://schemas.microsoft.com/office/drawing/2014/main" id="{EE278881-3269-F3B0-E488-49B70F7E2DB6}"/>
                </a:ext>
              </a:extLst>
            </p:cNvPr>
            <p:cNvSpPr/>
            <p:nvPr/>
          </p:nvSpPr>
          <p:spPr>
            <a:xfrm>
              <a:off x="5301481" y="274515"/>
              <a:ext cx="680520" cy="338875"/>
            </a:xfrm>
            <a:prstGeom prst="parallelogram">
              <a:avLst/>
            </a:prstGeom>
            <a:solidFill>
              <a:schemeClr val="tx1">
                <a:lumMod val="75000"/>
                <a:lumOff val="2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sp>
        <p:nvSpPr>
          <p:cNvPr id="18" name="テキスト ボックス 17">
            <a:extLst>
              <a:ext uri="{FF2B5EF4-FFF2-40B4-BE49-F238E27FC236}">
                <a16:creationId xmlns:a16="http://schemas.microsoft.com/office/drawing/2014/main" id="{29DA556E-B941-BF38-20A6-E4065E4FCBFC}"/>
              </a:ext>
            </a:extLst>
          </p:cNvPr>
          <p:cNvSpPr txBox="1"/>
          <p:nvPr/>
        </p:nvSpPr>
        <p:spPr>
          <a:xfrm>
            <a:off x="1629628" y="1957916"/>
            <a:ext cx="2170787" cy="646331"/>
          </a:xfrm>
          <a:prstGeom prst="rect">
            <a:avLst/>
          </a:prstGeom>
          <a:noFill/>
        </p:spPr>
        <p:txBody>
          <a:bodyPr wrap="none" rtlCol="0">
            <a:spAutoFit/>
          </a:bodyPr>
          <a:lstStyle/>
          <a:p>
            <a:pPr algn="ctr"/>
            <a:r>
              <a:rPr kumimoji="1" lang="en-US" altLang="ja-JP" sz="3600" b="1" dirty="0">
                <a:solidFill>
                  <a:schemeClr val="bg1">
                    <a:lumMod val="95000"/>
                  </a:schemeClr>
                </a:solidFill>
                <a:latin typeface="BIZ UDP明朝 Medium" panose="02020500000000000000" pitchFamily="18" charset="-128"/>
                <a:ea typeface="BIZ UDP明朝 Medium" panose="02020500000000000000" pitchFamily="18" charset="-128"/>
              </a:rPr>
              <a:t>ENB</a:t>
            </a:r>
            <a:r>
              <a:rPr kumimoji="1" lang="ja-JP" altLang="en-US" sz="3600" b="1" dirty="0">
                <a:solidFill>
                  <a:schemeClr val="bg1">
                    <a:lumMod val="95000"/>
                  </a:schemeClr>
                </a:solidFill>
                <a:latin typeface="BIZ UDP明朝 Medium" panose="02020500000000000000" pitchFamily="18" charset="-128"/>
                <a:ea typeface="BIZ UDP明朝 Medium" panose="02020500000000000000" pitchFamily="18" charset="-128"/>
              </a:rPr>
              <a:t>発動</a:t>
            </a:r>
          </a:p>
        </p:txBody>
      </p:sp>
      <p:grpSp>
        <p:nvGrpSpPr>
          <p:cNvPr id="3" name="グループ化 2">
            <a:extLst>
              <a:ext uri="{FF2B5EF4-FFF2-40B4-BE49-F238E27FC236}">
                <a16:creationId xmlns:a16="http://schemas.microsoft.com/office/drawing/2014/main" id="{D979EB80-6588-FED3-8EC4-20C8C392FCC3}"/>
              </a:ext>
            </a:extLst>
          </p:cNvPr>
          <p:cNvGrpSpPr/>
          <p:nvPr/>
        </p:nvGrpSpPr>
        <p:grpSpPr>
          <a:xfrm>
            <a:off x="8116417" y="4417134"/>
            <a:ext cx="2324674" cy="801291"/>
            <a:chOff x="8047249" y="4431717"/>
            <a:chExt cx="2324674" cy="801291"/>
          </a:xfrm>
        </p:grpSpPr>
        <p:sp>
          <p:nvSpPr>
            <p:cNvPr id="15" name="矢印: 五方向 14">
              <a:extLst>
                <a:ext uri="{FF2B5EF4-FFF2-40B4-BE49-F238E27FC236}">
                  <a16:creationId xmlns:a16="http://schemas.microsoft.com/office/drawing/2014/main" id="{EBB7197F-A4B4-ABFF-FB45-A86B978DFCD2}"/>
                </a:ext>
              </a:extLst>
            </p:cNvPr>
            <p:cNvSpPr/>
            <p:nvPr/>
          </p:nvSpPr>
          <p:spPr>
            <a:xfrm>
              <a:off x="8322906" y="4431717"/>
              <a:ext cx="1773360" cy="461826"/>
            </a:xfrm>
            <a:prstGeom prst="homePlate">
              <a:avLst/>
            </a:prstGeom>
            <a:solidFill>
              <a:srgbClr val="CC66FF">
                <a:alpha val="70000"/>
              </a:srgbClr>
            </a:solidFill>
            <a:ln w="25400">
              <a:gradFill>
                <a:gsLst>
                  <a:gs pos="0">
                    <a:schemeClr val="accent1">
                      <a:lumMod val="5000"/>
                      <a:lumOff val="95000"/>
                    </a:schemeClr>
                  </a:gs>
                  <a:gs pos="68000">
                    <a:srgbClr val="CC66FF">
                      <a:alpha val="0"/>
                    </a:srgbClr>
                  </a:gs>
                </a:gsLst>
                <a:lin ang="5400000" scaled="1"/>
              </a:gra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BIZ UDP明朝 Medium" panose="02020500000000000000" pitchFamily="18" charset="-128"/>
                  <a:ea typeface="BIZ UDP明朝 Medium" panose="02020500000000000000" pitchFamily="18" charset="-128"/>
                </a:rPr>
                <a:t>バトルに戻る</a:t>
              </a:r>
            </a:p>
          </p:txBody>
        </p:sp>
        <p:sp>
          <p:nvSpPr>
            <p:cNvPr id="2" name="テキスト ボックス 1">
              <a:extLst>
                <a:ext uri="{FF2B5EF4-FFF2-40B4-BE49-F238E27FC236}">
                  <a16:creationId xmlns:a16="http://schemas.microsoft.com/office/drawing/2014/main" id="{C365EB52-1BE0-F6B7-F103-1C1E5C8F0DF5}"/>
                </a:ext>
              </a:extLst>
            </p:cNvPr>
            <p:cNvSpPr txBox="1"/>
            <p:nvPr/>
          </p:nvSpPr>
          <p:spPr>
            <a:xfrm>
              <a:off x="8047249" y="4925231"/>
              <a:ext cx="2324674" cy="307777"/>
            </a:xfrm>
            <a:prstGeom prst="rect">
              <a:avLst/>
            </a:prstGeom>
            <a:noFill/>
          </p:spPr>
          <p:txBody>
            <a:bodyPr wrap="none" rtlCol="0">
              <a:spAutoFit/>
            </a:bodyPr>
            <a:lstStyle/>
            <a:p>
              <a:pPr algn="ctr"/>
              <a:r>
                <a:rPr lang="en-US" altLang="ja-JP" sz="1400" b="1" dirty="0">
                  <a:solidFill>
                    <a:schemeClr val="bg1">
                      <a:lumMod val="85000"/>
                    </a:schemeClr>
                  </a:solidFill>
                  <a:latin typeface="BIZ UDP明朝 Medium" panose="02020500000000000000" pitchFamily="18" charset="-128"/>
                  <a:ea typeface="BIZ UDP明朝 Medium" panose="02020500000000000000" pitchFamily="18" charset="-128"/>
                </a:rPr>
                <a:t>n</a:t>
              </a:r>
              <a:r>
                <a:rPr lang="ja-JP" altLang="en-US" sz="1400" b="1" dirty="0">
                  <a:solidFill>
                    <a:schemeClr val="bg1">
                      <a:lumMod val="85000"/>
                    </a:schemeClr>
                  </a:solidFill>
                  <a:latin typeface="BIZ UDP明朝 Medium" panose="02020500000000000000" pitchFamily="18" charset="-128"/>
                  <a:ea typeface="BIZ UDP明朝 Medium" panose="02020500000000000000" pitchFamily="18" charset="-128"/>
                </a:rPr>
                <a:t>秒後に自動でバトルに戻る</a:t>
              </a:r>
              <a:endParaRPr kumimoji="1" lang="ja-JP" altLang="en-US" sz="1400" b="1" dirty="0">
                <a:solidFill>
                  <a:schemeClr val="bg1">
                    <a:lumMod val="85000"/>
                  </a:schemeClr>
                </a:solidFill>
                <a:latin typeface="BIZ UDP明朝 Medium" panose="02020500000000000000" pitchFamily="18" charset="-128"/>
                <a:ea typeface="BIZ UDP明朝 Medium" panose="02020500000000000000" pitchFamily="18" charset="-128"/>
              </a:endParaRPr>
            </a:p>
          </p:txBody>
        </p:sp>
      </p:grpSp>
      <p:sp>
        <p:nvSpPr>
          <p:cNvPr id="31" name="四角形: 角を丸くする 30">
            <a:extLst>
              <a:ext uri="{FF2B5EF4-FFF2-40B4-BE49-F238E27FC236}">
                <a16:creationId xmlns:a16="http://schemas.microsoft.com/office/drawing/2014/main" id="{E1AB024B-5F3B-5F83-C717-B8A8CA6C366E}"/>
              </a:ext>
            </a:extLst>
          </p:cNvPr>
          <p:cNvSpPr/>
          <p:nvPr/>
        </p:nvSpPr>
        <p:spPr>
          <a:xfrm>
            <a:off x="703684" y="3496265"/>
            <a:ext cx="4022675" cy="830237"/>
          </a:xfrm>
          <a:prstGeom prst="roundRect">
            <a:avLst/>
          </a:prstGeom>
          <a:ln>
            <a:solidFill>
              <a:srgbClr val="CC66FF"/>
            </a:solidFill>
          </a:ln>
        </p:spPr>
        <p:style>
          <a:lnRef idx="2">
            <a:schemeClr val="dk1">
              <a:shade val="15000"/>
            </a:schemeClr>
          </a:lnRef>
          <a:fillRef idx="1">
            <a:schemeClr val="dk1"/>
          </a:fillRef>
          <a:effectRef idx="0">
            <a:schemeClr val="dk1"/>
          </a:effectRef>
          <a:fontRef idx="minor">
            <a:schemeClr val="lt1"/>
          </a:fontRef>
        </p:style>
        <p:txBody>
          <a:bodyPr rtlCol="0" anchor="ctr"/>
          <a:lstStyle/>
          <a:p>
            <a:endParaRPr kumimoji="1" lang="ja-JP" altLang="en-US" sz="2800" dirty="0">
              <a:latin typeface="BIZ UDP明朝 Medium" panose="02020500000000000000" pitchFamily="18" charset="-128"/>
              <a:ea typeface="BIZ UDP明朝 Medium" panose="02020500000000000000" pitchFamily="18" charset="-128"/>
            </a:endParaRPr>
          </a:p>
        </p:txBody>
      </p:sp>
      <p:sp>
        <p:nvSpPr>
          <p:cNvPr id="34" name="テキスト ボックス 33">
            <a:extLst>
              <a:ext uri="{FF2B5EF4-FFF2-40B4-BE49-F238E27FC236}">
                <a16:creationId xmlns:a16="http://schemas.microsoft.com/office/drawing/2014/main" id="{82CDE792-6A86-EF7E-A131-601AE3378B9E}"/>
              </a:ext>
            </a:extLst>
          </p:cNvPr>
          <p:cNvSpPr txBox="1"/>
          <p:nvPr/>
        </p:nvSpPr>
        <p:spPr>
          <a:xfrm>
            <a:off x="2672601" y="3715157"/>
            <a:ext cx="1858201" cy="332365"/>
          </a:xfrm>
          <a:prstGeom prst="rect">
            <a:avLst/>
          </a:prstGeom>
          <a:noFill/>
        </p:spPr>
        <p:txBody>
          <a:bodyPr wrap="none" rtlCol="0">
            <a:spAutoFit/>
          </a:bodyPr>
          <a:lstStyle/>
          <a:p>
            <a:r>
              <a:rPr kumimoji="1" lang="en-US" altLang="ja-JP" sz="2000" b="1" dirty="0">
                <a:solidFill>
                  <a:schemeClr val="bg1">
                    <a:lumMod val="95000"/>
                  </a:schemeClr>
                </a:solidFill>
                <a:latin typeface="BIZ UDP明朝 Medium" panose="02020500000000000000" pitchFamily="18" charset="-128"/>
                <a:ea typeface="BIZ UDP明朝 Medium" panose="02020500000000000000" pitchFamily="18" charset="-128"/>
              </a:rPr>
              <a:t>ATK10</a:t>
            </a:r>
            <a:r>
              <a:rPr kumimoji="1" lang="ja-JP" altLang="en-US" sz="2000" b="1" dirty="0">
                <a:solidFill>
                  <a:schemeClr val="bg1">
                    <a:lumMod val="95000"/>
                  </a:schemeClr>
                </a:solidFill>
                <a:latin typeface="BIZ UDP明朝 Medium" panose="02020500000000000000" pitchFamily="18" charset="-128"/>
                <a:ea typeface="BIZ UDP明朝 Medium" panose="02020500000000000000" pitchFamily="18" charset="-128"/>
              </a:rPr>
              <a:t>％上昇</a:t>
            </a:r>
          </a:p>
        </p:txBody>
      </p:sp>
      <p:sp>
        <p:nvSpPr>
          <p:cNvPr id="35" name="楕円 34">
            <a:extLst>
              <a:ext uri="{FF2B5EF4-FFF2-40B4-BE49-F238E27FC236}">
                <a16:creationId xmlns:a16="http://schemas.microsoft.com/office/drawing/2014/main" id="{B65667B0-BAD6-70E8-8906-12D603397280}"/>
              </a:ext>
            </a:extLst>
          </p:cNvPr>
          <p:cNvSpPr/>
          <p:nvPr/>
        </p:nvSpPr>
        <p:spPr>
          <a:xfrm>
            <a:off x="1093031" y="2712798"/>
            <a:ext cx="1355138" cy="1564385"/>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2400" dirty="0">
                <a:latin typeface="BIZ UDP明朝 Medium" panose="02020500000000000000" pitchFamily="18" charset="-128"/>
                <a:ea typeface="BIZ UDP明朝 Medium" panose="02020500000000000000" pitchFamily="18" charset="-128"/>
              </a:rPr>
              <a:t>キャラ</a:t>
            </a:r>
          </a:p>
        </p:txBody>
      </p:sp>
    </p:spTree>
    <p:extLst>
      <p:ext uri="{BB962C8B-B14F-4D97-AF65-F5344CB8AC3E}">
        <p14:creationId xmlns:p14="http://schemas.microsoft.com/office/powerpoint/2010/main" val="1466603845"/>
      </p:ext>
    </p:extLst>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330587-E1B7-A920-4DE8-B440287C555A}"/>
            </a:ext>
          </a:extLst>
        </p:cNvPr>
        <p:cNvGrpSpPr/>
        <p:nvPr/>
      </p:nvGrpSpPr>
      <p:grpSpPr>
        <a:xfrm>
          <a:off x="0" y="0"/>
          <a:ext cx="0" cy="0"/>
          <a:chOff x="0" y="0"/>
          <a:chExt cx="0" cy="0"/>
        </a:xfrm>
      </p:grpSpPr>
      <p:sp>
        <p:nvSpPr>
          <p:cNvPr id="13" name="四角形: 角を丸くする 12">
            <a:extLst>
              <a:ext uri="{FF2B5EF4-FFF2-40B4-BE49-F238E27FC236}">
                <a16:creationId xmlns:a16="http://schemas.microsoft.com/office/drawing/2014/main" id="{11230ED5-C5C1-A7EF-761A-323BBAC886DF}"/>
              </a:ext>
            </a:extLst>
          </p:cNvPr>
          <p:cNvSpPr/>
          <p:nvPr/>
        </p:nvSpPr>
        <p:spPr>
          <a:xfrm>
            <a:off x="4481511" y="2933700"/>
            <a:ext cx="3228975" cy="2133600"/>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5" name="直線コネクタ 4">
            <a:extLst>
              <a:ext uri="{FF2B5EF4-FFF2-40B4-BE49-F238E27FC236}">
                <a16:creationId xmlns:a16="http://schemas.microsoft.com/office/drawing/2014/main" id="{D3A07706-5991-7B55-8026-EFDB4DA21E6D}"/>
              </a:ext>
            </a:extLst>
          </p:cNvPr>
          <p:cNvCxnSpPr>
            <a:cxnSpLocks/>
          </p:cNvCxnSpPr>
          <p:nvPr/>
        </p:nvCxnSpPr>
        <p:spPr>
          <a:xfrm>
            <a:off x="6096000" y="0"/>
            <a:ext cx="0" cy="6858000"/>
          </a:xfrm>
          <a:prstGeom prst="line">
            <a:avLst/>
          </a:prstGeom>
          <a:ln w="50800">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6" name="テキスト ボックス 5">
            <a:extLst>
              <a:ext uri="{FF2B5EF4-FFF2-40B4-BE49-F238E27FC236}">
                <a16:creationId xmlns:a16="http://schemas.microsoft.com/office/drawing/2014/main" id="{F3409473-13FE-8AE6-22B5-850126719FA1}"/>
              </a:ext>
            </a:extLst>
          </p:cNvPr>
          <p:cNvSpPr txBox="1"/>
          <p:nvPr/>
        </p:nvSpPr>
        <p:spPr>
          <a:xfrm>
            <a:off x="2701480" y="326712"/>
            <a:ext cx="6789038" cy="1200329"/>
          </a:xfrm>
          <a:prstGeom prst="rect">
            <a:avLst/>
          </a:prstGeom>
          <a:noFill/>
        </p:spPr>
        <p:txBody>
          <a:bodyPr wrap="none" rtlCol="0">
            <a:spAutoFit/>
          </a:bodyPr>
          <a:lstStyle/>
          <a:p>
            <a:pPr algn="ctr"/>
            <a:r>
              <a:rPr kumimoji="1" lang="ja-JP" altLang="en-US" sz="7200" dirty="0">
                <a:solidFill>
                  <a:schemeClr val="bg1">
                    <a:lumMod val="95000"/>
                  </a:schemeClr>
                </a:solidFill>
                <a:highlight>
                  <a:srgbClr val="000000"/>
                </a:highlight>
                <a:latin typeface="叛逆明朝" panose="02000503000000000000" pitchFamily="2" charset="-128"/>
                <a:ea typeface="叛逆明朝" panose="02000503000000000000" pitchFamily="2" charset="-128"/>
                <a:cs typeface="叛逆明朝" panose="02000503000000000000" pitchFamily="2" charset="-128"/>
              </a:rPr>
              <a:t>ゲートシステム：ルート選択</a:t>
            </a:r>
          </a:p>
        </p:txBody>
      </p:sp>
      <p:sp>
        <p:nvSpPr>
          <p:cNvPr id="2" name="テキスト ボックス 1">
            <a:extLst>
              <a:ext uri="{FF2B5EF4-FFF2-40B4-BE49-F238E27FC236}">
                <a16:creationId xmlns:a16="http://schemas.microsoft.com/office/drawing/2014/main" id="{242B0BA0-CB91-EF17-C573-359640E10C61}"/>
              </a:ext>
            </a:extLst>
          </p:cNvPr>
          <p:cNvSpPr txBox="1"/>
          <p:nvPr/>
        </p:nvSpPr>
        <p:spPr>
          <a:xfrm>
            <a:off x="4877088" y="3051602"/>
            <a:ext cx="864339" cy="830997"/>
          </a:xfrm>
          <a:prstGeom prst="rect">
            <a:avLst/>
          </a:prstGeom>
          <a:noFill/>
        </p:spPr>
        <p:txBody>
          <a:bodyPr wrap="none" rtlCol="0">
            <a:spAutoFit/>
          </a:bodyPr>
          <a:lstStyle/>
          <a:p>
            <a:pPr algn="ctr"/>
            <a:r>
              <a:rPr kumimoji="1" lang="ja-JP" altLang="en-US" sz="4800" dirty="0">
                <a:solidFill>
                  <a:schemeClr val="bg1">
                    <a:lumMod val="95000"/>
                  </a:schemeClr>
                </a:solidFill>
                <a:latin typeface="叛逆明朝" panose="02000503000000000000" pitchFamily="2" charset="-128"/>
                <a:ea typeface="叛逆明朝" panose="02000503000000000000" pitchFamily="2" charset="-128"/>
                <a:cs typeface="叛逆明朝" panose="02000503000000000000" pitchFamily="2" charset="-128"/>
              </a:rPr>
              <a:t>ああ</a:t>
            </a:r>
          </a:p>
        </p:txBody>
      </p:sp>
      <p:cxnSp>
        <p:nvCxnSpPr>
          <p:cNvPr id="11" name="直線コネクタ 10">
            <a:extLst>
              <a:ext uri="{FF2B5EF4-FFF2-40B4-BE49-F238E27FC236}">
                <a16:creationId xmlns:a16="http://schemas.microsoft.com/office/drawing/2014/main" id="{C78AE764-334D-0331-0A97-8BB4433F2443}"/>
              </a:ext>
            </a:extLst>
          </p:cNvPr>
          <p:cNvCxnSpPr>
            <a:cxnSpLocks/>
          </p:cNvCxnSpPr>
          <p:nvPr/>
        </p:nvCxnSpPr>
        <p:spPr>
          <a:xfrm>
            <a:off x="0" y="4000500"/>
            <a:ext cx="12192000" cy="0"/>
          </a:xfrm>
          <a:prstGeom prst="line">
            <a:avLst/>
          </a:prstGeom>
          <a:ln w="50800">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791961902"/>
      </p:ext>
    </p:extLst>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55909D-BBAC-1FF9-FE3B-3202838B5F29}"/>
            </a:ext>
          </a:extLst>
        </p:cNvPr>
        <p:cNvGrpSpPr/>
        <p:nvPr/>
      </p:nvGrpSpPr>
      <p:grpSpPr>
        <a:xfrm>
          <a:off x="0" y="0"/>
          <a:ext cx="0" cy="0"/>
          <a:chOff x="0" y="0"/>
          <a:chExt cx="0" cy="0"/>
        </a:xfrm>
      </p:grpSpPr>
      <p:sp>
        <p:nvSpPr>
          <p:cNvPr id="81" name="楕円 80">
            <a:extLst>
              <a:ext uri="{FF2B5EF4-FFF2-40B4-BE49-F238E27FC236}">
                <a16:creationId xmlns:a16="http://schemas.microsoft.com/office/drawing/2014/main" id="{92D9147D-4494-6F61-0BE4-BD05CF15BCF3}"/>
              </a:ext>
            </a:extLst>
          </p:cNvPr>
          <p:cNvSpPr/>
          <p:nvPr/>
        </p:nvSpPr>
        <p:spPr>
          <a:xfrm>
            <a:off x="7369222" y="-419879"/>
            <a:ext cx="7168554" cy="7679094"/>
          </a:xfrm>
          <a:prstGeom prst="ellipse">
            <a:avLst/>
          </a:prstGeom>
          <a:solidFill>
            <a:schemeClr val="accent1">
              <a:lumMod val="75000"/>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0" name="楕円 79">
            <a:extLst>
              <a:ext uri="{FF2B5EF4-FFF2-40B4-BE49-F238E27FC236}">
                <a16:creationId xmlns:a16="http://schemas.microsoft.com/office/drawing/2014/main" id="{DE9784D9-B656-4771-C151-C349FEB9763D}"/>
              </a:ext>
            </a:extLst>
          </p:cNvPr>
          <p:cNvSpPr/>
          <p:nvPr/>
        </p:nvSpPr>
        <p:spPr>
          <a:xfrm>
            <a:off x="-2195336" y="-748783"/>
            <a:ext cx="8978692" cy="8369559"/>
          </a:xfrm>
          <a:prstGeom prst="ellipse">
            <a:avLst/>
          </a:prstGeom>
          <a:solidFill>
            <a:srgbClr val="CC66FF">
              <a:alpha val="6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nvGrpSpPr>
          <p:cNvPr id="112" name="グループ化 111">
            <a:extLst>
              <a:ext uri="{FF2B5EF4-FFF2-40B4-BE49-F238E27FC236}">
                <a16:creationId xmlns:a16="http://schemas.microsoft.com/office/drawing/2014/main" id="{9F778346-947A-F5D6-971B-FCE5160F6022}"/>
              </a:ext>
            </a:extLst>
          </p:cNvPr>
          <p:cNvGrpSpPr/>
          <p:nvPr/>
        </p:nvGrpSpPr>
        <p:grpSpPr>
          <a:xfrm>
            <a:off x="658742" y="891074"/>
            <a:ext cx="3344092" cy="5075851"/>
            <a:chOff x="658741" y="891074"/>
            <a:chExt cx="3763973" cy="5075851"/>
          </a:xfrm>
        </p:grpSpPr>
        <p:sp>
          <p:nvSpPr>
            <p:cNvPr id="2" name="四角形: 角を丸くする 1">
              <a:extLst>
                <a:ext uri="{FF2B5EF4-FFF2-40B4-BE49-F238E27FC236}">
                  <a16:creationId xmlns:a16="http://schemas.microsoft.com/office/drawing/2014/main" id="{245150D2-BFDC-8E86-D7E3-C683FEF58976}"/>
                </a:ext>
              </a:extLst>
            </p:cNvPr>
            <p:cNvSpPr/>
            <p:nvPr/>
          </p:nvSpPr>
          <p:spPr>
            <a:xfrm>
              <a:off x="658741" y="891074"/>
              <a:ext cx="3092165"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3" name="四角形: 角を丸くする 2">
              <a:extLst>
                <a:ext uri="{FF2B5EF4-FFF2-40B4-BE49-F238E27FC236}">
                  <a16:creationId xmlns:a16="http://schemas.microsoft.com/office/drawing/2014/main" id="{59334224-3F42-0EAF-B694-290D0378D2CE}"/>
                </a:ext>
              </a:extLst>
            </p:cNvPr>
            <p:cNvSpPr/>
            <p:nvPr/>
          </p:nvSpPr>
          <p:spPr>
            <a:xfrm>
              <a:off x="658741" y="1626637"/>
              <a:ext cx="3092165"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6" name="四角形: 角を丸くする 5">
              <a:extLst>
                <a:ext uri="{FF2B5EF4-FFF2-40B4-BE49-F238E27FC236}">
                  <a16:creationId xmlns:a16="http://schemas.microsoft.com/office/drawing/2014/main" id="{21A437A7-CA9B-FFF0-BB93-C01D3096CD14}"/>
                </a:ext>
              </a:extLst>
            </p:cNvPr>
            <p:cNvSpPr/>
            <p:nvPr/>
          </p:nvSpPr>
          <p:spPr>
            <a:xfrm>
              <a:off x="658741" y="2362200"/>
              <a:ext cx="3092165"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8" name="四角形: 角を丸くする 7">
              <a:extLst>
                <a:ext uri="{FF2B5EF4-FFF2-40B4-BE49-F238E27FC236}">
                  <a16:creationId xmlns:a16="http://schemas.microsoft.com/office/drawing/2014/main" id="{6781D4BA-E438-5FB3-D93F-C1223B2B8D5B}"/>
                </a:ext>
              </a:extLst>
            </p:cNvPr>
            <p:cNvSpPr/>
            <p:nvPr/>
          </p:nvSpPr>
          <p:spPr>
            <a:xfrm>
              <a:off x="658741" y="3833326"/>
              <a:ext cx="3092165"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9" name="四角形: 角を丸くする 8">
              <a:extLst>
                <a:ext uri="{FF2B5EF4-FFF2-40B4-BE49-F238E27FC236}">
                  <a16:creationId xmlns:a16="http://schemas.microsoft.com/office/drawing/2014/main" id="{ACC30956-84D9-C548-F395-F7FCE6F3DDC5}"/>
                </a:ext>
              </a:extLst>
            </p:cNvPr>
            <p:cNvSpPr/>
            <p:nvPr/>
          </p:nvSpPr>
          <p:spPr>
            <a:xfrm>
              <a:off x="658741" y="4568889"/>
              <a:ext cx="3092165"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10" name="四角形: 角を丸くする 9">
              <a:extLst>
                <a:ext uri="{FF2B5EF4-FFF2-40B4-BE49-F238E27FC236}">
                  <a16:creationId xmlns:a16="http://schemas.microsoft.com/office/drawing/2014/main" id="{967B4591-C589-E688-3554-48EC0963B2E3}"/>
                </a:ext>
              </a:extLst>
            </p:cNvPr>
            <p:cNvSpPr/>
            <p:nvPr/>
          </p:nvSpPr>
          <p:spPr>
            <a:xfrm>
              <a:off x="658741" y="5304452"/>
              <a:ext cx="3092165"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35" name="グループ化 34">
              <a:extLst>
                <a:ext uri="{FF2B5EF4-FFF2-40B4-BE49-F238E27FC236}">
                  <a16:creationId xmlns:a16="http://schemas.microsoft.com/office/drawing/2014/main" id="{7D00494F-B903-DBBE-6DDC-90F924CAF34F}"/>
                </a:ext>
              </a:extLst>
            </p:cNvPr>
            <p:cNvGrpSpPr/>
            <p:nvPr/>
          </p:nvGrpSpPr>
          <p:grpSpPr>
            <a:xfrm>
              <a:off x="858105" y="942392"/>
              <a:ext cx="2612882" cy="559836"/>
              <a:chOff x="858105" y="942392"/>
              <a:chExt cx="2612882" cy="559836"/>
            </a:xfrm>
          </p:grpSpPr>
          <p:sp>
            <p:nvSpPr>
              <p:cNvPr id="12" name="楕円 11">
                <a:extLst>
                  <a:ext uri="{FF2B5EF4-FFF2-40B4-BE49-F238E27FC236}">
                    <a16:creationId xmlns:a16="http://schemas.microsoft.com/office/drawing/2014/main" id="{459FBD4F-A30C-AB36-CA2B-3E1DDF9CA022}"/>
                  </a:ext>
                </a:extLst>
              </p:cNvPr>
              <p:cNvSpPr/>
              <p:nvPr/>
            </p:nvSpPr>
            <p:spPr>
              <a:xfrm>
                <a:off x="1838130" y="9423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13" name="楕円 12">
                <a:extLst>
                  <a:ext uri="{FF2B5EF4-FFF2-40B4-BE49-F238E27FC236}">
                    <a16:creationId xmlns:a16="http://schemas.microsoft.com/office/drawing/2014/main" id="{62DCAC27-CA5E-8820-B1B4-210919960FB7}"/>
                  </a:ext>
                </a:extLst>
              </p:cNvPr>
              <p:cNvSpPr/>
              <p:nvPr/>
            </p:nvSpPr>
            <p:spPr>
              <a:xfrm>
                <a:off x="858105" y="9423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16" name="グループ化 15">
              <a:extLst>
                <a:ext uri="{FF2B5EF4-FFF2-40B4-BE49-F238E27FC236}">
                  <a16:creationId xmlns:a16="http://schemas.microsoft.com/office/drawing/2014/main" id="{6016E3DE-BBE8-7419-5156-05FE8DD0AE2C}"/>
                </a:ext>
              </a:extLst>
            </p:cNvPr>
            <p:cNvGrpSpPr/>
            <p:nvPr/>
          </p:nvGrpSpPr>
          <p:grpSpPr>
            <a:xfrm>
              <a:off x="858105" y="1677955"/>
              <a:ext cx="2612882" cy="559836"/>
              <a:chOff x="858105" y="1673292"/>
              <a:chExt cx="2612882" cy="559836"/>
            </a:xfrm>
          </p:grpSpPr>
          <p:sp>
            <p:nvSpPr>
              <p:cNvPr id="14" name="楕円 13">
                <a:extLst>
                  <a:ext uri="{FF2B5EF4-FFF2-40B4-BE49-F238E27FC236}">
                    <a16:creationId xmlns:a16="http://schemas.microsoft.com/office/drawing/2014/main" id="{89D5AACD-0754-1101-8F03-15E0A3115CB7}"/>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15" name="楕円 14">
                <a:extLst>
                  <a:ext uri="{FF2B5EF4-FFF2-40B4-BE49-F238E27FC236}">
                    <a16:creationId xmlns:a16="http://schemas.microsoft.com/office/drawing/2014/main" id="{D281EE6A-2031-0F55-0EA2-65E7CBA978DC}"/>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17" name="グループ化 16">
              <a:extLst>
                <a:ext uri="{FF2B5EF4-FFF2-40B4-BE49-F238E27FC236}">
                  <a16:creationId xmlns:a16="http://schemas.microsoft.com/office/drawing/2014/main" id="{D12AA6B1-E51D-014E-F940-B5B3DA80A9C4}"/>
                </a:ext>
              </a:extLst>
            </p:cNvPr>
            <p:cNvGrpSpPr/>
            <p:nvPr/>
          </p:nvGrpSpPr>
          <p:grpSpPr>
            <a:xfrm>
              <a:off x="858105" y="5355770"/>
              <a:ext cx="2612882" cy="559836"/>
              <a:chOff x="858105" y="1673292"/>
              <a:chExt cx="2612882" cy="559836"/>
            </a:xfrm>
          </p:grpSpPr>
          <p:sp>
            <p:nvSpPr>
              <p:cNvPr id="18" name="楕円 17">
                <a:extLst>
                  <a:ext uri="{FF2B5EF4-FFF2-40B4-BE49-F238E27FC236}">
                    <a16:creationId xmlns:a16="http://schemas.microsoft.com/office/drawing/2014/main" id="{AD4AF791-9107-7996-2844-624D95D9EB0F}"/>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19" name="楕円 18">
                <a:extLst>
                  <a:ext uri="{FF2B5EF4-FFF2-40B4-BE49-F238E27FC236}">
                    <a16:creationId xmlns:a16="http://schemas.microsoft.com/office/drawing/2014/main" id="{79108A92-41D3-2BEB-C64D-3F2A8F42EEF2}"/>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20" name="グループ化 19">
              <a:extLst>
                <a:ext uri="{FF2B5EF4-FFF2-40B4-BE49-F238E27FC236}">
                  <a16:creationId xmlns:a16="http://schemas.microsoft.com/office/drawing/2014/main" id="{2462023C-E6E4-C8FD-BB76-295F4730DF5F}"/>
                </a:ext>
              </a:extLst>
            </p:cNvPr>
            <p:cNvGrpSpPr/>
            <p:nvPr/>
          </p:nvGrpSpPr>
          <p:grpSpPr>
            <a:xfrm>
              <a:off x="858105" y="4620207"/>
              <a:ext cx="2612882" cy="559836"/>
              <a:chOff x="858105" y="1673292"/>
              <a:chExt cx="2612882" cy="559836"/>
            </a:xfrm>
          </p:grpSpPr>
          <p:sp>
            <p:nvSpPr>
              <p:cNvPr id="21" name="楕円 20">
                <a:extLst>
                  <a:ext uri="{FF2B5EF4-FFF2-40B4-BE49-F238E27FC236}">
                    <a16:creationId xmlns:a16="http://schemas.microsoft.com/office/drawing/2014/main" id="{46A13370-19E9-AD13-9369-C7CD840CB48F}"/>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22" name="楕円 21">
                <a:extLst>
                  <a:ext uri="{FF2B5EF4-FFF2-40B4-BE49-F238E27FC236}">
                    <a16:creationId xmlns:a16="http://schemas.microsoft.com/office/drawing/2014/main" id="{E72EE068-EAE9-19D5-D774-227421EDA6D7}"/>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26" name="グループ化 25">
              <a:extLst>
                <a:ext uri="{FF2B5EF4-FFF2-40B4-BE49-F238E27FC236}">
                  <a16:creationId xmlns:a16="http://schemas.microsoft.com/office/drawing/2014/main" id="{4A13C0CF-F80C-2976-5C7E-6DCBB70459A9}"/>
                </a:ext>
              </a:extLst>
            </p:cNvPr>
            <p:cNvGrpSpPr/>
            <p:nvPr/>
          </p:nvGrpSpPr>
          <p:grpSpPr>
            <a:xfrm>
              <a:off x="858105" y="3884644"/>
              <a:ext cx="2612882" cy="559836"/>
              <a:chOff x="858105" y="1673292"/>
              <a:chExt cx="2612882" cy="559836"/>
            </a:xfrm>
          </p:grpSpPr>
          <p:sp>
            <p:nvSpPr>
              <p:cNvPr id="27" name="楕円 26">
                <a:extLst>
                  <a:ext uri="{FF2B5EF4-FFF2-40B4-BE49-F238E27FC236}">
                    <a16:creationId xmlns:a16="http://schemas.microsoft.com/office/drawing/2014/main" id="{49E30C5B-16FC-1991-CA7E-3E001BCAE474}"/>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28" name="楕円 27">
                <a:extLst>
                  <a:ext uri="{FF2B5EF4-FFF2-40B4-BE49-F238E27FC236}">
                    <a16:creationId xmlns:a16="http://schemas.microsoft.com/office/drawing/2014/main" id="{E4857552-964C-6868-B3B5-D6856689BAC4}"/>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32" name="グループ化 31">
              <a:extLst>
                <a:ext uri="{FF2B5EF4-FFF2-40B4-BE49-F238E27FC236}">
                  <a16:creationId xmlns:a16="http://schemas.microsoft.com/office/drawing/2014/main" id="{3DBD1357-EFFE-7B1A-9360-381054748AC8}"/>
                </a:ext>
              </a:extLst>
            </p:cNvPr>
            <p:cNvGrpSpPr/>
            <p:nvPr/>
          </p:nvGrpSpPr>
          <p:grpSpPr>
            <a:xfrm>
              <a:off x="858105" y="2413518"/>
              <a:ext cx="2612882" cy="559836"/>
              <a:chOff x="858105" y="1673292"/>
              <a:chExt cx="2612882" cy="559836"/>
            </a:xfrm>
          </p:grpSpPr>
          <p:sp>
            <p:nvSpPr>
              <p:cNvPr id="33" name="楕円 32">
                <a:extLst>
                  <a:ext uri="{FF2B5EF4-FFF2-40B4-BE49-F238E27FC236}">
                    <a16:creationId xmlns:a16="http://schemas.microsoft.com/office/drawing/2014/main" id="{737B02A2-1BC4-3151-3102-D1B71BF43E99}"/>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34" name="楕円 33">
                <a:extLst>
                  <a:ext uri="{FF2B5EF4-FFF2-40B4-BE49-F238E27FC236}">
                    <a16:creationId xmlns:a16="http://schemas.microsoft.com/office/drawing/2014/main" id="{E4816D00-71A5-EBA2-7EF5-BE288DA822FD}"/>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sp>
          <p:nvSpPr>
            <p:cNvPr id="36" name="四角形: 角を丸くする 35">
              <a:extLst>
                <a:ext uri="{FF2B5EF4-FFF2-40B4-BE49-F238E27FC236}">
                  <a16:creationId xmlns:a16="http://schemas.microsoft.com/office/drawing/2014/main" id="{F9D6FD51-7ED0-5152-5D27-044486443502}"/>
                </a:ext>
              </a:extLst>
            </p:cNvPr>
            <p:cNvSpPr/>
            <p:nvPr/>
          </p:nvSpPr>
          <p:spPr>
            <a:xfrm>
              <a:off x="3064077" y="914399"/>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7" name="四角形: 角を丸くする 36">
              <a:extLst>
                <a:ext uri="{FF2B5EF4-FFF2-40B4-BE49-F238E27FC236}">
                  <a16:creationId xmlns:a16="http://schemas.microsoft.com/office/drawing/2014/main" id="{BEDE4586-AF3D-0362-5063-36B9C9305747}"/>
                </a:ext>
              </a:extLst>
            </p:cNvPr>
            <p:cNvSpPr/>
            <p:nvPr/>
          </p:nvSpPr>
          <p:spPr>
            <a:xfrm>
              <a:off x="3064077" y="5324668"/>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8" name="四角形: 角を丸くする 37">
              <a:extLst>
                <a:ext uri="{FF2B5EF4-FFF2-40B4-BE49-F238E27FC236}">
                  <a16:creationId xmlns:a16="http://schemas.microsoft.com/office/drawing/2014/main" id="{FC3114DF-4927-8687-E969-DB3036A57700}"/>
                </a:ext>
              </a:extLst>
            </p:cNvPr>
            <p:cNvSpPr/>
            <p:nvPr/>
          </p:nvSpPr>
          <p:spPr>
            <a:xfrm>
              <a:off x="3064077" y="4589624"/>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9" name="四角形: 角を丸くする 38">
              <a:extLst>
                <a:ext uri="{FF2B5EF4-FFF2-40B4-BE49-F238E27FC236}">
                  <a16:creationId xmlns:a16="http://schemas.microsoft.com/office/drawing/2014/main" id="{7B9BE884-A5CE-C8DA-00FF-4D0F826C8734}"/>
                </a:ext>
              </a:extLst>
            </p:cNvPr>
            <p:cNvSpPr/>
            <p:nvPr/>
          </p:nvSpPr>
          <p:spPr>
            <a:xfrm>
              <a:off x="3064077" y="3854579"/>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89" name="グループ化 88">
              <a:extLst>
                <a:ext uri="{FF2B5EF4-FFF2-40B4-BE49-F238E27FC236}">
                  <a16:creationId xmlns:a16="http://schemas.microsoft.com/office/drawing/2014/main" id="{4A67FABC-C589-7EF9-4B1A-7267BB00CB90}"/>
                </a:ext>
              </a:extLst>
            </p:cNvPr>
            <p:cNvGrpSpPr/>
            <p:nvPr/>
          </p:nvGrpSpPr>
          <p:grpSpPr>
            <a:xfrm>
              <a:off x="1330549" y="3097763"/>
              <a:ext cx="3092165" cy="662473"/>
              <a:chOff x="658741" y="3097763"/>
              <a:chExt cx="3092165" cy="662473"/>
            </a:xfrm>
          </p:grpSpPr>
          <p:sp>
            <p:nvSpPr>
              <p:cNvPr id="7" name="四角形: 角を丸くする 6">
                <a:extLst>
                  <a:ext uri="{FF2B5EF4-FFF2-40B4-BE49-F238E27FC236}">
                    <a16:creationId xmlns:a16="http://schemas.microsoft.com/office/drawing/2014/main" id="{02A850A9-8088-B710-C002-314CD9C0182B}"/>
                  </a:ext>
                </a:extLst>
              </p:cNvPr>
              <p:cNvSpPr/>
              <p:nvPr/>
            </p:nvSpPr>
            <p:spPr>
              <a:xfrm>
                <a:off x="658741" y="3097763"/>
                <a:ext cx="3092165"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grpSp>
            <p:nvGrpSpPr>
              <p:cNvPr id="29" name="グループ化 28">
                <a:extLst>
                  <a:ext uri="{FF2B5EF4-FFF2-40B4-BE49-F238E27FC236}">
                    <a16:creationId xmlns:a16="http://schemas.microsoft.com/office/drawing/2014/main" id="{DBA1A7D9-1833-6889-1B40-45DF0C83AC90}"/>
                  </a:ext>
                </a:extLst>
              </p:cNvPr>
              <p:cNvGrpSpPr/>
              <p:nvPr/>
            </p:nvGrpSpPr>
            <p:grpSpPr>
              <a:xfrm>
                <a:off x="858105" y="3149081"/>
                <a:ext cx="2612882" cy="559836"/>
                <a:chOff x="858105" y="1673292"/>
                <a:chExt cx="2612882" cy="559836"/>
              </a:xfrm>
            </p:grpSpPr>
            <p:sp>
              <p:nvSpPr>
                <p:cNvPr id="30" name="楕円 29">
                  <a:extLst>
                    <a:ext uri="{FF2B5EF4-FFF2-40B4-BE49-F238E27FC236}">
                      <a16:creationId xmlns:a16="http://schemas.microsoft.com/office/drawing/2014/main" id="{B4D98CD0-FCC8-059A-44E4-8288C73A748E}"/>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31" name="楕円 30">
                  <a:extLst>
                    <a:ext uri="{FF2B5EF4-FFF2-40B4-BE49-F238E27FC236}">
                      <a16:creationId xmlns:a16="http://schemas.microsoft.com/office/drawing/2014/main" id="{244CCA27-F900-1C29-C22B-C07BCC4062DB}"/>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sp>
            <p:nvSpPr>
              <p:cNvPr id="40" name="四角形: 角を丸くする 39">
                <a:extLst>
                  <a:ext uri="{FF2B5EF4-FFF2-40B4-BE49-F238E27FC236}">
                    <a16:creationId xmlns:a16="http://schemas.microsoft.com/office/drawing/2014/main" id="{0D6145B4-E1AA-4828-53B2-83BE02BF37C4}"/>
                  </a:ext>
                </a:extLst>
              </p:cNvPr>
              <p:cNvSpPr/>
              <p:nvPr/>
            </p:nvSpPr>
            <p:spPr>
              <a:xfrm>
                <a:off x="3064077" y="3119534"/>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sp>
          <p:nvSpPr>
            <p:cNvPr id="41" name="四角形: 角を丸くする 40">
              <a:extLst>
                <a:ext uri="{FF2B5EF4-FFF2-40B4-BE49-F238E27FC236}">
                  <a16:creationId xmlns:a16="http://schemas.microsoft.com/office/drawing/2014/main" id="{40948624-5D43-829E-4BB2-8076EE6D3B08}"/>
                </a:ext>
              </a:extLst>
            </p:cNvPr>
            <p:cNvSpPr/>
            <p:nvPr/>
          </p:nvSpPr>
          <p:spPr>
            <a:xfrm>
              <a:off x="3064077" y="2384489"/>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42" name="四角形: 角を丸くする 41">
              <a:extLst>
                <a:ext uri="{FF2B5EF4-FFF2-40B4-BE49-F238E27FC236}">
                  <a16:creationId xmlns:a16="http://schemas.microsoft.com/office/drawing/2014/main" id="{E25B4F36-7D41-38ED-1C93-B8B51DA2B8EB}"/>
                </a:ext>
              </a:extLst>
            </p:cNvPr>
            <p:cNvSpPr/>
            <p:nvPr/>
          </p:nvSpPr>
          <p:spPr>
            <a:xfrm>
              <a:off x="3064077" y="1649444"/>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sp>
        <p:nvSpPr>
          <p:cNvPr id="44" name="四角形: 角を丸くする 43">
            <a:extLst>
              <a:ext uri="{FF2B5EF4-FFF2-40B4-BE49-F238E27FC236}">
                <a16:creationId xmlns:a16="http://schemas.microsoft.com/office/drawing/2014/main" id="{864E2CFC-1E8F-8A37-999D-6E7BA665C26F}"/>
              </a:ext>
            </a:extLst>
          </p:cNvPr>
          <p:cNvSpPr/>
          <p:nvPr/>
        </p:nvSpPr>
        <p:spPr>
          <a:xfrm flipV="1">
            <a:off x="8838120" y="5295121"/>
            <a:ext cx="2704472"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8" name="四角形: 角を丸くする 47">
            <a:extLst>
              <a:ext uri="{FF2B5EF4-FFF2-40B4-BE49-F238E27FC236}">
                <a16:creationId xmlns:a16="http://schemas.microsoft.com/office/drawing/2014/main" id="{83243948-B4BB-730F-BE97-A4B87EE83607}"/>
              </a:ext>
            </a:extLst>
          </p:cNvPr>
          <p:cNvSpPr/>
          <p:nvPr/>
        </p:nvSpPr>
        <p:spPr>
          <a:xfrm flipV="1">
            <a:off x="8838120" y="2352869"/>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9" name="四角形: 角を丸くする 48">
            <a:extLst>
              <a:ext uri="{FF2B5EF4-FFF2-40B4-BE49-F238E27FC236}">
                <a16:creationId xmlns:a16="http://schemas.microsoft.com/office/drawing/2014/main" id="{F6CF3013-389E-C797-C02B-1E528183B115}"/>
              </a:ext>
            </a:extLst>
          </p:cNvPr>
          <p:cNvSpPr/>
          <p:nvPr/>
        </p:nvSpPr>
        <p:spPr>
          <a:xfrm flipV="1">
            <a:off x="8838120" y="1617306"/>
            <a:ext cx="2704472"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50" name="四角形: 角を丸くする 49">
            <a:extLst>
              <a:ext uri="{FF2B5EF4-FFF2-40B4-BE49-F238E27FC236}">
                <a16:creationId xmlns:a16="http://schemas.microsoft.com/office/drawing/2014/main" id="{C5114EC0-613B-CE40-24F4-9FE4779EAF4E}"/>
              </a:ext>
            </a:extLst>
          </p:cNvPr>
          <p:cNvSpPr/>
          <p:nvPr/>
        </p:nvSpPr>
        <p:spPr>
          <a:xfrm flipV="1">
            <a:off x="8838120" y="881743"/>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grpSp>
        <p:nvGrpSpPr>
          <p:cNvPr id="51" name="グループ化 50">
            <a:extLst>
              <a:ext uri="{FF2B5EF4-FFF2-40B4-BE49-F238E27FC236}">
                <a16:creationId xmlns:a16="http://schemas.microsoft.com/office/drawing/2014/main" id="{8F32639B-8E07-5F58-9EA4-E2BD7A828CEC}"/>
              </a:ext>
            </a:extLst>
          </p:cNvPr>
          <p:cNvGrpSpPr/>
          <p:nvPr/>
        </p:nvGrpSpPr>
        <p:grpSpPr>
          <a:xfrm>
            <a:off x="9012488" y="933061"/>
            <a:ext cx="2285281" cy="559836"/>
            <a:chOff x="858105" y="942392"/>
            <a:chExt cx="2612882" cy="559836"/>
          </a:xfrm>
        </p:grpSpPr>
        <p:sp>
          <p:nvSpPr>
            <p:cNvPr id="52" name="楕円 51">
              <a:extLst>
                <a:ext uri="{FF2B5EF4-FFF2-40B4-BE49-F238E27FC236}">
                  <a16:creationId xmlns:a16="http://schemas.microsoft.com/office/drawing/2014/main" id="{2FB82899-D008-1BA9-1635-3AB03E92D033}"/>
                </a:ext>
              </a:extLst>
            </p:cNvPr>
            <p:cNvSpPr/>
            <p:nvPr/>
          </p:nvSpPr>
          <p:spPr>
            <a:xfrm>
              <a:off x="1838130" y="9423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53" name="楕円 52">
              <a:extLst>
                <a:ext uri="{FF2B5EF4-FFF2-40B4-BE49-F238E27FC236}">
                  <a16:creationId xmlns:a16="http://schemas.microsoft.com/office/drawing/2014/main" id="{F5FAE1C4-1480-3EB2-9E43-11374920D05B}"/>
                </a:ext>
              </a:extLst>
            </p:cNvPr>
            <p:cNvSpPr/>
            <p:nvPr/>
          </p:nvSpPr>
          <p:spPr>
            <a:xfrm>
              <a:off x="858105" y="9423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54" name="グループ化 53">
            <a:extLst>
              <a:ext uri="{FF2B5EF4-FFF2-40B4-BE49-F238E27FC236}">
                <a16:creationId xmlns:a16="http://schemas.microsoft.com/office/drawing/2014/main" id="{3E07DCDE-5123-01EE-5E41-5202138284AD}"/>
              </a:ext>
            </a:extLst>
          </p:cNvPr>
          <p:cNvGrpSpPr/>
          <p:nvPr/>
        </p:nvGrpSpPr>
        <p:grpSpPr>
          <a:xfrm>
            <a:off x="9012488" y="1668624"/>
            <a:ext cx="2285281" cy="559836"/>
            <a:chOff x="858105" y="1673292"/>
            <a:chExt cx="2612882" cy="559836"/>
          </a:xfrm>
        </p:grpSpPr>
        <p:sp>
          <p:nvSpPr>
            <p:cNvPr id="55" name="楕円 54">
              <a:extLst>
                <a:ext uri="{FF2B5EF4-FFF2-40B4-BE49-F238E27FC236}">
                  <a16:creationId xmlns:a16="http://schemas.microsoft.com/office/drawing/2014/main" id="{782DAA5A-B2CD-9B87-8AA4-787F83E111AD}"/>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56" name="楕円 55">
              <a:extLst>
                <a:ext uri="{FF2B5EF4-FFF2-40B4-BE49-F238E27FC236}">
                  <a16:creationId xmlns:a16="http://schemas.microsoft.com/office/drawing/2014/main" id="{D83E7467-1D5E-E1C4-B29D-B8EE377B40E3}"/>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57" name="グループ化 56">
            <a:extLst>
              <a:ext uri="{FF2B5EF4-FFF2-40B4-BE49-F238E27FC236}">
                <a16:creationId xmlns:a16="http://schemas.microsoft.com/office/drawing/2014/main" id="{9F29CA9F-3354-5C46-6D93-8A7C1A0C607A}"/>
              </a:ext>
            </a:extLst>
          </p:cNvPr>
          <p:cNvGrpSpPr/>
          <p:nvPr/>
        </p:nvGrpSpPr>
        <p:grpSpPr>
          <a:xfrm>
            <a:off x="9012488" y="5346439"/>
            <a:ext cx="2285281" cy="559836"/>
            <a:chOff x="858105" y="1673292"/>
            <a:chExt cx="2612882" cy="559836"/>
          </a:xfrm>
        </p:grpSpPr>
        <p:sp>
          <p:nvSpPr>
            <p:cNvPr id="58" name="楕円 57">
              <a:extLst>
                <a:ext uri="{FF2B5EF4-FFF2-40B4-BE49-F238E27FC236}">
                  <a16:creationId xmlns:a16="http://schemas.microsoft.com/office/drawing/2014/main" id="{CF482020-1FEE-38A9-4C57-6E0E2B50CDF6}"/>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59" name="楕円 58">
              <a:extLst>
                <a:ext uri="{FF2B5EF4-FFF2-40B4-BE49-F238E27FC236}">
                  <a16:creationId xmlns:a16="http://schemas.microsoft.com/office/drawing/2014/main" id="{EF1AA5A5-2B15-D03A-49B2-3863172A11BC}"/>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69" name="グループ化 68">
            <a:extLst>
              <a:ext uri="{FF2B5EF4-FFF2-40B4-BE49-F238E27FC236}">
                <a16:creationId xmlns:a16="http://schemas.microsoft.com/office/drawing/2014/main" id="{31A269F9-25FE-E8DE-5C11-6F5CBED623C9}"/>
              </a:ext>
            </a:extLst>
          </p:cNvPr>
          <p:cNvGrpSpPr/>
          <p:nvPr/>
        </p:nvGrpSpPr>
        <p:grpSpPr>
          <a:xfrm>
            <a:off x="9012488" y="2404187"/>
            <a:ext cx="2285281" cy="559836"/>
            <a:chOff x="858105" y="1673292"/>
            <a:chExt cx="2612882" cy="559836"/>
          </a:xfrm>
        </p:grpSpPr>
        <p:sp>
          <p:nvSpPr>
            <p:cNvPr id="70" name="楕円 69">
              <a:extLst>
                <a:ext uri="{FF2B5EF4-FFF2-40B4-BE49-F238E27FC236}">
                  <a16:creationId xmlns:a16="http://schemas.microsoft.com/office/drawing/2014/main" id="{2628E137-BC59-2195-93C0-AE08EFEDA4D4}"/>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71" name="楕円 70">
              <a:extLst>
                <a:ext uri="{FF2B5EF4-FFF2-40B4-BE49-F238E27FC236}">
                  <a16:creationId xmlns:a16="http://schemas.microsoft.com/office/drawing/2014/main" id="{72B523BC-C17D-8EC6-A60F-787D32452578}"/>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sp>
        <p:nvSpPr>
          <p:cNvPr id="72" name="四角形: 角を丸くする 71">
            <a:extLst>
              <a:ext uri="{FF2B5EF4-FFF2-40B4-BE49-F238E27FC236}">
                <a16:creationId xmlns:a16="http://schemas.microsoft.com/office/drawing/2014/main" id="{575D2321-DD21-43A3-89B4-F019D600C4AC}"/>
              </a:ext>
            </a:extLst>
          </p:cNvPr>
          <p:cNvSpPr/>
          <p:nvPr/>
        </p:nvSpPr>
        <p:spPr>
          <a:xfrm>
            <a:off x="10941877" y="90506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3" name="四角形: 角を丸くする 72">
            <a:extLst>
              <a:ext uri="{FF2B5EF4-FFF2-40B4-BE49-F238E27FC236}">
                <a16:creationId xmlns:a16="http://schemas.microsoft.com/office/drawing/2014/main" id="{2762E8A6-21EE-6817-CBE1-47EB8EF4AB9D}"/>
              </a:ext>
            </a:extLst>
          </p:cNvPr>
          <p:cNvSpPr/>
          <p:nvPr/>
        </p:nvSpPr>
        <p:spPr>
          <a:xfrm>
            <a:off x="10941877" y="5315337"/>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5" name="グループ化 4">
            <a:extLst>
              <a:ext uri="{FF2B5EF4-FFF2-40B4-BE49-F238E27FC236}">
                <a16:creationId xmlns:a16="http://schemas.microsoft.com/office/drawing/2014/main" id="{5601B8D7-979C-B90A-5453-913DDB438D6A}"/>
              </a:ext>
            </a:extLst>
          </p:cNvPr>
          <p:cNvGrpSpPr/>
          <p:nvPr/>
        </p:nvGrpSpPr>
        <p:grpSpPr>
          <a:xfrm>
            <a:off x="8016944" y="3088432"/>
            <a:ext cx="2706498" cy="2133599"/>
            <a:chOff x="8836094" y="3088432"/>
            <a:chExt cx="2706498" cy="2133599"/>
          </a:xfrm>
        </p:grpSpPr>
        <p:sp>
          <p:nvSpPr>
            <p:cNvPr id="46" name="四角形: 角を丸くする 45">
              <a:extLst>
                <a:ext uri="{FF2B5EF4-FFF2-40B4-BE49-F238E27FC236}">
                  <a16:creationId xmlns:a16="http://schemas.microsoft.com/office/drawing/2014/main" id="{2F9A49EB-AB05-7AA4-D2AA-52437B49E8B9}"/>
                </a:ext>
              </a:extLst>
            </p:cNvPr>
            <p:cNvSpPr/>
            <p:nvPr/>
          </p:nvSpPr>
          <p:spPr>
            <a:xfrm flipV="1">
              <a:off x="8838120" y="3823995"/>
              <a:ext cx="2704472"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7" name="四角形: 角を丸くする 46">
              <a:extLst>
                <a:ext uri="{FF2B5EF4-FFF2-40B4-BE49-F238E27FC236}">
                  <a16:creationId xmlns:a16="http://schemas.microsoft.com/office/drawing/2014/main" id="{AB9FD40D-EA75-FBBD-DFC4-618E8FED49A5}"/>
                </a:ext>
              </a:extLst>
            </p:cNvPr>
            <p:cNvSpPr/>
            <p:nvPr/>
          </p:nvSpPr>
          <p:spPr>
            <a:xfrm flipV="1">
              <a:off x="8838120" y="3088432"/>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grpSp>
          <p:nvGrpSpPr>
            <p:cNvPr id="63" name="グループ化 62">
              <a:extLst>
                <a:ext uri="{FF2B5EF4-FFF2-40B4-BE49-F238E27FC236}">
                  <a16:creationId xmlns:a16="http://schemas.microsoft.com/office/drawing/2014/main" id="{DE84D8AD-BC47-2AA9-BED0-36379ADE9F97}"/>
                </a:ext>
              </a:extLst>
            </p:cNvPr>
            <p:cNvGrpSpPr/>
            <p:nvPr/>
          </p:nvGrpSpPr>
          <p:grpSpPr>
            <a:xfrm>
              <a:off x="9012488" y="3875313"/>
              <a:ext cx="2285281" cy="559836"/>
              <a:chOff x="858105" y="1673292"/>
              <a:chExt cx="2612882" cy="559836"/>
            </a:xfrm>
          </p:grpSpPr>
          <p:sp>
            <p:nvSpPr>
              <p:cNvPr id="64" name="楕円 63">
                <a:extLst>
                  <a:ext uri="{FF2B5EF4-FFF2-40B4-BE49-F238E27FC236}">
                    <a16:creationId xmlns:a16="http://schemas.microsoft.com/office/drawing/2014/main" id="{EB23C5E8-989F-5207-CBDE-3D20A00BE5B5}"/>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65" name="楕円 64">
                <a:extLst>
                  <a:ext uri="{FF2B5EF4-FFF2-40B4-BE49-F238E27FC236}">
                    <a16:creationId xmlns:a16="http://schemas.microsoft.com/office/drawing/2014/main" id="{07735504-BF10-3C35-3EC0-8C110348C6F9}"/>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66" name="グループ化 65">
              <a:extLst>
                <a:ext uri="{FF2B5EF4-FFF2-40B4-BE49-F238E27FC236}">
                  <a16:creationId xmlns:a16="http://schemas.microsoft.com/office/drawing/2014/main" id="{52608783-D4FA-4665-543E-8E7EC5F9065A}"/>
                </a:ext>
              </a:extLst>
            </p:cNvPr>
            <p:cNvGrpSpPr/>
            <p:nvPr/>
          </p:nvGrpSpPr>
          <p:grpSpPr>
            <a:xfrm>
              <a:off x="9012488" y="3139750"/>
              <a:ext cx="2285281" cy="559836"/>
              <a:chOff x="858105" y="1673292"/>
              <a:chExt cx="2612882" cy="559836"/>
            </a:xfrm>
          </p:grpSpPr>
          <p:sp>
            <p:nvSpPr>
              <p:cNvPr id="67" name="楕円 66">
                <a:extLst>
                  <a:ext uri="{FF2B5EF4-FFF2-40B4-BE49-F238E27FC236}">
                    <a16:creationId xmlns:a16="http://schemas.microsoft.com/office/drawing/2014/main" id="{A5BD6F45-DC24-6087-EAB6-DBE6FCEA35AB}"/>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68" name="楕円 67">
                <a:extLst>
                  <a:ext uri="{FF2B5EF4-FFF2-40B4-BE49-F238E27FC236}">
                    <a16:creationId xmlns:a16="http://schemas.microsoft.com/office/drawing/2014/main" id="{23737031-7D7D-5E9B-4D86-EF7DBCB9E92C}"/>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90" name="グループ化 89">
              <a:extLst>
                <a:ext uri="{FF2B5EF4-FFF2-40B4-BE49-F238E27FC236}">
                  <a16:creationId xmlns:a16="http://schemas.microsoft.com/office/drawing/2014/main" id="{9A37EC7D-FBE6-5F32-B3B8-F512490D5359}"/>
                </a:ext>
              </a:extLst>
            </p:cNvPr>
            <p:cNvGrpSpPr/>
            <p:nvPr/>
          </p:nvGrpSpPr>
          <p:grpSpPr>
            <a:xfrm>
              <a:off x="8836094" y="4559558"/>
              <a:ext cx="2704472" cy="662473"/>
              <a:chOff x="8450427" y="4559558"/>
              <a:chExt cx="3092165" cy="662473"/>
            </a:xfrm>
          </p:grpSpPr>
          <p:sp>
            <p:nvSpPr>
              <p:cNvPr id="45" name="四角形: 角を丸くする 44">
                <a:extLst>
                  <a:ext uri="{FF2B5EF4-FFF2-40B4-BE49-F238E27FC236}">
                    <a16:creationId xmlns:a16="http://schemas.microsoft.com/office/drawing/2014/main" id="{C319AF53-8CB6-0F37-2E7A-E994BA604260}"/>
                  </a:ext>
                </a:extLst>
              </p:cNvPr>
              <p:cNvSpPr/>
              <p:nvPr/>
            </p:nvSpPr>
            <p:spPr>
              <a:xfrm flipV="1">
                <a:off x="8450427" y="4559558"/>
                <a:ext cx="3092165"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grpSp>
            <p:nvGrpSpPr>
              <p:cNvPr id="60" name="グループ化 59">
                <a:extLst>
                  <a:ext uri="{FF2B5EF4-FFF2-40B4-BE49-F238E27FC236}">
                    <a16:creationId xmlns:a16="http://schemas.microsoft.com/office/drawing/2014/main" id="{BDAF23C4-0875-C25E-88E0-5E76CA302C77}"/>
                  </a:ext>
                </a:extLst>
              </p:cNvPr>
              <p:cNvGrpSpPr/>
              <p:nvPr/>
            </p:nvGrpSpPr>
            <p:grpSpPr>
              <a:xfrm>
                <a:off x="8649791" y="4610876"/>
                <a:ext cx="2612882" cy="559836"/>
                <a:chOff x="858105" y="1673292"/>
                <a:chExt cx="2612882" cy="559836"/>
              </a:xfrm>
            </p:grpSpPr>
            <p:sp>
              <p:nvSpPr>
                <p:cNvPr id="61" name="楕円 60">
                  <a:extLst>
                    <a:ext uri="{FF2B5EF4-FFF2-40B4-BE49-F238E27FC236}">
                      <a16:creationId xmlns:a16="http://schemas.microsoft.com/office/drawing/2014/main" id="{BB8DCAEA-0EFF-E180-7E55-464C45155E08}"/>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62" name="楕円 61">
                  <a:extLst>
                    <a:ext uri="{FF2B5EF4-FFF2-40B4-BE49-F238E27FC236}">
                      <a16:creationId xmlns:a16="http://schemas.microsoft.com/office/drawing/2014/main" id="{5B2744EC-7DC1-BC62-DE91-0E0DF46EC66A}"/>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sp>
            <p:nvSpPr>
              <p:cNvPr id="74" name="四角形: 角を丸くする 73">
                <a:extLst>
                  <a:ext uri="{FF2B5EF4-FFF2-40B4-BE49-F238E27FC236}">
                    <a16:creationId xmlns:a16="http://schemas.microsoft.com/office/drawing/2014/main" id="{7BCA54EF-56D5-9EBE-BDC8-2AE723FCA2EB}"/>
                  </a:ext>
                </a:extLst>
              </p:cNvPr>
              <p:cNvSpPr/>
              <p:nvPr/>
            </p:nvSpPr>
            <p:spPr>
              <a:xfrm>
                <a:off x="10855763" y="4580293"/>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sp>
          <p:nvSpPr>
            <p:cNvPr id="75" name="四角形: 角を丸くする 74">
              <a:extLst>
                <a:ext uri="{FF2B5EF4-FFF2-40B4-BE49-F238E27FC236}">
                  <a16:creationId xmlns:a16="http://schemas.microsoft.com/office/drawing/2014/main" id="{B481CE7D-8D48-11C6-F971-0D60FF9F4851}"/>
                </a:ext>
              </a:extLst>
            </p:cNvPr>
            <p:cNvSpPr/>
            <p:nvPr/>
          </p:nvSpPr>
          <p:spPr>
            <a:xfrm>
              <a:off x="10941877" y="384524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6" name="四角形: 角を丸くする 75">
              <a:extLst>
                <a:ext uri="{FF2B5EF4-FFF2-40B4-BE49-F238E27FC236}">
                  <a16:creationId xmlns:a16="http://schemas.microsoft.com/office/drawing/2014/main" id="{77799164-2C7D-27EC-1C3A-F6CD19A0AD9B}"/>
                </a:ext>
              </a:extLst>
            </p:cNvPr>
            <p:cNvSpPr/>
            <p:nvPr/>
          </p:nvSpPr>
          <p:spPr>
            <a:xfrm>
              <a:off x="10941877" y="3110203"/>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sp>
        <p:nvSpPr>
          <p:cNvPr id="77" name="四角形: 角を丸くする 76">
            <a:extLst>
              <a:ext uri="{FF2B5EF4-FFF2-40B4-BE49-F238E27FC236}">
                <a16:creationId xmlns:a16="http://schemas.microsoft.com/office/drawing/2014/main" id="{9CAC0F14-8299-F2BA-1EEE-498F691FA63C}"/>
              </a:ext>
            </a:extLst>
          </p:cNvPr>
          <p:cNvSpPr/>
          <p:nvPr/>
        </p:nvSpPr>
        <p:spPr>
          <a:xfrm>
            <a:off x="10941877" y="237515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8" name="四角形: 角を丸くする 77">
            <a:extLst>
              <a:ext uri="{FF2B5EF4-FFF2-40B4-BE49-F238E27FC236}">
                <a16:creationId xmlns:a16="http://schemas.microsoft.com/office/drawing/2014/main" id="{9541F880-A303-2AD2-9237-B21539FA202F}"/>
              </a:ext>
            </a:extLst>
          </p:cNvPr>
          <p:cNvSpPr/>
          <p:nvPr/>
        </p:nvSpPr>
        <p:spPr>
          <a:xfrm>
            <a:off x="10941877" y="1640113"/>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91" name="グループ化 90">
            <a:extLst>
              <a:ext uri="{FF2B5EF4-FFF2-40B4-BE49-F238E27FC236}">
                <a16:creationId xmlns:a16="http://schemas.microsoft.com/office/drawing/2014/main" id="{E042FFA3-7A4B-4CFD-C00C-C7862B606F42}"/>
              </a:ext>
            </a:extLst>
          </p:cNvPr>
          <p:cNvGrpSpPr/>
          <p:nvPr/>
        </p:nvGrpSpPr>
        <p:grpSpPr>
          <a:xfrm>
            <a:off x="1719571" y="274517"/>
            <a:ext cx="3092165" cy="338875"/>
            <a:chOff x="1719571" y="215382"/>
            <a:chExt cx="3888059" cy="426098"/>
          </a:xfrm>
        </p:grpSpPr>
        <p:sp>
          <p:nvSpPr>
            <p:cNvPr id="82" name="平行四辺形 81">
              <a:extLst>
                <a:ext uri="{FF2B5EF4-FFF2-40B4-BE49-F238E27FC236}">
                  <a16:creationId xmlns:a16="http://schemas.microsoft.com/office/drawing/2014/main" id="{2D27DFE2-4B64-2A72-B431-734E0639808A}"/>
                </a:ext>
              </a:extLst>
            </p:cNvPr>
            <p:cNvSpPr/>
            <p:nvPr/>
          </p:nvSpPr>
          <p:spPr>
            <a:xfrm>
              <a:off x="171957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3" name="平行四辺形 82">
              <a:extLst>
                <a:ext uri="{FF2B5EF4-FFF2-40B4-BE49-F238E27FC236}">
                  <a16:creationId xmlns:a16="http://schemas.microsoft.com/office/drawing/2014/main" id="{80DA8282-02E3-81EC-2A7E-FCD3775B9EA3}"/>
                </a:ext>
              </a:extLst>
            </p:cNvPr>
            <p:cNvSpPr/>
            <p:nvPr/>
          </p:nvSpPr>
          <p:spPr>
            <a:xfrm>
              <a:off x="2477666"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4" name="平行四辺形 83">
              <a:extLst>
                <a:ext uri="{FF2B5EF4-FFF2-40B4-BE49-F238E27FC236}">
                  <a16:creationId xmlns:a16="http://schemas.microsoft.com/office/drawing/2014/main" id="{2EACD0B4-55BF-6CE0-C9C9-63BED67D48E9}"/>
                </a:ext>
              </a:extLst>
            </p:cNvPr>
            <p:cNvSpPr/>
            <p:nvPr/>
          </p:nvSpPr>
          <p:spPr>
            <a:xfrm>
              <a:off x="323576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5" name="平行四辺形 84">
              <a:extLst>
                <a:ext uri="{FF2B5EF4-FFF2-40B4-BE49-F238E27FC236}">
                  <a16:creationId xmlns:a16="http://schemas.microsoft.com/office/drawing/2014/main" id="{84FEE7F8-8BFA-EC7A-AC22-046AA11AF0E4}"/>
                </a:ext>
              </a:extLst>
            </p:cNvPr>
            <p:cNvSpPr/>
            <p:nvPr/>
          </p:nvSpPr>
          <p:spPr>
            <a:xfrm>
              <a:off x="4751951" y="215382"/>
              <a:ext cx="855679" cy="426098"/>
            </a:xfrm>
            <a:prstGeom prst="parallelogram">
              <a:avLst/>
            </a:prstGeom>
            <a:solidFill>
              <a:schemeClr val="tx1">
                <a:lumMod val="75000"/>
                <a:lumOff val="2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6" name="平行四辺形 85">
              <a:extLst>
                <a:ext uri="{FF2B5EF4-FFF2-40B4-BE49-F238E27FC236}">
                  <a16:creationId xmlns:a16="http://schemas.microsoft.com/office/drawing/2014/main" id="{3AC50F1F-FCDA-5AD6-557D-30021E022055}"/>
                </a:ext>
              </a:extLst>
            </p:cNvPr>
            <p:cNvSpPr/>
            <p:nvPr/>
          </p:nvSpPr>
          <p:spPr>
            <a:xfrm>
              <a:off x="3993856"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87" name="テキスト ボックス 86">
            <a:extLst>
              <a:ext uri="{FF2B5EF4-FFF2-40B4-BE49-F238E27FC236}">
                <a16:creationId xmlns:a16="http://schemas.microsoft.com/office/drawing/2014/main" id="{F5F5C131-B668-7A0D-35AC-50D25C46A932}"/>
              </a:ext>
            </a:extLst>
          </p:cNvPr>
          <p:cNvSpPr txBox="1"/>
          <p:nvPr/>
        </p:nvSpPr>
        <p:spPr>
          <a:xfrm>
            <a:off x="493841" y="151567"/>
            <a:ext cx="1130438" cy="584775"/>
          </a:xfrm>
          <a:prstGeom prst="rect">
            <a:avLst/>
          </a:prstGeom>
          <a:noFill/>
        </p:spPr>
        <p:txBody>
          <a:bodyPr wrap="none" rtlCol="0">
            <a:spAutoFit/>
          </a:bodyPr>
          <a:lstStyle/>
          <a:p>
            <a:r>
              <a:rPr kumimoji="1"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nvGrpSpPr>
          <p:cNvPr id="127" name="グループ化 126">
            <a:extLst>
              <a:ext uri="{FF2B5EF4-FFF2-40B4-BE49-F238E27FC236}">
                <a16:creationId xmlns:a16="http://schemas.microsoft.com/office/drawing/2014/main" id="{B608B996-D4AB-DAAF-FA6D-A496EF255333}"/>
              </a:ext>
            </a:extLst>
          </p:cNvPr>
          <p:cNvGrpSpPr/>
          <p:nvPr/>
        </p:nvGrpSpPr>
        <p:grpSpPr>
          <a:xfrm>
            <a:off x="4042268" y="3128766"/>
            <a:ext cx="1105960" cy="603477"/>
            <a:chOff x="4042268" y="3128766"/>
            <a:chExt cx="1105960" cy="603477"/>
          </a:xfrm>
        </p:grpSpPr>
        <p:grpSp>
          <p:nvGrpSpPr>
            <p:cNvPr id="105" name="グループ化 104">
              <a:extLst>
                <a:ext uri="{FF2B5EF4-FFF2-40B4-BE49-F238E27FC236}">
                  <a16:creationId xmlns:a16="http://schemas.microsoft.com/office/drawing/2014/main" id="{A8A9AE5E-6CFC-5927-6902-993B92492DD8}"/>
                </a:ext>
              </a:extLst>
            </p:cNvPr>
            <p:cNvGrpSpPr/>
            <p:nvPr/>
          </p:nvGrpSpPr>
          <p:grpSpPr>
            <a:xfrm>
              <a:off x="4042268" y="3455269"/>
              <a:ext cx="1105960" cy="276974"/>
              <a:chOff x="4472987" y="4320075"/>
              <a:chExt cx="1403336" cy="351448"/>
            </a:xfrm>
          </p:grpSpPr>
          <p:sp>
            <p:nvSpPr>
              <p:cNvPr id="102" name="四角形: 角を丸くする 101">
                <a:extLst>
                  <a:ext uri="{FF2B5EF4-FFF2-40B4-BE49-F238E27FC236}">
                    <a16:creationId xmlns:a16="http://schemas.microsoft.com/office/drawing/2014/main" id="{8E7A91E5-AC1A-6C5A-58E4-31902AF70369}"/>
                  </a:ext>
                </a:extLst>
              </p:cNvPr>
              <p:cNvSpPr/>
              <p:nvPr/>
            </p:nvSpPr>
            <p:spPr>
              <a:xfrm>
                <a:off x="4472987" y="4320075"/>
                <a:ext cx="1403336" cy="351448"/>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EP</a:t>
                </a:r>
                <a:endParaRPr kumimoji="1" lang="ja-JP" altLang="en-US" sz="1100" dirty="0">
                  <a:latin typeface="BIZ UDP明朝 Medium" panose="02020500000000000000" pitchFamily="18" charset="-128"/>
                  <a:ea typeface="BIZ UDP明朝 Medium" panose="02020500000000000000" pitchFamily="18" charset="-128"/>
                </a:endParaRPr>
              </a:p>
            </p:txBody>
          </p:sp>
          <p:sp>
            <p:nvSpPr>
              <p:cNvPr id="101" name="ハート 100">
                <a:extLst>
                  <a:ext uri="{FF2B5EF4-FFF2-40B4-BE49-F238E27FC236}">
                    <a16:creationId xmlns:a16="http://schemas.microsoft.com/office/drawing/2014/main" id="{CF8CF7BE-0307-CDD1-69EA-94A3EAA7760C}"/>
                  </a:ext>
                </a:extLst>
              </p:cNvPr>
              <p:cNvSpPr/>
              <p:nvPr/>
            </p:nvSpPr>
            <p:spPr>
              <a:xfrm>
                <a:off x="4906377" y="4355061"/>
                <a:ext cx="284063" cy="284063"/>
              </a:xfrm>
              <a:prstGeom prst="heart">
                <a:avLst/>
              </a:prstGeom>
              <a:solidFill>
                <a:srgbClr val="CC66FF"/>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103" name="ハート 102">
                <a:extLst>
                  <a:ext uri="{FF2B5EF4-FFF2-40B4-BE49-F238E27FC236}">
                    <a16:creationId xmlns:a16="http://schemas.microsoft.com/office/drawing/2014/main" id="{C15363BB-3239-CA71-7675-D1EF22C457EA}"/>
                  </a:ext>
                </a:extLst>
              </p:cNvPr>
              <p:cNvSpPr/>
              <p:nvPr/>
            </p:nvSpPr>
            <p:spPr>
              <a:xfrm>
                <a:off x="5211153" y="4355061"/>
                <a:ext cx="284063" cy="284063"/>
              </a:xfrm>
              <a:prstGeom prst="heart">
                <a:avLst/>
              </a:prstGeom>
              <a:solidFill>
                <a:schemeClr val="bg1">
                  <a:lumMod val="95000"/>
                  <a:alpha val="70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a:p>
            </p:txBody>
          </p:sp>
          <p:sp>
            <p:nvSpPr>
              <p:cNvPr id="104" name="ハート 103">
                <a:extLst>
                  <a:ext uri="{FF2B5EF4-FFF2-40B4-BE49-F238E27FC236}">
                    <a16:creationId xmlns:a16="http://schemas.microsoft.com/office/drawing/2014/main" id="{72CCC275-6A4C-768C-72DF-761BD2771DD2}"/>
                  </a:ext>
                </a:extLst>
              </p:cNvPr>
              <p:cNvSpPr/>
              <p:nvPr/>
            </p:nvSpPr>
            <p:spPr>
              <a:xfrm>
                <a:off x="5512586" y="4355061"/>
                <a:ext cx="284063" cy="284063"/>
              </a:xfrm>
              <a:prstGeom prst="heart">
                <a:avLst/>
              </a:prstGeom>
              <a:solidFill>
                <a:schemeClr val="bg1">
                  <a:lumMod val="95000"/>
                  <a:alpha val="70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a:p>
            </p:txBody>
          </p:sp>
        </p:grpSp>
        <p:grpSp>
          <p:nvGrpSpPr>
            <p:cNvPr id="126" name="グループ化 125">
              <a:extLst>
                <a:ext uri="{FF2B5EF4-FFF2-40B4-BE49-F238E27FC236}">
                  <a16:creationId xmlns:a16="http://schemas.microsoft.com/office/drawing/2014/main" id="{1057422D-437E-5F4E-9627-E3A7D7DA0280}"/>
                </a:ext>
              </a:extLst>
            </p:cNvPr>
            <p:cNvGrpSpPr/>
            <p:nvPr/>
          </p:nvGrpSpPr>
          <p:grpSpPr>
            <a:xfrm>
              <a:off x="4042268" y="3128766"/>
              <a:ext cx="1105960" cy="276974"/>
              <a:chOff x="4194668" y="3607669"/>
              <a:chExt cx="1105960" cy="276974"/>
            </a:xfrm>
          </p:grpSpPr>
          <p:sp>
            <p:nvSpPr>
              <p:cNvPr id="120" name="四角形: 角を丸くする 119">
                <a:extLst>
                  <a:ext uri="{FF2B5EF4-FFF2-40B4-BE49-F238E27FC236}">
                    <a16:creationId xmlns:a16="http://schemas.microsoft.com/office/drawing/2014/main" id="{578D9A3A-8253-3E4F-1EF4-AB9E5970C26A}"/>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25" name="図 124">
                <a:extLst>
                  <a:ext uri="{FF2B5EF4-FFF2-40B4-BE49-F238E27FC236}">
                    <a16:creationId xmlns:a16="http://schemas.microsoft.com/office/drawing/2014/main" id="{BFFAB0D7-7F20-C075-52C1-5B561668FC0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558908" y="3675156"/>
                <a:ext cx="687006" cy="151498"/>
              </a:xfrm>
              <a:prstGeom prst="rect">
                <a:avLst/>
              </a:prstGeom>
            </p:spPr>
          </p:pic>
        </p:grpSp>
      </p:grpSp>
      <p:sp>
        <p:nvSpPr>
          <p:cNvPr id="137" name="フローチャート: 論理積ゲート 136">
            <a:extLst>
              <a:ext uri="{FF2B5EF4-FFF2-40B4-BE49-F238E27FC236}">
                <a16:creationId xmlns:a16="http://schemas.microsoft.com/office/drawing/2014/main" id="{37815BC6-BF90-60A4-6C2C-25AB8AA20A42}"/>
              </a:ext>
            </a:extLst>
          </p:cNvPr>
          <p:cNvSpPr/>
          <p:nvPr/>
        </p:nvSpPr>
        <p:spPr>
          <a:xfrm>
            <a:off x="1367869" y="6169827"/>
            <a:ext cx="1225730" cy="461826"/>
          </a:xfrm>
          <a:prstGeom prst="flowChartDelay">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b="1" dirty="0">
                <a:latin typeface="BIZ UDP明朝 Medium" panose="02020500000000000000" pitchFamily="18" charset="-128"/>
                <a:ea typeface="BIZ UDP明朝 Medium" panose="02020500000000000000" pitchFamily="18" charset="-128"/>
              </a:rPr>
              <a:t>AUTO</a:t>
            </a:r>
            <a:endParaRPr kumimoji="1" lang="ja-JP" altLang="en-US" b="1" dirty="0">
              <a:latin typeface="BIZ UDP明朝 Medium" panose="02020500000000000000" pitchFamily="18" charset="-128"/>
              <a:ea typeface="BIZ UDP明朝 Medium" panose="02020500000000000000" pitchFamily="18" charset="-128"/>
            </a:endParaRPr>
          </a:p>
        </p:txBody>
      </p:sp>
      <p:sp>
        <p:nvSpPr>
          <p:cNvPr id="139" name="フローチャート: 論理積ゲート 138">
            <a:extLst>
              <a:ext uri="{FF2B5EF4-FFF2-40B4-BE49-F238E27FC236}">
                <a16:creationId xmlns:a16="http://schemas.microsoft.com/office/drawing/2014/main" id="{116DD5FB-561A-BC55-22F1-B93521E5B158}"/>
              </a:ext>
            </a:extLst>
          </p:cNvPr>
          <p:cNvSpPr/>
          <p:nvPr/>
        </p:nvSpPr>
        <p:spPr>
          <a:xfrm>
            <a:off x="2796951" y="6169827"/>
            <a:ext cx="1225730" cy="461826"/>
          </a:xfrm>
          <a:prstGeom prst="flowChartDelay">
            <a:avLst/>
          </a:prstGeom>
          <a:solidFill>
            <a:srgbClr val="CC66FF"/>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BIZ UDP明朝 Medium" panose="02020500000000000000" pitchFamily="18" charset="-128"/>
                <a:ea typeface="BIZ UDP明朝 Medium" panose="02020500000000000000" pitchFamily="18" charset="-128"/>
              </a:rPr>
              <a:t>▶▶</a:t>
            </a:r>
            <a:r>
              <a:rPr kumimoji="1" lang="en-US" altLang="ja-JP" b="1" dirty="0">
                <a:latin typeface="BIZ UDP明朝 Medium" panose="02020500000000000000" pitchFamily="18" charset="-128"/>
                <a:ea typeface="BIZ UDP明朝 Medium" panose="02020500000000000000" pitchFamily="18" charset="-128"/>
              </a:rPr>
              <a:t>×2</a:t>
            </a:r>
            <a:endParaRPr kumimoji="1" lang="ja-JP" altLang="en-US" b="1" dirty="0">
              <a:latin typeface="BIZ UDP明朝 Medium" panose="02020500000000000000" pitchFamily="18" charset="-128"/>
              <a:ea typeface="BIZ UDP明朝 Medium" panose="02020500000000000000" pitchFamily="18" charset="-128"/>
            </a:endParaRPr>
          </a:p>
        </p:txBody>
      </p:sp>
      <p:sp>
        <p:nvSpPr>
          <p:cNvPr id="141" name="ハート 140">
            <a:extLst>
              <a:ext uri="{FF2B5EF4-FFF2-40B4-BE49-F238E27FC236}">
                <a16:creationId xmlns:a16="http://schemas.microsoft.com/office/drawing/2014/main" id="{8E4AE82E-9ED2-C336-9DF6-0F8CBA7F4888}"/>
              </a:ext>
            </a:extLst>
          </p:cNvPr>
          <p:cNvSpPr/>
          <p:nvPr/>
        </p:nvSpPr>
        <p:spPr>
          <a:xfrm>
            <a:off x="618278" y="3162196"/>
            <a:ext cx="551905" cy="551905"/>
          </a:xfrm>
          <a:prstGeom prst="heart">
            <a:avLst/>
          </a:prstGeom>
          <a:solidFill>
            <a:srgbClr val="CC66FF"/>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143" name="テキスト ボックス 142">
            <a:extLst>
              <a:ext uri="{FF2B5EF4-FFF2-40B4-BE49-F238E27FC236}">
                <a16:creationId xmlns:a16="http://schemas.microsoft.com/office/drawing/2014/main" id="{11C8ADCD-C78F-5B94-C2B1-0B45106F02F7}"/>
              </a:ext>
            </a:extLst>
          </p:cNvPr>
          <p:cNvSpPr txBox="1"/>
          <p:nvPr/>
        </p:nvSpPr>
        <p:spPr>
          <a:xfrm>
            <a:off x="192795" y="3253669"/>
            <a:ext cx="1402870" cy="276999"/>
          </a:xfrm>
          <a:prstGeom prst="rect">
            <a:avLst/>
          </a:prstGeom>
          <a:noFill/>
        </p:spPr>
        <p:txBody>
          <a:bodyPr wrap="square">
            <a:spAutoFit/>
          </a:bodyPr>
          <a:lstStyle/>
          <a:p>
            <a:pPr algn="ctr"/>
            <a:r>
              <a:rPr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rPr>
              <a:t>スキル</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nvGrpSpPr>
          <p:cNvPr id="144" name="グループ化 143">
            <a:extLst>
              <a:ext uri="{FF2B5EF4-FFF2-40B4-BE49-F238E27FC236}">
                <a16:creationId xmlns:a16="http://schemas.microsoft.com/office/drawing/2014/main" id="{A5BD908A-EE3D-8D0D-4EE9-0C2216D1C909}"/>
              </a:ext>
            </a:extLst>
          </p:cNvPr>
          <p:cNvGrpSpPr/>
          <p:nvPr/>
        </p:nvGrpSpPr>
        <p:grpSpPr>
          <a:xfrm flipH="1">
            <a:off x="7347900" y="151567"/>
            <a:ext cx="4317895" cy="584775"/>
            <a:chOff x="493841" y="123574"/>
            <a:chExt cx="4317895" cy="584775"/>
          </a:xfrm>
        </p:grpSpPr>
        <p:grpSp>
          <p:nvGrpSpPr>
            <p:cNvPr id="145" name="グループ化 144">
              <a:extLst>
                <a:ext uri="{FF2B5EF4-FFF2-40B4-BE49-F238E27FC236}">
                  <a16:creationId xmlns:a16="http://schemas.microsoft.com/office/drawing/2014/main" id="{2C783629-BAF2-85D6-234F-0474D3606CF2}"/>
                </a:ext>
              </a:extLst>
            </p:cNvPr>
            <p:cNvGrpSpPr/>
            <p:nvPr/>
          </p:nvGrpSpPr>
          <p:grpSpPr>
            <a:xfrm>
              <a:off x="1719571" y="246524"/>
              <a:ext cx="3092165" cy="338875"/>
              <a:chOff x="1719571" y="215382"/>
              <a:chExt cx="3888059" cy="426098"/>
            </a:xfrm>
          </p:grpSpPr>
          <p:sp>
            <p:nvSpPr>
              <p:cNvPr id="147" name="平行四辺形 146">
                <a:extLst>
                  <a:ext uri="{FF2B5EF4-FFF2-40B4-BE49-F238E27FC236}">
                    <a16:creationId xmlns:a16="http://schemas.microsoft.com/office/drawing/2014/main" id="{0169EFAA-F48B-5026-1050-042AE355DC3F}"/>
                  </a:ext>
                </a:extLst>
              </p:cNvPr>
              <p:cNvSpPr/>
              <p:nvPr/>
            </p:nvSpPr>
            <p:spPr>
              <a:xfrm>
                <a:off x="1719571" y="215382"/>
                <a:ext cx="855679" cy="426098"/>
              </a:xfrm>
              <a:prstGeom prst="parallelogram">
                <a:avLst/>
              </a:prstGeom>
              <a:solidFill>
                <a:schemeClr val="accent1">
                  <a:lumMod val="7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8" name="平行四辺形 147">
                <a:extLst>
                  <a:ext uri="{FF2B5EF4-FFF2-40B4-BE49-F238E27FC236}">
                    <a16:creationId xmlns:a16="http://schemas.microsoft.com/office/drawing/2014/main" id="{18D0A041-47A8-7465-80C7-07A11ADE785A}"/>
                  </a:ext>
                </a:extLst>
              </p:cNvPr>
              <p:cNvSpPr/>
              <p:nvPr/>
            </p:nvSpPr>
            <p:spPr>
              <a:xfrm>
                <a:off x="2477666" y="215382"/>
                <a:ext cx="855679" cy="426098"/>
              </a:xfrm>
              <a:prstGeom prst="parallelogram">
                <a:avLst/>
              </a:prstGeom>
              <a:solidFill>
                <a:schemeClr val="accent1">
                  <a:lumMod val="7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9" name="平行四辺形 148">
                <a:extLst>
                  <a:ext uri="{FF2B5EF4-FFF2-40B4-BE49-F238E27FC236}">
                    <a16:creationId xmlns:a16="http://schemas.microsoft.com/office/drawing/2014/main" id="{D8494079-B30B-161B-C076-14E2B0FC746C}"/>
                  </a:ext>
                </a:extLst>
              </p:cNvPr>
              <p:cNvSpPr/>
              <p:nvPr/>
            </p:nvSpPr>
            <p:spPr>
              <a:xfrm>
                <a:off x="3235761" y="215382"/>
                <a:ext cx="855679" cy="426098"/>
              </a:xfrm>
              <a:prstGeom prst="parallelogram">
                <a:avLst/>
              </a:prstGeom>
              <a:solidFill>
                <a:schemeClr val="tx1">
                  <a:lumMod val="85000"/>
                  <a:lumOff val="1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0" name="平行四辺形 149">
                <a:extLst>
                  <a:ext uri="{FF2B5EF4-FFF2-40B4-BE49-F238E27FC236}">
                    <a16:creationId xmlns:a16="http://schemas.microsoft.com/office/drawing/2014/main" id="{1D17812B-5331-425F-0ABF-173B0E9D63B1}"/>
                  </a:ext>
                </a:extLst>
              </p:cNvPr>
              <p:cNvSpPr/>
              <p:nvPr/>
            </p:nvSpPr>
            <p:spPr>
              <a:xfrm>
                <a:off x="4751951" y="215382"/>
                <a:ext cx="855679" cy="426098"/>
              </a:xfrm>
              <a:prstGeom prst="parallelogram">
                <a:avLst/>
              </a:prstGeom>
              <a:solidFill>
                <a:schemeClr val="tx1">
                  <a:lumMod val="75000"/>
                  <a:lumOff val="2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1" name="平行四辺形 150">
                <a:extLst>
                  <a:ext uri="{FF2B5EF4-FFF2-40B4-BE49-F238E27FC236}">
                    <a16:creationId xmlns:a16="http://schemas.microsoft.com/office/drawing/2014/main" id="{E5B28283-911F-B512-8CE0-F7A9BBBDA63F}"/>
                  </a:ext>
                </a:extLst>
              </p:cNvPr>
              <p:cNvSpPr/>
              <p:nvPr/>
            </p:nvSpPr>
            <p:spPr>
              <a:xfrm>
                <a:off x="3993856" y="215382"/>
                <a:ext cx="855679" cy="426098"/>
              </a:xfrm>
              <a:prstGeom prst="parallelogram">
                <a:avLst/>
              </a:prstGeom>
              <a:solidFill>
                <a:schemeClr val="tx1">
                  <a:lumMod val="85000"/>
                  <a:lumOff val="1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46" name="テキスト ボックス 145">
              <a:extLst>
                <a:ext uri="{FF2B5EF4-FFF2-40B4-BE49-F238E27FC236}">
                  <a16:creationId xmlns:a16="http://schemas.microsoft.com/office/drawing/2014/main" id="{892701AB-9082-672C-BD39-952688FE258F}"/>
                </a:ext>
              </a:extLst>
            </p:cNvPr>
            <p:cNvSpPr txBox="1"/>
            <p:nvPr/>
          </p:nvSpPr>
          <p:spPr>
            <a:xfrm>
              <a:off x="493841" y="123574"/>
              <a:ext cx="1130438" cy="584775"/>
            </a:xfrm>
            <a:prstGeom prst="rect">
              <a:avLst/>
            </a:prstGeom>
            <a:noFill/>
          </p:spPr>
          <p:txBody>
            <a:bodyPr wrap="none" rtlCol="0">
              <a:spAutoFit/>
            </a:bodyPr>
            <a:lstStyle/>
            <a:p>
              <a:r>
                <a:rPr kumimoji="1"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155" name="グループ化 154">
            <a:extLst>
              <a:ext uri="{FF2B5EF4-FFF2-40B4-BE49-F238E27FC236}">
                <a16:creationId xmlns:a16="http://schemas.microsoft.com/office/drawing/2014/main" id="{FACA9818-680F-91D2-789B-1CFF63D16197}"/>
              </a:ext>
            </a:extLst>
          </p:cNvPr>
          <p:cNvGrpSpPr/>
          <p:nvPr/>
        </p:nvGrpSpPr>
        <p:grpSpPr>
          <a:xfrm>
            <a:off x="619269" y="6128116"/>
            <a:ext cx="545248" cy="545248"/>
            <a:chOff x="4866575" y="4589624"/>
            <a:chExt cx="914400" cy="914400"/>
          </a:xfrm>
        </p:grpSpPr>
        <p:sp>
          <p:nvSpPr>
            <p:cNvPr id="154" name="四角形: 角を丸くする 153">
              <a:extLst>
                <a:ext uri="{FF2B5EF4-FFF2-40B4-BE49-F238E27FC236}">
                  <a16:creationId xmlns:a16="http://schemas.microsoft.com/office/drawing/2014/main" id="{1B7B892E-9234-5217-1342-E078046534AB}"/>
                </a:ext>
              </a:extLst>
            </p:cNvPr>
            <p:cNvSpPr/>
            <p:nvPr/>
          </p:nvSpPr>
          <p:spPr>
            <a:xfrm>
              <a:off x="4866575" y="4589624"/>
              <a:ext cx="914400" cy="914400"/>
            </a:xfrm>
            <a:prstGeom prst="roundRect">
              <a:avLst/>
            </a:prstGeom>
            <a:solidFill>
              <a:schemeClr val="tx1">
                <a:lumMod val="85000"/>
                <a:lumOff val="15000"/>
                <a:alpha val="7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53" name="図 152">
              <a:extLst>
                <a:ext uri="{FF2B5EF4-FFF2-40B4-BE49-F238E27FC236}">
                  <a16:creationId xmlns:a16="http://schemas.microsoft.com/office/drawing/2014/main" id="{DA24DE4E-3D76-1E57-E2C4-9853238B4BB1}"/>
                </a:ext>
              </a:extLst>
            </p:cNvPr>
            <p:cNvPicPr>
              <a:picLocks noChangeAspect="1"/>
            </p:cNvPicPr>
            <p:nvPr/>
          </p:nvPicPr>
          <p:blipFill>
            <a:blip r:embed="rId4">
              <a:lum bright="70000" contrast="-70000"/>
              <a:extLst>
                <a:ext uri="{28A0092B-C50C-407E-A947-70E740481C1C}">
                  <a14:useLocalDpi xmlns:a14="http://schemas.microsoft.com/office/drawing/2010/main" val="0"/>
                </a:ext>
              </a:extLst>
            </a:blip>
            <a:stretch>
              <a:fillRect/>
            </a:stretch>
          </p:blipFill>
          <p:spPr>
            <a:xfrm>
              <a:off x="5014494" y="4737543"/>
              <a:ext cx="618561" cy="618561"/>
            </a:xfrm>
            <a:prstGeom prst="rect">
              <a:avLst/>
            </a:prstGeom>
          </p:spPr>
        </p:pic>
      </p:grpSp>
      <p:grpSp>
        <p:nvGrpSpPr>
          <p:cNvPr id="162" name="グループ化 161">
            <a:extLst>
              <a:ext uri="{FF2B5EF4-FFF2-40B4-BE49-F238E27FC236}">
                <a16:creationId xmlns:a16="http://schemas.microsoft.com/office/drawing/2014/main" id="{492612CC-8774-3ACA-08B6-98F78FEE634F}"/>
              </a:ext>
            </a:extLst>
          </p:cNvPr>
          <p:cNvGrpSpPr/>
          <p:nvPr/>
        </p:nvGrpSpPr>
        <p:grpSpPr>
          <a:xfrm>
            <a:off x="4366984" y="6060235"/>
            <a:ext cx="3092165" cy="603252"/>
            <a:chOff x="1719571" y="215382"/>
            <a:chExt cx="3888059" cy="426098"/>
          </a:xfrm>
          <a:solidFill>
            <a:schemeClr val="tx1">
              <a:lumMod val="95000"/>
              <a:lumOff val="5000"/>
            </a:schemeClr>
          </a:solidFill>
        </p:grpSpPr>
        <p:sp>
          <p:nvSpPr>
            <p:cNvPr id="166" name="平行四辺形 165">
              <a:extLst>
                <a:ext uri="{FF2B5EF4-FFF2-40B4-BE49-F238E27FC236}">
                  <a16:creationId xmlns:a16="http://schemas.microsoft.com/office/drawing/2014/main" id="{161FD978-C50E-C279-D3E1-77B1D1ACDC76}"/>
                </a:ext>
              </a:extLst>
            </p:cNvPr>
            <p:cNvSpPr/>
            <p:nvPr/>
          </p:nvSpPr>
          <p:spPr>
            <a:xfrm>
              <a:off x="4751951"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7" name="平行四辺形 166">
              <a:extLst>
                <a:ext uri="{FF2B5EF4-FFF2-40B4-BE49-F238E27FC236}">
                  <a16:creationId xmlns:a16="http://schemas.microsoft.com/office/drawing/2014/main" id="{E88B456D-EF19-ABB1-6F1B-83A65703AFBC}"/>
                </a:ext>
              </a:extLst>
            </p:cNvPr>
            <p:cNvSpPr/>
            <p:nvPr/>
          </p:nvSpPr>
          <p:spPr>
            <a:xfrm>
              <a:off x="3993856" y="215382"/>
              <a:ext cx="855679" cy="426098"/>
            </a:xfrm>
            <a:prstGeom prst="homePlate">
              <a:avLst/>
            </a:prstGeom>
            <a:solidFill>
              <a:schemeClr val="accent1"/>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5" name="平行四辺形 164">
              <a:extLst>
                <a:ext uri="{FF2B5EF4-FFF2-40B4-BE49-F238E27FC236}">
                  <a16:creationId xmlns:a16="http://schemas.microsoft.com/office/drawing/2014/main" id="{DE5E4C19-C4E2-EF90-36F3-9F0051D35468}"/>
                </a:ext>
              </a:extLst>
            </p:cNvPr>
            <p:cNvSpPr/>
            <p:nvPr/>
          </p:nvSpPr>
          <p:spPr>
            <a:xfrm>
              <a:off x="3235761"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64" name="平行四辺形 163">
              <a:extLst>
                <a:ext uri="{FF2B5EF4-FFF2-40B4-BE49-F238E27FC236}">
                  <a16:creationId xmlns:a16="http://schemas.microsoft.com/office/drawing/2014/main" id="{555F4F22-64B2-0440-8496-608B94CCED11}"/>
                </a:ext>
              </a:extLst>
            </p:cNvPr>
            <p:cNvSpPr/>
            <p:nvPr/>
          </p:nvSpPr>
          <p:spPr>
            <a:xfrm>
              <a:off x="2477666"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3" name="平行四辺形 162">
              <a:extLst>
                <a:ext uri="{FF2B5EF4-FFF2-40B4-BE49-F238E27FC236}">
                  <a16:creationId xmlns:a16="http://schemas.microsoft.com/office/drawing/2014/main" id="{318A1A71-BB22-ED7B-E843-A2ACE07659CE}"/>
                </a:ext>
              </a:extLst>
            </p:cNvPr>
            <p:cNvSpPr/>
            <p:nvPr/>
          </p:nvSpPr>
          <p:spPr>
            <a:xfrm>
              <a:off x="1719571" y="215382"/>
              <a:ext cx="855679" cy="426098"/>
            </a:xfrm>
            <a:prstGeom prst="homePlate">
              <a:avLst/>
            </a:prstGeom>
            <a:solidFill>
              <a:schemeClr val="accent1"/>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sp>
        <p:nvSpPr>
          <p:cNvPr id="168" name="楕円 167">
            <a:extLst>
              <a:ext uri="{FF2B5EF4-FFF2-40B4-BE49-F238E27FC236}">
                <a16:creationId xmlns:a16="http://schemas.microsoft.com/office/drawing/2014/main" id="{0803E44A-1676-6AE3-AC1B-7D978274E4CC}"/>
              </a:ext>
            </a:extLst>
          </p:cNvPr>
          <p:cNvSpPr/>
          <p:nvPr/>
        </p:nvSpPr>
        <p:spPr>
          <a:xfrm>
            <a:off x="5698688" y="6188492"/>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キャラ</a:t>
            </a:r>
          </a:p>
        </p:txBody>
      </p:sp>
      <p:sp>
        <p:nvSpPr>
          <p:cNvPr id="169" name="楕円 168">
            <a:extLst>
              <a:ext uri="{FF2B5EF4-FFF2-40B4-BE49-F238E27FC236}">
                <a16:creationId xmlns:a16="http://schemas.microsoft.com/office/drawing/2014/main" id="{26590CB9-A6DF-B088-8F7A-AFD1FB5B432B}"/>
              </a:ext>
            </a:extLst>
          </p:cNvPr>
          <p:cNvSpPr/>
          <p:nvPr/>
        </p:nvSpPr>
        <p:spPr>
          <a:xfrm>
            <a:off x="6346227" y="6174440"/>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キャラ</a:t>
            </a:r>
          </a:p>
        </p:txBody>
      </p:sp>
      <p:sp>
        <p:nvSpPr>
          <p:cNvPr id="170" name="楕円 169">
            <a:extLst>
              <a:ext uri="{FF2B5EF4-FFF2-40B4-BE49-F238E27FC236}">
                <a16:creationId xmlns:a16="http://schemas.microsoft.com/office/drawing/2014/main" id="{A1B0BECA-F6F4-E3E7-DB6F-F2FDCFABE639}"/>
              </a:ext>
            </a:extLst>
          </p:cNvPr>
          <p:cNvSpPr/>
          <p:nvPr/>
        </p:nvSpPr>
        <p:spPr>
          <a:xfrm>
            <a:off x="6908237" y="6188492"/>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キャラ</a:t>
            </a:r>
          </a:p>
        </p:txBody>
      </p:sp>
      <p:sp>
        <p:nvSpPr>
          <p:cNvPr id="171" name="楕円 170">
            <a:extLst>
              <a:ext uri="{FF2B5EF4-FFF2-40B4-BE49-F238E27FC236}">
                <a16:creationId xmlns:a16="http://schemas.microsoft.com/office/drawing/2014/main" id="{EB01FCA5-2639-2151-AFA4-8CBD321BC509}"/>
              </a:ext>
            </a:extLst>
          </p:cNvPr>
          <p:cNvSpPr/>
          <p:nvPr/>
        </p:nvSpPr>
        <p:spPr>
          <a:xfrm>
            <a:off x="5117736" y="6188492"/>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キャラ</a:t>
            </a:r>
          </a:p>
        </p:txBody>
      </p:sp>
      <p:sp>
        <p:nvSpPr>
          <p:cNvPr id="172" name="楕円 171">
            <a:extLst>
              <a:ext uri="{FF2B5EF4-FFF2-40B4-BE49-F238E27FC236}">
                <a16:creationId xmlns:a16="http://schemas.microsoft.com/office/drawing/2014/main" id="{AAB6A0BF-B71A-4EB8-3BE9-5A68D44DA66E}"/>
              </a:ext>
            </a:extLst>
          </p:cNvPr>
          <p:cNvSpPr/>
          <p:nvPr/>
        </p:nvSpPr>
        <p:spPr>
          <a:xfrm>
            <a:off x="4495793" y="6188492"/>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キャラ</a:t>
            </a:r>
          </a:p>
        </p:txBody>
      </p:sp>
      <p:cxnSp>
        <p:nvCxnSpPr>
          <p:cNvPr id="174" name="直線コネクタ 173">
            <a:extLst>
              <a:ext uri="{FF2B5EF4-FFF2-40B4-BE49-F238E27FC236}">
                <a16:creationId xmlns:a16="http://schemas.microsoft.com/office/drawing/2014/main" id="{C2D11769-C2DC-D6EB-EC1E-26779CB7CD0D}"/>
              </a:ext>
            </a:extLst>
          </p:cNvPr>
          <p:cNvCxnSpPr>
            <a:cxnSpLocks/>
          </p:cNvCxnSpPr>
          <p:nvPr/>
        </p:nvCxnSpPr>
        <p:spPr>
          <a:xfrm>
            <a:off x="4712882" y="6663487"/>
            <a:ext cx="3658847" cy="0"/>
          </a:xfrm>
          <a:prstGeom prst="line">
            <a:avLst/>
          </a:prstGeom>
          <a:ln w="38100">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175" name="テキスト ボックス 174">
            <a:extLst>
              <a:ext uri="{FF2B5EF4-FFF2-40B4-BE49-F238E27FC236}">
                <a16:creationId xmlns:a16="http://schemas.microsoft.com/office/drawing/2014/main" id="{36A08529-4DA3-5848-75DA-EFC45046B11F}"/>
              </a:ext>
            </a:extLst>
          </p:cNvPr>
          <p:cNvSpPr txBox="1"/>
          <p:nvPr/>
        </p:nvSpPr>
        <p:spPr>
          <a:xfrm>
            <a:off x="5495807" y="193555"/>
            <a:ext cx="1460656" cy="1077218"/>
          </a:xfrm>
          <a:prstGeom prst="rect">
            <a:avLst/>
          </a:prstGeom>
          <a:noFill/>
        </p:spPr>
        <p:txBody>
          <a:bodyPr wrap="none" rtlCol="0">
            <a:spAutoFit/>
          </a:bodyPr>
          <a:lstStyle/>
          <a:p>
            <a:pPr algn="ctr"/>
            <a:r>
              <a:rPr kumimoji="1"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TRUN</a:t>
            </a:r>
            <a:br>
              <a:rPr kumimoji="1"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br>
            <a:r>
              <a:rPr kumimoji="1"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0/0</a:t>
            </a:r>
            <a:endPar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176" name="テキスト ボックス 175">
            <a:extLst>
              <a:ext uri="{FF2B5EF4-FFF2-40B4-BE49-F238E27FC236}">
                <a16:creationId xmlns:a16="http://schemas.microsoft.com/office/drawing/2014/main" id="{F695FDCE-23A6-916C-3E6C-31A51E87AF99}"/>
              </a:ext>
            </a:extLst>
          </p:cNvPr>
          <p:cNvSpPr txBox="1"/>
          <p:nvPr/>
        </p:nvSpPr>
        <p:spPr>
          <a:xfrm>
            <a:off x="7472124" y="6141824"/>
            <a:ext cx="899605" cy="369332"/>
          </a:xfrm>
          <a:prstGeom prst="rect">
            <a:avLst/>
          </a:prstGeom>
          <a:noFill/>
        </p:spPr>
        <p:txBody>
          <a:bodyPr wrap="none" rtlCol="0">
            <a:spAutoFit/>
          </a:bodyPr>
          <a:lstStyle/>
          <a:p>
            <a:pPr algn="ctr"/>
            <a:r>
              <a:rPr kumimoji="1" lang="en-US" altLang="ja-JP" sz="1400" b="1" dirty="0">
                <a:solidFill>
                  <a:schemeClr val="bg1">
                    <a:lumMod val="95000"/>
                  </a:schemeClr>
                </a:solidFill>
                <a:latin typeface="BIZ UDP明朝 Medium" panose="02020500000000000000" pitchFamily="18" charset="-128"/>
                <a:ea typeface="BIZ UDP明朝 Medium" panose="02020500000000000000" pitchFamily="18" charset="-128"/>
              </a:rPr>
              <a:t>TRUN</a:t>
            </a:r>
            <a:r>
              <a:rPr kumimoji="1" lang="en-US" altLang="ja-JP" b="1" dirty="0">
                <a:solidFill>
                  <a:schemeClr val="bg1">
                    <a:lumMod val="95000"/>
                  </a:schemeClr>
                </a:solidFill>
                <a:latin typeface="BIZ UDP明朝 Medium" panose="02020500000000000000" pitchFamily="18" charset="-128"/>
                <a:ea typeface="BIZ UDP明朝 Medium" panose="02020500000000000000" pitchFamily="18" charset="-128"/>
              </a:rPr>
              <a:t>0</a:t>
            </a:r>
            <a:endParaRPr kumimoji="1" lang="ja-JP" altLang="en-US"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4" name="楕円 3">
            <a:extLst>
              <a:ext uri="{FF2B5EF4-FFF2-40B4-BE49-F238E27FC236}">
                <a16:creationId xmlns:a16="http://schemas.microsoft.com/office/drawing/2014/main" id="{FCAD265B-07CC-F795-449F-363B1608D6D6}"/>
              </a:ext>
            </a:extLst>
          </p:cNvPr>
          <p:cNvSpPr/>
          <p:nvPr/>
        </p:nvSpPr>
        <p:spPr>
          <a:xfrm>
            <a:off x="723599" y="873194"/>
            <a:ext cx="3268235" cy="5093731"/>
          </a:xfrm>
          <a:prstGeom prst="ellipse">
            <a:avLst/>
          </a:prstGeom>
          <a:effectLst>
            <a:glow rad="165100">
              <a:srgbClr val="CC66FF">
                <a:alpha val="40000"/>
              </a:srgbClr>
            </a:glow>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6600" dirty="0">
                <a:latin typeface="BIZ UDP明朝 Medium" panose="02020500000000000000" pitchFamily="18" charset="-128"/>
                <a:ea typeface="BIZ UDP明朝 Medium" panose="02020500000000000000" pitchFamily="18" charset="-128"/>
              </a:rPr>
              <a:t>キャラ</a:t>
            </a:r>
          </a:p>
        </p:txBody>
      </p:sp>
      <p:grpSp>
        <p:nvGrpSpPr>
          <p:cNvPr id="11" name="グループ化 10">
            <a:extLst>
              <a:ext uri="{FF2B5EF4-FFF2-40B4-BE49-F238E27FC236}">
                <a16:creationId xmlns:a16="http://schemas.microsoft.com/office/drawing/2014/main" id="{DCA90CDB-04B7-D50F-351E-D5919338AFFC}"/>
              </a:ext>
            </a:extLst>
          </p:cNvPr>
          <p:cNvGrpSpPr/>
          <p:nvPr/>
        </p:nvGrpSpPr>
        <p:grpSpPr>
          <a:xfrm>
            <a:off x="6856238" y="3119532"/>
            <a:ext cx="1105960" cy="603477"/>
            <a:chOff x="4042268" y="3128766"/>
            <a:chExt cx="1105960" cy="603477"/>
          </a:xfrm>
        </p:grpSpPr>
        <p:grpSp>
          <p:nvGrpSpPr>
            <p:cNvPr id="23" name="グループ化 22">
              <a:extLst>
                <a:ext uri="{FF2B5EF4-FFF2-40B4-BE49-F238E27FC236}">
                  <a16:creationId xmlns:a16="http://schemas.microsoft.com/office/drawing/2014/main" id="{81E7784A-4099-3152-0943-A5A288562C69}"/>
                </a:ext>
              </a:extLst>
            </p:cNvPr>
            <p:cNvGrpSpPr/>
            <p:nvPr/>
          </p:nvGrpSpPr>
          <p:grpSpPr>
            <a:xfrm>
              <a:off x="4042268" y="3455269"/>
              <a:ext cx="1105960" cy="276974"/>
              <a:chOff x="4472987" y="4320075"/>
              <a:chExt cx="1403336" cy="351448"/>
            </a:xfrm>
          </p:grpSpPr>
          <p:sp>
            <p:nvSpPr>
              <p:cNvPr id="79" name="四角形: 角を丸くする 78">
                <a:extLst>
                  <a:ext uri="{FF2B5EF4-FFF2-40B4-BE49-F238E27FC236}">
                    <a16:creationId xmlns:a16="http://schemas.microsoft.com/office/drawing/2014/main" id="{83A7453C-8AA5-39D8-9F09-59B750BA4B34}"/>
                  </a:ext>
                </a:extLst>
              </p:cNvPr>
              <p:cNvSpPr/>
              <p:nvPr/>
            </p:nvSpPr>
            <p:spPr>
              <a:xfrm>
                <a:off x="4472987" y="4320075"/>
                <a:ext cx="1403336" cy="351448"/>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EP</a:t>
                </a:r>
                <a:endParaRPr kumimoji="1" lang="ja-JP" altLang="en-US" sz="1100" dirty="0">
                  <a:latin typeface="BIZ UDP明朝 Medium" panose="02020500000000000000" pitchFamily="18" charset="-128"/>
                  <a:ea typeface="BIZ UDP明朝 Medium" panose="02020500000000000000" pitchFamily="18" charset="-128"/>
                </a:endParaRPr>
              </a:p>
            </p:txBody>
          </p:sp>
          <p:sp>
            <p:nvSpPr>
              <p:cNvPr id="88" name="ハート 87">
                <a:extLst>
                  <a:ext uri="{FF2B5EF4-FFF2-40B4-BE49-F238E27FC236}">
                    <a16:creationId xmlns:a16="http://schemas.microsoft.com/office/drawing/2014/main" id="{C882D906-E969-686F-FAA0-8FD2B9588F3C}"/>
                  </a:ext>
                </a:extLst>
              </p:cNvPr>
              <p:cNvSpPr/>
              <p:nvPr/>
            </p:nvSpPr>
            <p:spPr>
              <a:xfrm>
                <a:off x="4906377" y="4355061"/>
                <a:ext cx="284063" cy="284063"/>
              </a:xfrm>
              <a:prstGeom prst="heart">
                <a:avLst/>
              </a:prstGeom>
              <a:solidFill>
                <a:srgbClr val="CC66FF"/>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92" name="ハート 91">
                <a:extLst>
                  <a:ext uri="{FF2B5EF4-FFF2-40B4-BE49-F238E27FC236}">
                    <a16:creationId xmlns:a16="http://schemas.microsoft.com/office/drawing/2014/main" id="{8C2B1C14-2F35-3AD1-508C-5F26F571638C}"/>
                  </a:ext>
                </a:extLst>
              </p:cNvPr>
              <p:cNvSpPr/>
              <p:nvPr/>
            </p:nvSpPr>
            <p:spPr>
              <a:xfrm>
                <a:off x="5211153" y="4355061"/>
                <a:ext cx="284063" cy="284063"/>
              </a:xfrm>
              <a:prstGeom prst="heart">
                <a:avLst/>
              </a:prstGeom>
              <a:solidFill>
                <a:srgbClr val="CC66FF"/>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a:p>
            </p:txBody>
          </p:sp>
          <p:sp>
            <p:nvSpPr>
              <p:cNvPr id="93" name="ハート 92">
                <a:extLst>
                  <a:ext uri="{FF2B5EF4-FFF2-40B4-BE49-F238E27FC236}">
                    <a16:creationId xmlns:a16="http://schemas.microsoft.com/office/drawing/2014/main" id="{20642751-FF07-595C-A79F-FD79EC0AD6F2}"/>
                  </a:ext>
                </a:extLst>
              </p:cNvPr>
              <p:cNvSpPr/>
              <p:nvPr/>
            </p:nvSpPr>
            <p:spPr>
              <a:xfrm>
                <a:off x="5512586" y="4355061"/>
                <a:ext cx="284063" cy="284063"/>
              </a:xfrm>
              <a:prstGeom prst="heart">
                <a:avLst/>
              </a:prstGeom>
              <a:solidFill>
                <a:srgbClr val="CC66FF"/>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a:p>
            </p:txBody>
          </p:sp>
        </p:grpSp>
        <p:grpSp>
          <p:nvGrpSpPr>
            <p:cNvPr id="24" name="グループ化 23">
              <a:extLst>
                <a:ext uri="{FF2B5EF4-FFF2-40B4-BE49-F238E27FC236}">
                  <a16:creationId xmlns:a16="http://schemas.microsoft.com/office/drawing/2014/main" id="{2738B3C6-6371-CF85-B8F6-0EE15F8538E9}"/>
                </a:ext>
              </a:extLst>
            </p:cNvPr>
            <p:cNvGrpSpPr/>
            <p:nvPr/>
          </p:nvGrpSpPr>
          <p:grpSpPr>
            <a:xfrm>
              <a:off x="4042268" y="3128766"/>
              <a:ext cx="1105960" cy="276974"/>
              <a:chOff x="4194668" y="3607669"/>
              <a:chExt cx="1105960" cy="276974"/>
            </a:xfrm>
          </p:grpSpPr>
          <p:sp>
            <p:nvSpPr>
              <p:cNvPr id="25" name="四角形: 角を丸くする 24">
                <a:extLst>
                  <a:ext uri="{FF2B5EF4-FFF2-40B4-BE49-F238E27FC236}">
                    <a16:creationId xmlns:a16="http://schemas.microsoft.com/office/drawing/2014/main" id="{D0F5C02E-7C4D-BF8D-0291-62F36335BD8F}"/>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43" name="図 42">
                <a:extLst>
                  <a:ext uri="{FF2B5EF4-FFF2-40B4-BE49-F238E27FC236}">
                    <a16:creationId xmlns:a16="http://schemas.microsoft.com/office/drawing/2014/main" id="{4BFBD8A6-D4D6-F438-86ED-BB78FA7772D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558908" y="3675156"/>
                <a:ext cx="687006" cy="151498"/>
              </a:xfrm>
              <a:prstGeom prst="rect">
                <a:avLst/>
              </a:prstGeom>
            </p:spPr>
          </p:pic>
        </p:grpSp>
      </p:grpSp>
      <p:grpSp>
        <p:nvGrpSpPr>
          <p:cNvPr id="94" name="グループ化 93">
            <a:extLst>
              <a:ext uri="{FF2B5EF4-FFF2-40B4-BE49-F238E27FC236}">
                <a16:creationId xmlns:a16="http://schemas.microsoft.com/office/drawing/2014/main" id="{EF8B2F8E-AF01-54B8-6250-F3E5B1B3308A}"/>
              </a:ext>
            </a:extLst>
          </p:cNvPr>
          <p:cNvGrpSpPr/>
          <p:nvPr/>
        </p:nvGrpSpPr>
        <p:grpSpPr>
          <a:xfrm>
            <a:off x="6856238" y="3858779"/>
            <a:ext cx="1105960" cy="603477"/>
            <a:chOff x="4042268" y="3128766"/>
            <a:chExt cx="1105960" cy="603477"/>
          </a:xfrm>
        </p:grpSpPr>
        <p:grpSp>
          <p:nvGrpSpPr>
            <p:cNvPr id="95" name="グループ化 94">
              <a:extLst>
                <a:ext uri="{FF2B5EF4-FFF2-40B4-BE49-F238E27FC236}">
                  <a16:creationId xmlns:a16="http://schemas.microsoft.com/office/drawing/2014/main" id="{B06A006F-0396-BB87-F296-426C03EA9851}"/>
                </a:ext>
              </a:extLst>
            </p:cNvPr>
            <p:cNvGrpSpPr/>
            <p:nvPr/>
          </p:nvGrpSpPr>
          <p:grpSpPr>
            <a:xfrm>
              <a:off x="4042268" y="3455269"/>
              <a:ext cx="1105960" cy="276974"/>
              <a:chOff x="4472987" y="4320075"/>
              <a:chExt cx="1403336" cy="351448"/>
            </a:xfrm>
          </p:grpSpPr>
          <p:sp>
            <p:nvSpPr>
              <p:cNvPr id="99" name="四角形: 角を丸くする 98">
                <a:extLst>
                  <a:ext uri="{FF2B5EF4-FFF2-40B4-BE49-F238E27FC236}">
                    <a16:creationId xmlns:a16="http://schemas.microsoft.com/office/drawing/2014/main" id="{38AAD5DA-9E71-CBE5-5B0A-798E6CE23893}"/>
                  </a:ext>
                </a:extLst>
              </p:cNvPr>
              <p:cNvSpPr/>
              <p:nvPr/>
            </p:nvSpPr>
            <p:spPr>
              <a:xfrm>
                <a:off x="4472987" y="4320075"/>
                <a:ext cx="1403336" cy="351448"/>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EP</a:t>
                </a:r>
                <a:endParaRPr kumimoji="1" lang="ja-JP" altLang="en-US" sz="1100" dirty="0">
                  <a:latin typeface="BIZ UDP明朝 Medium" panose="02020500000000000000" pitchFamily="18" charset="-128"/>
                  <a:ea typeface="BIZ UDP明朝 Medium" panose="02020500000000000000" pitchFamily="18" charset="-128"/>
                </a:endParaRPr>
              </a:p>
            </p:txBody>
          </p:sp>
          <p:sp>
            <p:nvSpPr>
              <p:cNvPr id="100" name="ハート 99">
                <a:extLst>
                  <a:ext uri="{FF2B5EF4-FFF2-40B4-BE49-F238E27FC236}">
                    <a16:creationId xmlns:a16="http://schemas.microsoft.com/office/drawing/2014/main" id="{E000CECC-2C59-85FF-5CEC-9F20E125A5A5}"/>
                  </a:ext>
                </a:extLst>
              </p:cNvPr>
              <p:cNvSpPr/>
              <p:nvPr/>
            </p:nvSpPr>
            <p:spPr>
              <a:xfrm>
                <a:off x="4906377" y="4355061"/>
                <a:ext cx="284063" cy="284063"/>
              </a:xfrm>
              <a:prstGeom prst="heart">
                <a:avLst/>
              </a:prstGeom>
              <a:solidFill>
                <a:srgbClr val="CC66FF"/>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106" name="ハート 105">
                <a:extLst>
                  <a:ext uri="{FF2B5EF4-FFF2-40B4-BE49-F238E27FC236}">
                    <a16:creationId xmlns:a16="http://schemas.microsoft.com/office/drawing/2014/main" id="{E2FA764D-9B34-4A61-F371-50D9EFBCFD79}"/>
                  </a:ext>
                </a:extLst>
              </p:cNvPr>
              <p:cNvSpPr/>
              <p:nvPr/>
            </p:nvSpPr>
            <p:spPr>
              <a:xfrm>
                <a:off x="5211153" y="4355061"/>
                <a:ext cx="284063" cy="284063"/>
              </a:xfrm>
              <a:prstGeom prst="heart">
                <a:avLst/>
              </a:prstGeom>
              <a:solidFill>
                <a:srgbClr val="CC66FF"/>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a:p>
            </p:txBody>
          </p:sp>
          <p:sp>
            <p:nvSpPr>
              <p:cNvPr id="107" name="ハート 106">
                <a:extLst>
                  <a:ext uri="{FF2B5EF4-FFF2-40B4-BE49-F238E27FC236}">
                    <a16:creationId xmlns:a16="http://schemas.microsoft.com/office/drawing/2014/main" id="{CE47F922-53E1-6E1C-3EC6-C9E80E496ED9}"/>
                  </a:ext>
                </a:extLst>
              </p:cNvPr>
              <p:cNvSpPr/>
              <p:nvPr/>
            </p:nvSpPr>
            <p:spPr>
              <a:xfrm>
                <a:off x="5512586" y="4355061"/>
                <a:ext cx="284063" cy="284063"/>
              </a:xfrm>
              <a:prstGeom prst="heart">
                <a:avLst/>
              </a:prstGeom>
              <a:solidFill>
                <a:srgbClr val="CC66FF"/>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a:p>
            </p:txBody>
          </p:sp>
        </p:grpSp>
        <p:grpSp>
          <p:nvGrpSpPr>
            <p:cNvPr id="96" name="グループ化 95">
              <a:extLst>
                <a:ext uri="{FF2B5EF4-FFF2-40B4-BE49-F238E27FC236}">
                  <a16:creationId xmlns:a16="http://schemas.microsoft.com/office/drawing/2014/main" id="{101D90CF-44E3-5C9D-06DF-0E830E5301B2}"/>
                </a:ext>
              </a:extLst>
            </p:cNvPr>
            <p:cNvGrpSpPr/>
            <p:nvPr/>
          </p:nvGrpSpPr>
          <p:grpSpPr>
            <a:xfrm>
              <a:off x="4042268" y="3128766"/>
              <a:ext cx="1105960" cy="276974"/>
              <a:chOff x="4194668" y="3607669"/>
              <a:chExt cx="1105960" cy="276974"/>
            </a:xfrm>
          </p:grpSpPr>
          <p:sp>
            <p:nvSpPr>
              <p:cNvPr id="97" name="四角形: 角を丸くする 96">
                <a:extLst>
                  <a:ext uri="{FF2B5EF4-FFF2-40B4-BE49-F238E27FC236}">
                    <a16:creationId xmlns:a16="http://schemas.microsoft.com/office/drawing/2014/main" id="{CA2828BA-8595-620E-8597-AE9648EBFEF3}"/>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98" name="図 97">
                <a:extLst>
                  <a:ext uri="{FF2B5EF4-FFF2-40B4-BE49-F238E27FC236}">
                    <a16:creationId xmlns:a16="http://schemas.microsoft.com/office/drawing/2014/main" id="{2D9AA9EC-1717-A322-FBDF-0BFF91C2944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558908" y="3675156"/>
                <a:ext cx="687006" cy="151498"/>
              </a:xfrm>
              <a:prstGeom prst="rect">
                <a:avLst/>
              </a:prstGeom>
            </p:spPr>
          </p:pic>
        </p:grpSp>
      </p:grpSp>
      <p:grpSp>
        <p:nvGrpSpPr>
          <p:cNvPr id="108" name="グループ化 107">
            <a:extLst>
              <a:ext uri="{FF2B5EF4-FFF2-40B4-BE49-F238E27FC236}">
                <a16:creationId xmlns:a16="http://schemas.microsoft.com/office/drawing/2014/main" id="{7A1F2E5F-7A7E-6AA8-08FA-1E4B6692B0B8}"/>
              </a:ext>
            </a:extLst>
          </p:cNvPr>
          <p:cNvGrpSpPr/>
          <p:nvPr/>
        </p:nvGrpSpPr>
        <p:grpSpPr>
          <a:xfrm>
            <a:off x="6856238" y="4598026"/>
            <a:ext cx="1105960" cy="603477"/>
            <a:chOff x="4042268" y="3128766"/>
            <a:chExt cx="1105960" cy="603477"/>
          </a:xfrm>
        </p:grpSpPr>
        <p:grpSp>
          <p:nvGrpSpPr>
            <p:cNvPr id="109" name="グループ化 108">
              <a:extLst>
                <a:ext uri="{FF2B5EF4-FFF2-40B4-BE49-F238E27FC236}">
                  <a16:creationId xmlns:a16="http://schemas.microsoft.com/office/drawing/2014/main" id="{DEB83DDA-20F4-30B9-1E96-45E0ABD00DDD}"/>
                </a:ext>
              </a:extLst>
            </p:cNvPr>
            <p:cNvGrpSpPr/>
            <p:nvPr/>
          </p:nvGrpSpPr>
          <p:grpSpPr>
            <a:xfrm>
              <a:off x="4042268" y="3455269"/>
              <a:ext cx="1105960" cy="276974"/>
              <a:chOff x="4472987" y="4320075"/>
              <a:chExt cx="1403336" cy="351448"/>
            </a:xfrm>
          </p:grpSpPr>
          <p:sp>
            <p:nvSpPr>
              <p:cNvPr id="114" name="四角形: 角を丸くする 113">
                <a:extLst>
                  <a:ext uri="{FF2B5EF4-FFF2-40B4-BE49-F238E27FC236}">
                    <a16:creationId xmlns:a16="http://schemas.microsoft.com/office/drawing/2014/main" id="{A5076C6C-DF65-F74B-F6AF-7855F7E95F1E}"/>
                  </a:ext>
                </a:extLst>
              </p:cNvPr>
              <p:cNvSpPr/>
              <p:nvPr/>
            </p:nvSpPr>
            <p:spPr>
              <a:xfrm>
                <a:off x="4472987" y="4320075"/>
                <a:ext cx="1403336" cy="351448"/>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EP</a:t>
                </a:r>
                <a:endParaRPr kumimoji="1" lang="ja-JP" altLang="en-US" sz="1100" dirty="0">
                  <a:latin typeface="BIZ UDP明朝 Medium" panose="02020500000000000000" pitchFamily="18" charset="-128"/>
                  <a:ea typeface="BIZ UDP明朝 Medium" panose="02020500000000000000" pitchFamily="18" charset="-128"/>
                </a:endParaRPr>
              </a:p>
            </p:txBody>
          </p:sp>
          <p:sp>
            <p:nvSpPr>
              <p:cNvPr id="115" name="ハート 114">
                <a:extLst>
                  <a:ext uri="{FF2B5EF4-FFF2-40B4-BE49-F238E27FC236}">
                    <a16:creationId xmlns:a16="http://schemas.microsoft.com/office/drawing/2014/main" id="{3BE43BC3-13E5-ADD3-FFC5-C2EBEA2B0E57}"/>
                  </a:ext>
                </a:extLst>
              </p:cNvPr>
              <p:cNvSpPr/>
              <p:nvPr/>
            </p:nvSpPr>
            <p:spPr>
              <a:xfrm>
                <a:off x="4906377" y="4355061"/>
                <a:ext cx="284063" cy="284063"/>
              </a:xfrm>
              <a:prstGeom prst="heart">
                <a:avLst/>
              </a:prstGeom>
              <a:solidFill>
                <a:srgbClr val="CC66FF"/>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116" name="ハート 115">
                <a:extLst>
                  <a:ext uri="{FF2B5EF4-FFF2-40B4-BE49-F238E27FC236}">
                    <a16:creationId xmlns:a16="http://schemas.microsoft.com/office/drawing/2014/main" id="{0DF90794-D678-C5D9-E4DF-A17E48D5A969}"/>
                  </a:ext>
                </a:extLst>
              </p:cNvPr>
              <p:cNvSpPr/>
              <p:nvPr/>
            </p:nvSpPr>
            <p:spPr>
              <a:xfrm>
                <a:off x="5211153" y="4355061"/>
                <a:ext cx="284063" cy="284063"/>
              </a:xfrm>
              <a:prstGeom prst="heart">
                <a:avLst/>
              </a:prstGeom>
              <a:solidFill>
                <a:srgbClr val="CC66FF"/>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a:p>
            </p:txBody>
          </p:sp>
          <p:sp>
            <p:nvSpPr>
              <p:cNvPr id="117" name="ハート 116">
                <a:extLst>
                  <a:ext uri="{FF2B5EF4-FFF2-40B4-BE49-F238E27FC236}">
                    <a16:creationId xmlns:a16="http://schemas.microsoft.com/office/drawing/2014/main" id="{302EFF1D-441E-CB16-3598-D283B26EBC0D}"/>
                  </a:ext>
                </a:extLst>
              </p:cNvPr>
              <p:cNvSpPr/>
              <p:nvPr/>
            </p:nvSpPr>
            <p:spPr>
              <a:xfrm>
                <a:off x="5512586" y="4355061"/>
                <a:ext cx="284063" cy="284063"/>
              </a:xfrm>
              <a:prstGeom prst="heart">
                <a:avLst/>
              </a:prstGeom>
              <a:solidFill>
                <a:srgbClr val="CC66FF"/>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a:p>
            </p:txBody>
          </p:sp>
        </p:grpSp>
        <p:grpSp>
          <p:nvGrpSpPr>
            <p:cNvPr id="110" name="グループ化 109">
              <a:extLst>
                <a:ext uri="{FF2B5EF4-FFF2-40B4-BE49-F238E27FC236}">
                  <a16:creationId xmlns:a16="http://schemas.microsoft.com/office/drawing/2014/main" id="{2B6D1E75-9B07-44CC-6D45-C46D5F11E5E1}"/>
                </a:ext>
              </a:extLst>
            </p:cNvPr>
            <p:cNvGrpSpPr/>
            <p:nvPr/>
          </p:nvGrpSpPr>
          <p:grpSpPr>
            <a:xfrm>
              <a:off x="4042268" y="3128766"/>
              <a:ext cx="1105960" cy="276974"/>
              <a:chOff x="4194668" y="3607669"/>
              <a:chExt cx="1105960" cy="276974"/>
            </a:xfrm>
          </p:grpSpPr>
          <p:sp>
            <p:nvSpPr>
              <p:cNvPr id="111" name="四角形: 角を丸くする 110">
                <a:extLst>
                  <a:ext uri="{FF2B5EF4-FFF2-40B4-BE49-F238E27FC236}">
                    <a16:creationId xmlns:a16="http://schemas.microsoft.com/office/drawing/2014/main" id="{84BE6BDB-D5B6-37AE-B03D-8D59588EE091}"/>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13" name="図 112">
                <a:extLst>
                  <a:ext uri="{FF2B5EF4-FFF2-40B4-BE49-F238E27FC236}">
                    <a16:creationId xmlns:a16="http://schemas.microsoft.com/office/drawing/2014/main" id="{30932727-BA6D-369D-7526-32F5284ACE6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558908" y="3675156"/>
                <a:ext cx="687006" cy="151498"/>
              </a:xfrm>
              <a:prstGeom prst="rect">
                <a:avLst/>
              </a:prstGeom>
            </p:spPr>
          </p:pic>
        </p:grpSp>
      </p:grpSp>
      <p:pic>
        <p:nvPicPr>
          <p:cNvPr id="119" name="図 118">
            <a:extLst>
              <a:ext uri="{FF2B5EF4-FFF2-40B4-BE49-F238E27FC236}">
                <a16:creationId xmlns:a16="http://schemas.microsoft.com/office/drawing/2014/main" id="{68DB7CD1-9CD8-A21D-36CC-C7256348B82A}"/>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flipV="1">
            <a:off x="7625953" y="3919536"/>
            <a:ext cx="285750" cy="158595"/>
          </a:xfrm>
          <a:prstGeom prst="rect">
            <a:avLst/>
          </a:prstGeom>
        </p:spPr>
      </p:pic>
      <p:pic>
        <p:nvPicPr>
          <p:cNvPr id="121" name="図 120">
            <a:extLst>
              <a:ext uri="{FF2B5EF4-FFF2-40B4-BE49-F238E27FC236}">
                <a16:creationId xmlns:a16="http://schemas.microsoft.com/office/drawing/2014/main" id="{E3833A36-A44D-ECA3-FE26-20CCF80D966A}"/>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flipV="1">
            <a:off x="7625953" y="3188659"/>
            <a:ext cx="285750" cy="158595"/>
          </a:xfrm>
          <a:prstGeom prst="rect">
            <a:avLst/>
          </a:prstGeom>
        </p:spPr>
      </p:pic>
      <p:pic>
        <p:nvPicPr>
          <p:cNvPr id="122" name="図 121">
            <a:extLst>
              <a:ext uri="{FF2B5EF4-FFF2-40B4-BE49-F238E27FC236}">
                <a16:creationId xmlns:a16="http://schemas.microsoft.com/office/drawing/2014/main" id="{11B9E85B-6727-4AF9-9C6B-F5B6DE71E9FF}"/>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flipV="1">
            <a:off x="7636176" y="4667129"/>
            <a:ext cx="285750" cy="158595"/>
          </a:xfrm>
          <a:prstGeom prst="rect">
            <a:avLst/>
          </a:prstGeom>
        </p:spPr>
      </p:pic>
      <p:pic>
        <p:nvPicPr>
          <p:cNvPr id="131" name="図 130">
            <a:extLst>
              <a:ext uri="{FF2B5EF4-FFF2-40B4-BE49-F238E27FC236}">
                <a16:creationId xmlns:a16="http://schemas.microsoft.com/office/drawing/2014/main" id="{C1313F90-E36F-526B-E816-BD05096C2094}"/>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036210" y="2985048"/>
            <a:ext cx="1063687" cy="797765"/>
          </a:xfrm>
          <a:prstGeom prst="rect">
            <a:avLst/>
          </a:prstGeom>
        </p:spPr>
      </p:pic>
      <p:pic>
        <p:nvPicPr>
          <p:cNvPr id="132" name="図 131">
            <a:extLst>
              <a:ext uri="{FF2B5EF4-FFF2-40B4-BE49-F238E27FC236}">
                <a16:creationId xmlns:a16="http://schemas.microsoft.com/office/drawing/2014/main" id="{BF576646-E3CF-F815-7137-F50F77DD920D}"/>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036209" y="3782813"/>
            <a:ext cx="1063687" cy="797765"/>
          </a:xfrm>
          <a:prstGeom prst="rect">
            <a:avLst/>
          </a:prstGeom>
        </p:spPr>
      </p:pic>
      <p:pic>
        <p:nvPicPr>
          <p:cNvPr id="133" name="図 132">
            <a:extLst>
              <a:ext uri="{FF2B5EF4-FFF2-40B4-BE49-F238E27FC236}">
                <a16:creationId xmlns:a16="http://schemas.microsoft.com/office/drawing/2014/main" id="{35B32C0A-DBDF-FACF-3218-4CBF2156CA78}"/>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044653" y="4514268"/>
            <a:ext cx="1063687" cy="797765"/>
          </a:xfrm>
          <a:prstGeom prst="rect">
            <a:avLst/>
          </a:prstGeom>
        </p:spPr>
      </p:pic>
      <p:grpSp>
        <p:nvGrpSpPr>
          <p:cNvPr id="180" name="グループ化 179">
            <a:extLst>
              <a:ext uri="{FF2B5EF4-FFF2-40B4-BE49-F238E27FC236}">
                <a16:creationId xmlns:a16="http://schemas.microsoft.com/office/drawing/2014/main" id="{5B178903-814E-20C4-152B-045CBD631C74}"/>
              </a:ext>
            </a:extLst>
          </p:cNvPr>
          <p:cNvGrpSpPr/>
          <p:nvPr/>
        </p:nvGrpSpPr>
        <p:grpSpPr>
          <a:xfrm>
            <a:off x="2209889" y="4943475"/>
            <a:ext cx="4022675" cy="999461"/>
            <a:chOff x="2209889" y="4943475"/>
            <a:chExt cx="4022675" cy="999461"/>
          </a:xfrm>
        </p:grpSpPr>
        <p:sp>
          <p:nvSpPr>
            <p:cNvPr id="158" name="四角形: 角を丸くする 157">
              <a:extLst>
                <a:ext uri="{FF2B5EF4-FFF2-40B4-BE49-F238E27FC236}">
                  <a16:creationId xmlns:a16="http://schemas.microsoft.com/office/drawing/2014/main" id="{47968096-D8F3-BEF3-1669-D8A6A750B168}"/>
                </a:ext>
              </a:extLst>
            </p:cNvPr>
            <p:cNvSpPr/>
            <p:nvPr/>
          </p:nvSpPr>
          <p:spPr>
            <a:xfrm>
              <a:off x="2209889" y="4943475"/>
              <a:ext cx="4022675" cy="999461"/>
            </a:xfrm>
            <a:prstGeom prst="roundRect">
              <a:avLst/>
            </a:prstGeom>
            <a:ln>
              <a:solidFill>
                <a:srgbClr val="CC66FF"/>
              </a:solidFill>
            </a:ln>
          </p:spPr>
          <p:style>
            <a:lnRef idx="2">
              <a:schemeClr val="dk1">
                <a:shade val="15000"/>
              </a:schemeClr>
            </a:lnRef>
            <a:fillRef idx="1">
              <a:schemeClr val="dk1"/>
            </a:fillRef>
            <a:effectRef idx="0">
              <a:schemeClr val="dk1"/>
            </a:effectRef>
            <a:fontRef idx="minor">
              <a:schemeClr val="lt1"/>
            </a:fontRef>
          </p:style>
          <p:txBody>
            <a:bodyPr rtlCol="0" anchor="ctr"/>
            <a:lstStyle/>
            <a:p>
              <a:endParaRPr kumimoji="1" lang="ja-JP" altLang="en-US" sz="2800" dirty="0">
                <a:latin typeface="BIZ UDP明朝 Medium" panose="02020500000000000000" pitchFamily="18" charset="-128"/>
                <a:ea typeface="BIZ UDP明朝 Medium" panose="02020500000000000000" pitchFamily="18" charset="-128"/>
              </a:endParaRPr>
            </a:p>
          </p:txBody>
        </p:sp>
        <p:sp>
          <p:nvSpPr>
            <p:cNvPr id="160" name="テキスト ボックス 159">
              <a:extLst>
                <a:ext uri="{FF2B5EF4-FFF2-40B4-BE49-F238E27FC236}">
                  <a16:creationId xmlns:a16="http://schemas.microsoft.com/office/drawing/2014/main" id="{6A8BD698-667A-3C50-418F-32ED5B24C8F2}"/>
                </a:ext>
              </a:extLst>
            </p:cNvPr>
            <p:cNvSpPr txBox="1"/>
            <p:nvPr/>
          </p:nvSpPr>
          <p:spPr>
            <a:xfrm>
              <a:off x="2341393" y="5180704"/>
              <a:ext cx="2015331" cy="523220"/>
            </a:xfrm>
            <a:prstGeom prst="rect">
              <a:avLst/>
            </a:prstGeom>
            <a:noFill/>
          </p:spPr>
          <p:txBody>
            <a:bodyPr wrap="square">
              <a:spAutoFit/>
            </a:bodyPr>
            <a:lstStyle/>
            <a:p>
              <a:r>
                <a:rPr kumimoji="1" lang="ja-JP" altLang="en-US" sz="2800" dirty="0">
                  <a:solidFill>
                    <a:srgbClr val="CC66FF"/>
                  </a:solidFill>
                  <a:latin typeface="BIZ UDP明朝 Medium" panose="02020500000000000000" pitchFamily="18" charset="-128"/>
                  <a:ea typeface="BIZ UDP明朝 Medium" panose="02020500000000000000" pitchFamily="18" charset="-128"/>
                </a:rPr>
                <a:t>スキル</a:t>
              </a:r>
            </a:p>
          </p:txBody>
        </p:sp>
        <p:sp>
          <p:nvSpPr>
            <p:cNvPr id="161" name="テキスト ボックス 160">
              <a:extLst>
                <a:ext uri="{FF2B5EF4-FFF2-40B4-BE49-F238E27FC236}">
                  <a16:creationId xmlns:a16="http://schemas.microsoft.com/office/drawing/2014/main" id="{09E95A21-C9AF-2060-25F8-7EAB0F42893D}"/>
                </a:ext>
              </a:extLst>
            </p:cNvPr>
            <p:cNvSpPr txBox="1"/>
            <p:nvPr/>
          </p:nvSpPr>
          <p:spPr>
            <a:xfrm>
              <a:off x="3655825" y="5242259"/>
              <a:ext cx="2385589" cy="400110"/>
            </a:xfrm>
            <a:prstGeom prst="rect">
              <a:avLst/>
            </a:prstGeom>
            <a:noFill/>
          </p:spPr>
          <p:txBody>
            <a:bodyPr wrap="none" rtlCol="0">
              <a:spAutoFit/>
            </a:bodyPr>
            <a:lstStyle/>
            <a:p>
              <a:r>
                <a:rPr kumimoji="1" lang="ja-JP" altLang="en-US" sz="2000" b="1" dirty="0">
                  <a:solidFill>
                    <a:schemeClr val="bg1">
                      <a:lumMod val="95000"/>
                    </a:schemeClr>
                  </a:solidFill>
                  <a:latin typeface="BIZ UDP明朝 Medium" panose="02020500000000000000" pitchFamily="18" charset="-128"/>
                  <a:ea typeface="BIZ UDP明朝 Medium" panose="02020500000000000000" pitchFamily="18" charset="-128"/>
                </a:rPr>
                <a:t>敵</a:t>
              </a:r>
              <a:r>
                <a:rPr kumimoji="1" lang="en-US" altLang="ja-JP" sz="2000" b="1" dirty="0">
                  <a:solidFill>
                    <a:schemeClr val="bg1">
                      <a:lumMod val="95000"/>
                    </a:schemeClr>
                  </a:solidFill>
                  <a:latin typeface="BIZ UDP明朝 Medium" panose="02020500000000000000" pitchFamily="18" charset="-128"/>
                  <a:ea typeface="BIZ UDP明朝 Medium" panose="02020500000000000000" pitchFamily="18" charset="-128"/>
                </a:rPr>
                <a:t>3</a:t>
              </a:r>
              <a:r>
                <a:rPr kumimoji="1" lang="ja-JP" altLang="en-US" sz="2000" b="1" dirty="0">
                  <a:solidFill>
                    <a:schemeClr val="bg1">
                      <a:lumMod val="95000"/>
                    </a:schemeClr>
                  </a:solidFill>
                  <a:latin typeface="BIZ UDP明朝 Medium" panose="02020500000000000000" pitchFamily="18" charset="-128"/>
                  <a:ea typeface="BIZ UDP明朝 Medium" panose="02020500000000000000" pitchFamily="18" charset="-128"/>
                </a:rPr>
                <a:t>体に中威力攻撃</a:t>
              </a:r>
            </a:p>
          </p:txBody>
        </p:sp>
      </p:grpSp>
      <p:pic>
        <p:nvPicPr>
          <p:cNvPr id="177" name="図 176">
            <a:extLst>
              <a:ext uri="{FF2B5EF4-FFF2-40B4-BE49-F238E27FC236}">
                <a16:creationId xmlns:a16="http://schemas.microsoft.com/office/drawing/2014/main" id="{1848A6EB-E061-90E0-6D28-A35ED8226FB7}"/>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7321683" y="2577742"/>
            <a:ext cx="4179971" cy="3134978"/>
          </a:xfrm>
          <a:prstGeom prst="rect">
            <a:avLst/>
          </a:prstGeom>
        </p:spPr>
      </p:pic>
    </p:spTree>
    <p:extLst>
      <p:ext uri="{BB962C8B-B14F-4D97-AF65-F5344CB8AC3E}">
        <p14:creationId xmlns:p14="http://schemas.microsoft.com/office/powerpoint/2010/main" val="1854670877"/>
      </p:ext>
    </p:extLst>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E5FE51-9D7D-F82F-8CDF-85B4C66867FA}"/>
            </a:ext>
          </a:extLst>
        </p:cNvPr>
        <p:cNvGrpSpPr/>
        <p:nvPr/>
      </p:nvGrpSpPr>
      <p:grpSpPr>
        <a:xfrm>
          <a:off x="0" y="0"/>
          <a:ext cx="0" cy="0"/>
          <a:chOff x="0" y="0"/>
          <a:chExt cx="0" cy="0"/>
        </a:xfrm>
      </p:grpSpPr>
      <p:sp>
        <p:nvSpPr>
          <p:cNvPr id="81" name="楕円 80">
            <a:extLst>
              <a:ext uri="{FF2B5EF4-FFF2-40B4-BE49-F238E27FC236}">
                <a16:creationId xmlns:a16="http://schemas.microsoft.com/office/drawing/2014/main" id="{57CA011C-AEE1-73C6-B50B-262259CDC285}"/>
              </a:ext>
            </a:extLst>
          </p:cNvPr>
          <p:cNvSpPr/>
          <p:nvPr/>
        </p:nvSpPr>
        <p:spPr>
          <a:xfrm>
            <a:off x="7369222" y="-419879"/>
            <a:ext cx="7168554" cy="7679094"/>
          </a:xfrm>
          <a:prstGeom prst="ellipse">
            <a:avLst/>
          </a:prstGeom>
          <a:solidFill>
            <a:schemeClr val="accent1">
              <a:lumMod val="75000"/>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0" name="楕円 79">
            <a:extLst>
              <a:ext uri="{FF2B5EF4-FFF2-40B4-BE49-F238E27FC236}">
                <a16:creationId xmlns:a16="http://schemas.microsoft.com/office/drawing/2014/main" id="{D8ECF34F-4E45-0B7D-0DF1-EDC4BB0C193B}"/>
              </a:ext>
            </a:extLst>
          </p:cNvPr>
          <p:cNvSpPr/>
          <p:nvPr/>
        </p:nvSpPr>
        <p:spPr>
          <a:xfrm>
            <a:off x="-2195336" y="-748783"/>
            <a:ext cx="8978692" cy="8369559"/>
          </a:xfrm>
          <a:prstGeom prst="ellipse">
            <a:avLst/>
          </a:prstGeom>
          <a:solidFill>
            <a:srgbClr val="CC66FF">
              <a:alpha val="6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nvGrpSpPr>
          <p:cNvPr id="112" name="グループ化 111">
            <a:extLst>
              <a:ext uri="{FF2B5EF4-FFF2-40B4-BE49-F238E27FC236}">
                <a16:creationId xmlns:a16="http://schemas.microsoft.com/office/drawing/2014/main" id="{6FFDF171-9B20-8D97-6661-D7DBECE41BA6}"/>
              </a:ext>
            </a:extLst>
          </p:cNvPr>
          <p:cNvGrpSpPr/>
          <p:nvPr/>
        </p:nvGrpSpPr>
        <p:grpSpPr>
          <a:xfrm>
            <a:off x="658742" y="891074"/>
            <a:ext cx="3344092" cy="5075851"/>
            <a:chOff x="658741" y="891074"/>
            <a:chExt cx="3763973" cy="5075851"/>
          </a:xfrm>
        </p:grpSpPr>
        <p:sp>
          <p:nvSpPr>
            <p:cNvPr id="2" name="四角形: 角を丸くする 1">
              <a:extLst>
                <a:ext uri="{FF2B5EF4-FFF2-40B4-BE49-F238E27FC236}">
                  <a16:creationId xmlns:a16="http://schemas.microsoft.com/office/drawing/2014/main" id="{6F893E59-4D78-66BD-3F92-A1D76653ABF5}"/>
                </a:ext>
              </a:extLst>
            </p:cNvPr>
            <p:cNvSpPr/>
            <p:nvPr/>
          </p:nvSpPr>
          <p:spPr>
            <a:xfrm>
              <a:off x="658741" y="891074"/>
              <a:ext cx="3092165"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3" name="四角形: 角を丸くする 2">
              <a:extLst>
                <a:ext uri="{FF2B5EF4-FFF2-40B4-BE49-F238E27FC236}">
                  <a16:creationId xmlns:a16="http://schemas.microsoft.com/office/drawing/2014/main" id="{D030AD14-3F00-2D8F-CA6D-AC848B93C56F}"/>
                </a:ext>
              </a:extLst>
            </p:cNvPr>
            <p:cNvSpPr/>
            <p:nvPr/>
          </p:nvSpPr>
          <p:spPr>
            <a:xfrm>
              <a:off x="658741" y="1626637"/>
              <a:ext cx="3092165"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6" name="四角形: 角を丸くする 5">
              <a:extLst>
                <a:ext uri="{FF2B5EF4-FFF2-40B4-BE49-F238E27FC236}">
                  <a16:creationId xmlns:a16="http://schemas.microsoft.com/office/drawing/2014/main" id="{84CFD1BC-D529-572C-745B-2B72CCA99EE9}"/>
                </a:ext>
              </a:extLst>
            </p:cNvPr>
            <p:cNvSpPr/>
            <p:nvPr/>
          </p:nvSpPr>
          <p:spPr>
            <a:xfrm>
              <a:off x="658741" y="2362200"/>
              <a:ext cx="3092165"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8" name="四角形: 角を丸くする 7">
              <a:extLst>
                <a:ext uri="{FF2B5EF4-FFF2-40B4-BE49-F238E27FC236}">
                  <a16:creationId xmlns:a16="http://schemas.microsoft.com/office/drawing/2014/main" id="{91641890-CD00-AB19-A935-83BFF02D3955}"/>
                </a:ext>
              </a:extLst>
            </p:cNvPr>
            <p:cNvSpPr/>
            <p:nvPr/>
          </p:nvSpPr>
          <p:spPr>
            <a:xfrm>
              <a:off x="658741" y="3833326"/>
              <a:ext cx="3092165"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9" name="四角形: 角を丸くする 8">
              <a:extLst>
                <a:ext uri="{FF2B5EF4-FFF2-40B4-BE49-F238E27FC236}">
                  <a16:creationId xmlns:a16="http://schemas.microsoft.com/office/drawing/2014/main" id="{AD3036A8-1B85-7D54-F30B-083ABF099E43}"/>
                </a:ext>
              </a:extLst>
            </p:cNvPr>
            <p:cNvSpPr/>
            <p:nvPr/>
          </p:nvSpPr>
          <p:spPr>
            <a:xfrm>
              <a:off x="658741" y="4568889"/>
              <a:ext cx="3092165"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10" name="四角形: 角を丸くする 9">
              <a:extLst>
                <a:ext uri="{FF2B5EF4-FFF2-40B4-BE49-F238E27FC236}">
                  <a16:creationId xmlns:a16="http://schemas.microsoft.com/office/drawing/2014/main" id="{B4966DF5-0450-3C33-92E3-458E42580F73}"/>
                </a:ext>
              </a:extLst>
            </p:cNvPr>
            <p:cNvSpPr/>
            <p:nvPr/>
          </p:nvSpPr>
          <p:spPr>
            <a:xfrm>
              <a:off x="658741" y="5304452"/>
              <a:ext cx="3092165"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35" name="グループ化 34">
              <a:extLst>
                <a:ext uri="{FF2B5EF4-FFF2-40B4-BE49-F238E27FC236}">
                  <a16:creationId xmlns:a16="http://schemas.microsoft.com/office/drawing/2014/main" id="{BE8FE50E-1E34-9893-E942-AF1E406AE7A6}"/>
                </a:ext>
              </a:extLst>
            </p:cNvPr>
            <p:cNvGrpSpPr/>
            <p:nvPr/>
          </p:nvGrpSpPr>
          <p:grpSpPr>
            <a:xfrm>
              <a:off x="858105" y="942392"/>
              <a:ext cx="2612882" cy="559836"/>
              <a:chOff x="858105" y="942392"/>
              <a:chExt cx="2612882" cy="559836"/>
            </a:xfrm>
          </p:grpSpPr>
          <p:sp>
            <p:nvSpPr>
              <p:cNvPr id="12" name="楕円 11">
                <a:extLst>
                  <a:ext uri="{FF2B5EF4-FFF2-40B4-BE49-F238E27FC236}">
                    <a16:creationId xmlns:a16="http://schemas.microsoft.com/office/drawing/2014/main" id="{8D481FB7-F407-7149-B79C-C3C2212151E7}"/>
                  </a:ext>
                </a:extLst>
              </p:cNvPr>
              <p:cNvSpPr/>
              <p:nvPr/>
            </p:nvSpPr>
            <p:spPr>
              <a:xfrm>
                <a:off x="1838130" y="9423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13" name="楕円 12">
                <a:extLst>
                  <a:ext uri="{FF2B5EF4-FFF2-40B4-BE49-F238E27FC236}">
                    <a16:creationId xmlns:a16="http://schemas.microsoft.com/office/drawing/2014/main" id="{392A8EBE-2CDF-3F51-46BB-1AD5BE8B586E}"/>
                  </a:ext>
                </a:extLst>
              </p:cNvPr>
              <p:cNvSpPr/>
              <p:nvPr/>
            </p:nvSpPr>
            <p:spPr>
              <a:xfrm>
                <a:off x="858105" y="9423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16" name="グループ化 15">
              <a:extLst>
                <a:ext uri="{FF2B5EF4-FFF2-40B4-BE49-F238E27FC236}">
                  <a16:creationId xmlns:a16="http://schemas.microsoft.com/office/drawing/2014/main" id="{31CD2A98-A881-CA9B-F671-7AC35F18C3D3}"/>
                </a:ext>
              </a:extLst>
            </p:cNvPr>
            <p:cNvGrpSpPr/>
            <p:nvPr/>
          </p:nvGrpSpPr>
          <p:grpSpPr>
            <a:xfrm>
              <a:off x="858105" y="1677955"/>
              <a:ext cx="2612882" cy="559836"/>
              <a:chOff x="858105" y="1673292"/>
              <a:chExt cx="2612882" cy="559836"/>
            </a:xfrm>
          </p:grpSpPr>
          <p:sp>
            <p:nvSpPr>
              <p:cNvPr id="14" name="楕円 13">
                <a:extLst>
                  <a:ext uri="{FF2B5EF4-FFF2-40B4-BE49-F238E27FC236}">
                    <a16:creationId xmlns:a16="http://schemas.microsoft.com/office/drawing/2014/main" id="{6224C493-C0A7-0370-E478-77920B517149}"/>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15" name="楕円 14">
                <a:extLst>
                  <a:ext uri="{FF2B5EF4-FFF2-40B4-BE49-F238E27FC236}">
                    <a16:creationId xmlns:a16="http://schemas.microsoft.com/office/drawing/2014/main" id="{6098E1AE-0D78-21E7-6143-BF301303FBB2}"/>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17" name="グループ化 16">
              <a:extLst>
                <a:ext uri="{FF2B5EF4-FFF2-40B4-BE49-F238E27FC236}">
                  <a16:creationId xmlns:a16="http://schemas.microsoft.com/office/drawing/2014/main" id="{86018788-CF8E-280D-A9E8-4FB0DEA8FF69}"/>
                </a:ext>
              </a:extLst>
            </p:cNvPr>
            <p:cNvGrpSpPr/>
            <p:nvPr/>
          </p:nvGrpSpPr>
          <p:grpSpPr>
            <a:xfrm>
              <a:off x="858105" y="5355770"/>
              <a:ext cx="2612882" cy="559836"/>
              <a:chOff x="858105" y="1673292"/>
              <a:chExt cx="2612882" cy="559836"/>
            </a:xfrm>
          </p:grpSpPr>
          <p:sp>
            <p:nvSpPr>
              <p:cNvPr id="18" name="楕円 17">
                <a:extLst>
                  <a:ext uri="{FF2B5EF4-FFF2-40B4-BE49-F238E27FC236}">
                    <a16:creationId xmlns:a16="http://schemas.microsoft.com/office/drawing/2014/main" id="{11BD5AF6-55DC-1E73-95BD-AC0F926359E3}"/>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19" name="楕円 18">
                <a:extLst>
                  <a:ext uri="{FF2B5EF4-FFF2-40B4-BE49-F238E27FC236}">
                    <a16:creationId xmlns:a16="http://schemas.microsoft.com/office/drawing/2014/main" id="{3B534BDB-C93B-8075-59FB-2214BCECE926}"/>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20" name="グループ化 19">
              <a:extLst>
                <a:ext uri="{FF2B5EF4-FFF2-40B4-BE49-F238E27FC236}">
                  <a16:creationId xmlns:a16="http://schemas.microsoft.com/office/drawing/2014/main" id="{B82C5264-F495-2F6A-F86A-810CD98ECED0}"/>
                </a:ext>
              </a:extLst>
            </p:cNvPr>
            <p:cNvGrpSpPr/>
            <p:nvPr/>
          </p:nvGrpSpPr>
          <p:grpSpPr>
            <a:xfrm>
              <a:off x="858105" y="4620207"/>
              <a:ext cx="2612882" cy="559836"/>
              <a:chOff x="858105" y="1673292"/>
              <a:chExt cx="2612882" cy="559836"/>
            </a:xfrm>
          </p:grpSpPr>
          <p:sp>
            <p:nvSpPr>
              <p:cNvPr id="21" name="楕円 20">
                <a:extLst>
                  <a:ext uri="{FF2B5EF4-FFF2-40B4-BE49-F238E27FC236}">
                    <a16:creationId xmlns:a16="http://schemas.microsoft.com/office/drawing/2014/main" id="{C069F201-A817-0E8E-36BC-B1C72E7DE43B}"/>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22" name="楕円 21">
                <a:extLst>
                  <a:ext uri="{FF2B5EF4-FFF2-40B4-BE49-F238E27FC236}">
                    <a16:creationId xmlns:a16="http://schemas.microsoft.com/office/drawing/2014/main" id="{D3EDE648-C76A-A003-C5A2-76B23342FB21}"/>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26" name="グループ化 25">
              <a:extLst>
                <a:ext uri="{FF2B5EF4-FFF2-40B4-BE49-F238E27FC236}">
                  <a16:creationId xmlns:a16="http://schemas.microsoft.com/office/drawing/2014/main" id="{96D609CD-205E-FD60-C10A-C6A1EA9D147D}"/>
                </a:ext>
              </a:extLst>
            </p:cNvPr>
            <p:cNvGrpSpPr/>
            <p:nvPr/>
          </p:nvGrpSpPr>
          <p:grpSpPr>
            <a:xfrm>
              <a:off x="858105" y="3884644"/>
              <a:ext cx="2612882" cy="559836"/>
              <a:chOff x="858105" y="1673292"/>
              <a:chExt cx="2612882" cy="559836"/>
            </a:xfrm>
          </p:grpSpPr>
          <p:sp>
            <p:nvSpPr>
              <p:cNvPr id="27" name="楕円 26">
                <a:extLst>
                  <a:ext uri="{FF2B5EF4-FFF2-40B4-BE49-F238E27FC236}">
                    <a16:creationId xmlns:a16="http://schemas.microsoft.com/office/drawing/2014/main" id="{7D7F3C30-45D9-7129-BF00-F04E5CACF271}"/>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28" name="楕円 27">
                <a:extLst>
                  <a:ext uri="{FF2B5EF4-FFF2-40B4-BE49-F238E27FC236}">
                    <a16:creationId xmlns:a16="http://schemas.microsoft.com/office/drawing/2014/main" id="{77449EF2-4D67-E54F-4D5D-C87016C7C196}"/>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32" name="グループ化 31">
              <a:extLst>
                <a:ext uri="{FF2B5EF4-FFF2-40B4-BE49-F238E27FC236}">
                  <a16:creationId xmlns:a16="http://schemas.microsoft.com/office/drawing/2014/main" id="{E4F97302-2D4D-BB33-F018-9A14AB6EFAC9}"/>
                </a:ext>
              </a:extLst>
            </p:cNvPr>
            <p:cNvGrpSpPr/>
            <p:nvPr/>
          </p:nvGrpSpPr>
          <p:grpSpPr>
            <a:xfrm>
              <a:off x="858105" y="2413518"/>
              <a:ext cx="2612882" cy="559836"/>
              <a:chOff x="858105" y="1673292"/>
              <a:chExt cx="2612882" cy="559836"/>
            </a:xfrm>
          </p:grpSpPr>
          <p:sp>
            <p:nvSpPr>
              <p:cNvPr id="33" name="楕円 32">
                <a:extLst>
                  <a:ext uri="{FF2B5EF4-FFF2-40B4-BE49-F238E27FC236}">
                    <a16:creationId xmlns:a16="http://schemas.microsoft.com/office/drawing/2014/main" id="{344A15F9-3195-118F-5404-0C77B92D3FA9}"/>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34" name="楕円 33">
                <a:extLst>
                  <a:ext uri="{FF2B5EF4-FFF2-40B4-BE49-F238E27FC236}">
                    <a16:creationId xmlns:a16="http://schemas.microsoft.com/office/drawing/2014/main" id="{3FC7F66E-7153-DD87-3C5F-BDEF85E26337}"/>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sp>
          <p:nvSpPr>
            <p:cNvPr id="36" name="四角形: 角を丸くする 35">
              <a:extLst>
                <a:ext uri="{FF2B5EF4-FFF2-40B4-BE49-F238E27FC236}">
                  <a16:creationId xmlns:a16="http://schemas.microsoft.com/office/drawing/2014/main" id="{B9844766-CB94-AC64-57DF-F2E790447F54}"/>
                </a:ext>
              </a:extLst>
            </p:cNvPr>
            <p:cNvSpPr/>
            <p:nvPr/>
          </p:nvSpPr>
          <p:spPr>
            <a:xfrm>
              <a:off x="3064077" y="914399"/>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7" name="四角形: 角を丸くする 36">
              <a:extLst>
                <a:ext uri="{FF2B5EF4-FFF2-40B4-BE49-F238E27FC236}">
                  <a16:creationId xmlns:a16="http://schemas.microsoft.com/office/drawing/2014/main" id="{331B83BD-AF79-AD15-E569-152C05B018EF}"/>
                </a:ext>
              </a:extLst>
            </p:cNvPr>
            <p:cNvSpPr/>
            <p:nvPr/>
          </p:nvSpPr>
          <p:spPr>
            <a:xfrm>
              <a:off x="3064077" y="5324668"/>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8" name="四角形: 角を丸くする 37">
              <a:extLst>
                <a:ext uri="{FF2B5EF4-FFF2-40B4-BE49-F238E27FC236}">
                  <a16:creationId xmlns:a16="http://schemas.microsoft.com/office/drawing/2014/main" id="{625CA30B-21CB-B8A6-F856-D64FDA8E1CD0}"/>
                </a:ext>
              </a:extLst>
            </p:cNvPr>
            <p:cNvSpPr/>
            <p:nvPr/>
          </p:nvSpPr>
          <p:spPr>
            <a:xfrm>
              <a:off x="3064077" y="4589624"/>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9" name="四角形: 角を丸くする 38">
              <a:extLst>
                <a:ext uri="{FF2B5EF4-FFF2-40B4-BE49-F238E27FC236}">
                  <a16:creationId xmlns:a16="http://schemas.microsoft.com/office/drawing/2014/main" id="{FC13B91F-9460-9073-935E-3FAF728635D9}"/>
                </a:ext>
              </a:extLst>
            </p:cNvPr>
            <p:cNvSpPr/>
            <p:nvPr/>
          </p:nvSpPr>
          <p:spPr>
            <a:xfrm>
              <a:off x="3064077" y="3854579"/>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89" name="グループ化 88">
              <a:extLst>
                <a:ext uri="{FF2B5EF4-FFF2-40B4-BE49-F238E27FC236}">
                  <a16:creationId xmlns:a16="http://schemas.microsoft.com/office/drawing/2014/main" id="{6CC99254-158D-A3E5-5771-054D3E33D1E6}"/>
                </a:ext>
              </a:extLst>
            </p:cNvPr>
            <p:cNvGrpSpPr/>
            <p:nvPr/>
          </p:nvGrpSpPr>
          <p:grpSpPr>
            <a:xfrm>
              <a:off x="1330549" y="3097763"/>
              <a:ext cx="3092165" cy="662473"/>
              <a:chOff x="658741" y="3097763"/>
              <a:chExt cx="3092165" cy="662473"/>
            </a:xfrm>
          </p:grpSpPr>
          <p:sp>
            <p:nvSpPr>
              <p:cNvPr id="7" name="四角形: 角を丸くする 6">
                <a:extLst>
                  <a:ext uri="{FF2B5EF4-FFF2-40B4-BE49-F238E27FC236}">
                    <a16:creationId xmlns:a16="http://schemas.microsoft.com/office/drawing/2014/main" id="{38E01B2E-8193-58ED-D4CE-DB4E4AC38F53}"/>
                  </a:ext>
                </a:extLst>
              </p:cNvPr>
              <p:cNvSpPr/>
              <p:nvPr/>
            </p:nvSpPr>
            <p:spPr>
              <a:xfrm>
                <a:off x="658741" y="3097763"/>
                <a:ext cx="3092165"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grpSp>
            <p:nvGrpSpPr>
              <p:cNvPr id="29" name="グループ化 28">
                <a:extLst>
                  <a:ext uri="{FF2B5EF4-FFF2-40B4-BE49-F238E27FC236}">
                    <a16:creationId xmlns:a16="http://schemas.microsoft.com/office/drawing/2014/main" id="{2758E611-CD17-0D5B-5746-6614FE813A9E}"/>
                  </a:ext>
                </a:extLst>
              </p:cNvPr>
              <p:cNvGrpSpPr/>
              <p:nvPr/>
            </p:nvGrpSpPr>
            <p:grpSpPr>
              <a:xfrm>
                <a:off x="858105" y="3149081"/>
                <a:ext cx="2612882" cy="559836"/>
                <a:chOff x="858105" y="1673292"/>
                <a:chExt cx="2612882" cy="559836"/>
              </a:xfrm>
            </p:grpSpPr>
            <p:sp>
              <p:nvSpPr>
                <p:cNvPr id="30" name="楕円 29">
                  <a:extLst>
                    <a:ext uri="{FF2B5EF4-FFF2-40B4-BE49-F238E27FC236}">
                      <a16:creationId xmlns:a16="http://schemas.microsoft.com/office/drawing/2014/main" id="{10C64C73-1DDA-BF7A-77EC-9737E9CB4343}"/>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31" name="楕円 30">
                  <a:extLst>
                    <a:ext uri="{FF2B5EF4-FFF2-40B4-BE49-F238E27FC236}">
                      <a16:creationId xmlns:a16="http://schemas.microsoft.com/office/drawing/2014/main" id="{682440B3-7EDD-5359-2CC4-49EE9B3285A0}"/>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sp>
            <p:nvSpPr>
              <p:cNvPr id="40" name="四角形: 角を丸くする 39">
                <a:extLst>
                  <a:ext uri="{FF2B5EF4-FFF2-40B4-BE49-F238E27FC236}">
                    <a16:creationId xmlns:a16="http://schemas.microsoft.com/office/drawing/2014/main" id="{EA563F8D-25F4-B4C0-09F4-A4AAB7C9AEE8}"/>
                  </a:ext>
                </a:extLst>
              </p:cNvPr>
              <p:cNvSpPr/>
              <p:nvPr/>
            </p:nvSpPr>
            <p:spPr>
              <a:xfrm>
                <a:off x="3064077" y="3119534"/>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sp>
          <p:nvSpPr>
            <p:cNvPr id="41" name="四角形: 角を丸くする 40">
              <a:extLst>
                <a:ext uri="{FF2B5EF4-FFF2-40B4-BE49-F238E27FC236}">
                  <a16:creationId xmlns:a16="http://schemas.microsoft.com/office/drawing/2014/main" id="{A5DC7FA8-6871-0BA5-CE41-D7BAE169F2E3}"/>
                </a:ext>
              </a:extLst>
            </p:cNvPr>
            <p:cNvSpPr/>
            <p:nvPr/>
          </p:nvSpPr>
          <p:spPr>
            <a:xfrm>
              <a:off x="3064077" y="2384489"/>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42" name="四角形: 角を丸くする 41">
              <a:extLst>
                <a:ext uri="{FF2B5EF4-FFF2-40B4-BE49-F238E27FC236}">
                  <a16:creationId xmlns:a16="http://schemas.microsoft.com/office/drawing/2014/main" id="{97453A32-6535-277A-FC04-8D4A9A38D02F}"/>
                </a:ext>
              </a:extLst>
            </p:cNvPr>
            <p:cNvSpPr/>
            <p:nvPr/>
          </p:nvSpPr>
          <p:spPr>
            <a:xfrm>
              <a:off x="3064077" y="1649444"/>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sp>
        <p:nvSpPr>
          <p:cNvPr id="44" name="四角形: 角を丸くする 43">
            <a:extLst>
              <a:ext uri="{FF2B5EF4-FFF2-40B4-BE49-F238E27FC236}">
                <a16:creationId xmlns:a16="http://schemas.microsoft.com/office/drawing/2014/main" id="{9A17E810-193A-D807-0B22-409C4DEFA3AF}"/>
              </a:ext>
            </a:extLst>
          </p:cNvPr>
          <p:cNvSpPr/>
          <p:nvPr/>
        </p:nvSpPr>
        <p:spPr>
          <a:xfrm flipV="1">
            <a:off x="8838120" y="5295121"/>
            <a:ext cx="2704472"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6" name="四角形: 角を丸くする 45">
            <a:extLst>
              <a:ext uri="{FF2B5EF4-FFF2-40B4-BE49-F238E27FC236}">
                <a16:creationId xmlns:a16="http://schemas.microsoft.com/office/drawing/2014/main" id="{9BFCD157-C69D-F103-1E1F-C8E3B43BC718}"/>
              </a:ext>
            </a:extLst>
          </p:cNvPr>
          <p:cNvSpPr/>
          <p:nvPr/>
        </p:nvSpPr>
        <p:spPr>
          <a:xfrm flipV="1">
            <a:off x="8838120" y="3823995"/>
            <a:ext cx="2704472"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7" name="四角形: 角を丸くする 46">
            <a:extLst>
              <a:ext uri="{FF2B5EF4-FFF2-40B4-BE49-F238E27FC236}">
                <a16:creationId xmlns:a16="http://schemas.microsoft.com/office/drawing/2014/main" id="{4967AE3F-C0F1-540C-D39A-853366C105C4}"/>
              </a:ext>
            </a:extLst>
          </p:cNvPr>
          <p:cNvSpPr/>
          <p:nvPr/>
        </p:nvSpPr>
        <p:spPr>
          <a:xfrm flipV="1">
            <a:off x="8838120" y="3088432"/>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8" name="四角形: 角を丸くする 47">
            <a:extLst>
              <a:ext uri="{FF2B5EF4-FFF2-40B4-BE49-F238E27FC236}">
                <a16:creationId xmlns:a16="http://schemas.microsoft.com/office/drawing/2014/main" id="{5C6111AA-33C9-43D6-8987-CAC785C13013}"/>
              </a:ext>
            </a:extLst>
          </p:cNvPr>
          <p:cNvSpPr/>
          <p:nvPr/>
        </p:nvSpPr>
        <p:spPr>
          <a:xfrm flipV="1">
            <a:off x="8838120" y="2352869"/>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9" name="四角形: 角を丸くする 48">
            <a:extLst>
              <a:ext uri="{FF2B5EF4-FFF2-40B4-BE49-F238E27FC236}">
                <a16:creationId xmlns:a16="http://schemas.microsoft.com/office/drawing/2014/main" id="{B276E430-841F-BD62-099F-A9C4C364285D}"/>
              </a:ext>
            </a:extLst>
          </p:cNvPr>
          <p:cNvSpPr/>
          <p:nvPr/>
        </p:nvSpPr>
        <p:spPr>
          <a:xfrm flipV="1">
            <a:off x="8838120" y="1617306"/>
            <a:ext cx="2704472"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50" name="四角形: 角を丸くする 49">
            <a:extLst>
              <a:ext uri="{FF2B5EF4-FFF2-40B4-BE49-F238E27FC236}">
                <a16:creationId xmlns:a16="http://schemas.microsoft.com/office/drawing/2014/main" id="{4B2352DD-E901-7904-FEB0-26845F0B506F}"/>
              </a:ext>
            </a:extLst>
          </p:cNvPr>
          <p:cNvSpPr/>
          <p:nvPr/>
        </p:nvSpPr>
        <p:spPr>
          <a:xfrm flipV="1">
            <a:off x="8838120" y="881743"/>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grpSp>
        <p:nvGrpSpPr>
          <p:cNvPr id="51" name="グループ化 50">
            <a:extLst>
              <a:ext uri="{FF2B5EF4-FFF2-40B4-BE49-F238E27FC236}">
                <a16:creationId xmlns:a16="http://schemas.microsoft.com/office/drawing/2014/main" id="{710700FA-F1A0-44EF-4B53-9317167EF0D3}"/>
              </a:ext>
            </a:extLst>
          </p:cNvPr>
          <p:cNvGrpSpPr/>
          <p:nvPr/>
        </p:nvGrpSpPr>
        <p:grpSpPr>
          <a:xfrm>
            <a:off x="9012488" y="933061"/>
            <a:ext cx="2285281" cy="559836"/>
            <a:chOff x="858105" y="942392"/>
            <a:chExt cx="2612882" cy="559836"/>
          </a:xfrm>
        </p:grpSpPr>
        <p:sp>
          <p:nvSpPr>
            <p:cNvPr id="52" name="楕円 51">
              <a:extLst>
                <a:ext uri="{FF2B5EF4-FFF2-40B4-BE49-F238E27FC236}">
                  <a16:creationId xmlns:a16="http://schemas.microsoft.com/office/drawing/2014/main" id="{3030A023-33AA-9130-1E20-B1259FF7FCC4}"/>
                </a:ext>
              </a:extLst>
            </p:cNvPr>
            <p:cNvSpPr/>
            <p:nvPr/>
          </p:nvSpPr>
          <p:spPr>
            <a:xfrm>
              <a:off x="1838130" y="9423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53" name="楕円 52">
              <a:extLst>
                <a:ext uri="{FF2B5EF4-FFF2-40B4-BE49-F238E27FC236}">
                  <a16:creationId xmlns:a16="http://schemas.microsoft.com/office/drawing/2014/main" id="{CE6F0F76-9D21-4817-1357-1B4BAAFC4BD6}"/>
                </a:ext>
              </a:extLst>
            </p:cNvPr>
            <p:cNvSpPr/>
            <p:nvPr/>
          </p:nvSpPr>
          <p:spPr>
            <a:xfrm>
              <a:off x="858105" y="9423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54" name="グループ化 53">
            <a:extLst>
              <a:ext uri="{FF2B5EF4-FFF2-40B4-BE49-F238E27FC236}">
                <a16:creationId xmlns:a16="http://schemas.microsoft.com/office/drawing/2014/main" id="{8ECC0CBA-BF8A-5794-9CF7-83C31AB4E768}"/>
              </a:ext>
            </a:extLst>
          </p:cNvPr>
          <p:cNvGrpSpPr/>
          <p:nvPr/>
        </p:nvGrpSpPr>
        <p:grpSpPr>
          <a:xfrm>
            <a:off x="9012488" y="1668624"/>
            <a:ext cx="2285281" cy="559836"/>
            <a:chOff x="858105" y="1673292"/>
            <a:chExt cx="2612882" cy="559836"/>
          </a:xfrm>
        </p:grpSpPr>
        <p:sp>
          <p:nvSpPr>
            <p:cNvPr id="55" name="楕円 54">
              <a:extLst>
                <a:ext uri="{FF2B5EF4-FFF2-40B4-BE49-F238E27FC236}">
                  <a16:creationId xmlns:a16="http://schemas.microsoft.com/office/drawing/2014/main" id="{1F171701-7324-5D1F-7BAB-38FC4C4F3923}"/>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56" name="楕円 55">
              <a:extLst>
                <a:ext uri="{FF2B5EF4-FFF2-40B4-BE49-F238E27FC236}">
                  <a16:creationId xmlns:a16="http://schemas.microsoft.com/office/drawing/2014/main" id="{DDC7EE11-34CA-7ED1-2D61-29ED69561EF4}"/>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57" name="グループ化 56">
            <a:extLst>
              <a:ext uri="{FF2B5EF4-FFF2-40B4-BE49-F238E27FC236}">
                <a16:creationId xmlns:a16="http://schemas.microsoft.com/office/drawing/2014/main" id="{3A1920DF-AA3F-533E-24D9-9A0B6CB057CD}"/>
              </a:ext>
            </a:extLst>
          </p:cNvPr>
          <p:cNvGrpSpPr/>
          <p:nvPr/>
        </p:nvGrpSpPr>
        <p:grpSpPr>
          <a:xfrm>
            <a:off x="9012488" y="5346439"/>
            <a:ext cx="2285281" cy="559836"/>
            <a:chOff x="858105" y="1673292"/>
            <a:chExt cx="2612882" cy="559836"/>
          </a:xfrm>
        </p:grpSpPr>
        <p:sp>
          <p:nvSpPr>
            <p:cNvPr id="58" name="楕円 57">
              <a:extLst>
                <a:ext uri="{FF2B5EF4-FFF2-40B4-BE49-F238E27FC236}">
                  <a16:creationId xmlns:a16="http://schemas.microsoft.com/office/drawing/2014/main" id="{2F81794D-8512-C090-105A-0C7C915C7B9D}"/>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59" name="楕円 58">
              <a:extLst>
                <a:ext uri="{FF2B5EF4-FFF2-40B4-BE49-F238E27FC236}">
                  <a16:creationId xmlns:a16="http://schemas.microsoft.com/office/drawing/2014/main" id="{594036E5-ECB9-46FA-8CEF-1A50D1BA51D7}"/>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63" name="グループ化 62">
            <a:extLst>
              <a:ext uri="{FF2B5EF4-FFF2-40B4-BE49-F238E27FC236}">
                <a16:creationId xmlns:a16="http://schemas.microsoft.com/office/drawing/2014/main" id="{44B1FC2D-29DF-2B0D-A538-16F3306D05C1}"/>
              </a:ext>
            </a:extLst>
          </p:cNvPr>
          <p:cNvGrpSpPr/>
          <p:nvPr/>
        </p:nvGrpSpPr>
        <p:grpSpPr>
          <a:xfrm>
            <a:off x="9012488" y="3875313"/>
            <a:ext cx="2285281" cy="559836"/>
            <a:chOff x="858105" y="1673292"/>
            <a:chExt cx="2612882" cy="559836"/>
          </a:xfrm>
        </p:grpSpPr>
        <p:sp>
          <p:nvSpPr>
            <p:cNvPr id="64" name="楕円 63">
              <a:extLst>
                <a:ext uri="{FF2B5EF4-FFF2-40B4-BE49-F238E27FC236}">
                  <a16:creationId xmlns:a16="http://schemas.microsoft.com/office/drawing/2014/main" id="{348AA781-BE59-32E6-8479-668CD63DE6F3}"/>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65" name="楕円 64">
              <a:extLst>
                <a:ext uri="{FF2B5EF4-FFF2-40B4-BE49-F238E27FC236}">
                  <a16:creationId xmlns:a16="http://schemas.microsoft.com/office/drawing/2014/main" id="{5526AAD0-105C-F0CA-AE31-24FCAE07A62F}"/>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66" name="グループ化 65">
            <a:extLst>
              <a:ext uri="{FF2B5EF4-FFF2-40B4-BE49-F238E27FC236}">
                <a16:creationId xmlns:a16="http://schemas.microsoft.com/office/drawing/2014/main" id="{18D2CDAC-524D-A264-6240-5AA7EC117A1C}"/>
              </a:ext>
            </a:extLst>
          </p:cNvPr>
          <p:cNvGrpSpPr/>
          <p:nvPr/>
        </p:nvGrpSpPr>
        <p:grpSpPr>
          <a:xfrm>
            <a:off x="9012488" y="3139750"/>
            <a:ext cx="2285281" cy="559836"/>
            <a:chOff x="858105" y="1673292"/>
            <a:chExt cx="2612882" cy="559836"/>
          </a:xfrm>
        </p:grpSpPr>
        <p:sp>
          <p:nvSpPr>
            <p:cNvPr id="67" name="楕円 66">
              <a:extLst>
                <a:ext uri="{FF2B5EF4-FFF2-40B4-BE49-F238E27FC236}">
                  <a16:creationId xmlns:a16="http://schemas.microsoft.com/office/drawing/2014/main" id="{042BB35A-8777-C9A2-00D8-FB1298EC40C5}"/>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68" name="楕円 67">
              <a:extLst>
                <a:ext uri="{FF2B5EF4-FFF2-40B4-BE49-F238E27FC236}">
                  <a16:creationId xmlns:a16="http://schemas.microsoft.com/office/drawing/2014/main" id="{743C20E4-62B6-A284-119D-9AB3F0108D2F}"/>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69" name="グループ化 68">
            <a:extLst>
              <a:ext uri="{FF2B5EF4-FFF2-40B4-BE49-F238E27FC236}">
                <a16:creationId xmlns:a16="http://schemas.microsoft.com/office/drawing/2014/main" id="{390EC43B-E72D-DC68-8203-DBF12057E964}"/>
              </a:ext>
            </a:extLst>
          </p:cNvPr>
          <p:cNvGrpSpPr/>
          <p:nvPr/>
        </p:nvGrpSpPr>
        <p:grpSpPr>
          <a:xfrm>
            <a:off x="9012488" y="2404187"/>
            <a:ext cx="2285281" cy="559836"/>
            <a:chOff x="858105" y="1673292"/>
            <a:chExt cx="2612882" cy="559836"/>
          </a:xfrm>
        </p:grpSpPr>
        <p:sp>
          <p:nvSpPr>
            <p:cNvPr id="70" name="楕円 69">
              <a:extLst>
                <a:ext uri="{FF2B5EF4-FFF2-40B4-BE49-F238E27FC236}">
                  <a16:creationId xmlns:a16="http://schemas.microsoft.com/office/drawing/2014/main" id="{627B1754-D2D4-32ED-1EA8-5A77401840A2}"/>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71" name="楕円 70">
              <a:extLst>
                <a:ext uri="{FF2B5EF4-FFF2-40B4-BE49-F238E27FC236}">
                  <a16:creationId xmlns:a16="http://schemas.microsoft.com/office/drawing/2014/main" id="{323A0C33-8769-DF34-A877-1AFA8AB0BF65}"/>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sp>
        <p:nvSpPr>
          <p:cNvPr id="72" name="四角形: 角を丸くする 71">
            <a:extLst>
              <a:ext uri="{FF2B5EF4-FFF2-40B4-BE49-F238E27FC236}">
                <a16:creationId xmlns:a16="http://schemas.microsoft.com/office/drawing/2014/main" id="{8AB78B78-FBFA-0368-61C6-036CCDF32435}"/>
              </a:ext>
            </a:extLst>
          </p:cNvPr>
          <p:cNvSpPr/>
          <p:nvPr/>
        </p:nvSpPr>
        <p:spPr>
          <a:xfrm>
            <a:off x="10941877" y="90506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3" name="四角形: 角を丸くする 72">
            <a:extLst>
              <a:ext uri="{FF2B5EF4-FFF2-40B4-BE49-F238E27FC236}">
                <a16:creationId xmlns:a16="http://schemas.microsoft.com/office/drawing/2014/main" id="{0C9FDCED-527C-45EC-81A5-E721BB57320A}"/>
              </a:ext>
            </a:extLst>
          </p:cNvPr>
          <p:cNvSpPr/>
          <p:nvPr/>
        </p:nvSpPr>
        <p:spPr>
          <a:xfrm>
            <a:off x="10941877" y="5315337"/>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90" name="グループ化 89">
            <a:extLst>
              <a:ext uri="{FF2B5EF4-FFF2-40B4-BE49-F238E27FC236}">
                <a16:creationId xmlns:a16="http://schemas.microsoft.com/office/drawing/2014/main" id="{D8FBBB40-53DB-E308-4B10-228498F96E68}"/>
              </a:ext>
            </a:extLst>
          </p:cNvPr>
          <p:cNvGrpSpPr/>
          <p:nvPr/>
        </p:nvGrpSpPr>
        <p:grpSpPr>
          <a:xfrm>
            <a:off x="8836094" y="4559558"/>
            <a:ext cx="2704472" cy="662473"/>
            <a:chOff x="8450427" y="4559558"/>
            <a:chExt cx="3092165" cy="662473"/>
          </a:xfrm>
        </p:grpSpPr>
        <p:sp>
          <p:nvSpPr>
            <p:cNvPr id="45" name="四角形: 角を丸くする 44">
              <a:extLst>
                <a:ext uri="{FF2B5EF4-FFF2-40B4-BE49-F238E27FC236}">
                  <a16:creationId xmlns:a16="http://schemas.microsoft.com/office/drawing/2014/main" id="{062BB7D1-CD82-66EE-6716-1B94DDBDB12C}"/>
                </a:ext>
              </a:extLst>
            </p:cNvPr>
            <p:cNvSpPr/>
            <p:nvPr/>
          </p:nvSpPr>
          <p:spPr>
            <a:xfrm flipV="1">
              <a:off x="8450427" y="4559558"/>
              <a:ext cx="3092165"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grpSp>
          <p:nvGrpSpPr>
            <p:cNvPr id="60" name="グループ化 59">
              <a:extLst>
                <a:ext uri="{FF2B5EF4-FFF2-40B4-BE49-F238E27FC236}">
                  <a16:creationId xmlns:a16="http://schemas.microsoft.com/office/drawing/2014/main" id="{5096352A-A88F-0349-6ED5-3BB9824959E4}"/>
                </a:ext>
              </a:extLst>
            </p:cNvPr>
            <p:cNvGrpSpPr/>
            <p:nvPr/>
          </p:nvGrpSpPr>
          <p:grpSpPr>
            <a:xfrm>
              <a:off x="8649791" y="4610876"/>
              <a:ext cx="2612882" cy="559836"/>
              <a:chOff x="858105" y="1673292"/>
              <a:chExt cx="2612882" cy="559836"/>
            </a:xfrm>
          </p:grpSpPr>
          <p:sp>
            <p:nvSpPr>
              <p:cNvPr id="61" name="楕円 60">
                <a:extLst>
                  <a:ext uri="{FF2B5EF4-FFF2-40B4-BE49-F238E27FC236}">
                    <a16:creationId xmlns:a16="http://schemas.microsoft.com/office/drawing/2014/main" id="{AEB31247-A103-DBEB-6FDA-3C1126C699C5}"/>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62" name="楕円 61">
                <a:extLst>
                  <a:ext uri="{FF2B5EF4-FFF2-40B4-BE49-F238E27FC236}">
                    <a16:creationId xmlns:a16="http://schemas.microsoft.com/office/drawing/2014/main" id="{81B9C057-96D4-8B49-D58B-CA92CC535665}"/>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sp>
          <p:nvSpPr>
            <p:cNvPr id="74" name="四角形: 角を丸くする 73">
              <a:extLst>
                <a:ext uri="{FF2B5EF4-FFF2-40B4-BE49-F238E27FC236}">
                  <a16:creationId xmlns:a16="http://schemas.microsoft.com/office/drawing/2014/main" id="{241CE3B0-BE22-131B-32E0-115F74BFCF9E}"/>
                </a:ext>
              </a:extLst>
            </p:cNvPr>
            <p:cNvSpPr/>
            <p:nvPr/>
          </p:nvSpPr>
          <p:spPr>
            <a:xfrm>
              <a:off x="10855763" y="4580293"/>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sp>
        <p:nvSpPr>
          <p:cNvPr id="75" name="四角形: 角を丸くする 74">
            <a:extLst>
              <a:ext uri="{FF2B5EF4-FFF2-40B4-BE49-F238E27FC236}">
                <a16:creationId xmlns:a16="http://schemas.microsoft.com/office/drawing/2014/main" id="{7D2C075E-1689-839A-F520-D5995F07C9BB}"/>
              </a:ext>
            </a:extLst>
          </p:cNvPr>
          <p:cNvSpPr/>
          <p:nvPr/>
        </p:nvSpPr>
        <p:spPr>
          <a:xfrm>
            <a:off x="10941877" y="384524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6" name="四角形: 角を丸くする 75">
            <a:extLst>
              <a:ext uri="{FF2B5EF4-FFF2-40B4-BE49-F238E27FC236}">
                <a16:creationId xmlns:a16="http://schemas.microsoft.com/office/drawing/2014/main" id="{64CB3015-676A-DBFD-5BEE-A10E5B9081D9}"/>
              </a:ext>
            </a:extLst>
          </p:cNvPr>
          <p:cNvSpPr/>
          <p:nvPr/>
        </p:nvSpPr>
        <p:spPr>
          <a:xfrm>
            <a:off x="10941877" y="3110203"/>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7" name="四角形: 角を丸くする 76">
            <a:extLst>
              <a:ext uri="{FF2B5EF4-FFF2-40B4-BE49-F238E27FC236}">
                <a16:creationId xmlns:a16="http://schemas.microsoft.com/office/drawing/2014/main" id="{36E2E672-BEBD-6F21-0E90-D44184136876}"/>
              </a:ext>
            </a:extLst>
          </p:cNvPr>
          <p:cNvSpPr/>
          <p:nvPr/>
        </p:nvSpPr>
        <p:spPr>
          <a:xfrm>
            <a:off x="10941877" y="237515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8" name="四角形: 角を丸くする 77">
            <a:extLst>
              <a:ext uri="{FF2B5EF4-FFF2-40B4-BE49-F238E27FC236}">
                <a16:creationId xmlns:a16="http://schemas.microsoft.com/office/drawing/2014/main" id="{130F3A6E-B8B7-F07B-5433-E9221767D48A}"/>
              </a:ext>
            </a:extLst>
          </p:cNvPr>
          <p:cNvSpPr/>
          <p:nvPr/>
        </p:nvSpPr>
        <p:spPr>
          <a:xfrm>
            <a:off x="10941877" y="1640113"/>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78" name="グループ化 177">
            <a:extLst>
              <a:ext uri="{FF2B5EF4-FFF2-40B4-BE49-F238E27FC236}">
                <a16:creationId xmlns:a16="http://schemas.microsoft.com/office/drawing/2014/main" id="{E1808286-9B9B-4DF3-449B-8B38E7501CE9}"/>
              </a:ext>
            </a:extLst>
          </p:cNvPr>
          <p:cNvGrpSpPr/>
          <p:nvPr/>
        </p:nvGrpSpPr>
        <p:grpSpPr>
          <a:xfrm>
            <a:off x="493841" y="151567"/>
            <a:ext cx="4317895" cy="584775"/>
            <a:chOff x="493841" y="151567"/>
            <a:chExt cx="4317895" cy="584775"/>
          </a:xfrm>
        </p:grpSpPr>
        <p:grpSp>
          <p:nvGrpSpPr>
            <p:cNvPr id="91" name="グループ化 90">
              <a:extLst>
                <a:ext uri="{FF2B5EF4-FFF2-40B4-BE49-F238E27FC236}">
                  <a16:creationId xmlns:a16="http://schemas.microsoft.com/office/drawing/2014/main" id="{E9EB0253-424D-2197-D792-CC6311EB723D}"/>
                </a:ext>
              </a:extLst>
            </p:cNvPr>
            <p:cNvGrpSpPr/>
            <p:nvPr/>
          </p:nvGrpSpPr>
          <p:grpSpPr>
            <a:xfrm>
              <a:off x="1719571" y="274517"/>
              <a:ext cx="3092165" cy="338875"/>
              <a:chOff x="1719571" y="215382"/>
              <a:chExt cx="3888059" cy="426098"/>
            </a:xfrm>
          </p:grpSpPr>
          <p:sp>
            <p:nvSpPr>
              <p:cNvPr id="82" name="平行四辺形 81">
                <a:extLst>
                  <a:ext uri="{FF2B5EF4-FFF2-40B4-BE49-F238E27FC236}">
                    <a16:creationId xmlns:a16="http://schemas.microsoft.com/office/drawing/2014/main" id="{689EE26C-58CA-BF6F-54A3-F7743BD46D3C}"/>
                  </a:ext>
                </a:extLst>
              </p:cNvPr>
              <p:cNvSpPr/>
              <p:nvPr/>
            </p:nvSpPr>
            <p:spPr>
              <a:xfrm>
                <a:off x="171957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3" name="平行四辺形 82">
                <a:extLst>
                  <a:ext uri="{FF2B5EF4-FFF2-40B4-BE49-F238E27FC236}">
                    <a16:creationId xmlns:a16="http://schemas.microsoft.com/office/drawing/2014/main" id="{089357E6-0ED3-CC95-0D02-6778E75B4935}"/>
                  </a:ext>
                </a:extLst>
              </p:cNvPr>
              <p:cNvSpPr/>
              <p:nvPr/>
            </p:nvSpPr>
            <p:spPr>
              <a:xfrm>
                <a:off x="2477666"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4" name="平行四辺形 83">
                <a:extLst>
                  <a:ext uri="{FF2B5EF4-FFF2-40B4-BE49-F238E27FC236}">
                    <a16:creationId xmlns:a16="http://schemas.microsoft.com/office/drawing/2014/main" id="{DAE311A7-FEA5-B728-CCCB-DE64F4A77E65}"/>
                  </a:ext>
                </a:extLst>
              </p:cNvPr>
              <p:cNvSpPr/>
              <p:nvPr/>
            </p:nvSpPr>
            <p:spPr>
              <a:xfrm>
                <a:off x="323576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5" name="平行四辺形 84">
                <a:extLst>
                  <a:ext uri="{FF2B5EF4-FFF2-40B4-BE49-F238E27FC236}">
                    <a16:creationId xmlns:a16="http://schemas.microsoft.com/office/drawing/2014/main" id="{A36DAA66-DE1D-1242-D7FF-97381C7B9548}"/>
                  </a:ext>
                </a:extLst>
              </p:cNvPr>
              <p:cNvSpPr/>
              <p:nvPr/>
            </p:nvSpPr>
            <p:spPr>
              <a:xfrm>
                <a:off x="4751951" y="215382"/>
                <a:ext cx="855679" cy="426098"/>
              </a:xfrm>
              <a:prstGeom prst="parallelogram">
                <a:avLst/>
              </a:prstGeom>
              <a:solidFill>
                <a:schemeClr val="tx1">
                  <a:lumMod val="75000"/>
                  <a:lumOff val="2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6" name="平行四辺形 85">
                <a:extLst>
                  <a:ext uri="{FF2B5EF4-FFF2-40B4-BE49-F238E27FC236}">
                    <a16:creationId xmlns:a16="http://schemas.microsoft.com/office/drawing/2014/main" id="{C341E882-42E5-9EC4-BF73-9C8489C19F8C}"/>
                  </a:ext>
                </a:extLst>
              </p:cNvPr>
              <p:cNvSpPr/>
              <p:nvPr/>
            </p:nvSpPr>
            <p:spPr>
              <a:xfrm>
                <a:off x="3993856"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87" name="テキスト ボックス 86">
              <a:extLst>
                <a:ext uri="{FF2B5EF4-FFF2-40B4-BE49-F238E27FC236}">
                  <a16:creationId xmlns:a16="http://schemas.microsoft.com/office/drawing/2014/main" id="{69563500-823E-295E-F01A-352E480F0E84}"/>
                </a:ext>
              </a:extLst>
            </p:cNvPr>
            <p:cNvSpPr txBox="1"/>
            <p:nvPr/>
          </p:nvSpPr>
          <p:spPr>
            <a:xfrm>
              <a:off x="493841" y="151567"/>
              <a:ext cx="1130438" cy="584775"/>
            </a:xfrm>
            <a:prstGeom prst="rect">
              <a:avLst/>
            </a:prstGeom>
            <a:noFill/>
          </p:spPr>
          <p:txBody>
            <a:bodyPr wrap="none" rtlCol="0">
              <a:spAutoFit/>
            </a:bodyPr>
            <a:lstStyle/>
            <a:p>
              <a:r>
                <a:rPr kumimoji="1"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127" name="グループ化 126">
            <a:extLst>
              <a:ext uri="{FF2B5EF4-FFF2-40B4-BE49-F238E27FC236}">
                <a16:creationId xmlns:a16="http://schemas.microsoft.com/office/drawing/2014/main" id="{B33D62C6-6C71-A0A9-4732-06DA1BA9E035}"/>
              </a:ext>
            </a:extLst>
          </p:cNvPr>
          <p:cNvGrpSpPr/>
          <p:nvPr/>
        </p:nvGrpSpPr>
        <p:grpSpPr>
          <a:xfrm>
            <a:off x="4042268" y="3128766"/>
            <a:ext cx="1105960" cy="603477"/>
            <a:chOff x="4042268" y="3128766"/>
            <a:chExt cx="1105960" cy="603477"/>
          </a:xfrm>
        </p:grpSpPr>
        <p:grpSp>
          <p:nvGrpSpPr>
            <p:cNvPr id="105" name="グループ化 104">
              <a:extLst>
                <a:ext uri="{FF2B5EF4-FFF2-40B4-BE49-F238E27FC236}">
                  <a16:creationId xmlns:a16="http://schemas.microsoft.com/office/drawing/2014/main" id="{36753B4D-7554-4CBB-A5B4-71F14D5CDD6B}"/>
                </a:ext>
              </a:extLst>
            </p:cNvPr>
            <p:cNvGrpSpPr/>
            <p:nvPr/>
          </p:nvGrpSpPr>
          <p:grpSpPr>
            <a:xfrm>
              <a:off x="4042268" y="3455269"/>
              <a:ext cx="1105960" cy="276974"/>
              <a:chOff x="4472987" y="4320075"/>
              <a:chExt cx="1403336" cy="351448"/>
            </a:xfrm>
          </p:grpSpPr>
          <p:sp>
            <p:nvSpPr>
              <p:cNvPr id="102" name="四角形: 角を丸くする 101">
                <a:extLst>
                  <a:ext uri="{FF2B5EF4-FFF2-40B4-BE49-F238E27FC236}">
                    <a16:creationId xmlns:a16="http://schemas.microsoft.com/office/drawing/2014/main" id="{1DF2A5D7-E2A3-B175-49BC-E060FCDC63B6}"/>
                  </a:ext>
                </a:extLst>
              </p:cNvPr>
              <p:cNvSpPr/>
              <p:nvPr/>
            </p:nvSpPr>
            <p:spPr>
              <a:xfrm>
                <a:off x="4472987" y="4320075"/>
                <a:ext cx="1403336" cy="351448"/>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EP</a:t>
                </a:r>
                <a:endParaRPr kumimoji="1" lang="ja-JP" altLang="en-US" sz="1100" dirty="0">
                  <a:latin typeface="BIZ UDP明朝 Medium" panose="02020500000000000000" pitchFamily="18" charset="-128"/>
                  <a:ea typeface="BIZ UDP明朝 Medium" panose="02020500000000000000" pitchFamily="18" charset="-128"/>
                </a:endParaRPr>
              </a:p>
            </p:txBody>
          </p:sp>
          <p:sp>
            <p:nvSpPr>
              <p:cNvPr id="101" name="ハート 100">
                <a:extLst>
                  <a:ext uri="{FF2B5EF4-FFF2-40B4-BE49-F238E27FC236}">
                    <a16:creationId xmlns:a16="http://schemas.microsoft.com/office/drawing/2014/main" id="{83B1308E-24A6-0E00-0510-8F73DA092991}"/>
                  </a:ext>
                </a:extLst>
              </p:cNvPr>
              <p:cNvSpPr/>
              <p:nvPr/>
            </p:nvSpPr>
            <p:spPr>
              <a:xfrm>
                <a:off x="4906377" y="4355061"/>
                <a:ext cx="284063" cy="284063"/>
              </a:xfrm>
              <a:prstGeom prst="heart">
                <a:avLst/>
              </a:prstGeom>
              <a:solidFill>
                <a:srgbClr val="CC66FF"/>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103" name="ハート 102">
                <a:extLst>
                  <a:ext uri="{FF2B5EF4-FFF2-40B4-BE49-F238E27FC236}">
                    <a16:creationId xmlns:a16="http://schemas.microsoft.com/office/drawing/2014/main" id="{CFC9B753-1C9F-6D07-247F-00D25B98C967}"/>
                  </a:ext>
                </a:extLst>
              </p:cNvPr>
              <p:cNvSpPr/>
              <p:nvPr/>
            </p:nvSpPr>
            <p:spPr>
              <a:xfrm>
                <a:off x="5211153" y="4355061"/>
                <a:ext cx="284063" cy="284063"/>
              </a:xfrm>
              <a:prstGeom prst="heart">
                <a:avLst/>
              </a:prstGeom>
              <a:solidFill>
                <a:srgbClr val="CC66FF"/>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a:p>
            </p:txBody>
          </p:sp>
          <p:sp>
            <p:nvSpPr>
              <p:cNvPr id="104" name="ハート 103">
                <a:extLst>
                  <a:ext uri="{FF2B5EF4-FFF2-40B4-BE49-F238E27FC236}">
                    <a16:creationId xmlns:a16="http://schemas.microsoft.com/office/drawing/2014/main" id="{881A4864-5A80-E23A-F13A-0DD0ABB25C54}"/>
                  </a:ext>
                </a:extLst>
              </p:cNvPr>
              <p:cNvSpPr/>
              <p:nvPr/>
            </p:nvSpPr>
            <p:spPr>
              <a:xfrm>
                <a:off x="5512586" y="4355061"/>
                <a:ext cx="284063" cy="284063"/>
              </a:xfrm>
              <a:prstGeom prst="heart">
                <a:avLst/>
              </a:prstGeom>
              <a:solidFill>
                <a:srgbClr val="CC66FF"/>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a:p>
            </p:txBody>
          </p:sp>
        </p:grpSp>
        <p:grpSp>
          <p:nvGrpSpPr>
            <p:cNvPr id="126" name="グループ化 125">
              <a:extLst>
                <a:ext uri="{FF2B5EF4-FFF2-40B4-BE49-F238E27FC236}">
                  <a16:creationId xmlns:a16="http://schemas.microsoft.com/office/drawing/2014/main" id="{7C848B90-99E5-6486-245B-257381EDE98A}"/>
                </a:ext>
              </a:extLst>
            </p:cNvPr>
            <p:cNvGrpSpPr/>
            <p:nvPr/>
          </p:nvGrpSpPr>
          <p:grpSpPr>
            <a:xfrm>
              <a:off x="4042268" y="3128766"/>
              <a:ext cx="1105960" cy="276974"/>
              <a:chOff x="4194668" y="3607669"/>
              <a:chExt cx="1105960" cy="276974"/>
            </a:xfrm>
          </p:grpSpPr>
          <p:sp>
            <p:nvSpPr>
              <p:cNvPr id="120" name="四角形: 角を丸くする 119">
                <a:extLst>
                  <a:ext uri="{FF2B5EF4-FFF2-40B4-BE49-F238E27FC236}">
                    <a16:creationId xmlns:a16="http://schemas.microsoft.com/office/drawing/2014/main" id="{DF566A2B-464F-C700-1442-F37E3752998F}"/>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25" name="図 124">
                <a:extLst>
                  <a:ext uri="{FF2B5EF4-FFF2-40B4-BE49-F238E27FC236}">
                    <a16:creationId xmlns:a16="http://schemas.microsoft.com/office/drawing/2014/main" id="{C217EEA4-19B0-5F9A-2F03-7A4BF0D985E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558908" y="3675156"/>
                <a:ext cx="687006" cy="151498"/>
              </a:xfrm>
              <a:prstGeom prst="rect">
                <a:avLst/>
              </a:prstGeom>
            </p:spPr>
          </p:pic>
        </p:grpSp>
      </p:grpSp>
      <p:sp>
        <p:nvSpPr>
          <p:cNvPr id="137" name="フローチャート: 論理積ゲート 136">
            <a:extLst>
              <a:ext uri="{FF2B5EF4-FFF2-40B4-BE49-F238E27FC236}">
                <a16:creationId xmlns:a16="http://schemas.microsoft.com/office/drawing/2014/main" id="{CE7A88E2-E2B8-9CE2-D13C-68CFB32BD3CA}"/>
              </a:ext>
            </a:extLst>
          </p:cNvPr>
          <p:cNvSpPr/>
          <p:nvPr/>
        </p:nvSpPr>
        <p:spPr>
          <a:xfrm>
            <a:off x="1367869" y="6169827"/>
            <a:ext cx="1225730" cy="461826"/>
          </a:xfrm>
          <a:prstGeom prst="flowChartDelay">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b="1" dirty="0">
                <a:latin typeface="BIZ UDP明朝 Medium" panose="02020500000000000000" pitchFamily="18" charset="-128"/>
                <a:ea typeface="BIZ UDP明朝 Medium" panose="02020500000000000000" pitchFamily="18" charset="-128"/>
              </a:rPr>
              <a:t>AUTO</a:t>
            </a:r>
            <a:endParaRPr kumimoji="1" lang="ja-JP" altLang="en-US" b="1" dirty="0">
              <a:latin typeface="BIZ UDP明朝 Medium" panose="02020500000000000000" pitchFamily="18" charset="-128"/>
              <a:ea typeface="BIZ UDP明朝 Medium" panose="02020500000000000000" pitchFamily="18" charset="-128"/>
            </a:endParaRPr>
          </a:p>
        </p:txBody>
      </p:sp>
      <p:sp>
        <p:nvSpPr>
          <p:cNvPr id="139" name="フローチャート: 論理積ゲート 138">
            <a:extLst>
              <a:ext uri="{FF2B5EF4-FFF2-40B4-BE49-F238E27FC236}">
                <a16:creationId xmlns:a16="http://schemas.microsoft.com/office/drawing/2014/main" id="{6EE68AC5-9835-5801-AB38-7122CC24EF1C}"/>
              </a:ext>
            </a:extLst>
          </p:cNvPr>
          <p:cNvSpPr/>
          <p:nvPr/>
        </p:nvSpPr>
        <p:spPr>
          <a:xfrm>
            <a:off x="2796951" y="6169827"/>
            <a:ext cx="1225730" cy="461826"/>
          </a:xfrm>
          <a:prstGeom prst="flowChartDelay">
            <a:avLst/>
          </a:prstGeom>
          <a:solidFill>
            <a:srgbClr val="CC66FF"/>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BIZ UDP明朝 Medium" panose="02020500000000000000" pitchFamily="18" charset="-128"/>
                <a:ea typeface="BIZ UDP明朝 Medium" panose="02020500000000000000" pitchFamily="18" charset="-128"/>
              </a:rPr>
              <a:t>▶▶</a:t>
            </a:r>
            <a:r>
              <a:rPr kumimoji="1" lang="en-US" altLang="ja-JP" b="1" dirty="0">
                <a:latin typeface="BIZ UDP明朝 Medium" panose="02020500000000000000" pitchFamily="18" charset="-128"/>
                <a:ea typeface="BIZ UDP明朝 Medium" panose="02020500000000000000" pitchFamily="18" charset="-128"/>
              </a:rPr>
              <a:t>×2</a:t>
            </a:r>
            <a:endParaRPr kumimoji="1" lang="ja-JP" altLang="en-US" b="1" dirty="0">
              <a:latin typeface="BIZ UDP明朝 Medium" panose="02020500000000000000" pitchFamily="18" charset="-128"/>
              <a:ea typeface="BIZ UDP明朝 Medium" panose="02020500000000000000" pitchFamily="18" charset="-128"/>
            </a:endParaRPr>
          </a:p>
        </p:txBody>
      </p:sp>
      <p:sp>
        <p:nvSpPr>
          <p:cNvPr id="141" name="ハート 140">
            <a:extLst>
              <a:ext uri="{FF2B5EF4-FFF2-40B4-BE49-F238E27FC236}">
                <a16:creationId xmlns:a16="http://schemas.microsoft.com/office/drawing/2014/main" id="{B45DA67B-E0F8-69DD-40F5-9D2CBDF6ADEC}"/>
              </a:ext>
            </a:extLst>
          </p:cNvPr>
          <p:cNvSpPr/>
          <p:nvPr/>
        </p:nvSpPr>
        <p:spPr>
          <a:xfrm>
            <a:off x="618278" y="3162196"/>
            <a:ext cx="551905" cy="551905"/>
          </a:xfrm>
          <a:prstGeom prst="heart">
            <a:avLst/>
          </a:prstGeom>
          <a:solidFill>
            <a:srgbClr val="CC66FF"/>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143" name="テキスト ボックス 142">
            <a:extLst>
              <a:ext uri="{FF2B5EF4-FFF2-40B4-BE49-F238E27FC236}">
                <a16:creationId xmlns:a16="http://schemas.microsoft.com/office/drawing/2014/main" id="{E93F6480-1BA7-53C3-39A0-BFDFE03209A9}"/>
              </a:ext>
            </a:extLst>
          </p:cNvPr>
          <p:cNvSpPr txBox="1"/>
          <p:nvPr/>
        </p:nvSpPr>
        <p:spPr>
          <a:xfrm>
            <a:off x="192795" y="3253669"/>
            <a:ext cx="1402870" cy="276999"/>
          </a:xfrm>
          <a:prstGeom prst="rect">
            <a:avLst/>
          </a:prstGeom>
          <a:noFill/>
        </p:spPr>
        <p:txBody>
          <a:bodyPr wrap="square">
            <a:spAutoFit/>
          </a:bodyPr>
          <a:lstStyle/>
          <a:p>
            <a:pPr algn="ctr"/>
            <a:r>
              <a:rPr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rPr>
              <a:t>スキル</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nvGrpSpPr>
          <p:cNvPr id="144" name="グループ化 143">
            <a:extLst>
              <a:ext uri="{FF2B5EF4-FFF2-40B4-BE49-F238E27FC236}">
                <a16:creationId xmlns:a16="http://schemas.microsoft.com/office/drawing/2014/main" id="{9F731451-B8A1-0D05-B91A-AA3633D95999}"/>
              </a:ext>
            </a:extLst>
          </p:cNvPr>
          <p:cNvGrpSpPr/>
          <p:nvPr/>
        </p:nvGrpSpPr>
        <p:grpSpPr>
          <a:xfrm flipH="1">
            <a:off x="7347900" y="151567"/>
            <a:ext cx="4317895" cy="584775"/>
            <a:chOff x="493841" y="123574"/>
            <a:chExt cx="4317895" cy="584775"/>
          </a:xfrm>
        </p:grpSpPr>
        <p:grpSp>
          <p:nvGrpSpPr>
            <p:cNvPr id="145" name="グループ化 144">
              <a:extLst>
                <a:ext uri="{FF2B5EF4-FFF2-40B4-BE49-F238E27FC236}">
                  <a16:creationId xmlns:a16="http://schemas.microsoft.com/office/drawing/2014/main" id="{411D366A-C055-F7DD-E831-E05976DC253A}"/>
                </a:ext>
              </a:extLst>
            </p:cNvPr>
            <p:cNvGrpSpPr/>
            <p:nvPr/>
          </p:nvGrpSpPr>
          <p:grpSpPr>
            <a:xfrm>
              <a:off x="1719571" y="246524"/>
              <a:ext cx="3092165" cy="338875"/>
              <a:chOff x="1719571" y="215382"/>
              <a:chExt cx="3888059" cy="426098"/>
            </a:xfrm>
          </p:grpSpPr>
          <p:sp>
            <p:nvSpPr>
              <p:cNvPr id="147" name="平行四辺形 146">
                <a:extLst>
                  <a:ext uri="{FF2B5EF4-FFF2-40B4-BE49-F238E27FC236}">
                    <a16:creationId xmlns:a16="http://schemas.microsoft.com/office/drawing/2014/main" id="{FF7D3077-6A0E-2093-534F-20D38951DCB0}"/>
                  </a:ext>
                </a:extLst>
              </p:cNvPr>
              <p:cNvSpPr/>
              <p:nvPr/>
            </p:nvSpPr>
            <p:spPr>
              <a:xfrm>
                <a:off x="1719571" y="215382"/>
                <a:ext cx="855679" cy="426098"/>
              </a:xfrm>
              <a:prstGeom prst="parallelogram">
                <a:avLst/>
              </a:prstGeom>
              <a:solidFill>
                <a:schemeClr val="accent1">
                  <a:lumMod val="7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8" name="平行四辺形 147">
                <a:extLst>
                  <a:ext uri="{FF2B5EF4-FFF2-40B4-BE49-F238E27FC236}">
                    <a16:creationId xmlns:a16="http://schemas.microsoft.com/office/drawing/2014/main" id="{A03DCE5E-7F85-0E41-9D0D-075745BEF310}"/>
                  </a:ext>
                </a:extLst>
              </p:cNvPr>
              <p:cNvSpPr/>
              <p:nvPr/>
            </p:nvSpPr>
            <p:spPr>
              <a:xfrm>
                <a:off x="2477666" y="215382"/>
                <a:ext cx="855679" cy="426098"/>
              </a:xfrm>
              <a:prstGeom prst="parallelogram">
                <a:avLst/>
              </a:prstGeom>
              <a:solidFill>
                <a:schemeClr val="accent1">
                  <a:lumMod val="7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9" name="平行四辺形 148">
                <a:extLst>
                  <a:ext uri="{FF2B5EF4-FFF2-40B4-BE49-F238E27FC236}">
                    <a16:creationId xmlns:a16="http://schemas.microsoft.com/office/drawing/2014/main" id="{62437587-3F82-3113-6398-A0693B015DB4}"/>
                  </a:ext>
                </a:extLst>
              </p:cNvPr>
              <p:cNvSpPr/>
              <p:nvPr/>
            </p:nvSpPr>
            <p:spPr>
              <a:xfrm>
                <a:off x="3235761" y="215382"/>
                <a:ext cx="855679" cy="426098"/>
              </a:xfrm>
              <a:prstGeom prst="parallelogram">
                <a:avLst/>
              </a:prstGeom>
              <a:solidFill>
                <a:schemeClr val="tx1">
                  <a:lumMod val="85000"/>
                  <a:lumOff val="1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0" name="平行四辺形 149">
                <a:extLst>
                  <a:ext uri="{FF2B5EF4-FFF2-40B4-BE49-F238E27FC236}">
                    <a16:creationId xmlns:a16="http://schemas.microsoft.com/office/drawing/2014/main" id="{B512C842-ED0D-3A4B-F468-F352053F5797}"/>
                  </a:ext>
                </a:extLst>
              </p:cNvPr>
              <p:cNvSpPr/>
              <p:nvPr/>
            </p:nvSpPr>
            <p:spPr>
              <a:xfrm>
                <a:off x="4751951" y="215382"/>
                <a:ext cx="855679" cy="426098"/>
              </a:xfrm>
              <a:prstGeom prst="parallelogram">
                <a:avLst/>
              </a:prstGeom>
              <a:solidFill>
                <a:schemeClr val="tx1">
                  <a:lumMod val="75000"/>
                  <a:lumOff val="2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1" name="平行四辺形 150">
                <a:extLst>
                  <a:ext uri="{FF2B5EF4-FFF2-40B4-BE49-F238E27FC236}">
                    <a16:creationId xmlns:a16="http://schemas.microsoft.com/office/drawing/2014/main" id="{DD9B3CF1-B3ED-1462-A6CE-475C001133E5}"/>
                  </a:ext>
                </a:extLst>
              </p:cNvPr>
              <p:cNvSpPr/>
              <p:nvPr/>
            </p:nvSpPr>
            <p:spPr>
              <a:xfrm>
                <a:off x="3993856" y="215382"/>
                <a:ext cx="855679" cy="426098"/>
              </a:xfrm>
              <a:prstGeom prst="parallelogram">
                <a:avLst/>
              </a:prstGeom>
              <a:solidFill>
                <a:schemeClr val="tx1">
                  <a:lumMod val="85000"/>
                  <a:lumOff val="1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46" name="テキスト ボックス 145">
              <a:extLst>
                <a:ext uri="{FF2B5EF4-FFF2-40B4-BE49-F238E27FC236}">
                  <a16:creationId xmlns:a16="http://schemas.microsoft.com/office/drawing/2014/main" id="{50FE0913-CD3B-D11D-1E63-8A1482245689}"/>
                </a:ext>
              </a:extLst>
            </p:cNvPr>
            <p:cNvSpPr txBox="1"/>
            <p:nvPr/>
          </p:nvSpPr>
          <p:spPr>
            <a:xfrm>
              <a:off x="493841" y="123574"/>
              <a:ext cx="1130438" cy="584775"/>
            </a:xfrm>
            <a:prstGeom prst="rect">
              <a:avLst/>
            </a:prstGeom>
            <a:noFill/>
          </p:spPr>
          <p:txBody>
            <a:bodyPr wrap="none" rtlCol="0">
              <a:spAutoFit/>
            </a:bodyPr>
            <a:lstStyle/>
            <a:p>
              <a:r>
                <a:rPr kumimoji="1"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155" name="グループ化 154">
            <a:extLst>
              <a:ext uri="{FF2B5EF4-FFF2-40B4-BE49-F238E27FC236}">
                <a16:creationId xmlns:a16="http://schemas.microsoft.com/office/drawing/2014/main" id="{CF023044-D8AB-D243-003B-15094D872FC0}"/>
              </a:ext>
            </a:extLst>
          </p:cNvPr>
          <p:cNvGrpSpPr/>
          <p:nvPr/>
        </p:nvGrpSpPr>
        <p:grpSpPr>
          <a:xfrm>
            <a:off x="619269" y="6128116"/>
            <a:ext cx="545248" cy="545248"/>
            <a:chOff x="4866575" y="4589624"/>
            <a:chExt cx="914400" cy="914400"/>
          </a:xfrm>
        </p:grpSpPr>
        <p:sp>
          <p:nvSpPr>
            <p:cNvPr id="154" name="四角形: 角を丸くする 153">
              <a:extLst>
                <a:ext uri="{FF2B5EF4-FFF2-40B4-BE49-F238E27FC236}">
                  <a16:creationId xmlns:a16="http://schemas.microsoft.com/office/drawing/2014/main" id="{CAA234B9-FD1B-6550-AD74-93AD34190A88}"/>
                </a:ext>
              </a:extLst>
            </p:cNvPr>
            <p:cNvSpPr/>
            <p:nvPr/>
          </p:nvSpPr>
          <p:spPr>
            <a:xfrm>
              <a:off x="4866575" y="4589624"/>
              <a:ext cx="914400" cy="914400"/>
            </a:xfrm>
            <a:prstGeom prst="roundRect">
              <a:avLst/>
            </a:prstGeom>
            <a:solidFill>
              <a:schemeClr val="tx1">
                <a:lumMod val="85000"/>
                <a:lumOff val="15000"/>
                <a:alpha val="7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53" name="図 152">
              <a:extLst>
                <a:ext uri="{FF2B5EF4-FFF2-40B4-BE49-F238E27FC236}">
                  <a16:creationId xmlns:a16="http://schemas.microsoft.com/office/drawing/2014/main" id="{F18BBBC3-506C-D9B8-ABAF-D5A6C2C29660}"/>
                </a:ext>
              </a:extLst>
            </p:cNvPr>
            <p:cNvPicPr>
              <a:picLocks noChangeAspect="1"/>
            </p:cNvPicPr>
            <p:nvPr/>
          </p:nvPicPr>
          <p:blipFill>
            <a:blip r:embed="rId3">
              <a:lum bright="70000" contrast="-70000"/>
              <a:extLst>
                <a:ext uri="{28A0092B-C50C-407E-A947-70E740481C1C}">
                  <a14:useLocalDpi xmlns:a14="http://schemas.microsoft.com/office/drawing/2010/main" val="0"/>
                </a:ext>
              </a:extLst>
            </a:blip>
            <a:stretch>
              <a:fillRect/>
            </a:stretch>
          </p:blipFill>
          <p:spPr>
            <a:xfrm>
              <a:off x="5014494" y="4737543"/>
              <a:ext cx="618561" cy="618561"/>
            </a:xfrm>
            <a:prstGeom prst="rect">
              <a:avLst/>
            </a:prstGeom>
          </p:spPr>
        </p:pic>
      </p:grpSp>
      <p:grpSp>
        <p:nvGrpSpPr>
          <p:cNvPr id="162" name="グループ化 161">
            <a:extLst>
              <a:ext uri="{FF2B5EF4-FFF2-40B4-BE49-F238E27FC236}">
                <a16:creationId xmlns:a16="http://schemas.microsoft.com/office/drawing/2014/main" id="{9F5AFC39-FD31-6177-5FE3-01F989BB957C}"/>
              </a:ext>
            </a:extLst>
          </p:cNvPr>
          <p:cNvGrpSpPr/>
          <p:nvPr/>
        </p:nvGrpSpPr>
        <p:grpSpPr>
          <a:xfrm>
            <a:off x="4366984" y="6060235"/>
            <a:ext cx="3092165" cy="603252"/>
            <a:chOff x="1719571" y="215382"/>
            <a:chExt cx="3888059" cy="426098"/>
          </a:xfrm>
          <a:solidFill>
            <a:schemeClr val="tx1">
              <a:lumMod val="95000"/>
              <a:lumOff val="5000"/>
            </a:schemeClr>
          </a:solidFill>
        </p:grpSpPr>
        <p:sp>
          <p:nvSpPr>
            <p:cNvPr id="166" name="平行四辺形 165">
              <a:extLst>
                <a:ext uri="{FF2B5EF4-FFF2-40B4-BE49-F238E27FC236}">
                  <a16:creationId xmlns:a16="http://schemas.microsoft.com/office/drawing/2014/main" id="{990DD503-3EF2-D00F-CED4-70D390B349EB}"/>
                </a:ext>
              </a:extLst>
            </p:cNvPr>
            <p:cNvSpPr/>
            <p:nvPr/>
          </p:nvSpPr>
          <p:spPr>
            <a:xfrm>
              <a:off x="4751951"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7" name="平行四辺形 166">
              <a:extLst>
                <a:ext uri="{FF2B5EF4-FFF2-40B4-BE49-F238E27FC236}">
                  <a16:creationId xmlns:a16="http://schemas.microsoft.com/office/drawing/2014/main" id="{9496133B-2426-EDED-2BB9-3B0C101B0090}"/>
                </a:ext>
              </a:extLst>
            </p:cNvPr>
            <p:cNvSpPr/>
            <p:nvPr/>
          </p:nvSpPr>
          <p:spPr>
            <a:xfrm>
              <a:off x="3993856" y="215382"/>
              <a:ext cx="855679" cy="426098"/>
            </a:xfrm>
            <a:prstGeom prst="homePlate">
              <a:avLst/>
            </a:prstGeom>
            <a:solidFill>
              <a:schemeClr val="accent1"/>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5" name="平行四辺形 164">
              <a:extLst>
                <a:ext uri="{FF2B5EF4-FFF2-40B4-BE49-F238E27FC236}">
                  <a16:creationId xmlns:a16="http://schemas.microsoft.com/office/drawing/2014/main" id="{F3352419-9CC2-1647-08CE-AA499164E052}"/>
                </a:ext>
              </a:extLst>
            </p:cNvPr>
            <p:cNvSpPr/>
            <p:nvPr/>
          </p:nvSpPr>
          <p:spPr>
            <a:xfrm>
              <a:off x="3235761"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64" name="平行四辺形 163">
              <a:extLst>
                <a:ext uri="{FF2B5EF4-FFF2-40B4-BE49-F238E27FC236}">
                  <a16:creationId xmlns:a16="http://schemas.microsoft.com/office/drawing/2014/main" id="{E7795EF8-1001-5B5F-1072-48197281E47A}"/>
                </a:ext>
              </a:extLst>
            </p:cNvPr>
            <p:cNvSpPr/>
            <p:nvPr/>
          </p:nvSpPr>
          <p:spPr>
            <a:xfrm>
              <a:off x="2477666"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3" name="平行四辺形 162">
              <a:extLst>
                <a:ext uri="{FF2B5EF4-FFF2-40B4-BE49-F238E27FC236}">
                  <a16:creationId xmlns:a16="http://schemas.microsoft.com/office/drawing/2014/main" id="{D823AF2A-AE88-BBF0-BDFC-652F3D9409B7}"/>
                </a:ext>
              </a:extLst>
            </p:cNvPr>
            <p:cNvSpPr/>
            <p:nvPr/>
          </p:nvSpPr>
          <p:spPr>
            <a:xfrm>
              <a:off x="1719571" y="215382"/>
              <a:ext cx="855679" cy="426098"/>
            </a:xfrm>
            <a:prstGeom prst="homePlate">
              <a:avLst/>
            </a:prstGeom>
            <a:solidFill>
              <a:schemeClr val="accent1"/>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sp>
        <p:nvSpPr>
          <p:cNvPr id="168" name="楕円 167">
            <a:extLst>
              <a:ext uri="{FF2B5EF4-FFF2-40B4-BE49-F238E27FC236}">
                <a16:creationId xmlns:a16="http://schemas.microsoft.com/office/drawing/2014/main" id="{A10E87D6-7BB5-1451-417E-7D5131D488F9}"/>
              </a:ext>
            </a:extLst>
          </p:cNvPr>
          <p:cNvSpPr/>
          <p:nvPr/>
        </p:nvSpPr>
        <p:spPr>
          <a:xfrm>
            <a:off x="5698688" y="6188492"/>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キャラ</a:t>
            </a:r>
          </a:p>
        </p:txBody>
      </p:sp>
      <p:sp>
        <p:nvSpPr>
          <p:cNvPr id="169" name="楕円 168">
            <a:extLst>
              <a:ext uri="{FF2B5EF4-FFF2-40B4-BE49-F238E27FC236}">
                <a16:creationId xmlns:a16="http://schemas.microsoft.com/office/drawing/2014/main" id="{03FA42D0-06B2-5407-9FC7-3E045179CC89}"/>
              </a:ext>
            </a:extLst>
          </p:cNvPr>
          <p:cNvSpPr/>
          <p:nvPr/>
        </p:nvSpPr>
        <p:spPr>
          <a:xfrm>
            <a:off x="6346227" y="6174440"/>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キャラ</a:t>
            </a:r>
          </a:p>
        </p:txBody>
      </p:sp>
      <p:sp>
        <p:nvSpPr>
          <p:cNvPr id="170" name="楕円 169">
            <a:extLst>
              <a:ext uri="{FF2B5EF4-FFF2-40B4-BE49-F238E27FC236}">
                <a16:creationId xmlns:a16="http://schemas.microsoft.com/office/drawing/2014/main" id="{3D61FD95-6C75-EE6E-9C94-E431E12A8351}"/>
              </a:ext>
            </a:extLst>
          </p:cNvPr>
          <p:cNvSpPr/>
          <p:nvPr/>
        </p:nvSpPr>
        <p:spPr>
          <a:xfrm>
            <a:off x="6908237" y="6188492"/>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キャラ</a:t>
            </a:r>
          </a:p>
        </p:txBody>
      </p:sp>
      <p:sp>
        <p:nvSpPr>
          <p:cNvPr id="171" name="楕円 170">
            <a:extLst>
              <a:ext uri="{FF2B5EF4-FFF2-40B4-BE49-F238E27FC236}">
                <a16:creationId xmlns:a16="http://schemas.microsoft.com/office/drawing/2014/main" id="{CE1FA6F7-6B57-589D-EF3A-FC9D7103B638}"/>
              </a:ext>
            </a:extLst>
          </p:cNvPr>
          <p:cNvSpPr/>
          <p:nvPr/>
        </p:nvSpPr>
        <p:spPr>
          <a:xfrm>
            <a:off x="5117736" y="6188492"/>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キャラ</a:t>
            </a:r>
          </a:p>
        </p:txBody>
      </p:sp>
      <p:sp>
        <p:nvSpPr>
          <p:cNvPr id="172" name="楕円 171">
            <a:extLst>
              <a:ext uri="{FF2B5EF4-FFF2-40B4-BE49-F238E27FC236}">
                <a16:creationId xmlns:a16="http://schemas.microsoft.com/office/drawing/2014/main" id="{0DDF57E1-B268-3A66-FF67-806237DDA632}"/>
              </a:ext>
            </a:extLst>
          </p:cNvPr>
          <p:cNvSpPr/>
          <p:nvPr/>
        </p:nvSpPr>
        <p:spPr>
          <a:xfrm>
            <a:off x="4495793" y="6188492"/>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キャラ</a:t>
            </a:r>
          </a:p>
        </p:txBody>
      </p:sp>
      <p:cxnSp>
        <p:nvCxnSpPr>
          <p:cNvPr id="174" name="直線コネクタ 173">
            <a:extLst>
              <a:ext uri="{FF2B5EF4-FFF2-40B4-BE49-F238E27FC236}">
                <a16:creationId xmlns:a16="http://schemas.microsoft.com/office/drawing/2014/main" id="{EF7A6159-36E0-E354-2826-5B3D37CDD428}"/>
              </a:ext>
            </a:extLst>
          </p:cNvPr>
          <p:cNvCxnSpPr>
            <a:cxnSpLocks/>
          </p:cNvCxnSpPr>
          <p:nvPr/>
        </p:nvCxnSpPr>
        <p:spPr>
          <a:xfrm>
            <a:off x="4712882" y="6663487"/>
            <a:ext cx="3658847" cy="0"/>
          </a:xfrm>
          <a:prstGeom prst="line">
            <a:avLst/>
          </a:prstGeom>
          <a:ln w="38100">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175" name="テキスト ボックス 174">
            <a:extLst>
              <a:ext uri="{FF2B5EF4-FFF2-40B4-BE49-F238E27FC236}">
                <a16:creationId xmlns:a16="http://schemas.microsoft.com/office/drawing/2014/main" id="{9CAA3221-0AB2-3A73-37A3-BF3C432C19F9}"/>
              </a:ext>
            </a:extLst>
          </p:cNvPr>
          <p:cNvSpPr txBox="1"/>
          <p:nvPr/>
        </p:nvSpPr>
        <p:spPr>
          <a:xfrm>
            <a:off x="5495807" y="193555"/>
            <a:ext cx="1460656" cy="1077218"/>
          </a:xfrm>
          <a:prstGeom prst="rect">
            <a:avLst/>
          </a:prstGeom>
          <a:noFill/>
        </p:spPr>
        <p:txBody>
          <a:bodyPr wrap="none" rtlCol="0">
            <a:spAutoFit/>
          </a:bodyPr>
          <a:lstStyle/>
          <a:p>
            <a:pPr algn="ctr"/>
            <a:r>
              <a:rPr kumimoji="1"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TRUN</a:t>
            </a:r>
            <a:br>
              <a:rPr kumimoji="1"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br>
            <a:r>
              <a:rPr kumimoji="1"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0/0</a:t>
            </a:r>
            <a:endPar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176" name="テキスト ボックス 175">
            <a:extLst>
              <a:ext uri="{FF2B5EF4-FFF2-40B4-BE49-F238E27FC236}">
                <a16:creationId xmlns:a16="http://schemas.microsoft.com/office/drawing/2014/main" id="{1EB96F94-6510-A0EB-A9F2-F89202DE0AAD}"/>
              </a:ext>
            </a:extLst>
          </p:cNvPr>
          <p:cNvSpPr txBox="1"/>
          <p:nvPr/>
        </p:nvSpPr>
        <p:spPr>
          <a:xfrm>
            <a:off x="7472124" y="6141824"/>
            <a:ext cx="899605" cy="369332"/>
          </a:xfrm>
          <a:prstGeom prst="rect">
            <a:avLst/>
          </a:prstGeom>
          <a:noFill/>
        </p:spPr>
        <p:txBody>
          <a:bodyPr wrap="none" rtlCol="0">
            <a:spAutoFit/>
          </a:bodyPr>
          <a:lstStyle/>
          <a:p>
            <a:pPr algn="ctr"/>
            <a:r>
              <a:rPr kumimoji="1" lang="en-US" altLang="ja-JP" sz="1400" b="1" dirty="0">
                <a:solidFill>
                  <a:schemeClr val="bg1">
                    <a:lumMod val="95000"/>
                  </a:schemeClr>
                </a:solidFill>
                <a:latin typeface="BIZ UDP明朝 Medium" panose="02020500000000000000" pitchFamily="18" charset="-128"/>
                <a:ea typeface="BIZ UDP明朝 Medium" panose="02020500000000000000" pitchFamily="18" charset="-128"/>
              </a:rPr>
              <a:t>TRUN</a:t>
            </a:r>
            <a:r>
              <a:rPr kumimoji="1" lang="en-US" altLang="ja-JP" b="1" dirty="0">
                <a:solidFill>
                  <a:schemeClr val="bg1">
                    <a:lumMod val="95000"/>
                  </a:schemeClr>
                </a:solidFill>
                <a:latin typeface="BIZ UDP明朝 Medium" panose="02020500000000000000" pitchFamily="18" charset="-128"/>
                <a:ea typeface="BIZ UDP明朝 Medium" panose="02020500000000000000" pitchFamily="18" charset="-128"/>
              </a:rPr>
              <a:t>0</a:t>
            </a:r>
            <a:endParaRPr kumimoji="1" lang="ja-JP" altLang="en-US"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nvGrpSpPr>
          <p:cNvPr id="4" name="グループ化 3">
            <a:extLst>
              <a:ext uri="{FF2B5EF4-FFF2-40B4-BE49-F238E27FC236}">
                <a16:creationId xmlns:a16="http://schemas.microsoft.com/office/drawing/2014/main" id="{99EECF8F-F0FC-B809-525D-CAD609BE318B}"/>
              </a:ext>
            </a:extLst>
          </p:cNvPr>
          <p:cNvGrpSpPr/>
          <p:nvPr/>
        </p:nvGrpSpPr>
        <p:grpSpPr>
          <a:xfrm>
            <a:off x="0" y="1800592"/>
            <a:ext cx="12192000" cy="3659134"/>
            <a:chOff x="0" y="1800592"/>
            <a:chExt cx="12192000" cy="3659134"/>
          </a:xfrm>
        </p:grpSpPr>
        <p:sp>
          <p:nvSpPr>
            <p:cNvPr id="5" name="正方形/長方形 4">
              <a:extLst>
                <a:ext uri="{FF2B5EF4-FFF2-40B4-BE49-F238E27FC236}">
                  <a16:creationId xmlns:a16="http://schemas.microsoft.com/office/drawing/2014/main" id="{39BE643B-276F-05D3-057F-933C34D4FE2C}"/>
                </a:ext>
              </a:extLst>
            </p:cNvPr>
            <p:cNvSpPr/>
            <p:nvPr/>
          </p:nvSpPr>
          <p:spPr>
            <a:xfrm>
              <a:off x="0" y="1800592"/>
              <a:ext cx="12192000" cy="3659134"/>
            </a:xfrm>
            <a:prstGeom prst="rect">
              <a:avLst/>
            </a:prstGeom>
            <a:gradFill flip="none" rotWithShape="1">
              <a:gsLst>
                <a:gs pos="44000">
                  <a:schemeClr val="tx1">
                    <a:lumMod val="85000"/>
                    <a:lumOff val="15000"/>
                    <a:alpha val="95000"/>
                  </a:schemeClr>
                </a:gs>
                <a:gs pos="100000">
                  <a:srgbClr val="CC66FF">
                    <a:alpha val="95000"/>
                  </a:srgbClr>
                </a:gs>
              </a:gsLst>
              <a:lin ang="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1" name="グループ化 10">
              <a:extLst>
                <a:ext uri="{FF2B5EF4-FFF2-40B4-BE49-F238E27FC236}">
                  <a16:creationId xmlns:a16="http://schemas.microsoft.com/office/drawing/2014/main" id="{553C139F-75CB-AF47-7B16-76E02BE1300B}"/>
                </a:ext>
              </a:extLst>
            </p:cNvPr>
            <p:cNvGrpSpPr/>
            <p:nvPr/>
          </p:nvGrpSpPr>
          <p:grpSpPr>
            <a:xfrm>
              <a:off x="724566" y="3688902"/>
              <a:ext cx="4799934" cy="526032"/>
              <a:chOff x="1719571" y="215382"/>
              <a:chExt cx="3888059" cy="426098"/>
            </a:xfrm>
          </p:grpSpPr>
          <p:sp>
            <p:nvSpPr>
              <p:cNvPr id="107" name="平行四辺形 106">
                <a:extLst>
                  <a:ext uri="{FF2B5EF4-FFF2-40B4-BE49-F238E27FC236}">
                    <a16:creationId xmlns:a16="http://schemas.microsoft.com/office/drawing/2014/main" id="{70062068-9925-CEF9-EEE0-C69D378FCA46}"/>
                  </a:ext>
                </a:extLst>
              </p:cNvPr>
              <p:cNvSpPr/>
              <p:nvPr/>
            </p:nvSpPr>
            <p:spPr>
              <a:xfrm>
                <a:off x="171957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8" name="平行四辺形 107">
                <a:extLst>
                  <a:ext uri="{FF2B5EF4-FFF2-40B4-BE49-F238E27FC236}">
                    <a16:creationId xmlns:a16="http://schemas.microsoft.com/office/drawing/2014/main" id="{97633ABA-9D36-98FF-00B7-027E4F29703B}"/>
                  </a:ext>
                </a:extLst>
              </p:cNvPr>
              <p:cNvSpPr/>
              <p:nvPr/>
            </p:nvSpPr>
            <p:spPr>
              <a:xfrm>
                <a:off x="2477666"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9" name="平行四辺形 108">
                <a:extLst>
                  <a:ext uri="{FF2B5EF4-FFF2-40B4-BE49-F238E27FC236}">
                    <a16:creationId xmlns:a16="http://schemas.microsoft.com/office/drawing/2014/main" id="{024945E1-F08C-9B8C-D6E5-419DEEAE25F3}"/>
                  </a:ext>
                </a:extLst>
              </p:cNvPr>
              <p:cNvSpPr/>
              <p:nvPr/>
            </p:nvSpPr>
            <p:spPr>
              <a:xfrm>
                <a:off x="323576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0" name="平行四辺形 109">
                <a:extLst>
                  <a:ext uri="{FF2B5EF4-FFF2-40B4-BE49-F238E27FC236}">
                    <a16:creationId xmlns:a16="http://schemas.microsoft.com/office/drawing/2014/main" id="{D3C47E08-51E4-2385-1E6E-DDC175B6F0F2}"/>
                  </a:ext>
                </a:extLst>
              </p:cNvPr>
              <p:cNvSpPr/>
              <p:nvPr/>
            </p:nvSpPr>
            <p:spPr>
              <a:xfrm>
                <a:off x="4751951" y="215382"/>
                <a:ext cx="855679" cy="426098"/>
              </a:xfrm>
              <a:prstGeom prst="parallelogram">
                <a:avLst/>
              </a:prstGeom>
              <a:solidFill>
                <a:schemeClr val="tx1">
                  <a:lumMod val="75000"/>
                  <a:lumOff val="2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1" name="平行四辺形 110">
                <a:extLst>
                  <a:ext uri="{FF2B5EF4-FFF2-40B4-BE49-F238E27FC236}">
                    <a16:creationId xmlns:a16="http://schemas.microsoft.com/office/drawing/2014/main" id="{0D4E45DF-220A-FCC2-1874-8DEBE4B1D6D0}"/>
                  </a:ext>
                </a:extLst>
              </p:cNvPr>
              <p:cNvSpPr/>
              <p:nvPr/>
            </p:nvSpPr>
            <p:spPr>
              <a:xfrm>
                <a:off x="3993856" y="215382"/>
                <a:ext cx="855679" cy="426098"/>
              </a:xfrm>
              <a:prstGeom prst="parallelogram">
                <a:avLst/>
              </a:prstGeom>
              <a:solidFill>
                <a:srgbClr val="CC66FF">
                  <a:alpha val="70000"/>
                </a:srgbClr>
              </a:solidFill>
              <a:ln w="38100">
                <a:solidFill>
                  <a:schemeClr val="bg1">
                    <a:lumMod val="85000"/>
                  </a:schemeClr>
                </a:solidFill>
              </a:ln>
              <a:effectLst>
                <a:glow rad="165100">
                  <a:srgbClr val="CC66FF">
                    <a:alpha val="55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23" name="テキスト ボックス 22">
              <a:extLst>
                <a:ext uri="{FF2B5EF4-FFF2-40B4-BE49-F238E27FC236}">
                  <a16:creationId xmlns:a16="http://schemas.microsoft.com/office/drawing/2014/main" id="{8DBB228A-E7F8-6629-22FF-43EAE3CC1333}"/>
                </a:ext>
              </a:extLst>
            </p:cNvPr>
            <p:cNvSpPr txBox="1"/>
            <p:nvPr/>
          </p:nvSpPr>
          <p:spPr>
            <a:xfrm>
              <a:off x="724566" y="2643066"/>
              <a:ext cx="2392001" cy="707886"/>
            </a:xfrm>
            <a:prstGeom prst="rect">
              <a:avLst/>
            </a:prstGeom>
            <a:noFill/>
          </p:spPr>
          <p:txBody>
            <a:bodyPr wrap="none" rtlCol="0">
              <a:spAutoFit/>
            </a:bodyPr>
            <a:lstStyle/>
            <a:p>
              <a:r>
                <a:rPr kumimoji="1" lang="en-US" altLang="ja-JP" sz="4000" b="1" dirty="0">
                  <a:solidFill>
                    <a:schemeClr val="bg1">
                      <a:lumMod val="95000"/>
                    </a:schemeClr>
                  </a:solidFill>
                  <a:latin typeface="BIZ UDP明朝 Medium" panose="02020500000000000000" pitchFamily="18" charset="-128"/>
                  <a:ea typeface="BIZ UDP明朝 Medium" panose="02020500000000000000" pitchFamily="18" charset="-128"/>
                </a:rPr>
                <a:t>ENB</a:t>
              </a:r>
              <a:r>
                <a:rPr kumimoji="1" lang="ja-JP" altLang="en-US" sz="4000" b="1" dirty="0">
                  <a:solidFill>
                    <a:schemeClr val="bg1">
                      <a:lumMod val="95000"/>
                    </a:schemeClr>
                  </a:solidFill>
                  <a:latin typeface="BIZ UDP明朝 Medium" panose="02020500000000000000" pitchFamily="18" charset="-128"/>
                  <a:ea typeface="BIZ UDP明朝 Medium" panose="02020500000000000000" pitchFamily="18" charset="-128"/>
                </a:rPr>
                <a:t>拡大</a:t>
              </a:r>
            </a:p>
          </p:txBody>
        </p:sp>
        <p:grpSp>
          <p:nvGrpSpPr>
            <p:cNvPr id="24" name="グループ化 23">
              <a:extLst>
                <a:ext uri="{FF2B5EF4-FFF2-40B4-BE49-F238E27FC236}">
                  <a16:creationId xmlns:a16="http://schemas.microsoft.com/office/drawing/2014/main" id="{BF306241-4CC4-81A8-20E4-B522063660F7}"/>
                </a:ext>
              </a:extLst>
            </p:cNvPr>
            <p:cNvGrpSpPr/>
            <p:nvPr/>
          </p:nvGrpSpPr>
          <p:grpSpPr>
            <a:xfrm>
              <a:off x="7579888" y="4678643"/>
              <a:ext cx="3357001" cy="461826"/>
              <a:chOff x="7929458" y="4214934"/>
              <a:chExt cx="3357001" cy="461826"/>
            </a:xfrm>
          </p:grpSpPr>
          <p:sp>
            <p:nvSpPr>
              <p:cNvPr id="100" name="矢印: 五方向 99">
                <a:extLst>
                  <a:ext uri="{FF2B5EF4-FFF2-40B4-BE49-F238E27FC236}">
                    <a16:creationId xmlns:a16="http://schemas.microsoft.com/office/drawing/2014/main" id="{2C71C2A1-42AB-674C-E6D0-25FB388C75B2}"/>
                  </a:ext>
                </a:extLst>
              </p:cNvPr>
              <p:cNvSpPr/>
              <p:nvPr/>
            </p:nvSpPr>
            <p:spPr>
              <a:xfrm>
                <a:off x="10060729" y="4214934"/>
                <a:ext cx="1225730" cy="461826"/>
              </a:xfrm>
              <a:prstGeom prst="homePlate">
                <a:avLst/>
              </a:prstGeom>
              <a:solidFill>
                <a:srgbClr val="CC66FF">
                  <a:alpha val="70000"/>
                </a:srgb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BIZ UDP明朝 Medium" panose="02020500000000000000" pitchFamily="18" charset="-128"/>
                    <a:ea typeface="BIZ UDP明朝 Medium" panose="02020500000000000000" pitchFamily="18" charset="-128"/>
                  </a:rPr>
                  <a:t>決定</a:t>
                </a:r>
              </a:p>
            </p:txBody>
          </p:sp>
          <p:sp>
            <p:nvSpPr>
              <p:cNvPr id="106" name="フローチャート: 論理積ゲート 105">
                <a:extLst>
                  <a:ext uri="{FF2B5EF4-FFF2-40B4-BE49-F238E27FC236}">
                    <a16:creationId xmlns:a16="http://schemas.microsoft.com/office/drawing/2014/main" id="{715D4C2A-EAAB-3F8B-803F-7B3AADDF9CC6}"/>
                  </a:ext>
                </a:extLst>
              </p:cNvPr>
              <p:cNvSpPr/>
              <p:nvPr/>
            </p:nvSpPr>
            <p:spPr>
              <a:xfrm>
                <a:off x="7929458" y="4214934"/>
                <a:ext cx="1225730" cy="461826"/>
              </a:xfrm>
              <a:prstGeom prst="flowChartDelay">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b="1" dirty="0">
                    <a:latin typeface="BIZ UDP明朝 Medium" panose="02020500000000000000" pitchFamily="18" charset="-128"/>
                    <a:ea typeface="BIZ UDP明朝 Medium" panose="02020500000000000000" pitchFamily="18" charset="-128"/>
                  </a:rPr>
                  <a:t>AUTO</a:t>
                </a:r>
                <a:endParaRPr kumimoji="1" lang="ja-JP" altLang="en-US" b="1" dirty="0">
                  <a:latin typeface="BIZ UDP明朝 Medium" panose="02020500000000000000" pitchFamily="18" charset="-128"/>
                  <a:ea typeface="BIZ UDP明朝 Medium" panose="02020500000000000000" pitchFamily="18" charset="-128"/>
                </a:endParaRPr>
              </a:p>
            </p:txBody>
          </p:sp>
        </p:grpSp>
        <p:sp>
          <p:nvSpPr>
            <p:cNvPr id="25" name="テキスト ボックス 24">
              <a:extLst>
                <a:ext uri="{FF2B5EF4-FFF2-40B4-BE49-F238E27FC236}">
                  <a16:creationId xmlns:a16="http://schemas.microsoft.com/office/drawing/2014/main" id="{F89ADB60-4F84-C60E-2D21-D09EB2071EAB}"/>
                </a:ext>
              </a:extLst>
            </p:cNvPr>
            <p:cNvSpPr txBox="1"/>
            <p:nvPr/>
          </p:nvSpPr>
          <p:spPr>
            <a:xfrm>
              <a:off x="7499730" y="1935180"/>
              <a:ext cx="3437159" cy="646331"/>
            </a:xfrm>
            <a:prstGeom prst="rect">
              <a:avLst/>
            </a:prstGeom>
            <a:noFill/>
          </p:spPr>
          <p:txBody>
            <a:bodyPr wrap="none" rtlCol="0">
              <a:spAutoFit/>
            </a:bodyPr>
            <a:lstStyle/>
            <a:p>
              <a:pPr algn="ctr"/>
              <a:r>
                <a:rPr kumimoji="1" lang="en-US" altLang="ja-JP" sz="3600" b="1" dirty="0">
                  <a:solidFill>
                    <a:schemeClr val="bg1">
                      <a:lumMod val="95000"/>
                    </a:schemeClr>
                  </a:solidFill>
                  <a:latin typeface="BIZ UDP明朝 Medium" panose="02020500000000000000" pitchFamily="18" charset="-128"/>
                  <a:ea typeface="BIZ UDP明朝 Medium" panose="02020500000000000000" pitchFamily="18" charset="-128"/>
                </a:rPr>
                <a:t>ENB</a:t>
              </a:r>
              <a:r>
                <a:rPr kumimoji="1" lang="ja-JP" altLang="en-US" sz="3600" b="1" dirty="0">
                  <a:solidFill>
                    <a:schemeClr val="bg1">
                      <a:lumMod val="95000"/>
                    </a:schemeClr>
                  </a:solidFill>
                  <a:latin typeface="BIZ UDP明朝 Medium" panose="02020500000000000000" pitchFamily="18" charset="-128"/>
                  <a:ea typeface="BIZ UDP明朝 Medium" panose="02020500000000000000" pitchFamily="18" charset="-128"/>
                </a:rPr>
                <a:t>スキル選択</a:t>
              </a:r>
            </a:p>
          </p:txBody>
        </p:sp>
        <p:sp>
          <p:nvSpPr>
            <p:cNvPr id="43" name="二等辺三角形 42">
              <a:extLst>
                <a:ext uri="{FF2B5EF4-FFF2-40B4-BE49-F238E27FC236}">
                  <a16:creationId xmlns:a16="http://schemas.microsoft.com/office/drawing/2014/main" id="{CBD8B91F-66E6-3A6C-9EFA-480692620321}"/>
                </a:ext>
              </a:extLst>
            </p:cNvPr>
            <p:cNvSpPr/>
            <p:nvPr/>
          </p:nvSpPr>
          <p:spPr>
            <a:xfrm rot="5400000">
              <a:off x="5565648" y="3401559"/>
              <a:ext cx="1060704" cy="457200"/>
            </a:xfrm>
            <a:prstGeom prst="triangle">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9" name="四角形: 角を丸くする 78">
              <a:extLst>
                <a:ext uri="{FF2B5EF4-FFF2-40B4-BE49-F238E27FC236}">
                  <a16:creationId xmlns:a16="http://schemas.microsoft.com/office/drawing/2014/main" id="{EC6B08BB-F97F-83DA-EF6A-3E61999561AB}"/>
                </a:ext>
              </a:extLst>
            </p:cNvPr>
            <p:cNvSpPr/>
            <p:nvPr/>
          </p:nvSpPr>
          <p:spPr>
            <a:xfrm>
              <a:off x="9991557" y="2709741"/>
              <a:ext cx="148518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88" name="四角形: 角を丸くする 87">
              <a:extLst>
                <a:ext uri="{FF2B5EF4-FFF2-40B4-BE49-F238E27FC236}">
                  <a16:creationId xmlns:a16="http://schemas.microsoft.com/office/drawing/2014/main" id="{C75657D4-5238-D17A-A482-8209700D6271}"/>
                </a:ext>
              </a:extLst>
            </p:cNvPr>
            <p:cNvSpPr/>
            <p:nvPr/>
          </p:nvSpPr>
          <p:spPr>
            <a:xfrm>
              <a:off x="8427408" y="2709741"/>
              <a:ext cx="148518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92" name="フリーフォーム: 図形 91">
              <a:extLst>
                <a:ext uri="{FF2B5EF4-FFF2-40B4-BE49-F238E27FC236}">
                  <a16:creationId xmlns:a16="http://schemas.microsoft.com/office/drawing/2014/main" id="{40AA00B1-0959-265A-0803-FF36DDA6BFCA}"/>
                </a:ext>
              </a:extLst>
            </p:cNvPr>
            <p:cNvSpPr/>
            <p:nvPr/>
          </p:nvSpPr>
          <p:spPr>
            <a:xfrm>
              <a:off x="6848474" y="2709741"/>
              <a:ext cx="4638306" cy="1716321"/>
            </a:xfrm>
            <a:custGeom>
              <a:avLst/>
              <a:gdLst>
                <a:gd name="csX0" fmla="*/ 247535 w 6933831"/>
                <a:gd name="csY0" fmla="*/ 0 h 1716321"/>
                <a:gd name="csX1" fmla="*/ 1237647 w 6933831"/>
                <a:gd name="csY1" fmla="*/ 0 h 1716321"/>
                <a:gd name="csX2" fmla="*/ 1485182 w 6933831"/>
                <a:gd name="csY2" fmla="*/ 247535 h 1716321"/>
                <a:gd name="csX3" fmla="*/ 1485182 w 6933831"/>
                <a:gd name="csY3" fmla="*/ 1162874 h 1716321"/>
                <a:gd name="csX4" fmla="*/ 6933831 w 6933831"/>
                <a:gd name="csY4" fmla="*/ 1162874 h 1716321"/>
                <a:gd name="csX5" fmla="*/ 6933831 w 6933831"/>
                <a:gd name="csY5" fmla="*/ 1711914 h 1716321"/>
                <a:gd name="csX6" fmla="*/ 1281364 w 6933831"/>
                <a:gd name="csY6" fmla="*/ 1711914 h 1716321"/>
                <a:gd name="csX7" fmla="*/ 1237647 w 6933831"/>
                <a:gd name="csY7" fmla="*/ 1716321 h 1716321"/>
                <a:gd name="csX8" fmla="*/ 247535 w 6933831"/>
                <a:gd name="csY8" fmla="*/ 1716321 h 1716321"/>
                <a:gd name="csX9" fmla="*/ 203819 w 6933831"/>
                <a:gd name="csY9" fmla="*/ 1711914 h 1716321"/>
                <a:gd name="csX10" fmla="*/ 91508 w 6933831"/>
                <a:gd name="csY10" fmla="*/ 1711914 h 1716321"/>
                <a:gd name="csX11" fmla="*/ 0 w 6933831"/>
                <a:gd name="csY11" fmla="*/ 1620406 h 1716321"/>
                <a:gd name="csX12" fmla="*/ 0 w 6933831"/>
                <a:gd name="csY12" fmla="*/ 1468786 h 1716321"/>
                <a:gd name="csX13" fmla="*/ 0 w 6933831"/>
                <a:gd name="csY13" fmla="*/ 1254382 h 1716321"/>
                <a:gd name="csX14" fmla="*/ 0 w 6933831"/>
                <a:gd name="csY14" fmla="*/ 247535 h 1716321"/>
                <a:gd name="csX15" fmla="*/ 247535 w 6933831"/>
                <a:gd name="csY15" fmla="*/ 0 h 1716321"/>
                <a:gd name="csX0" fmla="*/ 247535 w 6933831"/>
                <a:gd name="csY0" fmla="*/ 0 h 1716321"/>
                <a:gd name="csX1" fmla="*/ 1237647 w 6933831"/>
                <a:gd name="csY1" fmla="*/ 0 h 1716321"/>
                <a:gd name="csX2" fmla="*/ 1485182 w 6933831"/>
                <a:gd name="csY2" fmla="*/ 247535 h 1716321"/>
                <a:gd name="csX3" fmla="*/ 1485182 w 6933831"/>
                <a:gd name="csY3" fmla="*/ 1162874 h 1716321"/>
                <a:gd name="csX4" fmla="*/ 5124081 w 6933831"/>
                <a:gd name="csY4" fmla="*/ 1153349 h 1716321"/>
                <a:gd name="csX5" fmla="*/ 6933831 w 6933831"/>
                <a:gd name="csY5" fmla="*/ 1711914 h 1716321"/>
                <a:gd name="csX6" fmla="*/ 1281364 w 6933831"/>
                <a:gd name="csY6" fmla="*/ 1711914 h 1716321"/>
                <a:gd name="csX7" fmla="*/ 1237647 w 6933831"/>
                <a:gd name="csY7" fmla="*/ 1716321 h 1716321"/>
                <a:gd name="csX8" fmla="*/ 247535 w 6933831"/>
                <a:gd name="csY8" fmla="*/ 1716321 h 1716321"/>
                <a:gd name="csX9" fmla="*/ 203819 w 6933831"/>
                <a:gd name="csY9" fmla="*/ 1711914 h 1716321"/>
                <a:gd name="csX10" fmla="*/ 91508 w 6933831"/>
                <a:gd name="csY10" fmla="*/ 1711914 h 1716321"/>
                <a:gd name="csX11" fmla="*/ 0 w 6933831"/>
                <a:gd name="csY11" fmla="*/ 1620406 h 1716321"/>
                <a:gd name="csX12" fmla="*/ 0 w 6933831"/>
                <a:gd name="csY12" fmla="*/ 1468786 h 1716321"/>
                <a:gd name="csX13" fmla="*/ 0 w 6933831"/>
                <a:gd name="csY13" fmla="*/ 1254382 h 1716321"/>
                <a:gd name="csX14" fmla="*/ 0 w 6933831"/>
                <a:gd name="csY14" fmla="*/ 247535 h 1716321"/>
                <a:gd name="csX15" fmla="*/ 247535 w 6933831"/>
                <a:gd name="csY15" fmla="*/ 0 h 1716321"/>
                <a:gd name="csX0" fmla="*/ 247535 w 5143131"/>
                <a:gd name="csY0" fmla="*/ 0 h 1721439"/>
                <a:gd name="csX1" fmla="*/ 1237647 w 5143131"/>
                <a:gd name="csY1" fmla="*/ 0 h 1721439"/>
                <a:gd name="csX2" fmla="*/ 1485182 w 5143131"/>
                <a:gd name="csY2" fmla="*/ 247535 h 1721439"/>
                <a:gd name="csX3" fmla="*/ 1485182 w 5143131"/>
                <a:gd name="csY3" fmla="*/ 1162874 h 1721439"/>
                <a:gd name="csX4" fmla="*/ 5124081 w 5143131"/>
                <a:gd name="csY4" fmla="*/ 1153349 h 1721439"/>
                <a:gd name="csX5" fmla="*/ 5143131 w 5143131"/>
                <a:gd name="csY5" fmla="*/ 1721439 h 1721439"/>
                <a:gd name="csX6" fmla="*/ 1281364 w 5143131"/>
                <a:gd name="csY6" fmla="*/ 1711914 h 1721439"/>
                <a:gd name="csX7" fmla="*/ 1237647 w 5143131"/>
                <a:gd name="csY7" fmla="*/ 1716321 h 1721439"/>
                <a:gd name="csX8" fmla="*/ 247535 w 5143131"/>
                <a:gd name="csY8" fmla="*/ 1716321 h 1721439"/>
                <a:gd name="csX9" fmla="*/ 203819 w 5143131"/>
                <a:gd name="csY9" fmla="*/ 1711914 h 1721439"/>
                <a:gd name="csX10" fmla="*/ 91508 w 5143131"/>
                <a:gd name="csY10" fmla="*/ 1711914 h 1721439"/>
                <a:gd name="csX11" fmla="*/ 0 w 5143131"/>
                <a:gd name="csY11" fmla="*/ 1620406 h 1721439"/>
                <a:gd name="csX12" fmla="*/ 0 w 5143131"/>
                <a:gd name="csY12" fmla="*/ 1468786 h 1721439"/>
                <a:gd name="csX13" fmla="*/ 0 w 5143131"/>
                <a:gd name="csY13" fmla="*/ 1254382 h 1721439"/>
                <a:gd name="csX14" fmla="*/ 0 w 5143131"/>
                <a:gd name="csY14" fmla="*/ 247535 h 1721439"/>
                <a:gd name="csX15" fmla="*/ 247535 w 5143131"/>
                <a:gd name="csY15" fmla="*/ 0 h 1721439"/>
                <a:gd name="csX0" fmla="*/ 247535 w 5124081"/>
                <a:gd name="csY0" fmla="*/ 0 h 1716321"/>
                <a:gd name="csX1" fmla="*/ 1237647 w 5124081"/>
                <a:gd name="csY1" fmla="*/ 0 h 1716321"/>
                <a:gd name="csX2" fmla="*/ 1485182 w 5124081"/>
                <a:gd name="csY2" fmla="*/ 247535 h 1716321"/>
                <a:gd name="csX3" fmla="*/ 1485182 w 5124081"/>
                <a:gd name="csY3" fmla="*/ 1162874 h 1716321"/>
                <a:gd name="csX4" fmla="*/ 5124081 w 5124081"/>
                <a:gd name="csY4" fmla="*/ 1153349 h 1716321"/>
                <a:gd name="csX5" fmla="*/ 4676406 w 5124081"/>
                <a:gd name="csY5" fmla="*/ 1711914 h 1716321"/>
                <a:gd name="csX6" fmla="*/ 1281364 w 5124081"/>
                <a:gd name="csY6" fmla="*/ 1711914 h 1716321"/>
                <a:gd name="csX7" fmla="*/ 1237647 w 5124081"/>
                <a:gd name="csY7" fmla="*/ 1716321 h 1716321"/>
                <a:gd name="csX8" fmla="*/ 247535 w 5124081"/>
                <a:gd name="csY8" fmla="*/ 1716321 h 1716321"/>
                <a:gd name="csX9" fmla="*/ 203819 w 5124081"/>
                <a:gd name="csY9" fmla="*/ 1711914 h 1716321"/>
                <a:gd name="csX10" fmla="*/ 91508 w 5124081"/>
                <a:gd name="csY10" fmla="*/ 1711914 h 1716321"/>
                <a:gd name="csX11" fmla="*/ 0 w 5124081"/>
                <a:gd name="csY11" fmla="*/ 1620406 h 1716321"/>
                <a:gd name="csX12" fmla="*/ 0 w 5124081"/>
                <a:gd name="csY12" fmla="*/ 1468786 h 1716321"/>
                <a:gd name="csX13" fmla="*/ 0 w 5124081"/>
                <a:gd name="csY13" fmla="*/ 1254382 h 1716321"/>
                <a:gd name="csX14" fmla="*/ 0 w 5124081"/>
                <a:gd name="csY14" fmla="*/ 247535 h 1716321"/>
                <a:gd name="csX15" fmla="*/ 247535 w 5124081"/>
                <a:gd name="csY15" fmla="*/ 0 h 1716321"/>
                <a:gd name="csX0" fmla="*/ 247535 w 4676406"/>
                <a:gd name="csY0" fmla="*/ 0 h 1716321"/>
                <a:gd name="csX1" fmla="*/ 1237647 w 4676406"/>
                <a:gd name="csY1" fmla="*/ 0 h 1716321"/>
                <a:gd name="csX2" fmla="*/ 1485182 w 4676406"/>
                <a:gd name="csY2" fmla="*/ 247535 h 1716321"/>
                <a:gd name="csX3" fmla="*/ 1485182 w 4676406"/>
                <a:gd name="csY3" fmla="*/ 1162874 h 1716321"/>
                <a:gd name="csX4" fmla="*/ 4647831 w 4676406"/>
                <a:gd name="csY4" fmla="*/ 1134299 h 1716321"/>
                <a:gd name="csX5" fmla="*/ 4676406 w 4676406"/>
                <a:gd name="csY5" fmla="*/ 1711914 h 1716321"/>
                <a:gd name="csX6" fmla="*/ 1281364 w 4676406"/>
                <a:gd name="csY6" fmla="*/ 1711914 h 1716321"/>
                <a:gd name="csX7" fmla="*/ 1237647 w 4676406"/>
                <a:gd name="csY7" fmla="*/ 1716321 h 1716321"/>
                <a:gd name="csX8" fmla="*/ 247535 w 4676406"/>
                <a:gd name="csY8" fmla="*/ 1716321 h 1716321"/>
                <a:gd name="csX9" fmla="*/ 203819 w 4676406"/>
                <a:gd name="csY9" fmla="*/ 1711914 h 1716321"/>
                <a:gd name="csX10" fmla="*/ 91508 w 4676406"/>
                <a:gd name="csY10" fmla="*/ 1711914 h 1716321"/>
                <a:gd name="csX11" fmla="*/ 0 w 4676406"/>
                <a:gd name="csY11" fmla="*/ 1620406 h 1716321"/>
                <a:gd name="csX12" fmla="*/ 0 w 4676406"/>
                <a:gd name="csY12" fmla="*/ 1468786 h 1716321"/>
                <a:gd name="csX13" fmla="*/ 0 w 4676406"/>
                <a:gd name="csY13" fmla="*/ 1254382 h 1716321"/>
                <a:gd name="csX14" fmla="*/ 0 w 4676406"/>
                <a:gd name="csY14" fmla="*/ 247535 h 1716321"/>
                <a:gd name="csX15" fmla="*/ 247535 w 4676406"/>
                <a:gd name="csY15" fmla="*/ 0 h 1716321"/>
                <a:gd name="csX0" fmla="*/ 247535 w 4647831"/>
                <a:gd name="csY0" fmla="*/ 0 h 1716321"/>
                <a:gd name="csX1" fmla="*/ 1237647 w 4647831"/>
                <a:gd name="csY1" fmla="*/ 0 h 1716321"/>
                <a:gd name="csX2" fmla="*/ 1485182 w 4647831"/>
                <a:gd name="csY2" fmla="*/ 247535 h 1716321"/>
                <a:gd name="csX3" fmla="*/ 1485182 w 4647831"/>
                <a:gd name="csY3" fmla="*/ 1162874 h 1716321"/>
                <a:gd name="csX4" fmla="*/ 4647831 w 4647831"/>
                <a:gd name="csY4" fmla="*/ 1134299 h 1716321"/>
                <a:gd name="csX5" fmla="*/ 4628781 w 4647831"/>
                <a:gd name="csY5" fmla="*/ 1711914 h 1716321"/>
                <a:gd name="csX6" fmla="*/ 1281364 w 4647831"/>
                <a:gd name="csY6" fmla="*/ 1711914 h 1716321"/>
                <a:gd name="csX7" fmla="*/ 1237647 w 4647831"/>
                <a:gd name="csY7" fmla="*/ 1716321 h 1716321"/>
                <a:gd name="csX8" fmla="*/ 247535 w 4647831"/>
                <a:gd name="csY8" fmla="*/ 1716321 h 1716321"/>
                <a:gd name="csX9" fmla="*/ 203819 w 4647831"/>
                <a:gd name="csY9" fmla="*/ 1711914 h 1716321"/>
                <a:gd name="csX10" fmla="*/ 91508 w 4647831"/>
                <a:gd name="csY10" fmla="*/ 1711914 h 1716321"/>
                <a:gd name="csX11" fmla="*/ 0 w 4647831"/>
                <a:gd name="csY11" fmla="*/ 1620406 h 1716321"/>
                <a:gd name="csX12" fmla="*/ 0 w 4647831"/>
                <a:gd name="csY12" fmla="*/ 1468786 h 1716321"/>
                <a:gd name="csX13" fmla="*/ 0 w 4647831"/>
                <a:gd name="csY13" fmla="*/ 1254382 h 1716321"/>
                <a:gd name="csX14" fmla="*/ 0 w 4647831"/>
                <a:gd name="csY14" fmla="*/ 247535 h 1716321"/>
                <a:gd name="csX15" fmla="*/ 247535 w 4647831"/>
                <a:gd name="csY15" fmla="*/ 0 h 1716321"/>
                <a:gd name="csX0" fmla="*/ 247535 w 4638306"/>
                <a:gd name="csY0" fmla="*/ 0 h 1716321"/>
                <a:gd name="csX1" fmla="*/ 1237647 w 4638306"/>
                <a:gd name="csY1" fmla="*/ 0 h 1716321"/>
                <a:gd name="csX2" fmla="*/ 1485182 w 4638306"/>
                <a:gd name="csY2" fmla="*/ 247535 h 1716321"/>
                <a:gd name="csX3" fmla="*/ 1485182 w 4638306"/>
                <a:gd name="csY3" fmla="*/ 1162874 h 1716321"/>
                <a:gd name="csX4" fmla="*/ 4638306 w 4638306"/>
                <a:gd name="csY4" fmla="*/ 1172399 h 1716321"/>
                <a:gd name="csX5" fmla="*/ 4628781 w 4638306"/>
                <a:gd name="csY5" fmla="*/ 1711914 h 1716321"/>
                <a:gd name="csX6" fmla="*/ 1281364 w 4638306"/>
                <a:gd name="csY6" fmla="*/ 1711914 h 1716321"/>
                <a:gd name="csX7" fmla="*/ 1237647 w 4638306"/>
                <a:gd name="csY7" fmla="*/ 1716321 h 1716321"/>
                <a:gd name="csX8" fmla="*/ 247535 w 4638306"/>
                <a:gd name="csY8" fmla="*/ 1716321 h 1716321"/>
                <a:gd name="csX9" fmla="*/ 203819 w 4638306"/>
                <a:gd name="csY9" fmla="*/ 1711914 h 1716321"/>
                <a:gd name="csX10" fmla="*/ 91508 w 4638306"/>
                <a:gd name="csY10" fmla="*/ 1711914 h 1716321"/>
                <a:gd name="csX11" fmla="*/ 0 w 4638306"/>
                <a:gd name="csY11" fmla="*/ 1620406 h 1716321"/>
                <a:gd name="csX12" fmla="*/ 0 w 4638306"/>
                <a:gd name="csY12" fmla="*/ 1468786 h 1716321"/>
                <a:gd name="csX13" fmla="*/ 0 w 4638306"/>
                <a:gd name="csY13" fmla="*/ 1254382 h 1716321"/>
                <a:gd name="csX14" fmla="*/ 0 w 4638306"/>
                <a:gd name="csY14" fmla="*/ 247535 h 1716321"/>
                <a:gd name="csX15" fmla="*/ 247535 w 4638306"/>
                <a:gd name="csY15" fmla="*/ 0 h 171632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4638306" h="1716321">
                  <a:moveTo>
                    <a:pt x="247535" y="0"/>
                  </a:moveTo>
                  <a:lnTo>
                    <a:pt x="1237647" y="0"/>
                  </a:lnTo>
                  <a:cubicBezTo>
                    <a:pt x="1374357" y="0"/>
                    <a:pt x="1485182" y="110825"/>
                    <a:pt x="1485182" y="247535"/>
                  </a:cubicBezTo>
                  <a:lnTo>
                    <a:pt x="1485182" y="1162874"/>
                  </a:lnTo>
                  <a:lnTo>
                    <a:pt x="4638306" y="1172399"/>
                  </a:lnTo>
                  <a:lnTo>
                    <a:pt x="4628781" y="1711914"/>
                  </a:lnTo>
                  <a:lnTo>
                    <a:pt x="1281364" y="1711914"/>
                  </a:lnTo>
                  <a:lnTo>
                    <a:pt x="1237647" y="1716321"/>
                  </a:lnTo>
                  <a:lnTo>
                    <a:pt x="247535" y="1716321"/>
                  </a:lnTo>
                  <a:lnTo>
                    <a:pt x="203819" y="1711914"/>
                  </a:lnTo>
                  <a:lnTo>
                    <a:pt x="91508" y="1711914"/>
                  </a:lnTo>
                  <a:cubicBezTo>
                    <a:pt x="40970" y="1711914"/>
                    <a:pt x="0" y="1670944"/>
                    <a:pt x="0" y="1620406"/>
                  </a:cubicBezTo>
                  <a:lnTo>
                    <a:pt x="0" y="1468786"/>
                  </a:lnTo>
                  <a:lnTo>
                    <a:pt x="0" y="1254382"/>
                  </a:lnTo>
                  <a:lnTo>
                    <a:pt x="0" y="247535"/>
                  </a:lnTo>
                  <a:cubicBezTo>
                    <a:pt x="0" y="110825"/>
                    <a:pt x="110825" y="0"/>
                    <a:pt x="247535" y="0"/>
                  </a:cubicBezTo>
                  <a:close/>
                </a:path>
              </a:pathLst>
            </a:custGeom>
            <a:solidFill>
              <a:schemeClr val="bg1">
                <a:lumMod val="75000"/>
                <a:alpha val="9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dirty="0">
                <a:solidFill>
                  <a:schemeClr val="accent2">
                    <a:lumMod val="20000"/>
                    <a:lumOff val="80000"/>
                  </a:schemeClr>
                </a:solidFill>
                <a:latin typeface="HGS明朝E" panose="02020900000000000000" pitchFamily="18" charset="-128"/>
                <a:ea typeface="HGS明朝E" panose="02020900000000000000" pitchFamily="18" charset="-128"/>
              </a:endParaRPr>
            </a:p>
          </p:txBody>
        </p:sp>
        <p:sp>
          <p:nvSpPr>
            <p:cNvPr id="93" name="テキスト ボックス 92">
              <a:extLst>
                <a:ext uri="{FF2B5EF4-FFF2-40B4-BE49-F238E27FC236}">
                  <a16:creationId xmlns:a16="http://schemas.microsoft.com/office/drawing/2014/main" id="{145A26D7-29B4-FA68-E878-3DB1C1459198}"/>
                </a:ext>
              </a:extLst>
            </p:cNvPr>
            <p:cNvSpPr txBox="1"/>
            <p:nvPr/>
          </p:nvSpPr>
          <p:spPr>
            <a:xfrm>
              <a:off x="6917888" y="3971661"/>
              <a:ext cx="3538365" cy="338554"/>
            </a:xfrm>
            <a:prstGeom prst="rect">
              <a:avLst/>
            </a:prstGeom>
            <a:noFill/>
          </p:spPr>
          <p:txBody>
            <a:bodyPr wrap="square" rtlCol="0">
              <a:spAutoFit/>
            </a:bodyPr>
            <a:lstStyle/>
            <a:p>
              <a:r>
                <a:rPr lang="en-US" altLang="ja-JP" sz="1600" dirty="0">
                  <a:solidFill>
                    <a:schemeClr val="tx1">
                      <a:lumMod val="95000"/>
                      <a:lumOff val="5000"/>
                    </a:schemeClr>
                  </a:solidFill>
                  <a:latin typeface="HGS明朝E" panose="02020900000000000000" pitchFamily="18" charset="-128"/>
                  <a:ea typeface="HGS明朝E" panose="02020900000000000000" pitchFamily="18" charset="-128"/>
                </a:rPr>
                <a:t>ATK</a:t>
              </a:r>
              <a:r>
                <a:rPr lang="ja-JP" altLang="en-US" sz="1600" dirty="0">
                  <a:solidFill>
                    <a:schemeClr val="tx1">
                      <a:lumMod val="95000"/>
                      <a:lumOff val="5000"/>
                    </a:schemeClr>
                  </a:solidFill>
                  <a:latin typeface="HGS明朝E" panose="02020900000000000000" pitchFamily="18" charset="-128"/>
                  <a:ea typeface="HGS明朝E" panose="02020900000000000000" pitchFamily="18" charset="-128"/>
                </a:rPr>
                <a:t>を</a:t>
              </a:r>
              <a:r>
                <a:rPr lang="en-US" altLang="ja-JP" sz="1600" dirty="0">
                  <a:solidFill>
                    <a:schemeClr val="tx1">
                      <a:lumMod val="95000"/>
                      <a:lumOff val="5000"/>
                    </a:schemeClr>
                  </a:solidFill>
                  <a:latin typeface="HGS明朝E" panose="02020900000000000000" pitchFamily="18" charset="-128"/>
                  <a:ea typeface="HGS明朝E" panose="02020900000000000000" pitchFamily="18" charset="-128"/>
                </a:rPr>
                <a:t>10</a:t>
              </a:r>
              <a:r>
                <a:rPr lang="ja-JP" altLang="en-US" sz="1600" dirty="0">
                  <a:solidFill>
                    <a:schemeClr val="tx1">
                      <a:lumMod val="95000"/>
                      <a:lumOff val="5000"/>
                    </a:schemeClr>
                  </a:solidFill>
                  <a:latin typeface="HGS明朝E" panose="02020900000000000000" pitchFamily="18" charset="-128"/>
                  <a:ea typeface="HGS明朝E" panose="02020900000000000000" pitchFamily="18" charset="-128"/>
                </a:rPr>
                <a:t>％上昇</a:t>
              </a:r>
              <a:endParaRPr lang="en-US" altLang="ja-JP" sz="1600" dirty="0">
                <a:solidFill>
                  <a:schemeClr val="accent5"/>
                </a:solidFill>
                <a:latin typeface="HGS明朝E" panose="02020900000000000000" pitchFamily="18" charset="-128"/>
                <a:ea typeface="HGS明朝E" panose="02020900000000000000" pitchFamily="18" charset="-128"/>
              </a:endParaRPr>
            </a:p>
          </p:txBody>
        </p:sp>
        <p:sp>
          <p:nvSpPr>
            <p:cNvPr id="94" name="テキスト ボックス 93">
              <a:extLst>
                <a:ext uri="{FF2B5EF4-FFF2-40B4-BE49-F238E27FC236}">
                  <a16:creationId xmlns:a16="http://schemas.microsoft.com/office/drawing/2014/main" id="{283D5C89-3CFA-2403-B029-CDD669E44B42}"/>
                </a:ext>
              </a:extLst>
            </p:cNvPr>
            <p:cNvSpPr txBox="1"/>
            <p:nvPr/>
          </p:nvSpPr>
          <p:spPr>
            <a:xfrm>
              <a:off x="6762730" y="2717062"/>
              <a:ext cx="1655153" cy="338554"/>
            </a:xfrm>
            <a:prstGeom prst="rect">
              <a:avLst/>
            </a:prstGeom>
            <a:noFill/>
          </p:spPr>
          <p:txBody>
            <a:bodyPr wrap="square" rtlCol="0">
              <a:spAutoFit/>
            </a:bodyPr>
            <a:lstStyle/>
            <a:p>
              <a:pPr algn="ctr"/>
              <a:r>
                <a:rPr lang="ja-JP" altLang="en-US" sz="1600" dirty="0">
                  <a:solidFill>
                    <a:schemeClr val="tx1">
                      <a:lumMod val="95000"/>
                      <a:lumOff val="5000"/>
                    </a:schemeClr>
                  </a:solidFill>
                  <a:latin typeface="HGS明朝E" panose="02020900000000000000" pitchFamily="18" charset="-128"/>
                  <a:ea typeface="HGS明朝E" panose="02020900000000000000" pitchFamily="18" charset="-128"/>
                </a:rPr>
                <a:t>キャラ名</a:t>
              </a:r>
              <a:endParaRPr lang="en-US" altLang="ja-JP" sz="1600" dirty="0">
                <a:solidFill>
                  <a:schemeClr val="accent5"/>
                </a:solidFill>
                <a:latin typeface="HGS明朝E" panose="02020900000000000000" pitchFamily="18" charset="-128"/>
                <a:ea typeface="HGS明朝E" panose="02020900000000000000" pitchFamily="18" charset="-128"/>
              </a:endParaRPr>
            </a:p>
          </p:txBody>
        </p:sp>
        <p:sp>
          <p:nvSpPr>
            <p:cNvPr id="95" name="楕円 94">
              <a:extLst>
                <a:ext uri="{FF2B5EF4-FFF2-40B4-BE49-F238E27FC236}">
                  <a16:creationId xmlns:a16="http://schemas.microsoft.com/office/drawing/2014/main" id="{3DA41563-9AC4-E22B-1065-A16731CBDFAF}"/>
                </a:ext>
              </a:extLst>
            </p:cNvPr>
            <p:cNvSpPr/>
            <p:nvPr/>
          </p:nvSpPr>
          <p:spPr>
            <a:xfrm>
              <a:off x="7043289" y="3159244"/>
              <a:ext cx="1073198"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96" name="楕円 95">
              <a:extLst>
                <a:ext uri="{FF2B5EF4-FFF2-40B4-BE49-F238E27FC236}">
                  <a16:creationId xmlns:a16="http://schemas.microsoft.com/office/drawing/2014/main" id="{95F6BE72-1059-D3B8-2B92-97A3FAAD407A}"/>
                </a:ext>
              </a:extLst>
            </p:cNvPr>
            <p:cNvSpPr/>
            <p:nvPr/>
          </p:nvSpPr>
          <p:spPr>
            <a:xfrm>
              <a:off x="8611146" y="3159244"/>
              <a:ext cx="1073198"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97" name="楕円 96">
              <a:extLst>
                <a:ext uri="{FF2B5EF4-FFF2-40B4-BE49-F238E27FC236}">
                  <a16:creationId xmlns:a16="http://schemas.microsoft.com/office/drawing/2014/main" id="{9B94359B-8DC4-33E6-B270-2BACB96DBD18}"/>
                </a:ext>
              </a:extLst>
            </p:cNvPr>
            <p:cNvSpPr/>
            <p:nvPr/>
          </p:nvSpPr>
          <p:spPr>
            <a:xfrm>
              <a:off x="10197549" y="3163574"/>
              <a:ext cx="1073198"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98" name="テキスト ボックス 97">
              <a:extLst>
                <a:ext uri="{FF2B5EF4-FFF2-40B4-BE49-F238E27FC236}">
                  <a16:creationId xmlns:a16="http://schemas.microsoft.com/office/drawing/2014/main" id="{0D538A29-B819-B089-2856-A7D9777E4A83}"/>
                </a:ext>
              </a:extLst>
            </p:cNvPr>
            <p:cNvSpPr txBox="1"/>
            <p:nvPr/>
          </p:nvSpPr>
          <p:spPr>
            <a:xfrm>
              <a:off x="8330525" y="2717062"/>
              <a:ext cx="1655153" cy="338554"/>
            </a:xfrm>
            <a:prstGeom prst="rect">
              <a:avLst/>
            </a:prstGeom>
            <a:noFill/>
          </p:spPr>
          <p:txBody>
            <a:bodyPr wrap="square" rtlCol="0">
              <a:spAutoFit/>
            </a:bodyPr>
            <a:lstStyle/>
            <a:p>
              <a:pPr algn="ctr"/>
              <a:r>
                <a:rPr lang="ja-JP" altLang="en-US" sz="1600" dirty="0">
                  <a:solidFill>
                    <a:schemeClr val="bg1">
                      <a:lumMod val="95000"/>
                    </a:schemeClr>
                  </a:solidFill>
                  <a:latin typeface="HGS明朝E" panose="02020900000000000000" pitchFamily="18" charset="-128"/>
                  <a:ea typeface="HGS明朝E" panose="02020900000000000000" pitchFamily="18" charset="-128"/>
                </a:rPr>
                <a:t>キャラ名</a:t>
              </a:r>
              <a:endParaRPr lang="en-US" altLang="ja-JP" sz="1600" dirty="0">
                <a:solidFill>
                  <a:schemeClr val="bg1">
                    <a:lumMod val="95000"/>
                  </a:schemeClr>
                </a:solidFill>
                <a:latin typeface="HGS明朝E" panose="02020900000000000000" pitchFamily="18" charset="-128"/>
                <a:ea typeface="HGS明朝E" panose="02020900000000000000" pitchFamily="18" charset="-128"/>
              </a:endParaRPr>
            </a:p>
          </p:txBody>
        </p:sp>
        <p:sp>
          <p:nvSpPr>
            <p:cNvPr id="99" name="テキスト ボックス 98">
              <a:extLst>
                <a:ext uri="{FF2B5EF4-FFF2-40B4-BE49-F238E27FC236}">
                  <a16:creationId xmlns:a16="http://schemas.microsoft.com/office/drawing/2014/main" id="{3C640BDE-1A7F-451B-2780-D2562054B04A}"/>
                </a:ext>
              </a:extLst>
            </p:cNvPr>
            <p:cNvSpPr txBox="1"/>
            <p:nvPr/>
          </p:nvSpPr>
          <p:spPr>
            <a:xfrm>
              <a:off x="9918984" y="2724383"/>
              <a:ext cx="1655153" cy="338554"/>
            </a:xfrm>
            <a:prstGeom prst="rect">
              <a:avLst/>
            </a:prstGeom>
            <a:noFill/>
          </p:spPr>
          <p:txBody>
            <a:bodyPr wrap="square" rtlCol="0">
              <a:spAutoFit/>
            </a:bodyPr>
            <a:lstStyle/>
            <a:p>
              <a:pPr algn="ctr"/>
              <a:r>
                <a:rPr lang="ja-JP" altLang="en-US" sz="1600" dirty="0">
                  <a:solidFill>
                    <a:schemeClr val="bg1">
                      <a:lumMod val="95000"/>
                    </a:schemeClr>
                  </a:solidFill>
                  <a:latin typeface="HGS明朝E" panose="02020900000000000000" pitchFamily="18" charset="-128"/>
                  <a:ea typeface="HGS明朝E" panose="02020900000000000000" pitchFamily="18" charset="-128"/>
                </a:rPr>
                <a:t>キャラ名</a:t>
              </a:r>
              <a:endParaRPr lang="en-US" altLang="ja-JP" sz="1600" dirty="0">
                <a:solidFill>
                  <a:schemeClr val="bg1">
                    <a:lumMod val="95000"/>
                  </a:schemeClr>
                </a:solidFill>
                <a:latin typeface="HGS明朝E" panose="02020900000000000000" pitchFamily="18" charset="-128"/>
                <a:ea typeface="HGS明朝E" panose="02020900000000000000" pitchFamily="18" charset="-128"/>
              </a:endParaRPr>
            </a:p>
          </p:txBody>
        </p:sp>
      </p:grpSp>
    </p:spTree>
    <p:extLst>
      <p:ext uri="{BB962C8B-B14F-4D97-AF65-F5344CB8AC3E}">
        <p14:creationId xmlns:p14="http://schemas.microsoft.com/office/powerpoint/2010/main" val="1988598595"/>
      </p:ext>
    </p:extLst>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7336FE-22F8-E716-8AC2-B638D90DEC28}"/>
            </a:ext>
          </a:extLst>
        </p:cNvPr>
        <p:cNvGrpSpPr/>
        <p:nvPr/>
      </p:nvGrpSpPr>
      <p:grpSpPr>
        <a:xfrm>
          <a:off x="0" y="0"/>
          <a:ext cx="0" cy="0"/>
          <a:chOff x="0" y="0"/>
          <a:chExt cx="0" cy="0"/>
        </a:xfrm>
      </p:grpSpPr>
      <p:sp>
        <p:nvSpPr>
          <p:cNvPr id="81" name="楕円 80">
            <a:extLst>
              <a:ext uri="{FF2B5EF4-FFF2-40B4-BE49-F238E27FC236}">
                <a16:creationId xmlns:a16="http://schemas.microsoft.com/office/drawing/2014/main" id="{24320009-ABAF-D524-BEAC-D79E009C55FC}"/>
              </a:ext>
            </a:extLst>
          </p:cNvPr>
          <p:cNvSpPr/>
          <p:nvPr/>
        </p:nvSpPr>
        <p:spPr>
          <a:xfrm>
            <a:off x="7369222" y="-419879"/>
            <a:ext cx="7168554" cy="7679094"/>
          </a:xfrm>
          <a:prstGeom prst="ellipse">
            <a:avLst/>
          </a:prstGeom>
          <a:solidFill>
            <a:schemeClr val="accent1">
              <a:lumMod val="75000"/>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0" name="楕円 79">
            <a:extLst>
              <a:ext uri="{FF2B5EF4-FFF2-40B4-BE49-F238E27FC236}">
                <a16:creationId xmlns:a16="http://schemas.microsoft.com/office/drawing/2014/main" id="{3DFAFD47-A7CB-5E05-C994-B6FC2312948E}"/>
              </a:ext>
            </a:extLst>
          </p:cNvPr>
          <p:cNvSpPr/>
          <p:nvPr/>
        </p:nvSpPr>
        <p:spPr>
          <a:xfrm>
            <a:off x="-2195336" y="-748783"/>
            <a:ext cx="8978692" cy="8369559"/>
          </a:xfrm>
          <a:prstGeom prst="ellipse">
            <a:avLst/>
          </a:prstGeom>
          <a:solidFill>
            <a:srgbClr val="CC66FF">
              <a:alpha val="6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nvGrpSpPr>
          <p:cNvPr id="112" name="グループ化 111">
            <a:extLst>
              <a:ext uri="{FF2B5EF4-FFF2-40B4-BE49-F238E27FC236}">
                <a16:creationId xmlns:a16="http://schemas.microsoft.com/office/drawing/2014/main" id="{775A5FBB-E104-A760-137A-8F2E607C3896}"/>
              </a:ext>
            </a:extLst>
          </p:cNvPr>
          <p:cNvGrpSpPr/>
          <p:nvPr/>
        </p:nvGrpSpPr>
        <p:grpSpPr>
          <a:xfrm>
            <a:off x="658742" y="891074"/>
            <a:ext cx="3344092" cy="5075851"/>
            <a:chOff x="658741" y="891074"/>
            <a:chExt cx="3763973" cy="5075851"/>
          </a:xfrm>
        </p:grpSpPr>
        <p:sp>
          <p:nvSpPr>
            <p:cNvPr id="2" name="四角形: 角を丸くする 1">
              <a:extLst>
                <a:ext uri="{FF2B5EF4-FFF2-40B4-BE49-F238E27FC236}">
                  <a16:creationId xmlns:a16="http://schemas.microsoft.com/office/drawing/2014/main" id="{D6252C27-4158-0FC8-96DF-A189E9F8C08B}"/>
                </a:ext>
              </a:extLst>
            </p:cNvPr>
            <p:cNvSpPr/>
            <p:nvPr/>
          </p:nvSpPr>
          <p:spPr>
            <a:xfrm>
              <a:off x="658741" y="891074"/>
              <a:ext cx="3092165"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3" name="四角形: 角を丸くする 2">
              <a:extLst>
                <a:ext uri="{FF2B5EF4-FFF2-40B4-BE49-F238E27FC236}">
                  <a16:creationId xmlns:a16="http://schemas.microsoft.com/office/drawing/2014/main" id="{C79A336D-BE33-2C85-E101-838883D0E362}"/>
                </a:ext>
              </a:extLst>
            </p:cNvPr>
            <p:cNvSpPr/>
            <p:nvPr/>
          </p:nvSpPr>
          <p:spPr>
            <a:xfrm>
              <a:off x="658741" y="1626637"/>
              <a:ext cx="3092165"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6" name="四角形: 角を丸くする 5">
              <a:extLst>
                <a:ext uri="{FF2B5EF4-FFF2-40B4-BE49-F238E27FC236}">
                  <a16:creationId xmlns:a16="http://schemas.microsoft.com/office/drawing/2014/main" id="{D90A9F5E-EC80-B523-24CF-9D35C00F0925}"/>
                </a:ext>
              </a:extLst>
            </p:cNvPr>
            <p:cNvSpPr/>
            <p:nvPr/>
          </p:nvSpPr>
          <p:spPr>
            <a:xfrm>
              <a:off x="658741" y="2362200"/>
              <a:ext cx="3092165"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8" name="四角形: 角を丸くする 7">
              <a:extLst>
                <a:ext uri="{FF2B5EF4-FFF2-40B4-BE49-F238E27FC236}">
                  <a16:creationId xmlns:a16="http://schemas.microsoft.com/office/drawing/2014/main" id="{C480C16C-50CD-06CA-8566-96ECF0F8D9FC}"/>
                </a:ext>
              </a:extLst>
            </p:cNvPr>
            <p:cNvSpPr/>
            <p:nvPr/>
          </p:nvSpPr>
          <p:spPr>
            <a:xfrm>
              <a:off x="658741" y="3833326"/>
              <a:ext cx="3092165"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9" name="四角形: 角を丸くする 8">
              <a:extLst>
                <a:ext uri="{FF2B5EF4-FFF2-40B4-BE49-F238E27FC236}">
                  <a16:creationId xmlns:a16="http://schemas.microsoft.com/office/drawing/2014/main" id="{311834EB-F414-8AB1-A88D-C654C5256F9E}"/>
                </a:ext>
              </a:extLst>
            </p:cNvPr>
            <p:cNvSpPr/>
            <p:nvPr/>
          </p:nvSpPr>
          <p:spPr>
            <a:xfrm>
              <a:off x="658741" y="4568889"/>
              <a:ext cx="3092165"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10" name="四角形: 角を丸くする 9">
              <a:extLst>
                <a:ext uri="{FF2B5EF4-FFF2-40B4-BE49-F238E27FC236}">
                  <a16:creationId xmlns:a16="http://schemas.microsoft.com/office/drawing/2014/main" id="{D4A8C914-4B0F-C35A-ABC8-0E4F3569D734}"/>
                </a:ext>
              </a:extLst>
            </p:cNvPr>
            <p:cNvSpPr/>
            <p:nvPr/>
          </p:nvSpPr>
          <p:spPr>
            <a:xfrm>
              <a:off x="658741" y="5304452"/>
              <a:ext cx="3092165"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35" name="グループ化 34">
              <a:extLst>
                <a:ext uri="{FF2B5EF4-FFF2-40B4-BE49-F238E27FC236}">
                  <a16:creationId xmlns:a16="http://schemas.microsoft.com/office/drawing/2014/main" id="{4B0D3EDE-EB6B-B3B1-048E-F68B90F10E2D}"/>
                </a:ext>
              </a:extLst>
            </p:cNvPr>
            <p:cNvGrpSpPr/>
            <p:nvPr/>
          </p:nvGrpSpPr>
          <p:grpSpPr>
            <a:xfrm>
              <a:off x="858105" y="942392"/>
              <a:ext cx="2612882" cy="559836"/>
              <a:chOff x="858105" y="942392"/>
              <a:chExt cx="2612882" cy="559836"/>
            </a:xfrm>
          </p:grpSpPr>
          <p:sp>
            <p:nvSpPr>
              <p:cNvPr id="12" name="楕円 11">
                <a:extLst>
                  <a:ext uri="{FF2B5EF4-FFF2-40B4-BE49-F238E27FC236}">
                    <a16:creationId xmlns:a16="http://schemas.microsoft.com/office/drawing/2014/main" id="{0823578A-BB07-7D98-D5B3-920F972DA57D}"/>
                  </a:ext>
                </a:extLst>
              </p:cNvPr>
              <p:cNvSpPr/>
              <p:nvPr/>
            </p:nvSpPr>
            <p:spPr>
              <a:xfrm>
                <a:off x="1838130" y="9423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13" name="楕円 12">
                <a:extLst>
                  <a:ext uri="{FF2B5EF4-FFF2-40B4-BE49-F238E27FC236}">
                    <a16:creationId xmlns:a16="http://schemas.microsoft.com/office/drawing/2014/main" id="{68737357-629C-9055-31F8-44B936134A7F}"/>
                  </a:ext>
                </a:extLst>
              </p:cNvPr>
              <p:cNvSpPr/>
              <p:nvPr/>
            </p:nvSpPr>
            <p:spPr>
              <a:xfrm>
                <a:off x="858105" y="9423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16" name="グループ化 15">
              <a:extLst>
                <a:ext uri="{FF2B5EF4-FFF2-40B4-BE49-F238E27FC236}">
                  <a16:creationId xmlns:a16="http://schemas.microsoft.com/office/drawing/2014/main" id="{0623B754-73FA-3E3D-8F3B-A0E525BFFAE8}"/>
                </a:ext>
              </a:extLst>
            </p:cNvPr>
            <p:cNvGrpSpPr/>
            <p:nvPr/>
          </p:nvGrpSpPr>
          <p:grpSpPr>
            <a:xfrm>
              <a:off x="858105" y="1677955"/>
              <a:ext cx="2612882" cy="559836"/>
              <a:chOff x="858105" y="1673292"/>
              <a:chExt cx="2612882" cy="559836"/>
            </a:xfrm>
          </p:grpSpPr>
          <p:sp>
            <p:nvSpPr>
              <p:cNvPr id="14" name="楕円 13">
                <a:extLst>
                  <a:ext uri="{FF2B5EF4-FFF2-40B4-BE49-F238E27FC236}">
                    <a16:creationId xmlns:a16="http://schemas.microsoft.com/office/drawing/2014/main" id="{7D3FBB41-BD45-3167-5612-173AD857193F}"/>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15" name="楕円 14">
                <a:extLst>
                  <a:ext uri="{FF2B5EF4-FFF2-40B4-BE49-F238E27FC236}">
                    <a16:creationId xmlns:a16="http://schemas.microsoft.com/office/drawing/2014/main" id="{686B76E4-224B-76F8-A76F-7957B3BB3FB7}"/>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17" name="グループ化 16">
              <a:extLst>
                <a:ext uri="{FF2B5EF4-FFF2-40B4-BE49-F238E27FC236}">
                  <a16:creationId xmlns:a16="http://schemas.microsoft.com/office/drawing/2014/main" id="{72209D6D-58A4-545A-423E-2D9518A54665}"/>
                </a:ext>
              </a:extLst>
            </p:cNvPr>
            <p:cNvGrpSpPr/>
            <p:nvPr/>
          </p:nvGrpSpPr>
          <p:grpSpPr>
            <a:xfrm>
              <a:off x="858105" y="5355770"/>
              <a:ext cx="2612882" cy="559836"/>
              <a:chOff x="858105" y="1673292"/>
              <a:chExt cx="2612882" cy="559836"/>
            </a:xfrm>
          </p:grpSpPr>
          <p:sp>
            <p:nvSpPr>
              <p:cNvPr id="18" name="楕円 17">
                <a:extLst>
                  <a:ext uri="{FF2B5EF4-FFF2-40B4-BE49-F238E27FC236}">
                    <a16:creationId xmlns:a16="http://schemas.microsoft.com/office/drawing/2014/main" id="{8BE5C6A2-6489-6977-D58A-B415AA4FE4BC}"/>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19" name="楕円 18">
                <a:extLst>
                  <a:ext uri="{FF2B5EF4-FFF2-40B4-BE49-F238E27FC236}">
                    <a16:creationId xmlns:a16="http://schemas.microsoft.com/office/drawing/2014/main" id="{2E01CC1C-40BD-10DA-4691-3074EA4B89C7}"/>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20" name="グループ化 19">
              <a:extLst>
                <a:ext uri="{FF2B5EF4-FFF2-40B4-BE49-F238E27FC236}">
                  <a16:creationId xmlns:a16="http://schemas.microsoft.com/office/drawing/2014/main" id="{87340EE0-F3BB-AB61-EA7E-8005EA9CC2F5}"/>
                </a:ext>
              </a:extLst>
            </p:cNvPr>
            <p:cNvGrpSpPr/>
            <p:nvPr/>
          </p:nvGrpSpPr>
          <p:grpSpPr>
            <a:xfrm>
              <a:off x="858105" y="4620207"/>
              <a:ext cx="2612882" cy="559836"/>
              <a:chOff x="858105" y="1673292"/>
              <a:chExt cx="2612882" cy="559836"/>
            </a:xfrm>
          </p:grpSpPr>
          <p:sp>
            <p:nvSpPr>
              <p:cNvPr id="21" name="楕円 20">
                <a:extLst>
                  <a:ext uri="{FF2B5EF4-FFF2-40B4-BE49-F238E27FC236}">
                    <a16:creationId xmlns:a16="http://schemas.microsoft.com/office/drawing/2014/main" id="{294F1F52-1105-DB9C-159C-A70A181BF181}"/>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22" name="楕円 21">
                <a:extLst>
                  <a:ext uri="{FF2B5EF4-FFF2-40B4-BE49-F238E27FC236}">
                    <a16:creationId xmlns:a16="http://schemas.microsoft.com/office/drawing/2014/main" id="{AE31FA66-C9BC-8E4A-BC5D-BE9B1FDCEA01}"/>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26" name="グループ化 25">
              <a:extLst>
                <a:ext uri="{FF2B5EF4-FFF2-40B4-BE49-F238E27FC236}">
                  <a16:creationId xmlns:a16="http://schemas.microsoft.com/office/drawing/2014/main" id="{579B0DFC-10EC-B138-235C-A1FBF2BF42F5}"/>
                </a:ext>
              </a:extLst>
            </p:cNvPr>
            <p:cNvGrpSpPr/>
            <p:nvPr/>
          </p:nvGrpSpPr>
          <p:grpSpPr>
            <a:xfrm>
              <a:off x="858105" y="3884644"/>
              <a:ext cx="2612882" cy="559836"/>
              <a:chOff x="858105" y="1673292"/>
              <a:chExt cx="2612882" cy="559836"/>
            </a:xfrm>
          </p:grpSpPr>
          <p:sp>
            <p:nvSpPr>
              <p:cNvPr id="27" name="楕円 26">
                <a:extLst>
                  <a:ext uri="{FF2B5EF4-FFF2-40B4-BE49-F238E27FC236}">
                    <a16:creationId xmlns:a16="http://schemas.microsoft.com/office/drawing/2014/main" id="{93E32254-4C09-4B7F-CD7C-B1C16157FD16}"/>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28" name="楕円 27">
                <a:extLst>
                  <a:ext uri="{FF2B5EF4-FFF2-40B4-BE49-F238E27FC236}">
                    <a16:creationId xmlns:a16="http://schemas.microsoft.com/office/drawing/2014/main" id="{75D3DB01-BBF5-7E7D-45EF-728162E38156}"/>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32" name="グループ化 31">
              <a:extLst>
                <a:ext uri="{FF2B5EF4-FFF2-40B4-BE49-F238E27FC236}">
                  <a16:creationId xmlns:a16="http://schemas.microsoft.com/office/drawing/2014/main" id="{3589538B-EE52-7086-3F72-5C60106EBE47}"/>
                </a:ext>
              </a:extLst>
            </p:cNvPr>
            <p:cNvGrpSpPr/>
            <p:nvPr/>
          </p:nvGrpSpPr>
          <p:grpSpPr>
            <a:xfrm>
              <a:off x="858105" y="2413518"/>
              <a:ext cx="2612882" cy="559836"/>
              <a:chOff x="858105" y="1673292"/>
              <a:chExt cx="2612882" cy="559836"/>
            </a:xfrm>
          </p:grpSpPr>
          <p:sp>
            <p:nvSpPr>
              <p:cNvPr id="33" name="楕円 32">
                <a:extLst>
                  <a:ext uri="{FF2B5EF4-FFF2-40B4-BE49-F238E27FC236}">
                    <a16:creationId xmlns:a16="http://schemas.microsoft.com/office/drawing/2014/main" id="{350FD8D1-7364-10EE-2A30-946DC10BC28D}"/>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34" name="楕円 33">
                <a:extLst>
                  <a:ext uri="{FF2B5EF4-FFF2-40B4-BE49-F238E27FC236}">
                    <a16:creationId xmlns:a16="http://schemas.microsoft.com/office/drawing/2014/main" id="{2438C679-1847-5CBA-8A31-E1D07315ABD2}"/>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sp>
          <p:nvSpPr>
            <p:cNvPr id="36" name="四角形: 角を丸くする 35">
              <a:extLst>
                <a:ext uri="{FF2B5EF4-FFF2-40B4-BE49-F238E27FC236}">
                  <a16:creationId xmlns:a16="http://schemas.microsoft.com/office/drawing/2014/main" id="{FFC02E6E-B44D-E59E-6D81-2045A05B4522}"/>
                </a:ext>
              </a:extLst>
            </p:cNvPr>
            <p:cNvSpPr/>
            <p:nvPr/>
          </p:nvSpPr>
          <p:spPr>
            <a:xfrm>
              <a:off x="3064077" y="914399"/>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7" name="四角形: 角を丸くする 36">
              <a:extLst>
                <a:ext uri="{FF2B5EF4-FFF2-40B4-BE49-F238E27FC236}">
                  <a16:creationId xmlns:a16="http://schemas.microsoft.com/office/drawing/2014/main" id="{3E24AE9B-22E6-502C-4DD1-1E941CCC9753}"/>
                </a:ext>
              </a:extLst>
            </p:cNvPr>
            <p:cNvSpPr/>
            <p:nvPr/>
          </p:nvSpPr>
          <p:spPr>
            <a:xfrm>
              <a:off x="3064077" y="5324668"/>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8" name="四角形: 角を丸くする 37">
              <a:extLst>
                <a:ext uri="{FF2B5EF4-FFF2-40B4-BE49-F238E27FC236}">
                  <a16:creationId xmlns:a16="http://schemas.microsoft.com/office/drawing/2014/main" id="{17890D93-9B1A-5AC2-F9FB-1473DAF4A61E}"/>
                </a:ext>
              </a:extLst>
            </p:cNvPr>
            <p:cNvSpPr/>
            <p:nvPr/>
          </p:nvSpPr>
          <p:spPr>
            <a:xfrm>
              <a:off x="3064077" y="4589624"/>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9" name="四角形: 角を丸くする 38">
              <a:extLst>
                <a:ext uri="{FF2B5EF4-FFF2-40B4-BE49-F238E27FC236}">
                  <a16:creationId xmlns:a16="http://schemas.microsoft.com/office/drawing/2014/main" id="{A9A75754-F171-7B53-7DCB-14C6652AD8D2}"/>
                </a:ext>
              </a:extLst>
            </p:cNvPr>
            <p:cNvSpPr/>
            <p:nvPr/>
          </p:nvSpPr>
          <p:spPr>
            <a:xfrm>
              <a:off x="3064077" y="3854579"/>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89" name="グループ化 88">
              <a:extLst>
                <a:ext uri="{FF2B5EF4-FFF2-40B4-BE49-F238E27FC236}">
                  <a16:creationId xmlns:a16="http://schemas.microsoft.com/office/drawing/2014/main" id="{B5F495FB-2D7E-D5C7-A3D5-EC3B9B146474}"/>
                </a:ext>
              </a:extLst>
            </p:cNvPr>
            <p:cNvGrpSpPr/>
            <p:nvPr/>
          </p:nvGrpSpPr>
          <p:grpSpPr>
            <a:xfrm>
              <a:off x="1330549" y="3097763"/>
              <a:ext cx="3092165" cy="662473"/>
              <a:chOff x="658741" y="3097763"/>
              <a:chExt cx="3092165" cy="662473"/>
            </a:xfrm>
          </p:grpSpPr>
          <p:sp>
            <p:nvSpPr>
              <p:cNvPr id="7" name="四角形: 角を丸くする 6">
                <a:extLst>
                  <a:ext uri="{FF2B5EF4-FFF2-40B4-BE49-F238E27FC236}">
                    <a16:creationId xmlns:a16="http://schemas.microsoft.com/office/drawing/2014/main" id="{39076265-D7F1-93AA-F25B-2A9CDBF91859}"/>
                  </a:ext>
                </a:extLst>
              </p:cNvPr>
              <p:cNvSpPr/>
              <p:nvPr/>
            </p:nvSpPr>
            <p:spPr>
              <a:xfrm>
                <a:off x="658741" y="3097763"/>
                <a:ext cx="3092165"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grpSp>
            <p:nvGrpSpPr>
              <p:cNvPr id="29" name="グループ化 28">
                <a:extLst>
                  <a:ext uri="{FF2B5EF4-FFF2-40B4-BE49-F238E27FC236}">
                    <a16:creationId xmlns:a16="http://schemas.microsoft.com/office/drawing/2014/main" id="{547B0F6F-E173-96FC-0215-F9FBA6E73B2C}"/>
                  </a:ext>
                </a:extLst>
              </p:cNvPr>
              <p:cNvGrpSpPr/>
              <p:nvPr/>
            </p:nvGrpSpPr>
            <p:grpSpPr>
              <a:xfrm>
                <a:off x="858105" y="3149081"/>
                <a:ext cx="2612882" cy="559836"/>
                <a:chOff x="858105" y="1673292"/>
                <a:chExt cx="2612882" cy="559836"/>
              </a:xfrm>
            </p:grpSpPr>
            <p:sp>
              <p:nvSpPr>
                <p:cNvPr id="30" name="楕円 29">
                  <a:extLst>
                    <a:ext uri="{FF2B5EF4-FFF2-40B4-BE49-F238E27FC236}">
                      <a16:creationId xmlns:a16="http://schemas.microsoft.com/office/drawing/2014/main" id="{4DCAC332-99F8-AEEF-FC93-B733646FD182}"/>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31" name="楕円 30">
                  <a:extLst>
                    <a:ext uri="{FF2B5EF4-FFF2-40B4-BE49-F238E27FC236}">
                      <a16:creationId xmlns:a16="http://schemas.microsoft.com/office/drawing/2014/main" id="{45EA1DCE-4197-44E1-ADFF-D10D8674FADB}"/>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sp>
            <p:nvSpPr>
              <p:cNvPr id="40" name="四角形: 角を丸くする 39">
                <a:extLst>
                  <a:ext uri="{FF2B5EF4-FFF2-40B4-BE49-F238E27FC236}">
                    <a16:creationId xmlns:a16="http://schemas.microsoft.com/office/drawing/2014/main" id="{2F1014A4-14E9-8939-EE69-458FE91A2541}"/>
                  </a:ext>
                </a:extLst>
              </p:cNvPr>
              <p:cNvSpPr/>
              <p:nvPr/>
            </p:nvSpPr>
            <p:spPr>
              <a:xfrm>
                <a:off x="3064077" y="3119534"/>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sp>
          <p:nvSpPr>
            <p:cNvPr id="41" name="四角形: 角を丸くする 40">
              <a:extLst>
                <a:ext uri="{FF2B5EF4-FFF2-40B4-BE49-F238E27FC236}">
                  <a16:creationId xmlns:a16="http://schemas.microsoft.com/office/drawing/2014/main" id="{EDD36202-69C3-33B7-C1EF-40C151739819}"/>
                </a:ext>
              </a:extLst>
            </p:cNvPr>
            <p:cNvSpPr/>
            <p:nvPr/>
          </p:nvSpPr>
          <p:spPr>
            <a:xfrm>
              <a:off x="3064077" y="2384489"/>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42" name="四角形: 角を丸くする 41">
              <a:extLst>
                <a:ext uri="{FF2B5EF4-FFF2-40B4-BE49-F238E27FC236}">
                  <a16:creationId xmlns:a16="http://schemas.microsoft.com/office/drawing/2014/main" id="{7967EFF6-4215-A094-4DBE-F8BDC159D934}"/>
                </a:ext>
              </a:extLst>
            </p:cNvPr>
            <p:cNvSpPr/>
            <p:nvPr/>
          </p:nvSpPr>
          <p:spPr>
            <a:xfrm>
              <a:off x="3064077" y="1649444"/>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sp>
        <p:nvSpPr>
          <p:cNvPr id="44" name="四角形: 角を丸くする 43">
            <a:extLst>
              <a:ext uri="{FF2B5EF4-FFF2-40B4-BE49-F238E27FC236}">
                <a16:creationId xmlns:a16="http://schemas.microsoft.com/office/drawing/2014/main" id="{79EB1FDE-12D6-7005-8F84-C85AA685C73C}"/>
              </a:ext>
            </a:extLst>
          </p:cNvPr>
          <p:cNvSpPr/>
          <p:nvPr/>
        </p:nvSpPr>
        <p:spPr>
          <a:xfrm flipV="1">
            <a:off x="8838120" y="5295121"/>
            <a:ext cx="2704472"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6" name="四角形: 角を丸くする 45">
            <a:extLst>
              <a:ext uri="{FF2B5EF4-FFF2-40B4-BE49-F238E27FC236}">
                <a16:creationId xmlns:a16="http://schemas.microsoft.com/office/drawing/2014/main" id="{CBB19C7A-B720-373C-D21D-D4EB13002766}"/>
              </a:ext>
            </a:extLst>
          </p:cNvPr>
          <p:cNvSpPr/>
          <p:nvPr/>
        </p:nvSpPr>
        <p:spPr>
          <a:xfrm flipV="1">
            <a:off x="8838120" y="3823995"/>
            <a:ext cx="2704472"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7" name="四角形: 角を丸くする 46">
            <a:extLst>
              <a:ext uri="{FF2B5EF4-FFF2-40B4-BE49-F238E27FC236}">
                <a16:creationId xmlns:a16="http://schemas.microsoft.com/office/drawing/2014/main" id="{3689ED26-BE6B-7FC0-CAA0-8EEDDAA0859B}"/>
              </a:ext>
            </a:extLst>
          </p:cNvPr>
          <p:cNvSpPr/>
          <p:nvPr/>
        </p:nvSpPr>
        <p:spPr>
          <a:xfrm flipV="1">
            <a:off x="8838120" y="3088432"/>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8" name="四角形: 角を丸くする 47">
            <a:extLst>
              <a:ext uri="{FF2B5EF4-FFF2-40B4-BE49-F238E27FC236}">
                <a16:creationId xmlns:a16="http://schemas.microsoft.com/office/drawing/2014/main" id="{91C840AA-D619-EE05-C3FF-9230630A3BE6}"/>
              </a:ext>
            </a:extLst>
          </p:cNvPr>
          <p:cNvSpPr/>
          <p:nvPr/>
        </p:nvSpPr>
        <p:spPr>
          <a:xfrm flipV="1">
            <a:off x="8838120" y="2352869"/>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9" name="四角形: 角を丸くする 48">
            <a:extLst>
              <a:ext uri="{FF2B5EF4-FFF2-40B4-BE49-F238E27FC236}">
                <a16:creationId xmlns:a16="http://schemas.microsoft.com/office/drawing/2014/main" id="{62FD712D-1A82-653B-775E-C85AFF4EB709}"/>
              </a:ext>
            </a:extLst>
          </p:cNvPr>
          <p:cNvSpPr/>
          <p:nvPr/>
        </p:nvSpPr>
        <p:spPr>
          <a:xfrm flipV="1">
            <a:off x="8838120" y="1617306"/>
            <a:ext cx="2704472"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50" name="四角形: 角を丸くする 49">
            <a:extLst>
              <a:ext uri="{FF2B5EF4-FFF2-40B4-BE49-F238E27FC236}">
                <a16:creationId xmlns:a16="http://schemas.microsoft.com/office/drawing/2014/main" id="{559FA730-5F72-A341-BD1A-203800BA6E1D}"/>
              </a:ext>
            </a:extLst>
          </p:cNvPr>
          <p:cNvSpPr/>
          <p:nvPr/>
        </p:nvSpPr>
        <p:spPr>
          <a:xfrm flipV="1">
            <a:off x="8838120" y="881743"/>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grpSp>
        <p:nvGrpSpPr>
          <p:cNvPr id="51" name="グループ化 50">
            <a:extLst>
              <a:ext uri="{FF2B5EF4-FFF2-40B4-BE49-F238E27FC236}">
                <a16:creationId xmlns:a16="http://schemas.microsoft.com/office/drawing/2014/main" id="{61020FBC-B317-C448-D568-AEA4C7AFB6FE}"/>
              </a:ext>
            </a:extLst>
          </p:cNvPr>
          <p:cNvGrpSpPr/>
          <p:nvPr/>
        </p:nvGrpSpPr>
        <p:grpSpPr>
          <a:xfrm>
            <a:off x="9012488" y="933061"/>
            <a:ext cx="2285281" cy="559836"/>
            <a:chOff x="858105" y="942392"/>
            <a:chExt cx="2612882" cy="559836"/>
          </a:xfrm>
        </p:grpSpPr>
        <p:sp>
          <p:nvSpPr>
            <p:cNvPr id="52" name="楕円 51">
              <a:extLst>
                <a:ext uri="{FF2B5EF4-FFF2-40B4-BE49-F238E27FC236}">
                  <a16:creationId xmlns:a16="http://schemas.microsoft.com/office/drawing/2014/main" id="{EBE59DCC-C8A7-C94A-31D0-CF80F38B7BD3}"/>
                </a:ext>
              </a:extLst>
            </p:cNvPr>
            <p:cNvSpPr/>
            <p:nvPr/>
          </p:nvSpPr>
          <p:spPr>
            <a:xfrm>
              <a:off x="1838130" y="9423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53" name="楕円 52">
              <a:extLst>
                <a:ext uri="{FF2B5EF4-FFF2-40B4-BE49-F238E27FC236}">
                  <a16:creationId xmlns:a16="http://schemas.microsoft.com/office/drawing/2014/main" id="{BAE91D7C-F8FE-5C3B-E759-6E19436F5356}"/>
                </a:ext>
              </a:extLst>
            </p:cNvPr>
            <p:cNvSpPr/>
            <p:nvPr/>
          </p:nvSpPr>
          <p:spPr>
            <a:xfrm>
              <a:off x="858105" y="9423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54" name="グループ化 53">
            <a:extLst>
              <a:ext uri="{FF2B5EF4-FFF2-40B4-BE49-F238E27FC236}">
                <a16:creationId xmlns:a16="http://schemas.microsoft.com/office/drawing/2014/main" id="{196504C7-0977-EFF6-079F-24559260601C}"/>
              </a:ext>
            </a:extLst>
          </p:cNvPr>
          <p:cNvGrpSpPr/>
          <p:nvPr/>
        </p:nvGrpSpPr>
        <p:grpSpPr>
          <a:xfrm>
            <a:off x="9012488" y="1668624"/>
            <a:ext cx="2285281" cy="559836"/>
            <a:chOff x="858105" y="1673292"/>
            <a:chExt cx="2612882" cy="559836"/>
          </a:xfrm>
        </p:grpSpPr>
        <p:sp>
          <p:nvSpPr>
            <p:cNvPr id="55" name="楕円 54">
              <a:extLst>
                <a:ext uri="{FF2B5EF4-FFF2-40B4-BE49-F238E27FC236}">
                  <a16:creationId xmlns:a16="http://schemas.microsoft.com/office/drawing/2014/main" id="{E23A169B-F71D-9DB6-54C4-6161DD6AC248}"/>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56" name="楕円 55">
              <a:extLst>
                <a:ext uri="{FF2B5EF4-FFF2-40B4-BE49-F238E27FC236}">
                  <a16:creationId xmlns:a16="http://schemas.microsoft.com/office/drawing/2014/main" id="{BC4F245D-ECDD-1F12-C512-41B5F91B6C28}"/>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57" name="グループ化 56">
            <a:extLst>
              <a:ext uri="{FF2B5EF4-FFF2-40B4-BE49-F238E27FC236}">
                <a16:creationId xmlns:a16="http://schemas.microsoft.com/office/drawing/2014/main" id="{3C5E53A3-2139-A002-BA47-8F3E0A1A6CFD}"/>
              </a:ext>
            </a:extLst>
          </p:cNvPr>
          <p:cNvGrpSpPr/>
          <p:nvPr/>
        </p:nvGrpSpPr>
        <p:grpSpPr>
          <a:xfrm>
            <a:off x="9012488" y="5346439"/>
            <a:ext cx="2285281" cy="559836"/>
            <a:chOff x="858105" y="1673292"/>
            <a:chExt cx="2612882" cy="559836"/>
          </a:xfrm>
        </p:grpSpPr>
        <p:sp>
          <p:nvSpPr>
            <p:cNvPr id="58" name="楕円 57">
              <a:extLst>
                <a:ext uri="{FF2B5EF4-FFF2-40B4-BE49-F238E27FC236}">
                  <a16:creationId xmlns:a16="http://schemas.microsoft.com/office/drawing/2014/main" id="{445DBFEC-3586-C123-3387-47FC1BCCE23A}"/>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59" name="楕円 58">
              <a:extLst>
                <a:ext uri="{FF2B5EF4-FFF2-40B4-BE49-F238E27FC236}">
                  <a16:creationId xmlns:a16="http://schemas.microsoft.com/office/drawing/2014/main" id="{E607B057-C3F9-8F54-7A0A-40DED56CCC6C}"/>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63" name="グループ化 62">
            <a:extLst>
              <a:ext uri="{FF2B5EF4-FFF2-40B4-BE49-F238E27FC236}">
                <a16:creationId xmlns:a16="http://schemas.microsoft.com/office/drawing/2014/main" id="{25484914-0002-19BA-BA5B-5E5A8A685751}"/>
              </a:ext>
            </a:extLst>
          </p:cNvPr>
          <p:cNvGrpSpPr/>
          <p:nvPr/>
        </p:nvGrpSpPr>
        <p:grpSpPr>
          <a:xfrm>
            <a:off x="9012488" y="3875313"/>
            <a:ext cx="2285281" cy="559836"/>
            <a:chOff x="858105" y="1673292"/>
            <a:chExt cx="2612882" cy="559836"/>
          </a:xfrm>
        </p:grpSpPr>
        <p:sp>
          <p:nvSpPr>
            <p:cNvPr id="64" name="楕円 63">
              <a:extLst>
                <a:ext uri="{FF2B5EF4-FFF2-40B4-BE49-F238E27FC236}">
                  <a16:creationId xmlns:a16="http://schemas.microsoft.com/office/drawing/2014/main" id="{DDDE0C54-3D34-1349-2327-C393FC6A99E8}"/>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65" name="楕円 64">
              <a:extLst>
                <a:ext uri="{FF2B5EF4-FFF2-40B4-BE49-F238E27FC236}">
                  <a16:creationId xmlns:a16="http://schemas.microsoft.com/office/drawing/2014/main" id="{719F9D34-C8F5-8C5A-71CE-6709EE10DA5D}"/>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66" name="グループ化 65">
            <a:extLst>
              <a:ext uri="{FF2B5EF4-FFF2-40B4-BE49-F238E27FC236}">
                <a16:creationId xmlns:a16="http://schemas.microsoft.com/office/drawing/2014/main" id="{C8EAF94E-062D-7D5C-41DC-2450A20EB784}"/>
              </a:ext>
            </a:extLst>
          </p:cNvPr>
          <p:cNvGrpSpPr/>
          <p:nvPr/>
        </p:nvGrpSpPr>
        <p:grpSpPr>
          <a:xfrm>
            <a:off x="9012488" y="3139750"/>
            <a:ext cx="2285281" cy="559836"/>
            <a:chOff x="858105" y="1673292"/>
            <a:chExt cx="2612882" cy="559836"/>
          </a:xfrm>
        </p:grpSpPr>
        <p:sp>
          <p:nvSpPr>
            <p:cNvPr id="67" name="楕円 66">
              <a:extLst>
                <a:ext uri="{FF2B5EF4-FFF2-40B4-BE49-F238E27FC236}">
                  <a16:creationId xmlns:a16="http://schemas.microsoft.com/office/drawing/2014/main" id="{5EC50776-C710-8E77-A325-34D0CB448374}"/>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68" name="楕円 67">
              <a:extLst>
                <a:ext uri="{FF2B5EF4-FFF2-40B4-BE49-F238E27FC236}">
                  <a16:creationId xmlns:a16="http://schemas.microsoft.com/office/drawing/2014/main" id="{E163D8D9-388D-77E3-7B15-0C1BDC23306C}"/>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69" name="グループ化 68">
            <a:extLst>
              <a:ext uri="{FF2B5EF4-FFF2-40B4-BE49-F238E27FC236}">
                <a16:creationId xmlns:a16="http://schemas.microsoft.com/office/drawing/2014/main" id="{8535E06E-A260-B6B0-26AA-750A997ACDF4}"/>
              </a:ext>
            </a:extLst>
          </p:cNvPr>
          <p:cNvGrpSpPr/>
          <p:nvPr/>
        </p:nvGrpSpPr>
        <p:grpSpPr>
          <a:xfrm>
            <a:off x="9012488" y="2404187"/>
            <a:ext cx="2285281" cy="559836"/>
            <a:chOff x="858105" y="1673292"/>
            <a:chExt cx="2612882" cy="559836"/>
          </a:xfrm>
        </p:grpSpPr>
        <p:sp>
          <p:nvSpPr>
            <p:cNvPr id="70" name="楕円 69">
              <a:extLst>
                <a:ext uri="{FF2B5EF4-FFF2-40B4-BE49-F238E27FC236}">
                  <a16:creationId xmlns:a16="http://schemas.microsoft.com/office/drawing/2014/main" id="{A1DB14EE-4C59-A8E2-2FFD-17D9229139E4}"/>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71" name="楕円 70">
              <a:extLst>
                <a:ext uri="{FF2B5EF4-FFF2-40B4-BE49-F238E27FC236}">
                  <a16:creationId xmlns:a16="http://schemas.microsoft.com/office/drawing/2014/main" id="{8F58D769-22C1-5138-D8D7-B526E8D0D9CC}"/>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sp>
        <p:nvSpPr>
          <p:cNvPr id="72" name="四角形: 角を丸くする 71">
            <a:extLst>
              <a:ext uri="{FF2B5EF4-FFF2-40B4-BE49-F238E27FC236}">
                <a16:creationId xmlns:a16="http://schemas.microsoft.com/office/drawing/2014/main" id="{0396DB9E-5A97-F11D-93C9-7D33BC9B3A3B}"/>
              </a:ext>
            </a:extLst>
          </p:cNvPr>
          <p:cNvSpPr/>
          <p:nvPr/>
        </p:nvSpPr>
        <p:spPr>
          <a:xfrm>
            <a:off x="10941877" y="90506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3" name="四角形: 角を丸くする 72">
            <a:extLst>
              <a:ext uri="{FF2B5EF4-FFF2-40B4-BE49-F238E27FC236}">
                <a16:creationId xmlns:a16="http://schemas.microsoft.com/office/drawing/2014/main" id="{38F8B0F1-0C54-C4A4-AB1E-742F49B996A4}"/>
              </a:ext>
            </a:extLst>
          </p:cNvPr>
          <p:cNvSpPr/>
          <p:nvPr/>
        </p:nvSpPr>
        <p:spPr>
          <a:xfrm>
            <a:off x="10941877" y="5315337"/>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90" name="グループ化 89">
            <a:extLst>
              <a:ext uri="{FF2B5EF4-FFF2-40B4-BE49-F238E27FC236}">
                <a16:creationId xmlns:a16="http://schemas.microsoft.com/office/drawing/2014/main" id="{392461F9-FFE1-404A-3648-920A650804C5}"/>
              </a:ext>
            </a:extLst>
          </p:cNvPr>
          <p:cNvGrpSpPr/>
          <p:nvPr/>
        </p:nvGrpSpPr>
        <p:grpSpPr>
          <a:xfrm>
            <a:off x="8836094" y="4559558"/>
            <a:ext cx="2704472" cy="662473"/>
            <a:chOff x="8450427" y="4559558"/>
            <a:chExt cx="3092165" cy="662473"/>
          </a:xfrm>
        </p:grpSpPr>
        <p:sp>
          <p:nvSpPr>
            <p:cNvPr id="45" name="四角形: 角を丸くする 44">
              <a:extLst>
                <a:ext uri="{FF2B5EF4-FFF2-40B4-BE49-F238E27FC236}">
                  <a16:creationId xmlns:a16="http://schemas.microsoft.com/office/drawing/2014/main" id="{70D5EB15-6402-2895-0577-94D43685F177}"/>
                </a:ext>
              </a:extLst>
            </p:cNvPr>
            <p:cNvSpPr/>
            <p:nvPr/>
          </p:nvSpPr>
          <p:spPr>
            <a:xfrm flipV="1">
              <a:off x="8450427" y="4559558"/>
              <a:ext cx="3092165"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grpSp>
          <p:nvGrpSpPr>
            <p:cNvPr id="60" name="グループ化 59">
              <a:extLst>
                <a:ext uri="{FF2B5EF4-FFF2-40B4-BE49-F238E27FC236}">
                  <a16:creationId xmlns:a16="http://schemas.microsoft.com/office/drawing/2014/main" id="{B5FF469D-694E-E8C2-B6E8-C9579AA74AE6}"/>
                </a:ext>
              </a:extLst>
            </p:cNvPr>
            <p:cNvGrpSpPr/>
            <p:nvPr/>
          </p:nvGrpSpPr>
          <p:grpSpPr>
            <a:xfrm>
              <a:off x="8649791" y="4610876"/>
              <a:ext cx="2612882" cy="559836"/>
              <a:chOff x="858105" y="1673292"/>
              <a:chExt cx="2612882" cy="559836"/>
            </a:xfrm>
          </p:grpSpPr>
          <p:sp>
            <p:nvSpPr>
              <p:cNvPr id="61" name="楕円 60">
                <a:extLst>
                  <a:ext uri="{FF2B5EF4-FFF2-40B4-BE49-F238E27FC236}">
                    <a16:creationId xmlns:a16="http://schemas.microsoft.com/office/drawing/2014/main" id="{DB925675-DF4C-9312-6EF6-3CFF658BFED3}"/>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62" name="楕円 61">
                <a:extLst>
                  <a:ext uri="{FF2B5EF4-FFF2-40B4-BE49-F238E27FC236}">
                    <a16:creationId xmlns:a16="http://schemas.microsoft.com/office/drawing/2014/main" id="{4BCBC4AB-7FF1-E99A-800C-B8A30BE8268A}"/>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sp>
          <p:nvSpPr>
            <p:cNvPr id="74" name="四角形: 角を丸くする 73">
              <a:extLst>
                <a:ext uri="{FF2B5EF4-FFF2-40B4-BE49-F238E27FC236}">
                  <a16:creationId xmlns:a16="http://schemas.microsoft.com/office/drawing/2014/main" id="{11AFE537-7680-0171-1572-C6A00C92E31A}"/>
                </a:ext>
              </a:extLst>
            </p:cNvPr>
            <p:cNvSpPr/>
            <p:nvPr/>
          </p:nvSpPr>
          <p:spPr>
            <a:xfrm>
              <a:off x="10855763" y="4580293"/>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sp>
        <p:nvSpPr>
          <p:cNvPr id="75" name="四角形: 角を丸くする 74">
            <a:extLst>
              <a:ext uri="{FF2B5EF4-FFF2-40B4-BE49-F238E27FC236}">
                <a16:creationId xmlns:a16="http://schemas.microsoft.com/office/drawing/2014/main" id="{9AF51F2F-4FC3-77B5-82A9-2EB88DDF56C8}"/>
              </a:ext>
            </a:extLst>
          </p:cNvPr>
          <p:cNvSpPr/>
          <p:nvPr/>
        </p:nvSpPr>
        <p:spPr>
          <a:xfrm>
            <a:off x="10941877" y="384524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6" name="四角形: 角を丸くする 75">
            <a:extLst>
              <a:ext uri="{FF2B5EF4-FFF2-40B4-BE49-F238E27FC236}">
                <a16:creationId xmlns:a16="http://schemas.microsoft.com/office/drawing/2014/main" id="{6F25415C-BF10-1A5E-A232-0917EC4EBE0C}"/>
              </a:ext>
            </a:extLst>
          </p:cNvPr>
          <p:cNvSpPr/>
          <p:nvPr/>
        </p:nvSpPr>
        <p:spPr>
          <a:xfrm>
            <a:off x="10941877" y="3110203"/>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7" name="四角形: 角を丸くする 76">
            <a:extLst>
              <a:ext uri="{FF2B5EF4-FFF2-40B4-BE49-F238E27FC236}">
                <a16:creationId xmlns:a16="http://schemas.microsoft.com/office/drawing/2014/main" id="{3401653F-7E05-48E6-8210-1CA13389AD10}"/>
              </a:ext>
            </a:extLst>
          </p:cNvPr>
          <p:cNvSpPr/>
          <p:nvPr/>
        </p:nvSpPr>
        <p:spPr>
          <a:xfrm>
            <a:off x="10941877" y="237515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8" name="四角形: 角を丸くする 77">
            <a:extLst>
              <a:ext uri="{FF2B5EF4-FFF2-40B4-BE49-F238E27FC236}">
                <a16:creationId xmlns:a16="http://schemas.microsoft.com/office/drawing/2014/main" id="{BA7414D4-9632-85A7-74CB-ED0C6285A52C}"/>
              </a:ext>
            </a:extLst>
          </p:cNvPr>
          <p:cNvSpPr/>
          <p:nvPr/>
        </p:nvSpPr>
        <p:spPr>
          <a:xfrm>
            <a:off x="10941877" y="1640113"/>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78" name="グループ化 177">
            <a:extLst>
              <a:ext uri="{FF2B5EF4-FFF2-40B4-BE49-F238E27FC236}">
                <a16:creationId xmlns:a16="http://schemas.microsoft.com/office/drawing/2014/main" id="{9CEF35B6-7758-558C-8050-D624034B417A}"/>
              </a:ext>
            </a:extLst>
          </p:cNvPr>
          <p:cNvGrpSpPr/>
          <p:nvPr/>
        </p:nvGrpSpPr>
        <p:grpSpPr>
          <a:xfrm>
            <a:off x="493841" y="151567"/>
            <a:ext cx="4317895" cy="584775"/>
            <a:chOff x="493841" y="151567"/>
            <a:chExt cx="4317895" cy="584775"/>
          </a:xfrm>
        </p:grpSpPr>
        <p:grpSp>
          <p:nvGrpSpPr>
            <p:cNvPr id="91" name="グループ化 90">
              <a:extLst>
                <a:ext uri="{FF2B5EF4-FFF2-40B4-BE49-F238E27FC236}">
                  <a16:creationId xmlns:a16="http://schemas.microsoft.com/office/drawing/2014/main" id="{9E7D5321-C335-858C-29AF-633F4B55C076}"/>
                </a:ext>
              </a:extLst>
            </p:cNvPr>
            <p:cNvGrpSpPr/>
            <p:nvPr/>
          </p:nvGrpSpPr>
          <p:grpSpPr>
            <a:xfrm>
              <a:off x="1719571" y="274517"/>
              <a:ext cx="3092165" cy="338875"/>
              <a:chOff x="1719571" y="215382"/>
              <a:chExt cx="3888059" cy="426098"/>
            </a:xfrm>
          </p:grpSpPr>
          <p:sp>
            <p:nvSpPr>
              <p:cNvPr id="82" name="平行四辺形 81">
                <a:extLst>
                  <a:ext uri="{FF2B5EF4-FFF2-40B4-BE49-F238E27FC236}">
                    <a16:creationId xmlns:a16="http://schemas.microsoft.com/office/drawing/2014/main" id="{BA3BFCD7-5373-8B38-5430-C508F596B175}"/>
                  </a:ext>
                </a:extLst>
              </p:cNvPr>
              <p:cNvSpPr/>
              <p:nvPr/>
            </p:nvSpPr>
            <p:spPr>
              <a:xfrm>
                <a:off x="171957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3" name="平行四辺形 82">
                <a:extLst>
                  <a:ext uri="{FF2B5EF4-FFF2-40B4-BE49-F238E27FC236}">
                    <a16:creationId xmlns:a16="http://schemas.microsoft.com/office/drawing/2014/main" id="{E2A90F25-D10A-B9BF-367F-40C407289CDA}"/>
                  </a:ext>
                </a:extLst>
              </p:cNvPr>
              <p:cNvSpPr/>
              <p:nvPr/>
            </p:nvSpPr>
            <p:spPr>
              <a:xfrm>
                <a:off x="2477666"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4" name="平行四辺形 83">
                <a:extLst>
                  <a:ext uri="{FF2B5EF4-FFF2-40B4-BE49-F238E27FC236}">
                    <a16:creationId xmlns:a16="http://schemas.microsoft.com/office/drawing/2014/main" id="{BE8CDA3F-4B7D-248E-94B6-1FD788E5BEC8}"/>
                  </a:ext>
                </a:extLst>
              </p:cNvPr>
              <p:cNvSpPr/>
              <p:nvPr/>
            </p:nvSpPr>
            <p:spPr>
              <a:xfrm>
                <a:off x="323576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5" name="平行四辺形 84">
                <a:extLst>
                  <a:ext uri="{FF2B5EF4-FFF2-40B4-BE49-F238E27FC236}">
                    <a16:creationId xmlns:a16="http://schemas.microsoft.com/office/drawing/2014/main" id="{AF85845A-3092-970C-5669-6C388F0111E5}"/>
                  </a:ext>
                </a:extLst>
              </p:cNvPr>
              <p:cNvSpPr/>
              <p:nvPr/>
            </p:nvSpPr>
            <p:spPr>
              <a:xfrm>
                <a:off x="4751951" y="215382"/>
                <a:ext cx="855679" cy="426098"/>
              </a:xfrm>
              <a:prstGeom prst="parallelogram">
                <a:avLst/>
              </a:prstGeom>
              <a:solidFill>
                <a:schemeClr val="tx1">
                  <a:lumMod val="75000"/>
                  <a:lumOff val="2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6" name="平行四辺形 85">
                <a:extLst>
                  <a:ext uri="{FF2B5EF4-FFF2-40B4-BE49-F238E27FC236}">
                    <a16:creationId xmlns:a16="http://schemas.microsoft.com/office/drawing/2014/main" id="{44248F09-62C7-9CEE-1CA2-9E082CB40634}"/>
                  </a:ext>
                </a:extLst>
              </p:cNvPr>
              <p:cNvSpPr/>
              <p:nvPr/>
            </p:nvSpPr>
            <p:spPr>
              <a:xfrm>
                <a:off x="3993856"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87" name="テキスト ボックス 86">
              <a:extLst>
                <a:ext uri="{FF2B5EF4-FFF2-40B4-BE49-F238E27FC236}">
                  <a16:creationId xmlns:a16="http://schemas.microsoft.com/office/drawing/2014/main" id="{3B75C8C7-63A2-A7C2-2B7C-B09BEE3E2BB4}"/>
                </a:ext>
              </a:extLst>
            </p:cNvPr>
            <p:cNvSpPr txBox="1"/>
            <p:nvPr/>
          </p:nvSpPr>
          <p:spPr>
            <a:xfrm>
              <a:off x="493841" y="151567"/>
              <a:ext cx="1130438" cy="584775"/>
            </a:xfrm>
            <a:prstGeom prst="rect">
              <a:avLst/>
            </a:prstGeom>
            <a:noFill/>
          </p:spPr>
          <p:txBody>
            <a:bodyPr wrap="none" rtlCol="0">
              <a:spAutoFit/>
            </a:bodyPr>
            <a:lstStyle/>
            <a:p>
              <a:r>
                <a:rPr kumimoji="1"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127" name="グループ化 126">
            <a:extLst>
              <a:ext uri="{FF2B5EF4-FFF2-40B4-BE49-F238E27FC236}">
                <a16:creationId xmlns:a16="http://schemas.microsoft.com/office/drawing/2014/main" id="{A1BE77FF-0B83-7B58-55B3-0EAFC8F599C9}"/>
              </a:ext>
            </a:extLst>
          </p:cNvPr>
          <p:cNvGrpSpPr/>
          <p:nvPr/>
        </p:nvGrpSpPr>
        <p:grpSpPr>
          <a:xfrm>
            <a:off x="4042268" y="3128766"/>
            <a:ext cx="1105960" cy="603477"/>
            <a:chOff x="4042268" y="3128766"/>
            <a:chExt cx="1105960" cy="603477"/>
          </a:xfrm>
        </p:grpSpPr>
        <p:grpSp>
          <p:nvGrpSpPr>
            <p:cNvPr id="105" name="グループ化 104">
              <a:extLst>
                <a:ext uri="{FF2B5EF4-FFF2-40B4-BE49-F238E27FC236}">
                  <a16:creationId xmlns:a16="http://schemas.microsoft.com/office/drawing/2014/main" id="{794660C4-A95D-B657-EBFD-101AF90220D9}"/>
                </a:ext>
              </a:extLst>
            </p:cNvPr>
            <p:cNvGrpSpPr/>
            <p:nvPr/>
          </p:nvGrpSpPr>
          <p:grpSpPr>
            <a:xfrm>
              <a:off x="4042268" y="3455269"/>
              <a:ext cx="1105960" cy="276974"/>
              <a:chOff x="4472987" y="4320075"/>
              <a:chExt cx="1403336" cy="351448"/>
            </a:xfrm>
          </p:grpSpPr>
          <p:sp>
            <p:nvSpPr>
              <p:cNvPr id="102" name="四角形: 角を丸くする 101">
                <a:extLst>
                  <a:ext uri="{FF2B5EF4-FFF2-40B4-BE49-F238E27FC236}">
                    <a16:creationId xmlns:a16="http://schemas.microsoft.com/office/drawing/2014/main" id="{E5BA6632-9812-1569-881C-E589ADC09BC5}"/>
                  </a:ext>
                </a:extLst>
              </p:cNvPr>
              <p:cNvSpPr/>
              <p:nvPr/>
            </p:nvSpPr>
            <p:spPr>
              <a:xfrm>
                <a:off x="4472987" y="4320075"/>
                <a:ext cx="1403336" cy="351448"/>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EP</a:t>
                </a:r>
                <a:endParaRPr kumimoji="1" lang="ja-JP" altLang="en-US" sz="1100" dirty="0">
                  <a:latin typeface="BIZ UDP明朝 Medium" panose="02020500000000000000" pitchFamily="18" charset="-128"/>
                  <a:ea typeface="BIZ UDP明朝 Medium" panose="02020500000000000000" pitchFamily="18" charset="-128"/>
                </a:endParaRPr>
              </a:p>
            </p:txBody>
          </p:sp>
          <p:sp>
            <p:nvSpPr>
              <p:cNvPr id="101" name="ハート 100">
                <a:extLst>
                  <a:ext uri="{FF2B5EF4-FFF2-40B4-BE49-F238E27FC236}">
                    <a16:creationId xmlns:a16="http://schemas.microsoft.com/office/drawing/2014/main" id="{FA81756F-0946-5A62-7797-4B28CC546408}"/>
                  </a:ext>
                </a:extLst>
              </p:cNvPr>
              <p:cNvSpPr/>
              <p:nvPr/>
            </p:nvSpPr>
            <p:spPr>
              <a:xfrm>
                <a:off x="4906377" y="4355061"/>
                <a:ext cx="284063" cy="284063"/>
              </a:xfrm>
              <a:prstGeom prst="heart">
                <a:avLst/>
              </a:prstGeom>
              <a:solidFill>
                <a:srgbClr val="CC66FF"/>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103" name="ハート 102">
                <a:extLst>
                  <a:ext uri="{FF2B5EF4-FFF2-40B4-BE49-F238E27FC236}">
                    <a16:creationId xmlns:a16="http://schemas.microsoft.com/office/drawing/2014/main" id="{F79AA689-3F3A-4697-41EB-708E1D6D4000}"/>
                  </a:ext>
                </a:extLst>
              </p:cNvPr>
              <p:cNvSpPr/>
              <p:nvPr/>
            </p:nvSpPr>
            <p:spPr>
              <a:xfrm>
                <a:off x="5211153" y="4355061"/>
                <a:ext cx="284063" cy="284063"/>
              </a:xfrm>
              <a:prstGeom prst="heart">
                <a:avLst/>
              </a:prstGeom>
              <a:solidFill>
                <a:srgbClr val="CC66FF"/>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a:p>
            </p:txBody>
          </p:sp>
          <p:sp>
            <p:nvSpPr>
              <p:cNvPr id="104" name="ハート 103">
                <a:extLst>
                  <a:ext uri="{FF2B5EF4-FFF2-40B4-BE49-F238E27FC236}">
                    <a16:creationId xmlns:a16="http://schemas.microsoft.com/office/drawing/2014/main" id="{0AAF176F-C3CF-D2B0-A180-346D8C19FFD6}"/>
                  </a:ext>
                </a:extLst>
              </p:cNvPr>
              <p:cNvSpPr/>
              <p:nvPr/>
            </p:nvSpPr>
            <p:spPr>
              <a:xfrm>
                <a:off x="5512586" y="4355061"/>
                <a:ext cx="284063" cy="284063"/>
              </a:xfrm>
              <a:prstGeom prst="heart">
                <a:avLst/>
              </a:prstGeom>
              <a:solidFill>
                <a:srgbClr val="CC66FF"/>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a:p>
            </p:txBody>
          </p:sp>
        </p:grpSp>
        <p:grpSp>
          <p:nvGrpSpPr>
            <p:cNvPr id="126" name="グループ化 125">
              <a:extLst>
                <a:ext uri="{FF2B5EF4-FFF2-40B4-BE49-F238E27FC236}">
                  <a16:creationId xmlns:a16="http://schemas.microsoft.com/office/drawing/2014/main" id="{E7CAD315-EBC7-76A9-78AD-F3D41AD7C677}"/>
                </a:ext>
              </a:extLst>
            </p:cNvPr>
            <p:cNvGrpSpPr/>
            <p:nvPr/>
          </p:nvGrpSpPr>
          <p:grpSpPr>
            <a:xfrm>
              <a:off x="4042268" y="3128766"/>
              <a:ext cx="1105960" cy="276974"/>
              <a:chOff x="4194668" y="3607669"/>
              <a:chExt cx="1105960" cy="276974"/>
            </a:xfrm>
          </p:grpSpPr>
          <p:sp>
            <p:nvSpPr>
              <p:cNvPr id="120" name="四角形: 角を丸くする 119">
                <a:extLst>
                  <a:ext uri="{FF2B5EF4-FFF2-40B4-BE49-F238E27FC236}">
                    <a16:creationId xmlns:a16="http://schemas.microsoft.com/office/drawing/2014/main" id="{4EBB8C57-EDE9-07F7-FDA1-A2C31D96CA82}"/>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25" name="図 124">
                <a:extLst>
                  <a:ext uri="{FF2B5EF4-FFF2-40B4-BE49-F238E27FC236}">
                    <a16:creationId xmlns:a16="http://schemas.microsoft.com/office/drawing/2014/main" id="{09A551B1-7E58-8894-80D8-04158D94684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558908" y="3675156"/>
                <a:ext cx="687006" cy="151498"/>
              </a:xfrm>
              <a:prstGeom prst="rect">
                <a:avLst/>
              </a:prstGeom>
            </p:spPr>
          </p:pic>
        </p:grpSp>
      </p:grpSp>
      <p:sp>
        <p:nvSpPr>
          <p:cNvPr id="137" name="フローチャート: 論理積ゲート 136">
            <a:extLst>
              <a:ext uri="{FF2B5EF4-FFF2-40B4-BE49-F238E27FC236}">
                <a16:creationId xmlns:a16="http://schemas.microsoft.com/office/drawing/2014/main" id="{574D2A25-CC1A-E714-CDF3-D7E27A8B2CE6}"/>
              </a:ext>
            </a:extLst>
          </p:cNvPr>
          <p:cNvSpPr/>
          <p:nvPr/>
        </p:nvSpPr>
        <p:spPr>
          <a:xfrm>
            <a:off x="1367869" y="6169827"/>
            <a:ext cx="1225730" cy="461826"/>
          </a:xfrm>
          <a:prstGeom prst="flowChartDelay">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b="1" dirty="0">
                <a:latin typeface="BIZ UDP明朝 Medium" panose="02020500000000000000" pitchFamily="18" charset="-128"/>
                <a:ea typeface="BIZ UDP明朝 Medium" panose="02020500000000000000" pitchFamily="18" charset="-128"/>
              </a:rPr>
              <a:t>AUTO</a:t>
            </a:r>
            <a:endParaRPr kumimoji="1" lang="ja-JP" altLang="en-US" b="1" dirty="0">
              <a:latin typeface="BIZ UDP明朝 Medium" panose="02020500000000000000" pitchFamily="18" charset="-128"/>
              <a:ea typeface="BIZ UDP明朝 Medium" panose="02020500000000000000" pitchFamily="18" charset="-128"/>
            </a:endParaRPr>
          </a:p>
        </p:txBody>
      </p:sp>
      <p:sp>
        <p:nvSpPr>
          <p:cNvPr id="139" name="フローチャート: 論理積ゲート 138">
            <a:extLst>
              <a:ext uri="{FF2B5EF4-FFF2-40B4-BE49-F238E27FC236}">
                <a16:creationId xmlns:a16="http://schemas.microsoft.com/office/drawing/2014/main" id="{B439E6B7-350F-85EC-7197-452161020B48}"/>
              </a:ext>
            </a:extLst>
          </p:cNvPr>
          <p:cNvSpPr/>
          <p:nvPr/>
        </p:nvSpPr>
        <p:spPr>
          <a:xfrm>
            <a:off x="2796951" y="6169827"/>
            <a:ext cx="1225730" cy="461826"/>
          </a:xfrm>
          <a:prstGeom prst="flowChartDelay">
            <a:avLst/>
          </a:prstGeom>
          <a:solidFill>
            <a:srgbClr val="CC66FF"/>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BIZ UDP明朝 Medium" panose="02020500000000000000" pitchFamily="18" charset="-128"/>
                <a:ea typeface="BIZ UDP明朝 Medium" panose="02020500000000000000" pitchFamily="18" charset="-128"/>
              </a:rPr>
              <a:t>▶▶</a:t>
            </a:r>
            <a:r>
              <a:rPr kumimoji="1" lang="en-US" altLang="ja-JP" b="1" dirty="0">
                <a:latin typeface="BIZ UDP明朝 Medium" panose="02020500000000000000" pitchFamily="18" charset="-128"/>
                <a:ea typeface="BIZ UDP明朝 Medium" panose="02020500000000000000" pitchFamily="18" charset="-128"/>
              </a:rPr>
              <a:t>×2</a:t>
            </a:r>
            <a:endParaRPr kumimoji="1" lang="ja-JP" altLang="en-US" b="1" dirty="0">
              <a:latin typeface="BIZ UDP明朝 Medium" panose="02020500000000000000" pitchFamily="18" charset="-128"/>
              <a:ea typeface="BIZ UDP明朝 Medium" panose="02020500000000000000" pitchFamily="18" charset="-128"/>
            </a:endParaRPr>
          </a:p>
        </p:txBody>
      </p:sp>
      <p:sp>
        <p:nvSpPr>
          <p:cNvPr id="141" name="ハート 140">
            <a:extLst>
              <a:ext uri="{FF2B5EF4-FFF2-40B4-BE49-F238E27FC236}">
                <a16:creationId xmlns:a16="http://schemas.microsoft.com/office/drawing/2014/main" id="{B4618B45-32FA-929B-D8A3-4C1B98526E6F}"/>
              </a:ext>
            </a:extLst>
          </p:cNvPr>
          <p:cNvSpPr/>
          <p:nvPr/>
        </p:nvSpPr>
        <p:spPr>
          <a:xfrm>
            <a:off x="618278" y="3162196"/>
            <a:ext cx="551905" cy="551905"/>
          </a:xfrm>
          <a:prstGeom prst="heart">
            <a:avLst/>
          </a:prstGeom>
          <a:solidFill>
            <a:srgbClr val="CC66FF"/>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143" name="テキスト ボックス 142">
            <a:extLst>
              <a:ext uri="{FF2B5EF4-FFF2-40B4-BE49-F238E27FC236}">
                <a16:creationId xmlns:a16="http://schemas.microsoft.com/office/drawing/2014/main" id="{BAFEBD0B-07CD-ADE4-5ECC-850A2C520E1F}"/>
              </a:ext>
            </a:extLst>
          </p:cNvPr>
          <p:cNvSpPr txBox="1"/>
          <p:nvPr/>
        </p:nvSpPr>
        <p:spPr>
          <a:xfrm>
            <a:off x="192795" y="3253669"/>
            <a:ext cx="1402870" cy="276999"/>
          </a:xfrm>
          <a:prstGeom prst="rect">
            <a:avLst/>
          </a:prstGeom>
          <a:noFill/>
        </p:spPr>
        <p:txBody>
          <a:bodyPr wrap="square">
            <a:spAutoFit/>
          </a:bodyPr>
          <a:lstStyle/>
          <a:p>
            <a:pPr algn="ctr"/>
            <a:r>
              <a:rPr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rPr>
              <a:t>スキル</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nvGrpSpPr>
          <p:cNvPr id="144" name="グループ化 143">
            <a:extLst>
              <a:ext uri="{FF2B5EF4-FFF2-40B4-BE49-F238E27FC236}">
                <a16:creationId xmlns:a16="http://schemas.microsoft.com/office/drawing/2014/main" id="{661035AF-689D-205A-FBAA-CBA5BDD01E54}"/>
              </a:ext>
            </a:extLst>
          </p:cNvPr>
          <p:cNvGrpSpPr/>
          <p:nvPr/>
        </p:nvGrpSpPr>
        <p:grpSpPr>
          <a:xfrm flipH="1">
            <a:off x="7347900" y="151567"/>
            <a:ext cx="4317895" cy="584775"/>
            <a:chOff x="493841" y="123574"/>
            <a:chExt cx="4317895" cy="584775"/>
          </a:xfrm>
        </p:grpSpPr>
        <p:grpSp>
          <p:nvGrpSpPr>
            <p:cNvPr id="145" name="グループ化 144">
              <a:extLst>
                <a:ext uri="{FF2B5EF4-FFF2-40B4-BE49-F238E27FC236}">
                  <a16:creationId xmlns:a16="http://schemas.microsoft.com/office/drawing/2014/main" id="{6763A2FD-6C6C-62B6-5D56-9EC9C10C85C2}"/>
                </a:ext>
              </a:extLst>
            </p:cNvPr>
            <p:cNvGrpSpPr/>
            <p:nvPr/>
          </p:nvGrpSpPr>
          <p:grpSpPr>
            <a:xfrm>
              <a:off x="1719571" y="246524"/>
              <a:ext cx="3092165" cy="338875"/>
              <a:chOff x="1719571" y="215382"/>
              <a:chExt cx="3888059" cy="426098"/>
            </a:xfrm>
          </p:grpSpPr>
          <p:sp>
            <p:nvSpPr>
              <p:cNvPr id="147" name="平行四辺形 146">
                <a:extLst>
                  <a:ext uri="{FF2B5EF4-FFF2-40B4-BE49-F238E27FC236}">
                    <a16:creationId xmlns:a16="http://schemas.microsoft.com/office/drawing/2014/main" id="{1A0C9923-61E4-C965-45A8-C74015E47695}"/>
                  </a:ext>
                </a:extLst>
              </p:cNvPr>
              <p:cNvSpPr/>
              <p:nvPr/>
            </p:nvSpPr>
            <p:spPr>
              <a:xfrm>
                <a:off x="1719571" y="215382"/>
                <a:ext cx="855679" cy="426098"/>
              </a:xfrm>
              <a:prstGeom prst="parallelogram">
                <a:avLst/>
              </a:prstGeom>
              <a:solidFill>
                <a:schemeClr val="accent1">
                  <a:lumMod val="7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8" name="平行四辺形 147">
                <a:extLst>
                  <a:ext uri="{FF2B5EF4-FFF2-40B4-BE49-F238E27FC236}">
                    <a16:creationId xmlns:a16="http://schemas.microsoft.com/office/drawing/2014/main" id="{7477642F-A6F5-176E-060F-636E11A24D11}"/>
                  </a:ext>
                </a:extLst>
              </p:cNvPr>
              <p:cNvSpPr/>
              <p:nvPr/>
            </p:nvSpPr>
            <p:spPr>
              <a:xfrm>
                <a:off x="2477666" y="215382"/>
                <a:ext cx="855679" cy="426098"/>
              </a:xfrm>
              <a:prstGeom prst="parallelogram">
                <a:avLst/>
              </a:prstGeom>
              <a:solidFill>
                <a:schemeClr val="accent1">
                  <a:lumMod val="7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9" name="平行四辺形 148">
                <a:extLst>
                  <a:ext uri="{FF2B5EF4-FFF2-40B4-BE49-F238E27FC236}">
                    <a16:creationId xmlns:a16="http://schemas.microsoft.com/office/drawing/2014/main" id="{D1CD4089-94AE-A1F5-B2C8-0E4298951CE7}"/>
                  </a:ext>
                </a:extLst>
              </p:cNvPr>
              <p:cNvSpPr/>
              <p:nvPr/>
            </p:nvSpPr>
            <p:spPr>
              <a:xfrm>
                <a:off x="3235761" y="215382"/>
                <a:ext cx="855679" cy="426098"/>
              </a:xfrm>
              <a:prstGeom prst="parallelogram">
                <a:avLst/>
              </a:prstGeom>
              <a:solidFill>
                <a:schemeClr val="tx1">
                  <a:lumMod val="85000"/>
                  <a:lumOff val="1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0" name="平行四辺形 149">
                <a:extLst>
                  <a:ext uri="{FF2B5EF4-FFF2-40B4-BE49-F238E27FC236}">
                    <a16:creationId xmlns:a16="http://schemas.microsoft.com/office/drawing/2014/main" id="{0968CA42-D8FF-40E0-891D-8FCB3209E894}"/>
                  </a:ext>
                </a:extLst>
              </p:cNvPr>
              <p:cNvSpPr/>
              <p:nvPr/>
            </p:nvSpPr>
            <p:spPr>
              <a:xfrm>
                <a:off x="4751951" y="215382"/>
                <a:ext cx="855679" cy="426098"/>
              </a:xfrm>
              <a:prstGeom prst="parallelogram">
                <a:avLst/>
              </a:prstGeom>
              <a:solidFill>
                <a:schemeClr val="tx1">
                  <a:lumMod val="75000"/>
                  <a:lumOff val="2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1" name="平行四辺形 150">
                <a:extLst>
                  <a:ext uri="{FF2B5EF4-FFF2-40B4-BE49-F238E27FC236}">
                    <a16:creationId xmlns:a16="http://schemas.microsoft.com/office/drawing/2014/main" id="{0EB1A0EE-3574-CDD6-D405-C2ABCBABB463}"/>
                  </a:ext>
                </a:extLst>
              </p:cNvPr>
              <p:cNvSpPr/>
              <p:nvPr/>
            </p:nvSpPr>
            <p:spPr>
              <a:xfrm>
                <a:off x="3993856" y="215382"/>
                <a:ext cx="855679" cy="426098"/>
              </a:xfrm>
              <a:prstGeom prst="parallelogram">
                <a:avLst/>
              </a:prstGeom>
              <a:solidFill>
                <a:schemeClr val="tx1">
                  <a:lumMod val="85000"/>
                  <a:lumOff val="1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46" name="テキスト ボックス 145">
              <a:extLst>
                <a:ext uri="{FF2B5EF4-FFF2-40B4-BE49-F238E27FC236}">
                  <a16:creationId xmlns:a16="http://schemas.microsoft.com/office/drawing/2014/main" id="{8C8D640E-7223-1930-5EA9-159C28719757}"/>
                </a:ext>
              </a:extLst>
            </p:cNvPr>
            <p:cNvSpPr txBox="1"/>
            <p:nvPr/>
          </p:nvSpPr>
          <p:spPr>
            <a:xfrm>
              <a:off x="493841" y="123574"/>
              <a:ext cx="1130438" cy="584775"/>
            </a:xfrm>
            <a:prstGeom prst="rect">
              <a:avLst/>
            </a:prstGeom>
            <a:noFill/>
          </p:spPr>
          <p:txBody>
            <a:bodyPr wrap="none" rtlCol="0">
              <a:spAutoFit/>
            </a:bodyPr>
            <a:lstStyle/>
            <a:p>
              <a:r>
                <a:rPr kumimoji="1"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155" name="グループ化 154">
            <a:extLst>
              <a:ext uri="{FF2B5EF4-FFF2-40B4-BE49-F238E27FC236}">
                <a16:creationId xmlns:a16="http://schemas.microsoft.com/office/drawing/2014/main" id="{7F959D3B-8495-2AB1-CA0C-4383A91E5D10}"/>
              </a:ext>
            </a:extLst>
          </p:cNvPr>
          <p:cNvGrpSpPr/>
          <p:nvPr/>
        </p:nvGrpSpPr>
        <p:grpSpPr>
          <a:xfrm>
            <a:off x="619269" y="6128116"/>
            <a:ext cx="545248" cy="545248"/>
            <a:chOff x="4866575" y="4589624"/>
            <a:chExt cx="914400" cy="914400"/>
          </a:xfrm>
        </p:grpSpPr>
        <p:sp>
          <p:nvSpPr>
            <p:cNvPr id="154" name="四角形: 角を丸くする 153">
              <a:extLst>
                <a:ext uri="{FF2B5EF4-FFF2-40B4-BE49-F238E27FC236}">
                  <a16:creationId xmlns:a16="http://schemas.microsoft.com/office/drawing/2014/main" id="{19671DF9-9D6D-2ED8-9522-21E1703D35CD}"/>
                </a:ext>
              </a:extLst>
            </p:cNvPr>
            <p:cNvSpPr/>
            <p:nvPr/>
          </p:nvSpPr>
          <p:spPr>
            <a:xfrm>
              <a:off x="4866575" y="4589624"/>
              <a:ext cx="914400" cy="914400"/>
            </a:xfrm>
            <a:prstGeom prst="roundRect">
              <a:avLst/>
            </a:prstGeom>
            <a:solidFill>
              <a:schemeClr val="tx1">
                <a:lumMod val="85000"/>
                <a:lumOff val="15000"/>
                <a:alpha val="7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53" name="図 152">
              <a:extLst>
                <a:ext uri="{FF2B5EF4-FFF2-40B4-BE49-F238E27FC236}">
                  <a16:creationId xmlns:a16="http://schemas.microsoft.com/office/drawing/2014/main" id="{E5037FB9-B0F0-069E-88A9-C06AB9C8625F}"/>
                </a:ext>
              </a:extLst>
            </p:cNvPr>
            <p:cNvPicPr>
              <a:picLocks noChangeAspect="1"/>
            </p:cNvPicPr>
            <p:nvPr/>
          </p:nvPicPr>
          <p:blipFill>
            <a:blip r:embed="rId3">
              <a:lum bright="70000" contrast="-70000"/>
              <a:extLst>
                <a:ext uri="{28A0092B-C50C-407E-A947-70E740481C1C}">
                  <a14:useLocalDpi xmlns:a14="http://schemas.microsoft.com/office/drawing/2010/main" val="0"/>
                </a:ext>
              </a:extLst>
            </a:blip>
            <a:stretch>
              <a:fillRect/>
            </a:stretch>
          </p:blipFill>
          <p:spPr>
            <a:xfrm>
              <a:off x="5014494" y="4737543"/>
              <a:ext cx="618561" cy="618561"/>
            </a:xfrm>
            <a:prstGeom prst="rect">
              <a:avLst/>
            </a:prstGeom>
          </p:spPr>
        </p:pic>
      </p:grpSp>
      <p:grpSp>
        <p:nvGrpSpPr>
          <p:cNvPr id="162" name="グループ化 161">
            <a:extLst>
              <a:ext uri="{FF2B5EF4-FFF2-40B4-BE49-F238E27FC236}">
                <a16:creationId xmlns:a16="http://schemas.microsoft.com/office/drawing/2014/main" id="{78BBF006-0AA9-6878-F51B-F748A88D2A90}"/>
              </a:ext>
            </a:extLst>
          </p:cNvPr>
          <p:cNvGrpSpPr/>
          <p:nvPr/>
        </p:nvGrpSpPr>
        <p:grpSpPr>
          <a:xfrm>
            <a:off x="4366984" y="6060235"/>
            <a:ext cx="3092165" cy="603252"/>
            <a:chOff x="1719571" y="215382"/>
            <a:chExt cx="3888059" cy="426098"/>
          </a:xfrm>
          <a:solidFill>
            <a:schemeClr val="tx1">
              <a:lumMod val="95000"/>
              <a:lumOff val="5000"/>
            </a:schemeClr>
          </a:solidFill>
        </p:grpSpPr>
        <p:sp>
          <p:nvSpPr>
            <p:cNvPr id="166" name="平行四辺形 165">
              <a:extLst>
                <a:ext uri="{FF2B5EF4-FFF2-40B4-BE49-F238E27FC236}">
                  <a16:creationId xmlns:a16="http://schemas.microsoft.com/office/drawing/2014/main" id="{9FE82A65-23EC-98EB-B948-1FAD0F5E0D8B}"/>
                </a:ext>
              </a:extLst>
            </p:cNvPr>
            <p:cNvSpPr/>
            <p:nvPr/>
          </p:nvSpPr>
          <p:spPr>
            <a:xfrm>
              <a:off x="4751951"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7" name="平行四辺形 166">
              <a:extLst>
                <a:ext uri="{FF2B5EF4-FFF2-40B4-BE49-F238E27FC236}">
                  <a16:creationId xmlns:a16="http://schemas.microsoft.com/office/drawing/2014/main" id="{4156C5F4-DD11-799E-B056-AA73633B2AAA}"/>
                </a:ext>
              </a:extLst>
            </p:cNvPr>
            <p:cNvSpPr/>
            <p:nvPr/>
          </p:nvSpPr>
          <p:spPr>
            <a:xfrm>
              <a:off x="3993856" y="215382"/>
              <a:ext cx="855679" cy="426098"/>
            </a:xfrm>
            <a:prstGeom prst="homePlate">
              <a:avLst/>
            </a:prstGeom>
            <a:solidFill>
              <a:schemeClr val="accent1"/>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5" name="平行四辺形 164">
              <a:extLst>
                <a:ext uri="{FF2B5EF4-FFF2-40B4-BE49-F238E27FC236}">
                  <a16:creationId xmlns:a16="http://schemas.microsoft.com/office/drawing/2014/main" id="{C813AE81-FE8C-12CA-408A-60BDB6BA75B4}"/>
                </a:ext>
              </a:extLst>
            </p:cNvPr>
            <p:cNvSpPr/>
            <p:nvPr/>
          </p:nvSpPr>
          <p:spPr>
            <a:xfrm>
              <a:off x="3235761"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64" name="平行四辺形 163">
              <a:extLst>
                <a:ext uri="{FF2B5EF4-FFF2-40B4-BE49-F238E27FC236}">
                  <a16:creationId xmlns:a16="http://schemas.microsoft.com/office/drawing/2014/main" id="{1556A873-0E2E-72D0-F9BA-050A526DA174}"/>
                </a:ext>
              </a:extLst>
            </p:cNvPr>
            <p:cNvSpPr/>
            <p:nvPr/>
          </p:nvSpPr>
          <p:spPr>
            <a:xfrm>
              <a:off x="2477666"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3" name="平行四辺形 162">
              <a:extLst>
                <a:ext uri="{FF2B5EF4-FFF2-40B4-BE49-F238E27FC236}">
                  <a16:creationId xmlns:a16="http://schemas.microsoft.com/office/drawing/2014/main" id="{3F2FFBC6-3D4D-C8F7-985B-21D498084B84}"/>
                </a:ext>
              </a:extLst>
            </p:cNvPr>
            <p:cNvSpPr/>
            <p:nvPr/>
          </p:nvSpPr>
          <p:spPr>
            <a:xfrm>
              <a:off x="1719571" y="215382"/>
              <a:ext cx="855679" cy="426098"/>
            </a:xfrm>
            <a:prstGeom prst="homePlate">
              <a:avLst/>
            </a:prstGeom>
            <a:solidFill>
              <a:schemeClr val="accent1"/>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sp>
        <p:nvSpPr>
          <p:cNvPr id="168" name="楕円 167">
            <a:extLst>
              <a:ext uri="{FF2B5EF4-FFF2-40B4-BE49-F238E27FC236}">
                <a16:creationId xmlns:a16="http://schemas.microsoft.com/office/drawing/2014/main" id="{D43098DB-63D9-FDA2-C1FF-4E34BC18A08E}"/>
              </a:ext>
            </a:extLst>
          </p:cNvPr>
          <p:cNvSpPr/>
          <p:nvPr/>
        </p:nvSpPr>
        <p:spPr>
          <a:xfrm>
            <a:off x="5698688" y="6188492"/>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キャラ</a:t>
            </a:r>
          </a:p>
        </p:txBody>
      </p:sp>
      <p:sp>
        <p:nvSpPr>
          <p:cNvPr id="169" name="楕円 168">
            <a:extLst>
              <a:ext uri="{FF2B5EF4-FFF2-40B4-BE49-F238E27FC236}">
                <a16:creationId xmlns:a16="http://schemas.microsoft.com/office/drawing/2014/main" id="{FBC08972-4624-5A8D-EEB9-2CE25D4DF25F}"/>
              </a:ext>
            </a:extLst>
          </p:cNvPr>
          <p:cNvSpPr/>
          <p:nvPr/>
        </p:nvSpPr>
        <p:spPr>
          <a:xfrm>
            <a:off x="6346227" y="6174440"/>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キャラ</a:t>
            </a:r>
          </a:p>
        </p:txBody>
      </p:sp>
      <p:sp>
        <p:nvSpPr>
          <p:cNvPr id="170" name="楕円 169">
            <a:extLst>
              <a:ext uri="{FF2B5EF4-FFF2-40B4-BE49-F238E27FC236}">
                <a16:creationId xmlns:a16="http://schemas.microsoft.com/office/drawing/2014/main" id="{C3172E01-5427-8854-382C-0B3B281A78D7}"/>
              </a:ext>
            </a:extLst>
          </p:cNvPr>
          <p:cNvSpPr/>
          <p:nvPr/>
        </p:nvSpPr>
        <p:spPr>
          <a:xfrm>
            <a:off x="6908237" y="6188492"/>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キャラ</a:t>
            </a:r>
          </a:p>
        </p:txBody>
      </p:sp>
      <p:sp>
        <p:nvSpPr>
          <p:cNvPr id="171" name="楕円 170">
            <a:extLst>
              <a:ext uri="{FF2B5EF4-FFF2-40B4-BE49-F238E27FC236}">
                <a16:creationId xmlns:a16="http://schemas.microsoft.com/office/drawing/2014/main" id="{E9D6760C-4F43-58E2-931A-1A809211ACFC}"/>
              </a:ext>
            </a:extLst>
          </p:cNvPr>
          <p:cNvSpPr/>
          <p:nvPr/>
        </p:nvSpPr>
        <p:spPr>
          <a:xfrm>
            <a:off x="5117736" y="6188492"/>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キャラ</a:t>
            </a:r>
          </a:p>
        </p:txBody>
      </p:sp>
      <p:sp>
        <p:nvSpPr>
          <p:cNvPr id="172" name="楕円 171">
            <a:extLst>
              <a:ext uri="{FF2B5EF4-FFF2-40B4-BE49-F238E27FC236}">
                <a16:creationId xmlns:a16="http://schemas.microsoft.com/office/drawing/2014/main" id="{1C46D06B-22AE-C0A5-1769-87D5D493916B}"/>
              </a:ext>
            </a:extLst>
          </p:cNvPr>
          <p:cNvSpPr/>
          <p:nvPr/>
        </p:nvSpPr>
        <p:spPr>
          <a:xfrm>
            <a:off x="4495793" y="6188492"/>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キャラ</a:t>
            </a:r>
          </a:p>
        </p:txBody>
      </p:sp>
      <p:cxnSp>
        <p:nvCxnSpPr>
          <p:cNvPr id="174" name="直線コネクタ 173">
            <a:extLst>
              <a:ext uri="{FF2B5EF4-FFF2-40B4-BE49-F238E27FC236}">
                <a16:creationId xmlns:a16="http://schemas.microsoft.com/office/drawing/2014/main" id="{6738301B-4286-7B50-DDEC-F0D7149391CB}"/>
              </a:ext>
            </a:extLst>
          </p:cNvPr>
          <p:cNvCxnSpPr>
            <a:cxnSpLocks/>
          </p:cNvCxnSpPr>
          <p:nvPr/>
        </p:nvCxnSpPr>
        <p:spPr>
          <a:xfrm>
            <a:off x="4712882" y="6663487"/>
            <a:ext cx="3658847" cy="0"/>
          </a:xfrm>
          <a:prstGeom prst="line">
            <a:avLst/>
          </a:prstGeom>
          <a:ln w="38100">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175" name="テキスト ボックス 174">
            <a:extLst>
              <a:ext uri="{FF2B5EF4-FFF2-40B4-BE49-F238E27FC236}">
                <a16:creationId xmlns:a16="http://schemas.microsoft.com/office/drawing/2014/main" id="{91CBD35F-ADE3-780C-5ABF-FEE8807E9EB9}"/>
              </a:ext>
            </a:extLst>
          </p:cNvPr>
          <p:cNvSpPr txBox="1"/>
          <p:nvPr/>
        </p:nvSpPr>
        <p:spPr>
          <a:xfrm>
            <a:off x="5495807" y="193555"/>
            <a:ext cx="1460656" cy="1077218"/>
          </a:xfrm>
          <a:prstGeom prst="rect">
            <a:avLst/>
          </a:prstGeom>
          <a:noFill/>
        </p:spPr>
        <p:txBody>
          <a:bodyPr wrap="none" rtlCol="0">
            <a:spAutoFit/>
          </a:bodyPr>
          <a:lstStyle/>
          <a:p>
            <a:pPr algn="ctr"/>
            <a:r>
              <a:rPr kumimoji="1"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TRUN</a:t>
            </a:r>
            <a:br>
              <a:rPr kumimoji="1"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br>
            <a:r>
              <a:rPr kumimoji="1"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0/0</a:t>
            </a:r>
            <a:endPar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176" name="テキスト ボックス 175">
            <a:extLst>
              <a:ext uri="{FF2B5EF4-FFF2-40B4-BE49-F238E27FC236}">
                <a16:creationId xmlns:a16="http://schemas.microsoft.com/office/drawing/2014/main" id="{393CA1E4-A572-585B-E196-F1491437DC28}"/>
              </a:ext>
            </a:extLst>
          </p:cNvPr>
          <p:cNvSpPr txBox="1"/>
          <p:nvPr/>
        </p:nvSpPr>
        <p:spPr>
          <a:xfrm>
            <a:off x="7472124" y="6141824"/>
            <a:ext cx="899605" cy="369332"/>
          </a:xfrm>
          <a:prstGeom prst="rect">
            <a:avLst/>
          </a:prstGeom>
          <a:noFill/>
        </p:spPr>
        <p:txBody>
          <a:bodyPr wrap="none" rtlCol="0">
            <a:spAutoFit/>
          </a:bodyPr>
          <a:lstStyle/>
          <a:p>
            <a:pPr algn="ctr"/>
            <a:r>
              <a:rPr kumimoji="1" lang="en-US" altLang="ja-JP" sz="1400" b="1" dirty="0">
                <a:solidFill>
                  <a:schemeClr val="bg1">
                    <a:lumMod val="95000"/>
                  </a:schemeClr>
                </a:solidFill>
                <a:latin typeface="BIZ UDP明朝 Medium" panose="02020500000000000000" pitchFamily="18" charset="-128"/>
                <a:ea typeface="BIZ UDP明朝 Medium" panose="02020500000000000000" pitchFamily="18" charset="-128"/>
              </a:rPr>
              <a:t>TRUN</a:t>
            </a:r>
            <a:r>
              <a:rPr kumimoji="1" lang="en-US" altLang="ja-JP" b="1" dirty="0">
                <a:solidFill>
                  <a:schemeClr val="bg1">
                    <a:lumMod val="95000"/>
                  </a:schemeClr>
                </a:solidFill>
                <a:latin typeface="BIZ UDP明朝 Medium" panose="02020500000000000000" pitchFamily="18" charset="-128"/>
                <a:ea typeface="BIZ UDP明朝 Medium" panose="02020500000000000000" pitchFamily="18" charset="-128"/>
              </a:rPr>
              <a:t>0</a:t>
            </a:r>
            <a:endParaRPr kumimoji="1" lang="ja-JP" altLang="en-US"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Tree>
    <p:extLst>
      <p:ext uri="{BB962C8B-B14F-4D97-AF65-F5344CB8AC3E}">
        <p14:creationId xmlns:p14="http://schemas.microsoft.com/office/powerpoint/2010/main" val="3223741138"/>
      </p:ext>
    </p:extLst>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274137-6D39-ADFE-4C0F-50CFF792913B}"/>
            </a:ext>
          </a:extLst>
        </p:cNvPr>
        <p:cNvGrpSpPr/>
        <p:nvPr/>
      </p:nvGrpSpPr>
      <p:grpSpPr>
        <a:xfrm>
          <a:off x="0" y="0"/>
          <a:ext cx="0" cy="0"/>
          <a:chOff x="0" y="0"/>
          <a:chExt cx="0" cy="0"/>
        </a:xfrm>
      </p:grpSpPr>
      <p:pic>
        <p:nvPicPr>
          <p:cNvPr id="3" name="図 2" descr="グラフィカル ユーザー インターフェイス&#10;&#10;AI 生成コンテンツは誤りを含む可能性があります。">
            <a:extLst>
              <a:ext uri="{FF2B5EF4-FFF2-40B4-BE49-F238E27FC236}">
                <a16:creationId xmlns:a16="http://schemas.microsoft.com/office/drawing/2014/main" id="{79BD03E4-ED62-2654-0829-225535767F09}"/>
              </a:ext>
            </a:extLst>
          </p:cNvPr>
          <p:cNvPicPr>
            <a:picLocks noChangeAspect="1"/>
          </p:cNvPicPr>
          <p:nvPr/>
        </p:nvPicPr>
        <p:blipFill>
          <a:blip r:embed="rId3">
            <a:extLst>
              <a:ext uri="{28A0092B-C50C-407E-A947-70E740481C1C}">
                <a14:useLocalDpi xmlns:a14="http://schemas.microsoft.com/office/drawing/2010/main" val="0"/>
              </a:ext>
            </a:extLst>
          </a:blip>
          <a:srcRect l="757" t="1944" r="41116" b="2616"/>
          <a:stretch>
            <a:fillRect/>
          </a:stretch>
        </p:blipFill>
        <p:spPr>
          <a:xfrm>
            <a:off x="238125" y="1123950"/>
            <a:ext cx="5857875" cy="5410200"/>
          </a:xfrm>
          <a:prstGeom prst="rect">
            <a:avLst/>
          </a:prstGeom>
          <a:ln w="38100">
            <a:solidFill>
              <a:schemeClr val="accent6"/>
            </a:solidFill>
          </a:ln>
        </p:spPr>
      </p:pic>
      <p:sp>
        <p:nvSpPr>
          <p:cNvPr id="4" name="テキスト ボックス 3">
            <a:extLst>
              <a:ext uri="{FF2B5EF4-FFF2-40B4-BE49-F238E27FC236}">
                <a16:creationId xmlns:a16="http://schemas.microsoft.com/office/drawing/2014/main" id="{BEC7D1D4-078D-86AF-E644-F92EE1D1B01E}"/>
              </a:ext>
            </a:extLst>
          </p:cNvPr>
          <p:cNvSpPr txBox="1"/>
          <p:nvPr/>
        </p:nvSpPr>
        <p:spPr>
          <a:xfrm>
            <a:off x="161925" y="52318"/>
            <a:ext cx="3999813" cy="923330"/>
          </a:xfrm>
          <a:prstGeom prst="rect">
            <a:avLst/>
          </a:prstGeom>
          <a:noFill/>
        </p:spPr>
        <p:txBody>
          <a:bodyPr wrap="none" rtlCol="0">
            <a:spAutoFit/>
          </a:bodyPr>
          <a:lstStyle/>
          <a:p>
            <a:r>
              <a:rPr kumimoji="1" lang="ja-JP" altLang="en-US" sz="5400" dirty="0">
                <a:solidFill>
                  <a:schemeClr val="bg1">
                    <a:lumMod val="95000"/>
                  </a:schemeClr>
                </a:solidFill>
                <a:latin typeface="叛逆明朝" panose="02000503000000000000" pitchFamily="2" charset="-128"/>
                <a:ea typeface="叛逆明朝" panose="02000503000000000000" pitchFamily="2" charset="-128"/>
                <a:cs typeface="叛逆明朝" panose="02000503000000000000" pitchFamily="2" charset="-128"/>
              </a:rPr>
              <a:t>ゲートシステムフロー</a:t>
            </a:r>
          </a:p>
        </p:txBody>
      </p:sp>
      <p:grpSp>
        <p:nvGrpSpPr>
          <p:cNvPr id="10" name="グループ化 9">
            <a:extLst>
              <a:ext uri="{FF2B5EF4-FFF2-40B4-BE49-F238E27FC236}">
                <a16:creationId xmlns:a16="http://schemas.microsoft.com/office/drawing/2014/main" id="{CA1B02D1-B593-2D60-6CA4-0E21D684BB0D}"/>
              </a:ext>
            </a:extLst>
          </p:cNvPr>
          <p:cNvGrpSpPr/>
          <p:nvPr/>
        </p:nvGrpSpPr>
        <p:grpSpPr>
          <a:xfrm>
            <a:off x="6286499" y="244937"/>
            <a:ext cx="5667376" cy="6368126"/>
            <a:chOff x="6362699" y="247651"/>
            <a:chExt cx="5667376" cy="6368126"/>
          </a:xfrm>
        </p:grpSpPr>
        <p:sp>
          <p:nvSpPr>
            <p:cNvPr id="5" name="四角形: 角を丸くする 4">
              <a:extLst>
                <a:ext uri="{FF2B5EF4-FFF2-40B4-BE49-F238E27FC236}">
                  <a16:creationId xmlns:a16="http://schemas.microsoft.com/office/drawing/2014/main" id="{7CEC4607-5C2F-540A-575A-176EC2FD7F65}"/>
                </a:ext>
              </a:extLst>
            </p:cNvPr>
            <p:cNvSpPr/>
            <p:nvPr/>
          </p:nvSpPr>
          <p:spPr>
            <a:xfrm>
              <a:off x="6362700" y="247651"/>
              <a:ext cx="5667375" cy="1971676"/>
            </a:xfrm>
            <a:prstGeom prst="roundRect">
              <a:avLst>
                <a:gd name="adj" fmla="val 9570"/>
              </a:avLst>
            </a:prstGeom>
            <a:solidFill>
              <a:schemeClr val="accent6">
                <a:lumMod val="20000"/>
                <a:lumOff val="8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7" name="四角形: 角を丸くする 6">
              <a:extLst>
                <a:ext uri="{FF2B5EF4-FFF2-40B4-BE49-F238E27FC236}">
                  <a16:creationId xmlns:a16="http://schemas.microsoft.com/office/drawing/2014/main" id="{575C5564-04AC-F48C-5608-AB8B08B257DF}"/>
                </a:ext>
              </a:extLst>
            </p:cNvPr>
            <p:cNvSpPr/>
            <p:nvPr/>
          </p:nvSpPr>
          <p:spPr>
            <a:xfrm>
              <a:off x="6362699" y="2445876"/>
              <a:ext cx="5667375" cy="1971676"/>
            </a:xfrm>
            <a:prstGeom prst="roundRect">
              <a:avLst>
                <a:gd name="adj" fmla="val 9570"/>
              </a:avLst>
            </a:prstGeom>
            <a:solidFill>
              <a:schemeClr val="accent6">
                <a:lumMod val="20000"/>
                <a:lumOff val="8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四角形: 角を丸くする 7">
              <a:extLst>
                <a:ext uri="{FF2B5EF4-FFF2-40B4-BE49-F238E27FC236}">
                  <a16:creationId xmlns:a16="http://schemas.microsoft.com/office/drawing/2014/main" id="{A66B42EA-CD7C-C5DD-4241-21B618B37FBE}"/>
                </a:ext>
              </a:extLst>
            </p:cNvPr>
            <p:cNvSpPr/>
            <p:nvPr/>
          </p:nvSpPr>
          <p:spPr>
            <a:xfrm>
              <a:off x="6362699" y="4644101"/>
              <a:ext cx="5667375" cy="1971676"/>
            </a:xfrm>
            <a:prstGeom prst="roundRect">
              <a:avLst>
                <a:gd name="adj" fmla="val 9570"/>
              </a:avLst>
            </a:prstGeom>
            <a:solidFill>
              <a:schemeClr val="accent6">
                <a:lumMod val="20000"/>
                <a:lumOff val="8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grpSp>
        <p:nvGrpSpPr>
          <p:cNvPr id="12" name="グループ化 11">
            <a:extLst>
              <a:ext uri="{FF2B5EF4-FFF2-40B4-BE49-F238E27FC236}">
                <a16:creationId xmlns:a16="http://schemas.microsoft.com/office/drawing/2014/main" id="{67C9333F-9D17-2905-1007-6CACD466D701}"/>
              </a:ext>
            </a:extLst>
          </p:cNvPr>
          <p:cNvGrpSpPr/>
          <p:nvPr/>
        </p:nvGrpSpPr>
        <p:grpSpPr>
          <a:xfrm>
            <a:off x="6386745" y="351255"/>
            <a:ext cx="2733441" cy="1759041"/>
            <a:chOff x="6386745" y="298968"/>
            <a:chExt cx="2733441" cy="1759041"/>
          </a:xfrm>
        </p:grpSpPr>
        <p:sp>
          <p:nvSpPr>
            <p:cNvPr id="9" name="テキスト ボックス 8">
              <a:extLst>
                <a:ext uri="{FF2B5EF4-FFF2-40B4-BE49-F238E27FC236}">
                  <a16:creationId xmlns:a16="http://schemas.microsoft.com/office/drawing/2014/main" id="{D7CB0A7D-3401-5BA9-6DD4-50BED93A974A}"/>
                </a:ext>
              </a:extLst>
            </p:cNvPr>
            <p:cNvSpPr txBox="1"/>
            <p:nvPr/>
          </p:nvSpPr>
          <p:spPr>
            <a:xfrm>
              <a:off x="6386745" y="1103902"/>
              <a:ext cx="2156360" cy="954107"/>
            </a:xfrm>
            <a:prstGeom prst="rect">
              <a:avLst/>
            </a:prstGeom>
            <a:noFill/>
          </p:spPr>
          <p:txBody>
            <a:bodyPr wrap="none" rtlCol="0">
              <a:spAutoFit/>
            </a:bodyPr>
            <a:lstStyle/>
            <a:p>
              <a:r>
                <a:rPr kumimoji="1" lang="ja-JP" altLang="en-US" sz="2800" dirty="0">
                  <a:solidFill>
                    <a:schemeClr val="tx1">
                      <a:lumMod val="85000"/>
                      <a:lumOff val="15000"/>
                    </a:schemeClr>
                  </a:solidFill>
                  <a:latin typeface="叛逆明朝" panose="02000503000000000000" pitchFamily="2" charset="-128"/>
                  <a:ea typeface="叛逆明朝" panose="02000503000000000000" pitchFamily="2" charset="-128"/>
                  <a:cs typeface="叛逆明朝" panose="02000503000000000000" pitchFamily="2" charset="-128"/>
                </a:rPr>
                <a:t>ゲートシステムフロー</a:t>
              </a:r>
              <a:br>
                <a:rPr kumimoji="1" lang="en-US" altLang="ja-JP" sz="2800" dirty="0">
                  <a:solidFill>
                    <a:schemeClr val="tx1">
                      <a:lumMod val="85000"/>
                      <a:lumOff val="15000"/>
                    </a:schemeClr>
                  </a:solidFill>
                  <a:latin typeface="叛逆明朝" panose="02000503000000000000" pitchFamily="2" charset="-128"/>
                  <a:ea typeface="叛逆明朝" panose="02000503000000000000" pitchFamily="2" charset="-128"/>
                  <a:cs typeface="叛逆明朝" panose="02000503000000000000" pitchFamily="2" charset="-128"/>
                </a:rPr>
              </a:br>
              <a:endParaRPr kumimoji="1" lang="ja-JP" altLang="en-US" sz="2800" dirty="0">
                <a:solidFill>
                  <a:schemeClr val="tx1">
                    <a:lumMod val="85000"/>
                    <a:lumOff val="15000"/>
                  </a:schemeClr>
                </a:solidFill>
                <a:latin typeface="叛逆明朝" panose="02000503000000000000" pitchFamily="2" charset="-128"/>
                <a:ea typeface="叛逆明朝" panose="02000503000000000000" pitchFamily="2" charset="-128"/>
                <a:cs typeface="叛逆明朝" panose="02000503000000000000" pitchFamily="2" charset="-128"/>
              </a:endParaRPr>
            </a:p>
          </p:txBody>
        </p:sp>
        <p:sp>
          <p:nvSpPr>
            <p:cNvPr id="11" name="テキスト ボックス 10">
              <a:extLst>
                <a:ext uri="{FF2B5EF4-FFF2-40B4-BE49-F238E27FC236}">
                  <a16:creationId xmlns:a16="http://schemas.microsoft.com/office/drawing/2014/main" id="{1F3E6A85-5DAE-9F40-549F-D5DC0B30A944}"/>
                </a:ext>
              </a:extLst>
            </p:cNvPr>
            <p:cNvSpPr txBox="1"/>
            <p:nvPr/>
          </p:nvSpPr>
          <p:spPr>
            <a:xfrm>
              <a:off x="6386745" y="298968"/>
              <a:ext cx="2733441" cy="646331"/>
            </a:xfrm>
            <a:prstGeom prst="rect">
              <a:avLst/>
            </a:prstGeom>
            <a:noFill/>
          </p:spPr>
          <p:txBody>
            <a:bodyPr wrap="none" rtlCol="0">
              <a:spAutoFit/>
            </a:bodyPr>
            <a:lstStyle/>
            <a:p>
              <a:r>
                <a:rPr kumimoji="1" lang="ja-JP" altLang="en-US" sz="3600" dirty="0">
                  <a:solidFill>
                    <a:schemeClr val="accent6"/>
                  </a:solidFill>
                  <a:latin typeface="叛逆明朝" panose="02000503000000000000" pitchFamily="2" charset="-128"/>
                  <a:ea typeface="叛逆明朝" panose="02000503000000000000" pitchFamily="2" charset="-128"/>
                  <a:cs typeface="叛逆明朝" panose="02000503000000000000" pitchFamily="2" charset="-128"/>
                </a:rPr>
                <a:t>ゲートシステムフロー</a:t>
              </a:r>
            </a:p>
          </p:txBody>
        </p:sp>
      </p:grpSp>
      <p:grpSp>
        <p:nvGrpSpPr>
          <p:cNvPr id="13" name="グループ化 12">
            <a:extLst>
              <a:ext uri="{FF2B5EF4-FFF2-40B4-BE49-F238E27FC236}">
                <a16:creationId xmlns:a16="http://schemas.microsoft.com/office/drawing/2014/main" id="{9816FE67-3AB2-C4EE-8A11-F37C63D8053A}"/>
              </a:ext>
            </a:extLst>
          </p:cNvPr>
          <p:cNvGrpSpPr/>
          <p:nvPr/>
        </p:nvGrpSpPr>
        <p:grpSpPr>
          <a:xfrm>
            <a:off x="6386745" y="2549479"/>
            <a:ext cx="2733441" cy="1759041"/>
            <a:chOff x="6386745" y="298968"/>
            <a:chExt cx="2733441" cy="1759041"/>
          </a:xfrm>
        </p:grpSpPr>
        <p:sp>
          <p:nvSpPr>
            <p:cNvPr id="14" name="テキスト ボックス 13">
              <a:extLst>
                <a:ext uri="{FF2B5EF4-FFF2-40B4-BE49-F238E27FC236}">
                  <a16:creationId xmlns:a16="http://schemas.microsoft.com/office/drawing/2014/main" id="{673BA13F-BB2B-F289-D2DD-367C9AD67330}"/>
                </a:ext>
              </a:extLst>
            </p:cNvPr>
            <p:cNvSpPr txBox="1"/>
            <p:nvPr/>
          </p:nvSpPr>
          <p:spPr>
            <a:xfrm>
              <a:off x="6386745" y="1103902"/>
              <a:ext cx="2156360" cy="954107"/>
            </a:xfrm>
            <a:prstGeom prst="rect">
              <a:avLst/>
            </a:prstGeom>
            <a:noFill/>
          </p:spPr>
          <p:txBody>
            <a:bodyPr wrap="none" rtlCol="0">
              <a:spAutoFit/>
            </a:bodyPr>
            <a:lstStyle/>
            <a:p>
              <a:r>
                <a:rPr kumimoji="1" lang="ja-JP" altLang="en-US" sz="2800" dirty="0">
                  <a:solidFill>
                    <a:schemeClr val="tx1">
                      <a:lumMod val="85000"/>
                      <a:lumOff val="15000"/>
                    </a:schemeClr>
                  </a:solidFill>
                  <a:latin typeface="叛逆明朝" panose="02000503000000000000" pitchFamily="2" charset="-128"/>
                  <a:ea typeface="叛逆明朝" panose="02000503000000000000" pitchFamily="2" charset="-128"/>
                  <a:cs typeface="叛逆明朝" panose="02000503000000000000" pitchFamily="2" charset="-128"/>
                </a:rPr>
                <a:t>ゲートシステムフロー</a:t>
              </a:r>
              <a:br>
                <a:rPr kumimoji="1" lang="en-US" altLang="ja-JP" sz="2800" dirty="0">
                  <a:solidFill>
                    <a:schemeClr val="tx1">
                      <a:lumMod val="85000"/>
                      <a:lumOff val="15000"/>
                    </a:schemeClr>
                  </a:solidFill>
                  <a:latin typeface="叛逆明朝" panose="02000503000000000000" pitchFamily="2" charset="-128"/>
                  <a:ea typeface="叛逆明朝" panose="02000503000000000000" pitchFamily="2" charset="-128"/>
                  <a:cs typeface="叛逆明朝" panose="02000503000000000000" pitchFamily="2" charset="-128"/>
                </a:rPr>
              </a:br>
              <a:endParaRPr kumimoji="1" lang="ja-JP" altLang="en-US" sz="2800" dirty="0">
                <a:solidFill>
                  <a:schemeClr val="tx1">
                    <a:lumMod val="85000"/>
                    <a:lumOff val="15000"/>
                  </a:schemeClr>
                </a:solidFill>
                <a:latin typeface="叛逆明朝" panose="02000503000000000000" pitchFamily="2" charset="-128"/>
                <a:ea typeface="叛逆明朝" panose="02000503000000000000" pitchFamily="2" charset="-128"/>
                <a:cs typeface="叛逆明朝" panose="02000503000000000000" pitchFamily="2" charset="-128"/>
              </a:endParaRPr>
            </a:p>
          </p:txBody>
        </p:sp>
        <p:sp>
          <p:nvSpPr>
            <p:cNvPr id="15" name="テキスト ボックス 14">
              <a:extLst>
                <a:ext uri="{FF2B5EF4-FFF2-40B4-BE49-F238E27FC236}">
                  <a16:creationId xmlns:a16="http://schemas.microsoft.com/office/drawing/2014/main" id="{7D29DEEE-38EA-4C21-DB13-E0ABBA9C4518}"/>
                </a:ext>
              </a:extLst>
            </p:cNvPr>
            <p:cNvSpPr txBox="1"/>
            <p:nvPr/>
          </p:nvSpPr>
          <p:spPr>
            <a:xfrm>
              <a:off x="6386745" y="298968"/>
              <a:ext cx="2733441" cy="646331"/>
            </a:xfrm>
            <a:prstGeom prst="rect">
              <a:avLst/>
            </a:prstGeom>
            <a:noFill/>
          </p:spPr>
          <p:txBody>
            <a:bodyPr wrap="none" rtlCol="0">
              <a:spAutoFit/>
            </a:bodyPr>
            <a:lstStyle/>
            <a:p>
              <a:r>
                <a:rPr kumimoji="1" lang="ja-JP" altLang="en-US" sz="3600" dirty="0">
                  <a:solidFill>
                    <a:schemeClr val="accent6"/>
                  </a:solidFill>
                  <a:latin typeface="叛逆明朝" panose="02000503000000000000" pitchFamily="2" charset="-128"/>
                  <a:ea typeface="叛逆明朝" panose="02000503000000000000" pitchFamily="2" charset="-128"/>
                  <a:cs typeface="叛逆明朝" panose="02000503000000000000" pitchFamily="2" charset="-128"/>
                </a:rPr>
                <a:t>ゲートシステムフロー</a:t>
              </a:r>
            </a:p>
          </p:txBody>
        </p:sp>
      </p:grpSp>
      <p:grpSp>
        <p:nvGrpSpPr>
          <p:cNvPr id="16" name="グループ化 15">
            <a:extLst>
              <a:ext uri="{FF2B5EF4-FFF2-40B4-BE49-F238E27FC236}">
                <a16:creationId xmlns:a16="http://schemas.microsoft.com/office/drawing/2014/main" id="{B5D29B6C-89E1-766D-3F51-1894D2D70F85}"/>
              </a:ext>
            </a:extLst>
          </p:cNvPr>
          <p:cNvGrpSpPr/>
          <p:nvPr/>
        </p:nvGrpSpPr>
        <p:grpSpPr>
          <a:xfrm>
            <a:off x="6386745" y="4747704"/>
            <a:ext cx="2733441" cy="1759041"/>
            <a:chOff x="6386745" y="298968"/>
            <a:chExt cx="2733441" cy="1759041"/>
          </a:xfrm>
        </p:grpSpPr>
        <p:sp>
          <p:nvSpPr>
            <p:cNvPr id="17" name="テキスト ボックス 16">
              <a:extLst>
                <a:ext uri="{FF2B5EF4-FFF2-40B4-BE49-F238E27FC236}">
                  <a16:creationId xmlns:a16="http://schemas.microsoft.com/office/drawing/2014/main" id="{43B44513-8B13-D5F4-C74A-D0EB9DFF25E0}"/>
                </a:ext>
              </a:extLst>
            </p:cNvPr>
            <p:cNvSpPr txBox="1"/>
            <p:nvPr/>
          </p:nvSpPr>
          <p:spPr>
            <a:xfrm>
              <a:off x="6386745" y="1103902"/>
              <a:ext cx="2156360" cy="954107"/>
            </a:xfrm>
            <a:prstGeom prst="rect">
              <a:avLst/>
            </a:prstGeom>
            <a:noFill/>
          </p:spPr>
          <p:txBody>
            <a:bodyPr wrap="none" rtlCol="0">
              <a:spAutoFit/>
            </a:bodyPr>
            <a:lstStyle/>
            <a:p>
              <a:r>
                <a:rPr kumimoji="1" lang="ja-JP" altLang="en-US" sz="2800" dirty="0">
                  <a:solidFill>
                    <a:schemeClr val="tx1">
                      <a:lumMod val="85000"/>
                      <a:lumOff val="15000"/>
                    </a:schemeClr>
                  </a:solidFill>
                  <a:latin typeface="叛逆明朝" panose="02000503000000000000" pitchFamily="2" charset="-128"/>
                  <a:ea typeface="叛逆明朝" panose="02000503000000000000" pitchFamily="2" charset="-128"/>
                  <a:cs typeface="叛逆明朝" panose="02000503000000000000" pitchFamily="2" charset="-128"/>
                </a:rPr>
                <a:t>ゲートシステムフロー</a:t>
              </a:r>
              <a:br>
                <a:rPr kumimoji="1" lang="en-US" altLang="ja-JP" sz="2800" dirty="0">
                  <a:solidFill>
                    <a:schemeClr val="tx1">
                      <a:lumMod val="85000"/>
                      <a:lumOff val="15000"/>
                    </a:schemeClr>
                  </a:solidFill>
                  <a:latin typeface="叛逆明朝" panose="02000503000000000000" pitchFamily="2" charset="-128"/>
                  <a:ea typeface="叛逆明朝" panose="02000503000000000000" pitchFamily="2" charset="-128"/>
                  <a:cs typeface="叛逆明朝" panose="02000503000000000000" pitchFamily="2" charset="-128"/>
                </a:rPr>
              </a:br>
              <a:endParaRPr kumimoji="1" lang="ja-JP" altLang="en-US" sz="2800" dirty="0">
                <a:solidFill>
                  <a:schemeClr val="tx1">
                    <a:lumMod val="85000"/>
                    <a:lumOff val="15000"/>
                  </a:schemeClr>
                </a:solidFill>
                <a:latin typeface="叛逆明朝" panose="02000503000000000000" pitchFamily="2" charset="-128"/>
                <a:ea typeface="叛逆明朝" panose="02000503000000000000" pitchFamily="2" charset="-128"/>
                <a:cs typeface="叛逆明朝" panose="02000503000000000000" pitchFamily="2" charset="-128"/>
              </a:endParaRPr>
            </a:p>
          </p:txBody>
        </p:sp>
        <p:sp>
          <p:nvSpPr>
            <p:cNvPr id="18" name="テキスト ボックス 17">
              <a:extLst>
                <a:ext uri="{FF2B5EF4-FFF2-40B4-BE49-F238E27FC236}">
                  <a16:creationId xmlns:a16="http://schemas.microsoft.com/office/drawing/2014/main" id="{513447E0-5CCD-47A2-F8F5-E6077521D98A}"/>
                </a:ext>
              </a:extLst>
            </p:cNvPr>
            <p:cNvSpPr txBox="1"/>
            <p:nvPr/>
          </p:nvSpPr>
          <p:spPr>
            <a:xfrm>
              <a:off x="6386745" y="298968"/>
              <a:ext cx="2733441" cy="646331"/>
            </a:xfrm>
            <a:prstGeom prst="rect">
              <a:avLst/>
            </a:prstGeom>
            <a:noFill/>
          </p:spPr>
          <p:txBody>
            <a:bodyPr wrap="none" rtlCol="0">
              <a:spAutoFit/>
            </a:bodyPr>
            <a:lstStyle/>
            <a:p>
              <a:r>
                <a:rPr kumimoji="1" lang="ja-JP" altLang="en-US" sz="3600" dirty="0">
                  <a:solidFill>
                    <a:schemeClr val="accent6"/>
                  </a:solidFill>
                  <a:latin typeface="叛逆明朝" panose="02000503000000000000" pitchFamily="2" charset="-128"/>
                  <a:ea typeface="叛逆明朝" panose="02000503000000000000" pitchFamily="2" charset="-128"/>
                  <a:cs typeface="叛逆明朝" panose="02000503000000000000" pitchFamily="2" charset="-128"/>
                </a:rPr>
                <a:t>ゲートシステムフロー</a:t>
              </a:r>
            </a:p>
          </p:txBody>
        </p:sp>
      </p:grpSp>
    </p:spTree>
    <p:extLst>
      <p:ext uri="{BB962C8B-B14F-4D97-AF65-F5344CB8AC3E}">
        <p14:creationId xmlns:p14="http://schemas.microsoft.com/office/powerpoint/2010/main" val="1542173559"/>
      </p:ext>
    </p:extLst>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E5510B-1B9C-1ED0-8634-6264A821BC87}"/>
            </a:ext>
          </a:extLst>
        </p:cNvPr>
        <p:cNvGrpSpPr/>
        <p:nvPr/>
      </p:nvGrpSpPr>
      <p:grpSpPr>
        <a:xfrm>
          <a:off x="0" y="0"/>
          <a:ext cx="0" cy="0"/>
          <a:chOff x="0" y="0"/>
          <a:chExt cx="0" cy="0"/>
        </a:xfrm>
      </p:grpSpPr>
      <p:pic>
        <p:nvPicPr>
          <p:cNvPr id="3" name="図 2" descr="グラフィカル ユーザー インターフェイス&#10;&#10;AI 生成コンテンツは誤りを含む可能性があります。">
            <a:extLst>
              <a:ext uri="{FF2B5EF4-FFF2-40B4-BE49-F238E27FC236}">
                <a16:creationId xmlns:a16="http://schemas.microsoft.com/office/drawing/2014/main" id="{1B58F83B-F7ED-C3C0-5880-877353DBD690}"/>
              </a:ext>
            </a:extLst>
          </p:cNvPr>
          <p:cNvPicPr>
            <a:picLocks noChangeAspect="1"/>
          </p:cNvPicPr>
          <p:nvPr/>
        </p:nvPicPr>
        <p:blipFill>
          <a:blip r:embed="rId3">
            <a:extLst>
              <a:ext uri="{BEBA8EAE-BF5A-486C-A8C5-ECC9F3942E4B}">
                <a14:imgProps xmlns:a14="http://schemas.microsoft.com/office/drawing/2010/main">
                  <a14:imgLayer r:embed="rId4">
                    <a14:imgEffect>
                      <a14:sharpenSoften amount="-13000"/>
                    </a14:imgEffect>
                    <a14:imgEffect>
                      <a14:brightnessContrast bright="-13000"/>
                    </a14:imgEffect>
                  </a14:imgLayer>
                </a14:imgProps>
              </a:ext>
              <a:ext uri="{28A0092B-C50C-407E-A947-70E740481C1C}">
                <a14:useLocalDpi xmlns:a14="http://schemas.microsoft.com/office/drawing/2010/main" val="0"/>
              </a:ext>
            </a:extLst>
          </a:blip>
          <a:srcRect l="757" t="1944" r="41116" b="2616"/>
          <a:stretch>
            <a:fillRect/>
          </a:stretch>
        </p:blipFill>
        <p:spPr>
          <a:xfrm>
            <a:off x="238125" y="1424339"/>
            <a:ext cx="5357083" cy="4947680"/>
          </a:xfrm>
          <a:prstGeom prst="rect">
            <a:avLst/>
          </a:prstGeom>
          <a:ln w="38100">
            <a:solidFill>
              <a:schemeClr val="accent6"/>
            </a:solidFill>
          </a:ln>
        </p:spPr>
      </p:pic>
      <p:sp>
        <p:nvSpPr>
          <p:cNvPr id="4" name="テキスト ボックス 3">
            <a:extLst>
              <a:ext uri="{FF2B5EF4-FFF2-40B4-BE49-F238E27FC236}">
                <a16:creationId xmlns:a16="http://schemas.microsoft.com/office/drawing/2014/main" id="{A46512F0-2BF7-7EB4-D5C8-5D6DD49B358A}"/>
              </a:ext>
            </a:extLst>
          </p:cNvPr>
          <p:cNvSpPr txBox="1"/>
          <p:nvPr/>
        </p:nvSpPr>
        <p:spPr>
          <a:xfrm>
            <a:off x="161925" y="52318"/>
            <a:ext cx="3999813" cy="923330"/>
          </a:xfrm>
          <a:prstGeom prst="rect">
            <a:avLst/>
          </a:prstGeom>
          <a:noFill/>
        </p:spPr>
        <p:txBody>
          <a:bodyPr wrap="none" rtlCol="0">
            <a:spAutoFit/>
          </a:bodyPr>
          <a:lstStyle/>
          <a:p>
            <a:r>
              <a:rPr kumimoji="1" lang="ja-JP" altLang="en-US" sz="5400" dirty="0">
                <a:solidFill>
                  <a:schemeClr val="bg1">
                    <a:lumMod val="95000"/>
                  </a:schemeClr>
                </a:solidFill>
                <a:latin typeface="叛逆明朝" panose="02000503000000000000" pitchFamily="2" charset="-128"/>
                <a:ea typeface="叛逆明朝" panose="02000503000000000000" pitchFamily="2" charset="-128"/>
                <a:cs typeface="叛逆明朝" panose="02000503000000000000" pitchFamily="2" charset="-128"/>
              </a:rPr>
              <a:t>ゲートシステムフロー</a:t>
            </a:r>
          </a:p>
        </p:txBody>
      </p:sp>
      <p:cxnSp>
        <p:nvCxnSpPr>
          <p:cNvPr id="20" name="直線コネクタ 19">
            <a:extLst>
              <a:ext uri="{FF2B5EF4-FFF2-40B4-BE49-F238E27FC236}">
                <a16:creationId xmlns:a16="http://schemas.microsoft.com/office/drawing/2014/main" id="{C08EB2E5-557B-DE2E-57C9-63965A53F2A9}"/>
              </a:ext>
            </a:extLst>
          </p:cNvPr>
          <p:cNvCxnSpPr/>
          <p:nvPr/>
        </p:nvCxnSpPr>
        <p:spPr>
          <a:xfrm>
            <a:off x="219075" y="975648"/>
            <a:ext cx="4314825" cy="0"/>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grpSp>
        <p:nvGrpSpPr>
          <p:cNvPr id="28" name="グループ化 27">
            <a:extLst>
              <a:ext uri="{FF2B5EF4-FFF2-40B4-BE49-F238E27FC236}">
                <a16:creationId xmlns:a16="http://schemas.microsoft.com/office/drawing/2014/main" id="{82794D5A-0F0F-B6C1-3B7A-9DB22ADF2EDD}"/>
              </a:ext>
            </a:extLst>
          </p:cNvPr>
          <p:cNvGrpSpPr/>
          <p:nvPr/>
        </p:nvGrpSpPr>
        <p:grpSpPr>
          <a:xfrm>
            <a:off x="8616220" y="420353"/>
            <a:ext cx="3337655" cy="6017293"/>
            <a:chOff x="8030264" y="244936"/>
            <a:chExt cx="3923610" cy="6282287"/>
          </a:xfrm>
        </p:grpSpPr>
        <p:sp>
          <p:nvSpPr>
            <p:cNvPr id="23" name="吹き出し: 角を丸めた四角形 22">
              <a:extLst>
                <a:ext uri="{FF2B5EF4-FFF2-40B4-BE49-F238E27FC236}">
                  <a16:creationId xmlns:a16="http://schemas.microsoft.com/office/drawing/2014/main" id="{FB977165-1BEB-C5AD-057E-A624EE860906}"/>
                </a:ext>
              </a:extLst>
            </p:cNvPr>
            <p:cNvSpPr/>
            <p:nvPr/>
          </p:nvSpPr>
          <p:spPr>
            <a:xfrm>
              <a:off x="8030264" y="244936"/>
              <a:ext cx="3923610" cy="1875598"/>
            </a:xfrm>
            <a:prstGeom prst="wedgeRoundRectCallout">
              <a:avLst>
                <a:gd name="adj1" fmla="val -57876"/>
                <a:gd name="adj2" fmla="val 20517"/>
                <a:gd name="adj3" fmla="val 16667"/>
              </a:avLst>
            </a:prstGeom>
            <a:solidFill>
              <a:schemeClr val="accent6">
                <a:lumMod val="20000"/>
                <a:lumOff val="8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 name="吹き出し: 角を丸めた四角形 23">
              <a:extLst>
                <a:ext uri="{FF2B5EF4-FFF2-40B4-BE49-F238E27FC236}">
                  <a16:creationId xmlns:a16="http://schemas.microsoft.com/office/drawing/2014/main" id="{783A4D33-F4F9-2446-7804-DD52823046FD}"/>
                </a:ext>
              </a:extLst>
            </p:cNvPr>
            <p:cNvSpPr/>
            <p:nvPr/>
          </p:nvSpPr>
          <p:spPr>
            <a:xfrm>
              <a:off x="8030264" y="2436521"/>
              <a:ext cx="3923610" cy="1875598"/>
            </a:xfrm>
            <a:prstGeom prst="wedgeRoundRectCallout">
              <a:avLst>
                <a:gd name="adj1" fmla="val -57876"/>
                <a:gd name="adj2" fmla="val 20517"/>
                <a:gd name="adj3" fmla="val 16667"/>
              </a:avLst>
            </a:prstGeom>
            <a:solidFill>
              <a:schemeClr val="accent6">
                <a:lumMod val="20000"/>
                <a:lumOff val="8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5" name="吹き出し: 角を丸めた四角形 24">
              <a:extLst>
                <a:ext uri="{FF2B5EF4-FFF2-40B4-BE49-F238E27FC236}">
                  <a16:creationId xmlns:a16="http://schemas.microsoft.com/office/drawing/2014/main" id="{886235B1-4BBB-5A04-EFA8-A8E695D66F37}"/>
                </a:ext>
              </a:extLst>
            </p:cNvPr>
            <p:cNvSpPr/>
            <p:nvPr/>
          </p:nvSpPr>
          <p:spPr>
            <a:xfrm>
              <a:off x="8030264" y="4651625"/>
              <a:ext cx="3923610" cy="1875598"/>
            </a:xfrm>
            <a:prstGeom prst="wedgeRoundRectCallout">
              <a:avLst>
                <a:gd name="adj1" fmla="val -57876"/>
                <a:gd name="adj2" fmla="val 20517"/>
                <a:gd name="adj3" fmla="val 16667"/>
              </a:avLst>
            </a:prstGeom>
            <a:solidFill>
              <a:schemeClr val="accent6">
                <a:lumMod val="20000"/>
                <a:lumOff val="8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26" name="グループ化 25">
              <a:extLst>
                <a:ext uri="{FF2B5EF4-FFF2-40B4-BE49-F238E27FC236}">
                  <a16:creationId xmlns:a16="http://schemas.microsoft.com/office/drawing/2014/main" id="{3A52681C-102C-159F-32EC-D010B61B601F}"/>
                </a:ext>
              </a:extLst>
            </p:cNvPr>
            <p:cNvGrpSpPr/>
            <p:nvPr/>
          </p:nvGrpSpPr>
          <p:grpSpPr>
            <a:xfrm>
              <a:off x="8157793" y="351255"/>
              <a:ext cx="3593235" cy="6034904"/>
              <a:chOff x="6386744" y="351255"/>
              <a:chExt cx="3593235" cy="6034904"/>
            </a:xfrm>
          </p:grpSpPr>
          <p:grpSp>
            <p:nvGrpSpPr>
              <p:cNvPr id="12" name="グループ化 11">
                <a:extLst>
                  <a:ext uri="{FF2B5EF4-FFF2-40B4-BE49-F238E27FC236}">
                    <a16:creationId xmlns:a16="http://schemas.microsoft.com/office/drawing/2014/main" id="{1A788227-7A17-FA22-4A89-D68D646A880D}"/>
                  </a:ext>
                </a:extLst>
              </p:cNvPr>
              <p:cNvGrpSpPr/>
              <p:nvPr/>
            </p:nvGrpSpPr>
            <p:grpSpPr>
              <a:xfrm>
                <a:off x="6386744" y="351255"/>
                <a:ext cx="3593235" cy="1638455"/>
                <a:chOff x="6386744" y="298968"/>
                <a:chExt cx="3593235" cy="1638455"/>
              </a:xfrm>
            </p:grpSpPr>
            <p:sp>
              <p:nvSpPr>
                <p:cNvPr id="9" name="テキスト ボックス 8">
                  <a:extLst>
                    <a:ext uri="{FF2B5EF4-FFF2-40B4-BE49-F238E27FC236}">
                      <a16:creationId xmlns:a16="http://schemas.microsoft.com/office/drawing/2014/main" id="{7BC656F9-5556-86A3-4150-E9CECFAA66A9}"/>
                    </a:ext>
                  </a:extLst>
                </p:cNvPr>
                <p:cNvSpPr txBox="1"/>
                <p:nvPr/>
              </p:nvSpPr>
              <p:spPr>
                <a:xfrm>
                  <a:off x="6386744" y="983317"/>
                  <a:ext cx="3593235" cy="954106"/>
                </a:xfrm>
                <a:prstGeom prst="rect">
                  <a:avLst/>
                </a:prstGeom>
                <a:noFill/>
              </p:spPr>
              <p:txBody>
                <a:bodyPr wrap="square" rtlCol="0">
                  <a:spAutoFit/>
                </a:bodyPr>
                <a:lstStyle/>
                <a:p>
                  <a:r>
                    <a:rPr kumimoji="1" lang="ja-JP" altLang="en-US" sz="2800" dirty="0">
                      <a:solidFill>
                        <a:schemeClr val="tx1">
                          <a:lumMod val="85000"/>
                          <a:lumOff val="15000"/>
                        </a:schemeClr>
                      </a:solidFill>
                      <a:latin typeface="叛逆明朝" panose="02000503000000000000" pitchFamily="2" charset="-128"/>
                      <a:ea typeface="叛逆明朝" panose="02000503000000000000" pitchFamily="2" charset="-128"/>
                      <a:cs typeface="叛逆明朝" panose="02000503000000000000" pitchFamily="2" charset="-128"/>
                    </a:rPr>
                    <a:t>ゲートシステムフロー</a:t>
                  </a:r>
                  <a:br>
                    <a:rPr kumimoji="1" lang="en-US" altLang="ja-JP" sz="2800" dirty="0">
                      <a:solidFill>
                        <a:schemeClr val="tx1">
                          <a:lumMod val="85000"/>
                          <a:lumOff val="15000"/>
                        </a:schemeClr>
                      </a:solidFill>
                      <a:latin typeface="叛逆明朝" panose="02000503000000000000" pitchFamily="2" charset="-128"/>
                      <a:ea typeface="叛逆明朝" panose="02000503000000000000" pitchFamily="2" charset="-128"/>
                      <a:cs typeface="叛逆明朝" panose="02000503000000000000" pitchFamily="2" charset="-128"/>
                    </a:rPr>
                  </a:br>
                  <a:endParaRPr kumimoji="1" lang="ja-JP" altLang="en-US" sz="2800" dirty="0">
                    <a:solidFill>
                      <a:schemeClr val="tx1">
                        <a:lumMod val="85000"/>
                        <a:lumOff val="15000"/>
                      </a:schemeClr>
                    </a:solidFill>
                    <a:latin typeface="叛逆明朝" panose="02000503000000000000" pitchFamily="2" charset="-128"/>
                    <a:ea typeface="叛逆明朝" panose="02000503000000000000" pitchFamily="2" charset="-128"/>
                    <a:cs typeface="叛逆明朝" panose="02000503000000000000" pitchFamily="2" charset="-128"/>
                  </a:endParaRPr>
                </a:p>
              </p:txBody>
            </p:sp>
            <p:sp>
              <p:nvSpPr>
                <p:cNvPr id="11" name="テキスト ボックス 10">
                  <a:extLst>
                    <a:ext uri="{FF2B5EF4-FFF2-40B4-BE49-F238E27FC236}">
                      <a16:creationId xmlns:a16="http://schemas.microsoft.com/office/drawing/2014/main" id="{83D7A5A4-6EF9-1C18-0E74-CBFFFA349799}"/>
                    </a:ext>
                  </a:extLst>
                </p:cNvPr>
                <p:cNvSpPr txBox="1"/>
                <p:nvPr/>
              </p:nvSpPr>
              <p:spPr>
                <a:xfrm>
                  <a:off x="6386745" y="298968"/>
                  <a:ext cx="1459054" cy="646331"/>
                </a:xfrm>
                <a:prstGeom prst="rect">
                  <a:avLst/>
                </a:prstGeom>
                <a:noFill/>
              </p:spPr>
              <p:txBody>
                <a:bodyPr wrap="none" rtlCol="0">
                  <a:spAutoFit/>
                </a:bodyPr>
                <a:lstStyle/>
                <a:p>
                  <a:r>
                    <a:rPr kumimoji="1" lang="ja-JP" altLang="en-US" sz="3600" dirty="0">
                      <a:solidFill>
                        <a:schemeClr val="accent6"/>
                      </a:solidFill>
                      <a:latin typeface="叛逆明朝" panose="02000503000000000000" pitchFamily="2" charset="-128"/>
                      <a:ea typeface="叛逆明朝" panose="02000503000000000000" pitchFamily="2" charset="-128"/>
                      <a:cs typeface="叛逆明朝" panose="02000503000000000000" pitchFamily="2" charset="-128"/>
                    </a:rPr>
                    <a:t>ノード選択</a:t>
                  </a:r>
                </a:p>
              </p:txBody>
            </p:sp>
          </p:grpSp>
          <p:grpSp>
            <p:nvGrpSpPr>
              <p:cNvPr id="13" name="グループ化 12">
                <a:extLst>
                  <a:ext uri="{FF2B5EF4-FFF2-40B4-BE49-F238E27FC236}">
                    <a16:creationId xmlns:a16="http://schemas.microsoft.com/office/drawing/2014/main" id="{B55A22CA-680F-5192-1EBF-13CEB97FC257}"/>
                  </a:ext>
                </a:extLst>
              </p:cNvPr>
              <p:cNvGrpSpPr/>
              <p:nvPr/>
            </p:nvGrpSpPr>
            <p:grpSpPr>
              <a:xfrm>
                <a:off x="6386745" y="2549479"/>
                <a:ext cx="2733441" cy="1638455"/>
                <a:chOff x="6386745" y="298968"/>
                <a:chExt cx="2733441" cy="1638455"/>
              </a:xfrm>
            </p:grpSpPr>
            <p:sp>
              <p:nvSpPr>
                <p:cNvPr id="14" name="テキスト ボックス 13">
                  <a:extLst>
                    <a:ext uri="{FF2B5EF4-FFF2-40B4-BE49-F238E27FC236}">
                      <a16:creationId xmlns:a16="http://schemas.microsoft.com/office/drawing/2014/main" id="{2FF9B17E-4611-38EB-4634-FD503C05FE27}"/>
                    </a:ext>
                  </a:extLst>
                </p:cNvPr>
                <p:cNvSpPr txBox="1"/>
                <p:nvPr/>
              </p:nvSpPr>
              <p:spPr>
                <a:xfrm>
                  <a:off x="6386745" y="983317"/>
                  <a:ext cx="2156360" cy="954106"/>
                </a:xfrm>
                <a:prstGeom prst="rect">
                  <a:avLst/>
                </a:prstGeom>
                <a:noFill/>
              </p:spPr>
              <p:txBody>
                <a:bodyPr wrap="none" rtlCol="0">
                  <a:spAutoFit/>
                </a:bodyPr>
                <a:lstStyle/>
                <a:p>
                  <a:r>
                    <a:rPr kumimoji="1" lang="ja-JP" altLang="en-US" sz="2800" dirty="0">
                      <a:solidFill>
                        <a:schemeClr val="tx1">
                          <a:lumMod val="85000"/>
                          <a:lumOff val="15000"/>
                        </a:schemeClr>
                      </a:solidFill>
                      <a:latin typeface="叛逆明朝" panose="02000503000000000000" pitchFamily="2" charset="-128"/>
                      <a:ea typeface="叛逆明朝" panose="02000503000000000000" pitchFamily="2" charset="-128"/>
                      <a:cs typeface="叛逆明朝" panose="02000503000000000000" pitchFamily="2" charset="-128"/>
                    </a:rPr>
                    <a:t>ゲートシステムフロー</a:t>
                  </a:r>
                  <a:br>
                    <a:rPr kumimoji="1" lang="en-US" altLang="ja-JP" sz="2800" dirty="0">
                      <a:solidFill>
                        <a:schemeClr val="tx1">
                          <a:lumMod val="85000"/>
                          <a:lumOff val="15000"/>
                        </a:schemeClr>
                      </a:solidFill>
                      <a:latin typeface="叛逆明朝" panose="02000503000000000000" pitchFamily="2" charset="-128"/>
                      <a:ea typeface="叛逆明朝" panose="02000503000000000000" pitchFamily="2" charset="-128"/>
                      <a:cs typeface="叛逆明朝" panose="02000503000000000000" pitchFamily="2" charset="-128"/>
                    </a:rPr>
                  </a:br>
                  <a:endParaRPr kumimoji="1" lang="ja-JP" altLang="en-US" sz="2800" dirty="0">
                    <a:solidFill>
                      <a:schemeClr val="tx1">
                        <a:lumMod val="85000"/>
                        <a:lumOff val="15000"/>
                      </a:schemeClr>
                    </a:solidFill>
                    <a:latin typeface="叛逆明朝" panose="02000503000000000000" pitchFamily="2" charset="-128"/>
                    <a:ea typeface="叛逆明朝" panose="02000503000000000000" pitchFamily="2" charset="-128"/>
                    <a:cs typeface="叛逆明朝" panose="02000503000000000000" pitchFamily="2" charset="-128"/>
                  </a:endParaRPr>
                </a:p>
              </p:txBody>
            </p:sp>
            <p:sp>
              <p:nvSpPr>
                <p:cNvPr id="15" name="テキスト ボックス 14">
                  <a:extLst>
                    <a:ext uri="{FF2B5EF4-FFF2-40B4-BE49-F238E27FC236}">
                      <a16:creationId xmlns:a16="http://schemas.microsoft.com/office/drawing/2014/main" id="{15FB7D83-381C-321E-28C0-FBE8A11435D8}"/>
                    </a:ext>
                  </a:extLst>
                </p:cNvPr>
                <p:cNvSpPr txBox="1"/>
                <p:nvPr/>
              </p:nvSpPr>
              <p:spPr>
                <a:xfrm>
                  <a:off x="6386745" y="298968"/>
                  <a:ext cx="2733441" cy="646331"/>
                </a:xfrm>
                <a:prstGeom prst="rect">
                  <a:avLst/>
                </a:prstGeom>
                <a:noFill/>
              </p:spPr>
              <p:txBody>
                <a:bodyPr wrap="none" rtlCol="0">
                  <a:spAutoFit/>
                </a:bodyPr>
                <a:lstStyle/>
                <a:p>
                  <a:r>
                    <a:rPr kumimoji="1" lang="ja-JP" altLang="en-US" sz="3600" dirty="0">
                      <a:solidFill>
                        <a:schemeClr val="accent6"/>
                      </a:solidFill>
                      <a:latin typeface="叛逆明朝" panose="02000503000000000000" pitchFamily="2" charset="-128"/>
                      <a:ea typeface="叛逆明朝" panose="02000503000000000000" pitchFamily="2" charset="-128"/>
                      <a:cs typeface="叛逆明朝" panose="02000503000000000000" pitchFamily="2" charset="-128"/>
                    </a:rPr>
                    <a:t>ゲートシステムフロー</a:t>
                  </a:r>
                </a:p>
              </p:txBody>
            </p:sp>
          </p:grpSp>
          <p:grpSp>
            <p:nvGrpSpPr>
              <p:cNvPr id="16" name="グループ化 15">
                <a:extLst>
                  <a:ext uri="{FF2B5EF4-FFF2-40B4-BE49-F238E27FC236}">
                    <a16:creationId xmlns:a16="http://schemas.microsoft.com/office/drawing/2014/main" id="{5AD4FEFC-6102-5250-194D-8807A4211ED8}"/>
                  </a:ext>
                </a:extLst>
              </p:cNvPr>
              <p:cNvGrpSpPr/>
              <p:nvPr/>
            </p:nvGrpSpPr>
            <p:grpSpPr>
              <a:xfrm>
                <a:off x="6386745" y="4747704"/>
                <a:ext cx="2733441" cy="1638455"/>
                <a:chOff x="6386745" y="298968"/>
                <a:chExt cx="2733441" cy="1638455"/>
              </a:xfrm>
            </p:grpSpPr>
            <p:sp>
              <p:nvSpPr>
                <p:cNvPr id="17" name="テキスト ボックス 16">
                  <a:extLst>
                    <a:ext uri="{FF2B5EF4-FFF2-40B4-BE49-F238E27FC236}">
                      <a16:creationId xmlns:a16="http://schemas.microsoft.com/office/drawing/2014/main" id="{E750DF88-47AB-92D4-5188-515AF779F337}"/>
                    </a:ext>
                  </a:extLst>
                </p:cNvPr>
                <p:cNvSpPr txBox="1"/>
                <p:nvPr/>
              </p:nvSpPr>
              <p:spPr>
                <a:xfrm>
                  <a:off x="6386745" y="983317"/>
                  <a:ext cx="2156360" cy="954106"/>
                </a:xfrm>
                <a:prstGeom prst="rect">
                  <a:avLst/>
                </a:prstGeom>
                <a:noFill/>
              </p:spPr>
              <p:txBody>
                <a:bodyPr wrap="none" rtlCol="0">
                  <a:spAutoFit/>
                </a:bodyPr>
                <a:lstStyle/>
                <a:p>
                  <a:r>
                    <a:rPr kumimoji="1" lang="ja-JP" altLang="en-US" sz="2800" dirty="0">
                      <a:solidFill>
                        <a:schemeClr val="tx1">
                          <a:lumMod val="85000"/>
                          <a:lumOff val="15000"/>
                        </a:schemeClr>
                      </a:solidFill>
                      <a:latin typeface="叛逆明朝" panose="02000503000000000000" pitchFamily="2" charset="-128"/>
                      <a:ea typeface="叛逆明朝" panose="02000503000000000000" pitchFamily="2" charset="-128"/>
                      <a:cs typeface="叛逆明朝" panose="02000503000000000000" pitchFamily="2" charset="-128"/>
                    </a:rPr>
                    <a:t>ゲートシステムフロー</a:t>
                  </a:r>
                  <a:br>
                    <a:rPr kumimoji="1" lang="en-US" altLang="ja-JP" sz="2800" dirty="0">
                      <a:solidFill>
                        <a:schemeClr val="tx1">
                          <a:lumMod val="85000"/>
                          <a:lumOff val="15000"/>
                        </a:schemeClr>
                      </a:solidFill>
                      <a:latin typeface="叛逆明朝" panose="02000503000000000000" pitchFamily="2" charset="-128"/>
                      <a:ea typeface="叛逆明朝" panose="02000503000000000000" pitchFamily="2" charset="-128"/>
                      <a:cs typeface="叛逆明朝" panose="02000503000000000000" pitchFamily="2" charset="-128"/>
                    </a:rPr>
                  </a:br>
                  <a:endParaRPr kumimoji="1" lang="ja-JP" altLang="en-US" sz="2800" dirty="0">
                    <a:solidFill>
                      <a:schemeClr val="tx1">
                        <a:lumMod val="85000"/>
                        <a:lumOff val="15000"/>
                      </a:schemeClr>
                    </a:solidFill>
                    <a:latin typeface="叛逆明朝" panose="02000503000000000000" pitchFamily="2" charset="-128"/>
                    <a:ea typeface="叛逆明朝" panose="02000503000000000000" pitchFamily="2" charset="-128"/>
                    <a:cs typeface="叛逆明朝" panose="02000503000000000000" pitchFamily="2" charset="-128"/>
                  </a:endParaRPr>
                </a:p>
              </p:txBody>
            </p:sp>
            <p:sp>
              <p:nvSpPr>
                <p:cNvPr id="18" name="テキスト ボックス 17">
                  <a:extLst>
                    <a:ext uri="{FF2B5EF4-FFF2-40B4-BE49-F238E27FC236}">
                      <a16:creationId xmlns:a16="http://schemas.microsoft.com/office/drawing/2014/main" id="{B70F4BE2-5D5B-DE70-8088-18BD4AC22E31}"/>
                    </a:ext>
                  </a:extLst>
                </p:cNvPr>
                <p:cNvSpPr txBox="1"/>
                <p:nvPr/>
              </p:nvSpPr>
              <p:spPr>
                <a:xfrm>
                  <a:off x="6386745" y="298968"/>
                  <a:ext cx="2733441" cy="646331"/>
                </a:xfrm>
                <a:prstGeom prst="rect">
                  <a:avLst/>
                </a:prstGeom>
                <a:noFill/>
              </p:spPr>
              <p:txBody>
                <a:bodyPr wrap="none" rtlCol="0">
                  <a:spAutoFit/>
                </a:bodyPr>
                <a:lstStyle/>
                <a:p>
                  <a:r>
                    <a:rPr kumimoji="1" lang="ja-JP" altLang="en-US" sz="3600" dirty="0">
                      <a:solidFill>
                        <a:schemeClr val="accent6"/>
                      </a:solidFill>
                      <a:latin typeface="叛逆明朝" panose="02000503000000000000" pitchFamily="2" charset="-128"/>
                      <a:ea typeface="叛逆明朝" panose="02000503000000000000" pitchFamily="2" charset="-128"/>
                      <a:cs typeface="叛逆明朝" panose="02000503000000000000" pitchFamily="2" charset="-128"/>
                    </a:rPr>
                    <a:t>ゲートシステムフロー</a:t>
                  </a:r>
                </a:p>
              </p:txBody>
            </p:sp>
          </p:grpSp>
        </p:grpSp>
      </p:grpSp>
      <p:pic>
        <p:nvPicPr>
          <p:cNvPr id="27" name="図 26" descr="グラフィカル ユーザー インターフェイス&#10;&#10;AI 生成コンテンツは誤りを含む可能性があります。">
            <a:extLst>
              <a:ext uri="{FF2B5EF4-FFF2-40B4-BE49-F238E27FC236}">
                <a16:creationId xmlns:a16="http://schemas.microsoft.com/office/drawing/2014/main" id="{8EDDBEC0-055C-B43E-44A8-6C8BFF3B512D}"/>
              </a:ext>
            </a:extLst>
          </p:cNvPr>
          <p:cNvPicPr>
            <a:picLocks noChangeAspect="1"/>
          </p:cNvPicPr>
          <p:nvPr/>
        </p:nvPicPr>
        <p:blipFill>
          <a:blip r:embed="rId5">
            <a:extLst>
              <a:ext uri="{28A0092B-C50C-407E-A947-70E740481C1C}">
                <a14:useLocalDpi xmlns:a14="http://schemas.microsoft.com/office/drawing/2010/main" val="0"/>
              </a:ext>
            </a:extLst>
          </a:blip>
          <a:srcRect l="20377" t="23011" r="58129" b="49800"/>
          <a:stretch>
            <a:fillRect/>
          </a:stretch>
        </p:blipFill>
        <p:spPr>
          <a:xfrm>
            <a:off x="6029848" y="550272"/>
            <a:ext cx="2166085" cy="1541258"/>
          </a:xfrm>
          <a:prstGeom prst="rect">
            <a:avLst/>
          </a:prstGeom>
          <a:ln w="38100">
            <a:solidFill>
              <a:schemeClr val="bg1">
                <a:lumMod val="95000"/>
              </a:schemeClr>
            </a:solidFill>
          </a:ln>
        </p:spPr>
      </p:pic>
      <p:sp>
        <p:nvSpPr>
          <p:cNvPr id="29" name="四角形: 角を丸くする 28">
            <a:extLst>
              <a:ext uri="{FF2B5EF4-FFF2-40B4-BE49-F238E27FC236}">
                <a16:creationId xmlns:a16="http://schemas.microsoft.com/office/drawing/2014/main" id="{FDE60572-596E-5138-8175-692F621E2953}"/>
              </a:ext>
            </a:extLst>
          </p:cNvPr>
          <p:cNvSpPr/>
          <p:nvPr/>
        </p:nvSpPr>
        <p:spPr>
          <a:xfrm>
            <a:off x="2079056" y="2519493"/>
            <a:ext cx="1915427" cy="1378739"/>
          </a:xfrm>
          <a:prstGeom prst="roundRect">
            <a:avLst/>
          </a:prstGeom>
          <a:solidFill>
            <a:schemeClr val="accent6">
              <a:lumMod val="20000"/>
              <a:lumOff val="80000"/>
              <a:alpha val="35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31" name="直線コネクタ 30">
            <a:extLst>
              <a:ext uri="{FF2B5EF4-FFF2-40B4-BE49-F238E27FC236}">
                <a16:creationId xmlns:a16="http://schemas.microsoft.com/office/drawing/2014/main" id="{31498EE6-9B6F-8B1A-27C4-16463E5F4387}"/>
              </a:ext>
            </a:extLst>
          </p:cNvPr>
          <p:cNvCxnSpPr>
            <a:cxnSpLocks/>
            <a:stCxn id="27" idx="1"/>
            <a:endCxn id="29" idx="3"/>
          </p:cNvCxnSpPr>
          <p:nvPr/>
        </p:nvCxnSpPr>
        <p:spPr>
          <a:xfrm flipH="1">
            <a:off x="3994483" y="1320901"/>
            <a:ext cx="2035365" cy="1887962"/>
          </a:xfrm>
          <a:prstGeom prst="line">
            <a:avLst/>
          </a:prstGeom>
          <a:ln w="63500">
            <a:solidFill>
              <a:schemeClr val="bg1">
                <a:lumMod val="95000"/>
              </a:schemeClr>
            </a:solidFill>
            <a:prstDash val="sysDash"/>
            <a:headEnd type="ova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739781833"/>
      </p:ext>
    </p:extLst>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06ACFB-FC37-D5E4-749F-AA289B48ED31}"/>
            </a:ext>
          </a:extLst>
        </p:cNvPr>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6DD0373C-AECF-1D56-6780-3298DF58DD61}"/>
              </a:ext>
            </a:extLst>
          </p:cNvPr>
          <p:cNvSpPr txBox="1"/>
          <p:nvPr/>
        </p:nvSpPr>
        <p:spPr>
          <a:xfrm>
            <a:off x="161925" y="52318"/>
            <a:ext cx="3999813" cy="923330"/>
          </a:xfrm>
          <a:prstGeom prst="rect">
            <a:avLst/>
          </a:prstGeom>
          <a:noFill/>
        </p:spPr>
        <p:txBody>
          <a:bodyPr wrap="none" rtlCol="0">
            <a:spAutoFit/>
          </a:bodyPr>
          <a:lstStyle/>
          <a:p>
            <a:r>
              <a:rPr kumimoji="1" lang="ja-JP" altLang="en-US" sz="5400" dirty="0">
                <a:solidFill>
                  <a:schemeClr val="bg1">
                    <a:lumMod val="95000"/>
                  </a:schemeClr>
                </a:solidFill>
                <a:latin typeface="叛逆明朝" panose="02000503000000000000" pitchFamily="2" charset="-128"/>
                <a:ea typeface="叛逆明朝" panose="02000503000000000000" pitchFamily="2" charset="-128"/>
                <a:cs typeface="叛逆明朝" panose="02000503000000000000" pitchFamily="2" charset="-128"/>
              </a:rPr>
              <a:t>ゲートシステムフロー</a:t>
            </a:r>
          </a:p>
        </p:txBody>
      </p:sp>
      <p:pic>
        <p:nvPicPr>
          <p:cNvPr id="6" name="図 5" descr="グラフィカル ユーザー インターフェイス&#10;&#10;AI 生成コンテンツは誤りを含む可能性があります。">
            <a:extLst>
              <a:ext uri="{FF2B5EF4-FFF2-40B4-BE49-F238E27FC236}">
                <a16:creationId xmlns:a16="http://schemas.microsoft.com/office/drawing/2014/main" id="{19C7E84E-64F2-3B0B-345D-E97728C7584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12797" y="1042526"/>
            <a:ext cx="4938435" cy="2777869"/>
          </a:xfrm>
          <a:prstGeom prst="rect">
            <a:avLst/>
          </a:prstGeom>
          <a:ln w="38100">
            <a:solidFill>
              <a:schemeClr val="accent6"/>
            </a:solidFill>
          </a:ln>
        </p:spPr>
      </p:pic>
      <p:grpSp>
        <p:nvGrpSpPr>
          <p:cNvPr id="21" name="グループ化 20">
            <a:extLst>
              <a:ext uri="{FF2B5EF4-FFF2-40B4-BE49-F238E27FC236}">
                <a16:creationId xmlns:a16="http://schemas.microsoft.com/office/drawing/2014/main" id="{0E56A902-B6B5-BE91-9096-20E211CAA499}"/>
              </a:ext>
            </a:extLst>
          </p:cNvPr>
          <p:cNvGrpSpPr/>
          <p:nvPr/>
        </p:nvGrpSpPr>
        <p:grpSpPr>
          <a:xfrm>
            <a:off x="7151571" y="763465"/>
            <a:ext cx="4727632" cy="923330"/>
            <a:chOff x="7151572" y="975648"/>
            <a:chExt cx="4727632" cy="923330"/>
          </a:xfrm>
        </p:grpSpPr>
        <p:sp>
          <p:nvSpPr>
            <p:cNvPr id="7" name="吹き出し: 角を丸めた四角形 6">
              <a:extLst>
                <a:ext uri="{FF2B5EF4-FFF2-40B4-BE49-F238E27FC236}">
                  <a16:creationId xmlns:a16="http://schemas.microsoft.com/office/drawing/2014/main" id="{C42740EB-C163-8385-CBBC-51A167C0F70A}"/>
                </a:ext>
              </a:extLst>
            </p:cNvPr>
            <p:cNvSpPr/>
            <p:nvPr/>
          </p:nvSpPr>
          <p:spPr>
            <a:xfrm>
              <a:off x="7151572" y="975648"/>
              <a:ext cx="4727632" cy="923330"/>
            </a:xfrm>
            <a:prstGeom prst="wedgeRoundRectCallout">
              <a:avLst>
                <a:gd name="adj1" fmla="val -57876"/>
                <a:gd name="adj2" fmla="val 20517"/>
                <a:gd name="adj3" fmla="val 16667"/>
              </a:avLst>
            </a:prstGeom>
            <a:solidFill>
              <a:schemeClr val="accent6">
                <a:lumMod val="20000"/>
                <a:lumOff val="8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9" name="グループ化 18">
              <a:extLst>
                <a:ext uri="{FF2B5EF4-FFF2-40B4-BE49-F238E27FC236}">
                  <a16:creationId xmlns:a16="http://schemas.microsoft.com/office/drawing/2014/main" id="{41545FE1-DE75-642B-9CA8-F39AE23AB134}"/>
                </a:ext>
              </a:extLst>
            </p:cNvPr>
            <p:cNvGrpSpPr/>
            <p:nvPr/>
          </p:nvGrpSpPr>
          <p:grpSpPr>
            <a:xfrm>
              <a:off x="7323653" y="985385"/>
              <a:ext cx="4329556" cy="895772"/>
              <a:chOff x="6080465" y="2178268"/>
              <a:chExt cx="3056618" cy="895772"/>
            </a:xfrm>
          </p:grpSpPr>
          <p:sp>
            <p:nvSpPr>
              <p:cNvPr id="8" name="テキスト ボックス 7">
                <a:extLst>
                  <a:ext uri="{FF2B5EF4-FFF2-40B4-BE49-F238E27FC236}">
                    <a16:creationId xmlns:a16="http://schemas.microsoft.com/office/drawing/2014/main" id="{6BDC2625-ECC3-56E1-66E8-4FA2915E9F30}"/>
                  </a:ext>
                </a:extLst>
              </p:cNvPr>
              <p:cNvSpPr txBox="1"/>
              <p:nvPr/>
            </p:nvSpPr>
            <p:spPr>
              <a:xfrm>
                <a:off x="6080465" y="2612375"/>
                <a:ext cx="3056618" cy="461665"/>
              </a:xfrm>
              <a:prstGeom prst="rect">
                <a:avLst/>
              </a:prstGeom>
              <a:noFill/>
            </p:spPr>
            <p:txBody>
              <a:bodyPr wrap="square" rtlCol="0">
                <a:spAutoFit/>
              </a:bodyPr>
              <a:lstStyle/>
              <a:p>
                <a:r>
                  <a:rPr kumimoji="1" lang="ja-JP" altLang="en-US" sz="2400" dirty="0">
                    <a:solidFill>
                      <a:schemeClr val="tx1">
                        <a:lumMod val="85000"/>
                        <a:lumOff val="15000"/>
                      </a:schemeClr>
                    </a:solidFill>
                    <a:latin typeface="叛逆明朝" panose="02000503000000000000" pitchFamily="2" charset="-128"/>
                    <a:ea typeface="叛逆明朝" panose="02000503000000000000" pitchFamily="2" charset="-128"/>
                    <a:cs typeface="叛逆明朝" panose="02000503000000000000" pitchFamily="2" charset="-128"/>
                  </a:rPr>
                  <a:t>ゲートシステムフロー</a:t>
                </a:r>
              </a:p>
            </p:txBody>
          </p:sp>
          <p:sp>
            <p:nvSpPr>
              <p:cNvPr id="10" name="テキスト ボックス 9">
                <a:extLst>
                  <a:ext uri="{FF2B5EF4-FFF2-40B4-BE49-F238E27FC236}">
                    <a16:creationId xmlns:a16="http://schemas.microsoft.com/office/drawing/2014/main" id="{C957C87A-9A10-79A8-FE45-E6D4AC71F2E0}"/>
                  </a:ext>
                </a:extLst>
              </p:cNvPr>
              <p:cNvSpPr txBox="1"/>
              <p:nvPr/>
            </p:nvSpPr>
            <p:spPr>
              <a:xfrm>
                <a:off x="6080466" y="2178268"/>
                <a:ext cx="826369" cy="523220"/>
              </a:xfrm>
              <a:prstGeom prst="rect">
                <a:avLst/>
              </a:prstGeom>
              <a:noFill/>
            </p:spPr>
            <p:txBody>
              <a:bodyPr wrap="none" rtlCol="0">
                <a:spAutoFit/>
              </a:bodyPr>
              <a:lstStyle/>
              <a:p>
                <a:r>
                  <a:rPr kumimoji="1" lang="ja-JP" altLang="en-US" sz="2800" dirty="0">
                    <a:solidFill>
                      <a:schemeClr val="accent6"/>
                    </a:solidFill>
                    <a:latin typeface="叛逆明朝" panose="02000503000000000000" pitchFamily="2" charset="-128"/>
                    <a:ea typeface="叛逆明朝" panose="02000503000000000000" pitchFamily="2" charset="-128"/>
                    <a:cs typeface="叛逆明朝" panose="02000503000000000000" pitchFamily="2" charset="-128"/>
                  </a:rPr>
                  <a:t>ノード選択</a:t>
                </a:r>
              </a:p>
            </p:txBody>
          </p:sp>
        </p:grpSp>
      </p:grpSp>
      <p:grpSp>
        <p:nvGrpSpPr>
          <p:cNvPr id="22" name="グループ化 21">
            <a:extLst>
              <a:ext uri="{FF2B5EF4-FFF2-40B4-BE49-F238E27FC236}">
                <a16:creationId xmlns:a16="http://schemas.microsoft.com/office/drawing/2014/main" id="{6ACD5533-9747-2F30-9552-17474B504E84}"/>
              </a:ext>
            </a:extLst>
          </p:cNvPr>
          <p:cNvGrpSpPr/>
          <p:nvPr/>
        </p:nvGrpSpPr>
        <p:grpSpPr>
          <a:xfrm>
            <a:off x="7151571" y="1830265"/>
            <a:ext cx="4727632" cy="923330"/>
            <a:chOff x="7151572" y="975648"/>
            <a:chExt cx="4727632" cy="923330"/>
          </a:xfrm>
        </p:grpSpPr>
        <p:sp>
          <p:nvSpPr>
            <p:cNvPr id="30" name="吹き出し: 角を丸めた四角形 29">
              <a:extLst>
                <a:ext uri="{FF2B5EF4-FFF2-40B4-BE49-F238E27FC236}">
                  <a16:creationId xmlns:a16="http://schemas.microsoft.com/office/drawing/2014/main" id="{F3550E86-9EA8-CDA4-D283-3E50287FF139}"/>
                </a:ext>
              </a:extLst>
            </p:cNvPr>
            <p:cNvSpPr/>
            <p:nvPr/>
          </p:nvSpPr>
          <p:spPr>
            <a:xfrm>
              <a:off x="7151572" y="975648"/>
              <a:ext cx="4727632" cy="923330"/>
            </a:xfrm>
            <a:prstGeom prst="wedgeRoundRectCallout">
              <a:avLst>
                <a:gd name="adj1" fmla="val -57876"/>
                <a:gd name="adj2" fmla="val 20517"/>
                <a:gd name="adj3" fmla="val 16667"/>
              </a:avLst>
            </a:prstGeom>
            <a:solidFill>
              <a:schemeClr val="accent6">
                <a:lumMod val="20000"/>
                <a:lumOff val="8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32" name="グループ化 31">
              <a:extLst>
                <a:ext uri="{FF2B5EF4-FFF2-40B4-BE49-F238E27FC236}">
                  <a16:creationId xmlns:a16="http://schemas.microsoft.com/office/drawing/2014/main" id="{EB157508-9164-866F-AF9B-56D1A0C3C0FF}"/>
                </a:ext>
              </a:extLst>
            </p:cNvPr>
            <p:cNvGrpSpPr/>
            <p:nvPr/>
          </p:nvGrpSpPr>
          <p:grpSpPr>
            <a:xfrm>
              <a:off x="7323653" y="985385"/>
              <a:ext cx="4329556" cy="895772"/>
              <a:chOff x="6080465" y="2178268"/>
              <a:chExt cx="3056618" cy="895772"/>
            </a:xfrm>
          </p:grpSpPr>
          <p:sp>
            <p:nvSpPr>
              <p:cNvPr id="33" name="テキスト ボックス 32">
                <a:extLst>
                  <a:ext uri="{FF2B5EF4-FFF2-40B4-BE49-F238E27FC236}">
                    <a16:creationId xmlns:a16="http://schemas.microsoft.com/office/drawing/2014/main" id="{E2C09E27-B881-2034-375A-88D272B83285}"/>
                  </a:ext>
                </a:extLst>
              </p:cNvPr>
              <p:cNvSpPr txBox="1"/>
              <p:nvPr/>
            </p:nvSpPr>
            <p:spPr>
              <a:xfrm>
                <a:off x="6080465" y="2612375"/>
                <a:ext cx="3056618" cy="461665"/>
              </a:xfrm>
              <a:prstGeom prst="rect">
                <a:avLst/>
              </a:prstGeom>
              <a:noFill/>
            </p:spPr>
            <p:txBody>
              <a:bodyPr wrap="square" rtlCol="0">
                <a:spAutoFit/>
              </a:bodyPr>
              <a:lstStyle/>
              <a:p>
                <a:r>
                  <a:rPr kumimoji="1" lang="ja-JP" altLang="en-US" sz="2400" dirty="0">
                    <a:solidFill>
                      <a:schemeClr val="tx1">
                        <a:lumMod val="85000"/>
                        <a:lumOff val="15000"/>
                      </a:schemeClr>
                    </a:solidFill>
                    <a:latin typeface="叛逆明朝" panose="02000503000000000000" pitchFamily="2" charset="-128"/>
                    <a:ea typeface="叛逆明朝" panose="02000503000000000000" pitchFamily="2" charset="-128"/>
                    <a:cs typeface="叛逆明朝" panose="02000503000000000000" pitchFamily="2" charset="-128"/>
                  </a:rPr>
                  <a:t>ゲートシステムフロー</a:t>
                </a:r>
              </a:p>
            </p:txBody>
          </p:sp>
          <p:sp>
            <p:nvSpPr>
              <p:cNvPr id="34" name="テキスト ボックス 33">
                <a:extLst>
                  <a:ext uri="{FF2B5EF4-FFF2-40B4-BE49-F238E27FC236}">
                    <a16:creationId xmlns:a16="http://schemas.microsoft.com/office/drawing/2014/main" id="{9ACC6A0C-8BFE-3C64-1D57-DAF9D2D9E757}"/>
                  </a:ext>
                </a:extLst>
              </p:cNvPr>
              <p:cNvSpPr txBox="1"/>
              <p:nvPr/>
            </p:nvSpPr>
            <p:spPr>
              <a:xfrm>
                <a:off x="6080466" y="2178268"/>
                <a:ext cx="826369" cy="523220"/>
              </a:xfrm>
              <a:prstGeom prst="rect">
                <a:avLst/>
              </a:prstGeom>
              <a:noFill/>
            </p:spPr>
            <p:txBody>
              <a:bodyPr wrap="none" rtlCol="0">
                <a:spAutoFit/>
              </a:bodyPr>
              <a:lstStyle/>
              <a:p>
                <a:r>
                  <a:rPr kumimoji="1" lang="ja-JP" altLang="en-US" sz="2800" dirty="0">
                    <a:solidFill>
                      <a:schemeClr val="accent6"/>
                    </a:solidFill>
                    <a:latin typeface="叛逆明朝" panose="02000503000000000000" pitchFamily="2" charset="-128"/>
                    <a:ea typeface="叛逆明朝" panose="02000503000000000000" pitchFamily="2" charset="-128"/>
                    <a:cs typeface="叛逆明朝" panose="02000503000000000000" pitchFamily="2" charset="-128"/>
                  </a:rPr>
                  <a:t>ノード選択</a:t>
                </a:r>
              </a:p>
            </p:txBody>
          </p:sp>
        </p:grpSp>
      </p:grpSp>
      <p:grpSp>
        <p:nvGrpSpPr>
          <p:cNvPr id="35" name="グループ化 34">
            <a:extLst>
              <a:ext uri="{FF2B5EF4-FFF2-40B4-BE49-F238E27FC236}">
                <a16:creationId xmlns:a16="http://schemas.microsoft.com/office/drawing/2014/main" id="{7FEF0256-AEC9-450F-6C9B-8BC1A4E021B3}"/>
              </a:ext>
            </a:extLst>
          </p:cNvPr>
          <p:cNvGrpSpPr/>
          <p:nvPr/>
        </p:nvGrpSpPr>
        <p:grpSpPr>
          <a:xfrm>
            <a:off x="7151570" y="2897065"/>
            <a:ext cx="4727632" cy="923330"/>
            <a:chOff x="7151572" y="975648"/>
            <a:chExt cx="4727632" cy="923330"/>
          </a:xfrm>
        </p:grpSpPr>
        <p:sp>
          <p:nvSpPr>
            <p:cNvPr id="36" name="吹き出し: 角を丸めた四角形 35">
              <a:extLst>
                <a:ext uri="{FF2B5EF4-FFF2-40B4-BE49-F238E27FC236}">
                  <a16:creationId xmlns:a16="http://schemas.microsoft.com/office/drawing/2014/main" id="{E12A0964-C7C5-FCB5-FB3F-10CF971F7F42}"/>
                </a:ext>
              </a:extLst>
            </p:cNvPr>
            <p:cNvSpPr/>
            <p:nvPr/>
          </p:nvSpPr>
          <p:spPr>
            <a:xfrm>
              <a:off x="7151572" y="975648"/>
              <a:ext cx="4727632" cy="923330"/>
            </a:xfrm>
            <a:prstGeom prst="wedgeRoundRectCallout">
              <a:avLst>
                <a:gd name="adj1" fmla="val -57876"/>
                <a:gd name="adj2" fmla="val 20517"/>
                <a:gd name="adj3" fmla="val 16667"/>
              </a:avLst>
            </a:prstGeom>
            <a:solidFill>
              <a:schemeClr val="accent6">
                <a:lumMod val="20000"/>
                <a:lumOff val="8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37" name="グループ化 36">
              <a:extLst>
                <a:ext uri="{FF2B5EF4-FFF2-40B4-BE49-F238E27FC236}">
                  <a16:creationId xmlns:a16="http://schemas.microsoft.com/office/drawing/2014/main" id="{77237242-7FF6-4053-9276-A5F40FE8C650}"/>
                </a:ext>
              </a:extLst>
            </p:cNvPr>
            <p:cNvGrpSpPr/>
            <p:nvPr/>
          </p:nvGrpSpPr>
          <p:grpSpPr>
            <a:xfrm>
              <a:off x="7323653" y="985385"/>
              <a:ext cx="4329556" cy="895772"/>
              <a:chOff x="6080465" y="2178268"/>
              <a:chExt cx="3056618" cy="895772"/>
            </a:xfrm>
          </p:grpSpPr>
          <p:sp>
            <p:nvSpPr>
              <p:cNvPr id="38" name="テキスト ボックス 37">
                <a:extLst>
                  <a:ext uri="{FF2B5EF4-FFF2-40B4-BE49-F238E27FC236}">
                    <a16:creationId xmlns:a16="http://schemas.microsoft.com/office/drawing/2014/main" id="{5A967662-F122-70BD-2497-A4192F955B19}"/>
                  </a:ext>
                </a:extLst>
              </p:cNvPr>
              <p:cNvSpPr txBox="1"/>
              <p:nvPr/>
            </p:nvSpPr>
            <p:spPr>
              <a:xfrm>
                <a:off x="6080465" y="2612375"/>
                <a:ext cx="3056618" cy="461665"/>
              </a:xfrm>
              <a:prstGeom prst="rect">
                <a:avLst/>
              </a:prstGeom>
              <a:noFill/>
            </p:spPr>
            <p:txBody>
              <a:bodyPr wrap="square" rtlCol="0">
                <a:spAutoFit/>
              </a:bodyPr>
              <a:lstStyle/>
              <a:p>
                <a:r>
                  <a:rPr kumimoji="1" lang="ja-JP" altLang="en-US" sz="2400" dirty="0">
                    <a:solidFill>
                      <a:schemeClr val="tx1">
                        <a:lumMod val="85000"/>
                        <a:lumOff val="15000"/>
                      </a:schemeClr>
                    </a:solidFill>
                    <a:latin typeface="叛逆明朝" panose="02000503000000000000" pitchFamily="2" charset="-128"/>
                    <a:ea typeface="叛逆明朝" panose="02000503000000000000" pitchFamily="2" charset="-128"/>
                    <a:cs typeface="叛逆明朝" panose="02000503000000000000" pitchFamily="2" charset="-128"/>
                  </a:rPr>
                  <a:t>ゲートシステムフロー</a:t>
                </a:r>
              </a:p>
            </p:txBody>
          </p:sp>
          <p:sp>
            <p:nvSpPr>
              <p:cNvPr id="39" name="テキスト ボックス 38">
                <a:extLst>
                  <a:ext uri="{FF2B5EF4-FFF2-40B4-BE49-F238E27FC236}">
                    <a16:creationId xmlns:a16="http://schemas.microsoft.com/office/drawing/2014/main" id="{FBF45B18-A391-C618-E1AB-FDCF939390B0}"/>
                  </a:ext>
                </a:extLst>
              </p:cNvPr>
              <p:cNvSpPr txBox="1"/>
              <p:nvPr/>
            </p:nvSpPr>
            <p:spPr>
              <a:xfrm>
                <a:off x="6080466" y="2178268"/>
                <a:ext cx="826369" cy="523220"/>
              </a:xfrm>
              <a:prstGeom prst="rect">
                <a:avLst/>
              </a:prstGeom>
              <a:noFill/>
            </p:spPr>
            <p:txBody>
              <a:bodyPr wrap="none" rtlCol="0">
                <a:spAutoFit/>
              </a:bodyPr>
              <a:lstStyle/>
              <a:p>
                <a:r>
                  <a:rPr kumimoji="1" lang="ja-JP" altLang="en-US" sz="2800" dirty="0">
                    <a:solidFill>
                      <a:schemeClr val="accent6"/>
                    </a:solidFill>
                    <a:latin typeface="叛逆明朝" panose="02000503000000000000" pitchFamily="2" charset="-128"/>
                    <a:ea typeface="叛逆明朝" panose="02000503000000000000" pitchFamily="2" charset="-128"/>
                    <a:cs typeface="叛逆明朝" panose="02000503000000000000" pitchFamily="2" charset="-128"/>
                  </a:rPr>
                  <a:t>ノード選択</a:t>
                </a:r>
              </a:p>
            </p:txBody>
          </p:sp>
        </p:grpSp>
      </p:grpSp>
      <p:pic>
        <p:nvPicPr>
          <p:cNvPr id="27" name="図 26" descr="グラフィカル ユーザー インターフェイス&#10;&#10;AI 生成コンテンツは誤りを含む可能性があります。">
            <a:extLst>
              <a:ext uri="{FF2B5EF4-FFF2-40B4-BE49-F238E27FC236}">
                <a16:creationId xmlns:a16="http://schemas.microsoft.com/office/drawing/2014/main" id="{BD4A2613-004B-81E3-CF3B-9A3ACB14A1F7}"/>
              </a:ext>
            </a:extLst>
          </p:cNvPr>
          <p:cNvPicPr>
            <a:picLocks noChangeAspect="1"/>
          </p:cNvPicPr>
          <p:nvPr/>
        </p:nvPicPr>
        <p:blipFill>
          <a:blip r:embed="rId3">
            <a:extLst>
              <a:ext uri="{28A0092B-C50C-407E-A947-70E740481C1C}">
                <a14:useLocalDpi xmlns:a14="http://schemas.microsoft.com/office/drawing/2010/main" val="0"/>
              </a:ext>
            </a:extLst>
          </a:blip>
          <a:srcRect l="20377" t="23011" r="58129" b="49800"/>
          <a:stretch>
            <a:fillRect/>
          </a:stretch>
        </p:blipFill>
        <p:spPr>
          <a:xfrm>
            <a:off x="5496251" y="705566"/>
            <a:ext cx="1410300" cy="1003486"/>
          </a:xfrm>
          <a:prstGeom prst="rect">
            <a:avLst/>
          </a:prstGeom>
          <a:ln w="38100">
            <a:solidFill>
              <a:schemeClr val="bg1">
                <a:lumMod val="95000"/>
              </a:schemeClr>
            </a:solidFill>
          </a:ln>
        </p:spPr>
      </p:pic>
      <p:sp>
        <p:nvSpPr>
          <p:cNvPr id="29" name="四角形: 角を丸くする 28">
            <a:extLst>
              <a:ext uri="{FF2B5EF4-FFF2-40B4-BE49-F238E27FC236}">
                <a16:creationId xmlns:a16="http://schemas.microsoft.com/office/drawing/2014/main" id="{56535309-01D7-D3EE-59F3-E98738A2D979}"/>
              </a:ext>
            </a:extLst>
          </p:cNvPr>
          <p:cNvSpPr/>
          <p:nvPr/>
        </p:nvSpPr>
        <p:spPr>
          <a:xfrm>
            <a:off x="1374455" y="1686795"/>
            <a:ext cx="974110" cy="767647"/>
          </a:xfrm>
          <a:prstGeom prst="roundRect">
            <a:avLst/>
          </a:prstGeom>
          <a:solidFill>
            <a:schemeClr val="accent6">
              <a:lumMod val="20000"/>
              <a:lumOff val="80000"/>
              <a:alpha val="35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31" name="直線コネクタ 30">
            <a:extLst>
              <a:ext uri="{FF2B5EF4-FFF2-40B4-BE49-F238E27FC236}">
                <a16:creationId xmlns:a16="http://schemas.microsoft.com/office/drawing/2014/main" id="{28411E7B-E86F-7594-339F-1C77066A873B}"/>
              </a:ext>
            </a:extLst>
          </p:cNvPr>
          <p:cNvCxnSpPr>
            <a:cxnSpLocks/>
            <a:stCxn id="27" idx="1"/>
            <a:endCxn id="29" idx="3"/>
          </p:cNvCxnSpPr>
          <p:nvPr/>
        </p:nvCxnSpPr>
        <p:spPr>
          <a:xfrm flipH="1">
            <a:off x="2348565" y="1207309"/>
            <a:ext cx="3147686" cy="863310"/>
          </a:xfrm>
          <a:prstGeom prst="line">
            <a:avLst/>
          </a:prstGeom>
          <a:ln w="63500">
            <a:solidFill>
              <a:schemeClr val="bg1">
                <a:lumMod val="95000"/>
              </a:schemeClr>
            </a:solidFill>
            <a:prstDash val="sysDash"/>
            <a:headEnd type="ova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884466062"/>
      </p:ext>
    </p:extLst>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9BC8A7-621B-6FF7-8B29-C70506BAAC49}"/>
            </a:ext>
          </a:extLst>
        </p:cNvPr>
        <p:cNvGrpSpPr/>
        <p:nvPr/>
      </p:nvGrpSpPr>
      <p:grpSpPr>
        <a:xfrm>
          <a:off x="0" y="0"/>
          <a:ext cx="0" cy="0"/>
          <a:chOff x="0" y="0"/>
          <a:chExt cx="0" cy="0"/>
        </a:xfrm>
      </p:grpSpPr>
      <p:grpSp>
        <p:nvGrpSpPr>
          <p:cNvPr id="11" name="グループ化 10">
            <a:extLst>
              <a:ext uri="{FF2B5EF4-FFF2-40B4-BE49-F238E27FC236}">
                <a16:creationId xmlns:a16="http://schemas.microsoft.com/office/drawing/2014/main" id="{517F235F-9959-36D5-542F-C31D78FCE1B9}"/>
              </a:ext>
            </a:extLst>
          </p:cNvPr>
          <p:cNvGrpSpPr/>
          <p:nvPr/>
        </p:nvGrpSpPr>
        <p:grpSpPr>
          <a:xfrm>
            <a:off x="0" y="0"/>
            <a:ext cx="12192000" cy="6857999"/>
            <a:chOff x="0" y="0"/>
            <a:chExt cx="12701154" cy="6858000"/>
          </a:xfrm>
        </p:grpSpPr>
        <p:sp>
          <p:nvSpPr>
            <p:cNvPr id="5" name="正方形/長方形 4">
              <a:extLst>
                <a:ext uri="{FF2B5EF4-FFF2-40B4-BE49-F238E27FC236}">
                  <a16:creationId xmlns:a16="http://schemas.microsoft.com/office/drawing/2014/main" id="{C5F9BDE7-030B-45FC-E330-AB61E54F2F56}"/>
                </a:ext>
              </a:extLst>
            </p:cNvPr>
            <p:cNvSpPr/>
            <p:nvPr/>
          </p:nvSpPr>
          <p:spPr>
            <a:xfrm>
              <a:off x="0" y="0"/>
              <a:ext cx="4233718" cy="6858000"/>
            </a:xfrm>
            <a:prstGeom prst="rect">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 name="正方形/長方形 1">
              <a:extLst>
                <a:ext uri="{FF2B5EF4-FFF2-40B4-BE49-F238E27FC236}">
                  <a16:creationId xmlns:a16="http://schemas.microsoft.com/office/drawing/2014/main" id="{490F814B-BD52-D35F-042D-326AF7737D91}"/>
                </a:ext>
              </a:extLst>
            </p:cNvPr>
            <p:cNvSpPr/>
            <p:nvPr/>
          </p:nvSpPr>
          <p:spPr>
            <a:xfrm>
              <a:off x="8467436" y="0"/>
              <a:ext cx="4233718" cy="6858000"/>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 name="正方形/長方形 2">
              <a:extLst>
                <a:ext uri="{FF2B5EF4-FFF2-40B4-BE49-F238E27FC236}">
                  <a16:creationId xmlns:a16="http://schemas.microsoft.com/office/drawing/2014/main" id="{CCF6D6CE-37B8-6907-9A0D-C6BE228E3C6F}"/>
                </a:ext>
              </a:extLst>
            </p:cNvPr>
            <p:cNvSpPr/>
            <p:nvPr/>
          </p:nvSpPr>
          <p:spPr>
            <a:xfrm>
              <a:off x="4233718" y="0"/>
              <a:ext cx="4233718" cy="6858000"/>
            </a:xfrm>
            <a:prstGeom prst="rect">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14" name="グループ化 13">
            <a:extLst>
              <a:ext uri="{FF2B5EF4-FFF2-40B4-BE49-F238E27FC236}">
                <a16:creationId xmlns:a16="http://schemas.microsoft.com/office/drawing/2014/main" id="{D5633E00-124C-416D-9E3A-B949C29DA052}"/>
              </a:ext>
            </a:extLst>
          </p:cNvPr>
          <p:cNvGrpSpPr/>
          <p:nvPr/>
        </p:nvGrpSpPr>
        <p:grpSpPr>
          <a:xfrm>
            <a:off x="3932990" y="193388"/>
            <a:ext cx="4326021" cy="923330"/>
            <a:chOff x="161925" y="71568"/>
            <a:chExt cx="4064001" cy="923330"/>
          </a:xfrm>
        </p:grpSpPr>
        <p:sp>
          <p:nvSpPr>
            <p:cNvPr id="12" name="四角形: 角を丸くする 11">
              <a:extLst>
                <a:ext uri="{FF2B5EF4-FFF2-40B4-BE49-F238E27FC236}">
                  <a16:creationId xmlns:a16="http://schemas.microsoft.com/office/drawing/2014/main" id="{90F0078E-2FDF-A46C-253F-19B6589A3338}"/>
                </a:ext>
              </a:extLst>
            </p:cNvPr>
            <p:cNvSpPr/>
            <p:nvPr/>
          </p:nvSpPr>
          <p:spPr>
            <a:xfrm>
              <a:off x="161925" y="160320"/>
              <a:ext cx="4064001" cy="815328"/>
            </a:xfrm>
            <a:prstGeom prst="roundRect">
              <a:avLst>
                <a:gd name="adj" fmla="val 9570"/>
              </a:avLst>
            </a:prstGeom>
            <a:solidFill>
              <a:schemeClr val="tx1">
                <a:lumMod val="85000"/>
                <a:lumOff val="15000"/>
                <a:alpha val="5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4" name="テキスト ボックス 3">
              <a:extLst>
                <a:ext uri="{FF2B5EF4-FFF2-40B4-BE49-F238E27FC236}">
                  <a16:creationId xmlns:a16="http://schemas.microsoft.com/office/drawing/2014/main" id="{E148A06E-B3A5-5BFE-4828-11EDE7084E31}"/>
                </a:ext>
              </a:extLst>
            </p:cNvPr>
            <p:cNvSpPr txBox="1"/>
            <p:nvPr/>
          </p:nvSpPr>
          <p:spPr>
            <a:xfrm>
              <a:off x="181175" y="71568"/>
              <a:ext cx="3999813" cy="923330"/>
            </a:xfrm>
            <a:prstGeom prst="rect">
              <a:avLst/>
            </a:prstGeom>
            <a:noFill/>
          </p:spPr>
          <p:txBody>
            <a:bodyPr wrap="none" rtlCol="0">
              <a:spAutoFit/>
            </a:bodyPr>
            <a:lstStyle/>
            <a:p>
              <a:pPr algn="ctr"/>
              <a:r>
                <a:rPr kumimoji="1" lang="ja-JP" altLang="en-US" sz="5400" dirty="0">
                  <a:solidFill>
                    <a:schemeClr val="bg1">
                      <a:lumMod val="95000"/>
                    </a:schemeClr>
                  </a:solidFill>
                  <a:latin typeface="叛逆明朝" panose="02000503000000000000" pitchFamily="2" charset="-128"/>
                  <a:ea typeface="叛逆明朝" panose="02000503000000000000" pitchFamily="2" charset="-128"/>
                  <a:cs typeface="叛逆明朝" panose="02000503000000000000" pitchFamily="2" charset="-128"/>
                </a:rPr>
                <a:t>ゲートシステムフロー</a:t>
              </a:r>
            </a:p>
          </p:txBody>
        </p:sp>
      </p:grpSp>
      <p:grpSp>
        <p:nvGrpSpPr>
          <p:cNvPr id="6" name="グループ化 5">
            <a:extLst>
              <a:ext uri="{FF2B5EF4-FFF2-40B4-BE49-F238E27FC236}">
                <a16:creationId xmlns:a16="http://schemas.microsoft.com/office/drawing/2014/main" id="{0A949A39-5B72-15C8-2E11-F4856F6278C0}"/>
              </a:ext>
            </a:extLst>
          </p:cNvPr>
          <p:cNvGrpSpPr/>
          <p:nvPr/>
        </p:nvGrpSpPr>
        <p:grpSpPr>
          <a:xfrm>
            <a:off x="1162211" y="1379608"/>
            <a:ext cx="9867579" cy="769442"/>
            <a:chOff x="1162211" y="3657790"/>
            <a:chExt cx="9867579" cy="769442"/>
          </a:xfrm>
        </p:grpSpPr>
        <p:sp>
          <p:nvSpPr>
            <p:cNvPr id="13" name="テキスト ボックス 12">
              <a:extLst>
                <a:ext uri="{FF2B5EF4-FFF2-40B4-BE49-F238E27FC236}">
                  <a16:creationId xmlns:a16="http://schemas.microsoft.com/office/drawing/2014/main" id="{159E165D-BF6C-606E-4E1E-1E8C1DE4B09C}"/>
                </a:ext>
              </a:extLst>
            </p:cNvPr>
            <p:cNvSpPr txBox="1"/>
            <p:nvPr/>
          </p:nvSpPr>
          <p:spPr>
            <a:xfrm>
              <a:off x="1162211" y="3657791"/>
              <a:ext cx="1739579" cy="769441"/>
            </a:xfrm>
            <a:prstGeom prst="rect">
              <a:avLst/>
            </a:prstGeom>
            <a:noFill/>
          </p:spPr>
          <p:txBody>
            <a:bodyPr wrap="none" rtlCol="0">
              <a:spAutoFit/>
            </a:bodyPr>
            <a:lstStyle/>
            <a:p>
              <a:pPr algn="ctr"/>
              <a:r>
                <a:rPr kumimoji="1" lang="ja-JP" altLang="en-US" sz="4400" dirty="0">
                  <a:solidFill>
                    <a:schemeClr val="tx1">
                      <a:lumMod val="85000"/>
                      <a:lumOff val="15000"/>
                    </a:schemeClr>
                  </a:solidFill>
                  <a:latin typeface="叛逆明朝" panose="02000503000000000000" pitchFamily="2" charset="-128"/>
                  <a:ea typeface="叛逆明朝" panose="02000503000000000000" pitchFamily="2" charset="-128"/>
                  <a:cs typeface="叛逆明朝" panose="02000503000000000000" pitchFamily="2" charset="-128"/>
                </a:rPr>
                <a:t>ルート選択</a:t>
              </a:r>
            </a:p>
          </p:txBody>
        </p:sp>
        <p:sp>
          <p:nvSpPr>
            <p:cNvPr id="15" name="テキスト ボックス 14">
              <a:extLst>
                <a:ext uri="{FF2B5EF4-FFF2-40B4-BE49-F238E27FC236}">
                  <a16:creationId xmlns:a16="http://schemas.microsoft.com/office/drawing/2014/main" id="{895A8F8F-3FD7-89AF-5525-ADC87A7BCD03}"/>
                </a:ext>
              </a:extLst>
            </p:cNvPr>
            <p:cNvSpPr txBox="1"/>
            <p:nvPr/>
          </p:nvSpPr>
          <p:spPr>
            <a:xfrm>
              <a:off x="5226211" y="3657790"/>
              <a:ext cx="1739579" cy="769441"/>
            </a:xfrm>
            <a:prstGeom prst="rect">
              <a:avLst/>
            </a:prstGeom>
            <a:noFill/>
          </p:spPr>
          <p:txBody>
            <a:bodyPr wrap="none" rtlCol="0">
              <a:spAutoFit/>
            </a:bodyPr>
            <a:lstStyle/>
            <a:p>
              <a:pPr algn="ctr"/>
              <a:r>
                <a:rPr kumimoji="1" lang="ja-JP" altLang="en-US" sz="4400" dirty="0">
                  <a:solidFill>
                    <a:schemeClr val="tx1">
                      <a:lumMod val="85000"/>
                      <a:lumOff val="15000"/>
                    </a:schemeClr>
                  </a:solidFill>
                  <a:latin typeface="叛逆明朝" panose="02000503000000000000" pitchFamily="2" charset="-128"/>
                  <a:ea typeface="叛逆明朝" panose="02000503000000000000" pitchFamily="2" charset="-128"/>
                  <a:cs typeface="叛逆明朝" panose="02000503000000000000" pitchFamily="2" charset="-128"/>
                </a:rPr>
                <a:t>ノード実行</a:t>
              </a:r>
            </a:p>
          </p:txBody>
        </p:sp>
        <p:sp>
          <p:nvSpPr>
            <p:cNvPr id="16" name="テキスト ボックス 15">
              <a:extLst>
                <a:ext uri="{FF2B5EF4-FFF2-40B4-BE49-F238E27FC236}">
                  <a16:creationId xmlns:a16="http://schemas.microsoft.com/office/drawing/2014/main" id="{C5B30B1C-BB93-0ACE-6663-24B01D1AD0B5}"/>
                </a:ext>
              </a:extLst>
            </p:cNvPr>
            <p:cNvSpPr txBox="1"/>
            <p:nvPr/>
          </p:nvSpPr>
          <p:spPr>
            <a:xfrm>
              <a:off x="9290210" y="3657790"/>
              <a:ext cx="1739580" cy="769441"/>
            </a:xfrm>
            <a:prstGeom prst="rect">
              <a:avLst/>
            </a:prstGeom>
            <a:noFill/>
          </p:spPr>
          <p:txBody>
            <a:bodyPr wrap="none" rtlCol="0">
              <a:spAutoFit/>
            </a:bodyPr>
            <a:lstStyle/>
            <a:p>
              <a:pPr algn="ctr"/>
              <a:r>
                <a:rPr kumimoji="1" lang="ja-JP" altLang="en-US" sz="4400" dirty="0">
                  <a:solidFill>
                    <a:schemeClr val="tx1">
                      <a:lumMod val="85000"/>
                      <a:lumOff val="15000"/>
                    </a:schemeClr>
                  </a:solidFill>
                  <a:latin typeface="叛逆明朝" panose="02000503000000000000" pitchFamily="2" charset="-128"/>
                  <a:ea typeface="叛逆明朝" panose="02000503000000000000" pitchFamily="2" charset="-128"/>
                  <a:cs typeface="叛逆明朝" panose="02000503000000000000" pitchFamily="2" charset="-128"/>
                </a:rPr>
                <a:t>次ターンへ</a:t>
              </a:r>
            </a:p>
          </p:txBody>
        </p:sp>
      </p:grpSp>
    </p:spTree>
    <p:extLst>
      <p:ext uri="{BB962C8B-B14F-4D97-AF65-F5344CB8AC3E}">
        <p14:creationId xmlns:p14="http://schemas.microsoft.com/office/powerpoint/2010/main" val="3620424488"/>
      </p:ext>
    </p:extLst>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7A305E-D79A-FA2F-EC6D-17800F581DEE}"/>
            </a:ext>
          </a:extLst>
        </p:cNvPr>
        <p:cNvGrpSpPr/>
        <p:nvPr/>
      </p:nvGrpSpPr>
      <p:grpSpPr>
        <a:xfrm>
          <a:off x="0" y="0"/>
          <a:ext cx="0" cy="0"/>
          <a:chOff x="0" y="0"/>
          <a:chExt cx="0" cy="0"/>
        </a:xfrm>
      </p:grpSpPr>
      <p:grpSp>
        <p:nvGrpSpPr>
          <p:cNvPr id="11" name="グループ化 10">
            <a:extLst>
              <a:ext uri="{FF2B5EF4-FFF2-40B4-BE49-F238E27FC236}">
                <a16:creationId xmlns:a16="http://schemas.microsoft.com/office/drawing/2014/main" id="{838F2514-2018-C6C9-4375-D8C048311E1E}"/>
              </a:ext>
            </a:extLst>
          </p:cNvPr>
          <p:cNvGrpSpPr/>
          <p:nvPr/>
        </p:nvGrpSpPr>
        <p:grpSpPr>
          <a:xfrm>
            <a:off x="0" y="3429001"/>
            <a:ext cx="12192000" cy="3428999"/>
            <a:chOff x="0" y="0"/>
            <a:chExt cx="12701154" cy="6858000"/>
          </a:xfrm>
        </p:grpSpPr>
        <p:sp>
          <p:nvSpPr>
            <p:cNvPr id="5" name="正方形/長方形 4">
              <a:extLst>
                <a:ext uri="{FF2B5EF4-FFF2-40B4-BE49-F238E27FC236}">
                  <a16:creationId xmlns:a16="http://schemas.microsoft.com/office/drawing/2014/main" id="{E0FABE51-123C-F405-75E8-E330C855CF90}"/>
                </a:ext>
              </a:extLst>
            </p:cNvPr>
            <p:cNvSpPr/>
            <p:nvPr/>
          </p:nvSpPr>
          <p:spPr>
            <a:xfrm>
              <a:off x="0" y="0"/>
              <a:ext cx="4233718" cy="6858000"/>
            </a:xfrm>
            <a:prstGeom prst="rect">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 name="正方形/長方形 1">
              <a:extLst>
                <a:ext uri="{FF2B5EF4-FFF2-40B4-BE49-F238E27FC236}">
                  <a16:creationId xmlns:a16="http://schemas.microsoft.com/office/drawing/2014/main" id="{11180006-3958-9E7B-AE43-CB1E2C47CEC2}"/>
                </a:ext>
              </a:extLst>
            </p:cNvPr>
            <p:cNvSpPr/>
            <p:nvPr/>
          </p:nvSpPr>
          <p:spPr>
            <a:xfrm>
              <a:off x="8467436" y="0"/>
              <a:ext cx="4233718" cy="6858000"/>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 name="正方形/長方形 2">
              <a:extLst>
                <a:ext uri="{FF2B5EF4-FFF2-40B4-BE49-F238E27FC236}">
                  <a16:creationId xmlns:a16="http://schemas.microsoft.com/office/drawing/2014/main" id="{D7A01CB7-81BD-75A4-7339-A5CC5BF47DC5}"/>
                </a:ext>
              </a:extLst>
            </p:cNvPr>
            <p:cNvSpPr/>
            <p:nvPr/>
          </p:nvSpPr>
          <p:spPr>
            <a:xfrm>
              <a:off x="4233718" y="0"/>
              <a:ext cx="4233718" cy="6858000"/>
            </a:xfrm>
            <a:prstGeom prst="rect">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4" name="テキスト ボックス 3">
            <a:extLst>
              <a:ext uri="{FF2B5EF4-FFF2-40B4-BE49-F238E27FC236}">
                <a16:creationId xmlns:a16="http://schemas.microsoft.com/office/drawing/2014/main" id="{8220B69E-0A84-BFC7-DE2D-B7373BFAE67E}"/>
              </a:ext>
            </a:extLst>
          </p:cNvPr>
          <p:cNvSpPr txBox="1"/>
          <p:nvPr/>
        </p:nvSpPr>
        <p:spPr>
          <a:xfrm>
            <a:off x="1087615" y="134754"/>
            <a:ext cx="4257695" cy="923330"/>
          </a:xfrm>
          <a:prstGeom prst="rect">
            <a:avLst/>
          </a:prstGeom>
          <a:noFill/>
        </p:spPr>
        <p:txBody>
          <a:bodyPr wrap="none" rtlCol="0">
            <a:spAutoFit/>
          </a:bodyPr>
          <a:lstStyle/>
          <a:p>
            <a:pPr algn="ctr"/>
            <a:r>
              <a:rPr kumimoji="1" lang="ja-JP" altLang="en-US" sz="5400" dirty="0">
                <a:solidFill>
                  <a:schemeClr val="bg1">
                    <a:lumMod val="95000"/>
                  </a:schemeClr>
                </a:solidFill>
                <a:latin typeface="叛逆明朝" panose="02000503000000000000" pitchFamily="2" charset="-128"/>
                <a:ea typeface="叛逆明朝" panose="02000503000000000000" pitchFamily="2" charset="-128"/>
                <a:cs typeface="叛逆明朝" panose="02000503000000000000" pitchFamily="2" charset="-128"/>
              </a:rPr>
              <a:t>ゲートシステムフロー</a:t>
            </a:r>
          </a:p>
        </p:txBody>
      </p:sp>
      <p:pic>
        <p:nvPicPr>
          <p:cNvPr id="17" name="図 16" descr="グラフィカル ユーザー インターフェイス&#10;&#10;AI 生成コンテンツは誤りを含む可能性があります。">
            <a:extLst>
              <a:ext uri="{FF2B5EF4-FFF2-40B4-BE49-F238E27FC236}">
                <a16:creationId xmlns:a16="http://schemas.microsoft.com/office/drawing/2014/main" id="{5617A369-05AA-B1F1-25DF-755927FB61B6}"/>
              </a:ext>
            </a:extLst>
          </p:cNvPr>
          <p:cNvPicPr>
            <a:picLocks noChangeAspect="1"/>
          </p:cNvPicPr>
          <p:nvPr/>
        </p:nvPicPr>
        <p:blipFill>
          <a:blip r:embed="rId3">
            <a:extLst>
              <a:ext uri="{28A0092B-C50C-407E-A947-70E740481C1C}">
                <a14:useLocalDpi xmlns:a14="http://schemas.microsoft.com/office/drawing/2010/main" val="0"/>
              </a:ext>
            </a:extLst>
          </a:blip>
          <a:srcRect l="20377" t="23011" r="58129" b="49800"/>
          <a:stretch>
            <a:fillRect/>
          </a:stretch>
        </p:blipFill>
        <p:spPr>
          <a:xfrm>
            <a:off x="809712" y="4016226"/>
            <a:ext cx="2444576" cy="1739416"/>
          </a:xfrm>
          <a:prstGeom prst="rect">
            <a:avLst/>
          </a:prstGeom>
          <a:ln w="38100">
            <a:solidFill>
              <a:schemeClr val="accent6"/>
            </a:solidFill>
          </a:ln>
        </p:spPr>
      </p:pic>
      <p:pic>
        <p:nvPicPr>
          <p:cNvPr id="18" name="図 17" descr="グラフィカル ユーザー インターフェイス&#10;&#10;AI 生成コンテンツは誤りを含む可能性があります。">
            <a:extLst>
              <a:ext uri="{FF2B5EF4-FFF2-40B4-BE49-F238E27FC236}">
                <a16:creationId xmlns:a16="http://schemas.microsoft.com/office/drawing/2014/main" id="{E1A0511B-3705-25B4-C084-F3AF7ED12990}"/>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463339" y="192505"/>
            <a:ext cx="5398592" cy="3036707"/>
          </a:xfrm>
          <a:prstGeom prst="rect">
            <a:avLst/>
          </a:prstGeom>
          <a:ln w="38100">
            <a:solidFill>
              <a:schemeClr val="accent6"/>
            </a:solidFill>
          </a:ln>
        </p:spPr>
      </p:pic>
      <p:sp>
        <p:nvSpPr>
          <p:cNvPr id="20" name="四角形: 角を丸くする 19">
            <a:extLst>
              <a:ext uri="{FF2B5EF4-FFF2-40B4-BE49-F238E27FC236}">
                <a16:creationId xmlns:a16="http://schemas.microsoft.com/office/drawing/2014/main" id="{E606A960-3A35-2161-AEC9-3B81FD981227}"/>
              </a:ext>
            </a:extLst>
          </p:cNvPr>
          <p:cNvSpPr/>
          <p:nvPr/>
        </p:nvSpPr>
        <p:spPr>
          <a:xfrm>
            <a:off x="301193" y="1125553"/>
            <a:ext cx="1883742" cy="1971676"/>
          </a:xfrm>
          <a:prstGeom prst="roundRect">
            <a:avLst>
              <a:gd name="adj" fmla="val 9570"/>
            </a:avLst>
          </a:prstGeom>
          <a:solidFill>
            <a:schemeClr val="accent6">
              <a:lumMod val="20000"/>
              <a:lumOff val="8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3" name="四角形: 角を丸くする 22">
            <a:extLst>
              <a:ext uri="{FF2B5EF4-FFF2-40B4-BE49-F238E27FC236}">
                <a16:creationId xmlns:a16="http://schemas.microsoft.com/office/drawing/2014/main" id="{D8000FEF-8A9B-5D79-77DC-12850E0FDDF9}"/>
              </a:ext>
            </a:extLst>
          </p:cNvPr>
          <p:cNvSpPr/>
          <p:nvPr/>
        </p:nvSpPr>
        <p:spPr>
          <a:xfrm>
            <a:off x="7575082" y="906207"/>
            <a:ext cx="1176571" cy="826340"/>
          </a:xfrm>
          <a:prstGeom prst="roundRect">
            <a:avLst/>
          </a:prstGeom>
          <a:solidFill>
            <a:schemeClr val="accent6">
              <a:lumMod val="20000"/>
              <a:lumOff val="80000"/>
              <a:alpha val="40000"/>
            </a:schemeClr>
          </a:solidFill>
          <a:ln w="190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4000" dirty="0">
              <a:latin typeface="07焔極太明朝" panose="02000600000000000000" pitchFamily="50" charset="-128"/>
              <a:ea typeface="07焔極太明朝" panose="02000600000000000000" pitchFamily="50" charset="-128"/>
            </a:endParaRPr>
          </a:p>
        </p:txBody>
      </p:sp>
      <p:sp>
        <p:nvSpPr>
          <p:cNvPr id="13" name="テキスト ボックス 12">
            <a:extLst>
              <a:ext uri="{FF2B5EF4-FFF2-40B4-BE49-F238E27FC236}">
                <a16:creationId xmlns:a16="http://schemas.microsoft.com/office/drawing/2014/main" id="{C9BA2B14-9DA7-F032-F037-FF06470AF167}"/>
              </a:ext>
            </a:extLst>
          </p:cNvPr>
          <p:cNvSpPr txBox="1"/>
          <p:nvPr/>
        </p:nvSpPr>
        <p:spPr>
          <a:xfrm>
            <a:off x="479874" y="1189913"/>
            <a:ext cx="1526380" cy="584775"/>
          </a:xfrm>
          <a:prstGeom prst="rect">
            <a:avLst/>
          </a:prstGeom>
          <a:noFill/>
        </p:spPr>
        <p:txBody>
          <a:bodyPr wrap="none" rtlCol="0">
            <a:spAutoFit/>
          </a:bodyPr>
          <a:lstStyle/>
          <a:p>
            <a:pPr algn="ctr"/>
            <a:r>
              <a:rPr kumimoji="1" lang="en-US" altLang="ja-JP" sz="3200" dirty="0">
                <a:solidFill>
                  <a:schemeClr val="tx1">
                    <a:lumMod val="85000"/>
                    <a:lumOff val="15000"/>
                  </a:schemeClr>
                </a:solidFill>
                <a:latin typeface="叛逆明朝" panose="02000503000000000000" pitchFamily="2" charset="-128"/>
                <a:ea typeface="叛逆明朝" panose="02000503000000000000" pitchFamily="2" charset="-128"/>
                <a:cs typeface="叛逆明朝" panose="02000503000000000000" pitchFamily="2" charset="-128"/>
              </a:rPr>
              <a:t>1.</a:t>
            </a:r>
            <a:r>
              <a:rPr kumimoji="1" lang="ja-JP" altLang="en-US" sz="3200" dirty="0">
                <a:solidFill>
                  <a:schemeClr val="tx1">
                    <a:lumMod val="85000"/>
                    <a:lumOff val="15000"/>
                  </a:schemeClr>
                </a:solidFill>
                <a:latin typeface="叛逆明朝" panose="02000503000000000000" pitchFamily="2" charset="-128"/>
                <a:ea typeface="叛逆明朝" panose="02000503000000000000" pitchFamily="2" charset="-128"/>
                <a:cs typeface="叛逆明朝" panose="02000503000000000000" pitchFamily="2" charset="-128"/>
              </a:rPr>
              <a:t>ルート選択</a:t>
            </a:r>
          </a:p>
        </p:txBody>
      </p:sp>
      <p:sp>
        <p:nvSpPr>
          <p:cNvPr id="26" name="四角形: 角を丸くする 25">
            <a:extLst>
              <a:ext uri="{FF2B5EF4-FFF2-40B4-BE49-F238E27FC236}">
                <a16:creationId xmlns:a16="http://schemas.microsoft.com/office/drawing/2014/main" id="{2549810D-38F1-BB74-775C-D608A0372F2B}"/>
              </a:ext>
            </a:extLst>
          </p:cNvPr>
          <p:cNvSpPr/>
          <p:nvPr/>
        </p:nvSpPr>
        <p:spPr>
          <a:xfrm>
            <a:off x="2279404" y="1125553"/>
            <a:ext cx="1883742" cy="1971676"/>
          </a:xfrm>
          <a:prstGeom prst="roundRect">
            <a:avLst>
              <a:gd name="adj" fmla="val 9570"/>
            </a:avLst>
          </a:prstGeom>
          <a:solidFill>
            <a:schemeClr val="accent6">
              <a:lumMod val="40000"/>
              <a:lumOff val="6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8" name="四角形: 角を丸くする 27">
            <a:extLst>
              <a:ext uri="{FF2B5EF4-FFF2-40B4-BE49-F238E27FC236}">
                <a16:creationId xmlns:a16="http://schemas.microsoft.com/office/drawing/2014/main" id="{E68E18F7-A7F3-A4DA-9FFB-C88B529AFCD8}"/>
              </a:ext>
            </a:extLst>
          </p:cNvPr>
          <p:cNvSpPr/>
          <p:nvPr/>
        </p:nvSpPr>
        <p:spPr>
          <a:xfrm>
            <a:off x="4250758" y="1125553"/>
            <a:ext cx="1883742" cy="1971676"/>
          </a:xfrm>
          <a:prstGeom prst="roundRect">
            <a:avLst>
              <a:gd name="adj" fmla="val 9570"/>
            </a:avLst>
          </a:prstGeom>
          <a:solidFill>
            <a:schemeClr val="accent6">
              <a:lumMod val="60000"/>
              <a:lumOff val="4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テキスト ボックス 14">
            <a:extLst>
              <a:ext uri="{FF2B5EF4-FFF2-40B4-BE49-F238E27FC236}">
                <a16:creationId xmlns:a16="http://schemas.microsoft.com/office/drawing/2014/main" id="{3B75679E-5698-0564-DD99-50E3F6369019}"/>
              </a:ext>
            </a:extLst>
          </p:cNvPr>
          <p:cNvSpPr txBox="1"/>
          <p:nvPr/>
        </p:nvSpPr>
        <p:spPr>
          <a:xfrm>
            <a:off x="2430831" y="1189914"/>
            <a:ext cx="1571264" cy="584775"/>
          </a:xfrm>
          <a:prstGeom prst="rect">
            <a:avLst/>
          </a:prstGeom>
          <a:noFill/>
        </p:spPr>
        <p:txBody>
          <a:bodyPr wrap="none" rtlCol="0">
            <a:spAutoFit/>
          </a:bodyPr>
          <a:lstStyle/>
          <a:p>
            <a:pPr algn="ctr"/>
            <a:r>
              <a:rPr kumimoji="1" lang="en-US" altLang="ja-JP" sz="3200" dirty="0">
                <a:solidFill>
                  <a:schemeClr val="tx1">
                    <a:lumMod val="85000"/>
                    <a:lumOff val="15000"/>
                  </a:schemeClr>
                </a:solidFill>
                <a:latin typeface="叛逆明朝" panose="02000503000000000000" pitchFamily="2" charset="-128"/>
                <a:ea typeface="叛逆明朝" panose="02000503000000000000" pitchFamily="2" charset="-128"/>
                <a:cs typeface="叛逆明朝" panose="02000503000000000000" pitchFamily="2" charset="-128"/>
              </a:rPr>
              <a:t>2.</a:t>
            </a:r>
            <a:r>
              <a:rPr kumimoji="1" lang="ja-JP" altLang="en-US" sz="3200" dirty="0">
                <a:solidFill>
                  <a:schemeClr val="tx1">
                    <a:lumMod val="85000"/>
                    <a:lumOff val="15000"/>
                  </a:schemeClr>
                </a:solidFill>
                <a:latin typeface="叛逆明朝" panose="02000503000000000000" pitchFamily="2" charset="-128"/>
                <a:ea typeface="叛逆明朝" panose="02000503000000000000" pitchFamily="2" charset="-128"/>
                <a:cs typeface="叛逆明朝" panose="02000503000000000000" pitchFamily="2" charset="-128"/>
              </a:rPr>
              <a:t>ノード実行</a:t>
            </a:r>
          </a:p>
        </p:txBody>
      </p:sp>
      <p:sp>
        <p:nvSpPr>
          <p:cNvPr id="16" name="テキスト ボックス 15">
            <a:extLst>
              <a:ext uri="{FF2B5EF4-FFF2-40B4-BE49-F238E27FC236}">
                <a16:creationId xmlns:a16="http://schemas.microsoft.com/office/drawing/2014/main" id="{0F2FA38E-E8B5-2B35-5863-0A62CA478702}"/>
              </a:ext>
            </a:extLst>
          </p:cNvPr>
          <p:cNvSpPr txBox="1"/>
          <p:nvPr/>
        </p:nvSpPr>
        <p:spPr>
          <a:xfrm>
            <a:off x="4400585" y="1189913"/>
            <a:ext cx="1584087" cy="584775"/>
          </a:xfrm>
          <a:prstGeom prst="rect">
            <a:avLst/>
          </a:prstGeom>
          <a:noFill/>
        </p:spPr>
        <p:txBody>
          <a:bodyPr wrap="none" rtlCol="0">
            <a:spAutoFit/>
          </a:bodyPr>
          <a:lstStyle/>
          <a:p>
            <a:pPr algn="ctr"/>
            <a:r>
              <a:rPr kumimoji="1" lang="en-US" altLang="ja-JP" sz="3200" dirty="0">
                <a:solidFill>
                  <a:schemeClr val="tx1">
                    <a:lumMod val="85000"/>
                    <a:lumOff val="15000"/>
                  </a:schemeClr>
                </a:solidFill>
                <a:latin typeface="叛逆明朝" panose="02000503000000000000" pitchFamily="2" charset="-128"/>
                <a:ea typeface="叛逆明朝" panose="02000503000000000000" pitchFamily="2" charset="-128"/>
                <a:cs typeface="叛逆明朝" panose="02000503000000000000" pitchFamily="2" charset="-128"/>
              </a:rPr>
              <a:t>3.</a:t>
            </a:r>
            <a:r>
              <a:rPr kumimoji="1" lang="ja-JP" altLang="en-US" sz="3200" dirty="0">
                <a:solidFill>
                  <a:schemeClr val="tx1">
                    <a:lumMod val="85000"/>
                    <a:lumOff val="15000"/>
                  </a:schemeClr>
                </a:solidFill>
                <a:latin typeface="叛逆明朝" panose="02000503000000000000" pitchFamily="2" charset="-128"/>
                <a:ea typeface="叛逆明朝" panose="02000503000000000000" pitchFamily="2" charset="-128"/>
                <a:cs typeface="叛逆明朝" panose="02000503000000000000" pitchFamily="2" charset="-128"/>
              </a:rPr>
              <a:t>次ターンへ</a:t>
            </a:r>
          </a:p>
        </p:txBody>
      </p:sp>
      <p:grpSp>
        <p:nvGrpSpPr>
          <p:cNvPr id="54" name="グループ化 53">
            <a:extLst>
              <a:ext uri="{FF2B5EF4-FFF2-40B4-BE49-F238E27FC236}">
                <a16:creationId xmlns:a16="http://schemas.microsoft.com/office/drawing/2014/main" id="{66B87DDB-C175-19D3-7EE5-5D572623F1BE}"/>
              </a:ext>
            </a:extLst>
          </p:cNvPr>
          <p:cNvGrpSpPr/>
          <p:nvPr/>
        </p:nvGrpSpPr>
        <p:grpSpPr>
          <a:xfrm>
            <a:off x="7361483" y="1389813"/>
            <a:ext cx="427198" cy="461665"/>
            <a:chOff x="6862814" y="4572001"/>
            <a:chExt cx="427198" cy="461665"/>
          </a:xfrm>
        </p:grpSpPr>
        <p:sp>
          <p:nvSpPr>
            <p:cNvPr id="53" name="楕円 52">
              <a:extLst>
                <a:ext uri="{FF2B5EF4-FFF2-40B4-BE49-F238E27FC236}">
                  <a16:creationId xmlns:a16="http://schemas.microsoft.com/office/drawing/2014/main" id="{1C1AC9BF-DC48-515D-110F-35A8181EAA0F}"/>
                </a:ext>
              </a:extLst>
            </p:cNvPr>
            <p:cNvSpPr/>
            <p:nvPr/>
          </p:nvSpPr>
          <p:spPr>
            <a:xfrm>
              <a:off x="6862814" y="4600877"/>
              <a:ext cx="427198" cy="427198"/>
            </a:xfrm>
            <a:prstGeom prst="ellipse">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 name="テキスト ボックス 23">
              <a:extLst>
                <a:ext uri="{FF2B5EF4-FFF2-40B4-BE49-F238E27FC236}">
                  <a16:creationId xmlns:a16="http://schemas.microsoft.com/office/drawing/2014/main" id="{FBBEABE3-6E0D-094A-7B0C-93F8BDB8F8EE}"/>
                </a:ext>
              </a:extLst>
            </p:cNvPr>
            <p:cNvSpPr txBox="1"/>
            <p:nvPr/>
          </p:nvSpPr>
          <p:spPr>
            <a:xfrm>
              <a:off x="6943386" y="4572001"/>
              <a:ext cx="269625" cy="461665"/>
            </a:xfrm>
            <a:prstGeom prst="rect">
              <a:avLst/>
            </a:prstGeom>
            <a:noFill/>
          </p:spPr>
          <p:txBody>
            <a:bodyPr wrap="none" rtlCol="0">
              <a:spAutoFit/>
            </a:bodyPr>
            <a:lstStyle/>
            <a:p>
              <a:pPr algn="ctr"/>
              <a:r>
                <a:rPr kumimoji="1" lang="en-US" altLang="ja-JP" sz="2400" b="1" dirty="0">
                  <a:solidFill>
                    <a:schemeClr val="tx1">
                      <a:lumMod val="85000"/>
                      <a:lumOff val="15000"/>
                    </a:schemeClr>
                  </a:solidFill>
                  <a:latin typeface="叛逆明朝" panose="02000503000000000000" pitchFamily="2" charset="-128"/>
                  <a:ea typeface="叛逆明朝" panose="02000503000000000000" pitchFamily="2" charset="-128"/>
                  <a:cs typeface="叛逆明朝" panose="02000503000000000000" pitchFamily="2" charset="-128"/>
                </a:rPr>
                <a:t>1</a:t>
              </a:r>
              <a:endParaRPr kumimoji="1" lang="ja-JP" altLang="en-US" sz="2400" b="1" dirty="0">
                <a:solidFill>
                  <a:schemeClr val="tx1">
                    <a:lumMod val="85000"/>
                    <a:lumOff val="15000"/>
                  </a:schemeClr>
                </a:solidFill>
                <a:latin typeface="叛逆明朝" panose="02000503000000000000" pitchFamily="2" charset="-128"/>
                <a:ea typeface="叛逆明朝" panose="02000503000000000000" pitchFamily="2" charset="-128"/>
                <a:cs typeface="叛逆明朝" panose="02000503000000000000" pitchFamily="2" charset="-128"/>
              </a:endParaRPr>
            </a:p>
          </p:txBody>
        </p:sp>
      </p:grpSp>
      <p:sp>
        <p:nvSpPr>
          <p:cNvPr id="61" name="四角形: 角を丸くする 60">
            <a:extLst>
              <a:ext uri="{FF2B5EF4-FFF2-40B4-BE49-F238E27FC236}">
                <a16:creationId xmlns:a16="http://schemas.microsoft.com/office/drawing/2014/main" id="{EA73F9D0-16A1-E78D-65CA-90682548737D}"/>
              </a:ext>
            </a:extLst>
          </p:cNvPr>
          <p:cNvSpPr/>
          <p:nvPr/>
        </p:nvSpPr>
        <p:spPr>
          <a:xfrm>
            <a:off x="9711889" y="279962"/>
            <a:ext cx="2050181" cy="1914597"/>
          </a:xfrm>
          <a:prstGeom prst="roundRect">
            <a:avLst>
              <a:gd name="adj" fmla="val 7526"/>
            </a:avLst>
          </a:prstGeom>
          <a:solidFill>
            <a:schemeClr val="accent6">
              <a:lumMod val="20000"/>
              <a:lumOff val="80000"/>
              <a:alpha val="40000"/>
            </a:schemeClr>
          </a:solidFill>
          <a:ln w="190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4000" dirty="0">
              <a:latin typeface="07焔極太明朝" panose="02000600000000000000" pitchFamily="50" charset="-128"/>
              <a:ea typeface="07焔極太明朝" panose="02000600000000000000" pitchFamily="50" charset="-128"/>
            </a:endParaRPr>
          </a:p>
        </p:txBody>
      </p:sp>
      <p:grpSp>
        <p:nvGrpSpPr>
          <p:cNvPr id="62" name="グループ化 61">
            <a:extLst>
              <a:ext uri="{FF2B5EF4-FFF2-40B4-BE49-F238E27FC236}">
                <a16:creationId xmlns:a16="http://schemas.microsoft.com/office/drawing/2014/main" id="{89840ACB-BA09-247B-B72A-59D637E5DE86}"/>
              </a:ext>
            </a:extLst>
          </p:cNvPr>
          <p:cNvGrpSpPr/>
          <p:nvPr/>
        </p:nvGrpSpPr>
        <p:grpSpPr>
          <a:xfrm>
            <a:off x="9498290" y="1820351"/>
            <a:ext cx="427198" cy="461665"/>
            <a:chOff x="6862814" y="4572001"/>
            <a:chExt cx="427198" cy="461665"/>
          </a:xfrm>
        </p:grpSpPr>
        <p:sp>
          <p:nvSpPr>
            <p:cNvPr id="63" name="楕円 62">
              <a:extLst>
                <a:ext uri="{FF2B5EF4-FFF2-40B4-BE49-F238E27FC236}">
                  <a16:creationId xmlns:a16="http://schemas.microsoft.com/office/drawing/2014/main" id="{B43FD9AF-E4FC-0D62-E140-4309AE0816D2}"/>
                </a:ext>
              </a:extLst>
            </p:cNvPr>
            <p:cNvSpPr/>
            <p:nvPr/>
          </p:nvSpPr>
          <p:spPr>
            <a:xfrm>
              <a:off x="6862814" y="4600877"/>
              <a:ext cx="427198" cy="427198"/>
            </a:xfrm>
            <a:prstGeom prst="ellipse">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4" name="テキスト ボックス 63">
              <a:extLst>
                <a:ext uri="{FF2B5EF4-FFF2-40B4-BE49-F238E27FC236}">
                  <a16:creationId xmlns:a16="http://schemas.microsoft.com/office/drawing/2014/main" id="{111585EE-87B2-4BC3-9EC9-4861ACD1175D}"/>
                </a:ext>
              </a:extLst>
            </p:cNvPr>
            <p:cNvSpPr txBox="1"/>
            <p:nvPr/>
          </p:nvSpPr>
          <p:spPr>
            <a:xfrm>
              <a:off x="6927355" y="4572001"/>
              <a:ext cx="301686" cy="461665"/>
            </a:xfrm>
            <a:prstGeom prst="rect">
              <a:avLst/>
            </a:prstGeom>
            <a:noFill/>
          </p:spPr>
          <p:txBody>
            <a:bodyPr wrap="none" rtlCol="0">
              <a:spAutoFit/>
            </a:bodyPr>
            <a:lstStyle/>
            <a:p>
              <a:pPr algn="ctr"/>
              <a:r>
                <a:rPr lang="en-US" altLang="ja-JP" sz="2400" b="1" dirty="0">
                  <a:solidFill>
                    <a:schemeClr val="tx1">
                      <a:lumMod val="85000"/>
                      <a:lumOff val="15000"/>
                    </a:schemeClr>
                  </a:solidFill>
                  <a:latin typeface="叛逆明朝" panose="02000503000000000000" pitchFamily="2" charset="-128"/>
                  <a:ea typeface="叛逆明朝" panose="02000503000000000000" pitchFamily="2" charset="-128"/>
                  <a:cs typeface="叛逆明朝" panose="02000503000000000000" pitchFamily="2" charset="-128"/>
                </a:rPr>
                <a:t>2</a:t>
              </a:r>
              <a:endParaRPr kumimoji="1" lang="ja-JP" altLang="en-US" sz="2400" b="1" dirty="0">
                <a:solidFill>
                  <a:schemeClr val="tx1">
                    <a:lumMod val="85000"/>
                    <a:lumOff val="15000"/>
                  </a:schemeClr>
                </a:solidFill>
                <a:latin typeface="叛逆明朝" panose="02000503000000000000" pitchFamily="2" charset="-128"/>
                <a:ea typeface="叛逆明朝" panose="02000503000000000000" pitchFamily="2" charset="-128"/>
                <a:cs typeface="叛逆明朝" panose="02000503000000000000" pitchFamily="2" charset="-128"/>
              </a:endParaRPr>
            </a:p>
          </p:txBody>
        </p:sp>
      </p:grpSp>
      <p:sp>
        <p:nvSpPr>
          <p:cNvPr id="65" name="四角形: 角を丸くする 64">
            <a:extLst>
              <a:ext uri="{FF2B5EF4-FFF2-40B4-BE49-F238E27FC236}">
                <a16:creationId xmlns:a16="http://schemas.microsoft.com/office/drawing/2014/main" id="{EBAEDFAA-1665-5B0B-95D7-76189CE26D47}"/>
              </a:ext>
            </a:extLst>
          </p:cNvPr>
          <p:cNvSpPr/>
          <p:nvPr/>
        </p:nvSpPr>
        <p:spPr>
          <a:xfrm>
            <a:off x="8014160" y="1884210"/>
            <a:ext cx="427198" cy="931891"/>
          </a:xfrm>
          <a:prstGeom prst="roundRect">
            <a:avLst/>
          </a:prstGeom>
          <a:solidFill>
            <a:schemeClr val="accent6">
              <a:lumMod val="20000"/>
              <a:lumOff val="80000"/>
              <a:alpha val="40000"/>
            </a:schemeClr>
          </a:solidFill>
          <a:ln w="190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4000" dirty="0">
              <a:latin typeface="07焔極太明朝" panose="02000600000000000000" pitchFamily="50" charset="-128"/>
              <a:ea typeface="07焔極太明朝" panose="02000600000000000000" pitchFamily="50" charset="-128"/>
            </a:endParaRPr>
          </a:p>
        </p:txBody>
      </p:sp>
      <p:sp>
        <p:nvSpPr>
          <p:cNvPr id="66" name="四角形: 角を丸くする 65">
            <a:extLst>
              <a:ext uri="{FF2B5EF4-FFF2-40B4-BE49-F238E27FC236}">
                <a16:creationId xmlns:a16="http://schemas.microsoft.com/office/drawing/2014/main" id="{C848ABA7-5794-17CC-502B-861FA5A68A7F}"/>
              </a:ext>
            </a:extLst>
          </p:cNvPr>
          <p:cNvSpPr/>
          <p:nvPr/>
        </p:nvSpPr>
        <p:spPr>
          <a:xfrm>
            <a:off x="7963780" y="577516"/>
            <a:ext cx="313965" cy="309440"/>
          </a:xfrm>
          <a:prstGeom prst="roundRect">
            <a:avLst/>
          </a:prstGeom>
          <a:solidFill>
            <a:schemeClr val="accent6">
              <a:lumMod val="20000"/>
              <a:lumOff val="80000"/>
              <a:alpha val="40000"/>
            </a:schemeClr>
          </a:solidFill>
          <a:ln w="190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4000" dirty="0">
              <a:latin typeface="07焔極太明朝" panose="02000600000000000000" pitchFamily="50" charset="-128"/>
              <a:ea typeface="07焔極太明朝" panose="02000600000000000000" pitchFamily="50" charset="-128"/>
            </a:endParaRPr>
          </a:p>
        </p:txBody>
      </p:sp>
      <p:cxnSp>
        <p:nvCxnSpPr>
          <p:cNvPr id="68" name="コネクタ: 曲線 67">
            <a:extLst>
              <a:ext uri="{FF2B5EF4-FFF2-40B4-BE49-F238E27FC236}">
                <a16:creationId xmlns:a16="http://schemas.microsoft.com/office/drawing/2014/main" id="{5BEE661A-DD77-0375-A34A-22DD3083DDC3}"/>
              </a:ext>
            </a:extLst>
          </p:cNvPr>
          <p:cNvCxnSpPr>
            <a:cxnSpLocks/>
            <a:stCxn id="66" idx="3"/>
            <a:endCxn id="65" idx="3"/>
          </p:cNvCxnSpPr>
          <p:nvPr/>
        </p:nvCxnSpPr>
        <p:spPr>
          <a:xfrm>
            <a:off x="8277745" y="732236"/>
            <a:ext cx="163613" cy="1617920"/>
          </a:xfrm>
          <a:prstGeom prst="curvedConnector3">
            <a:avLst>
              <a:gd name="adj1" fmla="val 580931"/>
            </a:avLst>
          </a:prstGeom>
          <a:ln>
            <a:solidFill>
              <a:schemeClr val="bg1">
                <a:lumMod val="95000"/>
              </a:schemeClr>
            </a:solidFill>
            <a:prstDash val="sysDash"/>
          </a:ln>
        </p:spPr>
        <p:style>
          <a:lnRef idx="2">
            <a:schemeClr val="accent1"/>
          </a:lnRef>
          <a:fillRef idx="0">
            <a:schemeClr val="accent1"/>
          </a:fillRef>
          <a:effectRef idx="1">
            <a:schemeClr val="accent1"/>
          </a:effectRef>
          <a:fontRef idx="minor">
            <a:schemeClr val="tx1"/>
          </a:fontRef>
        </p:style>
      </p:cxnSp>
      <p:grpSp>
        <p:nvGrpSpPr>
          <p:cNvPr id="72" name="グループ化 71">
            <a:extLst>
              <a:ext uri="{FF2B5EF4-FFF2-40B4-BE49-F238E27FC236}">
                <a16:creationId xmlns:a16="http://schemas.microsoft.com/office/drawing/2014/main" id="{AC00060F-E7E7-4981-8463-4514FA123FEC}"/>
              </a:ext>
            </a:extLst>
          </p:cNvPr>
          <p:cNvGrpSpPr/>
          <p:nvPr/>
        </p:nvGrpSpPr>
        <p:grpSpPr>
          <a:xfrm>
            <a:off x="7707397" y="2119322"/>
            <a:ext cx="427198" cy="461665"/>
            <a:chOff x="6862814" y="4572001"/>
            <a:chExt cx="427198" cy="461665"/>
          </a:xfrm>
        </p:grpSpPr>
        <p:sp>
          <p:nvSpPr>
            <p:cNvPr id="73" name="楕円 72">
              <a:extLst>
                <a:ext uri="{FF2B5EF4-FFF2-40B4-BE49-F238E27FC236}">
                  <a16:creationId xmlns:a16="http://schemas.microsoft.com/office/drawing/2014/main" id="{62AF21B0-A5A3-6921-6967-8879168706CC}"/>
                </a:ext>
              </a:extLst>
            </p:cNvPr>
            <p:cNvSpPr/>
            <p:nvPr/>
          </p:nvSpPr>
          <p:spPr>
            <a:xfrm>
              <a:off x="6862814" y="4600877"/>
              <a:ext cx="427198" cy="427198"/>
            </a:xfrm>
            <a:prstGeom prst="ellipse">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4" name="テキスト ボックス 73">
              <a:extLst>
                <a:ext uri="{FF2B5EF4-FFF2-40B4-BE49-F238E27FC236}">
                  <a16:creationId xmlns:a16="http://schemas.microsoft.com/office/drawing/2014/main" id="{E71852A5-A1A6-8160-379B-7BFBCFA17D92}"/>
                </a:ext>
              </a:extLst>
            </p:cNvPr>
            <p:cNvSpPr txBox="1"/>
            <p:nvPr/>
          </p:nvSpPr>
          <p:spPr>
            <a:xfrm>
              <a:off x="6922546" y="4572001"/>
              <a:ext cx="311304" cy="461665"/>
            </a:xfrm>
            <a:prstGeom prst="rect">
              <a:avLst/>
            </a:prstGeom>
            <a:noFill/>
          </p:spPr>
          <p:txBody>
            <a:bodyPr wrap="none" rtlCol="0">
              <a:spAutoFit/>
            </a:bodyPr>
            <a:lstStyle/>
            <a:p>
              <a:pPr algn="ctr"/>
              <a:r>
                <a:rPr kumimoji="1" lang="en-US" altLang="ja-JP" sz="2400" b="1" dirty="0">
                  <a:solidFill>
                    <a:schemeClr val="tx1">
                      <a:lumMod val="85000"/>
                      <a:lumOff val="15000"/>
                    </a:schemeClr>
                  </a:solidFill>
                  <a:latin typeface="叛逆明朝" panose="02000503000000000000" pitchFamily="2" charset="-128"/>
                  <a:ea typeface="叛逆明朝" panose="02000503000000000000" pitchFamily="2" charset="-128"/>
                  <a:cs typeface="叛逆明朝" panose="02000503000000000000" pitchFamily="2" charset="-128"/>
                </a:rPr>
                <a:t>3</a:t>
              </a:r>
              <a:endParaRPr kumimoji="1" lang="ja-JP" altLang="en-US" sz="2400" b="1" dirty="0">
                <a:solidFill>
                  <a:schemeClr val="tx1">
                    <a:lumMod val="85000"/>
                    <a:lumOff val="15000"/>
                  </a:schemeClr>
                </a:solidFill>
                <a:latin typeface="叛逆明朝" panose="02000503000000000000" pitchFamily="2" charset="-128"/>
                <a:ea typeface="叛逆明朝" panose="02000503000000000000" pitchFamily="2" charset="-128"/>
                <a:cs typeface="叛逆明朝" panose="02000503000000000000" pitchFamily="2" charset="-128"/>
              </a:endParaRPr>
            </a:p>
          </p:txBody>
        </p:sp>
      </p:grpSp>
      <p:pic>
        <p:nvPicPr>
          <p:cNvPr id="76" name="図 75" descr="グラフィカル ユーザー インターフェイス&#10;&#10;AI 生成コンテンツは誤りを含む可能性があります。">
            <a:extLst>
              <a:ext uri="{FF2B5EF4-FFF2-40B4-BE49-F238E27FC236}">
                <a16:creationId xmlns:a16="http://schemas.microsoft.com/office/drawing/2014/main" id="{938251AB-EC86-C8AD-32E9-507858C9D266}"/>
              </a:ext>
            </a:extLst>
          </p:cNvPr>
          <p:cNvPicPr>
            <a:picLocks noChangeAspect="1"/>
          </p:cNvPicPr>
          <p:nvPr/>
        </p:nvPicPr>
        <p:blipFill>
          <a:blip r:embed="rId3">
            <a:extLst>
              <a:ext uri="{28A0092B-C50C-407E-A947-70E740481C1C}">
                <a14:useLocalDpi xmlns:a14="http://schemas.microsoft.com/office/drawing/2010/main" val="0"/>
              </a:ext>
            </a:extLst>
          </a:blip>
          <a:srcRect l="757" t="1944" r="41116" b="2616"/>
          <a:stretch>
            <a:fillRect/>
          </a:stretch>
        </p:blipFill>
        <p:spPr>
          <a:xfrm>
            <a:off x="630738" y="1754578"/>
            <a:ext cx="1229407" cy="1135453"/>
          </a:xfrm>
          <a:prstGeom prst="rect">
            <a:avLst/>
          </a:prstGeom>
          <a:ln w="38100">
            <a:solidFill>
              <a:schemeClr val="accent6"/>
            </a:solidFill>
          </a:ln>
        </p:spPr>
      </p:pic>
      <p:pic>
        <p:nvPicPr>
          <p:cNvPr id="77" name="図 76" descr="グラフィカル ユーザー インターフェイス&#10;&#10;AI 生成コンテンツは誤りを含む可能性があります。">
            <a:extLst>
              <a:ext uri="{FF2B5EF4-FFF2-40B4-BE49-F238E27FC236}">
                <a16:creationId xmlns:a16="http://schemas.microsoft.com/office/drawing/2014/main" id="{39315B03-D14D-CA2A-2828-63CBCFB8C22B}"/>
              </a:ext>
            </a:extLst>
          </p:cNvPr>
          <p:cNvPicPr>
            <a:picLocks noChangeAspect="1"/>
          </p:cNvPicPr>
          <p:nvPr/>
        </p:nvPicPr>
        <p:blipFill>
          <a:blip r:embed="rId3">
            <a:extLst>
              <a:ext uri="{28A0092B-C50C-407E-A947-70E740481C1C}">
                <a14:useLocalDpi xmlns:a14="http://schemas.microsoft.com/office/drawing/2010/main" val="0"/>
              </a:ext>
            </a:extLst>
          </a:blip>
          <a:srcRect l="58761" b="33057"/>
          <a:stretch>
            <a:fillRect/>
          </a:stretch>
        </p:blipFill>
        <p:spPr>
          <a:xfrm>
            <a:off x="2606641" y="1795889"/>
            <a:ext cx="1214019" cy="1108530"/>
          </a:xfrm>
          <a:prstGeom prst="rect">
            <a:avLst/>
          </a:prstGeom>
          <a:ln w="38100">
            <a:solidFill>
              <a:schemeClr val="accent6"/>
            </a:solidFill>
          </a:ln>
        </p:spPr>
      </p:pic>
      <p:pic>
        <p:nvPicPr>
          <p:cNvPr id="78" name="図 77" descr="グラフィカル ユーザー インターフェイス&#10;&#10;AI 生成コンテンツは誤りを含む可能性があります。">
            <a:extLst>
              <a:ext uri="{FF2B5EF4-FFF2-40B4-BE49-F238E27FC236}">
                <a16:creationId xmlns:a16="http://schemas.microsoft.com/office/drawing/2014/main" id="{6E31F50B-84FF-B5B3-43CD-B52C620CEDB0}"/>
              </a:ext>
            </a:extLst>
          </p:cNvPr>
          <p:cNvPicPr>
            <a:picLocks noChangeAspect="1"/>
          </p:cNvPicPr>
          <p:nvPr/>
        </p:nvPicPr>
        <p:blipFill>
          <a:blip r:embed="rId3">
            <a:extLst>
              <a:ext uri="{28A0092B-C50C-407E-A947-70E740481C1C}">
                <a14:useLocalDpi xmlns:a14="http://schemas.microsoft.com/office/drawing/2010/main" val="0"/>
              </a:ext>
            </a:extLst>
          </a:blip>
          <a:srcRect l="28771" t="54242" r="62592" b="13365"/>
          <a:stretch>
            <a:fillRect/>
          </a:stretch>
        </p:blipFill>
        <p:spPr>
          <a:xfrm>
            <a:off x="4484509" y="1786264"/>
            <a:ext cx="541709" cy="1142787"/>
          </a:xfrm>
          <a:prstGeom prst="rect">
            <a:avLst/>
          </a:prstGeom>
          <a:ln w="38100">
            <a:solidFill>
              <a:schemeClr val="accent6"/>
            </a:solidFill>
          </a:ln>
        </p:spPr>
      </p:pic>
      <p:pic>
        <p:nvPicPr>
          <p:cNvPr id="79" name="図 78" descr="グラフィカル ユーザー インターフェイス&#10;&#10;AI 生成コンテンツは誤りを含む可能性があります。">
            <a:extLst>
              <a:ext uri="{FF2B5EF4-FFF2-40B4-BE49-F238E27FC236}">
                <a16:creationId xmlns:a16="http://schemas.microsoft.com/office/drawing/2014/main" id="{B0650381-4F12-9B25-0377-978BEEDA25B6}"/>
              </a:ext>
            </a:extLst>
          </p:cNvPr>
          <p:cNvPicPr>
            <a:picLocks noChangeAspect="1"/>
          </p:cNvPicPr>
          <p:nvPr/>
        </p:nvPicPr>
        <p:blipFill>
          <a:blip r:embed="rId3">
            <a:extLst>
              <a:ext uri="{28A0092B-C50C-407E-A947-70E740481C1C}">
                <a14:useLocalDpi xmlns:a14="http://schemas.microsoft.com/office/drawing/2010/main" val="0"/>
              </a:ext>
            </a:extLst>
          </a:blip>
          <a:srcRect l="27878" t="12406" r="66178" b="76525"/>
          <a:stretch>
            <a:fillRect/>
          </a:stretch>
        </p:blipFill>
        <p:spPr>
          <a:xfrm>
            <a:off x="5183815" y="1964852"/>
            <a:ext cx="733762" cy="768567"/>
          </a:xfrm>
          <a:prstGeom prst="rect">
            <a:avLst/>
          </a:prstGeom>
          <a:ln w="38100">
            <a:solidFill>
              <a:schemeClr val="accent6"/>
            </a:solidFill>
          </a:ln>
        </p:spPr>
      </p:pic>
      <p:sp>
        <p:nvSpPr>
          <p:cNvPr id="85" name="テキスト ボックス 84">
            <a:extLst>
              <a:ext uri="{FF2B5EF4-FFF2-40B4-BE49-F238E27FC236}">
                <a16:creationId xmlns:a16="http://schemas.microsoft.com/office/drawing/2014/main" id="{6306A14E-C678-54C4-58A7-A28B9264D450}"/>
              </a:ext>
            </a:extLst>
          </p:cNvPr>
          <p:cNvSpPr txBox="1"/>
          <p:nvPr/>
        </p:nvSpPr>
        <p:spPr>
          <a:xfrm>
            <a:off x="333361" y="5967814"/>
            <a:ext cx="3345788" cy="584775"/>
          </a:xfrm>
          <a:prstGeom prst="rect">
            <a:avLst/>
          </a:prstGeom>
          <a:noFill/>
          <a:effectLst/>
        </p:spPr>
        <p:txBody>
          <a:bodyPr wrap="none" rtlCol="0">
            <a:spAutoFit/>
          </a:bodyPr>
          <a:lstStyle/>
          <a:p>
            <a:pPr algn="ctr"/>
            <a:r>
              <a:rPr kumimoji="1" lang="ja-JP" altLang="en-US" sz="3200" dirty="0">
                <a:solidFill>
                  <a:schemeClr val="accent6">
                    <a:lumMod val="50000"/>
                  </a:schemeClr>
                </a:solidFill>
                <a:latin typeface="叛逆明朝" panose="02000503000000000000" pitchFamily="2" charset="-128"/>
                <a:ea typeface="叛逆明朝" panose="02000503000000000000" pitchFamily="2" charset="-128"/>
                <a:cs typeface="叛逆明朝" panose="02000503000000000000" pitchFamily="2" charset="-128"/>
              </a:rPr>
              <a:t>ルートマップ上のルートを選択</a:t>
            </a:r>
          </a:p>
        </p:txBody>
      </p:sp>
      <p:sp>
        <p:nvSpPr>
          <p:cNvPr id="91" name="二等辺三角形 90">
            <a:extLst>
              <a:ext uri="{FF2B5EF4-FFF2-40B4-BE49-F238E27FC236}">
                <a16:creationId xmlns:a16="http://schemas.microsoft.com/office/drawing/2014/main" id="{344B733B-BCD2-066A-A28A-496FF2E69AC0}"/>
              </a:ext>
            </a:extLst>
          </p:cNvPr>
          <p:cNvSpPr/>
          <p:nvPr/>
        </p:nvSpPr>
        <p:spPr>
          <a:xfrm rot="5400000">
            <a:off x="3533647" y="4841349"/>
            <a:ext cx="1060704" cy="604303"/>
          </a:xfrm>
          <a:prstGeom prst="triangl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2" name="テキスト ボックス 91">
            <a:extLst>
              <a:ext uri="{FF2B5EF4-FFF2-40B4-BE49-F238E27FC236}">
                <a16:creationId xmlns:a16="http://schemas.microsoft.com/office/drawing/2014/main" id="{9A63CC90-809A-4258-B57B-05BFA74B123F}"/>
              </a:ext>
            </a:extLst>
          </p:cNvPr>
          <p:cNvSpPr txBox="1"/>
          <p:nvPr/>
        </p:nvSpPr>
        <p:spPr>
          <a:xfrm>
            <a:off x="4647528" y="5967813"/>
            <a:ext cx="2896947" cy="584775"/>
          </a:xfrm>
          <a:prstGeom prst="rect">
            <a:avLst/>
          </a:prstGeom>
          <a:noFill/>
          <a:effectLst/>
        </p:spPr>
        <p:txBody>
          <a:bodyPr wrap="none" rtlCol="0">
            <a:spAutoFit/>
          </a:bodyPr>
          <a:lstStyle/>
          <a:p>
            <a:pPr algn="ctr"/>
            <a:r>
              <a:rPr kumimoji="1" lang="ja-JP" altLang="en-US" sz="3200" dirty="0">
                <a:solidFill>
                  <a:schemeClr val="accent6">
                    <a:lumMod val="50000"/>
                  </a:schemeClr>
                </a:solidFill>
                <a:latin typeface="叛逆明朝" panose="02000503000000000000" pitchFamily="2" charset="-128"/>
                <a:ea typeface="叛逆明朝" panose="02000503000000000000" pitchFamily="2" charset="-128"/>
                <a:cs typeface="叛逆明朝" panose="02000503000000000000" pitchFamily="2" charset="-128"/>
              </a:rPr>
              <a:t>ルート決定し、ノード発動</a:t>
            </a:r>
          </a:p>
        </p:txBody>
      </p:sp>
      <p:sp>
        <p:nvSpPr>
          <p:cNvPr id="93" name="テキスト ボックス 92">
            <a:extLst>
              <a:ext uri="{FF2B5EF4-FFF2-40B4-BE49-F238E27FC236}">
                <a16:creationId xmlns:a16="http://schemas.microsoft.com/office/drawing/2014/main" id="{76193BE0-60B1-8261-E5EB-A98504371279}"/>
              </a:ext>
            </a:extLst>
          </p:cNvPr>
          <p:cNvSpPr txBox="1"/>
          <p:nvPr/>
        </p:nvSpPr>
        <p:spPr>
          <a:xfrm>
            <a:off x="8384257" y="5967813"/>
            <a:ext cx="3575018" cy="584775"/>
          </a:xfrm>
          <a:prstGeom prst="rect">
            <a:avLst/>
          </a:prstGeom>
          <a:noFill/>
          <a:effectLst/>
        </p:spPr>
        <p:txBody>
          <a:bodyPr wrap="none" rtlCol="0">
            <a:spAutoFit/>
          </a:bodyPr>
          <a:lstStyle/>
          <a:p>
            <a:pPr algn="ctr"/>
            <a:r>
              <a:rPr kumimoji="1" lang="ja-JP" altLang="en-US" sz="3200" dirty="0">
                <a:solidFill>
                  <a:schemeClr val="accent6">
                    <a:lumMod val="50000"/>
                  </a:schemeClr>
                </a:solidFill>
                <a:latin typeface="叛逆明朝" panose="02000503000000000000" pitchFamily="2" charset="-128"/>
                <a:ea typeface="叛逆明朝" panose="02000503000000000000" pitchFamily="2" charset="-128"/>
                <a:cs typeface="叛逆明朝" panose="02000503000000000000" pitchFamily="2" charset="-128"/>
              </a:rPr>
              <a:t>ノード上を進み、ゴールを目指せ</a:t>
            </a:r>
          </a:p>
        </p:txBody>
      </p:sp>
      <p:pic>
        <p:nvPicPr>
          <p:cNvPr id="96" name="図 95" descr="グラフィカル ユーザー インターフェイス, ダイアグラム&#10;&#10;AI 生成コンテンツは誤りを含む可能性があります。">
            <a:extLst>
              <a:ext uri="{FF2B5EF4-FFF2-40B4-BE49-F238E27FC236}">
                <a16:creationId xmlns:a16="http://schemas.microsoft.com/office/drawing/2014/main" id="{9812F68D-762E-88FA-95E1-1DA08F8A2DE0}"/>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4590170" y="4131881"/>
            <a:ext cx="2845869" cy="1600801"/>
          </a:xfrm>
          <a:prstGeom prst="rect">
            <a:avLst/>
          </a:prstGeom>
          <a:ln w="38100">
            <a:solidFill>
              <a:schemeClr val="accent6"/>
            </a:solidFill>
          </a:ln>
        </p:spPr>
      </p:pic>
      <p:sp>
        <p:nvSpPr>
          <p:cNvPr id="100" name="二等辺三角形 99">
            <a:extLst>
              <a:ext uri="{FF2B5EF4-FFF2-40B4-BE49-F238E27FC236}">
                <a16:creationId xmlns:a16="http://schemas.microsoft.com/office/drawing/2014/main" id="{5ED02192-9A39-2163-6612-D737336E5369}"/>
              </a:ext>
            </a:extLst>
          </p:cNvPr>
          <p:cNvSpPr/>
          <p:nvPr/>
        </p:nvSpPr>
        <p:spPr>
          <a:xfrm rot="5400000">
            <a:off x="7589269" y="4841350"/>
            <a:ext cx="1060704" cy="604303"/>
          </a:xfrm>
          <a:prstGeom prst="triangl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55" name="コネクタ: カギ線 54">
            <a:extLst>
              <a:ext uri="{FF2B5EF4-FFF2-40B4-BE49-F238E27FC236}">
                <a16:creationId xmlns:a16="http://schemas.microsoft.com/office/drawing/2014/main" id="{6BBC238C-07B0-566B-1A2B-38427938E7F9}"/>
              </a:ext>
            </a:extLst>
          </p:cNvPr>
          <p:cNvCxnSpPr>
            <a:cxnSpLocks/>
            <a:stCxn id="77" idx="2"/>
            <a:endCxn id="96" idx="0"/>
          </p:cNvCxnSpPr>
          <p:nvPr/>
        </p:nvCxnSpPr>
        <p:spPr>
          <a:xfrm rot="16200000" flipH="1">
            <a:off x="3999647" y="2118423"/>
            <a:ext cx="1227462" cy="2799454"/>
          </a:xfrm>
          <a:prstGeom prst="bentConnector3">
            <a:avLst>
              <a:gd name="adj1" fmla="val 54705"/>
            </a:avLst>
          </a:prstGeom>
          <a:ln w="63500">
            <a:solidFill>
              <a:schemeClr val="accent6"/>
            </a:solidFill>
            <a:headEnd type="oval"/>
            <a:tailEnd type="triangle"/>
          </a:ln>
        </p:spPr>
        <p:style>
          <a:lnRef idx="2">
            <a:schemeClr val="accent1"/>
          </a:lnRef>
          <a:fillRef idx="0">
            <a:schemeClr val="accent1"/>
          </a:fillRef>
          <a:effectRef idx="1">
            <a:schemeClr val="accent1"/>
          </a:effectRef>
          <a:fontRef idx="minor">
            <a:schemeClr val="tx1"/>
          </a:fontRef>
        </p:style>
      </p:cxnSp>
      <p:pic>
        <p:nvPicPr>
          <p:cNvPr id="116" name="図 115" descr="グラフィカル ユーザー インターフェイス&#10;&#10;AI 生成コンテンツは誤りを含む可能性があります。">
            <a:extLst>
              <a:ext uri="{FF2B5EF4-FFF2-40B4-BE49-F238E27FC236}">
                <a16:creationId xmlns:a16="http://schemas.microsoft.com/office/drawing/2014/main" id="{F92AF89D-7626-1EBC-028D-CA58A536352C}"/>
              </a:ext>
            </a:extLst>
          </p:cNvPr>
          <p:cNvPicPr>
            <a:picLocks noChangeAspect="1"/>
          </p:cNvPicPr>
          <p:nvPr/>
        </p:nvPicPr>
        <p:blipFill>
          <a:blip r:embed="rId3">
            <a:extLst>
              <a:ext uri="{28A0092B-C50C-407E-A947-70E740481C1C}">
                <a14:useLocalDpi xmlns:a14="http://schemas.microsoft.com/office/drawing/2010/main" val="0"/>
              </a:ext>
            </a:extLst>
          </a:blip>
          <a:srcRect l="28771" t="54242" r="62592" b="13365"/>
          <a:stretch>
            <a:fillRect/>
          </a:stretch>
        </p:blipFill>
        <p:spPr>
          <a:xfrm>
            <a:off x="8583247" y="4247381"/>
            <a:ext cx="747731" cy="1577410"/>
          </a:xfrm>
          <a:prstGeom prst="rect">
            <a:avLst/>
          </a:prstGeom>
          <a:ln w="38100">
            <a:solidFill>
              <a:schemeClr val="accent6"/>
            </a:solidFill>
          </a:ln>
        </p:spPr>
      </p:pic>
      <p:pic>
        <p:nvPicPr>
          <p:cNvPr id="117" name="図 116" descr="グラフィカル ユーザー インターフェイス&#10;&#10;AI 生成コンテンツは誤りを含む可能性があります。">
            <a:extLst>
              <a:ext uri="{FF2B5EF4-FFF2-40B4-BE49-F238E27FC236}">
                <a16:creationId xmlns:a16="http://schemas.microsoft.com/office/drawing/2014/main" id="{BA359656-7BF2-4F67-106F-0DE771B2A52C}"/>
              </a:ext>
            </a:extLst>
          </p:cNvPr>
          <p:cNvPicPr>
            <a:picLocks noChangeAspect="1"/>
          </p:cNvPicPr>
          <p:nvPr/>
        </p:nvPicPr>
        <p:blipFill>
          <a:blip r:embed="rId3">
            <a:extLst>
              <a:ext uri="{28A0092B-C50C-407E-A947-70E740481C1C}">
                <a14:useLocalDpi xmlns:a14="http://schemas.microsoft.com/office/drawing/2010/main" val="0"/>
              </a:ext>
            </a:extLst>
          </a:blip>
          <a:srcRect l="27878" t="12406" r="66178" b="76525"/>
          <a:stretch>
            <a:fillRect/>
          </a:stretch>
        </p:blipFill>
        <p:spPr>
          <a:xfrm>
            <a:off x="10991429" y="4471813"/>
            <a:ext cx="1027279" cy="1076007"/>
          </a:xfrm>
          <a:prstGeom prst="rect">
            <a:avLst/>
          </a:prstGeom>
          <a:ln w="38100">
            <a:solidFill>
              <a:schemeClr val="accent6"/>
            </a:solidFill>
          </a:ln>
        </p:spPr>
      </p:pic>
      <p:grpSp>
        <p:nvGrpSpPr>
          <p:cNvPr id="118" name="グループ化 117">
            <a:extLst>
              <a:ext uri="{FF2B5EF4-FFF2-40B4-BE49-F238E27FC236}">
                <a16:creationId xmlns:a16="http://schemas.microsoft.com/office/drawing/2014/main" id="{7EBC5DD3-51A6-8AB2-5286-BD1685EF4C9B}"/>
              </a:ext>
            </a:extLst>
          </p:cNvPr>
          <p:cNvGrpSpPr/>
          <p:nvPr/>
        </p:nvGrpSpPr>
        <p:grpSpPr>
          <a:xfrm>
            <a:off x="9450093" y="4514780"/>
            <a:ext cx="1374095" cy="495036"/>
            <a:chOff x="1515263" y="349321"/>
            <a:chExt cx="1290868" cy="495036"/>
          </a:xfrm>
        </p:grpSpPr>
        <p:sp>
          <p:nvSpPr>
            <p:cNvPr id="119" name="四角形: 角を丸くする 118">
              <a:extLst>
                <a:ext uri="{FF2B5EF4-FFF2-40B4-BE49-F238E27FC236}">
                  <a16:creationId xmlns:a16="http://schemas.microsoft.com/office/drawing/2014/main" id="{3F2C5499-F481-3183-7894-93514C2EB9FD}"/>
                </a:ext>
              </a:extLst>
            </p:cNvPr>
            <p:cNvSpPr/>
            <p:nvPr/>
          </p:nvSpPr>
          <p:spPr>
            <a:xfrm>
              <a:off x="1515263" y="349321"/>
              <a:ext cx="1290868" cy="495036"/>
            </a:xfrm>
            <a:prstGeom prst="roundRect">
              <a:avLst>
                <a:gd name="adj" fmla="val 9570"/>
              </a:avLst>
            </a:prstGeom>
            <a:solidFill>
              <a:schemeClr val="tx1">
                <a:lumMod val="85000"/>
                <a:lumOff val="15000"/>
                <a:alpha val="5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50" dirty="0"/>
            </a:p>
          </p:txBody>
        </p:sp>
        <p:sp>
          <p:nvSpPr>
            <p:cNvPr id="120" name="テキスト ボックス 119">
              <a:extLst>
                <a:ext uri="{FF2B5EF4-FFF2-40B4-BE49-F238E27FC236}">
                  <a16:creationId xmlns:a16="http://schemas.microsoft.com/office/drawing/2014/main" id="{63DF36B0-A89D-0B3F-8E73-C1429C033545}"/>
                </a:ext>
              </a:extLst>
            </p:cNvPr>
            <p:cNvSpPr txBox="1"/>
            <p:nvPr/>
          </p:nvSpPr>
          <p:spPr>
            <a:xfrm>
              <a:off x="1515264" y="378196"/>
              <a:ext cx="1290867" cy="461665"/>
            </a:xfrm>
            <a:prstGeom prst="rect">
              <a:avLst/>
            </a:prstGeom>
            <a:noFill/>
          </p:spPr>
          <p:txBody>
            <a:bodyPr wrap="none" rtlCol="0">
              <a:spAutoFit/>
            </a:bodyPr>
            <a:lstStyle/>
            <a:p>
              <a:pPr algn="ctr"/>
              <a:r>
                <a:rPr kumimoji="1" lang="ja-JP" altLang="en-US" sz="2400" dirty="0">
                  <a:solidFill>
                    <a:schemeClr val="bg1">
                      <a:lumMod val="95000"/>
                    </a:schemeClr>
                  </a:solidFill>
                  <a:latin typeface="叛逆明朝" panose="02000503000000000000" pitchFamily="2" charset="-128"/>
                  <a:ea typeface="叛逆明朝" panose="02000503000000000000" pitchFamily="2" charset="-128"/>
                  <a:cs typeface="叛逆明朝" panose="02000503000000000000" pitchFamily="2" charset="-128"/>
                </a:rPr>
                <a:t>通過済みノード</a:t>
              </a:r>
            </a:p>
          </p:txBody>
        </p:sp>
      </p:grpSp>
      <p:sp>
        <p:nvSpPr>
          <p:cNvPr id="121" name="四角形: 角を丸くする 120">
            <a:extLst>
              <a:ext uri="{FF2B5EF4-FFF2-40B4-BE49-F238E27FC236}">
                <a16:creationId xmlns:a16="http://schemas.microsoft.com/office/drawing/2014/main" id="{A6889782-EC3F-2B51-EA26-D2A9669AD1C4}"/>
              </a:ext>
            </a:extLst>
          </p:cNvPr>
          <p:cNvSpPr/>
          <p:nvPr/>
        </p:nvSpPr>
        <p:spPr>
          <a:xfrm>
            <a:off x="8684937" y="4383047"/>
            <a:ext cx="534113" cy="535493"/>
          </a:xfrm>
          <a:prstGeom prst="roundRect">
            <a:avLst/>
          </a:prstGeom>
          <a:no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4000" dirty="0">
              <a:latin typeface="07焔極太明朝" panose="02000600000000000000" pitchFamily="50" charset="-128"/>
              <a:ea typeface="07焔極太明朝" panose="02000600000000000000" pitchFamily="50" charset="-128"/>
            </a:endParaRPr>
          </a:p>
        </p:txBody>
      </p:sp>
      <p:cxnSp>
        <p:nvCxnSpPr>
          <p:cNvPr id="122" name="コネクタ: 曲線 121">
            <a:extLst>
              <a:ext uri="{FF2B5EF4-FFF2-40B4-BE49-F238E27FC236}">
                <a16:creationId xmlns:a16="http://schemas.microsoft.com/office/drawing/2014/main" id="{DFC6E703-E0DD-4A03-7B44-5DAD3243445E}"/>
              </a:ext>
            </a:extLst>
          </p:cNvPr>
          <p:cNvCxnSpPr>
            <a:cxnSpLocks/>
            <a:stCxn id="121" idx="0"/>
            <a:endCxn id="120" idx="0"/>
          </p:cNvCxnSpPr>
          <p:nvPr/>
        </p:nvCxnSpPr>
        <p:spPr>
          <a:xfrm rot="16200000" flipH="1">
            <a:off x="9464263" y="3870778"/>
            <a:ext cx="160608" cy="1185147"/>
          </a:xfrm>
          <a:prstGeom prst="curvedConnector3">
            <a:avLst>
              <a:gd name="adj1" fmla="val -142334"/>
            </a:avLst>
          </a:prstGeom>
          <a:ln w="38100">
            <a:solidFill>
              <a:schemeClr val="bg1">
                <a:lumMod val="95000"/>
              </a:schemeClr>
            </a:solidFill>
            <a:prstDash val="sysDash"/>
          </a:ln>
        </p:spPr>
        <p:style>
          <a:lnRef idx="2">
            <a:schemeClr val="accent1"/>
          </a:lnRef>
          <a:fillRef idx="0">
            <a:schemeClr val="accent1"/>
          </a:fillRef>
          <a:effectRef idx="1">
            <a:schemeClr val="accent1"/>
          </a:effectRef>
          <a:fontRef idx="minor">
            <a:schemeClr val="tx1"/>
          </a:fontRef>
        </p:style>
      </p:cxnSp>
      <p:grpSp>
        <p:nvGrpSpPr>
          <p:cNvPr id="125" name="グループ化 124">
            <a:extLst>
              <a:ext uri="{FF2B5EF4-FFF2-40B4-BE49-F238E27FC236}">
                <a16:creationId xmlns:a16="http://schemas.microsoft.com/office/drawing/2014/main" id="{DEB55CD8-3A70-6CFD-FB2B-D2E35B544BEF}"/>
              </a:ext>
            </a:extLst>
          </p:cNvPr>
          <p:cNvGrpSpPr/>
          <p:nvPr/>
        </p:nvGrpSpPr>
        <p:grpSpPr>
          <a:xfrm>
            <a:off x="9472952" y="5117537"/>
            <a:ext cx="1374095" cy="495036"/>
            <a:chOff x="1515263" y="349321"/>
            <a:chExt cx="1290868" cy="495036"/>
          </a:xfrm>
        </p:grpSpPr>
        <p:sp>
          <p:nvSpPr>
            <p:cNvPr id="126" name="四角形: 角を丸くする 125">
              <a:extLst>
                <a:ext uri="{FF2B5EF4-FFF2-40B4-BE49-F238E27FC236}">
                  <a16:creationId xmlns:a16="http://schemas.microsoft.com/office/drawing/2014/main" id="{6AD933C5-6C4A-578C-734A-FAA27C43808D}"/>
                </a:ext>
              </a:extLst>
            </p:cNvPr>
            <p:cNvSpPr/>
            <p:nvPr/>
          </p:nvSpPr>
          <p:spPr>
            <a:xfrm>
              <a:off x="1515263" y="349321"/>
              <a:ext cx="1290868" cy="495036"/>
            </a:xfrm>
            <a:prstGeom prst="roundRect">
              <a:avLst>
                <a:gd name="adj" fmla="val 9570"/>
              </a:avLst>
            </a:prstGeom>
            <a:solidFill>
              <a:schemeClr val="tx1">
                <a:lumMod val="85000"/>
                <a:lumOff val="15000"/>
                <a:alpha val="5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50" dirty="0"/>
            </a:p>
          </p:txBody>
        </p:sp>
        <p:sp>
          <p:nvSpPr>
            <p:cNvPr id="127" name="テキスト ボックス 126">
              <a:extLst>
                <a:ext uri="{FF2B5EF4-FFF2-40B4-BE49-F238E27FC236}">
                  <a16:creationId xmlns:a16="http://schemas.microsoft.com/office/drawing/2014/main" id="{60CC4135-EAD3-A594-A342-553091B69734}"/>
                </a:ext>
              </a:extLst>
            </p:cNvPr>
            <p:cNvSpPr txBox="1"/>
            <p:nvPr/>
          </p:nvSpPr>
          <p:spPr>
            <a:xfrm>
              <a:off x="1595076" y="378196"/>
              <a:ext cx="1131242" cy="461665"/>
            </a:xfrm>
            <a:prstGeom prst="rect">
              <a:avLst/>
            </a:prstGeom>
            <a:noFill/>
          </p:spPr>
          <p:txBody>
            <a:bodyPr wrap="none" rtlCol="0">
              <a:spAutoFit/>
            </a:bodyPr>
            <a:lstStyle/>
            <a:p>
              <a:pPr algn="ctr"/>
              <a:r>
                <a:rPr kumimoji="1" lang="ja-JP" altLang="en-US" sz="2400" dirty="0">
                  <a:solidFill>
                    <a:schemeClr val="bg1">
                      <a:lumMod val="95000"/>
                    </a:schemeClr>
                  </a:solidFill>
                  <a:latin typeface="叛逆明朝" panose="02000503000000000000" pitchFamily="2" charset="-128"/>
                  <a:ea typeface="叛逆明朝" panose="02000503000000000000" pitchFamily="2" charset="-128"/>
                  <a:cs typeface="叛逆明朝" panose="02000503000000000000" pitchFamily="2" charset="-128"/>
                </a:rPr>
                <a:t>ゴールノード</a:t>
              </a:r>
            </a:p>
          </p:txBody>
        </p:sp>
      </p:grpSp>
      <p:cxnSp>
        <p:nvCxnSpPr>
          <p:cNvPr id="128" name="コネクタ: 曲線 127">
            <a:extLst>
              <a:ext uri="{FF2B5EF4-FFF2-40B4-BE49-F238E27FC236}">
                <a16:creationId xmlns:a16="http://schemas.microsoft.com/office/drawing/2014/main" id="{22CE03C9-9807-2D14-FE09-78E7F7711DC9}"/>
              </a:ext>
            </a:extLst>
          </p:cNvPr>
          <p:cNvCxnSpPr>
            <a:cxnSpLocks/>
            <a:stCxn id="126" idx="2"/>
            <a:endCxn id="131" idx="2"/>
          </p:cNvCxnSpPr>
          <p:nvPr/>
        </p:nvCxnSpPr>
        <p:spPr>
          <a:xfrm rot="5400000" flipH="1" flipV="1">
            <a:off x="10759014" y="4868131"/>
            <a:ext cx="145427" cy="1343457"/>
          </a:xfrm>
          <a:prstGeom prst="curvedConnector3">
            <a:avLst>
              <a:gd name="adj1" fmla="val -157192"/>
            </a:avLst>
          </a:prstGeom>
          <a:ln w="38100">
            <a:solidFill>
              <a:schemeClr val="bg1">
                <a:lumMod val="95000"/>
              </a:schemeClr>
            </a:solidFill>
            <a:prstDash val="sysDash"/>
          </a:ln>
        </p:spPr>
        <p:style>
          <a:lnRef idx="2">
            <a:schemeClr val="accent1"/>
          </a:lnRef>
          <a:fillRef idx="0">
            <a:schemeClr val="accent1"/>
          </a:fillRef>
          <a:effectRef idx="1">
            <a:schemeClr val="accent1"/>
          </a:effectRef>
          <a:fontRef idx="minor">
            <a:schemeClr val="tx1"/>
          </a:fontRef>
        </p:style>
      </p:cxnSp>
      <p:sp>
        <p:nvSpPr>
          <p:cNvPr id="131" name="四角形: 角を丸くする 130">
            <a:extLst>
              <a:ext uri="{FF2B5EF4-FFF2-40B4-BE49-F238E27FC236}">
                <a16:creationId xmlns:a16="http://schemas.microsoft.com/office/drawing/2014/main" id="{5E7B3630-44C4-1564-BB4C-07B84181C417}"/>
              </a:ext>
            </a:extLst>
          </p:cNvPr>
          <p:cNvSpPr/>
          <p:nvPr/>
        </p:nvSpPr>
        <p:spPr>
          <a:xfrm>
            <a:off x="11057263" y="4576565"/>
            <a:ext cx="892387" cy="890581"/>
          </a:xfrm>
          <a:prstGeom prst="roundRect">
            <a:avLst/>
          </a:prstGeom>
          <a:no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4000" dirty="0">
              <a:latin typeface="07焔極太明朝" panose="02000600000000000000" pitchFamily="50" charset="-128"/>
              <a:ea typeface="07焔極太明朝" panose="02000600000000000000" pitchFamily="50" charset="-128"/>
            </a:endParaRPr>
          </a:p>
        </p:txBody>
      </p:sp>
      <p:cxnSp>
        <p:nvCxnSpPr>
          <p:cNvPr id="58" name="コネクタ: カギ線 57">
            <a:extLst>
              <a:ext uri="{FF2B5EF4-FFF2-40B4-BE49-F238E27FC236}">
                <a16:creationId xmlns:a16="http://schemas.microsoft.com/office/drawing/2014/main" id="{DC59F962-0F6D-D256-E39E-7F4B46E8BC5F}"/>
              </a:ext>
            </a:extLst>
          </p:cNvPr>
          <p:cNvCxnSpPr>
            <a:cxnSpLocks/>
            <a:stCxn id="78" idx="2"/>
          </p:cNvCxnSpPr>
          <p:nvPr/>
        </p:nvCxnSpPr>
        <p:spPr>
          <a:xfrm rot="16200000" flipH="1">
            <a:off x="6832273" y="852141"/>
            <a:ext cx="1338497" cy="5492315"/>
          </a:xfrm>
          <a:prstGeom prst="bentConnector3">
            <a:avLst>
              <a:gd name="adj1" fmla="val 48562"/>
            </a:avLst>
          </a:prstGeom>
          <a:ln w="63500">
            <a:solidFill>
              <a:schemeClr val="accent6"/>
            </a:solidFill>
            <a:headEnd type="oval"/>
            <a:tailEnd type="triangle"/>
          </a:ln>
        </p:spPr>
        <p:style>
          <a:lnRef idx="2">
            <a:schemeClr val="accent1"/>
          </a:lnRef>
          <a:fillRef idx="0">
            <a:schemeClr val="accent1"/>
          </a:fillRef>
          <a:effectRef idx="1">
            <a:schemeClr val="accent1"/>
          </a:effectRef>
          <a:fontRef idx="minor">
            <a:schemeClr val="tx1"/>
          </a:fontRef>
        </p:style>
      </p:cxnSp>
      <p:cxnSp>
        <p:nvCxnSpPr>
          <p:cNvPr id="45" name="コネクタ: カギ線 44">
            <a:extLst>
              <a:ext uri="{FF2B5EF4-FFF2-40B4-BE49-F238E27FC236}">
                <a16:creationId xmlns:a16="http://schemas.microsoft.com/office/drawing/2014/main" id="{B5C81237-A6BC-02BC-AD04-4E28CACF10E3}"/>
              </a:ext>
            </a:extLst>
          </p:cNvPr>
          <p:cNvCxnSpPr>
            <a:cxnSpLocks/>
            <a:stCxn id="76" idx="2"/>
            <a:endCxn id="17" idx="0"/>
          </p:cNvCxnSpPr>
          <p:nvPr/>
        </p:nvCxnSpPr>
        <p:spPr>
          <a:xfrm rot="16200000" flipH="1">
            <a:off x="1075624" y="3059849"/>
            <a:ext cx="1126195" cy="786558"/>
          </a:xfrm>
          <a:prstGeom prst="bentConnector3">
            <a:avLst>
              <a:gd name="adj1" fmla="val 61111"/>
            </a:avLst>
          </a:prstGeom>
          <a:ln w="63500">
            <a:solidFill>
              <a:schemeClr val="accent6"/>
            </a:solidFill>
            <a:headEnd type="oval"/>
            <a:tailEnd type="triangle"/>
          </a:ln>
        </p:spPr>
        <p:style>
          <a:lnRef idx="2">
            <a:schemeClr val="accent1"/>
          </a:lnRef>
          <a:fillRef idx="0">
            <a:schemeClr val="accent1"/>
          </a:fillRef>
          <a:effectRef idx="1">
            <a:schemeClr val="accent1"/>
          </a:effectRef>
          <a:fontRef idx="minor">
            <a:schemeClr val="tx1"/>
          </a:fontRef>
        </p:style>
      </p:cxnSp>
      <p:grpSp>
        <p:nvGrpSpPr>
          <p:cNvPr id="134" name="グループ化 133">
            <a:extLst>
              <a:ext uri="{FF2B5EF4-FFF2-40B4-BE49-F238E27FC236}">
                <a16:creationId xmlns:a16="http://schemas.microsoft.com/office/drawing/2014/main" id="{D9244BBE-5AC5-4B9F-0926-B05C6C7015FF}"/>
              </a:ext>
            </a:extLst>
          </p:cNvPr>
          <p:cNvGrpSpPr/>
          <p:nvPr/>
        </p:nvGrpSpPr>
        <p:grpSpPr>
          <a:xfrm>
            <a:off x="6436299" y="175664"/>
            <a:ext cx="1374097" cy="495036"/>
            <a:chOff x="1515263" y="349321"/>
            <a:chExt cx="1290870" cy="495036"/>
          </a:xfrm>
        </p:grpSpPr>
        <p:sp>
          <p:nvSpPr>
            <p:cNvPr id="135" name="四角形: 角を丸くする 134">
              <a:extLst>
                <a:ext uri="{FF2B5EF4-FFF2-40B4-BE49-F238E27FC236}">
                  <a16:creationId xmlns:a16="http://schemas.microsoft.com/office/drawing/2014/main" id="{C4846107-D7A7-94E9-3DDC-807E01A534C0}"/>
                </a:ext>
              </a:extLst>
            </p:cNvPr>
            <p:cNvSpPr/>
            <p:nvPr/>
          </p:nvSpPr>
          <p:spPr>
            <a:xfrm>
              <a:off x="1515263" y="349321"/>
              <a:ext cx="1290868" cy="495036"/>
            </a:xfrm>
            <a:prstGeom prst="roundRect">
              <a:avLst>
                <a:gd name="adj" fmla="val 9570"/>
              </a:avLst>
            </a:prstGeom>
            <a:solidFill>
              <a:schemeClr val="tx1">
                <a:lumMod val="85000"/>
                <a:lumOff val="15000"/>
                <a:alpha val="87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50" dirty="0"/>
            </a:p>
          </p:txBody>
        </p:sp>
        <p:sp>
          <p:nvSpPr>
            <p:cNvPr id="136" name="テキスト ボックス 135">
              <a:extLst>
                <a:ext uri="{FF2B5EF4-FFF2-40B4-BE49-F238E27FC236}">
                  <a16:creationId xmlns:a16="http://schemas.microsoft.com/office/drawing/2014/main" id="{7438E158-7D70-4E06-3E4E-A32ECF74BE07}"/>
                </a:ext>
              </a:extLst>
            </p:cNvPr>
            <p:cNvSpPr txBox="1"/>
            <p:nvPr/>
          </p:nvSpPr>
          <p:spPr>
            <a:xfrm>
              <a:off x="1515266" y="378196"/>
              <a:ext cx="1290867" cy="461665"/>
            </a:xfrm>
            <a:prstGeom prst="rect">
              <a:avLst/>
            </a:prstGeom>
            <a:noFill/>
          </p:spPr>
          <p:txBody>
            <a:bodyPr wrap="none" rtlCol="0">
              <a:spAutoFit/>
            </a:bodyPr>
            <a:lstStyle/>
            <a:p>
              <a:pPr algn="ctr"/>
              <a:r>
                <a:rPr lang="ja-JP" altLang="en-US" sz="2400" dirty="0">
                  <a:solidFill>
                    <a:schemeClr val="bg1">
                      <a:lumMod val="95000"/>
                    </a:schemeClr>
                  </a:solidFill>
                  <a:latin typeface="叛逆明朝" panose="02000503000000000000" pitchFamily="2" charset="-128"/>
                  <a:ea typeface="叛逆明朝" panose="02000503000000000000" pitchFamily="2" charset="-128"/>
                  <a:cs typeface="叛逆明朝" panose="02000503000000000000" pitchFamily="2" charset="-128"/>
                </a:rPr>
                <a:t>ルート選択画面</a:t>
              </a:r>
              <a:endParaRPr lang="en-US" altLang="ja-JP" sz="2400" dirty="0">
                <a:solidFill>
                  <a:schemeClr val="bg1">
                    <a:lumMod val="95000"/>
                  </a:schemeClr>
                </a:solidFill>
                <a:latin typeface="叛逆明朝" panose="02000503000000000000" pitchFamily="2" charset="-128"/>
                <a:ea typeface="叛逆明朝" panose="02000503000000000000" pitchFamily="2" charset="-128"/>
                <a:cs typeface="叛逆明朝" panose="02000503000000000000" pitchFamily="2" charset="-128"/>
              </a:endParaRPr>
            </a:p>
          </p:txBody>
        </p:sp>
      </p:grpSp>
    </p:spTree>
    <p:extLst>
      <p:ext uri="{BB962C8B-B14F-4D97-AF65-F5344CB8AC3E}">
        <p14:creationId xmlns:p14="http://schemas.microsoft.com/office/powerpoint/2010/main" val="3569188314"/>
      </p:ext>
    </p:extLst>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DE3379-77AF-918C-CC40-B6767EFDC95B}"/>
            </a:ext>
          </a:extLst>
        </p:cNvPr>
        <p:cNvGrpSpPr/>
        <p:nvPr/>
      </p:nvGrpSpPr>
      <p:grpSpPr>
        <a:xfrm>
          <a:off x="0" y="0"/>
          <a:ext cx="0" cy="0"/>
          <a:chOff x="0" y="0"/>
          <a:chExt cx="0" cy="0"/>
        </a:xfrm>
      </p:grpSpPr>
      <p:sp>
        <p:nvSpPr>
          <p:cNvPr id="61" name="四角形: 角を丸くする 60">
            <a:extLst>
              <a:ext uri="{FF2B5EF4-FFF2-40B4-BE49-F238E27FC236}">
                <a16:creationId xmlns:a16="http://schemas.microsoft.com/office/drawing/2014/main" id="{0BBA88D4-AA26-749B-7649-3AAA5F6B82A4}"/>
              </a:ext>
            </a:extLst>
          </p:cNvPr>
          <p:cNvSpPr/>
          <p:nvPr/>
        </p:nvSpPr>
        <p:spPr>
          <a:xfrm>
            <a:off x="210347" y="1126665"/>
            <a:ext cx="4752061" cy="2656064"/>
          </a:xfrm>
          <a:prstGeom prst="roundRect">
            <a:avLst>
              <a:gd name="adj" fmla="val 9570"/>
            </a:avLst>
          </a:prstGeom>
          <a:solidFill>
            <a:schemeClr val="accent6">
              <a:lumMod val="20000"/>
              <a:lumOff val="80000"/>
              <a:alpha val="5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pic>
        <p:nvPicPr>
          <p:cNvPr id="48" name="図 47" descr="グラフィカル ユーザー インターフェイス&#10;&#10;AI 生成コンテンツは誤りを含む可能性があります。">
            <a:extLst>
              <a:ext uri="{FF2B5EF4-FFF2-40B4-BE49-F238E27FC236}">
                <a16:creationId xmlns:a16="http://schemas.microsoft.com/office/drawing/2014/main" id="{7E6BB0F2-0B90-3D46-9616-C988149A30A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211691" y="331824"/>
            <a:ext cx="6665884" cy="3749559"/>
          </a:xfrm>
          <a:prstGeom prst="rect">
            <a:avLst/>
          </a:prstGeom>
          <a:ln w="38100">
            <a:solidFill>
              <a:schemeClr val="accent6"/>
            </a:solidFill>
          </a:ln>
        </p:spPr>
      </p:pic>
      <p:sp>
        <p:nvSpPr>
          <p:cNvPr id="4" name="テキスト ボックス 3">
            <a:extLst>
              <a:ext uri="{FF2B5EF4-FFF2-40B4-BE49-F238E27FC236}">
                <a16:creationId xmlns:a16="http://schemas.microsoft.com/office/drawing/2014/main" id="{549B0A7B-55C2-BF57-75CB-28761EA678D6}"/>
              </a:ext>
            </a:extLst>
          </p:cNvPr>
          <p:cNvSpPr txBox="1"/>
          <p:nvPr/>
        </p:nvSpPr>
        <p:spPr>
          <a:xfrm>
            <a:off x="181500" y="183048"/>
            <a:ext cx="4887877" cy="923330"/>
          </a:xfrm>
          <a:prstGeom prst="rect">
            <a:avLst/>
          </a:prstGeom>
          <a:noFill/>
        </p:spPr>
        <p:txBody>
          <a:bodyPr wrap="none" rtlCol="0">
            <a:spAutoFit/>
          </a:bodyPr>
          <a:lstStyle/>
          <a:p>
            <a:r>
              <a:rPr kumimoji="1" lang="ja-JP" altLang="en-US" sz="5400" dirty="0">
                <a:solidFill>
                  <a:schemeClr val="bg1">
                    <a:lumMod val="95000"/>
                  </a:schemeClr>
                </a:solidFill>
                <a:latin typeface="叛逆明朝" panose="02000503000000000000" pitchFamily="2" charset="-128"/>
                <a:ea typeface="叛逆明朝" panose="02000503000000000000" pitchFamily="2" charset="-128"/>
                <a:cs typeface="叛逆明朝" panose="02000503000000000000" pitchFamily="2" charset="-128"/>
              </a:rPr>
              <a:t>ルート選択画面：</a:t>
            </a:r>
            <a:r>
              <a:rPr kumimoji="1" lang="en-US" altLang="ja-JP" sz="5400" dirty="0">
                <a:solidFill>
                  <a:schemeClr val="bg1">
                    <a:lumMod val="95000"/>
                  </a:schemeClr>
                </a:solidFill>
                <a:latin typeface="叛逆明朝" panose="02000503000000000000" pitchFamily="2" charset="-128"/>
                <a:ea typeface="叛逆明朝" panose="02000503000000000000" pitchFamily="2" charset="-128"/>
                <a:cs typeface="叛逆明朝" panose="02000503000000000000" pitchFamily="2" charset="-128"/>
              </a:rPr>
              <a:t>UI</a:t>
            </a:r>
            <a:r>
              <a:rPr kumimoji="1" lang="ja-JP" altLang="en-US" sz="5400" dirty="0">
                <a:solidFill>
                  <a:schemeClr val="bg1">
                    <a:lumMod val="95000"/>
                  </a:schemeClr>
                </a:solidFill>
                <a:latin typeface="叛逆明朝" panose="02000503000000000000" pitchFamily="2" charset="-128"/>
                <a:ea typeface="叛逆明朝" panose="02000503000000000000" pitchFamily="2" charset="-128"/>
                <a:cs typeface="叛逆明朝" panose="02000503000000000000" pitchFamily="2" charset="-128"/>
              </a:rPr>
              <a:t>・操作</a:t>
            </a:r>
          </a:p>
        </p:txBody>
      </p:sp>
      <p:sp>
        <p:nvSpPr>
          <p:cNvPr id="19" name="四角形: 角を丸くする 18">
            <a:extLst>
              <a:ext uri="{FF2B5EF4-FFF2-40B4-BE49-F238E27FC236}">
                <a16:creationId xmlns:a16="http://schemas.microsoft.com/office/drawing/2014/main" id="{A8FF1F74-A395-804E-A20D-AC5854C6EDAF}"/>
              </a:ext>
            </a:extLst>
          </p:cNvPr>
          <p:cNvSpPr/>
          <p:nvPr/>
        </p:nvSpPr>
        <p:spPr>
          <a:xfrm>
            <a:off x="9228463" y="466575"/>
            <a:ext cx="2514358" cy="2305498"/>
          </a:xfrm>
          <a:prstGeom prst="roundRect">
            <a:avLst>
              <a:gd name="adj" fmla="val 8317"/>
            </a:avLst>
          </a:prstGeom>
          <a:no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4000" dirty="0">
              <a:latin typeface="07焔極太明朝" panose="02000600000000000000" pitchFamily="50" charset="-128"/>
              <a:ea typeface="07焔極太明朝" panose="02000600000000000000" pitchFamily="50" charset="-128"/>
            </a:endParaRPr>
          </a:p>
        </p:txBody>
      </p:sp>
      <p:grpSp>
        <p:nvGrpSpPr>
          <p:cNvPr id="21" name="グループ化 20">
            <a:extLst>
              <a:ext uri="{FF2B5EF4-FFF2-40B4-BE49-F238E27FC236}">
                <a16:creationId xmlns:a16="http://schemas.microsoft.com/office/drawing/2014/main" id="{19B5B3EC-E48E-FC32-A891-2FEBB04E0CCD}"/>
              </a:ext>
            </a:extLst>
          </p:cNvPr>
          <p:cNvGrpSpPr/>
          <p:nvPr/>
        </p:nvGrpSpPr>
        <p:grpSpPr>
          <a:xfrm>
            <a:off x="9228463" y="2310408"/>
            <a:ext cx="427198" cy="461665"/>
            <a:chOff x="6862814" y="4572001"/>
            <a:chExt cx="427198" cy="461665"/>
          </a:xfrm>
        </p:grpSpPr>
        <p:sp>
          <p:nvSpPr>
            <p:cNvPr id="22" name="楕円 21">
              <a:extLst>
                <a:ext uri="{FF2B5EF4-FFF2-40B4-BE49-F238E27FC236}">
                  <a16:creationId xmlns:a16="http://schemas.microsoft.com/office/drawing/2014/main" id="{7E092D89-57C5-E179-63A9-6F31803A1306}"/>
                </a:ext>
              </a:extLst>
            </p:cNvPr>
            <p:cNvSpPr/>
            <p:nvPr/>
          </p:nvSpPr>
          <p:spPr>
            <a:xfrm>
              <a:off x="6862814" y="4600877"/>
              <a:ext cx="427198" cy="427198"/>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0" name="テキスト ボックス 29">
              <a:extLst>
                <a:ext uri="{FF2B5EF4-FFF2-40B4-BE49-F238E27FC236}">
                  <a16:creationId xmlns:a16="http://schemas.microsoft.com/office/drawing/2014/main" id="{51813CF8-1F51-D3DF-D919-B1DCBD2AEEB9}"/>
                </a:ext>
              </a:extLst>
            </p:cNvPr>
            <p:cNvSpPr txBox="1"/>
            <p:nvPr/>
          </p:nvSpPr>
          <p:spPr>
            <a:xfrm>
              <a:off x="6892884" y="4572001"/>
              <a:ext cx="351379" cy="461665"/>
            </a:xfrm>
            <a:prstGeom prst="rect">
              <a:avLst/>
            </a:prstGeom>
            <a:noFill/>
          </p:spPr>
          <p:txBody>
            <a:bodyPr wrap="none" rtlCol="0">
              <a:spAutoFit/>
            </a:bodyPr>
            <a:lstStyle/>
            <a:p>
              <a:pPr algn="ctr"/>
              <a:r>
                <a:rPr kumimoji="1" lang="en-US" altLang="ja-JP" sz="2400" b="1" dirty="0">
                  <a:solidFill>
                    <a:schemeClr val="tx1">
                      <a:lumMod val="85000"/>
                      <a:lumOff val="15000"/>
                    </a:schemeClr>
                  </a:solidFill>
                  <a:latin typeface="Cambria Math" panose="02040503050406030204" pitchFamily="18" charset="0"/>
                  <a:ea typeface="Cambria Math" panose="02040503050406030204" pitchFamily="18" charset="0"/>
                  <a:cs typeface="叛逆明朝" panose="02000503000000000000" pitchFamily="2" charset="-128"/>
                </a:rPr>
                <a:t>2</a:t>
              </a:r>
              <a:endParaRPr kumimoji="1" lang="ja-JP" altLang="en-US" sz="2400" b="1" dirty="0">
                <a:solidFill>
                  <a:schemeClr val="tx1">
                    <a:lumMod val="85000"/>
                    <a:lumOff val="15000"/>
                  </a:schemeClr>
                </a:solidFill>
                <a:latin typeface="Cambria Math" panose="02040503050406030204" pitchFamily="18" charset="0"/>
                <a:ea typeface="叛逆明朝" panose="02000503000000000000" pitchFamily="2" charset="-128"/>
                <a:cs typeface="叛逆明朝" panose="02000503000000000000" pitchFamily="2" charset="-128"/>
              </a:endParaRPr>
            </a:p>
          </p:txBody>
        </p:sp>
      </p:grpSp>
      <p:sp>
        <p:nvSpPr>
          <p:cNvPr id="32" name="楕円 31">
            <a:extLst>
              <a:ext uri="{FF2B5EF4-FFF2-40B4-BE49-F238E27FC236}">
                <a16:creationId xmlns:a16="http://schemas.microsoft.com/office/drawing/2014/main" id="{0ECF4C18-601D-0B6E-64D7-64F78DEF5E0D}"/>
              </a:ext>
            </a:extLst>
          </p:cNvPr>
          <p:cNvSpPr/>
          <p:nvPr/>
        </p:nvSpPr>
        <p:spPr>
          <a:xfrm>
            <a:off x="5769567" y="543046"/>
            <a:ext cx="3239683" cy="3239683"/>
          </a:xfrm>
          <a:prstGeom prst="ellipse">
            <a:avLst/>
          </a:prstGeom>
          <a:no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33" name="グループ化 32">
            <a:extLst>
              <a:ext uri="{FF2B5EF4-FFF2-40B4-BE49-F238E27FC236}">
                <a16:creationId xmlns:a16="http://schemas.microsoft.com/office/drawing/2014/main" id="{6FC2770B-2DA9-99D6-34FF-E8AA9059DEB1}"/>
              </a:ext>
            </a:extLst>
          </p:cNvPr>
          <p:cNvGrpSpPr/>
          <p:nvPr/>
        </p:nvGrpSpPr>
        <p:grpSpPr>
          <a:xfrm>
            <a:off x="5769567" y="1038269"/>
            <a:ext cx="427198" cy="461665"/>
            <a:chOff x="6862814" y="4572001"/>
            <a:chExt cx="427198" cy="461665"/>
          </a:xfrm>
        </p:grpSpPr>
        <p:sp>
          <p:nvSpPr>
            <p:cNvPr id="34" name="楕円 33">
              <a:extLst>
                <a:ext uri="{FF2B5EF4-FFF2-40B4-BE49-F238E27FC236}">
                  <a16:creationId xmlns:a16="http://schemas.microsoft.com/office/drawing/2014/main" id="{57E2C1E0-1045-1CC2-8E7D-614D727D37AB}"/>
                </a:ext>
              </a:extLst>
            </p:cNvPr>
            <p:cNvSpPr/>
            <p:nvPr/>
          </p:nvSpPr>
          <p:spPr>
            <a:xfrm>
              <a:off x="6862814" y="4600877"/>
              <a:ext cx="427198" cy="427198"/>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5" name="テキスト ボックス 34">
              <a:extLst>
                <a:ext uri="{FF2B5EF4-FFF2-40B4-BE49-F238E27FC236}">
                  <a16:creationId xmlns:a16="http://schemas.microsoft.com/office/drawing/2014/main" id="{99021505-A4FF-22E1-C1E1-B59AED673A08}"/>
                </a:ext>
              </a:extLst>
            </p:cNvPr>
            <p:cNvSpPr txBox="1"/>
            <p:nvPr/>
          </p:nvSpPr>
          <p:spPr>
            <a:xfrm>
              <a:off x="6892884" y="4572001"/>
              <a:ext cx="351379" cy="461665"/>
            </a:xfrm>
            <a:prstGeom prst="rect">
              <a:avLst/>
            </a:prstGeom>
            <a:noFill/>
          </p:spPr>
          <p:txBody>
            <a:bodyPr wrap="none" rtlCol="0">
              <a:spAutoFit/>
            </a:bodyPr>
            <a:lstStyle/>
            <a:p>
              <a:pPr algn="ctr"/>
              <a:r>
                <a:rPr kumimoji="1" lang="en-US" altLang="ja-JP" sz="2400" b="1" dirty="0">
                  <a:solidFill>
                    <a:schemeClr val="tx1">
                      <a:lumMod val="85000"/>
                      <a:lumOff val="15000"/>
                    </a:schemeClr>
                  </a:solidFill>
                  <a:latin typeface="Cambria Math" panose="02040503050406030204" pitchFamily="18" charset="0"/>
                  <a:ea typeface="Cambria Math" panose="02040503050406030204" pitchFamily="18" charset="0"/>
                  <a:cs typeface="叛逆明朝" panose="02000503000000000000" pitchFamily="2" charset="-128"/>
                </a:rPr>
                <a:t>1</a:t>
              </a:r>
              <a:endParaRPr kumimoji="1" lang="ja-JP" altLang="en-US" sz="2400" b="1" dirty="0">
                <a:solidFill>
                  <a:schemeClr val="tx1">
                    <a:lumMod val="85000"/>
                    <a:lumOff val="15000"/>
                  </a:schemeClr>
                </a:solidFill>
                <a:latin typeface="Cambria Math" panose="02040503050406030204" pitchFamily="18" charset="0"/>
                <a:ea typeface="叛逆明朝" panose="02000503000000000000" pitchFamily="2" charset="-128"/>
                <a:cs typeface="叛逆明朝" panose="02000503000000000000" pitchFamily="2" charset="-128"/>
              </a:endParaRPr>
            </a:p>
          </p:txBody>
        </p:sp>
      </p:grpSp>
      <p:sp>
        <p:nvSpPr>
          <p:cNvPr id="36" name="楕円 35">
            <a:extLst>
              <a:ext uri="{FF2B5EF4-FFF2-40B4-BE49-F238E27FC236}">
                <a16:creationId xmlns:a16="http://schemas.microsoft.com/office/drawing/2014/main" id="{E24A787F-1DC3-0663-49BB-769532DD31A2}"/>
              </a:ext>
            </a:extLst>
          </p:cNvPr>
          <p:cNvSpPr/>
          <p:nvPr/>
        </p:nvSpPr>
        <p:spPr>
          <a:xfrm>
            <a:off x="5349441" y="3134936"/>
            <a:ext cx="717684" cy="717684"/>
          </a:xfrm>
          <a:prstGeom prst="ellipse">
            <a:avLst/>
          </a:prstGeom>
          <a:no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37" name="グループ化 36">
            <a:extLst>
              <a:ext uri="{FF2B5EF4-FFF2-40B4-BE49-F238E27FC236}">
                <a16:creationId xmlns:a16="http://schemas.microsoft.com/office/drawing/2014/main" id="{13557A88-E37A-E88A-B79A-78BDEDFB0812}"/>
              </a:ext>
            </a:extLst>
          </p:cNvPr>
          <p:cNvGrpSpPr/>
          <p:nvPr/>
        </p:nvGrpSpPr>
        <p:grpSpPr>
          <a:xfrm>
            <a:off x="5799637" y="3503269"/>
            <a:ext cx="427198" cy="461665"/>
            <a:chOff x="6862814" y="4572001"/>
            <a:chExt cx="427198" cy="461665"/>
          </a:xfrm>
        </p:grpSpPr>
        <p:sp>
          <p:nvSpPr>
            <p:cNvPr id="38" name="楕円 37">
              <a:extLst>
                <a:ext uri="{FF2B5EF4-FFF2-40B4-BE49-F238E27FC236}">
                  <a16:creationId xmlns:a16="http://schemas.microsoft.com/office/drawing/2014/main" id="{790D37D4-59B8-E840-5F0A-146738C6099E}"/>
                </a:ext>
              </a:extLst>
            </p:cNvPr>
            <p:cNvSpPr/>
            <p:nvPr/>
          </p:nvSpPr>
          <p:spPr>
            <a:xfrm>
              <a:off x="6862814" y="4600877"/>
              <a:ext cx="427198" cy="427198"/>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9" name="テキスト ボックス 38">
              <a:extLst>
                <a:ext uri="{FF2B5EF4-FFF2-40B4-BE49-F238E27FC236}">
                  <a16:creationId xmlns:a16="http://schemas.microsoft.com/office/drawing/2014/main" id="{4B1E71A3-BDA4-026F-C3AD-453EC7E63C81}"/>
                </a:ext>
              </a:extLst>
            </p:cNvPr>
            <p:cNvSpPr txBox="1"/>
            <p:nvPr/>
          </p:nvSpPr>
          <p:spPr>
            <a:xfrm>
              <a:off x="6892884" y="4572001"/>
              <a:ext cx="351379" cy="461665"/>
            </a:xfrm>
            <a:prstGeom prst="rect">
              <a:avLst/>
            </a:prstGeom>
            <a:noFill/>
          </p:spPr>
          <p:txBody>
            <a:bodyPr wrap="none" rtlCol="0">
              <a:spAutoFit/>
            </a:bodyPr>
            <a:lstStyle/>
            <a:p>
              <a:pPr algn="ctr"/>
              <a:r>
                <a:rPr kumimoji="1" lang="en-US" altLang="ja-JP" sz="2400" b="1" dirty="0">
                  <a:solidFill>
                    <a:schemeClr val="tx1">
                      <a:lumMod val="85000"/>
                      <a:lumOff val="15000"/>
                    </a:schemeClr>
                  </a:solidFill>
                  <a:latin typeface="Cambria Math" panose="02040503050406030204" pitchFamily="18" charset="0"/>
                  <a:ea typeface="Cambria Math" panose="02040503050406030204" pitchFamily="18" charset="0"/>
                  <a:cs typeface="叛逆明朝" panose="02000503000000000000" pitchFamily="2" charset="-128"/>
                </a:rPr>
                <a:t>3</a:t>
              </a:r>
              <a:endParaRPr kumimoji="1" lang="ja-JP" altLang="en-US" sz="2400" b="1" dirty="0">
                <a:solidFill>
                  <a:schemeClr val="tx1">
                    <a:lumMod val="85000"/>
                    <a:lumOff val="15000"/>
                  </a:schemeClr>
                </a:solidFill>
                <a:latin typeface="Cambria Math" panose="02040503050406030204" pitchFamily="18" charset="0"/>
                <a:ea typeface="叛逆明朝" panose="02000503000000000000" pitchFamily="2" charset="-128"/>
                <a:cs typeface="叛逆明朝" panose="02000503000000000000" pitchFamily="2" charset="-128"/>
              </a:endParaRPr>
            </a:p>
          </p:txBody>
        </p:sp>
      </p:grpSp>
      <p:sp>
        <p:nvSpPr>
          <p:cNvPr id="40" name="四角形: 角を丸くする 39">
            <a:extLst>
              <a:ext uri="{FF2B5EF4-FFF2-40B4-BE49-F238E27FC236}">
                <a16:creationId xmlns:a16="http://schemas.microsoft.com/office/drawing/2014/main" id="{5A2A718C-93AB-AD58-17DA-56635B0207E2}"/>
              </a:ext>
            </a:extLst>
          </p:cNvPr>
          <p:cNvSpPr/>
          <p:nvPr/>
        </p:nvSpPr>
        <p:spPr>
          <a:xfrm>
            <a:off x="9228463" y="2853108"/>
            <a:ext cx="2514358" cy="999512"/>
          </a:xfrm>
          <a:prstGeom prst="roundRect">
            <a:avLst>
              <a:gd name="adj" fmla="val 8317"/>
            </a:avLst>
          </a:prstGeom>
          <a:no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4000" dirty="0">
              <a:latin typeface="07焔極太明朝" panose="02000600000000000000" pitchFamily="50" charset="-128"/>
              <a:ea typeface="07焔極太明朝" panose="02000600000000000000" pitchFamily="50" charset="-128"/>
            </a:endParaRPr>
          </a:p>
        </p:txBody>
      </p:sp>
      <p:grpSp>
        <p:nvGrpSpPr>
          <p:cNvPr id="41" name="グループ化 40">
            <a:extLst>
              <a:ext uri="{FF2B5EF4-FFF2-40B4-BE49-F238E27FC236}">
                <a16:creationId xmlns:a16="http://schemas.microsoft.com/office/drawing/2014/main" id="{BDA609D3-C663-F764-7D74-73F45CE14625}"/>
              </a:ext>
            </a:extLst>
          </p:cNvPr>
          <p:cNvGrpSpPr/>
          <p:nvPr/>
        </p:nvGrpSpPr>
        <p:grpSpPr>
          <a:xfrm>
            <a:off x="9215777" y="3390955"/>
            <a:ext cx="427198" cy="461665"/>
            <a:chOff x="6862814" y="4572001"/>
            <a:chExt cx="427198" cy="461665"/>
          </a:xfrm>
        </p:grpSpPr>
        <p:sp>
          <p:nvSpPr>
            <p:cNvPr id="42" name="楕円 41">
              <a:extLst>
                <a:ext uri="{FF2B5EF4-FFF2-40B4-BE49-F238E27FC236}">
                  <a16:creationId xmlns:a16="http://schemas.microsoft.com/office/drawing/2014/main" id="{5375A78D-F89E-5639-2204-CBEB6E510C36}"/>
                </a:ext>
              </a:extLst>
            </p:cNvPr>
            <p:cNvSpPr/>
            <p:nvPr/>
          </p:nvSpPr>
          <p:spPr>
            <a:xfrm>
              <a:off x="6862814" y="4600877"/>
              <a:ext cx="427198" cy="427198"/>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3" name="テキスト ボックス 42">
              <a:extLst>
                <a:ext uri="{FF2B5EF4-FFF2-40B4-BE49-F238E27FC236}">
                  <a16:creationId xmlns:a16="http://schemas.microsoft.com/office/drawing/2014/main" id="{E6FF55C3-9EE6-C0FE-0031-4F6887CC27CC}"/>
                </a:ext>
              </a:extLst>
            </p:cNvPr>
            <p:cNvSpPr txBox="1"/>
            <p:nvPr/>
          </p:nvSpPr>
          <p:spPr>
            <a:xfrm>
              <a:off x="6892884" y="4572001"/>
              <a:ext cx="351379" cy="461665"/>
            </a:xfrm>
            <a:prstGeom prst="rect">
              <a:avLst/>
            </a:prstGeom>
            <a:noFill/>
          </p:spPr>
          <p:txBody>
            <a:bodyPr wrap="none" rtlCol="0">
              <a:spAutoFit/>
            </a:bodyPr>
            <a:lstStyle/>
            <a:p>
              <a:pPr algn="ctr"/>
              <a:r>
                <a:rPr kumimoji="1" lang="en-US" altLang="ja-JP" sz="2400" b="1" dirty="0">
                  <a:solidFill>
                    <a:schemeClr val="tx1">
                      <a:lumMod val="85000"/>
                      <a:lumOff val="15000"/>
                    </a:schemeClr>
                  </a:solidFill>
                  <a:latin typeface="Cambria Math" panose="02040503050406030204" pitchFamily="18" charset="0"/>
                  <a:ea typeface="叛逆明朝" panose="02000503000000000000" pitchFamily="2" charset="-128"/>
                  <a:cs typeface="叛逆明朝" panose="02000503000000000000" pitchFamily="2" charset="-128"/>
                </a:rPr>
                <a:t>4</a:t>
              </a:r>
              <a:endParaRPr kumimoji="1" lang="ja-JP" altLang="en-US" sz="2400" b="1" dirty="0">
                <a:solidFill>
                  <a:schemeClr val="tx1">
                    <a:lumMod val="85000"/>
                    <a:lumOff val="15000"/>
                  </a:schemeClr>
                </a:solidFill>
                <a:latin typeface="Cambria Math" panose="02040503050406030204" pitchFamily="18" charset="0"/>
                <a:ea typeface="叛逆明朝" panose="02000503000000000000" pitchFamily="2" charset="-128"/>
                <a:cs typeface="叛逆明朝" panose="02000503000000000000" pitchFamily="2" charset="-128"/>
              </a:endParaRPr>
            </a:p>
          </p:txBody>
        </p:sp>
      </p:grpSp>
      <p:grpSp>
        <p:nvGrpSpPr>
          <p:cNvPr id="54" name="グループ化 53">
            <a:extLst>
              <a:ext uri="{FF2B5EF4-FFF2-40B4-BE49-F238E27FC236}">
                <a16:creationId xmlns:a16="http://schemas.microsoft.com/office/drawing/2014/main" id="{7BB923C1-4696-1664-C604-4B2551CC0FA1}"/>
              </a:ext>
            </a:extLst>
          </p:cNvPr>
          <p:cNvGrpSpPr/>
          <p:nvPr/>
        </p:nvGrpSpPr>
        <p:grpSpPr>
          <a:xfrm>
            <a:off x="295173" y="1236231"/>
            <a:ext cx="622925" cy="622926"/>
            <a:chOff x="6862814" y="4600877"/>
            <a:chExt cx="427198" cy="427198"/>
          </a:xfrm>
        </p:grpSpPr>
        <p:sp>
          <p:nvSpPr>
            <p:cNvPr id="55" name="楕円 54">
              <a:extLst>
                <a:ext uri="{FF2B5EF4-FFF2-40B4-BE49-F238E27FC236}">
                  <a16:creationId xmlns:a16="http://schemas.microsoft.com/office/drawing/2014/main" id="{C5D3FE4A-369C-5EFA-89E0-326492272A17}"/>
                </a:ext>
              </a:extLst>
            </p:cNvPr>
            <p:cNvSpPr/>
            <p:nvPr/>
          </p:nvSpPr>
          <p:spPr>
            <a:xfrm>
              <a:off x="6862814" y="4600877"/>
              <a:ext cx="427198" cy="427198"/>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6" name="テキスト ボックス 55">
              <a:extLst>
                <a:ext uri="{FF2B5EF4-FFF2-40B4-BE49-F238E27FC236}">
                  <a16:creationId xmlns:a16="http://schemas.microsoft.com/office/drawing/2014/main" id="{C39ECB56-872C-7F48-D47A-03114840AC1D}"/>
                </a:ext>
              </a:extLst>
            </p:cNvPr>
            <p:cNvSpPr txBox="1"/>
            <p:nvPr/>
          </p:nvSpPr>
          <p:spPr>
            <a:xfrm>
              <a:off x="6935448" y="4605006"/>
              <a:ext cx="279450" cy="401035"/>
            </a:xfrm>
            <a:prstGeom prst="rect">
              <a:avLst/>
            </a:prstGeom>
            <a:noFill/>
          </p:spPr>
          <p:txBody>
            <a:bodyPr wrap="none" rtlCol="0">
              <a:spAutoFit/>
            </a:bodyPr>
            <a:lstStyle/>
            <a:p>
              <a:pPr algn="ctr"/>
              <a:r>
                <a:rPr kumimoji="1" lang="en-US" altLang="ja-JP" sz="3200" b="1" dirty="0">
                  <a:solidFill>
                    <a:schemeClr val="tx1">
                      <a:lumMod val="85000"/>
                      <a:lumOff val="15000"/>
                    </a:schemeClr>
                  </a:solidFill>
                  <a:latin typeface="Cambria Math" panose="02040503050406030204" pitchFamily="18" charset="0"/>
                  <a:ea typeface="Cambria Math" panose="02040503050406030204" pitchFamily="18" charset="0"/>
                  <a:cs typeface="叛逆明朝" panose="02000503000000000000" pitchFamily="2" charset="-128"/>
                </a:rPr>
                <a:t>1</a:t>
              </a:r>
              <a:endParaRPr kumimoji="1" lang="ja-JP" altLang="en-US" sz="3200" b="1" dirty="0">
                <a:solidFill>
                  <a:schemeClr val="tx1">
                    <a:lumMod val="85000"/>
                    <a:lumOff val="15000"/>
                  </a:schemeClr>
                </a:solidFill>
                <a:latin typeface="Cambria Math" panose="02040503050406030204" pitchFamily="18" charset="0"/>
                <a:ea typeface="叛逆明朝" panose="02000503000000000000" pitchFamily="2" charset="-128"/>
                <a:cs typeface="叛逆明朝" panose="02000503000000000000" pitchFamily="2" charset="-128"/>
              </a:endParaRPr>
            </a:p>
          </p:txBody>
        </p:sp>
      </p:grpSp>
      <p:sp>
        <p:nvSpPr>
          <p:cNvPr id="62" name="四角形: 角を丸くする 61">
            <a:extLst>
              <a:ext uri="{FF2B5EF4-FFF2-40B4-BE49-F238E27FC236}">
                <a16:creationId xmlns:a16="http://schemas.microsoft.com/office/drawing/2014/main" id="{0A6AC9E2-7EB2-FE78-EBE1-E9AE0E73CBCE}"/>
              </a:ext>
            </a:extLst>
          </p:cNvPr>
          <p:cNvSpPr/>
          <p:nvPr/>
        </p:nvSpPr>
        <p:spPr>
          <a:xfrm>
            <a:off x="210346" y="3959343"/>
            <a:ext cx="4752061" cy="2656064"/>
          </a:xfrm>
          <a:prstGeom prst="roundRect">
            <a:avLst>
              <a:gd name="adj" fmla="val 9570"/>
            </a:avLst>
          </a:prstGeom>
          <a:solidFill>
            <a:schemeClr val="accent6">
              <a:lumMod val="20000"/>
              <a:lumOff val="80000"/>
              <a:alpha val="5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63" name="四角形: 角を丸くする 62">
            <a:extLst>
              <a:ext uri="{FF2B5EF4-FFF2-40B4-BE49-F238E27FC236}">
                <a16:creationId xmlns:a16="http://schemas.microsoft.com/office/drawing/2014/main" id="{8F1175ED-FB23-358F-79C7-6888B45D9159}"/>
              </a:ext>
            </a:extLst>
          </p:cNvPr>
          <p:cNvSpPr/>
          <p:nvPr/>
        </p:nvSpPr>
        <p:spPr>
          <a:xfrm>
            <a:off x="5086368" y="4244238"/>
            <a:ext cx="3383669" cy="2371169"/>
          </a:xfrm>
          <a:prstGeom prst="roundRect">
            <a:avLst>
              <a:gd name="adj" fmla="val 9570"/>
            </a:avLst>
          </a:prstGeom>
          <a:solidFill>
            <a:schemeClr val="accent6">
              <a:lumMod val="20000"/>
              <a:lumOff val="80000"/>
              <a:alpha val="5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64" name="四角形: 角を丸くする 63">
            <a:extLst>
              <a:ext uri="{FF2B5EF4-FFF2-40B4-BE49-F238E27FC236}">
                <a16:creationId xmlns:a16="http://schemas.microsoft.com/office/drawing/2014/main" id="{D9EA4C8C-9933-8C5A-BC5B-12EDEFBF9D1F}"/>
              </a:ext>
            </a:extLst>
          </p:cNvPr>
          <p:cNvSpPr/>
          <p:nvPr/>
        </p:nvSpPr>
        <p:spPr>
          <a:xfrm>
            <a:off x="8597985" y="4244237"/>
            <a:ext cx="3383669" cy="2371169"/>
          </a:xfrm>
          <a:prstGeom prst="roundRect">
            <a:avLst>
              <a:gd name="adj" fmla="val 9570"/>
            </a:avLst>
          </a:prstGeom>
          <a:solidFill>
            <a:schemeClr val="accent6">
              <a:lumMod val="20000"/>
              <a:lumOff val="80000"/>
              <a:alpha val="5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65" name="テキスト ボックス 64">
            <a:extLst>
              <a:ext uri="{FF2B5EF4-FFF2-40B4-BE49-F238E27FC236}">
                <a16:creationId xmlns:a16="http://schemas.microsoft.com/office/drawing/2014/main" id="{D1570958-C312-74B5-F2F2-FD475BDA3A84}"/>
              </a:ext>
            </a:extLst>
          </p:cNvPr>
          <p:cNvSpPr txBox="1"/>
          <p:nvPr/>
        </p:nvSpPr>
        <p:spPr>
          <a:xfrm>
            <a:off x="881925" y="3048655"/>
            <a:ext cx="3243196" cy="646331"/>
          </a:xfrm>
          <a:prstGeom prst="rect">
            <a:avLst/>
          </a:prstGeom>
          <a:noFill/>
          <a:effectLst/>
        </p:spPr>
        <p:txBody>
          <a:bodyPr wrap="none" rtlCol="0">
            <a:spAutoFit/>
          </a:bodyPr>
          <a:lstStyle/>
          <a:p>
            <a:pPr algn="ctr"/>
            <a:r>
              <a:rPr lang="ja-JP" altLang="en-US" sz="3600" dirty="0">
                <a:solidFill>
                  <a:schemeClr val="accent6">
                    <a:lumMod val="20000"/>
                    <a:lumOff val="80000"/>
                  </a:schemeClr>
                </a:solidFill>
                <a:latin typeface="叛逆明朝" panose="02000503000000000000" pitchFamily="2" charset="-128"/>
                <a:ea typeface="叛逆明朝" panose="02000503000000000000" pitchFamily="2" charset="-128"/>
                <a:cs typeface="叛逆明朝" panose="02000503000000000000" pitchFamily="2" charset="-128"/>
              </a:rPr>
              <a:t>ルート・ノードを俯瞰表示</a:t>
            </a:r>
            <a:endParaRPr kumimoji="1" lang="ja-JP" altLang="en-US" sz="3600" dirty="0">
              <a:solidFill>
                <a:schemeClr val="accent6">
                  <a:lumMod val="20000"/>
                  <a:lumOff val="80000"/>
                </a:schemeClr>
              </a:solidFill>
              <a:latin typeface="叛逆明朝" panose="02000503000000000000" pitchFamily="2" charset="-128"/>
              <a:ea typeface="叛逆明朝" panose="02000503000000000000" pitchFamily="2" charset="-128"/>
              <a:cs typeface="叛逆明朝" panose="02000503000000000000" pitchFamily="2" charset="-128"/>
            </a:endParaRPr>
          </a:p>
        </p:txBody>
      </p:sp>
      <p:pic>
        <p:nvPicPr>
          <p:cNvPr id="66" name="図 65" descr="グラフィカル ユーザー インターフェイス&#10;&#10;AI 生成コンテンツは誤りを含む可能性があります。">
            <a:extLst>
              <a:ext uri="{FF2B5EF4-FFF2-40B4-BE49-F238E27FC236}">
                <a16:creationId xmlns:a16="http://schemas.microsoft.com/office/drawing/2014/main" id="{C06F7329-C162-2DCE-A0F6-C6FBBDDC20F1}"/>
              </a:ext>
            </a:extLst>
          </p:cNvPr>
          <p:cNvPicPr>
            <a:picLocks noChangeAspect="1"/>
          </p:cNvPicPr>
          <p:nvPr/>
        </p:nvPicPr>
        <p:blipFill>
          <a:blip r:embed="rId4">
            <a:extLst>
              <a:ext uri="{BEBA8EAE-BF5A-486C-A8C5-ECC9F3942E4B}">
                <a14:imgProps xmlns:a14="http://schemas.microsoft.com/office/drawing/2010/main">
                  <a14:imgLayer r:embed="rId5">
                    <a14:imgEffect>
                      <a14:backgroundRemoval t="9000" b="90000" l="9375" r="90000">
                        <a14:foregroundMark x1="23688" y1="10333" x2="39063" y2="9111"/>
                        <a14:foregroundMark x1="39063" y1="9111" x2="41000" y2="9556"/>
                        <a14:foregroundMark x1="44313" y1="22667" x2="25438" y2="60222"/>
                        <a14:foregroundMark x1="25438" y1="60222" x2="24188" y2="74889"/>
                        <a14:foregroundMark x1="24188" y1="74889" x2="34875" y2="83000"/>
                        <a14:foregroundMark x1="34875" y1="83000" x2="41188" y2="65111"/>
                        <a14:foregroundMark x1="41188" y1="65111" x2="34625" y2="41667"/>
                        <a14:foregroundMark x1="34625" y1="41667" x2="27250" y2="37111"/>
                        <a14:foregroundMark x1="27250" y1="37111" x2="22000" y2="25111"/>
                        <a14:foregroundMark x1="22000" y1="25111" x2="30125" y2="32889"/>
                        <a14:foregroundMark x1="30125" y1="32889" x2="42625" y2="27556"/>
                        <a14:foregroundMark x1="21688" y1="31667" x2="32625" y2="58222"/>
                        <a14:foregroundMark x1="32625" y1="58222" x2="41875" y2="55556"/>
                        <a14:foregroundMark x1="41875" y1="55556" x2="30062" y2="58444"/>
                        <a14:foregroundMark x1="30062" y1="58444" x2="22750" y2="67556"/>
                        <a14:foregroundMark x1="22750" y1="67556" x2="21063" y2="72444"/>
                        <a14:foregroundMark x1="20813" y1="19556" x2="31438" y2="29667"/>
                        <a14:foregroundMark x1="31438" y1="29667" x2="35063" y2="29889"/>
                        <a14:foregroundMark x1="9688" y1="39889" x2="9375" y2="63444"/>
                        <a14:foregroundMark x1="26438" y1="89667" x2="33750" y2="90000"/>
                        <a14:foregroundMark x1="33750" y1="90000" x2="38563" y2="89889"/>
                      </a14:backgroundRemoval>
                    </a14:imgEffect>
                  </a14:imgLayer>
                </a14:imgProps>
              </a:ext>
              <a:ext uri="{28A0092B-C50C-407E-A947-70E740481C1C}">
                <a14:useLocalDpi xmlns:a14="http://schemas.microsoft.com/office/drawing/2010/main" val="0"/>
              </a:ext>
            </a:extLst>
          </a:blip>
          <a:stretch>
            <a:fillRect/>
          </a:stretch>
        </p:blipFill>
        <p:spPr>
          <a:xfrm>
            <a:off x="1727145" y="1729252"/>
            <a:ext cx="2579359" cy="1450889"/>
          </a:xfrm>
          <a:prstGeom prst="rect">
            <a:avLst/>
          </a:prstGeom>
          <a:ln w="38100">
            <a:noFill/>
          </a:ln>
        </p:spPr>
      </p:pic>
      <p:pic>
        <p:nvPicPr>
          <p:cNvPr id="67" name="図 66" descr="グラフィカル ユーザー インターフェイス&#10;&#10;AI 生成コンテンツは誤りを含む可能性があります。">
            <a:extLst>
              <a:ext uri="{FF2B5EF4-FFF2-40B4-BE49-F238E27FC236}">
                <a16:creationId xmlns:a16="http://schemas.microsoft.com/office/drawing/2014/main" id="{ABB7AFF1-A05E-9BC1-C751-B2855B2AB9CA}"/>
              </a:ext>
            </a:extLst>
          </p:cNvPr>
          <p:cNvPicPr>
            <a:picLocks noChangeAspect="1"/>
          </p:cNvPicPr>
          <p:nvPr/>
        </p:nvPicPr>
        <p:blipFill>
          <a:blip r:embed="rId6">
            <a:extLst>
              <a:ext uri="{BEBA8EAE-BF5A-486C-A8C5-ECC9F3942E4B}">
                <a14:imgProps xmlns:a14="http://schemas.microsoft.com/office/drawing/2010/main">
                  <a14:imgLayer r:embed="rId5">
                    <a14:imgEffect>
                      <a14:backgroundRemoval t="10000" b="90000" l="2625" r="90000">
                        <a14:foregroundMark x1="5500" y1="80667" x2="9875" y2="80889"/>
                        <a14:foregroundMark x1="2625" y1="84222" x2="2625" y2="89207"/>
                        <a14:backgroundMark x1="20375" y1="13667" x2="46250" y2="18444"/>
                        <a14:backgroundMark x1="46250" y1="18444" x2="27813" y2="27889"/>
                        <a14:backgroundMark x1="27813" y1="27889" x2="36438" y2="35778"/>
                        <a14:backgroundMark x1="36438" y1="35778" x2="31750" y2="47000"/>
                        <a14:backgroundMark x1="31750" y1="47000" x2="33875" y2="60000"/>
                        <a14:backgroundMark x1="33875" y1="60000" x2="30875" y2="75778"/>
                        <a14:backgroundMark x1="30875" y1="75778" x2="39250" y2="79778"/>
                        <a14:backgroundMark x1="39250" y1="79778" x2="55188" y2="78333"/>
                        <a14:backgroundMark x1="55188" y1="78333" x2="55188" y2="78333"/>
                        <a14:backgroundMark x1="16938" y1="23889" x2="25063" y2="41000"/>
                        <a14:backgroundMark x1="25063" y1="41000" x2="11875" y2="50222"/>
                        <a14:backgroundMark x1="11875" y1="50222" x2="20750" y2="59889"/>
                        <a14:backgroundMark x1="20750" y1="59889" x2="15000" y2="80889"/>
                        <a14:backgroundMark x1="15000" y1="80889" x2="30688" y2="79667"/>
                        <a14:backgroundMark x1="30688" y1="79667" x2="32500" y2="89333"/>
                        <a14:backgroundMark x1="46938" y1="79556" x2="49188" y2="52556"/>
                        <a14:backgroundMark x1="49188" y1="52556" x2="41500" y2="47889"/>
                        <a14:backgroundMark x1="41500" y1="47889" x2="38563" y2="62444"/>
                        <a14:backgroundMark x1="38563" y1="62444" x2="39438" y2="62111"/>
                        <a14:backgroundMark x1="2375" y1="88333" x2="2375" y2="88333"/>
                        <a14:backgroundMark x1="2750" y1="88556" x2="2375" y2="87778"/>
                        <a14:backgroundMark x1="750" y1="89111" x2="3063" y2="93444"/>
                        <a14:backgroundMark x1="2625" y1="89889" x2="2625" y2="88556"/>
                      </a14:backgroundRemoval>
                    </a14:imgEffect>
                  </a14:imgLayer>
                </a14:imgProps>
              </a:ext>
              <a:ext uri="{28A0092B-C50C-407E-A947-70E740481C1C}">
                <a14:useLocalDpi xmlns:a14="http://schemas.microsoft.com/office/drawing/2010/main" val="0"/>
              </a:ext>
            </a:extLst>
          </a:blip>
          <a:srcRect t="66443" r="83328"/>
          <a:stretch>
            <a:fillRect/>
          </a:stretch>
        </p:blipFill>
        <p:spPr>
          <a:xfrm>
            <a:off x="6120811" y="4539340"/>
            <a:ext cx="1395393" cy="1579845"/>
          </a:xfrm>
          <a:prstGeom prst="rect">
            <a:avLst/>
          </a:prstGeom>
          <a:ln w="38100">
            <a:noFill/>
          </a:ln>
        </p:spPr>
      </p:pic>
      <p:grpSp>
        <p:nvGrpSpPr>
          <p:cNvPr id="68" name="グループ化 67">
            <a:extLst>
              <a:ext uri="{FF2B5EF4-FFF2-40B4-BE49-F238E27FC236}">
                <a16:creationId xmlns:a16="http://schemas.microsoft.com/office/drawing/2014/main" id="{C60A00E1-FDC6-ECBF-BA50-E78B45768613}"/>
              </a:ext>
            </a:extLst>
          </p:cNvPr>
          <p:cNvGrpSpPr/>
          <p:nvPr/>
        </p:nvGrpSpPr>
        <p:grpSpPr>
          <a:xfrm>
            <a:off x="295173" y="4052174"/>
            <a:ext cx="622925" cy="622926"/>
            <a:chOff x="6862814" y="4600877"/>
            <a:chExt cx="427198" cy="427198"/>
          </a:xfrm>
        </p:grpSpPr>
        <p:sp>
          <p:nvSpPr>
            <p:cNvPr id="69" name="楕円 68">
              <a:extLst>
                <a:ext uri="{FF2B5EF4-FFF2-40B4-BE49-F238E27FC236}">
                  <a16:creationId xmlns:a16="http://schemas.microsoft.com/office/drawing/2014/main" id="{BD664340-D2CA-6F22-2701-A46FA55895B5}"/>
                </a:ext>
              </a:extLst>
            </p:cNvPr>
            <p:cNvSpPr/>
            <p:nvPr/>
          </p:nvSpPr>
          <p:spPr>
            <a:xfrm>
              <a:off x="6862814" y="4600877"/>
              <a:ext cx="427198" cy="427198"/>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0" name="テキスト ボックス 69">
              <a:extLst>
                <a:ext uri="{FF2B5EF4-FFF2-40B4-BE49-F238E27FC236}">
                  <a16:creationId xmlns:a16="http://schemas.microsoft.com/office/drawing/2014/main" id="{EE6BC3EB-07A5-2511-528C-C34A59E71479}"/>
                </a:ext>
              </a:extLst>
            </p:cNvPr>
            <p:cNvSpPr txBox="1"/>
            <p:nvPr/>
          </p:nvSpPr>
          <p:spPr>
            <a:xfrm>
              <a:off x="6935447" y="4605006"/>
              <a:ext cx="279450" cy="401034"/>
            </a:xfrm>
            <a:prstGeom prst="rect">
              <a:avLst/>
            </a:prstGeom>
            <a:noFill/>
          </p:spPr>
          <p:txBody>
            <a:bodyPr wrap="none" rtlCol="0">
              <a:spAutoFit/>
            </a:bodyPr>
            <a:lstStyle/>
            <a:p>
              <a:pPr algn="ctr"/>
              <a:r>
                <a:rPr lang="en-US" altLang="ja-JP" sz="3200" b="1" dirty="0">
                  <a:solidFill>
                    <a:schemeClr val="tx1">
                      <a:lumMod val="85000"/>
                      <a:lumOff val="15000"/>
                    </a:schemeClr>
                  </a:solidFill>
                  <a:latin typeface="Cambria Math" panose="02040503050406030204" pitchFamily="18" charset="0"/>
                  <a:ea typeface="Cambria Math" panose="02040503050406030204" pitchFamily="18" charset="0"/>
                  <a:cs typeface="叛逆明朝" panose="02000503000000000000" pitchFamily="2" charset="-128"/>
                </a:rPr>
                <a:t>2</a:t>
              </a:r>
              <a:endParaRPr kumimoji="1" lang="ja-JP" altLang="en-US" sz="3200" b="1" dirty="0">
                <a:solidFill>
                  <a:schemeClr val="tx1">
                    <a:lumMod val="85000"/>
                    <a:lumOff val="15000"/>
                  </a:schemeClr>
                </a:solidFill>
                <a:latin typeface="Cambria Math" panose="02040503050406030204" pitchFamily="18" charset="0"/>
                <a:ea typeface="叛逆明朝" panose="02000503000000000000" pitchFamily="2" charset="-128"/>
                <a:cs typeface="叛逆明朝" panose="02000503000000000000" pitchFamily="2" charset="-128"/>
              </a:endParaRPr>
            </a:p>
          </p:txBody>
        </p:sp>
      </p:grpSp>
      <p:grpSp>
        <p:nvGrpSpPr>
          <p:cNvPr id="71" name="グループ化 70">
            <a:extLst>
              <a:ext uri="{FF2B5EF4-FFF2-40B4-BE49-F238E27FC236}">
                <a16:creationId xmlns:a16="http://schemas.microsoft.com/office/drawing/2014/main" id="{F1313C9B-B827-3472-246B-7C97B66DABD1}"/>
              </a:ext>
            </a:extLst>
          </p:cNvPr>
          <p:cNvGrpSpPr/>
          <p:nvPr/>
        </p:nvGrpSpPr>
        <p:grpSpPr>
          <a:xfrm>
            <a:off x="5156936" y="4331051"/>
            <a:ext cx="622925" cy="622926"/>
            <a:chOff x="6862814" y="4600877"/>
            <a:chExt cx="427198" cy="427198"/>
          </a:xfrm>
        </p:grpSpPr>
        <p:sp>
          <p:nvSpPr>
            <p:cNvPr id="72" name="楕円 71">
              <a:extLst>
                <a:ext uri="{FF2B5EF4-FFF2-40B4-BE49-F238E27FC236}">
                  <a16:creationId xmlns:a16="http://schemas.microsoft.com/office/drawing/2014/main" id="{61CE2311-809F-FCD7-A5C6-B0D061B1D300}"/>
                </a:ext>
              </a:extLst>
            </p:cNvPr>
            <p:cNvSpPr/>
            <p:nvPr/>
          </p:nvSpPr>
          <p:spPr>
            <a:xfrm>
              <a:off x="6862814" y="4600877"/>
              <a:ext cx="427198" cy="427198"/>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3" name="テキスト ボックス 72">
              <a:extLst>
                <a:ext uri="{FF2B5EF4-FFF2-40B4-BE49-F238E27FC236}">
                  <a16:creationId xmlns:a16="http://schemas.microsoft.com/office/drawing/2014/main" id="{E6EABB01-93C9-5F6C-EABE-FF505B587884}"/>
                </a:ext>
              </a:extLst>
            </p:cNvPr>
            <p:cNvSpPr txBox="1"/>
            <p:nvPr/>
          </p:nvSpPr>
          <p:spPr>
            <a:xfrm>
              <a:off x="6935446" y="4605006"/>
              <a:ext cx="279450" cy="401034"/>
            </a:xfrm>
            <a:prstGeom prst="rect">
              <a:avLst/>
            </a:prstGeom>
            <a:noFill/>
          </p:spPr>
          <p:txBody>
            <a:bodyPr wrap="none" rtlCol="0">
              <a:spAutoFit/>
            </a:bodyPr>
            <a:lstStyle/>
            <a:p>
              <a:pPr algn="ctr"/>
              <a:r>
                <a:rPr kumimoji="1" lang="en-US" altLang="ja-JP" sz="3200" b="1" dirty="0">
                  <a:solidFill>
                    <a:schemeClr val="tx1">
                      <a:lumMod val="85000"/>
                      <a:lumOff val="15000"/>
                    </a:schemeClr>
                  </a:solidFill>
                  <a:latin typeface="Cambria Math" panose="02040503050406030204" pitchFamily="18" charset="0"/>
                  <a:ea typeface="Cambria Math" panose="02040503050406030204" pitchFamily="18" charset="0"/>
                  <a:cs typeface="叛逆明朝" panose="02000503000000000000" pitchFamily="2" charset="-128"/>
                </a:rPr>
                <a:t>3</a:t>
              </a:r>
              <a:endParaRPr kumimoji="1" lang="ja-JP" altLang="en-US" sz="3200" b="1" dirty="0">
                <a:solidFill>
                  <a:schemeClr val="tx1">
                    <a:lumMod val="85000"/>
                    <a:lumOff val="15000"/>
                  </a:schemeClr>
                </a:solidFill>
                <a:latin typeface="Cambria Math" panose="02040503050406030204" pitchFamily="18" charset="0"/>
                <a:ea typeface="叛逆明朝" panose="02000503000000000000" pitchFamily="2" charset="-128"/>
                <a:cs typeface="叛逆明朝" panose="02000503000000000000" pitchFamily="2" charset="-128"/>
              </a:endParaRPr>
            </a:p>
          </p:txBody>
        </p:sp>
      </p:grpSp>
      <p:grpSp>
        <p:nvGrpSpPr>
          <p:cNvPr id="74" name="グループ化 73">
            <a:extLst>
              <a:ext uri="{FF2B5EF4-FFF2-40B4-BE49-F238E27FC236}">
                <a16:creationId xmlns:a16="http://schemas.microsoft.com/office/drawing/2014/main" id="{1A7C8DB8-66FC-6A0C-8BC1-3F9AC81CD271}"/>
              </a:ext>
            </a:extLst>
          </p:cNvPr>
          <p:cNvGrpSpPr/>
          <p:nvPr/>
        </p:nvGrpSpPr>
        <p:grpSpPr>
          <a:xfrm>
            <a:off x="8686025" y="4331051"/>
            <a:ext cx="622925" cy="622926"/>
            <a:chOff x="6862814" y="4600877"/>
            <a:chExt cx="427198" cy="427198"/>
          </a:xfrm>
        </p:grpSpPr>
        <p:sp>
          <p:nvSpPr>
            <p:cNvPr id="75" name="楕円 74">
              <a:extLst>
                <a:ext uri="{FF2B5EF4-FFF2-40B4-BE49-F238E27FC236}">
                  <a16:creationId xmlns:a16="http://schemas.microsoft.com/office/drawing/2014/main" id="{6D51260E-24D3-9D9C-B20A-33E60F5BCA74}"/>
                </a:ext>
              </a:extLst>
            </p:cNvPr>
            <p:cNvSpPr/>
            <p:nvPr/>
          </p:nvSpPr>
          <p:spPr>
            <a:xfrm>
              <a:off x="6862814" y="4600877"/>
              <a:ext cx="427198" cy="427198"/>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6" name="テキスト ボックス 75">
              <a:extLst>
                <a:ext uri="{FF2B5EF4-FFF2-40B4-BE49-F238E27FC236}">
                  <a16:creationId xmlns:a16="http://schemas.microsoft.com/office/drawing/2014/main" id="{6CADBB4E-537D-0848-766C-841B2FCEF118}"/>
                </a:ext>
              </a:extLst>
            </p:cNvPr>
            <p:cNvSpPr txBox="1"/>
            <p:nvPr/>
          </p:nvSpPr>
          <p:spPr>
            <a:xfrm>
              <a:off x="6935445" y="4605006"/>
              <a:ext cx="279450" cy="401034"/>
            </a:xfrm>
            <a:prstGeom prst="rect">
              <a:avLst/>
            </a:prstGeom>
            <a:noFill/>
          </p:spPr>
          <p:txBody>
            <a:bodyPr wrap="none" rtlCol="0">
              <a:spAutoFit/>
            </a:bodyPr>
            <a:lstStyle/>
            <a:p>
              <a:pPr algn="ctr"/>
              <a:r>
                <a:rPr lang="en-US" altLang="ja-JP" sz="3200" b="1" dirty="0">
                  <a:solidFill>
                    <a:schemeClr val="tx1">
                      <a:lumMod val="85000"/>
                      <a:lumOff val="15000"/>
                    </a:schemeClr>
                  </a:solidFill>
                  <a:latin typeface="Cambria Math" panose="02040503050406030204" pitchFamily="18" charset="0"/>
                  <a:ea typeface="Cambria Math" panose="02040503050406030204" pitchFamily="18" charset="0"/>
                  <a:cs typeface="叛逆明朝" panose="02000503000000000000" pitchFamily="2" charset="-128"/>
                </a:rPr>
                <a:t>4</a:t>
              </a:r>
              <a:endParaRPr kumimoji="1" lang="ja-JP" altLang="en-US" sz="3200" b="1" dirty="0">
                <a:solidFill>
                  <a:schemeClr val="tx1">
                    <a:lumMod val="85000"/>
                    <a:lumOff val="15000"/>
                  </a:schemeClr>
                </a:solidFill>
                <a:latin typeface="Cambria Math" panose="02040503050406030204" pitchFamily="18" charset="0"/>
                <a:ea typeface="叛逆明朝" panose="02000503000000000000" pitchFamily="2" charset="-128"/>
                <a:cs typeface="叛逆明朝" panose="02000503000000000000" pitchFamily="2" charset="-128"/>
              </a:endParaRPr>
            </a:p>
          </p:txBody>
        </p:sp>
      </p:grpSp>
      <p:sp>
        <p:nvSpPr>
          <p:cNvPr id="77" name="テキスト ボックス 76">
            <a:extLst>
              <a:ext uri="{FF2B5EF4-FFF2-40B4-BE49-F238E27FC236}">
                <a16:creationId xmlns:a16="http://schemas.microsoft.com/office/drawing/2014/main" id="{3BCBB3DB-2A8D-6B63-A343-FF32E654250F}"/>
              </a:ext>
            </a:extLst>
          </p:cNvPr>
          <p:cNvSpPr txBox="1"/>
          <p:nvPr/>
        </p:nvSpPr>
        <p:spPr>
          <a:xfrm>
            <a:off x="690570" y="5872745"/>
            <a:ext cx="3498072" cy="646331"/>
          </a:xfrm>
          <a:prstGeom prst="rect">
            <a:avLst/>
          </a:prstGeom>
          <a:noFill/>
          <a:effectLst/>
        </p:spPr>
        <p:txBody>
          <a:bodyPr wrap="none" rtlCol="0">
            <a:spAutoFit/>
          </a:bodyPr>
          <a:lstStyle/>
          <a:p>
            <a:pPr algn="ctr"/>
            <a:r>
              <a:rPr lang="ja-JP" altLang="en-US" sz="3600" dirty="0">
                <a:solidFill>
                  <a:schemeClr val="accent6">
                    <a:lumMod val="20000"/>
                    <a:lumOff val="80000"/>
                  </a:schemeClr>
                </a:solidFill>
                <a:latin typeface="叛逆明朝" panose="02000503000000000000" pitchFamily="2" charset="-128"/>
                <a:ea typeface="叛逆明朝" panose="02000503000000000000" pitchFamily="2" charset="-128"/>
                <a:cs typeface="叛逆明朝" panose="02000503000000000000" pitchFamily="2" charset="-128"/>
              </a:rPr>
              <a:t>ノード内容確認・ルート決定</a:t>
            </a:r>
            <a:endParaRPr kumimoji="1" lang="ja-JP" altLang="en-US" sz="3600" dirty="0">
              <a:solidFill>
                <a:schemeClr val="accent6">
                  <a:lumMod val="20000"/>
                  <a:lumOff val="80000"/>
                </a:schemeClr>
              </a:solidFill>
              <a:latin typeface="叛逆明朝" panose="02000503000000000000" pitchFamily="2" charset="-128"/>
              <a:ea typeface="叛逆明朝" panose="02000503000000000000" pitchFamily="2" charset="-128"/>
              <a:cs typeface="叛逆明朝" panose="02000503000000000000" pitchFamily="2" charset="-128"/>
            </a:endParaRPr>
          </a:p>
        </p:txBody>
      </p:sp>
      <p:sp>
        <p:nvSpPr>
          <p:cNvPr id="78" name="テキスト ボックス 77">
            <a:extLst>
              <a:ext uri="{FF2B5EF4-FFF2-40B4-BE49-F238E27FC236}">
                <a16:creationId xmlns:a16="http://schemas.microsoft.com/office/drawing/2014/main" id="{E55C45E6-FB94-B5C2-A555-1F5AA5CF2F0F}"/>
              </a:ext>
            </a:extLst>
          </p:cNvPr>
          <p:cNvSpPr txBox="1"/>
          <p:nvPr/>
        </p:nvSpPr>
        <p:spPr>
          <a:xfrm>
            <a:off x="5661962" y="5872745"/>
            <a:ext cx="2223686" cy="646331"/>
          </a:xfrm>
          <a:prstGeom prst="rect">
            <a:avLst/>
          </a:prstGeom>
          <a:noFill/>
          <a:effectLst/>
        </p:spPr>
        <p:txBody>
          <a:bodyPr wrap="none" rtlCol="0">
            <a:spAutoFit/>
          </a:bodyPr>
          <a:lstStyle/>
          <a:p>
            <a:pPr algn="ctr"/>
            <a:r>
              <a:rPr lang="ja-JP" altLang="en-US" sz="3600" dirty="0">
                <a:solidFill>
                  <a:schemeClr val="accent6">
                    <a:lumMod val="20000"/>
                    <a:lumOff val="80000"/>
                  </a:schemeClr>
                </a:solidFill>
                <a:latin typeface="叛逆明朝" panose="02000503000000000000" pitchFamily="2" charset="-128"/>
                <a:ea typeface="叛逆明朝" panose="02000503000000000000" pitchFamily="2" charset="-128"/>
                <a:cs typeface="叛逆明朝" panose="02000503000000000000" pitchFamily="2" charset="-128"/>
              </a:rPr>
              <a:t>撤退して報酬確定</a:t>
            </a:r>
            <a:endParaRPr kumimoji="1" lang="ja-JP" altLang="en-US" sz="3600" dirty="0">
              <a:solidFill>
                <a:schemeClr val="accent6">
                  <a:lumMod val="20000"/>
                  <a:lumOff val="80000"/>
                </a:schemeClr>
              </a:solidFill>
              <a:latin typeface="叛逆明朝" panose="02000503000000000000" pitchFamily="2" charset="-128"/>
              <a:ea typeface="叛逆明朝" panose="02000503000000000000" pitchFamily="2" charset="-128"/>
              <a:cs typeface="叛逆明朝" panose="02000503000000000000" pitchFamily="2" charset="-128"/>
            </a:endParaRPr>
          </a:p>
        </p:txBody>
      </p:sp>
      <p:pic>
        <p:nvPicPr>
          <p:cNvPr id="79" name="図 78" descr="グラフィカル ユーザー インターフェイス&#10;&#10;AI 生成コンテンツは誤りを含む可能性があります。">
            <a:extLst>
              <a:ext uri="{FF2B5EF4-FFF2-40B4-BE49-F238E27FC236}">
                <a16:creationId xmlns:a16="http://schemas.microsoft.com/office/drawing/2014/main" id="{E6855071-63F5-4B8F-E77E-C89F236DA4EB}"/>
              </a:ext>
            </a:extLst>
          </p:cNvPr>
          <p:cNvPicPr>
            <a:picLocks noChangeAspect="1"/>
          </p:cNvPicPr>
          <p:nvPr/>
        </p:nvPicPr>
        <p:blipFill>
          <a:blip r:embed="rId7">
            <a:extLst>
              <a:ext uri="{BEBA8EAE-BF5A-486C-A8C5-ECC9F3942E4B}">
                <a14:imgProps xmlns:a14="http://schemas.microsoft.com/office/drawing/2010/main">
                  <a14:imgLayer r:embed="rId5">
                    <a14:imgEffect>
                      <a14:backgroundRemoval t="10000" b="90000" l="10000" r="96000">
                        <a14:foregroundMark x1="65688" y1="18000" x2="86750" y2="12000"/>
                        <a14:foregroundMark x1="86750" y1="12000" x2="93313" y2="27222"/>
                        <a14:foregroundMark x1="93313" y1="27222" x2="84750" y2="62556"/>
                        <a14:foregroundMark x1="84750" y1="62556" x2="73438" y2="37667"/>
                        <a14:foregroundMark x1="73438" y1="37667" x2="76313" y2="25889"/>
                        <a14:foregroundMark x1="76313" y1="25889" x2="76938" y2="30333"/>
                        <a14:foregroundMark x1="89938" y1="55667" x2="95563" y2="12556"/>
                        <a14:foregroundMark x1="95563" y1="12556" x2="85313" y2="18889"/>
                        <a14:foregroundMark x1="85313" y1="18889" x2="86313" y2="35556"/>
                        <a14:foregroundMark x1="86313" y1="35556" x2="95500" y2="47889"/>
                        <a14:foregroundMark x1="95500" y1="47889" x2="96000" y2="52667"/>
                        <a14:foregroundMark x1="77625" y1="51556" x2="67688" y2="37556"/>
                        <a14:foregroundMark x1="67688" y1="37556" x2="73438" y2="28667"/>
                        <a14:foregroundMark x1="73438" y1="28667" x2="93313" y2="24444"/>
                        <a14:foregroundMark x1="93313" y1="24444" x2="78625" y2="29000"/>
                        <a14:foregroundMark x1="74625" y1="17222" x2="72000" y2="29333"/>
                        <a14:foregroundMark x1="72000" y1="29333" x2="64000" y2="27333"/>
                        <a14:foregroundMark x1="64000" y1="27333" x2="71625" y2="26778"/>
                        <a14:foregroundMark x1="71625" y1="26778" x2="66688" y2="36889"/>
                        <a14:foregroundMark x1="66688" y1="36889" x2="74813" y2="44667"/>
                        <a14:foregroundMark x1="74813" y1="44667" x2="93250" y2="21556"/>
                        <a14:foregroundMark x1="93250" y1="21556" x2="92688" y2="15667"/>
                        <a14:foregroundMark x1="64375" y1="34667" x2="68500" y2="54111"/>
                        <a14:foregroundMark x1="68500" y1="54111" x2="75750" y2="53667"/>
                        <a14:backgroundMark x1="15687" y1="27222" x2="30875" y2="18333"/>
                        <a14:backgroundMark x1="30875" y1="18333" x2="39000" y2="33222"/>
                        <a14:backgroundMark x1="39000" y1="33222" x2="33375" y2="69111"/>
                        <a14:backgroundMark x1="33375" y1="69111" x2="33625" y2="35556"/>
                        <a14:backgroundMark x1="33625" y1="35556" x2="33500" y2="67444"/>
                        <a14:backgroundMark x1="33500" y1="67444" x2="47063" y2="52667"/>
                        <a14:backgroundMark x1="47063" y1="52667" x2="14063" y2="41667"/>
                        <a14:backgroundMark x1="14063" y1="41667" x2="19625" y2="81222"/>
                        <a14:backgroundMark x1="19625" y1="81222" x2="30250" y2="58000"/>
                        <a14:backgroundMark x1="30250" y1="58000" x2="17625" y2="59333"/>
                        <a14:backgroundMark x1="17625" y1="59333" x2="31688" y2="72333"/>
                        <a14:backgroundMark x1="31688" y1="72333" x2="39625" y2="68333"/>
                        <a14:backgroundMark x1="39625" y1="68333" x2="42563" y2="46222"/>
                        <a14:backgroundMark x1="42563" y1="46222" x2="37500" y2="84556"/>
                        <a14:backgroundMark x1="37500" y1="84556" x2="49250" y2="54000"/>
                        <a14:backgroundMark x1="49250" y1="54000" x2="43500" y2="17667"/>
                        <a14:backgroundMark x1="43500" y1="17667" x2="48563" y2="35000"/>
                        <a14:backgroundMark x1="48563" y1="35000" x2="40688" y2="53778"/>
                        <a14:backgroundMark x1="40688" y1="53778" x2="28188" y2="43111"/>
                        <a14:backgroundMark x1="28188" y1="43111" x2="27813" y2="41556"/>
                      </a14:backgroundRemoval>
                    </a14:imgEffect>
                  </a14:imgLayer>
                </a14:imgProps>
              </a:ext>
              <a:ext uri="{28A0092B-C50C-407E-A947-70E740481C1C}">
                <a14:useLocalDpi xmlns:a14="http://schemas.microsoft.com/office/drawing/2010/main" val="0"/>
              </a:ext>
            </a:extLst>
          </a:blip>
          <a:srcRect l="58877" b="31891"/>
          <a:stretch>
            <a:fillRect/>
          </a:stretch>
        </p:blipFill>
        <p:spPr>
          <a:xfrm>
            <a:off x="1739287" y="4506455"/>
            <a:ext cx="1607156" cy="1497265"/>
          </a:xfrm>
          <a:prstGeom prst="rect">
            <a:avLst/>
          </a:prstGeom>
          <a:ln w="38100">
            <a:noFill/>
          </a:ln>
        </p:spPr>
      </p:pic>
      <p:pic>
        <p:nvPicPr>
          <p:cNvPr id="80" name="図 79" descr="グラフィカル ユーザー インターフェイス&#10;&#10;AI 生成コンテンツは誤りを含む可能性があります。">
            <a:extLst>
              <a:ext uri="{FF2B5EF4-FFF2-40B4-BE49-F238E27FC236}">
                <a16:creationId xmlns:a16="http://schemas.microsoft.com/office/drawing/2014/main" id="{195B89C5-5B90-2888-C8F1-7B4CB85CC5B6}"/>
              </a:ext>
            </a:extLst>
          </p:cNvPr>
          <p:cNvPicPr>
            <a:picLocks noChangeAspect="1"/>
          </p:cNvPicPr>
          <p:nvPr/>
        </p:nvPicPr>
        <p:blipFill>
          <a:blip r:embed="rId8">
            <a:extLst>
              <a:ext uri="{BEBA8EAE-BF5A-486C-A8C5-ECC9F3942E4B}">
                <a14:imgProps xmlns:a14="http://schemas.microsoft.com/office/drawing/2010/main">
                  <a14:imgLayer r:embed="rId5">
                    <a14:imgEffect>
                      <a14:backgroundRemoval t="10000" b="90000" l="10000" r="96000">
                        <a14:foregroundMark x1="65688" y1="18000" x2="86750" y2="12000"/>
                        <a14:foregroundMark x1="86750" y1="12000" x2="93313" y2="27222"/>
                        <a14:foregroundMark x1="93313" y1="27222" x2="84750" y2="62556"/>
                        <a14:foregroundMark x1="84750" y1="62556" x2="73438" y2="37667"/>
                        <a14:foregroundMark x1="73438" y1="37667" x2="76313" y2="25889"/>
                        <a14:foregroundMark x1="76313" y1="25889" x2="76938" y2="30333"/>
                        <a14:foregroundMark x1="89938" y1="55667" x2="95563" y2="12556"/>
                        <a14:foregroundMark x1="95563" y1="12556" x2="85313" y2="18889"/>
                        <a14:foregroundMark x1="85313" y1="18889" x2="86313" y2="35556"/>
                        <a14:foregroundMark x1="86313" y1="35556" x2="95500" y2="47889"/>
                        <a14:foregroundMark x1="95500" y1="47889" x2="96000" y2="52667"/>
                        <a14:foregroundMark x1="77625" y1="51556" x2="67688" y2="37556"/>
                        <a14:foregroundMark x1="67688" y1="37556" x2="73438" y2="28667"/>
                        <a14:foregroundMark x1="73438" y1="28667" x2="93313" y2="24444"/>
                        <a14:foregroundMark x1="93313" y1="24444" x2="78625" y2="29000"/>
                        <a14:foregroundMark x1="74625" y1="17222" x2="72000" y2="29333"/>
                        <a14:foregroundMark x1="72000" y1="29333" x2="64000" y2="27333"/>
                        <a14:foregroundMark x1="64000" y1="27333" x2="71625" y2="26778"/>
                        <a14:foregroundMark x1="71625" y1="26778" x2="66688" y2="36889"/>
                        <a14:foregroundMark x1="66688" y1="36889" x2="74813" y2="44667"/>
                        <a14:foregroundMark x1="74813" y1="44667" x2="93250" y2="21556"/>
                        <a14:foregroundMark x1="93250" y1="21556" x2="92688" y2="15667"/>
                        <a14:foregroundMark x1="64375" y1="34667" x2="68500" y2="54111"/>
                        <a14:foregroundMark x1="68500" y1="54111" x2="75750" y2="53667"/>
                        <a14:foregroundMark x1="63563" y1="74111" x2="91625" y2="76111"/>
                        <a14:foregroundMark x1="91625" y1="76111" x2="76563" y2="86444"/>
                        <a14:foregroundMark x1="76563" y1="86444" x2="64688" y2="84889"/>
                        <a14:foregroundMark x1="64688" y1="84889" x2="64438" y2="76000"/>
                        <a14:backgroundMark x1="15687" y1="27222" x2="30875" y2="18333"/>
                        <a14:backgroundMark x1="30875" y1="18333" x2="39000" y2="33222"/>
                        <a14:backgroundMark x1="39000" y1="33222" x2="33375" y2="69111"/>
                        <a14:backgroundMark x1="33375" y1="69111" x2="33625" y2="35556"/>
                        <a14:backgroundMark x1="33625" y1="35556" x2="33500" y2="67444"/>
                        <a14:backgroundMark x1="33500" y1="67444" x2="47063" y2="52667"/>
                        <a14:backgroundMark x1="47063" y1="52667" x2="14063" y2="41667"/>
                        <a14:backgroundMark x1="14063" y1="41667" x2="19625" y2="81222"/>
                        <a14:backgroundMark x1="19625" y1="81222" x2="30250" y2="58000"/>
                        <a14:backgroundMark x1="30250" y1="58000" x2="17625" y2="59333"/>
                        <a14:backgroundMark x1="17625" y1="59333" x2="31688" y2="72333"/>
                        <a14:backgroundMark x1="31688" y1="72333" x2="39625" y2="68333"/>
                        <a14:backgroundMark x1="39625" y1="68333" x2="42563" y2="46222"/>
                        <a14:backgroundMark x1="42563" y1="46222" x2="37500" y2="84556"/>
                        <a14:backgroundMark x1="37500" y1="84556" x2="49250" y2="54000"/>
                        <a14:backgroundMark x1="49250" y1="54000" x2="43500" y2="17667"/>
                        <a14:backgroundMark x1="43500" y1="17667" x2="48563" y2="35000"/>
                        <a14:backgroundMark x1="48563" y1="35000" x2="40688" y2="53778"/>
                        <a14:backgroundMark x1="40688" y1="53778" x2="28188" y2="43111"/>
                        <a14:backgroundMark x1="28188" y1="43111" x2="27813" y2="41556"/>
                      </a14:backgroundRemoval>
                    </a14:imgEffect>
                  </a14:imgLayer>
                </a14:imgProps>
              </a:ext>
              <a:ext uri="{28A0092B-C50C-407E-A947-70E740481C1C}">
                <a14:useLocalDpi xmlns:a14="http://schemas.microsoft.com/office/drawing/2010/main" val="0"/>
              </a:ext>
            </a:extLst>
          </a:blip>
          <a:srcRect l="58877" t="64065" b="1697"/>
          <a:stretch>
            <a:fillRect/>
          </a:stretch>
        </p:blipFill>
        <p:spPr>
          <a:xfrm>
            <a:off x="8982160" y="4803654"/>
            <a:ext cx="2674036" cy="1252334"/>
          </a:xfrm>
          <a:prstGeom prst="rect">
            <a:avLst/>
          </a:prstGeom>
          <a:ln w="38100">
            <a:noFill/>
          </a:ln>
        </p:spPr>
      </p:pic>
      <p:sp>
        <p:nvSpPr>
          <p:cNvPr id="81" name="テキスト ボックス 80">
            <a:extLst>
              <a:ext uri="{FF2B5EF4-FFF2-40B4-BE49-F238E27FC236}">
                <a16:creationId xmlns:a16="http://schemas.microsoft.com/office/drawing/2014/main" id="{ECC2B090-9C06-BF53-93D7-1F50C7E0812E}"/>
              </a:ext>
            </a:extLst>
          </p:cNvPr>
          <p:cNvSpPr txBox="1"/>
          <p:nvPr/>
        </p:nvSpPr>
        <p:spPr>
          <a:xfrm>
            <a:off x="8849946" y="5872744"/>
            <a:ext cx="2900153" cy="646331"/>
          </a:xfrm>
          <a:prstGeom prst="rect">
            <a:avLst/>
          </a:prstGeom>
          <a:noFill/>
          <a:effectLst/>
        </p:spPr>
        <p:txBody>
          <a:bodyPr wrap="none" rtlCol="0">
            <a:spAutoFit/>
          </a:bodyPr>
          <a:lstStyle/>
          <a:p>
            <a:pPr algn="ctr"/>
            <a:r>
              <a:rPr lang="ja-JP" altLang="en-US" sz="3600" dirty="0">
                <a:solidFill>
                  <a:schemeClr val="accent6">
                    <a:lumMod val="20000"/>
                    <a:lumOff val="80000"/>
                  </a:schemeClr>
                </a:solidFill>
                <a:latin typeface="叛逆明朝" panose="02000503000000000000" pitchFamily="2" charset="-128"/>
                <a:ea typeface="叛逆明朝" panose="02000503000000000000" pitchFamily="2" charset="-128"/>
                <a:cs typeface="叛逆明朝" panose="02000503000000000000" pitchFamily="2" charset="-128"/>
              </a:rPr>
              <a:t>編成・</a:t>
            </a:r>
            <a:r>
              <a:rPr lang="en-US" altLang="ja-JP" sz="3600" dirty="0">
                <a:solidFill>
                  <a:schemeClr val="accent6">
                    <a:lumMod val="20000"/>
                    <a:lumOff val="80000"/>
                  </a:schemeClr>
                </a:solidFill>
                <a:latin typeface="叛逆明朝" panose="02000503000000000000" pitchFamily="2" charset="-128"/>
                <a:ea typeface="叛逆明朝" panose="02000503000000000000" pitchFamily="2" charset="-128"/>
                <a:cs typeface="叛逆明朝" panose="02000503000000000000" pitchFamily="2" charset="-128"/>
              </a:rPr>
              <a:t>HP</a:t>
            </a:r>
            <a:r>
              <a:rPr lang="ja-JP" altLang="en-US" sz="3600" dirty="0">
                <a:solidFill>
                  <a:schemeClr val="accent6">
                    <a:lumMod val="20000"/>
                    <a:lumOff val="80000"/>
                  </a:schemeClr>
                </a:solidFill>
                <a:latin typeface="叛逆明朝" panose="02000503000000000000" pitchFamily="2" charset="-128"/>
                <a:ea typeface="叛逆明朝" panose="02000503000000000000" pitchFamily="2" charset="-128"/>
                <a:cs typeface="叛逆明朝" panose="02000503000000000000" pitchFamily="2" charset="-128"/>
              </a:rPr>
              <a:t>・バフを確認</a:t>
            </a:r>
            <a:endParaRPr kumimoji="1" lang="ja-JP" altLang="en-US" sz="3600" dirty="0">
              <a:solidFill>
                <a:schemeClr val="accent6">
                  <a:lumMod val="20000"/>
                  <a:lumOff val="80000"/>
                </a:schemeClr>
              </a:solidFill>
              <a:latin typeface="叛逆明朝" panose="02000503000000000000" pitchFamily="2" charset="-128"/>
              <a:ea typeface="叛逆明朝" panose="02000503000000000000" pitchFamily="2" charset="-128"/>
              <a:cs typeface="叛逆明朝" panose="02000503000000000000" pitchFamily="2" charset="-128"/>
            </a:endParaRPr>
          </a:p>
        </p:txBody>
      </p:sp>
      <p:sp>
        <p:nvSpPr>
          <p:cNvPr id="82" name="テキスト ボックス 81">
            <a:extLst>
              <a:ext uri="{FF2B5EF4-FFF2-40B4-BE49-F238E27FC236}">
                <a16:creationId xmlns:a16="http://schemas.microsoft.com/office/drawing/2014/main" id="{4C60CF39-A321-7525-3FBD-DACF05CAE501}"/>
              </a:ext>
            </a:extLst>
          </p:cNvPr>
          <p:cNvSpPr txBox="1"/>
          <p:nvPr/>
        </p:nvSpPr>
        <p:spPr>
          <a:xfrm>
            <a:off x="906643" y="1186200"/>
            <a:ext cx="2223686" cy="646331"/>
          </a:xfrm>
          <a:prstGeom prst="rect">
            <a:avLst/>
          </a:prstGeom>
          <a:noFill/>
          <a:effectLst/>
        </p:spPr>
        <p:txBody>
          <a:bodyPr wrap="none" rtlCol="0">
            <a:spAutoFit/>
          </a:bodyPr>
          <a:lstStyle/>
          <a:p>
            <a:r>
              <a:rPr lang="ja-JP" altLang="en-US" sz="3600" dirty="0">
                <a:solidFill>
                  <a:schemeClr val="accent6">
                    <a:lumMod val="40000"/>
                    <a:lumOff val="60000"/>
                  </a:schemeClr>
                </a:solidFill>
                <a:latin typeface="叛逆明朝" panose="02000503000000000000" pitchFamily="2" charset="-128"/>
                <a:ea typeface="叛逆明朝" panose="02000503000000000000" pitchFamily="2" charset="-128"/>
                <a:cs typeface="叛逆明朝" panose="02000503000000000000" pitchFamily="2" charset="-128"/>
              </a:rPr>
              <a:t>ルートマップ表示</a:t>
            </a:r>
            <a:endParaRPr kumimoji="1" lang="ja-JP" altLang="en-US" sz="3600" dirty="0">
              <a:solidFill>
                <a:schemeClr val="accent6">
                  <a:lumMod val="40000"/>
                  <a:lumOff val="60000"/>
                </a:schemeClr>
              </a:solidFill>
              <a:latin typeface="叛逆明朝" panose="02000503000000000000" pitchFamily="2" charset="-128"/>
              <a:ea typeface="叛逆明朝" panose="02000503000000000000" pitchFamily="2" charset="-128"/>
              <a:cs typeface="叛逆明朝" panose="02000503000000000000" pitchFamily="2" charset="-128"/>
            </a:endParaRPr>
          </a:p>
        </p:txBody>
      </p:sp>
      <p:sp>
        <p:nvSpPr>
          <p:cNvPr id="83" name="テキスト ボックス 82">
            <a:extLst>
              <a:ext uri="{FF2B5EF4-FFF2-40B4-BE49-F238E27FC236}">
                <a16:creationId xmlns:a16="http://schemas.microsoft.com/office/drawing/2014/main" id="{56D19021-D558-2B67-6C2B-3257355872E4}"/>
              </a:ext>
            </a:extLst>
          </p:cNvPr>
          <p:cNvSpPr txBox="1"/>
          <p:nvPr/>
        </p:nvSpPr>
        <p:spPr>
          <a:xfrm>
            <a:off x="906643" y="4009519"/>
            <a:ext cx="1713931" cy="646331"/>
          </a:xfrm>
          <a:prstGeom prst="rect">
            <a:avLst/>
          </a:prstGeom>
          <a:noFill/>
          <a:effectLst/>
        </p:spPr>
        <p:txBody>
          <a:bodyPr wrap="none" rtlCol="0">
            <a:spAutoFit/>
          </a:bodyPr>
          <a:lstStyle/>
          <a:p>
            <a:r>
              <a:rPr lang="ja-JP" altLang="en-US" sz="3600" dirty="0">
                <a:solidFill>
                  <a:schemeClr val="accent6">
                    <a:lumMod val="40000"/>
                    <a:lumOff val="60000"/>
                  </a:schemeClr>
                </a:solidFill>
                <a:latin typeface="叛逆明朝" panose="02000503000000000000" pitchFamily="2" charset="-128"/>
                <a:ea typeface="叛逆明朝" panose="02000503000000000000" pitchFamily="2" charset="-128"/>
                <a:cs typeface="叛逆明朝" panose="02000503000000000000" pitchFamily="2" charset="-128"/>
              </a:rPr>
              <a:t>ノードパネル</a:t>
            </a:r>
            <a:endParaRPr kumimoji="1" lang="ja-JP" altLang="en-US" sz="3600" dirty="0">
              <a:solidFill>
                <a:schemeClr val="accent6">
                  <a:lumMod val="40000"/>
                  <a:lumOff val="60000"/>
                </a:schemeClr>
              </a:solidFill>
              <a:latin typeface="叛逆明朝" panose="02000503000000000000" pitchFamily="2" charset="-128"/>
              <a:ea typeface="叛逆明朝" panose="02000503000000000000" pitchFamily="2" charset="-128"/>
              <a:cs typeface="叛逆明朝" panose="02000503000000000000" pitchFamily="2" charset="-128"/>
            </a:endParaRPr>
          </a:p>
        </p:txBody>
      </p:sp>
      <p:sp>
        <p:nvSpPr>
          <p:cNvPr id="84" name="テキスト ボックス 83">
            <a:extLst>
              <a:ext uri="{FF2B5EF4-FFF2-40B4-BE49-F238E27FC236}">
                <a16:creationId xmlns:a16="http://schemas.microsoft.com/office/drawing/2014/main" id="{DFA36AA1-3DFC-45BE-1112-303A5991FC58}"/>
              </a:ext>
            </a:extLst>
          </p:cNvPr>
          <p:cNvSpPr txBox="1"/>
          <p:nvPr/>
        </p:nvSpPr>
        <p:spPr>
          <a:xfrm>
            <a:off x="5802543" y="4319348"/>
            <a:ext cx="1459054" cy="646331"/>
          </a:xfrm>
          <a:prstGeom prst="rect">
            <a:avLst/>
          </a:prstGeom>
          <a:noFill/>
          <a:effectLst/>
        </p:spPr>
        <p:txBody>
          <a:bodyPr wrap="none" rtlCol="0">
            <a:spAutoFit/>
          </a:bodyPr>
          <a:lstStyle/>
          <a:p>
            <a:r>
              <a:rPr lang="ja-JP" altLang="en-US" sz="3600" dirty="0">
                <a:solidFill>
                  <a:schemeClr val="accent6">
                    <a:lumMod val="40000"/>
                    <a:lumOff val="60000"/>
                  </a:schemeClr>
                </a:solidFill>
                <a:latin typeface="叛逆明朝" panose="02000503000000000000" pitchFamily="2" charset="-128"/>
                <a:ea typeface="叛逆明朝" panose="02000503000000000000" pitchFamily="2" charset="-128"/>
                <a:cs typeface="叛逆明朝" panose="02000503000000000000" pitchFamily="2" charset="-128"/>
              </a:rPr>
              <a:t>撤退ボタン</a:t>
            </a:r>
            <a:endParaRPr kumimoji="1" lang="ja-JP" altLang="en-US" sz="3600" dirty="0">
              <a:solidFill>
                <a:schemeClr val="accent6">
                  <a:lumMod val="40000"/>
                  <a:lumOff val="60000"/>
                </a:schemeClr>
              </a:solidFill>
              <a:latin typeface="叛逆明朝" panose="02000503000000000000" pitchFamily="2" charset="-128"/>
              <a:ea typeface="叛逆明朝" panose="02000503000000000000" pitchFamily="2" charset="-128"/>
              <a:cs typeface="叛逆明朝" panose="02000503000000000000" pitchFamily="2" charset="-128"/>
            </a:endParaRPr>
          </a:p>
        </p:txBody>
      </p:sp>
      <p:sp>
        <p:nvSpPr>
          <p:cNvPr id="85" name="テキスト ボックス 84">
            <a:extLst>
              <a:ext uri="{FF2B5EF4-FFF2-40B4-BE49-F238E27FC236}">
                <a16:creationId xmlns:a16="http://schemas.microsoft.com/office/drawing/2014/main" id="{18063379-7EE9-B92F-2DD9-2D00CB6CA7B5}"/>
              </a:ext>
            </a:extLst>
          </p:cNvPr>
          <p:cNvSpPr txBox="1"/>
          <p:nvPr/>
        </p:nvSpPr>
        <p:spPr>
          <a:xfrm>
            <a:off x="9341139" y="4319348"/>
            <a:ext cx="1968809" cy="646331"/>
          </a:xfrm>
          <a:prstGeom prst="rect">
            <a:avLst/>
          </a:prstGeom>
          <a:noFill/>
          <a:effectLst/>
        </p:spPr>
        <p:txBody>
          <a:bodyPr wrap="none" rtlCol="0">
            <a:spAutoFit/>
          </a:bodyPr>
          <a:lstStyle/>
          <a:p>
            <a:r>
              <a:rPr lang="ja-JP" altLang="en-US" sz="3600" dirty="0">
                <a:solidFill>
                  <a:schemeClr val="accent6">
                    <a:lumMod val="40000"/>
                    <a:lumOff val="60000"/>
                  </a:schemeClr>
                </a:solidFill>
                <a:latin typeface="叛逆明朝" panose="02000503000000000000" pitchFamily="2" charset="-128"/>
                <a:ea typeface="叛逆明朝" panose="02000503000000000000" pitchFamily="2" charset="-128"/>
                <a:cs typeface="叛逆明朝" panose="02000503000000000000" pitchFamily="2" charset="-128"/>
              </a:rPr>
              <a:t>パーティー詳細</a:t>
            </a:r>
            <a:endParaRPr kumimoji="1" lang="ja-JP" altLang="en-US" sz="3600" dirty="0">
              <a:solidFill>
                <a:schemeClr val="accent6">
                  <a:lumMod val="40000"/>
                  <a:lumOff val="60000"/>
                </a:schemeClr>
              </a:solidFill>
              <a:latin typeface="叛逆明朝" panose="02000503000000000000" pitchFamily="2" charset="-128"/>
              <a:ea typeface="叛逆明朝" panose="02000503000000000000" pitchFamily="2" charset="-128"/>
              <a:cs typeface="叛逆明朝" panose="02000503000000000000" pitchFamily="2" charset="-128"/>
            </a:endParaRPr>
          </a:p>
        </p:txBody>
      </p:sp>
    </p:spTree>
    <p:extLst>
      <p:ext uri="{BB962C8B-B14F-4D97-AF65-F5344CB8AC3E}">
        <p14:creationId xmlns:p14="http://schemas.microsoft.com/office/powerpoint/2010/main" val="873187144"/>
      </p:ext>
    </p:extLst>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801C19-BB0C-5BA7-96E2-E20DB8E66B5B}"/>
            </a:ext>
          </a:extLst>
        </p:cNvPr>
        <p:cNvGrpSpPr/>
        <p:nvPr/>
      </p:nvGrpSpPr>
      <p:grpSpPr>
        <a:xfrm>
          <a:off x="0" y="0"/>
          <a:ext cx="0" cy="0"/>
          <a:chOff x="0" y="0"/>
          <a:chExt cx="0" cy="0"/>
        </a:xfrm>
      </p:grpSpPr>
      <p:sp>
        <p:nvSpPr>
          <p:cNvPr id="6" name="テキスト ボックス 5">
            <a:extLst>
              <a:ext uri="{FF2B5EF4-FFF2-40B4-BE49-F238E27FC236}">
                <a16:creationId xmlns:a16="http://schemas.microsoft.com/office/drawing/2014/main" id="{5B9F0AC8-55FC-5936-1B98-EDF18878EA60}"/>
              </a:ext>
            </a:extLst>
          </p:cNvPr>
          <p:cNvSpPr txBox="1"/>
          <p:nvPr/>
        </p:nvSpPr>
        <p:spPr>
          <a:xfrm>
            <a:off x="2412939" y="660087"/>
            <a:ext cx="7366119" cy="1323439"/>
          </a:xfrm>
          <a:prstGeom prst="rect">
            <a:avLst/>
          </a:prstGeom>
          <a:noFill/>
        </p:spPr>
        <p:txBody>
          <a:bodyPr wrap="none" rtlCol="0">
            <a:spAutoFit/>
          </a:bodyPr>
          <a:lstStyle/>
          <a:p>
            <a:pPr algn="ctr"/>
            <a:r>
              <a:rPr kumimoji="1" lang="ja-JP" altLang="en-US" sz="80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ゲートシステム</a:t>
            </a:r>
          </a:p>
        </p:txBody>
      </p:sp>
      <p:sp>
        <p:nvSpPr>
          <p:cNvPr id="7" name="テキスト ボックス 6">
            <a:extLst>
              <a:ext uri="{FF2B5EF4-FFF2-40B4-BE49-F238E27FC236}">
                <a16:creationId xmlns:a16="http://schemas.microsoft.com/office/drawing/2014/main" id="{8751F2A6-DEB3-2B71-7301-9C33ACF3BCB3}"/>
              </a:ext>
            </a:extLst>
          </p:cNvPr>
          <p:cNvSpPr txBox="1"/>
          <p:nvPr/>
        </p:nvSpPr>
        <p:spPr>
          <a:xfrm>
            <a:off x="2409732" y="3279173"/>
            <a:ext cx="7372531" cy="2369880"/>
          </a:xfrm>
          <a:prstGeom prst="rect">
            <a:avLst/>
          </a:prstGeom>
          <a:noFill/>
        </p:spPr>
        <p:txBody>
          <a:bodyPr wrap="none" rtlCol="0">
            <a:spAutoFit/>
          </a:bodyPr>
          <a:lstStyle/>
          <a:p>
            <a:pPr algn="ctr"/>
            <a:r>
              <a:rPr kumimoji="1" lang="ja-JP" altLang="en-US" sz="5400" dirty="0">
                <a:solidFill>
                  <a:schemeClr val="accent6">
                    <a:lumMod val="60000"/>
                    <a:lumOff val="40000"/>
                  </a:schemeClr>
                </a:solidFill>
                <a:latin typeface="游明朝 Demibold" panose="02020600000000000000" pitchFamily="18" charset="-128"/>
                <a:ea typeface="游明朝 Demibold" panose="02020600000000000000" pitchFamily="18" charset="-128"/>
                <a:cs typeface="叛逆明朝" panose="02000503000000000000" pitchFamily="2" charset="-128"/>
              </a:rPr>
              <a:t>ワンアクション操作</a:t>
            </a:r>
            <a:br>
              <a:rPr kumimoji="1" lang="en-US" altLang="ja-JP" sz="54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br>
            <a:r>
              <a:rPr kumimoji="1" lang="en-US" altLang="ja-JP" sz="40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a:t>
            </a:r>
            <a:br>
              <a:rPr kumimoji="1" lang="en-US" altLang="ja-JP" sz="32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br>
            <a:r>
              <a:rPr lang="en-US" altLang="ja-JP" sz="5400" dirty="0">
                <a:solidFill>
                  <a:schemeClr val="accent6">
                    <a:lumMod val="60000"/>
                    <a:lumOff val="40000"/>
                  </a:schemeClr>
                </a:solidFill>
                <a:latin typeface="游明朝 Demibold" panose="02020600000000000000" pitchFamily="18" charset="-128"/>
                <a:ea typeface="游明朝 Demibold" panose="02020600000000000000" pitchFamily="18" charset="-128"/>
                <a:cs typeface="叛逆明朝" panose="02000503000000000000" pitchFamily="2" charset="-128"/>
              </a:rPr>
              <a:t>2D</a:t>
            </a:r>
            <a:r>
              <a:rPr lang="ja-JP" altLang="en-US" sz="5400" dirty="0">
                <a:solidFill>
                  <a:schemeClr val="accent6">
                    <a:lumMod val="60000"/>
                    <a:lumOff val="40000"/>
                  </a:schemeClr>
                </a:solidFill>
                <a:latin typeface="游明朝 Demibold" panose="02020600000000000000" pitchFamily="18" charset="-128"/>
                <a:ea typeface="游明朝 Demibold" panose="02020600000000000000" pitchFamily="18" charset="-128"/>
                <a:cs typeface="叛逆明朝" panose="02000503000000000000" pitchFamily="2" charset="-128"/>
              </a:rPr>
              <a:t>ハスクラサバイバル</a:t>
            </a:r>
            <a:endParaRPr kumimoji="1" lang="ja-JP" altLang="en-US" sz="5400" dirty="0">
              <a:solidFill>
                <a:schemeClr val="accent6">
                  <a:lumMod val="60000"/>
                  <a:lumOff val="40000"/>
                </a:schemeClr>
              </a:solidFill>
              <a:latin typeface="游明朝 Demibold" panose="02020600000000000000" pitchFamily="18" charset="-128"/>
              <a:ea typeface="游明朝 Demibold" panose="02020600000000000000" pitchFamily="18" charset="-128"/>
              <a:cs typeface="叛逆明朝" panose="02000503000000000000" pitchFamily="2" charset="-128"/>
            </a:endParaRPr>
          </a:p>
        </p:txBody>
      </p:sp>
      <p:cxnSp>
        <p:nvCxnSpPr>
          <p:cNvPr id="9" name="直線コネクタ 8">
            <a:extLst>
              <a:ext uri="{FF2B5EF4-FFF2-40B4-BE49-F238E27FC236}">
                <a16:creationId xmlns:a16="http://schemas.microsoft.com/office/drawing/2014/main" id="{10FFB37D-38A0-21A5-05EF-3F8A2F149E45}"/>
              </a:ext>
            </a:extLst>
          </p:cNvPr>
          <p:cNvCxnSpPr>
            <a:cxnSpLocks/>
          </p:cNvCxnSpPr>
          <p:nvPr/>
        </p:nvCxnSpPr>
        <p:spPr>
          <a:xfrm>
            <a:off x="1301931" y="2481944"/>
            <a:ext cx="9588138" cy="0"/>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951074575"/>
      </p:ext>
    </p:extLst>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772040-4E38-C5BD-4FA1-E6C08E3A472C}"/>
            </a:ext>
          </a:extLst>
        </p:cNvPr>
        <p:cNvGrpSpPr/>
        <p:nvPr/>
      </p:nvGrpSpPr>
      <p:grpSpPr>
        <a:xfrm>
          <a:off x="0" y="0"/>
          <a:ext cx="0" cy="0"/>
          <a:chOff x="0" y="0"/>
          <a:chExt cx="0" cy="0"/>
        </a:xfrm>
      </p:grpSpPr>
      <p:sp>
        <p:nvSpPr>
          <p:cNvPr id="6" name="テキスト ボックス 5">
            <a:extLst>
              <a:ext uri="{FF2B5EF4-FFF2-40B4-BE49-F238E27FC236}">
                <a16:creationId xmlns:a16="http://schemas.microsoft.com/office/drawing/2014/main" id="{F6F65283-1FF3-EF78-EFD4-A749BC12CEBF}"/>
              </a:ext>
            </a:extLst>
          </p:cNvPr>
          <p:cNvSpPr txBox="1"/>
          <p:nvPr/>
        </p:nvSpPr>
        <p:spPr>
          <a:xfrm>
            <a:off x="4977744" y="208855"/>
            <a:ext cx="2236511" cy="1323439"/>
          </a:xfrm>
          <a:prstGeom prst="rect">
            <a:avLst/>
          </a:prstGeom>
          <a:noFill/>
        </p:spPr>
        <p:txBody>
          <a:bodyPr wrap="none" rtlCol="0">
            <a:spAutoFit/>
          </a:bodyPr>
          <a:lstStyle/>
          <a:p>
            <a:pPr algn="ctr"/>
            <a:r>
              <a:rPr kumimoji="1" lang="ja-JP" altLang="en-US" sz="80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価値</a:t>
            </a:r>
          </a:p>
        </p:txBody>
      </p:sp>
      <p:sp>
        <p:nvSpPr>
          <p:cNvPr id="2" name="テキスト ボックス 1">
            <a:extLst>
              <a:ext uri="{FF2B5EF4-FFF2-40B4-BE49-F238E27FC236}">
                <a16:creationId xmlns:a16="http://schemas.microsoft.com/office/drawing/2014/main" id="{FF9A1C44-F613-F98F-90E1-CD9032695596}"/>
              </a:ext>
            </a:extLst>
          </p:cNvPr>
          <p:cNvSpPr txBox="1"/>
          <p:nvPr/>
        </p:nvSpPr>
        <p:spPr>
          <a:xfrm>
            <a:off x="2310347" y="5448816"/>
            <a:ext cx="7571303" cy="1200329"/>
          </a:xfrm>
          <a:prstGeom prst="rect">
            <a:avLst/>
          </a:prstGeom>
          <a:noFill/>
        </p:spPr>
        <p:txBody>
          <a:bodyPr wrap="none" rtlCol="0">
            <a:spAutoFit/>
          </a:bodyPr>
          <a:lstStyle/>
          <a:p>
            <a:pPr algn="ctr"/>
            <a:r>
              <a:rPr lang="ja-JP" altLang="en-US" sz="3600" dirty="0">
                <a:solidFill>
                  <a:schemeClr val="accent6">
                    <a:lumMod val="60000"/>
                    <a:lumOff val="40000"/>
                  </a:schemeClr>
                </a:solidFill>
                <a:latin typeface="游明朝 Demibold" panose="02020600000000000000" pitchFamily="18" charset="-128"/>
                <a:ea typeface="游明朝 Demibold" panose="02020600000000000000" pitchFamily="18" charset="-128"/>
                <a:cs typeface="叛逆明朝" panose="02000503000000000000" pitchFamily="2" charset="-128"/>
              </a:rPr>
              <a:t>簡単にコツコツ強くなる</a:t>
            </a:r>
            <a:r>
              <a:rPr kumimoji="1" lang="ja-JP" altLang="en-US" sz="3600" dirty="0">
                <a:solidFill>
                  <a:schemeClr val="accent6">
                    <a:lumMod val="60000"/>
                    <a:lumOff val="40000"/>
                  </a:schemeClr>
                </a:solidFill>
                <a:latin typeface="游明朝 Demibold" panose="02020600000000000000" pitchFamily="18" charset="-128"/>
                <a:ea typeface="游明朝 Demibold" panose="02020600000000000000" pitchFamily="18" charset="-128"/>
                <a:cs typeface="叛逆明朝" panose="02000503000000000000" pitchFamily="2" charset="-128"/>
              </a:rPr>
              <a:t>体験</a:t>
            </a:r>
            <a:r>
              <a:rPr kumimoji="1" lang="ja-JP" altLang="en-US" sz="36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で</a:t>
            </a:r>
            <a:br>
              <a:rPr kumimoji="1" lang="en-US" altLang="ja-JP" sz="36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br>
            <a:r>
              <a:rPr kumimoji="1" lang="ja-JP" altLang="en-US" sz="3600" dirty="0">
                <a:solidFill>
                  <a:schemeClr val="accent6">
                    <a:lumMod val="60000"/>
                    <a:lumOff val="40000"/>
                  </a:schemeClr>
                </a:solidFill>
                <a:latin typeface="游明朝 Demibold" panose="02020600000000000000" pitchFamily="18" charset="-128"/>
                <a:ea typeface="游明朝 Demibold" panose="02020600000000000000" pitchFamily="18" charset="-128"/>
                <a:cs typeface="叛逆明朝" panose="02000503000000000000" pitchFamily="2" charset="-128"/>
              </a:rPr>
              <a:t>エロ要素</a:t>
            </a:r>
            <a:r>
              <a:rPr kumimoji="1" lang="ja-JP" altLang="en-US" sz="36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と</a:t>
            </a:r>
            <a:r>
              <a:rPr kumimoji="1" lang="ja-JP" altLang="en-US" sz="3600" dirty="0">
                <a:solidFill>
                  <a:schemeClr val="accent6">
                    <a:lumMod val="60000"/>
                    <a:lumOff val="40000"/>
                  </a:schemeClr>
                </a:solidFill>
                <a:latin typeface="游明朝 Demibold" panose="02020600000000000000" pitchFamily="18" charset="-128"/>
                <a:ea typeface="游明朝 Demibold" panose="02020600000000000000" pitchFamily="18" charset="-128"/>
                <a:cs typeface="叛逆明朝" panose="02000503000000000000" pitchFamily="2" charset="-128"/>
              </a:rPr>
              <a:t>独立したゲーム性</a:t>
            </a:r>
            <a:r>
              <a:rPr kumimoji="1" lang="ja-JP" altLang="en-US" sz="36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の実現</a:t>
            </a:r>
          </a:p>
        </p:txBody>
      </p:sp>
    </p:spTree>
    <p:extLst>
      <p:ext uri="{BB962C8B-B14F-4D97-AF65-F5344CB8AC3E}">
        <p14:creationId xmlns:p14="http://schemas.microsoft.com/office/powerpoint/2010/main" val="1454510612"/>
      </p:ext>
    </p:extLst>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A60595-0D0F-F6B4-28C9-C52B12B6F7E2}"/>
            </a:ext>
          </a:extLst>
        </p:cNvPr>
        <p:cNvGrpSpPr/>
        <p:nvPr/>
      </p:nvGrpSpPr>
      <p:grpSpPr>
        <a:xfrm>
          <a:off x="0" y="0"/>
          <a:ext cx="0" cy="0"/>
          <a:chOff x="0" y="0"/>
          <a:chExt cx="0" cy="0"/>
        </a:xfrm>
      </p:grpSpPr>
      <p:sp>
        <p:nvSpPr>
          <p:cNvPr id="6" name="テキスト ボックス 5">
            <a:extLst>
              <a:ext uri="{FF2B5EF4-FFF2-40B4-BE49-F238E27FC236}">
                <a16:creationId xmlns:a16="http://schemas.microsoft.com/office/drawing/2014/main" id="{40A1D011-AD93-1612-EA21-4F1072BD9945}"/>
              </a:ext>
            </a:extLst>
          </p:cNvPr>
          <p:cNvSpPr txBox="1"/>
          <p:nvPr/>
        </p:nvSpPr>
        <p:spPr>
          <a:xfrm>
            <a:off x="3951822" y="208855"/>
            <a:ext cx="4288354" cy="1323439"/>
          </a:xfrm>
          <a:prstGeom prst="rect">
            <a:avLst/>
          </a:prstGeom>
          <a:noFill/>
        </p:spPr>
        <p:txBody>
          <a:bodyPr wrap="none" rtlCol="0">
            <a:spAutoFit/>
          </a:bodyPr>
          <a:lstStyle/>
          <a:p>
            <a:pPr algn="ctr"/>
            <a:r>
              <a:rPr kumimoji="1" lang="ja-JP" altLang="en-US" sz="80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システム</a:t>
            </a:r>
          </a:p>
        </p:txBody>
      </p:sp>
      <p:sp>
        <p:nvSpPr>
          <p:cNvPr id="3" name="テキスト ボックス 2">
            <a:extLst>
              <a:ext uri="{FF2B5EF4-FFF2-40B4-BE49-F238E27FC236}">
                <a16:creationId xmlns:a16="http://schemas.microsoft.com/office/drawing/2014/main" id="{BD0419A4-F8B7-D7EC-139F-F9BC53A8B576}"/>
              </a:ext>
            </a:extLst>
          </p:cNvPr>
          <p:cNvSpPr txBox="1"/>
          <p:nvPr/>
        </p:nvSpPr>
        <p:spPr>
          <a:xfrm>
            <a:off x="2310347" y="5448816"/>
            <a:ext cx="7571303" cy="1200329"/>
          </a:xfrm>
          <a:prstGeom prst="rect">
            <a:avLst/>
          </a:prstGeom>
          <a:noFill/>
        </p:spPr>
        <p:txBody>
          <a:bodyPr wrap="none" rtlCol="0">
            <a:spAutoFit/>
          </a:bodyPr>
          <a:lstStyle/>
          <a:p>
            <a:pPr algn="ctr"/>
            <a:r>
              <a:rPr lang="ja-JP" altLang="en-US" sz="3600" dirty="0">
                <a:solidFill>
                  <a:schemeClr val="accent6">
                    <a:lumMod val="60000"/>
                    <a:lumOff val="40000"/>
                  </a:schemeClr>
                </a:solidFill>
                <a:latin typeface="游明朝 Demibold" panose="02020600000000000000" pitchFamily="18" charset="-128"/>
                <a:ea typeface="游明朝 Demibold" panose="02020600000000000000" pitchFamily="18" charset="-128"/>
                <a:cs typeface="叛逆明朝" panose="02000503000000000000" pitchFamily="2" charset="-128"/>
              </a:rPr>
              <a:t>簡単にコツコツ強くなる</a:t>
            </a:r>
            <a:r>
              <a:rPr kumimoji="1" lang="ja-JP" altLang="en-US" sz="3600" dirty="0">
                <a:solidFill>
                  <a:schemeClr val="accent6">
                    <a:lumMod val="60000"/>
                    <a:lumOff val="40000"/>
                  </a:schemeClr>
                </a:solidFill>
                <a:latin typeface="游明朝 Demibold" panose="02020600000000000000" pitchFamily="18" charset="-128"/>
                <a:ea typeface="游明朝 Demibold" panose="02020600000000000000" pitchFamily="18" charset="-128"/>
                <a:cs typeface="叛逆明朝" panose="02000503000000000000" pitchFamily="2" charset="-128"/>
              </a:rPr>
              <a:t>体験</a:t>
            </a:r>
            <a:r>
              <a:rPr kumimoji="1" lang="ja-JP" altLang="en-US" sz="36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で</a:t>
            </a:r>
            <a:br>
              <a:rPr kumimoji="1" lang="en-US" altLang="ja-JP" sz="36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br>
            <a:r>
              <a:rPr kumimoji="1" lang="ja-JP" altLang="en-US" sz="3600" dirty="0">
                <a:solidFill>
                  <a:schemeClr val="accent6">
                    <a:lumMod val="60000"/>
                    <a:lumOff val="40000"/>
                  </a:schemeClr>
                </a:solidFill>
                <a:latin typeface="游明朝 Demibold" panose="02020600000000000000" pitchFamily="18" charset="-128"/>
                <a:ea typeface="游明朝 Demibold" panose="02020600000000000000" pitchFamily="18" charset="-128"/>
                <a:cs typeface="叛逆明朝" panose="02000503000000000000" pitchFamily="2" charset="-128"/>
              </a:rPr>
              <a:t>エロ要素</a:t>
            </a:r>
            <a:r>
              <a:rPr kumimoji="1" lang="ja-JP" altLang="en-US" sz="36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と</a:t>
            </a:r>
            <a:r>
              <a:rPr kumimoji="1" lang="ja-JP" altLang="en-US" sz="3600" dirty="0">
                <a:solidFill>
                  <a:schemeClr val="accent6">
                    <a:lumMod val="60000"/>
                    <a:lumOff val="40000"/>
                  </a:schemeClr>
                </a:solidFill>
                <a:latin typeface="游明朝 Demibold" panose="02020600000000000000" pitchFamily="18" charset="-128"/>
                <a:ea typeface="游明朝 Demibold" panose="02020600000000000000" pitchFamily="18" charset="-128"/>
                <a:cs typeface="叛逆明朝" panose="02000503000000000000" pitchFamily="2" charset="-128"/>
              </a:rPr>
              <a:t>独立したゲーム性</a:t>
            </a:r>
            <a:r>
              <a:rPr kumimoji="1" lang="ja-JP" altLang="en-US" sz="36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の実現</a:t>
            </a:r>
          </a:p>
        </p:txBody>
      </p:sp>
    </p:spTree>
    <p:extLst>
      <p:ext uri="{BB962C8B-B14F-4D97-AF65-F5344CB8AC3E}">
        <p14:creationId xmlns:p14="http://schemas.microsoft.com/office/powerpoint/2010/main" val="3195491481"/>
      </p:ext>
    </p:extLst>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C5D0E7-0C36-A163-98B5-8A5CC4A75225}"/>
            </a:ext>
          </a:extLst>
        </p:cNvPr>
        <p:cNvGrpSpPr/>
        <p:nvPr/>
      </p:nvGrpSpPr>
      <p:grpSpPr>
        <a:xfrm>
          <a:off x="0" y="0"/>
          <a:ext cx="0" cy="0"/>
          <a:chOff x="0" y="0"/>
          <a:chExt cx="0" cy="0"/>
        </a:xfrm>
      </p:grpSpPr>
      <p:sp>
        <p:nvSpPr>
          <p:cNvPr id="6" name="テキスト ボックス 5">
            <a:extLst>
              <a:ext uri="{FF2B5EF4-FFF2-40B4-BE49-F238E27FC236}">
                <a16:creationId xmlns:a16="http://schemas.microsoft.com/office/drawing/2014/main" id="{761907B6-B914-1A37-4C7A-CF7568A2D1CF}"/>
              </a:ext>
            </a:extLst>
          </p:cNvPr>
          <p:cNvSpPr txBox="1"/>
          <p:nvPr/>
        </p:nvSpPr>
        <p:spPr>
          <a:xfrm>
            <a:off x="4977744" y="208855"/>
            <a:ext cx="2236510" cy="1323439"/>
          </a:xfrm>
          <a:prstGeom prst="rect">
            <a:avLst/>
          </a:prstGeom>
          <a:noFill/>
        </p:spPr>
        <p:txBody>
          <a:bodyPr wrap="none" rtlCol="0">
            <a:spAutoFit/>
          </a:bodyPr>
          <a:lstStyle/>
          <a:p>
            <a:pPr algn="ctr"/>
            <a:r>
              <a:rPr kumimoji="1" lang="ja-JP" altLang="en-US" sz="80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体験</a:t>
            </a:r>
          </a:p>
        </p:txBody>
      </p:sp>
      <p:sp>
        <p:nvSpPr>
          <p:cNvPr id="3" name="テキスト ボックス 2">
            <a:extLst>
              <a:ext uri="{FF2B5EF4-FFF2-40B4-BE49-F238E27FC236}">
                <a16:creationId xmlns:a16="http://schemas.microsoft.com/office/drawing/2014/main" id="{48235F36-520E-5453-1519-C60EEF388F3C}"/>
              </a:ext>
            </a:extLst>
          </p:cNvPr>
          <p:cNvSpPr txBox="1"/>
          <p:nvPr/>
        </p:nvSpPr>
        <p:spPr>
          <a:xfrm>
            <a:off x="2310347" y="5448816"/>
            <a:ext cx="7571303" cy="1200329"/>
          </a:xfrm>
          <a:prstGeom prst="rect">
            <a:avLst/>
          </a:prstGeom>
          <a:noFill/>
        </p:spPr>
        <p:txBody>
          <a:bodyPr wrap="none" rtlCol="0">
            <a:spAutoFit/>
          </a:bodyPr>
          <a:lstStyle/>
          <a:p>
            <a:pPr algn="ctr"/>
            <a:r>
              <a:rPr lang="ja-JP" altLang="en-US" sz="3600" dirty="0">
                <a:solidFill>
                  <a:schemeClr val="accent6">
                    <a:lumMod val="60000"/>
                    <a:lumOff val="40000"/>
                  </a:schemeClr>
                </a:solidFill>
                <a:latin typeface="游明朝 Demibold" panose="02020600000000000000" pitchFamily="18" charset="-128"/>
                <a:ea typeface="游明朝 Demibold" panose="02020600000000000000" pitchFamily="18" charset="-128"/>
                <a:cs typeface="叛逆明朝" panose="02000503000000000000" pitchFamily="2" charset="-128"/>
              </a:rPr>
              <a:t>簡単にコツコツ強くなる</a:t>
            </a:r>
            <a:r>
              <a:rPr kumimoji="1" lang="ja-JP" altLang="en-US" sz="3600" dirty="0">
                <a:solidFill>
                  <a:schemeClr val="accent6">
                    <a:lumMod val="60000"/>
                    <a:lumOff val="40000"/>
                  </a:schemeClr>
                </a:solidFill>
                <a:latin typeface="游明朝 Demibold" panose="02020600000000000000" pitchFamily="18" charset="-128"/>
                <a:ea typeface="游明朝 Demibold" panose="02020600000000000000" pitchFamily="18" charset="-128"/>
                <a:cs typeface="叛逆明朝" panose="02000503000000000000" pitchFamily="2" charset="-128"/>
              </a:rPr>
              <a:t>体験</a:t>
            </a:r>
            <a:r>
              <a:rPr kumimoji="1" lang="ja-JP" altLang="en-US" sz="36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で</a:t>
            </a:r>
            <a:br>
              <a:rPr kumimoji="1" lang="en-US" altLang="ja-JP" sz="36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br>
            <a:r>
              <a:rPr kumimoji="1" lang="ja-JP" altLang="en-US" sz="3600" dirty="0">
                <a:solidFill>
                  <a:schemeClr val="accent6">
                    <a:lumMod val="60000"/>
                    <a:lumOff val="40000"/>
                  </a:schemeClr>
                </a:solidFill>
                <a:latin typeface="游明朝 Demibold" panose="02020600000000000000" pitchFamily="18" charset="-128"/>
                <a:ea typeface="游明朝 Demibold" panose="02020600000000000000" pitchFamily="18" charset="-128"/>
                <a:cs typeface="叛逆明朝" panose="02000503000000000000" pitchFamily="2" charset="-128"/>
              </a:rPr>
              <a:t>エロ要素</a:t>
            </a:r>
            <a:r>
              <a:rPr kumimoji="1" lang="ja-JP" altLang="en-US" sz="36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と</a:t>
            </a:r>
            <a:r>
              <a:rPr kumimoji="1" lang="ja-JP" altLang="en-US" sz="3600" dirty="0">
                <a:solidFill>
                  <a:schemeClr val="accent6">
                    <a:lumMod val="60000"/>
                    <a:lumOff val="40000"/>
                  </a:schemeClr>
                </a:solidFill>
                <a:latin typeface="游明朝 Demibold" panose="02020600000000000000" pitchFamily="18" charset="-128"/>
                <a:ea typeface="游明朝 Demibold" panose="02020600000000000000" pitchFamily="18" charset="-128"/>
                <a:cs typeface="叛逆明朝" panose="02000503000000000000" pitchFamily="2" charset="-128"/>
              </a:rPr>
              <a:t>独立したゲーム性</a:t>
            </a:r>
            <a:r>
              <a:rPr kumimoji="1" lang="ja-JP" altLang="en-US" sz="36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の実現</a:t>
            </a:r>
          </a:p>
        </p:txBody>
      </p:sp>
    </p:spTree>
    <p:extLst>
      <p:ext uri="{BB962C8B-B14F-4D97-AF65-F5344CB8AC3E}">
        <p14:creationId xmlns:p14="http://schemas.microsoft.com/office/powerpoint/2010/main" val="2155443350"/>
      </p:ext>
    </p:extLst>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918517-7956-3840-5451-B8A89CE1277C}"/>
            </a:ext>
          </a:extLst>
        </p:cNvPr>
        <p:cNvGrpSpPr/>
        <p:nvPr/>
      </p:nvGrpSpPr>
      <p:grpSpPr>
        <a:xfrm>
          <a:off x="0" y="0"/>
          <a:ext cx="0" cy="0"/>
          <a:chOff x="0" y="0"/>
          <a:chExt cx="0" cy="0"/>
        </a:xfrm>
      </p:grpSpPr>
      <p:sp>
        <p:nvSpPr>
          <p:cNvPr id="6" name="テキスト ボックス 5">
            <a:extLst>
              <a:ext uri="{FF2B5EF4-FFF2-40B4-BE49-F238E27FC236}">
                <a16:creationId xmlns:a16="http://schemas.microsoft.com/office/drawing/2014/main" id="{1815F4E3-F550-1A24-431F-7E2CFD142ABF}"/>
              </a:ext>
            </a:extLst>
          </p:cNvPr>
          <p:cNvSpPr txBox="1"/>
          <p:nvPr/>
        </p:nvSpPr>
        <p:spPr>
          <a:xfrm>
            <a:off x="3951823" y="208855"/>
            <a:ext cx="4288353" cy="1323439"/>
          </a:xfrm>
          <a:prstGeom prst="rect">
            <a:avLst/>
          </a:prstGeom>
          <a:noFill/>
        </p:spPr>
        <p:txBody>
          <a:bodyPr wrap="none" rtlCol="0">
            <a:spAutoFit/>
          </a:bodyPr>
          <a:lstStyle/>
          <a:p>
            <a:pPr algn="ctr"/>
            <a:r>
              <a:rPr kumimoji="1" lang="ja-JP" altLang="en-US" sz="80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バランス</a:t>
            </a:r>
          </a:p>
        </p:txBody>
      </p:sp>
      <p:sp>
        <p:nvSpPr>
          <p:cNvPr id="3" name="テキスト ボックス 2">
            <a:extLst>
              <a:ext uri="{FF2B5EF4-FFF2-40B4-BE49-F238E27FC236}">
                <a16:creationId xmlns:a16="http://schemas.microsoft.com/office/drawing/2014/main" id="{6CD495F6-823F-C997-E4DA-03E3BE913FCF}"/>
              </a:ext>
            </a:extLst>
          </p:cNvPr>
          <p:cNvSpPr txBox="1"/>
          <p:nvPr/>
        </p:nvSpPr>
        <p:spPr>
          <a:xfrm>
            <a:off x="2310347" y="5448816"/>
            <a:ext cx="7571303" cy="1200329"/>
          </a:xfrm>
          <a:prstGeom prst="rect">
            <a:avLst/>
          </a:prstGeom>
          <a:noFill/>
        </p:spPr>
        <p:txBody>
          <a:bodyPr wrap="none" rtlCol="0">
            <a:spAutoFit/>
          </a:bodyPr>
          <a:lstStyle/>
          <a:p>
            <a:pPr algn="ctr"/>
            <a:r>
              <a:rPr lang="ja-JP" altLang="en-US" sz="3600" dirty="0">
                <a:solidFill>
                  <a:schemeClr val="accent6">
                    <a:lumMod val="60000"/>
                    <a:lumOff val="40000"/>
                  </a:schemeClr>
                </a:solidFill>
                <a:latin typeface="游明朝 Demibold" panose="02020600000000000000" pitchFamily="18" charset="-128"/>
                <a:ea typeface="游明朝 Demibold" panose="02020600000000000000" pitchFamily="18" charset="-128"/>
                <a:cs typeface="叛逆明朝" panose="02000503000000000000" pitchFamily="2" charset="-128"/>
              </a:rPr>
              <a:t>簡単にコツコツ強くなる</a:t>
            </a:r>
            <a:r>
              <a:rPr kumimoji="1" lang="ja-JP" altLang="en-US" sz="3600" dirty="0">
                <a:solidFill>
                  <a:schemeClr val="accent6">
                    <a:lumMod val="60000"/>
                    <a:lumOff val="40000"/>
                  </a:schemeClr>
                </a:solidFill>
                <a:latin typeface="游明朝 Demibold" panose="02020600000000000000" pitchFamily="18" charset="-128"/>
                <a:ea typeface="游明朝 Demibold" panose="02020600000000000000" pitchFamily="18" charset="-128"/>
                <a:cs typeface="叛逆明朝" panose="02000503000000000000" pitchFamily="2" charset="-128"/>
              </a:rPr>
              <a:t>体験</a:t>
            </a:r>
            <a:r>
              <a:rPr kumimoji="1" lang="ja-JP" altLang="en-US" sz="36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で</a:t>
            </a:r>
            <a:br>
              <a:rPr kumimoji="1" lang="en-US" altLang="ja-JP" sz="36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br>
            <a:r>
              <a:rPr kumimoji="1" lang="ja-JP" altLang="en-US" sz="3600" dirty="0">
                <a:solidFill>
                  <a:schemeClr val="accent6">
                    <a:lumMod val="60000"/>
                    <a:lumOff val="40000"/>
                  </a:schemeClr>
                </a:solidFill>
                <a:latin typeface="游明朝 Demibold" panose="02020600000000000000" pitchFamily="18" charset="-128"/>
                <a:ea typeface="游明朝 Demibold" panose="02020600000000000000" pitchFamily="18" charset="-128"/>
                <a:cs typeface="叛逆明朝" panose="02000503000000000000" pitchFamily="2" charset="-128"/>
              </a:rPr>
              <a:t>エロ要素</a:t>
            </a:r>
            <a:r>
              <a:rPr kumimoji="1" lang="ja-JP" altLang="en-US" sz="36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と</a:t>
            </a:r>
            <a:r>
              <a:rPr kumimoji="1" lang="ja-JP" altLang="en-US" sz="3600" dirty="0">
                <a:solidFill>
                  <a:schemeClr val="accent6">
                    <a:lumMod val="60000"/>
                    <a:lumOff val="40000"/>
                  </a:schemeClr>
                </a:solidFill>
                <a:latin typeface="游明朝 Demibold" panose="02020600000000000000" pitchFamily="18" charset="-128"/>
                <a:ea typeface="游明朝 Demibold" panose="02020600000000000000" pitchFamily="18" charset="-128"/>
                <a:cs typeface="叛逆明朝" panose="02000503000000000000" pitchFamily="2" charset="-128"/>
              </a:rPr>
              <a:t>独立したゲーム性</a:t>
            </a:r>
            <a:r>
              <a:rPr kumimoji="1" lang="ja-JP" altLang="en-US" sz="36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の実現</a:t>
            </a:r>
          </a:p>
        </p:txBody>
      </p:sp>
    </p:spTree>
    <p:extLst>
      <p:ext uri="{BB962C8B-B14F-4D97-AF65-F5344CB8AC3E}">
        <p14:creationId xmlns:p14="http://schemas.microsoft.com/office/powerpoint/2010/main" val="350075310"/>
      </p:ext>
    </p:extLst>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FA43FB-4FCF-4A87-1C5F-C6CB784FDA51}"/>
            </a:ext>
          </a:extLst>
        </p:cNvPr>
        <p:cNvGrpSpPr/>
        <p:nvPr/>
      </p:nvGrpSpPr>
      <p:grpSpPr>
        <a:xfrm>
          <a:off x="0" y="0"/>
          <a:ext cx="0" cy="0"/>
          <a:chOff x="0" y="0"/>
          <a:chExt cx="0" cy="0"/>
        </a:xfrm>
      </p:grpSpPr>
      <p:sp>
        <p:nvSpPr>
          <p:cNvPr id="6" name="テキスト ボックス 5">
            <a:extLst>
              <a:ext uri="{FF2B5EF4-FFF2-40B4-BE49-F238E27FC236}">
                <a16:creationId xmlns:a16="http://schemas.microsoft.com/office/drawing/2014/main" id="{65A16EC6-5907-17FF-44B3-40C31C2050A2}"/>
              </a:ext>
            </a:extLst>
          </p:cNvPr>
          <p:cNvSpPr txBox="1"/>
          <p:nvPr/>
        </p:nvSpPr>
        <p:spPr>
          <a:xfrm>
            <a:off x="4977744" y="208855"/>
            <a:ext cx="2236510" cy="1323439"/>
          </a:xfrm>
          <a:prstGeom prst="rect">
            <a:avLst/>
          </a:prstGeom>
          <a:noFill/>
        </p:spPr>
        <p:txBody>
          <a:bodyPr wrap="none" rtlCol="0">
            <a:spAutoFit/>
          </a:bodyPr>
          <a:lstStyle/>
          <a:p>
            <a:pPr algn="ctr"/>
            <a:r>
              <a:rPr kumimoji="1" lang="ja-JP" altLang="en-US" sz="80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操作</a:t>
            </a:r>
          </a:p>
        </p:txBody>
      </p:sp>
      <p:sp>
        <p:nvSpPr>
          <p:cNvPr id="3" name="テキスト ボックス 2">
            <a:extLst>
              <a:ext uri="{FF2B5EF4-FFF2-40B4-BE49-F238E27FC236}">
                <a16:creationId xmlns:a16="http://schemas.microsoft.com/office/drawing/2014/main" id="{8F07EC45-58A6-B9A0-0BE0-E4851C1A4160}"/>
              </a:ext>
            </a:extLst>
          </p:cNvPr>
          <p:cNvSpPr txBox="1"/>
          <p:nvPr/>
        </p:nvSpPr>
        <p:spPr>
          <a:xfrm>
            <a:off x="2310347" y="5448816"/>
            <a:ext cx="7571303" cy="1200329"/>
          </a:xfrm>
          <a:prstGeom prst="rect">
            <a:avLst/>
          </a:prstGeom>
          <a:noFill/>
        </p:spPr>
        <p:txBody>
          <a:bodyPr wrap="none" rtlCol="0">
            <a:spAutoFit/>
          </a:bodyPr>
          <a:lstStyle/>
          <a:p>
            <a:pPr algn="ctr"/>
            <a:r>
              <a:rPr lang="ja-JP" altLang="en-US" sz="3600" dirty="0">
                <a:solidFill>
                  <a:schemeClr val="accent6">
                    <a:lumMod val="60000"/>
                    <a:lumOff val="40000"/>
                  </a:schemeClr>
                </a:solidFill>
                <a:latin typeface="游明朝 Demibold" panose="02020600000000000000" pitchFamily="18" charset="-128"/>
                <a:ea typeface="游明朝 Demibold" panose="02020600000000000000" pitchFamily="18" charset="-128"/>
                <a:cs typeface="叛逆明朝" panose="02000503000000000000" pitchFamily="2" charset="-128"/>
              </a:rPr>
              <a:t>簡単にコツコツ強くなる</a:t>
            </a:r>
            <a:r>
              <a:rPr kumimoji="1" lang="ja-JP" altLang="en-US" sz="3600" dirty="0">
                <a:solidFill>
                  <a:schemeClr val="accent6">
                    <a:lumMod val="60000"/>
                    <a:lumOff val="40000"/>
                  </a:schemeClr>
                </a:solidFill>
                <a:latin typeface="游明朝 Demibold" panose="02020600000000000000" pitchFamily="18" charset="-128"/>
                <a:ea typeface="游明朝 Demibold" panose="02020600000000000000" pitchFamily="18" charset="-128"/>
                <a:cs typeface="叛逆明朝" panose="02000503000000000000" pitchFamily="2" charset="-128"/>
              </a:rPr>
              <a:t>体験</a:t>
            </a:r>
            <a:r>
              <a:rPr kumimoji="1" lang="ja-JP" altLang="en-US" sz="36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で</a:t>
            </a:r>
            <a:br>
              <a:rPr kumimoji="1" lang="en-US" altLang="ja-JP" sz="36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br>
            <a:r>
              <a:rPr kumimoji="1" lang="ja-JP" altLang="en-US" sz="3600" dirty="0">
                <a:solidFill>
                  <a:schemeClr val="accent6">
                    <a:lumMod val="60000"/>
                    <a:lumOff val="40000"/>
                  </a:schemeClr>
                </a:solidFill>
                <a:latin typeface="游明朝 Demibold" panose="02020600000000000000" pitchFamily="18" charset="-128"/>
                <a:ea typeface="游明朝 Demibold" panose="02020600000000000000" pitchFamily="18" charset="-128"/>
                <a:cs typeface="叛逆明朝" panose="02000503000000000000" pitchFamily="2" charset="-128"/>
              </a:rPr>
              <a:t>エロ要素</a:t>
            </a:r>
            <a:r>
              <a:rPr kumimoji="1" lang="ja-JP" altLang="en-US" sz="36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と</a:t>
            </a:r>
            <a:r>
              <a:rPr kumimoji="1" lang="ja-JP" altLang="en-US" sz="3600" dirty="0">
                <a:solidFill>
                  <a:schemeClr val="accent6">
                    <a:lumMod val="60000"/>
                    <a:lumOff val="40000"/>
                  </a:schemeClr>
                </a:solidFill>
                <a:latin typeface="游明朝 Demibold" panose="02020600000000000000" pitchFamily="18" charset="-128"/>
                <a:ea typeface="游明朝 Demibold" panose="02020600000000000000" pitchFamily="18" charset="-128"/>
                <a:cs typeface="叛逆明朝" panose="02000503000000000000" pitchFamily="2" charset="-128"/>
              </a:rPr>
              <a:t>独立したゲーム性</a:t>
            </a:r>
            <a:r>
              <a:rPr kumimoji="1" lang="ja-JP" altLang="en-US" sz="36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の実現</a:t>
            </a:r>
          </a:p>
        </p:txBody>
      </p:sp>
    </p:spTree>
    <p:extLst>
      <p:ext uri="{BB962C8B-B14F-4D97-AF65-F5344CB8AC3E}">
        <p14:creationId xmlns:p14="http://schemas.microsoft.com/office/powerpoint/2010/main" val="1491129906"/>
      </p:ext>
    </p:extLst>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1D6C03-3089-626D-98EF-94DD8493834A}"/>
            </a:ext>
          </a:extLst>
        </p:cNvPr>
        <p:cNvGrpSpPr/>
        <p:nvPr/>
      </p:nvGrpSpPr>
      <p:grpSpPr>
        <a:xfrm>
          <a:off x="0" y="0"/>
          <a:ext cx="0" cy="0"/>
          <a:chOff x="0" y="0"/>
          <a:chExt cx="0" cy="0"/>
        </a:xfrm>
      </p:grpSpPr>
      <p:sp>
        <p:nvSpPr>
          <p:cNvPr id="6" name="テキスト ボックス 5">
            <a:extLst>
              <a:ext uri="{FF2B5EF4-FFF2-40B4-BE49-F238E27FC236}">
                <a16:creationId xmlns:a16="http://schemas.microsoft.com/office/drawing/2014/main" id="{BF95DA55-25CD-7E54-3C96-CD0E81700E65}"/>
              </a:ext>
            </a:extLst>
          </p:cNvPr>
          <p:cNvSpPr txBox="1"/>
          <p:nvPr/>
        </p:nvSpPr>
        <p:spPr>
          <a:xfrm>
            <a:off x="3951823" y="208855"/>
            <a:ext cx="4288353" cy="1323439"/>
          </a:xfrm>
          <a:prstGeom prst="rect">
            <a:avLst/>
          </a:prstGeom>
          <a:noFill/>
        </p:spPr>
        <p:txBody>
          <a:bodyPr wrap="none" rtlCol="0">
            <a:spAutoFit/>
          </a:bodyPr>
          <a:lstStyle/>
          <a:p>
            <a:pPr algn="ctr"/>
            <a:r>
              <a:rPr kumimoji="1" lang="ja-JP" altLang="en-US" sz="80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サイクル</a:t>
            </a:r>
          </a:p>
        </p:txBody>
      </p:sp>
      <p:sp>
        <p:nvSpPr>
          <p:cNvPr id="3" name="テキスト ボックス 2">
            <a:extLst>
              <a:ext uri="{FF2B5EF4-FFF2-40B4-BE49-F238E27FC236}">
                <a16:creationId xmlns:a16="http://schemas.microsoft.com/office/drawing/2014/main" id="{E493FA7F-C993-06D1-270D-8D8772631E05}"/>
              </a:ext>
            </a:extLst>
          </p:cNvPr>
          <p:cNvSpPr txBox="1"/>
          <p:nvPr/>
        </p:nvSpPr>
        <p:spPr>
          <a:xfrm>
            <a:off x="2310347" y="5448816"/>
            <a:ext cx="7571303" cy="1200329"/>
          </a:xfrm>
          <a:prstGeom prst="rect">
            <a:avLst/>
          </a:prstGeom>
          <a:noFill/>
        </p:spPr>
        <p:txBody>
          <a:bodyPr wrap="none" rtlCol="0">
            <a:spAutoFit/>
          </a:bodyPr>
          <a:lstStyle/>
          <a:p>
            <a:pPr algn="ctr"/>
            <a:r>
              <a:rPr lang="ja-JP" altLang="en-US" sz="3600" dirty="0">
                <a:solidFill>
                  <a:schemeClr val="accent6">
                    <a:lumMod val="60000"/>
                    <a:lumOff val="40000"/>
                  </a:schemeClr>
                </a:solidFill>
                <a:latin typeface="游明朝 Demibold" panose="02020600000000000000" pitchFamily="18" charset="-128"/>
                <a:ea typeface="游明朝 Demibold" panose="02020600000000000000" pitchFamily="18" charset="-128"/>
                <a:cs typeface="叛逆明朝" panose="02000503000000000000" pitchFamily="2" charset="-128"/>
              </a:rPr>
              <a:t>簡単にコツコツ強くなる</a:t>
            </a:r>
            <a:r>
              <a:rPr kumimoji="1" lang="ja-JP" altLang="en-US" sz="3600" dirty="0">
                <a:solidFill>
                  <a:schemeClr val="accent6">
                    <a:lumMod val="60000"/>
                    <a:lumOff val="40000"/>
                  </a:schemeClr>
                </a:solidFill>
                <a:latin typeface="游明朝 Demibold" panose="02020600000000000000" pitchFamily="18" charset="-128"/>
                <a:ea typeface="游明朝 Demibold" panose="02020600000000000000" pitchFamily="18" charset="-128"/>
                <a:cs typeface="叛逆明朝" panose="02000503000000000000" pitchFamily="2" charset="-128"/>
              </a:rPr>
              <a:t>体験</a:t>
            </a:r>
            <a:r>
              <a:rPr kumimoji="1" lang="ja-JP" altLang="en-US" sz="36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で</a:t>
            </a:r>
            <a:br>
              <a:rPr kumimoji="1" lang="en-US" altLang="ja-JP" sz="36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br>
            <a:r>
              <a:rPr kumimoji="1" lang="ja-JP" altLang="en-US" sz="3600" dirty="0">
                <a:solidFill>
                  <a:schemeClr val="accent6">
                    <a:lumMod val="60000"/>
                    <a:lumOff val="40000"/>
                  </a:schemeClr>
                </a:solidFill>
                <a:latin typeface="游明朝 Demibold" panose="02020600000000000000" pitchFamily="18" charset="-128"/>
                <a:ea typeface="游明朝 Demibold" panose="02020600000000000000" pitchFamily="18" charset="-128"/>
                <a:cs typeface="叛逆明朝" panose="02000503000000000000" pitchFamily="2" charset="-128"/>
              </a:rPr>
              <a:t>エロ要素</a:t>
            </a:r>
            <a:r>
              <a:rPr kumimoji="1" lang="ja-JP" altLang="en-US" sz="36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と</a:t>
            </a:r>
            <a:r>
              <a:rPr kumimoji="1" lang="ja-JP" altLang="en-US" sz="3600" dirty="0">
                <a:solidFill>
                  <a:schemeClr val="accent6">
                    <a:lumMod val="60000"/>
                    <a:lumOff val="40000"/>
                  </a:schemeClr>
                </a:solidFill>
                <a:latin typeface="游明朝 Demibold" panose="02020600000000000000" pitchFamily="18" charset="-128"/>
                <a:ea typeface="游明朝 Demibold" panose="02020600000000000000" pitchFamily="18" charset="-128"/>
                <a:cs typeface="叛逆明朝" panose="02000503000000000000" pitchFamily="2" charset="-128"/>
              </a:rPr>
              <a:t>独立したゲーム性</a:t>
            </a:r>
            <a:r>
              <a:rPr kumimoji="1" lang="ja-JP" altLang="en-US" sz="36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の実現</a:t>
            </a:r>
          </a:p>
        </p:txBody>
      </p:sp>
    </p:spTree>
    <p:extLst>
      <p:ext uri="{BB962C8B-B14F-4D97-AF65-F5344CB8AC3E}">
        <p14:creationId xmlns:p14="http://schemas.microsoft.com/office/powerpoint/2010/main" val="1605523403"/>
      </p:ext>
    </p:extLst>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E8EE11-17FF-B4B8-61C5-9EBB38FA9997}"/>
            </a:ext>
          </a:extLst>
        </p:cNvPr>
        <p:cNvGrpSpPr/>
        <p:nvPr/>
      </p:nvGrpSpPr>
      <p:grpSpPr>
        <a:xfrm>
          <a:off x="0" y="0"/>
          <a:ext cx="0" cy="0"/>
          <a:chOff x="0" y="0"/>
          <a:chExt cx="0" cy="0"/>
        </a:xfrm>
      </p:grpSpPr>
      <p:sp>
        <p:nvSpPr>
          <p:cNvPr id="6" name="テキスト ボックス 5">
            <a:extLst>
              <a:ext uri="{FF2B5EF4-FFF2-40B4-BE49-F238E27FC236}">
                <a16:creationId xmlns:a16="http://schemas.microsoft.com/office/drawing/2014/main" id="{9A14C447-0BBC-9ED7-7C28-F0C248E13CA4}"/>
              </a:ext>
            </a:extLst>
          </p:cNvPr>
          <p:cNvSpPr txBox="1"/>
          <p:nvPr/>
        </p:nvSpPr>
        <p:spPr>
          <a:xfrm>
            <a:off x="3951822" y="208855"/>
            <a:ext cx="4288354" cy="1323439"/>
          </a:xfrm>
          <a:prstGeom prst="rect">
            <a:avLst/>
          </a:prstGeom>
          <a:noFill/>
        </p:spPr>
        <p:txBody>
          <a:bodyPr wrap="none" rtlCol="0">
            <a:spAutoFit/>
          </a:bodyPr>
          <a:lstStyle/>
          <a:p>
            <a:pPr algn="ctr"/>
            <a:r>
              <a:rPr kumimoji="1" lang="ja-JP" altLang="en-US" sz="80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イメージ</a:t>
            </a:r>
          </a:p>
        </p:txBody>
      </p:sp>
      <p:sp>
        <p:nvSpPr>
          <p:cNvPr id="3" name="テキスト ボックス 2">
            <a:extLst>
              <a:ext uri="{FF2B5EF4-FFF2-40B4-BE49-F238E27FC236}">
                <a16:creationId xmlns:a16="http://schemas.microsoft.com/office/drawing/2014/main" id="{2E773B3D-9B42-423C-7613-806F433BEDD1}"/>
              </a:ext>
            </a:extLst>
          </p:cNvPr>
          <p:cNvSpPr txBox="1"/>
          <p:nvPr/>
        </p:nvSpPr>
        <p:spPr>
          <a:xfrm>
            <a:off x="2310347" y="5448816"/>
            <a:ext cx="7571303" cy="1200329"/>
          </a:xfrm>
          <a:prstGeom prst="rect">
            <a:avLst/>
          </a:prstGeom>
          <a:noFill/>
        </p:spPr>
        <p:txBody>
          <a:bodyPr wrap="none" rtlCol="0">
            <a:spAutoFit/>
          </a:bodyPr>
          <a:lstStyle/>
          <a:p>
            <a:pPr algn="ctr"/>
            <a:r>
              <a:rPr lang="ja-JP" altLang="en-US" sz="3600" dirty="0">
                <a:solidFill>
                  <a:schemeClr val="accent6">
                    <a:lumMod val="60000"/>
                    <a:lumOff val="40000"/>
                  </a:schemeClr>
                </a:solidFill>
                <a:latin typeface="游明朝 Demibold" panose="02020600000000000000" pitchFamily="18" charset="-128"/>
                <a:ea typeface="游明朝 Demibold" panose="02020600000000000000" pitchFamily="18" charset="-128"/>
                <a:cs typeface="叛逆明朝" panose="02000503000000000000" pitchFamily="2" charset="-128"/>
              </a:rPr>
              <a:t>簡単にコツコツ強くなる</a:t>
            </a:r>
            <a:r>
              <a:rPr kumimoji="1" lang="ja-JP" altLang="en-US" sz="3600" dirty="0">
                <a:solidFill>
                  <a:schemeClr val="accent6">
                    <a:lumMod val="60000"/>
                    <a:lumOff val="40000"/>
                  </a:schemeClr>
                </a:solidFill>
                <a:latin typeface="游明朝 Demibold" panose="02020600000000000000" pitchFamily="18" charset="-128"/>
                <a:ea typeface="游明朝 Demibold" panose="02020600000000000000" pitchFamily="18" charset="-128"/>
                <a:cs typeface="叛逆明朝" panose="02000503000000000000" pitchFamily="2" charset="-128"/>
              </a:rPr>
              <a:t>体験</a:t>
            </a:r>
            <a:r>
              <a:rPr kumimoji="1" lang="ja-JP" altLang="en-US" sz="36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で</a:t>
            </a:r>
            <a:br>
              <a:rPr kumimoji="1" lang="en-US" altLang="ja-JP" sz="36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br>
            <a:r>
              <a:rPr kumimoji="1" lang="ja-JP" altLang="en-US" sz="3600" dirty="0">
                <a:solidFill>
                  <a:schemeClr val="accent6">
                    <a:lumMod val="60000"/>
                    <a:lumOff val="40000"/>
                  </a:schemeClr>
                </a:solidFill>
                <a:latin typeface="游明朝 Demibold" panose="02020600000000000000" pitchFamily="18" charset="-128"/>
                <a:ea typeface="游明朝 Demibold" panose="02020600000000000000" pitchFamily="18" charset="-128"/>
                <a:cs typeface="叛逆明朝" panose="02000503000000000000" pitchFamily="2" charset="-128"/>
              </a:rPr>
              <a:t>エロ要素</a:t>
            </a:r>
            <a:r>
              <a:rPr kumimoji="1" lang="ja-JP" altLang="en-US" sz="36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と</a:t>
            </a:r>
            <a:r>
              <a:rPr kumimoji="1" lang="ja-JP" altLang="en-US" sz="3600" dirty="0">
                <a:solidFill>
                  <a:schemeClr val="accent6">
                    <a:lumMod val="60000"/>
                    <a:lumOff val="40000"/>
                  </a:schemeClr>
                </a:solidFill>
                <a:latin typeface="游明朝 Demibold" panose="02020600000000000000" pitchFamily="18" charset="-128"/>
                <a:ea typeface="游明朝 Demibold" panose="02020600000000000000" pitchFamily="18" charset="-128"/>
                <a:cs typeface="叛逆明朝" panose="02000503000000000000" pitchFamily="2" charset="-128"/>
              </a:rPr>
              <a:t>独立したゲーム性</a:t>
            </a:r>
            <a:r>
              <a:rPr kumimoji="1" lang="ja-JP" altLang="en-US" sz="36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の実現</a:t>
            </a:r>
          </a:p>
        </p:txBody>
      </p:sp>
    </p:spTree>
    <p:extLst>
      <p:ext uri="{BB962C8B-B14F-4D97-AF65-F5344CB8AC3E}">
        <p14:creationId xmlns:p14="http://schemas.microsoft.com/office/powerpoint/2010/main" val="2059110940"/>
      </p:ext>
    </p:extLst>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F397FE-0DFD-31B0-E87D-B60471F4D978}"/>
            </a:ext>
          </a:extLst>
        </p:cNvPr>
        <p:cNvGrpSpPr/>
        <p:nvPr/>
      </p:nvGrpSpPr>
      <p:grpSpPr>
        <a:xfrm>
          <a:off x="0" y="0"/>
          <a:ext cx="0" cy="0"/>
          <a:chOff x="0" y="0"/>
          <a:chExt cx="0" cy="0"/>
        </a:xfrm>
      </p:grpSpPr>
      <p:sp>
        <p:nvSpPr>
          <p:cNvPr id="6" name="テキスト ボックス 5">
            <a:extLst>
              <a:ext uri="{FF2B5EF4-FFF2-40B4-BE49-F238E27FC236}">
                <a16:creationId xmlns:a16="http://schemas.microsoft.com/office/drawing/2014/main" id="{737DE25B-1355-B82B-AAD4-1B9F9D32E7D1}"/>
              </a:ext>
            </a:extLst>
          </p:cNvPr>
          <p:cNvSpPr txBox="1"/>
          <p:nvPr/>
        </p:nvSpPr>
        <p:spPr>
          <a:xfrm>
            <a:off x="3951822" y="208855"/>
            <a:ext cx="4288354" cy="1323439"/>
          </a:xfrm>
          <a:prstGeom prst="rect">
            <a:avLst/>
          </a:prstGeom>
          <a:noFill/>
        </p:spPr>
        <p:txBody>
          <a:bodyPr wrap="none" rtlCol="0">
            <a:spAutoFit/>
          </a:bodyPr>
          <a:lstStyle/>
          <a:p>
            <a:pPr algn="ctr"/>
            <a:r>
              <a:rPr kumimoji="1" lang="ja-JP" altLang="en-US" sz="80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イメージ</a:t>
            </a:r>
          </a:p>
        </p:txBody>
      </p:sp>
      <p:sp>
        <p:nvSpPr>
          <p:cNvPr id="3" name="テキスト ボックス 2">
            <a:extLst>
              <a:ext uri="{FF2B5EF4-FFF2-40B4-BE49-F238E27FC236}">
                <a16:creationId xmlns:a16="http://schemas.microsoft.com/office/drawing/2014/main" id="{8825453D-A041-D2C3-8252-6A2F6A8FC935}"/>
              </a:ext>
            </a:extLst>
          </p:cNvPr>
          <p:cNvSpPr txBox="1"/>
          <p:nvPr/>
        </p:nvSpPr>
        <p:spPr>
          <a:xfrm>
            <a:off x="2310347" y="5448816"/>
            <a:ext cx="7571303" cy="1200329"/>
          </a:xfrm>
          <a:prstGeom prst="rect">
            <a:avLst/>
          </a:prstGeom>
          <a:noFill/>
        </p:spPr>
        <p:txBody>
          <a:bodyPr wrap="none" rtlCol="0">
            <a:spAutoFit/>
          </a:bodyPr>
          <a:lstStyle/>
          <a:p>
            <a:pPr algn="ctr"/>
            <a:r>
              <a:rPr lang="ja-JP" altLang="en-US" sz="3600" dirty="0">
                <a:solidFill>
                  <a:schemeClr val="accent6">
                    <a:lumMod val="60000"/>
                    <a:lumOff val="40000"/>
                  </a:schemeClr>
                </a:solidFill>
                <a:latin typeface="游明朝 Demibold" panose="02020600000000000000" pitchFamily="18" charset="-128"/>
                <a:ea typeface="游明朝 Demibold" panose="02020600000000000000" pitchFamily="18" charset="-128"/>
                <a:cs typeface="叛逆明朝" panose="02000503000000000000" pitchFamily="2" charset="-128"/>
              </a:rPr>
              <a:t>簡単にコツコツ強くなる</a:t>
            </a:r>
            <a:r>
              <a:rPr kumimoji="1" lang="ja-JP" altLang="en-US" sz="3600" dirty="0">
                <a:solidFill>
                  <a:schemeClr val="accent6">
                    <a:lumMod val="60000"/>
                    <a:lumOff val="40000"/>
                  </a:schemeClr>
                </a:solidFill>
                <a:latin typeface="游明朝 Demibold" panose="02020600000000000000" pitchFamily="18" charset="-128"/>
                <a:ea typeface="游明朝 Demibold" panose="02020600000000000000" pitchFamily="18" charset="-128"/>
                <a:cs typeface="叛逆明朝" panose="02000503000000000000" pitchFamily="2" charset="-128"/>
              </a:rPr>
              <a:t>体験</a:t>
            </a:r>
            <a:r>
              <a:rPr kumimoji="1" lang="ja-JP" altLang="en-US" sz="36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で</a:t>
            </a:r>
            <a:br>
              <a:rPr kumimoji="1" lang="en-US" altLang="ja-JP" sz="36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br>
            <a:r>
              <a:rPr kumimoji="1" lang="ja-JP" altLang="en-US" sz="3600" dirty="0">
                <a:solidFill>
                  <a:schemeClr val="accent6">
                    <a:lumMod val="60000"/>
                    <a:lumOff val="40000"/>
                  </a:schemeClr>
                </a:solidFill>
                <a:latin typeface="游明朝 Demibold" panose="02020600000000000000" pitchFamily="18" charset="-128"/>
                <a:ea typeface="游明朝 Demibold" panose="02020600000000000000" pitchFamily="18" charset="-128"/>
                <a:cs typeface="叛逆明朝" panose="02000503000000000000" pitchFamily="2" charset="-128"/>
              </a:rPr>
              <a:t>エロ要素</a:t>
            </a:r>
            <a:r>
              <a:rPr kumimoji="1" lang="ja-JP" altLang="en-US" sz="36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と</a:t>
            </a:r>
            <a:r>
              <a:rPr kumimoji="1" lang="ja-JP" altLang="en-US" sz="3600" dirty="0">
                <a:solidFill>
                  <a:schemeClr val="accent6">
                    <a:lumMod val="60000"/>
                    <a:lumOff val="40000"/>
                  </a:schemeClr>
                </a:solidFill>
                <a:latin typeface="游明朝 Demibold" panose="02020600000000000000" pitchFamily="18" charset="-128"/>
                <a:ea typeface="游明朝 Demibold" panose="02020600000000000000" pitchFamily="18" charset="-128"/>
                <a:cs typeface="叛逆明朝" panose="02000503000000000000" pitchFamily="2" charset="-128"/>
              </a:rPr>
              <a:t>独立したゲーム性</a:t>
            </a:r>
            <a:r>
              <a:rPr kumimoji="1" lang="ja-JP" altLang="en-US" sz="36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の実現</a:t>
            </a:r>
          </a:p>
        </p:txBody>
      </p:sp>
    </p:spTree>
    <p:extLst>
      <p:ext uri="{BB962C8B-B14F-4D97-AF65-F5344CB8AC3E}">
        <p14:creationId xmlns:p14="http://schemas.microsoft.com/office/powerpoint/2010/main" val="2424597027"/>
      </p:ext>
    </p:extLst>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
          <a:extLst>
            <a:ext uri="{FF2B5EF4-FFF2-40B4-BE49-F238E27FC236}">
              <a16:creationId xmlns:a16="http://schemas.microsoft.com/office/drawing/2014/main" id="{3F25BE6E-94C3-05B6-7DFE-585B6195B4DC}"/>
            </a:ext>
          </a:extLst>
        </p:cNvPr>
        <p:cNvGrpSpPr/>
        <p:nvPr/>
      </p:nvGrpSpPr>
      <p:grpSpPr>
        <a:xfrm>
          <a:off x="0" y="0"/>
          <a:ext cx="0" cy="0"/>
          <a:chOff x="0" y="0"/>
          <a:chExt cx="0" cy="0"/>
        </a:xfrm>
      </p:grpSpPr>
      <p:sp>
        <p:nvSpPr>
          <p:cNvPr id="2" name="四角形: 角を丸くする 1">
            <a:extLst>
              <a:ext uri="{FF2B5EF4-FFF2-40B4-BE49-F238E27FC236}">
                <a16:creationId xmlns:a16="http://schemas.microsoft.com/office/drawing/2014/main" id="{D24DC0CA-8F2E-1391-60B3-0D280464E842}"/>
              </a:ext>
            </a:extLst>
          </p:cNvPr>
          <p:cNvSpPr/>
          <p:nvPr/>
        </p:nvSpPr>
        <p:spPr>
          <a:xfrm>
            <a:off x="726233" y="695130"/>
            <a:ext cx="8501744" cy="5467739"/>
          </a:xfrm>
          <a:prstGeom prst="roundRect">
            <a:avLst>
              <a:gd name="adj" fmla="val 6428"/>
            </a:avLst>
          </a:prstGeom>
          <a:solidFill>
            <a:schemeClr val="tx1">
              <a:lumMod val="85000"/>
              <a:lumOff val="15000"/>
              <a:alpha val="4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3" name="四角形: 角を丸くする 2">
            <a:extLst>
              <a:ext uri="{FF2B5EF4-FFF2-40B4-BE49-F238E27FC236}">
                <a16:creationId xmlns:a16="http://schemas.microsoft.com/office/drawing/2014/main" id="{33086380-90E5-739B-8570-69589CC0BE8B}"/>
              </a:ext>
            </a:extLst>
          </p:cNvPr>
          <p:cNvSpPr/>
          <p:nvPr/>
        </p:nvSpPr>
        <p:spPr>
          <a:xfrm>
            <a:off x="9428582" y="695129"/>
            <a:ext cx="2037185" cy="5467739"/>
          </a:xfrm>
          <a:prstGeom prst="roundRect">
            <a:avLst>
              <a:gd name="adj" fmla="val 6428"/>
            </a:avLst>
          </a:prstGeom>
          <a:solidFill>
            <a:schemeClr val="tx1">
              <a:lumMod val="85000"/>
              <a:lumOff val="15000"/>
              <a:alpha val="40000"/>
            </a:schemeClr>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 name="四角形: 角を丸くする 4">
            <a:extLst>
              <a:ext uri="{FF2B5EF4-FFF2-40B4-BE49-F238E27FC236}">
                <a16:creationId xmlns:a16="http://schemas.microsoft.com/office/drawing/2014/main" id="{A3800B7D-951B-B5D7-39C3-E07CC3941EFA}"/>
              </a:ext>
            </a:extLst>
          </p:cNvPr>
          <p:cNvSpPr/>
          <p:nvPr/>
        </p:nvSpPr>
        <p:spPr>
          <a:xfrm>
            <a:off x="9569319" y="5159829"/>
            <a:ext cx="1755710" cy="810206"/>
          </a:xfrm>
          <a:prstGeom prst="roundRect">
            <a:avLst>
              <a:gd name="adj" fmla="val 6428"/>
            </a:avLst>
          </a:prstGeom>
          <a:solidFill>
            <a:schemeClr val="tx1">
              <a:lumMod val="85000"/>
              <a:lumOff val="15000"/>
              <a:alpha val="80000"/>
            </a:schemeClr>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四角形: 角を丸くする 5">
            <a:extLst>
              <a:ext uri="{FF2B5EF4-FFF2-40B4-BE49-F238E27FC236}">
                <a16:creationId xmlns:a16="http://schemas.microsoft.com/office/drawing/2014/main" id="{07E7DFCC-F9C4-58E3-0CC7-00B501D3C9FC}"/>
              </a:ext>
            </a:extLst>
          </p:cNvPr>
          <p:cNvSpPr/>
          <p:nvPr/>
        </p:nvSpPr>
        <p:spPr>
          <a:xfrm>
            <a:off x="9569319" y="887965"/>
            <a:ext cx="1755710" cy="810206"/>
          </a:xfrm>
          <a:prstGeom prst="roundRect">
            <a:avLst>
              <a:gd name="adj" fmla="val 6428"/>
            </a:avLst>
          </a:prstGeom>
          <a:solidFill>
            <a:schemeClr val="accent6">
              <a:alpha val="80000"/>
            </a:schemeClr>
          </a:solidFill>
          <a:ln w="38100">
            <a:solidFill>
              <a:schemeClr val="tx1">
                <a:lumMod val="50000"/>
                <a:lumOff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四角形: 角を丸くする 6">
            <a:extLst>
              <a:ext uri="{FF2B5EF4-FFF2-40B4-BE49-F238E27FC236}">
                <a16:creationId xmlns:a16="http://schemas.microsoft.com/office/drawing/2014/main" id="{A1EC2EFB-460E-9CA5-BF19-BDA6ED44B438}"/>
              </a:ext>
            </a:extLst>
          </p:cNvPr>
          <p:cNvSpPr/>
          <p:nvPr/>
        </p:nvSpPr>
        <p:spPr>
          <a:xfrm>
            <a:off x="9569319" y="1891007"/>
            <a:ext cx="1755710" cy="810206"/>
          </a:xfrm>
          <a:prstGeom prst="roundRect">
            <a:avLst>
              <a:gd name="adj" fmla="val 6428"/>
            </a:avLst>
          </a:prstGeom>
          <a:solidFill>
            <a:schemeClr val="accent6">
              <a:alpha val="80000"/>
            </a:schemeClr>
          </a:solid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四角形: 角を丸くする 7">
            <a:extLst>
              <a:ext uri="{FF2B5EF4-FFF2-40B4-BE49-F238E27FC236}">
                <a16:creationId xmlns:a16="http://schemas.microsoft.com/office/drawing/2014/main" id="{8257529F-42A6-D0F3-3D37-546676E92505}"/>
              </a:ext>
            </a:extLst>
          </p:cNvPr>
          <p:cNvSpPr/>
          <p:nvPr/>
        </p:nvSpPr>
        <p:spPr>
          <a:xfrm>
            <a:off x="9575538" y="4156787"/>
            <a:ext cx="1755710" cy="810206"/>
          </a:xfrm>
          <a:prstGeom prst="roundRect">
            <a:avLst>
              <a:gd name="adj" fmla="val 6428"/>
            </a:avLst>
          </a:prstGeom>
          <a:solidFill>
            <a:schemeClr val="tx1">
              <a:lumMod val="85000"/>
              <a:lumOff val="15000"/>
              <a:alpha val="80000"/>
            </a:schemeClr>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テキスト ボックス 8">
            <a:extLst>
              <a:ext uri="{FF2B5EF4-FFF2-40B4-BE49-F238E27FC236}">
                <a16:creationId xmlns:a16="http://schemas.microsoft.com/office/drawing/2014/main" id="{9CAA9E80-DA86-4937-69EE-ACA789AFFEE9}"/>
              </a:ext>
            </a:extLst>
          </p:cNvPr>
          <p:cNvSpPr txBox="1"/>
          <p:nvPr/>
        </p:nvSpPr>
        <p:spPr>
          <a:xfrm>
            <a:off x="10430947" y="5564932"/>
            <a:ext cx="877163" cy="369332"/>
          </a:xfrm>
          <a:prstGeom prst="rect">
            <a:avLst/>
          </a:prstGeom>
          <a:noFill/>
        </p:spPr>
        <p:txBody>
          <a:bodyPr wrap="none" rtlCol="0">
            <a:spAutoFit/>
          </a:bodyPr>
          <a:lstStyle/>
          <a:p>
            <a:pPr algn="ctr"/>
            <a:r>
              <a:rPr kumimoji="1" lang="ja-JP" altLang="en-US"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ルート</a:t>
            </a:r>
            <a:endParaRPr kumimoji="1" lang="en-US" altLang="ja-JP"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endParaRPr>
          </a:p>
        </p:txBody>
      </p:sp>
      <p:sp>
        <p:nvSpPr>
          <p:cNvPr id="4" name="テキスト ボックス 3">
            <a:extLst>
              <a:ext uri="{FF2B5EF4-FFF2-40B4-BE49-F238E27FC236}">
                <a16:creationId xmlns:a16="http://schemas.microsoft.com/office/drawing/2014/main" id="{7A5519FE-C8A4-D4A8-DB65-5DF8BD625EC1}"/>
              </a:ext>
            </a:extLst>
          </p:cNvPr>
          <p:cNvSpPr txBox="1"/>
          <p:nvPr/>
        </p:nvSpPr>
        <p:spPr>
          <a:xfrm>
            <a:off x="10661779" y="4561890"/>
            <a:ext cx="646331" cy="369332"/>
          </a:xfrm>
          <a:prstGeom prst="rect">
            <a:avLst/>
          </a:prstGeom>
          <a:noFill/>
        </p:spPr>
        <p:txBody>
          <a:bodyPr wrap="none" rtlCol="0">
            <a:spAutoFit/>
          </a:bodyPr>
          <a:lstStyle/>
          <a:p>
            <a:pPr algn="ctr"/>
            <a:r>
              <a:rPr kumimoji="1" lang="ja-JP" altLang="en-US"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戻る</a:t>
            </a:r>
            <a:endParaRPr kumimoji="1" lang="en-US" altLang="ja-JP"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endParaRPr>
          </a:p>
        </p:txBody>
      </p:sp>
      <p:sp>
        <p:nvSpPr>
          <p:cNvPr id="11" name="テキスト ボックス 10">
            <a:extLst>
              <a:ext uri="{FF2B5EF4-FFF2-40B4-BE49-F238E27FC236}">
                <a16:creationId xmlns:a16="http://schemas.microsoft.com/office/drawing/2014/main" id="{A1AEA4C8-00D1-B9C4-59B7-35B92E31B1C2}"/>
              </a:ext>
            </a:extLst>
          </p:cNvPr>
          <p:cNvSpPr txBox="1"/>
          <p:nvPr/>
        </p:nvSpPr>
        <p:spPr>
          <a:xfrm>
            <a:off x="10447866" y="2290669"/>
            <a:ext cx="877163" cy="369332"/>
          </a:xfrm>
          <a:prstGeom prst="rect">
            <a:avLst/>
          </a:prstGeom>
          <a:noFill/>
        </p:spPr>
        <p:txBody>
          <a:bodyPr wrap="none" rtlCol="0">
            <a:spAutoFit/>
          </a:bodyPr>
          <a:lstStyle/>
          <a:p>
            <a:pPr algn="ctr"/>
            <a:r>
              <a:rPr kumimoji="1" lang="ja-JP" altLang="en-US"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カバン</a:t>
            </a:r>
            <a:endParaRPr kumimoji="1" lang="en-US" altLang="ja-JP"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endParaRPr>
          </a:p>
        </p:txBody>
      </p:sp>
      <p:sp>
        <p:nvSpPr>
          <p:cNvPr id="12" name="テキスト ボックス 11">
            <a:extLst>
              <a:ext uri="{FF2B5EF4-FFF2-40B4-BE49-F238E27FC236}">
                <a16:creationId xmlns:a16="http://schemas.microsoft.com/office/drawing/2014/main" id="{590A220D-7A04-94F7-BD25-981C59A00E5A}"/>
              </a:ext>
            </a:extLst>
          </p:cNvPr>
          <p:cNvSpPr txBox="1"/>
          <p:nvPr/>
        </p:nvSpPr>
        <p:spPr>
          <a:xfrm>
            <a:off x="9969282" y="1293068"/>
            <a:ext cx="1338828" cy="369332"/>
          </a:xfrm>
          <a:prstGeom prst="rect">
            <a:avLst/>
          </a:prstGeom>
          <a:noFill/>
        </p:spPr>
        <p:txBody>
          <a:bodyPr wrap="none" rtlCol="0">
            <a:spAutoFit/>
          </a:bodyPr>
          <a:lstStyle/>
          <a:p>
            <a:pPr algn="ctr"/>
            <a:r>
              <a:rPr lang="ja-JP" altLang="en-US"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パーティー</a:t>
            </a:r>
            <a:endParaRPr kumimoji="1" lang="en-US" altLang="ja-JP"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endParaRPr>
          </a:p>
        </p:txBody>
      </p:sp>
      <p:sp>
        <p:nvSpPr>
          <p:cNvPr id="18" name="テキスト ボックス 17">
            <a:extLst>
              <a:ext uri="{FF2B5EF4-FFF2-40B4-BE49-F238E27FC236}">
                <a16:creationId xmlns:a16="http://schemas.microsoft.com/office/drawing/2014/main" id="{EB4336FC-E0AF-4EF3-A188-9335B9204EC5}"/>
              </a:ext>
            </a:extLst>
          </p:cNvPr>
          <p:cNvSpPr txBox="1"/>
          <p:nvPr/>
        </p:nvSpPr>
        <p:spPr>
          <a:xfrm>
            <a:off x="991856" y="846304"/>
            <a:ext cx="902811" cy="523220"/>
          </a:xfrm>
          <a:prstGeom prst="rect">
            <a:avLst/>
          </a:prstGeom>
          <a:noFill/>
        </p:spPr>
        <p:txBody>
          <a:bodyPr wrap="none" rtlCol="0">
            <a:spAutoFit/>
          </a:bodyPr>
          <a:lstStyle/>
          <a:p>
            <a:r>
              <a:rPr kumimoji="1" lang="ja-JP" altLang="en-US" sz="2800" dirty="0">
                <a:solidFill>
                  <a:schemeClr val="bg1">
                    <a:lumMod val="95000"/>
                  </a:schemeClr>
                </a:solidFill>
                <a:latin typeface="游明朝 Demibold" panose="02020600000000000000" pitchFamily="18" charset="-128"/>
                <a:ea typeface="游明朝 Demibold" panose="02020600000000000000" pitchFamily="18" charset="-128"/>
              </a:rPr>
              <a:t>前衛</a:t>
            </a:r>
          </a:p>
        </p:txBody>
      </p:sp>
      <p:sp>
        <p:nvSpPr>
          <p:cNvPr id="19" name="テキスト ボックス 18">
            <a:extLst>
              <a:ext uri="{FF2B5EF4-FFF2-40B4-BE49-F238E27FC236}">
                <a16:creationId xmlns:a16="http://schemas.microsoft.com/office/drawing/2014/main" id="{B5D0ED19-E51A-86CF-FCB8-A807D3DCE062}"/>
              </a:ext>
            </a:extLst>
          </p:cNvPr>
          <p:cNvSpPr txBox="1"/>
          <p:nvPr/>
        </p:nvSpPr>
        <p:spPr>
          <a:xfrm>
            <a:off x="991856" y="4115126"/>
            <a:ext cx="902811" cy="523220"/>
          </a:xfrm>
          <a:prstGeom prst="rect">
            <a:avLst/>
          </a:prstGeom>
          <a:noFill/>
        </p:spPr>
        <p:txBody>
          <a:bodyPr wrap="none" rtlCol="0">
            <a:spAutoFit/>
          </a:bodyPr>
          <a:lstStyle/>
          <a:p>
            <a:r>
              <a:rPr lang="ja-JP" altLang="en-US" sz="2800" dirty="0">
                <a:solidFill>
                  <a:schemeClr val="bg1">
                    <a:lumMod val="95000"/>
                  </a:schemeClr>
                </a:solidFill>
                <a:latin typeface="游明朝 Demibold" panose="02020600000000000000" pitchFamily="18" charset="-128"/>
                <a:ea typeface="游明朝 Demibold" panose="02020600000000000000" pitchFamily="18" charset="-128"/>
              </a:rPr>
              <a:t>後衛</a:t>
            </a:r>
            <a:endParaRPr kumimoji="1" lang="ja-JP" altLang="en-US" sz="2800" dirty="0">
              <a:solidFill>
                <a:schemeClr val="bg1">
                  <a:lumMod val="95000"/>
                </a:schemeClr>
              </a:solidFill>
              <a:latin typeface="游明朝 Demibold" panose="02020600000000000000" pitchFamily="18" charset="-128"/>
              <a:ea typeface="游明朝 Demibold" panose="02020600000000000000" pitchFamily="18" charset="-128"/>
            </a:endParaRPr>
          </a:p>
        </p:txBody>
      </p:sp>
      <p:sp>
        <p:nvSpPr>
          <p:cNvPr id="26" name="四角形: 角を丸くする 25">
            <a:extLst>
              <a:ext uri="{FF2B5EF4-FFF2-40B4-BE49-F238E27FC236}">
                <a16:creationId xmlns:a16="http://schemas.microsoft.com/office/drawing/2014/main" id="{1E0A1C1C-A97A-0BCD-2FE3-F9166A90A10C}"/>
              </a:ext>
            </a:extLst>
          </p:cNvPr>
          <p:cNvSpPr/>
          <p:nvPr/>
        </p:nvSpPr>
        <p:spPr>
          <a:xfrm>
            <a:off x="9569319" y="3023895"/>
            <a:ext cx="1755710" cy="810206"/>
          </a:xfrm>
          <a:prstGeom prst="roundRect">
            <a:avLst>
              <a:gd name="adj" fmla="val 6428"/>
            </a:avLst>
          </a:prstGeom>
          <a:gradFill flip="none" rotWithShape="1">
            <a:gsLst>
              <a:gs pos="0">
                <a:schemeClr val="accent6">
                  <a:lumMod val="89000"/>
                </a:schemeClr>
              </a:gs>
              <a:gs pos="23000">
                <a:schemeClr val="accent6">
                  <a:lumMod val="87000"/>
                  <a:lumOff val="13000"/>
                </a:schemeClr>
              </a:gs>
              <a:gs pos="69000">
                <a:schemeClr val="accent6">
                  <a:lumMod val="75000"/>
                </a:schemeClr>
              </a:gs>
              <a:gs pos="97000">
                <a:schemeClr val="accent6">
                  <a:lumMod val="70000"/>
                </a:schemeClr>
              </a:gs>
            </a:gsLst>
            <a:path path="circle">
              <a:fillToRect l="50000" t="50000" r="50000" b="5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7" name="テキスト ボックス 26">
            <a:extLst>
              <a:ext uri="{FF2B5EF4-FFF2-40B4-BE49-F238E27FC236}">
                <a16:creationId xmlns:a16="http://schemas.microsoft.com/office/drawing/2014/main" id="{7198A5C9-8823-C3BD-AED8-AD3F3CB04B39}"/>
              </a:ext>
            </a:extLst>
          </p:cNvPr>
          <p:cNvSpPr txBox="1"/>
          <p:nvPr/>
        </p:nvSpPr>
        <p:spPr>
          <a:xfrm>
            <a:off x="10217032" y="3428998"/>
            <a:ext cx="1107997" cy="369332"/>
          </a:xfrm>
          <a:prstGeom prst="rect">
            <a:avLst/>
          </a:prstGeom>
          <a:noFill/>
        </p:spPr>
        <p:txBody>
          <a:bodyPr wrap="none" rtlCol="0">
            <a:spAutoFit/>
          </a:bodyPr>
          <a:lstStyle/>
          <a:p>
            <a:pPr algn="ctr"/>
            <a:r>
              <a:rPr lang="ja-JP" altLang="en-US"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チェンジ</a:t>
            </a:r>
            <a:endParaRPr kumimoji="1" lang="en-US" altLang="ja-JP"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endParaRPr>
          </a:p>
        </p:txBody>
      </p:sp>
      <p:grpSp>
        <p:nvGrpSpPr>
          <p:cNvPr id="33" name="グループ化 32">
            <a:extLst>
              <a:ext uri="{FF2B5EF4-FFF2-40B4-BE49-F238E27FC236}">
                <a16:creationId xmlns:a16="http://schemas.microsoft.com/office/drawing/2014/main" id="{3BDCAC4E-3699-3A6D-8BDB-35D14881FBF4}"/>
              </a:ext>
            </a:extLst>
          </p:cNvPr>
          <p:cNvGrpSpPr/>
          <p:nvPr/>
        </p:nvGrpSpPr>
        <p:grpSpPr>
          <a:xfrm>
            <a:off x="1217726" y="1440410"/>
            <a:ext cx="7518758" cy="2595689"/>
            <a:chOff x="1355839" y="1472457"/>
            <a:chExt cx="7518758" cy="2595689"/>
          </a:xfrm>
        </p:grpSpPr>
        <p:pic>
          <p:nvPicPr>
            <p:cNvPr id="29" name="図 28" descr="テキスト, 時計 が含まれている画像&#10;&#10;AI 生成コンテンツは誤りを含む可能性があります。">
              <a:extLst>
                <a:ext uri="{FF2B5EF4-FFF2-40B4-BE49-F238E27FC236}">
                  <a16:creationId xmlns:a16="http://schemas.microsoft.com/office/drawing/2014/main" id="{DBBA971F-16BC-CD8B-745F-F50C328D349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355839" y="1472459"/>
              <a:ext cx="1407485" cy="2595687"/>
            </a:xfrm>
            <a:prstGeom prst="rect">
              <a:avLst/>
            </a:prstGeom>
          </p:spPr>
        </p:pic>
        <p:pic>
          <p:nvPicPr>
            <p:cNvPr id="30" name="図 29" descr="テキスト, 時計 が含まれている画像&#10;&#10;AI 生成コンテンツは誤りを含む可能性があります。">
              <a:extLst>
                <a:ext uri="{FF2B5EF4-FFF2-40B4-BE49-F238E27FC236}">
                  <a16:creationId xmlns:a16="http://schemas.microsoft.com/office/drawing/2014/main" id="{FC0A9C98-1852-F513-834B-4F8D2D32DE4D}"/>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392930" y="1472458"/>
              <a:ext cx="1407485" cy="2595687"/>
            </a:xfrm>
            <a:prstGeom prst="rect">
              <a:avLst/>
            </a:prstGeom>
          </p:spPr>
        </p:pic>
        <p:pic>
          <p:nvPicPr>
            <p:cNvPr id="31" name="図 30" descr="テキスト, 時計 が含まれている画像&#10;&#10;AI 生成コンテンツは誤りを含む可能性があります。">
              <a:extLst>
                <a:ext uri="{FF2B5EF4-FFF2-40B4-BE49-F238E27FC236}">
                  <a16:creationId xmlns:a16="http://schemas.microsoft.com/office/drawing/2014/main" id="{24328FEE-7611-D6DC-E9AD-CF059FAF6DA0}"/>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430021" y="1472458"/>
              <a:ext cx="1407485" cy="2595687"/>
            </a:xfrm>
            <a:prstGeom prst="rect">
              <a:avLst/>
            </a:prstGeom>
          </p:spPr>
        </p:pic>
        <p:pic>
          <p:nvPicPr>
            <p:cNvPr id="32" name="図 31" descr="テキスト, 時計 が含まれている画像&#10;&#10;AI 生成コンテンツは誤りを含む可能性があります。">
              <a:extLst>
                <a:ext uri="{FF2B5EF4-FFF2-40B4-BE49-F238E27FC236}">
                  <a16:creationId xmlns:a16="http://schemas.microsoft.com/office/drawing/2014/main" id="{951A643F-6E11-ECE8-918A-BF7E7DCEB498}"/>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467112" y="1472457"/>
              <a:ext cx="1407485" cy="2595687"/>
            </a:xfrm>
            <a:prstGeom prst="rect">
              <a:avLst/>
            </a:prstGeom>
          </p:spPr>
        </p:pic>
      </p:grpSp>
      <p:pic>
        <p:nvPicPr>
          <p:cNvPr id="35" name="図 34" descr="グラフィカル ユーザー インターフェイス&#10;&#10;AI 生成コンテンツは誤りを含む可能性があります。">
            <a:extLst>
              <a:ext uri="{FF2B5EF4-FFF2-40B4-BE49-F238E27FC236}">
                <a16:creationId xmlns:a16="http://schemas.microsoft.com/office/drawing/2014/main" id="{83B37784-A0D7-2CDA-29ED-3E559DE2AC0B}"/>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217725" y="4638346"/>
            <a:ext cx="1928075" cy="1295918"/>
          </a:xfrm>
          <a:prstGeom prst="rect">
            <a:avLst/>
          </a:prstGeom>
        </p:spPr>
      </p:pic>
      <p:pic>
        <p:nvPicPr>
          <p:cNvPr id="36" name="図 35" descr="グラフィカル ユーザー インターフェイス&#10;&#10;AI 生成コンテンツは誤りを含む可能性があります。">
            <a:extLst>
              <a:ext uri="{FF2B5EF4-FFF2-40B4-BE49-F238E27FC236}">
                <a16:creationId xmlns:a16="http://schemas.microsoft.com/office/drawing/2014/main" id="{BA4DB89F-47C2-0705-A05A-28E4A0C5648E}"/>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3371669" y="4650012"/>
            <a:ext cx="1928075" cy="1295918"/>
          </a:xfrm>
          <a:prstGeom prst="rect">
            <a:avLst/>
          </a:prstGeom>
        </p:spPr>
      </p:pic>
      <p:pic>
        <p:nvPicPr>
          <p:cNvPr id="37" name="図 36" descr="グラフィカル ユーザー インターフェイス&#10;&#10;AI 生成コンテンツは誤りを含む可能性があります。">
            <a:extLst>
              <a:ext uri="{FF2B5EF4-FFF2-40B4-BE49-F238E27FC236}">
                <a16:creationId xmlns:a16="http://schemas.microsoft.com/office/drawing/2014/main" id="{9295F21F-62D0-54D5-E6DA-275427E25674}"/>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5525613" y="4650012"/>
            <a:ext cx="1928075" cy="1295918"/>
          </a:xfrm>
          <a:prstGeom prst="rect">
            <a:avLst/>
          </a:prstGeom>
        </p:spPr>
      </p:pic>
      <p:pic>
        <p:nvPicPr>
          <p:cNvPr id="38" name="図 37" descr="グラフィカル ユーザー インターフェイス&#10;&#10;AI 生成コンテンツは誤りを含む可能性があります。">
            <a:extLst>
              <a:ext uri="{FF2B5EF4-FFF2-40B4-BE49-F238E27FC236}">
                <a16:creationId xmlns:a16="http://schemas.microsoft.com/office/drawing/2014/main" id="{65658616-40E3-A2AC-374F-ACE3A2F1F170}"/>
              </a:ext>
            </a:extLst>
          </p:cNvPr>
          <p:cNvPicPr>
            <a:picLocks noChangeAspect="1"/>
          </p:cNvPicPr>
          <p:nvPr/>
        </p:nvPicPr>
        <p:blipFill>
          <a:blip r:embed="rId5">
            <a:extLst>
              <a:ext uri="{28A0092B-C50C-407E-A947-70E740481C1C}">
                <a14:useLocalDpi xmlns:a14="http://schemas.microsoft.com/office/drawing/2010/main" val="0"/>
              </a:ext>
            </a:extLst>
          </a:blip>
          <a:srcRect r="45182"/>
          <a:stretch>
            <a:fillRect/>
          </a:stretch>
        </p:blipFill>
        <p:spPr>
          <a:xfrm>
            <a:off x="7679557" y="4638346"/>
            <a:ext cx="1056927" cy="1295918"/>
          </a:xfrm>
          <a:prstGeom prst="rect">
            <a:avLst/>
          </a:prstGeom>
        </p:spPr>
      </p:pic>
      <p:sp>
        <p:nvSpPr>
          <p:cNvPr id="10" name="四角形: 角を丸くする 9">
            <a:extLst>
              <a:ext uri="{FF2B5EF4-FFF2-40B4-BE49-F238E27FC236}">
                <a16:creationId xmlns:a16="http://schemas.microsoft.com/office/drawing/2014/main" id="{5FEFC184-1C93-673C-38DC-7A773846FD29}"/>
              </a:ext>
            </a:extLst>
          </p:cNvPr>
          <p:cNvSpPr/>
          <p:nvPr/>
        </p:nvSpPr>
        <p:spPr>
          <a:xfrm>
            <a:off x="1994263" y="4267200"/>
            <a:ext cx="6742221" cy="165873"/>
          </a:xfrm>
          <a:prstGeom prst="roundRect">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四角形: 角を丸くする 12">
            <a:extLst>
              <a:ext uri="{FF2B5EF4-FFF2-40B4-BE49-F238E27FC236}">
                <a16:creationId xmlns:a16="http://schemas.microsoft.com/office/drawing/2014/main" id="{D874DB5A-6D0E-E37F-D651-61E31A398A0D}"/>
              </a:ext>
            </a:extLst>
          </p:cNvPr>
          <p:cNvSpPr/>
          <p:nvPr/>
        </p:nvSpPr>
        <p:spPr>
          <a:xfrm>
            <a:off x="4335706" y="4211993"/>
            <a:ext cx="2427044" cy="276285"/>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Tree>
    <p:extLst>
      <p:ext uri="{BB962C8B-B14F-4D97-AF65-F5344CB8AC3E}">
        <p14:creationId xmlns:p14="http://schemas.microsoft.com/office/powerpoint/2010/main" val="4186104243"/>
      </p:ext>
    </p:extLst>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
          <a:extLst>
            <a:ext uri="{FF2B5EF4-FFF2-40B4-BE49-F238E27FC236}">
              <a16:creationId xmlns:a16="http://schemas.microsoft.com/office/drawing/2014/main" id="{799F555B-DC93-C201-5927-12498F3B55EF}"/>
            </a:ext>
          </a:extLst>
        </p:cNvPr>
        <p:cNvGrpSpPr/>
        <p:nvPr/>
      </p:nvGrpSpPr>
      <p:grpSpPr>
        <a:xfrm>
          <a:off x="0" y="0"/>
          <a:ext cx="0" cy="0"/>
          <a:chOff x="0" y="0"/>
          <a:chExt cx="0" cy="0"/>
        </a:xfrm>
      </p:grpSpPr>
      <p:sp>
        <p:nvSpPr>
          <p:cNvPr id="2" name="四角形: 角を丸くする 1">
            <a:extLst>
              <a:ext uri="{FF2B5EF4-FFF2-40B4-BE49-F238E27FC236}">
                <a16:creationId xmlns:a16="http://schemas.microsoft.com/office/drawing/2014/main" id="{F5F54088-E498-98A9-8BFB-F870B18DBDCA}"/>
              </a:ext>
            </a:extLst>
          </p:cNvPr>
          <p:cNvSpPr/>
          <p:nvPr/>
        </p:nvSpPr>
        <p:spPr>
          <a:xfrm>
            <a:off x="726233" y="695130"/>
            <a:ext cx="8501744" cy="5467739"/>
          </a:xfrm>
          <a:prstGeom prst="roundRect">
            <a:avLst>
              <a:gd name="adj" fmla="val 6428"/>
            </a:avLst>
          </a:prstGeom>
          <a:solidFill>
            <a:schemeClr val="tx1">
              <a:lumMod val="85000"/>
              <a:lumOff val="15000"/>
              <a:alpha val="4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3" name="四角形: 角を丸くする 2">
            <a:extLst>
              <a:ext uri="{FF2B5EF4-FFF2-40B4-BE49-F238E27FC236}">
                <a16:creationId xmlns:a16="http://schemas.microsoft.com/office/drawing/2014/main" id="{7AF10B05-5EC6-3E5F-3A26-821C6A63DC98}"/>
              </a:ext>
            </a:extLst>
          </p:cNvPr>
          <p:cNvSpPr/>
          <p:nvPr/>
        </p:nvSpPr>
        <p:spPr>
          <a:xfrm>
            <a:off x="9428582" y="695129"/>
            <a:ext cx="2037185" cy="5467739"/>
          </a:xfrm>
          <a:prstGeom prst="roundRect">
            <a:avLst>
              <a:gd name="adj" fmla="val 6428"/>
            </a:avLst>
          </a:prstGeom>
          <a:solidFill>
            <a:schemeClr val="tx1">
              <a:lumMod val="85000"/>
              <a:lumOff val="15000"/>
              <a:alpha val="40000"/>
            </a:schemeClr>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 name="四角形: 角を丸くする 4">
            <a:extLst>
              <a:ext uri="{FF2B5EF4-FFF2-40B4-BE49-F238E27FC236}">
                <a16:creationId xmlns:a16="http://schemas.microsoft.com/office/drawing/2014/main" id="{5585913B-6CD8-8E8F-2F4F-3D2621C4A74B}"/>
              </a:ext>
            </a:extLst>
          </p:cNvPr>
          <p:cNvSpPr/>
          <p:nvPr/>
        </p:nvSpPr>
        <p:spPr>
          <a:xfrm>
            <a:off x="9569319" y="5159829"/>
            <a:ext cx="1755710" cy="810206"/>
          </a:xfrm>
          <a:prstGeom prst="roundRect">
            <a:avLst>
              <a:gd name="adj" fmla="val 6428"/>
            </a:avLst>
          </a:prstGeom>
          <a:solidFill>
            <a:schemeClr val="tx1">
              <a:lumMod val="85000"/>
              <a:lumOff val="15000"/>
              <a:alpha val="80000"/>
            </a:schemeClr>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四角形: 角を丸くする 5">
            <a:extLst>
              <a:ext uri="{FF2B5EF4-FFF2-40B4-BE49-F238E27FC236}">
                <a16:creationId xmlns:a16="http://schemas.microsoft.com/office/drawing/2014/main" id="{EA87EDC0-1750-10BD-1BAC-A7D06A4E3A5B}"/>
              </a:ext>
            </a:extLst>
          </p:cNvPr>
          <p:cNvSpPr/>
          <p:nvPr/>
        </p:nvSpPr>
        <p:spPr>
          <a:xfrm>
            <a:off x="9569319" y="887965"/>
            <a:ext cx="1755710" cy="810206"/>
          </a:xfrm>
          <a:prstGeom prst="roundRect">
            <a:avLst>
              <a:gd name="adj" fmla="val 6428"/>
            </a:avLst>
          </a:prstGeom>
          <a:solidFill>
            <a:schemeClr val="accent6">
              <a:alpha val="80000"/>
            </a:schemeClr>
          </a:solidFill>
          <a:ln w="38100">
            <a:solidFill>
              <a:schemeClr val="tx1">
                <a:lumMod val="50000"/>
                <a:lumOff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四角形: 角を丸くする 6">
            <a:extLst>
              <a:ext uri="{FF2B5EF4-FFF2-40B4-BE49-F238E27FC236}">
                <a16:creationId xmlns:a16="http://schemas.microsoft.com/office/drawing/2014/main" id="{45AA91AA-AC33-2A36-45CD-7F526D0AD3EB}"/>
              </a:ext>
            </a:extLst>
          </p:cNvPr>
          <p:cNvSpPr/>
          <p:nvPr/>
        </p:nvSpPr>
        <p:spPr>
          <a:xfrm>
            <a:off x="9569319" y="1891007"/>
            <a:ext cx="1755710" cy="810206"/>
          </a:xfrm>
          <a:prstGeom prst="roundRect">
            <a:avLst>
              <a:gd name="adj" fmla="val 6428"/>
            </a:avLst>
          </a:prstGeom>
          <a:solidFill>
            <a:schemeClr val="accent6">
              <a:alpha val="80000"/>
            </a:schemeClr>
          </a:solid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四角形: 角を丸くする 7">
            <a:extLst>
              <a:ext uri="{FF2B5EF4-FFF2-40B4-BE49-F238E27FC236}">
                <a16:creationId xmlns:a16="http://schemas.microsoft.com/office/drawing/2014/main" id="{FEB390EA-E1CE-4211-CB4B-FA748D8F635A}"/>
              </a:ext>
            </a:extLst>
          </p:cNvPr>
          <p:cNvSpPr/>
          <p:nvPr/>
        </p:nvSpPr>
        <p:spPr>
          <a:xfrm>
            <a:off x="9575538" y="4156787"/>
            <a:ext cx="1755710" cy="810206"/>
          </a:xfrm>
          <a:prstGeom prst="roundRect">
            <a:avLst>
              <a:gd name="adj" fmla="val 6428"/>
            </a:avLst>
          </a:prstGeom>
          <a:solidFill>
            <a:schemeClr val="tx1">
              <a:lumMod val="85000"/>
              <a:lumOff val="15000"/>
              <a:alpha val="80000"/>
            </a:schemeClr>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テキスト ボックス 8">
            <a:extLst>
              <a:ext uri="{FF2B5EF4-FFF2-40B4-BE49-F238E27FC236}">
                <a16:creationId xmlns:a16="http://schemas.microsoft.com/office/drawing/2014/main" id="{05DAAF2B-CE27-BDDF-380A-DFEB933242EC}"/>
              </a:ext>
            </a:extLst>
          </p:cNvPr>
          <p:cNvSpPr txBox="1"/>
          <p:nvPr/>
        </p:nvSpPr>
        <p:spPr>
          <a:xfrm>
            <a:off x="10430947" y="5564932"/>
            <a:ext cx="877163" cy="369332"/>
          </a:xfrm>
          <a:prstGeom prst="rect">
            <a:avLst/>
          </a:prstGeom>
          <a:noFill/>
        </p:spPr>
        <p:txBody>
          <a:bodyPr wrap="none" rtlCol="0">
            <a:spAutoFit/>
          </a:bodyPr>
          <a:lstStyle/>
          <a:p>
            <a:pPr algn="ctr"/>
            <a:r>
              <a:rPr kumimoji="1" lang="ja-JP" altLang="en-US"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ルート</a:t>
            </a:r>
            <a:endParaRPr kumimoji="1" lang="en-US" altLang="ja-JP"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endParaRPr>
          </a:p>
        </p:txBody>
      </p:sp>
      <p:sp>
        <p:nvSpPr>
          <p:cNvPr id="4" name="テキスト ボックス 3">
            <a:extLst>
              <a:ext uri="{FF2B5EF4-FFF2-40B4-BE49-F238E27FC236}">
                <a16:creationId xmlns:a16="http://schemas.microsoft.com/office/drawing/2014/main" id="{157C76B2-C04A-8F0E-8C7D-5ACEBD456F43}"/>
              </a:ext>
            </a:extLst>
          </p:cNvPr>
          <p:cNvSpPr txBox="1"/>
          <p:nvPr/>
        </p:nvSpPr>
        <p:spPr>
          <a:xfrm>
            <a:off x="10661779" y="4561890"/>
            <a:ext cx="646331" cy="369332"/>
          </a:xfrm>
          <a:prstGeom prst="rect">
            <a:avLst/>
          </a:prstGeom>
          <a:noFill/>
        </p:spPr>
        <p:txBody>
          <a:bodyPr wrap="none" rtlCol="0">
            <a:spAutoFit/>
          </a:bodyPr>
          <a:lstStyle/>
          <a:p>
            <a:pPr algn="ctr"/>
            <a:r>
              <a:rPr kumimoji="1" lang="ja-JP" altLang="en-US"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戻る</a:t>
            </a:r>
            <a:endParaRPr kumimoji="1" lang="en-US" altLang="ja-JP"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endParaRPr>
          </a:p>
        </p:txBody>
      </p:sp>
      <p:sp>
        <p:nvSpPr>
          <p:cNvPr id="11" name="テキスト ボックス 10">
            <a:extLst>
              <a:ext uri="{FF2B5EF4-FFF2-40B4-BE49-F238E27FC236}">
                <a16:creationId xmlns:a16="http://schemas.microsoft.com/office/drawing/2014/main" id="{D86633C1-724C-7BE2-88B8-4190285C1E98}"/>
              </a:ext>
            </a:extLst>
          </p:cNvPr>
          <p:cNvSpPr txBox="1"/>
          <p:nvPr/>
        </p:nvSpPr>
        <p:spPr>
          <a:xfrm>
            <a:off x="10447866" y="2290669"/>
            <a:ext cx="877163" cy="369332"/>
          </a:xfrm>
          <a:prstGeom prst="rect">
            <a:avLst/>
          </a:prstGeom>
          <a:noFill/>
        </p:spPr>
        <p:txBody>
          <a:bodyPr wrap="none" rtlCol="0">
            <a:spAutoFit/>
          </a:bodyPr>
          <a:lstStyle/>
          <a:p>
            <a:pPr algn="ctr"/>
            <a:r>
              <a:rPr kumimoji="1" lang="ja-JP" altLang="en-US"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カバン</a:t>
            </a:r>
            <a:endParaRPr kumimoji="1" lang="en-US" altLang="ja-JP"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endParaRPr>
          </a:p>
        </p:txBody>
      </p:sp>
      <p:sp>
        <p:nvSpPr>
          <p:cNvPr id="12" name="テキスト ボックス 11">
            <a:extLst>
              <a:ext uri="{FF2B5EF4-FFF2-40B4-BE49-F238E27FC236}">
                <a16:creationId xmlns:a16="http://schemas.microsoft.com/office/drawing/2014/main" id="{D05C9A36-134A-0FB8-6A0A-77E8E091178E}"/>
              </a:ext>
            </a:extLst>
          </p:cNvPr>
          <p:cNvSpPr txBox="1"/>
          <p:nvPr/>
        </p:nvSpPr>
        <p:spPr>
          <a:xfrm>
            <a:off x="9969282" y="1293068"/>
            <a:ext cx="1338828" cy="369332"/>
          </a:xfrm>
          <a:prstGeom prst="rect">
            <a:avLst/>
          </a:prstGeom>
          <a:noFill/>
        </p:spPr>
        <p:txBody>
          <a:bodyPr wrap="none" rtlCol="0">
            <a:spAutoFit/>
          </a:bodyPr>
          <a:lstStyle/>
          <a:p>
            <a:pPr algn="ctr"/>
            <a:r>
              <a:rPr lang="ja-JP" altLang="en-US"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パーティー</a:t>
            </a:r>
            <a:endParaRPr kumimoji="1" lang="en-US" altLang="ja-JP"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endParaRPr>
          </a:p>
        </p:txBody>
      </p:sp>
      <p:sp>
        <p:nvSpPr>
          <p:cNvPr id="18" name="テキスト ボックス 17">
            <a:extLst>
              <a:ext uri="{FF2B5EF4-FFF2-40B4-BE49-F238E27FC236}">
                <a16:creationId xmlns:a16="http://schemas.microsoft.com/office/drawing/2014/main" id="{19796E4F-5F30-1363-4EF1-43118EC42051}"/>
              </a:ext>
            </a:extLst>
          </p:cNvPr>
          <p:cNvSpPr txBox="1"/>
          <p:nvPr/>
        </p:nvSpPr>
        <p:spPr>
          <a:xfrm>
            <a:off x="991856" y="846304"/>
            <a:ext cx="902811" cy="523220"/>
          </a:xfrm>
          <a:prstGeom prst="rect">
            <a:avLst/>
          </a:prstGeom>
          <a:noFill/>
        </p:spPr>
        <p:txBody>
          <a:bodyPr wrap="none" rtlCol="0">
            <a:spAutoFit/>
          </a:bodyPr>
          <a:lstStyle/>
          <a:p>
            <a:r>
              <a:rPr kumimoji="1" lang="ja-JP" altLang="en-US" sz="2800" dirty="0">
                <a:solidFill>
                  <a:schemeClr val="bg1">
                    <a:lumMod val="95000"/>
                  </a:schemeClr>
                </a:solidFill>
                <a:latin typeface="游明朝 Demibold" panose="02020600000000000000" pitchFamily="18" charset="-128"/>
                <a:ea typeface="游明朝 Demibold" panose="02020600000000000000" pitchFamily="18" charset="-128"/>
              </a:rPr>
              <a:t>前衛</a:t>
            </a:r>
          </a:p>
        </p:txBody>
      </p:sp>
      <p:sp>
        <p:nvSpPr>
          <p:cNvPr id="19" name="テキスト ボックス 18">
            <a:extLst>
              <a:ext uri="{FF2B5EF4-FFF2-40B4-BE49-F238E27FC236}">
                <a16:creationId xmlns:a16="http://schemas.microsoft.com/office/drawing/2014/main" id="{1CE701D3-CE6D-D014-66EF-203AF7354DB6}"/>
              </a:ext>
            </a:extLst>
          </p:cNvPr>
          <p:cNvSpPr txBox="1"/>
          <p:nvPr/>
        </p:nvSpPr>
        <p:spPr>
          <a:xfrm>
            <a:off x="991856" y="4115126"/>
            <a:ext cx="902811" cy="523220"/>
          </a:xfrm>
          <a:prstGeom prst="rect">
            <a:avLst/>
          </a:prstGeom>
          <a:noFill/>
        </p:spPr>
        <p:txBody>
          <a:bodyPr wrap="none" rtlCol="0">
            <a:spAutoFit/>
          </a:bodyPr>
          <a:lstStyle/>
          <a:p>
            <a:r>
              <a:rPr lang="ja-JP" altLang="en-US" sz="2800" dirty="0">
                <a:solidFill>
                  <a:schemeClr val="bg1">
                    <a:lumMod val="95000"/>
                  </a:schemeClr>
                </a:solidFill>
                <a:latin typeface="游明朝 Demibold" panose="02020600000000000000" pitchFamily="18" charset="-128"/>
                <a:ea typeface="游明朝 Demibold" panose="02020600000000000000" pitchFamily="18" charset="-128"/>
              </a:rPr>
              <a:t>後衛</a:t>
            </a:r>
            <a:endParaRPr kumimoji="1" lang="ja-JP" altLang="en-US" sz="2800" dirty="0">
              <a:solidFill>
                <a:schemeClr val="bg1">
                  <a:lumMod val="95000"/>
                </a:schemeClr>
              </a:solidFill>
              <a:latin typeface="游明朝 Demibold" panose="02020600000000000000" pitchFamily="18" charset="-128"/>
              <a:ea typeface="游明朝 Demibold" panose="02020600000000000000" pitchFamily="18" charset="-128"/>
            </a:endParaRPr>
          </a:p>
        </p:txBody>
      </p:sp>
      <p:sp>
        <p:nvSpPr>
          <p:cNvPr id="26" name="四角形: 角を丸くする 25">
            <a:extLst>
              <a:ext uri="{FF2B5EF4-FFF2-40B4-BE49-F238E27FC236}">
                <a16:creationId xmlns:a16="http://schemas.microsoft.com/office/drawing/2014/main" id="{F7C82E8D-9EE4-0DD4-7126-BBC2AE21F661}"/>
              </a:ext>
            </a:extLst>
          </p:cNvPr>
          <p:cNvSpPr/>
          <p:nvPr/>
        </p:nvSpPr>
        <p:spPr>
          <a:xfrm>
            <a:off x="9569319" y="3023895"/>
            <a:ext cx="1755710" cy="810206"/>
          </a:xfrm>
          <a:prstGeom prst="roundRect">
            <a:avLst>
              <a:gd name="adj" fmla="val 6428"/>
            </a:avLst>
          </a:prstGeom>
          <a:gradFill flip="none" rotWithShape="1">
            <a:gsLst>
              <a:gs pos="0">
                <a:schemeClr val="accent6">
                  <a:lumMod val="89000"/>
                </a:schemeClr>
              </a:gs>
              <a:gs pos="23000">
                <a:schemeClr val="accent6">
                  <a:lumMod val="87000"/>
                  <a:lumOff val="13000"/>
                </a:schemeClr>
              </a:gs>
              <a:gs pos="69000">
                <a:schemeClr val="accent6">
                  <a:lumMod val="75000"/>
                </a:schemeClr>
              </a:gs>
              <a:gs pos="97000">
                <a:schemeClr val="accent6">
                  <a:lumMod val="70000"/>
                </a:schemeClr>
              </a:gs>
            </a:gsLst>
            <a:path path="circle">
              <a:fillToRect l="50000" t="50000" r="50000" b="5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7" name="テキスト ボックス 26">
            <a:extLst>
              <a:ext uri="{FF2B5EF4-FFF2-40B4-BE49-F238E27FC236}">
                <a16:creationId xmlns:a16="http://schemas.microsoft.com/office/drawing/2014/main" id="{5959CD3E-2291-1BFE-D6A4-4D78ED8BAED9}"/>
              </a:ext>
            </a:extLst>
          </p:cNvPr>
          <p:cNvSpPr txBox="1"/>
          <p:nvPr/>
        </p:nvSpPr>
        <p:spPr>
          <a:xfrm>
            <a:off x="10217032" y="3428998"/>
            <a:ext cx="1107997" cy="369332"/>
          </a:xfrm>
          <a:prstGeom prst="rect">
            <a:avLst/>
          </a:prstGeom>
          <a:noFill/>
        </p:spPr>
        <p:txBody>
          <a:bodyPr wrap="none" rtlCol="0">
            <a:spAutoFit/>
          </a:bodyPr>
          <a:lstStyle/>
          <a:p>
            <a:pPr algn="ctr"/>
            <a:r>
              <a:rPr lang="ja-JP" altLang="en-US"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チェンジ</a:t>
            </a:r>
            <a:endParaRPr kumimoji="1" lang="en-US" altLang="ja-JP"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endParaRPr>
          </a:p>
        </p:txBody>
      </p:sp>
      <p:grpSp>
        <p:nvGrpSpPr>
          <p:cNvPr id="33" name="グループ化 32">
            <a:extLst>
              <a:ext uri="{FF2B5EF4-FFF2-40B4-BE49-F238E27FC236}">
                <a16:creationId xmlns:a16="http://schemas.microsoft.com/office/drawing/2014/main" id="{E565A90B-6890-611F-6043-6437879850B2}"/>
              </a:ext>
            </a:extLst>
          </p:cNvPr>
          <p:cNvGrpSpPr/>
          <p:nvPr/>
        </p:nvGrpSpPr>
        <p:grpSpPr>
          <a:xfrm>
            <a:off x="1217726" y="1440410"/>
            <a:ext cx="7518758" cy="2595689"/>
            <a:chOff x="1355839" y="1472457"/>
            <a:chExt cx="7518758" cy="2595689"/>
          </a:xfrm>
        </p:grpSpPr>
        <p:pic>
          <p:nvPicPr>
            <p:cNvPr id="29" name="図 28" descr="テキスト, 時計 が含まれている画像&#10;&#10;AI 生成コンテンツは誤りを含む可能性があります。">
              <a:extLst>
                <a:ext uri="{FF2B5EF4-FFF2-40B4-BE49-F238E27FC236}">
                  <a16:creationId xmlns:a16="http://schemas.microsoft.com/office/drawing/2014/main" id="{556B14E3-57EE-3986-634F-F70579B51FB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355839" y="1472459"/>
              <a:ext cx="1407485" cy="2595687"/>
            </a:xfrm>
            <a:prstGeom prst="rect">
              <a:avLst/>
            </a:prstGeom>
          </p:spPr>
        </p:pic>
        <p:pic>
          <p:nvPicPr>
            <p:cNvPr id="30" name="図 29" descr="テキスト, 時計 が含まれている画像&#10;&#10;AI 生成コンテンツは誤りを含む可能性があります。">
              <a:extLst>
                <a:ext uri="{FF2B5EF4-FFF2-40B4-BE49-F238E27FC236}">
                  <a16:creationId xmlns:a16="http://schemas.microsoft.com/office/drawing/2014/main" id="{D96BE118-40EE-C639-98F9-0783C4B6A5B7}"/>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392930" y="1472458"/>
              <a:ext cx="1407485" cy="2595687"/>
            </a:xfrm>
            <a:prstGeom prst="rect">
              <a:avLst/>
            </a:prstGeom>
          </p:spPr>
        </p:pic>
        <p:pic>
          <p:nvPicPr>
            <p:cNvPr id="31" name="図 30" descr="テキスト, 時計 が含まれている画像&#10;&#10;AI 生成コンテンツは誤りを含む可能性があります。">
              <a:extLst>
                <a:ext uri="{FF2B5EF4-FFF2-40B4-BE49-F238E27FC236}">
                  <a16:creationId xmlns:a16="http://schemas.microsoft.com/office/drawing/2014/main" id="{6BBE45AF-2297-5CBC-BE22-6FFA7DEC933F}"/>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430021" y="1472458"/>
              <a:ext cx="1407485" cy="2595687"/>
            </a:xfrm>
            <a:prstGeom prst="rect">
              <a:avLst/>
            </a:prstGeom>
          </p:spPr>
        </p:pic>
        <p:pic>
          <p:nvPicPr>
            <p:cNvPr id="32" name="図 31" descr="テキスト, 時計 が含まれている画像&#10;&#10;AI 生成コンテンツは誤りを含む可能性があります。">
              <a:extLst>
                <a:ext uri="{FF2B5EF4-FFF2-40B4-BE49-F238E27FC236}">
                  <a16:creationId xmlns:a16="http://schemas.microsoft.com/office/drawing/2014/main" id="{6AE3B463-0D80-DFE7-C5E7-CCD87002B917}"/>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467112" y="1472457"/>
              <a:ext cx="1407485" cy="2595687"/>
            </a:xfrm>
            <a:prstGeom prst="rect">
              <a:avLst/>
            </a:prstGeom>
          </p:spPr>
        </p:pic>
      </p:grpSp>
      <p:pic>
        <p:nvPicPr>
          <p:cNvPr id="35" name="図 34" descr="グラフィカル ユーザー インターフェイス&#10;&#10;AI 生成コンテンツは誤りを含む可能性があります。">
            <a:extLst>
              <a:ext uri="{FF2B5EF4-FFF2-40B4-BE49-F238E27FC236}">
                <a16:creationId xmlns:a16="http://schemas.microsoft.com/office/drawing/2014/main" id="{C4F8DA3D-624F-F013-CD6B-D56408AD8780}"/>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217725" y="4638346"/>
            <a:ext cx="1928075" cy="1295918"/>
          </a:xfrm>
          <a:prstGeom prst="rect">
            <a:avLst/>
          </a:prstGeom>
        </p:spPr>
      </p:pic>
      <p:pic>
        <p:nvPicPr>
          <p:cNvPr id="36" name="図 35" descr="グラフィカル ユーザー インターフェイス&#10;&#10;AI 生成コンテンツは誤りを含む可能性があります。">
            <a:extLst>
              <a:ext uri="{FF2B5EF4-FFF2-40B4-BE49-F238E27FC236}">
                <a16:creationId xmlns:a16="http://schemas.microsoft.com/office/drawing/2014/main" id="{6457E525-D21C-FB45-AD21-CF95D5A2D060}"/>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3371669" y="4650012"/>
            <a:ext cx="1928075" cy="1295918"/>
          </a:xfrm>
          <a:prstGeom prst="rect">
            <a:avLst/>
          </a:prstGeom>
        </p:spPr>
      </p:pic>
      <p:pic>
        <p:nvPicPr>
          <p:cNvPr id="37" name="図 36" descr="グラフィカル ユーザー インターフェイス&#10;&#10;AI 生成コンテンツは誤りを含む可能性があります。">
            <a:extLst>
              <a:ext uri="{FF2B5EF4-FFF2-40B4-BE49-F238E27FC236}">
                <a16:creationId xmlns:a16="http://schemas.microsoft.com/office/drawing/2014/main" id="{56AE6725-70B4-303E-7D5A-19D32EA54CD2}"/>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5525613" y="4650012"/>
            <a:ext cx="1928075" cy="1295918"/>
          </a:xfrm>
          <a:prstGeom prst="rect">
            <a:avLst/>
          </a:prstGeom>
        </p:spPr>
      </p:pic>
      <p:pic>
        <p:nvPicPr>
          <p:cNvPr id="38" name="図 37" descr="グラフィカル ユーザー インターフェイス&#10;&#10;AI 生成コンテンツは誤りを含む可能性があります。">
            <a:extLst>
              <a:ext uri="{FF2B5EF4-FFF2-40B4-BE49-F238E27FC236}">
                <a16:creationId xmlns:a16="http://schemas.microsoft.com/office/drawing/2014/main" id="{21ECCF31-8B9D-6535-B7D0-3D0289CD8371}"/>
              </a:ext>
            </a:extLst>
          </p:cNvPr>
          <p:cNvPicPr>
            <a:picLocks noChangeAspect="1"/>
          </p:cNvPicPr>
          <p:nvPr/>
        </p:nvPicPr>
        <p:blipFill>
          <a:blip r:embed="rId5">
            <a:extLst>
              <a:ext uri="{28A0092B-C50C-407E-A947-70E740481C1C}">
                <a14:useLocalDpi xmlns:a14="http://schemas.microsoft.com/office/drawing/2010/main" val="0"/>
              </a:ext>
            </a:extLst>
          </a:blip>
          <a:srcRect r="45182"/>
          <a:stretch>
            <a:fillRect/>
          </a:stretch>
        </p:blipFill>
        <p:spPr>
          <a:xfrm>
            <a:off x="7679557" y="4638346"/>
            <a:ext cx="1056927" cy="1295918"/>
          </a:xfrm>
          <a:prstGeom prst="rect">
            <a:avLst/>
          </a:prstGeom>
        </p:spPr>
      </p:pic>
      <p:sp>
        <p:nvSpPr>
          <p:cNvPr id="10" name="四角形: 角を丸くする 9">
            <a:extLst>
              <a:ext uri="{FF2B5EF4-FFF2-40B4-BE49-F238E27FC236}">
                <a16:creationId xmlns:a16="http://schemas.microsoft.com/office/drawing/2014/main" id="{0D3B54FA-3B26-6F35-1970-729778B05355}"/>
              </a:ext>
            </a:extLst>
          </p:cNvPr>
          <p:cNvSpPr/>
          <p:nvPr/>
        </p:nvSpPr>
        <p:spPr>
          <a:xfrm>
            <a:off x="1994263" y="4267200"/>
            <a:ext cx="6742221" cy="165873"/>
          </a:xfrm>
          <a:prstGeom prst="roundRect">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四角形: 角を丸くする 12">
            <a:extLst>
              <a:ext uri="{FF2B5EF4-FFF2-40B4-BE49-F238E27FC236}">
                <a16:creationId xmlns:a16="http://schemas.microsoft.com/office/drawing/2014/main" id="{09F27E94-B87A-105B-5FF5-B949C2B3A739}"/>
              </a:ext>
            </a:extLst>
          </p:cNvPr>
          <p:cNvSpPr/>
          <p:nvPr/>
        </p:nvSpPr>
        <p:spPr>
          <a:xfrm>
            <a:off x="4335706" y="4211993"/>
            <a:ext cx="2427044" cy="276285"/>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Tree>
    <p:extLst>
      <p:ext uri="{BB962C8B-B14F-4D97-AF65-F5344CB8AC3E}">
        <p14:creationId xmlns:p14="http://schemas.microsoft.com/office/powerpoint/2010/main" val="1985589564"/>
      </p:ext>
    </p:extLst>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
          <a:extLst>
            <a:ext uri="{FF2B5EF4-FFF2-40B4-BE49-F238E27FC236}">
              <a16:creationId xmlns:a16="http://schemas.microsoft.com/office/drawing/2014/main" id="{96825D11-7424-88C7-00BA-D13E463B40B9}"/>
            </a:ext>
          </a:extLst>
        </p:cNvPr>
        <p:cNvGrpSpPr/>
        <p:nvPr/>
      </p:nvGrpSpPr>
      <p:grpSpPr>
        <a:xfrm>
          <a:off x="0" y="0"/>
          <a:ext cx="0" cy="0"/>
          <a:chOff x="0" y="0"/>
          <a:chExt cx="0" cy="0"/>
        </a:xfrm>
      </p:grpSpPr>
      <p:grpSp>
        <p:nvGrpSpPr>
          <p:cNvPr id="14" name="グループ化 13">
            <a:extLst>
              <a:ext uri="{FF2B5EF4-FFF2-40B4-BE49-F238E27FC236}">
                <a16:creationId xmlns:a16="http://schemas.microsoft.com/office/drawing/2014/main" id="{BF148441-80AA-5A2D-B341-EF1FA3B503FE}"/>
              </a:ext>
            </a:extLst>
          </p:cNvPr>
          <p:cNvGrpSpPr/>
          <p:nvPr/>
        </p:nvGrpSpPr>
        <p:grpSpPr>
          <a:xfrm>
            <a:off x="914401" y="706795"/>
            <a:ext cx="10363198" cy="3510854"/>
            <a:chOff x="690466" y="1313283"/>
            <a:chExt cx="10363198" cy="3783563"/>
          </a:xfrm>
          <a:solidFill>
            <a:schemeClr val="tx1">
              <a:lumMod val="85000"/>
              <a:lumOff val="15000"/>
            </a:schemeClr>
          </a:solidFill>
        </p:grpSpPr>
        <p:sp>
          <p:nvSpPr>
            <p:cNvPr id="3" name="フローチャート: 他ページ結合子 2">
              <a:extLst>
                <a:ext uri="{FF2B5EF4-FFF2-40B4-BE49-F238E27FC236}">
                  <a16:creationId xmlns:a16="http://schemas.microsoft.com/office/drawing/2014/main" id="{DED68989-5CED-3CB0-15B2-BE40A7A1C444}"/>
                </a:ext>
              </a:extLst>
            </p:cNvPr>
            <p:cNvSpPr/>
            <p:nvPr/>
          </p:nvSpPr>
          <p:spPr>
            <a:xfrm flipV="1">
              <a:off x="690466" y="1313283"/>
              <a:ext cx="3247052" cy="3783563"/>
            </a:xfrm>
            <a:prstGeom prst="flowChartOffpageConnector">
              <a:avLst/>
            </a:prstGeom>
            <a:grp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0" name="フローチャート: 他ページ結合子 9">
              <a:extLst>
                <a:ext uri="{FF2B5EF4-FFF2-40B4-BE49-F238E27FC236}">
                  <a16:creationId xmlns:a16="http://schemas.microsoft.com/office/drawing/2014/main" id="{1B6AC7B6-9E18-FA06-529C-64E527F4EF19}"/>
                </a:ext>
              </a:extLst>
            </p:cNvPr>
            <p:cNvSpPr/>
            <p:nvPr/>
          </p:nvSpPr>
          <p:spPr>
            <a:xfrm flipV="1">
              <a:off x="4248539" y="1313283"/>
              <a:ext cx="3247052" cy="3783563"/>
            </a:xfrm>
            <a:prstGeom prst="flowChartOffpageConnector">
              <a:avLst/>
            </a:prstGeom>
            <a:grp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フローチャート: 他ページ結合子 12">
              <a:extLst>
                <a:ext uri="{FF2B5EF4-FFF2-40B4-BE49-F238E27FC236}">
                  <a16:creationId xmlns:a16="http://schemas.microsoft.com/office/drawing/2014/main" id="{57F27B1C-860E-1CF4-CDC1-E62140590E50}"/>
                </a:ext>
              </a:extLst>
            </p:cNvPr>
            <p:cNvSpPr/>
            <p:nvPr/>
          </p:nvSpPr>
          <p:spPr>
            <a:xfrm flipV="1">
              <a:off x="7806612" y="1313283"/>
              <a:ext cx="3247052" cy="3783563"/>
            </a:xfrm>
            <a:prstGeom prst="flowChartOffpageConnector">
              <a:avLst/>
            </a:prstGeom>
            <a:grp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36" name="グループ化 35">
            <a:extLst>
              <a:ext uri="{FF2B5EF4-FFF2-40B4-BE49-F238E27FC236}">
                <a16:creationId xmlns:a16="http://schemas.microsoft.com/office/drawing/2014/main" id="{AC07A716-9F20-2900-C1A7-A7A9ACC79D51}"/>
              </a:ext>
            </a:extLst>
          </p:cNvPr>
          <p:cNvGrpSpPr/>
          <p:nvPr/>
        </p:nvGrpSpPr>
        <p:grpSpPr>
          <a:xfrm>
            <a:off x="1058424" y="3924833"/>
            <a:ext cx="2959002" cy="810206"/>
            <a:chOff x="1422919" y="4675802"/>
            <a:chExt cx="2230015" cy="906237"/>
          </a:xfrm>
        </p:grpSpPr>
        <p:sp>
          <p:nvSpPr>
            <p:cNvPr id="16" name="二等辺三角形 15">
              <a:extLst>
                <a:ext uri="{FF2B5EF4-FFF2-40B4-BE49-F238E27FC236}">
                  <a16:creationId xmlns:a16="http://schemas.microsoft.com/office/drawing/2014/main" id="{C0ED945A-9F2C-1F37-7725-95D31D6A5AED}"/>
                </a:ext>
              </a:extLst>
            </p:cNvPr>
            <p:cNvSpPr/>
            <p:nvPr/>
          </p:nvSpPr>
          <p:spPr>
            <a:xfrm>
              <a:off x="1422919" y="4675802"/>
              <a:ext cx="2230015" cy="906237"/>
            </a:xfrm>
            <a:prstGeom prst="triangl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テキスト ボックス 16">
              <a:extLst>
                <a:ext uri="{FF2B5EF4-FFF2-40B4-BE49-F238E27FC236}">
                  <a16:creationId xmlns:a16="http://schemas.microsoft.com/office/drawing/2014/main" id="{F6F3A41C-6850-5495-B2F4-0AC7431FC38C}"/>
                </a:ext>
              </a:extLst>
            </p:cNvPr>
            <p:cNvSpPr txBox="1"/>
            <p:nvPr/>
          </p:nvSpPr>
          <p:spPr>
            <a:xfrm>
              <a:off x="1846086" y="4868540"/>
              <a:ext cx="1383680" cy="440708"/>
            </a:xfrm>
            <a:prstGeom prst="rect">
              <a:avLst/>
            </a:prstGeom>
            <a:noFill/>
          </p:spPr>
          <p:txBody>
            <a:bodyPr wrap="square">
              <a:spAutoFit/>
            </a:bodyPr>
            <a:lstStyle/>
            <a:p>
              <a:pPr algn="ctr"/>
              <a:r>
                <a:rPr lang="ja-JP" altLang="en-US" sz="3200" dirty="0">
                  <a:solidFill>
                    <a:schemeClr val="accent6"/>
                  </a:solidFill>
                  <a:latin typeface="HGS明朝E" panose="02020900000000000000" pitchFamily="18" charset="-128"/>
                  <a:ea typeface="HGS明朝E" panose="02020900000000000000" pitchFamily="18" charset="-128"/>
                </a:rPr>
                <a:t>選択</a:t>
              </a:r>
              <a:endParaRPr kumimoji="1" lang="ja-JP" altLang="en-US" sz="3200" dirty="0">
                <a:solidFill>
                  <a:schemeClr val="accent6"/>
                </a:solidFill>
                <a:latin typeface="HGS明朝E" panose="02020900000000000000" pitchFamily="18" charset="-128"/>
                <a:ea typeface="HGS明朝E" panose="02020900000000000000" pitchFamily="18" charset="-128"/>
              </a:endParaRPr>
            </a:p>
          </p:txBody>
        </p:sp>
      </p:grpSp>
      <p:pic>
        <p:nvPicPr>
          <p:cNvPr id="22" name="図 21">
            <a:extLst>
              <a:ext uri="{FF2B5EF4-FFF2-40B4-BE49-F238E27FC236}">
                <a16:creationId xmlns:a16="http://schemas.microsoft.com/office/drawing/2014/main" id="{7FBFD0D8-DB27-B89E-07CE-50780CE2FCCE}"/>
              </a:ext>
            </a:extLst>
          </p:cNvPr>
          <p:cNvPicPr>
            <a:picLocks noChangeAspect="1"/>
          </p:cNvPicPr>
          <p:nvPr/>
        </p:nvPicPr>
        <p:blipFill>
          <a:blip r:embed="rId4">
            <a:lum bright="70000" contrast="-70000"/>
            <a:extLst>
              <a:ext uri="{28A0092B-C50C-407E-A947-70E740481C1C}">
                <a14:useLocalDpi xmlns:a14="http://schemas.microsoft.com/office/drawing/2010/main" val="0"/>
              </a:ext>
            </a:extLst>
          </a:blip>
          <a:stretch>
            <a:fillRect/>
          </a:stretch>
        </p:blipFill>
        <p:spPr>
          <a:xfrm>
            <a:off x="5071292" y="1775538"/>
            <a:ext cx="2049416" cy="2049416"/>
          </a:xfrm>
          <a:prstGeom prst="rect">
            <a:avLst/>
          </a:prstGeom>
        </p:spPr>
      </p:pic>
      <p:pic>
        <p:nvPicPr>
          <p:cNvPr id="26" name="図 25">
            <a:extLst>
              <a:ext uri="{FF2B5EF4-FFF2-40B4-BE49-F238E27FC236}">
                <a16:creationId xmlns:a16="http://schemas.microsoft.com/office/drawing/2014/main" id="{F5F4BA3F-C1BA-BDBF-DD83-1B037EC69EB8}"/>
              </a:ext>
            </a:extLst>
          </p:cNvPr>
          <p:cNvPicPr>
            <a:picLocks noChangeAspect="1"/>
          </p:cNvPicPr>
          <p:nvPr/>
        </p:nvPicPr>
        <p:blipFill>
          <a:blip r:embed="rId5">
            <a:lum bright="70000" contrast="-70000"/>
            <a:extLst>
              <a:ext uri="{28A0092B-C50C-407E-A947-70E740481C1C}">
                <a14:useLocalDpi xmlns:a14="http://schemas.microsoft.com/office/drawing/2010/main" val="0"/>
              </a:ext>
            </a:extLst>
          </a:blip>
          <a:stretch>
            <a:fillRect/>
          </a:stretch>
        </p:blipFill>
        <p:spPr>
          <a:xfrm>
            <a:off x="1334486" y="1657766"/>
            <a:ext cx="2406879" cy="2406879"/>
          </a:xfrm>
          <a:prstGeom prst="rect">
            <a:avLst/>
          </a:prstGeom>
        </p:spPr>
      </p:pic>
      <p:grpSp>
        <p:nvGrpSpPr>
          <p:cNvPr id="35" name="グループ化 34">
            <a:extLst>
              <a:ext uri="{FF2B5EF4-FFF2-40B4-BE49-F238E27FC236}">
                <a16:creationId xmlns:a16="http://schemas.microsoft.com/office/drawing/2014/main" id="{9DB924F1-7435-4FFB-8319-FCB3EC9E3ACE}"/>
              </a:ext>
            </a:extLst>
          </p:cNvPr>
          <p:cNvGrpSpPr/>
          <p:nvPr/>
        </p:nvGrpSpPr>
        <p:grpSpPr>
          <a:xfrm>
            <a:off x="8576658" y="1794833"/>
            <a:ext cx="2280856" cy="2130000"/>
            <a:chOff x="8402695" y="2075522"/>
            <a:chExt cx="2482812" cy="2318599"/>
          </a:xfrm>
        </p:grpSpPr>
        <p:pic>
          <p:nvPicPr>
            <p:cNvPr id="27" name="図 26">
              <a:extLst>
                <a:ext uri="{FF2B5EF4-FFF2-40B4-BE49-F238E27FC236}">
                  <a16:creationId xmlns:a16="http://schemas.microsoft.com/office/drawing/2014/main" id="{2ED893EE-5F53-1189-EA87-CB6E5F240B7A}"/>
                </a:ext>
              </a:extLst>
            </p:cNvPr>
            <p:cNvPicPr>
              <a:picLocks noChangeAspect="1"/>
            </p:cNvPicPr>
            <p:nvPr/>
          </p:nvPicPr>
          <p:blipFill>
            <a:blip r:embed="rId6">
              <a:grayscl/>
              <a:extLst>
                <a:ext uri="{28A0092B-C50C-407E-A947-70E740481C1C}">
                  <a14:useLocalDpi xmlns:a14="http://schemas.microsoft.com/office/drawing/2010/main" val="0"/>
                </a:ext>
              </a:extLst>
            </a:blip>
            <a:stretch>
              <a:fillRect/>
            </a:stretch>
          </p:blipFill>
          <p:spPr>
            <a:xfrm flipH="1">
              <a:off x="8402695" y="2309208"/>
              <a:ext cx="2084913" cy="2084913"/>
            </a:xfrm>
            <a:prstGeom prst="rect">
              <a:avLst/>
            </a:prstGeom>
          </p:spPr>
        </p:pic>
        <p:pic>
          <p:nvPicPr>
            <p:cNvPr id="30" name="図 29">
              <a:extLst>
                <a:ext uri="{FF2B5EF4-FFF2-40B4-BE49-F238E27FC236}">
                  <a16:creationId xmlns:a16="http://schemas.microsoft.com/office/drawing/2014/main" id="{EB3E87DF-ED15-FD2A-D6E1-E7D41105B3E6}"/>
                </a:ext>
              </a:extLst>
            </p:cNvPr>
            <p:cNvPicPr>
              <a:picLocks noChangeAspect="1"/>
            </p:cNvPicPr>
            <p:nvPr/>
          </p:nvPicPr>
          <p:blipFill>
            <a:blip r:embed="rId7">
              <a:grayscl/>
              <a:extLst>
                <a:ext uri="{28A0092B-C50C-407E-A947-70E740481C1C}">
                  <a14:useLocalDpi xmlns:a14="http://schemas.microsoft.com/office/drawing/2010/main" val="0"/>
                </a:ext>
              </a:extLst>
            </a:blip>
            <a:stretch>
              <a:fillRect/>
            </a:stretch>
          </p:blipFill>
          <p:spPr>
            <a:xfrm>
              <a:off x="9532029" y="2075522"/>
              <a:ext cx="1353478" cy="1353478"/>
            </a:xfrm>
            <a:prstGeom prst="rect">
              <a:avLst/>
            </a:prstGeom>
          </p:spPr>
        </p:pic>
      </p:grpSp>
      <p:sp>
        <p:nvSpPr>
          <p:cNvPr id="31" name="テキスト ボックス 30">
            <a:extLst>
              <a:ext uri="{FF2B5EF4-FFF2-40B4-BE49-F238E27FC236}">
                <a16:creationId xmlns:a16="http://schemas.microsoft.com/office/drawing/2014/main" id="{A9CB84F2-EB5B-AE2E-C4AF-824003852F5E}"/>
              </a:ext>
            </a:extLst>
          </p:cNvPr>
          <p:cNvSpPr txBox="1"/>
          <p:nvPr/>
        </p:nvSpPr>
        <p:spPr>
          <a:xfrm>
            <a:off x="1821356" y="1094644"/>
            <a:ext cx="1383680" cy="584775"/>
          </a:xfrm>
          <a:prstGeom prst="rect">
            <a:avLst/>
          </a:prstGeom>
          <a:noFill/>
        </p:spPr>
        <p:txBody>
          <a:bodyPr wrap="square">
            <a:spAutoFit/>
          </a:bodyPr>
          <a:lstStyle/>
          <a:p>
            <a:pPr algn="ctr"/>
            <a:r>
              <a:rPr lang="ja-JP" altLang="en-US" sz="3200" dirty="0">
                <a:solidFill>
                  <a:schemeClr val="bg1">
                    <a:lumMod val="95000"/>
                  </a:schemeClr>
                </a:solidFill>
                <a:latin typeface="HGS明朝E" panose="02020900000000000000" pitchFamily="18" charset="-128"/>
                <a:ea typeface="HGS明朝E" panose="02020900000000000000" pitchFamily="18" charset="-128"/>
              </a:rPr>
              <a:t>編成</a:t>
            </a:r>
            <a:endParaRPr kumimoji="1" lang="ja-JP" altLang="en-US" sz="3200" dirty="0">
              <a:solidFill>
                <a:schemeClr val="bg1">
                  <a:lumMod val="95000"/>
                </a:schemeClr>
              </a:solidFill>
              <a:latin typeface="HGS明朝E" panose="02020900000000000000" pitchFamily="18" charset="-128"/>
              <a:ea typeface="HGS明朝E" panose="02020900000000000000" pitchFamily="18" charset="-128"/>
            </a:endParaRPr>
          </a:p>
        </p:txBody>
      </p:sp>
      <p:sp>
        <p:nvSpPr>
          <p:cNvPr id="32" name="テキスト ボックス 31">
            <a:extLst>
              <a:ext uri="{FF2B5EF4-FFF2-40B4-BE49-F238E27FC236}">
                <a16:creationId xmlns:a16="http://schemas.microsoft.com/office/drawing/2014/main" id="{B68D49DD-9B51-D1AE-2D9C-E242523A7B32}"/>
              </a:ext>
            </a:extLst>
          </p:cNvPr>
          <p:cNvSpPr txBox="1"/>
          <p:nvPr/>
        </p:nvSpPr>
        <p:spPr>
          <a:xfrm>
            <a:off x="5404159" y="1094643"/>
            <a:ext cx="1383680" cy="584775"/>
          </a:xfrm>
          <a:prstGeom prst="rect">
            <a:avLst/>
          </a:prstGeom>
          <a:noFill/>
        </p:spPr>
        <p:txBody>
          <a:bodyPr wrap="square">
            <a:spAutoFit/>
          </a:bodyPr>
          <a:lstStyle/>
          <a:p>
            <a:pPr algn="ctr"/>
            <a:r>
              <a:rPr lang="en-US" altLang="ja-JP" sz="3200" dirty="0">
                <a:solidFill>
                  <a:schemeClr val="bg1">
                    <a:lumMod val="95000"/>
                  </a:schemeClr>
                </a:solidFill>
                <a:latin typeface="HGS明朝E" panose="02020900000000000000" pitchFamily="18" charset="-128"/>
                <a:ea typeface="HGS明朝E" panose="02020900000000000000" pitchFamily="18" charset="-128"/>
              </a:rPr>
              <a:t>SEX</a:t>
            </a:r>
            <a:endParaRPr kumimoji="1" lang="ja-JP" altLang="en-US" sz="3200" dirty="0">
              <a:solidFill>
                <a:schemeClr val="bg1">
                  <a:lumMod val="95000"/>
                </a:schemeClr>
              </a:solidFill>
              <a:latin typeface="HGS明朝E" panose="02020900000000000000" pitchFamily="18" charset="-128"/>
              <a:ea typeface="HGS明朝E" panose="02020900000000000000" pitchFamily="18" charset="-128"/>
            </a:endParaRPr>
          </a:p>
        </p:txBody>
      </p:sp>
      <p:sp>
        <p:nvSpPr>
          <p:cNvPr id="33" name="テキスト ボックス 32">
            <a:extLst>
              <a:ext uri="{FF2B5EF4-FFF2-40B4-BE49-F238E27FC236}">
                <a16:creationId xmlns:a16="http://schemas.microsoft.com/office/drawing/2014/main" id="{78F4E8A4-FB22-4A60-89A3-C6CCC18AE125}"/>
              </a:ext>
            </a:extLst>
          </p:cNvPr>
          <p:cNvSpPr txBox="1"/>
          <p:nvPr/>
        </p:nvSpPr>
        <p:spPr>
          <a:xfrm>
            <a:off x="8962233" y="1069372"/>
            <a:ext cx="1383680" cy="584775"/>
          </a:xfrm>
          <a:prstGeom prst="rect">
            <a:avLst/>
          </a:prstGeom>
          <a:noFill/>
        </p:spPr>
        <p:txBody>
          <a:bodyPr wrap="square">
            <a:spAutoFit/>
          </a:bodyPr>
          <a:lstStyle/>
          <a:p>
            <a:pPr algn="ctr"/>
            <a:r>
              <a:rPr lang="ja-JP" altLang="en-US" sz="3200" dirty="0">
                <a:solidFill>
                  <a:schemeClr val="bg1">
                    <a:lumMod val="95000"/>
                  </a:schemeClr>
                </a:solidFill>
                <a:latin typeface="HGS明朝E" panose="02020900000000000000" pitchFamily="18" charset="-128"/>
                <a:ea typeface="HGS明朝E" panose="02020900000000000000" pitchFamily="18" charset="-128"/>
              </a:rPr>
              <a:t>回復</a:t>
            </a:r>
            <a:endParaRPr kumimoji="1" lang="ja-JP" altLang="en-US" sz="3200" dirty="0">
              <a:solidFill>
                <a:schemeClr val="bg1">
                  <a:lumMod val="95000"/>
                </a:schemeClr>
              </a:solidFill>
              <a:latin typeface="HGS明朝E" panose="02020900000000000000" pitchFamily="18" charset="-128"/>
              <a:ea typeface="HGS明朝E" panose="02020900000000000000" pitchFamily="18" charset="-128"/>
            </a:endParaRPr>
          </a:p>
        </p:txBody>
      </p:sp>
      <p:grpSp>
        <p:nvGrpSpPr>
          <p:cNvPr id="82" name="グループ化 81">
            <a:extLst>
              <a:ext uri="{FF2B5EF4-FFF2-40B4-BE49-F238E27FC236}">
                <a16:creationId xmlns:a16="http://schemas.microsoft.com/office/drawing/2014/main" id="{A3739BDC-85A4-A297-C82E-1865282D71A0}"/>
              </a:ext>
            </a:extLst>
          </p:cNvPr>
          <p:cNvGrpSpPr/>
          <p:nvPr/>
        </p:nvGrpSpPr>
        <p:grpSpPr>
          <a:xfrm>
            <a:off x="3205036" y="5249665"/>
            <a:ext cx="2199123" cy="1268506"/>
            <a:chOff x="3205036" y="5265548"/>
            <a:chExt cx="2199123" cy="1268506"/>
          </a:xfrm>
        </p:grpSpPr>
        <p:sp>
          <p:nvSpPr>
            <p:cNvPr id="56" name="四角形: 角を丸くする 55">
              <a:extLst>
                <a:ext uri="{FF2B5EF4-FFF2-40B4-BE49-F238E27FC236}">
                  <a16:creationId xmlns:a16="http://schemas.microsoft.com/office/drawing/2014/main" id="{7BE71160-A8EA-F97A-16BD-C46A4467FF0A}"/>
                </a:ext>
              </a:extLst>
            </p:cNvPr>
            <p:cNvSpPr/>
            <p:nvPr/>
          </p:nvSpPr>
          <p:spPr>
            <a:xfrm>
              <a:off x="3368351" y="5380741"/>
              <a:ext cx="2035808" cy="950971"/>
            </a:xfrm>
            <a:prstGeom prst="roundRect">
              <a:avLst>
                <a:gd name="adj" fmla="val 6428"/>
              </a:avLst>
            </a:prstGeom>
            <a:solidFill>
              <a:schemeClr val="tx1">
                <a:lumMod val="85000"/>
                <a:lumOff val="15000"/>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800" dirty="0">
                <a:latin typeface="HGS明朝E" panose="02020900000000000000" pitchFamily="18" charset="-128"/>
                <a:ea typeface="HGS明朝E" panose="02020900000000000000" pitchFamily="18" charset="-128"/>
              </a:endParaRPr>
            </a:p>
          </p:txBody>
        </p:sp>
        <p:pic>
          <p:nvPicPr>
            <p:cNvPr id="75" name="図 74">
              <a:extLst>
                <a:ext uri="{FF2B5EF4-FFF2-40B4-BE49-F238E27FC236}">
                  <a16:creationId xmlns:a16="http://schemas.microsoft.com/office/drawing/2014/main" id="{72C486D9-295D-5754-78E7-150E625C05CB}"/>
                </a:ext>
              </a:extLst>
            </p:cNvPr>
            <p:cNvPicPr>
              <a:picLocks noChangeAspect="1"/>
            </p:cNvPicPr>
            <p:nvPr/>
          </p:nvPicPr>
          <p:blipFill>
            <a:blip r:embed="rId8">
              <a:extLst>
                <a:ext uri="{BEBA8EAE-BF5A-486C-A8C5-ECC9F3942E4B}">
                  <a14:imgProps xmlns:a14="http://schemas.microsoft.com/office/drawing/2010/main">
                    <a14:imgLayer r:embed="rId9">
                      <a14:imgEffect>
                        <a14:backgroundRemoval t="10000" b="90000" l="10000" r="90000">
                          <a14:foregroundMark x1="51316" y1="35948" x2="51316" y2="35948"/>
                          <a14:foregroundMark x1="61842" y1="63399" x2="61842" y2="63399"/>
                          <a14:foregroundMark x1="61842" y1="64052" x2="61842" y2="60131"/>
                          <a14:foregroundMark x1="61842" y1="65359" x2="61842" y2="61438"/>
                          <a14:foregroundMark x1="61842" y1="64052" x2="62500" y2="58824"/>
                          <a14:backgroundMark x1="40789" y1="27451" x2="24342" y2="43791"/>
                          <a14:backgroundMark x1="24342" y1="43791" x2="15789" y2="58824"/>
                          <a14:backgroundMark x1="15789" y1="58824" x2="17763" y2="60784"/>
                          <a14:backgroundMark x1="19079" y1="26144" x2="22368" y2="49020"/>
                          <a14:backgroundMark x1="23684" y1="57516" x2="48684" y2="81699"/>
                          <a14:backgroundMark x1="48684" y1="81699" x2="50658" y2="82353"/>
                          <a14:backgroundMark x1="34211" y1="80392" x2="61184" y2="79085"/>
                          <a14:backgroundMark x1="61184" y1="79085" x2="79605" y2="69281"/>
                          <a14:backgroundMark x1="79605" y1="69281" x2="82895" y2="52941"/>
                          <a14:backgroundMark x1="82895" y1="52941" x2="80921" y2="41830"/>
                          <a14:backgroundMark x1="52632" y1="50327" x2="61842" y2="61438"/>
                          <a14:backgroundMark x1="61219" y1="63399" x2="57895" y2="73856"/>
                          <a14:backgroundMark x1="61842" y1="61438" x2="61219" y2="63399"/>
                          <a14:backgroundMark x1="57895" y1="73856" x2="57895" y2="77778"/>
                          <a14:backgroundMark x1="45395" y1="57516" x2="42763" y2="64706"/>
                          <a14:backgroundMark x1="65334" y1="50327" x2="64474" y2="50327"/>
                          <a14:backgroundMark x1="68421" y1="50327" x2="65761" y2="50327"/>
                          <a14:backgroundMark x1="56832" y1="35948" x2="57895" y2="22222"/>
                          <a14:backgroundMark x1="56579" y1="39216" x2="56832" y2="35948"/>
                          <a14:backgroundMark x1="45395" y1="30065" x2="48026" y2="19608"/>
                          <a14:backgroundMark x1="36184" y1="20261" x2="55263" y2="18301"/>
                          <a14:backgroundMark x1="55263" y1="18301" x2="71711" y2="18954"/>
                          <a14:backgroundMark x1="71711" y1="18954" x2="71711" y2="19608"/>
                        </a14:backgroundRemoval>
                      </a14:imgEffect>
                    </a14:imgLayer>
                  </a14:imgProps>
                </a:ext>
                <a:ext uri="{28A0092B-C50C-407E-A947-70E740481C1C}">
                  <a14:useLocalDpi xmlns:a14="http://schemas.microsoft.com/office/drawing/2010/main" val="0"/>
                </a:ext>
              </a:extLst>
            </a:blip>
            <a:stretch>
              <a:fillRect/>
            </a:stretch>
          </p:blipFill>
          <p:spPr>
            <a:xfrm>
              <a:off x="3205036" y="5265548"/>
              <a:ext cx="1260215" cy="1268506"/>
            </a:xfrm>
            <a:prstGeom prst="rect">
              <a:avLst/>
            </a:prstGeom>
          </p:spPr>
        </p:pic>
        <p:sp>
          <p:nvSpPr>
            <p:cNvPr id="77" name="テキスト ボックス 76">
              <a:extLst>
                <a:ext uri="{FF2B5EF4-FFF2-40B4-BE49-F238E27FC236}">
                  <a16:creationId xmlns:a16="http://schemas.microsoft.com/office/drawing/2014/main" id="{7CF18FC0-0D65-9EB1-752C-88AE535F1A50}"/>
                </a:ext>
              </a:extLst>
            </p:cNvPr>
            <p:cNvSpPr txBox="1"/>
            <p:nvPr/>
          </p:nvSpPr>
          <p:spPr>
            <a:xfrm>
              <a:off x="4105473" y="5594616"/>
              <a:ext cx="1196985" cy="523220"/>
            </a:xfrm>
            <a:prstGeom prst="rect">
              <a:avLst/>
            </a:prstGeom>
            <a:noFill/>
          </p:spPr>
          <p:txBody>
            <a:bodyPr wrap="square">
              <a:spAutoFit/>
            </a:bodyPr>
            <a:lstStyle/>
            <a:p>
              <a:pPr algn="ctr"/>
              <a:r>
                <a:rPr kumimoji="1" lang="ja-JP" altLang="en-US" sz="2800" dirty="0">
                  <a:solidFill>
                    <a:schemeClr val="bg1">
                      <a:lumMod val="95000"/>
                    </a:schemeClr>
                  </a:solidFill>
                  <a:latin typeface="HGS明朝E" panose="02020900000000000000" pitchFamily="18" charset="-128"/>
                  <a:ea typeface="HGS明朝E" panose="02020900000000000000" pitchFamily="18" charset="-128"/>
                </a:rPr>
                <a:t>撤退</a:t>
              </a:r>
            </a:p>
          </p:txBody>
        </p:sp>
      </p:grpSp>
      <p:grpSp>
        <p:nvGrpSpPr>
          <p:cNvPr id="83" name="グループ化 82">
            <a:extLst>
              <a:ext uri="{FF2B5EF4-FFF2-40B4-BE49-F238E27FC236}">
                <a16:creationId xmlns:a16="http://schemas.microsoft.com/office/drawing/2014/main" id="{080C1361-30CE-4B3D-7BBD-BF85D4BDAFC4}"/>
              </a:ext>
            </a:extLst>
          </p:cNvPr>
          <p:cNvGrpSpPr/>
          <p:nvPr/>
        </p:nvGrpSpPr>
        <p:grpSpPr>
          <a:xfrm>
            <a:off x="6783279" y="5364858"/>
            <a:ext cx="2035808" cy="950971"/>
            <a:chOff x="3368351" y="5380741"/>
            <a:chExt cx="2035808" cy="950971"/>
          </a:xfrm>
        </p:grpSpPr>
        <p:sp>
          <p:nvSpPr>
            <p:cNvPr id="84" name="四角形: 角を丸くする 83">
              <a:extLst>
                <a:ext uri="{FF2B5EF4-FFF2-40B4-BE49-F238E27FC236}">
                  <a16:creationId xmlns:a16="http://schemas.microsoft.com/office/drawing/2014/main" id="{06089AE2-53F5-E106-3740-6562E53AD24C}"/>
                </a:ext>
              </a:extLst>
            </p:cNvPr>
            <p:cNvSpPr/>
            <p:nvPr/>
          </p:nvSpPr>
          <p:spPr>
            <a:xfrm>
              <a:off x="3368351" y="5380741"/>
              <a:ext cx="2035808" cy="950971"/>
            </a:xfrm>
            <a:prstGeom prst="roundRect">
              <a:avLst>
                <a:gd name="adj" fmla="val 6428"/>
              </a:avLst>
            </a:prstGeom>
            <a:solidFill>
              <a:schemeClr val="accent6">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800" dirty="0">
                <a:latin typeface="HGS明朝E" panose="02020900000000000000" pitchFamily="18" charset="-128"/>
                <a:ea typeface="HGS明朝E" panose="02020900000000000000" pitchFamily="18" charset="-128"/>
              </a:endParaRPr>
            </a:p>
          </p:txBody>
        </p:sp>
        <p:sp>
          <p:nvSpPr>
            <p:cNvPr id="89" name="テキスト ボックス 88">
              <a:extLst>
                <a:ext uri="{FF2B5EF4-FFF2-40B4-BE49-F238E27FC236}">
                  <a16:creationId xmlns:a16="http://schemas.microsoft.com/office/drawing/2014/main" id="{78DF1E23-A052-052D-EC36-132031D8F0E4}"/>
                </a:ext>
              </a:extLst>
            </p:cNvPr>
            <p:cNvSpPr txBox="1"/>
            <p:nvPr/>
          </p:nvSpPr>
          <p:spPr>
            <a:xfrm>
              <a:off x="4105473" y="5594616"/>
              <a:ext cx="1196985" cy="523220"/>
            </a:xfrm>
            <a:prstGeom prst="rect">
              <a:avLst/>
            </a:prstGeom>
            <a:noFill/>
          </p:spPr>
          <p:txBody>
            <a:bodyPr wrap="square">
              <a:spAutoFit/>
            </a:bodyPr>
            <a:lstStyle/>
            <a:p>
              <a:pPr algn="ctr"/>
              <a:r>
                <a:rPr kumimoji="1" lang="ja-JP" altLang="en-US" sz="2800" dirty="0">
                  <a:solidFill>
                    <a:schemeClr val="bg1">
                      <a:lumMod val="95000"/>
                    </a:schemeClr>
                  </a:solidFill>
                  <a:latin typeface="HGS明朝E" panose="02020900000000000000" pitchFamily="18" charset="-128"/>
                  <a:ea typeface="HGS明朝E" panose="02020900000000000000" pitchFamily="18" charset="-128"/>
                </a:rPr>
                <a:t>進む</a:t>
              </a:r>
            </a:p>
          </p:txBody>
        </p:sp>
      </p:grpSp>
      <p:pic>
        <p:nvPicPr>
          <p:cNvPr id="95" name="図 94">
            <a:extLst>
              <a:ext uri="{FF2B5EF4-FFF2-40B4-BE49-F238E27FC236}">
                <a16:creationId xmlns:a16="http://schemas.microsoft.com/office/drawing/2014/main" id="{1E1C7C33-2458-DA15-1F7C-1565C39F3FDE}"/>
              </a:ext>
            </a:extLst>
          </p:cNvPr>
          <p:cNvPicPr>
            <a:picLocks noChangeAspect="1"/>
          </p:cNvPicPr>
          <p:nvPr/>
        </p:nvPicPr>
        <p:blipFill>
          <a:blip r:embed="rId10">
            <a:lum bright="70000" contrast="-70000"/>
            <a:extLst>
              <a:ext uri="{28A0092B-C50C-407E-A947-70E740481C1C}">
                <a14:useLocalDpi xmlns:a14="http://schemas.microsoft.com/office/drawing/2010/main" val="0"/>
              </a:ext>
            </a:extLst>
          </a:blip>
          <a:stretch>
            <a:fillRect/>
          </a:stretch>
        </p:blipFill>
        <p:spPr>
          <a:xfrm>
            <a:off x="6906103" y="5500105"/>
            <a:ext cx="680475" cy="680475"/>
          </a:xfrm>
          <a:prstGeom prst="rect">
            <a:avLst/>
          </a:prstGeom>
        </p:spPr>
      </p:pic>
    </p:spTree>
    <p:extLst>
      <p:ext uri="{BB962C8B-B14F-4D97-AF65-F5344CB8AC3E}">
        <p14:creationId xmlns:p14="http://schemas.microsoft.com/office/powerpoint/2010/main" val="2722097784"/>
      </p:ext>
    </p:extLst>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57D8E9-1377-BB1C-3443-DFCAA824A017}"/>
            </a:ext>
          </a:extLst>
        </p:cNvPr>
        <p:cNvGrpSpPr/>
        <p:nvPr/>
      </p:nvGrpSpPr>
      <p:grpSpPr>
        <a:xfrm>
          <a:off x="0" y="0"/>
          <a:ext cx="0" cy="0"/>
          <a:chOff x="0" y="0"/>
          <a:chExt cx="0" cy="0"/>
        </a:xfrm>
      </p:grpSpPr>
      <p:sp>
        <p:nvSpPr>
          <p:cNvPr id="2" name="四角形: 角を丸くする 1">
            <a:extLst>
              <a:ext uri="{FF2B5EF4-FFF2-40B4-BE49-F238E27FC236}">
                <a16:creationId xmlns:a16="http://schemas.microsoft.com/office/drawing/2014/main" id="{3CA26B5E-2B0A-982C-B0EC-040399E57D5D}"/>
              </a:ext>
            </a:extLst>
          </p:cNvPr>
          <p:cNvSpPr/>
          <p:nvPr/>
        </p:nvSpPr>
        <p:spPr>
          <a:xfrm>
            <a:off x="726233" y="695130"/>
            <a:ext cx="8501744" cy="5467739"/>
          </a:xfrm>
          <a:prstGeom prst="roundRect">
            <a:avLst>
              <a:gd name="adj" fmla="val 6428"/>
            </a:avLst>
          </a:prstGeom>
          <a:solidFill>
            <a:schemeClr val="tx1">
              <a:lumMod val="85000"/>
              <a:lumOff val="15000"/>
              <a:alpha val="4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pic>
        <p:nvPicPr>
          <p:cNvPr id="152" name="図 151">
            <a:extLst>
              <a:ext uri="{FF2B5EF4-FFF2-40B4-BE49-F238E27FC236}">
                <a16:creationId xmlns:a16="http://schemas.microsoft.com/office/drawing/2014/main" id="{C67DCDEC-DE33-619B-E149-426964A9FD70}"/>
              </a:ext>
            </a:extLst>
          </p:cNvPr>
          <p:cNvPicPr>
            <a:picLocks noChangeAspect="1"/>
          </p:cNvPicPr>
          <p:nvPr/>
        </p:nvPicPr>
        <p:blipFill>
          <a:blip r:embed="rId3">
            <a:extLst>
              <a:ext uri="{28A0092B-C50C-407E-A947-70E740481C1C}">
                <a14:useLocalDpi xmlns:a14="http://schemas.microsoft.com/office/drawing/2010/main" val="0"/>
              </a:ext>
            </a:extLst>
          </a:blip>
          <a:srcRect r="41805"/>
          <a:stretch>
            <a:fillRect/>
          </a:stretch>
        </p:blipFill>
        <p:spPr>
          <a:xfrm>
            <a:off x="7614157" y="4594296"/>
            <a:ext cx="1122327" cy="1343904"/>
          </a:xfrm>
          <a:prstGeom prst="rect">
            <a:avLst/>
          </a:prstGeom>
        </p:spPr>
      </p:pic>
      <p:grpSp>
        <p:nvGrpSpPr>
          <p:cNvPr id="41" name="グループ化 40">
            <a:extLst>
              <a:ext uri="{FF2B5EF4-FFF2-40B4-BE49-F238E27FC236}">
                <a16:creationId xmlns:a16="http://schemas.microsoft.com/office/drawing/2014/main" id="{D6504914-456F-736E-0135-09CC644F2B53}"/>
              </a:ext>
            </a:extLst>
          </p:cNvPr>
          <p:cNvGrpSpPr/>
          <p:nvPr/>
        </p:nvGrpSpPr>
        <p:grpSpPr>
          <a:xfrm>
            <a:off x="1217725" y="1338159"/>
            <a:ext cx="7518759" cy="2674716"/>
            <a:chOff x="1217725" y="1532774"/>
            <a:chExt cx="7518759" cy="2674716"/>
          </a:xfrm>
          <a:solidFill>
            <a:schemeClr val="bg1">
              <a:lumMod val="75000"/>
              <a:alpha val="70000"/>
            </a:schemeClr>
          </a:solidFill>
        </p:grpSpPr>
        <p:sp>
          <p:nvSpPr>
            <p:cNvPr id="15" name="四角形: 角を丸くする 14">
              <a:extLst>
                <a:ext uri="{FF2B5EF4-FFF2-40B4-BE49-F238E27FC236}">
                  <a16:creationId xmlns:a16="http://schemas.microsoft.com/office/drawing/2014/main" id="{B3A645A8-9EF2-A08E-4373-C49F6D78822E}"/>
                </a:ext>
              </a:extLst>
            </p:cNvPr>
            <p:cNvSpPr/>
            <p:nvPr/>
          </p:nvSpPr>
          <p:spPr>
            <a:xfrm>
              <a:off x="1217725" y="1532774"/>
              <a:ext cx="1719934" cy="2674716"/>
            </a:xfrm>
            <a:prstGeom prst="roundRect">
              <a:avLst>
                <a:gd name="adj" fmla="val 9614"/>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34" name="四角形: 角を丸くする 33">
              <a:extLst>
                <a:ext uri="{FF2B5EF4-FFF2-40B4-BE49-F238E27FC236}">
                  <a16:creationId xmlns:a16="http://schemas.microsoft.com/office/drawing/2014/main" id="{294894BD-0186-1D27-D75D-48EE39C06C3E}"/>
                </a:ext>
              </a:extLst>
            </p:cNvPr>
            <p:cNvSpPr/>
            <p:nvPr/>
          </p:nvSpPr>
          <p:spPr>
            <a:xfrm>
              <a:off x="3150667" y="1532774"/>
              <a:ext cx="1719934" cy="2674716"/>
            </a:xfrm>
            <a:prstGeom prst="roundRect">
              <a:avLst>
                <a:gd name="adj" fmla="val 9614"/>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sp>
          <p:nvSpPr>
            <p:cNvPr id="39" name="四角形: 角を丸くする 38">
              <a:extLst>
                <a:ext uri="{FF2B5EF4-FFF2-40B4-BE49-F238E27FC236}">
                  <a16:creationId xmlns:a16="http://schemas.microsoft.com/office/drawing/2014/main" id="{3B5A1DFF-AEE7-E931-4DFA-0E3E60C4FB76}"/>
                </a:ext>
              </a:extLst>
            </p:cNvPr>
            <p:cNvSpPr/>
            <p:nvPr/>
          </p:nvSpPr>
          <p:spPr>
            <a:xfrm>
              <a:off x="5083609" y="1532774"/>
              <a:ext cx="1719934" cy="2674716"/>
            </a:xfrm>
            <a:prstGeom prst="roundRect">
              <a:avLst>
                <a:gd name="adj" fmla="val 9614"/>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sp>
          <p:nvSpPr>
            <p:cNvPr id="40" name="四角形: 角を丸くする 39">
              <a:extLst>
                <a:ext uri="{FF2B5EF4-FFF2-40B4-BE49-F238E27FC236}">
                  <a16:creationId xmlns:a16="http://schemas.microsoft.com/office/drawing/2014/main" id="{2A0535C1-270B-EB1C-E907-628AFB9E26FA}"/>
                </a:ext>
              </a:extLst>
            </p:cNvPr>
            <p:cNvSpPr/>
            <p:nvPr/>
          </p:nvSpPr>
          <p:spPr>
            <a:xfrm>
              <a:off x="7016550" y="1532774"/>
              <a:ext cx="1719934" cy="2674716"/>
            </a:xfrm>
            <a:prstGeom prst="roundRect">
              <a:avLst>
                <a:gd name="adj" fmla="val 9614"/>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grpSp>
        <p:nvGrpSpPr>
          <p:cNvPr id="156" name="グループ化 155">
            <a:extLst>
              <a:ext uri="{FF2B5EF4-FFF2-40B4-BE49-F238E27FC236}">
                <a16:creationId xmlns:a16="http://schemas.microsoft.com/office/drawing/2014/main" id="{03FC75EA-0289-9FBC-841E-64908F8B02B4}"/>
              </a:ext>
            </a:extLst>
          </p:cNvPr>
          <p:cNvGrpSpPr/>
          <p:nvPr/>
        </p:nvGrpSpPr>
        <p:grpSpPr>
          <a:xfrm>
            <a:off x="9569319" y="5011901"/>
            <a:ext cx="1755710" cy="810206"/>
            <a:chOff x="9569319" y="5159829"/>
            <a:chExt cx="1755710" cy="810206"/>
          </a:xfrm>
        </p:grpSpPr>
        <p:sp>
          <p:nvSpPr>
            <p:cNvPr id="5" name="四角形: 角を丸くする 4">
              <a:extLst>
                <a:ext uri="{FF2B5EF4-FFF2-40B4-BE49-F238E27FC236}">
                  <a16:creationId xmlns:a16="http://schemas.microsoft.com/office/drawing/2014/main" id="{FF80D7C1-97D5-CE4D-F90C-F4A09BD21453}"/>
                </a:ext>
              </a:extLst>
            </p:cNvPr>
            <p:cNvSpPr/>
            <p:nvPr/>
          </p:nvSpPr>
          <p:spPr>
            <a:xfrm>
              <a:off x="9569319" y="5159829"/>
              <a:ext cx="1755710" cy="810206"/>
            </a:xfrm>
            <a:prstGeom prst="roundRect">
              <a:avLst>
                <a:gd name="adj" fmla="val 6428"/>
              </a:avLst>
            </a:prstGeom>
            <a:solidFill>
              <a:schemeClr val="tx1">
                <a:lumMod val="85000"/>
                <a:lumOff val="15000"/>
                <a:alpha val="80000"/>
              </a:schemeClr>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sp>
          <p:nvSpPr>
            <p:cNvPr id="9" name="テキスト ボックス 8">
              <a:extLst>
                <a:ext uri="{FF2B5EF4-FFF2-40B4-BE49-F238E27FC236}">
                  <a16:creationId xmlns:a16="http://schemas.microsoft.com/office/drawing/2014/main" id="{C686A125-64DA-2F7D-AFB5-5C98A8B9ECD3}"/>
                </a:ext>
              </a:extLst>
            </p:cNvPr>
            <p:cNvSpPr txBox="1"/>
            <p:nvPr/>
          </p:nvSpPr>
          <p:spPr>
            <a:xfrm>
              <a:off x="10430947" y="5564932"/>
              <a:ext cx="877163" cy="369332"/>
            </a:xfrm>
            <a:prstGeom prst="rect">
              <a:avLst/>
            </a:prstGeom>
            <a:noFill/>
          </p:spPr>
          <p:txBody>
            <a:bodyPr wrap="none" rtlCol="0">
              <a:spAutoFit/>
            </a:bodyPr>
            <a:lstStyle/>
            <a:p>
              <a:pPr algn="r"/>
              <a:r>
                <a:rPr kumimoji="1" lang="ja-JP" altLang="en-US"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ルート</a:t>
              </a:r>
              <a:endParaRPr kumimoji="1" lang="en-US" altLang="ja-JP"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155" name="グループ化 154">
            <a:extLst>
              <a:ext uri="{FF2B5EF4-FFF2-40B4-BE49-F238E27FC236}">
                <a16:creationId xmlns:a16="http://schemas.microsoft.com/office/drawing/2014/main" id="{7198F188-80B7-D543-BD74-07CF93E4C69A}"/>
              </a:ext>
            </a:extLst>
          </p:cNvPr>
          <p:cNvGrpSpPr/>
          <p:nvPr/>
        </p:nvGrpSpPr>
        <p:grpSpPr>
          <a:xfrm>
            <a:off x="9569319" y="3698488"/>
            <a:ext cx="1755710" cy="810206"/>
            <a:chOff x="9575538" y="4156787"/>
            <a:chExt cx="1755710" cy="810206"/>
          </a:xfrm>
        </p:grpSpPr>
        <p:sp>
          <p:nvSpPr>
            <p:cNvPr id="8" name="四角形: 角を丸くする 7">
              <a:extLst>
                <a:ext uri="{FF2B5EF4-FFF2-40B4-BE49-F238E27FC236}">
                  <a16:creationId xmlns:a16="http://schemas.microsoft.com/office/drawing/2014/main" id="{A4C0D8CA-61AF-2A1C-029C-CB7D04E85DB6}"/>
                </a:ext>
              </a:extLst>
            </p:cNvPr>
            <p:cNvSpPr/>
            <p:nvPr/>
          </p:nvSpPr>
          <p:spPr>
            <a:xfrm>
              <a:off x="9575538" y="4156787"/>
              <a:ext cx="1755710" cy="810206"/>
            </a:xfrm>
            <a:prstGeom prst="roundRect">
              <a:avLst>
                <a:gd name="adj" fmla="val 6428"/>
              </a:avLst>
            </a:prstGeom>
            <a:solidFill>
              <a:schemeClr val="tx1">
                <a:lumMod val="85000"/>
                <a:lumOff val="15000"/>
                <a:alpha val="80000"/>
              </a:schemeClr>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sp>
          <p:nvSpPr>
            <p:cNvPr id="4" name="テキスト ボックス 3">
              <a:extLst>
                <a:ext uri="{FF2B5EF4-FFF2-40B4-BE49-F238E27FC236}">
                  <a16:creationId xmlns:a16="http://schemas.microsoft.com/office/drawing/2014/main" id="{F9E23CD9-A3A3-1EA3-4B50-CB8FB97BB960}"/>
                </a:ext>
              </a:extLst>
            </p:cNvPr>
            <p:cNvSpPr txBox="1"/>
            <p:nvPr/>
          </p:nvSpPr>
          <p:spPr>
            <a:xfrm>
              <a:off x="10661779" y="4561890"/>
              <a:ext cx="646331" cy="369332"/>
            </a:xfrm>
            <a:prstGeom prst="rect">
              <a:avLst/>
            </a:prstGeom>
            <a:noFill/>
          </p:spPr>
          <p:txBody>
            <a:bodyPr wrap="none" rtlCol="0">
              <a:spAutoFit/>
            </a:bodyPr>
            <a:lstStyle/>
            <a:p>
              <a:pPr algn="r"/>
              <a:r>
                <a:rPr kumimoji="1" lang="ja-JP" altLang="en-US"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戻る</a:t>
              </a:r>
              <a:endParaRPr kumimoji="1" lang="en-US" altLang="ja-JP"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154" name="グループ化 153">
            <a:extLst>
              <a:ext uri="{FF2B5EF4-FFF2-40B4-BE49-F238E27FC236}">
                <a16:creationId xmlns:a16="http://schemas.microsoft.com/office/drawing/2014/main" id="{2DA7253C-A5CA-5D1E-E1D8-98B8E8CA604D}"/>
              </a:ext>
            </a:extLst>
          </p:cNvPr>
          <p:cNvGrpSpPr/>
          <p:nvPr/>
        </p:nvGrpSpPr>
        <p:grpSpPr>
          <a:xfrm>
            <a:off x="9569319" y="2385076"/>
            <a:ext cx="1755710" cy="810206"/>
            <a:chOff x="9569319" y="1891007"/>
            <a:chExt cx="1755710" cy="810206"/>
          </a:xfrm>
        </p:grpSpPr>
        <p:sp>
          <p:nvSpPr>
            <p:cNvPr id="7" name="四角形: 角を丸くする 6">
              <a:extLst>
                <a:ext uri="{FF2B5EF4-FFF2-40B4-BE49-F238E27FC236}">
                  <a16:creationId xmlns:a16="http://schemas.microsoft.com/office/drawing/2014/main" id="{4CF985E1-286B-3D0C-49EA-69609F48783E}"/>
                </a:ext>
              </a:extLst>
            </p:cNvPr>
            <p:cNvSpPr/>
            <p:nvPr/>
          </p:nvSpPr>
          <p:spPr>
            <a:xfrm>
              <a:off x="9569319" y="1891007"/>
              <a:ext cx="1755710" cy="810206"/>
            </a:xfrm>
            <a:prstGeom prst="roundRect">
              <a:avLst>
                <a:gd name="adj" fmla="val 6428"/>
              </a:avLst>
            </a:prstGeom>
            <a:solidFill>
              <a:schemeClr val="accent6">
                <a:alpha val="80000"/>
              </a:schemeClr>
            </a:solid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sp>
          <p:nvSpPr>
            <p:cNvPr id="11" name="テキスト ボックス 10">
              <a:extLst>
                <a:ext uri="{FF2B5EF4-FFF2-40B4-BE49-F238E27FC236}">
                  <a16:creationId xmlns:a16="http://schemas.microsoft.com/office/drawing/2014/main" id="{C6F03B5E-6172-4ED0-A2EA-499EEF621A65}"/>
                </a:ext>
              </a:extLst>
            </p:cNvPr>
            <p:cNvSpPr txBox="1"/>
            <p:nvPr/>
          </p:nvSpPr>
          <p:spPr>
            <a:xfrm>
              <a:off x="10678698" y="2290669"/>
              <a:ext cx="646331" cy="369332"/>
            </a:xfrm>
            <a:prstGeom prst="rect">
              <a:avLst/>
            </a:prstGeom>
            <a:noFill/>
          </p:spPr>
          <p:txBody>
            <a:bodyPr wrap="none" rtlCol="0">
              <a:spAutoFit/>
            </a:bodyPr>
            <a:lstStyle/>
            <a:p>
              <a:pPr algn="r"/>
              <a:r>
                <a:rPr lang="ja-JP" altLang="en-US"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バフ</a:t>
              </a:r>
              <a:endParaRPr kumimoji="1" lang="en-US" altLang="ja-JP"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153" name="グループ化 152">
            <a:extLst>
              <a:ext uri="{FF2B5EF4-FFF2-40B4-BE49-F238E27FC236}">
                <a16:creationId xmlns:a16="http://schemas.microsoft.com/office/drawing/2014/main" id="{FBAB9A4B-902E-1ED7-95BD-25824C7D962E}"/>
              </a:ext>
            </a:extLst>
          </p:cNvPr>
          <p:cNvGrpSpPr/>
          <p:nvPr/>
        </p:nvGrpSpPr>
        <p:grpSpPr>
          <a:xfrm>
            <a:off x="9569319" y="1071664"/>
            <a:ext cx="1755710" cy="810206"/>
            <a:chOff x="9569319" y="887965"/>
            <a:chExt cx="1755710" cy="810206"/>
          </a:xfrm>
        </p:grpSpPr>
        <p:sp>
          <p:nvSpPr>
            <p:cNvPr id="6" name="四角形: 角を丸くする 5">
              <a:extLst>
                <a:ext uri="{FF2B5EF4-FFF2-40B4-BE49-F238E27FC236}">
                  <a16:creationId xmlns:a16="http://schemas.microsoft.com/office/drawing/2014/main" id="{6EDFBCC4-C574-4B29-F67C-3FD8E7A0BBCE}"/>
                </a:ext>
              </a:extLst>
            </p:cNvPr>
            <p:cNvSpPr/>
            <p:nvPr/>
          </p:nvSpPr>
          <p:spPr>
            <a:xfrm>
              <a:off x="9569319" y="887965"/>
              <a:ext cx="1755710" cy="810206"/>
            </a:xfrm>
            <a:prstGeom prst="roundRect">
              <a:avLst>
                <a:gd name="adj" fmla="val 6428"/>
              </a:avLst>
            </a:prstGeom>
            <a:solidFill>
              <a:schemeClr val="accent6">
                <a:alpha val="8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2" name="テキスト ボックス 11">
              <a:extLst>
                <a:ext uri="{FF2B5EF4-FFF2-40B4-BE49-F238E27FC236}">
                  <a16:creationId xmlns:a16="http://schemas.microsoft.com/office/drawing/2014/main" id="{BC2A7BB0-5892-9DD5-F820-BF4D9FA3B4F5}"/>
                </a:ext>
              </a:extLst>
            </p:cNvPr>
            <p:cNvSpPr txBox="1"/>
            <p:nvPr/>
          </p:nvSpPr>
          <p:spPr>
            <a:xfrm>
              <a:off x="9969282" y="1293068"/>
              <a:ext cx="1338828" cy="369332"/>
            </a:xfrm>
            <a:prstGeom prst="rect">
              <a:avLst/>
            </a:prstGeom>
            <a:noFill/>
          </p:spPr>
          <p:txBody>
            <a:bodyPr wrap="none" rtlCol="0">
              <a:spAutoFit/>
            </a:bodyPr>
            <a:lstStyle/>
            <a:p>
              <a:pPr algn="r"/>
              <a:r>
                <a:rPr lang="ja-JP" altLang="en-US"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パーティー</a:t>
              </a:r>
              <a:endParaRPr kumimoji="1" lang="en-US" altLang="ja-JP"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sp>
        <p:nvSpPr>
          <p:cNvPr id="18" name="テキスト ボックス 17">
            <a:extLst>
              <a:ext uri="{FF2B5EF4-FFF2-40B4-BE49-F238E27FC236}">
                <a16:creationId xmlns:a16="http://schemas.microsoft.com/office/drawing/2014/main" id="{AA171A1F-02CA-FF3E-1C53-053EEC237CBF}"/>
              </a:ext>
            </a:extLst>
          </p:cNvPr>
          <p:cNvSpPr txBox="1"/>
          <p:nvPr/>
        </p:nvSpPr>
        <p:spPr>
          <a:xfrm>
            <a:off x="991856" y="771656"/>
            <a:ext cx="902811" cy="523220"/>
          </a:xfrm>
          <a:prstGeom prst="rect">
            <a:avLst/>
          </a:prstGeom>
          <a:noFill/>
        </p:spPr>
        <p:txBody>
          <a:bodyPr wrap="none" rtlCol="0">
            <a:spAutoFit/>
          </a:bodyPr>
          <a:lstStyle/>
          <a:p>
            <a:r>
              <a:rPr kumimoji="1" lang="ja-JP" altLang="en-US" sz="2800" dirty="0">
                <a:solidFill>
                  <a:schemeClr val="bg1">
                    <a:lumMod val="95000"/>
                  </a:schemeClr>
                </a:solidFill>
                <a:latin typeface="HGS明朝E" panose="02020900000000000000" pitchFamily="18" charset="-128"/>
                <a:ea typeface="HGS明朝E" panose="02020900000000000000" pitchFamily="18" charset="-128"/>
              </a:rPr>
              <a:t>前衛</a:t>
            </a:r>
          </a:p>
        </p:txBody>
      </p:sp>
      <p:sp>
        <p:nvSpPr>
          <p:cNvPr id="19" name="テキスト ボックス 18">
            <a:extLst>
              <a:ext uri="{FF2B5EF4-FFF2-40B4-BE49-F238E27FC236}">
                <a16:creationId xmlns:a16="http://schemas.microsoft.com/office/drawing/2014/main" id="{A827F4F7-13D9-8131-D3C0-2B0D1AADE898}"/>
              </a:ext>
            </a:extLst>
          </p:cNvPr>
          <p:cNvSpPr txBox="1"/>
          <p:nvPr/>
        </p:nvSpPr>
        <p:spPr>
          <a:xfrm>
            <a:off x="991856" y="4040478"/>
            <a:ext cx="902811" cy="523220"/>
          </a:xfrm>
          <a:prstGeom prst="rect">
            <a:avLst/>
          </a:prstGeom>
          <a:noFill/>
        </p:spPr>
        <p:txBody>
          <a:bodyPr wrap="none" rtlCol="0">
            <a:spAutoFit/>
          </a:bodyPr>
          <a:lstStyle/>
          <a:p>
            <a:r>
              <a:rPr lang="ja-JP" altLang="en-US" sz="2800" dirty="0">
                <a:solidFill>
                  <a:schemeClr val="bg1">
                    <a:lumMod val="95000"/>
                  </a:schemeClr>
                </a:solidFill>
                <a:latin typeface="HGS明朝E" panose="02020900000000000000" pitchFamily="18" charset="-128"/>
                <a:ea typeface="HGS明朝E" panose="02020900000000000000" pitchFamily="18" charset="-128"/>
              </a:rPr>
              <a:t>後衛</a:t>
            </a:r>
            <a:endParaRPr kumimoji="1" lang="ja-JP" altLang="en-US" sz="2800" dirty="0">
              <a:solidFill>
                <a:schemeClr val="bg1">
                  <a:lumMod val="95000"/>
                </a:schemeClr>
              </a:solidFill>
              <a:latin typeface="HGS明朝E" panose="02020900000000000000" pitchFamily="18" charset="-128"/>
              <a:ea typeface="HGS明朝E" panose="02020900000000000000" pitchFamily="18" charset="-128"/>
            </a:endParaRPr>
          </a:p>
        </p:txBody>
      </p:sp>
      <p:sp>
        <p:nvSpPr>
          <p:cNvPr id="10" name="四角形: 角を丸くする 9">
            <a:extLst>
              <a:ext uri="{FF2B5EF4-FFF2-40B4-BE49-F238E27FC236}">
                <a16:creationId xmlns:a16="http://schemas.microsoft.com/office/drawing/2014/main" id="{FBBEF818-27C5-69F2-148A-ED90BFAE7CAE}"/>
              </a:ext>
            </a:extLst>
          </p:cNvPr>
          <p:cNvSpPr/>
          <p:nvPr/>
        </p:nvSpPr>
        <p:spPr>
          <a:xfrm>
            <a:off x="1994263" y="4192552"/>
            <a:ext cx="6742221" cy="165873"/>
          </a:xfrm>
          <a:prstGeom prst="roundRect">
            <a:avLst/>
          </a:prstGeom>
          <a:solidFill>
            <a:schemeClr val="bg1">
              <a:lumMod val="65000"/>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3" name="四角形: 角を丸くする 22">
            <a:extLst>
              <a:ext uri="{FF2B5EF4-FFF2-40B4-BE49-F238E27FC236}">
                <a16:creationId xmlns:a16="http://schemas.microsoft.com/office/drawing/2014/main" id="{2C5414B7-B4E2-32F1-6553-2EDEA6CAEE9A}"/>
              </a:ext>
            </a:extLst>
          </p:cNvPr>
          <p:cNvSpPr/>
          <p:nvPr/>
        </p:nvSpPr>
        <p:spPr>
          <a:xfrm>
            <a:off x="3351272" y="4599468"/>
            <a:ext cx="1928074" cy="1295919"/>
          </a:xfrm>
          <a:prstGeom prst="roundRect">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sp>
        <p:nvSpPr>
          <p:cNvPr id="24" name="四角形: 角を丸くする 23">
            <a:extLst>
              <a:ext uri="{FF2B5EF4-FFF2-40B4-BE49-F238E27FC236}">
                <a16:creationId xmlns:a16="http://schemas.microsoft.com/office/drawing/2014/main" id="{45AD2F49-8007-C64B-1AD2-5C74A2946BD3}"/>
              </a:ext>
            </a:extLst>
          </p:cNvPr>
          <p:cNvSpPr/>
          <p:nvPr/>
        </p:nvSpPr>
        <p:spPr>
          <a:xfrm>
            <a:off x="5479951" y="4599468"/>
            <a:ext cx="1928074" cy="1295919"/>
          </a:xfrm>
          <a:prstGeom prst="roundRect">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grpSp>
        <p:nvGrpSpPr>
          <p:cNvPr id="78" name="グループ化 77">
            <a:extLst>
              <a:ext uri="{FF2B5EF4-FFF2-40B4-BE49-F238E27FC236}">
                <a16:creationId xmlns:a16="http://schemas.microsoft.com/office/drawing/2014/main" id="{3D66B161-DE70-A7DA-80D9-DD57AA9AAFED}"/>
              </a:ext>
            </a:extLst>
          </p:cNvPr>
          <p:cNvGrpSpPr/>
          <p:nvPr/>
        </p:nvGrpSpPr>
        <p:grpSpPr>
          <a:xfrm>
            <a:off x="1373972" y="3389547"/>
            <a:ext cx="1439254" cy="523221"/>
            <a:chOff x="1373972" y="3464195"/>
            <a:chExt cx="1439254" cy="523221"/>
          </a:xfrm>
        </p:grpSpPr>
        <p:sp>
          <p:nvSpPr>
            <p:cNvPr id="28" name="テキスト ボックス 27">
              <a:extLst>
                <a:ext uri="{FF2B5EF4-FFF2-40B4-BE49-F238E27FC236}">
                  <a16:creationId xmlns:a16="http://schemas.microsoft.com/office/drawing/2014/main" id="{3177BB46-5199-C55E-198A-08C945E1699E}"/>
                </a:ext>
              </a:extLst>
            </p:cNvPr>
            <p:cNvSpPr txBox="1"/>
            <p:nvPr/>
          </p:nvSpPr>
          <p:spPr>
            <a:xfrm>
              <a:off x="1807823" y="3620405"/>
              <a:ext cx="1005403" cy="338554"/>
            </a:xfrm>
            <a:prstGeom prst="rect">
              <a:avLst/>
            </a:prstGeom>
            <a:noFill/>
          </p:spPr>
          <p:txBody>
            <a:bodyPr wrap="none" rtlCol="0">
              <a:spAutoFit/>
            </a:bodyPr>
            <a:lstStyle/>
            <a:p>
              <a:r>
                <a:rPr lang="ja-JP" altLang="en-US" sz="1600" b="1" dirty="0">
                  <a:solidFill>
                    <a:schemeClr val="tx1">
                      <a:lumMod val="95000"/>
                      <a:lumOff val="5000"/>
                    </a:schemeClr>
                  </a:solidFill>
                  <a:latin typeface="HGS明朝E" panose="02020900000000000000" pitchFamily="18" charset="-128"/>
                  <a:ea typeface="HGS明朝E" panose="02020900000000000000" pitchFamily="18" charset="-128"/>
                </a:rPr>
                <a:t>キャラ名</a:t>
              </a:r>
              <a:endParaRPr kumimoji="1" lang="ja-JP" altLang="en-US" sz="1600" b="1" dirty="0">
                <a:solidFill>
                  <a:schemeClr val="tx1">
                    <a:lumMod val="95000"/>
                    <a:lumOff val="5000"/>
                  </a:schemeClr>
                </a:solidFill>
                <a:latin typeface="HGS明朝E" panose="02020900000000000000" pitchFamily="18" charset="-128"/>
                <a:ea typeface="HGS明朝E" panose="02020900000000000000" pitchFamily="18" charset="-128"/>
              </a:endParaRPr>
            </a:p>
          </p:txBody>
        </p:sp>
        <p:pic>
          <p:nvPicPr>
            <p:cNvPr id="43" name="図 42">
              <a:extLst>
                <a:ext uri="{FF2B5EF4-FFF2-40B4-BE49-F238E27FC236}">
                  <a16:creationId xmlns:a16="http://schemas.microsoft.com/office/drawing/2014/main" id="{DFD82991-52B6-C091-B74F-29560BAAFAA2}"/>
                </a:ext>
              </a:extLst>
            </p:cNvPr>
            <p:cNvPicPr>
              <a:picLocks noChangeAspect="1"/>
            </p:cNvPicPr>
            <p:nvPr/>
          </p:nvPicPr>
          <p:blipFill>
            <a:blip r:embed="rId4">
              <a:grayscl/>
              <a:extLst>
                <a:ext uri="{28A0092B-C50C-407E-A947-70E740481C1C}">
                  <a14:useLocalDpi xmlns:a14="http://schemas.microsoft.com/office/drawing/2010/main" val="0"/>
                </a:ext>
              </a:extLst>
            </a:blip>
            <a:srcRect l="6840" t="30163" r="48646" b="36883"/>
            <a:stretch>
              <a:fillRect/>
            </a:stretch>
          </p:blipFill>
          <p:spPr>
            <a:xfrm>
              <a:off x="1373972" y="3464195"/>
              <a:ext cx="471169" cy="523221"/>
            </a:xfrm>
            <a:prstGeom prst="rect">
              <a:avLst/>
            </a:prstGeom>
          </p:spPr>
        </p:pic>
      </p:grpSp>
      <p:pic>
        <p:nvPicPr>
          <p:cNvPr id="45" name="図 44">
            <a:extLst>
              <a:ext uri="{FF2B5EF4-FFF2-40B4-BE49-F238E27FC236}">
                <a16:creationId xmlns:a16="http://schemas.microsoft.com/office/drawing/2014/main" id="{FB94F303-1CFA-7B45-71E9-4D6BB947618C}"/>
              </a:ext>
            </a:extLst>
          </p:cNvPr>
          <p:cNvPicPr>
            <a:picLocks noChangeAspect="1"/>
          </p:cNvPicPr>
          <p:nvPr/>
        </p:nvPicPr>
        <p:blipFill>
          <a:blip r:embed="rId5">
            <a:grayscl/>
            <a:extLst>
              <a:ext uri="{28A0092B-C50C-407E-A947-70E740481C1C}">
                <a14:useLocalDpi xmlns:a14="http://schemas.microsoft.com/office/drawing/2010/main" val="0"/>
              </a:ext>
            </a:extLst>
          </a:blip>
          <a:stretch>
            <a:fillRect/>
          </a:stretch>
        </p:blipFill>
        <p:spPr>
          <a:xfrm>
            <a:off x="3307728" y="3488778"/>
            <a:ext cx="402464" cy="402464"/>
          </a:xfrm>
          <a:prstGeom prst="rect">
            <a:avLst/>
          </a:prstGeom>
        </p:spPr>
      </p:pic>
      <p:sp>
        <p:nvSpPr>
          <p:cNvPr id="46" name="テキスト ボックス 45">
            <a:extLst>
              <a:ext uri="{FF2B5EF4-FFF2-40B4-BE49-F238E27FC236}">
                <a16:creationId xmlns:a16="http://schemas.microsoft.com/office/drawing/2014/main" id="{E6708A85-E90B-D8EF-8A44-A7427E819FF5}"/>
              </a:ext>
            </a:extLst>
          </p:cNvPr>
          <p:cNvSpPr txBox="1"/>
          <p:nvPr/>
        </p:nvSpPr>
        <p:spPr>
          <a:xfrm>
            <a:off x="3731126" y="3545757"/>
            <a:ext cx="1005403" cy="338554"/>
          </a:xfrm>
          <a:prstGeom prst="rect">
            <a:avLst/>
          </a:prstGeom>
          <a:noFill/>
        </p:spPr>
        <p:txBody>
          <a:bodyPr wrap="none" rtlCol="0">
            <a:spAutoFit/>
          </a:bodyPr>
          <a:lstStyle/>
          <a:p>
            <a:r>
              <a:rPr lang="ja-JP" altLang="en-US" sz="1600" b="1" dirty="0">
                <a:solidFill>
                  <a:schemeClr val="tx1">
                    <a:lumMod val="95000"/>
                    <a:lumOff val="5000"/>
                  </a:schemeClr>
                </a:solidFill>
                <a:latin typeface="HGS明朝E" panose="02020900000000000000" pitchFamily="18" charset="-128"/>
                <a:ea typeface="HGS明朝E" panose="02020900000000000000" pitchFamily="18" charset="-128"/>
              </a:rPr>
              <a:t>キャラ名</a:t>
            </a:r>
            <a:endParaRPr kumimoji="1" lang="ja-JP" altLang="en-US" sz="1600" b="1" dirty="0">
              <a:solidFill>
                <a:schemeClr val="tx1">
                  <a:lumMod val="95000"/>
                  <a:lumOff val="5000"/>
                </a:schemeClr>
              </a:solidFill>
              <a:latin typeface="HGS明朝E" panose="02020900000000000000" pitchFamily="18" charset="-128"/>
              <a:ea typeface="HGS明朝E" panose="02020900000000000000" pitchFamily="18" charset="-128"/>
            </a:endParaRPr>
          </a:p>
        </p:txBody>
      </p:sp>
      <p:sp>
        <p:nvSpPr>
          <p:cNvPr id="47" name="テキスト ボックス 46">
            <a:extLst>
              <a:ext uri="{FF2B5EF4-FFF2-40B4-BE49-F238E27FC236}">
                <a16:creationId xmlns:a16="http://schemas.microsoft.com/office/drawing/2014/main" id="{B9E7B3A8-916C-6B58-2CC1-4031C9385038}"/>
              </a:ext>
            </a:extLst>
          </p:cNvPr>
          <p:cNvSpPr txBox="1"/>
          <p:nvPr/>
        </p:nvSpPr>
        <p:spPr>
          <a:xfrm>
            <a:off x="7577731" y="3545757"/>
            <a:ext cx="1005403" cy="338554"/>
          </a:xfrm>
          <a:prstGeom prst="rect">
            <a:avLst/>
          </a:prstGeom>
          <a:noFill/>
        </p:spPr>
        <p:txBody>
          <a:bodyPr wrap="none" rtlCol="0">
            <a:spAutoFit/>
          </a:bodyPr>
          <a:lstStyle/>
          <a:p>
            <a:r>
              <a:rPr lang="ja-JP" altLang="en-US" sz="1600" b="1" dirty="0">
                <a:solidFill>
                  <a:schemeClr val="tx1">
                    <a:lumMod val="95000"/>
                    <a:lumOff val="5000"/>
                  </a:schemeClr>
                </a:solidFill>
                <a:latin typeface="HGS明朝E" panose="02020900000000000000" pitchFamily="18" charset="-128"/>
                <a:ea typeface="HGS明朝E" panose="02020900000000000000" pitchFamily="18" charset="-128"/>
              </a:rPr>
              <a:t>キャラ名</a:t>
            </a:r>
            <a:endParaRPr kumimoji="1" lang="ja-JP" altLang="en-US" sz="1600" b="1" dirty="0">
              <a:solidFill>
                <a:schemeClr val="tx1">
                  <a:lumMod val="95000"/>
                  <a:lumOff val="5000"/>
                </a:schemeClr>
              </a:solidFill>
              <a:latin typeface="HGS明朝E" panose="02020900000000000000" pitchFamily="18" charset="-128"/>
              <a:ea typeface="HGS明朝E" panose="02020900000000000000" pitchFamily="18" charset="-128"/>
            </a:endParaRPr>
          </a:p>
        </p:txBody>
      </p:sp>
      <p:sp>
        <p:nvSpPr>
          <p:cNvPr id="48" name="テキスト ボックス 47">
            <a:extLst>
              <a:ext uri="{FF2B5EF4-FFF2-40B4-BE49-F238E27FC236}">
                <a16:creationId xmlns:a16="http://schemas.microsoft.com/office/drawing/2014/main" id="{EAF11761-D819-3B4D-6484-990BA4951AC0}"/>
              </a:ext>
            </a:extLst>
          </p:cNvPr>
          <p:cNvSpPr txBox="1"/>
          <p:nvPr/>
        </p:nvSpPr>
        <p:spPr>
          <a:xfrm>
            <a:off x="5654429" y="3545757"/>
            <a:ext cx="1005403" cy="338554"/>
          </a:xfrm>
          <a:prstGeom prst="rect">
            <a:avLst/>
          </a:prstGeom>
          <a:noFill/>
        </p:spPr>
        <p:txBody>
          <a:bodyPr wrap="none" rtlCol="0">
            <a:spAutoFit/>
          </a:bodyPr>
          <a:lstStyle/>
          <a:p>
            <a:r>
              <a:rPr lang="ja-JP" altLang="en-US" sz="1600" b="1" dirty="0">
                <a:solidFill>
                  <a:schemeClr val="tx1">
                    <a:lumMod val="95000"/>
                    <a:lumOff val="5000"/>
                  </a:schemeClr>
                </a:solidFill>
                <a:latin typeface="HGS明朝E" panose="02020900000000000000" pitchFamily="18" charset="-128"/>
                <a:ea typeface="HGS明朝E" panose="02020900000000000000" pitchFamily="18" charset="-128"/>
              </a:rPr>
              <a:t>キャラ名</a:t>
            </a:r>
            <a:endParaRPr kumimoji="1" lang="ja-JP" altLang="en-US" sz="1600" b="1" dirty="0">
              <a:solidFill>
                <a:schemeClr val="tx1">
                  <a:lumMod val="95000"/>
                  <a:lumOff val="5000"/>
                </a:schemeClr>
              </a:solidFill>
              <a:latin typeface="HGS明朝E" panose="02020900000000000000" pitchFamily="18" charset="-128"/>
              <a:ea typeface="HGS明朝E" panose="02020900000000000000" pitchFamily="18" charset="-128"/>
            </a:endParaRPr>
          </a:p>
        </p:txBody>
      </p:sp>
      <p:pic>
        <p:nvPicPr>
          <p:cNvPr id="52" name="図 51">
            <a:extLst>
              <a:ext uri="{FF2B5EF4-FFF2-40B4-BE49-F238E27FC236}">
                <a16:creationId xmlns:a16="http://schemas.microsoft.com/office/drawing/2014/main" id="{50447C75-C5D3-F004-C699-D8EA3BA943AB}"/>
              </a:ext>
            </a:extLst>
          </p:cNvPr>
          <p:cNvPicPr>
            <a:picLocks noChangeAspect="1"/>
          </p:cNvPicPr>
          <p:nvPr/>
        </p:nvPicPr>
        <p:blipFill>
          <a:blip r:embed="rId6">
            <a:duotone>
              <a:prstClr val="black"/>
              <a:schemeClr val="tx2">
                <a:tint val="45000"/>
                <a:satMod val="400000"/>
              </a:schemeClr>
            </a:duotone>
            <a:extLst>
              <a:ext uri="{28A0092B-C50C-407E-A947-70E740481C1C}">
                <a14:useLocalDpi xmlns:a14="http://schemas.microsoft.com/office/drawing/2010/main" val="0"/>
              </a:ext>
            </a:extLst>
          </a:blip>
          <a:srcRect l="11598" t="10136" r="50749" b="43712"/>
          <a:stretch>
            <a:fillRect/>
          </a:stretch>
        </p:blipFill>
        <p:spPr>
          <a:xfrm>
            <a:off x="5202860" y="3461570"/>
            <a:ext cx="516858" cy="475140"/>
          </a:xfrm>
          <a:prstGeom prst="rect">
            <a:avLst/>
          </a:prstGeom>
        </p:spPr>
      </p:pic>
      <p:pic>
        <p:nvPicPr>
          <p:cNvPr id="53" name="図 52">
            <a:extLst>
              <a:ext uri="{FF2B5EF4-FFF2-40B4-BE49-F238E27FC236}">
                <a16:creationId xmlns:a16="http://schemas.microsoft.com/office/drawing/2014/main" id="{2B69390D-7C31-F878-D1DC-E08D783B459C}"/>
              </a:ext>
            </a:extLst>
          </p:cNvPr>
          <p:cNvPicPr>
            <a:picLocks noChangeAspect="1"/>
          </p:cNvPicPr>
          <p:nvPr/>
        </p:nvPicPr>
        <p:blipFill>
          <a:blip r:embed="rId6">
            <a:duotone>
              <a:prstClr val="black"/>
              <a:schemeClr val="tx2">
                <a:tint val="45000"/>
                <a:satMod val="400000"/>
              </a:schemeClr>
            </a:duotone>
            <a:extLst>
              <a:ext uri="{28A0092B-C50C-407E-A947-70E740481C1C}">
                <a14:useLocalDpi xmlns:a14="http://schemas.microsoft.com/office/drawing/2010/main" val="0"/>
              </a:ext>
            </a:extLst>
          </a:blip>
          <a:srcRect l="11598" t="10136" r="50749" b="43712"/>
          <a:stretch>
            <a:fillRect/>
          </a:stretch>
        </p:blipFill>
        <p:spPr>
          <a:xfrm>
            <a:off x="7133399" y="3476369"/>
            <a:ext cx="516858" cy="475140"/>
          </a:xfrm>
          <a:prstGeom prst="rect">
            <a:avLst/>
          </a:prstGeom>
        </p:spPr>
      </p:pic>
      <p:pic>
        <p:nvPicPr>
          <p:cNvPr id="57" name="図 56">
            <a:extLst>
              <a:ext uri="{FF2B5EF4-FFF2-40B4-BE49-F238E27FC236}">
                <a16:creationId xmlns:a16="http://schemas.microsoft.com/office/drawing/2014/main" id="{C9DAA0A7-6841-C2F3-A9D4-22385040FE40}"/>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1586768" y="1949574"/>
            <a:ext cx="1017328" cy="1525992"/>
          </a:xfrm>
          <a:prstGeom prst="rect">
            <a:avLst/>
          </a:prstGeom>
        </p:spPr>
      </p:pic>
      <p:grpSp>
        <p:nvGrpSpPr>
          <p:cNvPr id="62" name="グループ化 61">
            <a:extLst>
              <a:ext uri="{FF2B5EF4-FFF2-40B4-BE49-F238E27FC236}">
                <a16:creationId xmlns:a16="http://schemas.microsoft.com/office/drawing/2014/main" id="{F2FA7A16-0EEB-67A7-D665-2DFECD126152}"/>
              </a:ext>
            </a:extLst>
          </p:cNvPr>
          <p:cNvGrpSpPr/>
          <p:nvPr/>
        </p:nvGrpSpPr>
        <p:grpSpPr>
          <a:xfrm>
            <a:off x="1268473" y="1379102"/>
            <a:ext cx="523221" cy="523221"/>
            <a:chOff x="1259142" y="1444419"/>
            <a:chExt cx="523221" cy="523221"/>
          </a:xfrm>
        </p:grpSpPr>
        <p:sp>
          <p:nvSpPr>
            <p:cNvPr id="60" name="四角形: 角を丸くする 59">
              <a:extLst>
                <a:ext uri="{FF2B5EF4-FFF2-40B4-BE49-F238E27FC236}">
                  <a16:creationId xmlns:a16="http://schemas.microsoft.com/office/drawing/2014/main" id="{21293F3D-A6A7-F1A5-C06C-7EFC5DA2970E}"/>
                </a:ext>
              </a:extLst>
            </p:cNvPr>
            <p:cNvSpPr/>
            <p:nvPr/>
          </p:nvSpPr>
          <p:spPr>
            <a:xfrm>
              <a:off x="1285169" y="1465839"/>
              <a:ext cx="471169" cy="471709"/>
            </a:xfrm>
            <a:prstGeom prst="roundRect">
              <a:avLst>
                <a:gd name="adj" fmla="val 9614"/>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pic>
          <p:nvPicPr>
            <p:cNvPr id="61" name="図 60">
              <a:extLst>
                <a:ext uri="{FF2B5EF4-FFF2-40B4-BE49-F238E27FC236}">
                  <a16:creationId xmlns:a16="http://schemas.microsoft.com/office/drawing/2014/main" id="{2A7B79B0-7C6D-544B-5BEE-1BF3B90DA376}"/>
                </a:ext>
              </a:extLst>
            </p:cNvPr>
            <p:cNvPicPr>
              <a:picLocks noChangeAspect="1"/>
            </p:cNvPicPr>
            <p:nvPr/>
          </p:nvPicPr>
          <p:blipFill>
            <a:blip r:embed="rId8">
              <a:biLevel thresh="75000"/>
              <a:extLst>
                <a:ext uri="{28A0092B-C50C-407E-A947-70E740481C1C}">
                  <a14:useLocalDpi xmlns:a14="http://schemas.microsoft.com/office/drawing/2010/main" val="0"/>
                </a:ext>
              </a:extLst>
            </a:blip>
            <a:stretch>
              <a:fillRect/>
            </a:stretch>
          </p:blipFill>
          <p:spPr>
            <a:xfrm>
              <a:off x="1259142" y="1444419"/>
              <a:ext cx="523221" cy="523221"/>
            </a:xfrm>
            <a:prstGeom prst="rect">
              <a:avLst/>
            </a:prstGeom>
          </p:spPr>
        </p:pic>
      </p:grpSp>
      <p:grpSp>
        <p:nvGrpSpPr>
          <p:cNvPr id="63" name="グループ化 62">
            <a:extLst>
              <a:ext uri="{FF2B5EF4-FFF2-40B4-BE49-F238E27FC236}">
                <a16:creationId xmlns:a16="http://schemas.microsoft.com/office/drawing/2014/main" id="{8A1DD869-3191-B49C-0D35-E418037A5496}"/>
              </a:ext>
            </a:extLst>
          </p:cNvPr>
          <p:cNvGrpSpPr/>
          <p:nvPr/>
        </p:nvGrpSpPr>
        <p:grpSpPr>
          <a:xfrm>
            <a:off x="7063841" y="1379102"/>
            <a:ext cx="523221" cy="523221"/>
            <a:chOff x="1259142" y="1444419"/>
            <a:chExt cx="523221" cy="523221"/>
          </a:xfrm>
        </p:grpSpPr>
        <p:sp>
          <p:nvSpPr>
            <p:cNvPr id="64" name="四角形: 角を丸くする 63">
              <a:extLst>
                <a:ext uri="{FF2B5EF4-FFF2-40B4-BE49-F238E27FC236}">
                  <a16:creationId xmlns:a16="http://schemas.microsoft.com/office/drawing/2014/main" id="{96C8A73D-1B0F-C42D-8A15-2452509D62C8}"/>
                </a:ext>
              </a:extLst>
            </p:cNvPr>
            <p:cNvSpPr/>
            <p:nvPr/>
          </p:nvSpPr>
          <p:spPr>
            <a:xfrm>
              <a:off x="1285169" y="1465839"/>
              <a:ext cx="471169" cy="471709"/>
            </a:xfrm>
            <a:prstGeom prst="roundRect">
              <a:avLst>
                <a:gd name="adj" fmla="val 9614"/>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pic>
          <p:nvPicPr>
            <p:cNvPr id="65" name="図 64">
              <a:extLst>
                <a:ext uri="{FF2B5EF4-FFF2-40B4-BE49-F238E27FC236}">
                  <a16:creationId xmlns:a16="http://schemas.microsoft.com/office/drawing/2014/main" id="{E1791B76-0DCD-113A-619A-E83634307F11}"/>
                </a:ext>
              </a:extLst>
            </p:cNvPr>
            <p:cNvPicPr>
              <a:picLocks noChangeAspect="1"/>
            </p:cNvPicPr>
            <p:nvPr/>
          </p:nvPicPr>
          <p:blipFill>
            <a:blip r:embed="rId8">
              <a:biLevel thresh="75000"/>
              <a:extLst>
                <a:ext uri="{28A0092B-C50C-407E-A947-70E740481C1C}">
                  <a14:useLocalDpi xmlns:a14="http://schemas.microsoft.com/office/drawing/2010/main" val="0"/>
                </a:ext>
              </a:extLst>
            </a:blip>
            <a:stretch>
              <a:fillRect/>
            </a:stretch>
          </p:blipFill>
          <p:spPr>
            <a:xfrm>
              <a:off x="1259142" y="1444419"/>
              <a:ext cx="523221" cy="523221"/>
            </a:xfrm>
            <a:prstGeom prst="rect">
              <a:avLst/>
            </a:prstGeom>
          </p:spPr>
        </p:pic>
      </p:grpSp>
      <p:grpSp>
        <p:nvGrpSpPr>
          <p:cNvPr id="66" name="グループ化 65">
            <a:extLst>
              <a:ext uri="{FF2B5EF4-FFF2-40B4-BE49-F238E27FC236}">
                <a16:creationId xmlns:a16="http://schemas.microsoft.com/office/drawing/2014/main" id="{A9EDA5D0-9578-5317-4F13-1367E1FC9E3B}"/>
              </a:ext>
            </a:extLst>
          </p:cNvPr>
          <p:cNvGrpSpPr/>
          <p:nvPr/>
        </p:nvGrpSpPr>
        <p:grpSpPr>
          <a:xfrm>
            <a:off x="5132051" y="1379102"/>
            <a:ext cx="523221" cy="523221"/>
            <a:chOff x="1259142" y="1444419"/>
            <a:chExt cx="523221" cy="523221"/>
          </a:xfrm>
        </p:grpSpPr>
        <p:sp>
          <p:nvSpPr>
            <p:cNvPr id="67" name="四角形: 角を丸くする 66">
              <a:extLst>
                <a:ext uri="{FF2B5EF4-FFF2-40B4-BE49-F238E27FC236}">
                  <a16:creationId xmlns:a16="http://schemas.microsoft.com/office/drawing/2014/main" id="{7B6E629C-447A-439B-E44E-3CE9B21DEE3B}"/>
                </a:ext>
              </a:extLst>
            </p:cNvPr>
            <p:cNvSpPr/>
            <p:nvPr/>
          </p:nvSpPr>
          <p:spPr>
            <a:xfrm>
              <a:off x="1285169" y="1465839"/>
              <a:ext cx="471169" cy="471709"/>
            </a:xfrm>
            <a:prstGeom prst="roundRect">
              <a:avLst>
                <a:gd name="adj" fmla="val 9614"/>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pic>
          <p:nvPicPr>
            <p:cNvPr id="68" name="図 67">
              <a:extLst>
                <a:ext uri="{FF2B5EF4-FFF2-40B4-BE49-F238E27FC236}">
                  <a16:creationId xmlns:a16="http://schemas.microsoft.com/office/drawing/2014/main" id="{8ABABF4E-BCB0-3A5E-6B79-7AE29DD3013D}"/>
                </a:ext>
              </a:extLst>
            </p:cNvPr>
            <p:cNvPicPr>
              <a:picLocks noChangeAspect="1"/>
            </p:cNvPicPr>
            <p:nvPr/>
          </p:nvPicPr>
          <p:blipFill>
            <a:blip r:embed="rId8">
              <a:biLevel thresh="75000"/>
              <a:extLst>
                <a:ext uri="{28A0092B-C50C-407E-A947-70E740481C1C}">
                  <a14:useLocalDpi xmlns:a14="http://schemas.microsoft.com/office/drawing/2010/main" val="0"/>
                </a:ext>
              </a:extLst>
            </a:blip>
            <a:stretch>
              <a:fillRect/>
            </a:stretch>
          </p:blipFill>
          <p:spPr>
            <a:xfrm>
              <a:off x="1259142" y="1444419"/>
              <a:ext cx="523221" cy="523221"/>
            </a:xfrm>
            <a:prstGeom prst="rect">
              <a:avLst/>
            </a:prstGeom>
          </p:spPr>
        </p:pic>
      </p:grpSp>
      <p:grpSp>
        <p:nvGrpSpPr>
          <p:cNvPr id="69" name="グループ化 68">
            <a:extLst>
              <a:ext uri="{FF2B5EF4-FFF2-40B4-BE49-F238E27FC236}">
                <a16:creationId xmlns:a16="http://schemas.microsoft.com/office/drawing/2014/main" id="{F5EF7509-39DF-AC1B-2C68-047D7CD196A6}"/>
              </a:ext>
            </a:extLst>
          </p:cNvPr>
          <p:cNvGrpSpPr/>
          <p:nvPr/>
        </p:nvGrpSpPr>
        <p:grpSpPr>
          <a:xfrm>
            <a:off x="3200262" y="1379102"/>
            <a:ext cx="523221" cy="523221"/>
            <a:chOff x="1259142" y="1444419"/>
            <a:chExt cx="523221" cy="523221"/>
          </a:xfrm>
        </p:grpSpPr>
        <p:sp>
          <p:nvSpPr>
            <p:cNvPr id="70" name="四角形: 角を丸くする 69">
              <a:extLst>
                <a:ext uri="{FF2B5EF4-FFF2-40B4-BE49-F238E27FC236}">
                  <a16:creationId xmlns:a16="http://schemas.microsoft.com/office/drawing/2014/main" id="{26CFFA0D-B261-D222-7FF1-59F46ECE7034}"/>
                </a:ext>
              </a:extLst>
            </p:cNvPr>
            <p:cNvSpPr/>
            <p:nvPr/>
          </p:nvSpPr>
          <p:spPr>
            <a:xfrm>
              <a:off x="1285169" y="1465839"/>
              <a:ext cx="471169" cy="471709"/>
            </a:xfrm>
            <a:prstGeom prst="roundRect">
              <a:avLst>
                <a:gd name="adj" fmla="val 9614"/>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pic>
          <p:nvPicPr>
            <p:cNvPr id="71" name="図 70">
              <a:extLst>
                <a:ext uri="{FF2B5EF4-FFF2-40B4-BE49-F238E27FC236}">
                  <a16:creationId xmlns:a16="http://schemas.microsoft.com/office/drawing/2014/main" id="{696FEBDE-A9FF-C62D-E945-94A0E3597A58}"/>
                </a:ext>
              </a:extLst>
            </p:cNvPr>
            <p:cNvPicPr>
              <a:picLocks noChangeAspect="1"/>
            </p:cNvPicPr>
            <p:nvPr/>
          </p:nvPicPr>
          <p:blipFill>
            <a:blip r:embed="rId8">
              <a:biLevel thresh="75000"/>
              <a:extLst>
                <a:ext uri="{28A0092B-C50C-407E-A947-70E740481C1C}">
                  <a14:useLocalDpi xmlns:a14="http://schemas.microsoft.com/office/drawing/2010/main" val="0"/>
                </a:ext>
              </a:extLst>
            </a:blip>
            <a:stretch>
              <a:fillRect/>
            </a:stretch>
          </p:blipFill>
          <p:spPr>
            <a:xfrm>
              <a:off x="1259142" y="1444419"/>
              <a:ext cx="523221" cy="523221"/>
            </a:xfrm>
            <a:prstGeom prst="rect">
              <a:avLst/>
            </a:prstGeom>
          </p:spPr>
        </p:pic>
      </p:grpSp>
      <p:pic>
        <p:nvPicPr>
          <p:cNvPr id="72" name="図 71">
            <a:extLst>
              <a:ext uri="{FF2B5EF4-FFF2-40B4-BE49-F238E27FC236}">
                <a16:creationId xmlns:a16="http://schemas.microsoft.com/office/drawing/2014/main" id="{C8128A3B-C1C7-ACFA-BFA8-47014334298A}"/>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7354600" y="1949574"/>
            <a:ext cx="1017328" cy="1525992"/>
          </a:xfrm>
          <a:prstGeom prst="rect">
            <a:avLst/>
          </a:prstGeom>
        </p:spPr>
      </p:pic>
      <p:pic>
        <p:nvPicPr>
          <p:cNvPr id="73" name="図 72">
            <a:extLst>
              <a:ext uri="{FF2B5EF4-FFF2-40B4-BE49-F238E27FC236}">
                <a16:creationId xmlns:a16="http://schemas.microsoft.com/office/drawing/2014/main" id="{33374F70-6E7F-8C98-8716-9DB5AE4E6BEA}"/>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3509379" y="1949574"/>
            <a:ext cx="1017328" cy="1525992"/>
          </a:xfrm>
          <a:prstGeom prst="rect">
            <a:avLst/>
          </a:prstGeom>
        </p:spPr>
      </p:pic>
      <p:pic>
        <p:nvPicPr>
          <p:cNvPr id="74" name="図 73">
            <a:extLst>
              <a:ext uri="{FF2B5EF4-FFF2-40B4-BE49-F238E27FC236}">
                <a16:creationId xmlns:a16="http://schemas.microsoft.com/office/drawing/2014/main" id="{559720D0-416D-B997-AC83-043D0ED2D9D9}"/>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5431990" y="1949574"/>
            <a:ext cx="1017328" cy="1525992"/>
          </a:xfrm>
          <a:prstGeom prst="rect">
            <a:avLst/>
          </a:prstGeom>
        </p:spPr>
      </p:pic>
      <p:grpSp>
        <p:nvGrpSpPr>
          <p:cNvPr id="85" name="グループ化 84">
            <a:extLst>
              <a:ext uri="{FF2B5EF4-FFF2-40B4-BE49-F238E27FC236}">
                <a16:creationId xmlns:a16="http://schemas.microsoft.com/office/drawing/2014/main" id="{8839B6BA-19DB-D288-4767-60C31467C896}"/>
              </a:ext>
            </a:extLst>
          </p:cNvPr>
          <p:cNvGrpSpPr/>
          <p:nvPr/>
        </p:nvGrpSpPr>
        <p:grpSpPr>
          <a:xfrm>
            <a:off x="3686620" y="5418116"/>
            <a:ext cx="1351499" cy="460859"/>
            <a:chOff x="1373972" y="3464195"/>
            <a:chExt cx="1726160" cy="588617"/>
          </a:xfrm>
        </p:grpSpPr>
        <p:sp>
          <p:nvSpPr>
            <p:cNvPr id="86" name="テキスト ボックス 85">
              <a:extLst>
                <a:ext uri="{FF2B5EF4-FFF2-40B4-BE49-F238E27FC236}">
                  <a16:creationId xmlns:a16="http://schemas.microsoft.com/office/drawing/2014/main" id="{BF675F3A-E23D-3B08-AB42-1A4FEE3D5750}"/>
                </a:ext>
              </a:extLst>
            </p:cNvPr>
            <p:cNvSpPr txBox="1"/>
            <p:nvPr/>
          </p:nvSpPr>
          <p:spPr>
            <a:xfrm>
              <a:off x="1807823" y="3620405"/>
              <a:ext cx="1292309" cy="432407"/>
            </a:xfrm>
            <a:prstGeom prst="rect">
              <a:avLst/>
            </a:prstGeom>
            <a:noFill/>
          </p:spPr>
          <p:txBody>
            <a:bodyPr wrap="none" rtlCol="0">
              <a:spAutoFit/>
            </a:bodyPr>
            <a:lstStyle/>
            <a:p>
              <a:r>
                <a:rPr lang="ja-JP" altLang="en-US" sz="1600" b="1" dirty="0">
                  <a:solidFill>
                    <a:schemeClr val="tx1">
                      <a:lumMod val="95000"/>
                      <a:lumOff val="5000"/>
                    </a:schemeClr>
                  </a:solidFill>
                  <a:latin typeface="HGS明朝E" panose="02020900000000000000" pitchFamily="18" charset="-128"/>
                  <a:ea typeface="HGS明朝E" panose="02020900000000000000" pitchFamily="18" charset="-128"/>
                </a:rPr>
                <a:t>キャラ名</a:t>
              </a:r>
              <a:endParaRPr kumimoji="1" lang="ja-JP" altLang="en-US" sz="1600" b="1" dirty="0">
                <a:solidFill>
                  <a:schemeClr val="tx1">
                    <a:lumMod val="95000"/>
                    <a:lumOff val="5000"/>
                  </a:schemeClr>
                </a:solidFill>
                <a:latin typeface="HGS明朝E" panose="02020900000000000000" pitchFamily="18" charset="-128"/>
                <a:ea typeface="HGS明朝E" panose="02020900000000000000" pitchFamily="18" charset="-128"/>
              </a:endParaRPr>
            </a:p>
          </p:txBody>
        </p:sp>
        <p:pic>
          <p:nvPicPr>
            <p:cNvPr id="87" name="図 86">
              <a:extLst>
                <a:ext uri="{FF2B5EF4-FFF2-40B4-BE49-F238E27FC236}">
                  <a16:creationId xmlns:a16="http://schemas.microsoft.com/office/drawing/2014/main" id="{D3238C15-5041-1C4C-7A70-B190FDA772CE}"/>
                </a:ext>
              </a:extLst>
            </p:cNvPr>
            <p:cNvPicPr>
              <a:picLocks noChangeAspect="1"/>
            </p:cNvPicPr>
            <p:nvPr/>
          </p:nvPicPr>
          <p:blipFill>
            <a:blip r:embed="rId4">
              <a:grayscl/>
              <a:extLst>
                <a:ext uri="{28A0092B-C50C-407E-A947-70E740481C1C}">
                  <a14:useLocalDpi xmlns:a14="http://schemas.microsoft.com/office/drawing/2010/main" val="0"/>
                </a:ext>
              </a:extLst>
            </a:blip>
            <a:srcRect l="6840" t="30163" r="48646" b="36883"/>
            <a:stretch>
              <a:fillRect/>
            </a:stretch>
          </p:blipFill>
          <p:spPr>
            <a:xfrm>
              <a:off x="1373972" y="3464195"/>
              <a:ext cx="471169" cy="523221"/>
            </a:xfrm>
            <a:prstGeom prst="rect">
              <a:avLst/>
            </a:prstGeom>
          </p:spPr>
        </p:pic>
      </p:grpSp>
      <p:grpSp>
        <p:nvGrpSpPr>
          <p:cNvPr id="90" name="グループ化 89">
            <a:extLst>
              <a:ext uri="{FF2B5EF4-FFF2-40B4-BE49-F238E27FC236}">
                <a16:creationId xmlns:a16="http://schemas.microsoft.com/office/drawing/2014/main" id="{1BD78AC8-81D5-C46C-CDAA-DBC3553BE6E3}"/>
              </a:ext>
            </a:extLst>
          </p:cNvPr>
          <p:cNvGrpSpPr/>
          <p:nvPr/>
        </p:nvGrpSpPr>
        <p:grpSpPr>
          <a:xfrm>
            <a:off x="5812262" y="5405708"/>
            <a:ext cx="1351499" cy="460859"/>
            <a:chOff x="1373972" y="3464195"/>
            <a:chExt cx="1726160" cy="588617"/>
          </a:xfrm>
        </p:grpSpPr>
        <p:sp>
          <p:nvSpPr>
            <p:cNvPr id="91" name="テキスト ボックス 90">
              <a:extLst>
                <a:ext uri="{FF2B5EF4-FFF2-40B4-BE49-F238E27FC236}">
                  <a16:creationId xmlns:a16="http://schemas.microsoft.com/office/drawing/2014/main" id="{150BFE44-7E64-6F3B-B7C0-325D9697DB46}"/>
                </a:ext>
              </a:extLst>
            </p:cNvPr>
            <p:cNvSpPr txBox="1"/>
            <p:nvPr/>
          </p:nvSpPr>
          <p:spPr>
            <a:xfrm>
              <a:off x="1807823" y="3620405"/>
              <a:ext cx="1292309" cy="432407"/>
            </a:xfrm>
            <a:prstGeom prst="rect">
              <a:avLst/>
            </a:prstGeom>
            <a:noFill/>
          </p:spPr>
          <p:txBody>
            <a:bodyPr wrap="none" rtlCol="0">
              <a:spAutoFit/>
            </a:bodyPr>
            <a:lstStyle/>
            <a:p>
              <a:r>
                <a:rPr lang="ja-JP" altLang="en-US" sz="1600" b="1" dirty="0">
                  <a:solidFill>
                    <a:schemeClr val="tx1">
                      <a:lumMod val="95000"/>
                      <a:lumOff val="5000"/>
                    </a:schemeClr>
                  </a:solidFill>
                  <a:latin typeface="HGS明朝E" panose="02020900000000000000" pitchFamily="18" charset="-128"/>
                  <a:ea typeface="HGS明朝E" panose="02020900000000000000" pitchFamily="18" charset="-128"/>
                </a:rPr>
                <a:t>キャラ名</a:t>
              </a:r>
              <a:endParaRPr kumimoji="1" lang="ja-JP" altLang="en-US" sz="1600" b="1" dirty="0">
                <a:solidFill>
                  <a:schemeClr val="tx1">
                    <a:lumMod val="95000"/>
                    <a:lumOff val="5000"/>
                  </a:schemeClr>
                </a:solidFill>
                <a:latin typeface="HGS明朝E" panose="02020900000000000000" pitchFamily="18" charset="-128"/>
                <a:ea typeface="HGS明朝E" panose="02020900000000000000" pitchFamily="18" charset="-128"/>
              </a:endParaRPr>
            </a:p>
          </p:txBody>
        </p:sp>
        <p:pic>
          <p:nvPicPr>
            <p:cNvPr id="92" name="図 91">
              <a:extLst>
                <a:ext uri="{FF2B5EF4-FFF2-40B4-BE49-F238E27FC236}">
                  <a16:creationId xmlns:a16="http://schemas.microsoft.com/office/drawing/2014/main" id="{1C81711E-8746-94DD-A8DF-0F2254CD01A7}"/>
                </a:ext>
              </a:extLst>
            </p:cNvPr>
            <p:cNvPicPr>
              <a:picLocks noChangeAspect="1"/>
            </p:cNvPicPr>
            <p:nvPr/>
          </p:nvPicPr>
          <p:blipFill>
            <a:blip r:embed="rId4">
              <a:grayscl/>
              <a:extLst>
                <a:ext uri="{28A0092B-C50C-407E-A947-70E740481C1C}">
                  <a14:useLocalDpi xmlns:a14="http://schemas.microsoft.com/office/drawing/2010/main" val="0"/>
                </a:ext>
              </a:extLst>
            </a:blip>
            <a:srcRect l="6840" t="30163" r="48646" b="36883"/>
            <a:stretch>
              <a:fillRect/>
            </a:stretch>
          </p:blipFill>
          <p:spPr>
            <a:xfrm>
              <a:off x="1373972" y="3464195"/>
              <a:ext cx="471169" cy="523221"/>
            </a:xfrm>
            <a:prstGeom prst="rect">
              <a:avLst/>
            </a:prstGeom>
          </p:spPr>
        </p:pic>
      </p:grpSp>
      <p:sp>
        <p:nvSpPr>
          <p:cNvPr id="13" name="四角形: 角を丸くする 12">
            <a:extLst>
              <a:ext uri="{FF2B5EF4-FFF2-40B4-BE49-F238E27FC236}">
                <a16:creationId xmlns:a16="http://schemas.microsoft.com/office/drawing/2014/main" id="{043BC267-8E3F-31AD-E987-1E5FC344648B}"/>
              </a:ext>
            </a:extLst>
          </p:cNvPr>
          <p:cNvSpPr/>
          <p:nvPr/>
        </p:nvSpPr>
        <p:spPr>
          <a:xfrm>
            <a:off x="4335706" y="4137345"/>
            <a:ext cx="2427044" cy="276285"/>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nvGrpSpPr>
          <p:cNvPr id="103" name="グループ化 102">
            <a:extLst>
              <a:ext uri="{FF2B5EF4-FFF2-40B4-BE49-F238E27FC236}">
                <a16:creationId xmlns:a16="http://schemas.microsoft.com/office/drawing/2014/main" id="{F90AD775-CF02-5D8C-1C8C-410DB3E3B2A3}"/>
              </a:ext>
            </a:extLst>
          </p:cNvPr>
          <p:cNvGrpSpPr/>
          <p:nvPr/>
        </p:nvGrpSpPr>
        <p:grpSpPr>
          <a:xfrm>
            <a:off x="5530566" y="4675643"/>
            <a:ext cx="523221" cy="523221"/>
            <a:chOff x="1259142" y="1444419"/>
            <a:chExt cx="523221" cy="523221"/>
          </a:xfrm>
        </p:grpSpPr>
        <p:sp>
          <p:nvSpPr>
            <p:cNvPr id="104" name="四角形: 角を丸くする 103">
              <a:extLst>
                <a:ext uri="{FF2B5EF4-FFF2-40B4-BE49-F238E27FC236}">
                  <a16:creationId xmlns:a16="http://schemas.microsoft.com/office/drawing/2014/main" id="{22F4DFCE-2661-5C8C-4C6A-F4C07E908ED3}"/>
                </a:ext>
              </a:extLst>
            </p:cNvPr>
            <p:cNvSpPr/>
            <p:nvPr/>
          </p:nvSpPr>
          <p:spPr>
            <a:xfrm>
              <a:off x="1285169" y="1465839"/>
              <a:ext cx="471169" cy="471709"/>
            </a:xfrm>
            <a:prstGeom prst="roundRect">
              <a:avLst>
                <a:gd name="adj" fmla="val 9614"/>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pic>
          <p:nvPicPr>
            <p:cNvPr id="105" name="図 104">
              <a:extLst>
                <a:ext uri="{FF2B5EF4-FFF2-40B4-BE49-F238E27FC236}">
                  <a16:creationId xmlns:a16="http://schemas.microsoft.com/office/drawing/2014/main" id="{9A88822A-2587-9CA1-E1AA-0B6BDE469392}"/>
                </a:ext>
              </a:extLst>
            </p:cNvPr>
            <p:cNvPicPr>
              <a:picLocks noChangeAspect="1"/>
            </p:cNvPicPr>
            <p:nvPr/>
          </p:nvPicPr>
          <p:blipFill>
            <a:blip r:embed="rId8">
              <a:biLevel thresh="75000"/>
              <a:extLst>
                <a:ext uri="{28A0092B-C50C-407E-A947-70E740481C1C}">
                  <a14:useLocalDpi xmlns:a14="http://schemas.microsoft.com/office/drawing/2010/main" val="0"/>
                </a:ext>
              </a:extLst>
            </a:blip>
            <a:stretch>
              <a:fillRect/>
            </a:stretch>
          </p:blipFill>
          <p:spPr>
            <a:xfrm>
              <a:off x="1259142" y="1444419"/>
              <a:ext cx="523221" cy="523221"/>
            </a:xfrm>
            <a:prstGeom prst="rect">
              <a:avLst/>
            </a:prstGeom>
          </p:spPr>
        </p:pic>
      </p:grpSp>
      <p:grpSp>
        <p:nvGrpSpPr>
          <p:cNvPr id="106" name="グループ化 105">
            <a:extLst>
              <a:ext uri="{FF2B5EF4-FFF2-40B4-BE49-F238E27FC236}">
                <a16:creationId xmlns:a16="http://schemas.microsoft.com/office/drawing/2014/main" id="{569D0268-7CDA-85B1-7DC4-E3663BEF7BE0}"/>
              </a:ext>
            </a:extLst>
          </p:cNvPr>
          <p:cNvGrpSpPr/>
          <p:nvPr/>
        </p:nvGrpSpPr>
        <p:grpSpPr>
          <a:xfrm>
            <a:off x="3391997" y="4675643"/>
            <a:ext cx="523221" cy="523221"/>
            <a:chOff x="1259142" y="1444419"/>
            <a:chExt cx="523221" cy="523221"/>
          </a:xfrm>
        </p:grpSpPr>
        <p:sp>
          <p:nvSpPr>
            <p:cNvPr id="107" name="四角形: 角を丸くする 106">
              <a:extLst>
                <a:ext uri="{FF2B5EF4-FFF2-40B4-BE49-F238E27FC236}">
                  <a16:creationId xmlns:a16="http://schemas.microsoft.com/office/drawing/2014/main" id="{ED4AEE82-5463-EFA9-2BF7-8801C0B56D0D}"/>
                </a:ext>
              </a:extLst>
            </p:cNvPr>
            <p:cNvSpPr/>
            <p:nvPr/>
          </p:nvSpPr>
          <p:spPr>
            <a:xfrm>
              <a:off x="1285169" y="1465839"/>
              <a:ext cx="471169" cy="471709"/>
            </a:xfrm>
            <a:prstGeom prst="roundRect">
              <a:avLst>
                <a:gd name="adj" fmla="val 9614"/>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pic>
          <p:nvPicPr>
            <p:cNvPr id="108" name="図 107">
              <a:extLst>
                <a:ext uri="{FF2B5EF4-FFF2-40B4-BE49-F238E27FC236}">
                  <a16:creationId xmlns:a16="http://schemas.microsoft.com/office/drawing/2014/main" id="{CC90BCBA-E463-7CD4-FDE8-35FA3045BEEC}"/>
                </a:ext>
              </a:extLst>
            </p:cNvPr>
            <p:cNvPicPr>
              <a:picLocks noChangeAspect="1"/>
            </p:cNvPicPr>
            <p:nvPr/>
          </p:nvPicPr>
          <p:blipFill>
            <a:blip r:embed="rId8">
              <a:biLevel thresh="75000"/>
              <a:extLst>
                <a:ext uri="{28A0092B-C50C-407E-A947-70E740481C1C}">
                  <a14:useLocalDpi xmlns:a14="http://schemas.microsoft.com/office/drawing/2010/main" val="0"/>
                </a:ext>
              </a:extLst>
            </a:blip>
            <a:stretch>
              <a:fillRect/>
            </a:stretch>
          </p:blipFill>
          <p:spPr>
            <a:xfrm>
              <a:off x="1259142" y="1444419"/>
              <a:ext cx="523221" cy="523221"/>
            </a:xfrm>
            <a:prstGeom prst="rect">
              <a:avLst/>
            </a:prstGeom>
          </p:spPr>
        </p:pic>
      </p:grpSp>
      <p:grpSp>
        <p:nvGrpSpPr>
          <p:cNvPr id="110" name="グループ化 109">
            <a:extLst>
              <a:ext uri="{FF2B5EF4-FFF2-40B4-BE49-F238E27FC236}">
                <a16:creationId xmlns:a16="http://schemas.microsoft.com/office/drawing/2014/main" id="{6698FBC3-BDD6-9CC4-1353-444E7F7B6835}"/>
              </a:ext>
            </a:extLst>
          </p:cNvPr>
          <p:cNvGrpSpPr/>
          <p:nvPr/>
        </p:nvGrpSpPr>
        <p:grpSpPr>
          <a:xfrm>
            <a:off x="1791694" y="1402391"/>
            <a:ext cx="1021532" cy="445128"/>
            <a:chOff x="1791694" y="1477039"/>
            <a:chExt cx="1021532" cy="445128"/>
          </a:xfrm>
        </p:grpSpPr>
        <p:grpSp>
          <p:nvGrpSpPr>
            <p:cNvPr id="99" name="グループ化 98">
              <a:extLst>
                <a:ext uri="{FF2B5EF4-FFF2-40B4-BE49-F238E27FC236}">
                  <a16:creationId xmlns:a16="http://schemas.microsoft.com/office/drawing/2014/main" id="{1DF66606-9132-318B-8168-64CD746F1FF8}"/>
                </a:ext>
              </a:extLst>
            </p:cNvPr>
            <p:cNvGrpSpPr/>
            <p:nvPr/>
          </p:nvGrpSpPr>
          <p:grpSpPr>
            <a:xfrm>
              <a:off x="1850735" y="1732906"/>
              <a:ext cx="962491" cy="189261"/>
              <a:chOff x="3619753" y="4534386"/>
              <a:chExt cx="5490959" cy="751289"/>
            </a:xfrm>
          </p:grpSpPr>
          <p:pic>
            <p:nvPicPr>
              <p:cNvPr id="97" name="図 96">
                <a:extLst>
                  <a:ext uri="{FF2B5EF4-FFF2-40B4-BE49-F238E27FC236}">
                    <a16:creationId xmlns:a16="http://schemas.microsoft.com/office/drawing/2014/main" id="{BE14D0DD-01EA-7A35-9298-12D3603CA8E7}"/>
                  </a:ext>
                </a:extLst>
              </p:cNvPr>
              <p:cNvPicPr>
                <a:picLocks noChangeAspect="1"/>
              </p:cNvPicPr>
              <p:nvPr/>
            </p:nvPicPr>
            <p:blipFill>
              <a:blip r:embed="rId9">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a:off x="3637696" y="4549167"/>
                <a:ext cx="5473016" cy="736508"/>
              </a:xfrm>
              <a:prstGeom prst="rect">
                <a:avLst/>
              </a:prstGeom>
            </p:spPr>
          </p:pic>
          <p:pic>
            <p:nvPicPr>
              <p:cNvPr id="94" name="図 93">
                <a:extLst>
                  <a:ext uri="{FF2B5EF4-FFF2-40B4-BE49-F238E27FC236}">
                    <a16:creationId xmlns:a16="http://schemas.microsoft.com/office/drawing/2014/main" id="{59E443CE-0F4C-7418-31F9-3C97A4EE2DBD}"/>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3619753" y="4534386"/>
                <a:ext cx="4332529" cy="736507"/>
              </a:xfrm>
              <a:prstGeom prst="rect">
                <a:avLst/>
              </a:prstGeom>
            </p:spPr>
          </p:pic>
        </p:grpSp>
        <p:sp>
          <p:nvSpPr>
            <p:cNvPr id="109" name="テキスト ボックス 108">
              <a:extLst>
                <a:ext uri="{FF2B5EF4-FFF2-40B4-BE49-F238E27FC236}">
                  <a16:creationId xmlns:a16="http://schemas.microsoft.com/office/drawing/2014/main" id="{D6A2E1D0-B2F8-E37E-67B7-93ADA60084A1}"/>
                </a:ext>
              </a:extLst>
            </p:cNvPr>
            <p:cNvSpPr txBox="1"/>
            <p:nvPr/>
          </p:nvSpPr>
          <p:spPr>
            <a:xfrm>
              <a:off x="1791694" y="1477039"/>
              <a:ext cx="385042" cy="276999"/>
            </a:xfrm>
            <a:prstGeom prst="rect">
              <a:avLst/>
            </a:prstGeom>
            <a:noFill/>
          </p:spPr>
          <p:txBody>
            <a:bodyPr wrap="none" rtlCol="0">
              <a:spAutoFit/>
            </a:bodyPr>
            <a:lstStyle/>
            <a:p>
              <a:r>
                <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rPr>
                <a:t>HP</a:t>
              </a:r>
            </a:p>
          </p:txBody>
        </p:sp>
      </p:grpSp>
      <p:grpSp>
        <p:nvGrpSpPr>
          <p:cNvPr id="111" name="グループ化 110">
            <a:extLst>
              <a:ext uri="{FF2B5EF4-FFF2-40B4-BE49-F238E27FC236}">
                <a16:creationId xmlns:a16="http://schemas.microsoft.com/office/drawing/2014/main" id="{A0A94F38-7E56-A88C-4931-836A861657A6}"/>
              </a:ext>
            </a:extLst>
          </p:cNvPr>
          <p:cNvGrpSpPr/>
          <p:nvPr/>
        </p:nvGrpSpPr>
        <p:grpSpPr>
          <a:xfrm>
            <a:off x="7587062" y="1400959"/>
            <a:ext cx="1021532" cy="445128"/>
            <a:chOff x="1791694" y="1477039"/>
            <a:chExt cx="1021532" cy="445128"/>
          </a:xfrm>
        </p:grpSpPr>
        <p:grpSp>
          <p:nvGrpSpPr>
            <p:cNvPr id="112" name="グループ化 111">
              <a:extLst>
                <a:ext uri="{FF2B5EF4-FFF2-40B4-BE49-F238E27FC236}">
                  <a16:creationId xmlns:a16="http://schemas.microsoft.com/office/drawing/2014/main" id="{297B623F-FC1B-07AC-578D-238F4778FEF2}"/>
                </a:ext>
              </a:extLst>
            </p:cNvPr>
            <p:cNvGrpSpPr/>
            <p:nvPr/>
          </p:nvGrpSpPr>
          <p:grpSpPr>
            <a:xfrm>
              <a:off x="1850735" y="1732906"/>
              <a:ext cx="962491" cy="189261"/>
              <a:chOff x="3619753" y="4534386"/>
              <a:chExt cx="5490959" cy="751289"/>
            </a:xfrm>
          </p:grpSpPr>
          <p:pic>
            <p:nvPicPr>
              <p:cNvPr id="114" name="図 113">
                <a:extLst>
                  <a:ext uri="{FF2B5EF4-FFF2-40B4-BE49-F238E27FC236}">
                    <a16:creationId xmlns:a16="http://schemas.microsoft.com/office/drawing/2014/main" id="{127DB521-E949-4A00-5181-2C32B848FB61}"/>
                  </a:ext>
                </a:extLst>
              </p:cNvPr>
              <p:cNvPicPr>
                <a:picLocks noChangeAspect="1"/>
              </p:cNvPicPr>
              <p:nvPr/>
            </p:nvPicPr>
            <p:blipFill>
              <a:blip r:embed="rId9">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a:off x="3637696" y="4549167"/>
                <a:ext cx="5473016" cy="736508"/>
              </a:xfrm>
              <a:prstGeom prst="rect">
                <a:avLst/>
              </a:prstGeom>
            </p:spPr>
          </p:pic>
          <p:pic>
            <p:nvPicPr>
              <p:cNvPr id="115" name="図 114">
                <a:extLst>
                  <a:ext uri="{FF2B5EF4-FFF2-40B4-BE49-F238E27FC236}">
                    <a16:creationId xmlns:a16="http://schemas.microsoft.com/office/drawing/2014/main" id="{70C951C8-713A-1749-F4C8-74339392B518}"/>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3619753" y="4534386"/>
                <a:ext cx="4332529" cy="736507"/>
              </a:xfrm>
              <a:prstGeom prst="rect">
                <a:avLst/>
              </a:prstGeom>
            </p:spPr>
          </p:pic>
        </p:grpSp>
        <p:sp>
          <p:nvSpPr>
            <p:cNvPr id="113" name="テキスト ボックス 112">
              <a:extLst>
                <a:ext uri="{FF2B5EF4-FFF2-40B4-BE49-F238E27FC236}">
                  <a16:creationId xmlns:a16="http://schemas.microsoft.com/office/drawing/2014/main" id="{CF55E347-2990-2188-A08D-8EB6AF563A11}"/>
                </a:ext>
              </a:extLst>
            </p:cNvPr>
            <p:cNvSpPr txBox="1"/>
            <p:nvPr/>
          </p:nvSpPr>
          <p:spPr>
            <a:xfrm>
              <a:off x="1791694" y="1477039"/>
              <a:ext cx="385042" cy="276999"/>
            </a:xfrm>
            <a:prstGeom prst="rect">
              <a:avLst/>
            </a:prstGeom>
            <a:noFill/>
          </p:spPr>
          <p:txBody>
            <a:bodyPr wrap="none" rtlCol="0">
              <a:spAutoFit/>
            </a:bodyPr>
            <a:lstStyle/>
            <a:p>
              <a:r>
                <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rPr>
                <a:t>HP</a:t>
              </a:r>
            </a:p>
          </p:txBody>
        </p:sp>
      </p:grpSp>
      <p:grpSp>
        <p:nvGrpSpPr>
          <p:cNvPr id="116" name="グループ化 115">
            <a:extLst>
              <a:ext uri="{FF2B5EF4-FFF2-40B4-BE49-F238E27FC236}">
                <a16:creationId xmlns:a16="http://schemas.microsoft.com/office/drawing/2014/main" id="{BC762258-AC71-E3A7-2279-5711178ACB45}"/>
              </a:ext>
            </a:extLst>
          </p:cNvPr>
          <p:cNvGrpSpPr/>
          <p:nvPr/>
        </p:nvGrpSpPr>
        <p:grpSpPr>
          <a:xfrm>
            <a:off x="5655272" y="1402391"/>
            <a:ext cx="1021532" cy="445128"/>
            <a:chOff x="1791694" y="1477039"/>
            <a:chExt cx="1021532" cy="445128"/>
          </a:xfrm>
        </p:grpSpPr>
        <p:grpSp>
          <p:nvGrpSpPr>
            <p:cNvPr id="117" name="グループ化 116">
              <a:extLst>
                <a:ext uri="{FF2B5EF4-FFF2-40B4-BE49-F238E27FC236}">
                  <a16:creationId xmlns:a16="http://schemas.microsoft.com/office/drawing/2014/main" id="{13BA1C47-DDA5-E0F1-613B-F2983A6333AB}"/>
                </a:ext>
              </a:extLst>
            </p:cNvPr>
            <p:cNvGrpSpPr/>
            <p:nvPr/>
          </p:nvGrpSpPr>
          <p:grpSpPr>
            <a:xfrm>
              <a:off x="1850735" y="1732906"/>
              <a:ext cx="962491" cy="189261"/>
              <a:chOff x="3619753" y="4534386"/>
              <a:chExt cx="5490959" cy="751289"/>
            </a:xfrm>
          </p:grpSpPr>
          <p:pic>
            <p:nvPicPr>
              <p:cNvPr id="119" name="図 118">
                <a:extLst>
                  <a:ext uri="{FF2B5EF4-FFF2-40B4-BE49-F238E27FC236}">
                    <a16:creationId xmlns:a16="http://schemas.microsoft.com/office/drawing/2014/main" id="{0A9E606A-B866-C8CE-3666-F7C6FC7F9E43}"/>
                  </a:ext>
                </a:extLst>
              </p:cNvPr>
              <p:cNvPicPr>
                <a:picLocks noChangeAspect="1"/>
              </p:cNvPicPr>
              <p:nvPr/>
            </p:nvPicPr>
            <p:blipFill>
              <a:blip r:embed="rId9">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a:off x="3637696" y="4549167"/>
                <a:ext cx="5473016" cy="736508"/>
              </a:xfrm>
              <a:prstGeom prst="rect">
                <a:avLst/>
              </a:prstGeom>
            </p:spPr>
          </p:pic>
          <p:pic>
            <p:nvPicPr>
              <p:cNvPr id="120" name="図 119">
                <a:extLst>
                  <a:ext uri="{FF2B5EF4-FFF2-40B4-BE49-F238E27FC236}">
                    <a16:creationId xmlns:a16="http://schemas.microsoft.com/office/drawing/2014/main" id="{D16D77E8-F877-DA36-D96D-4C586810F5F1}"/>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3619753" y="4534386"/>
                <a:ext cx="4332529" cy="736507"/>
              </a:xfrm>
              <a:prstGeom prst="rect">
                <a:avLst/>
              </a:prstGeom>
            </p:spPr>
          </p:pic>
        </p:grpSp>
        <p:sp>
          <p:nvSpPr>
            <p:cNvPr id="118" name="テキスト ボックス 117">
              <a:extLst>
                <a:ext uri="{FF2B5EF4-FFF2-40B4-BE49-F238E27FC236}">
                  <a16:creationId xmlns:a16="http://schemas.microsoft.com/office/drawing/2014/main" id="{FE456323-4A09-C26A-B5B3-D83D3346891E}"/>
                </a:ext>
              </a:extLst>
            </p:cNvPr>
            <p:cNvSpPr txBox="1"/>
            <p:nvPr/>
          </p:nvSpPr>
          <p:spPr>
            <a:xfrm>
              <a:off x="1791694" y="1477039"/>
              <a:ext cx="385042" cy="276999"/>
            </a:xfrm>
            <a:prstGeom prst="rect">
              <a:avLst/>
            </a:prstGeom>
            <a:noFill/>
          </p:spPr>
          <p:txBody>
            <a:bodyPr wrap="none" rtlCol="0">
              <a:spAutoFit/>
            </a:bodyPr>
            <a:lstStyle/>
            <a:p>
              <a:r>
                <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rPr>
                <a:t>HP</a:t>
              </a:r>
            </a:p>
          </p:txBody>
        </p:sp>
      </p:grpSp>
      <p:grpSp>
        <p:nvGrpSpPr>
          <p:cNvPr id="121" name="グループ化 120">
            <a:extLst>
              <a:ext uri="{FF2B5EF4-FFF2-40B4-BE49-F238E27FC236}">
                <a16:creationId xmlns:a16="http://schemas.microsoft.com/office/drawing/2014/main" id="{6F1A5794-97A9-362B-D0D3-8BF3E8040244}"/>
              </a:ext>
            </a:extLst>
          </p:cNvPr>
          <p:cNvGrpSpPr/>
          <p:nvPr/>
        </p:nvGrpSpPr>
        <p:grpSpPr>
          <a:xfrm>
            <a:off x="3723483" y="1402391"/>
            <a:ext cx="1021532" cy="445128"/>
            <a:chOff x="1791694" y="1477039"/>
            <a:chExt cx="1021532" cy="445128"/>
          </a:xfrm>
        </p:grpSpPr>
        <p:grpSp>
          <p:nvGrpSpPr>
            <p:cNvPr id="122" name="グループ化 121">
              <a:extLst>
                <a:ext uri="{FF2B5EF4-FFF2-40B4-BE49-F238E27FC236}">
                  <a16:creationId xmlns:a16="http://schemas.microsoft.com/office/drawing/2014/main" id="{6CE740B4-D253-90BA-EC94-374AA7082189}"/>
                </a:ext>
              </a:extLst>
            </p:cNvPr>
            <p:cNvGrpSpPr/>
            <p:nvPr/>
          </p:nvGrpSpPr>
          <p:grpSpPr>
            <a:xfrm>
              <a:off x="1850735" y="1732906"/>
              <a:ext cx="962491" cy="189261"/>
              <a:chOff x="3619753" y="4534386"/>
              <a:chExt cx="5490959" cy="751289"/>
            </a:xfrm>
          </p:grpSpPr>
          <p:pic>
            <p:nvPicPr>
              <p:cNvPr id="124" name="図 123">
                <a:extLst>
                  <a:ext uri="{FF2B5EF4-FFF2-40B4-BE49-F238E27FC236}">
                    <a16:creationId xmlns:a16="http://schemas.microsoft.com/office/drawing/2014/main" id="{232DAE9A-FEFB-A01A-A46B-8CAC463D462B}"/>
                  </a:ext>
                </a:extLst>
              </p:cNvPr>
              <p:cNvPicPr>
                <a:picLocks noChangeAspect="1"/>
              </p:cNvPicPr>
              <p:nvPr/>
            </p:nvPicPr>
            <p:blipFill>
              <a:blip r:embed="rId9">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a:off x="3637696" y="4549167"/>
                <a:ext cx="5473016" cy="736508"/>
              </a:xfrm>
              <a:prstGeom prst="rect">
                <a:avLst/>
              </a:prstGeom>
            </p:spPr>
          </p:pic>
          <p:pic>
            <p:nvPicPr>
              <p:cNvPr id="125" name="図 124">
                <a:extLst>
                  <a:ext uri="{FF2B5EF4-FFF2-40B4-BE49-F238E27FC236}">
                    <a16:creationId xmlns:a16="http://schemas.microsoft.com/office/drawing/2014/main" id="{2B4BD8C2-5C4D-16A3-1CE6-8B1153C85235}"/>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3619753" y="4534386"/>
                <a:ext cx="4332529" cy="736507"/>
              </a:xfrm>
              <a:prstGeom prst="rect">
                <a:avLst/>
              </a:prstGeom>
            </p:spPr>
          </p:pic>
        </p:grpSp>
        <p:sp>
          <p:nvSpPr>
            <p:cNvPr id="123" name="テキスト ボックス 122">
              <a:extLst>
                <a:ext uri="{FF2B5EF4-FFF2-40B4-BE49-F238E27FC236}">
                  <a16:creationId xmlns:a16="http://schemas.microsoft.com/office/drawing/2014/main" id="{C547FCD5-7B90-7C54-AA38-B78F7F673DD0}"/>
                </a:ext>
              </a:extLst>
            </p:cNvPr>
            <p:cNvSpPr txBox="1"/>
            <p:nvPr/>
          </p:nvSpPr>
          <p:spPr>
            <a:xfrm>
              <a:off x="1791694" y="1477039"/>
              <a:ext cx="385042" cy="276999"/>
            </a:xfrm>
            <a:prstGeom prst="rect">
              <a:avLst/>
            </a:prstGeom>
            <a:noFill/>
          </p:spPr>
          <p:txBody>
            <a:bodyPr wrap="none" rtlCol="0">
              <a:spAutoFit/>
            </a:bodyPr>
            <a:lstStyle/>
            <a:p>
              <a:r>
                <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rPr>
                <a:t>HP</a:t>
              </a:r>
            </a:p>
          </p:txBody>
        </p:sp>
      </p:grpSp>
      <p:grpSp>
        <p:nvGrpSpPr>
          <p:cNvPr id="150" name="グループ化 149">
            <a:extLst>
              <a:ext uri="{FF2B5EF4-FFF2-40B4-BE49-F238E27FC236}">
                <a16:creationId xmlns:a16="http://schemas.microsoft.com/office/drawing/2014/main" id="{E8F234F3-7394-62C6-E00C-AF68C55D8D36}"/>
              </a:ext>
            </a:extLst>
          </p:cNvPr>
          <p:cNvGrpSpPr/>
          <p:nvPr/>
        </p:nvGrpSpPr>
        <p:grpSpPr>
          <a:xfrm>
            <a:off x="1222593" y="4599468"/>
            <a:ext cx="1928074" cy="1295919"/>
            <a:chOff x="1222593" y="4674116"/>
            <a:chExt cx="1928074" cy="1295919"/>
          </a:xfrm>
        </p:grpSpPr>
        <p:sp>
          <p:nvSpPr>
            <p:cNvPr id="21" name="四角形: 角を丸くする 20">
              <a:extLst>
                <a:ext uri="{FF2B5EF4-FFF2-40B4-BE49-F238E27FC236}">
                  <a16:creationId xmlns:a16="http://schemas.microsoft.com/office/drawing/2014/main" id="{2D10F477-BB59-DC89-CE55-C5BC35CC3762}"/>
                </a:ext>
              </a:extLst>
            </p:cNvPr>
            <p:cNvSpPr/>
            <p:nvPr/>
          </p:nvSpPr>
          <p:spPr>
            <a:xfrm>
              <a:off x="1222593" y="4674116"/>
              <a:ext cx="1928074" cy="1295919"/>
            </a:xfrm>
            <a:prstGeom prst="roundRect">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grpSp>
          <p:nvGrpSpPr>
            <p:cNvPr id="79" name="グループ化 78">
              <a:extLst>
                <a:ext uri="{FF2B5EF4-FFF2-40B4-BE49-F238E27FC236}">
                  <a16:creationId xmlns:a16="http://schemas.microsoft.com/office/drawing/2014/main" id="{E8C621FF-1CBD-9702-36C1-8906D349F34F}"/>
                </a:ext>
              </a:extLst>
            </p:cNvPr>
            <p:cNvGrpSpPr/>
            <p:nvPr/>
          </p:nvGrpSpPr>
          <p:grpSpPr>
            <a:xfrm>
              <a:off x="1560978" y="5484463"/>
              <a:ext cx="1351499" cy="460859"/>
              <a:chOff x="1373972" y="3464195"/>
              <a:chExt cx="1726160" cy="588617"/>
            </a:xfrm>
          </p:grpSpPr>
          <p:sp>
            <p:nvSpPr>
              <p:cNvPr id="80" name="テキスト ボックス 79">
                <a:extLst>
                  <a:ext uri="{FF2B5EF4-FFF2-40B4-BE49-F238E27FC236}">
                    <a16:creationId xmlns:a16="http://schemas.microsoft.com/office/drawing/2014/main" id="{5FA84BC3-0FD2-B673-F329-319ED9D03776}"/>
                  </a:ext>
                </a:extLst>
              </p:cNvPr>
              <p:cNvSpPr txBox="1"/>
              <p:nvPr/>
            </p:nvSpPr>
            <p:spPr>
              <a:xfrm>
                <a:off x="1807823" y="3620405"/>
                <a:ext cx="1292309" cy="432407"/>
              </a:xfrm>
              <a:prstGeom prst="rect">
                <a:avLst/>
              </a:prstGeom>
              <a:noFill/>
            </p:spPr>
            <p:txBody>
              <a:bodyPr wrap="none" rtlCol="0">
                <a:spAutoFit/>
              </a:bodyPr>
              <a:lstStyle/>
              <a:p>
                <a:r>
                  <a:rPr lang="ja-JP" altLang="en-US" sz="1600" b="1" dirty="0">
                    <a:solidFill>
                      <a:schemeClr val="tx1">
                        <a:lumMod val="95000"/>
                        <a:lumOff val="5000"/>
                      </a:schemeClr>
                    </a:solidFill>
                    <a:latin typeface="HGS明朝E" panose="02020900000000000000" pitchFamily="18" charset="-128"/>
                    <a:ea typeface="HGS明朝E" panose="02020900000000000000" pitchFamily="18" charset="-128"/>
                  </a:rPr>
                  <a:t>キャラ名</a:t>
                </a:r>
                <a:endParaRPr kumimoji="1" lang="ja-JP" altLang="en-US" sz="1600" b="1" dirty="0">
                  <a:solidFill>
                    <a:schemeClr val="tx1">
                      <a:lumMod val="95000"/>
                      <a:lumOff val="5000"/>
                    </a:schemeClr>
                  </a:solidFill>
                  <a:latin typeface="HGS明朝E" panose="02020900000000000000" pitchFamily="18" charset="-128"/>
                  <a:ea typeface="HGS明朝E" panose="02020900000000000000" pitchFamily="18" charset="-128"/>
                </a:endParaRPr>
              </a:p>
            </p:txBody>
          </p:sp>
          <p:pic>
            <p:nvPicPr>
              <p:cNvPr id="81" name="図 80">
                <a:extLst>
                  <a:ext uri="{FF2B5EF4-FFF2-40B4-BE49-F238E27FC236}">
                    <a16:creationId xmlns:a16="http://schemas.microsoft.com/office/drawing/2014/main" id="{3E31A2CC-5FA4-CE06-A2B4-1230B5F10760}"/>
                  </a:ext>
                </a:extLst>
              </p:cNvPr>
              <p:cNvPicPr>
                <a:picLocks noChangeAspect="1"/>
              </p:cNvPicPr>
              <p:nvPr/>
            </p:nvPicPr>
            <p:blipFill>
              <a:blip r:embed="rId4">
                <a:grayscl/>
                <a:extLst>
                  <a:ext uri="{28A0092B-C50C-407E-A947-70E740481C1C}">
                    <a14:useLocalDpi xmlns:a14="http://schemas.microsoft.com/office/drawing/2010/main" val="0"/>
                  </a:ext>
                </a:extLst>
              </a:blip>
              <a:srcRect l="6840" t="30163" r="48646" b="36883"/>
              <a:stretch>
                <a:fillRect/>
              </a:stretch>
            </p:blipFill>
            <p:spPr>
              <a:xfrm>
                <a:off x="1373972" y="3464195"/>
                <a:ext cx="471169" cy="523221"/>
              </a:xfrm>
              <a:prstGeom prst="rect">
                <a:avLst/>
              </a:prstGeom>
            </p:spPr>
          </p:pic>
        </p:grpSp>
        <p:grpSp>
          <p:nvGrpSpPr>
            <p:cNvPr id="100" name="グループ化 99">
              <a:extLst>
                <a:ext uri="{FF2B5EF4-FFF2-40B4-BE49-F238E27FC236}">
                  <a16:creationId xmlns:a16="http://schemas.microsoft.com/office/drawing/2014/main" id="{126454E9-BDFE-2A27-C3FC-B010FC9DD6CA}"/>
                </a:ext>
              </a:extLst>
            </p:cNvPr>
            <p:cNvGrpSpPr/>
            <p:nvPr/>
          </p:nvGrpSpPr>
          <p:grpSpPr>
            <a:xfrm>
              <a:off x="1272089" y="4750291"/>
              <a:ext cx="523221" cy="523221"/>
              <a:chOff x="1259142" y="1444419"/>
              <a:chExt cx="523221" cy="523221"/>
            </a:xfrm>
          </p:grpSpPr>
          <p:sp>
            <p:nvSpPr>
              <p:cNvPr id="101" name="四角形: 角を丸くする 100">
                <a:extLst>
                  <a:ext uri="{FF2B5EF4-FFF2-40B4-BE49-F238E27FC236}">
                    <a16:creationId xmlns:a16="http://schemas.microsoft.com/office/drawing/2014/main" id="{D987284F-CDE6-2FD1-BE55-B0B083B811DB}"/>
                  </a:ext>
                </a:extLst>
              </p:cNvPr>
              <p:cNvSpPr/>
              <p:nvPr/>
            </p:nvSpPr>
            <p:spPr>
              <a:xfrm>
                <a:off x="1285169" y="1465839"/>
                <a:ext cx="471169" cy="471709"/>
              </a:xfrm>
              <a:prstGeom prst="roundRect">
                <a:avLst>
                  <a:gd name="adj" fmla="val 9614"/>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pic>
            <p:nvPicPr>
              <p:cNvPr id="102" name="図 101">
                <a:extLst>
                  <a:ext uri="{FF2B5EF4-FFF2-40B4-BE49-F238E27FC236}">
                    <a16:creationId xmlns:a16="http://schemas.microsoft.com/office/drawing/2014/main" id="{EF2B4368-43EE-956A-FA43-21BE2B525D24}"/>
                  </a:ext>
                </a:extLst>
              </p:cNvPr>
              <p:cNvPicPr>
                <a:picLocks noChangeAspect="1"/>
              </p:cNvPicPr>
              <p:nvPr/>
            </p:nvPicPr>
            <p:blipFill>
              <a:blip r:embed="rId8">
                <a:biLevel thresh="75000"/>
                <a:extLst>
                  <a:ext uri="{28A0092B-C50C-407E-A947-70E740481C1C}">
                    <a14:useLocalDpi xmlns:a14="http://schemas.microsoft.com/office/drawing/2010/main" val="0"/>
                  </a:ext>
                </a:extLst>
              </a:blip>
              <a:stretch>
                <a:fillRect/>
              </a:stretch>
            </p:blipFill>
            <p:spPr>
              <a:xfrm>
                <a:off x="1259142" y="1444419"/>
                <a:ext cx="523221" cy="523221"/>
              </a:xfrm>
              <a:prstGeom prst="rect">
                <a:avLst/>
              </a:prstGeom>
            </p:spPr>
          </p:pic>
        </p:grpSp>
        <p:grpSp>
          <p:nvGrpSpPr>
            <p:cNvPr id="134" name="グループ化 133">
              <a:extLst>
                <a:ext uri="{FF2B5EF4-FFF2-40B4-BE49-F238E27FC236}">
                  <a16:creationId xmlns:a16="http://schemas.microsoft.com/office/drawing/2014/main" id="{465C17EC-0DF2-A40F-6DE4-52C46C730FC0}"/>
                </a:ext>
              </a:extLst>
            </p:cNvPr>
            <p:cNvGrpSpPr/>
            <p:nvPr/>
          </p:nvGrpSpPr>
          <p:grpSpPr>
            <a:xfrm>
              <a:off x="1845141" y="4687976"/>
              <a:ext cx="1021532" cy="820597"/>
              <a:chOff x="1845141" y="4687976"/>
              <a:chExt cx="1021532" cy="820597"/>
            </a:xfrm>
          </p:grpSpPr>
          <p:pic>
            <p:nvPicPr>
              <p:cNvPr id="127" name="図 126">
                <a:extLst>
                  <a:ext uri="{FF2B5EF4-FFF2-40B4-BE49-F238E27FC236}">
                    <a16:creationId xmlns:a16="http://schemas.microsoft.com/office/drawing/2014/main" id="{F54570C4-DDBB-D913-3176-B6FC7EB4881E}"/>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2186630" y="4687976"/>
                <a:ext cx="630585" cy="630585"/>
              </a:xfrm>
              <a:prstGeom prst="rect">
                <a:avLst/>
              </a:prstGeom>
            </p:spPr>
          </p:pic>
          <p:grpSp>
            <p:nvGrpSpPr>
              <p:cNvPr id="133" name="グループ化 132">
                <a:extLst>
                  <a:ext uri="{FF2B5EF4-FFF2-40B4-BE49-F238E27FC236}">
                    <a16:creationId xmlns:a16="http://schemas.microsoft.com/office/drawing/2014/main" id="{5CAA0B8C-7EE4-B4B1-20C4-DF1EB6F6B9AB}"/>
                  </a:ext>
                </a:extLst>
              </p:cNvPr>
              <p:cNvGrpSpPr/>
              <p:nvPr/>
            </p:nvGrpSpPr>
            <p:grpSpPr>
              <a:xfrm>
                <a:off x="1845141" y="5115219"/>
                <a:ext cx="1021532" cy="393354"/>
                <a:chOff x="1791417" y="5115219"/>
                <a:chExt cx="1021532" cy="393354"/>
              </a:xfrm>
            </p:grpSpPr>
            <p:grpSp>
              <p:nvGrpSpPr>
                <p:cNvPr id="129" name="グループ化 128">
                  <a:extLst>
                    <a:ext uri="{FF2B5EF4-FFF2-40B4-BE49-F238E27FC236}">
                      <a16:creationId xmlns:a16="http://schemas.microsoft.com/office/drawing/2014/main" id="{D38DBCB4-9689-720B-62B5-8B22295BE64A}"/>
                    </a:ext>
                  </a:extLst>
                </p:cNvPr>
                <p:cNvGrpSpPr/>
                <p:nvPr/>
              </p:nvGrpSpPr>
              <p:grpSpPr>
                <a:xfrm>
                  <a:off x="1850458" y="5358764"/>
                  <a:ext cx="962491" cy="149809"/>
                  <a:chOff x="3619753" y="4534386"/>
                  <a:chExt cx="5490959" cy="751289"/>
                </a:xfrm>
              </p:grpSpPr>
              <p:pic>
                <p:nvPicPr>
                  <p:cNvPr id="131" name="図 130">
                    <a:extLst>
                      <a:ext uri="{FF2B5EF4-FFF2-40B4-BE49-F238E27FC236}">
                        <a16:creationId xmlns:a16="http://schemas.microsoft.com/office/drawing/2014/main" id="{64C9E910-3C34-3F0B-681D-B51E5BDD1C24}"/>
                      </a:ext>
                    </a:extLst>
                  </p:cNvPr>
                  <p:cNvPicPr>
                    <a:picLocks noChangeAspect="1"/>
                  </p:cNvPicPr>
                  <p:nvPr/>
                </p:nvPicPr>
                <p:blipFill>
                  <a:blip r:embed="rId9">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a:off x="3637696" y="4549167"/>
                    <a:ext cx="5473016" cy="736508"/>
                  </a:xfrm>
                  <a:prstGeom prst="rect">
                    <a:avLst/>
                  </a:prstGeom>
                </p:spPr>
              </p:pic>
              <p:pic>
                <p:nvPicPr>
                  <p:cNvPr id="132" name="図 131">
                    <a:extLst>
                      <a:ext uri="{FF2B5EF4-FFF2-40B4-BE49-F238E27FC236}">
                        <a16:creationId xmlns:a16="http://schemas.microsoft.com/office/drawing/2014/main" id="{730E5ADE-59F2-E21A-14A5-720744BE2F58}"/>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3619753" y="4534386"/>
                    <a:ext cx="4332529" cy="736507"/>
                  </a:xfrm>
                  <a:prstGeom prst="rect">
                    <a:avLst/>
                  </a:prstGeom>
                </p:spPr>
              </p:pic>
            </p:grpSp>
            <p:sp>
              <p:nvSpPr>
                <p:cNvPr id="130" name="テキスト ボックス 129">
                  <a:extLst>
                    <a:ext uri="{FF2B5EF4-FFF2-40B4-BE49-F238E27FC236}">
                      <a16:creationId xmlns:a16="http://schemas.microsoft.com/office/drawing/2014/main" id="{9C66597A-8D31-F67B-37D9-2C5014B8A377}"/>
                    </a:ext>
                  </a:extLst>
                </p:cNvPr>
                <p:cNvSpPr txBox="1"/>
                <p:nvPr/>
              </p:nvSpPr>
              <p:spPr>
                <a:xfrm>
                  <a:off x="1791417" y="5115219"/>
                  <a:ext cx="385042" cy="276999"/>
                </a:xfrm>
                <a:prstGeom prst="rect">
                  <a:avLst/>
                </a:prstGeom>
                <a:noFill/>
              </p:spPr>
              <p:txBody>
                <a:bodyPr wrap="none" rtlCol="0">
                  <a:spAutoFit/>
                </a:bodyPr>
                <a:lstStyle/>
                <a:p>
                  <a:r>
                    <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rPr>
                    <a:t>HP</a:t>
                  </a:r>
                </a:p>
              </p:txBody>
            </p:sp>
          </p:grpSp>
        </p:grpSp>
      </p:grpSp>
      <p:grpSp>
        <p:nvGrpSpPr>
          <p:cNvPr id="135" name="グループ化 134">
            <a:extLst>
              <a:ext uri="{FF2B5EF4-FFF2-40B4-BE49-F238E27FC236}">
                <a16:creationId xmlns:a16="http://schemas.microsoft.com/office/drawing/2014/main" id="{D0C1D22C-0DB2-005E-76CA-2658B030F8F5}"/>
              </a:ext>
            </a:extLst>
          </p:cNvPr>
          <p:cNvGrpSpPr/>
          <p:nvPr/>
        </p:nvGrpSpPr>
        <p:grpSpPr>
          <a:xfrm>
            <a:off x="6104402" y="4613328"/>
            <a:ext cx="1021532" cy="820597"/>
            <a:chOff x="1845141" y="4687976"/>
            <a:chExt cx="1021532" cy="820597"/>
          </a:xfrm>
        </p:grpSpPr>
        <p:pic>
          <p:nvPicPr>
            <p:cNvPr id="136" name="図 135">
              <a:extLst>
                <a:ext uri="{FF2B5EF4-FFF2-40B4-BE49-F238E27FC236}">
                  <a16:creationId xmlns:a16="http://schemas.microsoft.com/office/drawing/2014/main" id="{D620B161-CA21-BC3F-1917-63DC732E5FC1}"/>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2186630" y="4687976"/>
              <a:ext cx="630585" cy="630585"/>
            </a:xfrm>
            <a:prstGeom prst="rect">
              <a:avLst/>
            </a:prstGeom>
          </p:spPr>
        </p:pic>
        <p:grpSp>
          <p:nvGrpSpPr>
            <p:cNvPr id="137" name="グループ化 136">
              <a:extLst>
                <a:ext uri="{FF2B5EF4-FFF2-40B4-BE49-F238E27FC236}">
                  <a16:creationId xmlns:a16="http://schemas.microsoft.com/office/drawing/2014/main" id="{384D0809-3405-D454-22CC-6ED7049BD4FC}"/>
                </a:ext>
              </a:extLst>
            </p:cNvPr>
            <p:cNvGrpSpPr/>
            <p:nvPr/>
          </p:nvGrpSpPr>
          <p:grpSpPr>
            <a:xfrm>
              <a:off x="1845141" y="5115219"/>
              <a:ext cx="1021532" cy="393354"/>
              <a:chOff x="1791417" y="5115219"/>
              <a:chExt cx="1021532" cy="393354"/>
            </a:xfrm>
          </p:grpSpPr>
          <p:grpSp>
            <p:nvGrpSpPr>
              <p:cNvPr id="138" name="グループ化 137">
                <a:extLst>
                  <a:ext uri="{FF2B5EF4-FFF2-40B4-BE49-F238E27FC236}">
                    <a16:creationId xmlns:a16="http://schemas.microsoft.com/office/drawing/2014/main" id="{6411DA5B-DC9D-7D42-C601-4B4F16764966}"/>
                  </a:ext>
                </a:extLst>
              </p:cNvPr>
              <p:cNvGrpSpPr/>
              <p:nvPr/>
            </p:nvGrpSpPr>
            <p:grpSpPr>
              <a:xfrm>
                <a:off x="1850458" y="5358764"/>
                <a:ext cx="962491" cy="149809"/>
                <a:chOff x="3619753" y="4534386"/>
                <a:chExt cx="5490959" cy="751289"/>
              </a:xfrm>
            </p:grpSpPr>
            <p:pic>
              <p:nvPicPr>
                <p:cNvPr id="140" name="図 139">
                  <a:extLst>
                    <a:ext uri="{FF2B5EF4-FFF2-40B4-BE49-F238E27FC236}">
                      <a16:creationId xmlns:a16="http://schemas.microsoft.com/office/drawing/2014/main" id="{9029BE6B-C84B-C176-B8B1-3D00492B3FC6}"/>
                    </a:ext>
                  </a:extLst>
                </p:cNvPr>
                <p:cNvPicPr>
                  <a:picLocks noChangeAspect="1"/>
                </p:cNvPicPr>
                <p:nvPr/>
              </p:nvPicPr>
              <p:blipFill>
                <a:blip r:embed="rId9">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a:off x="3637696" y="4549167"/>
                  <a:ext cx="5473016" cy="736508"/>
                </a:xfrm>
                <a:prstGeom prst="rect">
                  <a:avLst/>
                </a:prstGeom>
              </p:spPr>
            </p:pic>
            <p:pic>
              <p:nvPicPr>
                <p:cNvPr id="141" name="図 140">
                  <a:extLst>
                    <a:ext uri="{FF2B5EF4-FFF2-40B4-BE49-F238E27FC236}">
                      <a16:creationId xmlns:a16="http://schemas.microsoft.com/office/drawing/2014/main" id="{E3AABCC2-DC05-2976-110E-C3E70E13B5CF}"/>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3619753" y="4534386"/>
                  <a:ext cx="4332529" cy="736507"/>
                </a:xfrm>
                <a:prstGeom prst="rect">
                  <a:avLst/>
                </a:prstGeom>
              </p:spPr>
            </p:pic>
          </p:grpSp>
          <p:sp>
            <p:nvSpPr>
              <p:cNvPr id="139" name="テキスト ボックス 138">
                <a:extLst>
                  <a:ext uri="{FF2B5EF4-FFF2-40B4-BE49-F238E27FC236}">
                    <a16:creationId xmlns:a16="http://schemas.microsoft.com/office/drawing/2014/main" id="{0106DB43-C05B-9243-9AC0-CC886C5B5558}"/>
                  </a:ext>
                </a:extLst>
              </p:cNvPr>
              <p:cNvSpPr txBox="1"/>
              <p:nvPr/>
            </p:nvSpPr>
            <p:spPr>
              <a:xfrm>
                <a:off x="1791417" y="5115219"/>
                <a:ext cx="385042" cy="276999"/>
              </a:xfrm>
              <a:prstGeom prst="rect">
                <a:avLst/>
              </a:prstGeom>
              <a:noFill/>
            </p:spPr>
            <p:txBody>
              <a:bodyPr wrap="none" rtlCol="0">
                <a:spAutoFit/>
              </a:bodyPr>
              <a:lstStyle/>
              <a:p>
                <a:r>
                  <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rPr>
                  <a:t>HP</a:t>
                </a:r>
              </a:p>
            </p:txBody>
          </p:sp>
        </p:grpSp>
      </p:grpSp>
      <p:grpSp>
        <p:nvGrpSpPr>
          <p:cNvPr id="143" name="グループ化 142">
            <a:extLst>
              <a:ext uri="{FF2B5EF4-FFF2-40B4-BE49-F238E27FC236}">
                <a16:creationId xmlns:a16="http://schemas.microsoft.com/office/drawing/2014/main" id="{4A8D824C-224A-12AC-EB33-AB182DF978E4}"/>
              </a:ext>
            </a:extLst>
          </p:cNvPr>
          <p:cNvGrpSpPr/>
          <p:nvPr/>
        </p:nvGrpSpPr>
        <p:grpSpPr>
          <a:xfrm>
            <a:off x="3974772" y="4613328"/>
            <a:ext cx="1021532" cy="820597"/>
            <a:chOff x="1845141" y="4687976"/>
            <a:chExt cx="1021532" cy="820597"/>
          </a:xfrm>
        </p:grpSpPr>
        <p:pic>
          <p:nvPicPr>
            <p:cNvPr id="144" name="図 143">
              <a:extLst>
                <a:ext uri="{FF2B5EF4-FFF2-40B4-BE49-F238E27FC236}">
                  <a16:creationId xmlns:a16="http://schemas.microsoft.com/office/drawing/2014/main" id="{16FF6770-9ED4-D1D0-C316-487C0425296B}"/>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2186630" y="4687976"/>
              <a:ext cx="630585" cy="630585"/>
            </a:xfrm>
            <a:prstGeom prst="rect">
              <a:avLst/>
            </a:prstGeom>
          </p:spPr>
        </p:pic>
        <p:grpSp>
          <p:nvGrpSpPr>
            <p:cNvPr id="145" name="グループ化 144">
              <a:extLst>
                <a:ext uri="{FF2B5EF4-FFF2-40B4-BE49-F238E27FC236}">
                  <a16:creationId xmlns:a16="http://schemas.microsoft.com/office/drawing/2014/main" id="{64B83BD0-2560-F128-DF90-B8ADFA437D29}"/>
                </a:ext>
              </a:extLst>
            </p:cNvPr>
            <p:cNvGrpSpPr/>
            <p:nvPr/>
          </p:nvGrpSpPr>
          <p:grpSpPr>
            <a:xfrm>
              <a:off x="1845141" y="5115219"/>
              <a:ext cx="1021532" cy="393354"/>
              <a:chOff x="1791417" y="5115219"/>
              <a:chExt cx="1021532" cy="393354"/>
            </a:xfrm>
          </p:grpSpPr>
          <p:grpSp>
            <p:nvGrpSpPr>
              <p:cNvPr id="146" name="グループ化 145">
                <a:extLst>
                  <a:ext uri="{FF2B5EF4-FFF2-40B4-BE49-F238E27FC236}">
                    <a16:creationId xmlns:a16="http://schemas.microsoft.com/office/drawing/2014/main" id="{894C0022-C15F-2FE4-4A6D-3212DAC6BD78}"/>
                  </a:ext>
                </a:extLst>
              </p:cNvPr>
              <p:cNvGrpSpPr/>
              <p:nvPr/>
            </p:nvGrpSpPr>
            <p:grpSpPr>
              <a:xfrm>
                <a:off x="1850458" y="5358764"/>
                <a:ext cx="962491" cy="149809"/>
                <a:chOff x="3619753" y="4534386"/>
                <a:chExt cx="5490959" cy="751289"/>
              </a:xfrm>
            </p:grpSpPr>
            <p:pic>
              <p:nvPicPr>
                <p:cNvPr id="148" name="図 147">
                  <a:extLst>
                    <a:ext uri="{FF2B5EF4-FFF2-40B4-BE49-F238E27FC236}">
                      <a16:creationId xmlns:a16="http://schemas.microsoft.com/office/drawing/2014/main" id="{8C196554-4ACD-DEB7-32C2-9268B7CEE0E1}"/>
                    </a:ext>
                  </a:extLst>
                </p:cNvPr>
                <p:cNvPicPr>
                  <a:picLocks noChangeAspect="1"/>
                </p:cNvPicPr>
                <p:nvPr/>
              </p:nvPicPr>
              <p:blipFill>
                <a:blip r:embed="rId9">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a:off x="3637696" y="4549167"/>
                  <a:ext cx="5473016" cy="736508"/>
                </a:xfrm>
                <a:prstGeom prst="rect">
                  <a:avLst/>
                </a:prstGeom>
              </p:spPr>
            </p:pic>
            <p:pic>
              <p:nvPicPr>
                <p:cNvPr id="149" name="図 148">
                  <a:extLst>
                    <a:ext uri="{FF2B5EF4-FFF2-40B4-BE49-F238E27FC236}">
                      <a16:creationId xmlns:a16="http://schemas.microsoft.com/office/drawing/2014/main" id="{07D34471-1887-8A6A-C431-C42571EEC492}"/>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3619753" y="4534386"/>
                  <a:ext cx="4332529" cy="736507"/>
                </a:xfrm>
                <a:prstGeom prst="rect">
                  <a:avLst/>
                </a:prstGeom>
              </p:spPr>
            </p:pic>
          </p:grpSp>
          <p:sp>
            <p:nvSpPr>
              <p:cNvPr id="147" name="テキスト ボックス 146">
                <a:extLst>
                  <a:ext uri="{FF2B5EF4-FFF2-40B4-BE49-F238E27FC236}">
                    <a16:creationId xmlns:a16="http://schemas.microsoft.com/office/drawing/2014/main" id="{E257FEC9-C686-A289-0344-B944ACE3F0F8}"/>
                  </a:ext>
                </a:extLst>
              </p:cNvPr>
              <p:cNvSpPr txBox="1"/>
              <p:nvPr/>
            </p:nvSpPr>
            <p:spPr>
              <a:xfrm>
                <a:off x="1791417" y="5115219"/>
                <a:ext cx="385042" cy="276999"/>
              </a:xfrm>
              <a:prstGeom prst="rect">
                <a:avLst/>
              </a:prstGeom>
              <a:noFill/>
            </p:spPr>
            <p:txBody>
              <a:bodyPr wrap="none" rtlCol="0">
                <a:spAutoFit/>
              </a:bodyPr>
              <a:lstStyle/>
              <a:p>
                <a:r>
                  <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rPr>
                  <a:t>HP</a:t>
                </a:r>
              </a:p>
            </p:txBody>
          </p:sp>
        </p:grpSp>
      </p:grpSp>
      <p:pic>
        <p:nvPicPr>
          <p:cNvPr id="158" name="図 157">
            <a:extLst>
              <a:ext uri="{FF2B5EF4-FFF2-40B4-BE49-F238E27FC236}">
                <a16:creationId xmlns:a16="http://schemas.microsoft.com/office/drawing/2014/main" id="{3E166822-0DB7-BDFE-267E-D1A2D9349F91}"/>
              </a:ext>
            </a:extLst>
          </p:cNvPr>
          <p:cNvPicPr>
            <a:picLocks noChangeAspect="1"/>
          </p:cNvPicPr>
          <p:nvPr/>
        </p:nvPicPr>
        <p:blipFill>
          <a:blip r:embed="rId11">
            <a:extLst>
              <a:ext uri="{28A0092B-C50C-407E-A947-70E740481C1C}">
                <a14:useLocalDpi xmlns:a14="http://schemas.microsoft.com/office/drawing/2010/main" val="0"/>
              </a:ext>
            </a:extLst>
          </a:blip>
          <a:stretch>
            <a:fillRect/>
          </a:stretch>
        </p:blipFill>
        <p:spPr>
          <a:xfrm>
            <a:off x="11271707" y="235933"/>
            <a:ext cx="610371" cy="610371"/>
          </a:xfrm>
          <a:prstGeom prst="rect">
            <a:avLst/>
          </a:prstGeom>
        </p:spPr>
      </p:pic>
      <p:sp>
        <p:nvSpPr>
          <p:cNvPr id="159" name="テキスト ボックス 158">
            <a:extLst>
              <a:ext uri="{FF2B5EF4-FFF2-40B4-BE49-F238E27FC236}">
                <a16:creationId xmlns:a16="http://schemas.microsoft.com/office/drawing/2014/main" id="{E8BDB081-0DC6-7ABF-7EEC-A4798B35FD3F}"/>
              </a:ext>
            </a:extLst>
          </p:cNvPr>
          <p:cNvSpPr txBox="1"/>
          <p:nvPr/>
        </p:nvSpPr>
        <p:spPr>
          <a:xfrm>
            <a:off x="1921312" y="865320"/>
            <a:ext cx="3305713" cy="369332"/>
          </a:xfrm>
          <a:prstGeom prst="rect">
            <a:avLst/>
          </a:prstGeom>
          <a:noFill/>
        </p:spPr>
        <p:txBody>
          <a:bodyPr wrap="none" rtlCol="0">
            <a:spAutoFit/>
          </a:bodyPr>
          <a:lstStyle/>
          <a:p>
            <a:r>
              <a:rPr kumimoji="1" lang="ja-JP" altLang="en-US" dirty="0">
                <a:solidFill>
                  <a:schemeClr val="bg1">
                    <a:lumMod val="95000"/>
                  </a:schemeClr>
                </a:solidFill>
                <a:latin typeface="HGS明朝E" panose="02020900000000000000" pitchFamily="18" charset="-128"/>
                <a:ea typeface="HGS明朝E" panose="02020900000000000000" pitchFamily="18" charset="-128"/>
              </a:rPr>
              <a:t>ドラックで前衛</a:t>
            </a:r>
            <a:r>
              <a:rPr lang="en-US" altLang="ja-JP" dirty="0">
                <a:solidFill>
                  <a:schemeClr val="bg1">
                    <a:lumMod val="95000"/>
                  </a:schemeClr>
                </a:solidFill>
                <a:latin typeface="HGS明朝E" panose="02020900000000000000" pitchFamily="18" charset="-128"/>
                <a:ea typeface="HGS明朝E" panose="02020900000000000000" pitchFamily="18" charset="-128"/>
              </a:rPr>
              <a:t>/</a:t>
            </a:r>
            <a:r>
              <a:rPr lang="ja-JP" altLang="en-US" dirty="0">
                <a:solidFill>
                  <a:schemeClr val="bg1">
                    <a:lumMod val="95000"/>
                  </a:schemeClr>
                </a:solidFill>
                <a:latin typeface="HGS明朝E" panose="02020900000000000000" pitchFamily="18" charset="-128"/>
                <a:ea typeface="HGS明朝E" panose="02020900000000000000" pitchFamily="18" charset="-128"/>
              </a:rPr>
              <a:t>後衛</a:t>
            </a:r>
            <a:r>
              <a:rPr kumimoji="1" lang="ja-JP" altLang="en-US" dirty="0">
                <a:solidFill>
                  <a:schemeClr val="bg1">
                    <a:lumMod val="95000"/>
                  </a:schemeClr>
                </a:solidFill>
                <a:latin typeface="HGS明朝E" panose="02020900000000000000" pitchFamily="18" charset="-128"/>
                <a:ea typeface="HGS明朝E" panose="02020900000000000000" pitchFamily="18" charset="-128"/>
              </a:rPr>
              <a:t>入れ替え</a:t>
            </a:r>
          </a:p>
        </p:txBody>
      </p:sp>
    </p:spTree>
    <p:extLst>
      <p:ext uri="{BB962C8B-B14F-4D97-AF65-F5344CB8AC3E}">
        <p14:creationId xmlns:p14="http://schemas.microsoft.com/office/powerpoint/2010/main" val="1542520176"/>
      </p:ext>
    </p:extLst>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
          <a:extLst>
            <a:ext uri="{FF2B5EF4-FFF2-40B4-BE49-F238E27FC236}">
              <a16:creationId xmlns:a16="http://schemas.microsoft.com/office/drawing/2014/main" id="{DDA0A767-0E37-FC38-5466-B34E537B5F41}"/>
            </a:ext>
          </a:extLst>
        </p:cNvPr>
        <p:cNvGrpSpPr/>
        <p:nvPr/>
      </p:nvGrpSpPr>
      <p:grpSpPr>
        <a:xfrm>
          <a:off x="0" y="0"/>
          <a:ext cx="0" cy="0"/>
          <a:chOff x="0" y="0"/>
          <a:chExt cx="0" cy="0"/>
        </a:xfrm>
      </p:grpSpPr>
      <p:sp>
        <p:nvSpPr>
          <p:cNvPr id="2" name="四角形: 角を丸くする 1">
            <a:extLst>
              <a:ext uri="{FF2B5EF4-FFF2-40B4-BE49-F238E27FC236}">
                <a16:creationId xmlns:a16="http://schemas.microsoft.com/office/drawing/2014/main" id="{4BFC6ACA-11D5-0910-C444-309F25B90508}"/>
              </a:ext>
            </a:extLst>
          </p:cNvPr>
          <p:cNvSpPr/>
          <p:nvPr/>
        </p:nvSpPr>
        <p:spPr>
          <a:xfrm>
            <a:off x="726233" y="695130"/>
            <a:ext cx="8501744" cy="5467739"/>
          </a:xfrm>
          <a:prstGeom prst="roundRect">
            <a:avLst>
              <a:gd name="adj" fmla="val 6428"/>
            </a:avLst>
          </a:prstGeom>
          <a:solidFill>
            <a:schemeClr val="tx1">
              <a:lumMod val="85000"/>
              <a:lumOff val="15000"/>
              <a:alpha val="4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nvGrpSpPr>
          <p:cNvPr id="41" name="グループ化 40">
            <a:extLst>
              <a:ext uri="{FF2B5EF4-FFF2-40B4-BE49-F238E27FC236}">
                <a16:creationId xmlns:a16="http://schemas.microsoft.com/office/drawing/2014/main" id="{23529CA7-0F80-BC4D-59F9-1A77EEBBC480}"/>
              </a:ext>
            </a:extLst>
          </p:cNvPr>
          <p:cNvGrpSpPr/>
          <p:nvPr/>
        </p:nvGrpSpPr>
        <p:grpSpPr>
          <a:xfrm>
            <a:off x="1217725" y="1338159"/>
            <a:ext cx="7518759" cy="2674716"/>
            <a:chOff x="1217725" y="1532774"/>
            <a:chExt cx="7518759" cy="2674716"/>
          </a:xfrm>
          <a:solidFill>
            <a:schemeClr val="bg1">
              <a:lumMod val="75000"/>
              <a:alpha val="70000"/>
            </a:schemeClr>
          </a:solidFill>
        </p:grpSpPr>
        <p:sp>
          <p:nvSpPr>
            <p:cNvPr id="15" name="四角形: 角を丸くする 14">
              <a:extLst>
                <a:ext uri="{FF2B5EF4-FFF2-40B4-BE49-F238E27FC236}">
                  <a16:creationId xmlns:a16="http://schemas.microsoft.com/office/drawing/2014/main" id="{7A0E8B61-E190-A954-7625-020BA030C4A3}"/>
                </a:ext>
              </a:extLst>
            </p:cNvPr>
            <p:cNvSpPr/>
            <p:nvPr/>
          </p:nvSpPr>
          <p:spPr>
            <a:xfrm>
              <a:off x="1217725" y="1532774"/>
              <a:ext cx="1719934" cy="2674716"/>
            </a:xfrm>
            <a:prstGeom prst="roundRect">
              <a:avLst>
                <a:gd name="adj" fmla="val 9614"/>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34" name="四角形: 角を丸くする 33">
              <a:extLst>
                <a:ext uri="{FF2B5EF4-FFF2-40B4-BE49-F238E27FC236}">
                  <a16:creationId xmlns:a16="http://schemas.microsoft.com/office/drawing/2014/main" id="{1961EF0D-69E5-AAF3-9558-7BA994D0DC86}"/>
                </a:ext>
              </a:extLst>
            </p:cNvPr>
            <p:cNvSpPr/>
            <p:nvPr/>
          </p:nvSpPr>
          <p:spPr>
            <a:xfrm>
              <a:off x="3150667" y="1532774"/>
              <a:ext cx="1719934" cy="2674716"/>
            </a:xfrm>
            <a:prstGeom prst="roundRect">
              <a:avLst>
                <a:gd name="adj" fmla="val 9614"/>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sp>
          <p:nvSpPr>
            <p:cNvPr id="39" name="四角形: 角を丸くする 38">
              <a:extLst>
                <a:ext uri="{FF2B5EF4-FFF2-40B4-BE49-F238E27FC236}">
                  <a16:creationId xmlns:a16="http://schemas.microsoft.com/office/drawing/2014/main" id="{396224C3-4DC8-3C76-F5D2-85BC4D286010}"/>
                </a:ext>
              </a:extLst>
            </p:cNvPr>
            <p:cNvSpPr/>
            <p:nvPr/>
          </p:nvSpPr>
          <p:spPr>
            <a:xfrm>
              <a:off x="5083609" y="1532774"/>
              <a:ext cx="1719934" cy="2674716"/>
            </a:xfrm>
            <a:prstGeom prst="roundRect">
              <a:avLst>
                <a:gd name="adj" fmla="val 9614"/>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sp>
          <p:nvSpPr>
            <p:cNvPr id="40" name="四角形: 角を丸くする 39">
              <a:extLst>
                <a:ext uri="{FF2B5EF4-FFF2-40B4-BE49-F238E27FC236}">
                  <a16:creationId xmlns:a16="http://schemas.microsoft.com/office/drawing/2014/main" id="{7679B8A2-96FD-0BC0-75E7-F0ACF6E689A9}"/>
                </a:ext>
              </a:extLst>
            </p:cNvPr>
            <p:cNvSpPr/>
            <p:nvPr/>
          </p:nvSpPr>
          <p:spPr>
            <a:xfrm>
              <a:off x="7016550" y="1532774"/>
              <a:ext cx="1719934" cy="2674716"/>
            </a:xfrm>
            <a:prstGeom prst="roundRect">
              <a:avLst>
                <a:gd name="adj" fmla="val 9614"/>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grpSp>
        <p:nvGrpSpPr>
          <p:cNvPr id="156" name="グループ化 155">
            <a:extLst>
              <a:ext uri="{FF2B5EF4-FFF2-40B4-BE49-F238E27FC236}">
                <a16:creationId xmlns:a16="http://schemas.microsoft.com/office/drawing/2014/main" id="{E0EDDFD8-17FA-CEB0-E308-0E4BC913271A}"/>
              </a:ext>
            </a:extLst>
          </p:cNvPr>
          <p:cNvGrpSpPr/>
          <p:nvPr/>
        </p:nvGrpSpPr>
        <p:grpSpPr>
          <a:xfrm>
            <a:off x="9569319" y="5011901"/>
            <a:ext cx="1755710" cy="810206"/>
            <a:chOff x="9569319" y="5159829"/>
            <a:chExt cx="1755710" cy="810206"/>
          </a:xfrm>
          <a:solidFill>
            <a:schemeClr val="bg1">
              <a:lumMod val="85000"/>
              <a:alpha val="70000"/>
            </a:schemeClr>
          </a:solidFill>
        </p:grpSpPr>
        <p:sp>
          <p:nvSpPr>
            <p:cNvPr id="5" name="四角形: 角を丸くする 4">
              <a:extLst>
                <a:ext uri="{FF2B5EF4-FFF2-40B4-BE49-F238E27FC236}">
                  <a16:creationId xmlns:a16="http://schemas.microsoft.com/office/drawing/2014/main" id="{4FC9DD8A-12A8-4E50-0B08-AD985D6064EC}"/>
                </a:ext>
              </a:extLst>
            </p:cNvPr>
            <p:cNvSpPr/>
            <p:nvPr/>
          </p:nvSpPr>
          <p:spPr>
            <a:xfrm>
              <a:off x="9569319" y="5159829"/>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HGS明朝E" panose="02020900000000000000" pitchFamily="18" charset="-128"/>
                <a:ea typeface="HGS明朝E" panose="02020900000000000000" pitchFamily="18" charset="-128"/>
              </a:endParaRPr>
            </a:p>
          </p:txBody>
        </p:sp>
        <p:sp>
          <p:nvSpPr>
            <p:cNvPr id="9" name="テキスト ボックス 8">
              <a:extLst>
                <a:ext uri="{FF2B5EF4-FFF2-40B4-BE49-F238E27FC236}">
                  <a16:creationId xmlns:a16="http://schemas.microsoft.com/office/drawing/2014/main" id="{4909AD0E-17F1-6315-B430-F2111A274F58}"/>
                </a:ext>
              </a:extLst>
            </p:cNvPr>
            <p:cNvSpPr txBox="1"/>
            <p:nvPr/>
          </p:nvSpPr>
          <p:spPr>
            <a:xfrm>
              <a:off x="10430947" y="5564932"/>
              <a:ext cx="877163" cy="369332"/>
            </a:xfrm>
            <a:prstGeom prst="rect">
              <a:avLst/>
            </a:prstGeom>
            <a:noFill/>
            <a:ln>
              <a:noFill/>
            </a:ln>
          </p:spPr>
          <p:txBody>
            <a:bodyPr wrap="none" rtlCol="0">
              <a:spAutoFit/>
            </a:bodyPr>
            <a:lstStyle/>
            <a:p>
              <a:pPr algn="r"/>
              <a:r>
                <a:rPr kumimoji="1" lang="ja-JP" altLang="en-US"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rPr>
                <a:t>ルート</a:t>
              </a:r>
              <a:endParaRPr kumimoji="1" lang="en-US" altLang="ja-JP"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155" name="グループ化 154">
            <a:extLst>
              <a:ext uri="{FF2B5EF4-FFF2-40B4-BE49-F238E27FC236}">
                <a16:creationId xmlns:a16="http://schemas.microsoft.com/office/drawing/2014/main" id="{40D876E8-D09D-AA4F-E747-D921C9CF7ADA}"/>
              </a:ext>
            </a:extLst>
          </p:cNvPr>
          <p:cNvGrpSpPr/>
          <p:nvPr/>
        </p:nvGrpSpPr>
        <p:grpSpPr>
          <a:xfrm>
            <a:off x="9569319" y="3698488"/>
            <a:ext cx="1755710" cy="810206"/>
            <a:chOff x="9575538" y="4156787"/>
            <a:chExt cx="1755710" cy="810206"/>
          </a:xfrm>
          <a:solidFill>
            <a:schemeClr val="bg1">
              <a:lumMod val="85000"/>
              <a:alpha val="70000"/>
            </a:schemeClr>
          </a:solidFill>
        </p:grpSpPr>
        <p:sp>
          <p:nvSpPr>
            <p:cNvPr id="8" name="四角形: 角を丸くする 7">
              <a:extLst>
                <a:ext uri="{FF2B5EF4-FFF2-40B4-BE49-F238E27FC236}">
                  <a16:creationId xmlns:a16="http://schemas.microsoft.com/office/drawing/2014/main" id="{51E8A2B1-6A33-33C3-6A78-3EE25F38BA71}"/>
                </a:ext>
              </a:extLst>
            </p:cNvPr>
            <p:cNvSpPr/>
            <p:nvPr/>
          </p:nvSpPr>
          <p:spPr>
            <a:xfrm>
              <a:off x="9575538" y="4156787"/>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HGS明朝E" panose="02020900000000000000" pitchFamily="18" charset="-128"/>
                <a:ea typeface="HGS明朝E" panose="02020900000000000000" pitchFamily="18" charset="-128"/>
              </a:endParaRPr>
            </a:p>
          </p:txBody>
        </p:sp>
        <p:sp>
          <p:nvSpPr>
            <p:cNvPr id="4" name="テキスト ボックス 3">
              <a:extLst>
                <a:ext uri="{FF2B5EF4-FFF2-40B4-BE49-F238E27FC236}">
                  <a16:creationId xmlns:a16="http://schemas.microsoft.com/office/drawing/2014/main" id="{CBCE9AE6-75D5-1F7B-085F-C1963EF4A59E}"/>
                </a:ext>
              </a:extLst>
            </p:cNvPr>
            <p:cNvSpPr txBox="1"/>
            <p:nvPr/>
          </p:nvSpPr>
          <p:spPr>
            <a:xfrm>
              <a:off x="10661779" y="4561890"/>
              <a:ext cx="646331" cy="369332"/>
            </a:xfrm>
            <a:prstGeom prst="rect">
              <a:avLst/>
            </a:prstGeom>
            <a:noFill/>
            <a:ln>
              <a:noFill/>
            </a:ln>
          </p:spPr>
          <p:txBody>
            <a:bodyPr wrap="none" rtlCol="0">
              <a:spAutoFit/>
            </a:bodyPr>
            <a:lstStyle/>
            <a:p>
              <a:pPr algn="r"/>
              <a:r>
                <a:rPr kumimoji="1" lang="ja-JP" altLang="en-US"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rPr>
                <a:t>戻る</a:t>
              </a:r>
              <a:endParaRPr kumimoji="1" lang="en-US" altLang="ja-JP"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154" name="グループ化 153">
            <a:extLst>
              <a:ext uri="{FF2B5EF4-FFF2-40B4-BE49-F238E27FC236}">
                <a16:creationId xmlns:a16="http://schemas.microsoft.com/office/drawing/2014/main" id="{ED0A2FA2-0F12-7EE9-A59E-F6417F7262C3}"/>
              </a:ext>
            </a:extLst>
          </p:cNvPr>
          <p:cNvGrpSpPr/>
          <p:nvPr/>
        </p:nvGrpSpPr>
        <p:grpSpPr>
          <a:xfrm>
            <a:off x="9569319" y="2385076"/>
            <a:ext cx="1755710" cy="810206"/>
            <a:chOff x="9569319" y="1891007"/>
            <a:chExt cx="1755710" cy="810206"/>
          </a:xfrm>
        </p:grpSpPr>
        <p:sp>
          <p:nvSpPr>
            <p:cNvPr id="7" name="四角形: 角を丸くする 6">
              <a:extLst>
                <a:ext uri="{FF2B5EF4-FFF2-40B4-BE49-F238E27FC236}">
                  <a16:creationId xmlns:a16="http://schemas.microsoft.com/office/drawing/2014/main" id="{53EFD794-5F60-AD8D-D714-9B504121296D}"/>
                </a:ext>
              </a:extLst>
            </p:cNvPr>
            <p:cNvSpPr/>
            <p:nvPr/>
          </p:nvSpPr>
          <p:spPr>
            <a:xfrm>
              <a:off x="9569319" y="1891007"/>
              <a:ext cx="1755710" cy="810206"/>
            </a:xfrm>
            <a:prstGeom prst="roundRect">
              <a:avLst>
                <a:gd name="adj" fmla="val 6428"/>
              </a:avLst>
            </a:prstGeom>
            <a:solidFill>
              <a:schemeClr val="accent6">
                <a:alpha val="80000"/>
              </a:schemeClr>
            </a:solid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sp>
          <p:nvSpPr>
            <p:cNvPr id="11" name="テキスト ボックス 10">
              <a:extLst>
                <a:ext uri="{FF2B5EF4-FFF2-40B4-BE49-F238E27FC236}">
                  <a16:creationId xmlns:a16="http://schemas.microsoft.com/office/drawing/2014/main" id="{48FB1F83-3172-53B3-4E9E-C93473591199}"/>
                </a:ext>
              </a:extLst>
            </p:cNvPr>
            <p:cNvSpPr txBox="1"/>
            <p:nvPr/>
          </p:nvSpPr>
          <p:spPr>
            <a:xfrm>
              <a:off x="10678698" y="2290669"/>
              <a:ext cx="646331" cy="369332"/>
            </a:xfrm>
            <a:prstGeom prst="rect">
              <a:avLst/>
            </a:prstGeom>
            <a:noFill/>
          </p:spPr>
          <p:txBody>
            <a:bodyPr wrap="none" rtlCol="0">
              <a:spAutoFit/>
            </a:bodyPr>
            <a:lstStyle/>
            <a:p>
              <a:pPr algn="r"/>
              <a:r>
                <a:rPr lang="ja-JP" altLang="en-US"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バフ</a:t>
              </a:r>
              <a:endParaRPr kumimoji="1" lang="en-US" altLang="ja-JP"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153" name="グループ化 152">
            <a:extLst>
              <a:ext uri="{FF2B5EF4-FFF2-40B4-BE49-F238E27FC236}">
                <a16:creationId xmlns:a16="http://schemas.microsoft.com/office/drawing/2014/main" id="{71F5FFB3-240F-A4C0-9385-442FC8CB1811}"/>
              </a:ext>
            </a:extLst>
          </p:cNvPr>
          <p:cNvGrpSpPr/>
          <p:nvPr/>
        </p:nvGrpSpPr>
        <p:grpSpPr>
          <a:xfrm>
            <a:off x="9569319" y="1071664"/>
            <a:ext cx="1755710" cy="810206"/>
            <a:chOff x="9569319" y="887965"/>
            <a:chExt cx="1755710" cy="810206"/>
          </a:xfrm>
        </p:grpSpPr>
        <p:sp>
          <p:nvSpPr>
            <p:cNvPr id="6" name="四角形: 角を丸くする 5">
              <a:extLst>
                <a:ext uri="{FF2B5EF4-FFF2-40B4-BE49-F238E27FC236}">
                  <a16:creationId xmlns:a16="http://schemas.microsoft.com/office/drawing/2014/main" id="{39E97044-0D58-F4B0-0120-CB78EA88FCBB}"/>
                </a:ext>
              </a:extLst>
            </p:cNvPr>
            <p:cNvSpPr/>
            <p:nvPr/>
          </p:nvSpPr>
          <p:spPr>
            <a:xfrm>
              <a:off x="9569319" y="887965"/>
              <a:ext cx="1755710" cy="810206"/>
            </a:xfrm>
            <a:prstGeom prst="roundRect">
              <a:avLst>
                <a:gd name="adj" fmla="val 6428"/>
              </a:avLst>
            </a:prstGeom>
            <a:solidFill>
              <a:schemeClr val="accent6">
                <a:alpha val="8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2" name="テキスト ボックス 11">
              <a:extLst>
                <a:ext uri="{FF2B5EF4-FFF2-40B4-BE49-F238E27FC236}">
                  <a16:creationId xmlns:a16="http://schemas.microsoft.com/office/drawing/2014/main" id="{FC7456E9-484F-D90D-6A43-30143EE057FC}"/>
                </a:ext>
              </a:extLst>
            </p:cNvPr>
            <p:cNvSpPr txBox="1"/>
            <p:nvPr/>
          </p:nvSpPr>
          <p:spPr>
            <a:xfrm>
              <a:off x="9969282" y="1293068"/>
              <a:ext cx="1338828" cy="369332"/>
            </a:xfrm>
            <a:prstGeom prst="rect">
              <a:avLst/>
            </a:prstGeom>
            <a:noFill/>
          </p:spPr>
          <p:txBody>
            <a:bodyPr wrap="none" rtlCol="0">
              <a:spAutoFit/>
            </a:bodyPr>
            <a:lstStyle/>
            <a:p>
              <a:pPr algn="r"/>
              <a:r>
                <a:rPr lang="ja-JP" altLang="en-US"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パーティー</a:t>
              </a:r>
              <a:endParaRPr kumimoji="1" lang="en-US" altLang="ja-JP"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sp>
        <p:nvSpPr>
          <p:cNvPr id="18" name="テキスト ボックス 17">
            <a:extLst>
              <a:ext uri="{FF2B5EF4-FFF2-40B4-BE49-F238E27FC236}">
                <a16:creationId xmlns:a16="http://schemas.microsoft.com/office/drawing/2014/main" id="{0D40BA72-06C6-2D00-00D7-DFD02C85772B}"/>
              </a:ext>
            </a:extLst>
          </p:cNvPr>
          <p:cNvSpPr txBox="1"/>
          <p:nvPr/>
        </p:nvSpPr>
        <p:spPr>
          <a:xfrm>
            <a:off x="991856" y="771656"/>
            <a:ext cx="902811" cy="523220"/>
          </a:xfrm>
          <a:prstGeom prst="rect">
            <a:avLst/>
          </a:prstGeom>
          <a:noFill/>
        </p:spPr>
        <p:txBody>
          <a:bodyPr wrap="none" rtlCol="0">
            <a:spAutoFit/>
          </a:bodyPr>
          <a:lstStyle/>
          <a:p>
            <a:r>
              <a:rPr kumimoji="1" lang="ja-JP" altLang="en-US" sz="2800" dirty="0">
                <a:solidFill>
                  <a:schemeClr val="bg1">
                    <a:lumMod val="95000"/>
                  </a:schemeClr>
                </a:solidFill>
                <a:latin typeface="HGS明朝E" panose="02020900000000000000" pitchFamily="18" charset="-128"/>
                <a:ea typeface="HGS明朝E" panose="02020900000000000000" pitchFamily="18" charset="-128"/>
              </a:rPr>
              <a:t>前衛</a:t>
            </a:r>
          </a:p>
        </p:txBody>
      </p:sp>
      <p:sp>
        <p:nvSpPr>
          <p:cNvPr id="19" name="テキスト ボックス 18">
            <a:extLst>
              <a:ext uri="{FF2B5EF4-FFF2-40B4-BE49-F238E27FC236}">
                <a16:creationId xmlns:a16="http://schemas.microsoft.com/office/drawing/2014/main" id="{0316EC49-3ACB-C7BB-F113-45A2FF8F1F58}"/>
              </a:ext>
            </a:extLst>
          </p:cNvPr>
          <p:cNvSpPr txBox="1"/>
          <p:nvPr/>
        </p:nvSpPr>
        <p:spPr>
          <a:xfrm>
            <a:off x="991856" y="4040478"/>
            <a:ext cx="902811" cy="523220"/>
          </a:xfrm>
          <a:prstGeom prst="rect">
            <a:avLst/>
          </a:prstGeom>
          <a:noFill/>
        </p:spPr>
        <p:txBody>
          <a:bodyPr wrap="none" rtlCol="0">
            <a:spAutoFit/>
          </a:bodyPr>
          <a:lstStyle/>
          <a:p>
            <a:r>
              <a:rPr lang="ja-JP" altLang="en-US" sz="2800" dirty="0">
                <a:solidFill>
                  <a:schemeClr val="bg1">
                    <a:lumMod val="95000"/>
                  </a:schemeClr>
                </a:solidFill>
                <a:latin typeface="HGS明朝E" panose="02020900000000000000" pitchFamily="18" charset="-128"/>
                <a:ea typeface="HGS明朝E" panose="02020900000000000000" pitchFamily="18" charset="-128"/>
              </a:rPr>
              <a:t>後衛</a:t>
            </a:r>
            <a:endParaRPr kumimoji="1" lang="ja-JP" altLang="en-US" sz="2800" dirty="0">
              <a:solidFill>
                <a:schemeClr val="bg1">
                  <a:lumMod val="95000"/>
                </a:schemeClr>
              </a:solidFill>
              <a:latin typeface="HGS明朝E" panose="02020900000000000000" pitchFamily="18" charset="-128"/>
              <a:ea typeface="HGS明朝E" panose="02020900000000000000" pitchFamily="18" charset="-128"/>
            </a:endParaRPr>
          </a:p>
        </p:txBody>
      </p:sp>
      <p:sp>
        <p:nvSpPr>
          <p:cNvPr id="23" name="四角形: 角を丸くする 22">
            <a:extLst>
              <a:ext uri="{FF2B5EF4-FFF2-40B4-BE49-F238E27FC236}">
                <a16:creationId xmlns:a16="http://schemas.microsoft.com/office/drawing/2014/main" id="{C896EBFB-3AEF-5121-91E0-9695B511BFFE}"/>
              </a:ext>
            </a:extLst>
          </p:cNvPr>
          <p:cNvSpPr/>
          <p:nvPr/>
        </p:nvSpPr>
        <p:spPr>
          <a:xfrm>
            <a:off x="3351272" y="4599468"/>
            <a:ext cx="1928074" cy="1295919"/>
          </a:xfrm>
          <a:prstGeom prst="roundRect">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sp>
        <p:nvSpPr>
          <p:cNvPr id="24" name="四角形: 角を丸くする 23">
            <a:extLst>
              <a:ext uri="{FF2B5EF4-FFF2-40B4-BE49-F238E27FC236}">
                <a16:creationId xmlns:a16="http://schemas.microsoft.com/office/drawing/2014/main" id="{A471F7F4-0E07-B657-4E31-1BEA1B310EE0}"/>
              </a:ext>
            </a:extLst>
          </p:cNvPr>
          <p:cNvSpPr/>
          <p:nvPr/>
        </p:nvSpPr>
        <p:spPr>
          <a:xfrm>
            <a:off x="5479951" y="4599468"/>
            <a:ext cx="1928074" cy="1295919"/>
          </a:xfrm>
          <a:prstGeom prst="roundRect">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grpSp>
        <p:nvGrpSpPr>
          <p:cNvPr id="78" name="グループ化 77">
            <a:extLst>
              <a:ext uri="{FF2B5EF4-FFF2-40B4-BE49-F238E27FC236}">
                <a16:creationId xmlns:a16="http://schemas.microsoft.com/office/drawing/2014/main" id="{A845764F-7D5C-4EAC-D380-13AD425F0094}"/>
              </a:ext>
            </a:extLst>
          </p:cNvPr>
          <p:cNvGrpSpPr/>
          <p:nvPr/>
        </p:nvGrpSpPr>
        <p:grpSpPr>
          <a:xfrm>
            <a:off x="1373972" y="3389547"/>
            <a:ext cx="1439254" cy="523221"/>
            <a:chOff x="1373972" y="3464195"/>
            <a:chExt cx="1439254" cy="523221"/>
          </a:xfrm>
        </p:grpSpPr>
        <p:sp>
          <p:nvSpPr>
            <p:cNvPr id="28" name="テキスト ボックス 27">
              <a:extLst>
                <a:ext uri="{FF2B5EF4-FFF2-40B4-BE49-F238E27FC236}">
                  <a16:creationId xmlns:a16="http://schemas.microsoft.com/office/drawing/2014/main" id="{1588A8A3-0936-A127-592E-FE55A073BC23}"/>
                </a:ext>
              </a:extLst>
            </p:cNvPr>
            <p:cNvSpPr txBox="1"/>
            <p:nvPr/>
          </p:nvSpPr>
          <p:spPr>
            <a:xfrm>
              <a:off x="1807823" y="3620405"/>
              <a:ext cx="1005403" cy="338554"/>
            </a:xfrm>
            <a:prstGeom prst="rect">
              <a:avLst/>
            </a:prstGeom>
            <a:noFill/>
          </p:spPr>
          <p:txBody>
            <a:bodyPr wrap="none" rtlCol="0">
              <a:spAutoFit/>
            </a:bodyPr>
            <a:lstStyle/>
            <a:p>
              <a:r>
                <a:rPr lang="ja-JP" altLang="en-US" sz="1600" b="1" dirty="0">
                  <a:solidFill>
                    <a:schemeClr val="tx1">
                      <a:lumMod val="95000"/>
                      <a:lumOff val="5000"/>
                    </a:schemeClr>
                  </a:solidFill>
                  <a:latin typeface="HGS明朝E" panose="02020900000000000000" pitchFamily="18" charset="-128"/>
                  <a:ea typeface="HGS明朝E" panose="02020900000000000000" pitchFamily="18" charset="-128"/>
                </a:rPr>
                <a:t>キャラ名</a:t>
              </a:r>
              <a:endParaRPr kumimoji="1" lang="ja-JP" altLang="en-US" sz="1600" b="1" dirty="0">
                <a:solidFill>
                  <a:schemeClr val="tx1">
                    <a:lumMod val="95000"/>
                    <a:lumOff val="5000"/>
                  </a:schemeClr>
                </a:solidFill>
                <a:latin typeface="HGS明朝E" panose="02020900000000000000" pitchFamily="18" charset="-128"/>
                <a:ea typeface="HGS明朝E" panose="02020900000000000000" pitchFamily="18" charset="-128"/>
              </a:endParaRPr>
            </a:p>
          </p:txBody>
        </p:sp>
        <p:pic>
          <p:nvPicPr>
            <p:cNvPr id="43" name="図 42">
              <a:extLst>
                <a:ext uri="{FF2B5EF4-FFF2-40B4-BE49-F238E27FC236}">
                  <a16:creationId xmlns:a16="http://schemas.microsoft.com/office/drawing/2014/main" id="{F6528D53-F1AD-4CF0-19BE-451062C9EA81}"/>
                </a:ext>
              </a:extLst>
            </p:cNvPr>
            <p:cNvPicPr>
              <a:picLocks noChangeAspect="1"/>
            </p:cNvPicPr>
            <p:nvPr/>
          </p:nvPicPr>
          <p:blipFill>
            <a:blip r:embed="rId4">
              <a:grayscl/>
              <a:extLst>
                <a:ext uri="{28A0092B-C50C-407E-A947-70E740481C1C}">
                  <a14:useLocalDpi xmlns:a14="http://schemas.microsoft.com/office/drawing/2010/main" val="0"/>
                </a:ext>
              </a:extLst>
            </a:blip>
            <a:srcRect l="6840" t="30163" r="48646" b="36883"/>
            <a:stretch>
              <a:fillRect/>
            </a:stretch>
          </p:blipFill>
          <p:spPr>
            <a:xfrm>
              <a:off x="1373972" y="3464195"/>
              <a:ext cx="471169" cy="523221"/>
            </a:xfrm>
            <a:prstGeom prst="rect">
              <a:avLst/>
            </a:prstGeom>
          </p:spPr>
        </p:pic>
      </p:grpSp>
      <p:pic>
        <p:nvPicPr>
          <p:cNvPr id="45" name="図 44">
            <a:extLst>
              <a:ext uri="{FF2B5EF4-FFF2-40B4-BE49-F238E27FC236}">
                <a16:creationId xmlns:a16="http://schemas.microsoft.com/office/drawing/2014/main" id="{43507C23-4260-70AA-2925-58CDFA76FEC0}"/>
              </a:ext>
            </a:extLst>
          </p:cNvPr>
          <p:cNvPicPr>
            <a:picLocks noChangeAspect="1"/>
          </p:cNvPicPr>
          <p:nvPr/>
        </p:nvPicPr>
        <p:blipFill>
          <a:blip r:embed="rId5">
            <a:grayscl/>
            <a:extLst>
              <a:ext uri="{28A0092B-C50C-407E-A947-70E740481C1C}">
                <a14:useLocalDpi xmlns:a14="http://schemas.microsoft.com/office/drawing/2010/main" val="0"/>
              </a:ext>
            </a:extLst>
          </a:blip>
          <a:stretch>
            <a:fillRect/>
          </a:stretch>
        </p:blipFill>
        <p:spPr>
          <a:xfrm>
            <a:off x="3307728" y="3488778"/>
            <a:ext cx="402464" cy="402464"/>
          </a:xfrm>
          <a:prstGeom prst="rect">
            <a:avLst/>
          </a:prstGeom>
        </p:spPr>
      </p:pic>
      <p:sp>
        <p:nvSpPr>
          <p:cNvPr id="46" name="テキスト ボックス 45">
            <a:extLst>
              <a:ext uri="{FF2B5EF4-FFF2-40B4-BE49-F238E27FC236}">
                <a16:creationId xmlns:a16="http://schemas.microsoft.com/office/drawing/2014/main" id="{E174CEAB-B1E1-12E8-3627-A87FD193C765}"/>
              </a:ext>
            </a:extLst>
          </p:cNvPr>
          <p:cNvSpPr txBox="1"/>
          <p:nvPr/>
        </p:nvSpPr>
        <p:spPr>
          <a:xfrm>
            <a:off x="3731126" y="3545757"/>
            <a:ext cx="1005403" cy="338554"/>
          </a:xfrm>
          <a:prstGeom prst="rect">
            <a:avLst/>
          </a:prstGeom>
          <a:noFill/>
        </p:spPr>
        <p:txBody>
          <a:bodyPr wrap="none" rtlCol="0">
            <a:spAutoFit/>
          </a:bodyPr>
          <a:lstStyle/>
          <a:p>
            <a:r>
              <a:rPr lang="ja-JP" altLang="en-US" sz="1600" b="1" dirty="0">
                <a:solidFill>
                  <a:schemeClr val="tx1">
                    <a:lumMod val="95000"/>
                    <a:lumOff val="5000"/>
                  </a:schemeClr>
                </a:solidFill>
                <a:latin typeface="HGS明朝E" panose="02020900000000000000" pitchFamily="18" charset="-128"/>
                <a:ea typeface="HGS明朝E" panose="02020900000000000000" pitchFamily="18" charset="-128"/>
              </a:rPr>
              <a:t>キャラ名</a:t>
            </a:r>
            <a:endParaRPr kumimoji="1" lang="ja-JP" altLang="en-US" sz="1600" b="1" dirty="0">
              <a:solidFill>
                <a:schemeClr val="tx1">
                  <a:lumMod val="95000"/>
                  <a:lumOff val="5000"/>
                </a:schemeClr>
              </a:solidFill>
              <a:latin typeface="HGS明朝E" panose="02020900000000000000" pitchFamily="18" charset="-128"/>
              <a:ea typeface="HGS明朝E" panose="02020900000000000000" pitchFamily="18" charset="-128"/>
            </a:endParaRPr>
          </a:p>
        </p:txBody>
      </p:sp>
      <p:sp>
        <p:nvSpPr>
          <p:cNvPr id="47" name="テキスト ボックス 46">
            <a:extLst>
              <a:ext uri="{FF2B5EF4-FFF2-40B4-BE49-F238E27FC236}">
                <a16:creationId xmlns:a16="http://schemas.microsoft.com/office/drawing/2014/main" id="{C01CFA12-3722-22FF-F4E2-16FD0BF3BD7D}"/>
              </a:ext>
            </a:extLst>
          </p:cNvPr>
          <p:cNvSpPr txBox="1"/>
          <p:nvPr/>
        </p:nvSpPr>
        <p:spPr>
          <a:xfrm>
            <a:off x="7577731" y="3545757"/>
            <a:ext cx="1005403" cy="338554"/>
          </a:xfrm>
          <a:prstGeom prst="rect">
            <a:avLst/>
          </a:prstGeom>
          <a:noFill/>
        </p:spPr>
        <p:txBody>
          <a:bodyPr wrap="none" rtlCol="0">
            <a:spAutoFit/>
          </a:bodyPr>
          <a:lstStyle/>
          <a:p>
            <a:r>
              <a:rPr lang="ja-JP" altLang="en-US" sz="1600" b="1" dirty="0">
                <a:solidFill>
                  <a:schemeClr val="tx1">
                    <a:lumMod val="95000"/>
                    <a:lumOff val="5000"/>
                  </a:schemeClr>
                </a:solidFill>
                <a:latin typeface="HGS明朝E" panose="02020900000000000000" pitchFamily="18" charset="-128"/>
                <a:ea typeface="HGS明朝E" panose="02020900000000000000" pitchFamily="18" charset="-128"/>
              </a:rPr>
              <a:t>キャラ名</a:t>
            </a:r>
            <a:endParaRPr kumimoji="1" lang="ja-JP" altLang="en-US" sz="1600" b="1" dirty="0">
              <a:solidFill>
                <a:schemeClr val="tx1">
                  <a:lumMod val="95000"/>
                  <a:lumOff val="5000"/>
                </a:schemeClr>
              </a:solidFill>
              <a:latin typeface="HGS明朝E" panose="02020900000000000000" pitchFamily="18" charset="-128"/>
              <a:ea typeface="HGS明朝E" panose="02020900000000000000" pitchFamily="18" charset="-128"/>
            </a:endParaRPr>
          </a:p>
        </p:txBody>
      </p:sp>
      <p:sp>
        <p:nvSpPr>
          <p:cNvPr id="48" name="テキスト ボックス 47">
            <a:extLst>
              <a:ext uri="{FF2B5EF4-FFF2-40B4-BE49-F238E27FC236}">
                <a16:creationId xmlns:a16="http://schemas.microsoft.com/office/drawing/2014/main" id="{9843D6D6-C8A4-E7C1-02B3-C24A9E79409B}"/>
              </a:ext>
            </a:extLst>
          </p:cNvPr>
          <p:cNvSpPr txBox="1"/>
          <p:nvPr/>
        </p:nvSpPr>
        <p:spPr>
          <a:xfrm>
            <a:off x="5654429" y="3545757"/>
            <a:ext cx="1005403" cy="338554"/>
          </a:xfrm>
          <a:prstGeom prst="rect">
            <a:avLst/>
          </a:prstGeom>
          <a:noFill/>
        </p:spPr>
        <p:txBody>
          <a:bodyPr wrap="none" rtlCol="0">
            <a:spAutoFit/>
          </a:bodyPr>
          <a:lstStyle/>
          <a:p>
            <a:r>
              <a:rPr lang="ja-JP" altLang="en-US" sz="1600" b="1" dirty="0">
                <a:solidFill>
                  <a:schemeClr val="tx1">
                    <a:lumMod val="95000"/>
                    <a:lumOff val="5000"/>
                  </a:schemeClr>
                </a:solidFill>
                <a:latin typeface="HGS明朝E" panose="02020900000000000000" pitchFamily="18" charset="-128"/>
                <a:ea typeface="HGS明朝E" panose="02020900000000000000" pitchFamily="18" charset="-128"/>
              </a:rPr>
              <a:t>キャラ名</a:t>
            </a:r>
            <a:endParaRPr kumimoji="1" lang="ja-JP" altLang="en-US" sz="1600" b="1" dirty="0">
              <a:solidFill>
                <a:schemeClr val="tx1">
                  <a:lumMod val="95000"/>
                  <a:lumOff val="5000"/>
                </a:schemeClr>
              </a:solidFill>
              <a:latin typeface="HGS明朝E" panose="02020900000000000000" pitchFamily="18" charset="-128"/>
              <a:ea typeface="HGS明朝E" panose="02020900000000000000" pitchFamily="18" charset="-128"/>
            </a:endParaRPr>
          </a:p>
        </p:txBody>
      </p:sp>
      <p:pic>
        <p:nvPicPr>
          <p:cNvPr id="52" name="図 51">
            <a:extLst>
              <a:ext uri="{FF2B5EF4-FFF2-40B4-BE49-F238E27FC236}">
                <a16:creationId xmlns:a16="http://schemas.microsoft.com/office/drawing/2014/main" id="{9AB19369-57FA-7405-3794-D60C1B94BA8D}"/>
              </a:ext>
            </a:extLst>
          </p:cNvPr>
          <p:cNvPicPr>
            <a:picLocks noChangeAspect="1"/>
          </p:cNvPicPr>
          <p:nvPr/>
        </p:nvPicPr>
        <p:blipFill>
          <a:blip r:embed="rId6">
            <a:duotone>
              <a:prstClr val="black"/>
              <a:schemeClr val="tx2">
                <a:tint val="45000"/>
                <a:satMod val="400000"/>
              </a:schemeClr>
            </a:duotone>
            <a:extLst>
              <a:ext uri="{28A0092B-C50C-407E-A947-70E740481C1C}">
                <a14:useLocalDpi xmlns:a14="http://schemas.microsoft.com/office/drawing/2010/main" val="0"/>
              </a:ext>
            </a:extLst>
          </a:blip>
          <a:srcRect l="11598" t="10136" r="50749" b="43712"/>
          <a:stretch>
            <a:fillRect/>
          </a:stretch>
        </p:blipFill>
        <p:spPr>
          <a:xfrm>
            <a:off x="5202860" y="3461570"/>
            <a:ext cx="516858" cy="475140"/>
          </a:xfrm>
          <a:prstGeom prst="rect">
            <a:avLst/>
          </a:prstGeom>
        </p:spPr>
      </p:pic>
      <p:pic>
        <p:nvPicPr>
          <p:cNvPr id="53" name="図 52">
            <a:extLst>
              <a:ext uri="{FF2B5EF4-FFF2-40B4-BE49-F238E27FC236}">
                <a16:creationId xmlns:a16="http://schemas.microsoft.com/office/drawing/2014/main" id="{5337AA99-AB40-D902-34A8-216356E71E1B}"/>
              </a:ext>
            </a:extLst>
          </p:cNvPr>
          <p:cNvPicPr>
            <a:picLocks noChangeAspect="1"/>
          </p:cNvPicPr>
          <p:nvPr/>
        </p:nvPicPr>
        <p:blipFill>
          <a:blip r:embed="rId6">
            <a:duotone>
              <a:prstClr val="black"/>
              <a:schemeClr val="tx2">
                <a:tint val="45000"/>
                <a:satMod val="400000"/>
              </a:schemeClr>
            </a:duotone>
            <a:extLst>
              <a:ext uri="{28A0092B-C50C-407E-A947-70E740481C1C}">
                <a14:useLocalDpi xmlns:a14="http://schemas.microsoft.com/office/drawing/2010/main" val="0"/>
              </a:ext>
            </a:extLst>
          </a:blip>
          <a:srcRect l="11598" t="10136" r="50749" b="43712"/>
          <a:stretch>
            <a:fillRect/>
          </a:stretch>
        </p:blipFill>
        <p:spPr>
          <a:xfrm>
            <a:off x="7133399" y="3476369"/>
            <a:ext cx="516858" cy="475140"/>
          </a:xfrm>
          <a:prstGeom prst="rect">
            <a:avLst/>
          </a:prstGeom>
        </p:spPr>
      </p:pic>
      <p:pic>
        <p:nvPicPr>
          <p:cNvPr id="57" name="図 56">
            <a:extLst>
              <a:ext uri="{FF2B5EF4-FFF2-40B4-BE49-F238E27FC236}">
                <a16:creationId xmlns:a16="http://schemas.microsoft.com/office/drawing/2014/main" id="{B2C269F2-4FFF-76BE-8744-62BD52903C3A}"/>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1586768" y="1949574"/>
            <a:ext cx="1017328" cy="1525992"/>
          </a:xfrm>
          <a:prstGeom prst="rect">
            <a:avLst/>
          </a:prstGeom>
        </p:spPr>
      </p:pic>
      <p:grpSp>
        <p:nvGrpSpPr>
          <p:cNvPr id="62" name="グループ化 61">
            <a:extLst>
              <a:ext uri="{FF2B5EF4-FFF2-40B4-BE49-F238E27FC236}">
                <a16:creationId xmlns:a16="http://schemas.microsoft.com/office/drawing/2014/main" id="{FEC8E59E-F912-8302-F61E-286F8D75D69C}"/>
              </a:ext>
            </a:extLst>
          </p:cNvPr>
          <p:cNvGrpSpPr/>
          <p:nvPr/>
        </p:nvGrpSpPr>
        <p:grpSpPr>
          <a:xfrm>
            <a:off x="1268473" y="1379102"/>
            <a:ext cx="523221" cy="523221"/>
            <a:chOff x="1259142" y="1444419"/>
            <a:chExt cx="523221" cy="523221"/>
          </a:xfrm>
        </p:grpSpPr>
        <p:sp>
          <p:nvSpPr>
            <p:cNvPr id="60" name="四角形: 角を丸くする 59">
              <a:extLst>
                <a:ext uri="{FF2B5EF4-FFF2-40B4-BE49-F238E27FC236}">
                  <a16:creationId xmlns:a16="http://schemas.microsoft.com/office/drawing/2014/main" id="{84B4E916-45A0-6277-3025-D70988DCBAF6}"/>
                </a:ext>
              </a:extLst>
            </p:cNvPr>
            <p:cNvSpPr/>
            <p:nvPr/>
          </p:nvSpPr>
          <p:spPr>
            <a:xfrm>
              <a:off x="1285169" y="1465839"/>
              <a:ext cx="471169" cy="471709"/>
            </a:xfrm>
            <a:prstGeom prst="roundRect">
              <a:avLst>
                <a:gd name="adj" fmla="val 9614"/>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pic>
          <p:nvPicPr>
            <p:cNvPr id="61" name="図 60">
              <a:extLst>
                <a:ext uri="{FF2B5EF4-FFF2-40B4-BE49-F238E27FC236}">
                  <a16:creationId xmlns:a16="http://schemas.microsoft.com/office/drawing/2014/main" id="{BBE5D012-CEE2-FFB5-3656-D4BA9FF3972B}"/>
                </a:ext>
              </a:extLst>
            </p:cNvPr>
            <p:cNvPicPr>
              <a:picLocks noChangeAspect="1"/>
            </p:cNvPicPr>
            <p:nvPr/>
          </p:nvPicPr>
          <p:blipFill>
            <a:blip r:embed="rId8">
              <a:biLevel thresh="75000"/>
              <a:extLst>
                <a:ext uri="{28A0092B-C50C-407E-A947-70E740481C1C}">
                  <a14:useLocalDpi xmlns:a14="http://schemas.microsoft.com/office/drawing/2010/main" val="0"/>
                </a:ext>
              </a:extLst>
            </a:blip>
            <a:stretch>
              <a:fillRect/>
            </a:stretch>
          </p:blipFill>
          <p:spPr>
            <a:xfrm>
              <a:off x="1259142" y="1444419"/>
              <a:ext cx="523221" cy="523221"/>
            </a:xfrm>
            <a:prstGeom prst="rect">
              <a:avLst/>
            </a:prstGeom>
          </p:spPr>
        </p:pic>
      </p:grpSp>
      <p:grpSp>
        <p:nvGrpSpPr>
          <p:cNvPr id="63" name="グループ化 62">
            <a:extLst>
              <a:ext uri="{FF2B5EF4-FFF2-40B4-BE49-F238E27FC236}">
                <a16:creationId xmlns:a16="http://schemas.microsoft.com/office/drawing/2014/main" id="{562EE374-D7B5-BEA4-C46D-5D1B7831834E}"/>
              </a:ext>
            </a:extLst>
          </p:cNvPr>
          <p:cNvGrpSpPr/>
          <p:nvPr/>
        </p:nvGrpSpPr>
        <p:grpSpPr>
          <a:xfrm>
            <a:off x="7063841" y="1379102"/>
            <a:ext cx="523221" cy="523221"/>
            <a:chOff x="1259142" y="1444419"/>
            <a:chExt cx="523221" cy="523221"/>
          </a:xfrm>
        </p:grpSpPr>
        <p:sp>
          <p:nvSpPr>
            <p:cNvPr id="64" name="四角形: 角を丸くする 63">
              <a:extLst>
                <a:ext uri="{FF2B5EF4-FFF2-40B4-BE49-F238E27FC236}">
                  <a16:creationId xmlns:a16="http://schemas.microsoft.com/office/drawing/2014/main" id="{38EF759C-69C5-C8F7-C78B-D21633BB052C}"/>
                </a:ext>
              </a:extLst>
            </p:cNvPr>
            <p:cNvSpPr/>
            <p:nvPr/>
          </p:nvSpPr>
          <p:spPr>
            <a:xfrm>
              <a:off x="1285169" y="1465839"/>
              <a:ext cx="471169" cy="471709"/>
            </a:xfrm>
            <a:prstGeom prst="roundRect">
              <a:avLst>
                <a:gd name="adj" fmla="val 9614"/>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pic>
          <p:nvPicPr>
            <p:cNvPr id="65" name="図 64">
              <a:extLst>
                <a:ext uri="{FF2B5EF4-FFF2-40B4-BE49-F238E27FC236}">
                  <a16:creationId xmlns:a16="http://schemas.microsoft.com/office/drawing/2014/main" id="{00D36084-9E79-B61E-446A-AB8B96E783DC}"/>
                </a:ext>
              </a:extLst>
            </p:cNvPr>
            <p:cNvPicPr>
              <a:picLocks noChangeAspect="1"/>
            </p:cNvPicPr>
            <p:nvPr/>
          </p:nvPicPr>
          <p:blipFill>
            <a:blip r:embed="rId8">
              <a:biLevel thresh="75000"/>
              <a:extLst>
                <a:ext uri="{28A0092B-C50C-407E-A947-70E740481C1C}">
                  <a14:useLocalDpi xmlns:a14="http://schemas.microsoft.com/office/drawing/2010/main" val="0"/>
                </a:ext>
              </a:extLst>
            </a:blip>
            <a:stretch>
              <a:fillRect/>
            </a:stretch>
          </p:blipFill>
          <p:spPr>
            <a:xfrm>
              <a:off x="1259142" y="1444419"/>
              <a:ext cx="523221" cy="523221"/>
            </a:xfrm>
            <a:prstGeom prst="rect">
              <a:avLst/>
            </a:prstGeom>
          </p:spPr>
        </p:pic>
      </p:grpSp>
      <p:grpSp>
        <p:nvGrpSpPr>
          <p:cNvPr id="66" name="グループ化 65">
            <a:extLst>
              <a:ext uri="{FF2B5EF4-FFF2-40B4-BE49-F238E27FC236}">
                <a16:creationId xmlns:a16="http://schemas.microsoft.com/office/drawing/2014/main" id="{C84A64C5-EEE2-D5A9-8ACB-39D93504D983}"/>
              </a:ext>
            </a:extLst>
          </p:cNvPr>
          <p:cNvGrpSpPr/>
          <p:nvPr/>
        </p:nvGrpSpPr>
        <p:grpSpPr>
          <a:xfrm>
            <a:off x="5132051" y="1379102"/>
            <a:ext cx="523221" cy="523221"/>
            <a:chOff x="1259142" y="1444419"/>
            <a:chExt cx="523221" cy="523221"/>
          </a:xfrm>
        </p:grpSpPr>
        <p:sp>
          <p:nvSpPr>
            <p:cNvPr id="67" name="四角形: 角を丸くする 66">
              <a:extLst>
                <a:ext uri="{FF2B5EF4-FFF2-40B4-BE49-F238E27FC236}">
                  <a16:creationId xmlns:a16="http://schemas.microsoft.com/office/drawing/2014/main" id="{1F941AC2-559D-6D3D-BA08-596B5D59CAA5}"/>
                </a:ext>
              </a:extLst>
            </p:cNvPr>
            <p:cNvSpPr/>
            <p:nvPr/>
          </p:nvSpPr>
          <p:spPr>
            <a:xfrm>
              <a:off x="1285169" y="1465839"/>
              <a:ext cx="471169" cy="471709"/>
            </a:xfrm>
            <a:prstGeom prst="roundRect">
              <a:avLst>
                <a:gd name="adj" fmla="val 9614"/>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pic>
          <p:nvPicPr>
            <p:cNvPr id="68" name="図 67">
              <a:extLst>
                <a:ext uri="{FF2B5EF4-FFF2-40B4-BE49-F238E27FC236}">
                  <a16:creationId xmlns:a16="http://schemas.microsoft.com/office/drawing/2014/main" id="{C984992E-F000-DC71-7C80-8EBF4198B809}"/>
                </a:ext>
              </a:extLst>
            </p:cNvPr>
            <p:cNvPicPr>
              <a:picLocks noChangeAspect="1"/>
            </p:cNvPicPr>
            <p:nvPr/>
          </p:nvPicPr>
          <p:blipFill>
            <a:blip r:embed="rId8">
              <a:biLevel thresh="75000"/>
              <a:extLst>
                <a:ext uri="{28A0092B-C50C-407E-A947-70E740481C1C}">
                  <a14:useLocalDpi xmlns:a14="http://schemas.microsoft.com/office/drawing/2010/main" val="0"/>
                </a:ext>
              </a:extLst>
            </a:blip>
            <a:stretch>
              <a:fillRect/>
            </a:stretch>
          </p:blipFill>
          <p:spPr>
            <a:xfrm>
              <a:off x="1259142" y="1444419"/>
              <a:ext cx="523221" cy="523221"/>
            </a:xfrm>
            <a:prstGeom prst="rect">
              <a:avLst/>
            </a:prstGeom>
          </p:spPr>
        </p:pic>
      </p:grpSp>
      <p:grpSp>
        <p:nvGrpSpPr>
          <p:cNvPr id="69" name="グループ化 68">
            <a:extLst>
              <a:ext uri="{FF2B5EF4-FFF2-40B4-BE49-F238E27FC236}">
                <a16:creationId xmlns:a16="http://schemas.microsoft.com/office/drawing/2014/main" id="{64352980-AE01-3E20-F09D-9682E2FD8E92}"/>
              </a:ext>
            </a:extLst>
          </p:cNvPr>
          <p:cNvGrpSpPr/>
          <p:nvPr/>
        </p:nvGrpSpPr>
        <p:grpSpPr>
          <a:xfrm>
            <a:off x="3200262" y="1379102"/>
            <a:ext cx="523221" cy="523221"/>
            <a:chOff x="1259142" y="1444419"/>
            <a:chExt cx="523221" cy="523221"/>
          </a:xfrm>
        </p:grpSpPr>
        <p:sp>
          <p:nvSpPr>
            <p:cNvPr id="70" name="四角形: 角を丸くする 69">
              <a:extLst>
                <a:ext uri="{FF2B5EF4-FFF2-40B4-BE49-F238E27FC236}">
                  <a16:creationId xmlns:a16="http://schemas.microsoft.com/office/drawing/2014/main" id="{2082A27D-1D37-DA87-95C3-2E7465C6D8E1}"/>
                </a:ext>
              </a:extLst>
            </p:cNvPr>
            <p:cNvSpPr/>
            <p:nvPr/>
          </p:nvSpPr>
          <p:spPr>
            <a:xfrm>
              <a:off x="1285169" y="1465839"/>
              <a:ext cx="471169" cy="471709"/>
            </a:xfrm>
            <a:prstGeom prst="roundRect">
              <a:avLst>
                <a:gd name="adj" fmla="val 9614"/>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pic>
          <p:nvPicPr>
            <p:cNvPr id="71" name="図 70">
              <a:extLst>
                <a:ext uri="{FF2B5EF4-FFF2-40B4-BE49-F238E27FC236}">
                  <a16:creationId xmlns:a16="http://schemas.microsoft.com/office/drawing/2014/main" id="{481FE85A-EAB7-7672-9EA9-FF9731F3FC50}"/>
                </a:ext>
              </a:extLst>
            </p:cNvPr>
            <p:cNvPicPr>
              <a:picLocks noChangeAspect="1"/>
            </p:cNvPicPr>
            <p:nvPr/>
          </p:nvPicPr>
          <p:blipFill>
            <a:blip r:embed="rId8">
              <a:biLevel thresh="75000"/>
              <a:extLst>
                <a:ext uri="{28A0092B-C50C-407E-A947-70E740481C1C}">
                  <a14:useLocalDpi xmlns:a14="http://schemas.microsoft.com/office/drawing/2010/main" val="0"/>
                </a:ext>
              </a:extLst>
            </a:blip>
            <a:stretch>
              <a:fillRect/>
            </a:stretch>
          </p:blipFill>
          <p:spPr>
            <a:xfrm>
              <a:off x="1259142" y="1444419"/>
              <a:ext cx="523221" cy="523221"/>
            </a:xfrm>
            <a:prstGeom prst="rect">
              <a:avLst/>
            </a:prstGeom>
          </p:spPr>
        </p:pic>
      </p:grpSp>
      <p:pic>
        <p:nvPicPr>
          <p:cNvPr id="72" name="図 71">
            <a:extLst>
              <a:ext uri="{FF2B5EF4-FFF2-40B4-BE49-F238E27FC236}">
                <a16:creationId xmlns:a16="http://schemas.microsoft.com/office/drawing/2014/main" id="{D6786E08-2891-BC36-9C44-43A7C430A948}"/>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7354600" y="1949574"/>
            <a:ext cx="1017328" cy="1525992"/>
          </a:xfrm>
          <a:prstGeom prst="rect">
            <a:avLst/>
          </a:prstGeom>
        </p:spPr>
      </p:pic>
      <p:pic>
        <p:nvPicPr>
          <p:cNvPr id="73" name="図 72">
            <a:extLst>
              <a:ext uri="{FF2B5EF4-FFF2-40B4-BE49-F238E27FC236}">
                <a16:creationId xmlns:a16="http://schemas.microsoft.com/office/drawing/2014/main" id="{0D44767B-CBED-8E0F-39FA-190638BFFDFF}"/>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3509379" y="1949574"/>
            <a:ext cx="1017328" cy="1525992"/>
          </a:xfrm>
          <a:prstGeom prst="rect">
            <a:avLst/>
          </a:prstGeom>
        </p:spPr>
      </p:pic>
      <p:pic>
        <p:nvPicPr>
          <p:cNvPr id="74" name="図 73">
            <a:extLst>
              <a:ext uri="{FF2B5EF4-FFF2-40B4-BE49-F238E27FC236}">
                <a16:creationId xmlns:a16="http://schemas.microsoft.com/office/drawing/2014/main" id="{CA8F5A11-5A42-56C6-B383-FCFE6F8D890E}"/>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5431990" y="1949574"/>
            <a:ext cx="1017328" cy="1525992"/>
          </a:xfrm>
          <a:prstGeom prst="rect">
            <a:avLst/>
          </a:prstGeom>
        </p:spPr>
      </p:pic>
      <p:grpSp>
        <p:nvGrpSpPr>
          <p:cNvPr id="85" name="グループ化 84">
            <a:extLst>
              <a:ext uri="{FF2B5EF4-FFF2-40B4-BE49-F238E27FC236}">
                <a16:creationId xmlns:a16="http://schemas.microsoft.com/office/drawing/2014/main" id="{4D80F99C-D052-3F18-7C75-4F30923A88F6}"/>
              </a:ext>
            </a:extLst>
          </p:cNvPr>
          <p:cNvGrpSpPr/>
          <p:nvPr/>
        </p:nvGrpSpPr>
        <p:grpSpPr>
          <a:xfrm>
            <a:off x="3686620" y="5418116"/>
            <a:ext cx="1351499" cy="460859"/>
            <a:chOff x="1373972" y="3464195"/>
            <a:chExt cx="1726160" cy="588617"/>
          </a:xfrm>
        </p:grpSpPr>
        <p:sp>
          <p:nvSpPr>
            <p:cNvPr id="86" name="テキスト ボックス 85">
              <a:extLst>
                <a:ext uri="{FF2B5EF4-FFF2-40B4-BE49-F238E27FC236}">
                  <a16:creationId xmlns:a16="http://schemas.microsoft.com/office/drawing/2014/main" id="{9A5212C1-F1A1-169B-CC63-C201449BC62B}"/>
                </a:ext>
              </a:extLst>
            </p:cNvPr>
            <p:cNvSpPr txBox="1"/>
            <p:nvPr/>
          </p:nvSpPr>
          <p:spPr>
            <a:xfrm>
              <a:off x="1807823" y="3620405"/>
              <a:ext cx="1292309" cy="432407"/>
            </a:xfrm>
            <a:prstGeom prst="rect">
              <a:avLst/>
            </a:prstGeom>
            <a:noFill/>
          </p:spPr>
          <p:txBody>
            <a:bodyPr wrap="none" rtlCol="0">
              <a:spAutoFit/>
            </a:bodyPr>
            <a:lstStyle/>
            <a:p>
              <a:r>
                <a:rPr lang="ja-JP" altLang="en-US" sz="1600" b="1" dirty="0">
                  <a:solidFill>
                    <a:schemeClr val="tx1">
                      <a:lumMod val="95000"/>
                      <a:lumOff val="5000"/>
                    </a:schemeClr>
                  </a:solidFill>
                  <a:latin typeface="HGS明朝E" panose="02020900000000000000" pitchFamily="18" charset="-128"/>
                  <a:ea typeface="HGS明朝E" panose="02020900000000000000" pitchFamily="18" charset="-128"/>
                </a:rPr>
                <a:t>キャラ名</a:t>
              </a:r>
              <a:endParaRPr kumimoji="1" lang="ja-JP" altLang="en-US" sz="1600" b="1" dirty="0">
                <a:solidFill>
                  <a:schemeClr val="tx1">
                    <a:lumMod val="95000"/>
                    <a:lumOff val="5000"/>
                  </a:schemeClr>
                </a:solidFill>
                <a:latin typeface="HGS明朝E" panose="02020900000000000000" pitchFamily="18" charset="-128"/>
                <a:ea typeface="HGS明朝E" panose="02020900000000000000" pitchFamily="18" charset="-128"/>
              </a:endParaRPr>
            </a:p>
          </p:txBody>
        </p:sp>
        <p:pic>
          <p:nvPicPr>
            <p:cNvPr id="87" name="図 86">
              <a:extLst>
                <a:ext uri="{FF2B5EF4-FFF2-40B4-BE49-F238E27FC236}">
                  <a16:creationId xmlns:a16="http://schemas.microsoft.com/office/drawing/2014/main" id="{39556BCD-42F0-20F1-FA9D-CB0A1067599F}"/>
                </a:ext>
              </a:extLst>
            </p:cNvPr>
            <p:cNvPicPr>
              <a:picLocks noChangeAspect="1"/>
            </p:cNvPicPr>
            <p:nvPr/>
          </p:nvPicPr>
          <p:blipFill>
            <a:blip r:embed="rId4">
              <a:grayscl/>
              <a:extLst>
                <a:ext uri="{28A0092B-C50C-407E-A947-70E740481C1C}">
                  <a14:useLocalDpi xmlns:a14="http://schemas.microsoft.com/office/drawing/2010/main" val="0"/>
                </a:ext>
              </a:extLst>
            </a:blip>
            <a:srcRect l="6840" t="30163" r="48646" b="36883"/>
            <a:stretch>
              <a:fillRect/>
            </a:stretch>
          </p:blipFill>
          <p:spPr>
            <a:xfrm>
              <a:off x="1373972" y="3464195"/>
              <a:ext cx="471169" cy="523221"/>
            </a:xfrm>
            <a:prstGeom prst="rect">
              <a:avLst/>
            </a:prstGeom>
          </p:spPr>
        </p:pic>
      </p:grpSp>
      <p:grpSp>
        <p:nvGrpSpPr>
          <p:cNvPr id="90" name="グループ化 89">
            <a:extLst>
              <a:ext uri="{FF2B5EF4-FFF2-40B4-BE49-F238E27FC236}">
                <a16:creationId xmlns:a16="http://schemas.microsoft.com/office/drawing/2014/main" id="{6E6DD933-F153-3BBD-92ED-2985F1BFE65E}"/>
              </a:ext>
            </a:extLst>
          </p:cNvPr>
          <p:cNvGrpSpPr/>
          <p:nvPr/>
        </p:nvGrpSpPr>
        <p:grpSpPr>
          <a:xfrm>
            <a:off x="5812262" y="5405708"/>
            <a:ext cx="1351499" cy="460859"/>
            <a:chOff x="1373972" y="3464195"/>
            <a:chExt cx="1726160" cy="588617"/>
          </a:xfrm>
        </p:grpSpPr>
        <p:sp>
          <p:nvSpPr>
            <p:cNvPr id="91" name="テキスト ボックス 90">
              <a:extLst>
                <a:ext uri="{FF2B5EF4-FFF2-40B4-BE49-F238E27FC236}">
                  <a16:creationId xmlns:a16="http://schemas.microsoft.com/office/drawing/2014/main" id="{A091A446-C9E1-EA21-8D55-5B670FB8C72B}"/>
                </a:ext>
              </a:extLst>
            </p:cNvPr>
            <p:cNvSpPr txBox="1"/>
            <p:nvPr/>
          </p:nvSpPr>
          <p:spPr>
            <a:xfrm>
              <a:off x="1807823" y="3620405"/>
              <a:ext cx="1292309" cy="432407"/>
            </a:xfrm>
            <a:prstGeom prst="rect">
              <a:avLst/>
            </a:prstGeom>
            <a:noFill/>
          </p:spPr>
          <p:txBody>
            <a:bodyPr wrap="none" rtlCol="0">
              <a:spAutoFit/>
            </a:bodyPr>
            <a:lstStyle/>
            <a:p>
              <a:r>
                <a:rPr lang="ja-JP" altLang="en-US" sz="1600" b="1" dirty="0">
                  <a:solidFill>
                    <a:schemeClr val="tx1">
                      <a:lumMod val="95000"/>
                      <a:lumOff val="5000"/>
                    </a:schemeClr>
                  </a:solidFill>
                  <a:latin typeface="HGS明朝E" panose="02020900000000000000" pitchFamily="18" charset="-128"/>
                  <a:ea typeface="HGS明朝E" panose="02020900000000000000" pitchFamily="18" charset="-128"/>
                </a:rPr>
                <a:t>キャラ名</a:t>
              </a:r>
              <a:endParaRPr kumimoji="1" lang="ja-JP" altLang="en-US" sz="1600" b="1" dirty="0">
                <a:solidFill>
                  <a:schemeClr val="tx1">
                    <a:lumMod val="95000"/>
                    <a:lumOff val="5000"/>
                  </a:schemeClr>
                </a:solidFill>
                <a:latin typeface="HGS明朝E" panose="02020900000000000000" pitchFamily="18" charset="-128"/>
                <a:ea typeface="HGS明朝E" panose="02020900000000000000" pitchFamily="18" charset="-128"/>
              </a:endParaRPr>
            </a:p>
          </p:txBody>
        </p:sp>
        <p:pic>
          <p:nvPicPr>
            <p:cNvPr id="92" name="図 91">
              <a:extLst>
                <a:ext uri="{FF2B5EF4-FFF2-40B4-BE49-F238E27FC236}">
                  <a16:creationId xmlns:a16="http://schemas.microsoft.com/office/drawing/2014/main" id="{6E78C274-30B6-12CF-E513-65A82A4F7B0E}"/>
                </a:ext>
              </a:extLst>
            </p:cNvPr>
            <p:cNvPicPr>
              <a:picLocks noChangeAspect="1"/>
            </p:cNvPicPr>
            <p:nvPr/>
          </p:nvPicPr>
          <p:blipFill>
            <a:blip r:embed="rId4">
              <a:grayscl/>
              <a:extLst>
                <a:ext uri="{28A0092B-C50C-407E-A947-70E740481C1C}">
                  <a14:useLocalDpi xmlns:a14="http://schemas.microsoft.com/office/drawing/2010/main" val="0"/>
                </a:ext>
              </a:extLst>
            </a:blip>
            <a:srcRect l="6840" t="30163" r="48646" b="36883"/>
            <a:stretch>
              <a:fillRect/>
            </a:stretch>
          </p:blipFill>
          <p:spPr>
            <a:xfrm>
              <a:off x="1373972" y="3464195"/>
              <a:ext cx="471169" cy="523221"/>
            </a:xfrm>
            <a:prstGeom prst="rect">
              <a:avLst/>
            </a:prstGeom>
          </p:spPr>
        </p:pic>
      </p:grpSp>
      <p:grpSp>
        <p:nvGrpSpPr>
          <p:cNvPr id="103" name="グループ化 102">
            <a:extLst>
              <a:ext uri="{FF2B5EF4-FFF2-40B4-BE49-F238E27FC236}">
                <a16:creationId xmlns:a16="http://schemas.microsoft.com/office/drawing/2014/main" id="{0C2E35F2-C32D-4ECC-8B94-64E1F7EA7E96}"/>
              </a:ext>
            </a:extLst>
          </p:cNvPr>
          <p:cNvGrpSpPr/>
          <p:nvPr/>
        </p:nvGrpSpPr>
        <p:grpSpPr>
          <a:xfrm>
            <a:off x="5530566" y="4675643"/>
            <a:ext cx="523221" cy="523221"/>
            <a:chOff x="1259142" y="1444419"/>
            <a:chExt cx="523221" cy="523221"/>
          </a:xfrm>
        </p:grpSpPr>
        <p:sp>
          <p:nvSpPr>
            <p:cNvPr id="104" name="四角形: 角を丸くする 103">
              <a:extLst>
                <a:ext uri="{FF2B5EF4-FFF2-40B4-BE49-F238E27FC236}">
                  <a16:creationId xmlns:a16="http://schemas.microsoft.com/office/drawing/2014/main" id="{04F71F3B-4AB7-ADE1-4C05-90C33D6AE820}"/>
                </a:ext>
              </a:extLst>
            </p:cNvPr>
            <p:cNvSpPr/>
            <p:nvPr/>
          </p:nvSpPr>
          <p:spPr>
            <a:xfrm>
              <a:off x="1285169" y="1465839"/>
              <a:ext cx="471169" cy="471709"/>
            </a:xfrm>
            <a:prstGeom prst="roundRect">
              <a:avLst>
                <a:gd name="adj" fmla="val 9614"/>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pic>
          <p:nvPicPr>
            <p:cNvPr id="105" name="図 104">
              <a:extLst>
                <a:ext uri="{FF2B5EF4-FFF2-40B4-BE49-F238E27FC236}">
                  <a16:creationId xmlns:a16="http://schemas.microsoft.com/office/drawing/2014/main" id="{2F386540-BB07-9527-071E-D8161587537D}"/>
                </a:ext>
              </a:extLst>
            </p:cNvPr>
            <p:cNvPicPr>
              <a:picLocks noChangeAspect="1"/>
            </p:cNvPicPr>
            <p:nvPr/>
          </p:nvPicPr>
          <p:blipFill>
            <a:blip r:embed="rId8">
              <a:biLevel thresh="75000"/>
              <a:extLst>
                <a:ext uri="{28A0092B-C50C-407E-A947-70E740481C1C}">
                  <a14:useLocalDpi xmlns:a14="http://schemas.microsoft.com/office/drawing/2010/main" val="0"/>
                </a:ext>
              </a:extLst>
            </a:blip>
            <a:stretch>
              <a:fillRect/>
            </a:stretch>
          </p:blipFill>
          <p:spPr>
            <a:xfrm>
              <a:off x="1259142" y="1444419"/>
              <a:ext cx="523221" cy="523221"/>
            </a:xfrm>
            <a:prstGeom prst="rect">
              <a:avLst/>
            </a:prstGeom>
          </p:spPr>
        </p:pic>
      </p:grpSp>
      <p:grpSp>
        <p:nvGrpSpPr>
          <p:cNvPr id="106" name="グループ化 105">
            <a:extLst>
              <a:ext uri="{FF2B5EF4-FFF2-40B4-BE49-F238E27FC236}">
                <a16:creationId xmlns:a16="http://schemas.microsoft.com/office/drawing/2014/main" id="{BD57532C-AE50-6F4D-A86D-CF8F1562FB6D}"/>
              </a:ext>
            </a:extLst>
          </p:cNvPr>
          <p:cNvGrpSpPr/>
          <p:nvPr/>
        </p:nvGrpSpPr>
        <p:grpSpPr>
          <a:xfrm>
            <a:off x="3391997" y="4675643"/>
            <a:ext cx="523221" cy="523221"/>
            <a:chOff x="1259142" y="1444419"/>
            <a:chExt cx="523221" cy="523221"/>
          </a:xfrm>
        </p:grpSpPr>
        <p:sp>
          <p:nvSpPr>
            <p:cNvPr id="107" name="四角形: 角を丸くする 106">
              <a:extLst>
                <a:ext uri="{FF2B5EF4-FFF2-40B4-BE49-F238E27FC236}">
                  <a16:creationId xmlns:a16="http://schemas.microsoft.com/office/drawing/2014/main" id="{6F739FCF-A607-C81D-1C15-E2841D172FFA}"/>
                </a:ext>
              </a:extLst>
            </p:cNvPr>
            <p:cNvSpPr/>
            <p:nvPr/>
          </p:nvSpPr>
          <p:spPr>
            <a:xfrm>
              <a:off x="1285169" y="1465839"/>
              <a:ext cx="471169" cy="471709"/>
            </a:xfrm>
            <a:prstGeom prst="roundRect">
              <a:avLst>
                <a:gd name="adj" fmla="val 9614"/>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pic>
          <p:nvPicPr>
            <p:cNvPr id="108" name="図 107">
              <a:extLst>
                <a:ext uri="{FF2B5EF4-FFF2-40B4-BE49-F238E27FC236}">
                  <a16:creationId xmlns:a16="http://schemas.microsoft.com/office/drawing/2014/main" id="{588B827A-32A4-A6CE-E384-BDCF925A17BC}"/>
                </a:ext>
              </a:extLst>
            </p:cNvPr>
            <p:cNvPicPr>
              <a:picLocks noChangeAspect="1"/>
            </p:cNvPicPr>
            <p:nvPr/>
          </p:nvPicPr>
          <p:blipFill>
            <a:blip r:embed="rId8">
              <a:biLevel thresh="75000"/>
              <a:extLst>
                <a:ext uri="{28A0092B-C50C-407E-A947-70E740481C1C}">
                  <a14:useLocalDpi xmlns:a14="http://schemas.microsoft.com/office/drawing/2010/main" val="0"/>
                </a:ext>
              </a:extLst>
            </a:blip>
            <a:stretch>
              <a:fillRect/>
            </a:stretch>
          </p:blipFill>
          <p:spPr>
            <a:xfrm>
              <a:off x="1259142" y="1444419"/>
              <a:ext cx="523221" cy="523221"/>
            </a:xfrm>
            <a:prstGeom prst="rect">
              <a:avLst/>
            </a:prstGeom>
          </p:spPr>
        </p:pic>
      </p:grpSp>
      <p:grpSp>
        <p:nvGrpSpPr>
          <p:cNvPr id="110" name="グループ化 109">
            <a:extLst>
              <a:ext uri="{FF2B5EF4-FFF2-40B4-BE49-F238E27FC236}">
                <a16:creationId xmlns:a16="http://schemas.microsoft.com/office/drawing/2014/main" id="{B6BBB702-4AC9-2487-1460-D745AB998F12}"/>
              </a:ext>
            </a:extLst>
          </p:cNvPr>
          <p:cNvGrpSpPr/>
          <p:nvPr/>
        </p:nvGrpSpPr>
        <p:grpSpPr>
          <a:xfrm>
            <a:off x="1791694" y="1402391"/>
            <a:ext cx="1021532" cy="445128"/>
            <a:chOff x="1791694" y="1477039"/>
            <a:chExt cx="1021532" cy="445128"/>
          </a:xfrm>
        </p:grpSpPr>
        <p:grpSp>
          <p:nvGrpSpPr>
            <p:cNvPr id="99" name="グループ化 98">
              <a:extLst>
                <a:ext uri="{FF2B5EF4-FFF2-40B4-BE49-F238E27FC236}">
                  <a16:creationId xmlns:a16="http://schemas.microsoft.com/office/drawing/2014/main" id="{377AFB6C-8A21-3A1D-215B-88A94EDF9187}"/>
                </a:ext>
              </a:extLst>
            </p:cNvPr>
            <p:cNvGrpSpPr/>
            <p:nvPr/>
          </p:nvGrpSpPr>
          <p:grpSpPr>
            <a:xfrm>
              <a:off x="1850735" y="1732906"/>
              <a:ext cx="962491" cy="189261"/>
              <a:chOff x="3619753" y="4534386"/>
              <a:chExt cx="5490959" cy="751289"/>
            </a:xfrm>
          </p:grpSpPr>
          <p:pic>
            <p:nvPicPr>
              <p:cNvPr id="97" name="図 96">
                <a:extLst>
                  <a:ext uri="{FF2B5EF4-FFF2-40B4-BE49-F238E27FC236}">
                    <a16:creationId xmlns:a16="http://schemas.microsoft.com/office/drawing/2014/main" id="{76F29540-3862-4DEC-7343-3F61708E2CB4}"/>
                  </a:ext>
                </a:extLst>
              </p:cNvPr>
              <p:cNvPicPr>
                <a:picLocks noChangeAspect="1"/>
              </p:cNvPicPr>
              <p:nvPr/>
            </p:nvPicPr>
            <p:blipFill>
              <a:blip r:embed="rId9">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a:off x="3637696" y="4549167"/>
                <a:ext cx="5473016" cy="736508"/>
              </a:xfrm>
              <a:prstGeom prst="rect">
                <a:avLst/>
              </a:prstGeom>
            </p:spPr>
          </p:pic>
          <p:pic>
            <p:nvPicPr>
              <p:cNvPr id="94" name="図 93">
                <a:extLst>
                  <a:ext uri="{FF2B5EF4-FFF2-40B4-BE49-F238E27FC236}">
                    <a16:creationId xmlns:a16="http://schemas.microsoft.com/office/drawing/2014/main" id="{368955BB-56A6-23A8-1147-305C75C088C5}"/>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3619753" y="4534386"/>
                <a:ext cx="4332529" cy="736507"/>
              </a:xfrm>
              <a:prstGeom prst="rect">
                <a:avLst/>
              </a:prstGeom>
            </p:spPr>
          </p:pic>
        </p:grpSp>
        <p:sp>
          <p:nvSpPr>
            <p:cNvPr id="109" name="テキスト ボックス 108">
              <a:extLst>
                <a:ext uri="{FF2B5EF4-FFF2-40B4-BE49-F238E27FC236}">
                  <a16:creationId xmlns:a16="http://schemas.microsoft.com/office/drawing/2014/main" id="{7ABE35F0-BF36-89BB-F28A-9562C5C4CA3B}"/>
                </a:ext>
              </a:extLst>
            </p:cNvPr>
            <p:cNvSpPr txBox="1"/>
            <p:nvPr/>
          </p:nvSpPr>
          <p:spPr>
            <a:xfrm>
              <a:off x="1791694" y="1477039"/>
              <a:ext cx="385042" cy="276999"/>
            </a:xfrm>
            <a:prstGeom prst="rect">
              <a:avLst/>
            </a:prstGeom>
            <a:noFill/>
          </p:spPr>
          <p:txBody>
            <a:bodyPr wrap="none" rtlCol="0">
              <a:spAutoFit/>
            </a:bodyPr>
            <a:lstStyle/>
            <a:p>
              <a:r>
                <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rPr>
                <a:t>HP</a:t>
              </a:r>
            </a:p>
          </p:txBody>
        </p:sp>
      </p:grpSp>
      <p:grpSp>
        <p:nvGrpSpPr>
          <p:cNvPr id="111" name="グループ化 110">
            <a:extLst>
              <a:ext uri="{FF2B5EF4-FFF2-40B4-BE49-F238E27FC236}">
                <a16:creationId xmlns:a16="http://schemas.microsoft.com/office/drawing/2014/main" id="{19CFF517-0F54-6642-8D62-750551B45614}"/>
              </a:ext>
            </a:extLst>
          </p:cNvPr>
          <p:cNvGrpSpPr/>
          <p:nvPr/>
        </p:nvGrpSpPr>
        <p:grpSpPr>
          <a:xfrm>
            <a:off x="7587062" y="1400959"/>
            <a:ext cx="1021532" cy="445128"/>
            <a:chOff x="1791694" y="1477039"/>
            <a:chExt cx="1021532" cy="445128"/>
          </a:xfrm>
        </p:grpSpPr>
        <p:grpSp>
          <p:nvGrpSpPr>
            <p:cNvPr id="112" name="グループ化 111">
              <a:extLst>
                <a:ext uri="{FF2B5EF4-FFF2-40B4-BE49-F238E27FC236}">
                  <a16:creationId xmlns:a16="http://schemas.microsoft.com/office/drawing/2014/main" id="{65859DCA-B812-097E-4007-BABD1230AC67}"/>
                </a:ext>
              </a:extLst>
            </p:cNvPr>
            <p:cNvGrpSpPr/>
            <p:nvPr/>
          </p:nvGrpSpPr>
          <p:grpSpPr>
            <a:xfrm>
              <a:off x="1850735" y="1732906"/>
              <a:ext cx="962491" cy="189261"/>
              <a:chOff x="3619753" y="4534386"/>
              <a:chExt cx="5490959" cy="751289"/>
            </a:xfrm>
          </p:grpSpPr>
          <p:pic>
            <p:nvPicPr>
              <p:cNvPr id="114" name="図 113">
                <a:extLst>
                  <a:ext uri="{FF2B5EF4-FFF2-40B4-BE49-F238E27FC236}">
                    <a16:creationId xmlns:a16="http://schemas.microsoft.com/office/drawing/2014/main" id="{7965E329-1F91-1686-2BBD-C19E490CDF88}"/>
                  </a:ext>
                </a:extLst>
              </p:cNvPr>
              <p:cNvPicPr>
                <a:picLocks noChangeAspect="1"/>
              </p:cNvPicPr>
              <p:nvPr/>
            </p:nvPicPr>
            <p:blipFill>
              <a:blip r:embed="rId9">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a:off x="3637696" y="4549167"/>
                <a:ext cx="5473016" cy="736508"/>
              </a:xfrm>
              <a:prstGeom prst="rect">
                <a:avLst/>
              </a:prstGeom>
            </p:spPr>
          </p:pic>
          <p:pic>
            <p:nvPicPr>
              <p:cNvPr id="115" name="図 114">
                <a:extLst>
                  <a:ext uri="{FF2B5EF4-FFF2-40B4-BE49-F238E27FC236}">
                    <a16:creationId xmlns:a16="http://schemas.microsoft.com/office/drawing/2014/main" id="{F151BA45-53B3-2798-29AD-D042E352DBB3}"/>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3619753" y="4534386"/>
                <a:ext cx="4332529" cy="736507"/>
              </a:xfrm>
              <a:prstGeom prst="rect">
                <a:avLst/>
              </a:prstGeom>
            </p:spPr>
          </p:pic>
        </p:grpSp>
        <p:sp>
          <p:nvSpPr>
            <p:cNvPr id="113" name="テキスト ボックス 112">
              <a:extLst>
                <a:ext uri="{FF2B5EF4-FFF2-40B4-BE49-F238E27FC236}">
                  <a16:creationId xmlns:a16="http://schemas.microsoft.com/office/drawing/2014/main" id="{0940EFAD-BA3E-9FAA-84F8-BC65D6F62E5F}"/>
                </a:ext>
              </a:extLst>
            </p:cNvPr>
            <p:cNvSpPr txBox="1"/>
            <p:nvPr/>
          </p:nvSpPr>
          <p:spPr>
            <a:xfrm>
              <a:off x="1791694" y="1477039"/>
              <a:ext cx="385042" cy="276999"/>
            </a:xfrm>
            <a:prstGeom prst="rect">
              <a:avLst/>
            </a:prstGeom>
            <a:noFill/>
          </p:spPr>
          <p:txBody>
            <a:bodyPr wrap="none" rtlCol="0">
              <a:spAutoFit/>
            </a:bodyPr>
            <a:lstStyle/>
            <a:p>
              <a:r>
                <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rPr>
                <a:t>HP</a:t>
              </a:r>
            </a:p>
          </p:txBody>
        </p:sp>
      </p:grpSp>
      <p:grpSp>
        <p:nvGrpSpPr>
          <p:cNvPr id="116" name="グループ化 115">
            <a:extLst>
              <a:ext uri="{FF2B5EF4-FFF2-40B4-BE49-F238E27FC236}">
                <a16:creationId xmlns:a16="http://schemas.microsoft.com/office/drawing/2014/main" id="{88034165-0325-7DEF-56DC-C5CE2611CC71}"/>
              </a:ext>
            </a:extLst>
          </p:cNvPr>
          <p:cNvGrpSpPr/>
          <p:nvPr/>
        </p:nvGrpSpPr>
        <p:grpSpPr>
          <a:xfrm>
            <a:off x="5655272" y="1402391"/>
            <a:ext cx="1021532" cy="445128"/>
            <a:chOff x="1791694" y="1477039"/>
            <a:chExt cx="1021532" cy="445128"/>
          </a:xfrm>
        </p:grpSpPr>
        <p:grpSp>
          <p:nvGrpSpPr>
            <p:cNvPr id="117" name="グループ化 116">
              <a:extLst>
                <a:ext uri="{FF2B5EF4-FFF2-40B4-BE49-F238E27FC236}">
                  <a16:creationId xmlns:a16="http://schemas.microsoft.com/office/drawing/2014/main" id="{9AD03C50-6CDF-A04E-7368-E64F82008270}"/>
                </a:ext>
              </a:extLst>
            </p:cNvPr>
            <p:cNvGrpSpPr/>
            <p:nvPr/>
          </p:nvGrpSpPr>
          <p:grpSpPr>
            <a:xfrm>
              <a:off x="1850735" y="1732906"/>
              <a:ext cx="962491" cy="189261"/>
              <a:chOff x="3619753" y="4534386"/>
              <a:chExt cx="5490959" cy="751289"/>
            </a:xfrm>
          </p:grpSpPr>
          <p:pic>
            <p:nvPicPr>
              <p:cNvPr id="119" name="図 118">
                <a:extLst>
                  <a:ext uri="{FF2B5EF4-FFF2-40B4-BE49-F238E27FC236}">
                    <a16:creationId xmlns:a16="http://schemas.microsoft.com/office/drawing/2014/main" id="{C244D524-BC31-8208-53D2-CDBB3CEE0C38}"/>
                  </a:ext>
                </a:extLst>
              </p:cNvPr>
              <p:cNvPicPr>
                <a:picLocks noChangeAspect="1"/>
              </p:cNvPicPr>
              <p:nvPr/>
            </p:nvPicPr>
            <p:blipFill>
              <a:blip r:embed="rId9">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a:off x="3637696" y="4549167"/>
                <a:ext cx="5473016" cy="736508"/>
              </a:xfrm>
              <a:prstGeom prst="rect">
                <a:avLst/>
              </a:prstGeom>
            </p:spPr>
          </p:pic>
          <p:pic>
            <p:nvPicPr>
              <p:cNvPr id="120" name="図 119">
                <a:extLst>
                  <a:ext uri="{FF2B5EF4-FFF2-40B4-BE49-F238E27FC236}">
                    <a16:creationId xmlns:a16="http://schemas.microsoft.com/office/drawing/2014/main" id="{18C2551B-CDF4-2164-4160-2B4A596FE9F0}"/>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3619753" y="4534386"/>
                <a:ext cx="4332529" cy="736507"/>
              </a:xfrm>
              <a:prstGeom prst="rect">
                <a:avLst/>
              </a:prstGeom>
            </p:spPr>
          </p:pic>
        </p:grpSp>
        <p:sp>
          <p:nvSpPr>
            <p:cNvPr id="118" name="テキスト ボックス 117">
              <a:extLst>
                <a:ext uri="{FF2B5EF4-FFF2-40B4-BE49-F238E27FC236}">
                  <a16:creationId xmlns:a16="http://schemas.microsoft.com/office/drawing/2014/main" id="{584DCA98-A42B-206F-E685-EAAF9CFD8912}"/>
                </a:ext>
              </a:extLst>
            </p:cNvPr>
            <p:cNvSpPr txBox="1"/>
            <p:nvPr/>
          </p:nvSpPr>
          <p:spPr>
            <a:xfrm>
              <a:off x="1791694" y="1477039"/>
              <a:ext cx="385042" cy="276999"/>
            </a:xfrm>
            <a:prstGeom prst="rect">
              <a:avLst/>
            </a:prstGeom>
            <a:noFill/>
          </p:spPr>
          <p:txBody>
            <a:bodyPr wrap="none" rtlCol="0">
              <a:spAutoFit/>
            </a:bodyPr>
            <a:lstStyle/>
            <a:p>
              <a:r>
                <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rPr>
                <a:t>HP</a:t>
              </a:r>
            </a:p>
          </p:txBody>
        </p:sp>
      </p:grpSp>
      <p:grpSp>
        <p:nvGrpSpPr>
          <p:cNvPr id="121" name="グループ化 120">
            <a:extLst>
              <a:ext uri="{FF2B5EF4-FFF2-40B4-BE49-F238E27FC236}">
                <a16:creationId xmlns:a16="http://schemas.microsoft.com/office/drawing/2014/main" id="{24BD528D-6624-3DEE-D660-16A60FE08590}"/>
              </a:ext>
            </a:extLst>
          </p:cNvPr>
          <p:cNvGrpSpPr/>
          <p:nvPr/>
        </p:nvGrpSpPr>
        <p:grpSpPr>
          <a:xfrm>
            <a:off x="3723483" y="1402391"/>
            <a:ext cx="1021532" cy="445128"/>
            <a:chOff x="1791694" y="1477039"/>
            <a:chExt cx="1021532" cy="445128"/>
          </a:xfrm>
        </p:grpSpPr>
        <p:grpSp>
          <p:nvGrpSpPr>
            <p:cNvPr id="122" name="グループ化 121">
              <a:extLst>
                <a:ext uri="{FF2B5EF4-FFF2-40B4-BE49-F238E27FC236}">
                  <a16:creationId xmlns:a16="http://schemas.microsoft.com/office/drawing/2014/main" id="{281D427D-493D-D93F-6014-C8C3BA609846}"/>
                </a:ext>
              </a:extLst>
            </p:cNvPr>
            <p:cNvGrpSpPr/>
            <p:nvPr/>
          </p:nvGrpSpPr>
          <p:grpSpPr>
            <a:xfrm>
              <a:off x="1850735" y="1732906"/>
              <a:ext cx="962491" cy="189261"/>
              <a:chOff x="3619753" y="4534386"/>
              <a:chExt cx="5490959" cy="751289"/>
            </a:xfrm>
          </p:grpSpPr>
          <p:pic>
            <p:nvPicPr>
              <p:cNvPr id="124" name="図 123">
                <a:extLst>
                  <a:ext uri="{FF2B5EF4-FFF2-40B4-BE49-F238E27FC236}">
                    <a16:creationId xmlns:a16="http://schemas.microsoft.com/office/drawing/2014/main" id="{B78FB6E9-9663-9C0B-0E3E-3C14C915105F}"/>
                  </a:ext>
                </a:extLst>
              </p:cNvPr>
              <p:cNvPicPr>
                <a:picLocks noChangeAspect="1"/>
              </p:cNvPicPr>
              <p:nvPr/>
            </p:nvPicPr>
            <p:blipFill>
              <a:blip r:embed="rId9">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a:off x="3637696" y="4549167"/>
                <a:ext cx="5473016" cy="736508"/>
              </a:xfrm>
              <a:prstGeom prst="rect">
                <a:avLst/>
              </a:prstGeom>
            </p:spPr>
          </p:pic>
          <p:pic>
            <p:nvPicPr>
              <p:cNvPr id="125" name="図 124">
                <a:extLst>
                  <a:ext uri="{FF2B5EF4-FFF2-40B4-BE49-F238E27FC236}">
                    <a16:creationId xmlns:a16="http://schemas.microsoft.com/office/drawing/2014/main" id="{2C099CF7-4F3D-BA9D-27B5-6E6F1E10DF79}"/>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3619753" y="4534386"/>
                <a:ext cx="4332529" cy="736507"/>
              </a:xfrm>
              <a:prstGeom prst="rect">
                <a:avLst/>
              </a:prstGeom>
            </p:spPr>
          </p:pic>
        </p:grpSp>
        <p:sp>
          <p:nvSpPr>
            <p:cNvPr id="123" name="テキスト ボックス 122">
              <a:extLst>
                <a:ext uri="{FF2B5EF4-FFF2-40B4-BE49-F238E27FC236}">
                  <a16:creationId xmlns:a16="http://schemas.microsoft.com/office/drawing/2014/main" id="{389C0F80-ED27-D0E3-52F4-478119EA460B}"/>
                </a:ext>
              </a:extLst>
            </p:cNvPr>
            <p:cNvSpPr txBox="1"/>
            <p:nvPr/>
          </p:nvSpPr>
          <p:spPr>
            <a:xfrm>
              <a:off x="1791694" y="1477039"/>
              <a:ext cx="385042" cy="276999"/>
            </a:xfrm>
            <a:prstGeom prst="rect">
              <a:avLst/>
            </a:prstGeom>
            <a:noFill/>
          </p:spPr>
          <p:txBody>
            <a:bodyPr wrap="none" rtlCol="0">
              <a:spAutoFit/>
            </a:bodyPr>
            <a:lstStyle/>
            <a:p>
              <a:r>
                <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rPr>
                <a:t>HP</a:t>
              </a:r>
            </a:p>
          </p:txBody>
        </p:sp>
      </p:grpSp>
      <p:grpSp>
        <p:nvGrpSpPr>
          <p:cNvPr id="150" name="グループ化 149">
            <a:extLst>
              <a:ext uri="{FF2B5EF4-FFF2-40B4-BE49-F238E27FC236}">
                <a16:creationId xmlns:a16="http://schemas.microsoft.com/office/drawing/2014/main" id="{2D290D62-0E34-4D59-7484-D463CBF5996F}"/>
              </a:ext>
            </a:extLst>
          </p:cNvPr>
          <p:cNvGrpSpPr/>
          <p:nvPr/>
        </p:nvGrpSpPr>
        <p:grpSpPr>
          <a:xfrm>
            <a:off x="1222593" y="4599468"/>
            <a:ext cx="1928074" cy="1295919"/>
            <a:chOff x="1222593" y="4674116"/>
            <a:chExt cx="1928074" cy="1295919"/>
          </a:xfrm>
        </p:grpSpPr>
        <p:sp>
          <p:nvSpPr>
            <p:cNvPr id="21" name="四角形: 角を丸くする 20">
              <a:extLst>
                <a:ext uri="{FF2B5EF4-FFF2-40B4-BE49-F238E27FC236}">
                  <a16:creationId xmlns:a16="http://schemas.microsoft.com/office/drawing/2014/main" id="{DA5EC235-5892-913E-2104-AE34F9056B9D}"/>
                </a:ext>
              </a:extLst>
            </p:cNvPr>
            <p:cNvSpPr/>
            <p:nvPr/>
          </p:nvSpPr>
          <p:spPr>
            <a:xfrm>
              <a:off x="1222593" y="4674116"/>
              <a:ext cx="1928074" cy="1295919"/>
            </a:xfrm>
            <a:prstGeom prst="roundRect">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grpSp>
          <p:nvGrpSpPr>
            <p:cNvPr id="79" name="グループ化 78">
              <a:extLst>
                <a:ext uri="{FF2B5EF4-FFF2-40B4-BE49-F238E27FC236}">
                  <a16:creationId xmlns:a16="http://schemas.microsoft.com/office/drawing/2014/main" id="{3C3173D5-7621-4410-2ECC-EA932F7978E1}"/>
                </a:ext>
              </a:extLst>
            </p:cNvPr>
            <p:cNvGrpSpPr/>
            <p:nvPr/>
          </p:nvGrpSpPr>
          <p:grpSpPr>
            <a:xfrm>
              <a:off x="1560978" y="5484463"/>
              <a:ext cx="1351499" cy="460859"/>
              <a:chOff x="1373972" y="3464195"/>
              <a:chExt cx="1726160" cy="588617"/>
            </a:xfrm>
          </p:grpSpPr>
          <p:sp>
            <p:nvSpPr>
              <p:cNvPr id="80" name="テキスト ボックス 79">
                <a:extLst>
                  <a:ext uri="{FF2B5EF4-FFF2-40B4-BE49-F238E27FC236}">
                    <a16:creationId xmlns:a16="http://schemas.microsoft.com/office/drawing/2014/main" id="{EBA32A72-FAB2-0A88-7AB1-C419629C257D}"/>
                  </a:ext>
                </a:extLst>
              </p:cNvPr>
              <p:cNvSpPr txBox="1"/>
              <p:nvPr/>
            </p:nvSpPr>
            <p:spPr>
              <a:xfrm>
                <a:off x="1807823" y="3620405"/>
                <a:ext cx="1292309" cy="432407"/>
              </a:xfrm>
              <a:prstGeom prst="rect">
                <a:avLst/>
              </a:prstGeom>
              <a:noFill/>
            </p:spPr>
            <p:txBody>
              <a:bodyPr wrap="none" rtlCol="0">
                <a:spAutoFit/>
              </a:bodyPr>
              <a:lstStyle/>
              <a:p>
                <a:r>
                  <a:rPr lang="ja-JP" altLang="en-US" sz="1600" b="1" dirty="0">
                    <a:solidFill>
                      <a:schemeClr val="tx1">
                        <a:lumMod val="95000"/>
                        <a:lumOff val="5000"/>
                      </a:schemeClr>
                    </a:solidFill>
                    <a:latin typeface="HGS明朝E" panose="02020900000000000000" pitchFamily="18" charset="-128"/>
                    <a:ea typeface="HGS明朝E" panose="02020900000000000000" pitchFamily="18" charset="-128"/>
                  </a:rPr>
                  <a:t>キャラ名</a:t>
                </a:r>
                <a:endParaRPr kumimoji="1" lang="ja-JP" altLang="en-US" sz="1600" b="1" dirty="0">
                  <a:solidFill>
                    <a:schemeClr val="tx1">
                      <a:lumMod val="95000"/>
                      <a:lumOff val="5000"/>
                    </a:schemeClr>
                  </a:solidFill>
                  <a:latin typeface="HGS明朝E" panose="02020900000000000000" pitchFamily="18" charset="-128"/>
                  <a:ea typeface="HGS明朝E" panose="02020900000000000000" pitchFamily="18" charset="-128"/>
                </a:endParaRPr>
              </a:p>
            </p:txBody>
          </p:sp>
          <p:pic>
            <p:nvPicPr>
              <p:cNvPr id="81" name="図 80">
                <a:extLst>
                  <a:ext uri="{FF2B5EF4-FFF2-40B4-BE49-F238E27FC236}">
                    <a16:creationId xmlns:a16="http://schemas.microsoft.com/office/drawing/2014/main" id="{83BBA070-DB98-CA26-15DE-4E0112D48181}"/>
                  </a:ext>
                </a:extLst>
              </p:cNvPr>
              <p:cNvPicPr>
                <a:picLocks noChangeAspect="1"/>
              </p:cNvPicPr>
              <p:nvPr/>
            </p:nvPicPr>
            <p:blipFill>
              <a:blip r:embed="rId4">
                <a:grayscl/>
                <a:extLst>
                  <a:ext uri="{28A0092B-C50C-407E-A947-70E740481C1C}">
                    <a14:useLocalDpi xmlns:a14="http://schemas.microsoft.com/office/drawing/2010/main" val="0"/>
                  </a:ext>
                </a:extLst>
              </a:blip>
              <a:srcRect l="6840" t="30163" r="48646" b="36883"/>
              <a:stretch>
                <a:fillRect/>
              </a:stretch>
            </p:blipFill>
            <p:spPr>
              <a:xfrm>
                <a:off x="1373972" y="3464195"/>
                <a:ext cx="471169" cy="523221"/>
              </a:xfrm>
              <a:prstGeom prst="rect">
                <a:avLst/>
              </a:prstGeom>
            </p:spPr>
          </p:pic>
        </p:grpSp>
        <p:grpSp>
          <p:nvGrpSpPr>
            <p:cNvPr id="100" name="グループ化 99">
              <a:extLst>
                <a:ext uri="{FF2B5EF4-FFF2-40B4-BE49-F238E27FC236}">
                  <a16:creationId xmlns:a16="http://schemas.microsoft.com/office/drawing/2014/main" id="{152258A0-8D37-2631-132C-381FD04BB477}"/>
                </a:ext>
              </a:extLst>
            </p:cNvPr>
            <p:cNvGrpSpPr/>
            <p:nvPr/>
          </p:nvGrpSpPr>
          <p:grpSpPr>
            <a:xfrm>
              <a:off x="1272089" y="4750291"/>
              <a:ext cx="523221" cy="523221"/>
              <a:chOff x="1259142" y="1444419"/>
              <a:chExt cx="523221" cy="523221"/>
            </a:xfrm>
          </p:grpSpPr>
          <p:sp>
            <p:nvSpPr>
              <p:cNvPr id="101" name="四角形: 角を丸くする 100">
                <a:extLst>
                  <a:ext uri="{FF2B5EF4-FFF2-40B4-BE49-F238E27FC236}">
                    <a16:creationId xmlns:a16="http://schemas.microsoft.com/office/drawing/2014/main" id="{05F316F5-4B4F-E2CE-AC2B-E880259BDF6D}"/>
                  </a:ext>
                </a:extLst>
              </p:cNvPr>
              <p:cNvSpPr/>
              <p:nvPr/>
            </p:nvSpPr>
            <p:spPr>
              <a:xfrm>
                <a:off x="1285169" y="1465839"/>
                <a:ext cx="471169" cy="471709"/>
              </a:xfrm>
              <a:prstGeom prst="roundRect">
                <a:avLst>
                  <a:gd name="adj" fmla="val 9614"/>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pic>
            <p:nvPicPr>
              <p:cNvPr id="102" name="図 101">
                <a:extLst>
                  <a:ext uri="{FF2B5EF4-FFF2-40B4-BE49-F238E27FC236}">
                    <a16:creationId xmlns:a16="http://schemas.microsoft.com/office/drawing/2014/main" id="{F75045EC-0E3C-6382-4E7D-6D7FA74F2EC7}"/>
                  </a:ext>
                </a:extLst>
              </p:cNvPr>
              <p:cNvPicPr>
                <a:picLocks noChangeAspect="1"/>
              </p:cNvPicPr>
              <p:nvPr/>
            </p:nvPicPr>
            <p:blipFill>
              <a:blip r:embed="rId8">
                <a:biLevel thresh="75000"/>
                <a:extLst>
                  <a:ext uri="{28A0092B-C50C-407E-A947-70E740481C1C}">
                    <a14:useLocalDpi xmlns:a14="http://schemas.microsoft.com/office/drawing/2010/main" val="0"/>
                  </a:ext>
                </a:extLst>
              </a:blip>
              <a:stretch>
                <a:fillRect/>
              </a:stretch>
            </p:blipFill>
            <p:spPr>
              <a:xfrm>
                <a:off x="1259142" y="1444419"/>
                <a:ext cx="523221" cy="523221"/>
              </a:xfrm>
              <a:prstGeom prst="rect">
                <a:avLst/>
              </a:prstGeom>
            </p:spPr>
          </p:pic>
        </p:grpSp>
        <p:grpSp>
          <p:nvGrpSpPr>
            <p:cNvPr id="134" name="グループ化 133">
              <a:extLst>
                <a:ext uri="{FF2B5EF4-FFF2-40B4-BE49-F238E27FC236}">
                  <a16:creationId xmlns:a16="http://schemas.microsoft.com/office/drawing/2014/main" id="{B3B92297-7687-9C53-0B00-389B7E8F5C05}"/>
                </a:ext>
              </a:extLst>
            </p:cNvPr>
            <p:cNvGrpSpPr/>
            <p:nvPr/>
          </p:nvGrpSpPr>
          <p:grpSpPr>
            <a:xfrm>
              <a:off x="1845141" y="4687976"/>
              <a:ext cx="1021532" cy="820597"/>
              <a:chOff x="1845141" y="4687976"/>
              <a:chExt cx="1021532" cy="820597"/>
            </a:xfrm>
          </p:grpSpPr>
          <p:pic>
            <p:nvPicPr>
              <p:cNvPr id="127" name="図 126">
                <a:extLst>
                  <a:ext uri="{FF2B5EF4-FFF2-40B4-BE49-F238E27FC236}">
                    <a16:creationId xmlns:a16="http://schemas.microsoft.com/office/drawing/2014/main" id="{FBAFC740-E492-B9CA-5324-AC0993DA771E}"/>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2186630" y="4687976"/>
                <a:ext cx="630585" cy="630585"/>
              </a:xfrm>
              <a:prstGeom prst="rect">
                <a:avLst/>
              </a:prstGeom>
            </p:spPr>
          </p:pic>
          <p:grpSp>
            <p:nvGrpSpPr>
              <p:cNvPr id="133" name="グループ化 132">
                <a:extLst>
                  <a:ext uri="{FF2B5EF4-FFF2-40B4-BE49-F238E27FC236}">
                    <a16:creationId xmlns:a16="http://schemas.microsoft.com/office/drawing/2014/main" id="{245FD1B9-A5ED-2B2E-A0B9-C212B4B2E424}"/>
                  </a:ext>
                </a:extLst>
              </p:cNvPr>
              <p:cNvGrpSpPr/>
              <p:nvPr/>
            </p:nvGrpSpPr>
            <p:grpSpPr>
              <a:xfrm>
                <a:off x="1845141" y="5115219"/>
                <a:ext cx="1021532" cy="393354"/>
                <a:chOff x="1791417" y="5115219"/>
                <a:chExt cx="1021532" cy="393354"/>
              </a:xfrm>
            </p:grpSpPr>
            <p:grpSp>
              <p:nvGrpSpPr>
                <p:cNvPr id="129" name="グループ化 128">
                  <a:extLst>
                    <a:ext uri="{FF2B5EF4-FFF2-40B4-BE49-F238E27FC236}">
                      <a16:creationId xmlns:a16="http://schemas.microsoft.com/office/drawing/2014/main" id="{34C3B9C4-D880-428F-BA63-976FD8FADAB1}"/>
                    </a:ext>
                  </a:extLst>
                </p:cNvPr>
                <p:cNvGrpSpPr/>
                <p:nvPr/>
              </p:nvGrpSpPr>
              <p:grpSpPr>
                <a:xfrm>
                  <a:off x="1850458" y="5358764"/>
                  <a:ext cx="962491" cy="149809"/>
                  <a:chOff x="3619753" y="4534386"/>
                  <a:chExt cx="5490959" cy="751289"/>
                </a:xfrm>
              </p:grpSpPr>
              <p:pic>
                <p:nvPicPr>
                  <p:cNvPr id="131" name="図 130">
                    <a:extLst>
                      <a:ext uri="{FF2B5EF4-FFF2-40B4-BE49-F238E27FC236}">
                        <a16:creationId xmlns:a16="http://schemas.microsoft.com/office/drawing/2014/main" id="{58D6F7A5-E3FA-41AE-8B4D-4EEDB046A1A7}"/>
                      </a:ext>
                    </a:extLst>
                  </p:cNvPr>
                  <p:cNvPicPr>
                    <a:picLocks noChangeAspect="1"/>
                  </p:cNvPicPr>
                  <p:nvPr/>
                </p:nvPicPr>
                <p:blipFill>
                  <a:blip r:embed="rId9">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a:off x="3637696" y="4549167"/>
                    <a:ext cx="5473016" cy="736508"/>
                  </a:xfrm>
                  <a:prstGeom prst="rect">
                    <a:avLst/>
                  </a:prstGeom>
                </p:spPr>
              </p:pic>
              <p:pic>
                <p:nvPicPr>
                  <p:cNvPr id="132" name="図 131">
                    <a:extLst>
                      <a:ext uri="{FF2B5EF4-FFF2-40B4-BE49-F238E27FC236}">
                        <a16:creationId xmlns:a16="http://schemas.microsoft.com/office/drawing/2014/main" id="{655ABAC2-73DA-2F52-C9D0-DD325CD278C2}"/>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3619753" y="4534386"/>
                    <a:ext cx="4332529" cy="736507"/>
                  </a:xfrm>
                  <a:prstGeom prst="rect">
                    <a:avLst/>
                  </a:prstGeom>
                </p:spPr>
              </p:pic>
            </p:grpSp>
            <p:sp>
              <p:nvSpPr>
                <p:cNvPr id="130" name="テキスト ボックス 129">
                  <a:extLst>
                    <a:ext uri="{FF2B5EF4-FFF2-40B4-BE49-F238E27FC236}">
                      <a16:creationId xmlns:a16="http://schemas.microsoft.com/office/drawing/2014/main" id="{BE518639-E3FA-AFC4-E116-E7A5FE1D35B6}"/>
                    </a:ext>
                  </a:extLst>
                </p:cNvPr>
                <p:cNvSpPr txBox="1"/>
                <p:nvPr/>
              </p:nvSpPr>
              <p:spPr>
                <a:xfrm>
                  <a:off x="1791417" y="5115219"/>
                  <a:ext cx="385042" cy="276999"/>
                </a:xfrm>
                <a:prstGeom prst="rect">
                  <a:avLst/>
                </a:prstGeom>
                <a:noFill/>
              </p:spPr>
              <p:txBody>
                <a:bodyPr wrap="none" rtlCol="0">
                  <a:spAutoFit/>
                </a:bodyPr>
                <a:lstStyle/>
                <a:p>
                  <a:r>
                    <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rPr>
                    <a:t>HP</a:t>
                  </a:r>
                </a:p>
              </p:txBody>
            </p:sp>
          </p:grpSp>
        </p:grpSp>
      </p:grpSp>
      <p:grpSp>
        <p:nvGrpSpPr>
          <p:cNvPr id="135" name="グループ化 134">
            <a:extLst>
              <a:ext uri="{FF2B5EF4-FFF2-40B4-BE49-F238E27FC236}">
                <a16:creationId xmlns:a16="http://schemas.microsoft.com/office/drawing/2014/main" id="{1A378042-7723-6DBA-40E1-774509A40891}"/>
              </a:ext>
            </a:extLst>
          </p:cNvPr>
          <p:cNvGrpSpPr/>
          <p:nvPr/>
        </p:nvGrpSpPr>
        <p:grpSpPr>
          <a:xfrm>
            <a:off x="6104402" y="4613328"/>
            <a:ext cx="1021532" cy="820597"/>
            <a:chOff x="1845141" y="4687976"/>
            <a:chExt cx="1021532" cy="820597"/>
          </a:xfrm>
        </p:grpSpPr>
        <p:pic>
          <p:nvPicPr>
            <p:cNvPr id="136" name="図 135">
              <a:extLst>
                <a:ext uri="{FF2B5EF4-FFF2-40B4-BE49-F238E27FC236}">
                  <a16:creationId xmlns:a16="http://schemas.microsoft.com/office/drawing/2014/main" id="{4E39B01B-A595-A490-7877-08F9F681F74B}"/>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2186630" y="4687976"/>
              <a:ext cx="630585" cy="630585"/>
            </a:xfrm>
            <a:prstGeom prst="rect">
              <a:avLst/>
            </a:prstGeom>
          </p:spPr>
        </p:pic>
        <p:grpSp>
          <p:nvGrpSpPr>
            <p:cNvPr id="137" name="グループ化 136">
              <a:extLst>
                <a:ext uri="{FF2B5EF4-FFF2-40B4-BE49-F238E27FC236}">
                  <a16:creationId xmlns:a16="http://schemas.microsoft.com/office/drawing/2014/main" id="{2535AD73-B020-E18F-A68C-29868B50DF48}"/>
                </a:ext>
              </a:extLst>
            </p:cNvPr>
            <p:cNvGrpSpPr/>
            <p:nvPr/>
          </p:nvGrpSpPr>
          <p:grpSpPr>
            <a:xfrm>
              <a:off x="1845141" y="5115219"/>
              <a:ext cx="1021532" cy="393354"/>
              <a:chOff x="1791417" y="5115219"/>
              <a:chExt cx="1021532" cy="393354"/>
            </a:xfrm>
          </p:grpSpPr>
          <p:grpSp>
            <p:nvGrpSpPr>
              <p:cNvPr id="138" name="グループ化 137">
                <a:extLst>
                  <a:ext uri="{FF2B5EF4-FFF2-40B4-BE49-F238E27FC236}">
                    <a16:creationId xmlns:a16="http://schemas.microsoft.com/office/drawing/2014/main" id="{5608BCF6-4B9B-FFAD-EAD7-B24D6D8FAF64}"/>
                  </a:ext>
                </a:extLst>
              </p:cNvPr>
              <p:cNvGrpSpPr/>
              <p:nvPr/>
            </p:nvGrpSpPr>
            <p:grpSpPr>
              <a:xfrm>
                <a:off x="1850458" y="5358764"/>
                <a:ext cx="962491" cy="149809"/>
                <a:chOff x="3619753" y="4534386"/>
                <a:chExt cx="5490959" cy="751289"/>
              </a:xfrm>
            </p:grpSpPr>
            <p:pic>
              <p:nvPicPr>
                <p:cNvPr id="140" name="図 139">
                  <a:extLst>
                    <a:ext uri="{FF2B5EF4-FFF2-40B4-BE49-F238E27FC236}">
                      <a16:creationId xmlns:a16="http://schemas.microsoft.com/office/drawing/2014/main" id="{BA7F33FD-DDE3-8AAC-2239-E39EF5983964}"/>
                    </a:ext>
                  </a:extLst>
                </p:cNvPr>
                <p:cNvPicPr>
                  <a:picLocks noChangeAspect="1"/>
                </p:cNvPicPr>
                <p:nvPr/>
              </p:nvPicPr>
              <p:blipFill>
                <a:blip r:embed="rId9">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a:off x="3637696" y="4549167"/>
                  <a:ext cx="5473016" cy="736508"/>
                </a:xfrm>
                <a:prstGeom prst="rect">
                  <a:avLst/>
                </a:prstGeom>
              </p:spPr>
            </p:pic>
            <p:pic>
              <p:nvPicPr>
                <p:cNvPr id="141" name="図 140">
                  <a:extLst>
                    <a:ext uri="{FF2B5EF4-FFF2-40B4-BE49-F238E27FC236}">
                      <a16:creationId xmlns:a16="http://schemas.microsoft.com/office/drawing/2014/main" id="{B6A2EB95-8CFC-3AE1-4E00-37E19E701913}"/>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3619753" y="4534386"/>
                  <a:ext cx="4332529" cy="736507"/>
                </a:xfrm>
                <a:prstGeom prst="rect">
                  <a:avLst/>
                </a:prstGeom>
              </p:spPr>
            </p:pic>
          </p:grpSp>
          <p:sp>
            <p:nvSpPr>
              <p:cNvPr id="139" name="テキスト ボックス 138">
                <a:extLst>
                  <a:ext uri="{FF2B5EF4-FFF2-40B4-BE49-F238E27FC236}">
                    <a16:creationId xmlns:a16="http://schemas.microsoft.com/office/drawing/2014/main" id="{B027143B-DECB-282A-26ED-AB36EA328333}"/>
                  </a:ext>
                </a:extLst>
              </p:cNvPr>
              <p:cNvSpPr txBox="1"/>
              <p:nvPr/>
            </p:nvSpPr>
            <p:spPr>
              <a:xfrm>
                <a:off x="1791417" y="5115219"/>
                <a:ext cx="385042" cy="276999"/>
              </a:xfrm>
              <a:prstGeom prst="rect">
                <a:avLst/>
              </a:prstGeom>
              <a:noFill/>
            </p:spPr>
            <p:txBody>
              <a:bodyPr wrap="none" rtlCol="0">
                <a:spAutoFit/>
              </a:bodyPr>
              <a:lstStyle/>
              <a:p>
                <a:r>
                  <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rPr>
                  <a:t>HP</a:t>
                </a:r>
              </a:p>
            </p:txBody>
          </p:sp>
        </p:grpSp>
      </p:grpSp>
      <p:grpSp>
        <p:nvGrpSpPr>
          <p:cNvPr id="143" name="グループ化 142">
            <a:extLst>
              <a:ext uri="{FF2B5EF4-FFF2-40B4-BE49-F238E27FC236}">
                <a16:creationId xmlns:a16="http://schemas.microsoft.com/office/drawing/2014/main" id="{EAEF2FB5-E12C-9049-B0CF-26A098C14DDA}"/>
              </a:ext>
            </a:extLst>
          </p:cNvPr>
          <p:cNvGrpSpPr/>
          <p:nvPr/>
        </p:nvGrpSpPr>
        <p:grpSpPr>
          <a:xfrm>
            <a:off x="3974772" y="4613328"/>
            <a:ext cx="1021532" cy="820597"/>
            <a:chOff x="1845141" y="4687976"/>
            <a:chExt cx="1021532" cy="820597"/>
          </a:xfrm>
        </p:grpSpPr>
        <p:pic>
          <p:nvPicPr>
            <p:cNvPr id="144" name="図 143">
              <a:extLst>
                <a:ext uri="{FF2B5EF4-FFF2-40B4-BE49-F238E27FC236}">
                  <a16:creationId xmlns:a16="http://schemas.microsoft.com/office/drawing/2014/main" id="{9EA823E2-C813-7532-79C7-117FEEC4D13E}"/>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2186630" y="4687976"/>
              <a:ext cx="630585" cy="630585"/>
            </a:xfrm>
            <a:prstGeom prst="rect">
              <a:avLst/>
            </a:prstGeom>
          </p:spPr>
        </p:pic>
        <p:grpSp>
          <p:nvGrpSpPr>
            <p:cNvPr id="145" name="グループ化 144">
              <a:extLst>
                <a:ext uri="{FF2B5EF4-FFF2-40B4-BE49-F238E27FC236}">
                  <a16:creationId xmlns:a16="http://schemas.microsoft.com/office/drawing/2014/main" id="{38CA14DD-A296-3DC0-BDE7-FDD9EE2B8E70}"/>
                </a:ext>
              </a:extLst>
            </p:cNvPr>
            <p:cNvGrpSpPr/>
            <p:nvPr/>
          </p:nvGrpSpPr>
          <p:grpSpPr>
            <a:xfrm>
              <a:off x="1845141" y="5115219"/>
              <a:ext cx="1021532" cy="393354"/>
              <a:chOff x="1791417" y="5115219"/>
              <a:chExt cx="1021532" cy="393354"/>
            </a:xfrm>
          </p:grpSpPr>
          <p:grpSp>
            <p:nvGrpSpPr>
              <p:cNvPr id="146" name="グループ化 145">
                <a:extLst>
                  <a:ext uri="{FF2B5EF4-FFF2-40B4-BE49-F238E27FC236}">
                    <a16:creationId xmlns:a16="http://schemas.microsoft.com/office/drawing/2014/main" id="{A5281DE5-F37A-36CA-7649-8174CD600397}"/>
                  </a:ext>
                </a:extLst>
              </p:cNvPr>
              <p:cNvGrpSpPr/>
              <p:nvPr/>
            </p:nvGrpSpPr>
            <p:grpSpPr>
              <a:xfrm>
                <a:off x="1850458" y="5358764"/>
                <a:ext cx="962491" cy="149809"/>
                <a:chOff x="3619753" y="4534386"/>
                <a:chExt cx="5490959" cy="751289"/>
              </a:xfrm>
            </p:grpSpPr>
            <p:pic>
              <p:nvPicPr>
                <p:cNvPr id="148" name="図 147">
                  <a:extLst>
                    <a:ext uri="{FF2B5EF4-FFF2-40B4-BE49-F238E27FC236}">
                      <a16:creationId xmlns:a16="http://schemas.microsoft.com/office/drawing/2014/main" id="{7AF3831D-03F1-2574-9B5D-1F05FB8F1295}"/>
                    </a:ext>
                  </a:extLst>
                </p:cNvPr>
                <p:cNvPicPr>
                  <a:picLocks noChangeAspect="1"/>
                </p:cNvPicPr>
                <p:nvPr/>
              </p:nvPicPr>
              <p:blipFill>
                <a:blip r:embed="rId9">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a:off x="3637696" y="4549167"/>
                  <a:ext cx="5473016" cy="736508"/>
                </a:xfrm>
                <a:prstGeom prst="rect">
                  <a:avLst/>
                </a:prstGeom>
              </p:spPr>
            </p:pic>
            <p:pic>
              <p:nvPicPr>
                <p:cNvPr id="149" name="図 148">
                  <a:extLst>
                    <a:ext uri="{FF2B5EF4-FFF2-40B4-BE49-F238E27FC236}">
                      <a16:creationId xmlns:a16="http://schemas.microsoft.com/office/drawing/2014/main" id="{E6425977-DDD5-DD7C-EC8C-819C3113E1AA}"/>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3619753" y="4534386"/>
                  <a:ext cx="4332529" cy="736507"/>
                </a:xfrm>
                <a:prstGeom prst="rect">
                  <a:avLst/>
                </a:prstGeom>
              </p:spPr>
            </p:pic>
          </p:grpSp>
          <p:sp>
            <p:nvSpPr>
              <p:cNvPr id="147" name="テキスト ボックス 146">
                <a:extLst>
                  <a:ext uri="{FF2B5EF4-FFF2-40B4-BE49-F238E27FC236}">
                    <a16:creationId xmlns:a16="http://schemas.microsoft.com/office/drawing/2014/main" id="{57173585-2841-8992-425F-7E3837CCAA79}"/>
                  </a:ext>
                </a:extLst>
              </p:cNvPr>
              <p:cNvSpPr txBox="1"/>
              <p:nvPr/>
            </p:nvSpPr>
            <p:spPr>
              <a:xfrm>
                <a:off x="1791417" y="5115219"/>
                <a:ext cx="385042" cy="276999"/>
              </a:xfrm>
              <a:prstGeom prst="rect">
                <a:avLst/>
              </a:prstGeom>
              <a:noFill/>
            </p:spPr>
            <p:txBody>
              <a:bodyPr wrap="none" rtlCol="0">
                <a:spAutoFit/>
              </a:bodyPr>
              <a:lstStyle/>
              <a:p>
                <a:r>
                  <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rPr>
                  <a:t>HP</a:t>
                </a:r>
              </a:p>
            </p:txBody>
          </p:sp>
        </p:grpSp>
      </p:grpSp>
      <p:pic>
        <p:nvPicPr>
          <p:cNvPr id="158" name="図 157">
            <a:extLst>
              <a:ext uri="{FF2B5EF4-FFF2-40B4-BE49-F238E27FC236}">
                <a16:creationId xmlns:a16="http://schemas.microsoft.com/office/drawing/2014/main" id="{EAB29AE9-7F0B-BE92-F9B0-7F12AF3710FB}"/>
              </a:ext>
            </a:extLst>
          </p:cNvPr>
          <p:cNvPicPr>
            <a:picLocks noChangeAspect="1"/>
          </p:cNvPicPr>
          <p:nvPr/>
        </p:nvPicPr>
        <p:blipFill>
          <a:blip r:embed="rId11">
            <a:extLst>
              <a:ext uri="{28A0092B-C50C-407E-A947-70E740481C1C}">
                <a14:useLocalDpi xmlns:a14="http://schemas.microsoft.com/office/drawing/2010/main" val="0"/>
              </a:ext>
            </a:extLst>
          </a:blip>
          <a:stretch>
            <a:fillRect/>
          </a:stretch>
        </p:blipFill>
        <p:spPr>
          <a:xfrm>
            <a:off x="11271707" y="235933"/>
            <a:ext cx="610371" cy="610371"/>
          </a:xfrm>
          <a:prstGeom prst="rect">
            <a:avLst/>
          </a:prstGeom>
        </p:spPr>
      </p:pic>
    </p:spTree>
    <p:extLst>
      <p:ext uri="{BB962C8B-B14F-4D97-AF65-F5344CB8AC3E}">
        <p14:creationId xmlns:p14="http://schemas.microsoft.com/office/powerpoint/2010/main" val="1359295175"/>
      </p:ext>
    </p:extLst>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
          <a:extLst>
            <a:ext uri="{FF2B5EF4-FFF2-40B4-BE49-F238E27FC236}">
              <a16:creationId xmlns:a16="http://schemas.microsoft.com/office/drawing/2014/main" id="{F6F694B9-8E4E-8E28-6E5A-37A1F0E4EED7}"/>
            </a:ext>
          </a:extLst>
        </p:cNvPr>
        <p:cNvGrpSpPr/>
        <p:nvPr/>
      </p:nvGrpSpPr>
      <p:grpSpPr>
        <a:xfrm>
          <a:off x="0" y="0"/>
          <a:ext cx="0" cy="0"/>
          <a:chOff x="0" y="0"/>
          <a:chExt cx="0" cy="0"/>
        </a:xfrm>
      </p:grpSpPr>
      <p:grpSp>
        <p:nvGrpSpPr>
          <p:cNvPr id="154" name="グループ化 153">
            <a:extLst>
              <a:ext uri="{FF2B5EF4-FFF2-40B4-BE49-F238E27FC236}">
                <a16:creationId xmlns:a16="http://schemas.microsoft.com/office/drawing/2014/main" id="{F4F3E996-AD53-6567-85F8-04DC0AF5307A}"/>
              </a:ext>
            </a:extLst>
          </p:cNvPr>
          <p:cNvGrpSpPr/>
          <p:nvPr/>
        </p:nvGrpSpPr>
        <p:grpSpPr>
          <a:xfrm>
            <a:off x="9569319" y="2385076"/>
            <a:ext cx="1755710" cy="810206"/>
            <a:chOff x="9569319" y="1891007"/>
            <a:chExt cx="1755710" cy="810206"/>
          </a:xfrm>
        </p:grpSpPr>
        <p:sp>
          <p:nvSpPr>
            <p:cNvPr id="7" name="四角形: 角を丸くする 6">
              <a:extLst>
                <a:ext uri="{FF2B5EF4-FFF2-40B4-BE49-F238E27FC236}">
                  <a16:creationId xmlns:a16="http://schemas.microsoft.com/office/drawing/2014/main" id="{82515848-3FA8-E7C2-C396-AFF6651B3540}"/>
                </a:ext>
              </a:extLst>
            </p:cNvPr>
            <p:cNvSpPr/>
            <p:nvPr/>
          </p:nvSpPr>
          <p:spPr>
            <a:xfrm>
              <a:off x="9569319" y="1891007"/>
              <a:ext cx="1755710" cy="810206"/>
            </a:xfrm>
            <a:prstGeom prst="roundRect">
              <a:avLst>
                <a:gd name="adj" fmla="val 6428"/>
              </a:avLst>
            </a:prstGeom>
            <a:solidFill>
              <a:schemeClr val="accent6">
                <a:alpha val="80000"/>
              </a:schemeClr>
            </a:solid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sp>
          <p:nvSpPr>
            <p:cNvPr id="11" name="テキスト ボックス 10">
              <a:extLst>
                <a:ext uri="{FF2B5EF4-FFF2-40B4-BE49-F238E27FC236}">
                  <a16:creationId xmlns:a16="http://schemas.microsoft.com/office/drawing/2014/main" id="{91073817-360F-5E16-209D-D82127C08A83}"/>
                </a:ext>
              </a:extLst>
            </p:cNvPr>
            <p:cNvSpPr txBox="1"/>
            <p:nvPr/>
          </p:nvSpPr>
          <p:spPr>
            <a:xfrm>
              <a:off x="10319626" y="2290669"/>
              <a:ext cx="1005403" cy="338554"/>
            </a:xfrm>
            <a:prstGeom prst="rect">
              <a:avLst/>
            </a:prstGeom>
            <a:noFill/>
          </p:spPr>
          <p:txBody>
            <a:bodyPr wrap="none" rtlCol="0">
              <a:spAutoFit/>
            </a:bodyPr>
            <a:lstStyle/>
            <a:p>
              <a:pPr algn="r"/>
              <a:r>
                <a:rPr lang="ja-JP" altLang="en-US"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バフ削除</a:t>
              </a:r>
              <a:endParaRPr kumimoji="1" lang="en-US" altLang="ja-JP"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153" name="グループ化 152">
            <a:extLst>
              <a:ext uri="{FF2B5EF4-FFF2-40B4-BE49-F238E27FC236}">
                <a16:creationId xmlns:a16="http://schemas.microsoft.com/office/drawing/2014/main" id="{EC2FBE79-13F0-F79A-3FC3-8871B37A8B6D}"/>
              </a:ext>
            </a:extLst>
          </p:cNvPr>
          <p:cNvGrpSpPr/>
          <p:nvPr/>
        </p:nvGrpSpPr>
        <p:grpSpPr>
          <a:xfrm>
            <a:off x="9569319" y="1071664"/>
            <a:ext cx="1755710" cy="810206"/>
            <a:chOff x="9569319" y="887965"/>
            <a:chExt cx="1755710" cy="810206"/>
          </a:xfrm>
        </p:grpSpPr>
        <p:sp>
          <p:nvSpPr>
            <p:cNvPr id="6" name="四角形: 角を丸くする 5">
              <a:extLst>
                <a:ext uri="{FF2B5EF4-FFF2-40B4-BE49-F238E27FC236}">
                  <a16:creationId xmlns:a16="http://schemas.microsoft.com/office/drawing/2014/main" id="{B8BE55B8-D1BC-C692-9327-F464869FA579}"/>
                </a:ext>
              </a:extLst>
            </p:cNvPr>
            <p:cNvSpPr/>
            <p:nvPr/>
          </p:nvSpPr>
          <p:spPr>
            <a:xfrm>
              <a:off x="9569319" y="887965"/>
              <a:ext cx="1755710" cy="810206"/>
            </a:xfrm>
            <a:prstGeom prst="roundRect">
              <a:avLst>
                <a:gd name="adj" fmla="val 6428"/>
              </a:avLst>
            </a:prstGeom>
            <a:solidFill>
              <a:schemeClr val="accent6">
                <a:alpha val="8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2" name="テキスト ボックス 11">
              <a:extLst>
                <a:ext uri="{FF2B5EF4-FFF2-40B4-BE49-F238E27FC236}">
                  <a16:creationId xmlns:a16="http://schemas.microsoft.com/office/drawing/2014/main" id="{6F82D64B-226D-382F-7E6A-FDBC634C9A38}"/>
                </a:ext>
              </a:extLst>
            </p:cNvPr>
            <p:cNvSpPr txBox="1"/>
            <p:nvPr/>
          </p:nvSpPr>
          <p:spPr>
            <a:xfrm>
              <a:off x="9579753" y="1293068"/>
              <a:ext cx="1728357" cy="338554"/>
            </a:xfrm>
            <a:prstGeom prst="rect">
              <a:avLst/>
            </a:prstGeom>
            <a:noFill/>
          </p:spPr>
          <p:txBody>
            <a:bodyPr wrap="none" rtlCol="0">
              <a:spAutoFit/>
            </a:bodyPr>
            <a:lstStyle/>
            <a:p>
              <a:pPr algn="r"/>
              <a:r>
                <a:rPr kumimoji="1" lang="ja-JP" altLang="en-US"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ソート</a:t>
              </a:r>
              <a:r>
                <a:rPr kumimoji="1" lang="en-US" altLang="ja-JP"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a:t>
              </a:r>
              <a:r>
                <a:rPr kumimoji="1" lang="ja-JP" altLang="en-US"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フィルタ</a:t>
              </a:r>
              <a:endParaRPr kumimoji="1" lang="en-US" altLang="ja-JP"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pic>
        <p:nvPicPr>
          <p:cNvPr id="44" name="図 43">
            <a:extLst>
              <a:ext uri="{FF2B5EF4-FFF2-40B4-BE49-F238E27FC236}">
                <a16:creationId xmlns:a16="http://schemas.microsoft.com/office/drawing/2014/main" id="{C5E8C59C-DF75-FF9A-7907-435A14696CF4}"/>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1271707" y="235933"/>
            <a:ext cx="610371" cy="610371"/>
          </a:xfrm>
          <a:prstGeom prst="rect">
            <a:avLst/>
          </a:prstGeom>
        </p:spPr>
      </p:pic>
      <p:grpSp>
        <p:nvGrpSpPr>
          <p:cNvPr id="181" name="グループ化 180">
            <a:extLst>
              <a:ext uri="{FF2B5EF4-FFF2-40B4-BE49-F238E27FC236}">
                <a16:creationId xmlns:a16="http://schemas.microsoft.com/office/drawing/2014/main" id="{3B1D9D09-B8A4-51B5-0104-8B61D7B2A2D3}"/>
              </a:ext>
            </a:extLst>
          </p:cNvPr>
          <p:cNvGrpSpPr/>
          <p:nvPr/>
        </p:nvGrpSpPr>
        <p:grpSpPr>
          <a:xfrm>
            <a:off x="9569319" y="5011901"/>
            <a:ext cx="1755710" cy="810206"/>
            <a:chOff x="9569319" y="5159829"/>
            <a:chExt cx="1755710" cy="810206"/>
          </a:xfrm>
          <a:solidFill>
            <a:schemeClr val="bg1">
              <a:lumMod val="85000"/>
              <a:alpha val="70000"/>
            </a:schemeClr>
          </a:solidFill>
        </p:grpSpPr>
        <p:sp>
          <p:nvSpPr>
            <p:cNvPr id="182" name="四角形: 角を丸くする 181">
              <a:extLst>
                <a:ext uri="{FF2B5EF4-FFF2-40B4-BE49-F238E27FC236}">
                  <a16:creationId xmlns:a16="http://schemas.microsoft.com/office/drawing/2014/main" id="{294266D1-9945-BABA-6A3D-6AC6FA187A2F}"/>
                </a:ext>
              </a:extLst>
            </p:cNvPr>
            <p:cNvSpPr/>
            <p:nvPr/>
          </p:nvSpPr>
          <p:spPr>
            <a:xfrm>
              <a:off x="9569319" y="5159829"/>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HGS明朝E" panose="02020900000000000000" pitchFamily="18" charset="-128"/>
                <a:ea typeface="HGS明朝E" panose="02020900000000000000" pitchFamily="18" charset="-128"/>
              </a:endParaRPr>
            </a:p>
          </p:txBody>
        </p:sp>
        <p:sp>
          <p:nvSpPr>
            <p:cNvPr id="183" name="テキスト ボックス 182">
              <a:extLst>
                <a:ext uri="{FF2B5EF4-FFF2-40B4-BE49-F238E27FC236}">
                  <a16:creationId xmlns:a16="http://schemas.microsoft.com/office/drawing/2014/main" id="{D50C6F2C-C7FF-5456-42D5-59297F8210C5}"/>
                </a:ext>
              </a:extLst>
            </p:cNvPr>
            <p:cNvSpPr txBox="1"/>
            <p:nvPr/>
          </p:nvSpPr>
          <p:spPr>
            <a:xfrm>
              <a:off x="10430947" y="5564932"/>
              <a:ext cx="877163" cy="369332"/>
            </a:xfrm>
            <a:prstGeom prst="rect">
              <a:avLst/>
            </a:prstGeom>
            <a:noFill/>
            <a:ln>
              <a:noFill/>
            </a:ln>
          </p:spPr>
          <p:txBody>
            <a:bodyPr wrap="none" rtlCol="0">
              <a:spAutoFit/>
            </a:bodyPr>
            <a:lstStyle/>
            <a:p>
              <a:pPr algn="r"/>
              <a:r>
                <a:rPr kumimoji="1" lang="ja-JP" altLang="en-US"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rPr>
                <a:t>ルート</a:t>
              </a:r>
              <a:endParaRPr kumimoji="1" lang="en-US" altLang="ja-JP"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184" name="グループ化 183">
            <a:extLst>
              <a:ext uri="{FF2B5EF4-FFF2-40B4-BE49-F238E27FC236}">
                <a16:creationId xmlns:a16="http://schemas.microsoft.com/office/drawing/2014/main" id="{BB6061EE-2AB9-9B38-ACB4-698914556C5C}"/>
              </a:ext>
            </a:extLst>
          </p:cNvPr>
          <p:cNvGrpSpPr/>
          <p:nvPr/>
        </p:nvGrpSpPr>
        <p:grpSpPr>
          <a:xfrm>
            <a:off x="9569319" y="3698488"/>
            <a:ext cx="1755710" cy="810206"/>
            <a:chOff x="9575538" y="4156787"/>
            <a:chExt cx="1755710" cy="810206"/>
          </a:xfrm>
          <a:solidFill>
            <a:schemeClr val="bg1">
              <a:lumMod val="85000"/>
              <a:alpha val="70000"/>
            </a:schemeClr>
          </a:solidFill>
        </p:grpSpPr>
        <p:sp>
          <p:nvSpPr>
            <p:cNvPr id="185" name="四角形: 角を丸くする 184">
              <a:extLst>
                <a:ext uri="{FF2B5EF4-FFF2-40B4-BE49-F238E27FC236}">
                  <a16:creationId xmlns:a16="http://schemas.microsoft.com/office/drawing/2014/main" id="{5FFD4403-CC59-48B7-131C-1162BB72C8DB}"/>
                </a:ext>
              </a:extLst>
            </p:cNvPr>
            <p:cNvSpPr/>
            <p:nvPr/>
          </p:nvSpPr>
          <p:spPr>
            <a:xfrm>
              <a:off x="9575538" y="4156787"/>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HGS明朝E" panose="02020900000000000000" pitchFamily="18" charset="-128"/>
                <a:ea typeface="HGS明朝E" panose="02020900000000000000" pitchFamily="18" charset="-128"/>
              </a:endParaRPr>
            </a:p>
          </p:txBody>
        </p:sp>
        <p:sp>
          <p:nvSpPr>
            <p:cNvPr id="186" name="テキスト ボックス 185">
              <a:extLst>
                <a:ext uri="{FF2B5EF4-FFF2-40B4-BE49-F238E27FC236}">
                  <a16:creationId xmlns:a16="http://schemas.microsoft.com/office/drawing/2014/main" id="{D6489594-B286-5051-770A-AAED63D7ED36}"/>
                </a:ext>
              </a:extLst>
            </p:cNvPr>
            <p:cNvSpPr txBox="1"/>
            <p:nvPr/>
          </p:nvSpPr>
          <p:spPr>
            <a:xfrm>
              <a:off x="10661779" y="4561890"/>
              <a:ext cx="646331" cy="369332"/>
            </a:xfrm>
            <a:prstGeom prst="rect">
              <a:avLst/>
            </a:prstGeom>
            <a:noFill/>
            <a:ln>
              <a:noFill/>
            </a:ln>
          </p:spPr>
          <p:txBody>
            <a:bodyPr wrap="none" rtlCol="0">
              <a:spAutoFit/>
            </a:bodyPr>
            <a:lstStyle/>
            <a:p>
              <a:pPr algn="r"/>
              <a:r>
                <a:rPr kumimoji="1" lang="ja-JP" altLang="en-US"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rPr>
                <a:t>戻る</a:t>
              </a:r>
              <a:endParaRPr kumimoji="1" lang="en-US" altLang="ja-JP"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sp>
        <p:nvSpPr>
          <p:cNvPr id="188" name="四角形: 角を丸くする 187">
            <a:extLst>
              <a:ext uri="{FF2B5EF4-FFF2-40B4-BE49-F238E27FC236}">
                <a16:creationId xmlns:a16="http://schemas.microsoft.com/office/drawing/2014/main" id="{8095E45D-D365-4546-1EE5-30090830E4E1}"/>
              </a:ext>
            </a:extLst>
          </p:cNvPr>
          <p:cNvSpPr/>
          <p:nvPr/>
        </p:nvSpPr>
        <p:spPr>
          <a:xfrm>
            <a:off x="726233" y="695130"/>
            <a:ext cx="8501744" cy="5467739"/>
          </a:xfrm>
          <a:prstGeom prst="roundRect">
            <a:avLst>
              <a:gd name="adj" fmla="val 6428"/>
            </a:avLst>
          </a:prstGeom>
          <a:solidFill>
            <a:schemeClr val="bg1">
              <a:lumMod val="65000"/>
              <a:alpha val="6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nvGrpSpPr>
          <p:cNvPr id="189" name="グループ化 188">
            <a:extLst>
              <a:ext uri="{FF2B5EF4-FFF2-40B4-BE49-F238E27FC236}">
                <a16:creationId xmlns:a16="http://schemas.microsoft.com/office/drawing/2014/main" id="{14833E6F-3741-F92C-D427-ED144C105354}"/>
              </a:ext>
            </a:extLst>
          </p:cNvPr>
          <p:cNvGrpSpPr/>
          <p:nvPr/>
        </p:nvGrpSpPr>
        <p:grpSpPr>
          <a:xfrm>
            <a:off x="5342669" y="1594808"/>
            <a:ext cx="1485182" cy="1716321"/>
            <a:chOff x="4788263" y="1594808"/>
            <a:chExt cx="1485182" cy="1716321"/>
          </a:xfrm>
        </p:grpSpPr>
        <p:grpSp>
          <p:nvGrpSpPr>
            <p:cNvPr id="219" name="グループ化 218">
              <a:extLst>
                <a:ext uri="{FF2B5EF4-FFF2-40B4-BE49-F238E27FC236}">
                  <a16:creationId xmlns:a16="http://schemas.microsoft.com/office/drawing/2014/main" id="{24742497-CF56-C6CA-1FCF-91AED1EAA7F9}"/>
                </a:ext>
              </a:extLst>
            </p:cNvPr>
            <p:cNvGrpSpPr/>
            <p:nvPr/>
          </p:nvGrpSpPr>
          <p:grpSpPr>
            <a:xfrm>
              <a:off x="4788263" y="1594808"/>
              <a:ext cx="1485182" cy="1716321"/>
              <a:chOff x="1276828" y="4105786"/>
              <a:chExt cx="1144222" cy="1716321"/>
            </a:xfrm>
          </p:grpSpPr>
          <p:sp>
            <p:nvSpPr>
              <p:cNvPr id="221" name="四角形: 角を丸くする 220">
                <a:extLst>
                  <a:ext uri="{FF2B5EF4-FFF2-40B4-BE49-F238E27FC236}">
                    <a16:creationId xmlns:a16="http://schemas.microsoft.com/office/drawing/2014/main" id="{5214E305-B607-B4D3-3DC6-7E45BBD2D345}"/>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22" name="テキスト ボックス 221">
                <a:extLst>
                  <a:ext uri="{FF2B5EF4-FFF2-40B4-BE49-F238E27FC236}">
                    <a16:creationId xmlns:a16="http://schemas.microsoft.com/office/drawing/2014/main" id="{30800546-A9F5-B835-5C92-B3E8E4B09F18}"/>
                  </a:ext>
                </a:extLst>
              </p:cNvPr>
              <p:cNvSpPr txBox="1"/>
              <p:nvPr/>
            </p:nvSpPr>
            <p:spPr>
              <a:xfrm>
                <a:off x="1315928" y="4148054"/>
                <a:ext cx="1066022" cy="369332"/>
              </a:xfrm>
              <a:prstGeom prst="rect">
                <a:avLst/>
              </a:prstGeom>
              <a:noFill/>
            </p:spPr>
            <p:txBody>
              <a:bodyPr wrap="square">
                <a:spAutoFit/>
              </a:bodyPr>
              <a:lstStyle/>
              <a:p>
                <a:pPr algn="ctr"/>
                <a:r>
                  <a:rPr lang="en-US" altLang="ja-JP" dirty="0">
                    <a:gradFill flip="none" rotWithShape="1">
                      <a:gsLst>
                        <a:gs pos="100000">
                          <a:srgbClr val="CC66FF"/>
                        </a:gs>
                        <a:gs pos="75000">
                          <a:srgbClr val="00B0F0"/>
                        </a:gs>
                        <a:gs pos="50000">
                          <a:srgbClr val="92D050"/>
                        </a:gs>
                        <a:gs pos="25000">
                          <a:srgbClr val="FFC000"/>
                        </a:gs>
                        <a:gs pos="1000">
                          <a:srgbClr val="FF0000"/>
                        </a:gs>
                      </a:gsLst>
                      <a:lin ang="2700000" scaled="1"/>
                      <a:tileRect/>
                    </a:gradFill>
                    <a:latin typeface="HGS明朝E" panose="02020900000000000000" pitchFamily="18" charset="-128"/>
                    <a:ea typeface="HGS明朝E" panose="02020900000000000000" pitchFamily="18" charset="-128"/>
                  </a:rPr>
                  <a:t>SSR</a:t>
                </a:r>
                <a:endParaRPr kumimoji="1" lang="ja-JP" altLang="en-US" dirty="0">
                  <a:gradFill flip="none" rotWithShape="1">
                    <a:gsLst>
                      <a:gs pos="100000">
                        <a:srgbClr val="CC66FF"/>
                      </a:gs>
                      <a:gs pos="75000">
                        <a:srgbClr val="00B0F0"/>
                      </a:gs>
                      <a:gs pos="50000">
                        <a:srgbClr val="92D050"/>
                      </a:gs>
                      <a:gs pos="25000">
                        <a:srgbClr val="FFC000"/>
                      </a:gs>
                      <a:gs pos="1000">
                        <a:srgbClr val="FF0000"/>
                      </a:gs>
                    </a:gsLst>
                    <a:lin ang="2700000" scaled="1"/>
                    <a:tileRect/>
                  </a:gradFill>
                  <a:latin typeface="HGS明朝E" panose="02020900000000000000" pitchFamily="18" charset="-128"/>
                  <a:ea typeface="HGS明朝E" panose="02020900000000000000" pitchFamily="18" charset="-128"/>
                </a:endParaRPr>
              </a:p>
            </p:txBody>
          </p:sp>
        </p:grpSp>
        <p:pic>
          <p:nvPicPr>
            <p:cNvPr id="220" name="図 219">
              <a:extLst>
                <a:ext uri="{FF2B5EF4-FFF2-40B4-BE49-F238E27FC236}">
                  <a16:creationId xmlns:a16="http://schemas.microsoft.com/office/drawing/2014/main" id="{E5EF5007-280C-D85E-50FD-F58A053392E8}"/>
                </a:ext>
              </a:extLst>
            </p:cNvPr>
            <p:cNvPicPr>
              <a:picLocks noChangeAspect="1"/>
            </p:cNvPicPr>
            <p:nvPr/>
          </p:nvPicPr>
          <p:blipFill>
            <a:blip r:embed="rId5">
              <a:extLst>
                <a:ext uri="{28A0092B-C50C-407E-A947-70E740481C1C}">
                  <a14:useLocalDpi xmlns:a14="http://schemas.microsoft.com/office/drawing/2010/main" val="0"/>
                </a:ext>
              </a:extLst>
            </a:blip>
            <a:srcRect l="5956" r="70153"/>
            <a:stretch>
              <a:fillRect/>
            </a:stretch>
          </p:blipFill>
          <p:spPr>
            <a:xfrm>
              <a:off x="5150333" y="2005293"/>
              <a:ext cx="814582" cy="702580"/>
            </a:xfrm>
            <a:prstGeom prst="rect">
              <a:avLst/>
            </a:prstGeom>
          </p:spPr>
        </p:pic>
      </p:grpSp>
      <p:grpSp>
        <p:nvGrpSpPr>
          <p:cNvPr id="190" name="グループ化 189">
            <a:extLst>
              <a:ext uri="{FF2B5EF4-FFF2-40B4-BE49-F238E27FC236}">
                <a16:creationId xmlns:a16="http://schemas.microsoft.com/office/drawing/2014/main" id="{BB5F9546-CA3C-6922-FFF7-5DDFD8BEBD40}"/>
              </a:ext>
            </a:extLst>
          </p:cNvPr>
          <p:cNvGrpSpPr/>
          <p:nvPr/>
        </p:nvGrpSpPr>
        <p:grpSpPr>
          <a:xfrm>
            <a:off x="3530870" y="1594808"/>
            <a:ext cx="1485182" cy="1716321"/>
            <a:chOff x="3032545" y="1594808"/>
            <a:chExt cx="1485182" cy="1716321"/>
          </a:xfrm>
        </p:grpSpPr>
        <p:grpSp>
          <p:nvGrpSpPr>
            <p:cNvPr id="215" name="グループ化 214">
              <a:extLst>
                <a:ext uri="{FF2B5EF4-FFF2-40B4-BE49-F238E27FC236}">
                  <a16:creationId xmlns:a16="http://schemas.microsoft.com/office/drawing/2014/main" id="{A92AB6CB-EA3B-015E-2F5C-FF60F8C533E8}"/>
                </a:ext>
              </a:extLst>
            </p:cNvPr>
            <p:cNvGrpSpPr/>
            <p:nvPr/>
          </p:nvGrpSpPr>
          <p:grpSpPr>
            <a:xfrm>
              <a:off x="3032545" y="1594808"/>
              <a:ext cx="1485182" cy="1716321"/>
              <a:chOff x="1276828" y="4105786"/>
              <a:chExt cx="1144222" cy="1716321"/>
            </a:xfrm>
          </p:grpSpPr>
          <p:sp>
            <p:nvSpPr>
              <p:cNvPr id="217" name="四角形: 角を丸くする 216">
                <a:extLst>
                  <a:ext uri="{FF2B5EF4-FFF2-40B4-BE49-F238E27FC236}">
                    <a16:creationId xmlns:a16="http://schemas.microsoft.com/office/drawing/2014/main" id="{28D71C6A-01A9-EBC6-8E94-B2355FD0A2F0}"/>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18" name="テキスト ボックス 217">
                <a:extLst>
                  <a:ext uri="{FF2B5EF4-FFF2-40B4-BE49-F238E27FC236}">
                    <a16:creationId xmlns:a16="http://schemas.microsoft.com/office/drawing/2014/main" id="{BE556DD7-FAC3-FE20-1615-C4B1B826CC8D}"/>
                  </a:ext>
                </a:extLst>
              </p:cNvPr>
              <p:cNvSpPr txBox="1"/>
              <p:nvPr/>
            </p:nvSpPr>
            <p:spPr>
              <a:xfrm>
                <a:off x="1315928" y="4148054"/>
                <a:ext cx="1066022" cy="369332"/>
              </a:xfrm>
              <a:prstGeom prst="rect">
                <a:avLst/>
              </a:prstGeom>
              <a:noFill/>
            </p:spPr>
            <p:txBody>
              <a:bodyPr wrap="square">
                <a:spAutoFit/>
              </a:bodyPr>
              <a:lstStyle/>
              <a:p>
                <a:pPr algn="ctr"/>
                <a:r>
                  <a:rPr lang="en-US" altLang="ja-JP" dirty="0">
                    <a:gradFill flip="none" rotWithShape="1">
                      <a:gsLst>
                        <a:gs pos="0">
                          <a:srgbClr val="CC66FF"/>
                        </a:gs>
                        <a:gs pos="50000">
                          <a:srgbClr val="CC00FF"/>
                        </a:gs>
                        <a:gs pos="100000">
                          <a:srgbClr val="CC66FF"/>
                        </a:gs>
                      </a:gsLst>
                      <a:lin ang="2700000" scaled="1"/>
                      <a:tileRect/>
                    </a:gradFill>
                    <a:latin typeface="HGS明朝E" panose="02020900000000000000" pitchFamily="18" charset="-128"/>
                    <a:ea typeface="HGS明朝E" panose="02020900000000000000" pitchFamily="18" charset="-128"/>
                  </a:rPr>
                  <a:t>SR</a:t>
                </a:r>
                <a:endParaRPr kumimoji="1" lang="ja-JP" altLang="en-US" dirty="0">
                  <a:gradFill flip="none" rotWithShape="1">
                    <a:gsLst>
                      <a:gs pos="0">
                        <a:srgbClr val="CC66FF"/>
                      </a:gs>
                      <a:gs pos="50000">
                        <a:srgbClr val="CC00FF"/>
                      </a:gs>
                      <a:gs pos="100000">
                        <a:srgbClr val="CC66FF"/>
                      </a:gs>
                    </a:gsLst>
                    <a:lin ang="2700000" scaled="1"/>
                    <a:tileRect/>
                  </a:gradFill>
                  <a:latin typeface="HGS明朝E" panose="02020900000000000000" pitchFamily="18" charset="-128"/>
                  <a:ea typeface="HGS明朝E" panose="02020900000000000000" pitchFamily="18" charset="-128"/>
                </a:endParaRPr>
              </a:p>
            </p:txBody>
          </p:sp>
        </p:grpSp>
        <p:pic>
          <p:nvPicPr>
            <p:cNvPr id="216" name="図 215">
              <a:extLst>
                <a:ext uri="{FF2B5EF4-FFF2-40B4-BE49-F238E27FC236}">
                  <a16:creationId xmlns:a16="http://schemas.microsoft.com/office/drawing/2014/main" id="{371D1592-A7EC-E7A4-FAF5-0EE24A7804EF}"/>
                </a:ext>
              </a:extLst>
            </p:cNvPr>
            <p:cNvPicPr>
              <a:picLocks noChangeAspect="1"/>
            </p:cNvPicPr>
            <p:nvPr/>
          </p:nvPicPr>
          <p:blipFill>
            <a:blip r:embed="rId5">
              <a:extLst>
                <a:ext uri="{28A0092B-C50C-407E-A947-70E740481C1C}">
                  <a14:useLocalDpi xmlns:a14="http://schemas.microsoft.com/office/drawing/2010/main" val="0"/>
                </a:ext>
              </a:extLst>
            </a:blip>
            <a:srcRect l="27993" t="-2434" r="49502" b="2434"/>
            <a:stretch>
              <a:fillRect/>
            </a:stretch>
          </p:blipFill>
          <p:spPr>
            <a:xfrm>
              <a:off x="3356573" y="1977007"/>
              <a:ext cx="767346" cy="702580"/>
            </a:xfrm>
            <a:prstGeom prst="rect">
              <a:avLst/>
            </a:prstGeom>
          </p:spPr>
        </p:pic>
      </p:grpSp>
      <p:sp>
        <p:nvSpPr>
          <p:cNvPr id="191" name="テキスト ボックス 190">
            <a:extLst>
              <a:ext uri="{FF2B5EF4-FFF2-40B4-BE49-F238E27FC236}">
                <a16:creationId xmlns:a16="http://schemas.microsoft.com/office/drawing/2014/main" id="{EB47B44F-3A3F-A044-0615-686FBBD98ABC}"/>
              </a:ext>
            </a:extLst>
          </p:cNvPr>
          <p:cNvSpPr txBox="1"/>
          <p:nvPr/>
        </p:nvSpPr>
        <p:spPr>
          <a:xfrm>
            <a:off x="935869" y="883125"/>
            <a:ext cx="1005403" cy="584775"/>
          </a:xfrm>
          <a:prstGeom prst="rect">
            <a:avLst/>
          </a:prstGeom>
          <a:noFill/>
        </p:spPr>
        <p:txBody>
          <a:bodyPr wrap="none" rtlCol="0">
            <a:spAutoFit/>
          </a:bodyPr>
          <a:lstStyle/>
          <a:p>
            <a:r>
              <a:rPr kumimoji="1" lang="ja-JP" altLang="en-US" sz="3200" dirty="0">
                <a:solidFill>
                  <a:schemeClr val="tx1">
                    <a:lumMod val="85000"/>
                    <a:lumOff val="15000"/>
                  </a:schemeClr>
                </a:solidFill>
                <a:latin typeface="HGS明朝E" panose="02020900000000000000" pitchFamily="18" charset="-128"/>
                <a:ea typeface="HGS明朝E" panose="02020900000000000000" pitchFamily="18" charset="-128"/>
              </a:rPr>
              <a:t>バフ</a:t>
            </a:r>
          </a:p>
        </p:txBody>
      </p:sp>
      <p:grpSp>
        <p:nvGrpSpPr>
          <p:cNvPr id="192" name="グループ化 191">
            <a:extLst>
              <a:ext uri="{FF2B5EF4-FFF2-40B4-BE49-F238E27FC236}">
                <a16:creationId xmlns:a16="http://schemas.microsoft.com/office/drawing/2014/main" id="{1757D1C2-EE7D-0886-907E-38937D663400}"/>
              </a:ext>
            </a:extLst>
          </p:cNvPr>
          <p:cNvGrpSpPr/>
          <p:nvPr/>
        </p:nvGrpSpPr>
        <p:grpSpPr>
          <a:xfrm rot="5400000">
            <a:off x="-825047" y="3593840"/>
            <a:ext cx="4351022" cy="276285"/>
            <a:chOff x="3114125" y="3836637"/>
            <a:chExt cx="5697007" cy="276285"/>
          </a:xfrm>
        </p:grpSpPr>
        <p:sp>
          <p:nvSpPr>
            <p:cNvPr id="213" name="四角形: 角を丸くする 212">
              <a:extLst>
                <a:ext uri="{FF2B5EF4-FFF2-40B4-BE49-F238E27FC236}">
                  <a16:creationId xmlns:a16="http://schemas.microsoft.com/office/drawing/2014/main" id="{2D3F53AA-63D7-C6EC-E042-FEA549A9C3CF}"/>
                </a:ext>
              </a:extLst>
            </p:cNvPr>
            <p:cNvSpPr/>
            <p:nvPr/>
          </p:nvSpPr>
          <p:spPr>
            <a:xfrm>
              <a:off x="3114125" y="3891844"/>
              <a:ext cx="5697007" cy="165873"/>
            </a:xfrm>
            <a:prstGeom prst="roundRect">
              <a:avLst/>
            </a:prstGeom>
            <a:solidFill>
              <a:schemeClr val="bg1">
                <a:lumMod val="65000"/>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14" name="四角形: 角を丸くする 213">
              <a:extLst>
                <a:ext uri="{FF2B5EF4-FFF2-40B4-BE49-F238E27FC236}">
                  <a16:creationId xmlns:a16="http://schemas.microsoft.com/office/drawing/2014/main" id="{1CA21302-50DC-E327-0F7F-1283C2539CB8}"/>
                </a:ext>
              </a:extLst>
            </p:cNvPr>
            <p:cNvSpPr/>
            <p:nvPr/>
          </p:nvSpPr>
          <p:spPr>
            <a:xfrm>
              <a:off x="4786606" y="3836637"/>
              <a:ext cx="2050791" cy="276285"/>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sp>
        <p:nvSpPr>
          <p:cNvPr id="193" name="四角形: 角を丸くする 192">
            <a:extLst>
              <a:ext uri="{FF2B5EF4-FFF2-40B4-BE49-F238E27FC236}">
                <a16:creationId xmlns:a16="http://schemas.microsoft.com/office/drawing/2014/main" id="{47F3D597-16BD-F733-AB2E-B9189EC46D39}"/>
              </a:ext>
            </a:extLst>
          </p:cNvPr>
          <p:cNvSpPr/>
          <p:nvPr/>
        </p:nvSpPr>
        <p:spPr>
          <a:xfrm>
            <a:off x="3895299" y="878169"/>
            <a:ext cx="2163612" cy="504394"/>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bg1">
                    <a:lumMod val="95000"/>
                  </a:schemeClr>
                </a:solidFill>
                <a:latin typeface="HGS明朝E" panose="02020900000000000000" pitchFamily="18" charset="-128"/>
                <a:ea typeface="HGS明朝E" panose="02020900000000000000" pitchFamily="18" charset="-128"/>
              </a:rPr>
              <a:t>発動中：</a:t>
            </a:r>
            <a:r>
              <a:rPr kumimoji="1" lang="en-US" altLang="ja-JP" sz="2400" dirty="0">
                <a:solidFill>
                  <a:schemeClr val="bg1">
                    <a:lumMod val="95000"/>
                  </a:schemeClr>
                </a:solidFill>
                <a:latin typeface="HGS明朝E" panose="02020900000000000000" pitchFamily="18" charset="-128"/>
                <a:ea typeface="HGS明朝E" panose="02020900000000000000" pitchFamily="18" charset="-128"/>
              </a:rPr>
              <a:t>00</a:t>
            </a:r>
            <a:r>
              <a:rPr lang="en-US" altLang="ja-JP" sz="2400" dirty="0">
                <a:solidFill>
                  <a:schemeClr val="bg1">
                    <a:lumMod val="95000"/>
                  </a:schemeClr>
                </a:solidFill>
                <a:latin typeface="HGS明朝E" panose="02020900000000000000" pitchFamily="18" charset="-128"/>
                <a:ea typeface="HGS明朝E" panose="02020900000000000000" pitchFamily="18" charset="-128"/>
              </a:rPr>
              <a:t>/00</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grpSp>
        <p:nvGrpSpPr>
          <p:cNvPr id="194" name="グループ化 193">
            <a:extLst>
              <a:ext uri="{FF2B5EF4-FFF2-40B4-BE49-F238E27FC236}">
                <a16:creationId xmlns:a16="http://schemas.microsoft.com/office/drawing/2014/main" id="{D36362CF-FB66-EA89-B72C-870F532E0B3C}"/>
              </a:ext>
            </a:extLst>
          </p:cNvPr>
          <p:cNvGrpSpPr/>
          <p:nvPr/>
        </p:nvGrpSpPr>
        <p:grpSpPr>
          <a:xfrm>
            <a:off x="7154469" y="1586624"/>
            <a:ext cx="1485182" cy="1716321"/>
            <a:chOff x="1276828" y="4105786"/>
            <a:chExt cx="1144222" cy="1716321"/>
          </a:xfrm>
        </p:grpSpPr>
        <p:sp>
          <p:nvSpPr>
            <p:cNvPr id="211" name="四角形: 角を丸くする 210">
              <a:extLst>
                <a:ext uri="{FF2B5EF4-FFF2-40B4-BE49-F238E27FC236}">
                  <a16:creationId xmlns:a16="http://schemas.microsoft.com/office/drawing/2014/main" id="{4D585124-C878-BCC4-9760-1F5A59869B77}"/>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12" name="テキスト ボックス 211">
              <a:extLst>
                <a:ext uri="{FF2B5EF4-FFF2-40B4-BE49-F238E27FC236}">
                  <a16:creationId xmlns:a16="http://schemas.microsoft.com/office/drawing/2014/main" id="{76CF9AEC-44B3-0034-9D12-CAAC0346416E}"/>
                </a:ext>
              </a:extLst>
            </p:cNvPr>
            <p:cNvSpPr txBox="1"/>
            <p:nvPr/>
          </p:nvSpPr>
          <p:spPr>
            <a:xfrm>
              <a:off x="1315928" y="4148054"/>
              <a:ext cx="1066022" cy="369332"/>
            </a:xfrm>
            <a:prstGeom prst="rect">
              <a:avLst/>
            </a:prstGeom>
            <a:noFill/>
          </p:spPr>
          <p:txBody>
            <a:bodyPr wrap="square">
              <a:spAutoFit/>
            </a:bodyPr>
            <a:lstStyle/>
            <a:p>
              <a:pPr algn="ctr"/>
              <a:r>
                <a:rPr lang="ja-JP" altLang="en-US" dirty="0">
                  <a:solidFill>
                    <a:schemeClr val="bg1">
                      <a:lumMod val="95000"/>
                    </a:schemeClr>
                  </a:solidFill>
                  <a:latin typeface="HGS明朝E" panose="02020900000000000000" pitchFamily="18" charset="-128"/>
                  <a:ea typeface="HGS明朝E" panose="02020900000000000000" pitchFamily="18" charset="-128"/>
                </a:rPr>
                <a:t>空</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grpSp>
      <p:sp>
        <p:nvSpPr>
          <p:cNvPr id="195" name="フリーフォーム: 図形 194">
            <a:extLst>
              <a:ext uri="{FF2B5EF4-FFF2-40B4-BE49-F238E27FC236}">
                <a16:creationId xmlns:a16="http://schemas.microsoft.com/office/drawing/2014/main" id="{67D06BA5-3486-F2DE-BBC1-8A0E65217B24}"/>
              </a:ext>
            </a:extLst>
          </p:cNvPr>
          <p:cNvSpPr/>
          <p:nvPr/>
        </p:nvSpPr>
        <p:spPr>
          <a:xfrm>
            <a:off x="1713812" y="1594808"/>
            <a:ext cx="6933831" cy="1716321"/>
          </a:xfrm>
          <a:custGeom>
            <a:avLst/>
            <a:gdLst>
              <a:gd name="csX0" fmla="*/ 247535 w 6933831"/>
              <a:gd name="csY0" fmla="*/ 0 h 1716321"/>
              <a:gd name="csX1" fmla="*/ 1237647 w 6933831"/>
              <a:gd name="csY1" fmla="*/ 0 h 1716321"/>
              <a:gd name="csX2" fmla="*/ 1485182 w 6933831"/>
              <a:gd name="csY2" fmla="*/ 247535 h 1716321"/>
              <a:gd name="csX3" fmla="*/ 1485182 w 6933831"/>
              <a:gd name="csY3" fmla="*/ 1162874 h 1716321"/>
              <a:gd name="csX4" fmla="*/ 6933831 w 6933831"/>
              <a:gd name="csY4" fmla="*/ 1162874 h 1716321"/>
              <a:gd name="csX5" fmla="*/ 6933831 w 6933831"/>
              <a:gd name="csY5" fmla="*/ 1711914 h 1716321"/>
              <a:gd name="csX6" fmla="*/ 1281364 w 6933831"/>
              <a:gd name="csY6" fmla="*/ 1711914 h 1716321"/>
              <a:gd name="csX7" fmla="*/ 1237647 w 6933831"/>
              <a:gd name="csY7" fmla="*/ 1716321 h 1716321"/>
              <a:gd name="csX8" fmla="*/ 247535 w 6933831"/>
              <a:gd name="csY8" fmla="*/ 1716321 h 1716321"/>
              <a:gd name="csX9" fmla="*/ 203819 w 6933831"/>
              <a:gd name="csY9" fmla="*/ 1711914 h 1716321"/>
              <a:gd name="csX10" fmla="*/ 91508 w 6933831"/>
              <a:gd name="csY10" fmla="*/ 1711914 h 1716321"/>
              <a:gd name="csX11" fmla="*/ 0 w 6933831"/>
              <a:gd name="csY11" fmla="*/ 1620406 h 1716321"/>
              <a:gd name="csX12" fmla="*/ 0 w 6933831"/>
              <a:gd name="csY12" fmla="*/ 1468786 h 1716321"/>
              <a:gd name="csX13" fmla="*/ 0 w 6933831"/>
              <a:gd name="csY13" fmla="*/ 1254382 h 1716321"/>
              <a:gd name="csX14" fmla="*/ 0 w 6933831"/>
              <a:gd name="csY14" fmla="*/ 247535 h 1716321"/>
              <a:gd name="csX15" fmla="*/ 247535 w 6933831"/>
              <a:gd name="csY15" fmla="*/ 0 h 171632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6933831" h="1716321">
                <a:moveTo>
                  <a:pt x="247535" y="0"/>
                </a:moveTo>
                <a:lnTo>
                  <a:pt x="1237647" y="0"/>
                </a:lnTo>
                <a:cubicBezTo>
                  <a:pt x="1374357" y="0"/>
                  <a:pt x="1485182" y="110825"/>
                  <a:pt x="1485182" y="247535"/>
                </a:cubicBezTo>
                <a:lnTo>
                  <a:pt x="1485182" y="1162874"/>
                </a:lnTo>
                <a:lnTo>
                  <a:pt x="6933831" y="1162874"/>
                </a:lnTo>
                <a:lnTo>
                  <a:pt x="6933831" y="1711914"/>
                </a:lnTo>
                <a:lnTo>
                  <a:pt x="1281364" y="1711914"/>
                </a:lnTo>
                <a:lnTo>
                  <a:pt x="1237647" y="1716321"/>
                </a:lnTo>
                <a:lnTo>
                  <a:pt x="247535" y="1716321"/>
                </a:lnTo>
                <a:lnTo>
                  <a:pt x="203819" y="1711914"/>
                </a:lnTo>
                <a:lnTo>
                  <a:pt x="91508" y="1711914"/>
                </a:lnTo>
                <a:cubicBezTo>
                  <a:pt x="40970" y="1711914"/>
                  <a:pt x="0" y="1670944"/>
                  <a:pt x="0" y="1620406"/>
                </a:cubicBezTo>
                <a:lnTo>
                  <a:pt x="0" y="1468786"/>
                </a:lnTo>
                <a:lnTo>
                  <a:pt x="0" y="1254382"/>
                </a:lnTo>
                <a:lnTo>
                  <a:pt x="0" y="247535"/>
                </a:lnTo>
                <a:cubicBezTo>
                  <a:pt x="0" y="110825"/>
                  <a:pt x="110825" y="0"/>
                  <a:pt x="247535" y="0"/>
                </a:cubicBezTo>
                <a:close/>
              </a:path>
            </a:pathLst>
          </a:custGeom>
          <a:solidFill>
            <a:schemeClr val="bg1">
              <a:lumMod val="75000"/>
              <a:alpha val="9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dirty="0">
              <a:solidFill>
                <a:schemeClr val="accent2">
                  <a:lumMod val="20000"/>
                  <a:lumOff val="80000"/>
                </a:schemeClr>
              </a:solidFill>
              <a:latin typeface="HGS明朝E" panose="02020900000000000000" pitchFamily="18" charset="-128"/>
              <a:ea typeface="HGS明朝E" panose="02020900000000000000" pitchFamily="18" charset="-128"/>
            </a:endParaRPr>
          </a:p>
        </p:txBody>
      </p:sp>
      <p:sp>
        <p:nvSpPr>
          <p:cNvPr id="196" name="テキスト ボックス 195">
            <a:extLst>
              <a:ext uri="{FF2B5EF4-FFF2-40B4-BE49-F238E27FC236}">
                <a16:creationId xmlns:a16="http://schemas.microsoft.com/office/drawing/2014/main" id="{E09056E5-E6DD-9B3B-F0B5-8078151212BF}"/>
              </a:ext>
            </a:extLst>
          </p:cNvPr>
          <p:cNvSpPr txBox="1"/>
          <p:nvPr/>
        </p:nvSpPr>
        <p:spPr>
          <a:xfrm>
            <a:off x="1764562" y="1637076"/>
            <a:ext cx="1383680" cy="369332"/>
          </a:xfrm>
          <a:prstGeom prst="rect">
            <a:avLst/>
          </a:prstGeom>
          <a:noFill/>
        </p:spPr>
        <p:txBody>
          <a:bodyPr wrap="square">
            <a:spAutoFit/>
          </a:bodyPr>
          <a:lstStyle/>
          <a:p>
            <a:pPr algn="ctr"/>
            <a:r>
              <a:rPr lang="en-US" altLang="ja-JP" dirty="0">
                <a:solidFill>
                  <a:schemeClr val="accent2">
                    <a:lumMod val="20000"/>
                    <a:lumOff val="80000"/>
                  </a:schemeClr>
                </a:solidFill>
                <a:latin typeface="HGS明朝E" panose="02020900000000000000" pitchFamily="18" charset="-128"/>
                <a:ea typeface="HGS明朝E" panose="02020900000000000000" pitchFamily="18" charset="-128"/>
              </a:rPr>
              <a:t>R</a:t>
            </a:r>
            <a:endParaRPr kumimoji="1" lang="ja-JP" altLang="en-US" dirty="0">
              <a:solidFill>
                <a:schemeClr val="accent2">
                  <a:lumMod val="20000"/>
                  <a:lumOff val="80000"/>
                </a:schemeClr>
              </a:solidFill>
              <a:latin typeface="HGS明朝E" panose="02020900000000000000" pitchFamily="18" charset="-128"/>
              <a:ea typeface="HGS明朝E" panose="02020900000000000000" pitchFamily="18" charset="-128"/>
            </a:endParaRPr>
          </a:p>
        </p:txBody>
      </p:sp>
      <p:pic>
        <p:nvPicPr>
          <p:cNvPr id="197" name="図 196">
            <a:extLst>
              <a:ext uri="{FF2B5EF4-FFF2-40B4-BE49-F238E27FC236}">
                <a16:creationId xmlns:a16="http://schemas.microsoft.com/office/drawing/2014/main" id="{32D011FC-0915-4E02-A4BC-9800020359B8}"/>
              </a:ext>
            </a:extLst>
          </p:cNvPr>
          <p:cNvPicPr>
            <a:picLocks noChangeAspect="1"/>
          </p:cNvPicPr>
          <p:nvPr/>
        </p:nvPicPr>
        <p:blipFill>
          <a:blip r:embed="rId5">
            <a:extLst>
              <a:ext uri="{28A0092B-C50C-407E-A947-70E740481C1C}">
                <a14:useLocalDpi xmlns:a14="http://schemas.microsoft.com/office/drawing/2010/main" val="0"/>
              </a:ext>
            </a:extLst>
          </a:blip>
          <a:srcRect l="5956" r="70153"/>
          <a:stretch>
            <a:fillRect/>
          </a:stretch>
        </p:blipFill>
        <p:spPr>
          <a:xfrm>
            <a:off x="2037839" y="1994899"/>
            <a:ext cx="814582" cy="702580"/>
          </a:xfrm>
          <a:prstGeom prst="rect">
            <a:avLst/>
          </a:prstGeom>
        </p:spPr>
      </p:pic>
      <p:sp>
        <p:nvSpPr>
          <p:cNvPr id="198" name="テキスト ボックス 197">
            <a:extLst>
              <a:ext uri="{FF2B5EF4-FFF2-40B4-BE49-F238E27FC236}">
                <a16:creationId xmlns:a16="http://schemas.microsoft.com/office/drawing/2014/main" id="{E8279CD6-F6F2-88ED-5288-23FAE72D7D94}"/>
              </a:ext>
            </a:extLst>
          </p:cNvPr>
          <p:cNvSpPr txBox="1"/>
          <p:nvPr/>
        </p:nvSpPr>
        <p:spPr>
          <a:xfrm>
            <a:off x="1783225" y="2856728"/>
            <a:ext cx="5768314" cy="338554"/>
          </a:xfrm>
          <a:prstGeom prst="rect">
            <a:avLst/>
          </a:prstGeom>
          <a:noFill/>
        </p:spPr>
        <p:txBody>
          <a:bodyPr wrap="square" rtlCol="0">
            <a:spAutoFit/>
          </a:bodyPr>
          <a:lstStyle/>
          <a:p>
            <a:r>
              <a:rPr lang="ja-JP" altLang="en-US" sz="1600" dirty="0">
                <a:solidFill>
                  <a:schemeClr val="tx1">
                    <a:lumMod val="95000"/>
                    <a:lumOff val="5000"/>
                  </a:schemeClr>
                </a:solidFill>
                <a:latin typeface="HGS明朝E" panose="02020900000000000000" pitchFamily="18" charset="-128"/>
                <a:ea typeface="HGS明朝E" panose="02020900000000000000" pitchFamily="18" charset="-128"/>
              </a:rPr>
              <a:t>前衛の</a:t>
            </a:r>
            <a:r>
              <a:rPr lang="en-US" altLang="ja-JP" sz="1600" dirty="0">
                <a:solidFill>
                  <a:schemeClr val="tx1">
                    <a:lumMod val="95000"/>
                    <a:lumOff val="5000"/>
                  </a:schemeClr>
                </a:solidFill>
                <a:latin typeface="HGS明朝E" panose="02020900000000000000" pitchFamily="18" charset="-128"/>
                <a:ea typeface="HGS明朝E" panose="02020900000000000000" pitchFamily="18" charset="-128"/>
              </a:rPr>
              <a:t>ATK</a:t>
            </a:r>
            <a:r>
              <a:rPr lang="ja-JP" altLang="en-US" sz="1600" dirty="0">
                <a:solidFill>
                  <a:schemeClr val="tx1">
                    <a:lumMod val="95000"/>
                    <a:lumOff val="5000"/>
                  </a:schemeClr>
                </a:solidFill>
                <a:latin typeface="HGS明朝E" panose="02020900000000000000" pitchFamily="18" charset="-128"/>
                <a:ea typeface="HGS明朝E" panose="02020900000000000000" pitchFamily="18" charset="-128"/>
              </a:rPr>
              <a:t>を</a:t>
            </a:r>
            <a:r>
              <a:rPr lang="en-US" altLang="ja-JP" sz="1600" dirty="0">
                <a:solidFill>
                  <a:schemeClr val="tx1">
                    <a:lumMod val="95000"/>
                    <a:lumOff val="5000"/>
                  </a:schemeClr>
                </a:solidFill>
                <a:latin typeface="HGS明朝E" panose="02020900000000000000" pitchFamily="18" charset="-128"/>
                <a:ea typeface="HGS明朝E" panose="02020900000000000000" pitchFamily="18" charset="-128"/>
              </a:rPr>
              <a:t>10</a:t>
            </a:r>
            <a:r>
              <a:rPr lang="ja-JP" altLang="en-US" sz="1600" dirty="0">
                <a:solidFill>
                  <a:schemeClr val="tx1">
                    <a:lumMod val="95000"/>
                    <a:lumOff val="5000"/>
                  </a:schemeClr>
                </a:solidFill>
                <a:latin typeface="HGS明朝E" panose="02020900000000000000" pitchFamily="18" charset="-128"/>
                <a:ea typeface="HGS明朝E" panose="02020900000000000000" pitchFamily="18" charset="-128"/>
              </a:rPr>
              <a:t>％上昇</a:t>
            </a:r>
            <a:endParaRPr lang="en-US" altLang="ja-JP" sz="1600" dirty="0">
              <a:solidFill>
                <a:schemeClr val="accent5"/>
              </a:solidFill>
              <a:latin typeface="HGS明朝E" panose="02020900000000000000" pitchFamily="18" charset="-128"/>
              <a:ea typeface="HGS明朝E" panose="02020900000000000000" pitchFamily="18" charset="-128"/>
            </a:endParaRPr>
          </a:p>
        </p:txBody>
      </p:sp>
      <p:grpSp>
        <p:nvGrpSpPr>
          <p:cNvPr id="199" name="グループ化 198">
            <a:extLst>
              <a:ext uri="{FF2B5EF4-FFF2-40B4-BE49-F238E27FC236}">
                <a16:creationId xmlns:a16="http://schemas.microsoft.com/office/drawing/2014/main" id="{13D380C9-EE6B-8874-6E66-5BAE50DCC324}"/>
              </a:ext>
            </a:extLst>
          </p:cNvPr>
          <p:cNvGrpSpPr/>
          <p:nvPr/>
        </p:nvGrpSpPr>
        <p:grpSpPr>
          <a:xfrm>
            <a:off x="3531781" y="3592480"/>
            <a:ext cx="1485182" cy="1716321"/>
            <a:chOff x="1276828" y="4105786"/>
            <a:chExt cx="1144222" cy="1716321"/>
          </a:xfrm>
        </p:grpSpPr>
        <p:sp>
          <p:nvSpPr>
            <p:cNvPr id="209" name="四角形: 角を丸くする 208">
              <a:extLst>
                <a:ext uri="{FF2B5EF4-FFF2-40B4-BE49-F238E27FC236}">
                  <a16:creationId xmlns:a16="http://schemas.microsoft.com/office/drawing/2014/main" id="{A16B73C5-D207-76F1-9837-91AA3E1F04FD}"/>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10" name="テキスト ボックス 209">
              <a:extLst>
                <a:ext uri="{FF2B5EF4-FFF2-40B4-BE49-F238E27FC236}">
                  <a16:creationId xmlns:a16="http://schemas.microsoft.com/office/drawing/2014/main" id="{350D7126-F35B-7DA3-E16E-9674941D6C1A}"/>
                </a:ext>
              </a:extLst>
            </p:cNvPr>
            <p:cNvSpPr txBox="1"/>
            <p:nvPr/>
          </p:nvSpPr>
          <p:spPr>
            <a:xfrm>
              <a:off x="1315928" y="4148054"/>
              <a:ext cx="1066022" cy="369332"/>
            </a:xfrm>
            <a:prstGeom prst="rect">
              <a:avLst/>
            </a:prstGeom>
            <a:noFill/>
          </p:spPr>
          <p:txBody>
            <a:bodyPr wrap="square">
              <a:spAutoFit/>
            </a:bodyPr>
            <a:lstStyle/>
            <a:p>
              <a:pPr algn="ctr"/>
              <a:r>
                <a:rPr lang="ja-JP" altLang="en-US" dirty="0">
                  <a:solidFill>
                    <a:schemeClr val="bg1">
                      <a:lumMod val="95000"/>
                    </a:schemeClr>
                  </a:solidFill>
                  <a:latin typeface="HGS明朝E" panose="02020900000000000000" pitchFamily="18" charset="-128"/>
                  <a:ea typeface="HGS明朝E" panose="02020900000000000000" pitchFamily="18" charset="-128"/>
                </a:rPr>
                <a:t>空</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grpSp>
      <p:grpSp>
        <p:nvGrpSpPr>
          <p:cNvPr id="200" name="グループ化 199">
            <a:extLst>
              <a:ext uri="{FF2B5EF4-FFF2-40B4-BE49-F238E27FC236}">
                <a16:creationId xmlns:a16="http://schemas.microsoft.com/office/drawing/2014/main" id="{FD8A1F76-5FC9-3B75-B035-5AF094011FF3}"/>
              </a:ext>
            </a:extLst>
          </p:cNvPr>
          <p:cNvGrpSpPr/>
          <p:nvPr/>
        </p:nvGrpSpPr>
        <p:grpSpPr>
          <a:xfrm>
            <a:off x="5347121" y="3592480"/>
            <a:ext cx="1485182" cy="1716321"/>
            <a:chOff x="1276828" y="4105786"/>
            <a:chExt cx="1144222" cy="1716321"/>
          </a:xfrm>
        </p:grpSpPr>
        <p:sp>
          <p:nvSpPr>
            <p:cNvPr id="207" name="四角形: 角を丸くする 206">
              <a:extLst>
                <a:ext uri="{FF2B5EF4-FFF2-40B4-BE49-F238E27FC236}">
                  <a16:creationId xmlns:a16="http://schemas.microsoft.com/office/drawing/2014/main" id="{2B4DD846-2169-2607-3DCF-1089605961C1}"/>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08" name="テキスト ボックス 207">
              <a:extLst>
                <a:ext uri="{FF2B5EF4-FFF2-40B4-BE49-F238E27FC236}">
                  <a16:creationId xmlns:a16="http://schemas.microsoft.com/office/drawing/2014/main" id="{316F881E-FFE2-C8BB-CBEF-11950E02D660}"/>
                </a:ext>
              </a:extLst>
            </p:cNvPr>
            <p:cNvSpPr txBox="1"/>
            <p:nvPr/>
          </p:nvSpPr>
          <p:spPr>
            <a:xfrm>
              <a:off x="1315928" y="4148054"/>
              <a:ext cx="1066022" cy="369332"/>
            </a:xfrm>
            <a:prstGeom prst="rect">
              <a:avLst/>
            </a:prstGeom>
            <a:noFill/>
          </p:spPr>
          <p:txBody>
            <a:bodyPr wrap="square">
              <a:spAutoFit/>
            </a:bodyPr>
            <a:lstStyle/>
            <a:p>
              <a:pPr algn="ctr"/>
              <a:r>
                <a:rPr lang="ja-JP" altLang="en-US" dirty="0">
                  <a:solidFill>
                    <a:schemeClr val="bg1">
                      <a:lumMod val="95000"/>
                    </a:schemeClr>
                  </a:solidFill>
                  <a:latin typeface="HGS明朝E" panose="02020900000000000000" pitchFamily="18" charset="-128"/>
                  <a:ea typeface="HGS明朝E" panose="02020900000000000000" pitchFamily="18" charset="-128"/>
                </a:rPr>
                <a:t>空</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grpSp>
      <p:grpSp>
        <p:nvGrpSpPr>
          <p:cNvPr id="201" name="グループ化 200">
            <a:extLst>
              <a:ext uri="{FF2B5EF4-FFF2-40B4-BE49-F238E27FC236}">
                <a16:creationId xmlns:a16="http://schemas.microsoft.com/office/drawing/2014/main" id="{26A1FD94-1810-7400-B409-038784CEF58C}"/>
              </a:ext>
            </a:extLst>
          </p:cNvPr>
          <p:cNvGrpSpPr/>
          <p:nvPr/>
        </p:nvGrpSpPr>
        <p:grpSpPr>
          <a:xfrm>
            <a:off x="7162461" y="3592480"/>
            <a:ext cx="1485182" cy="1716321"/>
            <a:chOff x="1276828" y="4105786"/>
            <a:chExt cx="1144222" cy="1716321"/>
          </a:xfrm>
        </p:grpSpPr>
        <p:sp>
          <p:nvSpPr>
            <p:cNvPr id="205" name="四角形: 角を丸くする 204">
              <a:extLst>
                <a:ext uri="{FF2B5EF4-FFF2-40B4-BE49-F238E27FC236}">
                  <a16:creationId xmlns:a16="http://schemas.microsoft.com/office/drawing/2014/main" id="{D2D1F5CE-6199-1D74-F85E-8DB364BC3E70}"/>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06" name="テキスト ボックス 205">
              <a:extLst>
                <a:ext uri="{FF2B5EF4-FFF2-40B4-BE49-F238E27FC236}">
                  <a16:creationId xmlns:a16="http://schemas.microsoft.com/office/drawing/2014/main" id="{FEFB40A6-4D60-31B5-BBC0-65A05BA1D0C2}"/>
                </a:ext>
              </a:extLst>
            </p:cNvPr>
            <p:cNvSpPr txBox="1"/>
            <p:nvPr/>
          </p:nvSpPr>
          <p:spPr>
            <a:xfrm>
              <a:off x="1315928" y="4148054"/>
              <a:ext cx="1066022" cy="369332"/>
            </a:xfrm>
            <a:prstGeom prst="rect">
              <a:avLst/>
            </a:prstGeom>
            <a:noFill/>
          </p:spPr>
          <p:txBody>
            <a:bodyPr wrap="square">
              <a:spAutoFit/>
            </a:bodyPr>
            <a:lstStyle/>
            <a:p>
              <a:pPr algn="ctr"/>
              <a:r>
                <a:rPr lang="ja-JP" altLang="en-US" dirty="0">
                  <a:solidFill>
                    <a:schemeClr val="bg1">
                      <a:lumMod val="95000"/>
                    </a:schemeClr>
                  </a:solidFill>
                  <a:latin typeface="HGS明朝E" panose="02020900000000000000" pitchFamily="18" charset="-128"/>
                  <a:ea typeface="HGS明朝E" panose="02020900000000000000" pitchFamily="18" charset="-128"/>
                </a:rPr>
                <a:t>空</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grpSp>
      <p:grpSp>
        <p:nvGrpSpPr>
          <p:cNvPr id="202" name="グループ化 201">
            <a:extLst>
              <a:ext uri="{FF2B5EF4-FFF2-40B4-BE49-F238E27FC236}">
                <a16:creationId xmlns:a16="http://schemas.microsoft.com/office/drawing/2014/main" id="{408A6863-2C18-7B0C-892C-E2AA283A9B27}"/>
              </a:ext>
            </a:extLst>
          </p:cNvPr>
          <p:cNvGrpSpPr/>
          <p:nvPr/>
        </p:nvGrpSpPr>
        <p:grpSpPr>
          <a:xfrm>
            <a:off x="1716441" y="3592480"/>
            <a:ext cx="1485182" cy="1716321"/>
            <a:chOff x="1276828" y="4105786"/>
            <a:chExt cx="1144222" cy="1716321"/>
          </a:xfrm>
        </p:grpSpPr>
        <p:sp>
          <p:nvSpPr>
            <p:cNvPr id="203" name="四角形: 角を丸くする 202">
              <a:extLst>
                <a:ext uri="{FF2B5EF4-FFF2-40B4-BE49-F238E27FC236}">
                  <a16:creationId xmlns:a16="http://schemas.microsoft.com/office/drawing/2014/main" id="{8597E109-EE03-0EF9-36D8-0466846A2E17}"/>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04" name="テキスト ボックス 203">
              <a:extLst>
                <a:ext uri="{FF2B5EF4-FFF2-40B4-BE49-F238E27FC236}">
                  <a16:creationId xmlns:a16="http://schemas.microsoft.com/office/drawing/2014/main" id="{7A3E8BE4-4118-0C20-B51F-0CFE680CA16D}"/>
                </a:ext>
              </a:extLst>
            </p:cNvPr>
            <p:cNvSpPr txBox="1"/>
            <p:nvPr/>
          </p:nvSpPr>
          <p:spPr>
            <a:xfrm>
              <a:off x="1315928" y="4148054"/>
              <a:ext cx="1066022" cy="369332"/>
            </a:xfrm>
            <a:prstGeom prst="rect">
              <a:avLst/>
            </a:prstGeom>
            <a:noFill/>
          </p:spPr>
          <p:txBody>
            <a:bodyPr wrap="square">
              <a:spAutoFit/>
            </a:bodyPr>
            <a:lstStyle/>
            <a:p>
              <a:pPr algn="ctr"/>
              <a:r>
                <a:rPr lang="ja-JP" altLang="en-US" dirty="0">
                  <a:solidFill>
                    <a:schemeClr val="bg1">
                      <a:lumMod val="95000"/>
                    </a:schemeClr>
                  </a:solidFill>
                  <a:latin typeface="HGS明朝E" panose="02020900000000000000" pitchFamily="18" charset="-128"/>
                  <a:ea typeface="HGS明朝E" panose="02020900000000000000" pitchFamily="18" charset="-128"/>
                </a:rPr>
                <a:t>空</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grpSp>
      <p:grpSp>
        <p:nvGrpSpPr>
          <p:cNvPr id="223" name="グループ化 222">
            <a:extLst>
              <a:ext uri="{FF2B5EF4-FFF2-40B4-BE49-F238E27FC236}">
                <a16:creationId xmlns:a16="http://schemas.microsoft.com/office/drawing/2014/main" id="{1DE93CBA-C41A-9725-F21F-1DC081028A7C}"/>
              </a:ext>
            </a:extLst>
          </p:cNvPr>
          <p:cNvGrpSpPr/>
          <p:nvPr/>
        </p:nvGrpSpPr>
        <p:grpSpPr>
          <a:xfrm>
            <a:off x="2545290" y="5466109"/>
            <a:ext cx="1012202" cy="999872"/>
            <a:chOff x="2767454" y="2482905"/>
            <a:chExt cx="1012202" cy="999872"/>
          </a:xfrm>
        </p:grpSpPr>
        <p:pic>
          <p:nvPicPr>
            <p:cNvPr id="224" name="図 223">
              <a:extLst>
                <a:ext uri="{FF2B5EF4-FFF2-40B4-BE49-F238E27FC236}">
                  <a16:creationId xmlns:a16="http://schemas.microsoft.com/office/drawing/2014/main" id="{50513B2D-B56C-5AC5-44B1-55E40EDFFF64}"/>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2805789" y="2537772"/>
              <a:ext cx="945005" cy="945005"/>
            </a:xfrm>
            <a:prstGeom prst="rect">
              <a:avLst/>
            </a:prstGeom>
          </p:spPr>
        </p:pic>
        <p:pic>
          <p:nvPicPr>
            <p:cNvPr id="225" name="図 224">
              <a:extLst>
                <a:ext uri="{FF2B5EF4-FFF2-40B4-BE49-F238E27FC236}">
                  <a16:creationId xmlns:a16="http://schemas.microsoft.com/office/drawing/2014/main" id="{3FFBB083-28C0-10AE-1FFD-CAFF4B1325AD}"/>
                </a:ext>
              </a:extLst>
            </p:cNvPr>
            <p:cNvPicPr>
              <a:picLocks noChangeAspect="1"/>
            </p:cNvPicPr>
            <p:nvPr/>
          </p:nvPicPr>
          <p:blipFill>
            <a:blip r:embed="rId7">
              <a:extLst>
                <a:ext uri="{28A0092B-C50C-407E-A947-70E740481C1C}">
                  <a14:useLocalDpi xmlns:a14="http://schemas.microsoft.com/office/drawing/2010/main" val="0"/>
                </a:ext>
              </a:extLst>
            </a:blip>
            <a:srcRect l="75064" t="33348" b="34256"/>
            <a:stretch>
              <a:fillRect/>
            </a:stretch>
          </p:blipFill>
          <p:spPr>
            <a:xfrm>
              <a:off x="2767454" y="2482905"/>
              <a:ext cx="1012202" cy="986283"/>
            </a:xfrm>
            <a:prstGeom prst="rect">
              <a:avLst/>
            </a:prstGeom>
          </p:spPr>
        </p:pic>
      </p:grpSp>
    </p:spTree>
    <p:extLst>
      <p:ext uri="{BB962C8B-B14F-4D97-AF65-F5344CB8AC3E}">
        <p14:creationId xmlns:p14="http://schemas.microsoft.com/office/powerpoint/2010/main" val="3056742425"/>
      </p:ext>
    </p:extLst>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9F28B3-B8A0-464E-E4D5-3D4F73DF8285}"/>
            </a:ext>
          </a:extLst>
        </p:cNvPr>
        <p:cNvGrpSpPr/>
        <p:nvPr/>
      </p:nvGrpSpPr>
      <p:grpSpPr>
        <a:xfrm>
          <a:off x="0" y="0"/>
          <a:ext cx="0" cy="0"/>
          <a:chOff x="0" y="0"/>
          <a:chExt cx="0" cy="0"/>
        </a:xfrm>
      </p:grpSpPr>
      <p:grpSp>
        <p:nvGrpSpPr>
          <p:cNvPr id="154" name="グループ化 153">
            <a:extLst>
              <a:ext uri="{FF2B5EF4-FFF2-40B4-BE49-F238E27FC236}">
                <a16:creationId xmlns:a16="http://schemas.microsoft.com/office/drawing/2014/main" id="{9D545A5C-B304-BAEF-D3D9-F623061F72F6}"/>
              </a:ext>
            </a:extLst>
          </p:cNvPr>
          <p:cNvGrpSpPr/>
          <p:nvPr/>
        </p:nvGrpSpPr>
        <p:grpSpPr>
          <a:xfrm>
            <a:off x="9569319" y="2385076"/>
            <a:ext cx="1755710" cy="810206"/>
            <a:chOff x="9569319" y="1891007"/>
            <a:chExt cx="1755710" cy="810206"/>
          </a:xfrm>
        </p:grpSpPr>
        <p:sp>
          <p:nvSpPr>
            <p:cNvPr id="7" name="四角形: 角を丸くする 6">
              <a:extLst>
                <a:ext uri="{FF2B5EF4-FFF2-40B4-BE49-F238E27FC236}">
                  <a16:creationId xmlns:a16="http://schemas.microsoft.com/office/drawing/2014/main" id="{9F9C0736-914C-E7A8-8691-E772546C9BED}"/>
                </a:ext>
              </a:extLst>
            </p:cNvPr>
            <p:cNvSpPr/>
            <p:nvPr/>
          </p:nvSpPr>
          <p:spPr>
            <a:xfrm>
              <a:off x="9569319" y="1891007"/>
              <a:ext cx="1755710" cy="810206"/>
            </a:xfrm>
            <a:prstGeom prst="roundRect">
              <a:avLst>
                <a:gd name="adj" fmla="val 6428"/>
              </a:avLst>
            </a:prstGeom>
            <a:solidFill>
              <a:schemeClr val="accent6">
                <a:alpha val="80000"/>
              </a:schemeClr>
            </a:solid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sp>
          <p:nvSpPr>
            <p:cNvPr id="11" name="テキスト ボックス 10">
              <a:extLst>
                <a:ext uri="{FF2B5EF4-FFF2-40B4-BE49-F238E27FC236}">
                  <a16:creationId xmlns:a16="http://schemas.microsoft.com/office/drawing/2014/main" id="{D1431E0A-C2F3-2B90-7B1F-2FBE5FBD25AB}"/>
                </a:ext>
              </a:extLst>
            </p:cNvPr>
            <p:cNvSpPr txBox="1"/>
            <p:nvPr/>
          </p:nvSpPr>
          <p:spPr>
            <a:xfrm>
              <a:off x="10319626" y="2290669"/>
              <a:ext cx="1005403" cy="338554"/>
            </a:xfrm>
            <a:prstGeom prst="rect">
              <a:avLst/>
            </a:prstGeom>
            <a:noFill/>
          </p:spPr>
          <p:txBody>
            <a:bodyPr wrap="none" rtlCol="0">
              <a:spAutoFit/>
            </a:bodyPr>
            <a:lstStyle/>
            <a:p>
              <a:pPr algn="r"/>
              <a:r>
                <a:rPr lang="ja-JP" altLang="en-US"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バフ削除</a:t>
              </a:r>
              <a:endParaRPr kumimoji="1" lang="en-US" altLang="ja-JP"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153" name="グループ化 152">
            <a:extLst>
              <a:ext uri="{FF2B5EF4-FFF2-40B4-BE49-F238E27FC236}">
                <a16:creationId xmlns:a16="http://schemas.microsoft.com/office/drawing/2014/main" id="{FA33D32D-8702-7543-4C1B-7A0C396A5255}"/>
              </a:ext>
            </a:extLst>
          </p:cNvPr>
          <p:cNvGrpSpPr/>
          <p:nvPr/>
        </p:nvGrpSpPr>
        <p:grpSpPr>
          <a:xfrm>
            <a:off x="9569319" y="1071664"/>
            <a:ext cx="1755710" cy="810206"/>
            <a:chOff x="9569319" y="887965"/>
            <a:chExt cx="1755710" cy="810206"/>
          </a:xfrm>
        </p:grpSpPr>
        <p:sp>
          <p:nvSpPr>
            <p:cNvPr id="6" name="四角形: 角を丸くする 5">
              <a:extLst>
                <a:ext uri="{FF2B5EF4-FFF2-40B4-BE49-F238E27FC236}">
                  <a16:creationId xmlns:a16="http://schemas.microsoft.com/office/drawing/2014/main" id="{BF377046-3CAB-77D3-D119-153A8F54D30D}"/>
                </a:ext>
              </a:extLst>
            </p:cNvPr>
            <p:cNvSpPr/>
            <p:nvPr/>
          </p:nvSpPr>
          <p:spPr>
            <a:xfrm>
              <a:off x="9569319" y="887965"/>
              <a:ext cx="1755710" cy="810206"/>
            </a:xfrm>
            <a:prstGeom prst="roundRect">
              <a:avLst>
                <a:gd name="adj" fmla="val 6428"/>
              </a:avLst>
            </a:prstGeom>
            <a:solidFill>
              <a:schemeClr val="accent6">
                <a:alpha val="8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2" name="テキスト ボックス 11">
              <a:extLst>
                <a:ext uri="{FF2B5EF4-FFF2-40B4-BE49-F238E27FC236}">
                  <a16:creationId xmlns:a16="http://schemas.microsoft.com/office/drawing/2014/main" id="{46ECAC4B-0C96-9577-C263-0270AAC21ED1}"/>
                </a:ext>
              </a:extLst>
            </p:cNvPr>
            <p:cNvSpPr txBox="1"/>
            <p:nvPr/>
          </p:nvSpPr>
          <p:spPr>
            <a:xfrm>
              <a:off x="9579753" y="1293068"/>
              <a:ext cx="1728357" cy="338554"/>
            </a:xfrm>
            <a:prstGeom prst="rect">
              <a:avLst/>
            </a:prstGeom>
            <a:noFill/>
          </p:spPr>
          <p:txBody>
            <a:bodyPr wrap="none" rtlCol="0">
              <a:spAutoFit/>
            </a:bodyPr>
            <a:lstStyle/>
            <a:p>
              <a:pPr algn="r"/>
              <a:r>
                <a:rPr kumimoji="1" lang="ja-JP" altLang="en-US"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ソート</a:t>
              </a:r>
              <a:r>
                <a:rPr kumimoji="1" lang="en-US" altLang="ja-JP"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a:t>
              </a:r>
              <a:r>
                <a:rPr kumimoji="1" lang="ja-JP" altLang="en-US"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フィルタ</a:t>
              </a:r>
              <a:endParaRPr kumimoji="1" lang="en-US" altLang="ja-JP"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pic>
        <p:nvPicPr>
          <p:cNvPr id="44" name="図 43">
            <a:extLst>
              <a:ext uri="{FF2B5EF4-FFF2-40B4-BE49-F238E27FC236}">
                <a16:creationId xmlns:a16="http://schemas.microsoft.com/office/drawing/2014/main" id="{C912E616-01D6-7CE5-64E8-BB31F256893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271707" y="235933"/>
            <a:ext cx="610371" cy="610371"/>
          </a:xfrm>
          <a:prstGeom prst="rect">
            <a:avLst/>
          </a:prstGeom>
        </p:spPr>
      </p:pic>
      <p:grpSp>
        <p:nvGrpSpPr>
          <p:cNvPr id="181" name="グループ化 180">
            <a:extLst>
              <a:ext uri="{FF2B5EF4-FFF2-40B4-BE49-F238E27FC236}">
                <a16:creationId xmlns:a16="http://schemas.microsoft.com/office/drawing/2014/main" id="{F2298566-1A9A-13E4-C47F-AD0DA777F3A3}"/>
              </a:ext>
            </a:extLst>
          </p:cNvPr>
          <p:cNvGrpSpPr/>
          <p:nvPr/>
        </p:nvGrpSpPr>
        <p:grpSpPr>
          <a:xfrm>
            <a:off x="9569319" y="5011901"/>
            <a:ext cx="1755710" cy="810206"/>
            <a:chOff x="9569319" y="5159829"/>
            <a:chExt cx="1755710" cy="810206"/>
          </a:xfrm>
          <a:solidFill>
            <a:schemeClr val="bg1">
              <a:lumMod val="85000"/>
              <a:alpha val="70000"/>
            </a:schemeClr>
          </a:solidFill>
        </p:grpSpPr>
        <p:sp>
          <p:nvSpPr>
            <p:cNvPr id="182" name="四角形: 角を丸くする 181">
              <a:extLst>
                <a:ext uri="{FF2B5EF4-FFF2-40B4-BE49-F238E27FC236}">
                  <a16:creationId xmlns:a16="http://schemas.microsoft.com/office/drawing/2014/main" id="{3897F97F-A820-9E0F-CB1A-4EFCAE4AF514}"/>
                </a:ext>
              </a:extLst>
            </p:cNvPr>
            <p:cNvSpPr/>
            <p:nvPr/>
          </p:nvSpPr>
          <p:spPr>
            <a:xfrm>
              <a:off x="9569319" y="5159829"/>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HGS明朝E" panose="02020900000000000000" pitchFamily="18" charset="-128"/>
                <a:ea typeface="HGS明朝E" panose="02020900000000000000" pitchFamily="18" charset="-128"/>
              </a:endParaRPr>
            </a:p>
          </p:txBody>
        </p:sp>
        <p:sp>
          <p:nvSpPr>
            <p:cNvPr id="183" name="テキスト ボックス 182">
              <a:extLst>
                <a:ext uri="{FF2B5EF4-FFF2-40B4-BE49-F238E27FC236}">
                  <a16:creationId xmlns:a16="http://schemas.microsoft.com/office/drawing/2014/main" id="{2944B172-5E2C-8C68-B7C0-91BAEF6ACFAE}"/>
                </a:ext>
              </a:extLst>
            </p:cNvPr>
            <p:cNvSpPr txBox="1"/>
            <p:nvPr/>
          </p:nvSpPr>
          <p:spPr>
            <a:xfrm>
              <a:off x="10430947" y="5564932"/>
              <a:ext cx="877163" cy="369332"/>
            </a:xfrm>
            <a:prstGeom prst="rect">
              <a:avLst/>
            </a:prstGeom>
            <a:noFill/>
            <a:ln>
              <a:noFill/>
            </a:ln>
          </p:spPr>
          <p:txBody>
            <a:bodyPr wrap="none" rtlCol="0">
              <a:spAutoFit/>
            </a:bodyPr>
            <a:lstStyle/>
            <a:p>
              <a:pPr algn="r"/>
              <a:r>
                <a:rPr kumimoji="1" lang="ja-JP" altLang="en-US"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rPr>
                <a:t>ルート</a:t>
              </a:r>
              <a:endParaRPr kumimoji="1" lang="en-US" altLang="ja-JP"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184" name="グループ化 183">
            <a:extLst>
              <a:ext uri="{FF2B5EF4-FFF2-40B4-BE49-F238E27FC236}">
                <a16:creationId xmlns:a16="http://schemas.microsoft.com/office/drawing/2014/main" id="{4083D6EB-73C4-D9CE-72F2-7312CD0E47D9}"/>
              </a:ext>
            </a:extLst>
          </p:cNvPr>
          <p:cNvGrpSpPr/>
          <p:nvPr/>
        </p:nvGrpSpPr>
        <p:grpSpPr>
          <a:xfrm>
            <a:off x="9569319" y="3698488"/>
            <a:ext cx="1755710" cy="810206"/>
            <a:chOff x="9575538" y="4156787"/>
            <a:chExt cx="1755710" cy="810206"/>
          </a:xfrm>
          <a:solidFill>
            <a:schemeClr val="bg1">
              <a:lumMod val="85000"/>
              <a:alpha val="70000"/>
            </a:schemeClr>
          </a:solidFill>
        </p:grpSpPr>
        <p:sp>
          <p:nvSpPr>
            <p:cNvPr id="185" name="四角形: 角を丸くする 184">
              <a:extLst>
                <a:ext uri="{FF2B5EF4-FFF2-40B4-BE49-F238E27FC236}">
                  <a16:creationId xmlns:a16="http://schemas.microsoft.com/office/drawing/2014/main" id="{58EBBC2C-BCB2-986C-1338-C02AEAA4AC26}"/>
                </a:ext>
              </a:extLst>
            </p:cNvPr>
            <p:cNvSpPr/>
            <p:nvPr/>
          </p:nvSpPr>
          <p:spPr>
            <a:xfrm>
              <a:off x="9575538" y="4156787"/>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HGS明朝E" panose="02020900000000000000" pitchFamily="18" charset="-128"/>
                <a:ea typeface="HGS明朝E" panose="02020900000000000000" pitchFamily="18" charset="-128"/>
              </a:endParaRPr>
            </a:p>
          </p:txBody>
        </p:sp>
        <p:sp>
          <p:nvSpPr>
            <p:cNvPr id="186" name="テキスト ボックス 185">
              <a:extLst>
                <a:ext uri="{FF2B5EF4-FFF2-40B4-BE49-F238E27FC236}">
                  <a16:creationId xmlns:a16="http://schemas.microsoft.com/office/drawing/2014/main" id="{946AB54A-8BA7-1BCB-640A-974BF2DF76EE}"/>
                </a:ext>
              </a:extLst>
            </p:cNvPr>
            <p:cNvSpPr txBox="1"/>
            <p:nvPr/>
          </p:nvSpPr>
          <p:spPr>
            <a:xfrm>
              <a:off x="10661779" y="4561890"/>
              <a:ext cx="646331" cy="369332"/>
            </a:xfrm>
            <a:prstGeom prst="rect">
              <a:avLst/>
            </a:prstGeom>
            <a:noFill/>
            <a:ln>
              <a:noFill/>
            </a:ln>
          </p:spPr>
          <p:txBody>
            <a:bodyPr wrap="none" rtlCol="0">
              <a:spAutoFit/>
            </a:bodyPr>
            <a:lstStyle/>
            <a:p>
              <a:pPr algn="r"/>
              <a:r>
                <a:rPr kumimoji="1" lang="ja-JP" altLang="en-US"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rPr>
                <a:t>戻る</a:t>
              </a:r>
              <a:endParaRPr kumimoji="1" lang="en-US" altLang="ja-JP"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187" name="グループ化 186">
            <a:extLst>
              <a:ext uri="{FF2B5EF4-FFF2-40B4-BE49-F238E27FC236}">
                <a16:creationId xmlns:a16="http://schemas.microsoft.com/office/drawing/2014/main" id="{30FF9301-AEBA-E9C0-A272-8117BD6763DC}"/>
              </a:ext>
            </a:extLst>
          </p:cNvPr>
          <p:cNvGrpSpPr/>
          <p:nvPr/>
        </p:nvGrpSpPr>
        <p:grpSpPr>
          <a:xfrm>
            <a:off x="726233" y="695130"/>
            <a:ext cx="8501744" cy="5467739"/>
            <a:chOff x="726233" y="695130"/>
            <a:chExt cx="8501744" cy="5467739"/>
          </a:xfrm>
        </p:grpSpPr>
        <p:sp>
          <p:nvSpPr>
            <p:cNvPr id="188" name="四角形: 角を丸くする 187">
              <a:extLst>
                <a:ext uri="{FF2B5EF4-FFF2-40B4-BE49-F238E27FC236}">
                  <a16:creationId xmlns:a16="http://schemas.microsoft.com/office/drawing/2014/main" id="{C645347B-B064-B13C-0549-A64C9C7C1C05}"/>
                </a:ext>
              </a:extLst>
            </p:cNvPr>
            <p:cNvSpPr/>
            <p:nvPr/>
          </p:nvSpPr>
          <p:spPr>
            <a:xfrm>
              <a:off x="726233" y="695130"/>
              <a:ext cx="8501744" cy="5467739"/>
            </a:xfrm>
            <a:prstGeom prst="roundRect">
              <a:avLst>
                <a:gd name="adj" fmla="val 6428"/>
              </a:avLst>
            </a:prstGeom>
            <a:solidFill>
              <a:schemeClr val="bg1">
                <a:lumMod val="65000"/>
                <a:alpha val="6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nvGrpSpPr>
            <p:cNvPr id="189" name="グループ化 188">
              <a:extLst>
                <a:ext uri="{FF2B5EF4-FFF2-40B4-BE49-F238E27FC236}">
                  <a16:creationId xmlns:a16="http://schemas.microsoft.com/office/drawing/2014/main" id="{07D04B07-DF7D-D20F-A0A8-D3E20D7F9233}"/>
                </a:ext>
              </a:extLst>
            </p:cNvPr>
            <p:cNvGrpSpPr/>
            <p:nvPr/>
          </p:nvGrpSpPr>
          <p:grpSpPr>
            <a:xfrm>
              <a:off x="5342669" y="1594808"/>
              <a:ext cx="1485182" cy="1716321"/>
              <a:chOff x="4788263" y="1594808"/>
              <a:chExt cx="1485182" cy="1716321"/>
            </a:xfrm>
          </p:grpSpPr>
          <p:grpSp>
            <p:nvGrpSpPr>
              <p:cNvPr id="219" name="グループ化 218">
                <a:extLst>
                  <a:ext uri="{FF2B5EF4-FFF2-40B4-BE49-F238E27FC236}">
                    <a16:creationId xmlns:a16="http://schemas.microsoft.com/office/drawing/2014/main" id="{18676C44-E3A0-E8B4-9EF1-964F5C7EAF00}"/>
                  </a:ext>
                </a:extLst>
              </p:cNvPr>
              <p:cNvGrpSpPr/>
              <p:nvPr/>
            </p:nvGrpSpPr>
            <p:grpSpPr>
              <a:xfrm>
                <a:off x="4788263" y="1594808"/>
                <a:ext cx="1485182" cy="1716321"/>
                <a:chOff x="1276828" y="4105786"/>
                <a:chExt cx="1144222" cy="1716321"/>
              </a:xfrm>
            </p:grpSpPr>
            <p:sp>
              <p:nvSpPr>
                <p:cNvPr id="221" name="四角形: 角を丸くする 220">
                  <a:extLst>
                    <a:ext uri="{FF2B5EF4-FFF2-40B4-BE49-F238E27FC236}">
                      <a16:creationId xmlns:a16="http://schemas.microsoft.com/office/drawing/2014/main" id="{2841EEFB-C340-AA66-2EA6-D11A00BD5F15}"/>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22" name="テキスト ボックス 221">
                  <a:extLst>
                    <a:ext uri="{FF2B5EF4-FFF2-40B4-BE49-F238E27FC236}">
                      <a16:creationId xmlns:a16="http://schemas.microsoft.com/office/drawing/2014/main" id="{E10F4F14-BC17-6F76-185A-78337EE449E1}"/>
                    </a:ext>
                  </a:extLst>
                </p:cNvPr>
                <p:cNvSpPr txBox="1"/>
                <p:nvPr/>
              </p:nvSpPr>
              <p:spPr>
                <a:xfrm>
                  <a:off x="1315928" y="4148054"/>
                  <a:ext cx="1066022" cy="369332"/>
                </a:xfrm>
                <a:prstGeom prst="rect">
                  <a:avLst/>
                </a:prstGeom>
                <a:noFill/>
              </p:spPr>
              <p:txBody>
                <a:bodyPr wrap="square">
                  <a:spAutoFit/>
                </a:bodyPr>
                <a:lstStyle/>
                <a:p>
                  <a:pPr algn="ctr"/>
                  <a:r>
                    <a:rPr lang="en-US" altLang="ja-JP" dirty="0">
                      <a:gradFill flip="none" rotWithShape="1">
                        <a:gsLst>
                          <a:gs pos="100000">
                            <a:srgbClr val="CC66FF"/>
                          </a:gs>
                          <a:gs pos="75000">
                            <a:srgbClr val="00B0F0"/>
                          </a:gs>
                          <a:gs pos="50000">
                            <a:srgbClr val="92D050"/>
                          </a:gs>
                          <a:gs pos="25000">
                            <a:srgbClr val="FFC000"/>
                          </a:gs>
                          <a:gs pos="1000">
                            <a:srgbClr val="FF0000"/>
                          </a:gs>
                        </a:gsLst>
                        <a:lin ang="2700000" scaled="1"/>
                        <a:tileRect/>
                      </a:gradFill>
                      <a:latin typeface="HGS明朝E" panose="02020900000000000000" pitchFamily="18" charset="-128"/>
                      <a:ea typeface="HGS明朝E" panose="02020900000000000000" pitchFamily="18" charset="-128"/>
                    </a:rPr>
                    <a:t>SSR</a:t>
                  </a:r>
                  <a:endParaRPr kumimoji="1" lang="ja-JP" altLang="en-US" dirty="0">
                    <a:gradFill flip="none" rotWithShape="1">
                      <a:gsLst>
                        <a:gs pos="100000">
                          <a:srgbClr val="CC66FF"/>
                        </a:gs>
                        <a:gs pos="75000">
                          <a:srgbClr val="00B0F0"/>
                        </a:gs>
                        <a:gs pos="50000">
                          <a:srgbClr val="92D050"/>
                        </a:gs>
                        <a:gs pos="25000">
                          <a:srgbClr val="FFC000"/>
                        </a:gs>
                        <a:gs pos="1000">
                          <a:srgbClr val="FF0000"/>
                        </a:gs>
                      </a:gsLst>
                      <a:lin ang="2700000" scaled="1"/>
                      <a:tileRect/>
                    </a:gradFill>
                    <a:latin typeface="HGS明朝E" panose="02020900000000000000" pitchFamily="18" charset="-128"/>
                    <a:ea typeface="HGS明朝E" panose="02020900000000000000" pitchFamily="18" charset="-128"/>
                  </a:endParaRPr>
                </a:p>
              </p:txBody>
            </p:sp>
          </p:grpSp>
          <p:pic>
            <p:nvPicPr>
              <p:cNvPr id="220" name="図 219">
                <a:extLst>
                  <a:ext uri="{FF2B5EF4-FFF2-40B4-BE49-F238E27FC236}">
                    <a16:creationId xmlns:a16="http://schemas.microsoft.com/office/drawing/2014/main" id="{7954E950-667E-73CB-15B0-4E97B86470C4}"/>
                  </a:ext>
                </a:extLst>
              </p:cNvPr>
              <p:cNvPicPr>
                <a:picLocks noChangeAspect="1"/>
              </p:cNvPicPr>
              <p:nvPr/>
            </p:nvPicPr>
            <p:blipFill>
              <a:blip r:embed="rId4">
                <a:extLst>
                  <a:ext uri="{28A0092B-C50C-407E-A947-70E740481C1C}">
                    <a14:useLocalDpi xmlns:a14="http://schemas.microsoft.com/office/drawing/2010/main" val="0"/>
                  </a:ext>
                </a:extLst>
              </a:blip>
              <a:srcRect l="5956" r="70153"/>
              <a:stretch>
                <a:fillRect/>
              </a:stretch>
            </p:blipFill>
            <p:spPr>
              <a:xfrm>
                <a:off x="5150333" y="2005293"/>
                <a:ext cx="814582" cy="702580"/>
              </a:xfrm>
              <a:prstGeom prst="rect">
                <a:avLst/>
              </a:prstGeom>
            </p:spPr>
          </p:pic>
        </p:grpSp>
        <p:grpSp>
          <p:nvGrpSpPr>
            <p:cNvPr id="190" name="グループ化 189">
              <a:extLst>
                <a:ext uri="{FF2B5EF4-FFF2-40B4-BE49-F238E27FC236}">
                  <a16:creationId xmlns:a16="http://schemas.microsoft.com/office/drawing/2014/main" id="{1AF25CC8-6891-355C-65A2-A03326E00F1E}"/>
                </a:ext>
              </a:extLst>
            </p:cNvPr>
            <p:cNvGrpSpPr/>
            <p:nvPr/>
          </p:nvGrpSpPr>
          <p:grpSpPr>
            <a:xfrm>
              <a:off x="3530870" y="1594808"/>
              <a:ext cx="1485182" cy="1716321"/>
              <a:chOff x="3032545" y="1594808"/>
              <a:chExt cx="1485182" cy="1716321"/>
            </a:xfrm>
          </p:grpSpPr>
          <p:grpSp>
            <p:nvGrpSpPr>
              <p:cNvPr id="215" name="グループ化 214">
                <a:extLst>
                  <a:ext uri="{FF2B5EF4-FFF2-40B4-BE49-F238E27FC236}">
                    <a16:creationId xmlns:a16="http://schemas.microsoft.com/office/drawing/2014/main" id="{B8B17E5B-7B8B-EAA5-0949-0F033072CCC0}"/>
                  </a:ext>
                </a:extLst>
              </p:cNvPr>
              <p:cNvGrpSpPr/>
              <p:nvPr/>
            </p:nvGrpSpPr>
            <p:grpSpPr>
              <a:xfrm>
                <a:off x="3032545" y="1594808"/>
                <a:ext cx="1485182" cy="1716321"/>
                <a:chOff x="1276828" y="4105786"/>
                <a:chExt cx="1144222" cy="1716321"/>
              </a:xfrm>
            </p:grpSpPr>
            <p:sp>
              <p:nvSpPr>
                <p:cNvPr id="217" name="四角形: 角を丸くする 216">
                  <a:extLst>
                    <a:ext uri="{FF2B5EF4-FFF2-40B4-BE49-F238E27FC236}">
                      <a16:creationId xmlns:a16="http://schemas.microsoft.com/office/drawing/2014/main" id="{8BA145BD-AA3D-97D2-35F0-AD88EA68651B}"/>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18" name="テキスト ボックス 217">
                  <a:extLst>
                    <a:ext uri="{FF2B5EF4-FFF2-40B4-BE49-F238E27FC236}">
                      <a16:creationId xmlns:a16="http://schemas.microsoft.com/office/drawing/2014/main" id="{144F58A8-7F68-7848-DB53-95D4B77C16E3}"/>
                    </a:ext>
                  </a:extLst>
                </p:cNvPr>
                <p:cNvSpPr txBox="1"/>
                <p:nvPr/>
              </p:nvSpPr>
              <p:spPr>
                <a:xfrm>
                  <a:off x="1315928" y="4148054"/>
                  <a:ext cx="1066022" cy="369332"/>
                </a:xfrm>
                <a:prstGeom prst="rect">
                  <a:avLst/>
                </a:prstGeom>
                <a:noFill/>
              </p:spPr>
              <p:txBody>
                <a:bodyPr wrap="square">
                  <a:spAutoFit/>
                </a:bodyPr>
                <a:lstStyle/>
                <a:p>
                  <a:pPr algn="ctr"/>
                  <a:r>
                    <a:rPr lang="en-US" altLang="ja-JP" dirty="0">
                      <a:gradFill flip="none" rotWithShape="1">
                        <a:gsLst>
                          <a:gs pos="0">
                            <a:srgbClr val="CC66FF"/>
                          </a:gs>
                          <a:gs pos="50000">
                            <a:srgbClr val="CC00FF"/>
                          </a:gs>
                          <a:gs pos="100000">
                            <a:srgbClr val="CC66FF"/>
                          </a:gs>
                        </a:gsLst>
                        <a:lin ang="2700000" scaled="1"/>
                        <a:tileRect/>
                      </a:gradFill>
                      <a:latin typeface="HGS明朝E" panose="02020900000000000000" pitchFamily="18" charset="-128"/>
                      <a:ea typeface="HGS明朝E" panose="02020900000000000000" pitchFamily="18" charset="-128"/>
                    </a:rPr>
                    <a:t>SR</a:t>
                  </a:r>
                  <a:endParaRPr kumimoji="1" lang="ja-JP" altLang="en-US" dirty="0">
                    <a:gradFill flip="none" rotWithShape="1">
                      <a:gsLst>
                        <a:gs pos="0">
                          <a:srgbClr val="CC66FF"/>
                        </a:gs>
                        <a:gs pos="50000">
                          <a:srgbClr val="CC00FF"/>
                        </a:gs>
                        <a:gs pos="100000">
                          <a:srgbClr val="CC66FF"/>
                        </a:gs>
                      </a:gsLst>
                      <a:lin ang="2700000" scaled="1"/>
                      <a:tileRect/>
                    </a:gradFill>
                    <a:latin typeface="HGS明朝E" panose="02020900000000000000" pitchFamily="18" charset="-128"/>
                    <a:ea typeface="HGS明朝E" panose="02020900000000000000" pitchFamily="18" charset="-128"/>
                  </a:endParaRPr>
                </a:p>
              </p:txBody>
            </p:sp>
          </p:grpSp>
          <p:pic>
            <p:nvPicPr>
              <p:cNvPr id="216" name="図 215">
                <a:extLst>
                  <a:ext uri="{FF2B5EF4-FFF2-40B4-BE49-F238E27FC236}">
                    <a16:creationId xmlns:a16="http://schemas.microsoft.com/office/drawing/2014/main" id="{BBC90A8C-E865-8C67-251B-02704FB4FBDC}"/>
                  </a:ext>
                </a:extLst>
              </p:cNvPr>
              <p:cNvPicPr>
                <a:picLocks noChangeAspect="1"/>
              </p:cNvPicPr>
              <p:nvPr/>
            </p:nvPicPr>
            <p:blipFill>
              <a:blip r:embed="rId4">
                <a:extLst>
                  <a:ext uri="{28A0092B-C50C-407E-A947-70E740481C1C}">
                    <a14:useLocalDpi xmlns:a14="http://schemas.microsoft.com/office/drawing/2010/main" val="0"/>
                  </a:ext>
                </a:extLst>
              </a:blip>
              <a:srcRect l="27993" t="-2434" r="49502" b="2434"/>
              <a:stretch>
                <a:fillRect/>
              </a:stretch>
            </p:blipFill>
            <p:spPr>
              <a:xfrm>
                <a:off x="3356573" y="1977007"/>
                <a:ext cx="767346" cy="702580"/>
              </a:xfrm>
              <a:prstGeom prst="rect">
                <a:avLst/>
              </a:prstGeom>
            </p:spPr>
          </p:pic>
        </p:grpSp>
        <p:sp>
          <p:nvSpPr>
            <p:cNvPr id="191" name="テキスト ボックス 190">
              <a:extLst>
                <a:ext uri="{FF2B5EF4-FFF2-40B4-BE49-F238E27FC236}">
                  <a16:creationId xmlns:a16="http://schemas.microsoft.com/office/drawing/2014/main" id="{401770C6-4407-62FE-6E94-48FB8A396A16}"/>
                </a:ext>
              </a:extLst>
            </p:cNvPr>
            <p:cNvSpPr txBox="1"/>
            <p:nvPr/>
          </p:nvSpPr>
          <p:spPr>
            <a:xfrm>
              <a:off x="935869" y="883125"/>
              <a:ext cx="1005403" cy="584775"/>
            </a:xfrm>
            <a:prstGeom prst="rect">
              <a:avLst/>
            </a:prstGeom>
            <a:noFill/>
          </p:spPr>
          <p:txBody>
            <a:bodyPr wrap="none" rtlCol="0">
              <a:spAutoFit/>
            </a:bodyPr>
            <a:lstStyle/>
            <a:p>
              <a:r>
                <a:rPr kumimoji="1" lang="ja-JP" altLang="en-US" sz="3200" dirty="0">
                  <a:solidFill>
                    <a:schemeClr val="tx1">
                      <a:lumMod val="85000"/>
                      <a:lumOff val="15000"/>
                    </a:schemeClr>
                  </a:solidFill>
                  <a:latin typeface="HGS明朝E" panose="02020900000000000000" pitchFamily="18" charset="-128"/>
                  <a:ea typeface="HGS明朝E" panose="02020900000000000000" pitchFamily="18" charset="-128"/>
                </a:rPr>
                <a:t>バフ</a:t>
              </a:r>
            </a:p>
          </p:txBody>
        </p:sp>
        <p:grpSp>
          <p:nvGrpSpPr>
            <p:cNvPr id="192" name="グループ化 191">
              <a:extLst>
                <a:ext uri="{FF2B5EF4-FFF2-40B4-BE49-F238E27FC236}">
                  <a16:creationId xmlns:a16="http://schemas.microsoft.com/office/drawing/2014/main" id="{CFCCFA58-5739-F5AB-A05E-E3B655D24423}"/>
                </a:ext>
              </a:extLst>
            </p:cNvPr>
            <p:cNvGrpSpPr/>
            <p:nvPr/>
          </p:nvGrpSpPr>
          <p:grpSpPr>
            <a:xfrm rot="5400000">
              <a:off x="-825047" y="3593840"/>
              <a:ext cx="4351022" cy="276285"/>
              <a:chOff x="3114125" y="3836637"/>
              <a:chExt cx="5697007" cy="276285"/>
            </a:xfrm>
          </p:grpSpPr>
          <p:sp>
            <p:nvSpPr>
              <p:cNvPr id="213" name="四角形: 角を丸くする 212">
                <a:extLst>
                  <a:ext uri="{FF2B5EF4-FFF2-40B4-BE49-F238E27FC236}">
                    <a16:creationId xmlns:a16="http://schemas.microsoft.com/office/drawing/2014/main" id="{147D6A1A-A713-6423-B801-7DAA9E5C36A3}"/>
                  </a:ext>
                </a:extLst>
              </p:cNvPr>
              <p:cNvSpPr/>
              <p:nvPr/>
            </p:nvSpPr>
            <p:spPr>
              <a:xfrm>
                <a:off x="3114125" y="3891844"/>
                <a:ext cx="5697007" cy="165873"/>
              </a:xfrm>
              <a:prstGeom prst="roundRect">
                <a:avLst/>
              </a:prstGeom>
              <a:solidFill>
                <a:schemeClr val="bg1">
                  <a:lumMod val="65000"/>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14" name="四角形: 角を丸くする 213">
                <a:extLst>
                  <a:ext uri="{FF2B5EF4-FFF2-40B4-BE49-F238E27FC236}">
                    <a16:creationId xmlns:a16="http://schemas.microsoft.com/office/drawing/2014/main" id="{23B75AEF-F414-294E-8325-891CF18AA4C4}"/>
                  </a:ext>
                </a:extLst>
              </p:cNvPr>
              <p:cNvSpPr/>
              <p:nvPr/>
            </p:nvSpPr>
            <p:spPr>
              <a:xfrm>
                <a:off x="4786606" y="3836637"/>
                <a:ext cx="2050791" cy="276285"/>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sp>
          <p:nvSpPr>
            <p:cNvPr id="193" name="四角形: 角を丸くする 192">
              <a:extLst>
                <a:ext uri="{FF2B5EF4-FFF2-40B4-BE49-F238E27FC236}">
                  <a16:creationId xmlns:a16="http://schemas.microsoft.com/office/drawing/2014/main" id="{9E1F8AFE-9947-8FE0-669A-E5E0E1E833A6}"/>
                </a:ext>
              </a:extLst>
            </p:cNvPr>
            <p:cNvSpPr/>
            <p:nvPr/>
          </p:nvSpPr>
          <p:spPr>
            <a:xfrm>
              <a:off x="3895299" y="878169"/>
              <a:ext cx="2163612" cy="504394"/>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bg1">
                      <a:lumMod val="95000"/>
                    </a:schemeClr>
                  </a:solidFill>
                  <a:latin typeface="HGS明朝E" panose="02020900000000000000" pitchFamily="18" charset="-128"/>
                  <a:ea typeface="HGS明朝E" panose="02020900000000000000" pitchFamily="18" charset="-128"/>
                </a:rPr>
                <a:t>発動中：</a:t>
              </a:r>
              <a:r>
                <a:rPr kumimoji="1" lang="en-US" altLang="ja-JP" sz="2400" dirty="0">
                  <a:solidFill>
                    <a:schemeClr val="bg1">
                      <a:lumMod val="95000"/>
                    </a:schemeClr>
                  </a:solidFill>
                  <a:latin typeface="HGS明朝E" panose="02020900000000000000" pitchFamily="18" charset="-128"/>
                  <a:ea typeface="HGS明朝E" panose="02020900000000000000" pitchFamily="18" charset="-128"/>
                </a:rPr>
                <a:t>00</a:t>
              </a:r>
              <a:r>
                <a:rPr lang="en-US" altLang="ja-JP" sz="2400" dirty="0">
                  <a:solidFill>
                    <a:schemeClr val="bg1">
                      <a:lumMod val="95000"/>
                    </a:schemeClr>
                  </a:solidFill>
                  <a:latin typeface="HGS明朝E" panose="02020900000000000000" pitchFamily="18" charset="-128"/>
                  <a:ea typeface="HGS明朝E" panose="02020900000000000000" pitchFamily="18" charset="-128"/>
                </a:rPr>
                <a:t>/00</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grpSp>
          <p:nvGrpSpPr>
            <p:cNvPr id="194" name="グループ化 193">
              <a:extLst>
                <a:ext uri="{FF2B5EF4-FFF2-40B4-BE49-F238E27FC236}">
                  <a16:creationId xmlns:a16="http://schemas.microsoft.com/office/drawing/2014/main" id="{00E6E645-4CC6-0F64-1E7E-01DF6D12DE42}"/>
                </a:ext>
              </a:extLst>
            </p:cNvPr>
            <p:cNvGrpSpPr/>
            <p:nvPr/>
          </p:nvGrpSpPr>
          <p:grpSpPr>
            <a:xfrm>
              <a:off x="7154469" y="1586624"/>
              <a:ext cx="1485182" cy="1716321"/>
              <a:chOff x="1276828" y="4105786"/>
              <a:chExt cx="1144222" cy="1716321"/>
            </a:xfrm>
          </p:grpSpPr>
          <p:sp>
            <p:nvSpPr>
              <p:cNvPr id="211" name="四角形: 角を丸くする 210">
                <a:extLst>
                  <a:ext uri="{FF2B5EF4-FFF2-40B4-BE49-F238E27FC236}">
                    <a16:creationId xmlns:a16="http://schemas.microsoft.com/office/drawing/2014/main" id="{1CC9222B-39D8-D459-A21E-B54D4CB00AEE}"/>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12" name="テキスト ボックス 211">
                <a:extLst>
                  <a:ext uri="{FF2B5EF4-FFF2-40B4-BE49-F238E27FC236}">
                    <a16:creationId xmlns:a16="http://schemas.microsoft.com/office/drawing/2014/main" id="{F397C201-54DE-47F0-A4D8-59DD5A174D90}"/>
                  </a:ext>
                </a:extLst>
              </p:cNvPr>
              <p:cNvSpPr txBox="1"/>
              <p:nvPr/>
            </p:nvSpPr>
            <p:spPr>
              <a:xfrm>
                <a:off x="1315928" y="4148054"/>
                <a:ext cx="1066022" cy="369332"/>
              </a:xfrm>
              <a:prstGeom prst="rect">
                <a:avLst/>
              </a:prstGeom>
              <a:noFill/>
            </p:spPr>
            <p:txBody>
              <a:bodyPr wrap="square">
                <a:spAutoFit/>
              </a:bodyPr>
              <a:lstStyle/>
              <a:p>
                <a:pPr algn="ctr"/>
                <a:r>
                  <a:rPr lang="ja-JP" altLang="en-US" dirty="0">
                    <a:solidFill>
                      <a:schemeClr val="bg1">
                        <a:lumMod val="95000"/>
                      </a:schemeClr>
                    </a:solidFill>
                    <a:latin typeface="HGS明朝E" panose="02020900000000000000" pitchFamily="18" charset="-128"/>
                    <a:ea typeface="HGS明朝E" panose="02020900000000000000" pitchFamily="18" charset="-128"/>
                  </a:rPr>
                  <a:t>空</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grpSp>
        <p:sp>
          <p:nvSpPr>
            <p:cNvPr id="195" name="フリーフォーム: 図形 194">
              <a:extLst>
                <a:ext uri="{FF2B5EF4-FFF2-40B4-BE49-F238E27FC236}">
                  <a16:creationId xmlns:a16="http://schemas.microsoft.com/office/drawing/2014/main" id="{68CC4593-A1FA-DFED-1E67-E466F827BBC3}"/>
                </a:ext>
              </a:extLst>
            </p:cNvPr>
            <p:cNvSpPr/>
            <p:nvPr/>
          </p:nvSpPr>
          <p:spPr>
            <a:xfrm>
              <a:off x="1713812" y="1594808"/>
              <a:ext cx="6933831" cy="1716321"/>
            </a:xfrm>
            <a:custGeom>
              <a:avLst/>
              <a:gdLst>
                <a:gd name="csX0" fmla="*/ 247535 w 6933831"/>
                <a:gd name="csY0" fmla="*/ 0 h 1716321"/>
                <a:gd name="csX1" fmla="*/ 1237647 w 6933831"/>
                <a:gd name="csY1" fmla="*/ 0 h 1716321"/>
                <a:gd name="csX2" fmla="*/ 1485182 w 6933831"/>
                <a:gd name="csY2" fmla="*/ 247535 h 1716321"/>
                <a:gd name="csX3" fmla="*/ 1485182 w 6933831"/>
                <a:gd name="csY3" fmla="*/ 1162874 h 1716321"/>
                <a:gd name="csX4" fmla="*/ 6933831 w 6933831"/>
                <a:gd name="csY4" fmla="*/ 1162874 h 1716321"/>
                <a:gd name="csX5" fmla="*/ 6933831 w 6933831"/>
                <a:gd name="csY5" fmla="*/ 1711914 h 1716321"/>
                <a:gd name="csX6" fmla="*/ 1281364 w 6933831"/>
                <a:gd name="csY6" fmla="*/ 1711914 h 1716321"/>
                <a:gd name="csX7" fmla="*/ 1237647 w 6933831"/>
                <a:gd name="csY7" fmla="*/ 1716321 h 1716321"/>
                <a:gd name="csX8" fmla="*/ 247535 w 6933831"/>
                <a:gd name="csY8" fmla="*/ 1716321 h 1716321"/>
                <a:gd name="csX9" fmla="*/ 203819 w 6933831"/>
                <a:gd name="csY9" fmla="*/ 1711914 h 1716321"/>
                <a:gd name="csX10" fmla="*/ 91508 w 6933831"/>
                <a:gd name="csY10" fmla="*/ 1711914 h 1716321"/>
                <a:gd name="csX11" fmla="*/ 0 w 6933831"/>
                <a:gd name="csY11" fmla="*/ 1620406 h 1716321"/>
                <a:gd name="csX12" fmla="*/ 0 w 6933831"/>
                <a:gd name="csY12" fmla="*/ 1468786 h 1716321"/>
                <a:gd name="csX13" fmla="*/ 0 w 6933831"/>
                <a:gd name="csY13" fmla="*/ 1254382 h 1716321"/>
                <a:gd name="csX14" fmla="*/ 0 w 6933831"/>
                <a:gd name="csY14" fmla="*/ 247535 h 1716321"/>
                <a:gd name="csX15" fmla="*/ 247535 w 6933831"/>
                <a:gd name="csY15" fmla="*/ 0 h 171632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6933831" h="1716321">
                  <a:moveTo>
                    <a:pt x="247535" y="0"/>
                  </a:moveTo>
                  <a:lnTo>
                    <a:pt x="1237647" y="0"/>
                  </a:lnTo>
                  <a:cubicBezTo>
                    <a:pt x="1374357" y="0"/>
                    <a:pt x="1485182" y="110825"/>
                    <a:pt x="1485182" y="247535"/>
                  </a:cubicBezTo>
                  <a:lnTo>
                    <a:pt x="1485182" y="1162874"/>
                  </a:lnTo>
                  <a:lnTo>
                    <a:pt x="6933831" y="1162874"/>
                  </a:lnTo>
                  <a:lnTo>
                    <a:pt x="6933831" y="1711914"/>
                  </a:lnTo>
                  <a:lnTo>
                    <a:pt x="1281364" y="1711914"/>
                  </a:lnTo>
                  <a:lnTo>
                    <a:pt x="1237647" y="1716321"/>
                  </a:lnTo>
                  <a:lnTo>
                    <a:pt x="247535" y="1716321"/>
                  </a:lnTo>
                  <a:lnTo>
                    <a:pt x="203819" y="1711914"/>
                  </a:lnTo>
                  <a:lnTo>
                    <a:pt x="91508" y="1711914"/>
                  </a:lnTo>
                  <a:cubicBezTo>
                    <a:pt x="40970" y="1711914"/>
                    <a:pt x="0" y="1670944"/>
                    <a:pt x="0" y="1620406"/>
                  </a:cubicBezTo>
                  <a:lnTo>
                    <a:pt x="0" y="1468786"/>
                  </a:lnTo>
                  <a:lnTo>
                    <a:pt x="0" y="1254382"/>
                  </a:lnTo>
                  <a:lnTo>
                    <a:pt x="0" y="247535"/>
                  </a:lnTo>
                  <a:cubicBezTo>
                    <a:pt x="0" y="110825"/>
                    <a:pt x="110825" y="0"/>
                    <a:pt x="247535" y="0"/>
                  </a:cubicBezTo>
                  <a:close/>
                </a:path>
              </a:pathLst>
            </a:custGeom>
            <a:solidFill>
              <a:schemeClr val="bg1">
                <a:lumMod val="75000"/>
                <a:alpha val="9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dirty="0">
                <a:solidFill>
                  <a:schemeClr val="accent2">
                    <a:lumMod val="20000"/>
                    <a:lumOff val="80000"/>
                  </a:schemeClr>
                </a:solidFill>
                <a:latin typeface="HGS明朝E" panose="02020900000000000000" pitchFamily="18" charset="-128"/>
                <a:ea typeface="HGS明朝E" panose="02020900000000000000" pitchFamily="18" charset="-128"/>
              </a:endParaRPr>
            </a:p>
          </p:txBody>
        </p:sp>
        <p:sp>
          <p:nvSpPr>
            <p:cNvPr id="196" name="テキスト ボックス 195">
              <a:extLst>
                <a:ext uri="{FF2B5EF4-FFF2-40B4-BE49-F238E27FC236}">
                  <a16:creationId xmlns:a16="http://schemas.microsoft.com/office/drawing/2014/main" id="{8D5E8FED-1B1C-E90A-17FB-57A4DF9FD98C}"/>
                </a:ext>
              </a:extLst>
            </p:cNvPr>
            <p:cNvSpPr txBox="1"/>
            <p:nvPr/>
          </p:nvSpPr>
          <p:spPr>
            <a:xfrm>
              <a:off x="1764562" y="1637076"/>
              <a:ext cx="1383680" cy="369332"/>
            </a:xfrm>
            <a:prstGeom prst="rect">
              <a:avLst/>
            </a:prstGeom>
            <a:noFill/>
          </p:spPr>
          <p:txBody>
            <a:bodyPr wrap="square">
              <a:spAutoFit/>
            </a:bodyPr>
            <a:lstStyle/>
            <a:p>
              <a:pPr algn="ctr"/>
              <a:r>
                <a:rPr lang="en-US" altLang="ja-JP" dirty="0">
                  <a:solidFill>
                    <a:schemeClr val="accent2">
                      <a:lumMod val="20000"/>
                      <a:lumOff val="80000"/>
                    </a:schemeClr>
                  </a:solidFill>
                  <a:latin typeface="HGS明朝E" panose="02020900000000000000" pitchFamily="18" charset="-128"/>
                  <a:ea typeface="HGS明朝E" panose="02020900000000000000" pitchFamily="18" charset="-128"/>
                </a:rPr>
                <a:t>R</a:t>
              </a:r>
              <a:endParaRPr kumimoji="1" lang="ja-JP" altLang="en-US" dirty="0">
                <a:solidFill>
                  <a:schemeClr val="accent2">
                    <a:lumMod val="20000"/>
                    <a:lumOff val="80000"/>
                  </a:schemeClr>
                </a:solidFill>
                <a:latin typeface="HGS明朝E" panose="02020900000000000000" pitchFamily="18" charset="-128"/>
                <a:ea typeface="HGS明朝E" panose="02020900000000000000" pitchFamily="18" charset="-128"/>
              </a:endParaRPr>
            </a:p>
          </p:txBody>
        </p:sp>
        <p:pic>
          <p:nvPicPr>
            <p:cNvPr id="197" name="図 196">
              <a:extLst>
                <a:ext uri="{FF2B5EF4-FFF2-40B4-BE49-F238E27FC236}">
                  <a16:creationId xmlns:a16="http://schemas.microsoft.com/office/drawing/2014/main" id="{FC92A10A-D2F2-A847-C7E1-F3BEC4C48207}"/>
                </a:ext>
              </a:extLst>
            </p:cNvPr>
            <p:cNvPicPr>
              <a:picLocks noChangeAspect="1"/>
            </p:cNvPicPr>
            <p:nvPr/>
          </p:nvPicPr>
          <p:blipFill>
            <a:blip r:embed="rId4">
              <a:extLst>
                <a:ext uri="{28A0092B-C50C-407E-A947-70E740481C1C}">
                  <a14:useLocalDpi xmlns:a14="http://schemas.microsoft.com/office/drawing/2010/main" val="0"/>
                </a:ext>
              </a:extLst>
            </a:blip>
            <a:srcRect l="5956" r="70153"/>
            <a:stretch>
              <a:fillRect/>
            </a:stretch>
          </p:blipFill>
          <p:spPr>
            <a:xfrm>
              <a:off x="2037839" y="1994899"/>
              <a:ext cx="814582" cy="702580"/>
            </a:xfrm>
            <a:prstGeom prst="rect">
              <a:avLst/>
            </a:prstGeom>
          </p:spPr>
        </p:pic>
        <p:sp>
          <p:nvSpPr>
            <p:cNvPr id="198" name="テキスト ボックス 197">
              <a:extLst>
                <a:ext uri="{FF2B5EF4-FFF2-40B4-BE49-F238E27FC236}">
                  <a16:creationId xmlns:a16="http://schemas.microsoft.com/office/drawing/2014/main" id="{4F16FCEF-3B94-C3D5-A31A-B8A414C9B4A7}"/>
                </a:ext>
              </a:extLst>
            </p:cNvPr>
            <p:cNvSpPr txBox="1"/>
            <p:nvPr/>
          </p:nvSpPr>
          <p:spPr>
            <a:xfrm>
              <a:off x="1783225" y="2856728"/>
              <a:ext cx="5768314" cy="338554"/>
            </a:xfrm>
            <a:prstGeom prst="rect">
              <a:avLst/>
            </a:prstGeom>
            <a:noFill/>
          </p:spPr>
          <p:txBody>
            <a:bodyPr wrap="square" rtlCol="0">
              <a:spAutoFit/>
            </a:bodyPr>
            <a:lstStyle/>
            <a:p>
              <a:r>
                <a:rPr lang="ja-JP" altLang="en-US" sz="1600" dirty="0">
                  <a:solidFill>
                    <a:schemeClr val="tx1">
                      <a:lumMod val="95000"/>
                      <a:lumOff val="5000"/>
                    </a:schemeClr>
                  </a:solidFill>
                  <a:latin typeface="HGS明朝E" panose="02020900000000000000" pitchFamily="18" charset="-128"/>
                  <a:ea typeface="HGS明朝E" panose="02020900000000000000" pitchFamily="18" charset="-128"/>
                </a:rPr>
                <a:t>前衛の</a:t>
              </a:r>
              <a:r>
                <a:rPr lang="en-US" altLang="ja-JP" sz="1600" dirty="0">
                  <a:solidFill>
                    <a:schemeClr val="tx1">
                      <a:lumMod val="95000"/>
                      <a:lumOff val="5000"/>
                    </a:schemeClr>
                  </a:solidFill>
                  <a:latin typeface="HGS明朝E" panose="02020900000000000000" pitchFamily="18" charset="-128"/>
                  <a:ea typeface="HGS明朝E" panose="02020900000000000000" pitchFamily="18" charset="-128"/>
                </a:rPr>
                <a:t>ATK</a:t>
              </a:r>
              <a:r>
                <a:rPr lang="ja-JP" altLang="en-US" sz="1600" dirty="0">
                  <a:solidFill>
                    <a:schemeClr val="tx1">
                      <a:lumMod val="95000"/>
                      <a:lumOff val="5000"/>
                    </a:schemeClr>
                  </a:solidFill>
                  <a:latin typeface="HGS明朝E" panose="02020900000000000000" pitchFamily="18" charset="-128"/>
                  <a:ea typeface="HGS明朝E" panose="02020900000000000000" pitchFamily="18" charset="-128"/>
                </a:rPr>
                <a:t>を</a:t>
              </a:r>
              <a:r>
                <a:rPr lang="en-US" altLang="ja-JP" sz="1600" dirty="0">
                  <a:solidFill>
                    <a:schemeClr val="tx1">
                      <a:lumMod val="95000"/>
                      <a:lumOff val="5000"/>
                    </a:schemeClr>
                  </a:solidFill>
                  <a:latin typeface="HGS明朝E" panose="02020900000000000000" pitchFamily="18" charset="-128"/>
                  <a:ea typeface="HGS明朝E" panose="02020900000000000000" pitchFamily="18" charset="-128"/>
                </a:rPr>
                <a:t>10</a:t>
              </a:r>
              <a:r>
                <a:rPr lang="ja-JP" altLang="en-US" sz="1600" dirty="0">
                  <a:solidFill>
                    <a:schemeClr val="tx1">
                      <a:lumMod val="95000"/>
                      <a:lumOff val="5000"/>
                    </a:schemeClr>
                  </a:solidFill>
                  <a:latin typeface="HGS明朝E" panose="02020900000000000000" pitchFamily="18" charset="-128"/>
                  <a:ea typeface="HGS明朝E" panose="02020900000000000000" pitchFamily="18" charset="-128"/>
                </a:rPr>
                <a:t>％上昇</a:t>
              </a:r>
              <a:endParaRPr lang="en-US" altLang="ja-JP" sz="1600" dirty="0">
                <a:solidFill>
                  <a:schemeClr val="accent5"/>
                </a:solidFill>
                <a:latin typeface="HGS明朝E" panose="02020900000000000000" pitchFamily="18" charset="-128"/>
                <a:ea typeface="HGS明朝E" panose="02020900000000000000" pitchFamily="18" charset="-128"/>
              </a:endParaRPr>
            </a:p>
          </p:txBody>
        </p:sp>
        <p:grpSp>
          <p:nvGrpSpPr>
            <p:cNvPr id="199" name="グループ化 198">
              <a:extLst>
                <a:ext uri="{FF2B5EF4-FFF2-40B4-BE49-F238E27FC236}">
                  <a16:creationId xmlns:a16="http://schemas.microsoft.com/office/drawing/2014/main" id="{7641EF46-FB61-09AB-F51C-8077B4226742}"/>
                </a:ext>
              </a:extLst>
            </p:cNvPr>
            <p:cNvGrpSpPr/>
            <p:nvPr/>
          </p:nvGrpSpPr>
          <p:grpSpPr>
            <a:xfrm>
              <a:off x="3531781" y="3592480"/>
              <a:ext cx="1485182" cy="1716321"/>
              <a:chOff x="1276828" y="4105786"/>
              <a:chExt cx="1144222" cy="1716321"/>
            </a:xfrm>
          </p:grpSpPr>
          <p:sp>
            <p:nvSpPr>
              <p:cNvPr id="209" name="四角形: 角を丸くする 208">
                <a:extLst>
                  <a:ext uri="{FF2B5EF4-FFF2-40B4-BE49-F238E27FC236}">
                    <a16:creationId xmlns:a16="http://schemas.microsoft.com/office/drawing/2014/main" id="{6551140A-3FC9-5745-44B6-0867DDFD1269}"/>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10" name="テキスト ボックス 209">
                <a:extLst>
                  <a:ext uri="{FF2B5EF4-FFF2-40B4-BE49-F238E27FC236}">
                    <a16:creationId xmlns:a16="http://schemas.microsoft.com/office/drawing/2014/main" id="{CEBCE104-907A-D946-BBC6-54CDF943466B}"/>
                  </a:ext>
                </a:extLst>
              </p:cNvPr>
              <p:cNvSpPr txBox="1"/>
              <p:nvPr/>
            </p:nvSpPr>
            <p:spPr>
              <a:xfrm>
                <a:off x="1315928" y="4148054"/>
                <a:ext cx="1066022" cy="369332"/>
              </a:xfrm>
              <a:prstGeom prst="rect">
                <a:avLst/>
              </a:prstGeom>
              <a:noFill/>
            </p:spPr>
            <p:txBody>
              <a:bodyPr wrap="square">
                <a:spAutoFit/>
              </a:bodyPr>
              <a:lstStyle/>
              <a:p>
                <a:pPr algn="ctr"/>
                <a:r>
                  <a:rPr lang="ja-JP" altLang="en-US" dirty="0">
                    <a:solidFill>
                      <a:schemeClr val="bg1">
                        <a:lumMod val="95000"/>
                      </a:schemeClr>
                    </a:solidFill>
                    <a:latin typeface="HGS明朝E" panose="02020900000000000000" pitchFamily="18" charset="-128"/>
                    <a:ea typeface="HGS明朝E" panose="02020900000000000000" pitchFamily="18" charset="-128"/>
                  </a:rPr>
                  <a:t>空</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grpSp>
        <p:grpSp>
          <p:nvGrpSpPr>
            <p:cNvPr id="200" name="グループ化 199">
              <a:extLst>
                <a:ext uri="{FF2B5EF4-FFF2-40B4-BE49-F238E27FC236}">
                  <a16:creationId xmlns:a16="http://schemas.microsoft.com/office/drawing/2014/main" id="{7D65FE83-C52A-6FBF-C6F4-1742A195EC4E}"/>
                </a:ext>
              </a:extLst>
            </p:cNvPr>
            <p:cNvGrpSpPr/>
            <p:nvPr/>
          </p:nvGrpSpPr>
          <p:grpSpPr>
            <a:xfrm>
              <a:off x="5347121" y="3592480"/>
              <a:ext cx="1485182" cy="1716321"/>
              <a:chOff x="1276828" y="4105786"/>
              <a:chExt cx="1144222" cy="1716321"/>
            </a:xfrm>
          </p:grpSpPr>
          <p:sp>
            <p:nvSpPr>
              <p:cNvPr id="207" name="四角形: 角を丸くする 206">
                <a:extLst>
                  <a:ext uri="{FF2B5EF4-FFF2-40B4-BE49-F238E27FC236}">
                    <a16:creationId xmlns:a16="http://schemas.microsoft.com/office/drawing/2014/main" id="{59DC339B-44B3-A54E-EE66-DAAAB33DB32A}"/>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08" name="テキスト ボックス 207">
                <a:extLst>
                  <a:ext uri="{FF2B5EF4-FFF2-40B4-BE49-F238E27FC236}">
                    <a16:creationId xmlns:a16="http://schemas.microsoft.com/office/drawing/2014/main" id="{B63F2956-60C9-4F2E-9910-11FAE4CE289F}"/>
                  </a:ext>
                </a:extLst>
              </p:cNvPr>
              <p:cNvSpPr txBox="1"/>
              <p:nvPr/>
            </p:nvSpPr>
            <p:spPr>
              <a:xfrm>
                <a:off x="1315928" y="4148054"/>
                <a:ext cx="1066022" cy="369332"/>
              </a:xfrm>
              <a:prstGeom prst="rect">
                <a:avLst/>
              </a:prstGeom>
              <a:noFill/>
            </p:spPr>
            <p:txBody>
              <a:bodyPr wrap="square">
                <a:spAutoFit/>
              </a:bodyPr>
              <a:lstStyle/>
              <a:p>
                <a:pPr algn="ctr"/>
                <a:r>
                  <a:rPr lang="ja-JP" altLang="en-US" dirty="0">
                    <a:solidFill>
                      <a:schemeClr val="bg1">
                        <a:lumMod val="95000"/>
                      </a:schemeClr>
                    </a:solidFill>
                    <a:latin typeface="HGS明朝E" panose="02020900000000000000" pitchFamily="18" charset="-128"/>
                    <a:ea typeface="HGS明朝E" panose="02020900000000000000" pitchFamily="18" charset="-128"/>
                  </a:rPr>
                  <a:t>空</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grpSp>
        <p:grpSp>
          <p:nvGrpSpPr>
            <p:cNvPr id="201" name="グループ化 200">
              <a:extLst>
                <a:ext uri="{FF2B5EF4-FFF2-40B4-BE49-F238E27FC236}">
                  <a16:creationId xmlns:a16="http://schemas.microsoft.com/office/drawing/2014/main" id="{8B239580-C7D9-1D07-5D4B-91FE352D7C5D}"/>
                </a:ext>
              </a:extLst>
            </p:cNvPr>
            <p:cNvGrpSpPr/>
            <p:nvPr/>
          </p:nvGrpSpPr>
          <p:grpSpPr>
            <a:xfrm>
              <a:off x="7162461" y="3592480"/>
              <a:ext cx="1485182" cy="1716321"/>
              <a:chOff x="1276828" y="4105786"/>
              <a:chExt cx="1144222" cy="1716321"/>
            </a:xfrm>
          </p:grpSpPr>
          <p:sp>
            <p:nvSpPr>
              <p:cNvPr id="205" name="四角形: 角を丸くする 204">
                <a:extLst>
                  <a:ext uri="{FF2B5EF4-FFF2-40B4-BE49-F238E27FC236}">
                    <a16:creationId xmlns:a16="http://schemas.microsoft.com/office/drawing/2014/main" id="{6AFFE750-1528-6EEE-B2D4-17F65392FB4E}"/>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06" name="テキスト ボックス 205">
                <a:extLst>
                  <a:ext uri="{FF2B5EF4-FFF2-40B4-BE49-F238E27FC236}">
                    <a16:creationId xmlns:a16="http://schemas.microsoft.com/office/drawing/2014/main" id="{01F404BC-4BC2-65CA-0B99-7E3F0148C794}"/>
                  </a:ext>
                </a:extLst>
              </p:cNvPr>
              <p:cNvSpPr txBox="1"/>
              <p:nvPr/>
            </p:nvSpPr>
            <p:spPr>
              <a:xfrm>
                <a:off x="1315928" y="4148054"/>
                <a:ext cx="1066022" cy="369332"/>
              </a:xfrm>
              <a:prstGeom prst="rect">
                <a:avLst/>
              </a:prstGeom>
              <a:noFill/>
            </p:spPr>
            <p:txBody>
              <a:bodyPr wrap="square">
                <a:spAutoFit/>
              </a:bodyPr>
              <a:lstStyle/>
              <a:p>
                <a:pPr algn="ctr"/>
                <a:r>
                  <a:rPr lang="ja-JP" altLang="en-US" dirty="0">
                    <a:solidFill>
                      <a:schemeClr val="bg1">
                        <a:lumMod val="95000"/>
                      </a:schemeClr>
                    </a:solidFill>
                    <a:latin typeface="HGS明朝E" panose="02020900000000000000" pitchFamily="18" charset="-128"/>
                    <a:ea typeface="HGS明朝E" panose="02020900000000000000" pitchFamily="18" charset="-128"/>
                  </a:rPr>
                  <a:t>空</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grpSp>
        <p:grpSp>
          <p:nvGrpSpPr>
            <p:cNvPr id="202" name="グループ化 201">
              <a:extLst>
                <a:ext uri="{FF2B5EF4-FFF2-40B4-BE49-F238E27FC236}">
                  <a16:creationId xmlns:a16="http://schemas.microsoft.com/office/drawing/2014/main" id="{690BD36D-306E-27FE-2C71-4D1EA2A6B998}"/>
                </a:ext>
              </a:extLst>
            </p:cNvPr>
            <p:cNvGrpSpPr/>
            <p:nvPr/>
          </p:nvGrpSpPr>
          <p:grpSpPr>
            <a:xfrm>
              <a:off x="1716441" y="3592480"/>
              <a:ext cx="1485182" cy="1716321"/>
              <a:chOff x="1276828" y="4105786"/>
              <a:chExt cx="1144222" cy="1716321"/>
            </a:xfrm>
          </p:grpSpPr>
          <p:sp>
            <p:nvSpPr>
              <p:cNvPr id="203" name="四角形: 角を丸くする 202">
                <a:extLst>
                  <a:ext uri="{FF2B5EF4-FFF2-40B4-BE49-F238E27FC236}">
                    <a16:creationId xmlns:a16="http://schemas.microsoft.com/office/drawing/2014/main" id="{C202588B-5D28-05D9-35FB-4DEFF0183FA6}"/>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04" name="テキスト ボックス 203">
                <a:extLst>
                  <a:ext uri="{FF2B5EF4-FFF2-40B4-BE49-F238E27FC236}">
                    <a16:creationId xmlns:a16="http://schemas.microsoft.com/office/drawing/2014/main" id="{79248469-E692-27D7-FCA5-B5421532D273}"/>
                  </a:ext>
                </a:extLst>
              </p:cNvPr>
              <p:cNvSpPr txBox="1"/>
              <p:nvPr/>
            </p:nvSpPr>
            <p:spPr>
              <a:xfrm>
                <a:off x="1315928" y="4148054"/>
                <a:ext cx="1066022" cy="369332"/>
              </a:xfrm>
              <a:prstGeom prst="rect">
                <a:avLst/>
              </a:prstGeom>
              <a:noFill/>
            </p:spPr>
            <p:txBody>
              <a:bodyPr wrap="square">
                <a:spAutoFit/>
              </a:bodyPr>
              <a:lstStyle/>
              <a:p>
                <a:pPr algn="ctr"/>
                <a:r>
                  <a:rPr lang="ja-JP" altLang="en-US" dirty="0">
                    <a:solidFill>
                      <a:schemeClr val="bg1">
                        <a:lumMod val="95000"/>
                      </a:schemeClr>
                    </a:solidFill>
                    <a:latin typeface="HGS明朝E" panose="02020900000000000000" pitchFamily="18" charset="-128"/>
                    <a:ea typeface="HGS明朝E" panose="02020900000000000000" pitchFamily="18" charset="-128"/>
                  </a:rPr>
                  <a:t>空</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grpSp>
      </p:grpSp>
      <p:grpSp>
        <p:nvGrpSpPr>
          <p:cNvPr id="223" name="グループ化 222">
            <a:extLst>
              <a:ext uri="{FF2B5EF4-FFF2-40B4-BE49-F238E27FC236}">
                <a16:creationId xmlns:a16="http://schemas.microsoft.com/office/drawing/2014/main" id="{419EB6D5-C3D6-76CD-1BC6-ED4A5F8C6D0E}"/>
              </a:ext>
            </a:extLst>
          </p:cNvPr>
          <p:cNvGrpSpPr/>
          <p:nvPr/>
        </p:nvGrpSpPr>
        <p:grpSpPr>
          <a:xfrm>
            <a:off x="2545290" y="5466109"/>
            <a:ext cx="1012202" cy="999872"/>
            <a:chOff x="2767454" y="2482905"/>
            <a:chExt cx="1012202" cy="999872"/>
          </a:xfrm>
        </p:grpSpPr>
        <p:pic>
          <p:nvPicPr>
            <p:cNvPr id="224" name="図 223">
              <a:extLst>
                <a:ext uri="{FF2B5EF4-FFF2-40B4-BE49-F238E27FC236}">
                  <a16:creationId xmlns:a16="http://schemas.microsoft.com/office/drawing/2014/main" id="{5C33C7A2-7784-D505-AF00-7D860FAC9A9F}"/>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2805789" y="2537772"/>
              <a:ext cx="945005" cy="945005"/>
            </a:xfrm>
            <a:prstGeom prst="rect">
              <a:avLst/>
            </a:prstGeom>
          </p:spPr>
        </p:pic>
        <p:pic>
          <p:nvPicPr>
            <p:cNvPr id="225" name="図 224">
              <a:extLst>
                <a:ext uri="{FF2B5EF4-FFF2-40B4-BE49-F238E27FC236}">
                  <a16:creationId xmlns:a16="http://schemas.microsoft.com/office/drawing/2014/main" id="{7B5889ED-6FB9-D12A-FBCA-2DA7425F2704}"/>
                </a:ext>
              </a:extLst>
            </p:cNvPr>
            <p:cNvPicPr>
              <a:picLocks noChangeAspect="1"/>
            </p:cNvPicPr>
            <p:nvPr/>
          </p:nvPicPr>
          <p:blipFill>
            <a:blip r:embed="rId6">
              <a:extLst>
                <a:ext uri="{28A0092B-C50C-407E-A947-70E740481C1C}">
                  <a14:useLocalDpi xmlns:a14="http://schemas.microsoft.com/office/drawing/2010/main" val="0"/>
                </a:ext>
              </a:extLst>
            </a:blip>
            <a:srcRect l="75064" t="33348" b="34256"/>
            <a:stretch>
              <a:fillRect/>
            </a:stretch>
          </p:blipFill>
          <p:spPr>
            <a:xfrm>
              <a:off x="2767454" y="2482905"/>
              <a:ext cx="1012202" cy="986283"/>
            </a:xfrm>
            <a:prstGeom prst="rect">
              <a:avLst/>
            </a:prstGeom>
          </p:spPr>
        </p:pic>
      </p:grpSp>
    </p:spTree>
    <p:extLst>
      <p:ext uri="{BB962C8B-B14F-4D97-AF65-F5344CB8AC3E}">
        <p14:creationId xmlns:p14="http://schemas.microsoft.com/office/powerpoint/2010/main" val="905186155"/>
      </p:ext>
    </p:extLst>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
          <a:extLst>
            <a:ext uri="{FF2B5EF4-FFF2-40B4-BE49-F238E27FC236}">
              <a16:creationId xmlns:a16="http://schemas.microsoft.com/office/drawing/2014/main" id="{FBD294E1-E58F-5228-0A81-8996D8FC6A64}"/>
            </a:ext>
          </a:extLst>
        </p:cNvPr>
        <p:cNvGrpSpPr/>
        <p:nvPr/>
      </p:nvGrpSpPr>
      <p:grpSpPr>
        <a:xfrm>
          <a:off x="0" y="0"/>
          <a:ext cx="0" cy="0"/>
          <a:chOff x="0" y="0"/>
          <a:chExt cx="0" cy="0"/>
        </a:xfrm>
      </p:grpSpPr>
      <p:grpSp>
        <p:nvGrpSpPr>
          <p:cNvPr id="154" name="グループ化 153">
            <a:extLst>
              <a:ext uri="{FF2B5EF4-FFF2-40B4-BE49-F238E27FC236}">
                <a16:creationId xmlns:a16="http://schemas.microsoft.com/office/drawing/2014/main" id="{6317F4FF-769A-7A36-2EEA-004445A7B493}"/>
              </a:ext>
            </a:extLst>
          </p:cNvPr>
          <p:cNvGrpSpPr/>
          <p:nvPr/>
        </p:nvGrpSpPr>
        <p:grpSpPr>
          <a:xfrm>
            <a:off x="9569319" y="2385076"/>
            <a:ext cx="1755710" cy="810206"/>
            <a:chOff x="9569319" y="1891007"/>
            <a:chExt cx="1755710" cy="810206"/>
          </a:xfrm>
        </p:grpSpPr>
        <p:sp>
          <p:nvSpPr>
            <p:cNvPr id="7" name="四角形: 角を丸くする 6">
              <a:extLst>
                <a:ext uri="{FF2B5EF4-FFF2-40B4-BE49-F238E27FC236}">
                  <a16:creationId xmlns:a16="http://schemas.microsoft.com/office/drawing/2014/main" id="{5323AF3B-C75D-4C82-C129-607B67EF2791}"/>
                </a:ext>
              </a:extLst>
            </p:cNvPr>
            <p:cNvSpPr/>
            <p:nvPr/>
          </p:nvSpPr>
          <p:spPr>
            <a:xfrm>
              <a:off x="9569319" y="1891007"/>
              <a:ext cx="1755710" cy="810206"/>
            </a:xfrm>
            <a:prstGeom prst="roundRect">
              <a:avLst>
                <a:gd name="adj" fmla="val 6428"/>
              </a:avLst>
            </a:prstGeom>
            <a:solidFill>
              <a:schemeClr val="accent6">
                <a:alpha val="8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sp>
          <p:nvSpPr>
            <p:cNvPr id="11" name="テキスト ボックス 10">
              <a:extLst>
                <a:ext uri="{FF2B5EF4-FFF2-40B4-BE49-F238E27FC236}">
                  <a16:creationId xmlns:a16="http://schemas.microsoft.com/office/drawing/2014/main" id="{244B0CB7-2FE9-5794-FA78-39A01B8AE178}"/>
                </a:ext>
              </a:extLst>
            </p:cNvPr>
            <p:cNvSpPr txBox="1"/>
            <p:nvPr/>
          </p:nvSpPr>
          <p:spPr>
            <a:xfrm>
              <a:off x="10319626" y="2290669"/>
              <a:ext cx="1005403" cy="338554"/>
            </a:xfrm>
            <a:prstGeom prst="rect">
              <a:avLst/>
            </a:prstGeom>
            <a:noFill/>
          </p:spPr>
          <p:txBody>
            <a:bodyPr wrap="none" rtlCol="0">
              <a:spAutoFit/>
            </a:bodyPr>
            <a:lstStyle/>
            <a:p>
              <a:pPr algn="r"/>
              <a:r>
                <a:rPr lang="ja-JP" altLang="en-US"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バフ削除</a:t>
              </a:r>
              <a:endParaRPr kumimoji="1" lang="en-US" altLang="ja-JP"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153" name="グループ化 152">
            <a:extLst>
              <a:ext uri="{FF2B5EF4-FFF2-40B4-BE49-F238E27FC236}">
                <a16:creationId xmlns:a16="http://schemas.microsoft.com/office/drawing/2014/main" id="{EBB31657-0613-C6BB-68DF-939F35330959}"/>
              </a:ext>
            </a:extLst>
          </p:cNvPr>
          <p:cNvGrpSpPr/>
          <p:nvPr/>
        </p:nvGrpSpPr>
        <p:grpSpPr>
          <a:xfrm>
            <a:off x="9569319" y="1071664"/>
            <a:ext cx="1755710" cy="810206"/>
            <a:chOff x="9569319" y="887965"/>
            <a:chExt cx="1755710" cy="810206"/>
          </a:xfrm>
        </p:grpSpPr>
        <p:sp>
          <p:nvSpPr>
            <p:cNvPr id="6" name="四角形: 角を丸くする 5">
              <a:extLst>
                <a:ext uri="{FF2B5EF4-FFF2-40B4-BE49-F238E27FC236}">
                  <a16:creationId xmlns:a16="http://schemas.microsoft.com/office/drawing/2014/main" id="{5BA8B502-8D3A-899D-9BA3-E67810655A0B}"/>
                </a:ext>
              </a:extLst>
            </p:cNvPr>
            <p:cNvSpPr/>
            <p:nvPr/>
          </p:nvSpPr>
          <p:spPr>
            <a:xfrm>
              <a:off x="9569319" y="887965"/>
              <a:ext cx="1755710" cy="810206"/>
            </a:xfrm>
            <a:prstGeom prst="roundRect">
              <a:avLst>
                <a:gd name="adj" fmla="val 6428"/>
              </a:avLst>
            </a:prstGeom>
            <a:solidFill>
              <a:schemeClr val="accent6">
                <a:alpha val="80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2" name="テキスト ボックス 11">
              <a:extLst>
                <a:ext uri="{FF2B5EF4-FFF2-40B4-BE49-F238E27FC236}">
                  <a16:creationId xmlns:a16="http://schemas.microsoft.com/office/drawing/2014/main" id="{B3922994-6340-840A-9201-A84824097A81}"/>
                </a:ext>
              </a:extLst>
            </p:cNvPr>
            <p:cNvSpPr txBox="1"/>
            <p:nvPr/>
          </p:nvSpPr>
          <p:spPr>
            <a:xfrm>
              <a:off x="9579753" y="1293068"/>
              <a:ext cx="1728357" cy="338554"/>
            </a:xfrm>
            <a:prstGeom prst="rect">
              <a:avLst/>
            </a:prstGeom>
            <a:noFill/>
          </p:spPr>
          <p:txBody>
            <a:bodyPr wrap="none" rtlCol="0">
              <a:spAutoFit/>
            </a:bodyPr>
            <a:lstStyle/>
            <a:p>
              <a:pPr algn="r"/>
              <a:r>
                <a:rPr kumimoji="1" lang="ja-JP" altLang="en-US"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ソート</a:t>
              </a:r>
              <a:r>
                <a:rPr kumimoji="1" lang="en-US" altLang="ja-JP"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a:t>
              </a:r>
              <a:r>
                <a:rPr kumimoji="1" lang="ja-JP" altLang="en-US"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フィルタ</a:t>
              </a:r>
              <a:endParaRPr kumimoji="1" lang="en-US" altLang="ja-JP"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pic>
        <p:nvPicPr>
          <p:cNvPr id="44" name="図 43">
            <a:extLst>
              <a:ext uri="{FF2B5EF4-FFF2-40B4-BE49-F238E27FC236}">
                <a16:creationId xmlns:a16="http://schemas.microsoft.com/office/drawing/2014/main" id="{C1011434-BD59-11C3-972A-6A751BDC0F36}"/>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1271707" y="235933"/>
            <a:ext cx="610371" cy="610371"/>
          </a:xfrm>
          <a:prstGeom prst="rect">
            <a:avLst/>
          </a:prstGeom>
        </p:spPr>
      </p:pic>
      <p:grpSp>
        <p:nvGrpSpPr>
          <p:cNvPr id="18" name="グループ化 17">
            <a:extLst>
              <a:ext uri="{FF2B5EF4-FFF2-40B4-BE49-F238E27FC236}">
                <a16:creationId xmlns:a16="http://schemas.microsoft.com/office/drawing/2014/main" id="{E1EE591A-7D13-883F-A63A-F0C70A2DE4C9}"/>
              </a:ext>
            </a:extLst>
          </p:cNvPr>
          <p:cNvGrpSpPr/>
          <p:nvPr/>
        </p:nvGrpSpPr>
        <p:grpSpPr>
          <a:xfrm>
            <a:off x="9569319" y="5011901"/>
            <a:ext cx="1755710" cy="810206"/>
            <a:chOff x="9569319" y="5159829"/>
            <a:chExt cx="1755710" cy="810206"/>
          </a:xfrm>
          <a:solidFill>
            <a:schemeClr val="bg1">
              <a:lumMod val="85000"/>
              <a:alpha val="70000"/>
            </a:schemeClr>
          </a:solidFill>
        </p:grpSpPr>
        <p:sp>
          <p:nvSpPr>
            <p:cNvPr id="19" name="四角形: 角を丸くする 18">
              <a:extLst>
                <a:ext uri="{FF2B5EF4-FFF2-40B4-BE49-F238E27FC236}">
                  <a16:creationId xmlns:a16="http://schemas.microsoft.com/office/drawing/2014/main" id="{01ED4934-2015-B04E-FF81-49E7D3D1E311}"/>
                </a:ext>
              </a:extLst>
            </p:cNvPr>
            <p:cNvSpPr/>
            <p:nvPr/>
          </p:nvSpPr>
          <p:spPr>
            <a:xfrm>
              <a:off x="9569319" y="5159829"/>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HGS明朝E" panose="02020900000000000000" pitchFamily="18" charset="-128"/>
                <a:ea typeface="HGS明朝E" panose="02020900000000000000" pitchFamily="18" charset="-128"/>
              </a:endParaRPr>
            </a:p>
          </p:txBody>
        </p:sp>
        <p:sp>
          <p:nvSpPr>
            <p:cNvPr id="21" name="テキスト ボックス 20">
              <a:extLst>
                <a:ext uri="{FF2B5EF4-FFF2-40B4-BE49-F238E27FC236}">
                  <a16:creationId xmlns:a16="http://schemas.microsoft.com/office/drawing/2014/main" id="{F51FB6EE-D3FC-3133-BB60-A122FB514FD5}"/>
                </a:ext>
              </a:extLst>
            </p:cNvPr>
            <p:cNvSpPr txBox="1"/>
            <p:nvPr/>
          </p:nvSpPr>
          <p:spPr>
            <a:xfrm>
              <a:off x="10430947" y="5564932"/>
              <a:ext cx="877163" cy="369332"/>
            </a:xfrm>
            <a:prstGeom prst="rect">
              <a:avLst/>
            </a:prstGeom>
            <a:noFill/>
            <a:ln>
              <a:noFill/>
            </a:ln>
          </p:spPr>
          <p:txBody>
            <a:bodyPr wrap="none" rtlCol="0">
              <a:spAutoFit/>
            </a:bodyPr>
            <a:lstStyle/>
            <a:p>
              <a:pPr algn="r"/>
              <a:r>
                <a:rPr kumimoji="1" lang="ja-JP" altLang="en-US"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rPr>
                <a:t>ルート</a:t>
              </a:r>
              <a:endParaRPr kumimoji="1" lang="en-US" altLang="ja-JP"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23" name="グループ化 22">
            <a:extLst>
              <a:ext uri="{FF2B5EF4-FFF2-40B4-BE49-F238E27FC236}">
                <a16:creationId xmlns:a16="http://schemas.microsoft.com/office/drawing/2014/main" id="{503A9F57-B77D-43DE-CABE-22251BA0410A}"/>
              </a:ext>
            </a:extLst>
          </p:cNvPr>
          <p:cNvGrpSpPr/>
          <p:nvPr/>
        </p:nvGrpSpPr>
        <p:grpSpPr>
          <a:xfrm>
            <a:off x="9569319" y="3698488"/>
            <a:ext cx="1755710" cy="810206"/>
            <a:chOff x="9575538" y="4156787"/>
            <a:chExt cx="1755710" cy="810206"/>
          </a:xfrm>
          <a:solidFill>
            <a:schemeClr val="bg1">
              <a:lumMod val="85000"/>
              <a:alpha val="70000"/>
            </a:schemeClr>
          </a:solidFill>
        </p:grpSpPr>
        <p:sp>
          <p:nvSpPr>
            <p:cNvPr id="24" name="四角形: 角を丸くする 23">
              <a:extLst>
                <a:ext uri="{FF2B5EF4-FFF2-40B4-BE49-F238E27FC236}">
                  <a16:creationId xmlns:a16="http://schemas.microsoft.com/office/drawing/2014/main" id="{60083EFB-8BE0-0F5C-604D-35F57C3AE26B}"/>
                </a:ext>
              </a:extLst>
            </p:cNvPr>
            <p:cNvSpPr/>
            <p:nvPr/>
          </p:nvSpPr>
          <p:spPr>
            <a:xfrm>
              <a:off x="9575538" y="4156787"/>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HGS明朝E" panose="02020900000000000000" pitchFamily="18" charset="-128"/>
                <a:ea typeface="HGS明朝E" panose="02020900000000000000" pitchFamily="18" charset="-128"/>
              </a:endParaRPr>
            </a:p>
          </p:txBody>
        </p:sp>
        <p:sp>
          <p:nvSpPr>
            <p:cNvPr id="28" name="テキスト ボックス 27">
              <a:extLst>
                <a:ext uri="{FF2B5EF4-FFF2-40B4-BE49-F238E27FC236}">
                  <a16:creationId xmlns:a16="http://schemas.microsoft.com/office/drawing/2014/main" id="{08994F5C-CC10-389A-D327-718EBEDA9B51}"/>
                </a:ext>
              </a:extLst>
            </p:cNvPr>
            <p:cNvSpPr txBox="1"/>
            <p:nvPr/>
          </p:nvSpPr>
          <p:spPr>
            <a:xfrm>
              <a:off x="10661779" y="4561890"/>
              <a:ext cx="646331" cy="369332"/>
            </a:xfrm>
            <a:prstGeom prst="rect">
              <a:avLst/>
            </a:prstGeom>
            <a:noFill/>
            <a:ln>
              <a:noFill/>
            </a:ln>
          </p:spPr>
          <p:txBody>
            <a:bodyPr wrap="none" rtlCol="0">
              <a:spAutoFit/>
            </a:bodyPr>
            <a:lstStyle/>
            <a:p>
              <a:pPr algn="r"/>
              <a:r>
                <a:rPr kumimoji="1" lang="ja-JP" altLang="en-US"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rPr>
                <a:t>戻る</a:t>
              </a:r>
              <a:endParaRPr kumimoji="1" lang="en-US" altLang="ja-JP"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53" name="グループ化 52">
            <a:extLst>
              <a:ext uri="{FF2B5EF4-FFF2-40B4-BE49-F238E27FC236}">
                <a16:creationId xmlns:a16="http://schemas.microsoft.com/office/drawing/2014/main" id="{8BFD7414-DB65-C9C6-A979-2462C8E76886}"/>
              </a:ext>
            </a:extLst>
          </p:cNvPr>
          <p:cNvGrpSpPr/>
          <p:nvPr/>
        </p:nvGrpSpPr>
        <p:grpSpPr>
          <a:xfrm>
            <a:off x="726233" y="695130"/>
            <a:ext cx="8501744" cy="5467739"/>
            <a:chOff x="726233" y="695130"/>
            <a:chExt cx="8501744" cy="5467739"/>
          </a:xfrm>
        </p:grpSpPr>
        <p:sp>
          <p:nvSpPr>
            <p:cNvPr id="2" name="四角形: 角を丸くする 1">
              <a:extLst>
                <a:ext uri="{FF2B5EF4-FFF2-40B4-BE49-F238E27FC236}">
                  <a16:creationId xmlns:a16="http://schemas.microsoft.com/office/drawing/2014/main" id="{1FA6E9C4-8227-A78B-7F01-644CC456101C}"/>
                </a:ext>
              </a:extLst>
            </p:cNvPr>
            <p:cNvSpPr/>
            <p:nvPr/>
          </p:nvSpPr>
          <p:spPr>
            <a:xfrm>
              <a:off x="726233" y="695130"/>
              <a:ext cx="8501744" cy="5467739"/>
            </a:xfrm>
            <a:prstGeom prst="roundRect">
              <a:avLst>
                <a:gd name="adj" fmla="val 6428"/>
              </a:avLst>
            </a:prstGeom>
            <a:solidFill>
              <a:schemeClr val="bg1">
                <a:lumMod val="65000"/>
                <a:alpha val="6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nvGrpSpPr>
            <p:cNvPr id="33" name="グループ化 32">
              <a:extLst>
                <a:ext uri="{FF2B5EF4-FFF2-40B4-BE49-F238E27FC236}">
                  <a16:creationId xmlns:a16="http://schemas.microsoft.com/office/drawing/2014/main" id="{CE86E8D5-0FA8-8257-BA1C-85341EEF0661}"/>
                </a:ext>
              </a:extLst>
            </p:cNvPr>
            <p:cNvGrpSpPr/>
            <p:nvPr/>
          </p:nvGrpSpPr>
          <p:grpSpPr>
            <a:xfrm>
              <a:off x="5342669" y="1594808"/>
              <a:ext cx="1485182" cy="1716321"/>
              <a:chOff x="4788263" y="1594808"/>
              <a:chExt cx="1485182" cy="1716321"/>
            </a:xfrm>
          </p:grpSpPr>
          <p:grpSp>
            <p:nvGrpSpPr>
              <p:cNvPr id="75" name="グループ化 74">
                <a:extLst>
                  <a:ext uri="{FF2B5EF4-FFF2-40B4-BE49-F238E27FC236}">
                    <a16:creationId xmlns:a16="http://schemas.microsoft.com/office/drawing/2014/main" id="{A7F18377-26FD-128F-3441-FEB62EDC2C96}"/>
                  </a:ext>
                </a:extLst>
              </p:cNvPr>
              <p:cNvGrpSpPr/>
              <p:nvPr/>
            </p:nvGrpSpPr>
            <p:grpSpPr>
              <a:xfrm>
                <a:off x="4788263" y="1594808"/>
                <a:ext cx="1485182" cy="1716321"/>
                <a:chOff x="1276828" y="4105786"/>
                <a:chExt cx="1144222" cy="1716321"/>
              </a:xfrm>
            </p:grpSpPr>
            <p:sp>
              <p:nvSpPr>
                <p:cNvPr id="76" name="四角形: 角を丸くする 75">
                  <a:extLst>
                    <a:ext uri="{FF2B5EF4-FFF2-40B4-BE49-F238E27FC236}">
                      <a16:creationId xmlns:a16="http://schemas.microsoft.com/office/drawing/2014/main" id="{41C3EFC3-6687-F3E3-9A26-73CE6204E2C5}"/>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77" name="テキスト ボックス 76">
                  <a:extLst>
                    <a:ext uri="{FF2B5EF4-FFF2-40B4-BE49-F238E27FC236}">
                      <a16:creationId xmlns:a16="http://schemas.microsoft.com/office/drawing/2014/main" id="{CA8FF560-CCCF-FA63-E2C0-7F479F801B07}"/>
                    </a:ext>
                  </a:extLst>
                </p:cNvPr>
                <p:cNvSpPr txBox="1"/>
                <p:nvPr/>
              </p:nvSpPr>
              <p:spPr>
                <a:xfrm>
                  <a:off x="1315928" y="4148054"/>
                  <a:ext cx="1066022" cy="369332"/>
                </a:xfrm>
                <a:prstGeom prst="rect">
                  <a:avLst/>
                </a:prstGeom>
                <a:noFill/>
              </p:spPr>
              <p:txBody>
                <a:bodyPr wrap="square">
                  <a:spAutoFit/>
                </a:bodyPr>
                <a:lstStyle/>
                <a:p>
                  <a:pPr algn="ctr"/>
                  <a:r>
                    <a:rPr lang="en-US" altLang="ja-JP" dirty="0">
                      <a:gradFill flip="none" rotWithShape="1">
                        <a:gsLst>
                          <a:gs pos="100000">
                            <a:srgbClr val="CC66FF"/>
                          </a:gs>
                          <a:gs pos="75000">
                            <a:srgbClr val="00B0F0"/>
                          </a:gs>
                          <a:gs pos="50000">
                            <a:srgbClr val="92D050"/>
                          </a:gs>
                          <a:gs pos="25000">
                            <a:srgbClr val="FFC000"/>
                          </a:gs>
                          <a:gs pos="1000">
                            <a:srgbClr val="FF0000"/>
                          </a:gs>
                        </a:gsLst>
                        <a:lin ang="2700000" scaled="1"/>
                        <a:tileRect/>
                      </a:gradFill>
                      <a:latin typeface="HGS明朝E" panose="02020900000000000000" pitchFamily="18" charset="-128"/>
                      <a:ea typeface="HGS明朝E" panose="02020900000000000000" pitchFamily="18" charset="-128"/>
                    </a:rPr>
                    <a:t>SSR</a:t>
                  </a:r>
                  <a:endParaRPr kumimoji="1" lang="ja-JP" altLang="en-US" dirty="0">
                    <a:gradFill flip="none" rotWithShape="1">
                      <a:gsLst>
                        <a:gs pos="100000">
                          <a:srgbClr val="CC66FF"/>
                        </a:gs>
                        <a:gs pos="75000">
                          <a:srgbClr val="00B0F0"/>
                        </a:gs>
                        <a:gs pos="50000">
                          <a:srgbClr val="92D050"/>
                        </a:gs>
                        <a:gs pos="25000">
                          <a:srgbClr val="FFC000"/>
                        </a:gs>
                        <a:gs pos="1000">
                          <a:srgbClr val="FF0000"/>
                        </a:gs>
                      </a:gsLst>
                      <a:lin ang="2700000" scaled="1"/>
                      <a:tileRect/>
                    </a:gradFill>
                    <a:latin typeface="HGS明朝E" panose="02020900000000000000" pitchFamily="18" charset="-128"/>
                    <a:ea typeface="HGS明朝E" panose="02020900000000000000" pitchFamily="18" charset="-128"/>
                  </a:endParaRPr>
                </a:p>
              </p:txBody>
            </p:sp>
          </p:grpSp>
          <p:pic>
            <p:nvPicPr>
              <p:cNvPr id="180" name="図 179">
                <a:extLst>
                  <a:ext uri="{FF2B5EF4-FFF2-40B4-BE49-F238E27FC236}">
                    <a16:creationId xmlns:a16="http://schemas.microsoft.com/office/drawing/2014/main" id="{21E588D7-A8B5-5872-1193-9C7B5792BEEA}"/>
                  </a:ext>
                </a:extLst>
              </p:cNvPr>
              <p:cNvPicPr>
                <a:picLocks noChangeAspect="1"/>
              </p:cNvPicPr>
              <p:nvPr/>
            </p:nvPicPr>
            <p:blipFill>
              <a:blip r:embed="rId5">
                <a:extLst>
                  <a:ext uri="{28A0092B-C50C-407E-A947-70E740481C1C}">
                    <a14:useLocalDpi xmlns:a14="http://schemas.microsoft.com/office/drawing/2010/main" val="0"/>
                  </a:ext>
                </a:extLst>
              </a:blip>
              <a:srcRect l="5956" r="70153"/>
              <a:stretch>
                <a:fillRect/>
              </a:stretch>
            </p:blipFill>
            <p:spPr>
              <a:xfrm>
                <a:off x="5150333" y="2005293"/>
                <a:ext cx="814582" cy="702580"/>
              </a:xfrm>
              <a:prstGeom prst="rect">
                <a:avLst/>
              </a:prstGeom>
            </p:spPr>
          </p:pic>
        </p:grpSp>
        <p:grpSp>
          <p:nvGrpSpPr>
            <p:cNvPr id="32" name="グループ化 31">
              <a:extLst>
                <a:ext uri="{FF2B5EF4-FFF2-40B4-BE49-F238E27FC236}">
                  <a16:creationId xmlns:a16="http://schemas.microsoft.com/office/drawing/2014/main" id="{875F32C1-8707-F736-AD3A-50EDFAFB9D7F}"/>
                </a:ext>
              </a:extLst>
            </p:cNvPr>
            <p:cNvGrpSpPr/>
            <p:nvPr/>
          </p:nvGrpSpPr>
          <p:grpSpPr>
            <a:xfrm>
              <a:off x="3530870" y="1594808"/>
              <a:ext cx="1485182" cy="1716321"/>
              <a:chOff x="3032545" y="1594808"/>
              <a:chExt cx="1485182" cy="1716321"/>
            </a:xfrm>
          </p:grpSpPr>
          <p:grpSp>
            <p:nvGrpSpPr>
              <p:cNvPr id="56" name="グループ化 55">
                <a:extLst>
                  <a:ext uri="{FF2B5EF4-FFF2-40B4-BE49-F238E27FC236}">
                    <a16:creationId xmlns:a16="http://schemas.microsoft.com/office/drawing/2014/main" id="{78932731-7B92-3CFE-0262-8F344C74ADA6}"/>
                  </a:ext>
                </a:extLst>
              </p:cNvPr>
              <p:cNvGrpSpPr/>
              <p:nvPr/>
            </p:nvGrpSpPr>
            <p:grpSpPr>
              <a:xfrm>
                <a:off x="3032545" y="1594808"/>
                <a:ext cx="1485182" cy="1716321"/>
                <a:chOff x="1276828" y="4105786"/>
                <a:chExt cx="1144222" cy="1716321"/>
              </a:xfrm>
            </p:grpSpPr>
            <p:sp>
              <p:nvSpPr>
                <p:cNvPr id="58" name="四角形: 角を丸くする 57">
                  <a:extLst>
                    <a:ext uri="{FF2B5EF4-FFF2-40B4-BE49-F238E27FC236}">
                      <a16:creationId xmlns:a16="http://schemas.microsoft.com/office/drawing/2014/main" id="{246505C3-76BE-8CF3-2A8F-DE0E3E1C8DB5}"/>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59" name="テキスト ボックス 58">
                  <a:extLst>
                    <a:ext uri="{FF2B5EF4-FFF2-40B4-BE49-F238E27FC236}">
                      <a16:creationId xmlns:a16="http://schemas.microsoft.com/office/drawing/2014/main" id="{B6F46042-9C9E-66A4-D067-A2E38E4AF544}"/>
                    </a:ext>
                  </a:extLst>
                </p:cNvPr>
                <p:cNvSpPr txBox="1"/>
                <p:nvPr/>
              </p:nvSpPr>
              <p:spPr>
                <a:xfrm>
                  <a:off x="1315928" y="4148054"/>
                  <a:ext cx="1066022" cy="369332"/>
                </a:xfrm>
                <a:prstGeom prst="rect">
                  <a:avLst/>
                </a:prstGeom>
                <a:noFill/>
              </p:spPr>
              <p:txBody>
                <a:bodyPr wrap="square">
                  <a:spAutoFit/>
                </a:bodyPr>
                <a:lstStyle/>
                <a:p>
                  <a:pPr algn="ctr"/>
                  <a:r>
                    <a:rPr lang="en-US" altLang="ja-JP" dirty="0">
                      <a:gradFill flip="none" rotWithShape="1">
                        <a:gsLst>
                          <a:gs pos="0">
                            <a:srgbClr val="CC66FF"/>
                          </a:gs>
                          <a:gs pos="50000">
                            <a:srgbClr val="CC00FF"/>
                          </a:gs>
                          <a:gs pos="100000">
                            <a:srgbClr val="CC66FF"/>
                          </a:gs>
                        </a:gsLst>
                        <a:lin ang="2700000" scaled="1"/>
                        <a:tileRect/>
                      </a:gradFill>
                      <a:latin typeface="HGS明朝E" panose="02020900000000000000" pitchFamily="18" charset="-128"/>
                      <a:ea typeface="HGS明朝E" panose="02020900000000000000" pitchFamily="18" charset="-128"/>
                    </a:rPr>
                    <a:t>SR</a:t>
                  </a:r>
                  <a:endParaRPr kumimoji="1" lang="ja-JP" altLang="en-US" dirty="0">
                    <a:gradFill flip="none" rotWithShape="1">
                      <a:gsLst>
                        <a:gs pos="0">
                          <a:srgbClr val="CC66FF"/>
                        </a:gs>
                        <a:gs pos="50000">
                          <a:srgbClr val="CC00FF"/>
                        </a:gs>
                        <a:gs pos="100000">
                          <a:srgbClr val="CC66FF"/>
                        </a:gs>
                      </a:gsLst>
                      <a:lin ang="2700000" scaled="1"/>
                      <a:tileRect/>
                    </a:gradFill>
                    <a:latin typeface="HGS明朝E" panose="02020900000000000000" pitchFamily="18" charset="-128"/>
                    <a:ea typeface="HGS明朝E" panose="02020900000000000000" pitchFamily="18" charset="-128"/>
                  </a:endParaRPr>
                </a:p>
              </p:txBody>
            </p:sp>
          </p:grpSp>
          <p:pic>
            <p:nvPicPr>
              <p:cNvPr id="173" name="図 172">
                <a:extLst>
                  <a:ext uri="{FF2B5EF4-FFF2-40B4-BE49-F238E27FC236}">
                    <a16:creationId xmlns:a16="http://schemas.microsoft.com/office/drawing/2014/main" id="{89A068EB-D95C-2253-34B6-4F5D78F99094}"/>
                  </a:ext>
                </a:extLst>
              </p:cNvPr>
              <p:cNvPicPr>
                <a:picLocks noChangeAspect="1"/>
              </p:cNvPicPr>
              <p:nvPr/>
            </p:nvPicPr>
            <p:blipFill>
              <a:blip r:embed="rId5">
                <a:extLst>
                  <a:ext uri="{28A0092B-C50C-407E-A947-70E740481C1C}">
                    <a14:useLocalDpi xmlns:a14="http://schemas.microsoft.com/office/drawing/2010/main" val="0"/>
                  </a:ext>
                </a:extLst>
              </a:blip>
              <a:srcRect l="27993" t="-2434" r="49502" b="2434"/>
              <a:stretch>
                <a:fillRect/>
              </a:stretch>
            </p:blipFill>
            <p:spPr>
              <a:xfrm>
                <a:off x="3356573" y="1977007"/>
                <a:ext cx="767346" cy="702580"/>
              </a:xfrm>
              <a:prstGeom prst="rect">
                <a:avLst/>
              </a:prstGeom>
            </p:spPr>
          </p:pic>
        </p:grpSp>
        <p:sp>
          <p:nvSpPr>
            <p:cNvPr id="3" name="テキスト ボックス 2">
              <a:extLst>
                <a:ext uri="{FF2B5EF4-FFF2-40B4-BE49-F238E27FC236}">
                  <a16:creationId xmlns:a16="http://schemas.microsoft.com/office/drawing/2014/main" id="{CE0F159E-2C52-93D2-43FE-DB5A3B006C96}"/>
                </a:ext>
              </a:extLst>
            </p:cNvPr>
            <p:cNvSpPr txBox="1"/>
            <p:nvPr/>
          </p:nvSpPr>
          <p:spPr>
            <a:xfrm>
              <a:off x="935869" y="883125"/>
              <a:ext cx="1005403" cy="584775"/>
            </a:xfrm>
            <a:prstGeom prst="rect">
              <a:avLst/>
            </a:prstGeom>
            <a:noFill/>
          </p:spPr>
          <p:txBody>
            <a:bodyPr wrap="none" rtlCol="0">
              <a:spAutoFit/>
            </a:bodyPr>
            <a:lstStyle/>
            <a:p>
              <a:r>
                <a:rPr kumimoji="1" lang="ja-JP" altLang="en-US" sz="3200" dirty="0">
                  <a:solidFill>
                    <a:schemeClr val="tx1">
                      <a:lumMod val="85000"/>
                      <a:lumOff val="15000"/>
                    </a:schemeClr>
                  </a:solidFill>
                  <a:latin typeface="HGS明朝E" panose="02020900000000000000" pitchFamily="18" charset="-128"/>
                  <a:ea typeface="HGS明朝E" panose="02020900000000000000" pitchFamily="18" charset="-128"/>
                </a:rPr>
                <a:t>バフ</a:t>
              </a:r>
            </a:p>
          </p:txBody>
        </p:sp>
        <p:grpSp>
          <p:nvGrpSpPr>
            <p:cNvPr id="25" name="グループ化 24">
              <a:extLst>
                <a:ext uri="{FF2B5EF4-FFF2-40B4-BE49-F238E27FC236}">
                  <a16:creationId xmlns:a16="http://schemas.microsoft.com/office/drawing/2014/main" id="{FE9A654E-CEFC-6D16-1989-A37710A714A6}"/>
                </a:ext>
              </a:extLst>
            </p:cNvPr>
            <p:cNvGrpSpPr/>
            <p:nvPr/>
          </p:nvGrpSpPr>
          <p:grpSpPr>
            <a:xfrm rot="5400000">
              <a:off x="-825047" y="3593840"/>
              <a:ext cx="4351022" cy="276285"/>
              <a:chOff x="3114125" y="3836637"/>
              <a:chExt cx="5697007" cy="276285"/>
            </a:xfrm>
          </p:grpSpPr>
          <p:sp>
            <p:nvSpPr>
              <p:cNvPr id="26" name="四角形: 角を丸くする 25">
                <a:extLst>
                  <a:ext uri="{FF2B5EF4-FFF2-40B4-BE49-F238E27FC236}">
                    <a16:creationId xmlns:a16="http://schemas.microsoft.com/office/drawing/2014/main" id="{A9460329-EDA9-D0AC-B0A0-71C8E9D4DA83}"/>
                  </a:ext>
                </a:extLst>
              </p:cNvPr>
              <p:cNvSpPr/>
              <p:nvPr/>
            </p:nvSpPr>
            <p:spPr>
              <a:xfrm>
                <a:off x="3114125" y="3891844"/>
                <a:ext cx="5697007" cy="165873"/>
              </a:xfrm>
              <a:prstGeom prst="roundRect">
                <a:avLst/>
              </a:prstGeom>
              <a:solidFill>
                <a:schemeClr val="bg1">
                  <a:lumMod val="65000"/>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7" name="四角形: 角を丸くする 26">
                <a:extLst>
                  <a:ext uri="{FF2B5EF4-FFF2-40B4-BE49-F238E27FC236}">
                    <a16:creationId xmlns:a16="http://schemas.microsoft.com/office/drawing/2014/main" id="{036131B5-212E-F8A3-5646-8C7C478EA63A}"/>
                  </a:ext>
                </a:extLst>
              </p:cNvPr>
              <p:cNvSpPr/>
              <p:nvPr/>
            </p:nvSpPr>
            <p:spPr>
              <a:xfrm>
                <a:off x="4786606" y="3836637"/>
                <a:ext cx="2050791" cy="276285"/>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sp>
          <p:nvSpPr>
            <p:cNvPr id="38" name="四角形: 角を丸くする 37">
              <a:extLst>
                <a:ext uri="{FF2B5EF4-FFF2-40B4-BE49-F238E27FC236}">
                  <a16:creationId xmlns:a16="http://schemas.microsoft.com/office/drawing/2014/main" id="{B5C23C00-B34A-C99E-4A6C-F24B3256D85C}"/>
                </a:ext>
              </a:extLst>
            </p:cNvPr>
            <p:cNvSpPr/>
            <p:nvPr/>
          </p:nvSpPr>
          <p:spPr>
            <a:xfrm>
              <a:off x="3895299" y="878169"/>
              <a:ext cx="2163612" cy="504394"/>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bg1">
                      <a:lumMod val="95000"/>
                    </a:schemeClr>
                  </a:solidFill>
                  <a:latin typeface="HGS明朝E" panose="02020900000000000000" pitchFamily="18" charset="-128"/>
                  <a:ea typeface="HGS明朝E" panose="02020900000000000000" pitchFamily="18" charset="-128"/>
                </a:rPr>
                <a:t>発動中：</a:t>
              </a:r>
              <a:r>
                <a:rPr kumimoji="1" lang="en-US" altLang="ja-JP" sz="2400" dirty="0">
                  <a:solidFill>
                    <a:schemeClr val="bg1">
                      <a:lumMod val="95000"/>
                    </a:schemeClr>
                  </a:solidFill>
                  <a:latin typeface="HGS明朝E" panose="02020900000000000000" pitchFamily="18" charset="-128"/>
                  <a:ea typeface="HGS明朝E" panose="02020900000000000000" pitchFamily="18" charset="-128"/>
                </a:rPr>
                <a:t>00</a:t>
              </a:r>
              <a:r>
                <a:rPr lang="en-US" altLang="ja-JP" sz="2400" dirty="0">
                  <a:solidFill>
                    <a:schemeClr val="bg1">
                      <a:lumMod val="95000"/>
                    </a:schemeClr>
                  </a:solidFill>
                  <a:latin typeface="HGS明朝E" panose="02020900000000000000" pitchFamily="18" charset="-128"/>
                  <a:ea typeface="HGS明朝E" panose="02020900000000000000" pitchFamily="18" charset="-128"/>
                </a:rPr>
                <a:t>/00</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grpSp>
          <p:nvGrpSpPr>
            <p:cNvPr id="82" name="グループ化 81">
              <a:extLst>
                <a:ext uri="{FF2B5EF4-FFF2-40B4-BE49-F238E27FC236}">
                  <a16:creationId xmlns:a16="http://schemas.microsoft.com/office/drawing/2014/main" id="{B814ED31-D9DE-A6B2-4EF1-F36BE525E301}"/>
                </a:ext>
              </a:extLst>
            </p:cNvPr>
            <p:cNvGrpSpPr/>
            <p:nvPr/>
          </p:nvGrpSpPr>
          <p:grpSpPr>
            <a:xfrm>
              <a:off x="7154469" y="1586624"/>
              <a:ext cx="1485182" cy="1716321"/>
              <a:chOff x="1276828" y="4105786"/>
              <a:chExt cx="1144222" cy="1716321"/>
            </a:xfrm>
          </p:grpSpPr>
          <p:sp>
            <p:nvSpPr>
              <p:cNvPr id="83" name="四角形: 角を丸くする 82">
                <a:extLst>
                  <a:ext uri="{FF2B5EF4-FFF2-40B4-BE49-F238E27FC236}">
                    <a16:creationId xmlns:a16="http://schemas.microsoft.com/office/drawing/2014/main" id="{F11FD782-5461-C8C2-1D77-0FF2016A3485}"/>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84" name="テキスト ボックス 83">
                <a:extLst>
                  <a:ext uri="{FF2B5EF4-FFF2-40B4-BE49-F238E27FC236}">
                    <a16:creationId xmlns:a16="http://schemas.microsoft.com/office/drawing/2014/main" id="{A701EFF0-AA6A-E5AF-37C1-A19684A17EDA}"/>
                  </a:ext>
                </a:extLst>
              </p:cNvPr>
              <p:cNvSpPr txBox="1"/>
              <p:nvPr/>
            </p:nvSpPr>
            <p:spPr>
              <a:xfrm>
                <a:off x="1315928" y="4148054"/>
                <a:ext cx="1066022" cy="369332"/>
              </a:xfrm>
              <a:prstGeom prst="rect">
                <a:avLst/>
              </a:prstGeom>
              <a:noFill/>
            </p:spPr>
            <p:txBody>
              <a:bodyPr wrap="square">
                <a:spAutoFit/>
              </a:bodyPr>
              <a:lstStyle/>
              <a:p>
                <a:pPr algn="ctr"/>
                <a:r>
                  <a:rPr lang="ja-JP" altLang="en-US" dirty="0">
                    <a:solidFill>
                      <a:schemeClr val="bg1">
                        <a:lumMod val="95000"/>
                      </a:schemeClr>
                    </a:solidFill>
                    <a:latin typeface="HGS明朝E" panose="02020900000000000000" pitchFamily="18" charset="-128"/>
                    <a:ea typeface="HGS明朝E" panose="02020900000000000000" pitchFamily="18" charset="-128"/>
                  </a:rPr>
                  <a:t>空</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grpSp>
        <p:sp>
          <p:nvSpPr>
            <p:cNvPr id="52" name="フリーフォーム: 図形 51">
              <a:extLst>
                <a:ext uri="{FF2B5EF4-FFF2-40B4-BE49-F238E27FC236}">
                  <a16:creationId xmlns:a16="http://schemas.microsoft.com/office/drawing/2014/main" id="{5E68AB93-5C06-E7A5-A59F-34D6E195095F}"/>
                </a:ext>
              </a:extLst>
            </p:cNvPr>
            <p:cNvSpPr/>
            <p:nvPr/>
          </p:nvSpPr>
          <p:spPr>
            <a:xfrm>
              <a:off x="1713812" y="1594808"/>
              <a:ext cx="6933831" cy="1716321"/>
            </a:xfrm>
            <a:custGeom>
              <a:avLst/>
              <a:gdLst>
                <a:gd name="csX0" fmla="*/ 247535 w 6933831"/>
                <a:gd name="csY0" fmla="*/ 0 h 1716321"/>
                <a:gd name="csX1" fmla="*/ 1237647 w 6933831"/>
                <a:gd name="csY1" fmla="*/ 0 h 1716321"/>
                <a:gd name="csX2" fmla="*/ 1485182 w 6933831"/>
                <a:gd name="csY2" fmla="*/ 247535 h 1716321"/>
                <a:gd name="csX3" fmla="*/ 1485182 w 6933831"/>
                <a:gd name="csY3" fmla="*/ 1162874 h 1716321"/>
                <a:gd name="csX4" fmla="*/ 6933831 w 6933831"/>
                <a:gd name="csY4" fmla="*/ 1162874 h 1716321"/>
                <a:gd name="csX5" fmla="*/ 6933831 w 6933831"/>
                <a:gd name="csY5" fmla="*/ 1711914 h 1716321"/>
                <a:gd name="csX6" fmla="*/ 1281364 w 6933831"/>
                <a:gd name="csY6" fmla="*/ 1711914 h 1716321"/>
                <a:gd name="csX7" fmla="*/ 1237647 w 6933831"/>
                <a:gd name="csY7" fmla="*/ 1716321 h 1716321"/>
                <a:gd name="csX8" fmla="*/ 247535 w 6933831"/>
                <a:gd name="csY8" fmla="*/ 1716321 h 1716321"/>
                <a:gd name="csX9" fmla="*/ 203819 w 6933831"/>
                <a:gd name="csY9" fmla="*/ 1711914 h 1716321"/>
                <a:gd name="csX10" fmla="*/ 91508 w 6933831"/>
                <a:gd name="csY10" fmla="*/ 1711914 h 1716321"/>
                <a:gd name="csX11" fmla="*/ 0 w 6933831"/>
                <a:gd name="csY11" fmla="*/ 1620406 h 1716321"/>
                <a:gd name="csX12" fmla="*/ 0 w 6933831"/>
                <a:gd name="csY12" fmla="*/ 1468786 h 1716321"/>
                <a:gd name="csX13" fmla="*/ 0 w 6933831"/>
                <a:gd name="csY13" fmla="*/ 1254382 h 1716321"/>
                <a:gd name="csX14" fmla="*/ 0 w 6933831"/>
                <a:gd name="csY14" fmla="*/ 247535 h 1716321"/>
                <a:gd name="csX15" fmla="*/ 247535 w 6933831"/>
                <a:gd name="csY15" fmla="*/ 0 h 171632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6933831" h="1716321">
                  <a:moveTo>
                    <a:pt x="247535" y="0"/>
                  </a:moveTo>
                  <a:lnTo>
                    <a:pt x="1237647" y="0"/>
                  </a:lnTo>
                  <a:cubicBezTo>
                    <a:pt x="1374357" y="0"/>
                    <a:pt x="1485182" y="110825"/>
                    <a:pt x="1485182" y="247535"/>
                  </a:cubicBezTo>
                  <a:lnTo>
                    <a:pt x="1485182" y="1162874"/>
                  </a:lnTo>
                  <a:lnTo>
                    <a:pt x="6933831" y="1162874"/>
                  </a:lnTo>
                  <a:lnTo>
                    <a:pt x="6933831" y="1711914"/>
                  </a:lnTo>
                  <a:lnTo>
                    <a:pt x="1281364" y="1711914"/>
                  </a:lnTo>
                  <a:lnTo>
                    <a:pt x="1237647" y="1716321"/>
                  </a:lnTo>
                  <a:lnTo>
                    <a:pt x="247535" y="1716321"/>
                  </a:lnTo>
                  <a:lnTo>
                    <a:pt x="203819" y="1711914"/>
                  </a:lnTo>
                  <a:lnTo>
                    <a:pt x="91508" y="1711914"/>
                  </a:lnTo>
                  <a:cubicBezTo>
                    <a:pt x="40970" y="1711914"/>
                    <a:pt x="0" y="1670944"/>
                    <a:pt x="0" y="1620406"/>
                  </a:cubicBezTo>
                  <a:lnTo>
                    <a:pt x="0" y="1468786"/>
                  </a:lnTo>
                  <a:lnTo>
                    <a:pt x="0" y="1254382"/>
                  </a:lnTo>
                  <a:lnTo>
                    <a:pt x="0" y="247535"/>
                  </a:lnTo>
                  <a:cubicBezTo>
                    <a:pt x="0" y="110825"/>
                    <a:pt x="110825" y="0"/>
                    <a:pt x="247535" y="0"/>
                  </a:cubicBezTo>
                  <a:close/>
                </a:path>
              </a:pathLst>
            </a:custGeom>
            <a:solidFill>
              <a:schemeClr val="bg1">
                <a:lumMod val="75000"/>
                <a:alpha val="9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dirty="0">
                <a:solidFill>
                  <a:schemeClr val="accent2">
                    <a:lumMod val="20000"/>
                    <a:lumOff val="80000"/>
                  </a:schemeClr>
                </a:solidFill>
                <a:latin typeface="HGS明朝E" panose="02020900000000000000" pitchFamily="18" charset="-128"/>
                <a:ea typeface="HGS明朝E" panose="02020900000000000000" pitchFamily="18" charset="-128"/>
              </a:endParaRPr>
            </a:p>
          </p:txBody>
        </p:sp>
        <p:sp>
          <p:nvSpPr>
            <p:cNvPr id="51" name="テキスト ボックス 50">
              <a:extLst>
                <a:ext uri="{FF2B5EF4-FFF2-40B4-BE49-F238E27FC236}">
                  <a16:creationId xmlns:a16="http://schemas.microsoft.com/office/drawing/2014/main" id="{66FA9AD3-ABEA-D28D-1B6C-8AB8C0EB9151}"/>
                </a:ext>
              </a:extLst>
            </p:cNvPr>
            <p:cNvSpPr txBox="1"/>
            <p:nvPr/>
          </p:nvSpPr>
          <p:spPr>
            <a:xfrm>
              <a:off x="1764562" y="1637076"/>
              <a:ext cx="1383680" cy="369332"/>
            </a:xfrm>
            <a:prstGeom prst="rect">
              <a:avLst/>
            </a:prstGeom>
            <a:noFill/>
          </p:spPr>
          <p:txBody>
            <a:bodyPr wrap="square">
              <a:spAutoFit/>
            </a:bodyPr>
            <a:lstStyle/>
            <a:p>
              <a:pPr algn="ctr"/>
              <a:r>
                <a:rPr lang="en-US" altLang="ja-JP" dirty="0">
                  <a:solidFill>
                    <a:schemeClr val="accent2">
                      <a:lumMod val="20000"/>
                      <a:lumOff val="80000"/>
                    </a:schemeClr>
                  </a:solidFill>
                  <a:latin typeface="HGS明朝E" panose="02020900000000000000" pitchFamily="18" charset="-128"/>
                  <a:ea typeface="HGS明朝E" panose="02020900000000000000" pitchFamily="18" charset="-128"/>
                </a:rPr>
                <a:t>R</a:t>
              </a:r>
              <a:endParaRPr kumimoji="1" lang="ja-JP" altLang="en-US" dirty="0">
                <a:solidFill>
                  <a:schemeClr val="accent2">
                    <a:lumMod val="20000"/>
                    <a:lumOff val="80000"/>
                  </a:schemeClr>
                </a:solidFill>
                <a:latin typeface="HGS明朝E" panose="02020900000000000000" pitchFamily="18" charset="-128"/>
                <a:ea typeface="HGS明朝E" panose="02020900000000000000" pitchFamily="18" charset="-128"/>
              </a:endParaRPr>
            </a:p>
          </p:txBody>
        </p:sp>
        <p:pic>
          <p:nvPicPr>
            <p:cNvPr id="55" name="図 54">
              <a:extLst>
                <a:ext uri="{FF2B5EF4-FFF2-40B4-BE49-F238E27FC236}">
                  <a16:creationId xmlns:a16="http://schemas.microsoft.com/office/drawing/2014/main" id="{7FF7FFAA-F970-AE79-372F-6719C17F1E89}"/>
                </a:ext>
              </a:extLst>
            </p:cNvPr>
            <p:cNvPicPr>
              <a:picLocks noChangeAspect="1"/>
            </p:cNvPicPr>
            <p:nvPr/>
          </p:nvPicPr>
          <p:blipFill>
            <a:blip r:embed="rId5">
              <a:extLst>
                <a:ext uri="{28A0092B-C50C-407E-A947-70E740481C1C}">
                  <a14:useLocalDpi xmlns:a14="http://schemas.microsoft.com/office/drawing/2010/main" val="0"/>
                </a:ext>
              </a:extLst>
            </a:blip>
            <a:srcRect l="5956" r="70153"/>
            <a:stretch>
              <a:fillRect/>
            </a:stretch>
          </p:blipFill>
          <p:spPr>
            <a:xfrm>
              <a:off x="2037839" y="1994899"/>
              <a:ext cx="814582" cy="702580"/>
            </a:xfrm>
            <a:prstGeom prst="rect">
              <a:avLst/>
            </a:prstGeom>
          </p:spPr>
        </p:pic>
        <p:sp>
          <p:nvSpPr>
            <p:cNvPr id="169" name="テキスト ボックス 168">
              <a:extLst>
                <a:ext uri="{FF2B5EF4-FFF2-40B4-BE49-F238E27FC236}">
                  <a16:creationId xmlns:a16="http://schemas.microsoft.com/office/drawing/2014/main" id="{F5BC5E21-BE8D-716E-837D-621D5934037B}"/>
                </a:ext>
              </a:extLst>
            </p:cNvPr>
            <p:cNvSpPr txBox="1"/>
            <p:nvPr/>
          </p:nvSpPr>
          <p:spPr>
            <a:xfrm>
              <a:off x="1783225" y="2856728"/>
              <a:ext cx="5768314" cy="338554"/>
            </a:xfrm>
            <a:prstGeom prst="rect">
              <a:avLst/>
            </a:prstGeom>
            <a:noFill/>
          </p:spPr>
          <p:txBody>
            <a:bodyPr wrap="square" rtlCol="0">
              <a:spAutoFit/>
            </a:bodyPr>
            <a:lstStyle/>
            <a:p>
              <a:r>
                <a:rPr lang="ja-JP" altLang="en-US" sz="1600" dirty="0">
                  <a:solidFill>
                    <a:schemeClr val="tx1">
                      <a:lumMod val="95000"/>
                      <a:lumOff val="5000"/>
                    </a:schemeClr>
                  </a:solidFill>
                  <a:latin typeface="HGS明朝E" panose="02020900000000000000" pitchFamily="18" charset="-128"/>
                  <a:ea typeface="HGS明朝E" panose="02020900000000000000" pitchFamily="18" charset="-128"/>
                </a:rPr>
                <a:t>前衛の</a:t>
              </a:r>
              <a:r>
                <a:rPr lang="en-US" altLang="ja-JP" sz="1600" dirty="0">
                  <a:solidFill>
                    <a:schemeClr val="tx1">
                      <a:lumMod val="95000"/>
                      <a:lumOff val="5000"/>
                    </a:schemeClr>
                  </a:solidFill>
                  <a:latin typeface="HGS明朝E" panose="02020900000000000000" pitchFamily="18" charset="-128"/>
                  <a:ea typeface="HGS明朝E" panose="02020900000000000000" pitchFamily="18" charset="-128"/>
                </a:rPr>
                <a:t>ATK</a:t>
              </a:r>
              <a:r>
                <a:rPr lang="ja-JP" altLang="en-US" sz="1600" dirty="0">
                  <a:solidFill>
                    <a:schemeClr val="tx1">
                      <a:lumMod val="95000"/>
                      <a:lumOff val="5000"/>
                    </a:schemeClr>
                  </a:solidFill>
                  <a:latin typeface="HGS明朝E" panose="02020900000000000000" pitchFamily="18" charset="-128"/>
                  <a:ea typeface="HGS明朝E" panose="02020900000000000000" pitchFamily="18" charset="-128"/>
                </a:rPr>
                <a:t>を</a:t>
              </a:r>
              <a:r>
                <a:rPr lang="en-US" altLang="ja-JP" sz="1600" dirty="0">
                  <a:solidFill>
                    <a:schemeClr val="tx1">
                      <a:lumMod val="95000"/>
                      <a:lumOff val="5000"/>
                    </a:schemeClr>
                  </a:solidFill>
                  <a:latin typeface="HGS明朝E" panose="02020900000000000000" pitchFamily="18" charset="-128"/>
                  <a:ea typeface="HGS明朝E" panose="02020900000000000000" pitchFamily="18" charset="-128"/>
                </a:rPr>
                <a:t>10</a:t>
              </a:r>
              <a:r>
                <a:rPr lang="ja-JP" altLang="en-US" sz="1600" dirty="0">
                  <a:solidFill>
                    <a:schemeClr val="tx1">
                      <a:lumMod val="95000"/>
                      <a:lumOff val="5000"/>
                    </a:schemeClr>
                  </a:solidFill>
                  <a:latin typeface="HGS明朝E" panose="02020900000000000000" pitchFamily="18" charset="-128"/>
                  <a:ea typeface="HGS明朝E" panose="02020900000000000000" pitchFamily="18" charset="-128"/>
                </a:rPr>
                <a:t>％上昇</a:t>
              </a:r>
              <a:endParaRPr lang="en-US" altLang="ja-JP" sz="1600" dirty="0">
                <a:solidFill>
                  <a:schemeClr val="accent5"/>
                </a:solidFill>
                <a:latin typeface="HGS明朝E" panose="02020900000000000000" pitchFamily="18" charset="-128"/>
                <a:ea typeface="HGS明朝E" panose="02020900000000000000" pitchFamily="18" charset="-128"/>
              </a:endParaRPr>
            </a:p>
          </p:txBody>
        </p:sp>
        <p:grpSp>
          <p:nvGrpSpPr>
            <p:cNvPr id="34" name="グループ化 33">
              <a:extLst>
                <a:ext uri="{FF2B5EF4-FFF2-40B4-BE49-F238E27FC236}">
                  <a16:creationId xmlns:a16="http://schemas.microsoft.com/office/drawing/2014/main" id="{830A31FB-ACF7-8E66-3B2E-C71EC3067B30}"/>
                </a:ext>
              </a:extLst>
            </p:cNvPr>
            <p:cNvGrpSpPr/>
            <p:nvPr/>
          </p:nvGrpSpPr>
          <p:grpSpPr>
            <a:xfrm>
              <a:off x="3531781" y="3592480"/>
              <a:ext cx="1485182" cy="1716321"/>
              <a:chOff x="1276828" y="4105786"/>
              <a:chExt cx="1144222" cy="1716321"/>
            </a:xfrm>
          </p:grpSpPr>
          <p:sp>
            <p:nvSpPr>
              <p:cNvPr id="35" name="四角形: 角を丸くする 34">
                <a:extLst>
                  <a:ext uri="{FF2B5EF4-FFF2-40B4-BE49-F238E27FC236}">
                    <a16:creationId xmlns:a16="http://schemas.microsoft.com/office/drawing/2014/main" id="{0996BDD4-8183-8A69-199E-81ECFB6756C3}"/>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39" name="テキスト ボックス 38">
                <a:extLst>
                  <a:ext uri="{FF2B5EF4-FFF2-40B4-BE49-F238E27FC236}">
                    <a16:creationId xmlns:a16="http://schemas.microsoft.com/office/drawing/2014/main" id="{CF1A95CF-BF2E-3914-55AB-4AE3BEEEDD2C}"/>
                  </a:ext>
                </a:extLst>
              </p:cNvPr>
              <p:cNvSpPr txBox="1"/>
              <p:nvPr/>
            </p:nvSpPr>
            <p:spPr>
              <a:xfrm>
                <a:off x="1315928" y="4148054"/>
                <a:ext cx="1066022" cy="369332"/>
              </a:xfrm>
              <a:prstGeom prst="rect">
                <a:avLst/>
              </a:prstGeom>
              <a:noFill/>
            </p:spPr>
            <p:txBody>
              <a:bodyPr wrap="square">
                <a:spAutoFit/>
              </a:bodyPr>
              <a:lstStyle/>
              <a:p>
                <a:pPr algn="ctr"/>
                <a:r>
                  <a:rPr lang="ja-JP" altLang="en-US" dirty="0">
                    <a:solidFill>
                      <a:schemeClr val="bg1">
                        <a:lumMod val="95000"/>
                      </a:schemeClr>
                    </a:solidFill>
                    <a:latin typeface="HGS明朝E" panose="02020900000000000000" pitchFamily="18" charset="-128"/>
                    <a:ea typeface="HGS明朝E" panose="02020900000000000000" pitchFamily="18" charset="-128"/>
                  </a:rPr>
                  <a:t>空</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grpSp>
        <p:grpSp>
          <p:nvGrpSpPr>
            <p:cNvPr id="40" name="グループ化 39">
              <a:extLst>
                <a:ext uri="{FF2B5EF4-FFF2-40B4-BE49-F238E27FC236}">
                  <a16:creationId xmlns:a16="http://schemas.microsoft.com/office/drawing/2014/main" id="{18595D49-E767-DE1E-8EA9-91B0F44F005F}"/>
                </a:ext>
              </a:extLst>
            </p:cNvPr>
            <p:cNvGrpSpPr/>
            <p:nvPr/>
          </p:nvGrpSpPr>
          <p:grpSpPr>
            <a:xfrm>
              <a:off x="5347121" y="3592480"/>
              <a:ext cx="1485182" cy="1716321"/>
              <a:chOff x="1276828" y="4105786"/>
              <a:chExt cx="1144222" cy="1716321"/>
            </a:xfrm>
          </p:grpSpPr>
          <p:sp>
            <p:nvSpPr>
              <p:cNvPr id="41" name="四角形: 角を丸くする 40">
                <a:extLst>
                  <a:ext uri="{FF2B5EF4-FFF2-40B4-BE49-F238E27FC236}">
                    <a16:creationId xmlns:a16="http://schemas.microsoft.com/office/drawing/2014/main" id="{8BC95F5B-DF19-6366-0802-B1CBD99B0363}"/>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42" name="テキスト ボックス 41">
                <a:extLst>
                  <a:ext uri="{FF2B5EF4-FFF2-40B4-BE49-F238E27FC236}">
                    <a16:creationId xmlns:a16="http://schemas.microsoft.com/office/drawing/2014/main" id="{EE8526BA-B299-41D9-F87F-8326BE2C899F}"/>
                  </a:ext>
                </a:extLst>
              </p:cNvPr>
              <p:cNvSpPr txBox="1"/>
              <p:nvPr/>
            </p:nvSpPr>
            <p:spPr>
              <a:xfrm>
                <a:off x="1315928" y="4148054"/>
                <a:ext cx="1066022" cy="369332"/>
              </a:xfrm>
              <a:prstGeom prst="rect">
                <a:avLst/>
              </a:prstGeom>
              <a:noFill/>
            </p:spPr>
            <p:txBody>
              <a:bodyPr wrap="square">
                <a:spAutoFit/>
              </a:bodyPr>
              <a:lstStyle/>
              <a:p>
                <a:pPr algn="ctr"/>
                <a:r>
                  <a:rPr lang="ja-JP" altLang="en-US" dirty="0">
                    <a:solidFill>
                      <a:schemeClr val="bg1">
                        <a:lumMod val="95000"/>
                      </a:schemeClr>
                    </a:solidFill>
                    <a:latin typeface="HGS明朝E" panose="02020900000000000000" pitchFamily="18" charset="-128"/>
                    <a:ea typeface="HGS明朝E" panose="02020900000000000000" pitchFamily="18" charset="-128"/>
                  </a:rPr>
                  <a:t>空</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grpSp>
        <p:grpSp>
          <p:nvGrpSpPr>
            <p:cNvPr id="43" name="グループ化 42">
              <a:extLst>
                <a:ext uri="{FF2B5EF4-FFF2-40B4-BE49-F238E27FC236}">
                  <a16:creationId xmlns:a16="http://schemas.microsoft.com/office/drawing/2014/main" id="{90E5D4DA-3FB0-D87F-61A9-CC44B774AE1C}"/>
                </a:ext>
              </a:extLst>
            </p:cNvPr>
            <p:cNvGrpSpPr/>
            <p:nvPr/>
          </p:nvGrpSpPr>
          <p:grpSpPr>
            <a:xfrm>
              <a:off x="7162461" y="3592480"/>
              <a:ext cx="1485182" cy="1716321"/>
              <a:chOff x="1276828" y="4105786"/>
              <a:chExt cx="1144222" cy="1716321"/>
            </a:xfrm>
          </p:grpSpPr>
          <p:sp>
            <p:nvSpPr>
              <p:cNvPr id="45" name="四角形: 角を丸くする 44">
                <a:extLst>
                  <a:ext uri="{FF2B5EF4-FFF2-40B4-BE49-F238E27FC236}">
                    <a16:creationId xmlns:a16="http://schemas.microsoft.com/office/drawing/2014/main" id="{649641C5-3487-6449-18C8-119530F2B0E3}"/>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46" name="テキスト ボックス 45">
                <a:extLst>
                  <a:ext uri="{FF2B5EF4-FFF2-40B4-BE49-F238E27FC236}">
                    <a16:creationId xmlns:a16="http://schemas.microsoft.com/office/drawing/2014/main" id="{6D390A2D-D995-DCC0-3593-0D88EE81FADB}"/>
                  </a:ext>
                </a:extLst>
              </p:cNvPr>
              <p:cNvSpPr txBox="1"/>
              <p:nvPr/>
            </p:nvSpPr>
            <p:spPr>
              <a:xfrm>
                <a:off x="1315928" y="4148054"/>
                <a:ext cx="1066022" cy="369332"/>
              </a:xfrm>
              <a:prstGeom prst="rect">
                <a:avLst/>
              </a:prstGeom>
              <a:noFill/>
            </p:spPr>
            <p:txBody>
              <a:bodyPr wrap="square">
                <a:spAutoFit/>
              </a:bodyPr>
              <a:lstStyle/>
              <a:p>
                <a:pPr algn="ctr"/>
                <a:r>
                  <a:rPr lang="ja-JP" altLang="en-US" dirty="0">
                    <a:solidFill>
                      <a:schemeClr val="bg1">
                        <a:lumMod val="95000"/>
                      </a:schemeClr>
                    </a:solidFill>
                    <a:latin typeface="HGS明朝E" panose="02020900000000000000" pitchFamily="18" charset="-128"/>
                    <a:ea typeface="HGS明朝E" panose="02020900000000000000" pitchFamily="18" charset="-128"/>
                  </a:rPr>
                  <a:t>空</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grpSp>
        <p:grpSp>
          <p:nvGrpSpPr>
            <p:cNvPr id="47" name="グループ化 46">
              <a:extLst>
                <a:ext uri="{FF2B5EF4-FFF2-40B4-BE49-F238E27FC236}">
                  <a16:creationId xmlns:a16="http://schemas.microsoft.com/office/drawing/2014/main" id="{3D4F2C39-7C43-5EAF-D706-39292DC156D1}"/>
                </a:ext>
              </a:extLst>
            </p:cNvPr>
            <p:cNvGrpSpPr/>
            <p:nvPr/>
          </p:nvGrpSpPr>
          <p:grpSpPr>
            <a:xfrm>
              <a:off x="1716441" y="3592480"/>
              <a:ext cx="1485182" cy="1716321"/>
              <a:chOff x="1276828" y="4105786"/>
              <a:chExt cx="1144222" cy="1716321"/>
            </a:xfrm>
          </p:grpSpPr>
          <p:sp>
            <p:nvSpPr>
              <p:cNvPr id="48" name="四角形: 角を丸くする 47">
                <a:extLst>
                  <a:ext uri="{FF2B5EF4-FFF2-40B4-BE49-F238E27FC236}">
                    <a16:creationId xmlns:a16="http://schemas.microsoft.com/office/drawing/2014/main" id="{1F923F27-E053-6770-CABC-70A4D99F5B85}"/>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49" name="テキスト ボックス 48">
                <a:extLst>
                  <a:ext uri="{FF2B5EF4-FFF2-40B4-BE49-F238E27FC236}">
                    <a16:creationId xmlns:a16="http://schemas.microsoft.com/office/drawing/2014/main" id="{E71ADFF0-96D7-D4B4-E222-E0AE476F03FB}"/>
                  </a:ext>
                </a:extLst>
              </p:cNvPr>
              <p:cNvSpPr txBox="1"/>
              <p:nvPr/>
            </p:nvSpPr>
            <p:spPr>
              <a:xfrm>
                <a:off x="1315928" y="4148054"/>
                <a:ext cx="1066022" cy="369332"/>
              </a:xfrm>
              <a:prstGeom prst="rect">
                <a:avLst/>
              </a:prstGeom>
              <a:noFill/>
            </p:spPr>
            <p:txBody>
              <a:bodyPr wrap="square">
                <a:spAutoFit/>
              </a:bodyPr>
              <a:lstStyle/>
              <a:p>
                <a:pPr algn="ctr"/>
                <a:r>
                  <a:rPr lang="ja-JP" altLang="en-US" dirty="0">
                    <a:solidFill>
                      <a:schemeClr val="bg1">
                        <a:lumMod val="95000"/>
                      </a:schemeClr>
                    </a:solidFill>
                    <a:latin typeface="HGS明朝E" panose="02020900000000000000" pitchFamily="18" charset="-128"/>
                    <a:ea typeface="HGS明朝E" panose="02020900000000000000" pitchFamily="18" charset="-128"/>
                  </a:rPr>
                  <a:t>空</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grpSp>
      </p:grpSp>
      <p:grpSp>
        <p:nvGrpSpPr>
          <p:cNvPr id="29" name="グループ化 28">
            <a:extLst>
              <a:ext uri="{FF2B5EF4-FFF2-40B4-BE49-F238E27FC236}">
                <a16:creationId xmlns:a16="http://schemas.microsoft.com/office/drawing/2014/main" id="{600EDF79-DC86-FA50-AA91-188750059371}"/>
              </a:ext>
            </a:extLst>
          </p:cNvPr>
          <p:cNvGrpSpPr/>
          <p:nvPr/>
        </p:nvGrpSpPr>
        <p:grpSpPr>
          <a:xfrm>
            <a:off x="4817538" y="2470495"/>
            <a:ext cx="1804990" cy="2243969"/>
            <a:chOff x="5446406" y="2663997"/>
            <a:chExt cx="1804990" cy="2243969"/>
          </a:xfrm>
        </p:grpSpPr>
        <p:grpSp>
          <p:nvGrpSpPr>
            <p:cNvPr id="5" name="グループ化 4">
              <a:extLst>
                <a:ext uri="{FF2B5EF4-FFF2-40B4-BE49-F238E27FC236}">
                  <a16:creationId xmlns:a16="http://schemas.microsoft.com/office/drawing/2014/main" id="{5E2CE5C1-ABBE-96B1-F7A1-7F0CF598F5CB}"/>
                </a:ext>
              </a:extLst>
            </p:cNvPr>
            <p:cNvGrpSpPr/>
            <p:nvPr/>
          </p:nvGrpSpPr>
          <p:grpSpPr>
            <a:xfrm>
              <a:off x="5446406" y="2663997"/>
              <a:ext cx="1485182" cy="1716321"/>
              <a:chOff x="1276828" y="4105786"/>
              <a:chExt cx="1144222" cy="1716321"/>
            </a:xfrm>
          </p:grpSpPr>
          <p:sp>
            <p:nvSpPr>
              <p:cNvPr id="9" name="四角形: 角を丸くする 8">
                <a:extLst>
                  <a:ext uri="{FF2B5EF4-FFF2-40B4-BE49-F238E27FC236}">
                    <a16:creationId xmlns:a16="http://schemas.microsoft.com/office/drawing/2014/main" id="{3CA8645F-DD4E-3F2E-6404-A7FC89585CA7}"/>
                  </a:ext>
                </a:extLst>
              </p:cNvPr>
              <p:cNvSpPr/>
              <p:nvPr/>
            </p:nvSpPr>
            <p:spPr>
              <a:xfrm>
                <a:off x="1276828" y="4105786"/>
                <a:ext cx="1144222" cy="1716321"/>
              </a:xfrm>
              <a:prstGeom prst="roundRect">
                <a:avLst/>
              </a:prstGeom>
              <a:solidFill>
                <a:schemeClr val="bg1">
                  <a:lumMod val="75000"/>
                  <a:alpha val="70000"/>
                </a:schemeClr>
              </a:solidFill>
              <a:ln w="38100">
                <a:solidFill>
                  <a:schemeClr val="accent6"/>
                </a:solidFill>
              </a:ln>
              <a:effectLst>
                <a:glow rad="88900">
                  <a:schemeClr val="accent6">
                    <a:satMod val="175000"/>
                    <a:alpha val="4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0" name="テキスト ボックス 9">
                <a:extLst>
                  <a:ext uri="{FF2B5EF4-FFF2-40B4-BE49-F238E27FC236}">
                    <a16:creationId xmlns:a16="http://schemas.microsoft.com/office/drawing/2014/main" id="{1B7D23B4-7A62-3BC6-5ACE-EEC05C8BA893}"/>
                  </a:ext>
                </a:extLst>
              </p:cNvPr>
              <p:cNvSpPr txBox="1"/>
              <p:nvPr/>
            </p:nvSpPr>
            <p:spPr>
              <a:xfrm>
                <a:off x="1315928" y="4148054"/>
                <a:ext cx="1066022" cy="369332"/>
              </a:xfrm>
              <a:prstGeom prst="rect">
                <a:avLst/>
              </a:prstGeom>
              <a:noFill/>
            </p:spPr>
            <p:txBody>
              <a:bodyPr wrap="square">
                <a:spAutoFit/>
              </a:bodyPr>
              <a:lstStyle/>
              <a:p>
                <a:pPr algn="ctr"/>
                <a:r>
                  <a:rPr lang="en-US" altLang="ja-JP" dirty="0">
                    <a:solidFill>
                      <a:schemeClr val="accent2">
                        <a:lumMod val="20000"/>
                        <a:lumOff val="80000"/>
                      </a:schemeClr>
                    </a:solidFill>
                    <a:latin typeface="HGS明朝E" panose="02020900000000000000" pitchFamily="18" charset="-128"/>
                    <a:ea typeface="HGS明朝E" panose="02020900000000000000" pitchFamily="18" charset="-128"/>
                  </a:rPr>
                  <a:t>R</a:t>
                </a:r>
                <a:endParaRPr lang="ja-JP" altLang="en-US" dirty="0">
                  <a:solidFill>
                    <a:schemeClr val="accent2">
                      <a:lumMod val="20000"/>
                      <a:lumOff val="80000"/>
                    </a:schemeClr>
                  </a:solidFill>
                  <a:latin typeface="HGS明朝E" panose="02020900000000000000" pitchFamily="18" charset="-128"/>
                  <a:ea typeface="HGS明朝E" panose="02020900000000000000" pitchFamily="18" charset="-128"/>
                </a:endParaRPr>
              </a:p>
            </p:txBody>
          </p:sp>
        </p:grpSp>
        <p:pic>
          <p:nvPicPr>
            <p:cNvPr id="13" name="図 12">
              <a:extLst>
                <a:ext uri="{FF2B5EF4-FFF2-40B4-BE49-F238E27FC236}">
                  <a16:creationId xmlns:a16="http://schemas.microsoft.com/office/drawing/2014/main" id="{875E0EE3-9F3A-93B1-78EF-D0707F86EBE1}"/>
                </a:ext>
              </a:extLst>
            </p:cNvPr>
            <p:cNvPicPr>
              <a:picLocks noChangeAspect="1"/>
            </p:cNvPicPr>
            <p:nvPr/>
          </p:nvPicPr>
          <p:blipFill>
            <a:blip r:embed="rId5">
              <a:extLst>
                <a:ext uri="{28A0092B-C50C-407E-A947-70E740481C1C}">
                  <a14:useLocalDpi xmlns:a14="http://schemas.microsoft.com/office/drawing/2010/main" val="0"/>
                </a:ext>
              </a:extLst>
            </a:blip>
            <a:srcRect l="5956" r="70153"/>
            <a:stretch>
              <a:fillRect/>
            </a:stretch>
          </p:blipFill>
          <p:spPr>
            <a:xfrm>
              <a:off x="5795347" y="3228816"/>
              <a:ext cx="814582" cy="702580"/>
            </a:xfrm>
            <a:prstGeom prst="rect">
              <a:avLst/>
            </a:prstGeom>
          </p:spPr>
        </p:pic>
        <p:pic>
          <p:nvPicPr>
            <p:cNvPr id="15" name="図 14">
              <a:extLst>
                <a:ext uri="{FF2B5EF4-FFF2-40B4-BE49-F238E27FC236}">
                  <a16:creationId xmlns:a16="http://schemas.microsoft.com/office/drawing/2014/main" id="{9A7AA679-9444-1AB2-AC98-1654EEB2DC8A}"/>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6179732" y="3836302"/>
              <a:ext cx="1071664" cy="1071664"/>
            </a:xfrm>
            <a:prstGeom prst="rect">
              <a:avLst/>
            </a:prstGeom>
          </p:spPr>
        </p:pic>
      </p:grpSp>
    </p:spTree>
    <p:extLst>
      <p:ext uri="{BB962C8B-B14F-4D97-AF65-F5344CB8AC3E}">
        <p14:creationId xmlns:p14="http://schemas.microsoft.com/office/powerpoint/2010/main" val="1661704801"/>
      </p:ext>
    </p:extLst>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
          <a:extLst>
            <a:ext uri="{FF2B5EF4-FFF2-40B4-BE49-F238E27FC236}">
              <a16:creationId xmlns:a16="http://schemas.microsoft.com/office/drawing/2014/main" id="{02845123-1D1E-FFAD-4B58-985E2F6706DB}"/>
            </a:ext>
          </a:extLst>
        </p:cNvPr>
        <p:cNvGrpSpPr/>
        <p:nvPr/>
      </p:nvGrpSpPr>
      <p:grpSpPr>
        <a:xfrm>
          <a:off x="0" y="0"/>
          <a:ext cx="0" cy="0"/>
          <a:chOff x="0" y="0"/>
          <a:chExt cx="0" cy="0"/>
        </a:xfrm>
      </p:grpSpPr>
      <p:grpSp>
        <p:nvGrpSpPr>
          <p:cNvPr id="154" name="グループ化 153">
            <a:extLst>
              <a:ext uri="{FF2B5EF4-FFF2-40B4-BE49-F238E27FC236}">
                <a16:creationId xmlns:a16="http://schemas.microsoft.com/office/drawing/2014/main" id="{9CCF1230-E6C8-1DF3-E010-A552975C1291}"/>
              </a:ext>
            </a:extLst>
          </p:cNvPr>
          <p:cNvGrpSpPr/>
          <p:nvPr/>
        </p:nvGrpSpPr>
        <p:grpSpPr>
          <a:xfrm>
            <a:off x="9569319" y="2385076"/>
            <a:ext cx="1755710" cy="810206"/>
            <a:chOff x="9569319" y="1891007"/>
            <a:chExt cx="1755710" cy="810206"/>
          </a:xfrm>
        </p:grpSpPr>
        <p:sp>
          <p:nvSpPr>
            <p:cNvPr id="7" name="四角形: 角を丸くする 6">
              <a:extLst>
                <a:ext uri="{FF2B5EF4-FFF2-40B4-BE49-F238E27FC236}">
                  <a16:creationId xmlns:a16="http://schemas.microsoft.com/office/drawing/2014/main" id="{1E961F21-940C-E31A-96C3-F3A886A3F75B}"/>
                </a:ext>
              </a:extLst>
            </p:cNvPr>
            <p:cNvSpPr/>
            <p:nvPr/>
          </p:nvSpPr>
          <p:spPr>
            <a:xfrm>
              <a:off x="9569319" y="1891007"/>
              <a:ext cx="1755710" cy="810206"/>
            </a:xfrm>
            <a:prstGeom prst="roundRect">
              <a:avLst>
                <a:gd name="adj" fmla="val 6428"/>
              </a:avLst>
            </a:prstGeom>
            <a:solidFill>
              <a:schemeClr val="accent6">
                <a:alpha val="8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sp>
          <p:nvSpPr>
            <p:cNvPr id="11" name="テキスト ボックス 10">
              <a:extLst>
                <a:ext uri="{FF2B5EF4-FFF2-40B4-BE49-F238E27FC236}">
                  <a16:creationId xmlns:a16="http://schemas.microsoft.com/office/drawing/2014/main" id="{895EBF4D-E1FE-3C53-8AFE-F6DC8908EAFB}"/>
                </a:ext>
              </a:extLst>
            </p:cNvPr>
            <p:cNvSpPr txBox="1"/>
            <p:nvPr/>
          </p:nvSpPr>
          <p:spPr>
            <a:xfrm>
              <a:off x="9704072" y="2290669"/>
              <a:ext cx="1620957" cy="338554"/>
            </a:xfrm>
            <a:prstGeom prst="rect">
              <a:avLst/>
            </a:prstGeom>
            <a:noFill/>
          </p:spPr>
          <p:txBody>
            <a:bodyPr wrap="none" rtlCol="0">
              <a:spAutoFit/>
            </a:bodyPr>
            <a:lstStyle/>
            <a:p>
              <a:pPr algn="r"/>
              <a:r>
                <a:rPr lang="ja-JP" altLang="en-US"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選択中バフ削除</a:t>
              </a:r>
              <a:endParaRPr kumimoji="1" lang="en-US" altLang="ja-JP"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153" name="グループ化 152">
            <a:extLst>
              <a:ext uri="{FF2B5EF4-FFF2-40B4-BE49-F238E27FC236}">
                <a16:creationId xmlns:a16="http://schemas.microsoft.com/office/drawing/2014/main" id="{74AA02F5-2B85-7254-3160-7ECA76B7C03A}"/>
              </a:ext>
            </a:extLst>
          </p:cNvPr>
          <p:cNvGrpSpPr/>
          <p:nvPr/>
        </p:nvGrpSpPr>
        <p:grpSpPr>
          <a:xfrm>
            <a:off x="9569319" y="1071664"/>
            <a:ext cx="1755710" cy="810206"/>
            <a:chOff x="9569319" y="887965"/>
            <a:chExt cx="1755710" cy="810206"/>
          </a:xfrm>
        </p:grpSpPr>
        <p:sp>
          <p:nvSpPr>
            <p:cNvPr id="6" name="四角形: 角を丸くする 5">
              <a:extLst>
                <a:ext uri="{FF2B5EF4-FFF2-40B4-BE49-F238E27FC236}">
                  <a16:creationId xmlns:a16="http://schemas.microsoft.com/office/drawing/2014/main" id="{7B22429E-358A-5749-518A-35A86FA3E602}"/>
                </a:ext>
              </a:extLst>
            </p:cNvPr>
            <p:cNvSpPr/>
            <p:nvPr/>
          </p:nvSpPr>
          <p:spPr>
            <a:xfrm>
              <a:off x="9569319" y="887965"/>
              <a:ext cx="1755710" cy="810206"/>
            </a:xfrm>
            <a:prstGeom prst="roundRect">
              <a:avLst>
                <a:gd name="adj" fmla="val 6428"/>
              </a:avLst>
            </a:prstGeom>
            <a:solidFill>
              <a:schemeClr val="accent6">
                <a:alpha val="80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2" name="テキスト ボックス 11">
              <a:extLst>
                <a:ext uri="{FF2B5EF4-FFF2-40B4-BE49-F238E27FC236}">
                  <a16:creationId xmlns:a16="http://schemas.microsoft.com/office/drawing/2014/main" id="{647BDCF7-2087-191B-F2F2-1846D09D4841}"/>
                </a:ext>
              </a:extLst>
            </p:cNvPr>
            <p:cNvSpPr txBox="1"/>
            <p:nvPr/>
          </p:nvSpPr>
          <p:spPr>
            <a:xfrm>
              <a:off x="9579753" y="1293068"/>
              <a:ext cx="1728357" cy="338554"/>
            </a:xfrm>
            <a:prstGeom prst="rect">
              <a:avLst/>
            </a:prstGeom>
            <a:noFill/>
          </p:spPr>
          <p:txBody>
            <a:bodyPr wrap="none" rtlCol="0">
              <a:spAutoFit/>
            </a:bodyPr>
            <a:lstStyle/>
            <a:p>
              <a:pPr algn="r"/>
              <a:r>
                <a:rPr kumimoji="1" lang="ja-JP" altLang="en-US"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ソート</a:t>
              </a:r>
              <a:r>
                <a:rPr kumimoji="1" lang="en-US" altLang="ja-JP"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a:t>
              </a:r>
              <a:r>
                <a:rPr kumimoji="1" lang="ja-JP" altLang="en-US"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フィルタ</a:t>
              </a:r>
              <a:endParaRPr kumimoji="1" lang="en-US" altLang="ja-JP"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pic>
        <p:nvPicPr>
          <p:cNvPr id="44" name="図 43">
            <a:extLst>
              <a:ext uri="{FF2B5EF4-FFF2-40B4-BE49-F238E27FC236}">
                <a16:creationId xmlns:a16="http://schemas.microsoft.com/office/drawing/2014/main" id="{E5956DDF-5701-7AB6-23A8-DC03B3417282}"/>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1271707" y="235933"/>
            <a:ext cx="610371" cy="610371"/>
          </a:xfrm>
          <a:prstGeom prst="rect">
            <a:avLst/>
          </a:prstGeom>
        </p:spPr>
      </p:pic>
      <p:grpSp>
        <p:nvGrpSpPr>
          <p:cNvPr id="5" name="グループ化 4">
            <a:extLst>
              <a:ext uri="{FF2B5EF4-FFF2-40B4-BE49-F238E27FC236}">
                <a16:creationId xmlns:a16="http://schemas.microsoft.com/office/drawing/2014/main" id="{A5816B0B-EF1B-72D4-35A8-53BDCF174D68}"/>
              </a:ext>
            </a:extLst>
          </p:cNvPr>
          <p:cNvGrpSpPr/>
          <p:nvPr/>
        </p:nvGrpSpPr>
        <p:grpSpPr>
          <a:xfrm>
            <a:off x="9642030" y="1589329"/>
            <a:ext cx="1485182" cy="1716321"/>
            <a:chOff x="1276828" y="4105786"/>
            <a:chExt cx="1144222" cy="1716321"/>
          </a:xfrm>
        </p:grpSpPr>
        <p:sp>
          <p:nvSpPr>
            <p:cNvPr id="9" name="四角形: 角を丸くする 8">
              <a:extLst>
                <a:ext uri="{FF2B5EF4-FFF2-40B4-BE49-F238E27FC236}">
                  <a16:creationId xmlns:a16="http://schemas.microsoft.com/office/drawing/2014/main" id="{F798503D-BCDB-EE80-F23A-F403ABEDC154}"/>
                </a:ext>
              </a:extLst>
            </p:cNvPr>
            <p:cNvSpPr/>
            <p:nvPr/>
          </p:nvSpPr>
          <p:spPr>
            <a:xfrm>
              <a:off x="1276828" y="4105786"/>
              <a:ext cx="1144222" cy="1716321"/>
            </a:xfrm>
            <a:prstGeom prst="roundRect">
              <a:avLst/>
            </a:prstGeom>
            <a:solidFill>
              <a:schemeClr val="bg1">
                <a:lumMod val="75000"/>
                <a:alpha val="70000"/>
              </a:schemeClr>
            </a:solidFill>
            <a:ln w="38100">
              <a:solidFill>
                <a:schemeClr val="accent6"/>
              </a:solidFill>
            </a:ln>
            <a:effectLst>
              <a:glow rad="88900">
                <a:schemeClr val="accent6">
                  <a:satMod val="175000"/>
                  <a:alpha val="4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0" name="テキスト ボックス 9">
              <a:extLst>
                <a:ext uri="{FF2B5EF4-FFF2-40B4-BE49-F238E27FC236}">
                  <a16:creationId xmlns:a16="http://schemas.microsoft.com/office/drawing/2014/main" id="{B8D23178-A9A5-36F8-B4E4-26680E639571}"/>
                </a:ext>
              </a:extLst>
            </p:cNvPr>
            <p:cNvSpPr txBox="1"/>
            <p:nvPr/>
          </p:nvSpPr>
          <p:spPr>
            <a:xfrm>
              <a:off x="1315928" y="4148054"/>
              <a:ext cx="1066022" cy="369332"/>
            </a:xfrm>
            <a:prstGeom prst="rect">
              <a:avLst/>
            </a:prstGeom>
            <a:noFill/>
          </p:spPr>
          <p:txBody>
            <a:bodyPr wrap="square">
              <a:spAutoFit/>
            </a:bodyPr>
            <a:lstStyle/>
            <a:p>
              <a:pPr algn="ctr"/>
              <a:r>
                <a:rPr lang="en-US" altLang="ja-JP" dirty="0">
                  <a:solidFill>
                    <a:schemeClr val="accent2">
                      <a:lumMod val="20000"/>
                      <a:lumOff val="80000"/>
                    </a:schemeClr>
                  </a:solidFill>
                  <a:latin typeface="HGS明朝E" panose="02020900000000000000" pitchFamily="18" charset="-128"/>
                  <a:ea typeface="HGS明朝E" panose="02020900000000000000" pitchFamily="18" charset="-128"/>
                </a:rPr>
                <a:t>R</a:t>
              </a:r>
              <a:endParaRPr lang="ja-JP" altLang="en-US" dirty="0">
                <a:solidFill>
                  <a:schemeClr val="accent2">
                    <a:lumMod val="20000"/>
                    <a:lumOff val="80000"/>
                  </a:schemeClr>
                </a:solidFill>
                <a:latin typeface="HGS明朝E" panose="02020900000000000000" pitchFamily="18" charset="-128"/>
                <a:ea typeface="HGS明朝E" panose="02020900000000000000" pitchFamily="18" charset="-128"/>
              </a:endParaRPr>
            </a:p>
          </p:txBody>
        </p:sp>
      </p:grpSp>
      <p:pic>
        <p:nvPicPr>
          <p:cNvPr id="13" name="図 12">
            <a:extLst>
              <a:ext uri="{FF2B5EF4-FFF2-40B4-BE49-F238E27FC236}">
                <a16:creationId xmlns:a16="http://schemas.microsoft.com/office/drawing/2014/main" id="{7200B519-ABBD-BE8F-40A2-64799C5ED02F}"/>
              </a:ext>
            </a:extLst>
          </p:cNvPr>
          <p:cNvPicPr>
            <a:picLocks noChangeAspect="1"/>
          </p:cNvPicPr>
          <p:nvPr/>
        </p:nvPicPr>
        <p:blipFill>
          <a:blip r:embed="rId5">
            <a:extLst>
              <a:ext uri="{28A0092B-C50C-407E-A947-70E740481C1C}">
                <a14:useLocalDpi xmlns:a14="http://schemas.microsoft.com/office/drawing/2010/main" val="0"/>
              </a:ext>
            </a:extLst>
          </a:blip>
          <a:srcRect l="5956" r="70153"/>
          <a:stretch>
            <a:fillRect/>
          </a:stretch>
        </p:blipFill>
        <p:spPr>
          <a:xfrm>
            <a:off x="9990971" y="2154148"/>
            <a:ext cx="814582" cy="702580"/>
          </a:xfrm>
          <a:prstGeom prst="rect">
            <a:avLst/>
          </a:prstGeom>
        </p:spPr>
      </p:pic>
      <p:pic>
        <p:nvPicPr>
          <p:cNvPr id="15" name="図 14">
            <a:extLst>
              <a:ext uri="{FF2B5EF4-FFF2-40B4-BE49-F238E27FC236}">
                <a16:creationId xmlns:a16="http://schemas.microsoft.com/office/drawing/2014/main" id="{7D8C615D-7618-8224-5FF2-E41FC8192E6F}"/>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0375356" y="2761634"/>
            <a:ext cx="1071664" cy="1071664"/>
          </a:xfrm>
          <a:prstGeom prst="rect">
            <a:avLst/>
          </a:prstGeom>
        </p:spPr>
      </p:pic>
      <p:grpSp>
        <p:nvGrpSpPr>
          <p:cNvPr id="18" name="グループ化 17">
            <a:extLst>
              <a:ext uri="{FF2B5EF4-FFF2-40B4-BE49-F238E27FC236}">
                <a16:creationId xmlns:a16="http://schemas.microsoft.com/office/drawing/2014/main" id="{E85D0AD5-29F5-E302-CBF6-440D8AC2B6F1}"/>
              </a:ext>
            </a:extLst>
          </p:cNvPr>
          <p:cNvGrpSpPr/>
          <p:nvPr/>
        </p:nvGrpSpPr>
        <p:grpSpPr>
          <a:xfrm>
            <a:off x="9569319" y="5011901"/>
            <a:ext cx="1755710" cy="810206"/>
            <a:chOff x="9569319" y="5159829"/>
            <a:chExt cx="1755710" cy="810206"/>
          </a:xfrm>
          <a:solidFill>
            <a:schemeClr val="bg1">
              <a:lumMod val="85000"/>
              <a:alpha val="70000"/>
            </a:schemeClr>
          </a:solidFill>
        </p:grpSpPr>
        <p:sp>
          <p:nvSpPr>
            <p:cNvPr id="19" name="四角形: 角を丸くする 18">
              <a:extLst>
                <a:ext uri="{FF2B5EF4-FFF2-40B4-BE49-F238E27FC236}">
                  <a16:creationId xmlns:a16="http://schemas.microsoft.com/office/drawing/2014/main" id="{64ECB8AD-434B-5EEE-AC91-0C7BB6FDE055}"/>
                </a:ext>
              </a:extLst>
            </p:cNvPr>
            <p:cNvSpPr/>
            <p:nvPr/>
          </p:nvSpPr>
          <p:spPr>
            <a:xfrm>
              <a:off x="9569319" y="5159829"/>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HGS明朝E" panose="02020900000000000000" pitchFamily="18" charset="-128"/>
                <a:ea typeface="HGS明朝E" panose="02020900000000000000" pitchFamily="18" charset="-128"/>
              </a:endParaRPr>
            </a:p>
          </p:txBody>
        </p:sp>
        <p:sp>
          <p:nvSpPr>
            <p:cNvPr id="21" name="テキスト ボックス 20">
              <a:extLst>
                <a:ext uri="{FF2B5EF4-FFF2-40B4-BE49-F238E27FC236}">
                  <a16:creationId xmlns:a16="http://schemas.microsoft.com/office/drawing/2014/main" id="{45852CB6-E53C-4164-89C8-F496F6C99D9A}"/>
                </a:ext>
              </a:extLst>
            </p:cNvPr>
            <p:cNvSpPr txBox="1"/>
            <p:nvPr/>
          </p:nvSpPr>
          <p:spPr>
            <a:xfrm>
              <a:off x="10430947" y="5564932"/>
              <a:ext cx="877163" cy="369332"/>
            </a:xfrm>
            <a:prstGeom prst="rect">
              <a:avLst/>
            </a:prstGeom>
            <a:noFill/>
            <a:ln>
              <a:noFill/>
            </a:ln>
          </p:spPr>
          <p:txBody>
            <a:bodyPr wrap="none" rtlCol="0">
              <a:spAutoFit/>
            </a:bodyPr>
            <a:lstStyle/>
            <a:p>
              <a:pPr algn="r"/>
              <a:r>
                <a:rPr kumimoji="1" lang="ja-JP" altLang="en-US"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rPr>
                <a:t>ルート</a:t>
              </a:r>
              <a:endParaRPr kumimoji="1" lang="en-US" altLang="ja-JP"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23" name="グループ化 22">
            <a:extLst>
              <a:ext uri="{FF2B5EF4-FFF2-40B4-BE49-F238E27FC236}">
                <a16:creationId xmlns:a16="http://schemas.microsoft.com/office/drawing/2014/main" id="{B4D01F75-06A4-8A86-5C2F-60F3EA242056}"/>
              </a:ext>
            </a:extLst>
          </p:cNvPr>
          <p:cNvGrpSpPr/>
          <p:nvPr/>
        </p:nvGrpSpPr>
        <p:grpSpPr>
          <a:xfrm>
            <a:off x="9569319" y="3698488"/>
            <a:ext cx="1755710" cy="810206"/>
            <a:chOff x="9575538" y="4156787"/>
            <a:chExt cx="1755710" cy="810206"/>
          </a:xfrm>
          <a:solidFill>
            <a:schemeClr val="bg1">
              <a:lumMod val="85000"/>
              <a:alpha val="70000"/>
            </a:schemeClr>
          </a:solidFill>
        </p:grpSpPr>
        <p:sp>
          <p:nvSpPr>
            <p:cNvPr id="24" name="四角形: 角を丸くする 23">
              <a:extLst>
                <a:ext uri="{FF2B5EF4-FFF2-40B4-BE49-F238E27FC236}">
                  <a16:creationId xmlns:a16="http://schemas.microsoft.com/office/drawing/2014/main" id="{E9E739FE-20FF-3D70-C708-A73A897FC072}"/>
                </a:ext>
              </a:extLst>
            </p:cNvPr>
            <p:cNvSpPr/>
            <p:nvPr/>
          </p:nvSpPr>
          <p:spPr>
            <a:xfrm>
              <a:off x="9575538" y="4156787"/>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HGS明朝E" panose="02020900000000000000" pitchFamily="18" charset="-128"/>
                <a:ea typeface="HGS明朝E" panose="02020900000000000000" pitchFamily="18" charset="-128"/>
              </a:endParaRPr>
            </a:p>
          </p:txBody>
        </p:sp>
        <p:sp>
          <p:nvSpPr>
            <p:cNvPr id="28" name="テキスト ボックス 27">
              <a:extLst>
                <a:ext uri="{FF2B5EF4-FFF2-40B4-BE49-F238E27FC236}">
                  <a16:creationId xmlns:a16="http://schemas.microsoft.com/office/drawing/2014/main" id="{898530BF-3BC9-0EDE-F3EF-EDC26E584FAE}"/>
                </a:ext>
              </a:extLst>
            </p:cNvPr>
            <p:cNvSpPr txBox="1"/>
            <p:nvPr/>
          </p:nvSpPr>
          <p:spPr>
            <a:xfrm>
              <a:off x="10661779" y="4561890"/>
              <a:ext cx="646331" cy="369332"/>
            </a:xfrm>
            <a:prstGeom prst="rect">
              <a:avLst/>
            </a:prstGeom>
            <a:noFill/>
            <a:ln>
              <a:noFill/>
            </a:ln>
          </p:spPr>
          <p:txBody>
            <a:bodyPr wrap="none" rtlCol="0">
              <a:spAutoFit/>
            </a:bodyPr>
            <a:lstStyle/>
            <a:p>
              <a:pPr algn="r"/>
              <a:r>
                <a:rPr kumimoji="1" lang="ja-JP" altLang="en-US"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rPr>
                <a:t>戻る</a:t>
              </a:r>
              <a:endParaRPr kumimoji="1" lang="en-US" altLang="ja-JP"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sp>
        <p:nvSpPr>
          <p:cNvPr id="31" name="四角形: 角を丸くする 30">
            <a:extLst>
              <a:ext uri="{FF2B5EF4-FFF2-40B4-BE49-F238E27FC236}">
                <a16:creationId xmlns:a16="http://schemas.microsoft.com/office/drawing/2014/main" id="{B48E1709-E2A3-36BE-0CF2-44A4B2B266D0}"/>
              </a:ext>
            </a:extLst>
          </p:cNvPr>
          <p:cNvSpPr/>
          <p:nvPr/>
        </p:nvSpPr>
        <p:spPr>
          <a:xfrm>
            <a:off x="726233" y="695130"/>
            <a:ext cx="8501744" cy="5467739"/>
          </a:xfrm>
          <a:prstGeom prst="roundRect">
            <a:avLst>
              <a:gd name="adj" fmla="val 6428"/>
            </a:avLst>
          </a:prstGeom>
          <a:solidFill>
            <a:schemeClr val="bg1">
              <a:lumMod val="65000"/>
              <a:alpha val="6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nvGrpSpPr>
          <p:cNvPr id="32" name="グループ化 31">
            <a:extLst>
              <a:ext uri="{FF2B5EF4-FFF2-40B4-BE49-F238E27FC236}">
                <a16:creationId xmlns:a16="http://schemas.microsoft.com/office/drawing/2014/main" id="{EA1F0D02-5B47-DA2C-F782-7C7E7D61D4E2}"/>
              </a:ext>
            </a:extLst>
          </p:cNvPr>
          <p:cNvGrpSpPr/>
          <p:nvPr/>
        </p:nvGrpSpPr>
        <p:grpSpPr>
          <a:xfrm>
            <a:off x="5342669" y="1594808"/>
            <a:ext cx="1485182" cy="1716321"/>
            <a:chOff x="4788263" y="1594808"/>
            <a:chExt cx="1485182" cy="1716321"/>
          </a:xfrm>
        </p:grpSpPr>
        <p:grpSp>
          <p:nvGrpSpPr>
            <p:cNvPr id="71" name="グループ化 70">
              <a:extLst>
                <a:ext uri="{FF2B5EF4-FFF2-40B4-BE49-F238E27FC236}">
                  <a16:creationId xmlns:a16="http://schemas.microsoft.com/office/drawing/2014/main" id="{3C64D41D-A91E-DBDC-140C-E96B61E55AD1}"/>
                </a:ext>
              </a:extLst>
            </p:cNvPr>
            <p:cNvGrpSpPr/>
            <p:nvPr/>
          </p:nvGrpSpPr>
          <p:grpSpPr>
            <a:xfrm>
              <a:off x="4788263" y="1594808"/>
              <a:ext cx="1485182" cy="1716321"/>
              <a:chOff x="1276828" y="4105786"/>
              <a:chExt cx="1144222" cy="1716321"/>
            </a:xfrm>
          </p:grpSpPr>
          <p:sp>
            <p:nvSpPr>
              <p:cNvPr id="73" name="四角形: 角を丸くする 72">
                <a:extLst>
                  <a:ext uri="{FF2B5EF4-FFF2-40B4-BE49-F238E27FC236}">
                    <a16:creationId xmlns:a16="http://schemas.microsoft.com/office/drawing/2014/main" id="{46956305-5FA5-918A-9D97-D905FB4EE03D}"/>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74" name="テキスト ボックス 73">
                <a:extLst>
                  <a:ext uri="{FF2B5EF4-FFF2-40B4-BE49-F238E27FC236}">
                    <a16:creationId xmlns:a16="http://schemas.microsoft.com/office/drawing/2014/main" id="{CA2290EC-09C3-0987-A17A-D50E7D08678D}"/>
                  </a:ext>
                </a:extLst>
              </p:cNvPr>
              <p:cNvSpPr txBox="1"/>
              <p:nvPr/>
            </p:nvSpPr>
            <p:spPr>
              <a:xfrm>
                <a:off x="1315928" y="4148054"/>
                <a:ext cx="1066022" cy="369332"/>
              </a:xfrm>
              <a:prstGeom prst="rect">
                <a:avLst/>
              </a:prstGeom>
              <a:noFill/>
            </p:spPr>
            <p:txBody>
              <a:bodyPr wrap="square">
                <a:spAutoFit/>
              </a:bodyPr>
              <a:lstStyle/>
              <a:p>
                <a:pPr algn="ctr"/>
                <a:r>
                  <a:rPr lang="en-US" altLang="ja-JP" dirty="0">
                    <a:gradFill flip="none" rotWithShape="1">
                      <a:gsLst>
                        <a:gs pos="100000">
                          <a:srgbClr val="CC66FF"/>
                        </a:gs>
                        <a:gs pos="75000">
                          <a:srgbClr val="00B0F0"/>
                        </a:gs>
                        <a:gs pos="50000">
                          <a:srgbClr val="92D050"/>
                        </a:gs>
                        <a:gs pos="25000">
                          <a:srgbClr val="FFC000"/>
                        </a:gs>
                        <a:gs pos="1000">
                          <a:srgbClr val="FF0000"/>
                        </a:gs>
                      </a:gsLst>
                      <a:lin ang="2700000" scaled="1"/>
                      <a:tileRect/>
                    </a:gradFill>
                    <a:latin typeface="HGS明朝E" panose="02020900000000000000" pitchFamily="18" charset="-128"/>
                    <a:ea typeface="HGS明朝E" panose="02020900000000000000" pitchFamily="18" charset="-128"/>
                  </a:rPr>
                  <a:t>SSR</a:t>
                </a:r>
                <a:endParaRPr kumimoji="1" lang="ja-JP" altLang="en-US" dirty="0">
                  <a:gradFill flip="none" rotWithShape="1">
                    <a:gsLst>
                      <a:gs pos="100000">
                        <a:srgbClr val="CC66FF"/>
                      </a:gs>
                      <a:gs pos="75000">
                        <a:srgbClr val="00B0F0"/>
                      </a:gs>
                      <a:gs pos="50000">
                        <a:srgbClr val="92D050"/>
                      </a:gs>
                      <a:gs pos="25000">
                        <a:srgbClr val="FFC000"/>
                      </a:gs>
                      <a:gs pos="1000">
                        <a:srgbClr val="FF0000"/>
                      </a:gs>
                    </a:gsLst>
                    <a:lin ang="2700000" scaled="1"/>
                    <a:tileRect/>
                  </a:gradFill>
                  <a:latin typeface="HGS明朝E" panose="02020900000000000000" pitchFamily="18" charset="-128"/>
                  <a:ea typeface="HGS明朝E" panose="02020900000000000000" pitchFamily="18" charset="-128"/>
                </a:endParaRPr>
              </a:p>
            </p:txBody>
          </p:sp>
        </p:grpSp>
        <p:pic>
          <p:nvPicPr>
            <p:cNvPr id="72" name="図 71">
              <a:extLst>
                <a:ext uri="{FF2B5EF4-FFF2-40B4-BE49-F238E27FC236}">
                  <a16:creationId xmlns:a16="http://schemas.microsoft.com/office/drawing/2014/main" id="{7DAAA1B8-93B2-4C77-CE85-6F147570F106}"/>
                </a:ext>
              </a:extLst>
            </p:cNvPr>
            <p:cNvPicPr>
              <a:picLocks noChangeAspect="1"/>
            </p:cNvPicPr>
            <p:nvPr/>
          </p:nvPicPr>
          <p:blipFill>
            <a:blip r:embed="rId5">
              <a:extLst>
                <a:ext uri="{28A0092B-C50C-407E-A947-70E740481C1C}">
                  <a14:useLocalDpi xmlns:a14="http://schemas.microsoft.com/office/drawing/2010/main" val="0"/>
                </a:ext>
              </a:extLst>
            </a:blip>
            <a:srcRect l="5956" r="70153"/>
            <a:stretch>
              <a:fillRect/>
            </a:stretch>
          </p:blipFill>
          <p:spPr>
            <a:xfrm>
              <a:off x="5150333" y="2005293"/>
              <a:ext cx="814582" cy="702580"/>
            </a:xfrm>
            <a:prstGeom prst="rect">
              <a:avLst/>
            </a:prstGeom>
          </p:spPr>
        </p:pic>
      </p:grpSp>
      <p:grpSp>
        <p:nvGrpSpPr>
          <p:cNvPr id="33" name="グループ化 32">
            <a:extLst>
              <a:ext uri="{FF2B5EF4-FFF2-40B4-BE49-F238E27FC236}">
                <a16:creationId xmlns:a16="http://schemas.microsoft.com/office/drawing/2014/main" id="{B5C56F7C-DD6D-9DF4-753C-787CCC56FA19}"/>
              </a:ext>
            </a:extLst>
          </p:cNvPr>
          <p:cNvGrpSpPr/>
          <p:nvPr/>
        </p:nvGrpSpPr>
        <p:grpSpPr>
          <a:xfrm>
            <a:off x="3530870" y="1594808"/>
            <a:ext cx="1485182" cy="1716321"/>
            <a:chOff x="3032545" y="1594808"/>
            <a:chExt cx="1485182" cy="1716321"/>
          </a:xfrm>
        </p:grpSpPr>
        <p:grpSp>
          <p:nvGrpSpPr>
            <p:cNvPr id="67" name="グループ化 66">
              <a:extLst>
                <a:ext uri="{FF2B5EF4-FFF2-40B4-BE49-F238E27FC236}">
                  <a16:creationId xmlns:a16="http://schemas.microsoft.com/office/drawing/2014/main" id="{C47B348E-1085-FFB2-E9C6-6777A6B94E38}"/>
                </a:ext>
              </a:extLst>
            </p:cNvPr>
            <p:cNvGrpSpPr/>
            <p:nvPr/>
          </p:nvGrpSpPr>
          <p:grpSpPr>
            <a:xfrm>
              <a:off x="3032545" y="1594808"/>
              <a:ext cx="1485182" cy="1716321"/>
              <a:chOff x="1276828" y="4105786"/>
              <a:chExt cx="1144222" cy="1716321"/>
            </a:xfrm>
          </p:grpSpPr>
          <p:sp>
            <p:nvSpPr>
              <p:cNvPr id="69" name="四角形: 角を丸くする 68">
                <a:extLst>
                  <a:ext uri="{FF2B5EF4-FFF2-40B4-BE49-F238E27FC236}">
                    <a16:creationId xmlns:a16="http://schemas.microsoft.com/office/drawing/2014/main" id="{8094FFFD-B82B-6F9F-2D67-E2B42BCAB875}"/>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70" name="テキスト ボックス 69">
                <a:extLst>
                  <a:ext uri="{FF2B5EF4-FFF2-40B4-BE49-F238E27FC236}">
                    <a16:creationId xmlns:a16="http://schemas.microsoft.com/office/drawing/2014/main" id="{55B1D8A0-239D-AC56-1DDC-A5D9BBBA6761}"/>
                  </a:ext>
                </a:extLst>
              </p:cNvPr>
              <p:cNvSpPr txBox="1"/>
              <p:nvPr/>
            </p:nvSpPr>
            <p:spPr>
              <a:xfrm>
                <a:off x="1315928" y="4148054"/>
                <a:ext cx="1066022" cy="369332"/>
              </a:xfrm>
              <a:prstGeom prst="rect">
                <a:avLst/>
              </a:prstGeom>
              <a:noFill/>
            </p:spPr>
            <p:txBody>
              <a:bodyPr wrap="square">
                <a:spAutoFit/>
              </a:bodyPr>
              <a:lstStyle/>
              <a:p>
                <a:pPr algn="ctr"/>
                <a:r>
                  <a:rPr lang="en-US" altLang="ja-JP" dirty="0">
                    <a:gradFill flip="none" rotWithShape="1">
                      <a:gsLst>
                        <a:gs pos="0">
                          <a:srgbClr val="CC66FF"/>
                        </a:gs>
                        <a:gs pos="50000">
                          <a:srgbClr val="CC00FF"/>
                        </a:gs>
                        <a:gs pos="100000">
                          <a:srgbClr val="CC66FF"/>
                        </a:gs>
                      </a:gsLst>
                      <a:lin ang="2700000" scaled="1"/>
                      <a:tileRect/>
                    </a:gradFill>
                    <a:latin typeface="HGS明朝E" panose="02020900000000000000" pitchFamily="18" charset="-128"/>
                    <a:ea typeface="HGS明朝E" panose="02020900000000000000" pitchFamily="18" charset="-128"/>
                  </a:rPr>
                  <a:t>SR</a:t>
                </a:r>
                <a:endParaRPr kumimoji="1" lang="ja-JP" altLang="en-US" dirty="0">
                  <a:gradFill flip="none" rotWithShape="1">
                    <a:gsLst>
                      <a:gs pos="0">
                        <a:srgbClr val="CC66FF"/>
                      </a:gs>
                      <a:gs pos="50000">
                        <a:srgbClr val="CC00FF"/>
                      </a:gs>
                      <a:gs pos="100000">
                        <a:srgbClr val="CC66FF"/>
                      </a:gs>
                    </a:gsLst>
                    <a:lin ang="2700000" scaled="1"/>
                    <a:tileRect/>
                  </a:gradFill>
                  <a:latin typeface="HGS明朝E" panose="02020900000000000000" pitchFamily="18" charset="-128"/>
                  <a:ea typeface="HGS明朝E" panose="02020900000000000000" pitchFamily="18" charset="-128"/>
                </a:endParaRPr>
              </a:p>
            </p:txBody>
          </p:sp>
        </p:grpSp>
        <p:pic>
          <p:nvPicPr>
            <p:cNvPr id="68" name="図 67">
              <a:extLst>
                <a:ext uri="{FF2B5EF4-FFF2-40B4-BE49-F238E27FC236}">
                  <a16:creationId xmlns:a16="http://schemas.microsoft.com/office/drawing/2014/main" id="{677B8C75-6386-155E-D9C6-C4C1001038FA}"/>
                </a:ext>
              </a:extLst>
            </p:cNvPr>
            <p:cNvPicPr>
              <a:picLocks noChangeAspect="1"/>
            </p:cNvPicPr>
            <p:nvPr/>
          </p:nvPicPr>
          <p:blipFill>
            <a:blip r:embed="rId5">
              <a:extLst>
                <a:ext uri="{28A0092B-C50C-407E-A947-70E740481C1C}">
                  <a14:useLocalDpi xmlns:a14="http://schemas.microsoft.com/office/drawing/2010/main" val="0"/>
                </a:ext>
              </a:extLst>
            </a:blip>
            <a:srcRect l="27993" t="-2434" r="49502" b="2434"/>
            <a:stretch>
              <a:fillRect/>
            </a:stretch>
          </p:blipFill>
          <p:spPr>
            <a:xfrm>
              <a:off x="3356573" y="1977007"/>
              <a:ext cx="767346" cy="702580"/>
            </a:xfrm>
            <a:prstGeom prst="rect">
              <a:avLst/>
            </a:prstGeom>
          </p:spPr>
        </p:pic>
      </p:grpSp>
      <p:sp>
        <p:nvSpPr>
          <p:cNvPr id="34" name="テキスト ボックス 33">
            <a:extLst>
              <a:ext uri="{FF2B5EF4-FFF2-40B4-BE49-F238E27FC236}">
                <a16:creationId xmlns:a16="http://schemas.microsoft.com/office/drawing/2014/main" id="{9E9F6059-0BD5-D331-929A-2EEB92151A96}"/>
              </a:ext>
            </a:extLst>
          </p:cNvPr>
          <p:cNvSpPr txBox="1"/>
          <p:nvPr/>
        </p:nvSpPr>
        <p:spPr>
          <a:xfrm>
            <a:off x="930698" y="856726"/>
            <a:ext cx="1005403" cy="584775"/>
          </a:xfrm>
          <a:prstGeom prst="rect">
            <a:avLst/>
          </a:prstGeom>
          <a:noFill/>
        </p:spPr>
        <p:txBody>
          <a:bodyPr wrap="none" rtlCol="0">
            <a:spAutoFit/>
          </a:bodyPr>
          <a:lstStyle/>
          <a:p>
            <a:r>
              <a:rPr kumimoji="1" lang="ja-JP" altLang="en-US" sz="3200" dirty="0">
                <a:solidFill>
                  <a:schemeClr val="tx1">
                    <a:lumMod val="85000"/>
                    <a:lumOff val="15000"/>
                  </a:schemeClr>
                </a:solidFill>
                <a:latin typeface="HGS明朝E" panose="02020900000000000000" pitchFamily="18" charset="-128"/>
                <a:ea typeface="HGS明朝E" panose="02020900000000000000" pitchFamily="18" charset="-128"/>
              </a:rPr>
              <a:t>バフ</a:t>
            </a:r>
          </a:p>
        </p:txBody>
      </p:sp>
      <p:grpSp>
        <p:nvGrpSpPr>
          <p:cNvPr id="35" name="グループ化 34">
            <a:extLst>
              <a:ext uri="{FF2B5EF4-FFF2-40B4-BE49-F238E27FC236}">
                <a16:creationId xmlns:a16="http://schemas.microsoft.com/office/drawing/2014/main" id="{01A40302-8546-D771-54E4-C5E66DBF9E04}"/>
              </a:ext>
            </a:extLst>
          </p:cNvPr>
          <p:cNvGrpSpPr/>
          <p:nvPr/>
        </p:nvGrpSpPr>
        <p:grpSpPr>
          <a:xfrm rot="5400000">
            <a:off x="-825047" y="3593840"/>
            <a:ext cx="4351022" cy="276285"/>
            <a:chOff x="3114125" y="3836637"/>
            <a:chExt cx="5697007" cy="276285"/>
          </a:xfrm>
        </p:grpSpPr>
        <p:sp>
          <p:nvSpPr>
            <p:cNvPr id="65" name="四角形: 角を丸くする 64">
              <a:extLst>
                <a:ext uri="{FF2B5EF4-FFF2-40B4-BE49-F238E27FC236}">
                  <a16:creationId xmlns:a16="http://schemas.microsoft.com/office/drawing/2014/main" id="{63F5B82D-BE52-393B-8654-B90E2B059AD8}"/>
                </a:ext>
              </a:extLst>
            </p:cNvPr>
            <p:cNvSpPr/>
            <p:nvPr/>
          </p:nvSpPr>
          <p:spPr>
            <a:xfrm>
              <a:off x="3114125" y="3891844"/>
              <a:ext cx="5697007" cy="165873"/>
            </a:xfrm>
            <a:prstGeom prst="roundRect">
              <a:avLst/>
            </a:prstGeom>
            <a:solidFill>
              <a:schemeClr val="bg1">
                <a:lumMod val="65000"/>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66" name="四角形: 角を丸くする 65">
              <a:extLst>
                <a:ext uri="{FF2B5EF4-FFF2-40B4-BE49-F238E27FC236}">
                  <a16:creationId xmlns:a16="http://schemas.microsoft.com/office/drawing/2014/main" id="{2B49F66C-4251-EC6C-B888-ECE0DD682459}"/>
                </a:ext>
              </a:extLst>
            </p:cNvPr>
            <p:cNvSpPr/>
            <p:nvPr/>
          </p:nvSpPr>
          <p:spPr>
            <a:xfrm>
              <a:off x="4786606" y="3836637"/>
              <a:ext cx="2050791" cy="276285"/>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sp>
        <p:nvSpPr>
          <p:cNvPr id="39" name="四角形: 角を丸くする 38">
            <a:extLst>
              <a:ext uri="{FF2B5EF4-FFF2-40B4-BE49-F238E27FC236}">
                <a16:creationId xmlns:a16="http://schemas.microsoft.com/office/drawing/2014/main" id="{A9EB417E-EF92-A06F-DCB9-6E4923D7CC5B}"/>
              </a:ext>
            </a:extLst>
          </p:cNvPr>
          <p:cNvSpPr/>
          <p:nvPr/>
        </p:nvSpPr>
        <p:spPr>
          <a:xfrm>
            <a:off x="3895299" y="878169"/>
            <a:ext cx="2163612" cy="504394"/>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bg1">
                    <a:lumMod val="95000"/>
                  </a:schemeClr>
                </a:solidFill>
                <a:latin typeface="HGS明朝E" panose="02020900000000000000" pitchFamily="18" charset="-128"/>
                <a:ea typeface="HGS明朝E" panose="02020900000000000000" pitchFamily="18" charset="-128"/>
              </a:rPr>
              <a:t>発動中：</a:t>
            </a:r>
            <a:r>
              <a:rPr kumimoji="1" lang="en-US" altLang="ja-JP" sz="2400" dirty="0">
                <a:solidFill>
                  <a:schemeClr val="bg1">
                    <a:lumMod val="95000"/>
                  </a:schemeClr>
                </a:solidFill>
                <a:latin typeface="HGS明朝E" panose="02020900000000000000" pitchFamily="18" charset="-128"/>
                <a:ea typeface="HGS明朝E" panose="02020900000000000000" pitchFamily="18" charset="-128"/>
              </a:rPr>
              <a:t>00</a:t>
            </a:r>
            <a:r>
              <a:rPr lang="en-US" altLang="ja-JP" sz="2400" dirty="0">
                <a:solidFill>
                  <a:schemeClr val="bg1">
                    <a:lumMod val="95000"/>
                  </a:schemeClr>
                </a:solidFill>
                <a:latin typeface="HGS明朝E" panose="02020900000000000000" pitchFamily="18" charset="-128"/>
                <a:ea typeface="HGS明朝E" panose="02020900000000000000" pitchFamily="18" charset="-128"/>
              </a:rPr>
              <a:t>/00</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grpSp>
        <p:nvGrpSpPr>
          <p:cNvPr id="40" name="グループ化 39">
            <a:extLst>
              <a:ext uri="{FF2B5EF4-FFF2-40B4-BE49-F238E27FC236}">
                <a16:creationId xmlns:a16="http://schemas.microsoft.com/office/drawing/2014/main" id="{4C4DB03F-34BC-765F-B94F-8CA5FE866DDF}"/>
              </a:ext>
            </a:extLst>
          </p:cNvPr>
          <p:cNvGrpSpPr/>
          <p:nvPr/>
        </p:nvGrpSpPr>
        <p:grpSpPr>
          <a:xfrm>
            <a:off x="7154469" y="1586624"/>
            <a:ext cx="1485182" cy="1716321"/>
            <a:chOff x="1276828" y="4105786"/>
            <a:chExt cx="1144222" cy="1716321"/>
          </a:xfrm>
        </p:grpSpPr>
        <p:sp>
          <p:nvSpPr>
            <p:cNvPr id="63" name="四角形: 角を丸くする 62">
              <a:extLst>
                <a:ext uri="{FF2B5EF4-FFF2-40B4-BE49-F238E27FC236}">
                  <a16:creationId xmlns:a16="http://schemas.microsoft.com/office/drawing/2014/main" id="{048A348A-8837-7772-4EF5-F2B2D877D703}"/>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64" name="テキスト ボックス 63">
              <a:extLst>
                <a:ext uri="{FF2B5EF4-FFF2-40B4-BE49-F238E27FC236}">
                  <a16:creationId xmlns:a16="http://schemas.microsoft.com/office/drawing/2014/main" id="{2AFBC790-8CD5-92A5-9B57-61DF060825D4}"/>
                </a:ext>
              </a:extLst>
            </p:cNvPr>
            <p:cNvSpPr txBox="1"/>
            <p:nvPr/>
          </p:nvSpPr>
          <p:spPr>
            <a:xfrm>
              <a:off x="1315928" y="4148054"/>
              <a:ext cx="1066022" cy="369332"/>
            </a:xfrm>
            <a:prstGeom prst="rect">
              <a:avLst/>
            </a:prstGeom>
            <a:noFill/>
          </p:spPr>
          <p:txBody>
            <a:bodyPr wrap="square">
              <a:spAutoFit/>
            </a:bodyPr>
            <a:lstStyle/>
            <a:p>
              <a:pPr algn="ctr"/>
              <a:r>
                <a:rPr lang="ja-JP" altLang="en-US" dirty="0">
                  <a:solidFill>
                    <a:schemeClr val="bg1">
                      <a:lumMod val="95000"/>
                    </a:schemeClr>
                  </a:solidFill>
                  <a:latin typeface="HGS明朝E" panose="02020900000000000000" pitchFamily="18" charset="-128"/>
                  <a:ea typeface="HGS明朝E" panose="02020900000000000000" pitchFamily="18" charset="-128"/>
                </a:rPr>
                <a:t>空</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grpSp>
      <p:sp>
        <p:nvSpPr>
          <p:cNvPr id="41" name="フリーフォーム: 図形 40">
            <a:extLst>
              <a:ext uri="{FF2B5EF4-FFF2-40B4-BE49-F238E27FC236}">
                <a16:creationId xmlns:a16="http://schemas.microsoft.com/office/drawing/2014/main" id="{CBE2BB30-0D5A-C6C0-9831-C07F0F06885B}"/>
              </a:ext>
            </a:extLst>
          </p:cNvPr>
          <p:cNvSpPr/>
          <p:nvPr/>
        </p:nvSpPr>
        <p:spPr>
          <a:xfrm>
            <a:off x="1713812" y="1594808"/>
            <a:ext cx="6933831" cy="1716321"/>
          </a:xfrm>
          <a:custGeom>
            <a:avLst/>
            <a:gdLst>
              <a:gd name="csX0" fmla="*/ 247535 w 6933831"/>
              <a:gd name="csY0" fmla="*/ 0 h 1716321"/>
              <a:gd name="csX1" fmla="*/ 1237647 w 6933831"/>
              <a:gd name="csY1" fmla="*/ 0 h 1716321"/>
              <a:gd name="csX2" fmla="*/ 1485182 w 6933831"/>
              <a:gd name="csY2" fmla="*/ 247535 h 1716321"/>
              <a:gd name="csX3" fmla="*/ 1485182 w 6933831"/>
              <a:gd name="csY3" fmla="*/ 1162874 h 1716321"/>
              <a:gd name="csX4" fmla="*/ 6933831 w 6933831"/>
              <a:gd name="csY4" fmla="*/ 1162874 h 1716321"/>
              <a:gd name="csX5" fmla="*/ 6933831 w 6933831"/>
              <a:gd name="csY5" fmla="*/ 1711914 h 1716321"/>
              <a:gd name="csX6" fmla="*/ 1281364 w 6933831"/>
              <a:gd name="csY6" fmla="*/ 1711914 h 1716321"/>
              <a:gd name="csX7" fmla="*/ 1237647 w 6933831"/>
              <a:gd name="csY7" fmla="*/ 1716321 h 1716321"/>
              <a:gd name="csX8" fmla="*/ 247535 w 6933831"/>
              <a:gd name="csY8" fmla="*/ 1716321 h 1716321"/>
              <a:gd name="csX9" fmla="*/ 203819 w 6933831"/>
              <a:gd name="csY9" fmla="*/ 1711914 h 1716321"/>
              <a:gd name="csX10" fmla="*/ 91508 w 6933831"/>
              <a:gd name="csY10" fmla="*/ 1711914 h 1716321"/>
              <a:gd name="csX11" fmla="*/ 0 w 6933831"/>
              <a:gd name="csY11" fmla="*/ 1620406 h 1716321"/>
              <a:gd name="csX12" fmla="*/ 0 w 6933831"/>
              <a:gd name="csY12" fmla="*/ 1468786 h 1716321"/>
              <a:gd name="csX13" fmla="*/ 0 w 6933831"/>
              <a:gd name="csY13" fmla="*/ 1254382 h 1716321"/>
              <a:gd name="csX14" fmla="*/ 0 w 6933831"/>
              <a:gd name="csY14" fmla="*/ 247535 h 1716321"/>
              <a:gd name="csX15" fmla="*/ 247535 w 6933831"/>
              <a:gd name="csY15" fmla="*/ 0 h 171632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6933831" h="1716321">
                <a:moveTo>
                  <a:pt x="247535" y="0"/>
                </a:moveTo>
                <a:lnTo>
                  <a:pt x="1237647" y="0"/>
                </a:lnTo>
                <a:cubicBezTo>
                  <a:pt x="1374357" y="0"/>
                  <a:pt x="1485182" y="110825"/>
                  <a:pt x="1485182" y="247535"/>
                </a:cubicBezTo>
                <a:lnTo>
                  <a:pt x="1485182" y="1162874"/>
                </a:lnTo>
                <a:lnTo>
                  <a:pt x="6933831" y="1162874"/>
                </a:lnTo>
                <a:lnTo>
                  <a:pt x="6933831" y="1711914"/>
                </a:lnTo>
                <a:lnTo>
                  <a:pt x="1281364" y="1711914"/>
                </a:lnTo>
                <a:lnTo>
                  <a:pt x="1237647" y="1716321"/>
                </a:lnTo>
                <a:lnTo>
                  <a:pt x="247535" y="1716321"/>
                </a:lnTo>
                <a:lnTo>
                  <a:pt x="203819" y="1711914"/>
                </a:lnTo>
                <a:lnTo>
                  <a:pt x="91508" y="1711914"/>
                </a:lnTo>
                <a:cubicBezTo>
                  <a:pt x="40970" y="1711914"/>
                  <a:pt x="0" y="1670944"/>
                  <a:pt x="0" y="1620406"/>
                </a:cubicBezTo>
                <a:lnTo>
                  <a:pt x="0" y="1468786"/>
                </a:lnTo>
                <a:lnTo>
                  <a:pt x="0" y="1254382"/>
                </a:lnTo>
                <a:lnTo>
                  <a:pt x="0" y="247535"/>
                </a:lnTo>
                <a:cubicBezTo>
                  <a:pt x="0" y="110825"/>
                  <a:pt x="110825" y="0"/>
                  <a:pt x="247535" y="0"/>
                </a:cubicBezTo>
                <a:close/>
              </a:path>
            </a:pathLst>
          </a:custGeom>
          <a:solidFill>
            <a:schemeClr val="bg1">
              <a:lumMod val="75000"/>
              <a:alpha val="9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dirty="0">
              <a:solidFill>
                <a:schemeClr val="accent2">
                  <a:lumMod val="20000"/>
                  <a:lumOff val="80000"/>
                </a:schemeClr>
              </a:solidFill>
              <a:latin typeface="HGS明朝E" panose="02020900000000000000" pitchFamily="18" charset="-128"/>
              <a:ea typeface="HGS明朝E" panose="02020900000000000000" pitchFamily="18" charset="-128"/>
            </a:endParaRPr>
          </a:p>
        </p:txBody>
      </p:sp>
      <p:sp>
        <p:nvSpPr>
          <p:cNvPr id="42" name="テキスト ボックス 41">
            <a:extLst>
              <a:ext uri="{FF2B5EF4-FFF2-40B4-BE49-F238E27FC236}">
                <a16:creationId xmlns:a16="http://schemas.microsoft.com/office/drawing/2014/main" id="{7A0538EE-6851-F88D-070B-0FB779B50ABF}"/>
              </a:ext>
            </a:extLst>
          </p:cNvPr>
          <p:cNvSpPr txBox="1"/>
          <p:nvPr/>
        </p:nvSpPr>
        <p:spPr>
          <a:xfrm>
            <a:off x="1764562" y="1637076"/>
            <a:ext cx="1383680" cy="369332"/>
          </a:xfrm>
          <a:prstGeom prst="rect">
            <a:avLst/>
          </a:prstGeom>
          <a:noFill/>
        </p:spPr>
        <p:txBody>
          <a:bodyPr wrap="square">
            <a:spAutoFit/>
          </a:bodyPr>
          <a:lstStyle/>
          <a:p>
            <a:pPr algn="ctr"/>
            <a:r>
              <a:rPr lang="en-US" altLang="ja-JP" dirty="0">
                <a:solidFill>
                  <a:schemeClr val="accent2">
                    <a:lumMod val="20000"/>
                    <a:lumOff val="80000"/>
                  </a:schemeClr>
                </a:solidFill>
                <a:latin typeface="HGS明朝E" panose="02020900000000000000" pitchFamily="18" charset="-128"/>
                <a:ea typeface="HGS明朝E" panose="02020900000000000000" pitchFamily="18" charset="-128"/>
              </a:rPr>
              <a:t>R</a:t>
            </a:r>
            <a:endParaRPr kumimoji="1" lang="ja-JP" altLang="en-US" dirty="0">
              <a:solidFill>
                <a:schemeClr val="accent2">
                  <a:lumMod val="20000"/>
                  <a:lumOff val="80000"/>
                </a:schemeClr>
              </a:solidFill>
              <a:latin typeface="HGS明朝E" panose="02020900000000000000" pitchFamily="18" charset="-128"/>
              <a:ea typeface="HGS明朝E" panose="02020900000000000000" pitchFamily="18" charset="-128"/>
            </a:endParaRPr>
          </a:p>
        </p:txBody>
      </p:sp>
      <p:pic>
        <p:nvPicPr>
          <p:cNvPr id="43" name="図 42">
            <a:extLst>
              <a:ext uri="{FF2B5EF4-FFF2-40B4-BE49-F238E27FC236}">
                <a16:creationId xmlns:a16="http://schemas.microsoft.com/office/drawing/2014/main" id="{7593D71C-EBBA-8A8E-6E65-EBCD2DF0B408}"/>
              </a:ext>
            </a:extLst>
          </p:cNvPr>
          <p:cNvPicPr>
            <a:picLocks noChangeAspect="1"/>
          </p:cNvPicPr>
          <p:nvPr/>
        </p:nvPicPr>
        <p:blipFill>
          <a:blip r:embed="rId5">
            <a:extLst>
              <a:ext uri="{28A0092B-C50C-407E-A947-70E740481C1C}">
                <a14:useLocalDpi xmlns:a14="http://schemas.microsoft.com/office/drawing/2010/main" val="0"/>
              </a:ext>
            </a:extLst>
          </a:blip>
          <a:srcRect l="5956" r="70153"/>
          <a:stretch>
            <a:fillRect/>
          </a:stretch>
        </p:blipFill>
        <p:spPr>
          <a:xfrm>
            <a:off x="2037839" y="1994899"/>
            <a:ext cx="814582" cy="702580"/>
          </a:xfrm>
          <a:prstGeom prst="rect">
            <a:avLst/>
          </a:prstGeom>
        </p:spPr>
      </p:pic>
      <p:sp>
        <p:nvSpPr>
          <p:cNvPr id="45" name="テキスト ボックス 44">
            <a:extLst>
              <a:ext uri="{FF2B5EF4-FFF2-40B4-BE49-F238E27FC236}">
                <a16:creationId xmlns:a16="http://schemas.microsoft.com/office/drawing/2014/main" id="{8A67D6B7-A017-3EBF-67AB-5CC1C3D31A07}"/>
              </a:ext>
            </a:extLst>
          </p:cNvPr>
          <p:cNvSpPr txBox="1"/>
          <p:nvPr/>
        </p:nvSpPr>
        <p:spPr>
          <a:xfrm>
            <a:off x="1783225" y="2856728"/>
            <a:ext cx="5768314" cy="338554"/>
          </a:xfrm>
          <a:prstGeom prst="rect">
            <a:avLst/>
          </a:prstGeom>
          <a:noFill/>
        </p:spPr>
        <p:txBody>
          <a:bodyPr wrap="square" rtlCol="0">
            <a:spAutoFit/>
          </a:bodyPr>
          <a:lstStyle/>
          <a:p>
            <a:r>
              <a:rPr lang="ja-JP" altLang="en-US" sz="1600" dirty="0">
                <a:solidFill>
                  <a:schemeClr val="tx1">
                    <a:lumMod val="95000"/>
                    <a:lumOff val="5000"/>
                  </a:schemeClr>
                </a:solidFill>
                <a:latin typeface="HGS明朝E" panose="02020900000000000000" pitchFamily="18" charset="-128"/>
                <a:ea typeface="HGS明朝E" panose="02020900000000000000" pitchFamily="18" charset="-128"/>
              </a:rPr>
              <a:t>前衛の</a:t>
            </a:r>
            <a:r>
              <a:rPr lang="en-US" altLang="ja-JP" sz="1600" dirty="0">
                <a:solidFill>
                  <a:schemeClr val="tx1">
                    <a:lumMod val="95000"/>
                    <a:lumOff val="5000"/>
                  </a:schemeClr>
                </a:solidFill>
                <a:latin typeface="HGS明朝E" panose="02020900000000000000" pitchFamily="18" charset="-128"/>
                <a:ea typeface="HGS明朝E" panose="02020900000000000000" pitchFamily="18" charset="-128"/>
              </a:rPr>
              <a:t>ATK</a:t>
            </a:r>
            <a:r>
              <a:rPr lang="ja-JP" altLang="en-US" sz="1600" dirty="0">
                <a:solidFill>
                  <a:schemeClr val="tx1">
                    <a:lumMod val="95000"/>
                    <a:lumOff val="5000"/>
                  </a:schemeClr>
                </a:solidFill>
                <a:latin typeface="HGS明朝E" panose="02020900000000000000" pitchFamily="18" charset="-128"/>
                <a:ea typeface="HGS明朝E" panose="02020900000000000000" pitchFamily="18" charset="-128"/>
              </a:rPr>
              <a:t>を</a:t>
            </a:r>
            <a:r>
              <a:rPr lang="en-US" altLang="ja-JP" sz="1600" dirty="0">
                <a:solidFill>
                  <a:schemeClr val="tx1">
                    <a:lumMod val="95000"/>
                    <a:lumOff val="5000"/>
                  </a:schemeClr>
                </a:solidFill>
                <a:latin typeface="HGS明朝E" panose="02020900000000000000" pitchFamily="18" charset="-128"/>
                <a:ea typeface="HGS明朝E" panose="02020900000000000000" pitchFamily="18" charset="-128"/>
              </a:rPr>
              <a:t>10</a:t>
            </a:r>
            <a:r>
              <a:rPr lang="ja-JP" altLang="en-US" sz="1600" dirty="0">
                <a:solidFill>
                  <a:schemeClr val="tx1">
                    <a:lumMod val="95000"/>
                    <a:lumOff val="5000"/>
                  </a:schemeClr>
                </a:solidFill>
                <a:latin typeface="HGS明朝E" panose="02020900000000000000" pitchFamily="18" charset="-128"/>
                <a:ea typeface="HGS明朝E" panose="02020900000000000000" pitchFamily="18" charset="-128"/>
              </a:rPr>
              <a:t>％上昇</a:t>
            </a:r>
            <a:endParaRPr lang="en-US" altLang="ja-JP" sz="1600" dirty="0">
              <a:solidFill>
                <a:schemeClr val="accent5"/>
              </a:solidFill>
              <a:latin typeface="HGS明朝E" panose="02020900000000000000" pitchFamily="18" charset="-128"/>
              <a:ea typeface="HGS明朝E" panose="02020900000000000000" pitchFamily="18" charset="-128"/>
            </a:endParaRPr>
          </a:p>
        </p:txBody>
      </p:sp>
      <p:grpSp>
        <p:nvGrpSpPr>
          <p:cNvPr id="46" name="グループ化 45">
            <a:extLst>
              <a:ext uri="{FF2B5EF4-FFF2-40B4-BE49-F238E27FC236}">
                <a16:creationId xmlns:a16="http://schemas.microsoft.com/office/drawing/2014/main" id="{6A8A5ED2-086A-B548-619A-33F417D2A59A}"/>
              </a:ext>
            </a:extLst>
          </p:cNvPr>
          <p:cNvGrpSpPr/>
          <p:nvPr/>
        </p:nvGrpSpPr>
        <p:grpSpPr>
          <a:xfrm>
            <a:off x="3531781" y="3592480"/>
            <a:ext cx="1485182" cy="1716321"/>
            <a:chOff x="1276828" y="4105786"/>
            <a:chExt cx="1144222" cy="1716321"/>
          </a:xfrm>
        </p:grpSpPr>
        <p:sp>
          <p:nvSpPr>
            <p:cNvPr id="61" name="四角形: 角を丸くする 60">
              <a:extLst>
                <a:ext uri="{FF2B5EF4-FFF2-40B4-BE49-F238E27FC236}">
                  <a16:creationId xmlns:a16="http://schemas.microsoft.com/office/drawing/2014/main" id="{DF746018-6621-42E2-866A-DA441E1DE73D}"/>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62" name="テキスト ボックス 61">
              <a:extLst>
                <a:ext uri="{FF2B5EF4-FFF2-40B4-BE49-F238E27FC236}">
                  <a16:creationId xmlns:a16="http://schemas.microsoft.com/office/drawing/2014/main" id="{192B63FB-8EDD-B565-F833-7B81CA644684}"/>
                </a:ext>
              </a:extLst>
            </p:cNvPr>
            <p:cNvSpPr txBox="1"/>
            <p:nvPr/>
          </p:nvSpPr>
          <p:spPr>
            <a:xfrm>
              <a:off x="1315928" y="4148054"/>
              <a:ext cx="1066022" cy="369332"/>
            </a:xfrm>
            <a:prstGeom prst="rect">
              <a:avLst/>
            </a:prstGeom>
            <a:noFill/>
          </p:spPr>
          <p:txBody>
            <a:bodyPr wrap="square">
              <a:spAutoFit/>
            </a:bodyPr>
            <a:lstStyle/>
            <a:p>
              <a:pPr algn="ctr"/>
              <a:r>
                <a:rPr lang="ja-JP" altLang="en-US" dirty="0">
                  <a:solidFill>
                    <a:schemeClr val="bg1">
                      <a:lumMod val="95000"/>
                    </a:schemeClr>
                  </a:solidFill>
                  <a:latin typeface="HGS明朝E" panose="02020900000000000000" pitchFamily="18" charset="-128"/>
                  <a:ea typeface="HGS明朝E" panose="02020900000000000000" pitchFamily="18" charset="-128"/>
                </a:rPr>
                <a:t>空</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grpSp>
      <p:grpSp>
        <p:nvGrpSpPr>
          <p:cNvPr id="47" name="グループ化 46">
            <a:extLst>
              <a:ext uri="{FF2B5EF4-FFF2-40B4-BE49-F238E27FC236}">
                <a16:creationId xmlns:a16="http://schemas.microsoft.com/office/drawing/2014/main" id="{8EE82DFD-6C0D-F200-DD3E-B731C7189953}"/>
              </a:ext>
            </a:extLst>
          </p:cNvPr>
          <p:cNvGrpSpPr/>
          <p:nvPr/>
        </p:nvGrpSpPr>
        <p:grpSpPr>
          <a:xfrm>
            <a:off x="5347121" y="3592480"/>
            <a:ext cx="1485182" cy="1716321"/>
            <a:chOff x="1276828" y="4105786"/>
            <a:chExt cx="1144222" cy="1716321"/>
          </a:xfrm>
        </p:grpSpPr>
        <p:sp>
          <p:nvSpPr>
            <p:cNvPr id="57" name="四角形: 角を丸くする 56">
              <a:extLst>
                <a:ext uri="{FF2B5EF4-FFF2-40B4-BE49-F238E27FC236}">
                  <a16:creationId xmlns:a16="http://schemas.microsoft.com/office/drawing/2014/main" id="{E6DAAF07-D02E-CC23-6634-1E0392B135C0}"/>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60" name="テキスト ボックス 59">
              <a:extLst>
                <a:ext uri="{FF2B5EF4-FFF2-40B4-BE49-F238E27FC236}">
                  <a16:creationId xmlns:a16="http://schemas.microsoft.com/office/drawing/2014/main" id="{F3175ACC-F6BE-1882-667D-12E448FD607E}"/>
                </a:ext>
              </a:extLst>
            </p:cNvPr>
            <p:cNvSpPr txBox="1"/>
            <p:nvPr/>
          </p:nvSpPr>
          <p:spPr>
            <a:xfrm>
              <a:off x="1315928" y="4148054"/>
              <a:ext cx="1066022" cy="369332"/>
            </a:xfrm>
            <a:prstGeom prst="rect">
              <a:avLst/>
            </a:prstGeom>
            <a:noFill/>
          </p:spPr>
          <p:txBody>
            <a:bodyPr wrap="square">
              <a:spAutoFit/>
            </a:bodyPr>
            <a:lstStyle/>
            <a:p>
              <a:pPr algn="ctr"/>
              <a:r>
                <a:rPr lang="ja-JP" altLang="en-US" dirty="0">
                  <a:solidFill>
                    <a:schemeClr val="bg1">
                      <a:lumMod val="95000"/>
                    </a:schemeClr>
                  </a:solidFill>
                  <a:latin typeface="HGS明朝E" panose="02020900000000000000" pitchFamily="18" charset="-128"/>
                  <a:ea typeface="HGS明朝E" panose="02020900000000000000" pitchFamily="18" charset="-128"/>
                </a:rPr>
                <a:t>空</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grpSp>
      <p:grpSp>
        <p:nvGrpSpPr>
          <p:cNvPr id="48" name="グループ化 47">
            <a:extLst>
              <a:ext uri="{FF2B5EF4-FFF2-40B4-BE49-F238E27FC236}">
                <a16:creationId xmlns:a16="http://schemas.microsoft.com/office/drawing/2014/main" id="{0208D60C-319D-906A-93AB-BDC94978B3C6}"/>
              </a:ext>
            </a:extLst>
          </p:cNvPr>
          <p:cNvGrpSpPr/>
          <p:nvPr/>
        </p:nvGrpSpPr>
        <p:grpSpPr>
          <a:xfrm>
            <a:off x="7162461" y="3592480"/>
            <a:ext cx="1485182" cy="1716321"/>
            <a:chOff x="1276828" y="4105786"/>
            <a:chExt cx="1144222" cy="1716321"/>
          </a:xfrm>
        </p:grpSpPr>
        <p:sp>
          <p:nvSpPr>
            <p:cNvPr id="53" name="四角形: 角を丸くする 52">
              <a:extLst>
                <a:ext uri="{FF2B5EF4-FFF2-40B4-BE49-F238E27FC236}">
                  <a16:creationId xmlns:a16="http://schemas.microsoft.com/office/drawing/2014/main" id="{687EDC09-70DD-E94F-DA7A-08BCD1BAD91C}"/>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54" name="テキスト ボックス 53">
              <a:extLst>
                <a:ext uri="{FF2B5EF4-FFF2-40B4-BE49-F238E27FC236}">
                  <a16:creationId xmlns:a16="http://schemas.microsoft.com/office/drawing/2014/main" id="{D442E8A0-C0C8-16F6-BD49-61006B07B502}"/>
                </a:ext>
              </a:extLst>
            </p:cNvPr>
            <p:cNvSpPr txBox="1"/>
            <p:nvPr/>
          </p:nvSpPr>
          <p:spPr>
            <a:xfrm>
              <a:off x="1315928" y="4148054"/>
              <a:ext cx="1066022" cy="369332"/>
            </a:xfrm>
            <a:prstGeom prst="rect">
              <a:avLst/>
            </a:prstGeom>
            <a:noFill/>
          </p:spPr>
          <p:txBody>
            <a:bodyPr wrap="square">
              <a:spAutoFit/>
            </a:bodyPr>
            <a:lstStyle/>
            <a:p>
              <a:pPr algn="ctr"/>
              <a:r>
                <a:rPr lang="ja-JP" altLang="en-US" dirty="0">
                  <a:solidFill>
                    <a:schemeClr val="bg1">
                      <a:lumMod val="95000"/>
                    </a:schemeClr>
                  </a:solidFill>
                  <a:latin typeface="HGS明朝E" panose="02020900000000000000" pitchFamily="18" charset="-128"/>
                  <a:ea typeface="HGS明朝E" panose="02020900000000000000" pitchFamily="18" charset="-128"/>
                </a:rPr>
                <a:t>空</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grpSp>
      <p:grpSp>
        <p:nvGrpSpPr>
          <p:cNvPr id="49" name="グループ化 48">
            <a:extLst>
              <a:ext uri="{FF2B5EF4-FFF2-40B4-BE49-F238E27FC236}">
                <a16:creationId xmlns:a16="http://schemas.microsoft.com/office/drawing/2014/main" id="{FA73DD03-1346-C33D-7056-5091BE44E001}"/>
              </a:ext>
            </a:extLst>
          </p:cNvPr>
          <p:cNvGrpSpPr/>
          <p:nvPr/>
        </p:nvGrpSpPr>
        <p:grpSpPr>
          <a:xfrm>
            <a:off x="1716441" y="3592480"/>
            <a:ext cx="1485182" cy="1716321"/>
            <a:chOff x="1276828" y="4105786"/>
            <a:chExt cx="1144222" cy="1716321"/>
          </a:xfrm>
        </p:grpSpPr>
        <p:sp>
          <p:nvSpPr>
            <p:cNvPr id="50" name="四角形: 角を丸くする 49">
              <a:extLst>
                <a:ext uri="{FF2B5EF4-FFF2-40B4-BE49-F238E27FC236}">
                  <a16:creationId xmlns:a16="http://schemas.microsoft.com/office/drawing/2014/main" id="{2B7948D2-1EE4-14F2-F797-A02E663A6467}"/>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52" name="テキスト ボックス 51">
              <a:extLst>
                <a:ext uri="{FF2B5EF4-FFF2-40B4-BE49-F238E27FC236}">
                  <a16:creationId xmlns:a16="http://schemas.microsoft.com/office/drawing/2014/main" id="{2DF10D70-96E0-D434-AC6A-4ADB24F64826}"/>
                </a:ext>
              </a:extLst>
            </p:cNvPr>
            <p:cNvSpPr txBox="1"/>
            <p:nvPr/>
          </p:nvSpPr>
          <p:spPr>
            <a:xfrm>
              <a:off x="1315928" y="4148054"/>
              <a:ext cx="1066022" cy="369332"/>
            </a:xfrm>
            <a:prstGeom prst="rect">
              <a:avLst/>
            </a:prstGeom>
            <a:noFill/>
          </p:spPr>
          <p:txBody>
            <a:bodyPr wrap="square">
              <a:spAutoFit/>
            </a:bodyPr>
            <a:lstStyle/>
            <a:p>
              <a:pPr algn="ctr"/>
              <a:r>
                <a:rPr lang="ja-JP" altLang="en-US" dirty="0">
                  <a:solidFill>
                    <a:schemeClr val="bg1">
                      <a:lumMod val="95000"/>
                    </a:schemeClr>
                  </a:solidFill>
                  <a:latin typeface="HGS明朝E" panose="02020900000000000000" pitchFamily="18" charset="-128"/>
                  <a:ea typeface="HGS明朝E" panose="02020900000000000000" pitchFamily="18" charset="-128"/>
                </a:rPr>
                <a:t>空</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grpSp>
    </p:spTree>
    <p:extLst>
      <p:ext uri="{BB962C8B-B14F-4D97-AF65-F5344CB8AC3E}">
        <p14:creationId xmlns:p14="http://schemas.microsoft.com/office/powerpoint/2010/main" val="2524352781"/>
      </p:ext>
    </p:extLst>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
          <a:extLst>
            <a:ext uri="{FF2B5EF4-FFF2-40B4-BE49-F238E27FC236}">
              <a16:creationId xmlns:a16="http://schemas.microsoft.com/office/drawing/2014/main" id="{F6634034-026D-E637-D3D4-1B96B47F5938}"/>
            </a:ext>
          </a:extLst>
        </p:cNvPr>
        <p:cNvGrpSpPr/>
        <p:nvPr/>
      </p:nvGrpSpPr>
      <p:grpSpPr>
        <a:xfrm>
          <a:off x="0" y="0"/>
          <a:ext cx="0" cy="0"/>
          <a:chOff x="0" y="0"/>
          <a:chExt cx="0" cy="0"/>
        </a:xfrm>
      </p:grpSpPr>
      <p:grpSp>
        <p:nvGrpSpPr>
          <p:cNvPr id="154" name="グループ化 153">
            <a:extLst>
              <a:ext uri="{FF2B5EF4-FFF2-40B4-BE49-F238E27FC236}">
                <a16:creationId xmlns:a16="http://schemas.microsoft.com/office/drawing/2014/main" id="{524EDB2B-925D-837E-5124-80EA019AEFC8}"/>
              </a:ext>
            </a:extLst>
          </p:cNvPr>
          <p:cNvGrpSpPr/>
          <p:nvPr/>
        </p:nvGrpSpPr>
        <p:grpSpPr>
          <a:xfrm>
            <a:off x="9569319" y="2385076"/>
            <a:ext cx="1755710" cy="810206"/>
            <a:chOff x="9569319" y="1891007"/>
            <a:chExt cx="1755710" cy="810206"/>
          </a:xfrm>
        </p:grpSpPr>
        <p:sp>
          <p:nvSpPr>
            <p:cNvPr id="7" name="四角形: 角を丸くする 6">
              <a:extLst>
                <a:ext uri="{FF2B5EF4-FFF2-40B4-BE49-F238E27FC236}">
                  <a16:creationId xmlns:a16="http://schemas.microsoft.com/office/drawing/2014/main" id="{9BA0034C-276E-4A59-2C25-CF8C442FF0C4}"/>
                </a:ext>
              </a:extLst>
            </p:cNvPr>
            <p:cNvSpPr/>
            <p:nvPr/>
          </p:nvSpPr>
          <p:spPr>
            <a:xfrm>
              <a:off x="9569319" y="1891007"/>
              <a:ext cx="1755710" cy="810206"/>
            </a:xfrm>
            <a:prstGeom prst="roundRect">
              <a:avLst>
                <a:gd name="adj" fmla="val 6428"/>
              </a:avLst>
            </a:prstGeom>
            <a:solidFill>
              <a:schemeClr val="accent6">
                <a:alpha val="8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sp>
          <p:nvSpPr>
            <p:cNvPr id="11" name="テキスト ボックス 10">
              <a:extLst>
                <a:ext uri="{FF2B5EF4-FFF2-40B4-BE49-F238E27FC236}">
                  <a16:creationId xmlns:a16="http://schemas.microsoft.com/office/drawing/2014/main" id="{A40B5B54-4940-6453-FD9C-70FD9AA12EB6}"/>
                </a:ext>
              </a:extLst>
            </p:cNvPr>
            <p:cNvSpPr txBox="1"/>
            <p:nvPr/>
          </p:nvSpPr>
          <p:spPr>
            <a:xfrm>
              <a:off x="9704072" y="2290669"/>
              <a:ext cx="1620957" cy="338554"/>
            </a:xfrm>
            <a:prstGeom prst="rect">
              <a:avLst/>
            </a:prstGeom>
            <a:noFill/>
          </p:spPr>
          <p:txBody>
            <a:bodyPr wrap="none" rtlCol="0">
              <a:spAutoFit/>
            </a:bodyPr>
            <a:lstStyle/>
            <a:p>
              <a:pPr algn="r"/>
              <a:r>
                <a:rPr lang="ja-JP" altLang="en-US"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選択中バフ削除</a:t>
              </a:r>
              <a:endParaRPr kumimoji="1" lang="en-US" altLang="ja-JP"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153" name="グループ化 152">
            <a:extLst>
              <a:ext uri="{FF2B5EF4-FFF2-40B4-BE49-F238E27FC236}">
                <a16:creationId xmlns:a16="http://schemas.microsoft.com/office/drawing/2014/main" id="{4C1A2736-C4F9-7EAE-B70B-A7C5BDF5202E}"/>
              </a:ext>
            </a:extLst>
          </p:cNvPr>
          <p:cNvGrpSpPr/>
          <p:nvPr/>
        </p:nvGrpSpPr>
        <p:grpSpPr>
          <a:xfrm>
            <a:off x="9569319" y="1071664"/>
            <a:ext cx="1755710" cy="810206"/>
            <a:chOff x="9569319" y="887965"/>
            <a:chExt cx="1755710" cy="810206"/>
          </a:xfrm>
        </p:grpSpPr>
        <p:sp>
          <p:nvSpPr>
            <p:cNvPr id="6" name="四角形: 角を丸くする 5">
              <a:extLst>
                <a:ext uri="{FF2B5EF4-FFF2-40B4-BE49-F238E27FC236}">
                  <a16:creationId xmlns:a16="http://schemas.microsoft.com/office/drawing/2014/main" id="{461D419C-824F-0194-85B8-5FDDFE7182D1}"/>
                </a:ext>
              </a:extLst>
            </p:cNvPr>
            <p:cNvSpPr/>
            <p:nvPr/>
          </p:nvSpPr>
          <p:spPr>
            <a:xfrm>
              <a:off x="9569319" y="887965"/>
              <a:ext cx="1755710" cy="810206"/>
            </a:xfrm>
            <a:prstGeom prst="roundRect">
              <a:avLst>
                <a:gd name="adj" fmla="val 6428"/>
              </a:avLst>
            </a:prstGeom>
            <a:solidFill>
              <a:schemeClr val="accent6">
                <a:alpha val="80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2" name="テキスト ボックス 11">
              <a:extLst>
                <a:ext uri="{FF2B5EF4-FFF2-40B4-BE49-F238E27FC236}">
                  <a16:creationId xmlns:a16="http://schemas.microsoft.com/office/drawing/2014/main" id="{FAA4D449-2819-D426-5101-471AC673BC35}"/>
                </a:ext>
              </a:extLst>
            </p:cNvPr>
            <p:cNvSpPr txBox="1"/>
            <p:nvPr/>
          </p:nvSpPr>
          <p:spPr>
            <a:xfrm>
              <a:off x="9579753" y="1293068"/>
              <a:ext cx="1728357" cy="338554"/>
            </a:xfrm>
            <a:prstGeom prst="rect">
              <a:avLst/>
            </a:prstGeom>
            <a:noFill/>
          </p:spPr>
          <p:txBody>
            <a:bodyPr wrap="none" rtlCol="0">
              <a:spAutoFit/>
            </a:bodyPr>
            <a:lstStyle/>
            <a:p>
              <a:pPr algn="r"/>
              <a:r>
                <a:rPr kumimoji="1" lang="ja-JP" altLang="en-US"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ソート</a:t>
              </a:r>
              <a:r>
                <a:rPr kumimoji="1" lang="en-US" altLang="ja-JP"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a:t>
              </a:r>
              <a:r>
                <a:rPr kumimoji="1" lang="ja-JP" altLang="en-US"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フィルタ</a:t>
              </a:r>
              <a:endParaRPr kumimoji="1" lang="en-US" altLang="ja-JP"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5" name="グループ化 4">
            <a:extLst>
              <a:ext uri="{FF2B5EF4-FFF2-40B4-BE49-F238E27FC236}">
                <a16:creationId xmlns:a16="http://schemas.microsoft.com/office/drawing/2014/main" id="{A1533813-FDAD-E059-6704-B13462872EF6}"/>
              </a:ext>
            </a:extLst>
          </p:cNvPr>
          <p:cNvGrpSpPr/>
          <p:nvPr/>
        </p:nvGrpSpPr>
        <p:grpSpPr>
          <a:xfrm>
            <a:off x="9642030" y="1589329"/>
            <a:ext cx="1485182" cy="1716321"/>
            <a:chOff x="1276828" y="4105786"/>
            <a:chExt cx="1144222" cy="1716321"/>
          </a:xfrm>
        </p:grpSpPr>
        <p:sp>
          <p:nvSpPr>
            <p:cNvPr id="9" name="四角形: 角を丸くする 8">
              <a:extLst>
                <a:ext uri="{FF2B5EF4-FFF2-40B4-BE49-F238E27FC236}">
                  <a16:creationId xmlns:a16="http://schemas.microsoft.com/office/drawing/2014/main" id="{1AFC19C6-EB72-7878-9FF6-099235592A37}"/>
                </a:ext>
              </a:extLst>
            </p:cNvPr>
            <p:cNvSpPr/>
            <p:nvPr/>
          </p:nvSpPr>
          <p:spPr>
            <a:xfrm>
              <a:off x="1276828" y="4105786"/>
              <a:ext cx="1144222" cy="1716321"/>
            </a:xfrm>
            <a:prstGeom prst="roundRect">
              <a:avLst/>
            </a:prstGeom>
            <a:solidFill>
              <a:schemeClr val="bg1">
                <a:lumMod val="75000"/>
                <a:alpha val="70000"/>
              </a:schemeClr>
            </a:solidFill>
            <a:ln w="38100">
              <a:solidFill>
                <a:schemeClr val="accent6"/>
              </a:solidFill>
            </a:ln>
            <a:effectLst>
              <a:glow rad="88900">
                <a:schemeClr val="accent6">
                  <a:satMod val="175000"/>
                  <a:alpha val="4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0" name="テキスト ボックス 9">
              <a:extLst>
                <a:ext uri="{FF2B5EF4-FFF2-40B4-BE49-F238E27FC236}">
                  <a16:creationId xmlns:a16="http://schemas.microsoft.com/office/drawing/2014/main" id="{1444B9C0-4BBF-16E2-6442-EF1917B597F8}"/>
                </a:ext>
              </a:extLst>
            </p:cNvPr>
            <p:cNvSpPr txBox="1"/>
            <p:nvPr/>
          </p:nvSpPr>
          <p:spPr>
            <a:xfrm>
              <a:off x="1315928" y="4148054"/>
              <a:ext cx="1066022" cy="369332"/>
            </a:xfrm>
            <a:prstGeom prst="rect">
              <a:avLst/>
            </a:prstGeom>
            <a:noFill/>
          </p:spPr>
          <p:txBody>
            <a:bodyPr wrap="square">
              <a:spAutoFit/>
            </a:bodyPr>
            <a:lstStyle/>
            <a:p>
              <a:pPr algn="ctr"/>
              <a:r>
                <a:rPr lang="en-US" altLang="ja-JP" dirty="0">
                  <a:solidFill>
                    <a:schemeClr val="accent2">
                      <a:lumMod val="20000"/>
                      <a:lumOff val="80000"/>
                    </a:schemeClr>
                  </a:solidFill>
                  <a:latin typeface="HGS明朝E" panose="02020900000000000000" pitchFamily="18" charset="-128"/>
                  <a:ea typeface="HGS明朝E" panose="02020900000000000000" pitchFamily="18" charset="-128"/>
                </a:rPr>
                <a:t>R</a:t>
              </a:r>
              <a:endParaRPr lang="ja-JP" altLang="en-US" dirty="0">
                <a:solidFill>
                  <a:schemeClr val="accent2">
                    <a:lumMod val="20000"/>
                    <a:lumOff val="80000"/>
                  </a:schemeClr>
                </a:solidFill>
                <a:latin typeface="HGS明朝E" panose="02020900000000000000" pitchFamily="18" charset="-128"/>
                <a:ea typeface="HGS明朝E" panose="02020900000000000000" pitchFamily="18" charset="-128"/>
              </a:endParaRPr>
            </a:p>
          </p:txBody>
        </p:sp>
      </p:grpSp>
      <p:pic>
        <p:nvPicPr>
          <p:cNvPr id="13" name="図 12">
            <a:extLst>
              <a:ext uri="{FF2B5EF4-FFF2-40B4-BE49-F238E27FC236}">
                <a16:creationId xmlns:a16="http://schemas.microsoft.com/office/drawing/2014/main" id="{85616CB7-2CB1-F6A4-B300-0690EBDE490E}"/>
              </a:ext>
            </a:extLst>
          </p:cNvPr>
          <p:cNvPicPr>
            <a:picLocks noChangeAspect="1"/>
          </p:cNvPicPr>
          <p:nvPr/>
        </p:nvPicPr>
        <p:blipFill>
          <a:blip r:embed="rId4">
            <a:extLst>
              <a:ext uri="{28A0092B-C50C-407E-A947-70E740481C1C}">
                <a14:useLocalDpi xmlns:a14="http://schemas.microsoft.com/office/drawing/2010/main" val="0"/>
              </a:ext>
            </a:extLst>
          </a:blip>
          <a:srcRect l="5956" r="70153"/>
          <a:stretch>
            <a:fillRect/>
          </a:stretch>
        </p:blipFill>
        <p:spPr>
          <a:xfrm>
            <a:off x="9990971" y="2154148"/>
            <a:ext cx="814582" cy="702580"/>
          </a:xfrm>
          <a:prstGeom prst="rect">
            <a:avLst/>
          </a:prstGeom>
        </p:spPr>
      </p:pic>
      <p:pic>
        <p:nvPicPr>
          <p:cNvPr id="15" name="図 14">
            <a:extLst>
              <a:ext uri="{FF2B5EF4-FFF2-40B4-BE49-F238E27FC236}">
                <a16:creationId xmlns:a16="http://schemas.microsoft.com/office/drawing/2014/main" id="{AF437FA5-C8A7-AB2B-4EE3-AE24FBAFE3E0}"/>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0375356" y="2761634"/>
            <a:ext cx="1071664" cy="1071664"/>
          </a:xfrm>
          <a:prstGeom prst="rect">
            <a:avLst/>
          </a:prstGeom>
        </p:spPr>
      </p:pic>
      <p:pic>
        <p:nvPicPr>
          <p:cNvPr id="44" name="図 43">
            <a:extLst>
              <a:ext uri="{FF2B5EF4-FFF2-40B4-BE49-F238E27FC236}">
                <a16:creationId xmlns:a16="http://schemas.microsoft.com/office/drawing/2014/main" id="{2296D05F-CB11-A990-B395-13DAF597E835}"/>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1271707" y="235933"/>
            <a:ext cx="610371" cy="610371"/>
          </a:xfrm>
          <a:prstGeom prst="rect">
            <a:avLst/>
          </a:prstGeom>
        </p:spPr>
      </p:pic>
      <p:grpSp>
        <p:nvGrpSpPr>
          <p:cNvPr id="48" name="グループ化 47">
            <a:extLst>
              <a:ext uri="{FF2B5EF4-FFF2-40B4-BE49-F238E27FC236}">
                <a16:creationId xmlns:a16="http://schemas.microsoft.com/office/drawing/2014/main" id="{8C2B9F06-AA6B-BBDF-E5E4-829B9EDAD167}"/>
              </a:ext>
            </a:extLst>
          </p:cNvPr>
          <p:cNvGrpSpPr/>
          <p:nvPr/>
        </p:nvGrpSpPr>
        <p:grpSpPr>
          <a:xfrm>
            <a:off x="9569319" y="5011901"/>
            <a:ext cx="1755710" cy="810206"/>
            <a:chOff x="9569319" y="5159829"/>
            <a:chExt cx="1755710" cy="810206"/>
          </a:xfrm>
          <a:solidFill>
            <a:schemeClr val="bg1">
              <a:lumMod val="85000"/>
              <a:alpha val="70000"/>
            </a:schemeClr>
          </a:solidFill>
        </p:grpSpPr>
        <p:sp>
          <p:nvSpPr>
            <p:cNvPr id="49" name="四角形: 角を丸くする 48">
              <a:extLst>
                <a:ext uri="{FF2B5EF4-FFF2-40B4-BE49-F238E27FC236}">
                  <a16:creationId xmlns:a16="http://schemas.microsoft.com/office/drawing/2014/main" id="{3B98C6D3-D7E7-BEA9-C532-CF6E73AB670C}"/>
                </a:ext>
              </a:extLst>
            </p:cNvPr>
            <p:cNvSpPr/>
            <p:nvPr/>
          </p:nvSpPr>
          <p:spPr>
            <a:xfrm>
              <a:off x="9569319" y="5159829"/>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HGS明朝E" panose="02020900000000000000" pitchFamily="18" charset="-128"/>
                <a:ea typeface="HGS明朝E" panose="02020900000000000000" pitchFamily="18" charset="-128"/>
              </a:endParaRPr>
            </a:p>
          </p:txBody>
        </p:sp>
        <p:sp>
          <p:nvSpPr>
            <p:cNvPr id="50" name="テキスト ボックス 49">
              <a:extLst>
                <a:ext uri="{FF2B5EF4-FFF2-40B4-BE49-F238E27FC236}">
                  <a16:creationId xmlns:a16="http://schemas.microsoft.com/office/drawing/2014/main" id="{74D52F9B-9B43-EEF4-E779-872049ADC71B}"/>
                </a:ext>
              </a:extLst>
            </p:cNvPr>
            <p:cNvSpPr txBox="1"/>
            <p:nvPr/>
          </p:nvSpPr>
          <p:spPr>
            <a:xfrm>
              <a:off x="10430947" y="5564932"/>
              <a:ext cx="877163" cy="369332"/>
            </a:xfrm>
            <a:prstGeom prst="rect">
              <a:avLst/>
            </a:prstGeom>
            <a:noFill/>
            <a:ln>
              <a:noFill/>
            </a:ln>
          </p:spPr>
          <p:txBody>
            <a:bodyPr wrap="none" rtlCol="0">
              <a:spAutoFit/>
            </a:bodyPr>
            <a:lstStyle/>
            <a:p>
              <a:pPr algn="r"/>
              <a:r>
                <a:rPr kumimoji="1" lang="ja-JP" altLang="en-US"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rPr>
                <a:t>ルート</a:t>
              </a:r>
              <a:endParaRPr kumimoji="1" lang="en-US" altLang="ja-JP"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52" name="グループ化 51">
            <a:extLst>
              <a:ext uri="{FF2B5EF4-FFF2-40B4-BE49-F238E27FC236}">
                <a16:creationId xmlns:a16="http://schemas.microsoft.com/office/drawing/2014/main" id="{366B6C91-B60C-06F8-5FCE-3C333EAA0976}"/>
              </a:ext>
            </a:extLst>
          </p:cNvPr>
          <p:cNvGrpSpPr/>
          <p:nvPr/>
        </p:nvGrpSpPr>
        <p:grpSpPr>
          <a:xfrm>
            <a:off x="9569319" y="3698488"/>
            <a:ext cx="1755710" cy="810206"/>
            <a:chOff x="9575538" y="4156787"/>
            <a:chExt cx="1755710" cy="810206"/>
          </a:xfrm>
          <a:solidFill>
            <a:schemeClr val="bg1">
              <a:lumMod val="85000"/>
              <a:alpha val="70000"/>
            </a:schemeClr>
          </a:solidFill>
        </p:grpSpPr>
        <p:sp>
          <p:nvSpPr>
            <p:cNvPr id="53" name="四角形: 角を丸くする 52">
              <a:extLst>
                <a:ext uri="{FF2B5EF4-FFF2-40B4-BE49-F238E27FC236}">
                  <a16:creationId xmlns:a16="http://schemas.microsoft.com/office/drawing/2014/main" id="{308171AF-3B94-809E-8F56-97191E867959}"/>
                </a:ext>
              </a:extLst>
            </p:cNvPr>
            <p:cNvSpPr/>
            <p:nvPr/>
          </p:nvSpPr>
          <p:spPr>
            <a:xfrm>
              <a:off x="9575538" y="4156787"/>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HGS明朝E" panose="02020900000000000000" pitchFamily="18" charset="-128"/>
                <a:ea typeface="HGS明朝E" panose="02020900000000000000" pitchFamily="18" charset="-128"/>
              </a:endParaRPr>
            </a:p>
          </p:txBody>
        </p:sp>
        <p:sp>
          <p:nvSpPr>
            <p:cNvPr id="54" name="テキスト ボックス 53">
              <a:extLst>
                <a:ext uri="{FF2B5EF4-FFF2-40B4-BE49-F238E27FC236}">
                  <a16:creationId xmlns:a16="http://schemas.microsoft.com/office/drawing/2014/main" id="{C8BBF340-6236-A7BB-02E4-FDC93D22121A}"/>
                </a:ext>
              </a:extLst>
            </p:cNvPr>
            <p:cNvSpPr txBox="1"/>
            <p:nvPr/>
          </p:nvSpPr>
          <p:spPr>
            <a:xfrm>
              <a:off x="10661779" y="4561890"/>
              <a:ext cx="646331" cy="369332"/>
            </a:xfrm>
            <a:prstGeom prst="rect">
              <a:avLst/>
            </a:prstGeom>
            <a:noFill/>
            <a:ln>
              <a:noFill/>
            </a:ln>
          </p:spPr>
          <p:txBody>
            <a:bodyPr wrap="none" rtlCol="0">
              <a:spAutoFit/>
            </a:bodyPr>
            <a:lstStyle/>
            <a:p>
              <a:pPr algn="r"/>
              <a:r>
                <a:rPr kumimoji="1" lang="ja-JP" altLang="en-US"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rPr>
                <a:t>戻る</a:t>
              </a:r>
              <a:endParaRPr kumimoji="1" lang="en-US" altLang="ja-JP"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102" name="グループ化 101">
            <a:extLst>
              <a:ext uri="{FF2B5EF4-FFF2-40B4-BE49-F238E27FC236}">
                <a16:creationId xmlns:a16="http://schemas.microsoft.com/office/drawing/2014/main" id="{06C7BCD1-6886-2821-C00D-B7D15AE24499}"/>
              </a:ext>
            </a:extLst>
          </p:cNvPr>
          <p:cNvGrpSpPr/>
          <p:nvPr/>
        </p:nvGrpSpPr>
        <p:grpSpPr>
          <a:xfrm>
            <a:off x="726233" y="695130"/>
            <a:ext cx="8501744" cy="5467739"/>
            <a:chOff x="726233" y="695130"/>
            <a:chExt cx="8501744" cy="5467739"/>
          </a:xfrm>
        </p:grpSpPr>
        <p:sp>
          <p:nvSpPr>
            <p:cNvPr id="103" name="四角形: 角を丸くする 102">
              <a:extLst>
                <a:ext uri="{FF2B5EF4-FFF2-40B4-BE49-F238E27FC236}">
                  <a16:creationId xmlns:a16="http://schemas.microsoft.com/office/drawing/2014/main" id="{B8EB6C80-6390-A111-7E40-5C66D8BC1D2A}"/>
                </a:ext>
              </a:extLst>
            </p:cNvPr>
            <p:cNvSpPr/>
            <p:nvPr/>
          </p:nvSpPr>
          <p:spPr>
            <a:xfrm>
              <a:off x="726233" y="695130"/>
              <a:ext cx="8501744" cy="5467739"/>
            </a:xfrm>
            <a:prstGeom prst="roundRect">
              <a:avLst>
                <a:gd name="adj" fmla="val 6428"/>
              </a:avLst>
            </a:prstGeom>
            <a:solidFill>
              <a:schemeClr val="bg1">
                <a:lumMod val="65000"/>
                <a:alpha val="6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nvGrpSpPr>
            <p:cNvPr id="104" name="グループ化 103">
              <a:extLst>
                <a:ext uri="{FF2B5EF4-FFF2-40B4-BE49-F238E27FC236}">
                  <a16:creationId xmlns:a16="http://schemas.microsoft.com/office/drawing/2014/main" id="{76558B57-62E2-712D-9238-71FFA84FBA65}"/>
                </a:ext>
              </a:extLst>
            </p:cNvPr>
            <p:cNvGrpSpPr/>
            <p:nvPr/>
          </p:nvGrpSpPr>
          <p:grpSpPr>
            <a:xfrm>
              <a:off x="5342669" y="1594808"/>
              <a:ext cx="1485182" cy="1716321"/>
              <a:chOff x="4788263" y="1594808"/>
              <a:chExt cx="1485182" cy="1716321"/>
            </a:xfrm>
          </p:grpSpPr>
          <p:grpSp>
            <p:nvGrpSpPr>
              <p:cNvPr id="136" name="グループ化 135">
                <a:extLst>
                  <a:ext uri="{FF2B5EF4-FFF2-40B4-BE49-F238E27FC236}">
                    <a16:creationId xmlns:a16="http://schemas.microsoft.com/office/drawing/2014/main" id="{4FFEEAB7-68AA-873A-F60A-BD81A3CAC646}"/>
                  </a:ext>
                </a:extLst>
              </p:cNvPr>
              <p:cNvGrpSpPr/>
              <p:nvPr/>
            </p:nvGrpSpPr>
            <p:grpSpPr>
              <a:xfrm>
                <a:off x="4788263" y="1594808"/>
                <a:ext cx="1485182" cy="1716321"/>
                <a:chOff x="1276828" y="4105786"/>
                <a:chExt cx="1144222" cy="1716321"/>
              </a:xfrm>
            </p:grpSpPr>
            <p:sp>
              <p:nvSpPr>
                <p:cNvPr id="138" name="四角形: 角を丸くする 137">
                  <a:extLst>
                    <a:ext uri="{FF2B5EF4-FFF2-40B4-BE49-F238E27FC236}">
                      <a16:creationId xmlns:a16="http://schemas.microsoft.com/office/drawing/2014/main" id="{05444C0C-65CB-903C-D0C3-9BAF652C081E}"/>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39" name="テキスト ボックス 138">
                  <a:extLst>
                    <a:ext uri="{FF2B5EF4-FFF2-40B4-BE49-F238E27FC236}">
                      <a16:creationId xmlns:a16="http://schemas.microsoft.com/office/drawing/2014/main" id="{6308866F-44CF-612C-BDEF-1542375DAFEC}"/>
                    </a:ext>
                  </a:extLst>
                </p:cNvPr>
                <p:cNvSpPr txBox="1"/>
                <p:nvPr/>
              </p:nvSpPr>
              <p:spPr>
                <a:xfrm>
                  <a:off x="1315928" y="4148054"/>
                  <a:ext cx="1066022" cy="369332"/>
                </a:xfrm>
                <a:prstGeom prst="rect">
                  <a:avLst/>
                </a:prstGeom>
                <a:noFill/>
              </p:spPr>
              <p:txBody>
                <a:bodyPr wrap="square">
                  <a:spAutoFit/>
                </a:bodyPr>
                <a:lstStyle/>
                <a:p>
                  <a:pPr algn="ctr"/>
                  <a:r>
                    <a:rPr lang="en-US" altLang="ja-JP" dirty="0">
                      <a:gradFill flip="none" rotWithShape="1">
                        <a:gsLst>
                          <a:gs pos="100000">
                            <a:srgbClr val="CC66FF"/>
                          </a:gs>
                          <a:gs pos="75000">
                            <a:srgbClr val="00B0F0"/>
                          </a:gs>
                          <a:gs pos="50000">
                            <a:srgbClr val="92D050"/>
                          </a:gs>
                          <a:gs pos="25000">
                            <a:srgbClr val="FFC000"/>
                          </a:gs>
                          <a:gs pos="1000">
                            <a:srgbClr val="FF0000"/>
                          </a:gs>
                        </a:gsLst>
                        <a:lin ang="2700000" scaled="1"/>
                        <a:tileRect/>
                      </a:gradFill>
                      <a:latin typeface="HGS明朝E" panose="02020900000000000000" pitchFamily="18" charset="-128"/>
                      <a:ea typeface="HGS明朝E" panose="02020900000000000000" pitchFamily="18" charset="-128"/>
                    </a:rPr>
                    <a:t>SSR</a:t>
                  </a:r>
                  <a:endParaRPr kumimoji="1" lang="ja-JP" altLang="en-US" dirty="0">
                    <a:gradFill flip="none" rotWithShape="1">
                      <a:gsLst>
                        <a:gs pos="100000">
                          <a:srgbClr val="CC66FF"/>
                        </a:gs>
                        <a:gs pos="75000">
                          <a:srgbClr val="00B0F0"/>
                        </a:gs>
                        <a:gs pos="50000">
                          <a:srgbClr val="92D050"/>
                        </a:gs>
                        <a:gs pos="25000">
                          <a:srgbClr val="FFC000"/>
                        </a:gs>
                        <a:gs pos="1000">
                          <a:srgbClr val="FF0000"/>
                        </a:gs>
                      </a:gsLst>
                      <a:lin ang="2700000" scaled="1"/>
                      <a:tileRect/>
                    </a:gradFill>
                    <a:latin typeface="HGS明朝E" panose="02020900000000000000" pitchFamily="18" charset="-128"/>
                    <a:ea typeface="HGS明朝E" panose="02020900000000000000" pitchFamily="18" charset="-128"/>
                  </a:endParaRPr>
                </a:p>
              </p:txBody>
            </p:sp>
          </p:grpSp>
          <p:pic>
            <p:nvPicPr>
              <p:cNvPr id="137" name="図 136">
                <a:extLst>
                  <a:ext uri="{FF2B5EF4-FFF2-40B4-BE49-F238E27FC236}">
                    <a16:creationId xmlns:a16="http://schemas.microsoft.com/office/drawing/2014/main" id="{7097CB15-58E6-D2B1-A811-3ED9FE838E18}"/>
                  </a:ext>
                </a:extLst>
              </p:cNvPr>
              <p:cNvPicPr>
                <a:picLocks noChangeAspect="1"/>
              </p:cNvPicPr>
              <p:nvPr/>
            </p:nvPicPr>
            <p:blipFill>
              <a:blip r:embed="rId4">
                <a:extLst>
                  <a:ext uri="{28A0092B-C50C-407E-A947-70E740481C1C}">
                    <a14:useLocalDpi xmlns:a14="http://schemas.microsoft.com/office/drawing/2010/main" val="0"/>
                  </a:ext>
                </a:extLst>
              </a:blip>
              <a:srcRect l="5956" r="70153"/>
              <a:stretch>
                <a:fillRect/>
              </a:stretch>
            </p:blipFill>
            <p:spPr>
              <a:xfrm>
                <a:off x="5150333" y="2005293"/>
                <a:ext cx="814582" cy="702580"/>
              </a:xfrm>
              <a:prstGeom prst="rect">
                <a:avLst/>
              </a:prstGeom>
            </p:spPr>
          </p:pic>
        </p:grpSp>
        <p:grpSp>
          <p:nvGrpSpPr>
            <p:cNvPr id="105" name="グループ化 104">
              <a:extLst>
                <a:ext uri="{FF2B5EF4-FFF2-40B4-BE49-F238E27FC236}">
                  <a16:creationId xmlns:a16="http://schemas.microsoft.com/office/drawing/2014/main" id="{C53EF3CD-33B8-C7F8-3DE0-959AEBC83450}"/>
                </a:ext>
              </a:extLst>
            </p:cNvPr>
            <p:cNvGrpSpPr/>
            <p:nvPr/>
          </p:nvGrpSpPr>
          <p:grpSpPr>
            <a:xfrm>
              <a:off x="3530870" y="1594808"/>
              <a:ext cx="1485182" cy="1716321"/>
              <a:chOff x="3032545" y="1594808"/>
              <a:chExt cx="1485182" cy="1716321"/>
            </a:xfrm>
          </p:grpSpPr>
          <p:grpSp>
            <p:nvGrpSpPr>
              <p:cNvPr id="132" name="グループ化 131">
                <a:extLst>
                  <a:ext uri="{FF2B5EF4-FFF2-40B4-BE49-F238E27FC236}">
                    <a16:creationId xmlns:a16="http://schemas.microsoft.com/office/drawing/2014/main" id="{F1295784-6A66-7F83-E999-89664BF417D1}"/>
                  </a:ext>
                </a:extLst>
              </p:cNvPr>
              <p:cNvGrpSpPr/>
              <p:nvPr/>
            </p:nvGrpSpPr>
            <p:grpSpPr>
              <a:xfrm>
                <a:off x="3032545" y="1594808"/>
                <a:ext cx="1485182" cy="1716321"/>
                <a:chOff x="1276828" y="4105786"/>
                <a:chExt cx="1144222" cy="1716321"/>
              </a:xfrm>
            </p:grpSpPr>
            <p:sp>
              <p:nvSpPr>
                <p:cNvPr id="134" name="四角形: 角を丸くする 133">
                  <a:extLst>
                    <a:ext uri="{FF2B5EF4-FFF2-40B4-BE49-F238E27FC236}">
                      <a16:creationId xmlns:a16="http://schemas.microsoft.com/office/drawing/2014/main" id="{E715674D-39F5-EDF8-7B4F-FB20CFCE27E8}"/>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35" name="テキスト ボックス 134">
                  <a:extLst>
                    <a:ext uri="{FF2B5EF4-FFF2-40B4-BE49-F238E27FC236}">
                      <a16:creationId xmlns:a16="http://schemas.microsoft.com/office/drawing/2014/main" id="{B717E203-BB2A-4EA3-51B4-48D29ADE77F9}"/>
                    </a:ext>
                  </a:extLst>
                </p:cNvPr>
                <p:cNvSpPr txBox="1"/>
                <p:nvPr/>
              </p:nvSpPr>
              <p:spPr>
                <a:xfrm>
                  <a:off x="1315928" y="4148054"/>
                  <a:ext cx="1066022" cy="369332"/>
                </a:xfrm>
                <a:prstGeom prst="rect">
                  <a:avLst/>
                </a:prstGeom>
                <a:noFill/>
              </p:spPr>
              <p:txBody>
                <a:bodyPr wrap="square">
                  <a:spAutoFit/>
                </a:bodyPr>
                <a:lstStyle/>
                <a:p>
                  <a:pPr algn="ctr"/>
                  <a:r>
                    <a:rPr lang="en-US" altLang="ja-JP" dirty="0">
                      <a:gradFill flip="none" rotWithShape="1">
                        <a:gsLst>
                          <a:gs pos="0">
                            <a:srgbClr val="CC66FF"/>
                          </a:gs>
                          <a:gs pos="50000">
                            <a:srgbClr val="CC00FF"/>
                          </a:gs>
                          <a:gs pos="100000">
                            <a:srgbClr val="CC66FF"/>
                          </a:gs>
                        </a:gsLst>
                        <a:lin ang="2700000" scaled="1"/>
                        <a:tileRect/>
                      </a:gradFill>
                      <a:latin typeface="HGS明朝E" panose="02020900000000000000" pitchFamily="18" charset="-128"/>
                      <a:ea typeface="HGS明朝E" panose="02020900000000000000" pitchFamily="18" charset="-128"/>
                    </a:rPr>
                    <a:t>SR</a:t>
                  </a:r>
                  <a:endParaRPr kumimoji="1" lang="ja-JP" altLang="en-US" dirty="0">
                    <a:gradFill flip="none" rotWithShape="1">
                      <a:gsLst>
                        <a:gs pos="0">
                          <a:srgbClr val="CC66FF"/>
                        </a:gs>
                        <a:gs pos="50000">
                          <a:srgbClr val="CC00FF"/>
                        </a:gs>
                        <a:gs pos="100000">
                          <a:srgbClr val="CC66FF"/>
                        </a:gs>
                      </a:gsLst>
                      <a:lin ang="2700000" scaled="1"/>
                      <a:tileRect/>
                    </a:gradFill>
                    <a:latin typeface="HGS明朝E" panose="02020900000000000000" pitchFamily="18" charset="-128"/>
                    <a:ea typeface="HGS明朝E" panose="02020900000000000000" pitchFamily="18" charset="-128"/>
                  </a:endParaRPr>
                </a:p>
              </p:txBody>
            </p:sp>
          </p:grpSp>
          <p:pic>
            <p:nvPicPr>
              <p:cNvPr id="133" name="図 132">
                <a:extLst>
                  <a:ext uri="{FF2B5EF4-FFF2-40B4-BE49-F238E27FC236}">
                    <a16:creationId xmlns:a16="http://schemas.microsoft.com/office/drawing/2014/main" id="{FFA73929-050B-625C-CE8D-98AE4A13BE0C}"/>
                  </a:ext>
                </a:extLst>
              </p:cNvPr>
              <p:cNvPicPr>
                <a:picLocks noChangeAspect="1"/>
              </p:cNvPicPr>
              <p:nvPr/>
            </p:nvPicPr>
            <p:blipFill>
              <a:blip r:embed="rId4">
                <a:extLst>
                  <a:ext uri="{28A0092B-C50C-407E-A947-70E740481C1C}">
                    <a14:useLocalDpi xmlns:a14="http://schemas.microsoft.com/office/drawing/2010/main" val="0"/>
                  </a:ext>
                </a:extLst>
              </a:blip>
              <a:srcRect l="27993" t="-2434" r="49502" b="2434"/>
              <a:stretch>
                <a:fillRect/>
              </a:stretch>
            </p:blipFill>
            <p:spPr>
              <a:xfrm>
                <a:off x="3356573" y="1977007"/>
                <a:ext cx="767346" cy="702580"/>
              </a:xfrm>
              <a:prstGeom prst="rect">
                <a:avLst/>
              </a:prstGeom>
            </p:spPr>
          </p:pic>
        </p:grpSp>
        <p:sp>
          <p:nvSpPr>
            <p:cNvPr id="106" name="テキスト ボックス 105">
              <a:extLst>
                <a:ext uri="{FF2B5EF4-FFF2-40B4-BE49-F238E27FC236}">
                  <a16:creationId xmlns:a16="http://schemas.microsoft.com/office/drawing/2014/main" id="{543F0DAB-FAEA-99F1-A38A-45B4C3CDB8E4}"/>
                </a:ext>
              </a:extLst>
            </p:cNvPr>
            <p:cNvSpPr txBox="1"/>
            <p:nvPr/>
          </p:nvSpPr>
          <p:spPr>
            <a:xfrm>
              <a:off x="935869" y="883125"/>
              <a:ext cx="1005403" cy="584775"/>
            </a:xfrm>
            <a:prstGeom prst="rect">
              <a:avLst/>
            </a:prstGeom>
            <a:noFill/>
          </p:spPr>
          <p:txBody>
            <a:bodyPr wrap="none" rtlCol="0">
              <a:spAutoFit/>
            </a:bodyPr>
            <a:lstStyle/>
            <a:p>
              <a:r>
                <a:rPr kumimoji="1" lang="ja-JP" altLang="en-US" sz="3200" dirty="0">
                  <a:solidFill>
                    <a:schemeClr val="tx1">
                      <a:lumMod val="85000"/>
                      <a:lumOff val="15000"/>
                    </a:schemeClr>
                  </a:solidFill>
                  <a:latin typeface="HGS明朝E" panose="02020900000000000000" pitchFamily="18" charset="-128"/>
                  <a:ea typeface="HGS明朝E" panose="02020900000000000000" pitchFamily="18" charset="-128"/>
                </a:rPr>
                <a:t>バフ</a:t>
              </a:r>
            </a:p>
          </p:txBody>
        </p:sp>
        <p:grpSp>
          <p:nvGrpSpPr>
            <p:cNvPr id="107" name="グループ化 106">
              <a:extLst>
                <a:ext uri="{FF2B5EF4-FFF2-40B4-BE49-F238E27FC236}">
                  <a16:creationId xmlns:a16="http://schemas.microsoft.com/office/drawing/2014/main" id="{D50AB18F-3ACD-1F33-14AC-76C423A1E50A}"/>
                </a:ext>
              </a:extLst>
            </p:cNvPr>
            <p:cNvGrpSpPr/>
            <p:nvPr/>
          </p:nvGrpSpPr>
          <p:grpSpPr>
            <a:xfrm rot="5400000">
              <a:off x="-825047" y="3593840"/>
              <a:ext cx="4351022" cy="276285"/>
              <a:chOff x="3114125" y="3836637"/>
              <a:chExt cx="5697007" cy="276285"/>
            </a:xfrm>
          </p:grpSpPr>
          <p:sp>
            <p:nvSpPr>
              <p:cNvPr id="130" name="四角形: 角を丸くする 129">
                <a:extLst>
                  <a:ext uri="{FF2B5EF4-FFF2-40B4-BE49-F238E27FC236}">
                    <a16:creationId xmlns:a16="http://schemas.microsoft.com/office/drawing/2014/main" id="{DAA177CD-5618-D7DC-7AD5-84868EF23015}"/>
                  </a:ext>
                </a:extLst>
              </p:cNvPr>
              <p:cNvSpPr/>
              <p:nvPr/>
            </p:nvSpPr>
            <p:spPr>
              <a:xfrm>
                <a:off x="3114125" y="3891844"/>
                <a:ext cx="5697007" cy="165873"/>
              </a:xfrm>
              <a:prstGeom prst="roundRect">
                <a:avLst/>
              </a:prstGeom>
              <a:solidFill>
                <a:schemeClr val="bg1">
                  <a:lumMod val="65000"/>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31" name="四角形: 角を丸くする 130">
                <a:extLst>
                  <a:ext uri="{FF2B5EF4-FFF2-40B4-BE49-F238E27FC236}">
                    <a16:creationId xmlns:a16="http://schemas.microsoft.com/office/drawing/2014/main" id="{925E0AA0-690C-BF6D-734F-38E38CF28906}"/>
                  </a:ext>
                </a:extLst>
              </p:cNvPr>
              <p:cNvSpPr/>
              <p:nvPr/>
            </p:nvSpPr>
            <p:spPr>
              <a:xfrm>
                <a:off x="4786606" y="3836637"/>
                <a:ext cx="2050791" cy="276285"/>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sp>
          <p:nvSpPr>
            <p:cNvPr id="108" name="四角形: 角を丸くする 107">
              <a:extLst>
                <a:ext uri="{FF2B5EF4-FFF2-40B4-BE49-F238E27FC236}">
                  <a16:creationId xmlns:a16="http://schemas.microsoft.com/office/drawing/2014/main" id="{7B0B32F9-CB53-3E5D-79B5-956931095FB4}"/>
                </a:ext>
              </a:extLst>
            </p:cNvPr>
            <p:cNvSpPr/>
            <p:nvPr/>
          </p:nvSpPr>
          <p:spPr>
            <a:xfrm>
              <a:off x="3895299" y="878169"/>
              <a:ext cx="2163612" cy="504394"/>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bg1">
                      <a:lumMod val="95000"/>
                    </a:schemeClr>
                  </a:solidFill>
                  <a:latin typeface="HGS明朝E" panose="02020900000000000000" pitchFamily="18" charset="-128"/>
                  <a:ea typeface="HGS明朝E" panose="02020900000000000000" pitchFamily="18" charset="-128"/>
                </a:rPr>
                <a:t>発動中：</a:t>
              </a:r>
              <a:r>
                <a:rPr kumimoji="1" lang="en-US" altLang="ja-JP" sz="2400" dirty="0">
                  <a:solidFill>
                    <a:schemeClr val="bg1">
                      <a:lumMod val="95000"/>
                    </a:schemeClr>
                  </a:solidFill>
                  <a:latin typeface="HGS明朝E" panose="02020900000000000000" pitchFamily="18" charset="-128"/>
                  <a:ea typeface="HGS明朝E" panose="02020900000000000000" pitchFamily="18" charset="-128"/>
                </a:rPr>
                <a:t>00</a:t>
              </a:r>
              <a:r>
                <a:rPr lang="en-US" altLang="ja-JP" sz="2400" dirty="0">
                  <a:solidFill>
                    <a:schemeClr val="bg1">
                      <a:lumMod val="95000"/>
                    </a:schemeClr>
                  </a:solidFill>
                  <a:latin typeface="HGS明朝E" panose="02020900000000000000" pitchFamily="18" charset="-128"/>
                  <a:ea typeface="HGS明朝E" panose="02020900000000000000" pitchFamily="18" charset="-128"/>
                </a:rPr>
                <a:t>/00</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grpSp>
          <p:nvGrpSpPr>
            <p:cNvPr id="109" name="グループ化 108">
              <a:extLst>
                <a:ext uri="{FF2B5EF4-FFF2-40B4-BE49-F238E27FC236}">
                  <a16:creationId xmlns:a16="http://schemas.microsoft.com/office/drawing/2014/main" id="{E2F3544C-54BE-94B7-E3B2-79E4B592048B}"/>
                </a:ext>
              </a:extLst>
            </p:cNvPr>
            <p:cNvGrpSpPr/>
            <p:nvPr/>
          </p:nvGrpSpPr>
          <p:grpSpPr>
            <a:xfrm>
              <a:off x="7154469" y="1586624"/>
              <a:ext cx="1485182" cy="1716321"/>
              <a:chOff x="1276828" y="4105786"/>
              <a:chExt cx="1144222" cy="1716321"/>
            </a:xfrm>
          </p:grpSpPr>
          <p:sp>
            <p:nvSpPr>
              <p:cNvPr id="127" name="四角形: 角を丸くする 126">
                <a:extLst>
                  <a:ext uri="{FF2B5EF4-FFF2-40B4-BE49-F238E27FC236}">
                    <a16:creationId xmlns:a16="http://schemas.microsoft.com/office/drawing/2014/main" id="{137C0309-C98E-EBAF-48EA-65A5D28810CD}"/>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29" name="テキスト ボックス 128">
                <a:extLst>
                  <a:ext uri="{FF2B5EF4-FFF2-40B4-BE49-F238E27FC236}">
                    <a16:creationId xmlns:a16="http://schemas.microsoft.com/office/drawing/2014/main" id="{549641EE-A156-97C3-6158-09BA2E2D3CEA}"/>
                  </a:ext>
                </a:extLst>
              </p:cNvPr>
              <p:cNvSpPr txBox="1"/>
              <p:nvPr/>
            </p:nvSpPr>
            <p:spPr>
              <a:xfrm>
                <a:off x="1315928" y="4148054"/>
                <a:ext cx="1066022" cy="369332"/>
              </a:xfrm>
              <a:prstGeom prst="rect">
                <a:avLst/>
              </a:prstGeom>
              <a:noFill/>
            </p:spPr>
            <p:txBody>
              <a:bodyPr wrap="square">
                <a:spAutoFit/>
              </a:bodyPr>
              <a:lstStyle/>
              <a:p>
                <a:pPr algn="ctr"/>
                <a:r>
                  <a:rPr lang="ja-JP" altLang="en-US" dirty="0">
                    <a:solidFill>
                      <a:schemeClr val="bg1">
                        <a:lumMod val="95000"/>
                      </a:schemeClr>
                    </a:solidFill>
                    <a:latin typeface="HGS明朝E" panose="02020900000000000000" pitchFamily="18" charset="-128"/>
                    <a:ea typeface="HGS明朝E" panose="02020900000000000000" pitchFamily="18" charset="-128"/>
                  </a:rPr>
                  <a:t>空</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grpSp>
        <p:sp>
          <p:nvSpPr>
            <p:cNvPr id="110" name="フリーフォーム: 図形 109">
              <a:extLst>
                <a:ext uri="{FF2B5EF4-FFF2-40B4-BE49-F238E27FC236}">
                  <a16:creationId xmlns:a16="http://schemas.microsoft.com/office/drawing/2014/main" id="{11C4BD6B-0F59-14A2-6C29-920C3C6A13DD}"/>
                </a:ext>
              </a:extLst>
            </p:cNvPr>
            <p:cNvSpPr/>
            <p:nvPr/>
          </p:nvSpPr>
          <p:spPr>
            <a:xfrm>
              <a:off x="1713812" y="1594808"/>
              <a:ext cx="6933831" cy="1716321"/>
            </a:xfrm>
            <a:custGeom>
              <a:avLst/>
              <a:gdLst>
                <a:gd name="csX0" fmla="*/ 247535 w 6933831"/>
                <a:gd name="csY0" fmla="*/ 0 h 1716321"/>
                <a:gd name="csX1" fmla="*/ 1237647 w 6933831"/>
                <a:gd name="csY1" fmla="*/ 0 h 1716321"/>
                <a:gd name="csX2" fmla="*/ 1485182 w 6933831"/>
                <a:gd name="csY2" fmla="*/ 247535 h 1716321"/>
                <a:gd name="csX3" fmla="*/ 1485182 w 6933831"/>
                <a:gd name="csY3" fmla="*/ 1162874 h 1716321"/>
                <a:gd name="csX4" fmla="*/ 6933831 w 6933831"/>
                <a:gd name="csY4" fmla="*/ 1162874 h 1716321"/>
                <a:gd name="csX5" fmla="*/ 6933831 w 6933831"/>
                <a:gd name="csY5" fmla="*/ 1711914 h 1716321"/>
                <a:gd name="csX6" fmla="*/ 1281364 w 6933831"/>
                <a:gd name="csY6" fmla="*/ 1711914 h 1716321"/>
                <a:gd name="csX7" fmla="*/ 1237647 w 6933831"/>
                <a:gd name="csY7" fmla="*/ 1716321 h 1716321"/>
                <a:gd name="csX8" fmla="*/ 247535 w 6933831"/>
                <a:gd name="csY8" fmla="*/ 1716321 h 1716321"/>
                <a:gd name="csX9" fmla="*/ 203819 w 6933831"/>
                <a:gd name="csY9" fmla="*/ 1711914 h 1716321"/>
                <a:gd name="csX10" fmla="*/ 91508 w 6933831"/>
                <a:gd name="csY10" fmla="*/ 1711914 h 1716321"/>
                <a:gd name="csX11" fmla="*/ 0 w 6933831"/>
                <a:gd name="csY11" fmla="*/ 1620406 h 1716321"/>
                <a:gd name="csX12" fmla="*/ 0 w 6933831"/>
                <a:gd name="csY12" fmla="*/ 1468786 h 1716321"/>
                <a:gd name="csX13" fmla="*/ 0 w 6933831"/>
                <a:gd name="csY13" fmla="*/ 1254382 h 1716321"/>
                <a:gd name="csX14" fmla="*/ 0 w 6933831"/>
                <a:gd name="csY14" fmla="*/ 247535 h 1716321"/>
                <a:gd name="csX15" fmla="*/ 247535 w 6933831"/>
                <a:gd name="csY15" fmla="*/ 0 h 171632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6933831" h="1716321">
                  <a:moveTo>
                    <a:pt x="247535" y="0"/>
                  </a:moveTo>
                  <a:lnTo>
                    <a:pt x="1237647" y="0"/>
                  </a:lnTo>
                  <a:cubicBezTo>
                    <a:pt x="1374357" y="0"/>
                    <a:pt x="1485182" y="110825"/>
                    <a:pt x="1485182" y="247535"/>
                  </a:cubicBezTo>
                  <a:lnTo>
                    <a:pt x="1485182" y="1162874"/>
                  </a:lnTo>
                  <a:lnTo>
                    <a:pt x="6933831" y="1162874"/>
                  </a:lnTo>
                  <a:lnTo>
                    <a:pt x="6933831" y="1711914"/>
                  </a:lnTo>
                  <a:lnTo>
                    <a:pt x="1281364" y="1711914"/>
                  </a:lnTo>
                  <a:lnTo>
                    <a:pt x="1237647" y="1716321"/>
                  </a:lnTo>
                  <a:lnTo>
                    <a:pt x="247535" y="1716321"/>
                  </a:lnTo>
                  <a:lnTo>
                    <a:pt x="203819" y="1711914"/>
                  </a:lnTo>
                  <a:lnTo>
                    <a:pt x="91508" y="1711914"/>
                  </a:lnTo>
                  <a:cubicBezTo>
                    <a:pt x="40970" y="1711914"/>
                    <a:pt x="0" y="1670944"/>
                    <a:pt x="0" y="1620406"/>
                  </a:cubicBezTo>
                  <a:lnTo>
                    <a:pt x="0" y="1468786"/>
                  </a:lnTo>
                  <a:lnTo>
                    <a:pt x="0" y="1254382"/>
                  </a:lnTo>
                  <a:lnTo>
                    <a:pt x="0" y="247535"/>
                  </a:lnTo>
                  <a:cubicBezTo>
                    <a:pt x="0" y="110825"/>
                    <a:pt x="110825" y="0"/>
                    <a:pt x="247535" y="0"/>
                  </a:cubicBezTo>
                  <a:close/>
                </a:path>
              </a:pathLst>
            </a:custGeom>
            <a:solidFill>
              <a:schemeClr val="bg1">
                <a:lumMod val="75000"/>
                <a:alpha val="9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dirty="0">
                <a:solidFill>
                  <a:schemeClr val="accent2">
                    <a:lumMod val="20000"/>
                    <a:lumOff val="80000"/>
                  </a:schemeClr>
                </a:solidFill>
                <a:latin typeface="HGS明朝E" panose="02020900000000000000" pitchFamily="18" charset="-128"/>
                <a:ea typeface="HGS明朝E" panose="02020900000000000000" pitchFamily="18" charset="-128"/>
              </a:endParaRPr>
            </a:p>
          </p:txBody>
        </p:sp>
        <p:sp>
          <p:nvSpPr>
            <p:cNvPr id="111" name="テキスト ボックス 110">
              <a:extLst>
                <a:ext uri="{FF2B5EF4-FFF2-40B4-BE49-F238E27FC236}">
                  <a16:creationId xmlns:a16="http://schemas.microsoft.com/office/drawing/2014/main" id="{2D075C64-C96F-4EAC-8CD1-617C200567DB}"/>
                </a:ext>
              </a:extLst>
            </p:cNvPr>
            <p:cNvSpPr txBox="1"/>
            <p:nvPr/>
          </p:nvSpPr>
          <p:spPr>
            <a:xfrm>
              <a:off x="1764562" y="1637076"/>
              <a:ext cx="1383680" cy="369332"/>
            </a:xfrm>
            <a:prstGeom prst="rect">
              <a:avLst/>
            </a:prstGeom>
            <a:noFill/>
          </p:spPr>
          <p:txBody>
            <a:bodyPr wrap="square">
              <a:spAutoFit/>
            </a:bodyPr>
            <a:lstStyle/>
            <a:p>
              <a:pPr algn="ctr"/>
              <a:r>
                <a:rPr lang="en-US" altLang="ja-JP" dirty="0">
                  <a:solidFill>
                    <a:schemeClr val="accent6">
                      <a:lumMod val="60000"/>
                      <a:lumOff val="40000"/>
                    </a:schemeClr>
                  </a:solidFill>
                  <a:latin typeface="HGS明朝E" panose="02020900000000000000" pitchFamily="18" charset="-128"/>
                  <a:ea typeface="HGS明朝E" panose="02020900000000000000" pitchFamily="18" charset="-128"/>
                </a:rPr>
                <a:t>R</a:t>
              </a:r>
              <a:endParaRPr kumimoji="1" lang="ja-JP" altLang="en-US" dirty="0">
                <a:solidFill>
                  <a:schemeClr val="accent6">
                    <a:lumMod val="60000"/>
                    <a:lumOff val="40000"/>
                  </a:schemeClr>
                </a:solidFill>
                <a:latin typeface="HGS明朝E" panose="02020900000000000000" pitchFamily="18" charset="-128"/>
                <a:ea typeface="HGS明朝E" panose="02020900000000000000" pitchFamily="18" charset="-128"/>
              </a:endParaRPr>
            </a:p>
          </p:txBody>
        </p:sp>
        <p:pic>
          <p:nvPicPr>
            <p:cNvPr id="112" name="図 111">
              <a:extLst>
                <a:ext uri="{FF2B5EF4-FFF2-40B4-BE49-F238E27FC236}">
                  <a16:creationId xmlns:a16="http://schemas.microsoft.com/office/drawing/2014/main" id="{7B51929E-DC9D-2FB2-26AB-BD65A7E957A6}"/>
                </a:ext>
              </a:extLst>
            </p:cNvPr>
            <p:cNvPicPr>
              <a:picLocks noChangeAspect="1"/>
            </p:cNvPicPr>
            <p:nvPr/>
          </p:nvPicPr>
          <p:blipFill>
            <a:blip r:embed="rId4">
              <a:extLst>
                <a:ext uri="{28A0092B-C50C-407E-A947-70E740481C1C}">
                  <a14:useLocalDpi xmlns:a14="http://schemas.microsoft.com/office/drawing/2010/main" val="0"/>
                </a:ext>
              </a:extLst>
            </a:blip>
            <a:srcRect l="5956" r="70153"/>
            <a:stretch>
              <a:fillRect/>
            </a:stretch>
          </p:blipFill>
          <p:spPr>
            <a:xfrm>
              <a:off x="2037839" y="1994899"/>
              <a:ext cx="814582" cy="702580"/>
            </a:xfrm>
            <a:prstGeom prst="rect">
              <a:avLst/>
            </a:prstGeom>
          </p:spPr>
        </p:pic>
        <p:sp>
          <p:nvSpPr>
            <p:cNvPr id="113" name="テキスト ボックス 112">
              <a:extLst>
                <a:ext uri="{FF2B5EF4-FFF2-40B4-BE49-F238E27FC236}">
                  <a16:creationId xmlns:a16="http://schemas.microsoft.com/office/drawing/2014/main" id="{DEED7DA8-7459-BC8B-0D14-5C896455807F}"/>
                </a:ext>
              </a:extLst>
            </p:cNvPr>
            <p:cNvSpPr txBox="1"/>
            <p:nvPr/>
          </p:nvSpPr>
          <p:spPr>
            <a:xfrm>
              <a:off x="1783225" y="2856728"/>
              <a:ext cx="5768314" cy="338554"/>
            </a:xfrm>
            <a:prstGeom prst="rect">
              <a:avLst/>
            </a:prstGeom>
            <a:noFill/>
          </p:spPr>
          <p:txBody>
            <a:bodyPr wrap="square" rtlCol="0">
              <a:spAutoFit/>
            </a:bodyPr>
            <a:lstStyle/>
            <a:p>
              <a:r>
                <a:rPr lang="ja-JP" altLang="en-US" sz="1600" dirty="0">
                  <a:solidFill>
                    <a:schemeClr val="tx1">
                      <a:lumMod val="95000"/>
                      <a:lumOff val="5000"/>
                    </a:schemeClr>
                  </a:solidFill>
                  <a:latin typeface="HGS明朝E" panose="02020900000000000000" pitchFamily="18" charset="-128"/>
                  <a:ea typeface="HGS明朝E" panose="02020900000000000000" pitchFamily="18" charset="-128"/>
                </a:rPr>
                <a:t>前衛の</a:t>
              </a:r>
              <a:r>
                <a:rPr lang="en-US" altLang="ja-JP" sz="1600" dirty="0">
                  <a:solidFill>
                    <a:schemeClr val="tx1">
                      <a:lumMod val="95000"/>
                      <a:lumOff val="5000"/>
                    </a:schemeClr>
                  </a:solidFill>
                  <a:latin typeface="HGS明朝E" panose="02020900000000000000" pitchFamily="18" charset="-128"/>
                  <a:ea typeface="HGS明朝E" panose="02020900000000000000" pitchFamily="18" charset="-128"/>
                </a:rPr>
                <a:t>ATK</a:t>
              </a:r>
              <a:r>
                <a:rPr lang="ja-JP" altLang="en-US" sz="1600" dirty="0">
                  <a:solidFill>
                    <a:schemeClr val="tx1">
                      <a:lumMod val="95000"/>
                      <a:lumOff val="5000"/>
                    </a:schemeClr>
                  </a:solidFill>
                  <a:latin typeface="HGS明朝E" panose="02020900000000000000" pitchFamily="18" charset="-128"/>
                  <a:ea typeface="HGS明朝E" panose="02020900000000000000" pitchFamily="18" charset="-128"/>
                </a:rPr>
                <a:t>を</a:t>
              </a:r>
              <a:r>
                <a:rPr lang="en-US" altLang="ja-JP" sz="1600" dirty="0">
                  <a:solidFill>
                    <a:schemeClr val="tx1">
                      <a:lumMod val="95000"/>
                      <a:lumOff val="5000"/>
                    </a:schemeClr>
                  </a:solidFill>
                  <a:latin typeface="HGS明朝E" panose="02020900000000000000" pitchFamily="18" charset="-128"/>
                  <a:ea typeface="HGS明朝E" panose="02020900000000000000" pitchFamily="18" charset="-128"/>
                </a:rPr>
                <a:t>10</a:t>
              </a:r>
              <a:r>
                <a:rPr lang="ja-JP" altLang="en-US" sz="1600" dirty="0">
                  <a:solidFill>
                    <a:schemeClr val="tx1">
                      <a:lumMod val="95000"/>
                      <a:lumOff val="5000"/>
                    </a:schemeClr>
                  </a:solidFill>
                  <a:latin typeface="HGS明朝E" panose="02020900000000000000" pitchFamily="18" charset="-128"/>
                  <a:ea typeface="HGS明朝E" panose="02020900000000000000" pitchFamily="18" charset="-128"/>
                </a:rPr>
                <a:t>％上昇</a:t>
              </a:r>
              <a:endParaRPr lang="en-US" altLang="ja-JP" sz="1600" dirty="0">
                <a:solidFill>
                  <a:schemeClr val="accent5"/>
                </a:solidFill>
                <a:latin typeface="HGS明朝E" panose="02020900000000000000" pitchFamily="18" charset="-128"/>
                <a:ea typeface="HGS明朝E" panose="02020900000000000000" pitchFamily="18" charset="-128"/>
              </a:endParaRPr>
            </a:p>
          </p:txBody>
        </p:sp>
        <p:grpSp>
          <p:nvGrpSpPr>
            <p:cNvPr id="114" name="グループ化 113">
              <a:extLst>
                <a:ext uri="{FF2B5EF4-FFF2-40B4-BE49-F238E27FC236}">
                  <a16:creationId xmlns:a16="http://schemas.microsoft.com/office/drawing/2014/main" id="{727A5172-FD53-6E52-D0FD-B34BD7F67081}"/>
                </a:ext>
              </a:extLst>
            </p:cNvPr>
            <p:cNvGrpSpPr/>
            <p:nvPr/>
          </p:nvGrpSpPr>
          <p:grpSpPr>
            <a:xfrm>
              <a:off x="3531781" y="3592480"/>
              <a:ext cx="1485182" cy="1716321"/>
              <a:chOff x="1276828" y="4105786"/>
              <a:chExt cx="1144222" cy="1716321"/>
            </a:xfrm>
          </p:grpSpPr>
          <p:sp>
            <p:nvSpPr>
              <p:cNvPr id="124" name="四角形: 角を丸くする 123">
                <a:extLst>
                  <a:ext uri="{FF2B5EF4-FFF2-40B4-BE49-F238E27FC236}">
                    <a16:creationId xmlns:a16="http://schemas.microsoft.com/office/drawing/2014/main" id="{646C4265-D9EF-5579-EC77-45DB4A8A24E1}"/>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25" name="テキスト ボックス 124">
                <a:extLst>
                  <a:ext uri="{FF2B5EF4-FFF2-40B4-BE49-F238E27FC236}">
                    <a16:creationId xmlns:a16="http://schemas.microsoft.com/office/drawing/2014/main" id="{6D76996C-1424-5C19-22E3-D5C3A9F94724}"/>
                  </a:ext>
                </a:extLst>
              </p:cNvPr>
              <p:cNvSpPr txBox="1"/>
              <p:nvPr/>
            </p:nvSpPr>
            <p:spPr>
              <a:xfrm>
                <a:off x="1315928" y="4148054"/>
                <a:ext cx="1066022" cy="369332"/>
              </a:xfrm>
              <a:prstGeom prst="rect">
                <a:avLst/>
              </a:prstGeom>
              <a:noFill/>
            </p:spPr>
            <p:txBody>
              <a:bodyPr wrap="square">
                <a:spAutoFit/>
              </a:bodyPr>
              <a:lstStyle/>
              <a:p>
                <a:pPr algn="ctr"/>
                <a:r>
                  <a:rPr lang="ja-JP" altLang="en-US" dirty="0">
                    <a:solidFill>
                      <a:schemeClr val="bg1">
                        <a:lumMod val="95000"/>
                      </a:schemeClr>
                    </a:solidFill>
                    <a:latin typeface="HGS明朝E" panose="02020900000000000000" pitchFamily="18" charset="-128"/>
                    <a:ea typeface="HGS明朝E" panose="02020900000000000000" pitchFamily="18" charset="-128"/>
                  </a:rPr>
                  <a:t>空</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grpSp>
        <p:grpSp>
          <p:nvGrpSpPr>
            <p:cNvPr id="115" name="グループ化 114">
              <a:extLst>
                <a:ext uri="{FF2B5EF4-FFF2-40B4-BE49-F238E27FC236}">
                  <a16:creationId xmlns:a16="http://schemas.microsoft.com/office/drawing/2014/main" id="{A8EE00AB-203F-CE46-56DA-152F3810D24A}"/>
                </a:ext>
              </a:extLst>
            </p:cNvPr>
            <p:cNvGrpSpPr/>
            <p:nvPr/>
          </p:nvGrpSpPr>
          <p:grpSpPr>
            <a:xfrm>
              <a:off x="5347121" y="3592480"/>
              <a:ext cx="1485182" cy="1716321"/>
              <a:chOff x="1276828" y="4105786"/>
              <a:chExt cx="1144222" cy="1716321"/>
            </a:xfrm>
          </p:grpSpPr>
          <p:sp>
            <p:nvSpPr>
              <p:cNvPr id="122" name="四角形: 角を丸くする 121">
                <a:extLst>
                  <a:ext uri="{FF2B5EF4-FFF2-40B4-BE49-F238E27FC236}">
                    <a16:creationId xmlns:a16="http://schemas.microsoft.com/office/drawing/2014/main" id="{B9FC09FE-C6AF-1363-8DC2-1D89FEF57E28}"/>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23" name="テキスト ボックス 122">
                <a:extLst>
                  <a:ext uri="{FF2B5EF4-FFF2-40B4-BE49-F238E27FC236}">
                    <a16:creationId xmlns:a16="http://schemas.microsoft.com/office/drawing/2014/main" id="{1203AB0F-2209-01FA-4033-DDC6932D8E3E}"/>
                  </a:ext>
                </a:extLst>
              </p:cNvPr>
              <p:cNvSpPr txBox="1"/>
              <p:nvPr/>
            </p:nvSpPr>
            <p:spPr>
              <a:xfrm>
                <a:off x="1315928" y="4148054"/>
                <a:ext cx="1066022" cy="369332"/>
              </a:xfrm>
              <a:prstGeom prst="rect">
                <a:avLst/>
              </a:prstGeom>
              <a:noFill/>
            </p:spPr>
            <p:txBody>
              <a:bodyPr wrap="square">
                <a:spAutoFit/>
              </a:bodyPr>
              <a:lstStyle/>
              <a:p>
                <a:pPr algn="ctr"/>
                <a:r>
                  <a:rPr lang="ja-JP" altLang="en-US" dirty="0">
                    <a:solidFill>
                      <a:schemeClr val="bg1">
                        <a:lumMod val="95000"/>
                      </a:schemeClr>
                    </a:solidFill>
                    <a:latin typeface="HGS明朝E" panose="02020900000000000000" pitchFamily="18" charset="-128"/>
                    <a:ea typeface="HGS明朝E" panose="02020900000000000000" pitchFamily="18" charset="-128"/>
                  </a:rPr>
                  <a:t>空</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grpSp>
        <p:grpSp>
          <p:nvGrpSpPr>
            <p:cNvPr id="116" name="グループ化 115">
              <a:extLst>
                <a:ext uri="{FF2B5EF4-FFF2-40B4-BE49-F238E27FC236}">
                  <a16:creationId xmlns:a16="http://schemas.microsoft.com/office/drawing/2014/main" id="{6ADCD612-BC7E-8C8B-3410-7E7DF9861E44}"/>
                </a:ext>
              </a:extLst>
            </p:cNvPr>
            <p:cNvGrpSpPr/>
            <p:nvPr/>
          </p:nvGrpSpPr>
          <p:grpSpPr>
            <a:xfrm>
              <a:off x="7162461" y="3592480"/>
              <a:ext cx="1485182" cy="1716321"/>
              <a:chOff x="1276828" y="4105786"/>
              <a:chExt cx="1144222" cy="1716321"/>
            </a:xfrm>
          </p:grpSpPr>
          <p:sp>
            <p:nvSpPr>
              <p:cNvPr id="120" name="四角形: 角を丸くする 119">
                <a:extLst>
                  <a:ext uri="{FF2B5EF4-FFF2-40B4-BE49-F238E27FC236}">
                    <a16:creationId xmlns:a16="http://schemas.microsoft.com/office/drawing/2014/main" id="{C55FBC61-644F-84DF-D6A0-CC3DF2453DED}"/>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21" name="テキスト ボックス 120">
                <a:extLst>
                  <a:ext uri="{FF2B5EF4-FFF2-40B4-BE49-F238E27FC236}">
                    <a16:creationId xmlns:a16="http://schemas.microsoft.com/office/drawing/2014/main" id="{D5A86749-B631-E336-96CF-D249F6C82026}"/>
                  </a:ext>
                </a:extLst>
              </p:cNvPr>
              <p:cNvSpPr txBox="1"/>
              <p:nvPr/>
            </p:nvSpPr>
            <p:spPr>
              <a:xfrm>
                <a:off x="1315928" y="4148054"/>
                <a:ext cx="1066022" cy="369332"/>
              </a:xfrm>
              <a:prstGeom prst="rect">
                <a:avLst/>
              </a:prstGeom>
              <a:noFill/>
            </p:spPr>
            <p:txBody>
              <a:bodyPr wrap="square">
                <a:spAutoFit/>
              </a:bodyPr>
              <a:lstStyle/>
              <a:p>
                <a:pPr algn="ctr"/>
                <a:r>
                  <a:rPr lang="ja-JP" altLang="en-US" dirty="0">
                    <a:solidFill>
                      <a:schemeClr val="bg1">
                        <a:lumMod val="95000"/>
                      </a:schemeClr>
                    </a:solidFill>
                    <a:latin typeface="HGS明朝E" panose="02020900000000000000" pitchFamily="18" charset="-128"/>
                    <a:ea typeface="HGS明朝E" panose="02020900000000000000" pitchFamily="18" charset="-128"/>
                  </a:rPr>
                  <a:t>空</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grpSp>
        <p:grpSp>
          <p:nvGrpSpPr>
            <p:cNvPr id="117" name="グループ化 116">
              <a:extLst>
                <a:ext uri="{FF2B5EF4-FFF2-40B4-BE49-F238E27FC236}">
                  <a16:creationId xmlns:a16="http://schemas.microsoft.com/office/drawing/2014/main" id="{538CDD81-39E2-34B9-E296-C645EC6DED46}"/>
                </a:ext>
              </a:extLst>
            </p:cNvPr>
            <p:cNvGrpSpPr/>
            <p:nvPr/>
          </p:nvGrpSpPr>
          <p:grpSpPr>
            <a:xfrm>
              <a:off x="1716441" y="3592480"/>
              <a:ext cx="1485182" cy="1716321"/>
              <a:chOff x="1276828" y="4105786"/>
              <a:chExt cx="1144222" cy="1716321"/>
            </a:xfrm>
          </p:grpSpPr>
          <p:sp>
            <p:nvSpPr>
              <p:cNvPr id="118" name="四角形: 角を丸くする 117">
                <a:extLst>
                  <a:ext uri="{FF2B5EF4-FFF2-40B4-BE49-F238E27FC236}">
                    <a16:creationId xmlns:a16="http://schemas.microsoft.com/office/drawing/2014/main" id="{44785B09-0B97-02B2-DD22-72CD706AF29F}"/>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19" name="テキスト ボックス 118">
                <a:extLst>
                  <a:ext uri="{FF2B5EF4-FFF2-40B4-BE49-F238E27FC236}">
                    <a16:creationId xmlns:a16="http://schemas.microsoft.com/office/drawing/2014/main" id="{EE6A05E8-ED5F-3172-708C-E2715997CE63}"/>
                  </a:ext>
                </a:extLst>
              </p:cNvPr>
              <p:cNvSpPr txBox="1"/>
              <p:nvPr/>
            </p:nvSpPr>
            <p:spPr>
              <a:xfrm>
                <a:off x="1315928" y="4148054"/>
                <a:ext cx="1066022" cy="369332"/>
              </a:xfrm>
              <a:prstGeom prst="rect">
                <a:avLst/>
              </a:prstGeom>
              <a:noFill/>
            </p:spPr>
            <p:txBody>
              <a:bodyPr wrap="square">
                <a:spAutoFit/>
              </a:bodyPr>
              <a:lstStyle/>
              <a:p>
                <a:pPr algn="ctr"/>
                <a:r>
                  <a:rPr lang="ja-JP" altLang="en-US" dirty="0">
                    <a:solidFill>
                      <a:schemeClr val="bg1">
                        <a:lumMod val="95000"/>
                      </a:schemeClr>
                    </a:solidFill>
                    <a:latin typeface="HGS明朝E" panose="02020900000000000000" pitchFamily="18" charset="-128"/>
                    <a:ea typeface="HGS明朝E" panose="02020900000000000000" pitchFamily="18" charset="-128"/>
                  </a:rPr>
                  <a:t>空</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grpSp>
      </p:grpSp>
      <p:sp>
        <p:nvSpPr>
          <p:cNvPr id="140" name="正方形/長方形 139">
            <a:extLst>
              <a:ext uri="{FF2B5EF4-FFF2-40B4-BE49-F238E27FC236}">
                <a16:creationId xmlns:a16="http://schemas.microsoft.com/office/drawing/2014/main" id="{8CB0BD1F-042B-7569-1478-3832504BE5C1}"/>
              </a:ext>
            </a:extLst>
          </p:cNvPr>
          <p:cNvSpPr/>
          <p:nvPr/>
        </p:nvSpPr>
        <p:spPr>
          <a:xfrm>
            <a:off x="-1" y="-5564"/>
            <a:ext cx="12192001" cy="6863563"/>
          </a:xfrm>
          <a:prstGeom prst="rect">
            <a:avLst/>
          </a:prstGeom>
          <a:solidFill>
            <a:schemeClr val="tx1">
              <a:lumMod val="85000"/>
              <a:lumOff val="15000"/>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57" name="グループ化 56">
            <a:extLst>
              <a:ext uri="{FF2B5EF4-FFF2-40B4-BE49-F238E27FC236}">
                <a16:creationId xmlns:a16="http://schemas.microsoft.com/office/drawing/2014/main" id="{6BCB794C-DDB8-FA74-C1A4-D6745CFF3C84}"/>
              </a:ext>
            </a:extLst>
          </p:cNvPr>
          <p:cNvGrpSpPr/>
          <p:nvPr/>
        </p:nvGrpSpPr>
        <p:grpSpPr>
          <a:xfrm>
            <a:off x="1845128" y="1520369"/>
            <a:ext cx="8501744" cy="3909999"/>
            <a:chOff x="1845128" y="1520369"/>
            <a:chExt cx="8501744" cy="3909999"/>
          </a:xfrm>
        </p:grpSpPr>
        <p:grpSp>
          <p:nvGrpSpPr>
            <p:cNvPr id="22" name="グループ化 21">
              <a:extLst>
                <a:ext uri="{FF2B5EF4-FFF2-40B4-BE49-F238E27FC236}">
                  <a16:creationId xmlns:a16="http://schemas.microsoft.com/office/drawing/2014/main" id="{229425A5-260C-74C0-457D-62E5AF090533}"/>
                </a:ext>
              </a:extLst>
            </p:cNvPr>
            <p:cNvGrpSpPr/>
            <p:nvPr/>
          </p:nvGrpSpPr>
          <p:grpSpPr>
            <a:xfrm>
              <a:off x="5206482" y="3633810"/>
              <a:ext cx="3537775" cy="276285"/>
              <a:chOff x="3114125" y="3836637"/>
              <a:chExt cx="5697007" cy="276285"/>
            </a:xfrm>
          </p:grpSpPr>
          <p:sp>
            <p:nvSpPr>
              <p:cNvPr id="17" name="四角形: 角を丸くする 16">
                <a:extLst>
                  <a:ext uri="{FF2B5EF4-FFF2-40B4-BE49-F238E27FC236}">
                    <a16:creationId xmlns:a16="http://schemas.microsoft.com/office/drawing/2014/main" id="{C794A238-70AB-E07F-46E5-8192A4444BBC}"/>
                  </a:ext>
                </a:extLst>
              </p:cNvPr>
              <p:cNvSpPr/>
              <p:nvPr/>
            </p:nvSpPr>
            <p:spPr>
              <a:xfrm>
                <a:off x="3114125" y="3891844"/>
                <a:ext cx="5697007" cy="165873"/>
              </a:xfrm>
              <a:prstGeom prst="roundRect">
                <a:avLst/>
              </a:prstGeom>
              <a:solidFill>
                <a:schemeClr val="bg1">
                  <a:lumMod val="65000"/>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0" name="四角形: 角を丸くする 19">
                <a:extLst>
                  <a:ext uri="{FF2B5EF4-FFF2-40B4-BE49-F238E27FC236}">
                    <a16:creationId xmlns:a16="http://schemas.microsoft.com/office/drawing/2014/main" id="{19C72AFC-215C-779D-BD64-F373A2FB87D5}"/>
                  </a:ext>
                </a:extLst>
              </p:cNvPr>
              <p:cNvSpPr/>
              <p:nvPr/>
            </p:nvSpPr>
            <p:spPr>
              <a:xfrm>
                <a:off x="4786606" y="3836637"/>
                <a:ext cx="2050791" cy="276285"/>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sp>
          <p:nvSpPr>
            <p:cNvPr id="37" name="四角形: 角を丸くする 36">
              <a:extLst>
                <a:ext uri="{FF2B5EF4-FFF2-40B4-BE49-F238E27FC236}">
                  <a16:creationId xmlns:a16="http://schemas.microsoft.com/office/drawing/2014/main" id="{806E51A4-39F3-261B-248A-160FACAA612F}"/>
                </a:ext>
              </a:extLst>
            </p:cNvPr>
            <p:cNvSpPr/>
            <p:nvPr/>
          </p:nvSpPr>
          <p:spPr>
            <a:xfrm>
              <a:off x="2852259" y="3518235"/>
              <a:ext cx="2163612" cy="504394"/>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bg1">
                      <a:lumMod val="95000"/>
                    </a:schemeClr>
                  </a:solidFill>
                  <a:latin typeface="HGS明朝E" panose="02020900000000000000" pitchFamily="18" charset="-128"/>
                  <a:ea typeface="HGS明朝E" panose="02020900000000000000" pitchFamily="18" charset="-128"/>
                </a:rPr>
                <a:t>所持数：</a:t>
              </a:r>
              <a:r>
                <a:rPr kumimoji="1" lang="en-US" altLang="ja-JP" sz="2400" dirty="0">
                  <a:solidFill>
                    <a:schemeClr val="bg1">
                      <a:lumMod val="95000"/>
                    </a:schemeClr>
                  </a:solidFill>
                  <a:latin typeface="HGS明朝E" panose="02020900000000000000" pitchFamily="18" charset="-128"/>
                  <a:ea typeface="HGS明朝E" panose="02020900000000000000" pitchFamily="18" charset="-128"/>
                </a:rPr>
                <a:t>000</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grpSp>
          <p:nvGrpSpPr>
            <p:cNvPr id="56" name="グループ化 55">
              <a:extLst>
                <a:ext uri="{FF2B5EF4-FFF2-40B4-BE49-F238E27FC236}">
                  <a16:creationId xmlns:a16="http://schemas.microsoft.com/office/drawing/2014/main" id="{7DF047A9-254B-7C92-F5F4-E9FD4EAD24C1}"/>
                </a:ext>
              </a:extLst>
            </p:cNvPr>
            <p:cNvGrpSpPr/>
            <p:nvPr/>
          </p:nvGrpSpPr>
          <p:grpSpPr>
            <a:xfrm>
              <a:off x="3032545" y="1594808"/>
              <a:ext cx="1485182" cy="1716321"/>
              <a:chOff x="1276828" y="4105786"/>
              <a:chExt cx="1144222" cy="1716321"/>
            </a:xfrm>
          </p:grpSpPr>
          <p:sp>
            <p:nvSpPr>
              <p:cNvPr id="58" name="四角形: 角を丸くする 57">
                <a:extLst>
                  <a:ext uri="{FF2B5EF4-FFF2-40B4-BE49-F238E27FC236}">
                    <a16:creationId xmlns:a16="http://schemas.microsoft.com/office/drawing/2014/main" id="{8FE59292-848F-51BF-C166-930F9C7979A7}"/>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59" name="テキスト ボックス 58">
                <a:extLst>
                  <a:ext uri="{FF2B5EF4-FFF2-40B4-BE49-F238E27FC236}">
                    <a16:creationId xmlns:a16="http://schemas.microsoft.com/office/drawing/2014/main" id="{BB326D70-353A-9A35-0F4D-CAA7ADDBA627}"/>
                  </a:ext>
                </a:extLst>
              </p:cNvPr>
              <p:cNvSpPr txBox="1"/>
              <p:nvPr/>
            </p:nvSpPr>
            <p:spPr>
              <a:xfrm>
                <a:off x="1315928" y="4148054"/>
                <a:ext cx="1066022" cy="369332"/>
              </a:xfrm>
              <a:prstGeom prst="rect">
                <a:avLst/>
              </a:prstGeom>
              <a:noFill/>
            </p:spPr>
            <p:txBody>
              <a:bodyPr wrap="square">
                <a:spAutoFit/>
              </a:bodyPr>
              <a:lstStyle/>
              <a:p>
                <a:pPr algn="ctr"/>
                <a:r>
                  <a:rPr lang="en-US" altLang="ja-JP" dirty="0">
                    <a:gradFill flip="none" rotWithShape="1">
                      <a:gsLst>
                        <a:gs pos="0">
                          <a:srgbClr val="CC66FF"/>
                        </a:gs>
                        <a:gs pos="50000">
                          <a:srgbClr val="CC00FF"/>
                        </a:gs>
                        <a:gs pos="100000">
                          <a:srgbClr val="CC66FF"/>
                        </a:gs>
                      </a:gsLst>
                      <a:lin ang="2700000" scaled="1"/>
                      <a:tileRect/>
                    </a:gradFill>
                    <a:latin typeface="HGS明朝E" panose="02020900000000000000" pitchFamily="18" charset="-128"/>
                    <a:ea typeface="HGS明朝E" panose="02020900000000000000" pitchFamily="18" charset="-128"/>
                  </a:rPr>
                  <a:t>SR</a:t>
                </a:r>
                <a:endParaRPr kumimoji="1" lang="ja-JP" altLang="en-US" dirty="0">
                  <a:gradFill flip="none" rotWithShape="1">
                    <a:gsLst>
                      <a:gs pos="0">
                        <a:srgbClr val="CC66FF"/>
                      </a:gs>
                      <a:gs pos="50000">
                        <a:srgbClr val="CC00FF"/>
                      </a:gs>
                      <a:gs pos="100000">
                        <a:srgbClr val="CC66FF"/>
                      </a:gs>
                    </a:gsLst>
                    <a:lin ang="2700000" scaled="1"/>
                    <a:tileRect/>
                  </a:gradFill>
                  <a:latin typeface="HGS明朝E" panose="02020900000000000000" pitchFamily="18" charset="-128"/>
                  <a:ea typeface="HGS明朝E" panose="02020900000000000000" pitchFamily="18" charset="-128"/>
                </a:endParaRPr>
              </a:p>
            </p:txBody>
          </p:sp>
        </p:grpSp>
        <p:grpSp>
          <p:nvGrpSpPr>
            <p:cNvPr id="75" name="グループ化 74">
              <a:extLst>
                <a:ext uri="{FF2B5EF4-FFF2-40B4-BE49-F238E27FC236}">
                  <a16:creationId xmlns:a16="http://schemas.microsoft.com/office/drawing/2014/main" id="{8ACC6301-0053-8B52-001B-F51BAB382C02}"/>
                </a:ext>
              </a:extLst>
            </p:cNvPr>
            <p:cNvGrpSpPr/>
            <p:nvPr/>
          </p:nvGrpSpPr>
          <p:grpSpPr>
            <a:xfrm>
              <a:off x="4788263" y="1594808"/>
              <a:ext cx="1485182" cy="1716321"/>
              <a:chOff x="1276828" y="4105786"/>
              <a:chExt cx="1144222" cy="1716321"/>
            </a:xfrm>
          </p:grpSpPr>
          <p:sp>
            <p:nvSpPr>
              <p:cNvPr id="76" name="四角形: 角を丸くする 75">
                <a:extLst>
                  <a:ext uri="{FF2B5EF4-FFF2-40B4-BE49-F238E27FC236}">
                    <a16:creationId xmlns:a16="http://schemas.microsoft.com/office/drawing/2014/main" id="{3A02F597-40D7-A8DB-2FD4-C96B4A3A8F55}"/>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77" name="テキスト ボックス 76">
                <a:extLst>
                  <a:ext uri="{FF2B5EF4-FFF2-40B4-BE49-F238E27FC236}">
                    <a16:creationId xmlns:a16="http://schemas.microsoft.com/office/drawing/2014/main" id="{6D85E67E-73B8-9A68-3AD0-12967673A0FE}"/>
                  </a:ext>
                </a:extLst>
              </p:cNvPr>
              <p:cNvSpPr txBox="1"/>
              <p:nvPr/>
            </p:nvSpPr>
            <p:spPr>
              <a:xfrm>
                <a:off x="1315928" y="4148054"/>
                <a:ext cx="1066022" cy="369332"/>
              </a:xfrm>
              <a:prstGeom prst="rect">
                <a:avLst/>
              </a:prstGeom>
              <a:noFill/>
            </p:spPr>
            <p:txBody>
              <a:bodyPr wrap="square">
                <a:spAutoFit/>
              </a:bodyPr>
              <a:lstStyle/>
              <a:p>
                <a:pPr algn="ctr"/>
                <a:r>
                  <a:rPr lang="en-US" altLang="ja-JP" dirty="0">
                    <a:gradFill flip="none" rotWithShape="1">
                      <a:gsLst>
                        <a:gs pos="100000">
                          <a:srgbClr val="CC66FF"/>
                        </a:gs>
                        <a:gs pos="75000">
                          <a:srgbClr val="00B0F0"/>
                        </a:gs>
                        <a:gs pos="50000">
                          <a:srgbClr val="92D050"/>
                        </a:gs>
                        <a:gs pos="25000">
                          <a:srgbClr val="FFC000"/>
                        </a:gs>
                        <a:gs pos="1000">
                          <a:srgbClr val="FF0000"/>
                        </a:gs>
                      </a:gsLst>
                      <a:lin ang="2700000" scaled="1"/>
                      <a:tileRect/>
                    </a:gradFill>
                    <a:latin typeface="HGS明朝E" panose="02020900000000000000" pitchFamily="18" charset="-128"/>
                    <a:ea typeface="HGS明朝E" panose="02020900000000000000" pitchFamily="18" charset="-128"/>
                  </a:rPr>
                  <a:t>SSR</a:t>
                </a:r>
                <a:endParaRPr kumimoji="1" lang="ja-JP" altLang="en-US" dirty="0">
                  <a:gradFill flip="none" rotWithShape="1">
                    <a:gsLst>
                      <a:gs pos="100000">
                        <a:srgbClr val="CC66FF"/>
                      </a:gs>
                      <a:gs pos="75000">
                        <a:srgbClr val="00B0F0"/>
                      </a:gs>
                      <a:gs pos="50000">
                        <a:srgbClr val="92D050"/>
                      </a:gs>
                      <a:gs pos="25000">
                        <a:srgbClr val="FFC000"/>
                      </a:gs>
                      <a:gs pos="1000">
                        <a:srgbClr val="FF0000"/>
                      </a:gs>
                    </a:gsLst>
                    <a:lin ang="2700000" scaled="1"/>
                    <a:tileRect/>
                  </a:gradFill>
                  <a:latin typeface="HGS明朝E" panose="02020900000000000000" pitchFamily="18" charset="-128"/>
                  <a:ea typeface="HGS明朝E" panose="02020900000000000000" pitchFamily="18" charset="-128"/>
                </a:endParaRPr>
              </a:p>
            </p:txBody>
          </p:sp>
        </p:grpSp>
        <p:grpSp>
          <p:nvGrpSpPr>
            <p:cNvPr id="82" name="グループ化 81">
              <a:extLst>
                <a:ext uri="{FF2B5EF4-FFF2-40B4-BE49-F238E27FC236}">
                  <a16:creationId xmlns:a16="http://schemas.microsoft.com/office/drawing/2014/main" id="{8FDB6251-D44D-BB9B-485B-04EF9CBFEE3E}"/>
                </a:ext>
              </a:extLst>
            </p:cNvPr>
            <p:cNvGrpSpPr/>
            <p:nvPr/>
          </p:nvGrpSpPr>
          <p:grpSpPr>
            <a:xfrm>
              <a:off x="6543980" y="1594808"/>
              <a:ext cx="1485182" cy="1716321"/>
              <a:chOff x="1276828" y="4105786"/>
              <a:chExt cx="1144222" cy="1716321"/>
            </a:xfrm>
          </p:grpSpPr>
          <p:sp>
            <p:nvSpPr>
              <p:cNvPr id="83" name="四角形: 角を丸くする 82">
                <a:extLst>
                  <a:ext uri="{FF2B5EF4-FFF2-40B4-BE49-F238E27FC236}">
                    <a16:creationId xmlns:a16="http://schemas.microsoft.com/office/drawing/2014/main" id="{77328161-B7E2-0B44-2D94-F4E1343FF727}"/>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84" name="テキスト ボックス 83">
                <a:extLst>
                  <a:ext uri="{FF2B5EF4-FFF2-40B4-BE49-F238E27FC236}">
                    <a16:creationId xmlns:a16="http://schemas.microsoft.com/office/drawing/2014/main" id="{6333CC33-9734-A41B-E3F7-0DE945890612}"/>
                  </a:ext>
                </a:extLst>
              </p:cNvPr>
              <p:cNvSpPr txBox="1"/>
              <p:nvPr/>
            </p:nvSpPr>
            <p:spPr>
              <a:xfrm>
                <a:off x="1315928" y="4148054"/>
                <a:ext cx="1066022" cy="369332"/>
              </a:xfrm>
              <a:prstGeom prst="rect">
                <a:avLst/>
              </a:prstGeom>
              <a:noFill/>
            </p:spPr>
            <p:txBody>
              <a:bodyPr wrap="square">
                <a:spAutoFit/>
              </a:bodyPr>
              <a:lstStyle/>
              <a:p>
                <a:pPr algn="ctr"/>
                <a:r>
                  <a:rPr lang="ja-JP" altLang="en-US" dirty="0">
                    <a:solidFill>
                      <a:schemeClr val="bg1">
                        <a:lumMod val="95000"/>
                      </a:schemeClr>
                    </a:solidFill>
                    <a:latin typeface="HGS明朝E" panose="02020900000000000000" pitchFamily="18" charset="-128"/>
                    <a:ea typeface="HGS明朝E" panose="02020900000000000000" pitchFamily="18" charset="-128"/>
                  </a:rPr>
                  <a:t>空</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grpSp>
        <p:pic>
          <p:nvPicPr>
            <p:cNvPr id="170" name="図 169">
              <a:extLst>
                <a:ext uri="{FF2B5EF4-FFF2-40B4-BE49-F238E27FC236}">
                  <a16:creationId xmlns:a16="http://schemas.microsoft.com/office/drawing/2014/main" id="{D03EE45E-D73E-3A1C-9457-4D2F69BA16E3}"/>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3370874" y="4495931"/>
              <a:ext cx="820913" cy="799755"/>
            </a:xfrm>
            <a:prstGeom prst="rect">
              <a:avLst/>
            </a:prstGeom>
          </p:spPr>
        </p:pic>
        <p:pic>
          <p:nvPicPr>
            <p:cNvPr id="171" name="図 170">
              <a:extLst>
                <a:ext uri="{FF2B5EF4-FFF2-40B4-BE49-F238E27FC236}">
                  <a16:creationId xmlns:a16="http://schemas.microsoft.com/office/drawing/2014/main" id="{DE1CB4AB-4C9A-9C55-B4B6-B38B74C7977C}"/>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5098916" y="4508694"/>
              <a:ext cx="820913" cy="799755"/>
            </a:xfrm>
            <a:prstGeom prst="rect">
              <a:avLst/>
            </a:prstGeom>
          </p:spPr>
        </p:pic>
        <p:pic>
          <p:nvPicPr>
            <p:cNvPr id="172" name="図 171">
              <a:extLst>
                <a:ext uri="{FF2B5EF4-FFF2-40B4-BE49-F238E27FC236}">
                  <a16:creationId xmlns:a16="http://schemas.microsoft.com/office/drawing/2014/main" id="{E012F265-96B9-B969-F2CA-8016FCF5A8A9}"/>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6876113" y="4487082"/>
              <a:ext cx="820913" cy="799755"/>
            </a:xfrm>
            <a:prstGeom prst="rect">
              <a:avLst/>
            </a:prstGeom>
          </p:spPr>
        </p:pic>
        <p:pic>
          <p:nvPicPr>
            <p:cNvPr id="173" name="図 172">
              <a:extLst>
                <a:ext uri="{FF2B5EF4-FFF2-40B4-BE49-F238E27FC236}">
                  <a16:creationId xmlns:a16="http://schemas.microsoft.com/office/drawing/2014/main" id="{7E827FF5-26E3-1B22-77B2-75D9E70DDE21}"/>
                </a:ext>
              </a:extLst>
            </p:cNvPr>
            <p:cNvPicPr>
              <a:picLocks noChangeAspect="1"/>
            </p:cNvPicPr>
            <p:nvPr/>
          </p:nvPicPr>
          <p:blipFill>
            <a:blip r:embed="rId4">
              <a:extLst>
                <a:ext uri="{28A0092B-C50C-407E-A947-70E740481C1C}">
                  <a14:useLocalDpi xmlns:a14="http://schemas.microsoft.com/office/drawing/2010/main" val="0"/>
                </a:ext>
              </a:extLst>
            </a:blip>
            <a:srcRect l="27993" t="-2434" r="49502" b="2434"/>
            <a:stretch>
              <a:fillRect/>
            </a:stretch>
          </p:blipFill>
          <p:spPr>
            <a:xfrm>
              <a:off x="3356573" y="1977007"/>
              <a:ext cx="767346" cy="702580"/>
            </a:xfrm>
            <a:prstGeom prst="rect">
              <a:avLst/>
            </a:prstGeom>
          </p:spPr>
        </p:pic>
        <p:pic>
          <p:nvPicPr>
            <p:cNvPr id="180" name="図 179">
              <a:extLst>
                <a:ext uri="{FF2B5EF4-FFF2-40B4-BE49-F238E27FC236}">
                  <a16:creationId xmlns:a16="http://schemas.microsoft.com/office/drawing/2014/main" id="{8275E28C-BC92-1E42-61A6-5B3E0E2C5771}"/>
                </a:ext>
              </a:extLst>
            </p:cNvPr>
            <p:cNvPicPr>
              <a:picLocks noChangeAspect="1"/>
            </p:cNvPicPr>
            <p:nvPr/>
          </p:nvPicPr>
          <p:blipFill>
            <a:blip r:embed="rId4">
              <a:extLst>
                <a:ext uri="{28A0092B-C50C-407E-A947-70E740481C1C}">
                  <a14:useLocalDpi xmlns:a14="http://schemas.microsoft.com/office/drawing/2010/main" val="0"/>
                </a:ext>
              </a:extLst>
            </a:blip>
            <a:srcRect l="5956" r="70153"/>
            <a:stretch>
              <a:fillRect/>
            </a:stretch>
          </p:blipFill>
          <p:spPr>
            <a:xfrm>
              <a:off x="5150333" y="2005293"/>
              <a:ext cx="814582" cy="702580"/>
            </a:xfrm>
            <a:prstGeom prst="rect">
              <a:avLst/>
            </a:prstGeom>
          </p:spPr>
        </p:pic>
        <p:sp>
          <p:nvSpPr>
            <p:cNvPr id="18" name="四角形: 角を丸くする 17">
              <a:extLst>
                <a:ext uri="{FF2B5EF4-FFF2-40B4-BE49-F238E27FC236}">
                  <a16:creationId xmlns:a16="http://schemas.microsoft.com/office/drawing/2014/main" id="{F7D7A0E2-1937-24C4-2A63-2C2044C4061A}"/>
                </a:ext>
              </a:extLst>
            </p:cNvPr>
            <p:cNvSpPr/>
            <p:nvPr/>
          </p:nvSpPr>
          <p:spPr>
            <a:xfrm>
              <a:off x="1845128" y="1520369"/>
              <a:ext cx="8501744" cy="3909999"/>
            </a:xfrm>
            <a:prstGeom prst="roundRect">
              <a:avLst>
                <a:gd name="adj" fmla="val 6428"/>
              </a:avLst>
            </a:prstGeom>
            <a:solidFill>
              <a:schemeClr val="bg1">
                <a:lumMod val="85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9" name="テキスト ボックス 18">
              <a:extLst>
                <a:ext uri="{FF2B5EF4-FFF2-40B4-BE49-F238E27FC236}">
                  <a16:creationId xmlns:a16="http://schemas.microsoft.com/office/drawing/2014/main" id="{9794612D-FD1E-8DFF-4D97-9E1D5E2FCECC}"/>
                </a:ext>
              </a:extLst>
            </p:cNvPr>
            <p:cNvSpPr txBox="1"/>
            <p:nvPr/>
          </p:nvSpPr>
          <p:spPr>
            <a:xfrm>
              <a:off x="2754208" y="3783464"/>
              <a:ext cx="7328861" cy="400110"/>
            </a:xfrm>
            <a:prstGeom prst="rect">
              <a:avLst/>
            </a:prstGeom>
            <a:noFill/>
          </p:spPr>
          <p:txBody>
            <a:bodyPr wrap="square" rtlCol="0">
              <a:spAutoFit/>
            </a:bodyPr>
            <a:lstStyle/>
            <a:p>
              <a:pPr algn="ctr"/>
              <a:r>
                <a:rPr lang="ja-JP" altLang="en-US" sz="2000" dirty="0">
                  <a:solidFill>
                    <a:schemeClr val="tx1">
                      <a:lumMod val="95000"/>
                      <a:lumOff val="5000"/>
                    </a:schemeClr>
                  </a:solidFill>
                  <a:latin typeface="HGS明朝E" panose="02020900000000000000" pitchFamily="18" charset="-128"/>
                  <a:ea typeface="HGS明朝E" panose="02020900000000000000" pitchFamily="18" charset="-128"/>
                </a:rPr>
                <a:t>次回以降表示しない</a:t>
              </a:r>
              <a:endParaRPr lang="en-US" altLang="ja-JP" sz="2000" dirty="0">
                <a:solidFill>
                  <a:schemeClr val="accent5"/>
                </a:solidFill>
                <a:latin typeface="HGS明朝E" panose="02020900000000000000" pitchFamily="18" charset="-128"/>
                <a:ea typeface="HGS明朝E" panose="02020900000000000000" pitchFamily="18" charset="-128"/>
              </a:endParaRPr>
            </a:p>
          </p:txBody>
        </p:sp>
        <p:pic>
          <p:nvPicPr>
            <p:cNvPr id="23" name="図 22">
              <a:extLst>
                <a:ext uri="{FF2B5EF4-FFF2-40B4-BE49-F238E27FC236}">
                  <a16:creationId xmlns:a16="http://schemas.microsoft.com/office/drawing/2014/main" id="{76600AC5-ABEA-BF43-2ADA-6F835E5B2416}"/>
                </a:ext>
              </a:extLst>
            </p:cNvPr>
            <p:cNvPicPr>
              <a:picLocks noChangeAspect="1"/>
            </p:cNvPicPr>
            <p:nvPr/>
          </p:nvPicPr>
          <p:blipFill>
            <a:blip r:embed="rId8">
              <a:extLst>
                <a:ext uri="{BEBA8EAE-BF5A-486C-A8C5-ECC9F3942E4B}">
                  <a14:imgProps xmlns:a14="http://schemas.microsoft.com/office/drawing/2010/main">
                    <a14:imgLayer r:embed="rId9">
                      <a14:imgEffect>
                        <a14:saturation sat="0"/>
                      </a14:imgEffect>
                    </a14:imgLayer>
                  </a14:imgProps>
                </a:ext>
                <a:ext uri="{28A0092B-C50C-407E-A947-70E740481C1C}">
                  <a14:useLocalDpi xmlns:a14="http://schemas.microsoft.com/office/drawing/2010/main" val="0"/>
                </a:ext>
              </a:extLst>
            </a:blip>
            <a:stretch>
              <a:fillRect/>
            </a:stretch>
          </p:blipFill>
          <p:spPr>
            <a:xfrm>
              <a:off x="4610934" y="3719642"/>
              <a:ext cx="520959" cy="520959"/>
            </a:xfrm>
            <a:prstGeom prst="rect">
              <a:avLst/>
            </a:prstGeom>
          </p:spPr>
        </p:pic>
        <p:sp>
          <p:nvSpPr>
            <p:cNvPr id="24" name="テキスト ボックス 23">
              <a:extLst>
                <a:ext uri="{FF2B5EF4-FFF2-40B4-BE49-F238E27FC236}">
                  <a16:creationId xmlns:a16="http://schemas.microsoft.com/office/drawing/2014/main" id="{82CAA154-1802-F3CD-9D6D-1465D00A13A5}"/>
                </a:ext>
              </a:extLst>
            </p:cNvPr>
            <p:cNvSpPr txBox="1"/>
            <p:nvPr/>
          </p:nvSpPr>
          <p:spPr>
            <a:xfrm>
              <a:off x="2558262" y="1813974"/>
              <a:ext cx="7328861" cy="461665"/>
            </a:xfrm>
            <a:prstGeom prst="rect">
              <a:avLst/>
            </a:prstGeom>
            <a:noFill/>
          </p:spPr>
          <p:txBody>
            <a:bodyPr wrap="square" rtlCol="0">
              <a:spAutoFit/>
            </a:bodyPr>
            <a:lstStyle/>
            <a:p>
              <a:pPr algn="ctr"/>
              <a:r>
                <a:rPr lang="ja-JP" altLang="en-US" sz="2400" dirty="0">
                  <a:solidFill>
                    <a:schemeClr val="tx1">
                      <a:lumMod val="95000"/>
                      <a:lumOff val="5000"/>
                    </a:schemeClr>
                  </a:solidFill>
                  <a:latin typeface="HGS明朝E" panose="02020900000000000000" pitchFamily="18" charset="-128"/>
                  <a:ea typeface="HGS明朝E" panose="02020900000000000000" pitchFamily="18" charset="-128"/>
                </a:rPr>
                <a:t>このバフを削除しますか？</a:t>
              </a:r>
              <a:endParaRPr lang="en-US" altLang="ja-JP" sz="2400" dirty="0">
                <a:solidFill>
                  <a:schemeClr val="accent5"/>
                </a:solidFill>
                <a:latin typeface="HGS明朝E" panose="02020900000000000000" pitchFamily="18" charset="-128"/>
                <a:ea typeface="HGS明朝E" panose="02020900000000000000" pitchFamily="18" charset="-128"/>
              </a:endParaRPr>
            </a:p>
          </p:txBody>
        </p:sp>
        <p:grpSp>
          <p:nvGrpSpPr>
            <p:cNvPr id="39" name="グループ化 38">
              <a:extLst>
                <a:ext uri="{FF2B5EF4-FFF2-40B4-BE49-F238E27FC236}">
                  <a16:creationId xmlns:a16="http://schemas.microsoft.com/office/drawing/2014/main" id="{D1755E9D-6402-DC1C-D337-615CCA87D5E3}"/>
                </a:ext>
              </a:extLst>
            </p:cNvPr>
            <p:cNvGrpSpPr/>
            <p:nvPr/>
          </p:nvGrpSpPr>
          <p:grpSpPr>
            <a:xfrm>
              <a:off x="3984982" y="4520190"/>
              <a:ext cx="4222035" cy="615046"/>
              <a:chOff x="4007751" y="4520190"/>
              <a:chExt cx="4222035" cy="615046"/>
            </a:xfrm>
          </p:grpSpPr>
          <p:sp>
            <p:nvSpPr>
              <p:cNvPr id="29" name="四角形: 角を丸くする 28">
                <a:extLst>
                  <a:ext uri="{FF2B5EF4-FFF2-40B4-BE49-F238E27FC236}">
                    <a16:creationId xmlns:a16="http://schemas.microsoft.com/office/drawing/2014/main" id="{F36B9BEC-D998-E4E0-B35E-A29818EB3D1F}"/>
                  </a:ext>
                </a:extLst>
              </p:cNvPr>
              <p:cNvSpPr/>
              <p:nvPr/>
            </p:nvSpPr>
            <p:spPr>
              <a:xfrm>
                <a:off x="4007751" y="4520190"/>
                <a:ext cx="1595108" cy="611076"/>
              </a:xfrm>
              <a:prstGeom prst="roundRect">
                <a:avLst>
                  <a:gd name="adj" fmla="val 6428"/>
                </a:avLst>
              </a:prstGeom>
              <a:solidFill>
                <a:schemeClr val="tx1">
                  <a:lumMod val="85000"/>
                  <a:lumOff val="15000"/>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400" dirty="0">
                    <a:latin typeface="HGS明朝E" panose="02020900000000000000" pitchFamily="18" charset="-128"/>
                    <a:ea typeface="HGS明朝E" panose="02020900000000000000" pitchFamily="18" charset="-128"/>
                  </a:rPr>
                  <a:t>NO</a:t>
                </a:r>
                <a:endParaRPr kumimoji="1" lang="ja-JP" altLang="en-US" sz="2400" dirty="0">
                  <a:latin typeface="HGS明朝E" panose="02020900000000000000" pitchFamily="18" charset="-128"/>
                  <a:ea typeface="HGS明朝E" panose="02020900000000000000" pitchFamily="18" charset="-128"/>
                </a:endParaRPr>
              </a:p>
            </p:txBody>
          </p:sp>
          <p:sp>
            <p:nvSpPr>
              <p:cNvPr id="35" name="四角形: 角を丸くする 34">
                <a:extLst>
                  <a:ext uri="{FF2B5EF4-FFF2-40B4-BE49-F238E27FC236}">
                    <a16:creationId xmlns:a16="http://schemas.microsoft.com/office/drawing/2014/main" id="{78089B60-7484-7278-ACF5-997FDF8D8FCD}"/>
                  </a:ext>
                </a:extLst>
              </p:cNvPr>
              <p:cNvSpPr/>
              <p:nvPr/>
            </p:nvSpPr>
            <p:spPr>
              <a:xfrm>
                <a:off x="6634678" y="4524160"/>
                <a:ext cx="1595108" cy="611076"/>
              </a:xfrm>
              <a:prstGeom prst="roundRect">
                <a:avLst>
                  <a:gd name="adj" fmla="val 6428"/>
                </a:avLst>
              </a:prstGeom>
              <a:solidFill>
                <a:srgbClr val="7030A0">
                  <a:alpha val="8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400" dirty="0">
                    <a:solidFill>
                      <a:schemeClr val="tx1">
                        <a:lumMod val="85000"/>
                        <a:lumOff val="15000"/>
                      </a:schemeClr>
                    </a:solidFill>
                    <a:latin typeface="HGS明朝E" panose="02020900000000000000" pitchFamily="18" charset="-128"/>
                    <a:ea typeface="HGS明朝E" panose="02020900000000000000" pitchFamily="18" charset="-128"/>
                  </a:rPr>
                  <a:t>YES</a:t>
                </a:r>
                <a:endParaRPr kumimoji="1" lang="ja-JP" altLang="en-US" sz="2400" dirty="0">
                  <a:solidFill>
                    <a:schemeClr val="tx1">
                      <a:lumMod val="85000"/>
                      <a:lumOff val="15000"/>
                    </a:schemeClr>
                  </a:solidFill>
                  <a:latin typeface="HGS明朝E" panose="02020900000000000000" pitchFamily="18" charset="-128"/>
                  <a:ea typeface="HGS明朝E" panose="02020900000000000000" pitchFamily="18" charset="-128"/>
                </a:endParaRPr>
              </a:p>
            </p:txBody>
          </p:sp>
        </p:grpSp>
        <p:sp>
          <p:nvSpPr>
            <p:cNvPr id="40" name="四角形: 角を丸くする 39">
              <a:extLst>
                <a:ext uri="{FF2B5EF4-FFF2-40B4-BE49-F238E27FC236}">
                  <a16:creationId xmlns:a16="http://schemas.microsoft.com/office/drawing/2014/main" id="{CC2C5478-3EA7-7256-4A7E-597FB4DCEA3D}"/>
                </a:ext>
              </a:extLst>
            </p:cNvPr>
            <p:cNvSpPr/>
            <p:nvPr/>
          </p:nvSpPr>
          <p:spPr>
            <a:xfrm>
              <a:off x="1857291" y="2478783"/>
              <a:ext cx="8480249" cy="965495"/>
            </a:xfrm>
            <a:prstGeom prst="roundRect">
              <a:avLst>
                <a:gd name="adj" fmla="val 6428"/>
              </a:avLst>
            </a:prstGeom>
            <a:solidFill>
              <a:schemeClr val="tx1">
                <a:lumMod val="65000"/>
                <a:lumOff val="35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nvGrpSpPr>
            <p:cNvPr id="34" name="グループ化 33">
              <a:extLst>
                <a:ext uri="{FF2B5EF4-FFF2-40B4-BE49-F238E27FC236}">
                  <a16:creationId xmlns:a16="http://schemas.microsoft.com/office/drawing/2014/main" id="{0D966B28-95D7-4456-414E-4ADFD7F183AB}"/>
                </a:ext>
              </a:extLst>
            </p:cNvPr>
            <p:cNvGrpSpPr/>
            <p:nvPr/>
          </p:nvGrpSpPr>
          <p:grpSpPr>
            <a:xfrm>
              <a:off x="4226331" y="2622508"/>
              <a:ext cx="3992722" cy="702580"/>
              <a:chOff x="3309337" y="2565189"/>
              <a:chExt cx="3992722" cy="702580"/>
            </a:xfrm>
          </p:grpSpPr>
          <p:pic>
            <p:nvPicPr>
              <p:cNvPr id="32" name="図 31">
                <a:extLst>
                  <a:ext uri="{FF2B5EF4-FFF2-40B4-BE49-F238E27FC236}">
                    <a16:creationId xmlns:a16="http://schemas.microsoft.com/office/drawing/2014/main" id="{F38B67FC-6967-F35C-3A9C-31E8F6E4C51A}"/>
                  </a:ext>
                </a:extLst>
              </p:cNvPr>
              <p:cNvPicPr>
                <a:picLocks noChangeAspect="1"/>
              </p:cNvPicPr>
              <p:nvPr/>
            </p:nvPicPr>
            <p:blipFill>
              <a:blip r:embed="rId4">
                <a:extLst>
                  <a:ext uri="{28A0092B-C50C-407E-A947-70E740481C1C}">
                    <a14:useLocalDpi xmlns:a14="http://schemas.microsoft.com/office/drawing/2010/main" val="0"/>
                  </a:ext>
                </a:extLst>
              </a:blip>
              <a:srcRect l="5956" r="70153"/>
              <a:stretch>
                <a:fillRect/>
              </a:stretch>
            </p:blipFill>
            <p:spPr>
              <a:xfrm>
                <a:off x="3309337" y="2565189"/>
                <a:ext cx="814582" cy="702580"/>
              </a:xfrm>
              <a:prstGeom prst="rect">
                <a:avLst/>
              </a:prstGeom>
            </p:spPr>
          </p:pic>
          <p:sp>
            <p:nvSpPr>
              <p:cNvPr id="33" name="テキスト ボックス 32">
                <a:extLst>
                  <a:ext uri="{FF2B5EF4-FFF2-40B4-BE49-F238E27FC236}">
                    <a16:creationId xmlns:a16="http://schemas.microsoft.com/office/drawing/2014/main" id="{97169122-5CEC-83D3-CC08-BB1426724D0B}"/>
                  </a:ext>
                </a:extLst>
              </p:cNvPr>
              <p:cNvSpPr txBox="1"/>
              <p:nvPr/>
            </p:nvSpPr>
            <p:spPr>
              <a:xfrm>
                <a:off x="4193332" y="2740972"/>
                <a:ext cx="3108727" cy="338554"/>
              </a:xfrm>
              <a:prstGeom prst="rect">
                <a:avLst/>
              </a:prstGeom>
              <a:noFill/>
            </p:spPr>
            <p:txBody>
              <a:bodyPr wrap="square" rtlCol="0">
                <a:spAutoFit/>
              </a:bodyPr>
              <a:lstStyle/>
              <a:p>
                <a:r>
                  <a:rPr lang="en-US" altLang="ja-JP" sz="1600" dirty="0">
                    <a:solidFill>
                      <a:schemeClr val="accent2">
                        <a:lumMod val="20000"/>
                        <a:lumOff val="80000"/>
                      </a:schemeClr>
                    </a:solidFill>
                    <a:latin typeface="HGS明朝E" panose="02020900000000000000" pitchFamily="18" charset="-128"/>
                    <a:ea typeface="HGS明朝E" panose="02020900000000000000" pitchFamily="18" charset="-128"/>
                  </a:rPr>
                  <a:t>R</a:t>
                </a:r>
                <a:r>
                  <a:rPr lang="ja-JP" altLang="en-US" sz="1600" dirty="0">
                    <a:solidFill>
                      <a:schemeClr val="bg1">
                        <a:lumMod val="95000"/>
                      </a:schemeClr>
                    </a:solidFill>
                    <a:latin typeface="HGS明朝E" panose="02020900000000000000" pitchFamily="18" charset="-128"/>
                    <a:ea typeface="HGS明朝E" panose="02020900000000000000" pitchFamily="18" charset="-128"/>
                  </a:rPr>
                  <a:t>：前衛の</a:t>
                </a:r>
                <a:r>
                  <a:rPr lang="en-US" altLang="ja-JP" sz="1600" dirty="0">
                    <a:solidFill>
                      <a:schemeClr val="bg1">
                        <a:lumMod val="95000"/>
                      </a:schemeClr>
                    </a:solidFill>
                    <a:latin typeface="HGS明朝E" panose="02020900000000000000" pitchFamily="18" charset="-128"/>
                    <a:ea typeface="HGS明朝E" panose="02020900000000000000" pitchFamily="18" charset="-128"/>
                  </a:rPr>
                  <a:t>ATK</a:t>
                </a:r>
                <a:r>
                  <a:rPr lang="ja-JP" altLang="en-US" sz="1600" dirty="0">
                    <a:solidFill>
                      <a:schemeClr val="bg1">
                        <a:lumMod val="95000"/>
                      </a:schemeClr>
                    </a:solidFill>
                    <a:latin typeface="HGS明朝E" panose="02020900000000000000" pitchFamily="18" charset="-128"/>
                    <a:ea typeface="HGS明朝E" panose="02020900000000000000" pitchFamily="18" charset="-128"/>
                  </a:rPr>
                  <a:t>を</a:t>
                </a:r>
                <a:r>
                  <a:rPr lang="en-US" altLang="ja-JP" sz="1600" dirty="0">
                    <a:solidFill>
                      <a:schemeClr val="bg1">
                        <a:lumMod val="95000"/>
                      </a:schemeClr>
                    </a:solidFill>
                    <a:latin typeface="HGS明朝E" panose="02020900000000000000" pitchFamily="18" charset="-128"/>
                    <a:ea typeface="HGS明朝E" panose="02020900000000000000" pitchFamily="18" charset="-128"/>
                  </a:rPr>
                  <a:t>10</a:t>
                </a:r>
                <a:r>
                  <a:rPr lang="ja-JP" altLang="en-US" sz="1600" dirty="0">
                    <a:solidFill>
                      <a:schemeClr val="bg1">
                        <a:lumMod val="95000"/>
                      </a:schemeClr>
                    </a:solidFill>
                    <a:latin typeface="HGS明朝E" panose="02020900000000000000" pitchFamily="18" charset="-128"/>
                    <a:ea typeface="HGS明朝E" panose="02020900000000000000" pitchFamily="18" charset="-128"/>
                  </a:rPr>
                  <a:t>％上昇</a:t>
                </a:r>
                <a:endParaRPr lang="en-US" altLang="ja-JP" sz="1600" dirty="0">
                  <a:solidFill>
                    <a:schemeClr val="bg1">
                      <a:lumMod val="95000"/>
                    </a:schemeClr>
                  </a:solidFill>
                  <a:latin typeface="HGS明朝E" panose="02020900000000000000" pitchFamily="18" charset="-128"/>
                  <a:ea typeface="HGS明朝E" panose="02020900000000000000" pitchFamily="18" charset="-128"/>
                </a:endParaRPr>
              </a:p>
            </p:txBody>
          </p:sp>
        </p:grpSp>
      </p:grpSp>
      <p:grpSp>
        <p:nvGrpSpPr>
          <p:cNvPr id="60" name="グループ化 59">
            <a:extLst>
              <a:ext uri="{FF2B5EF4-FFF2-40B4-BE49-F238E27FC236}">
                <a16:creationId xmlns:a16="http://schemas.microsoft.com/office/drawing/2014/main" id="{64095338-2F43-3318-95BD-F14C0AE9759B}"/>
              </a:ext>
            </a:extLst>
          </p:cNvPr>
          <p:cNvGrpSpPr>
            <a:grpSpLocks noGrp="1" noUngrp="1" noRot="1" noMove="1" noResize="1"/>
          </p:cNvGrpSpPr>
          <p:nvPr/>
        </p:nvGrpSpPr>
        <p:grpSpPr>
          <a:xfrm>
            <a:off x="1847365" y="1502955"/>
            <a:ext cx="8501744" cy="3909999"/>
            <a:chOff x="1845128" y="1520369"/>
            <a:chExt cx="8501744" cy="3909999"/>
          </a:xfrm>
        </p:grpSpPr>
        <p:grpSp>
          <p:nvGrpSpPr>
            <p:cNvPr id="61" name="グループ化 60">
              <a:extLst>
                <a:ext uri="{FF2B5EF4-FFF2-40B4-BE49-F238E27FC236}">
                  <a16:creationId xmlns:a16="http://schemas.microsoft.com/office/drawing/2014/main" id="{D91E2AD1-AA4C-B3B0-01B5-71F22EC9218B}"/>
                </a:ext>
              </a:extLst>
            </p:cNvPr>
            <p:cNvGrpSpPr>
              <a:grpSpLocks noGrp="1" noUngrp="1" noRot="1" noMove="1" noResize="1"/>
            </p:cNvGrpSpPr>
            <p:nvPr/>
          </p:nvGrpSpPr>
          <p:grpSpPr>
            <a:xfrm>
              <a:off x="5206482" y="3633810"/>
              <a:ext cx="3537775" cy="276285"/>
              <a:chOff x="3114125" y="3836637"/>
              <a:chExt cx="5697007" cy="276285"/>
            </a:xfrm>
          </p:grpSpPr>
          <p:sp>
            <p:nvSpPr>
              <p:cNvPr id="100" name="四角形: 角を丸くする 99">
                <a:extLst>
                  <a:ext uri="{FF2B5EF4-FFF2-40B4-BE49-F238E27FC236}">
                    <a16:creationId xmlns:a16="http://schemas.microsoft.com/office/drawing/2014/main" id="{CF4D68C7-BCD2-BB99-498D-845309A4EA18}"/>
                  </a:ext>
                </a:extLst>
              </p:cNvPr>
              <p:cNvSpPr>
                <a:spLocks noGrp="1" noRot="1" noMove="1" noResize="1" noEditPoints="1" noAdjustHandles="1" noChangeArrowheads="1" noChangeShapeType="1"/>
              </p:cNvSpPr>
              <p:nvPr/>
            </p:nvSpPr>
            <p:spPr>
              <a:xfrm>
                <a:off x="3114125" y="3891844"/>
                <a:ext cx="5697007" cy="165873"/>
              </a:xfrm>
              <a:prstGeom prst="roundRect">
                <a:avLst/>
              </a:prstGeom>
              <a:solidFill>
                <a:schemeClr val="bg1">
                  <a:lumMod val="65000"/>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01" name="四角形: 角を丸くする 100">
                <a:extLst>
                  <a:ext uri="{FF2B5EF4-FFF2-40B4-BE49-F238E27FC236}">
                    <a16:creationId xmlns:a16="http://schemas.microsoft.com/office/drawing/2014/main" id="{D2597685-1985-5D10-CE1E-B7A7669EB571}"/>
                  </a:ext>
                </a:extLst>
              </p:cNvPr>
              <p:cNvSpPr>
                <a:spLocks noGrp="1" noRot="1" noMove="1" noResize="1" noEditPoints="1" noAdjustHandles="1" noChangeArrowheads="1" noChangeShapeType="1"/>
              </p:cNvSpPr>
              <p:nvPr/>
            </p:nvSpPr>
            <p:spPr>
              <a:xfrm>
                <a:off x="4786606" y="3836637"/>
                <a:ext cx="2050791" cy="276285"/>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sp>
          <p:nvSpPr>
            <p:cNvPr id="62" name="四角形: 角を丸くする 61">
              <a:extLst>
                <a:ext uri="{FF2B5EF4-FFF2-40B4-BE49-F238E27FC236}">
                  <a16:creationId xmlns:a16="http://schemas.microsoft.com/office/drawing/2014/main" id="{24923BEF-27A0-4B15-3B70-C4B5D1B44DB8}"/>
                </a:ext>
              </a:extLst>
            </p:cNvPr>
            <p:cNvSpPr>
              <a:spLocks noGrp="1" noRot="1" noMove="1" noResize="1" noEditPoints="1" noAdjustHandles="1" noChangeArrowheads="1" noChangeShapeType="1"/>
            </p:cNvSpPr>
            <p:nvPr/>
          </p:nvSpPr>
          <p:spPr>
            <a:xfrm>
              <a:off x="2852259" y="3518235"/>
              <a:ext cx="2163612" cy="504394"/>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bg1">
                      <a:lumMod val="95000"/>
                    </a:schemeClr>
                  </a:solidFill>
                  <a:latin typeface="HGS明朝E" panose="02020900000000000000" pitchFamily="18" charset="-128"/>
                  <a:ea typeface="HGS明朝E" panose="02020900000000000000" pitchFamily="18" charset="-128"/>
                </a:rPr>
                <a:t>所持数：</a:t>
              </a:r>
              <a:r>
                <a:rPr kumimoji="1" lang="en-US" altLang="ja-JP" sz="2400" dirty="0">
                  <a:solidFill>
                    <a:schemeClr val="bg1">
                      <a:lumMod val="95000"/>
                    </a:schemeClr>
                  </a:solidFill>
                  <a:latin typeface="HGS明朝E" panose="02020900000000000000" pitchFamily="18" charset="-128"/>
                  <a:ea typeface="HGS明朝E" panose="02020900000000000000" pitchFamily="18" charset="-128"/>
                </a:rPr>
                <a:t>000</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grpSp>
          <p:nvGrpSpPr>
            <p:cNvPr id="63" name="グループ化 62">
              <a:extLst>
                <a:ext uri="{FF2B5EF4-FFF2-40B4-BE49-F238E27FC236}">
                  <a16:creationId xmlns:a16="http://schemas.microsoft.com/office/drawing/2014/main" id="{5766C63A-8690-66B8-C60C-CE28C171DF39}"/>
                </a:ext>
              </a:extLst>
            </p:cNvPr>
            <p:cNvGrpSpPr>
              <a:grpSpLocks noGrp="1" noUngrp="1" noRot="1" noMove="1" noResize="1"/>
            </p:cNvGrpSpPr>
            <p:nvPr/>
          </p:nvGrpSpPr>
          <p:grpSpPr>
            <a:xfrm>
              <a:off x="3032545" y="1594808"/>
              <a:ext cx="1485182" cy="1716321"/>
              <a:chOff x="1276828" y="4105786"/>
              <a:chExt cx="1144222" cy="1716321"/>
            </a:xfrm>
          </p:grpSpPr>
          <p:sp>
            <p:nvSpPr>
              <p:cNvPr id="97" name="四角形: 角を丸くする 96">
                <a:extLst>
                  <a:ext uri="{FF2B5EF4-FFF2-40B4-BE49-F238E27FC236}">
                    <a16:creationId xmlns:a16="http://schemas.microsoft.com/office/drawing/2014/main" id="{EE8766A4-0529-891F-9C4F-F9095DDADA7C}"/>
                  </a:ext>
                </a:extLst>
              </p:cNvPr>
              <p:cNvSpPr>
                <a:spLocks noGrp="1" noRot="1" noMove="1" noResize="1" noEditPoints="1" noAdjustHandles="1" noChangeArrowheads="1" noChangeShapeType="1"/>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99" name="テキスト ボックス 98">
                <a:extLst>
                  <a:ext uri="{FF2B5EF4-FFF2-40B4-BE49-F238E27FC236}">
                    <a16:creationId xmlns:a16="http://schemas.microsoft.com/office/drawing/2014/main" id="{E097EA7F-73AC-9504-1361-2217EABFA286}"/>
                  </a:ext>
                </a:extLst>
              </p:cNvPr>
              <p:cNvSpPr txBox="1">
                <a:spLocks noGrp="1" noRot="1" noMove="1" noResize="1" noEditPoints="1" noAdjustHandles="1" noChangeArrowheads="1" noChangeShapeType="1"/>
              </p:cNvSpPr>
              <p:nvPr/>
            </p:nvSpPr>
            <p:spPr>
              <a:xfrm>
                <a:off x="1315928" y="4148054"/>
                <a:ext cx="1066022" cy="369332"/>
              </a:xfrm>
              <a:prstGeom prst="rect">
                <a:avLst/>
              </a:prstGeom>
              <a:noFill/>
            </p:spPr>
            <p:txBody>
              <a:bodyPr wrap="square">
                <a:spAutoFit/>
              </a:bodyPr>
              <a:lstStyle/>
              <a:p>
                <a:pPr algn="ctr"/>
                <a:r>
                  <a:rPr lang="en-US" altLang="ja-JP" dirty="0">
                    <a:gradFill flip="none" rotWithShape="1">
                      <a:gsLst>
                        <a:gs pos="0">
                          <a:srgbClr val="CC66FF"/>
                        </a:gs>
                        <a:gs pos="50000">
                          <a:srgbClr val="CC00FF"/>
                        </a:gs>
                        <a:gs pos="100000">
                          <a:srgbClr val="CC66FF"/>
                        </a:gs>
                      </a:gsLst>
                      <a:lin ang="2700000" scaled="1"/>
                      <a:tileRect/>
                    </a:gradFill>
                    <a:latin typeface="HGS明朝E" panose="02020900000000000000" pitchFamily="18" charset="-128"/>
                    <a:ea typeface="HGS明朝E" panose="02020900000000000000" pitchFamily="18" charset="-128"/>
                  </a:rPr>
                  <a:t>SR</a:t>
                </a:r>
                <a:endParaRPr kumimoji="1" lang="ja-JP" altLang="en-US" dirty="0">
                  <a:gradFill flip="none" rotWithShape="1">
                    <a:gsLst>
                      <a:gs pos="0">
                        <a:srgbClr val="CC66FF"/>
                      </a:gs>
                      <a:gs pos="50000">
                        <a:srgbClr val="CC00FF"/>
                      </a:gs>
                      <a:gs pos="100000">
                        <a:srgbClr val="CC66FF"/>
                      </a:gs>
                    </a:gsLst>
                    <a:lin ang="2700000" scaled="1"/>
                    <a:tileRect/>
                  </a:gradFill>
                  <a:latin typeface="HGS明朝E" panose="02020900000000000000" pitchFamily="18" charset="-128"/>
                  <a:ea typeface="HGS明朝E" panose="02020900000000000000" pitchFamily="18" charset="-128"/>
                </a:endParaRPr>
              </a:p>
            </p:txBody>
          </p:sp>
        </p:grpSp>
        <p:grpSp>
          <p:nvGrpSpPr>
            <p:cNvPr id="64" name="グループ化 63">
              <a:extLst>
                <a:ext uri="{FF2B5EF4-FFF2-40B4-BE49-F238E27FC236}">
                  <a16:creationId xmlns:a16="http://schemas.microsoft.com/office/drawing/2014/main" id="{4FB132DF-F9E1-3D79-1CB7-4B70CF859AE6}"/>
                </a:ext>
              </a:extLst>
            </p:cNvPr>
            <p:cNvGrpSpPr>
              <a:grpSpLocks noGrp="1" noUngrp="1" noRot="1" noMove="1" noResize="1"/>
            </p:cNvGrpSpPr>
            <p:nvPr/>
          </p:nvGrpSpPr>
          <p:grpSpPr>
            <a:xfrm>
              <a:off x="4788263" y="1594808"/>
              <a:ext cx="1485182" cy="1716321"/>
              <a:chOff x="1276828" y="4105786"/>
              <a:chExt cx="1144222" cy="1716321"/>
            </a:xfrm>
          </p:grpSpPr>
          <p:sp>
            <p:nvSpPr>
              <p:cNvPr id="92" name="四角形: 角を丸くする 91">
                <a:extLst>
                  <a:ext uri="{FF2B5EF4-FFF2-40B4-BE49-F238E27FC236}">
                    <a16:creationId xmlns:a16="http://schemas.microsoft.com/office/drawing/2014/main" id="{5E23F35D-494C-CF35-902D-D8E622CD3FA7}"/>
                  </a:ext>
                </a:extLst>
              </p:cNvPr>
              <p:cNvSpPr>
                <a:spLocks noGrp="1" noRot="1" noMove="1" noResize="1" noEditPoints="1" noAdjustHandles="1" noChangeArrowheads="1" noChangeShapeType="1"/>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94" name="テキスト ボックス 93">
                <a:extLst>
                  <a:ext uri="{FF2B5EF4-FFF2-40B4-BE49-F238E27FC236}">
                    <a16:creationId xmlns:a16="http://schemas.microsoft.com/office/drawing/2014/main" id="{E69038AC-9E25-005A-1C8F-C7EF54F615FF}"/>
                  </a:ext>
                </a:extLst>
              </p:cNvPr>
              <p:cNvSpPr txBox="1">
                <a:spLocks noGrp="1" noRot="1" noMove="1" noResize="1" noEditPoints="1" noAdjustHandles="1" noChangeArrowheads="1" noChangeShapeType="1"/>
              </p:cNvSpPr>
              <p:nvPr/>
            </p:nvSpPr>
            <p:spPr>
              <a:xfrm>
                <a:off x="1315928" y="4148054"/>
                <a:ext cx="1066022" cy="369332"/>
              </a:xfrm>
              <a:prstGeom prst="rect">
                <a:avLst/>
              </a:prstGeom>
              <a:noFill/>
            </p:spPr>
            <p:txBody>
              <a:bodyPr wrap="square">
                <a:spAutoFit/>
              </a:bodyPr>
              <a:lstStyle/>
              <a:p>
                <a:pPr algn="ctr"/>
                <a:r>
                  <a:rPr lang="en-US" altLang="ja-JP" dirty="0">
                    <a:gradFill flip="none" rotWithShape="1">
                      <a:gsLst>
                        <a:gs pos="100000">
                          <a:srgbClr val="CC66FF"/>
                        </a:gs>
                        <a:gs pos="75000">
                          <a:srgbClr val="00B0F0"/>
                        </a:gs>
                        <a:gs pos="50000">
                          <a:srgbClr val="92D050"/>
                        </a:gs>
                        <a:gs pos="25000">
                          <a:srgbClr val="FFC000"/>
                        </a:gs>
                        <a:gs pos="1000">
                          <a:srgbClr val="FF0000"/>
                        </a:gs>
                      </a:gsLst>
                      <a:lin ang="2700000" scaled="1"/>
                      <a:tileRect/>
                    </a:gradFill>
                    <a:latin typeface="HGS明朝E" panose="02020900000000000000" pitchFamily="18" charset="-128"/>
                    <a:ea typeface="HGS明朝E" panose="02020900000000000000" pitchFamily="18" charset="-128"/>
                  </a:rPr>
                  <a:t>SSR</a:t>
                </a:r>
                <a:endParaRPr kumimoji="1" lang="ja-JP" altLang="en-US" dirty="0">
                  <a:gradFill flip="none" rotWithShape="1">
                    <a:gsLst>
                      <a:gs pos="100000">
                        <a:srgbClr val="CC66FF"/>
                      </a:gs>
                      <a:gs pos="75000">
                        <a:srgbClr val="00B0F0"/>
                      </a:gs>
                      <a:gs pos="50000">
                        <a:srgbClr val="92D050"/>
                      </a:gs>
                      <a:gs pos="25000">
                        <a:srgbClr val="FFC000"/>
                      </a:gs>
                      <a:gs pos="1000">
                        <a:srgbClr val="FF0000"/>
                      </a:gs>
                    </a:gsLst>
                    <a:lin ang="2700000" scaled="1"/>
                    <a:tileRect/>
                  </a:gradFill>
                  <a:latin typeface="HGS明朝E" panose="02020900000000000000" pitchFamily="18" charset="-128"/>
                  <a:ea typeface="HGS明朝E" panose="02020900000000000000" pitchFamily="18" charset="-128"/>
                </a:endParaRPr>
              </a:p>
            </p:txBody>
          </p:sp>
        </p:grpSp>
        <p:grpSp>
          <p:nvGrpSpPr>
            <p:cNvPr id="65" name="グループ化 64">
              <a:extLst>
                <a:ext uri="{FF2B5EF4-FFF2-40B4-BE49-F238E27FC236}">
                  <a16:creationId xmlns:a16="http://schemas.microsoft.com/office/drawing/2014/main" id="{7FE1B403-5D73-FC14-A8B8-9AB4F3147B88}"/>
                </a:ext>
              </a:extLst>
            </p:cNvPr>
            <p:cNvGrpSpPr>
              <a:grpSpLocks noGrp="1" noUngrp="1" noRot="1" noMove="1" noResize="1"/>
            </p:cNvGrpSpPr>
            <p:nvPr/>
          </p:nvGrpSpPr>
          <p:grpSpPr>
            <a:xfrm>
              <a:off x="6543980" y="1594808"/>
              <a:ext cx="1485182" cy="1716321"/>
              <a:chOff x="1276828" y="4105786"/>
              <a:chExt cx="1144222" cy="1716321"/>
            </a:xfrm>
          </p:grpSpPr>
          <p:sp>
            <p:nvSpPr>
              <p:cNvPr id="90" name="四角形: 角を丸くする 89">
                <a:extLst>
                  <a:ext uri="{FF2B5EF4-FFF2-40B4-BE49-F238E27FC236}">
                    <a16:creationId xmlns:a16="http://schemas.microsoft.com/office/drawing/2014/main" id="{C9B117E3-8F82-CCEF-C6D6-B870703C35FC}"/>
                  </a:ext>
                </a:extLst>
              </p:cNvPr>
              <p:cNvSpPr>
                <a:spLocks noGrp="1" noRot="1" noMove="1" noResize="1" noEditPoints="1" noAdjustHandles="1" noChangeArrowheads="1" noChangeShapeType="1"/>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91" name="テキスト ボックス 90">
                <a:extLst>
                  <a:ext uri="{FF2B5EF4-FFF2-40B4-BE49-F238E27FC236}">
                    <a16:creationId xmlns:a16="http://schemas.microsoft.com/office/drawing/2014/main" id="{C7495154-3FEB-86A2-8DBC-874315B5F3AA}"/>
                  </a:ext>
                </a:extLst>
              </p:cNvPr>
              <p:cNvSpPr txBox="1">
                <a:spLocks noGrp="1" noRot="1" noMove="1" noResize="1" noEditPoints="1" noAdjustHandles="1" noChangeArrowheads="1" noChangeShapeType="1"/>
              </p:cNvSpPr>
              <p:nvPr/>
            </p:nvSpPr>
            <p:spPr>
              <a:xfrm>
                <a:off x="1315928" y="4148054"/>
                <a:ext cx="1066022" cy="369332"/>
              </a:xfrm>
              <a:prstGeom prst="rect">
                <a:avLst/>
              </a:prstGeom>
              <a:noFill/>
            </p:spPr>
            <p:txBody>
              <a:bodyPr wrap="square">
                <a:spAutoFit/>
              </a:bodyPr>
              <a:lstStyle/>
              <a:p>
                <a:pPr algn="ctr"/>
                <a:r>
                  <a:rPr lang="ja-JP" altLang="en-US" dirty="0">
                    <a:solidFill>
                      <a:schemeClr val="bg1">
                        <a:lumMod val="95000"/>
                      </a:schemeClr>
                    </a:solidFill>
                    <a:latin typeface="HGS明朝E" panose="02020900000000000000" pitchFamily="18" charset="-128"/>
                    <a:ea typeface="HGS明朝E" panose="02020900000000000000" pitchFamily="18" charset="-128"/>
                  </a:rPr>
                  <a:t>空</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grpSp>
        <p:pic>
          <p:nvPicPr>
            <p:cNvPr id="66" name="図 65">
              <a:extLst>
                <a:ext uri="{FF2B5EF4-FFF2-40B4-BE49-F238E27FC236}">
                  <a16:creationId xmlns:a16="http://schemas.microsoft.com/office/drawing/2014/main" id="{795B10CA-47BF-2919-9EE0-EB0384F411B1}"/>
                </a:ext>
              </a:extLst>
            </p:cNvPr>
            <p:cNvPicPr>
              <a:picLocks noGrp="1" noRot="1" noChangeAspect="1" noMove="1" noResize="1" noEditPoints="1" noAdjustHandles="1" noChangeArrowheads="1" noChangeShapeType="1" noCrop="1"/>
            </p:cNvPicPr>
            <p:nvPr/>
          </p:nvPicPr>
          <p:blipFill>
            <a:blip r:embed="rId7">
              <a:extLst>
                <a:ext uri="{28A0092B-C50C-407E-A947-70E740481C1C}">
                  <a14:useLocalDpi xmlns:a14="http://schemas.microsoft.com/office/drawing/2010/main" val="0"/>
                </a:ext>
              </a:extLst>
            </a:blip>
            <a:stretch>
              <a:fillRect/>
            </a:stretch>
          </p:blipFill>
          <p:spPr>
            <a:xfrm>
              <a:off x="3370874" y="4495931"/>
              <a:ext cx="820913" cy="799755"/>
            </a:xfrm>
            <a:prstGeom prst="rect">
              <a:avLst/>
            </a:prstGeom>
          </p:spPr>
        </p:pic>
        <p:pic>
          <p:nvPicPr>
            <p:cNvPr id="67" name="図 66">
              <a:extLst>
                <a:ext uri="{FF2B5EF4-FFF2-40B4-BE49-F238E27FC236}">
                  <a16:creationId xmlns:a16="http://schemas.microsoft.com/office/drawing/2014/main" id="{00C10663-BB70-EB8C-27E9-8DD26CB3933D}"/>
                </a:ext>
              </a:extLst>
            </p:cNvPr>
            <p:cNvPicPr>
              <a:picLocks noGrp="1" noRot="1" noChangeAspect="1" noMove="1" noResize="1" noEditPoints="1" noAdjustHandles="1" noChangeArrowheads="1" noChangeShapeType="1" noCrop="1"/>
            </p:cNvPicPr>
            <p:nvPr/>
          </p:nvPicPr>
          <p:blipFill>
            <a:blip r:embed="rId7">
              <a:extLst>
                <a:ext uri="{28A0092B-C50C-407E-A947-70E740481C1C}">
                  <a14:useLocalDpi xmlns:a14="http://schemas.microsoft.com/office/drawing/2010/main" val="0"/>
                </a:ext>
              </a:extLst>
            </a:blip>
            <a:stretch>
              <a:fillRect/>
            </a:stretch>
          </p:blipFill>
          <p:spPr>
            <a:xfrm>
              <a:off x="5098916" y="4508694"/>
              <a:ext cx="820913" cy="799755"/>
            </a:xfrm>
            <a:prstGeom prst="rect">
              <a:avLst/>
            </a:prstGeom>
          </p:spPr>
        </p:pic>
        <p:pic>
          <p:nvPicPr>
            <p:cNvPr id="68" name="図 67">
              <a:extLst>
                <a:ext uri="{FF2B5EF4-FFF2-40B4-BE49-F238E27FC236}">
                  <a16:creationId xmlns:a16="http://schemas.microsoft.com/office/drawing/2014/main" id="{53A6D7BA-4336-AAAB-AFA1-D2CB41146E8F}"/>
                </a:ext>
              </a:extLst>
            </p:cNvPr>
            <p:cNvPicPr>
              <a:picLocks noGrp="1" noRot="1" noChangeAspect="1" noMove="1" noResize="1" noEditPoints="1" noAdjustHandles="1" noChangeArrowheads="1" noChangeShapeType="1" noCrop="1"/>
            </p:cNvPicPr>
            <p:nvPr/>
          </p:nvPicPr>
          <p:blipFill>
            <a:blip r:embed="rId7">
              <a:extLst>
                <a:ext uri="{28A0092B-C50C-407E-A947-70E740481C1C}">
                  <a14:useLocalDpi xmlns:a14="http://schemas.microsoft.com/office/drawing/2010/main" val="0"/>
                </a:ext>
              </a:extLst>
            </a:blip>
            <a:stretch>
              <a:fillRect/>
            </a:stretch>
          </p:blipFill>
          <p:spPr>
            <a:xfrm>
              <a:off x="6876113" y="4487082"/>
              <a:ext cx="820913" cy="799755"/>
            </a:xfrm>
            <a:prstGeom prst="rect">
              <a:avLst/>
            </a:prstGeom>
          </p:spPr>
        </p:pic>
        <p:pic>
          <p:nvPicPr>
            <p:cNvPr id="69" name="図 68">
              <a:extLst>
                <a:ext uri="{FF2B5EF4-FFF2-40B4-BE49-F238E27FC236}">
                  <a16:creationId xmlns:a16="http://schemas.microsoft.com/office/drawing/2014/main" id="{A58D1A0A-CD3E-2ABC-93AC-DCF21D85AE7C}"/>
                </a:ext>
              </a:extLst>
            </p:cNvPr>
            <p:cNvPicPr>
              <a:picLocks noGrp="1" noRot="1" noChangeAspect="1" noMove="1" noResize="1" noEditPoints="1" noAdjustHandles="1" noChangeArrowheads="1" noChangeShapeType="1" noCrop="1"/>
            </p:cNvPicPr>
            <p:nvPr/>
          </p:nvPicPr>
          <p:blipFill>
            <a:blip r:embed="rId4">
              <a:extLst>
                <a:ext uri="{28A0092B-C50C-407E-A947-70E740481C1C}">
                  <a14:useLocalDpi xmlns:a14="http://schemas.microsoft.com/office/drawing/2010/main" val="0"/>
                </a:ext>
              </a:extLst>
            </a:blip>
            <a:srcRect l="27993" t="-2434" r="49502" b="2434"/>
            <a:stretch>
              <a:fillRect/>
            </a:stretch>
          </p:blipFill>
          <p:spPr>
            <a:xfrm>
              <a:off x="3356573" y="1977007"/>
              <a:ext cx="767346" cy="702580"/>
            </a:xfrm>
            <a:prstGeom prst="rect">
              <a:avLst/>
            </a:prstGeom>
          </p:spPr>
        </p:pic>
        <p:pic>
          <p:nvPicPr>
            <p:cNvPr id="70" name="図 69">
              <a:extLst>
                <a:ext uri="{FF2B5EF4-FFF2-40B4-BE49-F238E27FC236}">
                  <a16:creationId xmlns:a16="http://schemas.microsoft.com/office/drawing/2014/main" id="{B950D8B4-C394-2C7D-C990-FCE1AF2ED48C}"/>
                </a:ext>
              </a:extLst>
            </p:cNvPr>
            <p:cNvPicPr>
              <a:picLocks noGrp="1" noRot="1" noChangeAspect="1" noMove="1" noResize="1" noEditPoints="1" noAdjustHandles="1" noChangeArrowheads="1" noChangeShapeType="1" noCrop="1"/>
            </p:cNvPicPr>
            <p:nvPr/>
          </p:nvPicPr>
          <p:blipFill>
            <a:blip r:embed="rId4">
              <a:extLst>
                <a:ext uri="{28A0092B-C50C-407E-A947-70E740481C1C}">
                  <a14:useLocalDpi xmlns:a14="http://schemas.microsoft.com/office/drawing/2010/main" val="0"/>
                </a:ext>
              </a:extLst>
            </a:blip>
            <a:srcRect l="5956" r="70153"/>
            <a:stretch>
              <a:fillRect/>
            </a:stretch>
          </p:blipFill>
          <p:spPr>
            <a:xfrm>
              <a:off x="5150333" y="2005293"/>
              <a:ext cx="814582" cy="702580"/>
            </a:xfrm>
            <a:prstGeom prst="rect">
              <a:avLst/>
            </a:prstGeom>
          </p:spPr>
        </p:pic>
        <p:sp>
          <p:nvSpPr>
            <p:cNvPr id="71" name="四角形: 角を丸くする 70">
              <a:extLst>
                <a:ext uri="{FF2B5EF4-FFF2-40B4-BE49-F238E27FC236}">
                  <a16:creationId xmlns:a16="http://schemas.microsoft.com/office/drawing/2014/main" id="{544CFA75-10F8-7579-A9F7-CE872D1AFFC1}"/>
                </a:ext>
              </a:extLst>
            </p:cNvPr>
            <p:cNvSpPr>
              <a:spLocks noGrp="1" noRot="1" noMove="1" noResize="1" noEditPoints="1" noAdjustHandles="1" noChangeArrowheads="1" noChangeShapeType="1"/>
            </p:cNvSpPr>
            <p:nvPr/>
          </p:nvSpPr>
          <p:spPr>
            <a:xfrm>
              <a:off x="1845128" y="1520369"/>
              <a:ext cx="8501744" cy="3909999"/>
            </a:xfrm>
            <a:prstGeom prst="roundRect">
              <a:avLst>
                <a:gd name="adj" fmla="val 6428"/>
              </a:avLst>
            </a:prstGeom>
            <a:solidFill>
              <a:schemeClr val="bg1">
                <a:lumMod val="85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72" name="テキスト ボックス 71">
              <a:extLst>
                <a:ext uri="{FF2B5EF4-FFF2-40B4-BE49-F238E27FC236}">
                  <a16:creationId xmlns:a16="http://schemas.microsoft.com/office/drawing/2014/main" id="{5147E411-628F-E9F4-6827-E1AFAED7B06D}"/>
                </a:ext>
              </a:extLst>
            </p:cNvPr>
            <p:cNvSpPr txBox="1">
              <a:spLocks noGrp="1" noRot="1" noMove="1" noResize="1" noEditPoints="1" noAdjustHandles="1" noChangeArrowheads="1" noChangeShapeType="1"/>
            </p:cNvSpPr>
            <p:nvPr/>
          </p:nvSpPr>
          <p:spPr>
            <a:xfrm>
              <a:off x="2754208" y="3783464"/>
              <a:ext cx="7328861" cy="400110"/>
            </a:xfrm>
            <a:prstGeom prst="rect">
              <a:avLst/>
            </a:prstGeom>
            <a:noFill/>
          </p:spPr>
          <p:txBody>
            <a:bodyPr wrap="square" rtlCol="0">
              <a:spAutoFit/>
            </a:bodyPr>
            <a:lstStyle/>
            <a:p>
              <a:pPr algn="ctr"/>
              <a:r>
                <a:rPr lang="ja-JP" altLang="en-US" sz="2000" dirty="0">
                  <a:solidFill>
                    <a:schemeClr val="tx1">
                      <a:lumMod val="95000"/>
                      <a:lumOff val="5000"/>
                    </a:schemeClr>
                  </a:solidFill>
                  <a:latin typeface="HGS明朝E" panose="02020900000000000000" pitchFamily="18" charset="-128"/>
                  <a:ea typeface="HGS明朝E" panose="02020900000000000000" pitchFamily="18" charset="-128"/>
                </a:rPr>
                <a:t>次回以降表示しない</a:t>
              </a:r>
              <a:endParaRPr lang="en-US" altLang="ja-JP" sz="2000" dirty="0">
                <a:solidFill>
                  <a:schemeClr val="accent5"/>
                </a:solidFill>
                <a:latin typeface="HGS明朝E" panose="02020900000000000000" pitchFamily="18" charset="-128"/>
                <a:ea typeface="HGS明朝E" panose="02020900000000000000" pitchFamily="18" charset="-128"/>
              </a:endParaRPr>
            </a:p>
          </p:txBody>
        </p:sp>
        <p:pic>
          <p:nvPicPr>
            <p:cNvPr id="73" name="図 72">
              <a:extLst>
                <a:ext uri="{FF2B5EF4-FFF2-40B4-BE49-F238E27FC236}">
                  <a16:creationId xmlns:a16="http://schemas.microsoft.com/office/drawing/2014/main" id="{B95E997D-C684-A5B6-F97A-B059D536C834}"/>
                </a:ext>
              </a:extLst>
            </p:cNvPr>
            <p:cNvPicPr>
              <a:picLocks noGrp="1" noRot="1" noChangeAspect="1" noMove="1" noResize="1" noEditPoints="1" noAdjustHandles="1" noChangeArrowheads="1" noChangeShapeType="1" noCrop="1"/>
            </p:cNvPicPr>
            <p:nvPr/>
          </p:nvPicPr>
          <p:blipFill>
            <a:blip r:embed="rId8">
              <a:extLst>
                <a:ext uri="{BEBA8EAE-BF5A-486C-A8C5-ECC9F3942E4B}">
                  <a14:imgProps xmlns:a14="http://schemas.microsoft.com/office/drawing/2010/main">
                    <a14:imgLayer r:embed="rId9">
                      <a14:imgEffect>
                        <a14:saturation sat="0"/>
                      </a14:imgEffect>
                    </a14:imgLayer>
                  </a14:imgProps>
                </a:ext>
                <a:ext uri="{28A0092B-C50C-407E-A947-70E740481C1C}">
                  <a14:useLocalDpi xmlns:a14="http://schemas.microsoft.com/office/drawing/2010/main" val="0"/>
                </a:ext>
              </a:extLst>
            </a:blip>
            <a:stretch>
              <a:fillRect/>
            </a:stretch>
          </p:blipFill>
          <p:spPr>
            <a:xfrm>
              <a:off x="4610934" y="3719642"/>
              <a:ext cx="520959" cy="520959"/>
            </a:xfrm>
            <a:prstGeom prst="rect">
              <a:avLst/>
            </a:prstGeom>
          </p:spPr>
        </p:pic>
        <p:sp>
          <p:nvSpPr>
            <p:cNvPr id="74" name="テキスト ボックス 73">
              <a:extLst>
                <a:ext uri="{FF2B5EF4-FFF2-40B4-BE49-F238E27FC236}">
                  <a16:creationId xmlns:a16="http://schemas.microsoft.com/office/drawing/2014/main" id="{75D1FECA-EE5F-717F-27DF-CD94C30E7832}"/>
                </a:ext>
              </a:extLst>
            </p:cNvPr>
            <p:cNvSpPr txBox="1">
              <a:spLocks noGrp="1" noRot="1" noMove="1" noResize="1" noEditPoints="1" noAdjustHandles="1" noChangeArrowheads="1" noChangeShapeType="1"/>
            </p:cNvSpPr>
            <p:nvPr/>
          </p:nvSpPr>
          <p:spPr>
            <a:xfrm>
              <a:off x="2558262" y="1813974"/>
              <a:ext cx="7328861" cy="461665"/>
            </a:xfrm>
            <a:prstGeom prst="rect">
              <a:avLst/>
            </a:prstGeom>
            <a:noFill/>
          </p:spPr>
          <p:txBody>
            <a:bodyPr wrap="square" rtlCol="0">
              <a:spAutoFit/>
            </a:bodyPr>
            <a:lstStyle/>
            <a:p>
              <a:pPr algn="ctr"/>
              <a:r>
                <a:rPr lang="ja-JP" altLang="en-US" sz="2400" dirty="0">
                  <a:solidFill>
                    <a:schemeClr val="tx1">
                      <a:lumMod val="95000"/>
                      <a:lumOff val="5000"/>
                    </a:schemeClr>
                  </a:solidFill>
                  <a:latin typeface="HGS明朝E" panose="02020900000000000000" pitchFamily="18" charset="-128"/>
                  <a:ea typeface="HGS明朝E" panose="02020900000000000000" pitchFamily="18" charset="-128"/>
                </a:rPr>
                <a:t>このバフを削除しますか？</a:t>
              </a:r>
              <a:endParaRPr lang="en-US" altLang="ja-JP" sz="2400" dirty="0">
                <a:solidFill>
                  <a:schemeClr val="accent5"/>
                </a:solidFill>
                <a:latin typeface="HGS明朝E" panose="02020900000000000000" pitchFamily="18" charset="-128"/>
                <a:ea typeface="HGS明朝E" panose="02020900000000000000" pitchFamily="18" charset="-128"/>
              </a:endParaRPr>
            </a:p>
          </p:txBody>
        </p:sp>
        <p:grpSp>
          <p:nvGrpSpPr>
            <p:cNvPr id="78" name="グループ化 77">
              <a:extLst>
                <a:ext uri="{FF2B5EF4-FFF2-40B4-BE49-F238E27FC236}">
                  <a16:creationId xmlns:a16="http://schemas.microsoft.com/office/drawing/2014/main" id="{B5FA1362-CBEB-D8A9-6E25-DB1D69E26C77}"/>
                </a:ext>
              </a:extLst>
            </p:cNvPr>
            <p:cNvGrpSpPr>
              <a:grpSpLocks noGrp="1" noUngrp="1" noRot="1" noMove="1" noResize="1"/>
            </p:cNvGrpSpPr>
            <p:nvPr/>
          </p:nvGrpSpPr>
          <p:grpSpPr>
            <a:xfrm>
              <a:off x="3984982" y="4520190"/>
              <a:ext cx="4222035" cy="615046"/>
              <a:chOff x="4007751" y="4520190"/>
              <a:chExt cx="4222035" cy="615046"/>
            </a:xfrm>
          </p:grpSpPr>
          <p:sp>
            <p:nvSpPr>
              <p:cNvPr id="86" name="四角形: 角を丸くする 85">
                <a:extLst>
                  <a:ext uri="{FF2B5EF4-FFF2-40B4-BE49-F238E27FC236}">
                    <a16:creationId xmlns:a16="http://schemas.microsoft.com/office/drawing/2014/main" id="{BFDA06C4-2A25-8CD0-C3C6-515CA0D8BB1E}"/>
                  </a:ext>
                </a:extLst>
              </p:cNvPr>
              <p:cNvSpPr>
                <a:spLocks noGrp="1" noRot="1" noMove="1" noResize="1" noEditPoints="1" noAdjustHandles="1" noChangeArrowheads="1" noChangeShapeType="1"/>
              </p:cNvSpPr>
              <p:nvPr/>
            </p:nvSpPr>
            <p:spPr>
              <a:xfrm>
                <a:off x="4007751" y="4520190"/>
                <a:ext cx="1595108" cy="611076"/>
              </a:xfrm>
              <a:prstGeom prst="roundRect">
                <a:avLst>
                  <a:gd name="adj" fmla="val 6428"/>
                </a:avLst>
              </a:prstGeom>
              <a:solidFill>
                <a:schemeClr val="tx1">
                  <a:lumMod val="85000"/>
                  <a:lumOff val="15000"/>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400" dirty="0">
                    <a:latin typeface="HGS明朝E" panose="02020900000000000000" pitchFamily="18" charset="-128"/>
                    <a:ea typeface="HGS明朝E" panose="02020900000000000000" pitchFamily="18" charset="-128"/>
                  </a:rPr>
                  <a:t>NO</a:t>
                </a:r>
                <a:endParaRPr kumimoji="1" lang="ja-JP" altLang="en-US" sz="2400" dirty="0">
                  <a:latin typeface="HGS明朝E" panose="02020900000000000000" pitchFamily="18" charset="-128"/>
                  <a:ea typeface="HGS明朝E" panose="02020900000000000000" pitchFamily="18" charset="-128"/>
                </a:endParaRPr>
              </a:p>
            </p:txBody>
          </p:sp>
          <p:sp>
            <p:nvSpPr>
              <p:cNvPr id="87" name="四角形: 角を丸くする 86">
                <a:extLst>
                  <a:ext uri="{FF2B5EF4-FFF2-40B4-BE49-F238E27FC236}">
                    <a16:creationId xmlns:a16="http://schemas.microsoft.com/office/drawing/2014/main" id="{F776A56B-B20E-0E78-B815-EBA5C5EFA07F}"/>
                  </a:ext>
                </a:extLst>
              </p:cNvPr>
              <p:cNvSpPr>
                <a:spLocks noGrp="1" noRot="1" noMove="1" noResize="1" noEditPoints="1" noAdjustHandles="1" noChangeArrowheads="1" noChangeShapeType="1"/>
              </p:cNvSpPr>
              <p:nvPr/>
            </p:nvSpPr>
            <p:spPr>
              <a:xfrm>
                <a:off x="6634678" y="4524160"/>
                <a:ext cx="1595108" cy="611076"/>
              </a:xfrm>
              <a:prstGeom prst="roundRect">
                <a:avLst>
                  <a:gd name="adj" fmla="val 6428"/>
                </a:avLst>
              </a:prstGeom>
              <a:solidFill>
                <a:srgbClr val="7030A0">
                  <a:alpha val="8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400" dirty="0">
                    <a:solidFill>
                      <a:schemeClr val="tx1">
                        <a:lumMod val="85000"/>
                        <a:lumOff val="15000"/>
                      </a:schemeClr>
                    </a:solidFill>
                    <a:latin typeface="HGS明朝E" panose="02020900000000000000" pitchFamily="18" charset="-128"/>
                    <a:ea typeface="HGS明朝E" panose="02020900000000000000" pitchFamily="18" charset="-128"/>
                  </a:rPr>
                  <a:t>YES</a:t>
                </a:r>
                <a:endParaRPr kumimoji="1" lang="ja-JP" altLang="en-US" sz="2400" dirty="0">
                  <a:solidFill>
                    <a:schemeClr val="tx1">
                      <a:lumMod val="85000"/>
                      <a:lumOff val="15000"/>
                    </a:schemeClr>
                  </a:solidFill>
                  <a:latin typeface="HGS明朝E" panose="02020900000000000000" pitchFamily="18" charset="-128"/>
                  <a:ea typeface="HGS明朝E" panose="02020900000000000000" pitchFamily="18" charset="-128"/>
                </a:endParaRPr>
              </a:p>
            </p:txBody>
          </p:sp>
        </p:grpSp>
        <p:sp>
          <p:nvSpPr>
            <p:cNvPr id="79" name="四角形: 角を丸くする 78">
              <a:extLst>
                <a:ext uri="{FF2B5EF4-FFF2-40B4-BE49-F238E27FC236}">
                  <a16:creationId xmlns:a16="http://schemas.microsoft.com/office/drawing/2014/main" id="{769A68E4-79E2-6BD8-C00C-AED09A9D3506}"/>
                </a:ext>
              </a:extLst>
            </p:cNvPr>
            <p:cNvSpPr>
              <a:spLocks noGrp="1" noRot="1" noMove="1" noResize="1" noEditPoints="1" noAdjustHandles="1" noChangeArrowheads="1" noChangeShapeType="1"/>
            </p:cNvSpPr>
            <p:nvPr/>
          </p:nvSpPr>
          <p:spPr>
            <a:xfrm>
              <a:off x="1857291" y="2478783"/>
              <a:ext cx="8480249" cy="965495"/>
            </a:xfrm>
            <a:prstGeom prst="roundRect">
              <a:avLst>
                <a:gd name="adj" fmla="val 6428"/>
              </a:avLst>
            </a:prstGeom>
            <a:solidFill>
              <a:schemeClr val="tx1">
                <a:lumMod val="65000"/>
                <a:lumOff val="35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nvGrpSpPr>
            <p:cNvPr id="80" name="グループ化 79">
              <a:extLst>
                <a:ext uri="{FF2B5EF4-FFF2-40B4-BE49-F238E27FC236}">
                  <a16:creationId xmlns:a16="http://schemas.microsoft.com/office/drawing/2014/main" id="{6CBAABD6-4CA5-F4C9-6D1C-55F6FBE00818}"/>
                </a:ext>
              </a:extLst>
            </p:cNvPr>
            <p:cNvGrpSpPr>
              <a:grpSpLocks noGrp="1" noUngrp="1" noRot="1" noMove="1" noResize="1"/>
            </p:cNvGrpSpPr>
            <p:nvPr/>
          </p:nvGrpSpPr>
          <p:grpSpPr>
            <a:xfrm>
              <a:off x="4226331" y="2622508"/>
              <a:ext cx="3992722" cy="702580"/>
              <a:chOff x="3309337" y="2565189"/>
              <a:chExt cx="3992722" cy="702580"/>
            </a:xfrm>
          </p:grpSpPr>
          <p:pic>
            <p:nvPicPr>
              <p:cNvPr id="81" name="図 80">
                <a:extLst>
                  <a:ext uri="{FF2B5EF4-FFF2-40B4-BE49-F238E27FC236}">
                    <a16:creationId xmlns:a16="http://schemas.microsoft.com/office/drawing/2014/main" id="{AED8B7A9-7A45-3668-9C2A-05A3D6848818}"/>
                  </a:ext>
                </a:extLst>
              </p:cNvPr>
              <p:cNvPicPr>
                <a:picLocks noGrp="1" noRot="1" noChangeAspect="1" noMove="1" noResize="1" noEditPoints="1" noAdjustHandles="1" noChangeArrowheads="1" noChangeShapeType="1" noCrop="1"/>
              </p:cNvPicPr>
              <p:nvPr/>
            </p:nvPicPr>
            <p:blipFill>
              <a:blip r:embed="rId4">
                <a:extLst>
                  <a:ext uri="{28A0092B-C50C-407E-A947-70E740481C1C}">
                    <a14:useLocalDpi xmlns:a14="http://schemas.microsoft.com/office/drawing/2010/main" val="0"/>
                  </a:ext>
                </a:extLst>
              </a:blip>
              <a:srcRect l="5956" r="70153"/>
              <a:stretch>
                <a:fillRect/>
              </a:stretch>
            </p:blipFill>
            <p:spPr>
              <a:xfrm>
                <a:off x="3309337" y="2565189"/>
                <a:ext cx="814582" cy="702580"/>
              </a:xfrm>
              <a:prstGeom prst="rect">
                <a:avLst/>
              </a:prstGeom>
            </p:spPr>
          </p:pic>
          <p:sp>
            <p:nvSpPr>
              <p:cNvPr id="85" name="テキスト ボックス 84">
                <a:extLst>
                  <a:ext uri="{FF2B5EF4-FFF2-40B4-BE49-F238E27FC236}">
                    <a16:creationId xmlns:a16="http://schemas.microsoft.com/office/drawing/2014/main" id="{D7FA696D-19EE-F912-5F9C-0E127029BDC8}"/>
                  </a:ext>
                </a:extLst>
              </p:cNvPr>
              <p:cNvSpPr txBox="1">
                <a:spLocks noGrp="1" noRot="1" noMove="1" noResize="1" noEditPoints="1" noAdjustHandles="1" noChangeArrowheads="1" noChangeShapeType="1"/>
              </p:cNvSpPr>
              <p:nvPr/>
            </p:nvSpPr>
            <p:spPr>
              <a:xfrm>
                <a:off x="4193332" y="2740972"/>
                <a:ext cx="3108727" cy="338554"/>
              </a:xfrm>
              <a:prstGeom prst="rect">
                <a:avLst/>
              </a:prstGeom>
              <a:noFill/>
            </p:spPr>
            <p:txBody>
              <a:bodyPr wrap="square" rtlCol="0">
                <a:spAutoFit/>
              </a:bodyPr>
              <a:lstStyle/>
              <a:p>
                <a:r>
                  <a:rPr lang="en-US" altLang="ja-JP" sz="1600" dirty="0">
                    <a:solidFill>
                      <a:schemeClr val="accent2">
                        <a:lumMod val="20000"/>
                        <a:lumOff val="80000"/>
                      </a:schemeClr>
                    </a:solidFill>
                    <a:latin typeface="HGS明朝E" panose="02020900000000000000" pitchFamily="18" charset="-128"/>
                    <a:ea typeface="HGS明朝E" panose="02020900000000000000" pitchFamily="18" charset="-128"/>
                  </a:rPr>
                  <a:t>R</a:t>
                </a:r>
                <a:r>
                  <a:rPr lang="ja-JP" altLang="en-US" sz="1600" dirty="0">
                    <a:solidFill>
                      <a:schemeClr val="bg1">
                        <a:lumMod val="95000"/>
                      </a:schemeClr>
                    </a:solidFill>
                    <a:latin typeface="HGS明朝E" panose="02020900000000000000" pitchFamily="18" charset="-128"/>
                    <a:ea typeface="HGS明朝E" panose="02020900000000000000" pitchFamily="18" charset="-128"/>
                  </a:rPr>
                  <a:t>：前衛の</a:t>
                </a:r>
                <a:r>
                  <a:rPr lang="en-US" altLang="ja-JP" sz="1600" dirty="0">
                    <a:solidFill>
                      <a:schemeClr val="bg1">
                        <a:lumMod val="95000"/>
                      </a:schemeClr>
                    </a:solidFill>
                    <a:latin typeface="HGS明朝E" panose="02020900000000000000" pitchFamily="18" charset="-128"/>
                    <a:ea typeface="HGS明朝E" panose="02020900000000000000" pitchFamily="18" charset="-128"/>
                  </a:rPr>
                  <a:t>ATK</a:t>
                </a:r>
                <a:r>
                  <a:rPr lang="ja-JP" altLang="en-US" sz="1600" dirty="0">
                    <a:solidFill>
                      <a:schemeClr val="bg1">
                        <a:lumMod val="95000"/>
                      </a:schemeClr>
                    </a:solidFill>
                    <a:latin typeface="HGS明朝E" panose="02020900000000000000" pitchFamily="18" charset="-128"/>
                    <a:ea typeface="HGS明朝E" panose="02020900000000000000" pitchFamily="18" charset="-128"/>
                  </a:rPr>
                  <a:t>を</a:t>
                </a:r>
                <a:r>
                  <a:rPr lang="en-US" altLang="ja-JP" sz="1600" dirty="0">
                    <a:solidFill>
                      <a:schemeClr val="bg1">
                        <a:lumMod val="95000"/>
                      </a:schemeClr>
                    </a:solidFill>
                    <a:latin typeface="HGS明朝E" panose="02020900000000000000" pitchFamily="18" charset="-128"/>
                    <a:ea typeface="HGS明朝E" panose="02020900000000000000" pitchFamily="18" charset="-128"/>
                  </a:rPr>
                  <a:t>10</a:t>
                </a:r>
                <a:r>
                  <a:rPr lang="ja-JP" altLang="en-US" sz="1600" dirty="0">
                    <a:solidFill>
                      <a:schemeClr val="bg1">
                        <a:lumMod val="95000"/>
                      </a:schemeClr>
                    </a:solidFill>
                    <a:latin typeface="HGS明朝E" panose="02020900000000000000" pitchFamily="18" charset="-128"/>
                    <a:ea typeface="HGS明朝E" panose="02020900000000000000" pitchFamily="18" charset="-128"/>
                  </a:rPr>
                  <a:t>％上昇</a:t>
                </a:r>
                <a:endParaRPr lang="en-US" altLang="ja-JP" sz="1600" dirty="0">
                  <a:solidFill>
                    <a:schemeClr val="bg1">
                      <a:lumMod val="95000"/>
                    </a:schemeClr>
                  </a:solidFill>
                  <a:latin typeface="HGS明朝E" panose="02020900000000000000" pitchFamily="18" charset="-128"/>
                  <a:ea typeface="HGS明朝E" panose="02020900000000000000" pitchFamily="18" charset="-128"/>
                </a:endParaRPr>
              </a:p>
            </p:txBody>
          </p:sp>
        </p:grpSp>
      </p:grpSp>
    </p:spTree>
    <p:extLst>
      <p:ext uri="{BB962C8B-B14F-4D97-AF65-F5344CB8AC3E}">
        <p14:creationId xmlns:p14="http://schemas.microsoft.com/office/powerpoint/2010/main" val="3029846029"/>
      </p:ext>
    </p:extLst>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
          <a:extLst>
            <a:ext uri="{FF2B5EF4-FFF2-40B4-BE49-F238E27FC236}">
              <a16:creationId xmlns:a16="http://schemas.microsoft.com/office/drawing/2014/main" id="{2EAC7DF7-4950-FE46-1AEE-F0C5A50A1B5D}"/>
            </a:ext>
          </a:extLst>
        </p:cNvPr>
        <p:cNvGrpSpPr/>
        <p:nvPr/>
      </p:nvGrpSpPr>
      <p:grpSpPr>
        <a:xfrm>
          <a:off x="0" y="0"/>
          <a:ext cx="0" cy="0"/>
          <a:chOff x="0" y="0"/>
          <a:chExt cx="0" cy="0"/>
        </a:xfrm>
      </p:grpSpPr>
      <p:sp>
        <p:nvSpPr>
          <p:cNvPr id="2" name="四角形: 角を丸くする 1">
            <a:extLst>
              <a:ext uri="{FF2B5EF4-FFF2-40B4-BE49-F238E27FC236}">
                <a16:creationId xmlns:a16="http://schemas.microsoft.com/office/drawing/2014/main" id="{3E3EA2B5-8A57-74B2-F36B-105E67F7F70B}"/>
              </a:ext>
            </a:extLst>
          </p:cNvPr>
          <p:cNvSpPr/>
          <p:nvPr/>
        </p:nvSpPr>
        <p:spPr>
          <a:xfrm>
            <a:off x="726233" y="695130"/>
            <a:ext cx="8501744" cy="5467739"/>
          </a:xfrm>
          <a:prstGeom prst="roundRect">
            <a:avLst>
              <a:gd name="adj" fmla="val 6428"/>
            </a:avLst>
          </a:prstGeom>
          <a:solidFill>
            <a:schemeClr val="bg1">
              <a:lumMod val="75000"/>
              <a:alpha val="6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26" name="四角形: 角を丸くする 225">
            <a:extLst>
              <a:ext uri="{FF2B5EF4-FFF2-40B4-BE49-F238E27FC236}">
                <a16:creationId xmlns:a16="http://schemas.microsoft.com/office/drawing/2014/main" id="{9C2ADB33-6063-4D2C-B28D-1D0B62CD4D21}"/>
              </a:ext>
            </a:extLst>
          </p:cNvPr>
          <p:cNvSpPr/>
          <p:nvPr/>
        </p:nvSpPr>
        <p:spPr>
          <a:xfrm>
            <a:off x="6403408" y="4609319"/>
            <a:ext cx="1144222" cy="1185415"/>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27" name="四角形: 角を丸くする 226">
            <a:extLst>
              <a:ext uri="{FF2B5EF4-FFF2-40B4-BE49-F238E27FC236}">
                <a16:creationId xmlns:a16="http://schemas.microsoft.com/office/drawing/2014/main" id="{7EEBCB83-49C2-303C-D6B1-F7128800A287}"/>
              </a:ext>
            </a:extLst>
          </p:cNvPr>
          <p:cNvSpPr/>
          <p:nvPr/>
        </p:nvSpPr>
        <p:spPr>
          <a:xfrm>
            <a:off x="7674065" y="4609319"/>
            <a:ext cx="1144222" cy="1185415"/>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35" name="フリーフォーム: 図形 234">
            <a:extLst>
              <a:ext uri="{FF2B5EF4-FFF2-40B4-BE49-F238E27FC236}">
                <a16:creationId xmlns:a16="http://schemas.microsoft.com/office/drawing/2014/main" id="{ED514C98-9980-585F-3BC8-83E17793F43F}"/>
              </a:ext>
            </a:extLst>
          </p:cNvPr>
          <p:cNvSpPr/>
          <p:nvPr/>
        </p:nvSpPr>
        <p:spPr>
          <a:xfrm>
            <a:off x="5132750" y="4609322"/>
            <a:ext cx="3685536" cy="1194997"/>
          </a:xfrm>
          <a:custGeom>
            <a:avLst/>
            <a:gdLst>
              <a:gd name="csX0" fmla="*/ 190708 w 3685536"/>
              <a:gd name="csY0" fmla="*/ 0 h 1194997"/>
              <a:gd name="csX1" fmla="*/ 953516 w 3685536"/>
              <a:gd name="csY1" fmla="*/ 0 h 1194997"/>
              <a:gd name="csX2" fmla="*/ 1144223 w 3685536"/>
              <a:gd name="csY2" fmla="*/ 190707 h 1194997"/>
              <a:gd name="csX3" fmla="*/ 1144223 w 3685536"/>
              <a:gd name="csY3" fmla="*/ 453862 h 1194997"/>
              <a:gd name="csX4" fmla="*/ 3562011 w 3685536"/>
              <a:gd name="csY4" fmla="*/ 453862 h 1194997"/>
              <a:gd name="csX5" fmla="*/ 3685536 w 3685536"/>
              <a:gd name="csY5" fmla="*/ 577387 h 1194997"/>
              <a:gd name="csX6" fmla="*/ 3685536 w 3685536"/>
              <a:gd name="csY6" fmla="*/ 715360 h 1194997"/>
              <a:gd name="csX7" fmla="*/ 3685536 w 3685536"/>
              <a:gd name="csY7" fmla="*/ 1071472 h 1194997"/>
              <a:gd name="csX8" fmla="*/ 3685536 w 3685536"/>
              <a:gd name="csY8" fmla="*/ 1099067 h 1194997"/>
              <a:gd name="csX9" fmla="*/ 3589606 w 3685536"/>
              <a:gd name="csY9" fmla="*/ 1194997 h 1194997"/>
              <a:gd name="csX10" fmla="*/ 3562011 w 3685536"/>
              <a:gd name="csY10" fmla="*/ 1194997 h 1194997"/>
              <a:gd name="csX11" fmla="*/ 740267 w 3685536"/>
              <a:gd name="csY11" fmla="*/ 1194997 h 1194997"/>
              <a:gd name="csX12" fmla="*/ 95930 w 3685536"/>
              <a:gd name="csY12" fmla="*/ 1194997 h 1194997"/>
              <a:gd name="csX13" fmla="*/ 0 w 3685536"/>
              <a:gd name="csY13" fmla="*/ 1099067 h 1194997"/>
              <a:gd name="csX14" fmla="*/ 0 w 3685536"/>
              <a:gd name="csY14" fmla="*/ 715360 h 1194997"/>
              <a:gd name="csX15" fmla="*/ 1 w 3685536"/>
              <a:gd name="csY15" fmla="*/ 715355 h 1194997"/>
              <a:gd name="csX16" fmla="*/ 1 w 3685536"/>
              <a:gd name="csY16" fmla="*/ 190707 h 1194997"/>
              <a:gd name="csX17" fmla="*/ 190708 w 3685536"/>
              <a:gd name="csY17" fmla="*/ 0 h 11949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Lst>
            <a:rect l="l" t="t" r="r" b="b"/>
            <a:pathLst>
              <a:path w="3685536" h="1194997">
                <a:moveTo>
                  <a:pt x="190708" y="0"/>
                </a:moveTo>
                <a:lnTo>
                  <a:pt x="953516" y="0"/>
                </a:lnTo>
                <a:cubicBezTo>
                  <a:pt x="1058841" y="0"/>
                  <a:pt x="1144223" y="85382"/>
                  <a:pt x="1144223" y="190707"/>
                </a:cubicBezTo>
                <a:lnTo>
                  <a:pt x="1144223" y="453862"/>
                </a:lnTo>
                <a:lnTo>
                  <a:pt x="3562011" y="453862"/>
                </a:lnTo>
                <a:cubicBezTo>
                  <a:pt x="3630232" y="453862"/>
                  <a:pt x="3685536" y="509166"/>
                  <a:pt x="3685536" y="577387"/>
                </a:cubicBezTo>
                <a:lnTo>
                  <a:pt x="3685536" y="715360"/>
                </a:lnTo>
                <a:lnTo>
                  <a:pt x="3685536" y="1071472"/>
                </a:lnTo>
                <a:lnTo>
                  <a:pt x="3685536" y="1099067"/>
                </a:lnTo>
                <a:cubicBezTo>
                  <a:pt x="3685536" y="1152048"/>
                  <a:pt x="3642587" y="1194997"/>
                  <a:pt x="3589606" y="1194997"/>
                </a:cubicBezTo>
                <a:lnTo>
                  <a:pt x="3562011" y="1194997"/>
                </a:lnTo>
                <a:lnTo>
                  <a:pt x="740267" y="1194997"/>
                </a:lnTo>
                <a:lnTo>
                  <a:pt x="95930" y="1194997"/>
                </a:lnTo>
                <a:cubicBezTo>
                  <a:pt x="42949" y="1194997"/>
                  <a:pt x="0" y="1152048"/>
                  <a:pt x="0" y="1099067"/>
                </a:cubicBezTo>
                <a:lnTo>
                  <a:pt x="0" y="715360"/>
                </a:lnTo>
                <a:lnTo>
                  <a:pt x="1" y="715355"/>
                </a:lnTo>
                <a:lnTo>
                  <a:pt x="1" y="190707"/>
                </a:lnTo>
                <a:cubicBezTo>
                  <a:pt x="1" y="85382"/>
                  <a:pt x="85383" y="0"/>
                  <a:pt x="190708" y="0"/>
                </a:cubicBezTo>
                <a:close/>
              </a:path>
            </a:pathLst>
          </a:cu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dirty="0">
              <a:latin typeface="HGS明朝E" panose="02020900000000000000" pitchFamily="18" charset="-128"/>
              <a:ea typeface="HGS明朝E" panose="02020900000000000000" pitchFamily="18" charset="-128"/>
            </a:endParaRPr>
          </a:p>
        </p:txBody>
      </p:sp>
      <p:grpSp>
        <p:nvGrpSpPr>
          <p:cNvPr id="211" name="グループ化 210">
            <a:extLst>
              <a:ext uri="{FF2B5EF4-FFF2-40B4-BE49-F238E27FC236}">
                <a16:creationId xmlns:a16="http://schemas.microsoft.com/office/drawing/2014/main" id="{5DA5AA78-1181-7220-DDB9-37BB9B16574C}"/>
              </a:ext>
            </a:extLst>
          </p:cNvPr>
          <p:cNvGrpSpPr/>
          <p:nvPr/>
        </p:nvGrpSpPr>
        <p:grpSpPr>
          <a:xfrm>
            <a:off x="1017147" y="939266"/>
            <a:ext cx="3294264" cy="3969509"/>
            <a:chOff x="1017147" y="939266"/>
            <a:chExt cx="3294264" cy="3969509"/>
          </a:xfrm>
        </p:grpSpPr>
        <p:sp>
          <p:nvSpPr>
            <p:cNvPr id="206" name="四角形: 角を丸くする 205">
              <a:extLst>
                <a:ext uri="{FF2B5EF4-FFF2-40B4-BE49-F238E27FC236}">
                  <a16:creationId xmlns:a16="http://schemas.microsoft.com/office/drawing/2014/main" id="{B2C84E76-2DCB-5E37-DBA0-B1E9E0313763}"/>
                </a:ext>
              </a:extLst>
            </p:cNvPr>
            <p:cNvSpPr/>
            <p:nvPr/>
          </p:nvSpPr>
          <p:spPr>
            <a:xfrm>
              <a:off x="1017147" y="939266"/>
              <a:ext cx="3294264" cy="3969509"/>
            </a:xfrm>
            <a:prstGeom prst="roundRect">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pic>
          <p:nvPicPr>
            <p:cNvPr id="35" name="図 34">
              <a:extLst>
                <a:ext uri="{FF2B5EF4-FFF2-40B4-BE49-F238E27FC236}">
                  <a16:creationId xmlns:a16="http://schemas.microsoft.com/office/drawing/2014/main" id="{3E60BAF0-B044-78F2-4322-88089CD7FA0D}"/>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614866" y="1054803"/>
              <a:ext cx="2098825" cy="3148238"/>
            </a:xfrm>
            <a:prstGeom prst="rect">
              <a:avLst/>
            </a:prstGeom>
          </p:spPr>
        </p:pic>
        <p:sp>
          <p:nvSpPr>
            <p:cNvPr id="38" name="テキスト ボックス 37">
              <a:extLst>
                <a:ext uri="{FF2B5EF4-FFF2-40B4-BE49-F238E27FC236}">
                  <a16:creationId xmlns:a16="http://schemas.microsoft.com/office/drawing/2014/main" id="{B583A41E-0B61-C675-5781-97CA7ACE69A8}"/>
                </a:ext>
              </a:extLst>
            </p:cNvPr>
            <p:cNvSpPr txBox="1"/>
            <p:nvPr/>
          </p:nvSpPr>
          <p:spPr>
            <a:xfrm>
              <a:off x="1834563" y="4318578"/>
              <a:ext cx="1659430" cy="523220"/>
            </a:xfrm>
            <a:prstGeom prst="rect">
              <a:avLst/>
            </a:prstGeom>
            <a:noFill/>
          </p:spPr>
          <p:txBody>
            <a:bodyPr wrap="none" rtlCol="0">
              <a:spAutoFit/>
            </a:bodyPr>
            <a:lstStyle/>
            <a:p>
              <a:pPr algn="ctr"/>
              <a:r>
                <a:rPr lang="ja-JP" altLang="en-US" sz="2800" b="1" dirty="0">
                  <a:solidFill>
                    <a:schemeClr val="tx1">
                      <a:lumMod val="95000"/>
                      <a:lumOff val="5000"/>
                    </a:schemeClr>
                  </a:solidFill>
                  <a:latin typeface="HGS明朝E" panose="02020900000000000000" pitchFamily="18" charset="-128"/>
                  <a:ea typeface="HGS明朝E" panose="02020900000000000000" pitchFamily="18" charset="-128"/>
                </a:rPr>
                <a:t>キャラ名</a:t>
              </a:r>
              <a:endParaRPr kumimoji="1" lang="ja-JP" altLang="en-US" sz="2800" b="1" dirty="0">
                <a:solidFill>
                  <a:schemeClr val="tx1">
                    <a:lumMod val="95000"/>
                    <a:lumOff val="5000"/>
                  </a:schemeClr>
                </a:solidFill>
                <a:latin typeface="HGS明朝E" panose="02020900000000000000" pitchFamily="18" charset="-128"/>
                <a:ea typeface="HGS明朝E" panose="02020900000000000000" pitchFamily="18" charset="-128"/>
              </a:endParaRPr>
            </a:p>
          </p:txBody>
        </p:sp>
      </p:grpSp>
      <p:grpSp>
        <p:nvGrpSpPr>
          <p:cNvPr id="220" name="グループ化 219">
            <a:extLst>
              <a:ext uri="{FF2B5EF4-FFF2-40B4-BE49-F238E27FC236}">
                <a16:creationId xmlns:a16="http://schemas.microsoft.com/office/drawing/2014/main" id="{012B8007-C503-16DA-6A2C-4471B2E61A7C}"/>
              </a:ext>
            </a:extLst>
          </p:cNvPr>
          <p:cNvGrpSpPr/>
          <p:nvPr/>
        </p:nvGrpSpPr>
        <p:grpSpPr>
          <a:xfrm>
            <a:off x="5227712" y="2887838"/>
            <a:ext cx="1747806" cy="739567"/>
            <a:chOff x="5227712" y="3336557"/>
            <a:chExt cx="1747806" cy="739567"/>
          </a:xfrm>
        </p:grpSpPr>
        <p:sp>
          <p:nvSpPr>
            <p:cNvPr id="201" name="テキスト ボックス 200">
              <a:extLst>
                <a:ext uri="{FF2B5EF4-FFF2-40B4-BE49-F238E27FC236}">
                  <a16:creationId xmlns:a16="http://schemas.microsoft.com/office/drawing/2014/main" id="{013FBC32-BB04-311D-D597-6777C2036F73}"/>
                </a:ext>
              </a:extLst>
            </p:cNvPr>
            <p:cNvSpPr txBox="1"/>
            <p:nvPr/>
          </p:nvSpPr>
          <p:spPr>
            <a:xfrm>
              <a:off x="5227712" y="3336557"/>
              <a:ext cx="1510350" cy="340743"/>
            </a:xfrm>
            <a:prstGeom prst="rect">
              <a:avLst/>
            </a:prstGeom>
            <a:noFill/>
          </p:spPr>
          <p:txBody>
            <a:bodyPr wrap="none" rtlCol="0">
              <a:spAutoFit/>
            </a:bodyPr>
            <a:lstStyle/>
            <a:p>
              <a:r>
                <a:rPr lang="en-US" altLang="ja-JP" b="1" dirty="0">
                  <a:solidFill>
                    <a:schemeClr val="tx1">
                      <a:lumMod val="95000"/>
                      <a:lumOff val="5000"/>
                    </a:schemeClr>
                  </a:solidFill>
                  <a:latin typeface="HGS明朝E" panose="02020900000000000000" pitchFamily="18" charset="-128"/>
                  <a:ea typeface="HGS明朝E" panose="02020900000000000000" pitchFamily="18" charset="-128"/>
                </a:rPr>
                <a:t>ATK</a:t>
              </a:r>
              <a:r>
                <a:rPr lang="ja-JP" altLang="en-US" b="1" dirty="0">
                  <a:solidFill>
                    <a:schemeClr val="tx1">
                      <a:lumMod val="95000"/>
                      <a:lumOff val="5000"/>
                    </a:schemeClr>
                  </a:solidFill>
                  <a:latin typeface="HGS明朝E" panose="02020900000000000000" pitchFamily="18" charset="-128"/>
                  <a:ea typeface="HGS明朝E" panose="02020900000000000000" pitchFamily="18" charset="-128"/>
                </a:rPr>
                <a:t>：</a:t>
              </a:r>
              <a:r>
                <a:rPr lang="en-US" altLang="ja-JP" sz="2400" b="1" dirty="0">
                  <a:solidFill>
                    <a:schemeClr val="tx1">
                      <a:lumMod val="95000"/>
                      <a:lumOff val="5000"/>
                    </a:schemeClr>
                  </a:solidFill>
                  <a:latin typeface="HGS明朝E" panose="02020900000000000000" pitchFamily="18" charset="-128"/>
                  <a:ea typeface="HGS明朝E" panose="02020900000000000000" pitchFamily="18" charset="-128"/>
                </a:rPr>
                <a:t>0000</a:t>
              </a:r>
              <a:endParaRPr lang="en-US" altLang="ja-JP" b="1" dirty="0">
                <a:solidFill>
                  <a:schemeClr val="tx1">
                    <a:lumMod val="95000"/>
                    <a:lumOff val="5000"/>
                  </a:schemeClr>
                </a:solidFill>
                <a:latin typeface="HGS明朝E" panose="02020900000000000000" pitchFamily="18" charset="-128"/>
                <a:ea typeface="HGS明朝E" panose="02020900000000000000" pitchFamily="18" charset="-128"/>
              </a:endParaRPr>
            </a:p>
          </p:txBody>
        </p:sp>
        <p:sp>
          <p:nvSpPr>
            <p:cNvPr id="202" name="四角形: 角を丸くする 201">
              <a:extLst>
                <a:ext uri="{FF2B5EF4-FFF2-40B4-BE49-F238E27FC236}">
                  <a16:creationId xmlns:a16="http://schemas.microsoft.com/office/drawing/2014/main" id="{E6C44355-1FE4-DFFD-A62D-AED0C8A4D39F}"/>
                </a:ext>
              </a:extLst>
            </p:cNvPr>
            <p:cNvSpPr/>
            <p:nvPr/>
          </p:nvSpPr>
          <p:spPr>
            <a:xfrm rot="5400000">
              <a:off x="5960059" y="3060665"/>
              <a:ext cx="283112" cy="1747806"/>
            </a:xfrm>
            <a:prstGeom prst="roundRect">
              <a:avLst>
                <a:gd name="adj" fmla="val 9570"/>
              </a:avLst>
            </a:prstGeom>
            <a:solidFill>
              <a:schemeClr val="accent1"/>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grpSp>
        <p:nvGrpSpPr>
          <p:cNvPr id="210" name="グループ化 209">
            <a:extLst>
              <a:ext uri="{FF2B5EF4-FFF2-40B4-BE49-F238E27FC236}">
                <a16:creationId xmlns:a16="http://schemas.microsoft.com/office/drawing/2014/main" id="{0A279D8B-2B51-815F-C479-C2D88D2EFC83}"/>
              </a:ext>
            </a:extLst>
          </p:cNvPr>
          <p:cNvGrpSpPr/>
          <p:nvPr/>
        </p:nvGrpSpPr>
        <p:grpSpPr>
          <a:xfrm>
            <a:off x="946067" y="4977996"/>
            <a:ext cx="3466594" cy="1009959"/>
            <a:chOff x="1225987" y="4977996"/>
            <a:chExt cx="3466594" cy="1009959"/>
          </a:xfrm>
        </p:grpSpPr>
        <p:pic>
          <p:nvPicPr>
            <p:cNvPr id="42" name="図 41">
              <a:extLst>
                <a:ext uri="{FF2B5EF4-FFF2-40B4-BE49-F238E27FC236}">
                  <a16:creationId xmlns:a16="http://schemas.microsoft.com/office/drawing/2014/main" id="{897EC049-AA5F-EB66-0246-463100027AD7}"/>
                </a:ext>
              </a:extLst>
            </p:cNvPr>
            <p:cNvPicPr>
              <a:picLocks noChangeAspect="1"/>
            </p:cNvPicPr>
            <p:nvPr/>
          </p:nvPicPr>
          <p:blipFill>
            <a:blip r:embed="rId5">
              <a:grayscl/>
              <a:extLst>
                <a:ext uri="{28A0092B-C50C-407E-A947-70E740481C1C}">
                  <a14:useLocalDpi xmlns:a14="http://schemas.microsoft.com/office/drawing/2010/main" val="0"/>
                </a:ext>
              </a:extLst>
            </a:blip>
            <a:srcRect l="6840" t="30163" r="48646" b="36883"/>
            <a:stretch>
              <a:fillRect/>
            </a:stretch>
          </p:blipFill>
          <p:spPr>
            <a:xfrm>
              <a:off x="1225987" y="4977996"/>
              <a:ext cx="909484" cy="1009959"/>
            </a:xfrm>
            <a:prstGeom prst="rect">
              <a:avLst/>
            </a:prstGeom>
          </p:spPr>
        </p:pic>
        <p:sp>
          <p:nvSpPr>
            <p:cNvPr id="195" name="テキスト ボックス 194">
              <a:extLst>
                <a:ext uri="{FF2B5EF4-FFF2-40B4-BE49-F238E27FC236}">
                  <a16:creationId xmlns:a16="http://schemas.microsoft.com/office/drawing/2014/main" id="{0DE40219-BBAC-58DD-4789-EDA5386CBD11}"/>
                </a:ext>
              </a:extLst>
            </p:cNvPr>
            <p:cNvSpPr txBox="1"/>
            <p:nvPr/>
          </p:nvSpPr>
          <p:spPr>
            <a:xfrm>
              <a:off x="2135471" y="5074156"/>
              <a:ext cx="2555508" cy="461665"/>
            </a:xfrm>
            <a:prstGeom prst="rect">
              <a:avLst/>
            </a:prstGeom>
            <a:noFill/>
          </p:spPr>
          <p:txBody>
            <a:bodyPr wrap="none" rtlCol="0">
              <a:spAutoFit/>
            </a:bodyPr>
            <a:lstStyle/>
            <a:p>
              <a:r>
                <a:rPr lang="ja-JP" altLang="en-US" dirty="0">
                  <a:solidFill>
                    <a:schemeClr val="tx1">
                      <a:lumMod val="85000"/>
                      <a:lumOff val="15000"/>
                    </a:schemeClr>
                  </a:solidFill>
                  <a:latin typeface="HGS明朝E" panose="02020900000000000000" pitchFamily="18" charset="-128"/>
                  <a:ea typeface="HGS明朝E" panose="02020900000000000000" pitchFamily="18" charset="-128"/>
                </a:rPr>
                <a:t>ロール効果：</a:t>
              </a:r>
              <a:r>
                <a:rPr lang="ja-JP" altLang="en-US" sz="2400" b="1" dirty="0">
                  <a:solidFill>
                    <a:schemeClr val="tx1">
                      <a:lumMod val="85000"/>
                      <a:lumOff val="15000"/>
                    </a:schemeClr>
                  </a:solidFill>
                  <a:latin typeface="HGS明朝E" panose="02020900000000000000" pitchFamily="18" charset="-128"/>
                  <a:ea typeface="HGS明朝E" panose="02020900000000000000" pitchFamily="18" charset="-128"/>
                </a:rPr>
                <a:t>タンク</a:t>
              </a:r>
              <a:endParaRPr lang="en-US" altLang="ja-JP" b="1" dirty="0">
                <a:solidFill>
                  <a:schemeClr val="tx1">
                    <a:lumMod val="85000"/>
                    <a:lumOff val="15000"/>
                  </a:schemeClr>
                </a:solidFill>
                <a:latin typeface="HGS明朝E" panose="02020900000000000000" pitchFamily="18" charset="-128"/>
                <a:ea typeface="HGS明朝E" panose="02020900000000000000" pitchFamily="18" charset="-128"/>
              </a:endParaRPr>
            </a:p>
          </p:txBody>
        </p:sp>
        <p:sp>
          <p:nvSpPr>
            <p:cNvPr id="207" name="テキスト ボックス 206">
              <a:extLst>
                <a:ext uri="{FF2B5EF4-FFF2-40B4-BE49-F238E27FC236}">
                  <a16:creationId xmlns:a16="http://schemas.microsoft.com/office/drawing/2014/main" id="{741CB800-8AFD-2BA5-5B24-DF72CFBF3A89}"/>
                </a:ext>
              </a:extLst>
            </p:cNvPr>
            <p:cNvSpPr txBox="1"/>
            <p:nvPr/>
          </p:nvSpPr>
          <p:spPr>
            <a:xfrm>
              <a:off x="2135471" y="5516536"/>
              <a:ext cx="2557110" cy="369332"/>
            </a:xfrm>
            <a:prstGeom prst="rect">
              <a:avLst/>
            </a:prstGeom>
            <a:noFill/>
          </p:spPr>
          <p:txBody>
            <a:bodyPr wrap="none" rtlCol="0">
              <a:spAutoFit/>
            </a:bodyPr>
            <a:lstStyle/>
            <a:p>
              <a:r>
                <a:rPr lang="ja-JP" altLang="en-US" dirty="0">
                  <a:solidFill>
                    <a:schemeClr val="tx1">
                      <a:lumMod val="95000"/>
                      <a:lumOff val="5000"/>
                    </a:schemeClr>
                  </a:solidFill>
                  <a:latin typeface="HGS明朝E" panose="02020900000000000000" pitchFamily="18" charset="-128"/>
                  <a:ea typeface="HGS明朝E" panose="02020900000000000000" pitchFamily="18" charset="-128"/>
                </a:rPr>
                <a:t>ノックバックされない</a:t>
              </a:r>
              <a:endParaRPr lang="en-US" altLang="ja-JP" dirty="0">
                <a:solidFill>
                  <a:schemeClr val="accent5"/>
                </a:solidFill>
                <a:latin typeface="HGS明朝E" panose="02020900000000000000" pitchFamily="18" charset="-128"/>
                <a:ea typeface="HGS明朝E" panose="02020900000000000000" pitchFamily="18" charset="-128"/>
              </a:endParaRPr>
            </a:p>
          </p:txBody>
        </p:sp>
      </p:grpSp>
      <p:grpSp>
        <p:nvGrpSpPr>
          <p:cNvPr id="212" name="グループ化 211">
            <a:extLst>
              <a:ext uri="{FF2B5EF4-FFF2-40B4-BE49-F238E27FC236}">
                <a16:creationId xmlns:a16="http://schemas.microsoft.com/office/drawing/2014/main" id="{7A077884-BC57-04E0-7681-504DFFD46794}"/>
              </a:ext>
            </a:extLst>
          </p:cNvPr>
          <p:cNvGrpSpPr/>
          <p:nvPr/>
        </p:nvGrpSpPr>
        <p:grpSpPr>
          <a:xfrm>
            <a:off x="4977105" y="939266"/>
            <a:ext cx="3961622" cy="2876954"/>
            <a:chOff x="4977105" y="939266"/>
            <a:chExt cx="3961622" cy="2876954"/>
          </a:xfrm>
        </p:grpSpPr>
        <p:sp>
          <p:nvSpPr>
            <p:cNvPr id="208" name="四角形: 角を丸くする 207">
              <a:extLst>
                <a:ext uri="{FF2B5EF4-FFF2-40B4-BE49-F238E27FC236}">
                  <a16:creationId xmlns:a16="http://schemas.microsoft.com/office/drawing/2014/main" id="{29A03C9D-C539-22A8-F4F5-4DD358D2BD55}"/>
                </a:ext>
              </a:extLst>
            </p:cNvPr>
            <p:cNvSpPr/>
            <p:nvPr/>
          </p:nvSpPr>
          <p:spPr>
            <a:xfrm>
              <a:off x="4977105" y="1398515"/>
              <a:ext cx="3961622" cy="2417705"/>
            </a:xfrm>
            <a:prstGeom prst="roundRect">
              <a:avLst>
                <a:gd name="adj" fmla="val 5178"/>
              </a:avLst>
            </a:prstGeom>
            <a:no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09" name="四角形: 角を丸くする 208">
              <a:extLst>
                <a:ext uri="{FF2B5EF4-FFF2-40B4-BE49-F238E27FC236}">
                  <a16:creationId xmlns:a16="http://schemas.microsoft.com/office/drawing/2014/main" id="{BCC98BBE-0CE8-EA20-D487-1C7D6F40D839}"/>
                </a:ext>
              </a:extLst>
            </p:cNvPr>
            <p:cNvSpPr/>
            <p:nvPr/>
          </p:nvSpPr>
          <p:spPr>
            <a:xfrm>
              <a:off x="5328387" y="939266"/>
              <a:ext cx="3294264" cy="461665"/>
            </a:xfrm>
            <a:prstGeom prst="round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latin typeface="HGS明朝E" panose="02020900000000000000" pitchFamily="18" charset="-128"/>
                  <a:ea typeface="HGS明朝E" panose="02020900000000000000" pitchFamily="18" charset="-128"/>
                </a:rPr>
                <a:t>パラメータ</a:t>
              </a:r>
            </a:p>
          </p:txBody>
        </p:sp>
      </p:grpSp>
      <p:sp>
        <p:nvSpPr>
          <p:cNvPr id="214" name="四角形: 角を丸くする 213">
            <a:extLst>
              <a:ext uri="{FF2B5EF4-FFF2-40B4-BE49-F238E27FC236}">
                <a16:creationId xmlns:a16="http://schemas.microsoft.com/office/drawing/2014/main" id="{91EDD204-D8B9-3C39-5E72-DE87928EF09D}"/>
              </a:ext>
            </a:extLst>
          </p:cNvPr>
          <p:cNvSpPr/>
          <p:nvPr/>
        </p:nvSpPr>
        <p:spPr>
          <a:xfrm>
            <a:off x="4988674" y="4519606"/>
            <a:ext cx="3961622" cy="1399128"/>
          </a:xfrm>
          <a:prstGeom prst="roundRect">
            <a:avLst>
              <a:gd name="adj" fmla="val 5178"/>
            </a:avLst>
          </a:prstGeom>
          <a:no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16" name="四角形: 角を丸くする 215">
            <a:extLst>
              <a:ext uri="{FF2B5EF4-FFF2-40B4-BE49-F238E27FC236}">
                <a16:creationId xmlns:a16="http://schemas.microsoft.com/office/drawing/2014/main" id="{17BE46D5-E1FA-1244-6063-8D487FFE2AD2}"/>
              </a:ext>
            </a:extLst>
          </p:cNvPr>
          <p:cNvSpPr/>
          <p:nvPr/>
        </p:nvSpPr>
        <p:spPr>
          <a:xfrm>
            <a:off x="5328387" y="4063150"/>
            <a:ext cx="3294264" cy="461665"/>
          </a:xfrm>
          <a:prstGeom prst="round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latin typeface="HGS明朝E" panose="02020900000000000000" pitchFamily="18" charset="-128"/>
                <a:ea typeface="HGS明朝E" panose="02020900000000000000" pitchFamily="18" charset="-128"/>
              </a:rPr>
              <a:t>スキル</a:t>
            </a:r>
            <a:endParaRPr kumimoji="1" lang="ja-JP" altLang="en-US" dirty="0">
              <a:latin typeface="HGS明朝E" panose="02020900000000000000" pitchFamily="18" charset="-128"/>
              <a:ea typeface="HGS明朝E" panose="02020900000000000000" pitchFamily="18" charset="-128"/>
            </a:endParaRPr>
          </a:p>
        </p:txBody>
      </p:sp>
      <p:grpSp>
        <p:nvGrpSpPr>
          <p:cNvPr id="221" name="グループ化 220">
            <a:extLst>
              <a:ext uri="{FF2B5EF4-FFF2-40B4-BE49-F238E27FC236}">
                <a16:creationId xmlns:a16="http://schemas.microsoft.com/office/drawing/2014/main" id="{9D3FBFE5-4B3C-221C-1225-7A45DB3F964C}"/>
              </a:ext>
            </a:extLst>
          </p:cNvPr>
          <p:cNvGrpSpPr/>
          <p:nvPr/>
        </p:nvGrpSpPr>
        <p:grpSpPr>
          <a:xfrm>
            <a:off x="5227712" y="2185856"/>
            <a:ext cx="1747806" cy="738164"/>
            <a:chOff x="5227712" y="2418059"/>
            <a:chExt cx="1747806" cy="738164"/>
          </a:xfrm>
        </p:grpSpPr>
        <p:sp>
          <p:nvSpPr>
            <p:cNvPr id="204" name="テキスト ボックス 203">
              <a:extLst>
                <a:ext uri="{FF2B5EF4-FFF2-40B4-BE49-F238E27FC236}">
                  <a16:creationId xmlns:a16="http://schemas.microsoft.com/office/drawing/2014/main" id="{3D629B54-4FB9-0EAF-04BE-3115ACB3F9F8}"/>
                </a:ext>
              </a:extLst>
            </p:cNvPr>
            <p:cNvSpPr txBox="1"/>
            <p:nvPr/>
          </p:nvSpPr>
          <p:spPr>
            <a:xfrm>
              <a:off x="5227712" y="2418059"/>
              <a:ext cx="1499128" cy="461665"/>
            </a:xfrm>
            <a:prstGeom prst="rect">
              <a:avLst/>
            </a:prstGeom>
            <a:noFill/>
          </p:spPr>
          <p:txBody>
            <a:bodyPr wrap="none" rtlCol="0">
              <a:spAutoFit/>
            </a:bodyPr>
            <a:lstStyle/>
            <a:p>
              <a:r>
                <a:rPr lang="en-US" altLang="ja-JP" b="1" dirty="0">
                  <a:solidFill>
                    <a:schemeClr val="tx1">
                      <a:lumMod val="95000"/>
                      <a:lumOff val="5000"/>
                    </a:schemeClr>
                  </a:solidFill>
                  <a:latin typeface="HGS明朝E" panose="02020900000000000000" pitchFamily="18" charset="-128"/>
                  <a:ea typeface="HGS明朝E" panose="02020900000000000000" pitchFamily="18" charset="-128"/>
                </a:rPr>
                <a:t>SPD</a:t>
              </a:r>
              <a:r>
                <a:rPr lang="ja-JP" altLang="en-US" b="1" dirty="0">
                  <a:solidFill>
                    <a:schemeClr val="tx1">
                      <a:lumMod val="95000"/>
                      <a:lumOff val="5000"/>
                    </a:schemeClr>
                  </a:solidFill>
                  <a:latin typeface="HGS明朝E" panose="02020900000000000000" pitchFamily="18" charset="-128"/>
                  <a:ea typeface="HGS明朝E" panose="02020900000000000000" pitchFamily="18" charset="-128"/>
                </a:rPr>
                <a:t>：</a:t>
              </a:r>
              <a:r>
                <a:rPr lang="en-US" altLang="ja-JP" sz="2400" b="1" dirty="0">
                  <a:solidFill>
                    <a:schemeClr val="tx1">
                      <a:lumMod val="95000"/>
                      <a:lumOff val="5000"/>
                    </a:schemeClr>
                  </a:solidFill>
                  <a:latin typeface="HGS明朝E" panose="02020900000000000000" pitchFamily="18" charset="-128"/>
                  <a:ea typeface="HGS明朝E" panose="02020900000000000000" pitchFamily="18" charset="-128"/>
                </a:rPr>
                <a:t>0000</a:t>
              </a:r>
              <a:endParaRPr lang="en-US" altLang="ja-JP" b="1" dirty="0">
                <a:solidFill>
                  <a:schemeClr val="tx1">
                    <a:lumMod val="95000"/>
                    <a:lumOff val="5000"/>
                  </a:schemeClr>
                </a:solidFill>
                <a:latin typeface="HGS明朝E" panose="02020900000000000000" pitchFamily="18" charset="-128"/>
                <a:ea typeface="HGS明朝E" panose="02020900000000000000" pitchFamily="18" charset="-128"/>
              </a:endParaRPr>
            </a:p>
          </p:txBody>
        </p:sp>
        <p:sp>
          <p:nvSpPr>
            <p:cNvPr id="218" name="四角形: 角を丸くする 217">
              <a:extLst>
                <a:ext uri="{FF2B5EF4-FFF2-40B4-BE49-F238E27FC236}">
                  <a16:creationId xmlns:a16="http://schemas.microsoft.com/office/drawing/2014/main" id="{CAD0FF72-5D4C-E6EF-B308-0EBB88808548}"/>
                </a:ext>
              </a:extLst>
            </p:cNvPr>
            <p:cNvSpPr/>
            <p:nvPr/>
          </p:nvSpPr>
          <p:spPr>
            <a:xfrm rot="5400000">
              <a:off x="5960059" y="2140764"/>
              <a:ext cx="283112" cy="1747806"/>
            </a:xfrm>
            <a:prstGeom prst="roundRect">
              <a:avLst>
                <a:gd name="adj" fmla="val 9570"/>
              </a:avLst>
            </a:prstGeom>
            <a:solidFill>
              <a:schemeClr val="accent5"/>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grpSp>
        <p:nvGrpSpPr>
          <p:cNvPr id="222" name="グループ化 221">
            <a:extLst>
              <a:ext uri="{FF2B5EF4-FFF2-40B4-BE49-F238E27FC236}">
                <a16:creationId xmlns:a16="http://schemas.microsoft.com/office/drawing/2014/main" id="{ED1C7F00-0189-8BA7-EB1A-0D94E8E0FFDB}"/>
              </a:ext>
            </a:extLst>
          </p:cNvPr>
          <p:cNvGrpSpPr/>
          <p:nvPr/>
        </p:nvGrpSpPr>
        <p:grpSpPr>
          <a:xfrm>
            <a:off x="5227712" y="1484774"/>
            <a:ext cx="1747806" cy="741471"/>
            <a:chOff x="5227712" y="1484774"/>
            <a:chExt cx="1747806" cy="741471"/>
          </a:xfrm>
        </p:grpSpPr>
        <p:sp>
          <p:nvSpPr>
            <p:cNvPr id="50" name="テキスト ボックス 49">
              <a:extLst>
                <a:ext uri="{FF2B5EF4-FFF2-40B4-BE49-F238E27FC236}">
                  <a16:creationId xmlns:a16="http://schemas.microsoft.com/office/drawing/2014/main" id="{9B938CF6-1E5F-D566-1A09-C3FB2EF6EB5B}"/>
                </a:ext>
              </a:extLst>
            </p:cNvPr>
            <p:cNvSpPr txBox="1"/>
            <p:nvPr/>
          </p:nvSpPr>
          <p:spPr>
            <a:xfrm>
              <a:off x="5227712" y="1484774"/>
              <a:ext cx="1364476" cy="461665"/>
            </a:xfrm>
            <a:prstGeom prst="rect">
              <a:avLst/>
            </a:prstGeom>
            <a:noFill/>
          </p:spPr>
          <p:txBody>
            <a:bodyPr wrap="none" rtlCol="0">
              <a:spAutoFit/>
            </a:bodyPr>
            <a:lstStyle/>
            <a:p>
              <a:r>
                <a:rPr lang="en-US" altLang="ja-JP" b="1" dirty="0">
                  <a:solidFill>
                    <a:schemeClr val="tx1">
                      <a:lumMod val="95000"/>
                      <a:lumOff val="5000"/>
                    </a:schemeClr>
                  </a:solidFill>
                  <a:latin typeface="HGS明朝E" panose="02020900000000000000" pitchFamily="18" charset="-128"/>
                  <a:ea typeface="HGS明朝E" panose="02020900000000000000" pitchFamily="18" charset="-128"/>
                </a:rPr>
                <a:t>HP</a:t>
              </a:r>
              <a:r>
                <a:rPr lang="ja-JP" altLang="en-US" b="1" dirty="0">
                  <a:solidFill>
                    <a:schemeClr val="tx1">
                      <a:lumMod val="95000"/>
                      <a:lumOff val="5000"/>
                    </a:schemeClr>
                  </a:solidFill>
                  <a:latin typeface="HGS明朝E" panose="02020900000000000000" pitchFamily="18" charset="-128"/>
                  <a:ea typeface="HGS明朝E" panose="02020900000000000000" pitchFamily="18" charset="-128"/>
                </a:rPr>
                <a:t>：</a:t>
              </a:r>
              <a:r>
                <a:rPr lang="en-US" altLang="ja-JP" sz="2400" b="1" dirty="0">
                  <a:solidFill>
                    <a:schemeClr val="tx1">
                      <a:lumMod val="95000"/>
                      <a:lumOff val="5000"/>
                    </a:schemeClr>
                  </a:solidFill>
                  <a:latin typeface="HGS明朝E" panose="02020900000000000000" pitchFamily="18" charset="-128"/>
                  <a:ea typeface="HGS明朝E" panose="02020900000000000000" pitchFamily="18" charset="-128"/>
                </a:rPr>
                <a:t>0000</a:t>
              </a:r>
              <a:endParaRPr lang="en-US" altLang="ja-JP" b="1" dirty="0">
                <a:solidFill>
                  <a:schemeClr val="tx1">
                    <a:lumMod val="95000"/>
                    <a:lumOff val="5000"/>
                  </a:schemeClr>
                </a:solidFill>
                <a:latin typeface="HGS明朝E" panose="02020900000000000000" pitchFamily="18" charset="-128"/>
                <a:ea typeface="HGS明朝E" panose="02020900000000000000" pitchFamily="18" charset="-128"/>
              </a:endParaRPr>
            </a:p>
          </p:txBody>
        </p:sp>
        <p:sp>
          <p:nvSpPr>
            <p:cNvPr id="219" name="四角形: 角を丸くする 218">
              <a:extLst>
                <a:ext uri="{FF2B5EF4-FFF2-40B4-BE49-F238E27FC236}">
                  <a16:creationId xmlns:a16="http://schemas.microsoft.com/office/drawing/2014/main" id="{344EF6AD-22A5-711E-2762-225ED6F8A88F}"/>
                </a:ext>
              </a:extLst>
            </p:cNvPr>
            <p:cNvSpPr/>
            <p:nvPr/>
          </p:nvSpPr>
          <p:spPr>
            <a:xfrm rot="5400000">
              <a:off x="5960059" y="1210786"/>
              <a:ext cx="283112" cy="1747806"/>
            </a:xfrm>
            <a:prstGeom prst="roundRect">
              <a:avLst>
                <a:gd name="adj" fmla="val 9570"/>
              </a:avLst>
            </a:prstGeom>
            <a:solidFill>
              <a:srgbClr val="1CB71D"/>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sp>
        <p:nvSpPr>
          <p:cNvPr id="230" name="テキスト ボックス 229">
            <a:extLst>
              <a:ext uri="{FF2B5EF4-FFF2-40B4-BE49-F238E27FC236}">
                <a16:creationId xmlns:a16="http://schemas.microsoft.com/office/drawing/2014/main" id="{9743757E-EC32-C8D7-DBCF-2946AB6C9E9C}"/>
              </a:ext>
            </a:extLst>
          </p:cNvPr>
          <p:cNvSpPr txBox="1"/>
          <p:nvPr/>
        </p:nvSpPr>
        <p:spPr>
          <a:xfrm>
            <a:off x="5170661" y="4651587"/>
            <a:ext cx="1066022" cy="369332"/>
          </a:xfrm>
          <a:prstGeom prst="rect">
            <a:avLst/>
          </a:prstGeom>
          <a:noFill/>
        </p:spPr>
        <p:txBody>
          <a:bodyPr wrap="square">
            <a:spAutoFit/>
          </a:bodyPr>
          <a:lstStyle/>
          <a:p>
            <a:pPr algn="ctr"/>
            <a:r>
              <a:rPr lang="ja-JP" altLang="en-US" dirty="0">
                <a:latin typeface="HGS明朝E" panose="02020900000000000000" pitchFamily="18" charset="-128"/>
                <a:ea typeface="HGS明朝E" panose="02020900000000000000" pitchFamily="18" charset="-128"/>
              </a:rPr>
              <a:t>通常</a:t>
            </a:r>
            <a:endParaRPr kumimoji="1" lang="ja-JP" altLang="en-US" dirty="0">
              <a:latin typeface="HGS明朝E" panose="02020900000000000000" pitchFamily="18" charset="-128"/>
              <a:ea typeface="HGS明朝E" panose="02020900000000000000" pitchFamily="18" charset="-128"/>
            </a:endParaRPr>
          </a:p>
        </p:txBody>
      </p:sp>
      <p:sp>
        <p:nvSpPr>
          <p:cNvPr id="231" name="テキスト ボックス 230">
            <a:extLst>
              <a:ext uri="{FF2B5EF4-FFF2-40B4-BE49-F238E27FC236}">
                <a16:creationId xmlns:a16="http://schemas.microsoft.com/office/drawing/2014/main" id="{041D5E72-71D7-5230-2746-84FF81AA268A}"/>
              </a:ext>
            </a:extLst>
          </p:cNvPr>
          <p:cNvSpPr txBox="1"/>
          <p:nvPr/>
        </p:nvSpPr>
        <p:spPr>
          <a:xfrm>
            <a:off x="6442508" y="4651587"/>
            <a:ext cx="1066022" cy="369332"/>
          </a:xfrm>
          <a:prstGeom prst="rect">
            <a:avLst/>
          </a:prstGeom>
          <a:noFill/>
        </p:spPr>
        <p:txBody>
          <a:bodyPr wrap="square">
            <a:spAutoFit/>
          </a:bodyPr>
          <a:lstStyle/>
          <a:p>
            <a:pPr algn="ctr"/>
            <a:r>
              <a:rPr lang="ja-JP" altLang="en-US" dirty="0">
                <a:solidFill>
                  <a:schemeClr val="bg1">
                    <a:lumMod val="95000"/>
                  </a:schemeClr>
                </a:solidFill>
                <a:latin typeface="HGS明朝E" panose="02020900000000000000" pitchFamily="18" charset="-128"/>
                <a:ea typeface="HGS明朝E" panose="02020900000000000000" pitchFamily="18" charset="-128"/>
              </a:rPr>
              <a:t>特殊</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sp>
        <p:nvSpPr>
          <p:cNvPr id="232" name="テキスト ボックス 231">
            <a:extLst>
              <a:ext uri="{FF2B5EF4-FFF2-40B4-BE49-F238E27FC236}">
                <a16:creationId xmlns:a16="http://schemas.microsoft.com/office/drawing/2014/main" id="{ED785F39-3EB9-1D22-CF41-AFBCE07F58D3}"/>
              </a:ext>
            </a:extLst>
          </p:cNvPr>
          <p:cNvSpPr txBox="1"/>
          <p:nvPr/>
        </p:nvSpPr>
        <p:spPr>
          <a:xfrm>
            <a:off x="7714355" y="4651587"/>
            <a:ext cx="1066022" cy="369332"/>
          </a:xfrm>
          <a:prstGeom prst="rect">
            <a:avLst/>
          </a:prstGeom>
          <a:noFill/>
        </p:spPr>
        <p:txBody>
          <a:bodyPr wrap="square">
            <a:spAutoFit/>
          </a:bodyPr>
          <a:lstStyle/>
          <a:p>
            <a:pPr algn="ctr"/>
            <a:r>
              <a:rPr lang="ja-JP" altLang="en-US" dirty="0">
                <a:solidFill>
                  <a:schemeClr val="bg1">
                    <a:lumMod val="95000"/>
                  </a:schemeClr>
                </a:solidFill>
                <a:latin typeface="HGS明朝E" panose="02020900000000000000" pitchFamily="18" charset="-128"/>
                <a:ea typeface="HGS明朝E" panose="02020900000000000000" pitchFamily="18" charset="-128"/>
              </a:rPr>
              <a:t>必殺</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sp>
        <p:nvSpPr>
          <p:cNvPr id="233" name="テキスト ボックス 232">
            <a:extLst>
              <a:ext uri="{FF2B5EF4-FFF2-40B4-BE49-F238E27FC236}">
                <a16:creationId xmlns:a16="http://schemas.microsoft.com/office/drawing/2014/main" id="{8114BE7E-3572-5B71-C4BB-C1780CE79772}"/>
              </a:ext>
            </a:extLst>
          </p:cNvPr>
          <p:cNvSpPr txBox="1"/>
          <p:nvPr/>
        </p:nvSpPr>
        <p:spPr>
          <a:xfrm>
            <a:off x="5328387" y="5139728"/>
            <a:ext cx="2852063" cy="584775"/>
          </a:xfrm>
          <a:prstGeom prst="rect">
            <a:avLst/>
          </a:prstGeom>
          <a:noFill/>
        </p:spPr>
        <p:txBody>
          <a:bodyPr wrap="none" rtlCol="0">
            <a:spAutoFit/>
          </a:bodyPr>
          <a:lstStyle/>
          <a:p>
            <a:r>
              <a:rPr lang="ja-JP" altLang="en-US" sz="1600" dirty="0">
                <a:solidFill>
                  <a:schemeClr val="tx1">
                    <a:lumMod val="95000"/>
                    <a:lumOff val="5000"/>
                  </a:schemeClr>
                </a:solidFill>
                <a:latin typeface="HGS明朝E" panose="02020900000000000000" pitchFamily="18" charset="-128"/>
                <a:ea typeface="HGS明朝E" panose="02020900000000000000" pitchFamily="18" charset="-128"/>
              </a:rPr>
              <a:t>ノックバックが高い近接攻撃</a:t>
            </a:r>
            <a:br>
              <a:rPr lang="en-US" altLang="ja-JP" sz="1600" dirty="0">
                <a:solidFill>
                  <a:schemeClr val="tx1">
                    <a:lumMod val="95000"/>
                    <a:lumOff val="5000"/>
                  </a:schemeClr>
                </a:solidFill>
                <a:latin typeface="HGS明朝E" panose="02020900000000000000" pitchFamily="18" charset="-128"/>
                <a:ea typeface="HGS明朝E" panose="02020900000000000000" pitchFamily="18" charset="-128"/>
              </a:rPr>
            </a:br>
            <a:r>
              <a:rPr lang="ja-JP" altLang="en-US" sz="1600" dirty="0">
                <a:solidFill>
                  <a:schemeClr val="tx1">
                    <a:lumMod val="95000"/>
                    <a:lumOff val="5000"/>
                  </a:schemeClr>
                </a:solidFill>
                <a:latin typeface="HGS明朝E" panose="02020900000000000000" pitchFamily="18" charset="-128"/>
                <a:ea typeface="HGS明朝E" panose="02020900000000000000" pitchFamily="18" charset="-128"/>
              </a:rPr>
              <a:t>攻撃速度が遅い</a:t>
            </a:r>
            <a:endParaRPr lang="en-US" altLang="ja-JP" sz="1600" dirty="0">
              <a:solidFill>
                <a:schemeClr val="accent5"/>
              </a:solidFill>
              <a:latin typeface="HGS明朝E" panose="02020900000000000000" pitchFamily="18" charset="-128"/>
              <a:ea typeface="HGS明朝E" panose="02020900000000000000" pitchFamily="18" charset="-128"/>
            </a:endParaRPr>
          </a:p>
        </p:txBody>
      </p:sp>
      <p:pic>
        <p:nvPicPr>
          <p:cNvPr id="236" name="図 235">
            <a:extLst>
              <a:ext uri="{FF2B5EF4-FFF2-40B4-BE49-F238E27FC236}">
                <a16:creationId xmlns:a16="http://schemas.microsoft.com/office/drawing/2014/main" id="{BC5F2A47-9A2D-1359-2F75-C7962C397B1A}"/>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1271707" y="235933"/>
            <a:ext cx="610371" cy="610371"/>
          </a:xfrm>
          <a:prstGeom prst="rect">
            <a:avLst/>
          </a:prstGeom>
        </p:spPr>
      </p:pic>
      <p:grpSp>
        <p:nvGrpSpPr>
          <p:cNvPr id="240" name="グループ化 239">
            <a:extLst>
              <a:ext uri="{FF2B5EF4-FFF2-40B4-BE49-F238E27FC236}">
                <a16:creationId xmlns:a16="http://schemas.microsoft.com/office/drawing/2014/main" id="{78ADFC70-5A3D-2913-C08B-9A931EDCAAEB}"/>
              </a:ext>
            </a:extLst>
          </p:cNvPr>
          <p:cNvGrpSpPr/>
          <p:nvPr/>
        </p:nvGrpSpPr>
        <p:grpSpPr>
          <a:xfrm>
            <a:off x="9569319" y="2385076"/>
            <a:ext cx="1755710" cy="810206"/>
            <a:chOff x="9569319" y="1891007"/>
            <a:chExt cx="1755710" cy="810206"/>
          </a:xfrm>
        </p:grpSpPr>
        <p:sp>
          <p:nvSpPr>
            <p:cNvPr id="241" name="四角形: 角を丸くする 240">
              <a:extLst>
                <a:ext uri="{FF2B5EF4-FFF2-40B4-BE49-F238E27FC236}">
                  <a16:creationId xmlns:a16="http://schemas.microsoft.com/office/drawing/2014/main" id="{60B99440-37E6-DF59-10B7-A7C8214C9150}"/>
                </a:ext>
              </a:extLst>
            </p:cNvPr>
            <p:cNvSpPr/>
            <p:nvPr/>
          </p:nvSpPr>
          <p:spPr>
            <a:xfrm>
              <a:off x="9569319" y="1891007"/>
              <a:ext cx="1755710" cy="810206"/>
            </a:xfrm>
            <a:prstGeom prst="roundRect">
              <a:avLst>
                <a:gd name="adj" fmla="val 6428"/>
              </a:avLst>
            </a:prstGeom>
            <a:solidFill>
              <a:schemeClr val="accent6">
                <a:alpha val="80000"/>
              </a:schemeClr>
            </a:solid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sp>
          <p:nvSpPr>
            <p:cNvPr id="242" name="テキスト ボックス 241">
              <a:extLst>
                <a:ext uri="{FF2B5EF4-FFF2-40B4-BE49-F238E27FC236}">
                  <a16:creationId xmlns:a16="http://schemas.microsoft.com/office/drawing/2014/main" id="{05964F9E-4163-8251-42F0-C2A09098847F}"/>
                </a:ext>
              </a:extLst>
            </p:cNvPr>
            <p:cNvSpPr txBox="1"/>
            <p:nvPr/>
          </p:nvSpPr>
          <p:spPr>
            <a:xfrm>
              <a:off x="10678698" y="2290669"/>
              <a:ext cx="646331" cy="369332"/>
            </a:xfrm>
            <a:prstGeom prst="rect">
              <a:avLst/>
            </a:prstGeom>
            <a:noFill/>
          </p:spPr>
          <p:txBody>
            <a:bodyPr wrap="none" rtlCol="0">
              <a:spAutoFit/>
            </a:bodyPr>
            <a:lstStyle/>
            <a:p>
              <a:pPr algn="r"/>
              <a:r>
                <a:rPr lang="ja-JP" altLang="en-US"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バフ</a:t>
              </a:r>
              <a:endParaRPr kumimoji="1" lang="en-US" altLang="ja-JP"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243" name="グループ化 242">
            <a:extLst>
              <a:ext uri="{FF2B5EF4-FFF2-40B4-BE49-F238E27FC236}">
                <a16:creationId xmlns:a16="http://schemas.microsoft.com/office/drawing/2014/main" id="{10C5BE3B-31BE-17BB-83CF-F613E11148F6}"/>
              </a:ext>
            </a:extLst>
          </p:cNvPr>
          <p:cNvGrpSpPr/>
          <p:nvPr/>
        </p:nvGrpSpPr>
        <p:grpSpPr>
          <a:xfrm>
            <a:off x="9569319" y="1071664"/>
            <a:ext cx="1755710" cy="810206"/>
            <a:chOff x="9569319" y="887965"/>
            <a:chExt cx="1755710" cy="810206"/>
          </a:xfrm>
        </p:grpSpPr>
        <p:sp>
          <p:nvSpPr>
            <p:cNvPr id="244" name="四角形: 角を丸くする 243">
              <a:extLst>
                <a:ext uri="{FF2B5EF4-FFF2-40B4-BE49-F238E27FC236}">
                  <a16:creationId xmlns:a16="http://schemas.microsoft.com/office/drawing/2014/main" id="{05C0B256-CA69-658E-E81A-29FDABC838AA}"/>
                </a:ext>
              </a:extLst>
            </p:cNvPr>
            <p:cNvSpPr/>
            <p:nvPr/>
          </p:nvSpPr>
          <p:spPr>
            <a:xfrm>
              <a:off x="9569319" y="887965"/>
              <a:ext cx="1755710" cy="810206"/>
            </a:xfrm>
            <a:prstGeom prst="roundRect">
              <a:avLst>
                <a:gd name="adj" fmla="val 6428"/>
              </a:avLst>
            </a:prstGeom>
            <a:solidFill>
              <a:schemeClr val="accent6">
                <a:alpha val="8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45" name="テキスト ボックス 244">
              <a:extLst>
                <a:ext uri="{FF2B5EF4-FFF2-40B4-BE49-F238E27FC236}">
                  <a16:creationId xmlns:a16="http://schemas.microsoft.com/office/drawing/2014/main" id="{D8470DFA-596A-B7E9-04FB-040DD3E74BE8}"/>
                </a:ext>
              </a:extLst>
            </p:cNvPr>
            <p:cNvSpPr txBox="1"/>
            <p:nvPr/>
          </p:nvSpPr>
          <p:spPr>
            <a:xfrm>
              <a:off x="9969282" y="1293068"/>
              <a:ext cx="1338828" cy="369332"/>
            </a:xfrm>
            <a:prstGeom prst="rect">
              <a:avLst/>
            </a:prstGeom>
            <a:noFill/>
          </p:spPr>
          <p:txBody>
            <a:bodyPr wrap="none" rtlCol="0">
              <a:spAutoFit/>
            </a:bodyPr>
            <a:lstStyle/>
            <a:p>
              <a:pPr algn="r"/>
              <a:r>
                <a:rPr lang="ja-JP" altLang="en-US"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パーティー</a:t>
              </a:r>
              <a:endParaRPr kumimoji="1" lang="en-US" altLang="ja-JP"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246" name="グループ化 245">
            <a:extLst>
              <a:ext uri="{FF2B5EF4-FFF2-40B4-BE49-F238E27FC236}">
                <a16:creationId xmlns:a16="http://schemas.microsoft.com/office/drawing/2014/main" id="{75714EB0-F8B8-FAEE-6609-355880C12FA1}"/>
              </a:ext>
            </a:extLst>
          </p:cNvPr>
          <p:cNvGrpSpPr/>
          <p:nvPr/>
        </p:nvGrpSpPr>
        <p:grpSpPr>
          <a:xfrm>
            <a:off x="9569319" y="5011901"/>
            <a:ext cx="1755710" cy="810206"/>
            <a:chOff x="9569319" y="5159829"/>
            <a:chExt cx="1755710" cy="810206"/>
          </a:xfrm>
          <a:solidFill>
            <a:schemeClr val="bg1">
              <a:lumMod val="85000"/>
              <a:alpha val="70000"/>
            </a:schemeClr>
          </a:solidFill>
        </p:grpSpPr>
        <p:sp>
          <p:nvSpPr>
            <p:cNvPr id="247" name="四角形: 角を丸くする 246">
              <a:extLst>
                <a:ext uri="{FF2B5EF4-FFF2-40B4-BE49-F238E27FC236}">
                  <a16:creationId xmlns:a16="http://schemas.microsoft.com/office/drawing/2014/main" id="{C2FF142E-D325-AE46-84F6-22E33991C686}"/>
                </a:ext>
              </a:extLst>
            </p:cNvPr>
            <p:cNvSpPr/>
            <p:nvPr/>
          </p:nvSpPr>
          <p:spPr>
            <a:xfrm>
              <a:off x="9569319" y="5159829"/>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HGS明朝E" panose="02020900000000000000" pitchFamily="18" charset="-128"/>
                <a:ea typeface="HGS明朝E" panose="02020900000000000000" pitchFamily="18" charset="-128"/>
              </a:endParaRPr>
            </a:p>
          </p:txBody>
        </p:sp>
        <p:sp>
          <p:nvSpPr>
            <p:cNvPr id="248" name="テキスト ボックス 247">
              <a:extLst>
                <a:ext uri="{FF2B5EF4-FFF2-40B4-BE49-F238E27FC236}">
                  <a16:creationId xmlns:a16="http://schemas.microsoft.com/office/drawing/2014/main" id="{1C942830-EEAE-D3D5-6E03-33571FFFE725}"/>
                </a:ext>
              </a:extLst>
            </p:cNvPr>
            <p:cNvSpPr txBox="1"/>
            <p:nvPr/>
          </p:nvSpPr>
          <p:spPr>
            <a:xfrm>
              <a:off x="10430947" y="5564932"/>
              <a:ext cx="877163" cy="369332"/>
            </a:xfrm>
            <a:prstGeom prst="rect">
              <a:avLst/>
            </a:prstGeom>
            <a:noFill/>
            <a:ln>
              <a:noFill/>
            </a:ln>
          </p:spPr>
          <p:txBody>
            <a:bodyPr wrap="none" rtlCol="0">
              <a:spAutoFit/>
            </a:bodyPr>
            <a:lstStyle/>
            <a:p>
              <a:pPr algn="r"/>
              <a:r>
                <a:rPr kumimoji="1" lang="ja-JP" altLang="en-US"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rPr>
                <a:t>ルート</a:t>
              </a:r>
              <a:endParaRPr kumimoji="1" lang="en-US" altLang="ja-JP"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249" name="グループ化 248">
            <a:extLst>
              <a:ext uri="{FF2B5EF4-FFF2-40B4-BE49-F238E27FC236}">
                <a16:creationId xmlns:a16="http://schemas.microsoft.com/office/drawing/2014/main" id="{A544F445-3133-92B6-2F15-81F42AC7E8B2}"/>
              </a:ext>
            </a:extLst>
          </p:cNvPr>
          <p:cNvGrpSpPr/>
          <p:nvPr/>
        </p:nvGrpSpPr>
        <p:grpSpPr>
          <a:xfrm>
            <a:off x="9569319" y="3698488"/>
            <a:ext cx="1755710" cy="810206"/>
            <a:chOff x="9575538" y="4156787"/>
            <a:chExt cx="1755710" cy="810206"/>
          </a:xfrm>
          <a:solidFill>
            <a:schemeClr val="bg1">
              <a:lumMod val="85000"/>
              <a:alpha val="70000"/>
            </a:schemeClr>
          </a:solidFill>
        </p:grpSpPr>
        <p:sp>
          <p:nvSpPr>
            <p:cNvPr id="250" name="四角形: 角を丸くする 249">
              <a:extLst>
                <a:ext uri="{FF2B5EF4-FFF2-40B4-BE49-F238E27FC236}">
                  <a16:creationId xmlns:a16="http://schemas.microsoft.com/office/drawing/2014/main" id="{39097528-27CA-4303-E065-FD350F3B0CFA}"/>
                </a:ext>
              </a:extLst>
            </p:cNvPr>
            <p:cNvSpPr/>
            <p:nvPr/>
          </p:nvSpPr>
          <p:spPr>
            <a:xfrm>
              <a:off x="9575538" y="4156787"/>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HGS明朝E" panose="02020900000000000000" pitchFamily="18" charset="-128"/>
                <a:ea typeface="HGS明朝E" panose="02020900000000000000" pitchFamily="18" charset="-128"/>
              </a:endParaRPr>
            </a:p>
          </p:txBody>
        </p:sp>
        <p:sp>
          <p:nvSpPr>
            <p:cNvPr id="251" name="テキスト ボックス 250">
              <a:extLst>
                <a:ext uri="{FF2B5EF4-FFF2-40B4-BE49-F238E27FC236}">
                  <a16:creationId xmlns:a16="http://schemas.microsoft.com/office/drawing/2014/main" id="{798ED84F-A11B-D027-6273-0CFDF41D2B05}"/>
                </a:ext>
              </a:extLst>
            </p:cNvPr>
            <p:cNvSpPr txBox="1"/>
            <p:nvPr/>
          </p:nvSpPr>
          <p:spPr>
            <a:xfrm>
              <a:off x="10661779" y="4561890"/>
              <a:ext cx="646331" cy="369332"/>
            </a:xfrm>
            <a:prstGeom prst="rect">
              <a:avLst/>
            </a:prstGeom>
            <a:noFill/>
            <a:ln>
              <a:noFill/>
            </a:ln>
          </p:spPr>
          <p:txBody>
            <a:bodyPr wrap="none" rtlCol="0">
              <a:spAutoFit/>
            </a:bodyPr>
            <a:lstStyle/>
            <a:p>
              <a:pPr algn="r"/>
              <a:r>
                <a:rPr kumimoji="1" lang="ja-JP" altLang="en-US"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rPr>
                <a:t>戻る</a:t>
              </a:r>
              <a:endParaRPr kumimoji="1" lang="en-US" altLang="ja-JP"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spTree>
    <p:extLst>
      <p:ext uri="{BB962C8B-B14F-4D97-AF65-F5344CB8AC3E}">
        <p14:creationId xmlns:p14="http://schemas.microsoft.com/office/powerpoint/2010/main" val="3702062736"/>
      </p:ext>
    </p:extLst>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
          <a:extLst>
            <a:ext uri="{FF2B5EF4-FFF2-40B4-BE49-F238E27FC236}">
              <a16:creationId xmlns:a16="http://schemas.microsoft.com/office/drawing/2014/main" id="{2AB7AA78-92FA-C3ED-55D3-94B9488FAE82}"/>
            </a:ext>
          </a:extLst>
        </p:cNvPr>
        <p:cNvGrpSpPr/>
        <p:nvPr/>
      </p:nvGrpSpPr>
      <p:grpSpPr>
        <a:xfrm>
          <a:off x="0" y="0"/>
          <a:ext cx="0" cy="0"/>
          <a:chOff x="0" y="0"/>
          <a:chExt cx="0" cy="0"/>
        </a:xfrm>
      </p:grpSpPr>
      <p:sp>
        <p:nvSpPr>
          <p:cNvPr id="2" name="四角形: 角を丸くする 1">
            <a:extLst>
              <a:ext uri="{FF2B5EF4-FFF2-40B4-BE49-F238E27FC236}">
                <a16:creationId xmlns:a16="http://schemas.microsoft.com/office/drawing/2014/main" id="{1A19808A-F668-717E-86A8-271E65E614C6}"/>
              </a:ext>
            </a:extLst>
          </p:cNvPr>
          <p:cNvSpPr/>
          <p:nvPr/>
        </p:nvSpPr>
        <p:spPr>
          <a:xfrm>
            <a:off x="726233" y="695130"/>
            <a:ext cx="8501744" cy="5467739"/>
          </a:xfrm>
          <a:prstGeom prst="roundRect">
            <a:avLst>
              <a:gd name="adj" fmla="val 6428"/>
            </a:avLst>
          </a:prstGeom>
          <a:solidFill>
            <a:schemeClr val="bg1">
              <a:lumMod val="65000"/>
              <a:alpha val="6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nvGrpSpPr>
          <p:cNvPr id="153" name="グループ化 152">
            <a:extLst>
              <a:ext uri="{FF2B5EF4-FFF2-40B4-BE49-F238E27FC236}">
                <a16:creationId xmlns:a16="http://schemas.microsoft.com/office/drawing/2014/main" id="{1CC593BC-4F02-701E-8626-ADEDAFE7605D}"/>
              </a:ext>
            </a:extLst>
          </p:cNvPr>
          <p:cNvGrpSpPr/>
          <p:nvPr/>
        </p:nvGrpSpPr>
        <p:grpSpPr>
          <a:xfrm>
            <a:off x="9569319" y="1071664"/>
            <a:ext cx="1755710" cy="810206"/>
            <a:chOff x="9569319" y="887965"/>
            <a:chExt cx="1755710" cy="810206"/>
          </a:xfrm>
        </p:grpSpPr>
        <p:sp>
          <p:nvSpPr>
            <p:cNvPr id="6" name="四角形: 角を丸くする 5">
              <a:extLst>
                <a:ext uri="{FF2B5EF4-FFF2-40B4-BE49-F238E27FC236}">
                  <a16:creationId xmlns:a16="http://schemas.microsoft.com/office/drawing/2014/main" id="{7BA70E16-90FC-11F2-3739-C5916D6D2483}"/>
                </a:ext>
              </a:extLst>
            </p:cNvPr>
            <p:cNvSpPr/>
            <p:nvPr/>
          </p:nvSpPr>
          <p:spPr>
            <a:xfrm>
              <a:off x="9569319" y="887965"/>
              <a:ext cx="1755710" cy="810206"/>
            </a:xfrm>
            <a:prstGeom prst="roundRect">
              <a:avLst>
                <a:gd name="adj" fmla="val 6428"/>
              </a:avLst>
            </a:prstGeom>
            <a:solidFill>
              <a:schemeClr val="accent6">
                <a:alpha val="8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2" name="テキスト ボックス 11">
              <a:extLst>
                <a:ext uri="{FF2B5EF4-FFF2-40B4-BE49-F238E27FC236}">
                  <a16:creationId xmlns:a16="http://schemas.microsoft.com/office/drawing/2014/main" id="{219EC722-C615-617F-35C4-F12C461F006C}"/>
                </a:ext>
              </a:extLst>
            </p:cNvPr>
            <p:cNvSpPr txBox="1"/>
            <p:nvPr/>
          </p:nvSpPr>
          <p:spPr>
            <a:xfrm>
              <a:off x="10302707" y="1293068"/>
              <a:ext cx="1005403" cy="338554"/>
            </a:xfrm>
            <a:prstGeom prst="rect">
              <a:avLst/>
            </a:prstGeom>
            <a:noFill/>
          </p:spPr>
          <p:txBody>
            <a:bodyPr wrap="none" rtlCol="0">
              <a:spAutoFit/>
            </a:bodyPr>
            <a:lstStyle/>
            <a:p>
              <a:pPr algn="r"/>
              <a:r>
                <a:rPr kumimoji="1" lang="ja-JP" altLang="en-US"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取引する</a:t>
              </a:r>
              <a:endParaRPr kumimoji="1" lang="en-US" altLang="ja-JP"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pic>
        <p:nvPicPr>
          <p:cNvPr id="44" name="図 43">
            <a:extLst>
              <a:ext uri="{FF2B5EF4-FFF2-40B4-BE49-F238E27FC236}">
                <a16:creationId xmlns:a16="http://schemas.microsoft.com/office/drawing/2014/main" id="{D6B4E2FB-9FA6-4579-9733-7E07CB005E48}"/>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1271707" y="235933"/>
            <a:ext cx="610371" cy="610371"/>
          </a:xfrm>
          <a:prstGeom prst="rect">
            <a:avLst/>
          </a:prstGeom>
        </p:spPr>
      </p:pic>
      <p:grpSp>
        <p:nvGrpSpPr>
          <p:cNvPr id="181" name="グループ化 180">
            <a:extLst>
              <a:ext uri="{FF2B5EF4-FFF2-40B4-BE49-F238E27FC236}">
                <a16:creationId xmlns:a16="http://schemas.microsoft.com/office/drawing/2014/main" id="{FFF2AE0E-AFD0-1843-D44F-C1C642A5172D}"/>
              </a:ext>
            </a:extLst>
          </p:cNvPr>
          <p:cNvGrpSpPr/>
          <p:nvPr/>
        </p:nvGrpSpPr>
        <p:grpSpPr>
          <a:xfrm>
            <a:off x="9569319" y="5011901"/>
            <a:ext cx="1755710" cy="810206"/>
            <a:chOff x="9569319" y="5159829"/>
            <a:chExt cx="1755710" cy="810206"/>
          </a:xfrm>
          <a:solidFill>
            <a:schemeClr val="bg1">
              <a:lumMod val="85000"/>
              <a:alpha val="70000"/>
            </a:schemeClr>
          </a:solidFill>
        </p:grpSpPr>
        <p:sp>
          <p:nvSpPr>
            <p:cNvPr id="182" name="四角形: 角を丸くする 181">
              <a:extLst>
                <a:ext uri="{FF2B5EF4-FFF2-40B4-BE49-F238E27FC236}">
                  <a16:creationId xmlns:a16="http://schemas.microsoft.com/office/drawing/2014/main" id="{B1670117-263C-91DC-32ED-733FC697E010}"/>
                </a:ext>
              </a:extLst>
            </p:cNvPr>
            <p:cNvSpPr/>
            <p:nvPr/>
          </p:nvSpPr>
          <p:spPr>
            <a:xfrm>
              <a:off x="9569319" y="5159829"/>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HGS明朝E" panose="02020900000000000000" pitchFamily="18" charset="-128"/>
                <a:ea typeface="HGS明朝E" panose="02020900000000000000" pitchFamily="18" charset="-128"/>
              </a:endParaRPr>
            </a:p>
          </p:txBody>
        </p:sp>
        <p:sp>
          <p:nvSpPr>
            <p:cNvPr id="183" name="テキスト ボックス 182">
              <a:extLst>
                <a:ext uri="{FF2B5EF4-FFF2-40B4-BE49-F238E27FC236}">
                  <a16:creationId xmlns:a16="http://schemas.microsoft.com/office/drawing/2014/main" id="{4D3160CF-9177-FAF1-53CB-9A3DD0FAA839}"/>
                </a:ext>
              </a:extLst>
            </p:cNvPr>
            <p:cNvSpPr txBox="1"/>
            <p:nvPr/>
          </p:nvSpPr>
          <p:spPr>
            <a:xfrm>
              <a:off x="10430947" y="5564932"/>
              <a:ext cx="877163" cy="369332"/>
            </a:xfrm>
            <a:prstGeom prst="rect">
              <a:avLst/>
            </a:prstGeom>
            <a:noFill/>
            <a:ln>
              <a:noFill/>
            </a:ln>
          </p:spPr>
          <p:txBody>
            <a:bodyPr wrap="none" rtlCol="0">
              <a:spAutoFit/>
            </a:bodyPr>
            <a:lstStyle/>
            <a:p>
              <a:pPr algn="r"/>
              <a:r>
                <a:rPr kumimoji="1" lang="ja-JP" altLang="en-US"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rPr>
                <a:t>ルート</a:t>
              </a:r>
              <a:endParaRPr kumimoji="1" lang="en-US" altLang="ja-JP"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184" name="グループ化 183">
            <a:extLst>
              <a:ext uri="{FF2B5EF4-FFF2-40B4-BE49-F238E27FC236}">
                <a16:creationId xmlns:a16="http://schemas.microsoft.com/office/drawing/2014/main" id="{8C51D7EA-E5A9-8138-FBD4-5F1357D5CAD4}"/>
              </a:ext>
            </a:extLst>
          </p:cNvPr>
          <p:cNvGrpSpPr/>
          <p:nvPr/>
        </p:nvGrpSpPr>
        <p:grpSpPr>
          <a:xfrm>
            <a:off x="9569319" y="3698488"/>
            <a:ext cx="1755710" cy="810206"/>
            <a:chOff x="9575538" y="4156787"/>
            <a:chExt cx="1755710" cy="810206"/>
          </a:xfrm>
          <a:solidFill>
            <a:schemeClr val="bg1">
              <a:lumMod val="85000"/>
              <a:alpha val="70000"/>
            </a:schemeClr>
          </a:solidFill>
        </p:grpSpPr>
        <p:sp>
          <p:nvSpPr>
            <p:cNvPr id="185" name="四角形: 角を丸くする 184">
              <a:extLst>
                <a:ext uri="{FF2B5EF4-FFF2-40B4-BE49-F238E27FC236}">
                  <a16:creationId xmlns:a16="http://schemas.microsoft.com/office/drawing/2014/main" id="{0B6B6E79-85C2-099A-B66F-181669983C9F}"/>
                </a:ext>
              </a:extLst>
            </p:cNvPr>
            <p:cNvSpPr/>
            <p:nvPr/>
          </p:nvSpPr>
          <p:spPr>
            <a:xfrm>
              <a:off x="9575538" y="4156787"/>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HGS明朝E" panose="02020900000000000000" pitchFamily="18" charset="-128"/>
                <a:ea typeface="HGS明朝E" panose="02020900000000000000" pitchFamily="18" charset="-128"/>
              </a:endParaRPr>
            </a:p>
          </p:txBody>
        </p:sp>
        <p:sp>
          <p:nvSpPr>
            <p:cNvPr id="186" name="テキスト ボックス 185">
              <a:extLst>
                <a:ext uri="{FF2B5EF4-FFF2-40B4-BE49-F238E27FC236}">
                  <a16:creationId xmlns:a16="http://schemas.microsoft.com/office/drawing/2014/main" id="{68CEB68C-9812-8B17-BE6A-611FD8F9DE62}"/>
                </a:ext>
              </a:extLst>
            </p:cNvPr>
            <p:cNvSpPr txBox="1"/>
            <p:nvPr/>
          </p:nvSpPr>
          <p:spPr>
            <a:xfrm>
              <a:off x="10661779" y="4561890"/>
              <a:ext cx="646331" cy="369332"/>
            </a:xfrm>
            <a:prstGeom prst="rect">
              <a:avLst/>
            </a:prstGeom>
            <a:noFill/>
            <a:ln>
              <a:noFill/>
            </a:ln>
          </p:spPr>
          <p:txBody>
            <a:bodyPr wrap="none" rtlCol="0">
              <a:spAutoFit/>
            </a:bodyPr>
            <a:lstStyle/>
            <a:p>
              <a:pPr algn="r"/>
              <a:r>
                <a:rPr kumimoji="1" lang="ja-JP" altLang="en-US"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rPr>
                <a:t>戻る</a:t>
              </a:r>
              <a:endParaRPr kumimoji="1" lang="en-US" altLang="ja-JP"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sp>
        <p:nvSpPr>
          <p:cNvPr id="4" name="テキスト ボックス 3">
            <a:extLst>
              <a:ext uri="{FF2B5EF4-FFF2-40B4-BE49-F238E27FC236}">
                <a16:creationId xmlns:a16="http://schemas.microsoft.com/office/drawing/2014/main" id="{5ED019EB-707A-8AE4-3CF9-97EAB82E2D9D}"/>
              </a:ext>
            </a:extLst>
          </p:cNvPr>
          <p:cNvSpPr txBox="1"/>
          <p:nvPr/>
        </p:nvSpPr>
        <p:spPr>
          <a:xfrm>
            <a:off x="948434" y="816247"/>
            <a:ext cx="2646878" cy="584775"/>
          </a:xfrm>
          <a:prstGeom prst="rect">
            <a:avLst/>
          </a:prstGeom>
          <a:noFill/>
        </p:spPr>
        <p:txBody>
          <a:bodyPr wrap="none" rtlCol="0">
            <a:spAutoFit/>
          </a:bodyPr>
          <a:lstStyle/>
          <a:p>
            <a:r>
              <a:rPr lang="ja-JP" altLang="en-US" sz="3200" dirty="0">
                <a:solidFill>
                  <a:schemeClr val="tx1">
                    <a:lumMod val="85000"/>
                    <a:lumOff val="15000"/>
                  </a:schemeClr>
                </a:solidFill>
                <a:latin typeface="HGS明朝E" panose="02020900000000000000" pitchFamily="18" charset="-128"/>
                <a:ea typeface="HGS明朝E" panose="02020900000000000000" pitchFamily="18" charset="-128"/>
              </a:rPr>
              <a:t>所持レア鉱石</a:t>
            </a:r>
          </a:p>
        </p:txBody>
      </p:sp>
      <p:grpSp>
        <p:nvGrpSpPr>
          <p:cNvPr id="62" name="グループ化 61">
            <a:extLst>
              <a:ext uri="{FF2B5EF4-FFF2-40B4-BE49-F238E27FC236}">
                <a16:creationId xmlns:a16="http://schemas.microsoft.com/office/drawing/2014/main" id="{DC4BFF90-6D7B-5299-3CE7-440391A82B6D}"/>
              </a:ext>
            </a:extLst>
          </p:cNvPr>
          <p:cNvGrpSpPr/>
          <p:nvPr/>
        </p:nvGrpSpPr>
        <p:grpSpPr>
          <a:xfrm>
            <a:off x="1810754" y="1479407"/>
            <a:ext cx="1485182" cy="1563659"/>
            <a:chOff x="3645288" y="1685160"/>
            <a:chExt cx="1485182" cy="1563659"/>
          </a:xfrm>
        </p:grpSpPr>
        <p:grpSp>
          <p:nvGrpSpPr>
            <p:cNvPr id="8" name="グループ化 7">
              <a:extLst>
                <a:ext uri="{FF2B5EF4-FFF2-40B4-BE49-F238E27FC236}">
                  <a16:creationId xmlns:a16="http://schemas.microsoft.com/office/drawing/2014/main" id="{7E92CA6A-9D60-07C2-4FB7-31F7257EE88E}"/>
                </a:ext>
              </a:extLst>
            </p:cNvPr>
            <p:cNvGrpSpPr/>
            <p:nvPr/>
          </p:nvGrpSpPr>
          <p:grpSpPr>
            <a:xfrm>
              <a:off x="3645288" y="1685160"/>
              <a:ext cx="1485182" cy="1563659"/>
              <a:chOff x="1276828" y="4105786"/>
              <a:chExt cx="1144222" cy="1563659"/>
            </a:xfrm>
          </p:grpSpPr>
          <p:sp>
            <p:nvSpPr>
              <p:cNvPr id="9" name="四角形: 角を丸くする 8">
                <a:extLst>
                  <a:ext uri="{FF2B5EF4-FFF2-40B4-BE49-F238E27FC236}">
                    <a16:creationId xmlns:a16="http://schemas.microsoft.com/office/drawing/2014/main" id="{A2EA41A6-9B1D-72DB-8425-EA37F6BFBC70}"/>
                  </a:ext>
                </a:extLst>
              </p:cNvPr>
              <p:cNvSpPr/>
              <p:nvPr/>
            </p:nvSpPr>
            <p:spPr>
              <a:xfrm>
                <a:off x="1276828" y="4105786"/>
                <a:ext cx="1144222" cy="1563659"/>
              </a:xfrm>
              <a:prstGeom prst="roundRect">
                <a:avLst/>
              </a:prstGeom>
              <a:solidFill>
                <a:schemeClr val="bg1">
                  <a:lumMod val="75000"/>
                  <a:alpha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0" name="テキスト ボックス 9">
                <a:extLst>
                  <a:ext uri="{FF2B5EF4-FFF2-40B4-BE49-F238E27FC236}">
                    <a16:creationId xmlns:a16="http://schemas.microsoft.com/office/drawing/2014/main" id="{7C56A927-EB35-167F-0D21-E3EF7B303014}"/>
                  </a:ext>
                </a:extLst>
              </p:cNvPr>
              <p:cNvSpPr txBox="1"/>
              <p:nvPr/>
            </p:nvSpPr>
            <p:spPr>
              <a:xfrm>
                <a:off x="1315928" y="4148054"/>
                <a:ext cx="1066022" cy="369332"/>
              </a:xfrm>
              <a:prstGeom prst="rect">
                <a:avLst/>
              </a:prstGeom>
              <a:noFill/>
            </p:spPr>
            <p:txBody>
              <a:bodyPr wrap="square">
                <a:spAutoFit/>
              </a:bodyPr>
              <a:lstStyle/>
              <a:p>
                <a:pPr algn="ctr"/>
                <a:r>
                  <a:rPr lang="en-US" altLang="ja-JP" dirty="0">
                    <a:solidFill>
                      <a:schemeClr val="accent2">
                        <a:lumMod val="20000"/>
                        <a:lumOff val="80000"/>
                      </a:schemeClr>
                    </a:solidFill>
                    <a:latin typeface="HGS明朝E" panose="02020900000000000000" pitchFamily="18" charset="-128"/>
                    <a:ea typeface="HGS明朝E" panose="02020900000000000000" pitchFamily="18" charset="-128"/>
                  </a:rPr>
                  <a:t>R</a:t>
                </a:r>
                <a:r>
                  <a:rPr lang="en-US" altLang="ja-JP" sz="1600" dirty="0">
                    <a:solidFill>
                      <a:schemeClr val="tx1">
                        <a:lumMod val="85000"/>
                        <a:lumOff val="15000"/>
                      </a:schemeClr>
                    </a:solidFill>
                    <a:latin typeface="HGS明朝E" panose="02020900000000000000" pitchFamily="18" charset="-128"/>
                    <a:ea typeface="HGS明朝E" panose="02020900000000000000" pitchFamily="18" charset="-128"/>
                  </a:rPr>
                  <a:t>×</a:t>
                </a:r>
                <a:r>
                  <a:rPr lang="en-US" altLang="ja-JP" dirty="0">
                    <a:solidFill>
                      <a:schemeClr val="tx1">
                        <a:lumMod val="85000"/>
                        <a:lumOff val="15000"/>
                      </a:schemeClr>
                    </a:solidFill>
                    <a:latin typeface="HGS明朝E" panose="02020900000000000000" pitchFamily="18" charset="-128"/>
                    <a:ea typeface="HGS明朝E" panose="02020900000000000000" pitchFamily="18" charset="-128"/>
                  </a:rPr>
                  <a:t>00</a:t>
                </a:r>
                <a:endParaRPr lang="ja-JP" altLang="en-US" dirty="0">
                  <a:solidFill>
                    <a:schemeClr val="tx1">
                      <a:lumMod val="85000"/>
                      <a:lumOff val="15000"/>
                    </a:schemeClr>
                  </a:solidFill>
                  <a:latin typeface="HGS明朝E" panose="02020900000000000000" pitchFamily="18" charset="-128"/>
                  <a:ea typeface="HGS明朝E" panose="02020900000000000000" pitchFamily="18" charset="-128"/>
                </a:endParaRPr>
              </a:p>
            </p:txBody>
          </p:sp>
        </p:grpSp>
        <p:pic>
          <p:nvPicPr>
            <p:cNvPr id="52" name="図 51">
              <a:extLst>
                <a:ext uri="{FF2B5EF4-FFF2-40B4-BE49-F238E27FC236}">
                  <a16:creationId xmlns:a16="http://schemas.microsoft.com/office/drawing/2014/main" id="{90CEF77C-A6D9-3A59-8B10-19DC8237CF6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3805927" y="2096760"/>
              <a:ext cx="1100325" cy="1071966"/>
            </a:xfrm>
            <a:prstGeom prst="rect">
              <a:avLst/>
            </a:prstGeom>
          </p:spPr>
        </p:pic>
      </p:grpSp>
      <p:grpSp>
        <p:nvGrpSpPr>
          <p:cNvPr id="63" name="グループ化 62">
            <a:extLst>
              <a:ext uri="{FF2B5EF4-FFF2-40B4-BE49-F238E27FC236}">
                <a16:creationId xmlns:a16="http://schemas.microsoft.com/office/drawing/2014/main" id="{A5559387-E342-A28B-36EA-40F3B81D6CC1}"/>
              </a:ext>
            </a:extLst>
          </p:cNvPr>
          <p:cNvGrpSpPr/>
          <p:nvPr/>
        </p:nvGrpSpPr>
        <p:grpSpPr>
          <a:xfrm>
            <a:off x="4234514" y="1479407"/>
            <a:ext cx="1485182" cy="1563659"/>
            <a:chOff x="5460628" y="1685160"/>
            <a:chExt cx="1485182" cy="1563659"/>
          </a:xfrm>
        </p:grpSpPr>
        <p:grpSp>
          <p:nvGrpSpPr>
            <p:cNvPr id="13" name="グループ化 12">
              <a:extLst>
                <a:ext uri="{FF2B5EF4-FFF2-40B4-BE49-F238E27FC236}">
                  <a16:creationId xmlns:a16="http://schemas.microsoft.com/office/drawing/2014/main" id="{75CC20E8-B88E-25F1-67E8-698E9BB48E39}"/>
                </a:ext>
              </a:extLst>
            </p:cNvPr>
            <p:cNvGrpSpPr/>
            <p:nvPr/>
          </p:nvGrpSpPr>
          <p:grpSpPr>
            <a:xfrm>
              <a:off x="5460628" y="1685160"/>
              <a:ext cx="1485182" cy="1563659"/>
              <a:chOff x="1276828" y="4105786"/>
              <a:chExt cx="1144222" cy="1563659"/>
            </a:xfrm>
          </p:grpSpPr>
          <p:sp>
            <p:nvSpPr>
              <p:cNvPr id="14" name="四角形: 角を丸くする 13">
                <a:extLst>
                  <a:ext uri="{FF2B5EF4-FFF2-40B4-BE49-F238E27FC236}">
                    <a16:creationId xmlns:a16="http://schemas.microsoft.com/office/drawing/2014/main" id="{339EAA0C-321E-8776-64DB-10C3D47955AB}"/>
                  </a:ext>
                </a:extLst>
              </p:cNvPr>
              <p:cNvSpPr/>
              <p:nvPr/>
            </p:nvSpPr>
            <p:spPr>
              <a:xfrm>
                <a:off x="1276828" y="4105786"/>
                <a:ext cx="1144222" cy="1563659"/>
              </a:xfrm>
              <a:prstGeom prst="roundRect">
                <a:avLst/>
              </a:prstGeom>
              <a:solidFill>
                <a:schemeClr val="bg1">
                  <a:lumMod val="75000"/>
                  <a:alpha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5" name="テキスト ボックス 14">
                <a:extLst>
                  <a:ext uri="{FF2B5EF4-FFF2-40B4-BE49-F238E27FC236}">
                    <a16:creationId xmlns:a16="http://schemas.microsoft.com/office/drawing/2014/main" id="{A474C6E7-9324-411C-5C1C-A004E86A6B9B}"/>
                  </a:ext>
                </a:extLst>
              </p:cNvPr>
              <p:cNvSpPr txBox="1"/>
              <p:nvPr/>
            </p:nvSpPr>
            <p:spPr>
              <a:xfrm>
                <a:off x="1315928" y="4148054"/>
                <a:ext cx="1066022" cy="369332"/>
              </a:xfrm>
              <a:prstGeom prst="rect">
                <a:avLst/>
              </a:prstGeom>
              <a:noFill/>
            </p:spPr>
            <p:txBody>
              <a:bodyPr wrap="square">
                <a:spAutoFit/>
              </a:bodyPr>
              <a:lstStyle/>
              <a:p>
                <a:pPr algn="ctr"/>
                <a:r>
                  <a:rPr lang="en-US" altLang="ja-JP" dirty="0">
                    <a:gradFill flip="none" rotWithShape="1">
                      <a:gsLst>
                        <a:gs pos="0">
                          <a:srgbClr val="CC66FF"/>
                        </a:gs>
                        <a:gs pos="50000">
                          <a:srgbClr val="CC00FF"/>
                        </a:gs>
                        <a:gs pos="100000">
                          <a:srgbClr val="CC66FF"/>
                        </a:gs>
                      </a:gsLst>
                      <a:lin ang="2700000" scaled="1"/>
                      <a:tileRect/>
                    </a:gradFill>
                    <a:latin typeface="HGS明朝E" panose="02020900000000000000" pitchFamily="18" charset="-128"/>
                    <a:ea typeface="HGS明朝E" panose="02020900000000000000" pitchFamily="18" charset="-128"/>
                  </a:rPr>
                  <a:t>SR</a:t>
                </a:r>
                <a:r>
                  <a:rPr lang="en-US" altLang="ja-JP" sz="1600" dirty="0">
                    <a:solidFill>
                      <a:schemeClr val="tx1">
                        <a:lumMod val="85000"/>
                        <a:lumOff val="15000"/>
                      </a:schemeClr>
                    </a:solidFill>
                    <a:latin typeface="HGS明朝E" panose="02020900000000000000" pitchFamily="18" charset="-128"/>
                    <a:ea typeface="HGS明朝E" panose="02020900000000000000" pitchFamily="18" charset="-128"/>
                  </a:rPr>
                  <a:t>×</a:t>
                </a:r>
                <a:r>
                  <a:rPr lang="en-US" altLang="ja-JP" dirty="0">
                    <a:solidFill>
                      <a:schemeClr val="tx1">
                        <a:lumMod val="85000"/>
                        <a:lumOff val="15000"/>
                      </a:schemeClr>
                    </a:solidFill>
                    <a:latin typeface="HGS明朝E" panose="02020900000000000000" pitchFamily="18" charset="-128"/>
                    <a:ea typeface="HGS明朝E" panose="02020900000000000000" pitchFamily="18" charset="-128"/>
                  </a:rPr>
                  <a:t>00</a:t>
                </a:r>
                <a:endParaRPr lang="ja-JP" altLang="en-US" dirty="0">
                  <a:solidFill>
                    <a:schemeClr val="tx1">
                      <a:lumMod val="85000"/>
                      <a:lumOff val="15000"/>
                    </a:schemeClr>
                  </a:solidFill>
                  <a:latin typeface="HGS明朝E" panose="02020900000000000000" pitchFamily="18" charset="-128"/>
                  <a:ea typeface="HGS明朝E" panose="02020900000000000000" pitchFamily="18" charset="-128"/>
                </a:endParaRPr>
              </a:p>
            </p:txBody>
          </p:sp>
        </p:grpSp>
        <p:pic>
          <p:nvPicPr>
            <p:cNvPr id="53" name="図 52">
              <a:extLst>
                <a:ext uri="{FF2B5EF4-FFF2-40B4-BE49-F238E27FC236}">
                  <a16:creationId xmlns:a16="http://schemas.microsoft.com/office/drawing/2014/main" id="{62D2CF95-2DE0-B6BA-7E70-4B0AA30A83D9}"/>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5637161" y="2096760"/>
              <a:ext cx="1100325" cy="1071966"/>
            </a:xfrm>
            <a:prstGeom prst="rect">
              <a:avLst/>
            </a:prstGeom>
          </p:spPr>
        </p:pic>
      </p:grpSp>
      <p:grpSp>
        <p:nvGrpSpPr>
          <p:cNvPr id="64" name="グループ化 63">
            <a:extLst>
              <a:ext uri="{FF2B5EF4-FFF2-40B4-BE49-F238E27FC236}">
                <a16:creationId xmlns:a16="http://schemas.microsoft.com/office/drawing/2014/main" id="{5BE92337-D1C7-4388-F24D-AA04E5C3E236}"/>
              </a:ext>
            </a:extLst>
          </p:cNvPr>
          <p:cNvGrpSpPr/>
          <p:nvPr/>
        </p:nvGrpSpPr>
        <p:grpSpPr>
          <a:xfrm>
            <a:off x="6658274" y="1479406"/>
            <a:ext cx="1485182" cy="1563659"/>
            <a:chOff x="7275968" y="1685160"/>
            <a:chExt cx="1485182" cy="1563659"/>
          </a:xfrm>
        </p:grpSpPr>
        <p:grpSp>
          <p:nvGrpSpPr>
            <p:cNvPr id="18" name="グループ化 17">
              <a:extLst>
                <a:ext uri="{FF2B5EF4-FFF2-40B4-BE49-F238E27FC236}">
                  <a16:creationId xmlns:a16="http://schemas.microsoft.com/office/drawing/2014/main" id="{99282DC8-A8E2-3912-538B-3B985D820159}"/>
                </a:ext>
              </a:extLst>
            </p:cNvPr>
            <p:cNvGrpSpPr/>
            <p:nvPr/>
          </p:nvGrpSpPr>
          <p:grpSpPr>
            <a:xfrm>
              <a:off x="7275968" y="1685160"/>
              <a:ext cx="1485182" cy="1563659"/>
              <a:chOff x="1276828" y="4105786"/>
              <a:chExt cx="1144222" cy="1563659"/>
            </a:xfrm>
          </p:grpSpPr>
          <p:sp>
            <p:nvSpPr>
              <p:cNvPr id="19" name="四角形: 角を丸くする 18">
                <a:extLst>
                  <a:ext uri="{FF2B5EF4-FFF2-40B4-BE49-F238E27FC236}">
                    <a16:creationId xmlns:a16="http://schemas.microsoft.com/office/drawing/2014/main" id="{9CDB3AC0-13DF-4002-7E56-E19FCF517BD3}"/>
                  </a:ext>
                </a:extLst>
              </p:cNvPr>
              <p:cNvSpPr/>
              <p:nvPr/>
            </p:nvSpPr>
            <p:spPr>
              <a:xfrm>
                <a:off x="1276828" y="4105786"/>
                <a:ext cx="1144222" cy="1563659"/>
              </a:xfrm>
              <a:prstGeom prst="roundRect">
                <a:avLst/>
              </a:prstGeom>
              <a:solidFill>
                <a:schemeClr val="bg1">
                  <a:lumMod val="75000"/>
                  <a:alpha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1" name="テキスト ボックス 20">
                <a:extLst>
                  <a:ext uri="{FF2B5EF4-FFF2-40B4-BE49-F238E27FC236}">
                    <a16:creationId xmlns:a16="http://schemas.microsoft.com/office/drawing/2014/main" id="{8DD851B6-FDCB-C31D-EE6E-887E62056176}"/>
                  </a:ext>
                </a:extLst>
              </p:cNvPr>
              <p:cNvSpPr txBox="1"/>
              <p:nvPr/>
            </p:nvSpPr>
            <p:spPr>
              <a:xfrm>
                <a:off x="1315928" y="4148054"/>
                <a:ext cx="1066022" cy="369332"/>
              </a:xfrm>
              <a:prstGeom prst="rect">
                <a:avLst/>
              </a:prstGeom>
              <a:noFill/>
            </p:spPr>
            <p:txBody>
              <a:bodyPr wrap="square">
                <a:spAutoFit/>
              </a:bodyPr>
              <a:lstStyle/>
              <a:p>
                <a:pPr algn="ctr"/>
                <a:r>
                  <a:rPr lang="en-US" altLang="ja-JP" dirty="0">
                    <a:gradFill flip="none" rotWithShape="1">
                      <a:gsLst>
                        <a:gs pos="100000">
                          <a:srgbClr val="CC66FF"/>
                        </a:gs>
                        <a:gs pos="75000">
                          <a:srgbClr val="00B0F0"/>
                        </a:gs>
                        <a:gs pos="50000">
                          <a:srgbClr val="92D050"/>
                        </a:gs>
                        <a:gs pos="25000">
                          <a:srgbClr val="FFC000"/>
                        </a:gs>
                        <a:gs pos="1000">
                          <a:srgbClr val="FF0000"/>
                        </a:gs>
                      </a:gsLst>
                      <a:lin ang="2700000" scaled="1"/>
                      <a:tileRect/>
                    </a:gradFill>
                    <a:effectLst>
                      <a:outerShdw blurRad="38100" dist="38100" dir="2700000" algn="tl">
                        <a:srgbClr val="000000">
                          <a:alpha val="43137"/>
                        </a:srgbClr>
                      </a:outerShdw>
                    </a:effectLst>
                    <a:latin typeface="HGS明朝E" panose="02020900000000000000" pitchFamily="18" charset="-128"/>
                    <a:ea typeface="HGS明朝E" panose="02020900000000000000" pitchFamily="18" charset="-128"/>
                  </a:rPr>
                  <a:t>SSR</a:t>
                </a:r>
                <a:r>
                  <a:rPr lang="en-US" altLang="ja-JP" sz="1600" dirty="0">
                    <a:solidFill>
                      <a:schemeClr val="tx1">
                        <a:lumMod val="85000"/>
                        <a:lumOff val="15000"/>
                      </a:schemeClr>
                    </a:solidFill>
                    <a:latin typeface="HGS明朝E" panose="02020900000000000000" pitchFamily="18" charset="-128"/>
                    <a:ea typeface="HGS明朝E" panose="02020900000000000000" pitchFamily="18" charset="-128"/>
                  </a:rPr>
                  <a:t>×</a:t>
                </a:r>
                <a:r>
                  <a:rPr lang="en-US" altLang="ja-JP" dirty="0">
                    <a:solidFill>
                      <a:schemeClr val="tx1">
                        <a:lumMod val="85000"/>
                        <a:lumOff val="15000"/>
                      </a:schemeClr>
                    </a:solidFill>
                    <a:latin typeface="HGS明朝E" panose="02020900000000000000" pitchFamily="18" charset="-128"/>
                    <a:ea typeface="HGS明朝E" panose="02020900000000000000" pitchFamily="18" charset="-128"/>
                  </a:rPr>
                  <a:t>00</a:t>
                </a:r>
                <a:endParaRPr lang="ja-JP" altLang="en-US" dirty="0">
                  <a:solidFill>
                    <a:schemeClr val="tx1">
                      <a:lumMod val="85000"/>
                      <a:lumOff val="15000"/>
                    </a:schemeClr>
                  </a:solidFill>
                  <a:latin typeface="HGS明朝E" panose="02020900000000000000" pitchFamily="18" charset="-128"/>
                  <a:ea typeface="HGS明朝E" panose="02020900000000000000" pitchFamily="18" charset="-128"/>
                </a:endParaRPr>
              </a:p>
            </p:txBody>
          </p:sp>
        </p:grpSp>
        <p:pic>
          <p:nvPicPr>
            <p:cNvPr id="54" name="図 53">
              <a:extLst>
                <a:ext uri="{FF2B5EF4-FFF2-40B4-BE49-F238E27FC236}">
                  <a16:creationId xmlns:a16="http://schemas.microsoft.com/office/drawing/2014/main" id="{45D36875-E1F8-1218-D06B-3C045C217E18}"/>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468396" y="2096760"/>
              <a:ext cx="1100325" cy="1071966"/>
            </a:xfrm>
            <a:prstGeom prst="rect">
              <a:avLst/>
            </a:prstGeom>
          </p:spPr>
        </p:pic>
      </p:grpSp>
      <p:grpSp>
        <p:nvGrpSpPr>
          <p:cNvPr id="115" name="グループ化 114">
            <a:extLst>
              <a:ext uri="{FF2B5EF4-FFF2-40B4-BE49-F238E27FC236}">
                <a16:creationId xmlns:a16="http://schemas.microsoft.com/office/drawing/2014/main" id="{C638B31F-3E10-5E17-59C9-BEBB6F78FAF9}"/>
              </a:ext>
            </a:extLst>
          </p:cNvPr>
          <p:cNvGrpSpPr/>
          <p:nvPr/>
        </p:nvGrpSpPr>
        <p:grpSpPr>
          <a:xfrm>
            <a:off x="4440185" y="3844066"/>
            <a:ext cx="2158071" cy="1716321"/>
            <a:chOff x="1810754" y="4082007"/>
            <a:chExt cx="2158071" cy="1716321"/>
          </a:xfrm>
        </p:grpSpPr>
        <p:grpSp>
          <p:nvGrpSpPr>
            <p:cNvPr id="66" name="グループ化 65">
              <a:extLst>
                <a:ext uri="{FF2B5EF4-FFF2-40B4-BE49-F238E27FC236}">
                  <a16:creationId xmlns:a16="http://schemas.microsoft.com/office/drawing/2014/main" id="{A0A5D354-A72D-67B3-37FA-BB648319804F}"/>
                </a:ext>
              </a:extLst>
            </p:cNvPr>
            <p:cNvGrpSpPr/>
            <p:nvPr/>
          </p:nvGrpSpPr>
          <p:grpSpPr>
            <a:xfrm>
              <a:off x="1810754" y="4082007"/>
              <a:ext cx="1485182" cy="1716321"/>
              <a:chOff x="1276828" y="4105786"/>
              <a:chExt cx="1144222" cy="1716321"/>
            </a:xfrm>
          </p:grpSpPr>
          <p:sp>
            <p:nvSpPr>
              <p:cNvPr id="68" name="四角形: 角を丸くする 67">
                <a:extLst>
                  <a:ext uri="{FF2B5EF4-FFF2-40B4-BE49-F238E27FC236}">
                    <a16:creationId xmlns:a16="http://schemas.microsoft.com/office/drawing/2014/main" id="{9ECD9C69-41DC-1A31-4618-F1331D872C15}"/>
                  </a:ext>
                </a:extLst>
              </p:cNvPr>
              <p:cNvSpPr/>
              <p:nvPr/>
            </p:nvSpPr>
            <p:spPr>
              <a:xfrm>
                <a:off x="1276828" y="4105786"/>
                <a:ext cx="1144222" cy="1716321"/>
              </a:xfrm>
              <a:prstGeom prst="roundRect">
                <a:avLst/>
              </a:prstGeom>
              <a:solidFill>
                <a:schemeClr val="accent3">
                  <a:lumMod val="20000"/>
                  <a:lumOff val="80000"/>
                  <a:alpha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69" name="テキスト ボックス 68">
                <a:extLst>
                  <a:ext uri="{FF2B5EF4-FFF2-40B4-BE49-F238E27FC236}">
                    <a16:creationId xmlns:a16="http://schemas.microsoft.com/office/drawing/2014/main" id="{4BC74CBE-42A3-04A7-004A-2707C60039E7}"/>
                  </a:ext>
                </a:extLst>
              </p:cNvPr>
              <p:cNvSpPr txBox="1"/>
              <p:nvPr/>
            </p:nvSpPr>
            <p:spPr>
              <a:xfrm>
                <a:off x="1300644" y="4196034"/>
                <a:ext cx="1105122" cy="338554"/>
              </a:xfrm>
              <a:prstGeom prst="rect">
                <a:avLst/>
              </a:prstGeom>
              <a:noFill/>
            </p:spPr>
            <p:txBody>
              <a:bodyPr wrap="square">
                <a:spAutoFit/>
              </a:bodyPr>
              <a:lstStyle/>
              <a:p>
                <a:pPr algn="ctr"/>
                <a:r>
                  <a:rPr lang="ja-JP" altLang="en-US" sz="1600" dirty="0">
                    <a:solidFill>
                      <a:schemeClr val="accent3">
                        <a:lumMod val="75000"/>
                      </a:schemeClr>
                    </a:solidFill>
                    <a:latin typeface="HGS明朝E" panose="02020900000000000000" pitchFamily="18" charset="-128"/>
                    <a:ea typeface="HGS明朝E" panose="02020900000000000000" pitchFamily="18" charset="-128"/>
                  </a:rPr>
                  <a:t>取引して回復</a:t>
                </a:r>
                <a:endParaRPr lang="ja-JP" altLang="en-US" sz="1600" dirty="0">
                  <a:solidFill>
                    <a:schemeClr val="bg1">
                      <a:lumMod val="95000"/>
                    </a:schemeClr>
                  </a:solidFill>
                  <a:latin typeface="HGS明朝E" panose="02020900000000000000" pitchFamily="18" charset="-128"/>
                  <a:ea typeface="HGS明朝E" panose="02020900000000000000" pitchFamily="18" charset="-128"/>
                </a:endParaRPr>
              </a:p>
            </p:txBody>
          </p:sp>
        </p:grpSp>
        <p:pic>
          <p:nvPicPr>
            <p:cNvPr id="71" name="図 70">
              <a:extLst>
                <a:ext uri="{FF2B5EF4-FFF2-40B4-BE49-F238E27FC236}">
                  <a16:creationId xmlns:a16="http://schemas.microsoft.com/office/drawing/2014/main" id="{D8D4FDA8-C690-F893-D412-74144BC2795D}"/>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2115664" y="4664259"/>
              <a:ext cx="834064" cy="834064"/>
            </a:xfrm>
            <a:prstGeom prst="rect">
              <a:avLst/>
            </a:prstGeom>
          </p:spPr>
        </p:pic>
        <p:sp>
          <p:nvSpPr>
            <p:cNvPr id="72" name="矢印: 右 71">
              <a:extLst>
                <a:ext uri="{FF2B5EF4-FFF2-40B4-BE49-F238E27FC236}">
                  <a16:creationId xmlns:a16="http://schemas.microsoft.com/office/drawing/2014/main" id="{14CFE350-30ED-23B3-457A-348DE9BA687C}"/>
                </a:ext>
              </a:extLst>
            </p:cNvPr>
            <p:cNvSpPr/>
            <p:nvPr/>
          </p:nvSpPr>
          <p:spPr>
            <a:xfrm>
              <a:off x="3291070" y="4523135"/>
              <a:ext cx="677755" cy="834064"/>
            </a:xfrm>
            <a:prstGeom prst="rightArrow">
              <a:avLst>
                <a:gd name="adj1" fmla="val 50000"/>
                <a:gd name="adj2" fmla="val 58260"/>
              </a:avLst>
            </a:prstGeom>
            <a:solidFill>
              <a:schemeClr val="accent3">
                <a:lumMod val="20000"/>
                <a:lumOff val="80000"/>
                <a:alpha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129" name="グループ化 128">
            <a:extLst>
              <a:ext uri="{FF2B5EF4-FFF2-40B4-BE49-F238E27FC236}">
                <a16:creationId xmlns:a16="http://schemas.microsoft.com/office/drawing/2014/main" id="{10B8E39C-567A-2B46-7275-D2934763B616}"/>
              </a:ext>
            </a:extLst>
          </p:cNvPr>
          <p:cNvGrpSpPr/>
          <p:nvPr/>
        </p:nvGrpSpPr>
        <p:grpSpPr>
          <a:xfrm>
            <a:off x="6593356" y="3623843"/>
            <a:ext cx="1719934" cy="2076704"/>
            <a:chOff x="4234514" y="3768280"/>
            <a:chExt cx="1719934" cy="2076704"/>
          </a:xfrm>
        </p:grpSpPr>
        <p:sp>
          <p:nvSpPr>
            <p:cNvPr id="80" name="四角形: 角を丸くする 79">
              <a:extLst>
                <a:ext uri="{FF2B5EF4-FFF2-40B4-BE49-F238E27FC236}">
                  <a16:creationId xmlns:a16="http://schemas.microsoft.com/office/drawing/2014/main" id="{D94BD8B3-BBD2-D75B-1DC7-14616B9BF2C2}"/>
                </a:ext>
              </a:extLst>
            </p:cNvPr>
            <p:cNvSpPr/>
            <p:nvPr/>
          </p:nvSpPr>
          <p:spPr>
            <a:xfrm>
              <a:off x="4234514" y="3768280"/>
              <a:ext cx="1719934" cy="2076704"/>
            </a:xfrm>
            <a:prstGeom prst="roundRect">
              <a:avLst>
                <a:gd name="adj" fmla="val 9614"/>
              </a:avLst>
            </a:prstGeom>
            <a:solidFill>
              <a:schemeClr val="accent3">
                <a:lumMod val="20000"/>
                <a:lumOff val="80000"/>
                <a:alpha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nvGrpSpPr>
            <p:cNvPr id="81" name="グループ化 80">
              <a:extLst>
                <a:ext uri="{FF2B5EF4-FFF2-40B4-BE49-F238E27FC236}">
                  <a16:creationId xmlns:a16="http://schemas.microsoft.com/office/drawing/2014/main" id="{23475CD0-706E-1698-A62F-791A03C3BF42}"/>
                </a:ext>
              </a:extLst>
            </p:cNvPr>
            <p:cNvGrpSpPr/>
            <p:nvPr/>
          </p:nvGrpSpPr>
          <p:grpSpPr>
            <a:xfrm>
              <a:off x="4401555" y="5171959"/>
              <a:ext cx="1378592" cy="501114"/>
              <a:chOff x="1791694" y="1421053"/>
              <a:chExt cx="1021532" cy="501114"/>
            </a:xfrm>
          </p:grpSpPr>
          <p:grpSp>
            <p:nvGrpSpPr>
              <p:cNvPr id="85" name="グループ化 84">
                <a:extLst>
                  <a:ext uri="{FF2B5EF4-FFF2-40B4-BE49-F238E27FC236}">
                    <a16:creationId xmlns:a16="http://schemas.microsoft.com/office/drawing/2014/main" id="{3ECB2FBA-8FD4-034C-B536-BE51D7E20DAF}"/>
                  </a:ext>
                </a:extLst>
              </p:cNvPr>
              <p:cNvGrpSpPr/>
              <p:nvPr/>
            </p:nvGrpSpPr>
            <p:grpSpPr>
              <a:xfrm>
                <a:off x="1850735" y="1732906"/>
                <a:ext cx="962491" cy="189261"/>
                <a:chOff x="3619753" y="4534386"/>
                <a:chExt cx="5490959" cy="751289"/>
              </a:xfrm>
            </p:grpSpPr>
            <p:pic>
              <p:nvPicPr>
                <p:cNvPr id="87" name="図 86">
                  <a:extLst>
                    <a:ext uri="{FF2B5EF4-FFF2-40B4-BE49-F238E27FC236}">
                      <a16:creationId xmlns:a16="http://schemas.microsoft.com/office/drawing/2014/main" id="{3AE9744A-A2B2-56B2-9BD5-DDC40C0BB0A5}"/>
                    </a:ext>
                  </a:extLst>
                </p:cNvPr>
                <p:cNvPicPr>
                  <a:picLocks noChangeAspect="1"/>
                </p:cNvPicPr>
                <p:nvPr/>
              </p:nvPicPr>
              <p:blipFill>
                <a:blip r:embed="rId7">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a:off x="3637696" y="4549167"/>
                  <a:ext cx="5473016" cy="736508"/>
                </a:xfrm>
                <a:prstGeom prst="rect">
                  <a:avLst/>
                </a:prstGeom>
              </p:spPr>
            </p:pic>
            <p:pic>
              <p:nvPicPr>
                <p:cNvPr id="90" name="図 89">
                  <a:extLst>
                    <a:ext uri="{FF2B5EF4-FFF2-40B4-BE49-F238E27FC236}">
                      <a16:creationId xmlns:a16="http://schemas.microsoft.com/office/drawing/2014/main" id="{32E459D0-9877-F094-7148-E7D7351C84F0}"/>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3619753" y="4534386"/>
                  <a:ext cx="4332529" cy="736507"/>
                </a:xfrm>
                <a:prstGeom prst="rect">
                  <a:avLst/>
                </a:prstGeom>
              </p:spPr>
            </p:pic>
          </p:grpSp>
          <p:sp>
            <p:nvSpPr>
              <p:cNvPr id="86" name="テキスト ボックス 85">
                <a:extLst>
                  <a:ext uri="{FF2B5EF4-FFF2-40B4-BE49-F238E27FC236}">
                    <a16:creationId xmlns:a16="http://schemas.microsoft.com/office/drawing/2014/main" id="{230B321B-B4E9-1B6B-D1F3-C07C326738B5}"/>
                  </a:ext>
                </a:extLst>
              </p:cNvPr>
              <p:cNvSpPr txBox="1"/>
              <p:nvPr/>
            </p:nvSpPr>
            <p:spPr>
              <a:xfrm>
                <a:off x="1791694" y="1421053"/>
                <a:ext cx="968535" cy="338554"/>
              </a:xfrm>
              <a:prstGeom prst="rect">
                <a:avLst/>
              </a:prstGeom>
              <a:noFill/>
            </p:spPr>
            <p:txBody>
              <a:bodyPr wrap="none" rtlCol="0">
                <a:spAutoFit/>
              </a:bodyPr>
              <a:lstStyle/>
              <a:p>
                <a:r>
                  <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rPr>
                  <a:t>HP</a:t>
                </a:r>
                <a:r>
                  <a:rPr lang="ja-JP" altLang="en-US" sz="1200" b="1" dirty="0">
                    <a:solidFill>
                      <a:schemeClr val="tx1">
                        <a:lumMod val="95000"/>
                        <a:lumOff val="5000"/>
                      </a:schemeClr>
                    </a:solidFill>
                    <a:latin typeface="HGS明朝E" panose="02020900000000000000" pitchFamily="18" charset="-128"/>
                    <a:ea typeface="HGS明朝E" panose="02020900000000000000" pitchFamily="18" charset="-128"/>
                  </a:rPr>
                  <a:t>：</a:t>
                </a:r>
                <a:r>
                  <a:rPr lang="en-US" altLang="ja-JP" sz="1600" b="1" dirty="0">
                    <a:solidFill>
                      <a:schemeClr val="tx1">
                        <a:lumMod val="95000"/>
                        <a:lumOff val="5000"/>
                      </a:schemeClr>
                    </a:solidFill>
                    <a:latin typeface="HGS明朝E" panose="02020900000000000000" pitchFamily="18" charset="-128"/>
                    <a:ea typeface="HGS明朝E" panose="02020900000000000000" pitchFamily="18" charset="-128"/>
                  </a:rPr>
                  <a:t>0000</a:t>
                </a:r>
                <a:endPar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endParaRPr>
              </a:p>
            </p:txBody>
          </p:sp>
        </p:grpSp>
        <p:pic>
          <p:nvPicPr>
            <p:cNvPr id="91" name="図 90">
              <a:extLst>
                <a:ext uri="{FF2B5EF4-FFF2-40B4-BE49-F238E27FC236}">
                  <a16:creationId xmlns:a16="http://schemas.microsoft.com/office/drawing/2014/main" id="{AB443457-EB66-8B6E-811F-7B3D10D63FB7}"/>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4676279" y="3923907"/>
              <a:ext cx="836403" cy="1254605"/>
            </a:xfrm>
            <a:prstGeom prst="rect">
              <a:avLst/>
            </a:prstGeom>
          </p:spPr>
        </p:pic>
      </p:grpSp>
      <p:sp>
        <p:nvSpPr>
          <p:cNvPr id="116" name="テキスト ボックス 115">
            <a:extLst>
              <a:ext uri="{FF2B5EF4-FFF2-40B4-BE49-F238E27FC236}">
                <a16:creationId xmlns:a16="http://schemas.microsoft.com/office/drawing/2014/main" id="{AFA08FFF-FAEA-C06B-30EB-FC810CE8B899}"/>
              </a:ext>
            </a:extLst>
          </p:cNvPr>
          <p:cNvSpPr txBox="1"/>
          <p:nvPr/>
        </p:nvSpPr>
        <p:spPr>
          <a:xfrm>
            <a:off x="948434" y="3099132"/>
            <a:ext cx="3057247" cy="584775"/>
          </a:xfrm>
          <a:prstGeom prst="rect">
            <a:avLst/>
          </a:prstGeom>
          <a:noFill/>
        </p:spPr>
        <p:txBody>
          <a:bodyPr wrap="none" rtlCol="0">
            <a:spAutoFit/>
          </a:bodyPr>
          <a:lstStyle/>
          <a:p>
            <a:r>
              <a:rPr lang="ja-JP" altLang="en-US" sz="3200" dirty="0">
                <a:solidFill>
                  <a:schemeClr val="tx1">
                    <a:lumMod val="85000"/>
                    <a:lumOff val="15000"/>
                  </a:schemeClr>
                </a:solidFill>
                <a:latin typeface="HGS明朝E" panose="02020900000000000000" pitchFamily="18" charset="-128"/>
                <a:ea typeface="HGS明朝E" panose="02020900000000000000" pitchFamily="18" charset="-128"/>
              </a:rPr>
              <a:t>回復キャラ選択</a:t>
            </a:r>
          </a:p>
        </p:txBody>
      </p:sp>
      <p:grpSp>
        <p:nvGrpSpPr>
          <p:cNvPr id="130" name="グループ化 129">
            <a:extLst>
              <a:ext uri="{FF2B5EF4-FFF2-40B4-BE49-F238E27FC236}">
                <a16:creationId xmlns:a16="http://schemas.microsoft.com/office/drawing/2014/main" id="{762D7976-6FE9-0D47-C4A5-0AD20FF56A94}"/>
              </a:ext>
            </a:extLst>
          </p:cNvPr>
          <p:cNvGrpSpPr/>
          <p:nvPr/>
        </p:nvGrpSpPr>
        <p:grpSpPr>
          <a:xfrm>
            <a:off x="1690884" y="3773704"/>
            <a:ext cx="2230782" cy="2139291"/>
            <a:chOff x="1443449" y="5871097"/>
            <a:chExt cx="2230782" cy="2139291"/>
          </a:xfrm>
        </p:grpSpPr>
        <p:grpSp>
          <p:nvGrpSpPr>
            <p:cNvPr id="111" name="グループ化 110">
              <a:extLst>
                <a:ext uri="{FF2B5EF4-FFF2-40B4-BE49-F238E27FC236}">
                  <a16:creationId xmlns:a16="http://schemas.microsoft.com/office/drawing/2014/main" id="{3F06C976-A53E-355D-B44D-7DA42D945BDB}"/>
                </a:ext>
              </a:extLst>
            </p:cNvPr>
            <p:cNvGrpSpPr/>
            <p:nvPr/>
          </p:nvGrpSpPr>
          <p:grpSpPr>
            <a:xfrm rot="5400000">
              <a:off x="534926" y="6825580"/>
              <a:ext cx="2093331" cy="276285"/>
              <a:chOff x="3114125" y="3836637"/>
              <a:chExt cx="5697007" cy="276285"/>
            </a:xfrm>
          </p:grpSpPr>
          <p:sp>
            <p:nvSpPr>
              <p:cNvPr id="112" name="四角形: 角を丸くする 111">
                <a:extLst>
                  <a:ext uri="{FF2B5EF4-FFF2-40B4-BE49-F238E27FC236}">
                    <a16:creationId xmlns:a16="http://schemas.microsoft.com/office/drawing/2014/main" id="{6C7E8153-A2B9-69E5-D13A-1CDFF2310F0B}"/>
                  </a:ext>
                </a:extLst>
              </p:cNvPr>
              <p:cNvSpPr/>
              <p:nvPr/>
            </p:nvSpPr>
            <p:spPr>
              <a:xfrm>
                <a:off x="3114125" y="3891844"/>
                <a:ext cx="5697007" cy="165873"/>
              </a:xfrm>
              <a:prstGeom prst="roundRect">
                <a:avLst/>
              </a:prstGeom>
              <a:solidFill>
                <a:schemeClr val="bg1">
                  <a:lumMod val="65000"/>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13" name="四角形: 角を丸くする 112">
                <a:extLst>
                  <a:ext uri="{FF2B5EF4-FFF2-40B4-BE49-F238E27FC236}">
                    <a16:creationId xmlns:a16="http://schemas.microsoft.com/office/drawing/2014/main" id="{B9A39634-4369-357A-DECE-C5E209FAB2F4}"/>
                  </a:ext>
                </a:extLst>
              </p:cNvPr>
              <p:cNvSpPr/>
              <p:nvPr/>
            </p:nvSpPr>
            <p:spPr>
              <a:xfrm>
                <a:off x="4786606" y="3836637"/>
                <a:ext cx="2050791" cy="276285"/>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sp>
          <p:nvSpPr>
            <p:cNvPr id="114" name="四角形: 角を丸くする 113">
              <a:extLst>
                <a:ext uri="{FF2B5EF4-FFF2-40B4-BE49-F238E27FC236}">
                  <a16:creationId xmlns:a16="http://schemas.microsoft.com/office/drawing/2014/main" id="{04A596CD-4C8C-A7A8-9A6E-B1FE2E75BAF7}"/>
                </a:ext>
              </a:extLst>
            </p:cNvPr>
            <p:cNvSpPr/>
            <p:nvPr/>
          </p:nvSpPr>
          <p:spPr>
            <a:xfrm>
              <a:off x="1867195" y="5871097"/>
              <a:ext cx="1807036" cy="801312"/>
            </a:xfrm>
            <a:prstGeom prst="roundRect">
              <a:avLst>
                <a:gd name="adj" fmla="val 16667"/>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nvGrpSpPr>
            <p:cNvPr id="100" name="グループ化 99">
              <a:extLst>
                <a:ext uri="{FF2B5EF4-FFF2-40B4-BE49-F238E27FC236}">
                  <a16:creationId xmlns:a16="http://schemas.microsoft.com/office/drawing/2014/main" id="{CBEA57FB-6A1B-D507-3385-4B231837FAA8}"/>
                </a:ext>
              </a:extLst>
            </p:cNvPr>
            <p:cNvGrpSpPr/>
            <p:nvPr/>
          </p:nvGrpSpPr>
          <p:grpSpPr>
            <a:xfrm>
              <a:off x="1940375" y="5928722"/>
              <a:ext cx="1615981" cy="630585"/>
              <a:chOff x="1250692" y="4885023"/>
              <a:chExt cx="1615981" cy="630585"/>
            </a:xfrm>
          </p:grpSpPr>
          <p:pic>
            <p:nvPicPr>
              <p:cNvPr id="101" name="図 100">
                <a:extLst>
                  <a:ext uri="{FF2B5EF4-FFF2-40B4-BE49-F238E27FC236}">
                    <a16:creationId xmlns:a16="http://schemas.microsoft.com/office/drawing/2014/main" id="{CA1C28D4-1F07-22E1-81C4-01AB0D1B0A62}"/>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1250692" y="4885023"/>
                <a:ext cx="630585" cy="630585"/>
              </a:xfrm>
              <a:prstGeom prst="rect">
                <a:avLst/>
              </a:prstGeom>
            </p:spPr>
          </p:pic>
          <p:grpSp>
            <p:nvGrpSpPr>
              <p:cNvPr id="102" name="グループ化 101">
                <a:extLst>
                  <a:ext uri="{FF2B5EF4-FFF2-40B4-BE49-F238E27FC236}">
                    <a16:creationId xmlns:a16="http://schemas.microsoft.com/office/drawing/2014/main" id="{83CF86E9-7B37-9FFA-9F20-5609DCB8494B}"/>
                  </a:ext>
                </a:extLst>
              </p:cNvPr>
              <p:cNvGrpSpPr/>
              <p:nvPr/>
            </p:nvGrpSpPr>
            <p:grpSpPr>
              <a:xfrm>
                <a:off x="1845141" y="5040571"/>
                <a:ext cx="1021532" cy="468002"/>
                <a:chOff x="1791417" y="5040571"/>
                <a:chExt cx="1021532" cy="468002"/>
              </a:xfrm>
            </p:grpSpPr>
            <p:grpSp>
              <p:nvGrpSpPr>
                <p:cNvPr id="103" name="グループ化 102">
                  <a:extLst>
                    <a:ext uri="{FF2B5EF4-FFF2-40B4-BE49-F238E27FC236}">
                      <a16:creationId xmlns:a16="http://schemas.microsoft.com/office/drawing/2014/main" id="{15FBA03F-72BB-60BD-823B-5A98C038B764}"/>
                    </a:ext>
                  </a:extLst>
                </p:cNvPr>
                <p:cNvGrpSpPr/>
                <p:nvPr/>
              </p:nvGrpSpPr>
              <p:grpSpPr>
                <a:xfrm>
                  <a:off x="1850458" y="5358764"/>
                  <a:ext cx="962491" cy="149809"/>
                  <a:chOff x="3619753" y="4534386"/>
                  <a:chExt cx="5490959" cy="751289"/>
                </a:xfrm>
              </p:grpSpPr>
              <p:pic>
                <p:nvPicPr>
                  <p:cNvPr id="105" name="図 104">
                    <a:extLst>
                      <a:ext uri="{FF2B5EF4-FFF2-40B4-BE49-F238E27FC236}">
                        <a16:creationId xmlns:a16="http://schemas.microsoft.com/office/drawing/2014/main" id="{DE7AE3F5-C57D-8B16-E83F-860C4A720398}"/>
                      </a:ext>
                    </a:extLst>
                  </p:cNvPr>
                  <p:cNvPicPr>
                    <a:picLocks noChangeAspect="1"/>
                  </p:cNvPicPr>
                  <p:nvPr/>
                </p:nvPicPr>
                <p:blipFill>
                  <a:blip r:embed="rId7">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a:off x="3637696" y="4549167"/>
                    <a:ext cx="5473016" cy="736508"/>
                  </a:xfrm>
                  <a:prstGeom prst="rect">
                    <a:avLst/>
                  </a:prstGeom>
                </p:spPr>
              </p:pic>
              <p:pic>
                <p:nvPicPr>
                  <p:cNvPr id="106" name="図 105">
                    <a:extLst>
                      <a:ext uri="{FF2B5EF4-FFF2-40B4-BE49-F238E27FC236}">
                        <a16:creationId xmlns:a16="http://schemas.microsoft.com/office/drawing/2014/main" id="{9DEA7ED6-3DD3-5507-C036-CDFA6AE4F1F9}"/>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3619753" y="4534386"/>
                    <a:ext cx="4332529" cy="736507"/>
                  </a:xfrm>
                  <a:prstGeom prst="rect">
                    <a:avLst/>
                  </a:prstGeom>
                </p:spPr>
              </p:pic>
            </p:grpSp>
            <p:sp>
              <p:nvSpPr>
                <p:cNvPr id="104" name="テキスト ボックス 103">
                  <a:extLst>
                    <a:ext uri="{FF2B5EF4-FFF2-40B4-BE49-F238E27FC236}">
                      <a16:creationId xmlns:a16="http://schemas.microsoft.com/office/drawing/2014/main" id="{6FA0CD98-B032-9DB4-8BD7-08CEEAACF769}"/>
                    </a:ext>
                  </a:extLst>
                </p:cNvPr>
                <p:cNvSpPr txBox="1"/>
                <p:nvPr/>
              </p:nvSpPr>
              <p:spPr>
                <a:xfrm>
                  <a:off x="1791417" y="5040571"/>
                  <a:ext cx="968535" cy="338554"/>
                </a:xfrm>
                <a:prstGeom prst="rect">
                  <a:avLst/>
                </a:prstGeom>
                <a:noFill/>
              </p:spPr>
              <p:txBody>
                <a:bodyPr wrap="none" rtlCol="0">
                  <a:spAutoFit/>
                </a:bodyPr>
                <a:lstStyle/>
                <a:p>
                  <a:r>
                    <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rPr>
                    <a:t>HP</a:t>
                  </a:r>
                  <a:r>
                    <a:rPr lang="ja-JP" altLang="en-US" sz="1200" b="1" dirty="0">
                      <a:solidFill>
                        <a:schemeClr val="tx1">
                          <a:lumMod val="95000"/>
                          <a:lumOff val="5000"/>
                        </a:schemeClr>
                      </a:solidFill>
                      <a:latin typeface="HGS明朝E" panose="02020900000000000000" pitchFamily="18" charset="-128"/>
                      <a:ea typeface="HGS明朝E" panose="02020900000000000000" pitchFamily="18" charset="-128"/>
                    </a:rPr>
                    <a:t>：</a:t>
                  </a:r>
                  <a:r>
                    <a:rPr lang="en-US" altLang="ja-JP" sz="1600" b="1" dirty="0">
                      <a:solidFill>
                        <a:schemeClr val="tx1">
                          <a:lumMod val="95000"/>
                          <a:lumOff val="5000"/>
                        </a:schemeClr>
                      </a:solidFill>
                      <a:latin typeface="HGS明朝E" panose="02020900000000000000" pitchFamily="18" charset="-128"/>
                      <a:ea typeface="HGS明朝E" panose="02020900000000000000" pitchFamily="18" charset="-128"/>
                    </a:rPr>
                    <a:t>0000</a:t>
                  </a:r>
                  <a:endPar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endParaRPr>
                </a:p>
              </p:txBody>
            </p:sp>
          </p:grpSp>
        </p:grpSp>
        <p:sp>
          <p:nvSpPr>
            <p:cNvPr id="118" name="四角形: 角を丸くする 117">
              <a:extLst>
                <a:ext uri="{FF2B5EF4-FFF2-40B4-BE49-F238E27FC236}">
                  <a16:creationId xmlns:a16="http://schemas.microsoft.com/office/drawing/2014/main" id="{4E3DC706-6F84-EC04-C889-DA4292ACAACE}"/>
                </a:ext>
              </a:extLst>
            </p:cNvPr>
            <p:cNvSpPr/>
            <p:nvPr/>
          </p:nvSpPr>
          <p:spPr>
            <a:xfrm>
              <a:off x="1867195" y="6741017"/>
              <a:ext cx="1807036" cy="801312"/>
            </a:xfrm>
            <a:prstGeom prst="roundRect">
              <a:avLst>
                <a:gd name="adj" fmla="val 16667"/>
              </a:avLst>
            </a:prstGeom>
            <a:solidFill>
              <a:schemeClr val="accent3">
                <a:lumMod val="20000"/>
                <a:lumOff val="80000"/>
                <a:alpha val="4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nvGrpSpPr>
            <p:cNvPr id="119" name="グループ化 118">
              <a:extLst>
                <a:ext uri="{FF2B5EF4-FFF2-40B4-BE49-F238E27FC236}">
                  <a16:creationId xmlns:a16="http://schemas.microsoft.com/office/drawing/2014/main" id="{73AC9148-6C4C-E82A-5799-A410EC8AA96B}"/>
                </a:ext>
              </a:extLst>
            </p:cNvPr>
            <p:cNvGrpSpPr/>
            <p:nvPr/>
          </p:nvGrpSpPr>
          <p:grpSpPr>
            <a:xfrm>
              <a:off x="1940375" y="6798642"/>
              <a:ext cx="1615981" cy="630585"/>
              <a:chOff x="1250692" y="4885023"/>
              <a:chExt cx="1615981" cy="630585"/>
            </a:xfrm>
          </p:grpSpPr>
          <p:pic>
            <p:nvPicPr>
              <p:cNvPr id="120" name="図 119">
                <a:extLst>
                  <a:ext uri="{FF2B5EF4-FFF2-40B4-BE49-F238E27FC236}">
                    <a16:creationId xmlns:a16="http://schemas.microsoft.com/office/drawing/2014/main" id="{A0534C4D-091F-A337-E7E4-7FD261BE29F1}"/>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1250692" y="4885023"/>
                <a:ext cx="630585" cy="630585"/>
              </a:xfrm>
              <a:prstGeom prst="rect">
                <a:avLst/>
              </a:prstGeom>
            </p:spPr>
          </p:pic>
          <p:grpSp>
            <p:nvGrpSpPr>
              <p:cNvPr id="121" name="グループ化 120">
                <a:extLst>
                  <a:ext uri="{FF2B5EF4-FFF2-40B4-BE49-F238E27FC236}">
                    <a16:creationId xmlns:a16="http://schemas.microsoft.com/office/drawing/2014/main" id="{06CBB7F6-761D-F892-59D7-DD3A09DD5E75}"/>
                  </a:ext>
                </a:extLst>
              </p:cNvPr>
              <p:cNvGrpSpPr/>
              <p:nvPr/>
            </p:nvGrpSpPr>
            <p:grpSpPr>
              <a:xfrm>
                <a:off x="1845141" y="5040571"/>
                <a:ext cx="1021532" cy="468002"/>
                <a:chOff x="1791417" y="5040571"/>
                <a:chExt cx="1021532" cy="468002"/>
              </a:xfrm>
            </p:grpSpPr>
            <p:grpSp>
              <p:nvGrpSpPr>
                <p:cNvPr id="122" name="グループ化 121">
                  <a:extLst>
                    <a:ext uri="{FF2B5EF4-FFF2-40B4-BE49-F238E27FC236}">
                      <a16:creationId xmlns:a16="http://schemas.microsoft.com/office/drawing/2014/main" id="{AF238E27-356A-1061-A2F6-517F50B1B1CA}"/>
                    </a:ext>
                  </a:extLst>
                </p:cNvPr>
                <p:cNvGrpSpPr/>
                <p:nvPr/>
              </p:nvGrpSpPr>
              <p:grpSpPr>
                <a:xfrm>
                  <a:off x="1850458" y="5358764"/>
                  <a:ext cx="962491" cy="149809"/>
                  <a:chOff x="3619753" y="4534386"/>
                  <a:chExt cx="5490959" cy="751289"/>
                </a:xfrm>
              </p:grpSpPr>
              <p:pic>
                <p:nvPicPr>
                  <p:cNvPr id="124" name="図 123">
                    <a:extLst>
                      <a:ext uri="{FF2B5EF4-FFF2-40B4-BE49-F238E27FC236}">
                        <a16:creationId xmlns:a16="http://schemas.microsoft.com/office/drawing/2014/main" id="{4D6F594A-9D21-5BD1-7988-71E3632175BB}"/>
                      </a:ext>
                    </a:extLst>
                  </p:cNvPr>
                  <p:cNvPicPr>
                    <a:picLocks noChangeAspect="1"/>
                  </p:cNvPicPr>
                  <p:nvPr/>
                </p:nvPicPr>
                <p:blipFill>
                  <a:blip r:embed="rId7">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a:off x="3637696" y="4549167"/>
                    <a:ext cx="5473016" cy="736508"/>
                  </a:xfrm>
                  <a:prstGeom prst="rect">
                    <a:avLst/>
                  </a:prstGeom>
                </p:spPr>
              </p:pic>
              <p:pic>
                <p:nvPicPr>
                  <p:cNvPr id="125" name="図 124">
                    <a:extLst>
                      <a:ext uri="{FF2B5EF4-FFF2-40B4-BE49-F238E27FC236}">
                        <a16:creationId xmlns:a16="http://schemas.microsoft.com/office/drawing/2014/main" id="{FFBC9C5D-665B-8D6A-8C93-23DE3BF9C32E}"/>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3619753" y="4534386"/>
                    <a:ext cx="4332529" cy="736507"/>
                  </a:xfrm>
                  <a:prstGeom prst="rect">
                    <a:avLst/>
                  </a:prstGeom>
                </p:spPr>
              </p:pic>
            </p:grpSp>
            <p:sp>
              <p:nvSpPr>
                <p:cNvPr id="123" name="テキスト ボックス 122">
                  <a:extLst>
                    <a:ext uri="{FF2B5EF4-FFF2-40B4-BE49-F238E27FC236}">
                      <a16:creationId xmlns:a16="http://schemas.microsoft.com/office/drawing/2014/main" id="{04E20C8B-0D65-0717-9C50-C0E406B2234D}"/>
                    </a:ext>
                  </a:extLst>
                </p:cNvPr>
                <p:cNvSpPr txBox="1"/>
                <p:nvPr/>
              </p:nvSpPr>
              <p:spPr>
                <a:xfrm>
                  <a:off x="1791417" y="5040571"/>
                  <a:ext cx="968535" cy="338554"/>
                </a:xfrm>
                <a:prstGeom prst="rect">
                  <a:avLst/>
                </a:prstGeom>
                <a:noFill/>
              </p:spPr>
              <p:txBody>
                <a:bodyPr wrap="none" rtlCol="0">
                  <a:spAutoFit/>
                </a:bodyPr>
                <a:lstStyle/>
                <a:p>
                  <a:r>
                    <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rPr>
                    <a:t>HP</a:t>
                  </a:r>
                  <a:r>
                    <a:rPr lang="ja-JP" altLang="en-US" sz="1200" b="1" dirty="0">
                      <a:solidFill>
                        <a:schemeClr val="tx1">
                          <a:lumMod val="95000"/>
                          <a:lumOff val="5000"/>
                        </a:schemeClr>
                      </a:solidFill>
                      <a:latin typeface="HGS明朝E" panose="02020900000000000000" pitchFamily="18" charset="-128"/>
                      <a:ea typeface="HGS明朝E" panose="02020900000000000000" pitchFamily="18" charset="-128"/>
                    </a:rPr>
                    <a:t>：</a:t>
                  </a:r>
                  <a:r>
                    <a:rPr lang="en-US" altLang="ja-JP" sz="1600" b="1" dirty="0">
                      <a:solidFill>
                        <a:schemeClr val="tx1">
                          <a:lumMod val="95000"/>
                          <a:lumOff val="5000"/>
                        </a:schemeClr>
                      </a:solidFill>
                      <a:latin typeface="HGS明朝E" panose="02020900000000000000" pitchFamily="18" charset="-128"/>
                      <a:ea typeface="HGS明朝E" panose="02020900000000000000" pitchFamily="18" charset="-128"/>
                    </a:rPr>
                    <a:t>0000</a:t>
                  </a:r>
                  <a:endPar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endParaRPr>
                </a:p>
              </p:txBody>
            </p:sp>
          </p:grpSp>
        </p:grpSp>
        <p:sp>
          <p:nvSpPr>
            <p:cNvPr id="127" name="テキスト ボックス 126">
              <a:extLst>
                <a:ext uri="{FF2B5EF4-FFF2-40B4-BE49-F238E27FC236}">
                  <a16:creationId xmlns:a16="http://schemas.microsoft.com/office/drawing/2014/main" id="{B945DA31-7F1F-0A6F-7615-90C8CD940ED0}"/>
                </a:ext>
              </a:extLst>
            </p:cNvPr>
            <p:cNvSpPr txBox="1"/>
            <p:nvPr/>
          </p:nvSpPr>
          <p:spPr>
            <a:xfrm>
              <a:off x="2570960" y="6764209"/>
              <a:ext cx="646331" cy="276999"/>
            </a:xfrm>
            <a:prstGeom prst="rect">
              <a:avLst/>
            </a:prstGeom>
            <a:noFill/>
          </p:spPr>
          <p:txBody>
            <a:bodyPr wrap="none" rtlCol="0">
              <a:spAutoFit/>
            </a:bodyPr>
            <a:lstStyle/>
            <a:p>
              <a:r>
                <a:rPr lang="ja-JP" altLang="en-US" sz="1200" dirty="0">
                  <a:solidFill>
                    <a:schemeClr val="accent3">
                      <a:lumMod val="75000"/>
                    </a:schemeClr>
                  </a:solidFill>
                  <a:latin typeface="HGS明朝E" panose="02020900000000000000" pitchFamily="18" charset="-128"/>
                  <a:ea typeface="HGS明朝E" panose="02020900000000000000" pitchFamily="18" charset="-128"/>
                </a:rPr>
                <a:t>回復中</a:t>
              </a:r>
              <a:endParaRPr lang="en-US" altLang="ja-JP" sz="1200" dirty="0">
                <a:solidFill>
                  <a:schemeClr val="accent3">
                    <a:lumMod val="75000"/>
                  </a:schemeClr>
                </a:solidFill>
                <a:latin typeface="HGS明朝E" panose="02020900000000000000" pitchFamily="18" charset="-128"/>
                <a:ea typeface="HGS明朝E" panose="02020900000000000000" pitchFamily="18" charset="-128"/>
              </a:endParaRPr>
            </a:p>
          </p:txBody>
        </p:sp>
      </p:grpSp>
      <p:sp>
        <p:nvSpPr>
          <p:cNvPr id="132" name="二等辺三角形 131">
            <a:extLst>
              <a:ext uri="{FF2B5EF4-FFF2-40B4-BE49-F238E27FC236}">
                <a16:creationId xmlns:a16="http://schemas.microsoft.com/office/drawing/2014/main" id="{389BEBE6-842F-D4CE-9100-E130E8C7FF61}"/>
              </a:ext>
            </a:extLst>
          </p:cNvPr>
          <p:cNvSpPr/>
          <p:nvPr/>
        </p:nvSpPr>
        <p:spPr>
          <a:xfrm rot="16200000">
            <a:off x="3674797" y="4884646"/>
            <a:ext cx="630586" cy="319267"/>
          </a:xfrm>
          <a:prstGeom prst="triangl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37" name="グループ化 136">
            <a:extLst>
              <a:ext uri="{FF2B5EF4-FFF2-40B4-BE49-F238E27FC236}">
                <a16:creationId xmlns:a16="http://schemas.microsoft.com/office/drawing/2014/main" id="{DD6115A7-2E02-203B-73C4-BD34EEDEB6FF}"/>
              </a:ext>
            </a:extLst>
          </p:cNvPr>
          <p:cNvGrpSpPr/>
          <p:nvPr/>
        </p:nvGrpSpPr>
        <p:grpSpPr>
          <a:xfrm>
            <a:off x="2767454" y="2482905"/>
            <a:ext cx="1012202" cy="999872"/>
            <a:chOff x="2767454" y="2482905"/>
            <a:chExt cx="1012202" cy="999872"/>
          </a:xfrm>
        </p:grpSpPr>
        <p:pic>
          <p:nvPicPr>
            <p:cNvPr id="134" name="図 133">
              <a:extLst>
                <a:ext uri="{FF2B5EF4-FFF2-40B4-BE49-F238E27FC236}">
                  <a16:creationId xmlns:a16="http://schemas.microsoft.com/office/drawing/2014/main" id="{71BA86CF-B3BD-8369-D076-CA217622285A}"/>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2805789" y="2537772"/>
              <a:ext cx="945005" cy="945005"/>
            </a:xfrm>
            <a:prstGeom prst="rect">
              <a:avLst/>
            </a:prstGeom>
          </p:spPr>
        </p:pic>
        <p:pic>
          <p:nvPicPr>
            <p:cNvPr id="136" name="図 135">
              <a:extLst>
                <a:ext uri="{FF2B5EF4-FFF2-40B4-BE49-F238E27FC236}">
                  <a16:creationId xmlns:a16="http://schemas.microsoft.com/office/drawing/2014/main" id="{738B245B-418C-3213-5BC0-D09B4F20EBB9}"/>
                </a:ext>
              </a:extLst>
            </p:cNvPr>
            <p:cNvPicPr>
              <a:picLocks noChangeAspect="1"/>
            </p:cNvPicPr>
            <p:nvPr/>
          </p:nvPicPr>
          <p:blipFill>
            <a:blip r:embed="rId11">
              <a:extLst>
                <a:ext uri="{28A0092B-C50C-407E-A947-70E740481C1C}">
                  <a14:useLocalDpi xmlns:a14="http://schemas.microsoft.com/office/drawing/2010/main" val="0"/>
                </a:ext>
              </a:extLst>
            </a:blip>
            <a:srcRect l="75064" t="33348" b="34256"/>
            <a:stretch>
              <a:fillRect/>
            </a:stretch>
          </p:blipFill>
          <p:spPr>
            <a:xfrm>
              <a:off x="2767454" y="2482905"/>
              <a:ext cx="1012202" cy="986283"/>
            </a:xfrm>
            <a:prstGeom prst="rect">
              <a:avLst/>
            </a:prstGeom>
          </p:spPr>
        </p:pic>
      </p:grpSp>
    </p:spTree>
    <p:extLst>
      <p:ext uri="{BB962C8B-B14F-4D97-AF65-F5344CB8AC3E}">
        <p14:creationId xmlns:p14="http://schemas.microsoft.com/office/powerpoint/2010/main" val="460984406"/>
      </p:ext>
    </p:extLst>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
          <a:extLst>
            <a:ext uri="{FF2B5EF4-FFF2-40B4-BE49-F238E27FC236}">
              <a16:creationId xmlns:a16="http://schemas.microsoft.com/office/drawing/2014/main" id="{F46AD3FC-B1D9-168C-B657-9625BA4B051D}"/>
            </a:ext>
          </a:extLst>
        </p:cNvPr>
        <p:cNvGrpSpPr/>
        <p:nvPr/>
      </p:nvGrpSpPr>
      <p:grpSpPr>
        <a:xfrm>
          <a:off x="0" y="0"/>
          <a:ext cx="0" cy="0"/>
          <a:chOff x="0" y="0"/>
          <a:chExt cx="0" cy="0"/>
        </a:xfrm>
      </p:grpSpPr>
      <p:sp>
        <p:nvSpPr>
          <p:cNvPr id="2" name="四角形: 角を丸くする 1">
            <a:extLst>
              <a:ext uri="{FF2B5EF4-FFF2-40B4-BE49-F238E27FC236}">
                <a16:creationId xmlns:a16="http://schemas.microsoft.com/office/drawing/2014/main" id="{D4100E08-AAA8-DD2C-A2A6-4757478B223A}"/>
              </a:ext>
            </a:extLst>
          </p:cNvPr>
          <p:cNvSpPr/>
          <p:nvPr/>
        </p:nvSpPr>
        <p:spPr>
          <a:xfrm>
            <a:off x="726233" y="695130"/>
            <a:ext cx="8501744" cy="5467739"/>
          </a:xfrm>
          <a:prstGeom prst="roundRect">
            <a:avLst>
              <a:gd name="adj" fmla="val 6428"/>
            </a:avLst>
          </a:prstGeom>
          <a:solidFill>
            <a:schemeClr val="bg1">
              <a:lumMod val="65000"/>
              <a:alpha val="6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nvGrpSpPr>
          <p:cNvPr id="153" name="グループ化 152">
            <a:extLst>
              <a:ext uri="{FF2B5EF4-FFF2-40B4-BE49-F238E27FC236}">
                <a16:creationId xmlns:a16="http://schemas.microsoft.com/office/drawing/2014/main" id="{12F81990-FEFF-3F44-4DF8-5835EF79BD80}"/>
              </a:ext>
            </a:extLst>
          </p:cNvPr>
          <p:cNvGrpSpPr/>
          <p:nvPr/>
        </p:nvGrpSpPr>
        <p:grpSpPr>
          <a:xfrm>
            <a:off x="9569319" y="1071664"/>
            <a:ext cx="1755710" cy="810206"/>
            <a:chOff x="9569319" y="887965"/>
            <a:chExt cx="1755710" cy="810206"/>
          </a:xfrm>
        </p:grpSpPr>
        <p:sp>
          <p:nvSpPr>
            <p:cNvPr id="6" name="四角形: 角を丸くする 5">
              <a:extLst>
                <a:ext uri="{FF2B5EF4-FFF2-40B4-BE49-F238E27FC236}">
                  <a16:creationId xmlns:a16="http://schemas.microsoft.com/office/drawing/2014/main" id="{30E410B2-6858-CB7D-9F9B-274D94214900}"/>
                </a:ext>
              </a:extLst>
            </p:cNvPr>
            <p:cNvSpPr/>
            <p:nvPr/>
          </p:nvSpPr>
          <p:spPr>
            <a:xfrm>
              <a:off x="9569319" y="887965"/>
              <a:ext cx="1755710" cy="810206"/>
            </a:xfrm>
            <a:prstGeom prst="roundRect">
              <a:avLst>
                <a:gd name="adj" fmla="val 6428"/>
              </a:avLst>
            </a:prstGeom>
            <a:solidFill>
              <a:schemeClr val="accent6">
                <a:alpha val="8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2" name="テキスト ボックス 11">
              <a:extLst>
                <a:ext uri="{FF2B5EF4-FFF2-40B4-BE49-F238E27FC236}">
                  <a16:creationId xmlns:a16="http://schemas.microsoft.com/office/drawing/2014/main" id="{02029417-3D3E-58C6-3DA4-4A8BC8FA030A}"/>
                </a:ext>
              </a:extLst>
            </p:cNvPr>
            <p:cNvSpPr txBox="1"/>
            <p:nvPr/>
          </p:nvSpPr>
          <p:spPr>
            <a:xfrm>
              <a:off x="10302707" y="1293068"/>
              <a:ext cx="1005403" cy="338554"/>
            </a:xfrm>
            <a:prstGeom prst="rect">
              <a:avLst/>
            </a:prstGeom>
            <a:noFill/>
          </p:spPr>
          <p:txBody>
            <a:bodyPr wrap="none" rtlCol="0">
              <a:spAutoFit/>
            </a:bodyPr>
            <a:lstStyle/>
            <a:p>
              <a:pPr algn="r"/>
              <a:r>
                <a:rPr kumimoji="1" lang="ja-JP" altLang="en-US"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取引する</a:t>
              </a:r>
              <a:endParaRPr kumimoji="1" lang="en-US" altLang="ja-JP"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pic>
        <p:nvPicPr>
          <p:cNvPr id="44" name="図 43">
            <a:extLst>
              <a:ext uri="{FF2B5EF4-FFF2-40B4-BE49-F238E27FC236}">
                <a16:creationId xmlns:a16="http://schemas.microsoft.com/office/drawing/2014/main" id="{AC8FEAF9-1F2D-0B35-25B4-3D6A86D25500}"/>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1271707" y="235933"/>
            <a:ext cx="610371" cy="610371"/>
          </a:xfrm>
          <a:prstGeom prst="rect">
            <a:avLst/>
          </a:prstGeom>
        </p:spPr>
      </p:pic>
      <p:grpSp>
        <p:nvGrpSpPr>
          <p:cNvPr id="181" name="グループ化 180">
            <a:extLst>
              <a:ext uri="{FF2B5EF4-FFF2-40B4-BE49-F238E27FC236}">
                <a16:creationId xmlns:a16="http://schemas.microsoft.com/office/drawing/2014/main" id="{23DCC013-3A68-4518-0BC9-B3107F50AAA2}"/>
              </a:ext>
            </a:extLst>
          </p:cNvPr>
          <p:cNvGrpSpPr/>
          <p:nvPr/>
        </p:nvGrpSpPr>
        <p:grpSpPr>
          <a:xfrm>
            <a:off x="9569319" y="5011901"/>
            <a:ext cx="1755710" cy="810206"/>
            <a:chOff x="9569319" y="5159829"/>
            <a:chExt cx="1755710" cy="810206"/>
          </a:xfrm>
          <a:solidFill>
            <a:schemeClr val="bg1">
              <a:lumMod val="85000"/>
              <a:alpha val="70000"/>
            </a:schemeClr>
          </a:solidFill>
        </p:grpSpPr>
        <p:sp>
          <p:nvSpPr>
            <p:cNvPr id="182" name="四角形: 角を丸くする 181">
              <a:extLst>
                <a:ext uri="{FF2B5EF4-FFF2-40B4-BE49-F238E27FC236}">
                  <a16:creationId xmlns:a16="http://schemas.microsoft.com/office/drawing/2014/main" id="{2AE70C21-3D68-9E08-08AD-866B85934440}"/>
                </a:ext>
              </a:extLst>
            </p:cNvPr>
            <p:cNvSpPr/>
            <p:nvPr/>
          </p:nvSpPr>
          <p:spPr>
            <a:xfrm>
              <a:off x="9569319" y="5159829"/>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HGS明朝E" panose="02020900000000000000" pitchFamily="18" charset="-128"/>
                <a:ea typeface="HGS明朝E" panose="02020900000000000000" pitchFamily="18" charset="-128"/>
              </a:endParaRPr>
            </a:p>
          </p:txBody>
        </p:sp>
        <p:sp>
          <p:nvSpPr>
            <p:cNvPr id="183" name="テキスト ボックス 182">
              <a:extLst>
                <a:ext uri="{FF2B5EF4-FFF2-40B4-BE49-F238E27FC236}">
                  <a16:creationId xmlns:a16="http://schemas.microsoft.com/office/drawing/2014/main" id="{465CD43C-7EF6-F54D-30D3-F448321D8255}"/>
                </a:ext>
              </a:extLst>
            </p:cNvPr>
            <p:cNvSpPr txBox="1"/>
            <p:nvPr/>
          </p:nvSpPr>
          <p:spPr>
            <a:xfrm>
              <a:off x="10430947" y="5564932"/>
              <a:ext cx="877163" cy="369332"/>
            </a:xfrm>
            <a:prstGeom prst="rect">
              <a:avLst/>
            </a:prstGeom>
            <a:noFill/>
            <a:ln>
              <a:noFill/>
            </a:ln>
          </p:spPr>
          <p:txBody>
            <a:bodyPr wrap="none" rtlCol="0">
              <a:spAutoFit/>
            </a:bodyPr>
            <a:lstStyle/>
            <a:p>
              <a:pPr algn="r"/>
              <a:r>
                <a:rPr kumimoji="1" lang="ja-JP" altLang="en-US"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rPr>
                <a:t>ルート</a:t>
              </a:r>
              <a:endParaRPr kumimoji="1" lang="en-US" altLang="ja-JP"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184" name="グループ化 183">
            <a:extLst>
              <a:ext uri="{FF2B5EF4-FFF2-40B4-BE49-F238E27FC236}">
                <a16:creationId xmlns:a16="http://schemas.microsoft.com/office/drawing/2014/main" id="{C90F91CB-AD1A-764C-E818-9D1AFAB07EB2}"/>
              </a:ext>
            </a:extLst>
          </p:cNvPr>
          <p:cNvGrpSpPr/>
          <p:nvPr/>
        </p:nvGrpSpPr>
        <p:grpSpPr>
          <a:xfrm>
            <a:off x="9569319" y="3698488"/>
            <a:ext cx="1755710" cy="810206"/>
            <a:chOff x="9575538" y="4156787"/>
            <a:chExt cx="1755710" cy="810206"/>
          </a:xfrm>
          <a:solidFill>
            <a:schemeClr val="bg1">
              <a:lumMod val="85000"/>
              <a:alpha val="70000"/>
            </a:schemeClr>
          </a:solidFill>
        </p:grpSpPr>
        <p:sp>
          <p:nvSpPr>
            <p:cNvPr id="185" name="四角形: 角を丸くする 184">
              <a:extLst>
                <a:ext uri="{FF2B5EF4-FFF2-40B4-BE49-F238E27FC236}">
                  <a16:creationId xmlns:a16="http://schemas.microsoft.com/office/drawing/2014/main" id="{7CBE64BC-8CE4-A8D9-6637-BBB6185B635F}"/>
                </a:ext>
              </a:extLst>
            </p:cNvPr>
            <p:cNvSpPr/>
            <p:nvPr/>
          </p:nvSpPr>
          <p:spPr>
            <a:xfrm>
              <a:off x="9575538" y="4156787"/>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HGS明朝E" panose="02020900000000000000" pitchFamily="18" charset="-128"/>
                <a:ea typeface="HGS明朝E" panose="02020900000000000000" pitchFamily="18" charset="-128"/>
              </a:endParaRPr>
            </a:p>
          </p:txBody>
        </p:sp>
        <p:sp>
          <p:nvSpPr>
            <p:cNvPr id="186" name="テキスト ボックス 185">
              <a:extLst>
                <a:ext uri="{FF2B5EF4-FFF2-40B4-BE49-F238E27FC236}">
                  <a16:creationId xmlns:a16="http://schemas.microsoft.com/office/drawing/2014/main" id="{A1AEC34F-404A-BD50-2D38-6E892551E0B0}"/>
                </a:ext>
              </a:extLst>
            </p:cNvPr>
            <p:cNvSpPr txBox="1"/>
            <p:nvPr/>
          </p:nvSpPr>
          <p:spPr>
            <a:xfrm>
              <a:off x="10661779" y="4561890"/>
              <a:ext cx="646331" cy="369332"/>
            </a:xfrm>
            <a:prstGeom prst="rect">
              <a:avLst/>
            </a:prstGeom>
            <a:noFill/>
            <a:ln>
              <a:noFill/>
            </a:ln>
          </p:spPr>
          <p:txBody>
            <a:bodyPr wrap="none" rtlCol="0">
              <a:spAutoFit/>
            </a:bodyPr>
            <a:lstStyle/>
            <a:p>
              <a:pPr algn="r"/>
              <a:r>
                <a:rPr kumimoji="1" lang="ja-JP" altLang="en-US"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rPr>
                <a:t>戻る</a:t>
              </a:r>
              <a:endParaRPr kumimoji="1" lang="en-US" altLang="ja-JP"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sp>
        <p:nvSpPr>
          <p:cNvPr id="4" name="テキスト ボックス 3">
            <a:extLst>
              <a:ext uri="{FF2B5EF4-FFF2-40B4-BE49-F238E27FC236}">
                <a16:creationId xmlns:a16="http://schemas.microsoft.com/office/drawing/2014/main" id="{A426C175-FC46-B3C8-4824-EE63C2B01E8F}"/>
              </a:ext>
            </a:extLst>
          </p:cNvPr>
          <p:cNvSpPr txBox="1"/>
          <p:nvPr/>
        </p:nvSpPr>
        <p:spPr>
          <a:xfrm>
            <a:off x="948434" y="816247"/>
            <a:ext cx="2646878" cy="584775"/>
          </a:xfrm>
          <a:prstGeom prst="rect">
            <a:avLst/>
          </a:prstGeom>
          <a:noFill/>
        </p:spPr>
        <p:txBody>
          <a:bodyPr wrap="none" rtlCol="0">
            <a:spAutoFit/>
          </a:bodyPr>
          <a:lstStyle/>
          <a:p>
            <a:r>
              <a:rPr lang="ja-JP" altLang="en-US" sz="3200" dirty="0">
                <a:solidFill>
                  <a:schemeClr val="tx1">
                    <a:lumMod val="85000"/>
                    <a:lumOff val="15000"/>
                  </a:schemeClr>
                </a:solidFill>
                <a:latin typeface="HGS明朝E" panose="02020900000000000000" pitchFamily="18" charset="-128"/>
                <a:ea typeface="HGS明朝E" panose="02020900000000000000" pitchFamily="18" charset="-128"/>
              </a:rPr>
              <a:t>所持レア鉱石</a:t>
            </a:r>
          </a:p>
        </p:txBody>
      </p:sp>
      <p:grpSp>
        <p:nvGrpSpPr>
          <p:cNvPr id="62" name="グループ化 61">
            <a:extLst>
              <a:ext uri="{FF2B5EF4-FFF2-40B4-BE49-F238E27FC236}">
                <a16:creationId xmlns:a16="http://schemas.microsoft.com/office/drawing/2014/main" id="{A00963AE-9815-B48B-D2AE-465F66290AF2}"/>
              </a:ext>
            </a:extLst>
          </p:cNvPr>
          <p:cNvGrpSpPr/>
          <p:nvPr/>
        </p:nvGrpSpPr>
        <p:grpSpPr>
          <a:xfrm>
            <a:off x="1810754" y="1479407"/>
            <a:ext cx="1485182" cy="1563659"/>
            <a:chOff x="3645288" y="1685160"/>
            <a:chExt cx="1485182" cy="1563659"/>
          </a:xfrm>
        </p:grpSpPr>
        <p:grpSp>
          <p:nvGrpSpPr>
            <p:cNvPr id="8" name="グループ化 7">
              <a:extLst>
                <a:ext uri="{FF2B5EF4-FFF2-40B4-BE49-F238E27FC236}">
                  <a16:creationId xmlns:a16="http://schemas.microsoft.com/office/drawing/2014/main" id="{5FFF4566-7261-2A98-6F59-6437F7FA7BD4}"/>
                </a:ext>
              </a:extLst>
            </p:cNvPr>
            <p:cNvGrpSpPr/>
            <p:nvPr/>
          </p:nvGrpSpPr>
          <p:grpSpPr>
            <a:xfrm>
              <a:off x="3645288" y="1685160"/>
              <a:ext cx="1485182" cy="1563659"/>
              <a:chOff x="1276828" y="4105786"/>
              <a:chExt cx="1144222" cy="1563659"/>
            </a:xfrm>
          </p:grpSpPr>
          <p:sp>
            <p:nvSpPr>
              <p:cNvPr id="9" name="四角形: 角を丸くする 8">
                <a:extLst>
                  <a:ext uri="{FF2B5EF4-FFF2-40B4-BE49-F238E27FC236}">
                    <a16:creationId xmlns:a16="http://schemas.microsoft.com/office/drawing/2014/main" id="{C9415AF4-AF25-C32D-F444-6F0F3EE3206E}"/>
                  </a:ext>
                </a:extLst>
              </p:cNvPr>
              <p:cNvSpPr/>
              <p:nvPr/>
            </p:nvSpPr>
            <p:spPr>
              <a:xfrm>
                <a:off x="1276828" y="4105786"/>
                <a:ext cx="1144222" cy="1563659"/>
              </a:xfrm>
              <a:prstGeom prst="roundRect">
                <a:avLst/>
              </a:prstGeom>
              <a:solidFill>
                <a:schemeClr val="bg1">
                  <a:lumMod val="75000"/>
                  <a:alpha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0" name="テキスト ボックス 9">
                <a:extLst>
                  <a:ext uri="{FF2B5EF4-FFF2-40B4-BE49-F238E27FC236}">
                    <a16:creationId xmlns:a16="http://schemas.microsoft.com/office/drawing/2014/main" id="{63DAF55B-FAF8-C26D-B781-2A6E50317EA8}"/>
                  </a:ext>
                </a:extLst>
              </p:cNvPr>
              <p:cNvSpPr txBox="1"/>
              <p:nvPr/>
            </p:nvSpPr>
            <p:spPr>
              <a:xfrm>
                <a:off x="1315928" y="4148054"/>
                <a:ext cx="1066022" cy="369332"/>
              </a:xfrm>
              <a:prstGeom prst="rect">
                <a:avLst/>
              </a:prstGeom>
              <a:noFill/>
            </p:spPr>
            <p:txBody>
              <a:bodyPr wrap="square">
                <a:spAutoFit/>
              </a:bodyPr>
              <a:lstStyle/>
              <a:p>
                <a:pPr algn="ctr"/>
                <a:r>
                  <a:rPr lang="en-US" altLang="ja-JP" dirty="0">
                    <a:solidFill>
                      <a:schemeClr val="accent2">
                        <a:lumMod val="20000"/>
                        <a:lumOff val="80000"/>
                      </a:schemeClr>
                    </a:solidFill>
                    <a:latin typeface="HGS明朝E" panose="02020900000000000000" pitchFamily="18" charset="-128"/>
                    <a:ea typeface="HGS明朝E" panose="02020900000000000000" pitchFamily="18" charset="-128"/>
                  </a:rPr>
                  <a:t>R</a:t>
                </a:r>
                <a:r>
                  <a:rPr lang="en-US" altLang="ja-JP" sz="1600" dirty="0">
                    <a:solidFill>
                      <a:schemeClr val="tx1">
                        <a:lumMod val="85000"/>
                        <a:lumOff val="15000"/>
                      </a:schemeClr>
                    </a:solidFill>
                    <a:latin typeface="HGS明朝E" panose="02020900000000000000" pitchFamily="18" charset="-128"/>
                    <a:ea typeface="HGS明朝E" panose="02020900000000000000" pitchFamily="18" charset="-128"/>
                  </a:rPr>
                  <a:t>×</a:t>
                </a:r>
                <a:r>
                  <a:rPr lang="en-US" altLang="ja-JP" dirty="0">
                    <a:solidFill>
                      <a:schemeClr val="tx1">
                        <a:lumMod val="85000"/>
                        <a:lumOff val="15000"/>
                      </a:schemeClr>
                    </a:solidFill>
                    <a:latin typeface="HGS明朝E" panose="02020900000000000000" pitchFamily="18" charset="-128"/>
                    <a:ea typeface="HGS明朝E" panose="02020900000000000000" pitchFamily="18" charset="-128"/>
                  </a:rPr>
                  <a:t>00</a:t>
                </a:r>
                <a:endParaRPr lang="ja-JP" altLang="en-US" dirty="0">
                  <a:solidFill>
                    <a:schemeClr val="tx1">
                      <a:lumMod val="85000"/>
                      <a:lumOff val="15000"/>
                    </a:schemeClr>
                  </a:solidFill>
                  <a:latin typeface="HGS明朝E" panose="02020900000000000000" pitchFamily="18" charset="-128"/>
                  <a:ea typeface="HGS明朝E" panose="02020900000000000000" pitchFamily="18" charset="-128"/>
                </a:endParaRPr>
              </a:p>
            </p:txBody>
          </p:sp>
        </p:grpSp>
        <p:pic>
          <p:nvPicPr>
            <p:cNvPr id="52" name="図 51">
              <a:extLst>
                <a:ext uri="{FF2B5EF4-FFF2-40B4-BE49-F238E27FC236}">
                  <a16:creationId xmlns:a16="http://schemas.microsoft.com/office/drawing/2014/main" id="{BA39B05C-8518-DEF2-1E8A-B907B0EBA54F}"/>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3805927" y="2096760"/>
              <a:ext cx="1100325" cy="1071966"/>
            </a:xfrm>
            <a:prstGeom prst="rect">
              <a:avLst/>
            </a:prstGeom>
          </p:spPr>
        </p:pic>
      </p:grpSp>
      <p:grpSp>
        <p:nvGrpSpPr>
          <p:cNvPr id="63" name="グループ化 62">
            <a:extLst>
              <a:ext uri="{FF2B5EF4-FFF2-40B4-BE49-F238E27FC236}">
                <a16:creationId xmlns:a16="http://schemas.microsoft.com/office/drawing/2014/main" id="{43DC13B3-7D9F-BAD4-F775-DA3294F2D01A}"/>
              </a:ext>
            </a:extLst>
          </p:cNvPr>
          <p:cNvGrpSpPr/>
          <p:nvPr/>
        </p:nvGrpSpPr>
        <p:grpSpPr>
          <a:xfrm>
            <a:off x="4234514" y="1479407"/>
            <a:ext cx="1485182" cy="1563659"/>
            <a:chOff x="5460628" y="1685160"/>
            <a:chExt cx="1485182" cy="1563659"/>
          </a:xfrm>
        </p:grpSpPr>
        <p:grpSp>
          <p:nvGrpSpPr>
            <p:cNvPr id="13" name="グループ化 12">
              <a:extLst>
                <a:ext uri="{FF2B5EF4-FFF2-40B4-BE49-F238E27FC236}">
                  <a16:creationId xmlns:a16="http://schemas.microsoft.com/office/drawing/2014/main" id="{152C54B5-F580-CA88-EBF8-1FF2A06F6635}"/>
                </a:ext>
              </a:extLst>
            </p:cNvPr>
            <p:cNvGrpSpPr/>
            <p:nvPr/>
          </p:nvGrpSpPr>
          <p:grpSpPr>
            <a:xfrm>
              <a:off x="5460628" y="1685160"/>
              <a:ext cx="1485182" cy="1563659"/>
              <a:chOff x="1276828" y="4105786"/>
              <a:chExt cx="1144222" cy="1563659"/>
            </a:xfrm>
          </p:grpSpPr>
          <p:sp>
            <p:nvSpPr>
              <p:cNvPr id="14" name="四角形: 角を丸くする 13">
                <a:extLst>
                  <a:ext uri="{FF2B5EF4-FFF2-40B4-BE49-F238E27FC236}">
                    <a16:creationId xmlns:a16="http://schemas.microsoft.com/office/drawing/2014/main" id="{0D47A070-9E09-67BB-31D6-5D3D9DD2568F}"/>
                  </a:ext>
                </a:extLst>
              </p:cNvPr>
              <p:cNvSpPr/>
              <p:nvPr/>
            </p:nvSpPr>
            <p:spPr>
              <a:xfrm>
                <a:off x="1276828" y="4105786"/>
                <a:ext cx="1144222" cy="1563659"/>
              </a:xfrm>
              <a:prstGeom prst="roundRect">
                <a:avLst/>
              </a:prstGeom>
              <a:solidFill>
                <a:schemeClr val="bg1">
                  <a:lumMod val="75000"/>
                  <a:alpha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5" name="テキスト ボックス 14">
                <a:extLst>
                  <a:ext uri="{FF2B5EF4-FFF2-40B4-BE49-F238E27FC236}">
                    <a16:creationId xmlns:a16="http://schemas.microsoft.com/office/drawing/2014/main" id="{F47AFF69-E4EF-589A-A495-3CD837ADA912}"/>
                  </a:ext>
                </a:extLst>
              </p:cNvPr>
              <p:cNvSpPr txBox="1"/>
              <p:nvPr/>
            </p:nvSpPr>
            <p:spPr>
              <a:xfrm>
                <a:off x="1315928" y="4148054"/>
                <a:ext cx="1066022" cy="369332"/>
              </a:xfrm>
              <a:prstGeom prst="rect">
                <a:avLst/>
              </a:prstGeom>
              <a:noFill/>
            </p:spPr>
            <p:txBody>
              <a:bodyPr wrap="square">
                <a:spAutoFit/>
              </a:bodyPr>
              <a:lstStyle/>
              <a:p>
                <a:pPr algn="ctr"/>
                <a:r>
                  <a:rPr lang="en-US" altLang="ja-JP" dirty="0">
                    <a:gradFill flip="none" rotWithShape="1">
                      <a:gsLst>
                        <a:gs pos="0">
                          <a:srgbClr val="CC66FF"/>
                        </a:gs>
                        <a:gs pos="50000">
                          <a:srgbClr val="CC00FF"/>
                        </a:gs>
                        <a:gs pos="100000">
                          <a:srgbClr val="CC66FF"/>
                        </a:gs>
                      </a:gsLst>
                      <a:lin ang="2700000" scaled="1"/>
                      <a:tileRect/>
                    </a:gradFill>
                    <a:latin typeface="HGS明朝E" panose="02020900000000000000" pitchFamily="18" charset="-128"/>
                    <a:ea typeface="HGS明朝E" panose="02020900000000000000" pitchFamily="18" charset="-128"/>
                  </a:rPr>
                  <a:t>SR</a:t>
                </a:r>
                <a:r>
                  <a:rPr lang="en-US" altLang="ja-JP" sz="1600" dirty="0">
                    <a:solidFill>
                      <a:schemeClr val="tx1">
                        <a:lumMod val="85000"/>
                        <a:lumOff val="15000"/>
                      </a:schemeClr>
                    </a:solidFill>
                    <a:latin typeface="HGS明朝E" panose="02020900000000000000" pitchFamily="18" charset="-128"/>
                    <a:ea typeface="HGS明朝E" panose="02020900000000000000" pitchFamily="18" charset="-128"/>
                  </a:rPr>
                  <a:t>×</a:t>
                </a:r>
                <a:r>
                  <a:rPr lang="en-US" altLang="ja-JP" dirty="0">
                    <a:solidFill>
                      <a:schemeClr val="tx1">
                        <a:lumMod val="85000"/>
                        <a:lumOff val="15000"/>
                      </a:schemeClr>
                    </a:solidFill>
                    <a:latin typeface="HGS明朝E" panose="02020900000000000000" pitchFamily="18" charset="-128"/>
                    <a:ea typeface="HGS明朝E" panose="02020900000000000000" pitchFamily="18" charset="-128"/>
                  </a:rPr>
                  <a:t>00</a:t>
                </a:r>
                <a:endParaRPr lang="ja-JP" altLang="en-US" dirty="0">
                  <a:solidFill>
                    <a:schemeClr val="tx1">
                      <a:lumMod val="85000"/>
                      <a:lumOff val="15000"/>
                    </a:schemeClr>
                  </a:solidFill>
                  <a:latin typeface="HGS明朝E" panose="02020900000000000000" pitchFamily="18" charset="-128"/>
                  <a:ea typeface="HGS明朝E" panose="02020900000000000000" pitchFamily="18" charset="-128"/>
                </a:endParaRPr>
              </a:p>
            </p:txBody>
          </p:sp>
        </p:grpSp>
        <p:pic>
          <p:nvPicPr>
            <p:cNvPr id="53" name="図 52">
              <a:extLst>
                <a:ext uri="{FF2B5EF4-FFF2-40B4-BE49-F238E27FC236}">
                  <a16:creationId xmlns:a16="http://schemas.microsoft.com/office/drawing/2014/main" id="{03E636E6-2A7D-268A-99BA-F1C2C9DF787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5637161" y="2096760"/>
              <a:ext cx="1100325" cy="1071966"/>
            </a:xfrm>
            <a:prstGeom prst="rect">
              <a:avLst/>
            </a:prstGeom>
          </p:spPr>
        </p:pic>
      </p:grpSp>
      <p:grpSp>
        <p:nvGrpSpPr>
          <p:cNvPr id="64" name="グループ化 63">
            <a:extLst>
              <a:ext uri="{FF2B5EF4-FFF2-40B4-BE49-F238E27FC236}">
                <a16:creationId xmlns:a16="http://schemas.microsoft.com/office/drawing/2014/main" id="{295C801A-FF4A-909B-B0F1-43FCE74ACD03}"/>
              </a:ext>
            </a:extLst>
          </p:cNvPr>
          <p:cNvGrpSpPr/>
          <p:nvPr/>
        </p:nvGrpSpPr>
        <p:grpSpPr>
          <a:xfrm>
            <a:off x="6658274" y="1479406"/>
            <a:ext cx="1485182" cy="1563659"/>
            <a:chOff x="7275968" y="1685160"/>
            <a:chExt cx="1485182" cy="1563659"/>
          </a:xfrm>
        </p:grpSpPr>
        <p:grpSp>
          <p:nvGrpSpPr>
            <p:cNvPr id="18" name="グループ化 17">
              <a:extLst>
                <a:ext uri="{FF2B5EF4-FFF2-40B4-BE49-F238E27FC236}">
                  <a16:creationId xmlns:a16="http://schemas.microsoft.com/office/drawing/2014/main" id="{CC13079F-0D55-18BA-8A9F-818F33D1C315}"/>
                </a:ext>
              </a:extLst>
            </p:cNvPr>
            <p:cNvGrpSpPr/>
            <p:nvPr/>
          </p:nvGrpSpPr>
          <p:grpSpPr>
            <a:xfrm>
              <a:off x="7275968" y="1685160"/>
              <a:ext cx="1485182" cy="1563659"/>
              <a:chOff x="1276828" y="4105786"/>
              <a:chExt cx="1144222" cy="1563659"/>
            </a:xfrm>
          </p:grpSpPr>
          <p:sp>
            <p:nvSpPr>
              <p:cNvPr id="19" name="四角形: 角を丸くする 18">
                <a:extLst>
                  <a:ext uri="{FF2B5EF4-FFF2-40B4-BE49-F238E27FC236}">
                    <a16:creationId xmlns:a16="http://schemas.microsoft.com/office/drawing/2014/main" id="{B7743ADA-DC2A-6835-985F-6AD1550286B0}"/>
                  </a:ext>
                </a:extLst>
              </p:cNvPr>
              <p:cNvSpPr/>
              <p:nvPr/>
            </p:nvSpPr>
            <p:spPr>
              <a:xfrm>
                <a:off x="1276828" y="4105786"/>
                <a:ext cx="1144222" cy="1563659"/>
              </a:xfrm>
              <a:prstGeom prst="roundRect">
                <a:avLst/>
              </a:prstGeom>
              <a:solidFill>
                <a:schemeClr val="bg1">
                  <a:lumMod val="75000"/>
                  <a:alpha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1" name="テキスト ボックス 20">
                <a:extLst>
                  <a:ext uri="{FF2B5EF4-FFF2-40B4-BE49-F238E27FC236}">
                    <a16:creationId xmlns:a16="http://schemas.microsoft.com/office/drawing/2014/main" id="{AB221B87-D3C6-BB00-4BD6-3D21E74D83E9}"/>
                  </a:ext>
                </a:extLst>
              </p:cNvPr>
              <p:cNvSpPr txBox="1"/>
              <p:nvPr/>
            </p:nvSpPr>
            <p:spPr>
              <a:xfrm>
                <a:off x="1315928" y="4148054"/>
                <a:ext cx="1066022" cy="369332"/>
              </a:xfrm>
              <a:prstGeom prst="rect">
                <a:avLst/>
              </a:prstGeom>
              <a:noFill/>
            </p:spPr>
            <p:txBody>
              <a:bodyPr wrap="square">
                <a:spAutoFit/>
              </a:bodyPr>
              <a:lstStyle/>
              <a:p>
                <a:pPr algn="ctr"/>
                <a:r>
                  <a:rPr lang="en-US" altLang="ja-JP" dirty="0">
                    <a:gradFill flip="none" rotWithShape="1">
                      <a:gsLst>
                        <a:gs pos="100000">
                          <a:srgbClr val="CC66FF"/>
                        </a:gs>
                        <a:gs pos="75000">
                          <a:srgbClr val="00B0F0"/>
                        </a:gs>
                        <a:gs pos="50000">
                          <a:srgbClr val="92D050"/>
                        </a:gs>
                        <a:gs pos="25000">
                          <a:srgbClr val="FFC000"/>
                        </a:gs>
                        <a:gs pos="1000">
                          <a:srgbClr val="FF0000"/>
                        </a:gs>
                      </a:gsLst>
                      <a:lin ang="2700000" scaled="1"/>
                      <a:tileRect/>
                    </a:gradFill>
                    <a:effectLst>
                      <a:outerShdw blurRad="38100" dist="38100" dir="2700000" algn="tl">
                        <a:srgbClr val="000000">
                          <a:alpha val="43137"/>
                        </a:srgbClr>
                      </a:outerShdw>
                    </a:effectLst>
                    <a:latin typeface="HGS明朝E" panose="02020900000000000000" pitchFamily="18" charset="-128"/>
                    <a:ea typeface="HGS明朝E" panose="02020900000000000000" pitchFamily="18" charset="-128"/>
                  </a:rPr>
                  <a:t>SSR</a:t>
                </a:r>
                <a:r>
                  <a:rPr lang="en-US" altLang="ja-JP" sz="1600" dirty="0">
                    <a:solidFill>
                      <a:schemeClr val="tx1">
                        <a:lumMod val="85000"/>
                        <a:lumOff val="15000"/>
                      </a:schemeClr>
                    </a:solidFill>
                    <a:latin typeface="HGS明朝E" panose="02020900000000000000" pitchFamily="18" charset="-128"/>
                    <a:ea typeface="HGS明朝E" panose="02020900000000000000" pitchFamily="18" charset="-128"/>
                  </a:rPr>
                  <a:t>×</a:t>
                </a:r>
                <a:r>
                  <a:rPr lang="en-US" altLang="ja-JP" dirty="0">
                    <a:solidFill>
                      <a:schemeClr val="tx1">
                        <a:lumMod val="85000"/>
                        <a:lumOff val="15000"/>
                      </a:schemeClr>
                    </a:solidFill>
                    <a:latin typeface="HGS明朝E" panose="02020900000000000000" pitchFamily="18" charset="-128"/>
                    <a:ea typeface="HGS明朝E" panose="02020900000000000000" pitchFamily="18" charset="-128"/>
                  </a:rPr>
                  <a:t>00</a:t>
                </a:r>
                <a:endParaRPr lang="ja-JP" altLang="en-US" dirty="0">
                  <a:solidFill>
                    <a:schemeClr val="tx1">
                      <a:lumMod val="85000"/>
                      <a:lumOff val="15000"/>
                    </a:schemeClr>
                  </a:solidFill>
                  <a:latin typeface="HGS明朝E" panose="02020900000000000000" pitchFamily="18" charset="-128"/>
                  <a:ea typeface="HGS明朝E" panose="02020900000000000000" pitchFamily="18" charset="-128"/>
                </a:endParaRPr>
              </a:p>
            </p:txBody>
          </p:sp>
        </p:grpSp>
        <p:pic>
          <p:nvPicPr>
            <p:cNvPr id="54" name="図 53">
              <a:extLst>
                <a:ext uri="{FF2B5EF4-FFF2-40B4-BE49-F238E27FC236}">
                  <a16:creationId xmlns:a16="http://schemas.microsoft.com/office/drawing/2014/main" id="{DA421C55-10DB-B4ED-6ABD-84D0A7ACC3DA}"/>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468396" y="2096760"/>
              <a:ext cx="1100325" cy="1071966"/>
            </a:xfrm>
            <a:prstGeom prst="rect">
              <a:avLst/>
            </a:prstGeom>
          </p:spPr>
        </p:pic>
      </p:grpSp>
      <p:grpSp>
        <p:nvGrpSpPr>
          <p:cNvPr id="131" name="グループ化 130">
            <a:extLst>
              <a:ext uri="{FF2B5EF4-FFF2-40B4-BE49-F238E27FC236}">
                <a16:creationId xmlns:a16="http://schemas.microsoft.com/office/drawing/2014/main" id="{C638C8C8-4455-F385-9BE4-4E55B5E4B514}"/>
              </a:ext>
            </a:extLst>
          </p:cNvPr>
          <p:cNvGrpSpPr/>
          <p:nvPr/>
        </p:nvGrpSpPr>
        <p:grpSpPr>
          <a:xfrm>
            <a:off x="4440185" y="3623843"/>
            <a:ext cx="3873105" cy="2076704"/>
            <a:chOff x="1530841" y="3768280"/>
            <a:chExt cx="3873105" cy="2076704"/>
          </a:xfrm>
        </p:grpSpPr>
        <p:grpSp>
          <p:nvGrpSpPr>
            <p:cNvPr id="115" name="グループ化 114">
              <a:extLst>
                <a:ext uri="{FF2B5EF4-FFF2-40B4-BE49-F238E27FC236}">
                  <a16:creationId xmlns:a16="http://schemas.microsoft.com/office/drawing/2014/main" id="{A13C08ED-4190-99A3-DE91-AC3AA4DDC737}"/>
                </a:ext>
              </a:extLst>
            </p:cNvPr>
            <p:cNvGrpSpPr/>
            <p:nvPr/>
          </p:nvGrpSpPr>
          <p:grpSpPr>
            <a:xfrm>
              <a:off x="1530841" y="3988503"/>
              <a:ext cx="2158071" cy="1716321"/>
              <a:chOff x="1810754" y="4082007"/>
              <a:chExt cx="2158071" cy="1716321"/>
            </a:xfrm>
          </p:grpSpPr>
          <p:grpSp>
            <p:nvGrpSpPr>
              <p:cNvPr id="66" name="グループ化 65">
                <a:extLst>
                  <a:ext uri="{FF2B5EF4-FFF2-40B4-BE49-F238E27FC236}">
                    <a16:creationId xmlns:a16="http://schemas.microsoft.com/office/drawing/2014/main" id="{F0D1209E-434F-C68B-9B72-6FCC5CF365B5}"/>
                  </a:ext>
                </a:extLst>
              </p:cNvPr>
              <p:cNvGrpSpPr/>
              <p:nvPr/>
            </p:nvGrpSpPr>
            <p:grpSpPr>
              <a:xfrm>
                <a:off x="1810754" y="4082007"/>
                <a:ext cx="1485182" cy="1716321"/>
                <a:chOff x="1276828" y="4105786"/>
                <a:chExt cx="1144222" cy="1716321"/>
              </a:xfrm>
            </p:grpSpPr>
            <p:sp>
              <p:nvSpPr>
                <p:cNvPr id="68" name="四角形: 角を丸くする 67">
                  <a:extLst>
                    <a:ext uri="{FF2B5EF4-FFF2-40B4-BE49-F238E27FC236}">
                      <a16:creationId xmlns:a16="http://schemas.microsoft.com/office/drawing/2014/main" id="{23255F10-969A-D503-CE32-9A3918CECBE3}"/>
                    </a:ext>
                  </a:extLst>
                </p:cNvPr>
                <p:cNvSpPr/>
                <p:nvPr/>
              </p:nvSpPr>
              <p:spPr>
                <a:xfrm>
                  <a:off x="1276828" y="4105786"/>
                  <a:ext cx="1144222" cy="1716321"/>
                </a:xfrm>
                <a:prstGeom prst="roundRect">
                  <a:avLst/>
                </a:prstGeom>
                <a:solidFill>
                  <a:schemeClr val="accent3">
                    <a:lumMod val="20000"/>
                    <a:lumOff val="80000"/>
                    <a:alpha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69" name="テキスト ボックス 68">
                  <a:extLst>
                    <a:ext uri="{FF2B5EF4-FFF2-40B4-BE49-F238E27FC236}">
                      <a16:creationId xmlns:a16="http://schemas.microsoft.com/office/drawing/2014/main" id="{7DBD8324-525D-0196-D892-3F3CB4A8C111}"/>
                    </a:ext>
                  </a:extLst>
                </p:cNvPr>
                <p:cNvSpPr txBox="1"/>
                <p:nvPr/>
              </p:nvSpPr>
              <p:spPr>
                <a:xfrm>
                  <a:off x="1296876" y="4173211"/>
                  <a:ext cx="1105122" cy="338554"/>
                </a:xfrm>
                <a:prstGeom prst="rect">
                  <a:avLst/>
                </a:prstGeom>
                <a:noFill/>
              </p:spPr>
              <p:txBody>
                <a:bodyPr wrap="square">
                  <a:spAutoFit/>
                </a:bodyPr>
                <a:lstStyle/>
                <a:p>
                  <a:pPr algn="ctr"/>
                  <a:r>
                    <a:rPr lang="ja-JP" altLang="en-US" sz="1600" dirty="0">
                      <a:solidFill>
                        <a:schemeClr val="accent3">
                          <a:lumMod val="75000"/>
                        </a:schemeClr>
                      </a:solidFill>
                      <a:latin typeface="HGS明朝E" panose="02020900000000000000" pitchFamily="18" charset="-128"/>
                      <a:ea typeface="HGS明朝E" panose="02020900000000000000" pitchFamily="18" charset="-128"/>
                    </a:rPr>
                    <a:t>取引して回復</a:t>
                  </a:r>
                  <a:endParaRPr lang="ja-JP" altLang="en-US" sz="1600" dirty="0">
                    <a:solidFill>
                      <a:schemeClr val="bg1">
                        <a:lumMod val="95000"/>
                      </a:schemeClr>
                    </a:solidFill>
                    <a:latin typeface="HGS明朝E" panose="02020900000000000000" pitchFamily="18" charset="-128"/>
                    <a:ea typeface="HGS明朝E" panose="02020900000000000000" pitchFamily="18" charset="-128"/>
                  </a:endParaRPr>
                </a:p>
              </p:txBody>
            </p:sp>
          </p:grpSp>
          <p:pic>
            <p:nvPicPr>
              <p:cNvPr id="71" name="図 70">
                <a:extLst>
                  <a:ext uri="{FF2B5EF4-FFF2-40B4-BE49-F238E27FC236}">
                    <a16:creationId xmlns:a16="http://schemas.microsoft.com/office/drawing/2014/main" id="{CCF2C2E1-F261-83CE-7BF0-A499BA9A519A}"/>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2115664" y="4664259"/>
                <a:ext cx="834064" cy="834064"/>
              </a:xfrm>
              <a:prstGeom prst="rect">
                <a:avLst/>
              </a:prstGeom>
            </p:spPr>
          </p:pic>
          <p:sp>
            <p:nvSpPr>
              <p:cNvPr id="72" name="矢印: 右 71">
                <a:extLst>
                  <a:ext uri="{FF2B5EF4-FFF2-40B4-BE49-F238E27FC236}">
                    <a16:creationId xmlns:a16="http://schemas.microsoft.com/office/drawing/2014/main" id="{1EC0DEAA-A922-44B3-D72C-DB2282B1CDEA}"/>
                  </a:ext>
                </a:extLst>
              </p:cNvPr>
              <p:cNvSpPr/>
              <p:nvPr/>
            </p:nvSpPr>
            <p:spPr>
              <a:xfrm>
                <a:off x="3291070" y="4523135"/>
                <a:ext cx="677755" cy="834064"/>
              </a:xfrm>
              <a:prstGeom prst="rightArrow">
                <a:avLst>
                  <a:gd name="adj1" fmla="val 50000"/>
                  <a:gd name="adj2" fmla="val 58260"/>
                </a:avLst>
              </a:prstGeom>
              <a:solidFill>
                <a:schemeClr val="accent3">
                  <a:lumMod val="20000"/>
                  <a:lumOff val="80000"/>
                  <a:alpha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129" name="グループ化 128">
              <a:extLst>
                <a:ext uri="{FF2B5EF4-FFF2-40B4-BE49-F238E27FC236}">
                  <a16:creationId xmlns:a16="http://schemas.microsoft.com/office/drawing/2014/main" id="{641B3CF7-0A6C-5FF8-22CC-94D458D70FD0}"/>
                </a:ext>
              </a:extLst>
            </p:cNvPr>
            <p:cNvGrpSpPr/>
            <p:nvPr/>
          </p:nvGrpSpPr>
          <p:grpSpPr>
            <a:xfrm>
              <a:off x="3684012" y="3768280"/>
              <a:ext cx="1719934" cy="2076704"/>
              <a:chOff x="4234514" y="3768280"/>
              <a:chExt cx="1719934" cy="2076704"/>
            </a:xfrm>
          </p:grpSpPr>
          <p:sp>
            <p:nvSpPr>
              <p:cNvPr id="80" name="四角形: 角を丸くする 79">
                <a:extLst>
                  <a:ext uri="{FF2B5EF4-FFF2-40B4-BE49-F238E27FC236}">
                    <a16:creationId xmlns:a16="http://schemas.microsoft.com/office/drawing/2014/main" id="{21225C7F-1B66-7BBD-361B-5AB06FD143C0}"/>
                  </a:ext>
                </a:extLst>
              </p:cNvPr>
              <p:cNvSpPr/>
              <p:nvPr/>
            </p:nvSpPr>
            <p:spPr>
              <a:xfrm>
                <a:off x="4234514" y="3768280"/>
                <a:ext cx="1719934" cy="2076704"/>
              </a:xfrm>
              <a:prstGeom prst="roundRect">
                <a:avLst>
                  <a:gd name="adj" fmla="val 9614"/>
                </a:avLst>
              </a:prstGeom>
              <a:solidFill>
                <a:schemeClr val="accent3">
                  <a:lumMod val="20000"/>
                  <a:lumOff val="80000"/>
                  <a:alpha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nvGrpSpPr>
              <p:cNvPr id="81" name="グループ化 80">
                <a:extLst>
                  <a:ext uri="{FF2B5EF4-FFF2-40B4-BE49-F238E27FC236}">
                    <a16:creationId xmlns:a16="http://schemas.microsoft.com/office/drawing/2014/main" id="{2E72D2D4-6B4D-8A9A-3DF4-289074A8E3EA}"/>
                  </a:ext>
                </a:extLst>
              </p:cNvPr>
              <p:cNvGrpSpPr/>
              <p:nvPr/>
            </p:nvGrpSpPr>
            <p:grpSpPr>
              <a:xfrm>
                <a:off x="4401555" y="5171959"/>
                <a:ext cx="1378592" cy="501114"/>
                <a:chOff x="1791694" y="1421053"/>
                <a:chExt cx="1021532" cy="501114"/>
              </a:xfrm>
            </p:grpSpPr>
            <p:grpSp>
              <p:nvGrpSpPr>
                <p:cNvPr id="85" name="グループ化 84">
                  <a:extLst>
                    <a:ext uri="{FF2B5EF4-FFF2-40B4-BE49-F238E27FC236}">
                      <a16:creationId xmlns:a16="http://schemas.microsoft.com/office/drawing/2014/main" id="{1364145A-BD3C-6C5A-24B4-4B46B51A2387}"/>
                    </a:ext>
                  </a:extLst>
                </p:cNvPr>
                <p:cNvGrpSpPr/>
                <p:nvPr/>
              </p:nvGrpSpPr>
              <p:grpSpPr>
                <a:xfrm>
                  <a:off x="1850735" y="1732906"/>
                  <a:ext cx="962491" cy="189261"/>
                  <a:chOff x="3619753" y="4534386"/>
                  <a:chExt cx="5490959" cy="751289"/>
                </a:xfrm>
              </p:grpSpPr>
              <p:pic>
                <p:nvPicPr>
                  <p:cNvPr id="87" name="図 86">
                    <a:extLst>
                      <a:ext uri="{FF2B5EF4-FFF2-40B4-BE49-F238E27FC236}">
                        <a16:creationId xmlns:a16="http://schemas.microsoft.com/office/drawing/2014/main" id="{41312767-B464-BFA9-72A9-82CC1CC6F570}"/>
                      </a:ext>
                    </a:extLst>
                  </p:cNvPr>
                  <p:cNvPicPr>
                    <a:picLocks noChangeAspect="1"/>
                  </p:cNvPicPr>
                  <p:nvPr/>
                </p:nvPicPr>
                <p:blipFill>
                  <a:blip r:embed="rId7">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a:off x="3637696" y="4549167"/>
                    <a:ext cx="5473016" cy="736508"/>
                  </a:xfrm>
                  <a:prstGeom prst="rect">
                    <a:avLst/>
                  </a:prstGeom>
                </p:spPr>
              </p:pic>
              <p:pic>
                <p:nvPicPr>
                  <p:cNvPr id="90" name="図 89">
                    <a:extLst>
                      <a:ext uri="{FF2B5EF4-FFF2-40B4-BE49-F238E27FC236}">
                        <a16:creationId xmlns:a16="http://schemas.microsoft.com/office/drawing/2014/main" id="{433DF40C-3AD3-F033-3F1F-49467BDCA085}"/>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3619753" y="4534386"/>
                    <a:ext cx="4332529" cy="736507"/>
                  </a:xfrm>
                  <a:prstGeom prst="rect">
                    <a:avLst/>
                  </a:prstGeom>
                </p:spPr>
              </p:pic>
            </p:grpSp>
            <p:sp>
              <p:nvSpPr>
                <p:cNvPr id="86" name="テキスト ボックス 85">
                  <a:extLst>
                    <a:ext uri="{FF2B5EF4-FFF2-40B4-BE49-F238E27FC236}">
                      <a16:creationId xmlns:a16="http://schemas.microsoft.com/office/drawing/2014/main" id="{7DC58194-98C5-7E83-AE00-7FDE28A79949}"/>
                    </a:ext>
                  </a:extLst>
                </p:cNvPr>
                <p:cNvSpPr txBox="1"/>
                <p:nvPr/>
              </p:nvSpPr>
              <p:spPr>
                <a:xfrm>
                  <a:off x="1791694" y="1421053"/>
                  <a:ext cx="968535" cy="338554"/>
                </a:xfrm>
                <a:prstGeom prst="rect">
                  <a:avLst/>
                </a:prstGeom>
                <a:noFill/>
              </p:spPr>
              <p:txBody>
                <a:bodyPr wrap="none" rtlCol="0">
                  <a:spAutoFit/>
                </a:bodyPr>
                <a:lstStyle/>
                <a:p>
                  <a:r>
                    <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rPr>
                    <a:t>HP</a:t>
                  </a:r>
                  <a:r>
                    <a:rPr lang="ja-JP" altLang="en-US" sz="1200" b="1" dirty="0">
                      <a:solidFill>
                        <a:schemeClr val="tx1">
                          <a:lumMod val="95000"/>
                          <a:lumOff val="5000"/>
                        </a:schemeClr>
                      </a:solidFill>
                      <a:latin typeface="HGS明朝E" panose="02020900000000000000" pitchFamily="18" charset="-128"/>
                      <a:ea typeface="HGS明朝E" panose="02020900000000000000" pitchFamily="18" charset="-128"/>
                    </a:rPr>
                    <a:t>：</a:t>
                  </a:r>
                  <a:r>
                    <a:rPr lang="en-US" altLang="ja-JP" sz="1600" b="1" dirty="0">
                      <a:solidFill>
                        <a:schemeClr val="tx1">
                          <a:lumMod val="95000"/>
                          <a:lumOff val="5000"/>
                        </a:schemeClr>
                      </a:solidFill>
                      <a:latin typeface="HGS明朝E" panose="02020900000000000000" pitchFamily="18" charset="-128"/>
                      <a:ea typeface="HGS明朝E" panose="02020900000000000000" pitchFamily="18" charset="-128"/>
                    </a:rPr>
                    <a:t>0000</a:t>
                  </a:r>
                  <a:endPar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endParaRPr>
                </a:p>
              </p:txBody>
            </p:sp>
          </p:grpSp>
          <p:pic>
            <p:nvPicPr>
              <p:cNvPr id="91" name="図 90">
                <a:extLst>
                  <a:ext uri="{FF2B5EF4-FFF2-40B4-BE49-F238E27FC236}">
                    <a16:creationId xmlns:a16="http://schemas.microsoft.com/office/drawing/2014/main" id="{1E5FD6F0-DBB4-BE0D-054E-626CC1133C76}"/>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4676279" y="3923907"/>
                <a:ext cx="836403" cy="1254605"/>
              </a:xfrm>
              <a:prstGeom prst="rect">
                <a:avLst/>
              </a:prstGeom>
            </p:spPr>
          </p:pic>
        </p:grpSp>
      </p:grpSp>
      <p:sp>
        <p:nvSpPr>
          <p:cNvPr id="116" name="テキスト ボックス 115">
            <a:extLst>
              <a:ext uri="{FF2B5EF4-FFF2-40B4-BE49-F238E27FC236}">
                <a16:creationId xmlns:a16="http://schemas.microsoft.com/office/drawing/2014/main" id="{7E78594F-5AC7-1884-8BD1-D1B7BD1F17A9}"/>
              </a:ext>
            </a:extLst>
          </p:cNvPr>
          <p:cNvSpPr txBox="1"/>
          <p:nvPr/>
        </p:nvSpPr>
        <p:spPr>
          <a:xfrm>
            <a:off x="948434" y="3099132"/>
            <a:ext cx="3057247" cy="584775"/>
          </a:xfrm>
          <a:prstGeom prst="rect">
            <a:avLst/>
          </a:prstGeom>
          <a:noFill/>
        </p:spPr>
        <p:txBody>
          <a:bodyPr wrap="none" rtlCol="0">
            <a:spAutoFit/>
          </a:bodyPr>
          <a:lstStyle/>
          <a:p>
            <a:r>
              <a:rPr lang="ja-JP" altLang="en-US" sz="3200" dirty="0">
                <a:solidFill>
                  <a:schemeClr val="tx1">
                    <a:lumMod val="85000"/>
                    <a:lumOff val="15000"/>
                  </a:schemeClr>
                </a:solidFill>
                <a:latin typeface="HGS明朝E" panose="02020900000000000000" pitchFamily="18" charset="-128"/>
                <a:ea typeface="HGS明朝E" panose="02020900000000000000" pitchFamily="18" charset="-128"/>
              </a:rPr>
              <a:t>回復キャラ選択</a:t>
            </a:r>
          </a:p>
        </p:txBody>
      </p:sp>
      <p:grpSp>
        <p:nvGrpSpPr>
          <p:cNvPr id="130" name="グループ化 129">
            <a:extLst>
              <a:ext uri="{FF2B5EF4-FFF2-40B4-BE49-F238E27FC236}">
                <a16:creationId xmlns:a16="http://schemas.microsoft.com/office/drawing/2014/main" id="{97AB2470-BE01-43D9-1F8F-C925F3FDEF1C}"/>
              </a:ext>
            </a:extLst>
          </p:cNvPr>
          <p:cNvGrpSpPr/>
          <p:nvPr/>
        </p:nvGrpSpPr>
        <p:grpSpPr>
          <a:xfrm>
            <a:off x="1690884" y="3773704"/>
            <a:ext cx="2230782" cy="2139291"/>
            <a:chOff x="1443449" y="5871097"/>
            <a:chExt cx="2230782" cy="2139291"/>
          </a:xfrm>
        </p:grpSpPr>
        <p:grpSp>
          <p:nvGrpSpPr>
            <p:cNvPr id="111" name="グループ化 110">
              <a:extLst>
                <a:ext uri="{FF2B5EF4-FFF2-40B4-BE49-F238E27FC236}">
                  <a16:creationId xmlns:a16="http://schemas.microsoft.com/office/drawing/2014/main" id="{4B7E685B-834C-6665-36B1-9F7F1F0CB836}"/>
                </a:ext>
              </a:extLst>
            </p:cNvPr>
            <p:cNvGrpSpPr/>
            <p:nvPr/>
          </p:nvGrpSpPr>
          <p:grpSpPr>
            <a:xfrm rot="5400000">
              <a:off x="534926" y="6825580"/>
              <a:ext cx="2093331" cy="276285"/>
              <a:chOff x="3114125" y="3836637"/>
              <a:chExt cx="5697007" cy="276285"/>
            </a:xfrm>
          </p:grpSpPr>
          <p:sp>
            <p:nvSpPr>
              <p:cNvPr id="112" name="四角形: 角を丸くする 111">
                <a:extLst>
                  <a:ext uri="{FF2B5EF4-FFF2-40B4-BE49-F238E27FC236}">
                    <a16:creationId xmlns:a16="http://schemas.microsoft.com/office/drawing/2014/main" id="{1A914BDC-33F6-FCEB-BDFE-B72AA3D5D360}"/>
                  </a:ext>
                </a:extLst>
              </p:cNvPr>
              <p:cNvSpPr/>
              <p:nvPr/>
            </p:nvSpPr>
            <p:spPr>
              <a:xfrm>
                <a:off x="3114125" y="3891844"/>
                <a:ext cx="5697007" cy="165873"/>
              </a:xfrm>
              <a:prstGeom prst="roundRect">
                <a:avLst/>
              </a:prstGeom>
              <a:solidFill>
                <a:schemeClr val="bg1">
                  <a:lumMod val="65000"/>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13" name="四角形: 角を丸くする 112">
                <a:extLst>
                  <a:ext uri="{FF2B5EF4-FFF2-40B4-BE49-F238E27FC236}">
                    <a16:creationId xmlns:a16="http://schemas.microsoft.com/office/drawing/2014/main" id="{B9143B8D-38BF-C61F-C0C0-4A55D10E8B97}"/>
                  </a:ext>
                </a:extLst>
              </p:cNvPr>
              <p:cNvSpPr/>
              <p:nvPr/>
            </p:nvSpPr>
            <p:spPr>
              <a:xfrm>
                <a:off x="4786606" y="3836637"/>
                <a:ext cx="2050791" cy="276285"/>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sp>
          <p:nvSpPr>
            <p:cNvPr id="114" name="四角形: 角を丸くする 113">
              <a:extLst>
                <a:ext uri="{FF2B5EF4-FFF2-40B4-BE49-F238E27FC236}">
                  <a16:creationId xmlns:a16="http://schemas.microsoft.com/office/drawing/2014/main" id="{02181C82-8DB6-D810-A874-99795AAFFDA2}"/>
                </a:ext>
              </a:extLst>
            </p:cNvPr>
            <p:cNvSpPr/>
            <p:nvPr/>
          </p:nvSpPr>
          <p:spPr>
            <a:xfrm>
              <a:off x="1867195" y="5871097"/>
              <a:ext cx="1807036" cy="801312"/>
            </a:xfrm>
            <a:prstGeom prst="roundRect">
              <a:avLst>
                <a:gd name="adj" fmla="val 16667"/>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nvGrpSpPr>
            <p:cNvPr id="100" name="グループ化 99">
              <a:extLst>
                <a:ext uri="{FF2B5EF4-FFF2-40B4-BE49-F238E27FC236}">
                  <a16:creationId xmlns:a16="http://schemas.microsoft.com/office/drawing/2014/main" id="{B893B372-4BC0-6F73-3D4D-AF947DD8698B}"/>
                </a:ext>
              </a:extLst>
            </p:cNvPr>
            <p:cNvGrpSpPr/>
            <p:nvPr/>
          </p:nvGrpSpPr>
          <p:grpSpPr>
            <a:xfrm>
              <a:off x="1940375" y="5928722"/>
              <a:ext cx="1615981" cy="630585"/>
              <a:chOff x="1250692" y="4885023"/>
              <a:chExt cx="1615981" cy="630585"/>
            </a:xfrm>
          </p:grpSpPr>
          <p:pic>
            <p:nvPicPr>
              <p:cNvPr id="101" name="図 100">
                <a:extLst>
                  <a:ext uri="{FF2B5EF4-FFF2-40B4-BE49-F238E27FC236}">
                    <a16:creationId xmlns:a16="http://schemas.microsoft.com/office/drawing/2014/main" id="{87BC2FBF-43F8-1648-878F-E6DF49E92078}"/>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1250692" y="4885023"/>
                <a:ext cx="630585" cy="630585"/>
              </a:xfrm>
              <a:prstGeom prst="rect">
                <a:avLst/>
              </a:prstGeom>
            </p:spPr>
          </p:pic>
          <p:grpSp>
            <p:nvGrpSpPr>
              <p:cNvPr id="102" name="グループ化 101">
                <a:extLst>
                  <a:ext uri="{FF2B5EF4-FFF2-40B4-BE49-F238E27FC236}">
                    <a16:creationId xmlns:a16="http://schemas.microsoft.com/office/drawing/2014/main" id="{35AAA9A5-8B69-82F0-B251-031DFCCF4A61}"/>
                  </a:ext>
                </a:extLst>
              </p:cNvPr>
              <p:cNvGrpSpPr/>
              <p:nvPr/>
            </p:nvGrpSpPr>
            <p:grpSpPr>
              <a:xfrm>
                <a:off x="1845141" y="5040571"/>
                <a:ext cx="1021532" cy="468002"/>
                <a:chOff x="1791417" y="5040571"/>
                <a:chExt cx="1021532" cy="468002"/>
              </a:xfrm>
            </p:grpSpPr>
            <p:grpSp>
              <p:nvGrpSpPr>
                <p:cNvPr id="103" name="グループ化 102">
                  <a:extLst>
                    <a:ext uri="{FF2B5EF4-FFF2-40B4-BE49-F238E27FC236}">
                      <a16:creationId xmlns:a16="http://schemas.microsoft.com/office/drawing/2014/main" id="{E6B8757A-38CE-AD3B-6417-C7AD69F61BBD}"/>
                    </a:ext>
                  </a:extLst>
                </p:cNvPr>
                <p:cNvGrpSpPr/>
                <p:nvPr/>
              </p:nvGrpSpPr>
              <p:grpSpPr>
                <a:xfrm>
                  <a:off x="1850458" y="5358764"/>
                  <a:ext cx="962491" cy="149809"/>
                  <a:chOff x="3619753" y="4534386"/>
                  <a:chExt cx="5490959" cy="751289"/>
                </a:xfrm>
              </p:grpSpPr>
              <p:pic>
                <p:nvPicPr>
                  <p:cNvPr id="105" name="図 104">
                    <a:extLst>
                      <a:ext uri="{FF2B5EF4-FFF2-40B4-BE49-F238E27FC236}">
                        <a16:creationId xmlns:a16="http://schemas.microsoft.com/office/drawing/2014/main" id="{5F8F8A25-61A9-F353-054E-DBCD0615D10A}"/>
                      </a:ext>
                    </a:extLst>
                  </p:cNvPr>
                  <p:cNvPicPr>
                    <a:picLocks noChangeAspect="1"/>
                  </p:cNvPicPr>
                  <p:nvPr/>
                </p:nvPicPr>
                <p:blipFill>
                  <a:blip r:embed="rId7">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a:off x="3637696" y="4549167"/>
                    <a:ext cx="5473016" cy="736508"/>
                  </a:xfrm>
                  <a:prstGeom prst="rect">
                    <a:avLst/>
                  </a:prstGeom>
                </p:spPr>
              </p:pic>
              <p:pic>
                <p:nvPicPr>
                  <p:cNvPr id="106" name="図 105">
                    <a:extLst>
                      <a:ext uri="{FF2B5EF4-FFF2-40B4-BE49-F238E27FC236}">
                        <a16:creationId xmlns:a16="http://schemas.microsoft.com/office/drawing/2014/main" id="{D3CD0A91-F5C1-7277-86A5-0DEA1BD501F8}"/>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3619753" y="4534386"/>
                    <a:ext cx="4332529" cy="736507"/>
                  </a:xfrm>
                  <a:prstGeom prst="rect">
                    <a:avLst/>
                  </a:prstGeom>
                </p:spPr>
              </p:pic>
            </p:grpSp>
            <p:sp>
              <p:nvSpPr>
                <p:cNvPr id="104" name="テキスト ボックス 103">
                  <a:extLst>
                    <a:ext uri="{FF2B5EF4-FFF2-40B4-BE49-F238E27FC236}">
                      <a16:creationId xmlns:a16="http://schemas.microsoft.com/office/drawing/2014/main" id="{6757BCEE-C730-9978-CFF9-8E712BE85507}"/>
                    </a:ext>
                  </a:extLst>
                </p:cNvPr>
                <p:cNvSpPr txBox="1"/>
                <p:nvPr/>
              </p:nvSpPr>
              <p:spPr>
                <a:xfrm>
                  <a:off x="1791417" y="5040571"/>
                  <a:ext cx="968535" cy="338554"/>
                </a:xfrm>
                <a:prstGeom prst="rect">
                  <a:avLst/>
                </a:prstGeom>
                <a:noFill/>
              </p:spPr>
              <p:txBody>
                <a:bodyPr wrap="none" rtlCol="0">
                  <a:spAutoFit/>
                </a:bodyPr>
                <a:lstStyle/>
                <a:p>
                  <a:r>
                    <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rPr>
                    <a:t>HP</a:t>
                  </a:r>
                  <a:r>
                    <a:rPr lang="ja-JP" altLang="en-US" sz="1200" b="1" dirty="0">
                      <a:solidFill>
                        <a:schemeClr val="tx1">
                          <a:lumMod val="95000"/>
                          <a:lumOff val="5000"/>
                        </a:schemeClr>
                      </a:solidFill>
                      <a:latin typeface="HGS明朝E" panose="02020900000000000000" pitchFamily="18" charset="-128"/>
                      <a:ea typeface="HGS明朝E" panose="02020900000000000000" pitchFamily="18" charset="-128"/>
                    </a:rPr>
                    <a:t>：</a:t>
                  </a:r>
                  <a:r>
                    <a:rPr lang="en-US" altLang="ja-JP" sz="1600" b="1" dirty="0">
                      <a:solidFill>
                        <a:schemeClr val="tx1">
                          <a:lumMod val="95000"/>
                          <a:lumOff val="5000"/>
                        </a:schemeClr>
                      </a:solidFill>
                      <a:latin typeface="HGS明朝E" panose="02020900000000000000" pitchFamily="18" charset="-128"/>
                      <a:ea typeface="HGS明朝E" panose="02020900000000000000" pitchFamily="18" charset="-128"/>
                    </a:rPr>
                    <a:t>0000</a:t>
                  </a:r>
                  <a:endPar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endParaRPr>
                </a:p>
              </p:txBody>
            </p:sp>
          </p:grpSp>
        </p:grpSp>
        <p:sp>
          <p:nvSpPr>
            <p:cNvPr id="118" name="四角形: 角を丸くする 117">
              <a:extLst>
                <a:ext uri="{FF2B5EF4-FFF2-40B4-BE49-F238E27FC236}">
                  <a16:creationId xmlns:a16="http://schemas.microsoft.com/office/drawing/2014/main" id="{F80DCBB0-030D-60E0-FA36-2476B43632DD}"/>
                </a:ext>
              </a:extLst>
            </p:cNvPr>
            <p:cNvSpPr/>
            <p:nvPr/>
          </p:nvSpPr>
          <p:spPr>
            <a:xfrm>
              <a:off x="1867195" y="6741017"/>
              <a:ext cx="1807036" cy="801312"/>
            </a:xfrm>
            <a:prstGeom prst="roundRect">
              <a:avLst>
                <a:gd name="adj" fmla="val 16667"/>
              </a:avLst>
            </a:prstGeom>
            <a:solidFill>
              <a:schemeClr val="accent3">
                <a:lumMod val="20000"/>
                <a:lumOff val="80000"/>
                <a:alpha val="4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nvGrpSpPr>
            <p:cNvPr id="119" name="グループ化 118">
              <a:extLst>
                <a:ext uri="{FF2B5EF4-FFF2-40B4-BE49-F238E27FC236}">
                  <a16:creationId xmlns:a16="http://schemas.microsoft.com/office/drawing/2014/main" id="{C4F81A9E-5B3B-38F1-0547-1549C6033CEE}"/>
                </a:ext>
              </a:extLst>
            </p:cNvPr>
            <p:cNvGrpSpPr/>
            <p:nvPr/>
          </p:nvGrpSpPr>
          <p:grpSpPr>
            <a:xfrm>
              <a:off x="1940375" y="6798642"/>
              <a:ext cx="1615981" cy="630585"/>
              <a:chOff x="1250692" y="4885023"/>
              <a:chExt cx="1615981" cy="630585"/>
            </a:xfrm>
          </p:grpSpPr>
          <p:pic>
            <p:nvPicPr>
              <p:cNvPr id="120" name="図 119">
                <a:extLst>
                  <a:ext uri="{FF2B5EF4-FFF2-40B4-BE49-F238E27FC236}">
                    <a16:creationId xmlns:a16="http://schemas.microsoft.com/office/drawing/2014/main" id="{8B6DD969-C646-4ED2-A941-D9E26783EFE6}"/>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1250692" y="4885023"/>
                <a:ext cx="630585" cy="630585"/>
              </a:xfrm>
              <a:prstGeom prst="rect">
                <a:avLst/>
              </a:prstGeom>
            </p:spPr>
          </p:pic>
          <p:grpSp>
            <p:nvGrpSpPr>
              <p:cNvPr id="121" name="グループ化 120">
                <a:extLst>
                  <a:ext uri="{FF2B5EF4-FFF2-40B4-BE49-F238E27FC236}">
                    <a16:creationId xmlns:a16="http://schemas.microsoft.com/office/drawing/2014/main" id="{C992B7F9-1861-768C-49B2-FC1B1B954CFD}"/>
                  </a:ext>
                </a:extLst>
              </p:cNvPr>
              <p:cNvGrpSpPr/>
              <p:nvPr/>
            </p:nvGrpSpPr>
            <p:grpSpPr>
              <a:xfrm>
                <a:off x="1845141" y="5040571"/>
                <a:ext cx="1021532" cy="468002"/>
                <a:chOff x="1791417" y="5040571"/>
                <a:chExt cx="1021532" cy="468002"/>
              </a:xfrm>
            </p:grpSpPr>
            <p:grpSp>
              <p:nvGrpSpPr>
                <p:cNvPr id="122" name="グループ化 121">
                  <a:extLst>
                    <a:ext uri="{FF2B5EF4-FFF2-40B4-BE49-F238E27FC236}">
                      <a16:creationId xmlns:a16="http://schemas.microsoft.com/office/drawing/2014/main" id="{5ED95E5A-FFB4-B971-7803-E02E08B7BE1D}"/>
                    </a:ext>
                  </a:extLst>
                </p:cNvPr>
                <p:cNvGrpSpPr/>
                <p:nvPr/>
              </p:nvGrpSpPr>
              <p:grpSpPr>
                <a:xfrm>
                  <a:off x="1850458" y="5358764"/>
                  <a:ext cx="962491" cy="149809"/>
                  <a:chOff x="3619753" y="4534386"/>
                  <a:chExt cx="5490959" cy="751289"/>
                </a:xfrm>
              </p:grpSpPr>
              <p:pic>
                <p:nvPicPr>
                  <p:cNvPr id="124" name="図 123">
                    <a:extLst>
                      <a:ext uri="{FF2B5EF4-FFF2-40B4-BE49-F238E27FC236}">
                        <a16:creationId xmlns:a16="http://schemas.microsoft.com/office/drawing/2014/main" id="{9C0D7911-606B-0DC3-A8D8-AC5DC76891DB}"/>
                      </a:ext>
                    </a:extLst>
                  </p:cNvPr>
                  <p:cNvPicPr>
                    <a:picLocks noChangeAspect="1"/>
                  </p:cNvPicPr>
                  <p:nvPr/>
                </p:nvPicPr>
                <p:blipFill>
                  <a:blip r:embed="rId7">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a:off x="3637696" y="4549167"/>
                    <a:ext cx="5473016" cy="736508"/>
                  </a:xfrm>
                  <a:prstGeom prst="rect">
                    <a:avLst/>
                  </a:prstGeom>
                </p:spPr>
              </p:pic>
              <p:pic>
                <p:nvPicPr>
                  <p:cNvPr id="125" name="図 124">
                    <a:extLst>
                      <a:ext uri="{FF2B5EF4-FFF2-40B4-BE49-F238E27FC236}">
                        <a16:creationId xmlns:a16="http://schemas.microsoft.com/office/drawing/2014/main" id="{6E7F5057-614A-534E-6F39-939442494543}"/>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3619753" y="4534386"/>
                    <a:ext cx="4332529" cy="736507"/>
                  </a:xfrm>
                  <a:prstGeom prst="rect">
                    <a:avLst/>
                  </a:prstGeom>
                </p:spPr>
              </p:pic>
            </p:grpSp>
            <p:sp>
              <p:nvSpPr>
                <p:cNvPr id="123" name="テキスト ボックス 122">
                  <a:extLst>
                    <a:ext uri="{FF2B5EF4-FFF2-40B4-BE49-F238E27FC236}">
                      <a16:creationId xmlns:a16="http://schemas.microsoft.com/office/drawing/2014/main" id="{D98D540F-E5BE-306E-A76A-6E08398C7E61}"/>
                    </a:ext>
                  </a:extLst>
                </p:cNvPr>
                <p:cNvSpPr txBox="1"/>
                <p:nvPr/>
              </p:nvSpPr>
              <p:spPr>
                <a:xfrm>
                  <a:off x="1791417" y="5040571"/>
                  <a:ext cx="968535" cy="338554"/>
                </a:xfrm>
                <a:prstGeom prst="rect">
                  <a:avLst/>
                </a:prstGeom>
                <a:noFill/>
              </p:spPr>
              <p:txBody>
                <a:bodyPr wrap="none" rtlCol="0">
                  <a:spAutoFit/>
                </a:bodyPr>
                <a:lstStyle/>
                <a:p>
                  <a:r>
                    <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rPr>
                    <a:t>HP</a:t>
                  </a:r>
                  <a:r>
                    <a:rPr lang="ja-JP" altLang="en-US" sz="1200" b="1" dirty="0">
                      <a:solidFill>
                        <a:schemeClr val="tx1">
                          <a:lumMod val="95000"/>
                          <a:lumOff val="5000"/>
                        </a:schemeClr>
                      </a:solidFill>
                      <a:latin typeface="HGS明朝E" panose="02020900000000000000" pitchFamily="18" charset="-128"/>
                      <a:ea typeface="HGS明朝E" panose="02020900000000000000" pitchFamily="18" charset="-128"/>
                    </a:rPr>
                    <a:t>：</a:t>
                  </a:r>
                  <a:r>
                    <a:rPr lang="en-US" altLang="ja-JP" sz="1600" b="1" dirty="0">
                      <a:solidFill>
                        <a:schemeClr val="tx1">
                          <a:lumMod val="95000"/>
                          <a:lumOff val="5000"/>
                        </a:schemeClr>
                      </a:solidFill>
                      <a:latin typeface="HGS明朝E" panose="02020900000000000000" pitchFamily="18" charset="-128"/>
                      <a:ea typeface="HGS明朝E" panose="02020900000000000000" pitchFamily="18" charset="-128"/>
                    </a:rPr>
                    <a:t>0000</a:t>
                  </a:r>
                  <a:endPar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endParaRPr>
                </a:p>
              </p:txBody>
            </p:sp>
          </p:grpSp>
        </p:grpSp>
        <p:sp>
          <p:nvSpPr>
            <p:cNvPr id="127" name="テキスト ボックス 126">
              <a:extLst>
                <a:ext uri="{FF2B5EF4-FFF2-40B4-BE49-F238E27FC236}">
                  <a16:creationId xmlns:a16="http://schemas.microsoft.com/office/drawing/2014/main" id="{1975C1E0-A52B-0F81-9167-A07CB13A4C4A}"/>
                </a:ext>
              </a:extLst>
            </p:cNvPr>
            <p:cNvSpPr txBox="1"/>
            <p:nvPr/>
          </p:nvSpPr>
          <p:spPr>
            <a:xfrm>
              <a:off x="2570960" y="6764209"/>
              <a:ext cx="646331" cy="276999"/>
            </a:xfrm>
            <a:prstGeom prst="rect">
              <a:avLst/>
            </a:prstGeom>
            <a:noFill/>
          </p:spPr>
          <p:txBody>
            <a:bodyPr wrap="none" rtlCol="0">
              <a:spAutoFit/>
            </a:bodyPr>
            <a:lstStyle/>
            <a:p>
              <a:r>
                <a:rPr lang="ja-JP" altLang="en-US" sz="1200" dirty="0">
                  <a:solidFill>
                    <a:schemeClr val="accent3">
                      <a:lumMod val="75000"/>
                    </a:schemeClr>
                  </a:solidFill>
                  <a:latin typeface="HGS明朝E" panose="02020900000000000000" pitchFamily="18" charset="-128"/>
                  <a:ea typeface="HGS明朝E" panose="02020900000000000000" pitchFamily="18" charset="-128"/>
                </a:rPr>
                <a:t>回復中</a:t>
              </a:r>
              <a:endParaRPr lang="en-US" altLang="ja-JP" sz="1200" dirty="0">
                <a:solidFill>
                  <a:schemeClr val="accent3">
                    <a:lumMod val="75000"/>
                  </a:schemeClr>
                </a:solidFill>
                <a:latin typeface="HGS明朝E" panose="02020900000000000000" pitchFamily="18" charset="-128"/>
                <a:ea typeface="HGS明朝E" panose="02020900000000000000" pitchFamily="18" charset="-128"/>
              </a:endParaRPr>
            </a:p>
          </p:txBody>
        </p:sp>
      </p:grpSp>
      <p:sp>
        <p:nvSpPr>
          <p:cNvPr id="132" name="二等辺三角形 131">
            <a:extLst>
              <a:ext uri="{FF2B5EF4-FFF2-40B4-BE49-F238E27FC236}">
                <a16:creationId xmlns:a16="http://schemas.microsoft.com/office/drawing/2014/main" id="{585B1A95-39C3-E259-5FBB-A6A510A953B3}"/>
              </a:ext>
            </a:extLst>
          </p:cNvPr>
          <p:cNvSpPr/>
          <p:nvPr/>
        </p:nvSpPr>
        <p:spPr>
          <a:xfrm rot="16200000">
            <a:off x="3674797" y="4884646"/>
            <a:ext cx="630586" cy="319267"/>
          </a:xfrm>
          <a:prstGeom prst="triangl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3" name="グループ化 2">
            <a:extLst>
              <a:ext uri="{FF2B5EF4-FFF2-40B4-BE49-F238E27FC236}">
                <a16:creationId xmlns:a16="http://schemas.microsoft.com/office/drawing/2014/main" id="{3789BE27-1447-3CCE-0D6B-64241E1B0722}"/>
              </a:ext>
            </a:extLst>
          </p:cNvPr>
          <p:cNvGrpSpPr/>
          <p:nvPr/>
        </p:nvGrpSpPr>
        <p:grpSpPr>
          <a:xfrm>
            <a:off x="4714909" y="2517109"/>
            <a:ext cx="1485182" cy="1563659"/>
            <a:chOff x="3645288" y="1685160"/>
            <a:chExt cx="1485182" cy="1563659"/>
          </a:xfrm>
        </p:grpSpPr>
        <p:grpSp>
          <p:nvGrpSpPr>
            <p:cNvPr id="5" name="グループ化 4">
              <a:extLst>
                <a:ext uri="{FF2B5EF4-FFF2-40B4-BE49-F238E27FC236}">
                  <a16:creationId xmlns:a16="http://schemas.microsoft.com/office/drawing/2014/main" id="{0EBE76C8-8110-5D09-0830-4B08C993A428}"/>
                </a:ext>
              </a:extLst>
            </p:cNvPr>
            <p:cNvGrpSpPr/>
            <p:nvPr/>
          </p:nvGrpSpPr>
          <p:grpSpPr>
            <a:xfrm>
              <a:off x="3645288" y="1685160"/>
              <a:ext cx="1485182" cy="1563659"/>
              <a:chOff x="1276828" y="4105786"/>
              <a:chExt cx="1144222" cy="1563659"/>
            </a:xfrm>
          </p:grpSpPr>
          <p:sp>
            <p:nvSpPr>
              <p:cNvPr id="11" name="四角形: 角を丸くする 10">
                <a:extLst>
                  <a:ext uri="{FF2B5EF4-FFF2-40B4-BE49-F238E27FC236}">
                    <a16:creationId xmlns:a16="http://schemas.microsoft.com/office/drawing/2014/main" id="{3BF4F17C-A01E-43C5-84FA-233988E7D9D2}"/>
                  </a:ext>
                </a:extLst>
              </p:cNvPr>
              <p:cNvSpPr/>
              <p:nvPr/>
            </p:nvSpPr>
            <p:spPr>
              <a:xfrm>
                <a:off x="1276828" y="4105786"/>
                <a:ext cx="1144222" cy="1563659"/>
              </a:xfrm>
              <a:prstGeom prst="roundRect">
                <a:avLst/>
              </a:prstGeom>
              <a:solidFill>
                <a:schemeClr val="bg1">
                  <a:lumMod val="75000"/>
                  <a:alpha val="85000"/>
                </a:schemeClr>
              </a:solidFill>
              <a:ln w="38100">
                <a:solidFill>
                  <a:schemeClr val="accent6"/>
                </a:solidFill>
              </a:ln>
              <a:effectLst>
                <a:glow rad="88900">
                  <a:schemeClr val="accent6">
                    <a:satMod val="175000"/>
                    <a:alpha val="4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6" name="テキスト ボックス 15">
                <a:extLst>
                  <a:ext uri="{FF2B5EF4-FFF2-40B4-BE49-F238E27FC236}">
                    <a16:creationId xmlns:a16="http://schemas.microsoft.com/office/drawing/2014/main" id="{18DC4CC7-5E6B-77EA-1A4D-DE9BBF4013A3}"/>
                  </a:ext>
                </a:extLst>
              </p:cNvPr>
              <p:cNvSpPr txBox="1"/>
              <p:nvPr/>
            </p:nvSpPr>
            <p:spPr>
              <a:xfrm>
                <a:off x="1315928" y="4148054"/>
                <a:ext cx="1066022" cy="369332"/>
              </a:xfrm>
              <a:prstGeom prst="rect">
                <a:avLst/>
              </a:prstGeom>
              <a:noFill/>
            </p:spPr>
            <p:txBody>
              <a:bodyPr wrap="square">
                <a:spAutoFit/>
              </a:bodyPr>
              <a:lstStyle/>
              <a:p>
                <a:pPr algn="ctr"/>
                <a:r>
                  <a:rPr lang="en-US" altLang="ja-JP" dirty="0">
                    <a:solidFill>
                      <a:schemeClr val="accent2">
                        <a:lumMod val="20000"/>
                        <a:lumOff val="80000"/>
                      </a:schemeClr>
                    </a:solidFill>
                    <a:latin typeface="HGS明朝E" panose="02020900000000000000" pitchFamily="18" charset="-128"/>
                    <a:ea typeface="HGS明朝E" panose="02020900000000000000" pitchFamily="18" charset="-128"/>
                  </a:rPr>
                  <a:t>R</a:t>
                </a:r>
                <a:endParaRPr lang="ja-JP" altLang="en-US" dirty="0">
                  <a:solidFill>
                    <a:schemeClr val="accent2">
                      <a:lumMod val="20000"/>
                      <a:lumOff val="80000"/>
                    </a:schemeClr>
                  </a:solidFill>
                  <a:latin typeface="HGS明朝E" panose="02020900000000000000" pitchFamily="18" charset="-128"/>
                  <a:ea typeface="HGS明朝E" panose="02020900000000000000" pitchFamily="18" charset="-128"/>
                </a:endParaRPr>
              </a:p>
            </p:txBody>
          </p:sp>
        </p:grpSp>
        <p:pic>
          <p:nvPicPr>
            <p:cNvPr id="7" name="図 6">
              <a:extLst>
                <a:ext uri="{FF2B5EF4-FFF2-40B4-BE49-F238E27FC236}">
                  <a16:creationId xmlns:a16="http://schemas.microsoft.com/office/drawing/2014/main" id="{D2075709-636F-BB39-3122-60F76FABCFDE}"/>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3805927" y="2096760"/>
              <a:ext cx="1100325" cy="1071966"/>
            </a:xfrm>
            <a:prstGeom prst="rect">
              <a:avLst/>
            </a:prstGeom>
          </p:spPr>
        </p:pic>
      </p:grpSp>
      <p:pic>
        <p:nvPicPr>
          <p:cNvPr id="20" name="図 19">
            <a:extLst>
              <a:ext uri="{FF2B5EF4-FFF2-40B4-BE49-F238E27FC236}">
                <a16:creationId xmlns:a16="http://schemas.microsoft.com/office/drawing/2014/main" id="{36BDBBD7-B26A-5C25-2F33-DC2718F8F6E7}"/>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5638839" y="3577475"/>
            <a:ext cx="945005" cy="945005"/>
          </a:xfrm>
          <a:prstGeom prst="rect">
            <a:avLst/>
          </a:prstGeom>
        </p:spPr>
      </p:pic>
    </p:spTree>
    <p:extLst>
      <p:ext uri="{BB962C8B-B14F-4D97-AF65-F5344CB8AC3E}">
        <p14:creationId xmlns:p14="http://schemas.microsoft.com/office/powerpoint/2010/main" val="3721822525"/>
      </p:ext>
    </p:extLst>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
          <a:extLst>
            <a:ext uri="{FF2B5EF4-FFF2-40B4-BE49-F238E27FC236}">
              <a16:creationId xmlns:a16="http://schemas.microsoft.com/office/drawing/2014/main" id="{7B2D5DE3-B856-EEA6-D6CC-68C93539B55B}"/>
            </a:ext>
          </a:extLst>
        </p:cNvPr>
        <p:cNvGrpSpPr/>
        <p:nvPr/>
      </p:nvGrpSpPr>
      <p:grpSpPr>
        <a:xfrm>
          <a:off x="0" y="0"/>
          <a:ext cx="0" cy="0"/>
          <a:chOff x="0" y="0"/>
          <a:chExt cx="0" cy="0"/>
        </a:xfrm>
      </p:grpSpPr>
      <p:sp>
        <p:nvSpPr>
          <p:cNvPr id="2" name="四角形: 角を丸くする 1">
            <a:extLst>
              <a:ext uri="{FF2B5EF4-FFF2-40B4-BE49-F238E27FC236}">
                <a16:creationId xmlns:a16="http://schemas.microsoft.com/office/drawing/2014/main" id="{96CDC78C-665B-AE05-077A-8D9D4C441250}"/>
              </a:ext>
            </a:extLst>
          </p:cNvPr>
          <p:cNvSpPr/>
          <p:nvPr/>
        </p:nvSpPr>
        <p:spPr>
          <a:xfrm>
            <a:off x="726233" y="695130"/>
            <a:ext cx="8501744" cy="5467739"/>
          </a:xfrm>
          <a:prstGeom prst="roundRect">
            <a:avLst>
              <a:gd name="adj" fmla="val 6428"/>
            </a:avLst>
          </a:prstGeom>
          <a:solidFill>
            <a:schemeClr val="bg1">
              <a:lumMod val="65000"/>
              <a:alpha val="6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nvGrpSpPr>
          <p:cNvPr id="153" name="グループ化 152">
            <a:extLst>
              <a:ext uri="{FF2B5EF4-FFF2-40B4-BE49-F238E27FC236}">
                <a16:creationId xmlns:a16="http://schemas.microsoft.com/office/drawing/2014/main" id="{628BEE9D-AA95-BEE9-D9AA-00D29A0BB2A4}"/>
              </a:ext>
            </a:extLst>
          </p:cNvPr>
          <p:cNvGrpSpPr/>
          <p:nvPr/>
        </p:nvGrpSpPr>
        <p:grpSpPr>
          <a:xfrm>
            <a:off x="9569319" y="1071664"/>
            <a:ext cx="1755710" cy="810206"/>
            <a:chOff x="9569319" y="887965"/>
            <a:chExt cx="1755710" cy="810206"/>
          </a:xfrm>
        </p:grpSpPr>
        <p:sp>
          <p:nvSpPr>
            <p:cNvPr id="6" name="四角形: 角を丸くする 5">
              <a:extLst>
                <a:ext uri="{FF2B5EF4-FFF2-40B4-BE49-F238E27FC236}">
                  <a16:creationId xmlns:a16="http://schemas.microsoft.com/office/drawing/2014/main" id="{9DCA9D4E-40E0-9D50-010E-8ADAE444057F}"/>
                </a:ext>
              </a:extLst>
            </p:cNvPr>
            <p:cNvSpPr/>
            <p:nvPr/>
          </p:nvSpPr>
          <p:spPr>
            <a:xfrm>
              <a:off x="9569319" y="887965"/>
              <a:ext cx="1755710" cy="810206"/>
            </a:xfrm>
            <a:prstGeom prst="roundRect">
              <a:avLst>
                <a:gd name="adj" fmla="val 6428"/>
              </a:avLst>
            </a:prstGeom>
            <a:solidFill>
              <a:schemeClr val="accent6">
                <a:alpha val="8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2" name="テキスト ボックス 11">
              <a:extLst>
                <a:ext uri="{FF2B5EF4-FFF2-40B4-BE49-F238E27FC236}">
                  <a16:creationId xmlns:a16="http://schemas.microsoft.com/office/drawing/2014/main" id="{77B07674-3097-B49C-ECAF-7E92D558F824}"/>
                </a:ext>
              </a:extLst>
            </p:cNvPr>
            <p:cNvSpPr txBox="1"/>
            <p:nvPr/>
          </p:nvSpPr>
          <p:spPr>
            <a:xfrm>
              <a:off x="10302707" y="1293068"/>
              <a:ext cx="1005403" cy="338554"/>
            </a:xfrm>
            <a:prstGeom prst="rect">
              <a:avLst/>
            </a:prstGeom>
            <a:noFill/>
          </p:spPr>
          <p:txBody>
            <a:bodyPr wrap="none" rtlCol="0">
              <a:spAutoFit/>
            </a:bodyPr>
            <a:lstStyle/>
            <a:p>
              <a:pPr algn="r"/>
              <a:r>
                <a:rPr kumimoji="1" lang="ja-JP" altLang="en-US"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取引する</a:t>
              </a:r>
              <a:endParaRPr kumimoji="1" lang="en-US" altLang="ja-JP"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pic>
        <p:nvPicPr>
          <p:cNvPr id="44" name="図 43">
            <a:extLst>
              <a:ext uri="{FF2B5EF4-FFF2-40B4-BE49-F238E27FC236}">
                <a16:creationId xmlns:a16="http://schemas.microsoft.com/office/drawing/2014/main" id="{4FC98B66-5734-6E91-DEA6-AD7DA949B193}"/>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1271707" y="235933"/>
            <a:ext cx="610371" cy="610371"/>
          </a:xfrm>
          <a:prstGeom prst="rect">
            <a:avLst/>
          </a:prstGeom>
        </p:spPr>
      </p:pic>
      <p:grpSp>
        <p:nvGrpSpPr>
          <p:cNvPr id="181" name="グループ化 180">
            <a:extLst>
              <a:ext uri="{FF2B5EF4-FFF2-40B4-BE49-F238E27FC236}">
                <a16:creationId xmlns:a16="http://schemas.microsoft.com/office/drawing/2014/main" id="{47628B40-BC10-8250-957B-B253D677410C}"/>
              </a:ext>
            </a:extLst>
          </p:cNvPr>
          <p:cNvGrpSpPr/>
          <p:nvPr/>
        </p:nvGrpSpPr>
        <p:grpSpPr>
          <a:xfrm>
            <a:off x="9569319" y="5011901"/>
            <a:ext cx="1755710" cy="810206"/>
            <a:chOff x="9569319" y="5159829"/>
            <a:chExt cx="1755710" cy="810206"/>
          </a:xfrm>
          <a:solidFill>
            <a:schemeClr val="bg1">
              <a:lumMod val="85000"/>
              <a:alpha val="70000"/>
            </a:schemeClr>
          </a:solidFill>
        </p:grpSpPr>
        <p:sp>
          <p:nvSpPr>
            <p:cNvPr id="182" name="四角形: 角を丸くする 181">
              <a:extLst>
                <a:ext uri="{FF2B5EF4-FFF2-40B4-BE49-F238E27FC236}">
                  <a16:creationId xmlns:a16="http://schemas.microsoft.com/office/drawing/2014/main" id="{91BE9DD3-9E8F-3AB3-7854-51BA677B09C1}"/>
                </a:ext>
              </a:extLst>
            </p:cNvPr>
            <p:cNvSpPr/>
            <p:nvPr/>
          </p:nvSpPr>
          <p:spPr>
            <a:xfrm>
              <a:off x="9569319" y="5159829"/>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HGS明朝E" panose="02020900000000000000" pitchFamily="18" charset="-128"/>
                <a:ea typeface="HGS明朝E" panose="02020900000000000000" pitchFamily="18" charset="-128"/>
              </a:endParaRPr>
            </a:p>
          </p:txBody>
        </p:sp>
        <p:sp>
          <p:nvSpPr>
            <p:cNvPr id="183" name="テキスト ボックス 182">
              <a:extLst>
                <a:ext uri="{FF2B5EF4-FFF2-40B4-BE49-F238E27FC236}">
                  <a16:creationId xmlns:a16="http://schemas.microsoft.com/office/drawing/2014/main" id="{B76E7EBE-E7A7-D467-F6E5-38E35D5B6D8E}"/>
                </a:ext>
              </a:extLst>
            </p:cNvPr>
            <p:cNvSpPr txBox="1"/>
            <p:nvPr/>
          </p:nvSpPr>
          <p:spPr>
            <a:xfrm>
              <a:off x="10430947" y="5564932"/>
              <a:ext cx="877163" cy="369332"/>
            </a:xfrm>
            <a:prstGeom prst="rect">
              <a:avLst/>
            </a:prstGeom>
            <a:noFill/>
            <a:ln>
              <a:noFill/>
            </a:ln>
          </p:spPr>
          <p:txBody>
            <a:bodyPr wrap="none" rtlCol="0">
              <a:spAutoFit/>
            </a:bodyPr>
            <a:lstStyle/>
            <a:p>
              <a:pPr algn="r"/>
              <a:r>
                <a:rPr kumimoji="1" lang="ja-JP" altLang="en-US"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rPr>
                <a:t>ルート</a:t>
              </a:r>
              <a:endParaRPr kumimoji="1" lang="en-US" altLang="ja-JP"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184" name="グループ化 183">
            <a:extLst>
              <a:ext uri="{FF2B5EF4-FFF2-40B4-BE49-F238E27FC236}">
                <a16:creationId xmlns:a16="http://schemas.microsoft.com/office/drawing/2014/main" id="{4E03A48D-6147-8686-325E-43F691B36CD6}"/>
              </a:ext>
            </a:extLst>
          </p:cNvPr>
          <p:cNvGrpSpPr/>
          <p:nvPr/>
        </p:nvGrpSpPr>
        <p:grpSpPr>
          <a:xfrm>
            <a:off x="9569319" y="3698488"/>
            <a:ext cx="1755710" cy="810206"/>
            <a:chOff x="9575538" y="4156787"/>
            <a:chExt cx="1755710" cy="810206"/>
          </a:xfrm>
          <a:solidFill>
            <a:schemeClr val="bg1">
              <a:lumMod val="85000"/>
              <a:alpha val="70000"/>
            </a:schemeClr>
          </a:solidFill>
        </p:grpSpPr>
        <p:sp>
          <p:nvSpPr>
            <p:cNvPr id="185" name="四角形: 角を丸くする 184">
              <a:extLst>
                <a:ext uri="{FF2B5EF4-FFF2-40B4-BE49-F238E27FC236}">
                  <a16:creationId xmlns:a16="http://schemas.microsoft.com/office/drawing/2014/main" id="{8E53EF7E-AF72-1470-6B93-2F308AEE9C5A}"/>
                </a:ext>
              </a:extLst>
            </p:cNvPr>
            <p:cNvSpPr/>
            <p:nvPr/>
          </p:nvSpPr>
          <p:spPr>
            <a:xfrm>
              <a:off x="9575538" y="4156787"/>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HGS明朝E" panose="02020900000000000000" pitchFamily="18" charset="-128"/>
                <a:ea typeface="HGS明朝E" panose="02020900000000000000" pitchFamily="18" charset="-128"/>
              </a:endParaRPr>
            </a:p>
          </p:txBody>
        </p:sp>
        <p:sp>
          <p:nvSpPr>
            <p:cNvPr id="186" name="テキスト ボックス 185">
              <a:extLst>
                <a:ext uri="{FF2B5EF4-FFF2-40B4-BE49-F238E27FC236}">
                  <a16:creationId xmlns:a16="http://schemas.microsoft.com/office/drawing/2014/main" id="{3FCD1EC2-507E-E891-EDEA-4BDC19CC8041}"/>
                </a:ext>
              </a:extLst>
            </p:cNvPr>
            <p:cNvSpPr txBox="1"/>
            <p:nvPr/>
          </p:nvSpPr>
          <p:spPr>
            <a:xfrm>
              <a:off x="10661779" y="4561890"/>
              <a:ext cx="646331" cy="369332"/>
            </a:xfrm>
            <a:prstGeom prst="rect">
              <a:avLst/>
            </a:prstGeom>
            <a:noFill/>
            <a:ln>
              <a:noFill/>
            </a:ln>
          </p:spPr>
          <p:txBody>
            <a:bodyPr wrap="none" rtlCol="0">
              <a:spAutoFit/>
            </a:bodyPr>
            <a:lstStyle/>
            <a:p>
              <a:pPr algn="r"/>
              <a:r>
                <a:rPr kumimoji="1" lang="ja-JP" altLang="en-US"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rPr>
                <a:t>戻る</a:t>
              </a:r>
              <a:endParaRPr kumimoji="1" lang="en-US" altLang="ja-JP"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sp>
        <p:nvSpPr>
          <p:cNvPr id="4" name="テキスト ボックス 3">
            <a:extLst>
              <a:ext uri="{FF2B5EF4-FFF2-40B4-BE49-F238E27FC236}">
                <a16:creationId xmlns:a16="http://schemas.microsoft.com/office/drawing/2014/main" id="{B5EB40BE-C3F3-7385-1BC6-A9648476786E}"/>
              </a:ext>
            </a:extLst>
          </p:cNvPr>
          <p:cNvSpPr txBox="1"/>
          <p:nvPr/>
        </p:nvSpPr>
        <p:spPr>
          <a:xfrm>
            <a:off x="948434" y="816247"/>
            <a:ext cx="2646878" cy="584775"/>
          </a:xfrm>
          <a:prstGeom prst="rect">
            <a:avLst/>
          </a:prstGeom>
          <a:noFill/>
        </p:spPr>
        <p:txBody>
          <a:bodyPr wrap="none" rtlCol="0">
            <a:spAutoFit/>
          </a:bodyPr>
          <a:lstStyle/>
          <a:p>
            <a:r>
              <a:rPr lang="ja-JP" altLang="en-US" sz="3200" dirty="0">
                <a:solidFill>
                  <a:schemeClr val="tx1">
                    <a:lumMod val="85000"/>
                    <a:lumOff val="15000"/>
                  </a:schemeClr>
                </a:solidFill>
                <a:latin typeface="HGS明朝E" panose="02020900000000000000" pitchFamily="18" charset="-128"/>
                <a:ea typeface="HGS明朝E" panose="02020900000000000000" pitchFamily="18" charset="-128"/>
              </a:rPr>
              <a:t>所持レア鉱石</a:t>
            </a:r>
          </a:p>
        </p:txBody>
      </p:sp>
      <p:grpSp>
        <p:nvGrpSpPr>
          <p:cNvPr id="62" name="グループ化 61">
            <a:extLst>
              <a:ext uri="{FF2B5EF4-FFF2-40B4-BE49-F238E27FC236}">
                <a16:creationId xmlns:a16="http://schemas.microsoft.com/office/drawing/2014/main" id="{1DFAFC9F-075E-75DB-3E83-2300477D323D}"/>
              </a:ext>
            </a:extLst>
          </p:cNvPr>
          <p:cNvGrpSpPr/>
          <p:nvPr/>
        </p:nvGrpSpPr>
        <p:grpSpPr>
          <a:xfrm>
            <a:off x="1810754" y="1479407"/>
            <a:ext cx="1485182" cy="1563659"/>
            <a:chOff x="3645288" y="1685160"/>
            <a:chExt cx="1485182" cy="1563659"/>
          </a:xfrm>
        </p:grpSpPr>
        <p:grpSp>
          <p:nvGrpSpPr>
            <p:cNvPr id="8" name="グループ化 7">
              <a:extLst>
                <a:ext uri="{FF2B5EF4-FFF2-40B4-BE49-F238E27FC236}">
                  <a16:creationId xmlns:a16="http://schemas.microsoft.com/office/drawing/2014/main" id="{B979C4A5-C97B-D715-758B-0059A09F3FD5}"/>
                </a:ext>
              </a:extLst>
            </p:cNvPr>
            <p:cNvGrpSpPr/>
            <p:nvPr/>
          </p:nvGrpSpPr>
          <p:grpSpPr>
            <a:xfrm>
              <a:off x="3645288" y="1685160"/>
              <a:ext cx="1485182" cy="1563659"/>
              <a:chOff x="1276828" y="4105786"/>
              <a:chExt cx="1144222" cy="1563659"/>
            </a:xfrm>
          </p:grpSpPr>
          <p:sp>
            <p:nvSpPr>
              <p:cNvPr id="9" name="四角形: 角を丸くする 8">
                <a:extLst>
                  <a:ext uri="{FF2B5EF4-FFF2-40B4-BE49-F238E27FC236}">
                    <a16:creationId xmlns:a16="http://schemas.microsoft.com/office/drawing/2014/main" id="{F1852002-E383-A156-5B4C-4274BF5D9F8C}"/>
                  </a:ext>
                </a:extLst>
              </p:cNvPr>
              <p:cNvSpPr/>
              <p:nvPr/>
            </p:nvSpPr>
            <p:spPr>
              <a:xfrm>
                <a:off x="1276828" y="4105786"/>
                <a:ext cx="1144222" cy="1563659"/>
              </a:xfrm>
              <a:prstGeom prst="roundRect">
                <a:avLst/>
              </a:prstGeom>
              <a:solidFill>
                <a:schemeClr val="bg1">
                  <a:lumMod val="75000"/>
                  <a:alpha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0" name="テキスト ボックス 9">
                <a:extLst>
                  <a:ext uri="{FF2B5EF4-FFF2-40B4-BE49-F238E27FC236}">
                    <a16:creationId xmlns:a16="http://schemas.microsoft.com/office/drawing/2014/main" id="{94E3A5C9-B495-D9E8-A354-7749795A8130}"/>
                  </a:ext>
                </a:extLst>
              </p:cNvPr>
              <p:cNvSpPr txBox="1"/>
              <p:nvPr/>
            </p:nvSpPr>
            <p:spPr>
              <a:xfrm>
                <a:off x="1315928" y="4148054"/>
                <a:ext cx="1066022" cy="369332"/>
              </a:xfrm>
              <a:prstGeom prst="rect">
                <a:avLst/>
              </a:prstGeom>
              <a:noFill/>
            </p:spPr>
            <p:txBody>
              <a:bodyPr wrap="square">
                <a:spAutoFit/>
              </a:bodyPr>
              <a:lstStyle/>
              <a:p>
                <a:pPr algn="ctr"/>
                <a:r>
                  <a:rPr lang="en-US" altLang="ja-JP" dirty="0">
                    <a:solidFill>
                      <a:schemeClr val="accent2">
                        <a:lumMod val="20000"/>
                        <a:lumOff val="80000"/>
                      </a:schemeClr>
                    </a:solidFill>
                    <a:latin typeface="HGS明朝E" panose="02020900000000000000" pitchFamily="18" charset="-128"/>
                    <a:ea typeface="HGS明朝E" panose="02020900000000000000" pitchFamily="18" charset="-128"/>
                  </a:rPr>
                  <a:t>R</a:t>
                </a:r>
                <a:r>
                  <a:rPr lang="en-US" altLang="ja-JP" sz="1600" dirty="0">
                    <a:solidFill>
                      <a:schemeClr val="tx1">
                        <a:lumMod val="85000"/>
                        <a:lumOff val="15000"/>
                      </a:schemeClr>
                    </a:solidFill>
                    <a:latin typeface="HGS明朝E" panose="02020900000000000000" pitchFamily="18" charset="-128"/>
                    <a:ea typeface="HGS明朝E" panose="02020900000000000000" pitchFamily="18" charset="-128"/>
                  </a:rPr>
                  <a:t>×</a:t>
                </a:r>
                <a:r>
                  <a:rPr lang="en-US" altLang="ja-JP" dirty="0">
                    <a:solidFill>
                      <a:schemeClr val="tx1">
                        <a:lumMod val="85000"/>
                        <a:lumOff val="15000"/>
                      </a:schemeClr>
                    </a:solidFill>
                    <a:latin typeface="HGS明朝E" panose="02020900000000000000" pitchFamily="18" charset="-128"/>
                    <a:ea typeface="HGS明朝E" panose="02020900000000000000" pitchFamily="18" charset="-128"/>
                  </a:rPr>
                  <a:t>00</a:t>
                </a:r>
                <a:endParaRPr lang="ja-JP" altLang="en-US" dirty="0">
                  <a:solidFill>
                    <a:schemeClr val="tx1">
                      <a:lumMod val="85000"/>
                      <a:lumOff val="15000"/>
                    </a:schemeClr>
                  </a:solidFill>
                  <a:latin typeface="HGS明朝E" panose="02020900000000000000" pitchFamily="18" charset="-128"/>
                  <a:ea typeface="HGS明朝E" panose="02020900000000000000" pitchFamily="18" charset="-128"/>
                </a:endParaRPr>
              </a:p>
            </p:txBody>
          </p:sp>
        </p:grpSp>
        <p:pic>
          <p:nvPicPr>
            <p:cNvPr id="52" name="図 51">
              <a:extLst>
                <a:ext uri="{FF2B5EF4-FFF2-40B4-BE49-F238E27FC236}">
                  <a16:creationId xmlns:a16="http://schemas.microsoft.com/office/drawing/2014/main" id="{DC2A9EE1-9E31-327D-4BB4-8348C71E7E6C}"/>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3805927" y="2096760"/>
              <a:ext cx="1100325" cy="1071966"/>
            </a:xfrm>
            <a:prstGeom prst="rect">
              <a:avLst/>
            </a:prstGeom>
          </p:spPr>
        </p:pic>
      </p:grpSp>
      <p:grpSp>
        <p:nvGrpSpPr>
          <p:cNvPr id="63" name="グループ化 62">
            <a:extLst>
              <a:ext uri="{FF2B5EF4-FFF2-40B4-BE49-F238E27FC236}">
                <a16:creationId xmlns:a16="http://schemas.microsoft.com/office/drawing/2014/main" id="{30C79CD7-AFE2-6E47-9AA7-7CD8A6753D6B}"/>
              </a:ext>
            </a:extLst>
          </p:cNvPr>
          <p:cNvGrpSpPr/>
          <p:nvPr/>
        </p:nvGrpSpPr>
        <p:grpSpPr>
          <a:xfrm>
            <a:off x="4234514" y="1479407"/>
            <a:ext cx="1485182" cy="1563659"/>
            <a:chOff x="5460628" y="1685160"/>
            <a:chExt cx="1485182" cy="1563659"/>
          </a:xfrm>
        </p:grpSpPr>
        <p:grpSp>
          <p:nvGrpSpPr>
            <p:cNvPr id="13" name="グループ化 12">
              <a:extLst>
                <a:ext uri="{FF2B5EF4-FFF2-40B4-BE49-F238E27FC236}">
                  <a16:creationId xmlns:a16="http://schemas.microsoft.com/office/drawing/2014/main" id="{EEFA3596-BD86-D2A5-D94A-5B53C651B5C7}"/>
                </a:ext>
              </a:extLst>
            </p:cNvPr>
            <p:cNvGrpSpPr/>
            <p:nvPr/>
          </p:nvGrpSpPr>
          <p:grpSpPr>
            <a:xfrm>
              <a:off x="5460628" y="1685160"/>
              <a:ext cx="1485182" cy="1563659"/>
              <a:chOff x="1276828" y="4105786"/>
              <a:chExt cx="1144222" cy="1563659"/>
            </a:xfrm>
          </p:grpSpPr>
          <p:sp>
            <p:nvSpPr>
              <p:cNvPr id="14" name="四角形: 角を丸くする 13">
                <a:extLst>
                  <a:ext uri="{FF2B5EF4-FFF2-40B4-BE49-F238E27FC236}">
                    <a16:creationId xmlns:a16="http://schemas.microsoft.com/office/drawing/2014/main" id="{7355B4E6-546D-514A-1711-AF1B2FF66BF2}"/>
                  </a:ext>
                </a:extLst>
              </p:cNvPr>
              <p:cNvSpPr/>
              <p:nvPr/>
            </p:nvSpPr>
            <p:spPr>
              <a:xfrm>
                <a:off x="1276828" y="4105786"/>
                <a:ext cx="1144222" cy="1563659"/>
              </a:xfrm>
              <a:prstGeom prst="roundRect">
                <a:avLst/>
              </a:prstGeom>
              <a:solidFill>
                <a:schemeClr val="bg1">
                  <a:lumMod val="75000"/>
                  <a:alpha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5" name="テキスト ボックス 14">
                <a:extLst>
                  <a:ext uri="{FF2B5EF4-FFF2-40B4-BE49-F238E27FC236}">
                    <a16:creationId xmlns:a16="http://schemas.microsoft.com/office/drawing/2014/main" id="{974B62C0-75E6-285B-6189-72048F085974}"/>
                  </a:ext>
                </a:extLst>
              </p:cNvPr>
              <p:cNvSpPr txBox="1"/>
              <p:nvPr/>
            </p:nvSpPr>
            <p:spPr>
              <a:xfrm>
                <a:off x="1315928" y="4148054"/>
                <a:ext cx="1066022" cy="369332"/>
              </a:xfrm>
              <a:prstGeom prst="rect">
                <a:avLst/>
              </a:prstGeom>
              <a:noFill/>
            </p:spPr>
            <p:txBody>
              <a:bodyPr wrap="square">
                <a:spAutoFit/>
              </a:bodyPr>
              <a:lstStyle/>
              <a:p>
                <a:pPr algn="ctr"/>
                <a:r>
                  <a:rPr lang="en-US" altLang="ja-JP" dirty="0">
                    <a:gradFill flip="none" rotWithShape="1">
                      <a:gsLst>
                        <a:gs pos="0">
                          <a:srgbClr val="CC66FF"/>
                        </a:gs>
                        <a:gs pos="50000">
                          <a:srgbClr val="CC00FF"/>
                        </a:gs>
                        <a:gs pos="100000">
                          <a:srgbClr val="CC66FF"/>
                        </a:gs>
                      </a:gsLst>
                      <a:lin ang="2700000" scaled="1"/>
                      <a:tileRect/>
                    </a:gradFill>
                    <a:latin typeface="HGS明朝E" panose="02020900000000000000" pitchFamily="18" charset="-128"/>
                    <a:ea typeface="HGS明朝E" panose="02020900000000000000" pitchFamily="18" charset="-128"/>
                  </a:rPr>
                  <a:t>SR</a:t>
                </a:r>
                <a:r>
                  <a:rPr lang="en-US" altLang="ja-JP" sz="1600" dirty="0">
                    <a:solidFill>
                      <a:schemeClr val="tx1">
                        <a:lumMod val="85000"/>
                        <a:lumOff val="15000"/>
                      </a:schemeClr>
                    </a:solidFill>
                    <a:latin typeface="HGS明朝E" panose="02020900000000000000" pitchFamily="18" charset="-128"/>
                    <a:ea typeface="HGS明朝E" panose="02020900000000000000" pitchFamily="18" charset="-128"/>
                  </a:rPr>
                  <a:t>×</a:t>
                </a:r>
                <a:r>
                  <a:rPr lang="en-US" altLang="ja-JP" dirty="0">
                    <a:solidFill>
                      <a:schemeClr val="tx1">
                        <a:lumMod val="85000"/>
                        <a:lumOff val="15000"/>
                      </a:schemeClr>
                    </a:solidFill>
                    <a:latin typeface="HGS明朝E" panose="02020900000000000000" pitchFamily="18" charset="-128"/>
                    <a:ea typeface="HGS明朝E" panose="02020900000000000000" pitchFamily="18" charset="-128"/>
                  </a:rPr>
                  <a:t>00</a:t>
                </a:r>
                <a:endParaRPr lang="ja-JP" altLang="en-US" dirty="0">
                  <a:solidFill>
                    <a:schemeClr val="tx1">
                      <a:lumMod val="85000"/>
                      <a:lumOff val="15000"/>
                    </a:schemeClr>
                  </a:solidFill>
                  <a:latin typeface="HGS明朝E" panose="02020900000000000000" pitchFamily="18" charset="-128"/>
                  <a:ea typeface="HGS明朝E" panose="02020900000000000000" pitchFamily="18" charset="-128"/>
                </a:endParaRPr>
              </a:p>
            </p:txBody>
          </p:sp>
        </p:grpSp>
        <p:pic>
          <p:nvPicPr>
            <p:cNvPr id="53" name="図 52">
              <a:extLst>
                <a:ext uri="{FF2B5EF4-FFF2-40B4-BE49-F238E27FC236}">
                  <a16:creationId xmlns:a16="http://schemas.microsoft.com/office/drawing/2014/main" id="{82EE93E3-5030-2F99-94E7-4AC76EEE65CE}"/>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5637161" y="2096760"/>
              <a:ext cx="1100325" cy="1071966"/>
            </a:xfrm>
            <a:prstGeom prst="rect">
              <a:avLst/>
            </a:prstGeom>
          </p:spPr>
        </p:pic>
      </p:grpSp>
      <p:grpSp>
        <p:nvGrpSpPr>
          <p:cNvPr id="64" name="グループ化 63">
            <a:extLst>
              <a:ext uri="{FF2B5EF4-FFF2-40B4-BE49-F238E27FC236}">
                <a16:creationId xmlns:a16="http://schemas.microsoft.com/office/drawing/2014/main" id="{C8CBEDF7-9547-F625-B228-997E229E2F3F}"/>
              </a:ext>
            </a:extLst>
          </p:cNvPr>
          <p:cNvGrpSpPr/>
          <p:nvPr/>
        </p:nvGrpSpPr>
        <p:grpSpPr>
          <a:xfrm>
            <a:off x="6658274" y="1479406"/>
            <a:ext cx="1485182" cy="1563659"/>
            <a:chOff x="7275968" y="1685160"/>
            <a:chExt cx="1485182" cy="1563659"/>
          </a:xfrm>
        </p:grpSpPr>
        <p:grpSp>
          <p:nvGrpSpPr>
            <p:cNvPr id="18" name="グループ化 17">
              <a:extLst>
                <a:ext uri="{FF2B5EF4-FFF2-40B4-BE49-F238E27FC236}">
                  <a16:creationId xmlns:a16="http://schemas.microsoft.com/office/drawing/2014/main" id="{7332F9FF-1210-417C-2F64-D4B72B6AC1EB}"/>
                </a:ext>
              </a:extLst>
            </p:cNvPr>
            <p:cNvGrpSpPr/>
            <p:nvPr/>
          </p:nvGrpSpPr>
          <p:grpSpPr>
            <a:xfrm>
              <a:off x="7275968" y="1685160"/>
              <a:ext cx="1485182" cy="1563659"/>
              <a:chOff x="1276828" y="4105786"/>
              <a:chExt cx="1144222" cy="1563659"/>
            </a:xfrm>
          </p:grpSpPr>
          <p:sp>
            <p:nvSpPr>
              <p:cNvPr id="19" name="四角形: 角を丸くする 18">
                <a:extLst>
                  <a:ext uri="{FF2B5EF4-FFF2-40B4-BE49-F238E27FC236}">
                    <a16:creationId xmlns:a16="http://schemas.microsoft.com/office/drawing/2014/main" id="{DDAE0F61-B38F-2955-630A-8A42ED7AD8B7}"/>
                  </a:ext>
                </a:extLst>
              </p:cNvPr>
              <p:cNvSpPr/>
              <p:nvPr/>
            </p:nvSpPr>
            <p:spPr>
              <a:xfrm>
                <a:off x="1276828" y="4105786"/>
                <a:ext cx="1144222" cy="1563659"/>
              </a:xfrm>
              <a:prstGeom prst="roundRect">
                <a:avLst/>
              </a:prstGeom>
              <a:solidFill>
                <a:schemeClr val="bg1">
                  <a:lumMod val="75000"/>
                  <a:alpha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1" name="テキスト ボックス 20">
                <a:extLst>
                  <a:ext uri="{FF2B5EF4-FFF2-40B4-BE49-F238E27FC236}">
                    <a16:creationId xmlns:a16="http://schemas.microsoft.com/office/drawing/2014/main" id="{F9B5FB92-8167-CF3C-D39F-598E3F4DE351}"/>
                  </a:ext>
                </a:extLst>
              </p:cNvPr>
              <p:cNvSpPr txBox="1"/>
              <p:nvPr/>
            </p:nvSpPr>
            <p:spPr>
              <a:xfrm>
                <a:off x="1315928" y="4148054"/>
                <a:ext cx="1066022" cy="369332"/>
              </a:xfrm>
              <a:prstGeom prst="rect">
                <a:avLst/>
              </a:prstGeom>
              <a:noFill/>
            </p:spPr>
            <p:txBody>
              <a:bodyPr wrap="square">
                <a:spAutoFit/>
              </a:bodyPr>
              <a:lstStyle/>
              <a:p>
                <a:pPr algn="ctr"/>
                <a:r>
                  <a:rPr lang="en-US" altLang="ja-JP" dirty="0">
                    <a:gradFill flip="none" rotWithShape="1">
                      <a:gsLst>
                        <a:gs pos="100000">
                          <a:srgbClr val="CC66FF"/>
                        </a:gs>
                        <a:gs pos="75000">
                          <a:srgbClr val="00B0F0"/>
                        </a:gs>
                        <a:gs pos="50000">
                          <a:srgbClr val="92D050"/>
                        </a:gs>
                        <a:gs pos="25000">
                          <a:srgbClr val="FFC000"/>
                        </a:gs>
                        <a:gs pos="1000">
                          <a:srgbClr val="FF0000"/>
                        </a:gs>
                      </a:gsLst>
                      <a:lin ang="2700000" scaled="1"/>
                      <a:tileRect/>
                    </a:gradFill>
                    <a:effectLst>
                      <a:outerShdw blurRad="38100" dist="38100" dir="2700000" algn="tl">
                        <a:srgbClr val="000000">
                          <a:alpha val="43137"/>
                        </a:srgbClr>
                      </a:outerShdw>
                    </a:effectLst>
                    <a:latin typeface="HGS明朝E" panose="02020900000000000000" pitchFamily="18" charset="-128"/>
                    <a:ea typeface="HGS明朝E" panose="02020900000000000000" pitchFamily="18" charset="-128"/>
                  </a:rPr>
                  <a:t>SSR</a:t>
                </a:r>
                <a:r>
                  <a:rPr lang="en-US" altLang="ja-JP" sz="1600" dirty="0">
                    <a:solidFill>
                      <a:schemeClr val="tx1">
                        <a:lumMod val="85000"/>
                        <a:lumOff val="15000"/>
                      </a:schemeClr>
                    </a:solidFill>
                    <a:latin typeface="HGS明朝E" panose="02020900000000000000" pitchFamily="18" charset="-128"/>
                    <a:ea typeface="HGS明朝E" panose="02020900000000000000" pitchFamily="18" charset="-128"/>
                  </a:rPr>
                  <a:t>×</a:t>
                </a:r>
                <a:r>
                  <a:rPr lang="en-US" altLang="ja-JP" dirty="0">
                    <a:solidFill>
                      <a:schemeClr val="tx1">
                        <a:lumMod val="85000"/>
                        <a:lumOff val="15000"/>
                      </a:schemeClr>
                    </a:solidFill>
                    <a:latin typeface="HGS明朝E" panose="02020900000000000000" pitchFamily="18" charset="-128"/>
                    <a:ea typeface="HGS明朝E" panose="02020900000000000000" pitchFamily="18" charset="-128"/>
                  </a:rPr>
                  <a:t>00</a:t>
                </a:r>
                <a:endParaRPr lang="ja-JP" altLang="en-US" dirty="0">
                  <a:solidFill>
                    <a:schemeClr val="tx1">
                      <a:lumMod val="85000"/>
                      <a:lumOff val="15000"/>
                    </a:schemeClr>
                  </a:solidFill>
                  <a:latin typeface="HGS明朝E" panose="02020900000000000000" pitchFamily="18" charset="-128"/>
                  <a:ea typeface="HGS明朝E" panose="02020900000000000000" pitchFamily="18" charset="-128"/>
                </a:endParaRPr>
              </a:p>
            </p:txBody>
          </p:sp>
        </p:grpSp>
        <p:pic>
          <p:nvPicPr>
            <p:cNvPr id="54" name="図 53">
              <a:extLst>
                <a:ext uri="{FF2B5EF4-FFF2-40B4-BE49-F238E27FC236}">
                  <a16:creationId xmlns:a16="http://schemas.microsoft.com/office/drawing/2014/main" id="{7B53D7E9-7251-1012-BF70-5B9C7960D3FA}"/>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468396" y="2096760"/>
              <a:ext cx="1100325" cy="1071966"/>
            </a:xfrm>
            <a:prstGeom prst="rect">
              <a:avLst/>
            </a:prstGeom>
          </p:spPr>
        </p:pic>
      </p:grpSp>
      <p:grpSp>
        <p:nvGrpSpPr>
          <p:cNvPr id="131" name="グループ化 130">
            <a:extLst>
              <a:ext uri="{FF2B5EF4-FFF2-40B4-BE49-F238E27FC236}">
                <a16:creationId xmlns:a16="http://schemas.microsoft.com/office/drawing/2014/main" id="{A135AFD8-6E93-6ED1-2D0F-6597CDC564AD}"/>
              </a:ext>
            </a:extLst>
          </p:cNvPr>
          <p:cNvGrpSpPr/>
          <p:nvPr/>
        </p:nvGrpSpPr>
        <p:grpSpPr>
          <a:xfrm>
            <a:off x="4440185" y="3623843"/>
            <a:ext cx="3873105" cy="2076704"/>
            <a:chOff x="1530841" y="3768280"/>
            <a:chExt cx="3873105" cy="2076704"/>
          </a:xfrm>
        </p:grpSpPr>
        <p:grpSp>
          <p:nvGrpSpPr>
            <p:cNvPr id="115" name="グループ化 114">
              <a:extLst>
                <a:ext uri="{FF2B5EF4-FFF2-40B4-BE49-F238E27FC236}">
                  <a16:creationId xmlns:a16="http://schemas.microsoft.com/office/drawing/2014/main" id="{EFFA027C-530E-B1E0-D2DC-34E08A80B8C2}"/>
                </a:ext>
              </a:extLst>
            </p:cNvPr>
            <p:cNvGrpSpPr/>
            <p:nvPr/>
          </p:nvGrpSpPr>
          <p:grpSpPr>
            <a:xfrm>
              <a:off x="1530841" y="3988503"/>
              <a:ext cx="2158071" cy="1716321"/>
              <a:chOff x="1810754" y="4082007"/>
              <a:chExt cx="2158071" cy="1716321"/>
            </a:xfrm>
          </p:grpSpPr>
          <p:sp>
            <p:nvSpPr>
              <p:cNvPr id="68" name="四角形: 角を丸くする 67">
                <a:extLst>
                  <a:ext uri="{FF2B5EF4-FFF2-40B4-BE49-F238E27FC236}">
                    <a16:creationId xmlns:a16="http://schemas.microsoft.com/office/drawing/2014/main" id="{30CD2265-60E0-113E-CB62-4C39A1723A17}"/>
                  </a:ext>
                </a:extLst>
              </p:cNvPr>
              <p:cNvSpPr/>
              <p:nvPr/>
            </p:nvSpPr>
            <p:spPr>
              <a:xfrm>
                <a:off x="1810754" y="4082007"/>
                <a:ext cx="1485182" cy="1716321"/>
              </a:xfrm>
              <a:prstGeom prst="roundRect">
                <a:avLst/>
              </a:prstGeom>
              <a:solidFill>
                <a:schemeClr val="accent3">
                  <a:lumMod val="20000"/>
                  <a:lumOff val="80000"/>
                  <a:alpha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pic>
            <p:nvPicPr>
              <p:cNvPr id="71" name="図 70">
                <a:extLst>
                  <a:ext uri="{FF2B5EF4-FFF2-40B4-BE49-F238E27FC236}">
                    <a16:creationId xmlns:a16="http://schemas.microsoft.com/office/drawing/2014/main" id="{C1448669-A4A3-145E-D41E-D3BB65E4914F}"/>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2115664" y="4664259"/>
                <a:ext cx="834064" cy="834064"/>
              </a:xfrm>
              <a:prstGeom prst="rect">
                <a:avLst/>
              </a:prstGeom>
            </p:spPr>
          </p:pic>
          <p:sp>
            <p:nvSpPr>
              <p:cNvPr id="72" name="矢印: 右 71">
                <a:extLst>
                  <a:ext uri="{FF2B5EF4-FFF2-40B4-BE49-F238E27FC236}">
                    <a16:creationId xmlns:a16="http://schemas.microsoft.com/office/drawing/2014/main" id="{26CC56D3-3358-F029-7E1B-7340A011769E}"/>
                  </a:ext>
                </a:extLst>
              </p:cNvPr>
              <p:cNvSpPr/>
              <p:nvPr/>
            </p:nvSpPr>
            <p:spPr>
              <a:xfrm>
                <a:off x="3291070" y="4523135"/>
                <a:ext cx="677755" cy="834064"/>
              </a:xfrm>
              <a:prstGeom prst="rightArrow">
                <a:avLst>
                  <a:gd name="adj1" fmla="val 50000"/>
                  <a:gd name="adj2" fmla="val 58260"/>
                </a:avLst>
              </a:prstGeom>
              <a:solidFill>
                <a:schemeClr val="accent3">
                  <a:lumMod val="20000"/>
                  <a:lumOff val="80000"/>
                  <a:alpha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129" name="グループ化 128">
              <a:extLst>
                <a:ext uri="{FF2B5EF4-FFF2-40B4-BE49-F238E27FC236}">
                  <a16:creationId xmlns:a16="http://schemas.microsoft.com/office/drawing/2014/main" id="{13F4C0EE-DD15-0349-E6F3-9B4C03662F3C}"/>
                </a:ext>
              </a:extLst>
            </p:cNvPr>
            <p:cNvGrpSpPr/>
            <p:nvPr/>
          </p:nvGrpSpPr>
          <p:grpSpPr>
            <a:xfrm>
              <a:off x="3684012" y="3768280"/>
              <a:ext cx="1719934" cy="2076704"/>
              <a:chOff x="4234514" y="3768280"/>
              <a:chExt cx="1719934" cy="2076704"/>
            </a:xfrm>
          </p:grpSpPr>
          <p:sp>
            <p:nvSpPr>
              <p:cNvPr id="80" name="四角形: 角を丸くする 79">
                <a:extLst>
                  <a:ext uri="{FF2B5EF4-FFF2-40B4-BE49-F238E27FC236}">
                    <a16:creationId xmlns:a16="http://schemas.microsoft.com/office/drawing/2014/main" id="{043CAE7B-4BFE-DA3B-702B-392199D0FC9C}"/>
                  </a:ext>
                </a:extLst>
              </p:cNvPr>
              <p:cNvSpPr/>
              <p:nvPr/>
            </p:nvSpPr>
            <p:spPr>
              <a:xfrm>
                <a:off x="4234514" y="3768280"/>
                <a:ext cx="1719934" cy="2076704"/>
              </a:xfrm>
              <a:prstGeom prst="roundRect">
                <a:avLst>
                  <a:gd name="adj" fmla="val 9614"/>
                </a:avLst>
              </a:prstGeom>
              <a:solidFill>
                <a:schemeClr val="accent3">
                  <a:lumMod val="20000"/>
                  <a:lumOff val="80000"/>
                  <a:alpha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nvGrpSpPr>
              <p:cNvPr id="81" name="グループ化 80">
                <a:extLst>
                  <a:ext uri="{FF2B5EF4-FFF2-40B4-BE49-F238E27FC236}">
                    <a16:creationId xmlns:a16="http://schemas.microsoft.com/office/drawing/2014/main" id="{D85E0C83-4FF5-AB82-329F-F1836BCE2BD4}"/>
                  </a:ext>
                </a:extLst>
              </p:cNvPr>
              <p:cNvGrpSpPr/>
              <p:nvPr/>
            </p:nvGrpSpPr>
            <p:grpSpPr>
              <a:xfrm>
                <a:off x="4401555" y="5171959"/>
                <a:ext cx="1378592" cy="501114"/>
                <a:chOff x="1791694" y="1421053"/>
                <a:chExt cx="1021532" cy="501114"/>
              </a:xfrm>
            </p:grpSpPr>
            <p:grpSp>
              <p:nvGrpSpPr>
                <p:cNvPr id="85" name="グループ化 84">
                  <a:extLst>
                    <a:ext uri="{FF2B5EF4-FFF2-40B4-BE49-F238E27FC236}">
                      <a16:creationId xmlns:a16="http://schemas.microsoft.com/office/drawing/2014/main" id="{E3541662-6755-59D8-83DF-2BD152EB8F31}"/>
                    </a:ext>
                  </a:extLst>
                </p:cNvPr>
                <p:cNvGrpSpPr/>
                <p:nvPr/>
              </p:nvGrpSpPr>
              <p:grpSpPr>
                <a:xfrm>
                  <a:off x="1850735" y="1732906"/>
                  <a:ext cx="962491" cy="189261"/>
                  <a:chOff x="3619753" y="4534386"/>
                  <a:chExt cx="5490959" cy="751289"/>
                </a:xfrm>
              </p:grpSpPr>
              <p:pic>
                <p:nvPicPr>
                  <p:cNvPr id="87" name="図 86">
                    <a:extLst>
                      <a:ext uri="{FF2B5EF4-FFF2-40B4-BE49-F238E27FC236}">
                        <a16:creationId xmlns:a16="http://schemas.microsoft.com/office/drawing/2014/main" id="{ECA50E49-0E01-E15B-0783-F4997CF5FE9D}"/>
                      </a:ext>
                    </a:extLst>
                  </p:cNvPr>
                  <p:cNvPicPr>
                    <a:picLocks noChangeAspect="1"/>
                  </p:cNvPicPr>
                  <p:nvPr/>
                </p:nvPicPr>
                <p:blipFill>
                  <a:blip r:embed="rId7">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a:off x="3637696" y="4549167"/>
                    <a:ext cx="5473016" cy="736508"/>
                  </a:xfrm>
                  <a:prstGeom prst="rect">
                    <a:avLst/>
                  </a:prstGeom>
                </p:spPr>
              </p:pic>
              <p:pic>
                <p:nvPicPr>
                  <p:cNvPr id="90" name="図 89">
                    <a:extLst>
                      <a:ext uri="{FF2B5EF4-FFF2-40B4-BE49-F238E27FC236}">
                        <a16:creationId xmlns:a16="http://schemas.microsoft.com/office/drawing/2014/main" id="{D582A68C-C3B7-A055-41B6-163AB9452D6C}"/>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3619753" y="4534386"/>
                    <a:ext cx="4332529" cy="736507"/>
                  </a:xfrm>
                  <a:prstGeom prst="rect">
                    <a:avLst/>
                  </a:prstGeom>
                </p:spPr>
              </p:pic>
            </p:grpSp>
            <p:sp>
              <p:nvSpPr>
                <p:cNvPr id="86" name="テキスト ボックス 85">
                  <a:extLst>
                    <a:ext uri="{FF2B5EF4-FFF2-40B4-BE49-F238E27FC236}">
                      <a16:creationId xmlns:a16="http://schemas.microsoft.com/office/drawing/2014/main" id="{36EA5D4C-BD0F-01AA-EB83-C6A1D13C7501}"/>
                    </a:ext>
                  </a:extLst>
                </p:cNvPr>
                <p:cNvSpPr txBox="1"/>
                <p:nvPr/>
              </p:nvSpPr>
              <p:spPr>
                <a:xfrm>
                  <a:off x="1791694" y="1421053"/>
                  <a:ext cx="968535" cy="338554"/>
                </a:xfrm>
                <a:prstGeom prst="rect">
                  <a:avLst/>
                </a:prstGeom>
                <a:noFill/>
              </p:spPr>
              <p:txBody>
                <a:bodyPr wrap="none" rtlCol="0">
                  <a:spAutoFit/>
                </a:bodyPr>
                <a:lstStyle/>
                <a:p>
                  <a:r>
                    <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rPr>
                    <a:t>HP</a:t>
                  </a:r>
                  <a:r>
                    <a:rPr lang="ja-JP" altLang="en-US" sz="1200" b="1" dirty="0">
                      <a:solidFill>
                        <a:schemeClr val="tx1">
                          <a:lumMod val="95000"/>
                          <a:lumOff val="5000"/>
                        </a:schemeClr>
                      </a:solidFill>
                      <a:latin typeface="HGS明朝E" panose="02020900000000000000" pitchFamily="18" charset="-128"/>
                      <a:ea typeface="HGS明朝E" panose="02020900000000000000" pitchFamily="18" charset="-128"/>
                    </a:rPr>
                    <a:t>：</a:t>
                  </a:r>
                  <a:r>
                    <a:rPr lang="en-US" altLang="ja-JP" sz="1600" b="1" dirty="0">
                      <a:solidFill>
                        <a:schemeClr val="tx1">
                          <a:lumMod val="95000"/>
                          <a:lumOff val="5000"/>
                        </a:schemeClr>
                      </a:solidFill>
                      <a:latin typeface="HGS明朝E" panose="02020900000000000000" pitchFamily="18" charset="-128"/>
                      <a:ea typeface="HGS明朝E" panose="02020900000000000000" pitchFamily="18" charset="-128"/>
                    </a:rPr>
                    <a:t>0000</a:t>
                  </a:r>
                  <a:endPar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endParaRPr>
                </a:p>
              </p:txBody>
            </p:sp>
          </p:grpSp>
          <p:pic>
            <p:nvPicPr>
              <p:cNvPr id="91" name="図 90">
                <a:extLst>
                  <a:ext uri="{FF2B5EF4-FFF2-40B4-BE49-F238E27FC236}">
                    <a16:creationId xmlns:a16="http://schemas.microsoft.com/office/drawing/2014/main" id="{B9D2767B-1469-7AC6-DBF0-34788CE17939}"/>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4676279" y="3923907"/>
                <a:ext cx="836403" cy="1254605"/>
              </a:xfrm>
              <a:prstGeom prst="rect">
                <a:avLst/>
              </a:prstGeom>
            </p:spPr>
          </p:pic>
        </p:grpSp>
      </p:grpSp>
      <p:sp>
        <p:nvSpPr>
          <p:cNvPr id="116" name="テキスト ボックス 115">
            <a:extLst>
              <a:ext uri="{FF2B5EF4-FFF2-40B4-BE49-F238E27FC236}">
                <a16:creationId xmlns:a16="http://schemas.microsoft.com/office/drawing/2014/main" id="{FF7071C8-1962-44F2-1820-F76FE54ED87C}"/>
              </a:ext>
            </a:extLst>
          </p:cNvPr>
          <p:cNvSpPr txBox="1"/>
          <p:nvPr/>
        </p:nvSpPr>
        <p:spPr>
          <a:xfrm>
            <a:off x="948434" y="3099132"/>
            <a:ext cx="3057247" cy="584775"/>
          </a:xfrm>
          <a:prstGeom prst="rect">
            <a:avLst/>
          </a:prstGeom>
          <a:noFill/>
        </p:spPr>
        <p:txBody>
          <a:bodyPr wrap="none" rtlCol="0">
            <a:spAutoFit/>
          </a:bodyPr>
          <a:lstStyle/>
          <a:p>
            <a:r>
              <a:rPr lang="ja-JP" altLang="en-US" sz="3200" dirty="0">
                <a:solidFill>
                  <a:schemeClr val="tx1">
                    <a:lumMod val="85000"/>
                    <a:lumOff val="15000"/>
                  </a:schemeClr>
                </a:solidFill>
                <a:latin typeface="HGS明朝E" panose="02020900000000000000" pitchFamily="18" charset="-128"/>
                <a:ea typeface="HGS明朝E" panose="02020900000000000000" pitchFamily="18" charset="-128"/>
              </a:rPr>
              <a:t>回復キャラ選択</a:t>
            </a:r>
          </a:p>
        </p:txBody>
      </p:sp>
      <p:grpSp>
        <p:nvGrpSpPr>
          <p:cNvPr id="130" name="グループ化 129">
            <a:extLst>
              <a:ext uri="{FF2B5EF4-FFF2-40B4-BE49-F238E27FC236}">
                <a16:creationId xmlns:a16="http://schemas.microsoft.com/office/drawing/2014/main" id="{F8C798D3-7AE0-649A-40D4-62746B581DE5}"/>
              </a:ext>
            </a:extLst>
          </p:cNvPr>
          <p:cNvGrpSpPr/>
          <p:nvPr/>
        </p:nvGrpSpPr>
        <p:grpSpPr>
          <a:xfrm>
            <a:off x="1690884" y="3773704"/>
            <a:ext cx="2230782" cy="2139291"/>
            <a:chOff x="1443449" y="5871097"/>
            <a:chExt cx="2230782" cy="2139291"/>
          </a:xfrm>
        </p:grpSpPr>
        <p:grpSp>
          <p:nvGrpSpPr>
            <p:cNvPr id="111" name="グループ化 110">
              <a:extLst>
                <a:ext uri="{FF2B5EF4-FFF2-40B4-BE49-F238E27FC236}">
                  <a16:creationId xmlns:a16="http://schemas.microsoft.com/office/drawing/2014/main" id="{877A1334-B9B0-9C45-D6B2-A921268479FD}"/>
                </a:ext>
              </a:extLst>
            </p:cNvPr>
            <p:cNvGrpSpPr/>
            <p:nvPr/>
          </p:nvGrpSpPr>
          <p:grpSpPr>
            <a:xfrm rot="5400000">
              <a:off x="534926" y="6825580"/>
              <a:ext cx="2093331" cy="276285"/>
              <a:chOff x="3114125" y="3836637"/>
              <a:chExt cx="5697007" cy="276285"/>
            </a:xfrm>
          </p:grpSpPr>
          <p:sp>
            <p:nvSpPr>
              <p:cNvPr id="112" name="四角形: 角を丸くする 111">
                <a:extLst>
                  <a:ext uri="{FF2B5EF4-FFF2-40B4-BE49-F238E27FC236}">
                    <a16:creationId xmlns:a16="http://schemas.microsoft.com/office/drawing/2014/main" id="{8322AAA3-816B-93C9-E515-74EFA8D42068}"/>
                  </a:ext>
                </a:extLst>
              </p:cNvPr>
              <p:cNvSpPr/>
              <p:nvPr/>
            </p:nvSpPr>
            <p:spPr>
              <a:xfrm>
                <a:off x="3114125" y="3891844"/>
                <a:ext cx="5697007" cy="165873"/>
              </a:xfrm>
              <a:prstGeom prst="roundRect">
                <a:avLst/>
              </a:prstGeom>
              <a:solidFill>
                <a:schemeClr val="bg1">
                  <a:lumMod val="65000"/>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13" name="四角形: 角を丸くする 112">
                <a:extLst>
                  <a:ext uri="{FF2B5EF4-FFF2-40B4-BE49-F238E27FC236}">
                    <a16:creationId xmlns:a16="http://schemas.microsoft.com/office/drawing/2014/main" id="{0A0CBEE4-8480-C325-1D81-452CE551AB26}"/>
                  </a:ext>
                </a:extLst>
              </p:cNvPr>
              <p:cNvSpPr/>
              <p:nvPr/>
            </p:nvSpPr>
            <p:spPr>
              <a:xfrm>
                <a:off x="4786606" y="3836637"/>
                <a:ext cx="2050791" cy="276285"/>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sp>
          <p:nvSpPr>
            <p:cNvPr id="114" name="四角形: 角を丸くする 113">
              <a:extLst>
                <a:ext uri="{FF2B5EF4-FFF2-40B4-BE49-F238E27FC236}">
                  <a16:creationId xmlns:a16="http://schemas.microsoft.com/office/drawing/2014/main" id="{C20BD996-9277-DFA7-CCD5-4ABC9A0D52B4}"/>
                </a:ext>
              </a:extLst>
            </p:cNvPr>
            <p:cNvSpPr/>
            <p:nvPr/>
          </p:nvSpPr>
          <p:spPr>
            <a:xfrm>
              <a:off x="1867195" y="5871097"/>
              <a:ext cx="1807036" cy="801312"/>
            </a:xfrm>
            <a:prstGeom prst="roundRect">
              <a:avLst>
                <a:gd name="adj" fmla="val 16667"/>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nvGrpSpPr>
            <p:cNvPr id="100" name="グループ化 99">
              <a:extLst>
                <a:ext uri="{FF2B5EF4-FFF2-40B4-BE49-F238E27FC236}">
                  <a16:creationId xmlns:a16="http://schemas.microsoft.com/office/drawing/2014/main" id="{9B97B3C3-B298-8E52-3A92-59EA778ADB7B}"/>
                </a:ext>
              </a:extLst>
            </p:cNvPr>
            <p:cNvGrpSpPr/>
            <p:nvPr/>
          </p:nvGrpSpPr>
          <p:grpSpPr>
            <a:xfrm>
              <a:off x="1940375" y="5928722"/>
              <a:ext cx="1615981" cy="630585"/>
              <a:chOff x="1250692" y="4885023"/>
              <a:chExt cx="1615981" cy="630585"/>
            </a:xfrm>
          </p:grpSpPr>
          <p:pic>
            <p:nvPicPr>
              <p:cNvPr id="101" name="図 100">
                <a:extLst>
                  <a:ext uri="{FF2B5EF4-FFF2-40B4-BE49-F238E27FC236}">
                    <a16:creationId xmlns:a16="http://schemas.microsoft.com/office/drawing/2014/main" id="{393A7953-BD73-E1B7-8968-BBB45A4E111A}"/>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1250692" y="4885023"/>
                <a:ext cx="630585" cy="630585"/>
              </a:xfrm>
              <a:prstGeom prst="rect">
                <a:avLst/>
              </a:prstGeom>
            </p:spPr>
          </p:pic>
          <p:grpSp>
            <p:nvGrpSpPr>
              <p:cNvPr id="102" name="グループ化 101">
                <a:extLst>
                  <a:ext uri="{FF2B5EF4-FFF2-40B4-BE49-F238E27FC236}">
                    <a16:creationId xmlns:a16="http://schemas.microsoft.com/office/drawing/2014/main" id="{DD4546E7-5053-BA37-363D-8D389DA23AAF}"/>
                  </a:ext>
                </a:extLst>
              </p:cNvPr>
              <p:cNvGrpSpPr/>
              <p:nvPr/>
            </p:nvGrpSpPr>
            <p:grpSpPr>
              <a:xfrm>
                <a:off x="1845141" y="5040571"/>
                <a:ext cx="1021532" cy="468002"/>
                <a:chOff x="1791417" y="5040571"/>
                <a:chExt cx="1021532" cy="468002"/>
              </a:xfrm>
            </p:grpSpPr>
            <p:grpSp>
              <p:nvGrpSpPr>
                <p:cNvPr id="103" name="グループ化 102">
                  <a:extLst>
                    <a:ext uri="{FF2B5EF4-FFF2-40B4-BE49-F238E27FC236}">
                      <a16:creationId xmlns:a16="http://schemas.microsoft.com/office/drawing/2014/main" id="{5FDD0DA2-2D4A-1EA4-DF90-5E6FDE35908A}"/>
                    </a:ext>
                  </a:extLst>
                </p:cNvPr>
                <p:cNvGrpSpPr/>
                <p:nvPr/>
              </p:nvGrpSpPr>
              <p:grpSpPr>
                <a:xfrm>
                  <a:off x="1850458" y="5358764"/>
                  <a:ext cx="962491" cy="149809"/>
                  <a:chOff x="3619753" y="4534386"/>
                  <a:chExt cx="5490959" cy="751289"/>
                </a:xfrm>
              </p:grpSpPr>
              <p:pic>
                <p:nvPicPr>
                  <p:cNvPr id="105" name="図 104">
                    <a:extLst>
                      <a:ext uri="{FF2B5EF4-FFF2-40B4-BE49-F238E27FC236}">
                        <a16:creationId xmlns:a16="http://schemas.microsoft.com/office/drawing/2014/main" id="{CC78355B-6C00-FECC-1650-29DD19D2B540}"/>
                      </a:ext>
                    </a:extLst>
                  </p:cNvPr>
                  <p:cNvPicPr>
                    <a:picLocks noChangeAspect="1"/>
                  </p:cNvPicPr>
                  <p:nvPr/>
                </p:nvPicPr>
                <p:blipFill>
                  <a:blip r:embed="rId7">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a:off x="3637696" y="4549167"/>
                    <a:ext cx="5473016" cy="736508"/>
                  </a:xfrm>
                  <a:prstGeom prst="rect">
                    <a:avLst/>
                  </a:prstGeom>
                </p:spPr>
              </p:pic>
              <p:pic>
                <p:nvPicPr>
                  <p:cNvPr id="106" name="図 105">
                    <a:extLst>
                      <a:ext uri="{FF2B5EF4-FFF2-40B4-BE49-F238E27FC236}">
                        <a16:creationId xmlns:a16="http://schemas.microsoft.com/office/drawing/2014/main" id="{F2345321-E5A2-8E98-2151-1A840E7FA659}"/>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3619753" y="4534386"/>
                    <a:ext cx="4332529" cy="736507"/>
                  </a:xfrm>
                  <a:prstGeom prst="rect">
                    <a:avLst/>
                  </a:prstGeom>
                </p:spPr>
              </p:pic>
            </p:grpSp>
            <p:sp>
              <p:nvSpPr>
                <p:cNvPr id="104" name="テキスト ボックス 103">
                  <a:extLst>
                    <a:ext uri="{FF2B5EF4-FFF2-40B4-BE49-F238E27FC236}">
                      <a16:creationId xmlns:a16="http://schemas.microsoft.com/office/drawing/2014/main" id="{6CB87F2D-6958-1F49-3F9E-0E09BC585778}"/>
                    </a:ext>
                  </a:extLst>
                </p:cNvPr>
                <p:cNvSpPr txBox="1"/>
                <p:nvPr/>
              </p:nvSpPr>
              <p:spPr>
                <a:xfrm>
                  <a:off x="1791417" y="5040571"/>
                  <a:ext cx="968535" cy="338554"/>
                </a:xfrm>
                <a:prstGeom prst="rect">
                  <a:avLst/>
                </a:prstGeom>
                <a:noFill/>
              </p:spPr>
              <p:txBody>
                <a:bodyPr wrap="none" rtlCol="0">
                  <a:spAutoFit/>
                </a:bodyPr>
                <a:lstStyle/>
                <a:p>
                  <a:r>
                    <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rPr>
                    <a:t>HP</a:t>
                  </a:r>
                  <a:r>
                    <a:rPr lang="ja-JP" altLang="en-US" sz="1200" b="1" dirty="0">
                      <a:solidFill>
                        <a:schemeClr val="tx1">
                          <a:lumMod val="95000"/>
                          <a:lumOff val="5000"/>
                        </a:schemeClr>
                      </a:solidFill>
                      <a:latin typeface="HGS明朝E" panose="02020900000000000000" pitchFamily="18" charset="-128"/>
                      <a:ea typeface="HGS明朝E" panose="02020900000000000000" pitchFamily="18" charset="-128"/>
                    </a:rPr>
                    <a:t>：</a:t>
                  </a:r>
                  <a:r>
                    <a:rPr lang="en-US" altLang="ja-JP" sz="1600" b="1" dirty="0">
                      <a:solidFill>
                        <a:schemeClr val="tx1">
                          <a:lumMod val="95000"/>
                          <a:lumOff val="5000"/>
                        </a:schemeClr>
                      </a:solidFill>
                      <a:latin typeface="HGS明朝E" panose="02020900000000000000" pitchFamily="18" charset="-128"/>
                      <a:ea typeface="HGS明朝E" panose="02020900000000000000" pitchFamily="18" charset="-128"/>
                    </a:rPr>
                    <a:t>0000</a:t>
                  </a:r>
                  <a:endPar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endParaRPr>
                </a:p>
              </p:txBody>
            </p:sp>
          </p:grpSp>
        </p:grpSp>
        <p:sp>
          <p:nvSpPr>
            <p:cNvPr id="118" name="四角形: 角を丸くする 117">
              <a:extLst>
                <a:ext uri="{FF2B5EF4-FFF2-40B4-BE49-F238E27FC236}">
                  <a16:creationId xmlns:a16="http://schemas.microsoft.com/office/drawing/2014/main" id="{DD3897F6-26D6-B29A-9545-D4C20B49CAFF}"/>
                </a:ext>
              </a:extLst>
            </p:cNvPr>
            <p:cNvSpPr/>
            <p:nvPr/>
          </p:nvSpPr>
          <p:spPr>
            <a:xfrm>
              <a:off x="1867195" y="6741017"/>
              <a:ext cx="1807036" cy="801312"/>
            </a:xfrm>
            <a:prstGeom prst="roundRect">
              <a:avLst>
                <a:gd name="adj" fmla="val 16667"/>
              </a:avLst>
            </a:prstGeom>
            <a:solidFill>
              <a:schemeClr val="accent3">
                <a:lumMod val="20000"/>
                <a:lumOff val="80000"/>
                <a:alpha val="4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nvGrpSpPr>
            <p:cNvPr id="119" name="グループ化 118">
              <a:extLst>
                <a:ext uri="{FF2B5EF4-FFF2-40B4-BE49-F238E27FC236}">
                  <a16:creationId xmlns:a16="http://schemas.microsoft.com/office/drawing/2014/main" id="{3B6BFC40-6C09-D15B-D8E2-A7D8A81976C9}"/>
                </a:ext>
              </a:extLst>
            </p:cNvPr>
            <p:cNvGrpSpPr/>
            <p:nvPr/>
          </p:nvGrpSpPr>
          <p:grpSpPr>
            <a:xfrm>
              <a:off x="1940375" y="6798642"/>
              <a:ext cx="1615981" cy="630585"/>
              <a:chOff x="1250692" y="4885023"/>
              <a:chExt cx="1615981" cy="630585"/>
            </a:xfrm>
          </p:grpSpPr>
          <p:pic>
            <p:nvPicPr>
              <p:cNvPr id="120" name="図 119">
                <a:extLst>
                  <a:ext uri="{FF2B5EF4-FFF2-40B4-BE49-F238E27FC236}">
                    <a16:creationId xmlns:a16="http://schemas.microsoft.com/office/drawing/2014/main" id="{D044A0EF-3131-326A-4B3B-450439D1C3F6}"/>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1250692" y="4885023"/>
                <a:ext cx="630585" cy="630585"/>
              </a:xfrm>
              <a:prstGeom prst="rect">
                <a:avLst/>
              </a:prstGeom>
            </p:spPr>
          </p:pic>
          <p:grpSp>
            <p:nvGrpSpPr>
              <p:cNvPr id="121" name="グループ化 120">
                <a:extLst>
                  <a:ext uri="{FF2B5EF4-FFF2-40B4-BE49-F238E27FC236}">
                    <a16:creationId xmlns:a16="http://schemas.microsoft.com/office/drawing/2014/main" id="{1020ED19-F231-55CA-133D-57F72BABDEEA}"/>
                  </a:ext>
                </a:extLst>
              </p:cNvPr>
              <p:cNvGrpSpPr/>
              <p:nvPr/>
            </p:nvGrpSpPr>
            <p:grpSpPr>
              <a:xfrm>
                <a:off x="1845141" y="5040571"/>
                <a:ext cx="1021532" cy="468002"/>
                <a:chOff x="1791417" y="5040571"/>
                <a:chExt cx="1021532" cy="468002"/>
              </a:xfrm>
            </p:grpSpPr>
            <p:grpSp>
              <p:nvGrpSpPr>
                <p:cNvPr id="122" name="グループ化 121">
                  <a:extLst>
                    <a:ext uri="{FF2B5EF4-FFF2-40B4-BE49-F238E27FC236}">
                      <a16:creationId xmlns:a16="http://schemas.microsoft.com/office/drawing/2014/main" id="{3C1AABAE-6EC9-6D4C-2410-5F5365E44399}"/>
                    </a:ext>
                  </a:extLst>
                </p:cNvPr>
                <p:cNvGrpSpPr/>
                <p:nvPr/>
              </p:nvGrpSpPr>
              <p:grpSpPr>
                <a:xfrm>
                  <a:off x="1850458" y="5358764"/>
                  <a:ext cx="962491" cy="149809"/>
                  <a:chOff x="3619753" y="4534386"/>
                  <a:chExt cx="5490959" cy="751289"/>
                </a:xfrm>
              </p:grpSpPr>
              <p:pic>
                <p:nvPicPr>
                  <p:cNvPr id="124" name="図 123">
                    <a:extLst>
                      <a:ext uri="{FF2B5EF4-FFF2-40B4-BE49-F238E27FC236}">
                        <a16:creationId xmlns:a16="http://schemas.microsoft.com/office/drawing/2014/main" id="{1D3FD7FA-44B5-3FB1-FB0E-26242D30F7A5}"/>
                      </a:ext>
                    </a:extLst>
                  </p:cNvPr>
                  <p:cNvPicPr>
                    <a:picLocks noChangeAspect="1"/>
                  </p:cNvPicPr>
                  <p:nvPr/>
                </p:nvPicPr>
                <p:blipFill>
                  <a:blip r:embed="rId7">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a:off x="3637696" y="4549167"/>
                    <a:ext cx="5473016" cy="736508"/>
                  </a:xfrm>
                  <a:prstGeom prst="rect">
                    <a:avLst/>
                  </a:prstGeom>
                </p:spPr>
              </p:pic>
              <p:pic>
                <p:nvPicPr>
                  <p:cNvPr id="125" name="図 124">
                    <a:extLst>
                      <a:ext uri="{FF2B5EF4-FFF2-40B4-BE49-F238E27FC236}">
                        <a16:creationId xmlns:a16="http://schemas.microsoft.com/office/drawing/2014/main" id="{C464F050-B717-B0FB-084A-C78D42484FF0}"/>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3619753" y="4534386"/>
                    <a:ext cx="4332529" cy="736507"/>
                  </a:xfrm>
                  <a:prstGeom prst="rect">
                    <a:avLst/>
                  </a:prstGeom>
                </p:spPr>
              </p:pic>
            </p:grpSp>
            <p:sp>
              <p:nvSpPr>
                <p:cNvPr id="123" name="テキスト ボックス 122">
                  <a:extLst>
                    <a:ext uri="{FF2B5EF4-FFF2-40B4-BE49-F238E27FC236}">
                      <a16:creationId xmlns:a16="http://schemas.microsoft.com/office/drawing/2014/main" id="{11323C55-A7FB-CD10-3ADD-D60AB5048868}"/>
                    </a:ext>
                  </a:extLst>
                </p:cNvPr>
                <p:cNvSpPr txBox="1"/>
                <p:nvPr/>
              </p:nvSpPr>
              <p:spPr>
                <a:xfrm>
                  <a:off x="1791417" y="5040571"/>
                  <a:ext cx="968535" cy="338554"/>
                </a:xfrm>
                <a:prstGeom prst="rect">
                  <a:avLst/>
                </a:prstGeom>
                <a:noFill/>
              </p:spPr>
              <p:txBody>
                <a:bodyPr wrap="none" rtlCol="0">
                  <a:spAutoFit/>
                </a:bodyPr>
                <a:lstStyle/>
                <a:p>
                  <a:r>
                    <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rPr>
                    <a:t>HP</a:t>
                  </a:r>
                  <a:r>
                    <a:rPr lang="ja-JP" altLang="en-US" sz="1200" b="1" dirty="0">
                      <a:solidFill>
                        <a:schemeClr val="tx1">
                          <a:lumMod val="95000"/>
                          <a:lumOff val="5000"/>
                        </a:schemeClr>
                      </a:solidFill>
                      <a:latin typeface="HGS明朝E" panose="02020900000000000000" pitchFamily="18" charset="-128"/>
                      <a:ea typeface="HGS明朝E" panose="02020900000000000000" pitchFamily="18" charset="-128"/>
                    </a:rPr>
                    <a:t>：</a:t>
                  </a:r>
                  <a:r>
                    <a:rPr lang="en-US" altLang="ja-JP" sz="1600" b="1" dirty="0">
                      <a:solidFill>
                        <a:schemeClr val="tx1">
                          <a:lumMod val="95000"/>
                          <a:lumOff val="5000"/>
                        </a:schemeClr>
                      </a:solidFill>
                      <a:latin typeface="HGS明朝E" panose="02020900000000000000" pitchFamily="18" charset="-128"/>
                      <a:ea typeface="HGS明朝E" panose="02020900000000000000" pitchFamily="18" charset="-128"/>
                    </a:rPr>
                    <a:t>0000</a:t>
                  </a:r>
                  <a:endPar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endParaRPr>
                </a:p>
              </p:txBody>
            </p:sp>
          </p:grpSp>
        </p:grpSp>
        <p:sp>
          <p:nvSpPr>
            <p:cNvPr id="127" name="テキスト ボックス 126">
              <a:extLst>
                <a:ext uri="{FF2B5EF4-FFF2-40B4-BE49-F238E27FC236}">
                  <a16:creationId xmlns:a16="http://schemas.microsoft.com/office/drawing/2014/main" id="{FDE9A86A-9D46-9C67-9409-873B1B8A93D1}"/>
                </a:ext>
              </a:extLst>
            </p:cNvPr>
            <p:cNvSpPr txBox="1"/>
            <p:nvPr/>
          </p:nvSpPr>
          <p:spPr>
            <a:xfrm>
              <a:off x="2570960" y="6764209"/>
              <a:ext cx="646331" cy="276999"/>
            </a:xfrm>
            <a:prstGeom prst="rect">
              <a:avLst/>
            </a:prstGeom>
            <a:noFill/>
          </p:spPr>
          <p:txBody>
            <a:bodyPr wrap="none" rtlCol="0">
              <a:spAutoFit/>
            </a:bodyPr>
            <a:lstStyle/>
            <a:p>
              <a:r>
                <a:rPr lang="ja-JP" altLang="en-US" sz="1200" dirty="0">
                  <a:solidFill>
                    <a:schemeClr val="accent3">
                      <a:lumMod val="75000"/>
                    </a:schemeClr>
                  </a:solidFill>
                  <a:latin typeface="HGS明朝E" panose="02020900000000000000" pitchFamily="18" charset="-128"/>
                  <a:ea typeface="HGS明朝E" panose="02020900000000000000" pitchFamily="18" charset="-128"/>
                </a:rPr>
                <a:t>回復中</a:t>
              </a:r>
              <a:endParaRPr lang="en-US" altLang="ja-JP" sz="1200" dirty="0">
                <a:solidFill>
                  <a:schemeClr val="accent3">
                    <a:lumMod val="75000"/>
                  </a:schemeClr>
                </a:solidFill>
                <a:latin typeface="HGS明朝E" panose="02020900000000000000" pitchFamily="18" charset="-128"/>
                <a:ea typeface="HGS明朝E" panose="02020900000000000000" pitchFamily="18" charset="-128"/>
              </a:endParaRPr>
            </a:p>
          </p:txBody>
        </p:sp>
      </p:grpSp>
      <p:sp>
        <p:nvSpPr>
          <p:cNvPr id="132" name="二等辺三角形 131">
            <a:extLst>
              <a:ext uri="{FF2B5EF4-FFF2-40B4-BE49-F238E27FC236}">
                <a16:creationId xmlns:a16="http://schemas.microsoft.com/office/drawing/2014/main" id="{85E3D564-FFEA-3613-5B9C-BDBA82E71428}"/>
              </a:ext>
            </a:extLst>
          </p:cNvPr>
          <p:cNvSpPr/>
          <p:nvPr/>
        </p:nvSpPr>
        <p:spPr>
          <a:xfrm rot="16200000">
            <a:off x="3674797" y="4884646"/>
            <a:ext cx="630586" cy="319267"/>
          </a:xfrm>
          <a:prstGeom prst="triangl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7" name="グループ化 16">
            <a:extLst>
              <a:ext uri="{FF2B5EF4-FFF2-40B4-BE49-F238E27FC236}">
                <a16:creationId xmlns:a16="http://schemas.microsoft.com/office/drawing/2014/main" id="{17E037C8-1167-76A5-93C9-E3C2C195767A}"/>
              </a:ext>
            </a:extLst>
          </p:cNvPr>
          <p:cNvGrpSpPr/>
          <p:nvPr/>
        </p:nvGrpSpPr>
        <p:grpSpPr>
          <a:xfrm>
            <a:off x="9569319" y="438828"/>
            <a:ext cx="1868935" cy="2005371"/>
            <a:chOff x="4714909" y="2517109"/>
            <a:chExt cx="1868935" cy="2005371"/>
          </a:xfrm>
        </p:grpSpPr>
        <p:grpSp>
          <p:nvGrpSpPr>
            <p:cNvPr id="3" name="グループ化 2">
              <a:extLst>
                <a:ext uri="{FF2B5EF4-FFF2-40B4-BE49-F238E27FC236}">
                  <a16:creationId xmlns:a16="http://schemas.microsoft.com/office/drawing/2014/main" id="{C2C489D0-173D-272E-DE38-72B443258118}"/>
                </a:ext>
              </a:extLst>
            </p:cNvPr>
            <p:cNvGrpSpPr/>
            <p:nvPr/>
          </p:nvGrpSpPr>
          <p:grpSpPr>
            <a:xfrm>
              <a:off x="4714909" y="2517109"/>
              <a:ext cx="1485182" cy="1563659"/>
              <a:chOff x="3645288" y="1685160"/>
              <a:chExt cx="1485182" cy="1563659"/>
            </a:xfrm>
          </p:grpSpPr>
          <p:grpSp>
            <p:nvGrpSpPr>
              <p:cNvPr id="5" name="グループ化 4">
                <a:extLst>
                  <a:ext uri="{FF2B5EF4-FFF2-40B4-BE49-F238E27FC236}">
                    <a16:creationId xmlns:a16="http://schemas.microsoft.com/office/drawing/2014/main" id="{74BF610F-8606-C78A-619D-99FD717EC237}"/>
                  </a:ext>
                </a:extLst>
              </p:cNvPr>
              <p:cNvGrpSpPr/>
              <p:nvPr/>
            </p:nvGrpSpPr>
            <p:grpSpPr>
              <a:xfrm>
                <a:off x="3645288" y="1685160"/>
                <a:ext cx="1485182" cy="1563659"/>
                <a:chOff x="1276828" y="4105786"/>
                <a:chExt cx="1144222" cy="1563659"/>
              </a:xfrm>
            </p:grpSpPr>
            <p:sp>
              <p:nvSpPr>
                <p:cNvPr id="11" name="四角形: 角を丸くする 10">
                  <a:extLst>
                    <a:ext uri="{FF2B5EF4-FFF2-40B4-BE49-F238E27FC236}">
                      <a16:creationId xmlns:a16="http://schemas.microsoft.com/office/drawing/2014/main" id="{C39BA178-1269-1B07-8129-32FDD0B03F87}"/>
                    </a:ext>
                  </a:extLst>
                </p:cNvPr>
                <p:cNvSpPr/>
                <p:nvPr/>
              </p:nvSpPr>
              <p:spPr>
                <a:xfrm>
                  <a:off x="1276828" y="4105786"/>
                  <a:ext cx="1144222" cy="1563659"/>
                </a:xfrm>
                <a:prstGeom prst="roundRect">
                  <a:avLst/>
                </a:prstGeom>
                <a:solidFill>
                  <a:schemeClr val="bg1">
                    <a:lumMod val="75000"/>
                    <a:alpha val="85000"/>
                  </a:schemeClr>
                </a:solidFill>
                <a:ln w="38100">
                  <a:solidFill>
                    <a:schemeClr val="accent6"/>
                  </a:solidFill>
                </a:ln>
                <a:effectLst>
                  <a:glow rad="88900">
                    <a:schemeClr val="accent6">
                      <a:satMod val="175000"/>
                      <a:alpha val="4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6" name="テキスト ボックス 15">
                  <a:extLst>
                    <a:ext uri="{FF2B5EF4-FFF2-40B4-BE49-F238E27FC236}">
                      <a16:creationId xmlns:a16="http://schemas.microsoft.com/office/drawing/2014/main" id="{79423B0F-ED96-C9EF-ECED-2BFF7E3C3BEC}"/>
                    </a:ext>
                  </a:extLst>
                </p:cNvPr>
                <p:cNvSpPr txBox="1"/>
                <p:nvPr/>
              </p:nvSpPr>
              <p:spPr>
                <a:xfrm>
                  <a:off x="1315928" y="4148054"/>
                  <a:ext cx="1066022" cy="369332"/>
                </a:xfrm>
                <a:prstGeom prst="rect">
                  <a:avLst/>
                </a:prstGeom>
                <a:noFill/>
              </p:spPr>
              <p:txBody>
                <a:bodyPr wrap="square">
                  <a:spAutoFit/>
                </a:bodyPr>
                <a:lstStyle/>
                <a:p>
                  <a:pPr algn="ctr"/>
                  <a:r>
                    <a:rPr lang="en-US" altLang="ja-JP" dirty="0">
                      <a:solidFill>
                        <a:schemeClr val="accent2">
                          <a:lumMod val="20000"/>
                          <a:lumOff val="80000"/>
                        </a:schemeClr>
                      </a:solidFill>
                      <a:latin typeface="HGS明朝E" panose="02020900000000000000" pitchFamily="18" charset="-128"/>
                      <a:ea typeface="HGS明朝E" panose="02020900000000000000" pitchFamily="18" charset="-128"/>
                    </a:rPr>
                    <a:t>R</a:t>
                  </a:r>
                  <a:endParaRPr lang="ja-JP" altLang="en-US" dirty="0">
                    <a:solidFill>
                      <a:schemeClr val="accent2">
                        <a:lumMod val="20000"/>
                        <a:lumOff val="80000"/>
                      </a:schemeClr>
                    </a:solidFill>
                    <a:latin typeface="HGS明朝E" panose="02020900000000000000" pitchFamily="18" charset="-128"/>
                    <a:ea typeface="HGS明朝E" panose="02020900000000000000" pitchFamily="18" charset="-128"/>
                  </a:endParaRPr>
                </a:p>
              </p:txBody>
            </p:sp>
          </p:grpSp>
          <p:pic>
            <p:nvPicPr>
              <p:cNvPr id="7" name="図 6">
                <a:extLst>
                  <a:ext uri="{FF2B5EF4-FFF2-40B4-BE49-F238E27FC236}">
                    <a16:creationId xmlns:a16="http://schemas.microsoft.com/office/drawing/2014/main" id="{36661F44-737A-427D-41B9-5DE60F8E5B27}"/>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3805927" y="2096760"/>
                <a:ext cx="1100325" cy="1071966"/>
              </a:xfrm>
              <a:prstGeom prst="rect">
                <a:avLst/>
              </a:prstGeom>
            </p:spPr>
          </p:pic>
        </p:grpSp>
        <p:pic>
          <p:nvPicPr>
            <p:cNvPr id="20" name="図 19">
              <a:extLst>
                <a:ext uri="{FF2B5EF4-FFF2-40B4-BE49-F238E27FC236}">
                  <a16:creationId xmlns:a16="http://schemas.microsoft.com/office/drawing/2014/main" id="{1C7A6B1E-6C2F-7716-D65B-00EBADC7BDEC}"/>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5638839" y="3577475"/>
              <a:ext cx="945005" cy="945005"/>
            </a:xfrm>
            <a:prstGeom prst="rect">
              <a:avLst/>
            </a:prstGeom>
          </p:spPr>
        </p:pic>
      </p:grpSp>
      <p:sp>
        <p:nvSpPr>
          <p:cNvPr id="22" name="テキスト ボックス 21">
            <a:extLst>
              <a:ext uri="{FF2B5EF4-FFF2-40B4-BE49-F238E27FC236}">
                <a16:creationId xmlns:a16="http://schemas.microsoft.com/office/drawing/2014/main" id="{23FC6C26-190F-A4E7-9675-F50630C95C61}"/>
              </a:ext>
            </a:extLst>
          </p:cNvPr>
          <p:cNvSpPr txBox="1"/>
          <p:nvPr/>
        </p:nvSpPr>
        <p:spPr>
          <a:xfrm>
            <a:off x="4466207" y="3911491"/>
            <a:ext cx="1434431" cy="338554"/>
          </a:xfrm>
          <a:prstGeom prst="rect">
            <a:avLst/>
          </a:prstGeom>
          <a:noFill/>
        </p:spPr>
        <p:txBody>
          <a:bodyPr wrap="square">
            <a:spAutoFit/>
          </a:bodyPr>
          <a:lstStyle/>
          <a:p>
            <a:pPr algn="ctr"/>
            <a:r>
              <a:rPr lang="ja-JP" altLang="en-US" sz="1600" dirty="0">
                <a:solidFill>
                  <a:schemeClr val="accent3">
                    <a:lumMod val="75000"/>
                  </a:schemeClr>
                </a:solidFill>
                <a:latin typeface="HGS明朝E" panose="02020900000000000000" pitchFamily="18" charset="-128"/>
                <a:ea typeface="HGS明朝E" panose="02020900000000000000" pitchFamily="18" charset="-128"/>
              </a:rPr>
              <a:t>取引して回復</a:t>
            </a:r>
            <a:endParaRPr lang="ja-JP" altLang="en-US" sz="1600" dirty="0">
              <a:solidFill>
                <a:schemeClr val="bg1">
                  <a:lumMod val="95000"/>
                </a:schemeClr>
              </a:solidFill>
              <a:latin typeface="HGS明朝E" panose="02020900000000000000" pitchFamily="18" charset="-128"/>
              <a:ea typeface="HGS明朝E" panose="02020900000000000000" pitchFamily="18" charset="-128"/>
            </a:endParaRPr>
          </a:p>
        </p:txBody>
      </p:sp>
    </p:spTree>
    <p:extLst>
      <p:ext uri="{BB962C8B-B14F-4D97-AF65-F5344CB8AC3E}">
        <p14:creationId xmlns:p14="http://schemas.microsoft.com/office/powerpoint/2010/main" val="265037589"/>
      </p:ext>
    </p:extLst>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
          <a:extLst>
            <a:ext uri="{FF2B5EF4-FFF2-40B4-BE49-F238E27FC236}">
              <a16:creationId xmlns:a16="http://schemas.microsoft.com/office/drawing/2014/main" id="{8F762D5D-1C19-80AB-8C0A-4E66B1FF3DDA}"/>
            </a:ext>
          </a:extLst>
        </p:cNvPr>
        <p:cNvGrpSpPr/>
        <p:nvPr/>
      </p:nvGrpSpPr>
      <p:grpSpPr>
        <a:xfrm>
          <a:off x="0" y="0"/>
          <a:ext cx="0" cy="0"/>
          <a:chOff x="0" y="0"/>
          <a:chExt cx="0" cy="0"/>
        </a:xfrm>
      </p:grpSpPr>
      <p:sp>
        <p:nvSpPr>
          <p:cNvPr id="2" name="四角形: 角を丸くする 1">
            <a:extLst>
              <a:ext uri="{FF2B5EF4-FFF2-40B4-BE49-F238E27FC236}">
                <a16:creationId xmlns:a16="http://schemas.microsoft.com/office/drawing/2014/main" id="{09939EC0-1FBD-24FB-4BB5-B09DCD7FB18D}"/>
              </a:ext>
            </a:extLst>
          </p:cNvPr>
          <p:cNvSpPr/>
          <p:nvPr/>
        </p:nvSpPr>
        <p:spPr>
          <a:xfrm>
            <a:off x="726233" y="695130"/>
            <a:ext cx="8501744" cy="5467739"/>
          </a:xfrm>
          <a:prstGeom prst="roundRect">
            <a:avLst>
              <a:gd name="adj" fmla="val 6428"/>
            </a:avLst>
          </a:prstGeom>
          <a:solidFill>
            <a:schemeClr val="bg1">
              <a:lumMod val="65000"/>
              <a:alpha val="6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nvGrpSpPr>
          <p:cNvPr id="153" name="グループ化 152">
            <a:extLst>
              <a:ext uri="{FF2B5EF4-FFF2-40B4-BE49-F238E27FC236}">
                <a16:creationId xmlns:a16="http://schemas.microsoft.com/office/drawing/2014/main" id="{24A48B90-600E-5401-DB87-9A3C190DFD71}"/>
              </a:ext>
            </a:extLst>
          </p:cNvPr>
          <p:cNvGrpSpPr/>
          <p:nvPr/>
        </p:nvGrpSpPr>
        <p:grpSpPr>
          <a:xfrm>
            <a:off x="9569319" y="1071664"/>
            <a:ext cx="1755710" cy="810206"/>
            <a:chOff x="9569319" y="887965"/>
            <a:chExt cx="1755710" cy="810206"/>
          </a:xfrm>
        </p:grpSpPr>
        <p:sp>
          <p:nvSpPr>
            <p:cNvPr id="6" name="四角形: 角を丸くする 5">
              <a:extLst>
                <a:ext uri="{FF2B5EF4-FFF2-40B4-BE49-F238E27FC236}">
                  <a16:creationId xmlns:a16="http://schemas.microsoft.com/office/drawing/2014/main" id="{70F42A74-5CB9-C26A-E849-B201E1D1BF8A}"/>
                </a:ext>
              </a:extLst>
            </p:cNvPr>
            <p:cNvSpPr/>
            <p:nvPr/>
          </p:nvSpPr>
          <p:spPr>
            <a:xfrm>
              <a:off x="9569319" y="887965"/>
              <a:ext cx="1755710" cy="810206"/>
            </a:xfrm>
            <a:prstGeom prst="roundRect">
              <a:avLst>
                <a:gd name="adj" fmla="val 6428"/>
              </a:avLst>
            </a:prstGeom>
            <a:solidFill>
              <a:schemeClr val="accent6">
                <a:alpha val="8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2" name="テキスト ボックス 11">
              <a:extLst>
                <a:ext uri="{FF2B5EF4-FFF2-40B4-BE49-F238E27FC236}">
                  <a16:creationId xmlns:a16="http://schemas.microsoft.com/office/drawing/2014/main" id="{7D63EF3B-F450-FE84-676F-058D2D336A39}"/>
                </a:ext>
              </a:extLst>
            </p:cNvPr>
            <p:cNvSpPr txBox="1"/>
            <p:nvPr/>
          </p:nvSpPr>
          <p:spPr>
            <a:xfrm>
              <a:off x="10302707" y="1293068"/>
              <a:ext cx="1005403" cy="338554"/>
            </a:xfrm>
            <a:prstGeom prst="rect">
              <a:avLst/>
            </a:prstGeom>
            <a:noFill/>
          </p:spPr>
          <p:txBody>
            <a:bodyPr wrap="none" rtlCol="0">
              <a:spAutoFit/>
            </a:bodyPr>
            <a:lstStyle/>
            <a:p>
              <a:pPr algn="r"/>
              <a:r>
                <a:rPr kumimoji="1" lang="ja-JP" altLang="en-US"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取引する</a:t>
              </a:r>
              <a:endParaRPr kumimoji="1" lang="en-US" altLang="ja-JP"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pic>
        <p:nvPicPr>
          <p:cNvPr id="44" name="図 43">
            <a:extLst>
              <a:ext uri="{FF2B5EF4-FFF2-40B4-BE49-F238E27FC236}">
                <a16:creationId xmlns:a16="http://schemas.microsoft.com/office/drawing/2014/main" id="{9D94EF65-CC73-E97A-9000-7A22BD6E0AE4}"/>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1271707" y="235933"/>
            <a:ext cx="610371" cy="610371"/>
          </a:xfrm>
          <a:prstGeom prst="rect">
            <a:avLst/>
          </a:prstGeom>
        </p:spPr>
      </p:pic>
      <p:grpSp>
        <p:nvGrpSpPr>
          <p:cNvPr id="181" name="グループ化 180">
            <a:extLst>
              <a:ext uri="{FF2B5EF4-FFF2-40B4-BE49-F238E27FC236}">
                <a16:creationId xmlns:a16="http://schemas.microsoft.com/office/drawing/2014/main" id="{2CCBAADD-FEC8-FD56-D8ED-DEE174BA1CAA}"/>
              </a:ext>
            </a:extLst>
          </p:cNvPr>
          <p:cNvGrpSpPr/>
          <p:nvPr/>
        </p:nvGrpSpPr>
        <p:grpSpPr>
          <a:xfrm>
            <a:off x="9569319" y="5011901"/>
            <a:ext cx="1755710" cy="810206"/>
            <a:chOff x="9569319" y="5159829"/>
            <a:chExt cx="1755710" cy="810206"/>
          </a:xfrm>
          <a:solidFill>
            <a:schemeClr val="bg1">
              <a:lumMod val="85000"/>
              <a:alpha val="70000"/>
            </a:schemeClr>
          </a:solidFill>
        </p:grpSpPr>
        <p:sp>
          <p:nvSpPr>
            <p:cNvPr id="182" name="四角形: 角を丸くする 181">
              <a:extLst>
                <a:ext uri="{FF2B5EF4-FFF2-40B4-BE49-F238E27FC236}">
                  <a16:creationId xmlns:a16="http://schemas.microsoft.com/office/drawing/2014/main" id="{7E8DA81C-E500-F7B2-EC9B-1DA81FB0BEA7}"/>
                </a:ext>
              </a:extLst>
            </p:cNvPr>
            <p:cNvSpPr/>
            <p:nvPr/>
          </p:nvSpPr>
          <p:spPr>
            <a:xfrm>
              <a:off x="9569319" y="5159829"/>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HGS明朝E" panose="02020900000000000000" pitchFamily="18" charset="-128"/>
                <a:ea typeface="HGS明朝E" panose="02020900000000000000" pitchFamily="18" charset="-128"/>
              </a:endParaRPr>
            </a:p>
          </p:txBody>
        </p:sp>
        <p:sp>
          <p:nvSpPr>
            <p:cNvPr id="183" name="テキスト ボックス 182">
              <a:extLst>
                <a:ext uri="{FF2B5EF4-FFF2-40B4-BE49-F238E27FC236}">
                  <a16:creationId xmlns:a16="http://schemas.microsoft.com/office/drawing/2014/main" id="{32CF8EEB-A388-83C7-BEF5-FC8CF87AE8AA}"/>
                </a:ext>
              </a:extLst>
            </p:cNvPr>
            <p:cNvSpPr txBox="1"/>
            <p:nvPr/>
          </p:nvSpPr>
          <p:spPr>
            <a:xfrm>
              <a:off x="10430947" y="5564932"/>
              <a:ext cx="877163" cy="369332"/>
            </a:xfrm>
            <a:prstGeom prst="rect">
              <a:avLst/>
            </a:prstGeom>
            <a:noFill/>
            <a:ln>
              <a:noFill/>
            </a:ln>
          </p:spPr>
          <p:txBody>
            <a:bodyPr wrap="none" rtlCol="0">
              <a:spAutoFit/>
            </a:bodyPr>
            <a:lstStyle/>
            <a:p>
              <a:pPr algn="r"/>
              <a:r>
                <a:rPr kumimoji="1" lang="ja-JP" altLang="en-US"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rPr>
                <a:t>ルート</a:t>
              </a:r>
              <a:endParaRPr kumimoji="1" lang="en-US" altLang="ja-JP"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184" name="グループ化 183">
            <a:extLst>
              <a:ext uri="{FF2B5EF4-FFF2-40B4-BE49-F238E27FC236}">
                <a16:creationId xmlns:a16="http://schemas.microsoft.com/office/drawing/2014/main" id="{0D16FAAA-E738-7B8B-0DBE-7D77B540DB28}"/>
              </a:ext>
            </a:extLst>
          </p:cNvPr>
          <p:cNvGrpSpPr/>
          <p:nvPr/>
        </p:nvGrpSpPr>
        <p:grpSpPr>
          <a:xfrm>
            <a:off x="9569319" y="3698488"/>
            <a:ext cx="1755710" cy="810206"/>
            <a:chOff x="9575538" y="4156787"/>
            <a:chExt cx="1755710" cy="810206"/>
          </a:xfrm>
          <a:solidFill>
            <a:schemeClr val="bg1">
              <a:lumMod val="85000"/>
              <a:alpha val="70000"/>
            </a:schemeClr>
          </a:solidFill>
        </p:grpSpPr>
        <p:sp>
          <p:nvSpPr>
            <p:cNvPr id="185" name="四角形: 角を丸くする 184">
              <a:extLst>
                <a:ext uri="{FF2B5EF4-FFF2-40B4-BE49-F238E27FC236}">
                  <a16:creationId xmlns:a16="http://schemas.microsoft.com/office/drawing/2014/main" id="{CAD14D48-7C5C-63C8-21C4-27EF34E7B58C}"/>
                </a:ext>
              </a:extLst>
            </p:cNvPr>
            <p:cNvSpPr/>
            <p:nvPr/>
          </p:nvSpPr>
          <p:spPr>
            <a:xfrm>
              <a:off x="9575538" y="4156787"/>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HGS明朝E" panose="02020900000000000000" pitchFamily="18" charset="-128"/>
                <a:ea typeface="HGS明朝E" panose="02020900000000000000" pitchFamily="18" charset="-128"/>
              </a:endParaRPr>
            </a:p>
          </p:txBody>
        </p:sp>
        <p:sp>
          <p:nvSpPr>
            <p:cNvPr id="186" name="テキスト ボックス 185">
              <a:extLst>
                <a:ext uri="{FF2B5EF4-FFF2-40B4-BE49-F238E27FC236}">
                  <a16:creationId xmlns:a16="http://schemas.microsoft.com/office/drawing/2014/main" id="{BFDA908C-BF12-7D2A-47D5-04C3B4D8119A}"/>
                </a:ext>
              </a:extLst>
            </p:cNvPr>
            <p:cNvSpPr txBox="1"/>
            <p:nvPr/>
          </p:nvSpPr>
          <p:spPr>
            <a:xfrm>
              <a:off x="10661779" y="4561890"/>
              <a:ext cx="646331" cy="369332"/>
            </a:xfrm>
            <a:prstGeom prst="rect">
              <a:avLst/>
            </a:prstGeom>
            <a:noFill/>
            <a:ln>
              <a:noFill/>
            </a:ln>
          </p:spPr>
          <p:txBody>
            <a:bodyPr wrap="none" rtlCol="0">
              <a:spAutoFit/>
            </a:bodyPr>
            <a:lstStyle/>
            <a:p>
              <a:pPr algn="r"/>
              <a:r>
                <a:rPr kumimoji="1" lang="ja-JP" altLang="en-US"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rPr>
                <a:t>戻る</a:t>
              </a:r>
              <a:endParaRPr kumimoji="1" lang="en-US" altLang="ja-JP"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sp>
        <p:nvSpPr>
          <p:cNvPr id="4" name="テキスト ボックス 3">
            <a:extLst>
              <a:ext uri="{FF2B5EF4-FFF2-40B4-BE49-F238E27FC236}">
                <a16:creationId xmlns:a16="http://schemas.microsoft.com/office/drawing/2014/main" id="{6F11E00D-3877-00A4-B500-C57AA91CFE22}"/>
              </a:ext>
            </a:extLst>
          </p:cNvPr>
          <p:cNvSpPr txBox="1"/>
          <p:nvPr/>
        </p:nvSpPr>
        <p:spPr>
          <a:xfrm>
            <a:off x="948434" y="816247"/>
            <a:ext cx="2646878" cy="584775"/>
          </a:xfrm>
          <a:prstGeom prst="rect">
            <a:avLst/>
          </a:prstGeom>
          <a:noFill/>
        </p:spPr>
        <p:txBody>
          <a:bodyPr wrap="none" rtlCol="0">
            <a:spAutoFit/>
          </a:bodyPr>
          <a:lstStyle/>
          <a:p>
            <a:r>
              <a:rPr lang="ja-JP" altLang="en-US" sz="3200" dirty="0">
                <a:solidFill>
                  <a:schemeClr val="tx1">
                    <a:lumMod val="85000"/>
                    <a:lumOff val="15000"/>
                  </a:schemeClr>
                </a:solidFill>
                <a:latin typeface="HGS明朝E" panose="02020900000000000000" pitchFamily="18" charset="-128"/>
                <a:ea typeface="HGS明朝E" panose="02020900000000000000" pitchFamily="18" charset="-128"/>
              </a:rPr>
              <a:t>所持レア鉱石</a:t>
            </a:r>
          </a:p>
        </p:txBody>
      </p:sp>
      <p:grpSp>
        <p:nvGrpSpPr>
          <p:cNvPr id="62" name="グループ化 61">
            <a:extLst>
              <a:ext uri="{FF2B5EF4-FFF2-40B4-BE49-F238E27FC236}">
                <a16:creationId xmlns:a16="http://schemas.microsoft.com/office/drawing/2014/main" id="{5671606E-4B70-6B5F-941E-A88E998E4A17}"/>
              </a:ext>
            </a:extLst>
          </p:cNvPr>
          <p:cNvGrpSpPr/>
          <p:nvPr/>
        </p:nvGrpSpPr>
        <p:grpSpPr>
          <a:xfrm>
            <a:off x="1810754" y="1479407"/>
            <a:ext cx="1485182" cy="1563659"/>
            <a:chOff x="3645288" y="1685160"/>
            <a:chExt cx="1485182" cy="1563659"/>
          </a:xfrm>
        </p:grpSpPr>
        <p:grpSp>
          <p:nvGrpSpPr>
            <p:cNvPr id="8" name="グループ化 7">
              <a:extLst>
                <a:ext uri="{FF2B5EF4-FFF2-40B4-BE49-F238E27FC236}">
                  <a16:creationId xmlns:a16="http://schemas.microsoft.com/office/drawing/2014/main" id="{B11B84E5-DDDC-1731-5967-1AAE210A50B8}"/>
                </a:ext>
              </a:extLst>
            </p:cNvPr>
            <p:cNvGrpSpPr/>
            <p:nvPr/>
          </p:nvGrpSpPr>
          <p:grpSpPr>
            <a:xfrm>
              <a:off x="3645288" y="1685160"/>
              <a:ext cx="1485182" cy="1563659"/>
              <a:chOff x="1276828" y="4105786"/>
              <a:chExt cx="1144222" cy="1563659"/>
            </a:xfrm>
          </p:grpSpPr>
          <p:sp>
            <p:nvSpPr>
              <p:cNvPr id="9" name="四角形: 角を丸くする 8">
                <a:extLst>
                  <a:ext uri="{FF2B5EF4-FFF2-40B4-BE49-F238E27FC236}">
                    <a16:creationId xmlns:a16="http://schemas.microsoft.com/office/drawing/2014/main" id="{0723DD77-ED1B-BFDB-E331-B01EB0F4D820}"/>
                  </a:ext>
                </a:extLst>
              </p:cNvPr>
              <p:cNvSpPr/>
              <p:nvPr/>
            </p:nvSpPr>
            <p:spPr>
              <a:xfrm>
                <a:off x="1276828" y="4105786"/>
                <a:ext cx="1144222" cy="1563659"/>
              </a:xfrm>
              <a:prstGeom prst="roundRect">
                <a:avLst/>
              </a:prstGeom>
              <a:solidFill>
                <a:schemeClr val="bg1">
                  <a:lumMod val="75000"/>
                  <a:alpha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0" name="テキスト ボックス 9">
                <a:extLst>
                  <a:ext uri="{FF2B5EF4-FFF2-40B4-BE49-F238E27FC236}">
                    <a16:creationId xmlns:a16="http://schemas.microsoft.com/office/drawing/2014/main" id="{A830ABF7-F413-90C7-59FD-8764D4217C03}"/>
                  </a:ext>
                </a:extLst>
              </p:cNvPr>
              <p:cNvSpPr txBox="1"/>
              <p:nvPr/>
            </p:nvSpPr>
            <p:spPr>
              <a:xfrm>
                <a:off x="1315928" y="4148054"/>
                <a:ext cx="1066022" cy="369332"/>
              </a:xfrm>
              <a:prstGeom prst="rect">
                <a:avLst/>
              </a:prstGeom>
              <a:noFill/>
            </p:spPr>
            <p:txBody>
              <a:bodyPr wrap="square">
                <a:spAutoFit/>
              </a:bodyPr>
              <a:lstStyle/>
              <a:p>
                <a:pPr algn="ctr"/>
                <a:r>
                  <a:rPr lang="en-US" altLang="ja-JP" dirty="0">
                    <a:solidFill>
                      <a:schemeClr val="accent6">
                        <a:lumMod val="60000"/>
                        <a:lumOff val="40000"/>
                      </a:schemeClr>
                    </a:solidFill>
                    <a:latin typeface="HGS明朝E" panose="02020900000000000000" pitchFamily="18" charset="-128"/>
                    <a:ea typeface="HGS明朝E" panose="02020900000000000000" pitchFamily="18" charset="-128"/>
                  </a:rPr>
                  <a:t>R</a:t>
                </a:r>
                <a:r>
                  <a:rPr lang="en-US" altLang="ja-JP" sz="1600" dirty="0">
                    <a:solidFill>
                      <a:schemeClr val="tx1">
                        <a:lumMod val="85000"/>
                        <a:lumOff val="15000"/>
                      </a:schemeClr>
                    </a:solidFill>
                    <a:latin typeface="HGS明朝E" panose="02020900000000000000" pitchFamily="18" charset="-128"/>
                    <a:ea typeface="HGS明朝E" panose="02020900000000000000" pitchFamily="18" charset="-128"/>
                  </a:rPr>
                  <a:t>×</a:t>
                </a:r>
                <a:r>
                  <a:rPr lang="en-US" altLang="ja-JP" dirty="0">
                    <a:solidFill>
                      <a:schemeClr val="tx1">
                        <a:lumMod val="85000"/>
                        <a:lumOff val="15000"/>
                      </a:schemeClr>
                    </a:solidFill>
                    <a:latin typeface="HGS明朝E" panose="02020900000000000000" pitchFamily="18" charset="-128"/>
                    <a:ea typeface="HGS明朝E" panose="02020900000000000000" pitchFamily="18" charset="-128"/>
                  </a:rPr>
                  <a:t>00</a:t>
                </a:r>
                <a:endParaRPr lang="ja-JP" altLang="en-US" dirty="0">
                  <a:solidFill>
                    <a:schemeClr val="tx1">
                      <a:lumMod val="85000"/>
                      <a:lumOff val="15000"/>
                    </a:schemeClr>
                  </a:solidFill>
                  <a:latin typeface="HGS明朝E" panose="02020900000000000000" pitchFamily="18" charset="-128"/>
                  <a:ea typeface="HGS明朝E" panose="02020900000000000000" pitchFamily="18" charset="-128"/>
                </a:endParaRPr>
              </a:p>
            </p:txBody>
          </p:sp>
        </p:grpSp>
        <p:pic>
          <p:nvPicPr>
            <p:cNvPr id="52" name="図 51">
              <a:extLst>
                <a:ext uri="{FF2B5EF4-FFF2-40B4-BE49-F238E27FC236}">
                  <a16:creationId xmlns:a16="http://schemas.microsoft.com/office/drawing/2014/main" id="{F026E0A8-CCB9-A0FC-886B-38A04F4E15C6}"/>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3805927" y="2096760"/>
              <a:ext cx="1100325" cy="1071966"/>
            </a:xfrm>
            <a:prstGeom prst="rect">
              <a:avLst/>
            </a:prstGeom>
          </p:spPr>
        </p:pic>
      </p:grpSp>
      <p:grpSp>
        <p:nvGrpSpPr>
          <p:cNvPr id="63" name="グループ化 62">
            <a:extLst>
              <a:ext uri="{FF2B5EF4-FFF2-40B4-BE49-F238E27FC236}">
                <a16:creationId xmlns:a16="http://schemas.microsoft.com/office/drawing/2014/main" id="{0B04825B-0365-2213-184D-8C4374C863AF}"/>
              </a:ext>
            </a:extLst>
          </p:cNvPr>
          <p:cNvGrpSpPr/>
          <p:nvPr/>
        </p:nvGrpSpPr>
        <p:grpSpPr>
          <a:xfrm>
            <a:off x="4234514" y="1479407"/>
            <a:ext cx="1485182" cy="1563659"/>
            <a:chOff x="5460628" y="1685160"/>
            <a:chExt cx="1485182" cy="1563659"/>
          </a:xfrm>
        </p:grpSpPr>
        <p:grpSp>
          <p:nvGrpSpPr>
            <p:cNvPr id="13" name="グループ化 12">
              <a:extLst>
                <a:ext uri="{FF2B5EF4-FFF2-40B4-BE49-F238E27FC236}">
                  <a16:creationId xmlns:a16="http://schemas.microsoft.com/office/drawing/2014/main" id="{28CA85D6-A4A6-1EA8-0311-BCA3019E54D0}"/>
                </a:ext>
              </a:extLst>
            </p:cNvPr>
            <p:cNvGrpSpPr/>
            <p:nvPr/>
          </p:nvGrpSpPr>
          <p:grpSpPr>
            <a:xfrm>
              <a:off x="5460628" y="1685160"/>
              <a:ext cx="1485182" cy="1563659"/>
              <a:chOff x="1276828" y="4105786"/>
              <a:chExt cx="1144222" cy="1563659"/>
            </a:xfrm>
          </p:grpSpPr>
          <p:sp>
            <p:nvSpPr>
              <p:cNvPr id="14" name="四角形: 角を丸くする 13">
                <a:extLst>
                  <a:ext uri="{FF2B5EF4-FFF2-40B4-BE49-F238E27FC236}">
                    <a16:creationId xmlns:a16="http://schemas.microsoft.com/office/drawing/2014/main" id="{80CB3402-08A1-D848-6F86-D90D554B0ADA}"/>
                  </a:ext>
                </a:extLst>
              </p:cNvPr>
              <p:cNvSpPr/>
              <p:nvPr/>
            </p:nvSpPr>
            <p:spPr>
              <a:xfrm>
                <a:off x="1276828" y="4105786"/>
                <a:ext cx="1144222" cy="1563659"/>
              </a:xfrm>
              <a:prstGeom prst="roundRect">
                <a:avLst/>
              </a:prstGeom>
              <a:solidFill>
                <a:schemeClr val="bg1">
                  <a:lumMod val="75000"/>
                  <a:alpha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5" name="テキスト ボックス 14">
                <a:extLst>
                  <a:ext uri="{FF2B5EF4-FFF2-40B4-BE49-F238E27FC236}">
                    <a16:creationId xmlns:a16="http://schemas.microsoft.com/office/drawing/2014/main" id="{F4D551A0-0A98-28C0-08F5-A1529FAB095C}"/>
                  </a:ext>
                </a:extLst>
              </p:cNvPr>
              <p:cNvSpPr txBox="1"/>
              <p:nvPr/>
            </p:nvSpPr>
            <p:spPr>
              <a:xfrm>
                <a:off x="1315928" y="4148054"/>
                <a:ext cx="1066022" cy="369332"/>
              </a:xfrm>
              <a:prstGeom prst="rect">
                <a:avLst/>
              </a:prstGeom>
              <a:noFill/>
            </p:spPr>
            <p:txBody>
              <a:bodyPr wrap="square">
                <a:spAutoFit/>
              </a:bodyPr>
              <a:lstStyle/>
              <a:p>
                <a:pPr algn="ctr"/>
                <a:r>
                  <a:rPr lang="en-US" altLang="ja-JP" dirty="0">
                    <a:gradFill flip="none" rotWithShape="1">
                      <a:gsLst>
                        <a:gs pos="0">
                          <a:srgbClr val="CC66FF"/>
                        </a:gs>
                        <a:gs pos="50000">
                          <a:srgbClr val="CC00FF"/>
                        </a:gs>
                        <a:gs pos="100000">
                          <a:srgbClr val="CC66FF"/>
                        </a:gs>
                      </a:gsLst>
                      <a:lin ang="2700000" scaled="1"/>
                      <a:tileRect/>
                    </a:gradFill>
                    <a:latin typeface="HGS明朝E" panose="02020900000000000000" pitchFamily="18" charset="-128"/>
                    <a:ea typeface="HGS明朝E" panose="02020900000000000000" pitchFamily="18" charset="-128"/>
                  </a:rPr>
                  <a:t>SR</a:t>
                </a:r>
                <a:r>
                  <a:rPr lang="en-US" altLang="ja-JP" sz="1600" dirty="0">
                    <a:solidFill>
                      <a:schemeClr val="tx1">
                        <a:lumMod val="85000"/>
                        <a:lumOff val="15000"/>
                      </a:schemeClr>
                    </a:solidFill>
                    <a:latin typeface="HGS明朝E" panose="02020900000000000000" pitchFamily="18" charset="-128"/>
                    <a:ea typeface="HGS明朝E" panose="02020900000000000000" pitchFamily="18" charset="-128"/>
                  </a:rPr>
                  <a:t>×</a:t>
                </a:r>
                <a:r>
                  <a:rPr lang="en-US" altLang="ja-JP" dirty="0">
                    <a:solidFill>
                      <a:schemeClr val="tx1">
                        <a:lumMod val="85000"/>
                        <a:lumOff val="15000"/>
                      </a:schemeClr>
                    </a:solidFill>
                    <a:latin typeface="HGS明朝E" panose="02020900000000000000" pitchFamily="18" charset="-128"/>
                    <a:ea typeface="HGS明朝E" panose="02020900000000000000" pitchFamily="18" charset="-128"/>
                  </a:rPr>
                  <a:t>00</a:t>
                </a:r>
                <a:endParaRPr lang="ja-JP" altLang="en-US" dirty="0">
                  <a:solidFill>
                    <a:schemeClr val="tx1">
                      <a:lumMod val="85000"/>
                      <a:lumOff val="15000"/>
                    </a:schemeClr>
                  </a:solidFill>
                  <a:latin typeface="HGS明朝E" panose="02020900000000000000" pitchFamily="18" charset="-128"/>
                  <a:ea typeface="HGS明朝E" panose="02020900000000000000" pitchFamily="18" charset="-128"/>
                </a:endParaRPr>
              </a:p>
            </p:txBody>
          </p:sp>
        </p:grpSp>
        <p:pic>
          <p:nvPicPr>
            <p:cNvPr id="53" name="図 52">
              <a:extLst>
                <a:ext uri="{FF2B5EF4-FFF2-40B4-BE49-F238E27FC236}">
                  <a16:creationId xmlns:a16="http://schemas.microsoft.com/office/drawing/2014/main" id="{046B46B2-2693-D3B3-6CF9-F87DEB4C1759}"/>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5637161" y="2096760"/>
              <a:ext cx="1100325" cy="1071966"/>
            </a:xfrm>
            <a:prstGeom prst="rect">
              <a:avLst/>
            </a:prstGeom>
          </p:spPr>
        </p:pic>
      </p:grpSp>
      <p:grpSp>
        <p:nvGrpSpPr>
          <p:cNvPr id="64" name="グループ化 63">
            <a:extLst>
              <a:ext uri="{FF2B5EF4-FFF2-40B4-BE49-F238E27FC236}">
                <a16:creationId xmlns:a16="http://schemas.microsoft.com/office/drawing/2014/main" id="{5EF8758E-E1CB-9A33-12E9-1BB63303D91F}"/>
              </a:ext>
            </a:extLst>
          </p:cNvPr>
          <p:cNvGrpSpPr/>
          <p:nvPr/>
        </p:nvGrpSpPr>
        <p:grpSpPr>
          <a:xfrm>
            <a:off x="6658274" y="1479406"/>
            <a:ext cx="1485182" cy="1563659"/>
            <a:chOff x="7275968" y="1685160"/>
            <a:chExt cx="1485182" cy="1563659"/>
          </a:xfrm>
        </p:grpSpPr>
        <p:grpSp>
          <p:nvGrpSpPr>
            <p:cNvPr id="18" name="グループ化 17">
              <a:extLst>
                <a:ext uri="{FF2B5EF4-FFF2-40B4-BE49-F238E27FC236}">
                  <a16:creationId xmlns:a16="http://schemas.microsoft.com/office/drawing/2014/main" id="{AB726E61-E224-0FEF-414F-A2627F8E6DD3}"/>
                </a:ext>
              </a:extLst>
            </p:cNvPr>
            <p:cNvGrpSpPr/>
            <p:nvPr/>
          </p:nvGrpSpPr>
          <p:grpSpPr>
            <a:xfrm>
              <a:off x="7275968" y="1685160"/>
              <a:ext cx="1485182" cy="1563659"/>
              <a:chOff x="1276828" y="4105786"/>
              <a:chExt cx="1144222" cy="1563659"/>
            </a:xfrm>
          </p:grpSpPr>
          <p:sp>
            <p:nvSpPr>
              <p:cNvPr id="19" name="四角形: 角を丸くする 18">
                <a:extLst>
                  <a:ext uri="{FF2B5EF4-FFF2-40B4-BE49-F238E27FC236}">
                    <a16:creationId xmlns:a16="http://schemas.microsoft.com/office/drawing/2014/main" id="{7338001E-3EB7-8AE9-549D-9B87C96B2C54}"/>
                  </a:ext>
                </a:extLst>
              </p:cNvPr>
              <p:cNvSpPr/>
              <p:nvPr/>
            </p:nvSpPr>
            <p:spPr>
              <a:xfrm>
                <a:off x="1276828" y="4105786"/>
                <a:ext cx="1144222" cy="1563659"/>
              </a:xfrm>
              <a:prstGeom prst="roundRect">
                <a:avLst/>
              </a:prstGeom>
              <a:solidFill>
                <a:schemeClr val="bg1">
                  <a:lumMod val="75000"/>
                  <a:alpha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1" name="テキスト ボックス 20">
                <a:extLst>
                  <a:ext uri="{FF2B5EF4-FFF2-40B4-BE49-F238E27FC236}">
                    <a16:creationId xmlns:a16="http://schemas.microsoft.com/office/drawing/2014/main" id="{9A62FFE5-C704-322A-36C2-E4EE1DF2E5D6}"/>
                  </a:ext>
                </a:extLst>
              </p:cNvPr>
              <p:cNvSpPr txBox="1"/>
              <p:nvPr/>
            </p:nvSpPr>
            <p:spPr>
              <a:xfrm>
                <a:off x="1315928" y="4148054"/>
                <a:ext cx="1066022" cy="369332"/>
              </a:xfrm>
              <a:prstGeom prst="rect">
                <a:avLst/>
              </a:prstGeom>
              <a:noFill/>
            </p:spPr>
            <p:txBody>
              <a:bodyPr wrap="square">
                <a:spAutoFit/>
              </a:bodyPr>
              <a:lstStyle/>
              <a:p>
                <a:pPr algn="ctr"/>
                <a:r>
                  <a:rPr lang="en-US" altLang="ja-JP" dirty="0">
                    <a:gradFill flip="none" rotWithShape="1">
                      <a:gsLst>
                        <a:gs pos="100000">
                          <a:srgbClr val="CC66FF"/>
                        </a:gs>
                        <a:gs pos="75000">
                          <a:srgbClr val="00B0F0"/>
                        </a:gs>
                        <a:gs pos="50000">
                          <a:srgbClr val="92D050"/>
                        </a:gs>
                        <a:gs pos="25000">
                          <a:srgbClr val="FFC000"/>
                        </a:gs>
                        <a:gs pos="1000">
                          <a:srgbClr val="FF0000"/>
                        </a:gs>
                      </a:gsLst>
                      <a:lin ang="2700000" scaled="1"/>
                      <a:tileRect/>
                    </a:gradFill>
                    <a:effectLst>
                      <a:outerShdw blurRad="38100" dist="38100" dir="2700000" algn="tl">
                        <a:srgbClr val="000000">
                          <a:alpha val="43137"/>
                        </a:srgbClr>
                      </a:outerShdw>
                    </a:effectLst>
                    <a:latin typeface="HGS明朝E" panose="02020900000000000000" pitchFamily="18" charset="-128"/>
                    <a:ea typeface="HGS明朝E" panose="02020900000000000000" pitchFamily="18" charset="-128"/>
                  </a:rPr>
                  <a:t>SSR</a:t>
                </a:r>
                <a:r>
                  <a:rPr lang="en-US" altLang="ja-JP" sz="1600" dirty="0">
                    <a:solidFill>
                      <a:schemeClr val="tx1">
                        <a:lumMod val="85000"/>
                        <a:lumOff val="15000"/>
                      </a:schemeClr>
                    </a:solidFill>
                    <a:latin typeface="HGS明朝E" panose="02020900000000000000" pitchFamily="18" charset="-128"/>
                    <a:ea typeface="HGS明朝E" panose="02020900000000000000" pitchFamily="18" charset="-128"/>
                  </a:rPr>
                  <a:t>×</a:t>
                </a:r>
                <a:r>
                  <a:rPr lang="en-US" altLang="ja-JP" dirty="0">
                    <a:solidFill>
                      <a:schemeClr val="tx1">
                        <a:lumMod val="85000"/>
                        <a:lumOff val="15000"/>
                      </a:schemeClr>
                    </a:solidFill>
                    <a:latin typeface="HGS明朝E" panose="02020900000000000000" pitchFamily="18" charset="-128"/>
                    <a:ea typeface="HGS明朝E" panose="02020900000000000000" pitchFamily="18" charset="-128"/>
                  </a:rPr>
                  <a:t>00</a:t>
                </a:r>
                <a:endParaRPr lang="ja-JP" altLang="en-US" dirty="0">
                  <a:solidFill>
                    <a:schemeClr val="tx1">
                      <a:lumMod val="85000"/>
                      <a:lumOff val="15000"/>
                    </a:schemeClr>
                  </a:solidFill>
                  <a:latin typeface="HGS明朝E" panose="02020900000000000000" pitchFamily="18" charset="-128"/>
                  <a:ea typeface="HGS明朝E" panose="02020900000000000000" pitchFamily="18" charset="-128"/>
                </a:endParaRPr>
              </a:p>
            </p:txBody>
          </p:sp>
        </p:grpSp>
        <p:pic>
          <p:nvPicPr>
            <p:cNvPr id="54" name="図 53">
              <a:extLst>
                <a:ext uri="{FF2B5EF4-FFF2-40B4-BE49-F238E27FC236}">
                  <a16:creationId xmlns:a16="http://schemas.microsoft.com/office/drawing/2014/main" id="{C8B6FE4A-D6A1-49A1-37FA-A3BC612AD4BD}"/>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468396" y="2096760"/>
              <a:ext cx="1100325" cy="1071966"/>
            </a:xfrm>
            <a:prstGeom prst="rect">
              <a:avLst/>
            </a:prstGeom>
          </p:spPr>
        </p:pic>
      </p:grpSp>
      <p:grpSp>
        <p:nvGrpSpPr>
          <p:cNvPr id="131" name="グループ化 130">
            <a:extLst>
              <a:ext uri="{FF2B5EF4-FFF2-40B4-BE49-F238E27FC236}">
                <a16:creationId xmlns:a16="http://schemas.microsoft.com/office/drawing/2014/main" id="{80CCDFD5-C9E5-692A-E82A-A7F030EC33BC}"/>
              </a:ext>
            </a:extLst>
          </p:cNvPr>
          <p:cNvGrpSpPr/>
          <p:nvPr/>
        </p:nvGrpSpPr>
        <p:grpSpPr>
          <a:xfrm>
            <a:off x="4440185" y="3623843"/>
            <a:ext cx="3873105" cy="2076704"/>
            <a:chOff x="1530841" y="3768280"/>
            <a:chExt cx="3873105" cy="2076704"/>
          </a:xfrm>
        </p:grpSpPr>
        <p:grpSp>
          <p:nvGrpSpPr>
            <p:cNvPr id="115" name="グループ化 114">
              <a:extLst>
                <a:ext uri="{FF2B5EF4-FFF2-40B4-BE49-F238E27FC236}">
                  <a16:creationId xmlns:a16="http://schemas.microsoft.com/office/drawing/2014/main" id="{CCE1F9B6-113E-4A36-DF74-CA2ADA649A0F}"/>
                </a:ext>
              </a:extLst>
            </p:cNvPr>
            <p:cNvGrpSpPr/>
            <p:nvPr/>
          </p:nvGrpSpPr>
          <p:grpSpPr>
            <a:xfrm>
              <a:off x="1530841" y="3988503"/>
              <a:ext cx="2158071" cy="1716321"/>
              <a:chOff x="1810754" y="4082007"/>
              <a:chExt cx="2158071" cy="1716321"/>
            </a:xfrm>
          </p:grpSpPr>
          <p:grpSp>
            <p:nvGrpSpPr>
              <p:cNvPr id="66" name="グループ化 65">
                <a:extLst>
                  <a:ext uri="{FF2B5EF4-FFF2-40B4-BE49-F238E27FC236}">
                    <a16:creationId xmlns:a16="http://schemas.microsoft.com/office/drawing/2014/main" id="{F3F399F7-EE0F-7223-E0AF-A3D017F42BB4}"/>
                  </a:ext>
                </a:extLst>
              </p:cNvPr>
              <p:cNvGrpSpPr/>
              <p:nvPr/>
            </p:nvGrpSpPr>
            <p:grpSpPr>
              <a:xfrm>
                <a:off x="1810754" y="4082007"/>
                <a:ext cx="1485182" cy="1716321"/>
                <a:chOff x="1276828" y="4105786"/>
                <a:chExt cx="1144222" cy="1716321"/>
              </a:xfrm>
            </p:grpSpPr>
            <p:sp>
              <p:nvSpPr>
                <p:cNvPr id="68" name="四角形: 角を丸くする 67">
                  <a:extLst>
                    <a:ext uri="{FF2B5EF4-FFF2-40B4-BE49-F238E27FC236}">
                      <a16:creationId xmlns:a16="http://schemas.microsoft.com/office/drawing/2014/main" id="{9E18499A-30D3-4006-20FE-279FB905C151}"/>
                    </a:ext>
                  </a:extLst>
                </p:cNvPr>
                <p:cNvSpPr/>
                <p:nvPr/>
              </p:nvSpPr>
              <p:spPr>
                <a:xfrm>
                  <a:off x="1276828" y="4105786"/>
                  <a:ext cx="1144222" cy="1716321"/>
                </a:xfrm>
                <a:prstGeom prst="roundRect">
                  <a:avLst/>
                </a:prstGeom>
                <a:solidFill>
                  <a:schemeClr val="accent3">
                    <a:lumMod val="20000"/>
                    <a:lumOff val="80000"/>
                    <a:alpha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69" name="テキスト ボックス 68">
                  <a:extLst>
                    <a:ext uri="{FF2B5EF4-FFF2-40B4-BE49-F238E27FC236}">
                      <a16:creationId xmlns:a16="http://schemas.microsoft.com/office/drawing/2014/main" id="{A3399661-B653-988F-E8B2-92F8241ADBF9}"/>
                    </a:ext>
                  </a:extLst>
                </p:cNvPr>
                <p:cNvSpPr txBox="1"/>
                <p:nvPr/>
              </p:nvSpPr>
              <p:spPr>
                <a:xfrm>
                  <a:off x="1315928" y="4163141"/>
                  <a:ext cx="1066022" cy="369332"/>
                </a:xfrm>
                <a:prstGeom prst="rect">
                  <a:avLst/>
                </a:prstGeom>
                <a:noFill/>
              </p:spPr>
              <p:txBody>
                <a:bodyPr wrap="square">
                  <a:spAutoFit/>
                </a:bodyPr>
                <a:lstStyle/>
                <a:p>
                  <a:pPr algn="ctr"/>
                  <a:r>
                    <a:rPr lang="en-US" altLang="ja-JP" dirty="0">
                      <a:solidFill>
                        <a:schemeClr val="accent3">
                          <a:lumMod val="75000"/>
                        </a:schemeClr>
                      </a:solidFill>
                      <a:latin typeface="HGS明朝E" panose="02020900000000000000" pitchFamily="18" charset="-128"/>
                      <a:ea typeface="HGS明朝E" panose="02020900000000000000" pitchFamily="18" charset="-128"/>
                    </a:rPr>
                    <a:t>HP</a:t>
                  </a:r>
                  <a:r>
                    <a:rPr lang="ja-JP" altLang="en-US" sz="1600" dirty="0">
                      <a:solidFill>
                        <a:schemeClr val="bg1">
                          <a:lumMod val="95000"/>
                        </a:schemeClr>
                      </a:solidFill>
                      <a:latin typeface="HGS明朝E" panose="02020900000000000000" pitchFamily="18" charset="-128"/>
                      <a:ea typeface="HGS明朝E" panose="02020900000000000000" pitchFamily="18" charset="-128"/>
                    </a:rPr>
                    <a:t>＋</a:t>
                  </a:r>
                  <a:r>
                    <a:rPr lang="en-US" altLang="ja-JP" dirty="0">
                      <a:solidFill>
                        <a:schemeClr val="bg1">
                          <a:lumMod val="95000"/>
                        </a:schemeClr>
                      </a:solidFill>
                      <a:latin typeface="HGS明朝E" panose="02020900000000000000" pitchFamily="18" charset="-128"/>
                      <a:ea typeface="HGS明朝E" panose="02020900000000000000" pitchFamily="18" charset="-128"/>
                    </a:rPr>
                    <a:t>10</a:t>
                  </a:r>
                  <a:r>
                    <a:rPr lang="ja-JP" altLang="en-US" dirty="0">
                      <a:solidFill>
                        <a:schemeClr val="bg1">
                          <a:lumMod val="95000"/>
                        </a:schemeClr>
                      </a:solidFill>
                      <a:latin typeface="HGS明朝E" panose="02020900000000000000" pitchFamily="18" charset="-128"/>
                      <a:ea typeface="HGS明朝E" panose="02020900000000000000" pitchFamily="18" charset="-128"/>
                    </a:rPr>
                    <a:t>％</a:t>
                  </a:r>
                </a:p>
              </p:txBody>
            </p:sp>
          </p:grpSp>
          <p:pic>
            <p:nvPicPr>
              <p:cNvPr id="71" name="図 70">
                <a:extLst>
                  <a:ext uri="{FF2B5EF4-FFF2-40B4-BE49-F238E27FC236}">
                    <a16:creationId xmlns:a16="http://schemas.microsoft.com/office/drawing/2014/main" id="{2B8E86B1-367F-5820-8C7C-725BDD8DB2B1}"/>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2115664" y="4664259"/>
                <a:ext cx="834064" cy="834064"/>
              </a:xfrm>
              <a:prstGeom prst="rect">
                <a:avLst/>
              </a:prstGeom>
            </p:spPr>
          </p:pic>
          <p:sp>
            <p:nvSpPr>
              <p:cNvPr id="72" name="矢印: 右 71">
                <a:extLst>
                  <a:ext uri="{FF2B5EF4-FFF2-40B4-BE49-F238E27FC236}">
                    <a16:creationId xmlns:a16="http://schemas.microsoft.com/office/drawing/2014/main" id="{76364D40-F7D3-4FE3-AB34-ADAAFCA1CB21}"/>
                  </a:ext>
                </a:extLst>
              </p:cNvPr>
              <p:cNvSpPr/>
              <p:nvPr/>
            </p:nvSpPr>
            <p:spPr>
              <a:xfrm>
                <a:off x="3291070" y="4523135"/>
                <a:ext cx="677755" cy="834064"/>
              </a:xfrm>
              <a:prstGeom prst="rightArrow">
                <a:avLst>
                  <a:gd name="adj1" fmla="val 50000"/>
                  <a:gd name="adj2" fmla="val 58260"/>
                </a:avLst>
              </a:prstGeom>
              <a:solidFill>
                <a:schemeClr val="accent3">
                  <a:lumMod val="20000"/>
                  <a:lumOff val="80000"/>
                  <a:alpha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129" name="グループ化 128">
              <a:extLst>
                <a:ext uri="{FF2B5EF4-FFF2-40B4-BE49-F238E27FC236}">
                  <a16:creationId xmlns:a16="http://schemas.microsoft.com/office/drawing/2014/main" id="{354D79C7-34F1-0117-BAB6-21E3CBE0FFA4}"/>
                </a:ext>
              </a:extLst>
            </p:cNvPr>
            <p:cNvGrpSpPr/>
            <p:nvPr/>
          </p:nvGrpSpPr>
          <p:grpSpPr>
            <a:xfrm>
              <a:off x="3684012" y="3768280"/>
              <a:ext cx="1719934" cy="2076704"/>
              <a:chOff x="4234514" y="3768280"/>
              <a:chExt cx="1719934" cy="2076704"/>
            </a:xfrm>
          </p:grpSpPr>
          <p:sp>
            <p:nvSpPr>
              <p:cNvPr id="80" name="四角形: 角を丸くする 79">
                <a:extLst>
                  <a:ext uri="{FF2B5EF4-FFF2-40B4-BE49-F238E27FC236}">
                    <a16:creationId xmlns:a16="http://schemas.microsoft.com/office/drawing/2014/main" id="{3F90ECEF-D2AA-CED9-BAB7-C36D69C9025A}"/>
                  </a:ext>
                </a:extLst>
              </p:cNvPr>
              <p:cNvSpPr/>
              <p:nvPr/>
            </p:nvSpPr>
            <p:spPr>
              <a:xfrm>
                <a:off x="4234514" y="3768280"/>
                <a:ext cx="1719934" cy="2076704"/>
              </a:xfrm>
              <a:prstGeom prst="roundRect">
                <a:avLst>
                  <a:gd name="adj" fmla="val 9614"/>
                </a:avLst>
              </a:prstGeom>
              <a:solidFill>
                <a:schemeClr val="accent3">
                  <a:lumMod val="20000"/>
                  <a:lumOff val="80000"/>
                  <a:alpha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nvGrpSpPr>
              <p:cNvPr id="81" name="グループ化 80">
                <a:extLst>
                  <a:ext uri="{FF2B5EF4-FFF2-40B4-BE49-F238E27FC236}">
                    <a16:creationId xmlns:a16="http://schemas.microsoft.com/office/drawing/2014/main" id="{B1E46004-B1E3-6129-32BF-185EEABC7167}"/>
                  </a:ext>
                </a:extLst>
              </p:cNvPr>
              <p:cNvGrpSpPr/>
              <p:nvPr/>
            </p:nvGrpSpPr>
            <p:grpSpPr>
              <a:xfrm>
                <a:off x="4401555" y="5171959"/>
                <a:ext cx="1378592" cy="501114"/>
                <a:chOff x="1791694" y="1421053"/>
                <a:chExt cx="1021532" cy="501114"/>
              </a:xfrm>
            </p:grpSpPr>
            <p:grpSp>
              <p:nvGrpSpPr>
                <p:cNvPr id="85" name="グループ化 84">
                  <a:extLst>
                    <a:ext uri="{FF2B5EF4-FFF2-40B4-BE49-F238E27FC236}">
                      <a16:creationId xmlns:a16="http://schemas.microsoft.com/office/drawing/2014/main" id="{A9741E08-86E6-F010-6926-1382A151976C}"/>
                    </a:ext>
                  </a:extLst>
                </p:cNvPr>
                <p:cNvGrpSpPr/>
                <p:nvPr/>
              </p:nvGrpSpPr>
              <p:grpSpPr>
                <a:xfrm>
                  <a:off x="1850735" y="1732906"/>
                  <a:ext cx="962491" cy="189261"/>
                  <a:chOff x="3619753" y="4534386"/>
                  <a:chExt cx="5490959" cy="751289"/>
                </a:xfrm>
              </p:grpSpPr>
              <p:pic>
                <p:nvPicPr>
                  <p:cNvPr id="87" name="図 86">
                    <a:extLst>
                      <a:ext uri="{FF2B5EF4-FFF2-40B4-BE49-F238E27FC236}">
                        <a16:creationId xmlns:a16="http://schemas.microsoft.com/office/drawing/2014/main" id="{21C4A60E-95EC-E6BC-ECDB-9EC943B0DEEA}"/>
                      </a:ext>
                    </a:extLst>
                  </p:cNvPr>
                  <p:cNvPicPr>
                    <a:picLocks noChangeAspect="1"/>
                  </p:cNvPicPr>
                  <p:nvPr/>
                </p:nvPicPr>
                <p:blipFill>
                  <a:blip r:embed="rId7">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a:off x="3637696" y="4549167"/>
                    <a:ext cx="5473016" cy="736508"/>
                  </a:xfrm>
                  <a:prstGeom prst="rect">
                    <a:avLst/>
                  </a:prstGeom>
                </p:spPr>
              </p:pic>
              <p:pic>
                <p:nvPicPr>
                  <p:cNvPr id="90" name="図 89">
                    <a:extLst>
                      <a:ext uri="{FF2B5EF4-FFF2-40B4-BE49-F238E27FC236}">
                        <a16:creationId xmlns:a16="http://schemas.microsoft.com/office/drawing/2014/main" id="{16AB8549-A551-930A-99E6-B4159245DE43}"/>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3619753" y="4534386"/>
                    <a:ext cx="4332529" cy="736507"/>
                  </a:xfrm>
                  <a:prstGeom prst="rect">
                    <a:avLst/>
                  </a:prstGeom>
                </p:spPr>
              </p:pic>
            </p:grpSp>
            <p:sp>
              <p:nvSpPr>
                <p:cNvPr id="86" name="テキスト ボックス 85">
                  <a:extLst>
                    <a:ext uri="{FF2B5EF4-FFF2-40B4-BE49-F238E27FC236}">
                      <a16:creationId xmlns:a16="http://schemas.microsoft.com/office/drawing/2014/main" id="{ED89B30B-21A1-3232-1646-A4E737BDD1D4}"/>
                    </a:ext>
                  </a:extLst>
                </p:cNvPr>
                <p:cNvSpPr txBox="1"/>
                <p:nvPr/>
              </p:nvSpPr>
              <p:spPr>
                <a:xfrm>
                  <a:off x="1791694" y="1421053"/>
                  <a:ext cx="968535" cy="338554"/>
                </a:xfrm>
                <a:prstGeom prst="rect">
                  <a:avLst/>
                </a:prstGeom>
                <a:noFill/>
              </p:spPr>
              <p:txBody>
                <a:bodyPr wrap="none" rtlCol="0">
                  <a:spAutoFit/>
                </a:bodyPr>
                <a:lstStyle/>
                <a:p>
                  <a:r>
                    <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rPr>
                    <a:t>HP</a:t>
                  </a:r>
                  <a:r>
                    <a:rPr lang="ja-JP" altLang="en-US" sz="1200" b="1" dirty="0">
                      <a:solidFill>
                        <a:schemeClr val="tx1">
                          <a:lumMod val="95000"/>
                          <a:lumOff val="5000"/>
                        </a:schemeClr>
                      </a:solidFill>
                      <a:latin typeface="HGS明朝E" panose="02020900000000000000" pitchFamily="18" charset="-128"/>
                      <a:ea typeface="HGS明朝E" panose="02020900000000000000" pitchFamily="18" charset="-128"/>
                    </a:rPr>
                    <a:t>：</a:t>
                  </a:r>
                  <a:r>
                    <a:rPr lang="en-US" altLang="ja-JP" sz="1600" b="1" dirty="0">
                      <a:solidFill>
                        <a:schemeClr val="tx1">
                          <a:lumMod val="95000"/>
                          <a:lumOff val="5000"/>
                        </a:schemeClr>
                      </a:solidFill>
                      <a:latin typeface="HGS明朝E" panose="02020900000000000000" pitchFamily="18" charset="-128"/>
                      <a:ea typeface="HGS明朝E" panose="02020900000000000000" pitchFamily="18" charset="-128"/>
                    </a:rPr>
                    <a:t>0000</a:t>
                  </a:r>
                  <a:endPar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endParaRPr>
                </a:p>
              </p:txBody>
            </p:sp>
          </p:grpSp>
          <p:pic>
            <p:nvPicPr>
              <p:cNvPr id="91" name="図 90">
                <a:extLst>
                  <a:ext uri="{FF2B5EF4-FFF2-40B4-BE49-F238E27FC236}">
                    <a16:creationId xmlns:a16="http://schemas.microsoft.com/office/drawing/2014/main" id="{80FC009C-543F-CFBA-E7E3-687AB238B98C}"/>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4676279" y="3923907"/>
                <a:ext cx="836403" cy="1254605"/>
              </a:xfrm>
              <a:prstGeom prst="rect">
                <a:avLst/>
              </a:prstGeom>
            </p:spPr>
          </p:pic>
        </p:grpSp>
      </p:grpSp>
      <p:sp>
        <p:nvSpPr>
          <p:cNvPr id="116" name="テキスト ボックス 115">
            <a:extLst>
              <a:ext uri="{FF2B5EF4-FFF2-40B4-BE49-F238E27FC236}">
                <a16:creationId xmlns:a16="http://schemas.microsoft.com/office/drawing/2014/main" id="{51E07D5E-42C9-92D9-A2F0-F5BECD866B3C}"/>
              </a:ext>
            </a:extLst>
          </p:cNvPr>
          <p:cNvSpPr txBox="1"/>
          <p:nvPr/>
        </p:nvSpPr>
        <p:spPr>
          <a:xfrm>
            <a:off x="948434" y="3099132"/>
            <a:ext cx="3057247" cy="584775"/>
          </a:xfrm>
          <a:prstGeom prst="rect">
            <a:avLst/>
          </a:prstGeom>
          <a:noFill/>
        </p:spPr>
        <p:txBody>
          <a:bodyPr wrap="none" rtlCol="0">
            <a:spAutoFit/>
          </a:bodyPr>
          <a:lstStyle/>
          <a:p>
            <a:r>
              <a:rPr lang="ja-JP" altLang="en-US" sz="3200" dirty="0">
                <a:solidFill>
                  <a:schemeClr val="tx1">
                    <a:lumMod val="85000"/>
                    <a:lumOff val="15000"/>
                  </a:schemeClr>
                </a:solidFill>
                <a:latin typeface="HGS明朝E" panose="02020900000000000000" pitchFamily="18" charset="-128"/>
                <a:ea typeface="HGS明朝E" panose="02020900000000000000" pitchFamily="18" charset="-128"/>
              </a:rPr>
              <a:t>回復キャラ選択</a:t>
            </a:r>
          </a:p>
        </p:txBody>
      </p:sp>
      <p:grpSp>
        <p:nvGrpSpPr>
          <p:cNvPr id="130" name="グループ化 129">
            <a:extLst>
              <a:ext uri="{FF2B5EF4-FFF2-40B4-BE49-F238E27FC236}">
                <a16:creationId xmlns:a16="http://schemas.microsoft.com/office/drawing/2014/main" id="{A9DEDD66-66C6-A375-532F-9A50BBE1D01D}"/>
              </a:ext>
            </a:extLst>
          </p:cNvPr>
          <p:cNvGrpSpPr/>
          <p:nvPr/>
        </p:nvGrpSpPr>
        <p:grpSpPr>
          <a:xfrm>
            <a:off x="1690884" y="3773704"/>
            <a:ext cx="2230782" cy="2139291"/>
            <a:chOff x="1443449" y="5871097"/>
            <a:chExt cx="2230782" cy="2139291"/>
          </a:xfrm>
        </p:grpSpPr>
        <p:grpSp>
          <p:nvGrpSpPr>
            <p:cNvPr id="111" name="グループ化 110">
              <a:extLst>
                <a:ext uri="{FF2B5EF4-FFF2-40B4-BE49-F238E27FC236}">
                  <a16:creationId xmlns:a16="http://schemas.microsoft.com/office/drawing/2014/main" id="{0D9E5D19-1B88-1DEE-E517-B2AF31B5AF76}"/>
                </a:ext>
              </a:extLst>
            </p:cNvPr>
            <p:cNvGrpSpPr/>
            <p:nvPr/>
          </p:nvGrpSpPr>
          <p:grpSpPr>
            <a:xfrm rot="5400000">
              <a:off x="534926" y="6825580"/>
              <a:ext cx="2093331" cy="276285"/>
              <a:chOff x="3114125" y="3836637"/>
              <a:chExt cx="5697007" cy="276285"/>
            </a:xfrm>
          </p:grpSpPr>
          <p:sp>
            <p:nvSpPr>
              <p:cNvPr id="112" name="四角形: 角を丸くする 111">
                <a:extLst>
                  <a:ext uri="{FF2B5EF4-FFF2-40B4-BE49-F238E27FC236}">
                    <a16:creationId xmlns:a16="http://schemas.microsoft.com/office/drawing/2014/main" id="{B4814605-E75B-CE43-752D-23DAF76BF5A1}"/>
                  </a:ext>
                </a:extLst>
              </p:cNvPr>
              <p:cNvSpPr/>
              <p:nvPr/>
            </p:nvSpPr>
            <p:spPr>
              <a:xfrm>
                <a:off x="3114125" y="3891844"/>
                <a:ext cx="5697007" cy="165873"/>
              </a:xfrm>
              <a:prstGeom prst="roundRect">
                <a:avLst/>
              </a:prstGeom>
              <a:solidFill>
                <a:schemeClr val="bg1">
                  <a:lumMod val="65000"/>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13" name="四角形: 角を丸くする 112">
                <a:extLst>
                  <a:ext uri="{FF2B5EF4-FFF2-40B4-BE49-F238E27FC236}">
                    <a16:creationId xmlns:a16="http://schemas.microsoft.com/office/drawing/2014/main" id="{A177E4E9-1831-B3AD-E2CD-CC6167D6F882}"/>
                  </a:ext>
                </a:extLst>
              </p:cNvPr>
              <p:cNvSpPr/>
              <p:nvPr/>
            </p:nvSpPr>
            <p:spPr>
              <a:xfrm>
                <a:off x="4786606" y="3836637"/>
                <a:ext cx="2050791" cy="276285"/>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sp>
          <p:nvSpPr>
            <p:cNvPr id="114" name="四角形: 角を丸くする 113">
              <a:extLst>
                <a:ext uri="{FF2B5EF4-FFF2-40B4-BE49-F238E27FC236}">
                  <a16:creationId xmlns:a16="http://schemas.microsoft.com/office/drawing/2014/main" id="{FF8FAB68-BC30-4985-E645-B2DB598330F6}"/>
                </a:ext>
              </a:extLst>
            </p:cNvPr>
            <p:cNvSpPr/>
            <p:nvPr/>
          </p:nvSpPr>
          <p:spPr>
            <a:xfrm>
              <a:off x="1867195" y="5871097"/>
              <a:ext cx="1807036" cy="801312"/>
            </a:xfrm>
            <a:prstGeom prst="roundRect">
              <a:avLst>
                <a:gd name="adj" fmla="val 16667"/>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nvGrpSpPr>
            <p:cNvPr id="100" name="グループ化 99">
              <a:extLst>
                <a:ext uri="{FF2B5EF4-FFF2-40B4-BE49-F238E27FC236}">
                  <a16:creationId xmlns:a16="http://schemas.microsoft.com/office/drawing/2014/main" id="{B0B26F69-8AA4-4A28-9CD5-5ED5C4F95A66}"/>
                </a:ext>
              </a:extLst>
            </p:cNvPr>
            <p:cNvGrpSpPr/>
            <p:nvPr/>
          </p:nvGrpSpPr>
          <p:grpSpPr>
            <a:xfrm>
              <a:off x="1940375" y="5928722"/>
              <a:ext cx="1615981" cy="630585"/>
              <a:chOff x="1250692" y="4885023"/>
              <a:chExt cx="1615981" cy="630585"/>
            </a:xfrm>
          </p:grpSpPr>
          <p:pic>
            <p:nvPicPr>
              <p:cNvPr id="101" name="図 100">
                <a:extLst>
                  <a:ext uri="{FF2B5EF4-FFF2-40B4-BE49-F238E27FC236}">
                    <a16:creationId xmlns:a16="http://schemas.microsoft.com/office/drawing/2014/main" id="{1BD96B95-24D3-AE0A-83F4-281B2A2447AF}"/>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1250692" y="4885023"/>
                <a:ext cx="630585" cy="630585"/>
              </a:xfrm>
              <a:prstGeom prst="rect">
                <a:avLst/>
              </a:prstGeom>
            </p:spPr>
          </p:pic>
          <p:grpSp>
            <p:nvGrpSpPr>
              <p:cNvPr id="102" name="グループ化 101">
                <a:extLst>
                  <a:ext uri="{FF2B5EF4-FFF2-40B4-BE49-F238E27FC236}">
                    <a16:creationId xmlns:a16="http://schemas.microsoft.com/office/drawing/2014/main" id="{E81F73A9-FEAA-A115-EC07-EDF7F620E60A}"/>
                  </a:ext>
                </a:extLst>
              </p:cNvPr>
              <p:cNvGrpSpPr/>
              <p:nvPr/>
            </p:nvGrpSpPr>
            <p:grpSpPr>
              <a:xfrm>
                <a:off x="1845141" y="5040571"/>
                <a:ext cx="1021532" cy="468002"/>
                <a:chOff x="1791417" y="5040571"/>
                <a:chExt cx="1021532" cy="468002"/>
              </a:xfrm>
            </p:grpSpPr>
            <p:grpSp>
              <p:nvGrpSpPr>
                <p:cNvPr id="103" name="グループ化 102">
                  <a:extLst>
                    <a:ext uri="{FF2B5EF4-FFF2-40B4-BE49-F238E27FC236}">
                      <a16:creationId xmlns:a16="http://schemas.microsoft.com/office/drawing/2014/main" id="{990B8897-671F-27DD-7C5C-B37A1E0E95D3}"/>
                    </a:ext>
                  </a:extLst>
                </p:cNvPr>
                <p:cNvGrpSpPr/>
                <p:nvPr/>
              </p:nvGrpSpPr>
              <p:grpSpPr>
                <a:xfrm>
                  <a:off x="1850458" y="5358764"/>
                  <a:ext cx="962491" cy="149809"/>
                  <a:chOff x="3619753" y="4534386"/>
                  <a:chExt cx="5490959" cy="751289"/>
                </a:xfrm>
              </p:grpSpPr>
              <p:pic>
                <p:nvPicPr>
                  <p:cNvPr id="105" name="図 104">
                    <a:extLst>
                      <a:ext uri="{FF2B5EF4-FFF2-40B4-BE49-F238E27FC236}">
                        <a16:creationId xmlns:a16="http://schemas.microsoft.com/office/drawing/2014/main" id="{67749D04-1D70-06A7-3DF3-B60A9FE7D189}"/>
                      </a:ext>
                    </a:extLst>
                  </p:cNvPr>
                  <p:cNvPicPr>
                    <a:picLocks noChangeAspect="1"/>
                  </p:cNvPicPr>
                  <p:nvPr/>
                </p:nvPicPr>
                <p:blipFill>
                  <a:blip r:embed="rId7">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a:off x="3637696" y="4549167"/>
                    <a:ext cx="5473016" cy="736508"/>
                  </a:xfrm>
                  <a:prstGeom prst="rect">
                    <a:avLst/>
                  </a:prstGeom>
                </p:spPr>
              </p:pic>
              <p:pic>
                <p:nvPicPr>
                  <p:cNvPr id="106" name="図 105">
                    <a:extLst>
                      <a:ext uri="{FF2B5EF4-FFF2-40B4-BE49-F238E27FC236}">
                        <a16:creationId xmlns:a16="http://schemas.microsoft.com/office/drawing/2014/main" id="{4CC7250D-4AEF-4475-2761-F7A162A9C145}"/>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3619753" y="4534386"/>
                    <a:ext cx="4332529" cy="736507"/>
                  </a:xfrm>
                  <a:prstGeom prst="rect">
                    <a:avLst/>
                  </a:prstGeom>
                </p:spPr>
              </p:pic>
            </p:grpSp>
            <p:sp>
              <p:nvSpPr>
                <p:cNvPr id="104" name="テキスト ボックス 103">
                  <a:extLst>
                    <a:ext uri="{FF2B5EF4-FFF2-40B4-BE49-F238E27FC236}">
                      <a16:creationId xmlns:a16="http://schemas.microsoft.com/office/drawing/2014/main" id="{163F3B4F-E927-90CE-D165-6C534F38DA5A}"/>
                    </a:ext>
                  </a:extLst>
                </p:cNvPr>
                <p:cNvSpPr txBox="1"/>
                <p:nvPr/>
              </p:nvSpPr>
              <p:spPr>
                <a:xfrm>
                  <a:off x="1791417" y="5040571"/>
                  <a:ext cx="968535" cy="338554"/>
                </a:xfrm>
                <a:prstGeom prst="rect">
                  <a:avLst/>
                </a:prstGeom>
                <a:noFill/>
              </p:spPr>
              <p:txBody>
                <a:bodyPr wrap="none" rtlCol="0">
                  <a:spAutoFit/>
                </a:bodyPr>
                <a:lstStyle/>
                <a:p>
                  <a:r>
                    <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rPr>
                    <a:t>HP</a:t>
                  </a:r>
                  <a:r>
                    <a:rPr lang="ja-JP" altLang="en-US" sz="1200" b="1" dirty="0">
                      <a:solidFill>
                        <a:schemeClr val="tx1">
                          <a:lumMod val="95000"/>
                          <a:lumOff val="5000"/>
                        </a:schemeClr>
                      </a:solidFill>
                      <a:latin typeface="HGS明朝E" panose="02020900000000000000" pitchFamily="18" charset="-128"/>
                      <a:ea typeface="HGS明朝E" panose="02020900000000000000" pitchFamily="18" charset="-128"/>
                    </a:rPr>
                    <a:t>：</a:t>
                  </a:r>
                  <a:r>
                    <a:rPr lang="en-US" altLang="ja-JP" sz="1600" b="1" dirty="0">
                      <a:solidFill>
                        <a:schemeClr val="tx1">
                          <a:lumMod val="95000"/>
                          <a:lumOff val="5000"/>
                        </a:schemeClr>
                      </a:solidFill>
                      <a:latin typeface="HGS明朝E" panose="02020900000000000000" pitchFamily="18" charset="-128"/>
                      <a:ea typeface="HGS明朝E" panose="02020900000000000000" pitchFamily="18" charset="-128"/>
                    </a:rPr>
                    <a:t>0000</a:t>
                  </a:r>
                  <a:endPar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endParaRPr>
                </a:p>
              </p:txBody>
            </p:sp>
          </p:grpSp>
        </p:grpSp>
        <p:sp>
          <p:nvSpPr>
            <p:cNvPr id="118" name="四角形: 角を丸くする 117">
              <a:extLst>
                <a:ext uri="{FF2B5EF4-FFF2-40B4-BE49-F238E27FC236}">
                  <a16:creationId xmlns:a16="http://schemas.microsoft.com/office/drawing/2014/main" id="{87B904C9-3CCD-AF8E-4274-16002949EFB5}"/>
                </a:ext>
              </a:extLst>
            </p:cNvPr>
            <p:cNvSpPr/>
            <p:nvPr/>
          </p:nvSpPr>
          <p:spPr>
            <a:xfrm>
              <a:off x="1867195" y="6741017"/>
              <a:ext cx="1807036" cy="801312"/>
            </a:xfrm>
            <a:prstGeom prst="roundRect">
              <a:avLst>
                <a:gd name="adj" fmla="val 16667"/>
              </a:avLst>
            </a:prstGeom>
            <a:solidFill>
              <a:schemeClr val="accent3">
                <a:lumMod val="20000"/>
                <a:lumOff val="80000"/>
                <a:alpha val="4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nvGrpSpPr>
            <p:cNvPr id="119" name="グループ化 118">
              <a:extLst>
                <a:ext uri="{FF2B5EF4-FFF2-40B4-BE49-F238E27FC236}">
                  <a16:creationId xmlns:a16="http://schemas.microsoft.com/office/drawing/2014/main" id="{2AEBD2E9-57AC-05CF-C575-10376712A98C}"/>
                </a:ext>
              </a:extLst>
            </p:cNvPr>
            <p:cNvGrpSpPr/>
            <p:nvPr/>
          </p:nvGrpSpPr>
          <p:grpSpPr>
            <a:xfrm>
              <a:off x="1940375" y="6798642"/>
              <a:ext cx="1615981" cy="630585"/>
              <a:chOff x="1250692" y="4885023"/>
              <a:chExt cx="1615981" cy="630585"/>
            </a:xfrm>
          </p:grpSpPr>
          <p:pic>
            <p:nvPicPr>
              <p:cNvPr id="120" name="図 119">
                <a:extLst>
                  <a:ext uri="{FF2B5EF4-FFF2-40B4-BE49-F238E27FC236}">
                    <a16:creationId xmlns:a16="http://schemas.microsoft.com/office/drawing/2014/main" id="{4DEBC6C4-92BE-131C-B5E1-CD671BF423E6}"/>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1250692" y="4885023"/>
                <a:ext cx="630585" cy="630585"/>
              </a:xfrm>
              <a:prstGeom prst="rect">
                <a:avLst/>
              </a:prstGeom>
            </p:spPr>
          </p:pic>
          <p:grpSp>
            <p:nvGrpSpPr>
              <p:cNvPr id="121" name="グループ化 120">
                <a:extLst>
                  <a:ext uri="{FF2B5EF4-FFF2-40B4-BE49-F238E27FC236}">
                    <a16:creationId xmlns:a16="http://schemas.microsoft.com/office/drawing/2014/main" id="{E815785A-237D-4AF3-FB5B-D414FB9600D9}"/>
                  </a:ext>
                </a:extLst>
              </p:cNvPr>
              <p:cNvGrpSpPr/>
              <p:nvPr/>
            </p:nvGrpSpPr>
            <p:grpSpPr>
              <a:xfrm>
                <a:off x="1845141" y="5040571"/>
                <a:ext cx="1021532" cy="468002"/>
                <a:chOff x="1791417" y="5040571"/>
                <a:chExt cx="1021532" cy="468002"/>
              </a:xfrm>
            </p:grpSpPr>
            <p:grpSp>
              <p:nvGrpSpPr>
                <p:cNvPr id="122" name="グループ化 121">
                  <a:extLst>
                    <a:ext uri="{FF2B5EF4-FFF2-40B4-BE49-F238E27FC236}">
                      <a16:creationId xmlns:a16="http://schemas.microsoft.com/office/drawing/2014/main" id="{5D77639A-5041-E92D-1755-96BDA8067C5F}"/>
                    </a:ext>
                  </a:extLst>
                </p:cNvPr>
                <p:cNvGrpSpPr/>
                <p:nvPr/>
              </p:nvGrpSpPr>
              <p:grpSpPr>
                <a:xfrm>
                  <a:off x="1850458" y="5358764"/>
                  <a:ext cx="962491" cy="149809"/>
                  <a:chOff x="3619753" y="4534386"/>
                  <a:chExt cx="5490959" cy="751289"/>
                </a:xfrm>
              </p:grpSpPr>
              <p:pic>
                <p:nvPicPr>
                  <p:cNvPr id="124" name="図 123">
                    <a:extLst>
                      <a:ext uri="{FF2B5EF4-FFF2-40B4-BE49-F238E27FC236}">
                        <a16:creationId xmlns:a16="http://schemas.microsoft.com/office/drawing/2014/main" id="{2E398DC1-650B-7C1C-B2D5-F1196E922A5B}"/>
                      </a:ext>
                    </a:extLst>
                  </p:cNvPr>
                  <p:cNvPicPr>
                    <a:picLocks noChangeAspect="1"/>
                  </p:cNvPicPr>
                  <p:nvPr/>
                </p:nvPicPr>
                <p:blipFill>
                  <a:blip r:embed="rId7">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a:off x="3637696" y="4549167"/>
                    <a:ext cx="5473016" cy="736508"/>
                  </a:xfrm>
                  <a:prstGeom prst="rect">
                    <a:avLst/>
                  </a:prstGeom>
                </p:spPr>
              </p:pic>
              <p:pic>
                <p:nvPicPr>
                  <p:cNvPr id="125" name="図 124">
                    <a:extLst>
                      <a:ext uri="{FF2B5EF4-FFF2-40B4-BE49-F238E27FC236}">
                        <a16:creationId xmlns:a16="http://schemas.microsoft.com/office/drawing/2014/main" id="{47FFF6AC-356A-7CF1-D79B-3308A1CB123A}"/>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3619753" y="4534386"/>
                    <a:ext cx="4332529" cy="736507"/>
                  </a:xfrm>
                  <a:prstGeom prst="rect">
                    <a:avLst/>
                  </a:prstGeom>
                </p:spPr>
              </p:pic>
            </p:grpSp>
            <p:sp>
              <p:nvSpPr>
                <p:cNvPr id="123" name="テキスト ボックス 122">
                  <a:extLst>
                    <a:ext uri="{FF2B5EF4-FFF2-40B4-BE49-F238E27FC236}">
                      <a16:creationId xmlns:a16="http://schemas.microsoft.com/office/drawing/2014/main" id="{68F7C57F-D48A-9C31-39E9-25AE5E9C645C}"/>
                    </a:ext>
                  </a:extLst>
                </p:cNvPr>
                <p:cNvSpPr txBox="1"/>
                <p:nvPr/>
              </p:nvSpPr>
              <p:spPr>
                <a:xfrm>
                  <a:off x="1791417" y="5040571"/>
                  <a:ext cx="968535" cy="338554"/>
                </a:xfrm>
                <a:prstGeom prst="rect">
                  <a:avLst/>
                </a:prstGeom>
                <a:noFill/>
              </p:spPr>
              <p:txBody>
                <a:bodyPr wrap="none" rtlCol="0">
                  <a:spAutoFit/>
                </a:bodyPr>
                <a:lstStyle/>
                <a:p>
                  <a:r>
                    <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rPr>
                    <a:t>HP</a:t>
                  </a:r>
                  <a:r>
                    <a:rPr lang="ja-JP" altLang="en-US" sz="1200" b="1" dirty="0">
                      <a:solidFill>
                        <a:schemeClr val="tx1">
                          <a:lumMod val="95000"/>
                          <a:lumOff val="5000"/>
                        </a:schemeClr>
                      </a:solidFill>
                      <a:latin typeface="HGS明朝E" panose="02020900000000000000" pitchFamily="18" charset="-128"/>
                      <a:ea typeface="HGS明朝E" panose="02020900000000000000" pitchFamily="18" charset="-128"/>
                    </a:rPr>
                    <a:t>：</a:t>
                  </a:r>
                  <a:r>
                    <a:rPr lang="en-US" altLang="ja-JP" sz="1600" b="1" dirty="0">
                      <a:solidFill>
                        <a:schemeClr val="tx1">
                          <a:lumMod val="95000"/>
                          <a:lumOff val="5000"/>
                        </a:schemeClr>
                      </a:solidFill>
                      <a:latin typeface="HGS明朝E" panose="02020900000000000000" pitchFamily="18" charset="-128"/>
                      <a:ea typeface="HGS明朝E" panose="02020900000000000000" pitchFamily="18" charset="-128"/>
                    </a:rPr>
                    <a:t>0000</a:t>
                  </a:r>
                  <a:endPar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endParaRPr>
                </a:p>
              </p:txBody>
            </p:sp>
          </p:grpSp>
        </p:grpSp>
        <p:sp>
          <p:nvSpPr>
            <p:cNvPr id="127" name="テキスト ボックス 126">
              <a:extLst>
                <a:ext uri="{FF2B5EF4-FFF2-40B4-BE49-F238E27FC236}">
                  <a16:creationId xmlns:a16="http://schemas.microsoft.com/office/drawing/2014/main" id="{F450163E-7B7A-9390-FD10-FC9FC940E639}"/>
                </a:ext>
              </a:extLst>
            </p:cNvPr>
            <p:cNvSpPr txBox="1"/>
            <p:nvPr/>
          </p:nvSpPr>
          <p:spPr>
            <a:xfrm>
              <a:off x="2570960" y="6764209"/>
              <a:ext cx="646331" cy="276999"/>
            </a:xfrm>
            <a:prstGeom prst="rect">
              <a:avLst/>
            </a:prstGeom>
            <a:noFill/>
          </p:spPr>
          <p:txBody>
            <a:bodyPr wrap="none" rtlCol="0">
              <a:spAutoFit/>
            </a:bodyPr>
            <a:lstStyle/>
            <a:p>
              <a:r>
                <a:rPr lang="ja-JP" altLang="en-US" sz="1200" dirty="0">
                  <a:solidFill>
                    <a:schemeClr val="accent3">
                      <a:lumMod val="75000"/>
                    </a:schemeClr>
                  </a:solidFill>
                  <a:latin typeface="HGS明朝E" panose="02020900000000000000" pitchFamily="18" charset="-128"/>
                  <a:ea typeface="HGS明朝E" panose="02020900000000000000" pitchFamily="18" charset="-128"/>
                </a:rPr>
                <a:t>回復中</a:t>
              </a:r>
              <a:endParaRPr lang="en-US" altLang="ja-JP" sz="1200" dirty="0">
                <a:solidFill>
                  <a:schemeClr val="accent3">
                    <a:lumMod val="75000"/>
                  </a:schemeClr>
                </a:solidFill>
                <a:latin typeface="HGS明朝E" panose="02020900000000000000" pitchFamily="18" charset="-128"/>
                <a:ea typeface="HGS明朝E" panose="02020900000000000000" pitchFamily="18" charset="-128"/>
              </a:endParaRPr>
            </a:p>
          </p:txBody>
        </p:sp>
      </p:grpSp>
      <p:sp>
        <p:nvSpPr>
          <p:cNvPr id="132" name="二等辺三角形 131">
            <a:extLst>
              <a:ext uri="{FF2B5EF4-FFF2-40B4-BE49-F238E27FC236}">
                <a16:creationId xmlns:a16="http://schemas.microsoft.com/office/drawing/2014/main" id="{996A6812-3D32-3EAF-4950-7439836B35D6}"/>
              </a:ext>
            </a:extLst>
          </p:cNvPr>
          <p:cNvSpPr/>
          <p:nvPr/>
        </p:nvSpPr>
        <p:spPr>
          <a:xfrm rot="16200000">
            <a:off x="3674797" y="4884646"/>
            <a:ext cx="630586" cy="319267"/>
          </a:xfrm>
          <a:prstGeom prst="triangl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7" name="グループ化 16">
            <a:extLst>
              <a:ext uri="{FF2B5EF4-FFF2-40B4-BE49-F238E27FC236}">
                <a16:creationId xmlns:a16="http://schemas.microsoft.com/office/drawing/2014/main" id="{8CF1C703-CA3E-9816-2270-4B7C3E2CCD71}"/>
              </a:ext>
            </a:extLst>
          </p:cNvPr>
          <p:cNvGrpSpPr/>
          <p:nvPr/>
        </p:nvGrpSpPr>
        <p:grpSpPr>
          <a:xfrm>
            <a:off x="9569319" y="438828"/>
            <a:ext cx="1868935" cy="2005371"/>
            <a:chOff x="4714909" y="2517109"/>
            <a:chExt cx="1868935" cy="2005371"/>
          </a:xfrm>
        </p:grpSpPr>
        <p:grpSp>
          <p:nvGrpSpPr>
            <p:cNvPr id="3" name="グループ化 2">
              <a:extLst>
                <a:ext uri="{FF2B5EF4-FFF2-40B4-BE49-F238E27FC236}">
                  <a16:creationId xmlns:a16="http://schemas.microsoft.com/office/drawing/2014/main" id="{DA2964B7-F38C-EE87-D256-7389C08D6A85}"/>
                </a:ext>
              </a:extLst>
            </p:cNvPr>
            <p:cNvGrpSpPr/>
            <p:nvPr/>
          </p:nvGrpSpPr>
          <p:grpSpPr>
            <a:xfrm>
              <a:off x="4714909" y="2517109"/>
              <a:ext cx="1485182" cy="1563659"/>
              <a:chOff x="3645288" y="1685160"/>
              <a:chExt cx="1485182" cy="1563659"/>
            </a:xfrm>
          </p:grpSpPr>
          <p:grpSp>
            <p:nvGrpSpPr>
              <p:cNvPr id="5" name="グループ化 4">
                <a:extLst>
                  <a:ext uri="{FF2B5EF4-FFF2-40B4-BE49-F238E27FC236}">
                    <a16:creationId xmlns:a16="http://schemas.microsoft.com/office/drawing/2014/main" id="{4D5AAA9B-2B90-C811-EB03-D064D31D7389}"/>
                  </a:ext>
                </a:extLst>
              </p:cNvPr>
              <p:cNvGrpSpPr/>
              <p:nvPr/>
            </p:nvGrpSpPr>
            <p:grpSpPr>
              <a:xfrm>
                <a:off x="3645288" y="1685160"/>
                <a:ext cx="1485182" cy="1563659"/>
                <a:chOff x="1276828" y="4105786"/>
                <a:chExt cx="1144222" cy="1563659"/>
              </a:xfrm>
            </p:grpSpPr>
            <p:sp>
              <p:nvSpPr>
                <p:cNvPr id="11" name="四角形: 角を丸くする 10">
                  <a:extLst>
                    <a:ext uri="{FF2B5EF4-FFF2-40B4-BE49-F238E27FC236}">
                      <a16:creationId xmlns:a16="http://schemas.microsoft.com/office/drawing/2014/main" id="{1995771F-7D34-02BC-FD60-9B4DACD2E51C}"/>
                    </a:ext>
                  </a:extLst>
                </p:cNvPr>
                <p:cNvSpPr/>
                <p:nvPr/>
              </p:nvSpPr>
              <p:spPr>
                <a:xfrm>
                  <a:off x="1276828" y="4105786"/>
                  <a:ext cx="1144222" cy="1563659"/>
                </a:xfrm>
                <a:prstGeom prst="roundRect">
                  <a:avLst/>
                </a:prstGeom>
                <a:solidFill>
                  <a:schemeClr val="bg1">
                    <a:lumMod val="75000"/>
                    <a:alpha val="85000"/>
                  </a:schemeClr>
                </a:solidFill>
                <a:ln w="38100">
                  <a:solidFill>
                    <a:schemeClr val="accent6"/>
                  </a:solidFill>
                </a:ln>
                <a:effectLst>
                  <a:glow rad="88900">
                    <a:schemeClr val="accent6">
                      <a:satMod val="175000"/>
                      <a:alpha val="4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6" name="テキスト ボックス 15">
                  <a:extLst>
                    <a:ext uri="{FF2B5EF4-FFF2-40B4-BE49-F238E27FC236}">
                      <a16:creationId xmlns:a16="http://schemas.microsoft.com/office/drawing/2014/main" id="{B8C18022-7B47-A28C-8E0A-C768C5CC4DBF}"/>
                    </a:ext>
                  </a:extLst>
                </p:cNvPr>
                <p:cNvSpPr txBox="1"/>
                <p:nvPr/>
              </p:nvSpPr>
              <p:spPr>
                <a:xfrm>
                  <a:off x="1315928" y="4148054"/>
                  <a:ext cx="1066022" cy="369332"/>
                </a:xfrm>
                <a:prstGeom prst="rect">
                  <a:avLst/>
                </a:prstGeom>
                <a:noFill/>
              </p:spPr>
              <p:txBody>
                <a:bodyPr wrap="square">
                  <a:spAutoFit/>
                </a:bodyPr>
                <a:lstStyle/>
                <a:p>
                  <a:pPr algn="ctr"/>
                  <a:r>
                    <a:rPr lang="en-US" altLang="ja-JP" dirty="0">
                      <a:solidFill>
                        <a:schemeClr val="accent6">
                          <a:lumMod val="60000"/>
                          <a:lumOff val="40000"/>
                        </a:schemeClr>
                      </a:solidFill>
                      <a:latin typeface="HGS明朝E" panose="02020900000000000000" pitchFamily="18" charset="-128"/>
                      <a:ea typeface="HGS明朝E" panose="02020900000000000000" pitchFamily="18" charset="-128"/>
                    </a:rPr>
                    <a:t>R</a:t>
                  </a:r>
                  <a:endParaRPr lang="ja-JP" altLang="en-US" dirty="0">
                    <a:solidFill>
                      <a:schemeClr val="tx1">
                        <a:lumMod val="85000"/>
                        <a:lumOff val="15000"/>
                      </a:schemeClr>
                    </a:solidFill>
                    <a:latin typeface="HGS明朝E" panose="02020900000000000000" pitchFamily="18" charset="-128"/>
                    <a:ea typeface="HGS明朝E" panose="02020900000000000000" pitchFamily="18" charset="-128"/>
                  </a:endParaRPr>
                </a:p>
              </p:txBody>
            </p:sp>
          </p:grpSp>
          <p:pic>
            <p:nvPicPr>
              <p:cNvPr id="7" name="図 6">
                <a:extLst>
                  <a:ext uri="{FF2B5EF4-FFF2-40B4-BE49-F238E27FC236}">
                    <a16:creationId xmlns:a16="http://schemas.microsoft.com/office/drawing/2014/main" id="{11367D1D-AFBB-94CE-4824-B8A726460E22}"/>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3805927" y="2096760"/>
                <a:ext cx="1100325" cy="1071966"/>
              </a:xfrm>
              <a:prstGeom prst="rect">
                <a:avLst/>
              </a:prstGeom>
            </p:spPr>
          </p:pic>
        </p:grpSp>
        <p:pic>
          <p:nvPicPr>
            <p:cNvPr id="20" name="図 19">
              <a:extLst>
                <a:ext uri="{FF2B5EF4-FFF2-40B4-BE49-F238E27FC236}">
                  <a16:creationId xmlns:a16="http://schemas.microsoft.com/office/drawing/2014/main" id="{9237517E-26FE-0A21-B0E6-6CC291E14EFC}"/>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5638839" y="3577475"/>
              <a:ext cx="945005" cy="945005"/>
            </a:xfrm>
            <a:prstGeom prst="rect">
              <a:avLst/>
            </a:prstGeom>
          </p:spPr>
        </p:pic>
      </p:grpSp>
      <p:sp>
        <p:nvSpPr>
          <p:cNvPr id="22" name="正方形/長方形 21">
            <a:extLst>
              <a:ext uri="{FF2B5EF4-FFF2-40B4-BE49-F238E27FC236}">
                <a16:creationId xmlns:a16="http://schemas.microsoft.com/office/drawing/2014/main" id="{BCDB63CB-55A8-0887-B95C-F5E3D4899D9D}"/>
              </a:ext>
            </a:extLst>
          </p:cNvPr>
          <p:cNvSpPr/>
          <p:nvPr/>
        </p:nvSpPr>
        <p:spPr>
          <a:xfrm>
            <a:off x="-1" y="-5564"/>
            <a:ext cx="12192001" cy="6863563"/>
          </a:xfrm>
          <a:prstGeom prst="rect">
            <a:avLst/>
          </a:prstGeom>
          <a:solidFill>
            <a:schemeClr val="tx1">
              <a:lumMod val="85000"/>
              <a:lumOff val="15000"/>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23" name="グループ化 22">
            <a:extLst>
              <a:ext uri="{FF2B5EF4-FFF2-40B4-BE49-F238E27FC236}">
                <a16:creationId xmlns:a16="http://schemas.microsoft.com/office/drawing/2014/main" id="{3ACF097D-8BB2-092A-1F26-4EF9F7E18DD7}"/>
              </a:ext>
            </a:extLst>
          </p:cNvPr>
          <p:cNvGrpSpPr/>
          <p:nvPr/>
        </p:nvGrpSpPr>
        <p:grpSpPr>
          <a:xfrm>
            <a:off x="1847365" y="1502955"/>
            <a:ext cx="8501744" cy="3909999"/>
            <a:chOff x="1845128" y="1520369"/>
            <a:chExt cx="8501744" cy="3909999"/>
          </a:xfrm>
        </p:grpSpPr>
        <p:grpSp>
          <p:nvGrpSpPr>
            <p:cNvPr id="24" name="グループ化 23">
              <a:extLst>
                <a:ext uri="{FF2B5EF4-FFF2-40B4-BE49-F238E27FC236}">
                  <a16:creationId xmlns:a16="http://schemas.microsoft.com/office/drawing/2014/main" id="{74C3F231-5A10-9A10-5890-2BA54FB53486}"/>
                </a:ext>
              </a:extLst>
            </p:cNvPr>
            <p:cNvGrpSpPr/>
            <p:nvPr/>
          </p:nvGrpSpPr>
          <p:grpSpPr>
            <a:xfrm>
              <a:off x="5206482" y="3633810"/>
              <a:ext cx="3537775" cy="276285"/>
              <a:chOff x="3114125" y="3836637"/>
              <a:chExt cx="5697007" cy="276285"/>
            </a:xfrm>
          </p:grpSpPr>
          <p:sp>
            <p:nvSpPr>
              <p:cNvPr id="55" name="四角形: 角を丸くする 54">
                <a:extLst>
                  <a:ext uri="{FF2B5EF4-FFF2-40B4-BE49-F238E27FC236}">
                    <a16:creationId xmlns:a16="http://schemas.microsoft.com/office/drawing/2014/main" id="{1116EF6B-0272-B498-2DCA-2E1FE3D21774}"/>
                  </a:ext>
                </a:extLst>
              </p:cNvPr>
              <p:cNvSpPr/>
              <p:nvPr/>
            </p:nvSpPr>
            <p:spPr>
              <a:xfrm>
                <a:off x="3114125" y="3891844"/>
                <a:ext cx="5697007" cy="165873"/>
              </a:xfrm>
              <a:prstGeom prst="roundRect">
                <a:avLst/>
              </a:prstGeom>
              <a:solidFill>
                <a:schemeClr val="bg1">
                  <a:lumMod val="65000"/>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56" name="四角形: 角を丸くする 55">
                <a:extLst>
                  <a:ext uri="{FF2B5EF4-FFF2-40B4-BE49-F238E27FC236}">
                    <a16:creationId xmlns:a16="http://schemas.microsoft.com/office/drawing/2014/main" id="{1B8C71C4-6720-506A-5825-30E3FEEEC3FA}"/>
                  </a:ext>
                </a:extLst>
              </p:cNvPr>
              <p:cNvSpPr/>
              <p:nvPr/>
            </p:nvSpPr>
            <p:spPr>
              <a:xfrm>
                <a:off x="4786606" y="3836637"/>
                <a:ext cx="2050791" cy="276285"/>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sp>
          <p:nvSpPr>
            <p:cNvPr id="25" name="四角形: 角を丸くする 24">
              <a:extLst>
                <a:ext uri="{FF2B5EF4-FFF2-40B4-BE49-F238E27FC236}">
                  <a16:creationId xmlns:a16="http://schemas.microsoft.com/office/drawing/2014/main" id="{B7B3DB3D-D94C-6A00-963F-18BD146CCA2C}"/>
                </a:ext>
              </a:extLst>
            </p:cNvPr>
            <p:cNvSpPr/>
            <p:nvPr/>
          </p:nvSpPr>
          <p:spPr>
            <a:xfrm>
              <a:off x="2852259" y="3518235"/>
              <a:ext cx="2163612" cy="504394"/>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bg1">
                      <a:lumMod val="95000"/>
                    </a:schemeClr>
                  </a:solidFill>
                  <a:latin typeface="HGS明朝E" panose="02020900000000000000" pitchFamily="18" charset="-128"/>
                  <a:ea typeface="HGS明朝E" panose="02020900000000000000" pitchFamily="18" charset="-128"/>
                </a:rPr>
                <a:t>所持数：</a:t>
              </a:r>
              <a:r>
                <a:rPr kumimoji="1" lang="en-US" altLang="ja-JP" sz="2400" dirty="0">
                  <a:solidFill>
                    <a:schemeClr val="bg1">
                      <a:lumMod val="95000"/>
                    </a:schemeClr>
                  </a:solidFill>
                  <a:latin typeface="HGS明朝E" panose="02020900000000000000" pitchFamily="18" charset="-128"/>
                  <a:ea typeface="HGS明朝E" panose="02020900000000000000" pitchFamily="18" charset="-128"/>
                </a:rPr>
                <a:t>000</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grpSp>
          <p:nvGrpSpPr>
            <p:cNvPr id="26" name="グループ化 25">
              <a:extLst>
                <a:ext uri="{FF2B5EF4-FFF2-40B4-BE49-F238E27FC236}">
                  <a16:creationId xmlns:a16="http://schemas.microsoft.com/office/drawing/2014/main" id="{5967994B-D930-5536-6AC4-ABE3F4DB60C6}"/>
                </a:ext>
              </a:extLst>
            </p:cNvPr>
            <p:cNvGrpSpPr/>
            <p:nvPr/>
          </p:nvGrpSpPr>
          <p:grpSpPr>
            <a:xfrm>
              <a:off x="3032545" y="1594808"/>
              <a:ext cx="1485182" cy="1716321"/>
              <a:chOff x="1276828" y="4105786"/>
              <a:chExt cx="1144222" cy="1716321"/>
            </a:xfrm>
          </p:grpSpPr>
          <p:sp>
            <p:nvSpPr>
              <p:cNvPr id="50" name="四角形: 角を丸くする 49">
                <a:extLst>
                  <a:ext uri="{FF2B5EF4-FFF2-40B4-BE49-F238E27FC236}">
                    <a16:creationId xmlns:a16="http://schemas.microsoft.com/office/drawing/2014/main" id="{5AA2CA96-9872-88EB-6D3D-7C3D71E9793C}"/>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51" name="テキスト ボックス 50">
                <a:extLst>
                  <a:ext uri="{FF2B5EF4-FFF2-40B4-BE49-F238E27FC236}">
                    <a16:creationId xmlns:a16="http://schemas.microsoft.com/office/drawing/2014/main" id="{05D3168E-3E4F-AEDD-B123-CCEDFDF615E0}"/>
                  </a:ext>
                </a:extLst>
              </p:cNvPr>
              <p:cNvSpPr txBox="1"/>
              <p:nvPr/>
            </p:nvSpPr>
            <p:spPr>
              <a:xfrm>
                <a:off x="1315928" y="4148054"/>
                <a:ext cx="1066022" cy="369332"/>
              </a:xfrm>
              <a:prstGeom prst="rect">
                <a:avLst/>
              </a:prstGeom>
              <a:noFill/>
            </p:spPr>
            <p:txBody>
              <a:bodyPr wrap="square">
                <a:spAutoFit/>
              </a:bodyPr>
              <a:lstStyle/>
              <a:p>
                <a:pPr algn="ctr"/>
                <a:r>
                  <a:rPr lang="en-US" altLang="ja-JP" dirty="0">
                    <a:gradFill flip="none" rotWithShape="1">
                      <a:gsLst>
                        <a:gs pos="0">
                          <a:srgbClr val="CC66FF"/>
                        </a:gs>
                        <a:gs pos="50000">
                          <a:srgbClr val="CC00FF"/>
                        </a:gs>
                        <a:gs pos="100000">
                          <a:srgbClr val="CC66FF"/>
                        </a:gs>
                      </a:gsLst>
                      <a:lin ang="2700000" scaled="1"/>
                      <a:tileRect/>
                    </a:gradFill>
                    <a:latin typeface="HGS明朝E" panose="02020900000000000000" pitchFamily="18" charset="-128"/>
                    <a:ea typeface="HGS明朝E" panose="02020900000000000000" pitchFamily="18" charset="-128"/>
                  </a:rPr>
                  <a:t>SR</a:t>
                </a:r>
                <a:endParaRPr kumimoji="1" lang="ja-JP" altLang="en-US" dirty="0">
                  <a:gradFill flip="none" rotWithShape="1">
                    <a:gsLst>
                      <a:gs pos="0">
                        <a:srgbClr val="CC66FF"/>
                      </a:gs>
                      <a:gs pos="50000">
                        <a:srgbClr val="CC00FF"/>
                      </a:gs>
                      <a:gs pos="100000">
                        <a:srgbClr val="CC66FF"/>
                      </a:gs>
                    </a:gsLst>
                    <a:lin ang="2700000" scaled="1"/>
                    <a:tileRect/>
                  </a:gradFill>
                  <a:latin typeface="HGS明朝E" panose="02020900000000000000" pitchFamily="18" charset="-128"/>
                  <a:ea typeface="HGS明朝E" panose="02020900000000000000" pitchFamily="18" charset="-128"/>
                </a:endParaRPr>
              </a:p>
            </p:txBody>
          </p:sp>
        </p:grpSp>
        <p:grpSp>
          <p:nvGrpSpPr>
            <p:cNvPr id="27" name="グループ化 26">
              <a:extLst>
                <a:ext uri="{FF2B5EF4-FFF2-40B4-BE49-F238E27FC236}">
                  <a16:creationId xmlns:a16="http://schemas.microsoft.com/office/drawing/2014/main" id="{4A1E47FC-7F0E-BF33-BAEC-78722CFBFF24}"/>
                </a:ext>
              </a:extLst>
            </p:cNvPr>
            <p:cNvGrpSpPr/>
            <p:nvPr/>
          </p:nvGrpSpPr>
          <p:grpSpPr>
            <a:xfrm>
              <a:off x="4788263" y="1594808"/>
              <a:ext cx="1485182" cy="1716321"/>
              <a:chOff x="1276828" y="4105786"/>
              <a:chExt cx="1144222" cy="1716321"/>
            </a:xfrm>
          </p:grpSpPr>
          <p:sp>
            <p:nvSpPr>
              <p:cNvPr id="48" name="四角形: 角を丸くする 47">
                <a:extLst>
                  <a:ext uri="{FF2B5EF4-FFF2-40B4-BE49-F238E27FC236}">
                    <a16:creationId xmlns:a16="http://schemas.microsoft.com/office/drawing/2014/main" id="{14695D88-F25A-7E3E-BFDA-7A668570104B}"/>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49" name="テキスト ボックス 48">
                <a:extLst>
                  <a:ext uri="{FF2B5EF4-FFF2-40B4-BE49-F238E27FC236}">
                    <a16:creationId xmlns:a16="http://schemas.microsoft.com/office/drawing/2014/main" id="{F58D26AB-7944-B619-AF58-3E8D8DA8C769}"/>
                  </a:ext>
                </a:extLst>
              </p:cNvPr>
              <p:cNvSpPr txBox="1"/>
              <p:nvPr/>
            </p:nvSpPr>
            <p:spPr>
              <a:xfrm>
                <a:off x="1315928" y="4148054"/>
                <a:ext cx="1066022" cy="369332"/>
              </a:xfrm>
              <a:prstGeom prst="rect">
                <a:avLst/>
              </a:prstGeom>
              <a:noFill/>
            </p:spPr>
            <p:txBody>
              <a:bodyPr wrap="square">
                <a:spAutoFit/>
              </a:bodyPr>
              <a:lstStyle/>
              <a:p>
                <a:pPr algn="ctr"/>
                <a:r>
                  <a:rPr lang="en-US" altLang="ja-JP" dirty="0">
                    <a:gradFill flip="none" rotWithShape="1">
                      <a:gsLst>
                        <a:gs pos="100000">
                          <a:srgbClr val="CC66FF"/>
                        </a:gs>
                        <a:gs pos="75000">
                          <a:srgbClr val="00B0F0"/>
                        </a:gs>
                        <a:gs pos="50000">
                          <a:srgbClr val="92D050"/>
                        </a:gs>
                        <a:gs pos="25000">
                          <a:srgbClr val="FFC000"/>
                        </a:gs>
                        <a:gs pos="1000">
                          <a:srgbClr val="FF0000"/>
                        </a:gs>
                      </a:gsLst>
                      <a:lin ang="2700000" scaled="1"/>
                      <a:tileRect/>
                    </a:gradFill>
                    <a:latin typeface="HGS明朝E" panose="02020900000000000000" pitchFamily="18" charset="-128"/>
                    <a:ea typeface="HGS明朝E" panose="02020900000000000000" pitchFamily="18" charset="-128"/>
                  </a:rPr>
                  <a:t>SSR</a:t>
                </a:r>
                <a:endParaRPr kumimoji="1" lang="ja-JP" altLang="en-US" dirty="0">
                  <a:gradFill flip="none" rotWithShape="1">
                    <a:gsLst>
                      <a:gs pos="100000">
                        <a:srgbClr val="CC66FF"/>
                      </a:gs>
                      <a:gs pos="75000">
                        <a:srgbClr val="00B0F0"/>
                      </a:gs>
                      <a:gs pos="50000">
                        <a:srgbClr val="92D050"/>
                      </a:gs>
                      <a:gs pos="25000">
                        <a:srgbClr val="FFC000"/>
                      </a:gs>
                      <a:gs pos="1000">
                        <a:srgbClr val="FF0000"/>
                      </a:gs>
                    </a:gsLst>
                    <a:lin ang="2700000" scaled="1"/>
                    <a:tileRect/>
                  </a:gradFill>
                  <a:latin typeface="HGS明朝E" panose="02020900000000000000" pitchFamily="18" charset="-128"/>
                  <a:ea typeface="HGS明朝E" panose="02020900000000000000" pitchFamily="18" charset="-128"/>
                </a:endParaRPr>
              </a:p>
            </p:txBody>
          </p:sp>
        </p:grpSp>
        <p:grpSp>
          <p:nvGrpSpPr>
            <p:cNvPr id="28" name="グループ化 27">
              <a:extLst>
                <a:ext uri="{FF2B5EF4-FFF2-40B4-BE49-F238E27FC236}">
                  <a16:creationId xmlns:a16="http://schemas.microsoft.com/office/drawing/2014/main" id="{042C8C28-D170-B5EA-D225-D35323322CD7}"/>
                </a:ext>
              </a:extLst>
            </p:cNvPr>
            <p:cNvGrpSpPr/>
            <p:nvPr/>
          </p:nvGrpSpPr>
          <p:grpSpPr>
            <a:xfrm>
              <a:off x="6543980" y="1594808"/>
              <a:ext cx="1485182" cy="1716321"/>
              <a:chOff x="1276828" y="4105786"/>
              <a:chExt cx="1144222" cy="1716321"/>
            </a:xfrm>
          </p:grpSpPr>
          <p:sp>
            <p:nvSpPr>
              <p:cNvPr id="46" name="四角形: 角を丸くする 45">
                <a:extLst>
                  <a:ext uri="{FF2B5EF4-FFF2-40B4-BE49-F238E27FC236}">
                    <a16:creationId xmlns:a16="http://schemas.microsoft.com/office/drawing/2014/main" id="{9951EFBE-0163-D8BE-204B-CE7684DFDA4C}"/>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47" name="テキスト ボックス 46">
                <a:extLst>
                  <a:ext uri="{FF2B5EF4-FFF2-40B4-BE49-F238E27FC236}">
                    <a16:creationId xmlns:a16="http://schemas.microsoft.com/office/drawing/2014/main" id="{6668508D-3D90-30DC-35DE-8F2D4E8ADE21}"/>
                  </a:ext>
                </a:extLst>
              </p:cNvPr>
              <p:cNvSpPr txBox="1"/>
              <p:nvPr/>
            </p:nvSpPr>
            <p:spPr>
              <a:xfrm>
                <a:off x="1315928" y="4148054"/>
                <a:ext cx="1066022" cy="369332"/>
              </a:xfrm>
              <a:prstGeom prst="rect">
                <a:avLst/>
              </a:prstGeom>
              <a:noFill/>
            </p:spPr>
            <p:txBody>
              <a:bodyPr wrap="square">
                <a:spAutoFit/>
              </a:bodyPr>
              <a:lstStyle/>
              <a:p>
                <a:pPr algn="ctr"/>
                <a:r>
                  <a:rPr lang="ja-JP" altLang="en-US" dirty="0">
                    <a:solidFill>
                      <a:schemeClr val="bg1">
                        <a:lumMod val="95000"/>
                      </a:schemeClr>
                    </a:solidFill>
                    <a:latin typeface="HGS明朝E" panose="02020900000000000000" pitchFamily="18" charset="-128"/>
                    <a:ea typeface="HGS明朝E" panose="02020900000000000000" pitchFamily="18" charset="-128"/>
                  </a:rPr>
                  <a:t>空</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grpSp>
        <p:pic>
          <p:nvPicPr>
            <p:cNvPr id="29" name="図 28">
              <a:extLst>
                <a:ext uri="{FF2B5EF4-FFF2-40B4-BE49-F238E27FC236}">
                  <a16:creationId xmlns:a16="http://schemas.microsoft.com/office/drawing/2014/main" id="{0809C763-2373-39EC-851C-C62E78C86E60}"/>
                </a:ext>
              </a:extLst>
            </p:cNvPr>
            <p:cNvPicPr/>
            <p:nvPr/>
          </p:nvPicPr>
          <p:blipFill>
            <a:blip r:embed="rId5">
              <a:extLst>
                <a:ext uri="{28A0092B-C50C-407E-A947-70E740481C1C}">
                  <a14:useLocalDpi xmlns:a14="http://schemas.microsoft.com/office/drawing/2010/main" val="0"/>
                </a:ext>
              </a:extLst>
            </a:blip>
            <a:stretch>
              <a:fillRect/>
            </a:stretch>
          </p:blipFill>
          <p:spPr>
            <a:xfrm>
              <a:off x="3370874" y="4495931"/>
              <a:ext cx="820913" cy="799755"/>
            </a:xfrm>
            <a:prstGeom prst="rect">
              <a:avLst/>
            </a:prstGeom>
          </p:spPr>
        </p:pic>
        <p:pic>
          <p:nvPicPr>
            <p:cNvPr id="30" name="図 29">
              <a:extLst>
                <a:ext uri="{FF2B5EF4-FFF2-40B4-BE49-F238E27FC236}">
                  <a16:creationId xmlns:a16="http://schemas.microsoft.com/office/drawing/2014/main" id="{676E8262-89BB-EF1D-4AF2-33D9A9B9F507}"/>
                </a:ext>
              </a:extLst>
            </p:cNvPr>
            <p:cNvPicPr/>
            <p:nvPr/>
          </p:nvPicPr>
          <p:blipFill>
            <a:blip r:embed="rId5">
              <a:extLst>
                <a:ext uri="{28A0092B-C50C-407E-A947-70E740481C1C}">
                  <a14:useLocalDpi xmlns:a14="http://schemas.microsoft.com/office/drawing/2010/main" val="0"/>
                </a:ext>
              </a:extLst>
            </a:blip>
            <a:stretch>
              <a:fillRect/>
            </a:stretch>
          </p:blipFill>
          <p:spPr>
            <a:xfrm>
              <a:off x="5098916" y="4508694"/>
              <a:ext cx="820913" cy="799755"/>
            </a:xfrm>
            <a:prstGeom prst="rect">
              <a:avLst/>
            </a:prstGeom>
          </p:spPr>
        </p:pic>
        <p:pic>
          <p:nvPicPr>
            <p:cNvPr id="31" name="図 30">
              <a:extLst>
                <a:ext uri="{FF2B5EF4-FFF2-40B4-BE49-F238E27FC236}">
                  <a16:creationId xmlns:a16="http://schemas.microsoft.com/office/drawing/2014/main" id="{21A8B3C5-B3DE-2C6A-BFFD-E3051957549A}"/>
                </a:ext>
              </a:extLst>
            </p:cNvPr>
            <p:cNvPicPr/>
            <p:nvPr/>
          </p:nvPicPr>
          <p:blipFill>
            <a:blip r:embed="rId5">
              <a:extLst>
                <a:ext uri="{28A0092B-C50C-407E-A947-70E740481C1C}">
                  <a14:useLocalDpi xmlns:a14="http://schemas.microsoft.com/office/drawing/2010/main" val="0"/>
                </a:ext>
              </a:extLst>
            </a:blip>
            <a:stretch>
              <a:fillRect/>
            </a:stretch>
          </p:blipFill>
          <p:spPr>
            <a:xfrm>
              <a:off x="6876113" y="4487082"/>
              <a:ext cx="820913" cy="799755"/>
            </a:xfrm>
            <a:prstGeom prst="rect">
              <a:avLst/>
            </a:prstGeom>
          </p:spPr>
        </p:pic>
        <p:pic>
          <p:nvPicPr>
            <p:cNvPr id="32" name="図 31">
              <a:extLst>
                <a:ext uri="{FF2B5EF4-FFF2-40B4-BE49-F238E27FC236}">
                  <a16:creationId xmlns:a16="http://schemas.microsoft.com/office/drawing/2014/main" id="{DEA44752-91C0-611F-A588-EEA7DB13ED4C}"/>
                </a:ext>
              </a:extLst>
            </p:cNvPr>
            <p:cNvPicPr/>
            <p:nvPr/>
          </p:nvPicPr>
          <p:blipFill>
            <a:blip r:embed="rId11">
              <a:extLst>
                <a:ext uri="{28A0092B-C50C-407E-A947-70E740481C1C}">
                  <a14:useLocalDpi xmlns:a14="http://schemas.microsoft.com/office/drawing/2010/main" val="0"/>
                </a:ext>
              </a:extLst>
            </a:blip>
            <a:srcRect l="27993" t="-2434" r="49502" b="2434"/>
            <a:stretch>
              <a:fillRect/>
            </a:stretch>
          </p:blipFill>
          <p:spPr>
            <a:xfrm>
              <a:off x="3356573" y="1977007"/>
              <a:ext cx="767346" cy="702580"/>
            </a:xfrm>
            <a:prstGeom prst="rect">
              <a:avLst/>
            </a:prstGeom>
          </p:spPr>
        </p:pic>
        <p:pic>
          <p:nvPicPr>
            <p:cNvPr id="33" name="図 32">
              <a:extLst>
                <a:ext uri="{FF2B5EF4-FFF2-40B4-BE49-F238E27FC236}">
                  <a16:creationId xmlns:a16="http://schemas.microsoft.com/office/drawing/2014/main" id="{C4605E5A-EEE0-46F6-76FC-F4DA76B03F12}"/>
                </a:ext>
              </a:extLst>
            </p:cNvPr>
            <p:cNvPicPr/>
            <p:nvPr/>
          </p:nvPicPr>
          <p:blipFill>
            <a:blip r:embed="rId11">
              <a:extLst>
                <a:ext uri="{28A0092B-C50C-407E-A947-70E740481C1C}">
                  <a14:useLocalDpi xmlns:a14="http://schemas.microsoft.com/office/drawing/2010/main" val="0"/>
                </a:ext>
              </a:extLst>
            </a:blip>
            <a:srcRect l="5956" r="70153"/>
            <a:stretch>
              <a:fillRect/>
            </a:stretch>
          </p:blipFill>
          <p:spPr>
            <a:xfrm>
              <a:off x="5150333" y="2005293"/>
              <a:ext cx="814582" cy="702580"/>
            </a:xfrm>
            <a:prstGeom prst="rect">
              <a:avLst/>
            </a:prstGeom>
          </p:spPr>
        </p:pic>
        <p:sp>
          <p:nvSpPr>
            <p:cNvPr id="34" name="四角形: 角を丸くする 33">
              <a:extLst>
                <a:ext uri="{FF2B5EF4-FFF2-40B4-BE49-F238E27FC236}">
                  <a16:creationId xmlns:a16="http://schemas.microsoft.com/office/drawing/2014/main" id="{F29F1A28-DBB6-048C-8F8E-DC8AC3B143E1}"/>
                </a:ext>
              </a:extLst>
            </p:cNvPr>
            <p:cNvSpPr/>
            <p:nvPr/>
          </p:nvSpPr>
          <p:spPr>
            <a:xfrm>
              <a:off x="1845128" y="1520369"/>
              <a:ext cx="8501744" cy="3909999"/>
            </a:xfrm>
            <a:prstGeom prst="roundRect">
              <a:avLst>
                <a:gd name="adj" fmla="val 6428"/>
              </a:avLst>
            </a:prstGeom>
            <a:solidFill>
              <a:schemeClr val="bg1">
                <a:lumMod val="85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35" name="テキスト ボックス 34">
              <a:extLst>
                <a:ext uri="{FF2B5EF4-FFF2-40B4-BE49-F238E27FC236}">
                  <a16:creationId xmlns:a16="http://schemas.microsoft.com/office/drawing/2014/main" id="{877D7334-5D6B-9C13-9ACC-8D28C650EE0C}"/>
                </a:ext>
              </a:extLst>
            </p:cNvPr>
            <p:cNvSpPr txBox="1"/>
            <p:nvPr/>
          </p:nvSpPr>
          <p:spPr>
            <a:xfrm>
              <a:off x="2754208" y="3783464"/>
              <a:ext cx="7328861" cy="400110"/>
            </a:xfrm>
            <a:prstGeom prst="rect">
              <a:avLst/>
            </a:prstGeom>
            <a:noFill/>
          </p:spPr>
          <p:txBody>
            <a:bodyPr wrap="square" rtlCol="0">
              <a:spAutoFit/>
            </a:bodyPr>
            <a:lstStyle/>
            <a:p>
              <a:pPr algn="ctr"/>
              <a:r>
                <a:rPr lang="ja-JP" altLang="en-US" sz="2000" dirty="0">
                  <a:solidFill>
                    <a:schemeClr val="tx1">
                      <a:lumMod val="95000"/>
                      <a:lumOff val="5000"/>
                    </a:schemeClr>
                  </a:solidFill>
                  <a:latin typeface="HGS明朝E" panose="02020900000000000000" pitchFamily="18" charset="-128"/>
                  <a:ea typeface="HGS明朝E" panose="02020900000000000000" pitchFamily="18" charset="-128"/>
                </a:rPr>
                <a:t>次回以降表示しない</a:t>
              </a:r>
              <a:endParaRPr lang="en-US" altLang="ja-JP" sz="2000" dirty="0">
                <a:solidFill>
                  <a:schemeClr val="accent5"/>
                </a:solidFill>
                <a:latin typeface="HGS明朝E" panose="02020900000000000000" pitchFamily="18" charset="-128"/>
                <a:ea typeface="HGS明朝E" panose="02020900000000000000" pitchFamily="18" charset="-128"/>
              </a:endParaRPr>
            </a:p>
          </p:txBody>
        </p:sp>
        <p:pic>
          <p:nvPicPr>
            <p:cNvPr id="36" name="図 35">
              <a:extLst>
                <a:ext uri="{FF2B5EF4-FFF2-40B4-BE49-F238E27FC236}">
                  <a16:creationId xmlns:a16="http://schemas.microsoft.com/office/drawing/2014/main" id="{22D8D5F0-C59C-F7CE-3F2F-8D001F1C72E2}"/>
                </a:ext>
              </a:extLst>
            </p:cNvPr>
            <p:cNvPicPr/>
            <p:nvPr/>
          </p:nvPicPr>
          <p:blipFill>
            <a:blip r:embed="rId12">
              <a:extLst>
                <a:ext uri="{BEBA8EAE-BF5A-486C-A8C5-ECC9F3942E4B}">
                  <a14:imgProps xmlns:a14="http://schemas.microsoft.com/office/drawing/2010/main">
                    <a14:imgLayer r:embed="rId13">
                      <a14:imgEffect>
                        <a14:saturation sat="0"/>
                      </a14:imgEffect>
                    </a14:imgLayer>
                  </a14:imgProps>
                </a:ext>
                <a:ext uri="{28A0092B-C50C-407E-A947-70E740481C1C}">
                  <a14:useLocalDpi xmlns:a14="http://schemas.microsoft.com/office/drawing/2010/main" val="0"/>
                </a:ext>
              </a:extLst>
            </a:blip>
            <a:stretch>
              <a:fillRect/>
            </a:stretch>
          </p:blipFill>
          <p:spPr>
            <a:xfrm>
              <a:off x="4610934" y="3719642"/>
              <a:ext cx="520959" cy="520959"/>
            </a:xfrm>
            <a:prstGeom prst="rect">
              <a:avLst/>
            </a:prstGeom>
          </p:spPr>
        </p:pic>
        <p:sp>
          <p:nvSpPr>
            <p:cNvPr id="37" name="テキスト ボックス 36">
              <a:extLst>
                <a:ext uri="{FF2B5EF4-FFF2-40B4-BE49-F238E27FC236}">
                  <a16:creationId xmlns:a16="http://schemas.microsoft.com/office/drawing/2014/main" id="{28508F44-C25D-F389-3511-77EBF1EA1F96}"/>
                </a:ext>
              </a:extLst>
            </p:cNvPr>
            <p:cNvSpPr txBox="1"/>
            <p:nvPr/>
          </p:nvSpPr>
          <p:spPr>
            <a:xfrm>
              <a:off x="2558262" y="1813974"/>
              <a:ext cx="7328861" cy="461665"/>
            </a:xfrm>
            <a:prstGeom prst="rect">
              <a:avLst/>
            </a:prstGeom>
            <a:noFill/>
          </p:spPr>
          <p:txBody>
            <a:bodyPr wrap="square" rtlCol="0">
              <a:spAutoFit/>
            </a:bodyPr>
            <a:lstStyle/>
            <a:p>
              <a:pPr algn="ctr"/>
              <a:r>
                <a:rPr lang="ja-JP" altLang="en-US" sz="2400" dirty="0">
                  <a:solidFill>
                    <a:schemeClr val="tx1">
                      <a:lumMod val="95000"/>
                      <a:lumOff val="5000"/>
                    </a:schemeClr>
                  </a:solidFill>
                  <a:latin typeface="HGS明朝E" panose="02020900000000000000" pitchFamily="18" charset="-128"/>
                  <a:ea typeface="HGS明朝E" panose="02020900000000000000" pitchFamily="18" charset="-128"/>
                </a:rPr>
                <a:t>このレア鉱石で取引しますか？</a:t>
              </a:r>
              <a:endParaRPr lang="en-US" altLang="ja-JP" sz="2400" dirty="0">
                <a:solidFill>
                  <a:schemeClr val="accent5"/>
                </a:solidFill>
                <a:latin typeface="HGS明朝E" panose="02020900000000000000" pitchFamily="18" charset="-128"/>
                <a:ea typeface="HGS明朝E" panose="02020900000000000000" pitchFamily="18" charset="-128"/>
              </a:endParaRPr>
            </a:p>
          </p:txBody>
        </p:sp>
        <p:grpSp>
          <p:nvGrpSpPr>
            <p:cNvPr id="38" name="グループ化 37">
              <a:extLst>
                <a:ext uri="{FF2B5EF4-FFF2-40B4-BE49-F238E27FC236}">
                  <a16:creationId xmlns:a16="http://schemas.microsoft.com/office/drawing/2014/main" id="{2E371B58-A14D-32CC-A866-0180B8C3D03F}"/>
                </a:ext>
              </a:extLst>
            </p:cNvPr>
            <p:cNvGrpSpPr/>
            <p:nvPr/>
          </p:nvGrpSpPr>
          <p:grpSpPr>
            <a:xfrm>
              <a:off x="3984982" y="4520190"/>
              <a:ext cx="4222035" cy="615046"/>
              <a:chOff x="4007751" y="4520190"/>
              <a:chExt cx="4222035" cy="615046"/>
            </a:xfrm>
          </p:grpSpPr>
          <p:sp>
            <p:nvSpPr>
              <p:cNvPr id="43" name="四角形: 角を丸くする 42">
                <a:extLst>
                  <a:ext uri="{FF2B5EF4-FFF2-40B4-BE49-F238E27FC236}">
                    <a16:creationId xmlns:a16="http://schemas.microsoft.com/office/drawing/2014/main" id="{B4673438-1ADD-EF16-FA12-A38D0B7879F1}"/>
                  </a:ext>
                </a:extLst>
              </p:cNvPr>
              <p:cNvSpPr/>
              <p:nvPr/>
            </p:nvSpPr>
            <p:spPr>
              <a:xfrm>
                <a:off x="4007751" y="4520190"/>
                <a:ext cx="1595108" cy="611076"/>
              </a:xfrm>
              <a:prstGeom prst="roundRect">
                <a:avLst>
                  <a:gd name="adj" fmla="val 6428"/>
                </a:avLst>
              </a:prstGeom>
              <a:solidFill>
                <a:schemeClr val="tx1">
                  <a:lumMod val="85000"/>
                  <a:lumOff val="15000"/>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400" dirty="0">
                    <a:latin typeface="HGS明朝E" panose="02020900000000000000" pitchFamily="18" charset="-128"/>
                    <a:ea typeface="HGS明朝E" panose="02020900000000000000" pitchFamily="18" charset="-128"/>
                  </a:rPr>
                  <a:t>NO</a:t>
                </a:r>
                <a:endParaRPr kumimoji="1" lang="ja-JP" altLang="en-US" sz="2400" dirty="0">
                  <a:latin typeface="HGS明朝E" panose="02020900000000000000" pitchFamily="18" charset="-128"/>
                  <a:ea typeface="HGS明朝E" panose="02020900000000000000" pitchFamily="18" charset="-128"/>
                </a:endParaRPr>
              </a:p>
            </p:txBody>
          </p:sp>
          <p:sp>
            <p:nvSpPr>
              <p:cNvPr id="45" name="四角形: 角を丸くする 44">
                <a:extLst>
                  <a:ext uri="{FF2B5EF4-FFF2-40B4-BE49-F238E27FC236}">
                    <a16:creationId xmlns:a16="http://schemas.microsoft.com/office/drawing/2014/main" id="{74649385-6ADB-6933-4462-92A5A1A03AB2}"/>
                  </a:ext>
                </a:extLst>
              </p:cNvPr>
              <p:cNvSpPr/>
              <p:nvPr/>
            </p:nvSpPr>
            <p:spPr>
              <a:xfrm>
                <a:off x="6634678" y="4524160"/>
                <a:ext cx="1595108" cy="611076"/>
              </a:xfrm>
              <a:prstGeom prst="roundRect">
                <a:avLst>
                  <a:gd name="adj" fmla="val 6428"/>
                </a:avLst>
              </a:prstGeom>
              <a:solidFill>
                <a:srgbClr val="7030A0">
                  <a:alpha val="8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400" dirty="0">
                    <a:solidFill>
                      <a:schemeClr val="tx1">
                        <a:lumMod val="85000"/>
                        <a:lumOff val="15000"/>
                      </a:schemeClr>
                    </a:solidFill>
                    <a:latin typeface="HGS明朝E" panose="02020900000000000000" pitchFamily="18" charset="-128"/>
                    <a:ea typeface="HGS明朝E" panose="02020900000000000000" pitchFamily="18" charset="-128"/>
                  </a:rPr>
                  <a:t>YES</a:t>
                </a:r>
                <a:endParaRPr kumimoji="1" lang="ja-JP" altLang="en-US" sz="2400" dirty="0">
                  <a:solidFill>
                    <a:schemeClr val="tx1">
                      <a:lumMod val="85000"/>
                      <a:lumOff val="15000"/>
                    </a:schemeClr>
                  </a:solidFill>
                  <a:latin typeface="HGS明朝E" panose="02020900000000000000" pitchFamily="18" charset="-128"/>
                  <a:ea typeface="HGS明朝E" panose="02020900000000000000" pitchFamily="18" charset="-128"/>
                </a:endParaRPr>
              </a:p>
            </p:txBody>
          </p:sp>
        </p:grpSp>
        <p:sp>
          <p:nvSpPr>
            <p:cNvPr id="39" name="四角形: 角を丸くする 38">
              <a:extLst>
                <a:ext uri="{FF2B5EF4-FFF2-40B4-BE49-F238E27FC236}">
                  <a16:creationId xmlns:a16="http://schemas.microsoft.com/office/drawing/2014/main" id="{A9523A57-6B50-2991-898C-269E4B6C3743}"/>
                </a:ext>
              </a:extLst>
            </p:cNvPr>
            <p:cNvSpPr/>
            <p:nvPr/>
          </p:nvSpPr>
          <p:spPr>
            <a:xfrm>
              <a:off x="1857291" y="2478783"/>
              <a:ext cx="8480249" cy="965495"/>
            </a:xfrm>
            <a:prstGeom prst="roundRect">
              <a:avLst>
                <a:gd name="adj" fmla="val 6428"/>
              </a:avLst>
            </a:prstGeom>
            <a:solidFill>
              <a:schemeClr val="tx1">
                <a:lumMod val="65000"/>
                <a:lumOff val="35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42" name="テキスト ボックス 41">
              <a:extLst>
                <a:ext uri="{FF2B5EF4-FFF2-40B4-BE49-F238E27FC236}">
                  <a16:creationId xmlns:a16="http://schemas.microsoft.com/office/drawing/2014/main" id="{2D5D4B57-BCDF-245A-A642-C085BC166CFF}"/>
                </a:ext>
              </a:extLst>
            </p:cNvPr>
            <p:cNvSpPr txBox="1"/>
            <p:nvPr/>
          </p:nvSpPr>
          <p:spPr>
            <a:xfrm>
              <a:off x="5695417" y="2753088"/>
              <a:ext cx="1757563" cy="461665"/>
            </a:xfrm>
            <a:prstGeom prst="rect">
              <a:avLst/>
            </a:prstGeom>
            <a:noFill/>
          </p:spPr>
          <p:txBody>
            <a:bodyPr wrap="square" rtlCol="0">
              <a:spAutoFit/>
            </a:bodyPr>
            <a:lstStyle/>
            <a:p>
              <a:r>
                <a:rPr lang="en-US" altLang="ja-JP" sz="2400" dirty="0">
                  <a:solidFill>
                    <a:schemeClr val="accent2">
                      <a:lumMod val="20000"/>
                      <a:lumOff val="80000"/>
                    </a:schemeClr>
                  </a:solidFill>
                  <a:latin typeface="HGS明朝E" panose="02020900000000000000" pitchFamily="18" charset="-128"/>
                  <a:ea typeface="HGS明朝E" panose="02020900000000000000" pitchFamily="18" charset="-128"/>
                </a:rPr>
                <a:t>R</a:t>
              </a:r>
              <a:r>
                <a:rPr lang="ja-JP" altLang="en-US" sz="1600" dirty="0">
                  <a:solidFill>
                    <a:schemeClr val="bg1">
                      <a:lumMod val="95000"/>
                    </a:schemeClr>
                  </a:solidFill>
                  <a:latin typeface="HGS明朝E" panose="02020900000000000000" pitchFamily="18" charset="-128"/>
                  <a:ea typeface="HGS明朝E" panose="02020900000000000000" pitchFamily="18" charset="-128"/>
                </a:rPr>
                <a:t>：</a:t>
              </a:r>
              <a:r>
                <a:rPr lang="en-US" altLang="ja-JP" sz="1600" dirty="0">
                  <a:solidFill>
                    <a:schemeClr val="accent3"/>
                  </a:solidFill>
                  <a:latin typeface="HGS明朝E" panose="02020900000000000000" pitchFamily="18" charset="-128"/>
                  <a:ea typeface="HGS明朝E" panose="02020900000000000000" pitchFamily="18" charset="-128"/>
                </a:rPr>
                <a:t>HP</a:t>
              </a:r>
              <a:r>
                <a:rPr lang="ja-JP" altLang="en-US" sz="1600" dirty="0">
                  <a:solidFill>
                    <a:schemeClr val="bg1">
                      <a:lumMod val="95000"/>
                    </a:schemeClr>
                  </a:solidFill>
                  <a:latin typeface="HGS明朝E" panose="02020900000000000000" pitchFamily="18" charset="-128"/>
                  <a:ea typeface="HGS明朝E" panose="02020900000000000000" pitchFamily="18" charset="-128"/>
                </a:rPr>
                <a:t>＋</a:t>
              </a:r>
              <a:r>
                <a:rPr lang="en-US" altLang="ja-JP" sz="2400" dirty="0">
                  <a:solidFill>
                    <a:schemeClr val="bg1">
                      <a:lumMod val="95000"/>
                    </a:schemeClr>
                  </a:solidFill>
                  <a:latin typeface="HGS明朝E" panose="02020900000000000000" pitchFamily="18" charset="-128"/>
                  <a:ea typeface="HGS明朝E" panose="02020900000000000000" pitchFamily="18" charset="-128"/>
                </a:rPr>
                <a:t>10</a:t>
              </a:r>
              <a:r>
                <a:rPr lang="ja-JP" altLang="en-US" sz="1600" dirty="0">
                  <a:solidFill>
                    <a:schemeClr val="bg1">
                      <a:lumMod val="95000"/>
                    </a:schemeClr>
                  </a:solidFill>
                  <a:latin typeface="HGS明朝E" panose="02020900000000000000" pitchFamily="18" charset="-128"/>
                  <a:ea typeface="HGS明朝E" panose="02020900000000000000" pitchFamily="18" charset="-128"/>
                </a:rPr>
                <a:t>％</a:t>
              </a:r>
              <a:endParaRPr lang="en-US" altLang="ja-JP" sz="1600" dirty="0">
                <a:solidFill>
                  <a:schemeClr val="bg1">
                    <a:lumMod val="95000"/>
                  </a:schemeClr>
                </a:solidFill>
                <a:latin typeface="HGS明朝E" panose="02020900000000000000" pitchFamily="18" charset="-128"/>
                <a:ea typeface="HGS明朝E" panose="02020900000000000000" pitchFamily="18" charset="-128"/>
              </a:endParaRPr>
            </a:p>
          </p:txBody>
        </p:sp>
      </p:grpSp>
      <p:pic>
        <p:nvPicPr>
          <p:cNvPr id="57" name="図 56">
            <a:extLst>
              <a:ext uri="{FF2B5EF4-FFF2-40B4-BE49-F238E27FC236}">
                <a16:creationId xmlns:a16="http://schemas.microsoft.com/office/drawing/2014/main" id="{64541090-46B9-8FA3-FC71-A7D16A973BA9}"/>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4758277" y="2539872"/>
            <a:ext cx="837338" cy="815757"/>
          </a:xfrm>
          <a:prstGeom prst="rect">
            <a:avLst/>
          </a:prstGeom>
        </p:spPr>
      </p:pic>
    </p:spTree>
    <p:extLst>
      <p:ext uri="{BB962C8B-B14F-4D97-AF65-F5344CB8AC3E}">
        <p14:creationId xmlns:p14="http://schemas.microsoft.com/office/powerpoint/2010/main" val="3406507850"/>
      </p:ext>
    </p:extLst>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
          <a:extLst>
            <a:ext uri="{FF2B5EF4-FFF2-40B4-BE49-F238E27FC236}">
              <a16:creationId xmlns:a16="http://schemas.microsoft.com/office/drawing/2014/main" id="{55BA7CC9-B6F3-C777-5BB1-4CE767352E79}"/>
            </a:ext>
          </a:extLst>
        </p:cNvPr>
        <p:cNvGrpSpPr/>
        <p:nvPr/>
      </p:nvGrpSpPr>
      <p:grpSpPr>
        <a:xfrm>
          <a:off x="0" y="0"/>
          <a:ext cx="0" cy="0"/>
          <a:chOff x="0" y="0"/>
          <a:chExt cx="0" cy="0"/>
        </a:xfrm>
      </p:grpSpPr>
      <p:sp>
        <p:nvSpPr>
          <p:cNvPr id="2" name="四角形: 角を丸くする 1">
            <a:extLst>
              <a:ext uri="{FF2B5EF4-FFF2-40B4-BE49-F238E27FC236}">
                <a16:creationId xmlns:a16="http://schemas.microsoft.com/office/drawing/2014/main" id="{3FF04900-A2DF-EFB3-BBDD-098D63F270B7}"/>
              </a:ext>
            </a:extLst>
          </p:cNvPr>
          <p:cNvSpPr/>
          <p:nvPr/>
        </p:nvSpPr>
        <p:spPr>
          <a:xfrm>
            <a:off x="726233" y="695130"/>
            <a:ext cx="8501744" cy="5467739"/>
          </a:xfrm>
          <a:prstGeom prst="roundRect">
            <a:avLst>
              <a:gd name="adj" fmla="val 6428"/>
            </a:avLst>
          </a:prstGeom>
          <a:solidFill>
            <a:schemeClr val="bg1">
              <a:lumMod val="65000"/>
              <a:alpha val="6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nvGrpSpPr>
          <p:cNvPr id="153" name="グループ化 152">
            <a:extLst>
              <a:ext uri="{FF2B5EF4-FFF2-40B4-BE49-F238E27FC236}">
                <a16:creationId xmlns:a16="http://schemas.microsoft.com/office/drawing/2014/main" id="{84CA587E-FE3C-F177-861D-12BC2C7F306D}"/>
              </a:ext>
            </a:extLst>
          </p:cNvPr>
          <p:cNvGrpSpPr/>
          <p:nvPr/>
        </p:nvGrpSpPr>
        <p:grpSpPr>
          <a:xfrm>
            <a:off x="9569319" y="1071664"/>
            <a:ext cx="1755710" cy="810206"/>
            <a:chOff x="9569319" y="887965"/>
            <a:chExt cx="1755710" cy="810206"/>
          </a:xfrm>
        </p:grpSpPr>
        <p:sp>
          <p:nvSpPr>
            <p:cNvPr id="6" name="四角形: 角を丸くする 5">
              <a:extLst>
                <a:ext uri="{FF2B5EF4-FFF2-40B4-BE49-F238E27FC236}">
                  <a16:creationId xmlns:a16="http://schemas.microsoft.com/office/drawing/2014/main" id="{F9E9333E-EC1C-0C7F-1808-A6F1A7EA2552}"/>
                </a:ext>
              </a:extLst>
            </p:cNvPr>
            <p:cNvSpPr/>
            <p:nvPr/>
          </p:nvSpPr>
          <p:spPr>
            <a:xfrm>
              <a:off x="9569319" y="887965"/>
              <a:ext cx="1755710" cy="810206"/>
            </a:xfrm>
            <a:prstGeom prst="roundRect">
              <a:avLst>
                <a:gd name="adj" fmla="val 6428"/>
              </a:avLst>
            </a:prstGeom>
            <a:solidFill>
              <a:schemeClr val="accent6">
                <a:alpha val="8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2" name="テキスト ボックス 11">
              <a:extLst>
                <a:ext uri="{FF2B5EF4-FFF2-40B4-BE49-F238E27FC236}">
                  <a16:creationId xmlns:a16="http://schemas.microsoft.com/office/drawing/2014/main" id="{763DDEFA-6854-CD49-3DA9-A16EA64408C4}"/>
                </a:ext>
              </a:extLst>
            </p:cNvPr>
            <p:cNvSpPr txBox="1"/>
            <p:nvPr/>
          </p:nvSpPr>
          <p:spPr>
            <a:xfrm>
              <a:off x="10302707" y="1293068"/>
              <a:ext cx="1005403" cy="338554"/>
            </a:xfrm>
            <a:prstGeom prst="rect">
              <a:avLst/>
            </a:prstGeom>
            <a:noFill/>
          </p:spPr>
          <p:txBody>
            <a:bodyPr wrap="none" rtlCol="0">
              <a:spAutoFit/>
            </a:bodyPr>
            <a:lstStyle/>
            <a:p>
              <a:pPr algn="r"/>
              <a:r>
                <a:rPr kumimoji="1" lang="ja-JP" altLang="en-US"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取引する</a:t>
              </a:r>
              <a:endParaRPr kumimoji="1" lang="en-US" altLang="ja-JP"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pic>
        <p:nvPicPr>
          <p:cNvPr id="44" name="図 43">
            <a:extLst>
              <a:ext uri="{FF2B5EF4-FFF2-40B4-BE49-F238E27FC236}">
                <a16:creationId xmlns:a16="http://schemas.microsoft.com/office/drawing/2014/main" id="{2FFCA1BC-D802-2359-920C-61595381F1FF}"/>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1271707" y="235933"/>
            <a:ext cx="610371" cy="610371"/>
          </a:xfrm>
          <a:prstGeom prst="rect">
            <a:avLst/>
          </a:prstGeom>
        </p:spPr>
      </p:pic>
      <p:grpSp>
        <p:nvGrpSpPr>
          <p:cNvPr id="181" name="グループ化 180">
            <a:extLst>
              <a:ext uri="{FF2B5EF4-FFF2-40B4-BE49-F238E27FC236}">
                <a16:creationId xmlns:a16="http://schemas.microsoft.com/office/drawing/2014/main" id="{99F09568-CCDA-979B-3E59-8403FE64AC70}"/>
              </a:ext>
            </a:extLst>
          </p:cNvPr>
          <p:cNvGrpSpPr/>
          <p:nvPr/>
        </p:nvGrpSpPr>
        <p:grpSpPr>
          <a:xfrm>
            <a:off x="9569319" y="5011901"/>
            <a:ext cx="1755710" cy="810206"/>
            <a:chOff x="9569319" y="5159829"/>
            <a:chExt cx="1755710" cy="810206"/>
          </a:xfrm>
          <a:solidFill>
            <a:schemeClr val="bg1">
              <a:lumMod val="85000"/>
              <a:alpha val="70000"/>
            </a:schemeClr>
          </a:solidFill>
        </p:grpSpPr>
        <p:sp>
          <p:nvSpPr>
            <p:cNvPr id="182" name="四角形: 角を丸くする 181">
              <a:extLst>
                <a:ext uri="{FF2B5EF4-FFF2-40B4-BE49-F238E27FC236}">
                  <a16:creationId xmlns:a16="http://schemas.microsoft.com/office/drawing/2014/main" id="{C5ED5B9A-A7C4-62BB-E024-34FDB20DFB83}"/>
                </a:ext>
              </a:extLst>
            </p:cNvPr>
            <p:cNvSpPr/>
            <p:nvPr/>
          </p:nvSpPr>
          <p:spPr>
            <a:xfrm>
              <a:off x="9569319" y="5159829"/>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HGS明朝E" panose="02020900000000000000" pitchFamily="18" charset="-128"/>
                <a:ea typeface="HGS明朝E" panose="02020900000000000000" pitchFamily="18" charset="-128"/>
              </a:endParaRPr>
            </a:p>
          </p:txBody>
        </p:sp>
        <p:sp>
          <p:nvSpPr>
            <p:cNvPr id="183" name="テキスト ボックス 182">
              <a:extLst>
                <a:ext uri="{FF2B5EF4-FFF2-40B4-BE49-F238E27FC236}">
                  <a16:creationId xmlns:a16="http://schemas.microsoft.com/office/drawing/2014/main" id="{C4D52A6C-41A0-C855-41A1-5344B8EB1EE8}"/>
                </a:ext>
              </a:extLst>
            </p:cNvPr>
            <p:cNvSpPr txBox="1"/>
            <p:nvPr/>
          </p:nvSpPr>
          <p:spPr>
            <a:xfrm>
              <a:off x="10430947" y="5564932"/>
              <a:ext cx="877163" cy="369332"/>
            </a:xfrm>
            <a:prstGeom prst="rect">
              <a:avLst/>
            </a:prstGeom>
            <a:noFill/>
            <a:ln>
              <a:noFill/>
            </a:ln>
          </p:spPr>
          <p:txBody>
            <a:bodyPr wrap="none" rtlCol="0">
              <a:spAutoFit/>
            </a:bodyPr>
            <a:lstStyle/>
            <a:p>
              <a:pPr algn="r"/>
              <a:r>
                <a:rPr kumimoji="1" lang="ja-JP" altLang="en-US"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rPr>
                <a:t>ルート</a:t>
              </a:r>
              <a:endParaRPr kumimoji="1" lang="en-US" altLang="ja-JP"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184" name="グループ化 183">
            <a:extLst>
              <a:ext uri="{FF2B5EF4-FFF2-40B4-BE49-F238E27FC236}">
                <a16:creationId xmlns:a16="http://schemas.microsoft.com/office/drawing/2014/main" id="{D61D1A74-F70E-83E4-E931-5453D97C5EBB}"/>
              </a:ext>
            </a:extLst>
          </p:cNvPr>
          <p:cNvGrpSpPr/>
          <p:nvPr/>
        </p:nvGrpSpPr>
        <p:grpSpPr>
          <a:xfrm>
            <a:off x="9569319" y="3698488"/>
            <a:ext cx="1755710" cy="810206"/>
            <a:chOff x="9575538" y="4156787"/>
            <a:chExt cx="1755710" cy="810206"/>
          </a:xfrm>
          <a:solidFill>
            <a:schemeClr val="bg1">
              <a:lumMod val="85000"/>
              <a:alpha val="70000"/>
            </a:schemeClr>
          </a:solidFill>
        </p:grpSpPr>
        <p:sp>
          <p:nvSpPr>
            <p:cNvPr id="185" name="四角形: 角を丸くする 184">
              <a:extLst>
                <a:ext uri="{FF2B5EF4-FFF2-40B4-BE49-F238E27FC236}">
                  <a16:creationId xmlns:a16="http://schemas.microsoft.com/office/drawing/2014/main" id="{CE81542A-C233-642B-8BA1-5DB0AA2A1978}"/>
                </a:ext>
              </a:extLst>
            </p:cNvPr>
            <p:cNvSpPr/>
            <p:nvPr/>
          </p:nvSpPr>
          <p:spPr>
            <a:xfrm>
              <a:off x="9575538" y="4156787"/>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HGS明朝E" panose="02020900000000000000" pitchFamily="18" charset="-128"/>
                <a:ea typeface="HGS明朝E" panose="02020900000000000000" pitchFamily="18" charset="-128"/>
              </a:endParaRPr>
            </a:p>
          </p:txBody>
        </p:sp>
        <p:sp>
          <p:nvSpPr>
            <p:cNvPr id="186" name="テキスト ボックス 185">
              <a:extLst>
                <a:ext uri="{FF2B5EF4-FFF2-40B4-BE49-F238E27FC236}">
                  <a16:creationId xmlns:a16="http://schemas.microsoft.com/office/drawing/2014/main" id="{671C656C-7DB7-D0E1-BB4F-C2C05E69A6F7}"/>
                </a:ext>
              </a:extLst>
            </p:cNvPr>
            <p:cNvSpPr txBox="1"/>
            <p:nvPr/>
          </p:nvSpPr>
          <p:spPr>
            <a:xfrm>
              <a:off x="10661779" y="4561890"/>
              <a:ext cx="646331" cy="369332"/>
            </a:xfrm>
            <a:prstGeom prst="rect">
              <a:avLst/>
            </a:prstGeom>
            <a:noFill/>
            <a:ln>
              <a:noFill/>
            </a:ln>
          </p:spPr>
          <p:txBody>
            <a:bodyPr wrap="none" rtlCol="0">
              <a:spAutoFit/>
            </a:bodyPr>
            <a:lstStyle/>
            <a:p>
              <a:pPr algn="r"/>
              <a:r>
                <a:rPr kumimoji="1" lang="ja-JP" altLang="en-US"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rPr>
                <a:t>戻る</a:t>
              </a:r>
              <a:endParaRPr kumimoji="1" lang="en-US" altLang="ja-JP"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sp>
        <p:nvSpPr>
          <p:cNvPr id="4" name="テキスト ボックス 3">
            <a:extLst>
              <a:ext uri="{FF2B5EF4-FFF2-40B4-BE49-F238E27FC236}">
                <a16:creationId xmlns:a16="http://schemas.microsoft.com/office/drawing/2014/main" id="{F1F3508E-8D35-DDFB-7C27-235F5272FD1F}"/>
              </a:ext>
            </a:extLst>
          </p:cNvPr>
          <p:cNvSpPr txBox="1"/>
          <p:nvPr/>
        </p:nvSpPr>
        <p:spPr>
          <a:xfrm>
            <a:off x="948434" y="816247"/>
            <a:ext cx="2646878" cy="584775"/>
          </a:xfrm>
          <a:prstGeom prst="rect">
            <a:avLst/>
          </a:prstGeom>
          <a:noFill/>
        </p:spPr>
        <p:txBody>
          <a:bodyPr wrap="none" rtlCol="0">
            <a:spAutoFit/>
          </a:bodyPr>
          <a:lstStyle/>
          <a:p>
            <a:r>
              <a:rPr lang="ja-JP" altLang="en-US" sz="3200" dirty="0">
                <a:solidFill>
                  <a:schemeClr val="tx1">
                    <a:lumMod val="85000"/>
                    <a:lumOff val="15000"/>
                  </a:schemeClr>
                </a:solidFill>
                <a:latin typeface="HGS明朝E" panose="02020900000000000000" pitchFamily="18" charset="-128"/>
                <a:ea typeface="HGS明朝E" panose="02020900000000000000" pitchFamily="18" charset="-128"/>
              </a:rPr>
              <a:t>所持レア鉱石</a:t>
            </a:r>
          </a:p>
        </p:txBody>
      </p:sp>
      <p:grpSp>
        <p:nvGrpSpPr>
          <p:cNvPr id="62" name="グループ化 61">
            <a:extLst>
              <a:ext uri="{FF2B5EF4-FFF2-40B4-BE49-F238E27FC236}">
                <a16:creationId xmlns:a16="http://schemas.microsoft.com/office/drawing/2014/main" id="{A87D2989-0483-99F8-0638-1F01C41C652D}"/>
              </a:ext>
            </a:extLst>
          </p:cNvPr>
          <p:cNvGrpSpPr/>
          <p:nvPr/>
        </p:nvGrpSpPr>
        <p:grpSpPr>
          <a:xfrm>
            <a:off x="1810754" y="1479407"/>
            <a:ext cx="1485182" cy="1563659"/>
            <a:chOff x="3645288" y="1685160"/>
            <a:chExt cx="1485182" cy="1563659"/>
          </a:xfrm>
        </p:grpSpPr>
        <p:grpSp>
          <p:nvGrpSpPr>
            <p:cNvPr id="8" name="グループ化 7">
              <a:extLst>
                <a:ext uri="{FF2B5EF4-FFF2-40B4-BE49-F238E27FC236}">
                  <a16:creationId xmlns:a16="http://schemas.microsoft.com/office/drawing/2014/main" id="{B275AD60-9F6C-345C-2BBE-3234950FF56C}"/>
                </a:ext>
              </a:extLst>
            </p:cNvPr>
            <p:cNvGrpSpPr/>
            <p:nvPr/>
          </p:nvGrpSpPr>
          <p:grpSpPr>
            <a:xfrm>
              <a:off x="3645288" y="1685160"/>
              <a:ext cx="1485182" cy="1563659"/>
              <a:chOff x="1276828" y="4105786"/>
              <a:chExt cx="1144222" cy="1563659"/>
            </a:xfrm>
          </p:grpSpPr>
          <p:sp>
            <p:nvSpPr>
              <p:cNvPr id="9" name="四角形: 角を丸くする 8">
                <a:extLst>
                  <a:ext uri="{FF2B5EF4-FFF2-40B4-BE49-F238E27FC236}">
                    <a16:creationId xmlns:a16="http://schemas.microsoft.com/office/drawing/2014/main" id="{0383A107-98AB-CAE3-3CDB-69A0ABCAD30A}"/>
                  </a:ext>
                </a:extLst>
              </p:cNvPr>
              <p:cNvSpPr/>
              <p:nvPr/>
            </p:nvSpPr>
            <p:spPr>
              <a:xfrm>
                <a:off x="1276828" y="4105786"/>
                <a:ext cx="1144222" cy="1563659"/>
              </a:xfrm>
              <a:prstGeom prst="roundRect">
                <a:avLst/>
              </a:prstGeom>
              <a:solidFill>
                <a:schemeClr val="bg1">
                  <a:lumMod val="75000"/>
                  <a:alpha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0" name="テキスト ボックス 9">
                <a:extLst>
                  <a:ext uri="{FF2B5EF4-FFF2-40B4-BE49-F238E27FC236}">
                    <a16:creationId xmlns:a16="http://schemas.microsoft.com/office/drawing/2014/main" id="{29931134-C744-943A-76F5-370B277F0349}"/>
                  </a:ext>
                </a:extLst>
              </p:cNvPr>
              <p:cNvSpPr txBox="1"/>
              <p:nvPr/>
            </p:nvSpPr>
            <p:spPr>
              <a:xfrm>
                <a:off x="1315928" y="4148054"/>
                <a:ext cx="1066022" cy="369332"/>
              </a:xfrm>
              <a:prstGeom prst="rect">
                <a:avLst/>
              </a:prstGeom>
              <a:noFill/>
            </p:spPr>
            <p:txBody>
              <a:bodyPr wrap="square">
                <a:spAutoFit/>
              </a:bodyPr>
              <a:lstStyle/>
              <a:p>
                <a:pPr algn="ctr"/>
                <a:r>
                  <a:rPr lang="en-US" altLang="ja-JP" dirty="0">
                    <a:solidFill>
                      <a:schemeClr val="accent6">
                        <a:lumMod val="60000"/>
                        <a:lumOff val="40000"/>
                      </a:schemeClr>
                    </a:solidFill>
                    <a:latin typeface="HGS明朝E" panose="02020900000000000000" pitchFamily="18" charset="-128"/>
                    <a:ea typeface="HGS明朝E" panose="02020900000000000000" pitchFamily="18" charset="-128"/>
                  </a:rPr>
                  <a:t>R</a:t>
                </a:r>
                <a:r>
                  <a:rPr lang="en-US" altLang="ja-JP" sz="1600" dirty="0">
                    <a:solidFill>
                      <a:schemeClr val="tx1">
                        <a:lumMod val="85000"/>
                        <a:lumOff val="15000"/>
                      </a:schemeClr>
                    </a:solidFill>
                    <a:latin typeface="HGS明朝E" panose="02020900000000000000" pitchFamily="18" charset="-128"/>
                    <a:ea typeface="HGS明朝E" panose="02020900000000000000" pitchFamily="18" charset="-128"/>
                  </a:rPr>
                  <a:t>×</a:t>
                </a:r>
                <a:r>
                  <a:rPr lang="en-US" altLang="ja-JP" dirty="0">
                    <a:solidFill>
                      <a:schemeClr val="tx1">
                        <a:lumMod val="85000"/>
                        <a:lumOff val="15000"/>
                      </a:schemeClr>
                    </a:solidFill>
                    <a:latin typeface="HGS明朝E" panose="02020900000000000000" pitchFamily="18" charset="-128"/>
                    <a:ea typeface="HGS明朝E" panose="02020900000000000000" pitchFamily="18" charset="-128"/>
                  </a:rPr>
                  <a:t>00</a:t>
                </a:r>
                <a:endParaRPr lang="ja-JP" altLang="en-US" dirty="0">
                  <a:solidFill>
                    <a:schemeClr val="tx1">
                      <a:lumMod val="85000"/>
                      <a:lumOff val="15000"/>
                    </a:schemeClr>
                  </a:solidFill>
                  <a:latin typeface="HGS明朝E" panose="02020900000000000000" pitchFamily="18" charset="-128"/>
                  <a:ea typeface="HGS明朝E" panose="02020900000000000000" pitchFamily="18" charset="-128"/>
                </a:endParaRPr>
              </a:p>
            </p:txBody>
          </p:sp>
        </p:grpSp>
        <p:pic>
          <p:nvPicPr>
            <p:cNvPr id="52" name="図 51">
              <a:extLst>
                <a:ext uri="{FF2B5EF4-FFF2-40B4-BE49-F238E27FC236}">
                  <a16:creationId xmlns:a16="http://schemas.microsoft.com/office/drawing/2014/main" id="{7940F43F-F46F-CBD0-6ACF-B03C5E64F689}"/>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3805927" y="2096760"/>
              <a:ext cx="1100325" cy="1071966"/>
            </a:xfrm>
            <a:prstGeom prst="rect">
              <a:avLst/>
            </a:prstGeom>
          </p:spPr>
        </p:pic>
      </p:grpSp>
      <p:grpSp>
        <p:nvGrpSpPr>
          <p:cNvPr id="63" name="グループ化 62">
            <a:extLst>
              <a:ext uri="{FF2B5EF4-FFF2-40B4-BE49-F238E27FC236}">
                <a16:creationId xmlns:a16="http://schemas.microsoft.com/office/drawing/2014/main" id="{A2B1198F-C97C-85A0-A1B2-F259004E7988}"/>
              </a:ext>
            </a:extLst>
          </p:cNvPr>
          <p:cNvGrpSpPr/>
          <p:nvPr/>
        </p:nvGrpSpPr>
        <p:grpSpPr>
          <a:xfrm>
            <a:off x="4234514" y="1479407"/>
            <a:ext cx="1485182" cy="1563659"/>
            <a:chOff x="5460628" y="1685160"/>
            <a:chExt cx="1485182" cy="1563659"/>
          </a:xfrm>
        </p:grpSpPr>
        <p:grpSp>
          <p:nvGrpSpPr>
            <p:cNvPr id="13" name="グループ化 12">
              <a:extLst>
                <a:ext uri="{FF2B5EF4-FFF2-40B4-BE49-F238E27FC236}">
                  <a16:creationId xmlns:a16="http://schemas.microsoft.com/office/drawing/2014/main" id="{FC3EE388-7584-389A-5D7C-DA696019EA32}"/>
                </a:ext>
              </a:extLst>
            </p:cNvPr>
            <p:cNvGrpSpPr/>
            <p:nvPr/>
          </p:nvGrpSpPr>
          <p:grpSpPr>
            <a:xfrm>
              <a:off x="5460628" y="1685160"/>
              <a:ext cx="1485182" cy="1563659"/>
              <a:chOff x="1276828" y="4105786"/>
              <a:chExt cx="1144222" cy="1563659"/>
            </a:xfrm>
          </p:grpSpPr>
          <p:sp>
            <p:nvSpPr>
              <p:cNvPr id="14" name="四角形: 角を丸くする 13">
                <a:extLst>
                  <a:ext uri="{FF2B5EF4-FFF2-40B4-BE49-F238E27FC236}">
                    <a16:creationId xmlns:a16="http://schemas.microsoft.com/office/drawing/2014/main" id="{98649CAC-243A-3D19-E364-891B8FCD4E0A}"/>
                  </a:ext>
                </a:extLst>
              </p:cNvPr>
              <p:cNvSpPr/>
              <p:nvPr/>
            </p:nvSpPr>
            <p:spPr>
              <a:xfrm>
                <a:off x="1276828" y="4105786"/>
                <a:ext cx="1144222" cy="1563659"/>
              </a:xfrm>
              <a:prstGeom prst="roundRect">
                <a:avLst/>
              </a:prstGeom>
              <a:solidFill>
                <a:schemeClr val="bg1">
                  <a:lumMod val="75000"/>
                  <a:alpha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5" name="テキスト ボックス 14">
                <a:extLst>
                  <a:ext uri="{FF2B5EF4-FFF2-40B4-BE49-F238E27FC236}">
                    <a16:creationId xmlns:a16="http://schemas.microsoft.com/office/drawing/2014/main" id="{14F37E91-0521-93CB-AD28-A1CAEAA280A7}"/>
                  </a:ext>
                </a:extLst>
              </p:cNvPr>
              <p:cNvSpPr txBox="1"/>
              <p:nvPr/>
            </p:nvSpPr>
            <p:spPr>
              <a:xfrm>
                <a:off x="1315928" y="4148054"/>
                <a:ext cx="1066022" cy="369332"/>
              </a:xfrm>
              <a:prstGeom prst="rect">
                <a:avLst/>
              </a:prstGeom>
              <a:noFill/>
            </p:spPr>
            <p:txBody>
              <a:bodyPr wrap="square">
                <a:spAutoFit/>
              </a:bodyPr>
              <a:lstStyle/>
              <a:p>
                <a:pPr algn="ctr"/>
                <a:r>
                  <a:rPr lang="en-US" altLang="ja-JP" dirty="0">
                    <a:gradFill flip="none" rotWithShape="1">
                      <a:gsLst>
                        <a:gs pos="0">
                          <a:srgbClr val="CC66FF"/>
                        </a:gs>
                        <a:gs pos="50000">
                          <a:srgbClr val="CC00FF"/>
                        </a:gs>
                        <a:gs pos="100000">
                          <a:srgbClr val="CC66FF"/>
                        </a:gs>
                      </a:gsLst>
                      <a:lin ang="2700000" scaled="1"/>
                      <a:tileRect/>
                    </a:gradFill>
                    <a:latin typeface="HGS明朝E" panose="02020900000000000000" pitchFamily="18" charset="-128"/>
                    <a:ea typeface="HGS明朝E" panose="02020900000000000000" pitchFamily="18" charset="-128"/>
                  </a:rPr>
                  <a:t>SR</a:t>
                </a:r>
                <a:r>
                  <a:rPr lang="en-US" altLang="ja-JP" sz="1600" dirty="0">
                    <a:solidFill>
                      <a:schemeClr val="tx1">
                        <a:lumMod val="85000"/>
                        <a:lumOff val="15000"/>
                      </a:schemeClr>
                    </a:solidFill>
                    <a:latin typeface="HGS明朝E" panose="02020900000000000000" pitchFamily="18" charset="-128"/>
                    <a:ea typeface="HGS明朝E" panose="02020900000000000000" pitchFamily="18" charset="-128"/>
                  </a:rPr>
                  <a:t>×</a:t>
                </a:r>
                <a:r>
                  <a:rPr lang="en-US" altLang="ja-JP" dirty="0">
                    <a:solidFill>
                      <a:schemeClr val="tx1">
                        <a:lumMod val="85000"/>
                        <a:lumOff val="15000"/>
                      </a:schemeClr>
                    </a:solidFill>
                    <a:latin typeface="HGS明朝E" panose="02020900000000000000" pitchFamily="18" charset="-128"/>
                    <a:ea typeface="HGS明朝E" panose="02020900000000000000" pitchFamily="18" charset="-128"/>
                  </a:rPr>
                  <a:t>00</a:t>
                </a:r>
                <a:endParaRPr lang="ja-JP" altLang="en-US" dirty="0">
                  <a:solidFill>
                    <a:schemeClr val="tx1">
                      <a:lumMod val="85000"/>
                      <a:lumOff val="15000"/>
                    </a:schemeClr>
                  </a:solidFill>
                  <a:latin typeface="HGS明朝E" panose="02020900000000000000" pitchFamily="18" charset="-128"/>
                  <a:ea typeface="HGS明朝E" panose="02020900000000000000" pitchFamily="18" charset="-128"/>
                </a:endParaRPr>
              </a:p>
            </p:txBody>
          </p:sp>
        </p:grpSp>
        <p:pic>
          <p:nvPicPr>
            <p:cNvPr id="53" name="図 52">
              <a:extLst>
                <a:ext uri="{FF2B5EF4-FFF2-40B4-BE49-F238E27FC236}">
                  <a16:creationId xmlns:a16="http://schemas.microsoft.com/office/drawing/2014/main" id="{B9B747ED-C4E2-032F-62D9-EAB563EA30CA}"/>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5637161" y="2096760"/>
              <a:ext cx="1100325" cy="1071966"/>
            </a:xfrm>
            <a:prstGeom prst="rect">
              <a:avLst/>
            </a:prstGeom>
          </p:spPr>
        </p:pic>
      </p:grpSp>
      <p:grpSp>
        <p:nvGrpSpPr>
          <p:cNvPr id="64" name="グループ化 63">
            <a:extLst>
              <a:ext uri="{FF2B5EF4-FFF2-40B4-BE49-F238E27FC236}">
                <a16:creationId xmlns:a16="http://schemas.microsoft.com/office/drawing/2014/main" id="{BF52A8D9-FD04-62F0-4D84-371F0D95B1C0}"/>
              </a:ext>
            </a:extLst>
          </p:cNvPr>
          <p:cNvGrpSpPr/>
          <p:nvPr/>
        </p:nvGrpSpPr>
        <p:grpSpPr>
          <a:xfrm>
            <a:off x="6658274" y="1479406"/>
            <a:ext cx="1485182" cy="1563659"/>
            <a:chOff x="7275968" y="1685160"/>
            <a:chExt cx="1485182" cy="1563659"/>
          </a:xfrm>
        </p:grpSpPr>
        <p:grpSp>
          <p:nvGrpSpPr>
            <p:cNvPr id="18" name="グループ化 17">
              <a:extLst>
                <a:ext uri="{FF2B5EF4-FFF2-40B4-BE49-F238E27FC236}">
                  <a16:creationId xmlns:a16="http://schemas.microsoft.com/office/drawing/2014/main" id="{62DFAD12-B750-67CE-1DEE-AF38280B56C9}"/>
                </a:ext>
              </a:extLst>
            </p:cNvPr>
            <p:cNvGrpSpPr/>
            <p:nvPr/>
          </p:nvGrpSpPr>
          <p:grpSpPr>
            <a:xfrm>
              <a:off x="7275968" y="1685160"/>
              <a:ext cx="1485182" cy="1563659"/>
              <a:chOff x="1276828" y="4105786"/>
              <a:chExt cx="1144222" cy="1563659"/>
            </a:xfrm>
          </p:grpSpPr>
          <p:sp>
            <p:nvSpPr>
              <p:cNvPr id="19" name="四角形: 角を丸くする 18">
                <a:extLst>
                  <a:ext uri="{FF2B5EF4-FFF2-40B4-BE49-F238E27FC236}">
                    <a16:creationId xmlns:a16="http://schemas.microsoft.com/office/drawing/2014/main" id="{01DB0549-8A56-246E-6657-E549D4922D3C}"/>
                  </a:ext>
                </a:extLst>
              </p:cNvPr>
              <p:cNvSpPr/>
              <p:nvPr/>
            </p:nvSpPr>
            <p:spPr>
              <a:xfrm>
                <a:off x="1276828" y="4105786"/>
                <a:ext cx="1144222" cy="1563659"/>
              </a:xfrm>
              <a:prstGeom prst="roundRect">
                <a:avLst/>
              </a:prstGeom>
              <a:solidFill>
                <a:schemeClr val="bg1">
                  <a:lumMod val="75000"/>
                  <a:alpha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1" name="テキスト ボックス 20">
                <a:extLst>
                  <a:ext uri="{FF2B5EF4-FFF2-40B4-BE49-F238E27FC236}">
                    <a16:creationId xmlns:a16="http://schemas.microsoft.com/office/drawing/2014/main" id="{52FF3A46-8416-35A0-564A-3423C11078B2}"/>
                  </a:ext>
                </a:extLst>
              </p:cNvPr>
              <p:cNvSpPr txBox="1"/>
              <p:nvPr/>
            </p:nvSpPr>
            <p:spPr>
              <a:xfrm>
                <a:off x="1315928" y="4148054"/>
                <a:ext cx="1066022" cy="369332"/>
              </a:xfrm>
              <a:prstGeom prst="rect">
                <a:avLst/>
              </a:prstGeom>
              <a:noFill/>
            </p:spPr>
            <p:txBody>
              <a:bodyPr wrap="square">
                <a:spAutoFit/>
              </a:bodyPr>
              <a:lstStyle/>
              <a:p>
                <a:pPr algn="ctr"/>
                <a:r>
                  <a:rPr lang="en-US" altLang="ja-JP" dirty="0">
                    <a:gradFill flip="none" rotWithShape="1">
                      <a:gsLst>
                        <a:gs pos="100000">
                          <a:srgbClr val="CC66FF"/>
                        </a:gs>
                        <a:gs pos="75000">
                          <a:srgbClr val="00B0F0"/>
                        </a:gs>
                        <a:gs pos="50000">
                          <a:srgbClr val="92D050"/>
                        </a:gs>
                        <a:gs pos="25000">
                          <a:srgbClr val="FFC000"/>
                        </a:gs>
                        <a:gs pos="1000">
                          <a:srgbClr val="FF0000"/>
                        </a:gs>
                      </a:gsLst>
                      <a:lin ang="2700000" scaled="1"/>
                      <a:tileRect/>
                    </a:gradFill>
                    <a:effectLst>
                      <a:outerShdw blurRad="38100" dist="38100" dir="2700000" algn="tl">
                        <a:srgbClr val="000000">
                          <a:alpha val="43137"/>
                        </a:srgbClr>
                      </a:outerShdw>
                    </a:effectLst>
                    <a:latin typeface="HGS明朝E" panose="02020900000000000000" pitchFamily="18" charset="-128"/>
                    <a:ea typeface="HGS明朝E" panose="02020900000000000000" pitchFamily="18" charset="-128"/>
                  </a:rPr>
                  <a:t>SSR</a:t>
                </a:r>
                <a:r>
                  <a:rPr lang="en-US" altLang="ja-JP" sz="1600" dirty="0">
                    <a:solidFill>
                      <a:schemeClr val="tx1">
                        <a:lumMod val="85000"/>
                        <a:lumOff val="15000"/>
                      </a:schemeClr>
                    </a:solidFill>
                    <a:latin typeface="HGS明朝E" panose="02020900000000000000" pitchFamily="18" charset="-128"/>
                    <a:ea typeface="HGS明朝E" panose="02020900000000000000" pitchFamily="18" charset="-128"/>
                  </a:rPr>
                  <a:t>×</a:t>
                </a:r>
                <a:r>
                  <a:rPr lang="en-US" altLang="ja-JP" dirty="0">
                    <a:solidFill>
                      <a:schemeClr val="tx1">
                        <a:lumMod val="85000"/>
                        <a:lumOff val="15000"/>
                      </a:schemeClr>
                    </a:solidFill>
                    <a:latin typeface="HGS明朝E" panose="02020900000000000000" pitchFamily="18" charset="-128"/>
                    <a:ea typeface="HGS明朝E" panose="02020900000000000000" pitchFamily="18" charset="-128"/>
                  </a:rPr>
                  <a:t>00</a:t>
                </a:r>
                <a:endParaRPr lang="ja-JP" altLang="en-US" dirty="0">
                  <a:solidFill>
                    <a:schemeClr val="tx1">
                      <a:lumMod val="85000"/>
                      <a:lumOff val="15000"/>
                    </a:schemeClr>
                  </a:solidFill>
                  <a:latin typeface="HGS明朝E" panose="02020900000000000000" pitchFamily="18" charset="-128"/>
                  <a:ea typeface="HGS明朝E" panose="02020900000000000000" pitchFamily="18" charset="-128"/>
                </a:endParaRPr>
              </a:p>
            </p:txBody>
          </p:sp>
        </p:grpSp>
        <p:pic>
          <p:nvPicPr>
            <p:cNvPr id="54" name="図 53">
              <a:extLst>
                <a:ext uri="{FF2B5EF4-FFF2-40B4-BE49-F238E27FC236}">
                  <a16:creationId xmlns:a16="http://schemas.microsoft.com/office/drawing/2014/main" id="{752870BF-A33F-9BBE-7A0A-5556E938E283}"/>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468396" y="2096760"/>
              <a:ext cx="1100325" cy="1071966"/>
            </a:xfrm>
            <a:prstGeom prst="rect">
              <a:avLst/>
            </a:prstGeom>
          </p:spPr>
        </p:pic>
      </p:grpSp>
      <p:grpSp>
        <p:nvGrpSpPr>
          <p:cNvPr id="131" name="グループ化 130">
            <a:extLst>
              <a:ext uri="{FF2B5EF4-FFF2-40B4-BE49-F238E27FC236}">
                <a16:creationId xmlns:a16="http://schemas.microsoft.com/office/drawing/2014/main" id="{49800133-0B5B-C8B3-CA69-20CF4477EFD1}"/>
              </a:ext>
            </a:extLst>
          </p:cNvPr>
          <p:cNvGrpSpPr/>
          <p:nvPr/>
        </p:nvGrpSpPr>
        <p:grpSpPr>
          <a:xfrm>
            <a:off x="4440185" y="3623843"/>
            <a:ext cx="3873105" cy="2076704"/>
            <a:chOff x="1530841" y="3768280"/>
            <a:chExt cx="3873105" cy="2076704"/>
          </a:xfrm>
        </p:grpSpPr>
        <p:grpSp>
          <p:nvGrpSpPr>
            <p:cNvPr id="115" name="グループ化 114">
              <a:extLst>
                <a:ext uri="{FF2B5EF4-FFF2-40B4-BE49-F238E27FC236}">
                  <a16:creationId xmlns:a16="http://schemas.microsoft.com/office/drawing/2014/main" id="{C3410409-17B1-ACA4-326C-E5C5EC83D12D}"/>
                </a:ext>
              </a:extLst>
            </p:cNvPr>
            <p:cNvGrpSpPr/>
            <p:nvPr/>
          </p:nvGrpSpPr>
          <p:grpSpPr>
            <a:xfrm>
              <a:off x="1530841" y="3988503"/>
              <a:ext cx="2158071" cy="1716321"/>
              <a:chOff x="1810754" y="4082007"/>
              <a:chExt cx="2158071" cy="1716321"/>
            </a:xfrm>
          </p:grpSpPr>
          <p:grpSp>
            <p:nvGrpSpPr>
              <p:cNvPr id="66" name="グループ化 65">
                <a:extLst>
                  <a:ext uri="{FF2B5EF4-FFF2-40B4-BE49-F238E27FC236}">
                    <a16:creationId xmlns:a16="http://schemas.microsoft.com/office/drawing/2014/main" id="{2C05F640-D8F9-C2CB-CC40-A9F3B224B3BF}"/>
                  </a:ext>
                </a:extLst>
              </p:cNvPr>
              <p:cNvGrpSpPr/>
              <p:nvPr/>
            </p:nvGrpSpPr>
            <p:grpSpPr>
              <a:xfrm>
                <a:off x="1810754" y="4082007"/>
                <a:ext cx="1485182" cy="1716321"/>
                <a:chOff x="1276828" y="4105786"/>
                <a:chExt cx="1144222" cy="1716321"/>
              </a:xfrm>
            </p:grpSpPr>
            <p:sp>
              <p:nvSpPr>
                <p:cNvPr id="68" name="四角形: 角を丸くする 67">
                  <a:extLst>
                    <a:ext uri="{FF2B5EF4-FFF2-40B4-BE49-F238E27FC236}">
                      <a16:creationId xmlns:a16="http://schemas.microsoft.com/office/drawing/2014/main" id="{3608E9EC-A062-3038-08B2-87BCA6F44ABE}"/>
                    </a:ext>
                  </a:extLst>
                </p:cNvPr>
                <p:cNvSpPr/>
                <p:nvPr/>
              </p:nvSpPr>
              <p:spPr>
                <a:xfrm>
                  <a:off x="1276828" y="4105786"/>
                  <a:ext cx="1144222" cy="1716321"/>
                </a:xfrm>
                <a:prstGeom prst="roundRect">
                  <a:avLst/>
                </a:prstGeom>
                <a:gradFill flip="none" rotWithShape="1">
                  <a:gsLst>
                    <a:gs pos="0">
                      <a:schemeClr val="accent3">
                        <a:lumMod val="60000"/>
                        <a:lumOff val="40000"/>
                        <a:alpha val="80000"/>
                      </a:schemeClr>
                    </a:gs>
                    <a:gs pos="100000">
                      <a:schemeClr val="accent3">
                        <a:lumMod val="20000"/>
                        <a:lumOff val="80000"/>
                        <a:alpha val="40000"/>
                      </a:schemeClr>
                    </a:gs>
                  </a:gsLst>
                  <a:lin ang="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69" name="テキスト ボックス 68">
                  <a:extLst>
                    <a:ext uri="{FF2B5EF4-FFF2-40B4-BE49-F238E27FC236}">
                      <a16:creationId xmlns:a16="http://schemas.microsoft.com/office/drawing/2014/main" id="{252FC257-71C9-D7DF-31E0-E6C60CFBF405}"/>
                    </a:ext>
                  </a:extLst>
                </p:cNvPr>
                <p:cNvSpPr txBox="1"/>
                <p:nvPr/>
              </p:nvSpPr>
              <p:spPr>
                <a:xfrm>
                  <a:off x="1315928" y="4163141"/>
                  <a:ext cx="1066022" cy="369332"/>
                </a:xfrm>
                <a:prstGeom prst="rect">
                  <a:avLst/>
                </a:prstGeom>
                <a:noFill/>
              </p:spPr>
              <p:txBody>
                <a:bodyPr wrap="square">
                  <a:spAutoFit/>
                </a:bodyPr>
                <a:lstStyle/>
                <a:p>
                  <a:pPr algn="ctr"/>
                  <a:r>
                    <a:rPr lang="en-US" altLang="ja-JP" dirty="0">
                      <a:solidFill>
                        <a:schemeClr val="accent3">
                          <a:lumMod val="75000"/>
                        </a:schemeClr>
                      </a:solidFill>
                      <a:latin typeface="HGS明朝E" panose="02020900000000000000" pitchFamily="18" charset="-128"/>
                      <a:ea typeface="HGS明朝E" panose="02020900000000000000" pitchFamily="18" charset="-128"/>
                    </a:rPr>
                    <a:t>HP</a:t>
                  </a:r>
                  <a:r>
                    <a:rPr lang="ja-JP" altLang="en-US" sz="1600" dirty="0">
                      <a:solidFill>
                        <a:schemeClr val="bg1">
                          <a:lumMod val="95000"/>
                        </a:schemeClr>
                      </a:solidFill>
                      <a:latin typeface="HGS明朝E" panose="02020900000000000000" pitchFamily="18" charset="-128"/>
                      <a:ea typeface="HGS明朝E" panose="02020900000000000000" pitchFamily="18" charset="-128"/>
                    </a:rPr>
                    <a:t>＋</a:t>
                  </a:r>
                  <a:r>
                    <a:rPr lang="en-US" altLang="ja-JP" dirty="0">
                      <a:solidFill>
                        <a:schemeClr val="bg1">
                          <a:lumMod val="95000"/>
                        </a:schemeClr>
                      </a:solidFill>
                      <a:latin typeface="HGS明朝E" panose="02020900000000000000" pitchFamily="18" charset="-128"/>
                      <a:ea typeface="HGS明朝E" panose="02020900000000000000" pitchFamily="18" charset="-128"/>
                    </a:rPr>
                    <a:t>10</a:t>
                  </a:r>
                  <a:r>
                    <a:rPr lang="ja-JP" altLang="en-US" dirty="0">
                      <a:solidFill>
                        <a:schemeClr val="bg1">
                          <a:lumMod val="95000"/>
                        </a:schemeClr>
                      </a:solidFill>
                      <a:latin typeface="HGS明朝E" panose="02020900000000000000" pitchFamily="18" charset="-128"/>
                      <a:ea typeface="HGS明朝E" panose="02020900000000000000" pitchFamily="18" charset="-128"/>
                    </a:rPr>
                    <a:t>％</a:t>
                  </a:r>
                </a:p>
              </p:txBody>
            </p:sp>
          </p:grpSp>
          <p:pic>
            <p:nvPicPr>
              <p:cNvPr id="71" name="図 70">
                <a:extLst>
                  <a:ext uri="{FF2B5EF4-FFF2-40B4-BE49-F238E27FC236}">
                    <a16:creationId xmlns:a16="http://schemas.microsoft.com/office/drawing/2014/main" id="{4499E1D2-5C4F-8AD4-EBC0-829B0592CAEA}"/>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2115664" y="4524497"/>
                <a:ext cx="834064" cy="834064"/>
              </a:xfrm>
              <a:prstGeom prst="rect">
                <a:avLst/>
              </a:prstGeom>
            </p:spPr>
          </p:pic>
          <p:sp>
            <p:nvSpPr>
              <p:cNvPr id="72" name="矢印: 右 71">
                <a:extLst>
                  <a:ext uri="{FF2B5EF4-FFF2-40B4-BE49-F238E27FC236}">
                    <a16:creationId xmlns:a16="http://schemas.microsoft.com/office/drawing/2014/main" id="{C43E761A-B6BB-62B8-10FE-9B678556B408}"/>
                  </a:ext>
                </a:extLst>
              </p:cNvPr>
              <p:cNvSpPr/>
              <p:nvPr/>
            </p:nvSpPr>
            <p:spPr>
              <a:xfrm>
                <a:off x="3291070" y="4523135"/>
                <a:ext cx="677755" cy="834064"/>
              </a:xfrm>
              <a:prstGeom prst="rightArrow">
                <a:avLst>
                  <a:gd name="adj1" fmla="val 50000"/>
                  <a:gd name="adj2" fmla="val 58260"/>
                </a:avLst>
              </a:prstGeom>
              <a:solidFill>
                <a:schemeClr val="accent3">
                  <a:lumMod val="20000"/>
                  <a:lumOff val="80000"/>
                  <a:alpha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129" name="グループ化 128">
              <a:extLst>
                <a:ext uri="{FF2B5EF4-FFF2-40B4-BE49-F238E27FC236}">
                  <a16:creationId xmlns:a16="http://schemas.microsoft.com/office/drawing/2014/main" id="{7054B6CF-6179-40DB-90D3-317B7B135F16}"/>
                </a:ext>
              </a:extLst>
            </p:cNvPr>
            <p:cNvGrpSpPr/>
            <p:nvPr/>
          </p:nvGrpSpPr>
          <p:grpSpPr>
            <a:xfrm>
              <a:off x="3684012" y="3768280"/>
              <a:ext cx="1719934" cy="2076704"/>
              <a:chOff x="4234514" y="3768280"/>
              <a:chExt cx="1719934" cy="2076704"/>
            </a:xfrm>
          </p:grpSpPr>
          <p:sp>
            <p:nvSpPr>
              <p:cNvPr id="80" name="四角形: 角を丸くする 79">
                <a:extLst>
                  <a:ext uri="{FF2B5EF4-FFF2-40B4-BE49-F238E27FC236}">
                    <a16:creationId xmlns:a16="http://schemas.microsoft.com/office/drawing/2014/main" id="{26C5217C-3873-1169-470A-96D0DBBB0896}"/>
                  </a:ext>
                </a:extLst>
              </p:cNvPr>
              <p:cNvSpPr/>
              <p:nvPr/>
            </p:nvSpPr>
            <p:spPr>
              <a:xfrm>
                <a:off x="4234514" y="3768280"/>
                <a:ext cx="1719934" cy="2076704"/>
              </a:xfrm>
              <a:prstGeom prst="roundRect">
                <a:avLst>
                  <a:gd name="adj" fmla="val 9614"/>
                </a:avLst>
              </a:prstGeom>
              <a:solidFill>
                <a:schemeClr val="accent3">
                  <a:lumMod val="20000"/>
                  <a:lumOff val="80000"/>
                  <a:alpha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nvGrpSpPr>
              <p:cNvPr id="81" name="グループ化 80">
                <a:extLst>
                  <a:ext uri="{FF2B5EF4-FFF2-40B4-BE49-F238E27FC236}">
                    <a16:creationId xmlns:a16="http://schemas.microsoft.com/office/drawing/2014/main" id="{AC45200D-7A13-D76A-8EF7-99587EF78001}"/>
                  </a:ext>
                </a:extLst>
              </p:cNvPr>
              <p:cNvGrpSpPr/>
              <p:nvPr/>
            </p:nvGrpSpPr>
            <p:grpSpPr>
              <a:xfrm>
                <a:off x="4401555" y="5171959"/>
                <a:ext cx="1378592" cy="501114"/>
                <a:chOff x="1791694" y="1421053"/>
                <a:chExt cx="1021532" cy="501114"/>
              </a:xfrm>
            </p:grpSpPr>
            <p:grpSp>
              <p:nvGrpSpPr>
                <p:cNvPr id="85" name="グループ化 84">
                  <a:extLst>
                    <a:ext uri="{FF2B5EF4-FFF2-40B4-BE49-F238E27FC236}">
                      <a16:creationId xmlns:a16="http://schemas.microsoft.com/office/drawing/2014/main" id="{727FB11B-8F59-61FD-8509-A58D4B63F0DC}"/>
                    </a:ext>
                  </a:extLst>
                </p:cNvPr>
                <p:cNvGrpSpPr/>
                <p:nvPr/>
              </p:nvGrpSpPr>
              <p:grpSpPr>
                <a:xfrm>
                  <a:off x="1850735" y="1732906"/>
                  <a:ext cx="962491" cy="189261"/>
                  <a:chOff x="3619753" y="4534386"/>
                  <a:chExt cx="5490959" cy="751289"/>
                </a:xfrm>
              </p:grpSpPr>
              <p:pic>
                <p:nvPicPr>
                  <p:cNvPr id="87" name="図 86">
                    <a:extLst>
                      <a:ext uri="{FF2B5EF4-FFF2-40B4-BE49-F238E27FC236}">
                        <a16:creationId xmlns:a16="http://schemas.microsoft.com/office/drawing/2014/main" id="{77563709-ADA2-1BC3-EBAF-4752D1428FA7}"/>
                      </a:ext>
                    </a:extLst>
                  </p:cNvPr>
                  <p:cNvPicPr>
                    <a:picLocks noChangeAspect="1"/>
                  </p:cNvPicPr>
                  <p:nvPr/>
                </p:nvPicPr>
                <p:blipFill>
                  <a:blip r:embed="rId7">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a:off x="3637696" y="4549167"/>
                    <a:ext cx="5473016" cy="736508"/>
                  </a:xfrm>
                  <a:prstGeom prst="rect">
                    <a:avLst/>
                  </a:prstGeom>
                </p:spPr>
              </p:pic>
              <p:pic>
                <p:nvPicPr>
                  <p:cNvPr id="90" name="図 89">
                    <a:extLst>
                      <a:ext uri="{FF2B5EF4-FFF2-40B4-BE49-F238E27FC236}">
                        <a16:creationId xmlns:a16="http://schemas.microsoft.com/office/drawing/2014/main" id="{4E525B17-6153-028B-7A1D-000EBFA00ED5}"/>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3619753" y="4534386"/>
                    <a:ext cx="4332529" cy="736507"/>
                  </a:xfrm>
                  <a:prstGeom prst="rect">
                    <a:avLst/>
                  </a:prstGeom>
                </p:spPr>
              </p:pic>
            </p:grpSp>
            <p:sp>
              <p:nvSpPr>
                <p:cNvPr id="86" name="テキスト ボックス 85">
                  <a:extLst>
                    <a:ext uri="{FF2B5EF4-FFF2-40B4-BE49-F238E27FC236}">
                      <a16:creationId xmlns:a16="http://schemas.microsoft.com/office/drawing/2014/main" id="{45266538-6BE6-4335-49D0-66A21FD35504}"/>
                    </a:ext>
                  </a:extLst>
                </p:cNvPr>
                <p:cNvSpPr txBox="1"/>
                <p:nvPr/>
              </p:nvSpPr>
              <p:spPr>
                <a:xfrm>
                  <a:off x="1791694" y="1421053"/>
                  <a:ext cx="968535" cy="338554"/>
                </a:xfrm>
                <a:prstGeom prst="rect">
                  <a:avLst/>
                </a:prstGeom>
                <a:noFill/>
              </p:spPr>
              <p:txBody>
                <a:bodyPr wrap="none" rtlCol="0">
                  <a:spAutoFit/>
                </a:bodyPr>
                <a:lstStyle/>
                <a:p>
                  <a:r>
                    <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rPr>
                    <a:t>HP</a:t>
                  </a:r>
                  <a:r>
                    <a:rPr lang="ja-JP" altLang="en-US" sz="1200" b="1" dirty="0">
                      <a:solidFill>
                        <a:schemeClr val="tx1">
                          <a:lumMod val="95000"/>
                          <a:lumOff val="5000"/>
                        </a:schemeClr>
                      </a:solidFill>
                      <a:latin typeface="HGS明朝E" panose="02020900000000000000" pitchFamily="18" charset="-128"/>
                      <a:ea typeface="HGS明朝E" panose="02020900000000000000" pitchFamily="18" charset="-128"/>
                    </a:rPr>
                    <a:t>：</a:t>
                  </a:r>
                  <a:r>
                    <a:rPr lang="en-US" altLang="ja-JP" sz="1600" b="1" dirty="0">
                      <a:solidFill>
                        <a:schemeClr val="tx1">
                          <a:lumMod val="95000"/>
                          <a:lumOff val="5000"/>
                        </a:schemeClr>
                      </a:solidFill>
                      <a:latin typeface="HGS明朝E" panose="02020900000000000000" pitchFamily="18" charset="-128"/>
                      <a:ea typeface="HGS明朝E" panose="02020900000000000000" pitchFamily="18" charset="-128"/>
                    </a:rPr>
                    <a:t>0000</a:t>
                  </a:r>
                  <a:endPar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endParaRPr>
                </a:p>
              </p:txBody>
            </p:sp>
          </p:grpSp>
          <p:pic>
            <p:nvPicPr>
              <p:cNvPr id="91" name="図 90">
                <a:extLst>
                  <a:ext uri="{FF2B5EF4-FFF2-40B4-BE49-F238E27FC236}">
                    <a16:creationId xmlns:a16="http://schemas.microsoft.com/office/drawing/2014/main" id="{7280913E-4EB2-9A12-7905-866D6E4AA2BF}"/>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4676279" y="3923907"/>
                <a:ext cx="836403" cy="1254605"/>
              </a:xfrm>
              <a:prstGeom prst="rect">
                <a:avLst/>
              </a:prstGeom>
            </p:spPr>
          </p:pic>
        </p:grpSp>
      </p:grpSp>
      <p:sp>
        <p:nvSpPr>
          <p:cNvPr id="116" name="テキスト ボックス 115">
            <a:extLst>
              <a:ext uri="{FF2B5EF4-FFF2-40B4-BE49-F238E27FC236}">
                <a16:creationId xmlns:a16="http://schemas.microsoft.com/office/drawing/2014/main" id="{290DA68C-6B84-5009-F7EA-FEB74B007542}"/>
              </a:ext>
            </a:extLst>
          </p:cNvPr>
          <p:cNvSpPr txBox="1"/>
          <p:nvPr/>
        </p:nvSpPr>
        <p:spPr>
          <a:xfrm>
            <a:off x="948434" y="3099132"/>
            <a:ext cx="3057247" cy="584775"/>
          </a:xfrm>
          <a:prstGeom prst="rect">
            <a:avLst/>
          </a:prstGeom>
          <a:noFill/>
        </p:spPr>
        <p:txBody>
          <a:bodyPr wrap="none" rtlCol="0">
            <a:spAutoFit/>
          </a:bodyPr>
          <a:lstStyle/>
          <a:p>
            <a:r>
              <a:rPr lang="ja-JP" altLang="en-US" sz="3200" dirty="0">
                <a:solidFill>
                  <a:schemeClr val="tx1">
                    <a:lumMod val="85000"/>
                    <a:lumOff val="15000"/>
                  </a:schemeClr>
                </a:solidFill>
                <a:latin typeface="HGS明朝E" panose="02020900000000000000" pitchFamily="18" charset="-128"/>
                <a:ea typeface="HGS明朝E" panose="02020900000000000000" pitchFamily="18" charset="-128"/>
              </a:rPr>
              <a:t>回復キャラ選択</a:t>
            </a:r>
          </a:p>
        </p:txBody>
      </p:sp>
      <p:grpSp>
        <p:nvGrpSpPr>
          <p:cNvPr id="130" name="グループ化 129">
            <a:extLst>
              <a:ext uri="{FF2B5EF4-FFF2-40B4-BE49-F238E27FC236}">
                <a16:creationId xmlns:a16="http://schemas.microsoft.com/office/drawing/2014/main" id="{F7A19CB9-A105-A457-65AE-60E3B32A1D2D}"/>
              </a:ext>
            </a:extLst>
          </p:cNvPr>
          <p:cNvGrpSpPr/>
          <p:nvPr/>
        </p:nvGrpSpPr>
        <p:grpSpPr>
          <a:xfrm>
            <a:off x="1690884" y="3773704"/>
            <a:ext cx="2230782" cy="2139291"/>
            <a:chOff x="1443449" y="5871097"/>
            <a:chExt cx="2230782" cy="2139291"/>
          </a:xfrm>
        </p:grpSpPr>
        <p:grpSp>
          <p:nvGrpSpPr>
            <p:cNvPr id="111" name="グループ化 110">
              <a:extLst>
                <a:ext uri="{FF2B5EF4-FFF2-40B4-BE49-F238E27FC236}">
                  <a16:creationId xmlns:a16="http://schemas.microsoft.com/office/drawing/2014/main" id="{5BF2CD87-A1A3-B70A-41D8-B908CDFB865E}"/>
                </a:ext>
              </a:extLst>
            </p:cNvPr>
            <p:cNvGrpSpPr/>
            <p:nvPr/>
          </p:nvGrpSpPr>
          <p:grpSpPr>
            <a:xfrm rot="5400000">
              <a:off x="534926" y="6825580"/>
              <a:ext cx="2093331" cy="276285"/>
              <a:chOff x="3114125" y="3836637"/>
              <a:chExt cx="5697007" cy="276285"/>
            </a:xfrm>
          </p:grpSpPr>
          <p:sp>
            <p:nvSpPr>
              <p:cNvPr id="112" name="四角形: 角を丸くする 111">
                <a:extLst>
                  <a:ext uri="{FF2B5EF4-FFF2-40B4-BE49-F238E27FC236}">
                    <a16:creationId xmlns:a16="http://schemas.microsoft.com/office/drawing/2014/main" id="{753050BC-5BE7-60E8-5033-CD686B0C8A62}"/>
                  </a:ext>
                </a:extLst>
              </p:cNvPr>
              <p:cNvSpPr/>
              <p:nvPr/>
            </p:nvSpPr>
            <p:spPr>
              <a:xfrm>
                <a:off x="3114125" y="3891844"/>
                <a:ext cx="5697007" cy="165873"/>
              </a:xfrm>
              <a:prstGeom prst="roundRect">
                <a:avLst/>
              </a:prstGeom>
              <a:solidFill>
                <a:schemeClr val="bg1">
                  <a:lumMod val="65000"/>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13" name="四角形: 角を丸くする 112">
                <a:extLst>
                  <a:ext uri="{FF2B5EF4-FFF2-40B4-BE49-F238E27FC236}">
                    <a16:creationId xmlns:a16="http://schemas.microsoft.com/office/drawing/2014/main" id="{E73163E7-48B7-3AEB-D3DF-62ED4AC4B438}"/>
                  </a:ext>
                </a:extLst>
              </p:cNvPr>
              <p:cNvSpPr/>
              <p:nvPr/>
            </p:nvSpPr>
            <p:spPr>
              <a:xfrm>
                <a:off x="4786606" y="3836637"/>
                <a:ext cx="2050791" cy="276285"/>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sp>
          <p:nvSpPr>
            <p:cNvPr id="114" name="四角形: 角を丸くする 113">
              <a:extLst>
                <a:ext uri="{FF2B5EF4-FFF2-40B4-BE49-F238E27FC236}">
                  <a16:creationId xmlns:a16="http://schemas.microsoft.com/office/drawing/2014/main" id="{FFD2C494-BB75-49B0-84C6-674F27801ECD}"/>
                </a:ext>
              </a:extLst>
            </p:cNvPr>
            <p:cNvSpPr/>
            <p:nvPr/>
          </p:nvSpPr>
          <p:spPr>
            <a:xfrm>
              <a:off x="1867195" y="5871097"/>
              <a:ext cx="1807036" cy="801312"/>
            </a:xfrm>
            <a:prstGeom prst="roundRect">
              <a:avLst>
                <a:gd name="adj" fmla="val 16667"/>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nvGrpSpPr>
            <p:cNvPr id="100" name="グループ化 99">
              <a:extLst>
                <a:ext uri="{FF2B5EF4-FFF2-40B4-BE49-F238E27FC236}">
                  <a16:creationId xmlns:a16="http://schemas.microsoft.com/office/drawing/2014/main" id="{E54BFEB0-39BC-B290-35EE-1BB4DA757D4D}"/>
                </a:ext>
              </a:extLst>
            </p:cNvPr>
            <p:cNvGrpSpPr/>
            <p:nvPr/>
          </p:nvGrpSpPr>
          <p:grpSpPr>
            <a:xfrm>
              <a:off x="1940375" y="5928722"/>
              <a:ext cx="1615981" cy="630585"/>
              <a:chOff x="1250692" y="4885023"/>
              <a:chExt cx="1615981" cy="630585"/>
            </a:xfrm>
          </p:grpSpPr>
          <p:pic>
            <p:nvPicPr>
              <p:cNvPr id="101" name="図 100">
                <a:extLst>
                  <a:ext uri="{FF2B5EF4-FFF2-40B4-BE49-F238E27FC236}">
                    <a16:creationId xmlns:a16="http://schemas.microsoft.com/office/drawing/2014/main" id="{8EBA7587-C355-E7B6-3DD8-053BB12C4CCB}"/>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1250692" y="4885023"/>
                <a:ext cx="630585" cy="630585"/>
              </a:xfrm>
              <a:prstGeom prst="rect">
                <a:avLst/>
              </a:prstGeom>
            </p:spPr>
          </p:pic>
          <p:grpSp>
            <p:nvGrpSpPr>
              <p:cNvPr id="102" name="グループ化 101">
                <a:extLst>
                  <a:ext uri="{FF2B5EF4-FFF2-40B4-BE49-F238E27FC236}">
                    <a16:creationId xmlns:a16="http://schemas.microsoft.com/office/drawing/2014/main" id="{E1C2EBA6-7A81-3C93-896F-9288CB5D439B}"/>
                  </a:ext>
                </a:extLst>
              </p:cNvPr>
              <p:cNvGrpSpPr/>
              <p:nvPr/>
            </p:nvGrpSpPr>
            <p:grpSpPr>
              <a:xfrm>
                <a:off x="1845141" y="5040571"/>
                <a:ext cx="1021532" cy="468002"/>
                <a:chOff x="1791417" y="5040571"/>
                <a:chExt cx="1021532" cy="468002"/>
              </a:xfrm>
            </p:grpSpPr>
            <p:grpSp>
              <p:nvGrpSpPr>
                <p:cNvPr id="103" name="グループ化 102">
                  <a:extLst>
                    <a:ext uri="{FF2B5EF4-FFF2-40B4-BE49-F238E27FC236}">
                      <a16:creationId xmlns:a16="http://schemas.microsoft.com/office/drawing/2014/main" id="{CEF2EADF-B056-D928-1AC5-D96DB3B07E78}"/>
                    </a:ext>
                  </a:extLst>
                </p:cNvPr>
                <p:cNvGrpSpPr/>
                <p:nvPr/>
              </p:nvGrpSpPr>
              <p:grpSpPr>
                <a:xfrm>
                  <a:off x="1850458" y="5358764"/>
                  <a:ext cx="962491" cy="149809"/>
                  <a:chOff x="3619753" y="4534386"/>
                  <a:chExt cx="5490959" cy="751289"/>
                </a:xfrm>
              </p:grpSpPr>
              <p:pic>
                <p:nvPicPr>
                  <p:cNvPr id="105" name="図 104">
                    <a:extLst>
                      <a:ext uri="{FF2B5EF4-FFF2-40B4-BE49-F238E27FC236}">
                        <a16:creationId xmlns:a16="http://schemas.microsoft.com/office/drawing/2014/main" id="{98EDF403-1FDF-8E05-6C46-85D7ED75781B}"/>
                      </a:ext>
                    </a:extLst>
                  </p:cNvPr>
                  <p:cNvPicPr>
                    <a:picLocks noChangeAspect="1"/>
                  </p:cNvPicPr>
                  <p:nvPr/>
                </p:nvPicPr>
                <p:blipFill>
                  <a:blip r:embed="rId7">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a:off x="3637696" y="4549167"/>
                    <a:ext cx="5473016" cy="736508"/>
                  </a:xfrm>
                  <a:prstGeom prst="rect">
                    <a:avLst/>
                  </a:prstGeom>
                </p:spPr>
              </p:pic>
              <p:pic>
                <p:nvPicPr>
                  <p:cNvPr id="106" name="図 105">
                    <a:extLst>
                      <a:ext uri="{FF2B5EF4-FFF2-40B4-BE49-F238E27FC236}">
                        <a16:creationId xmlns:a16="http://schemas.microsoft.com/office/drawing/2014/main" id="{E8B3235C-1D22-ED2C-0BBF-C718A9633EDD}"/>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3619753" y="4534386"/>
                    <a:ext cx="4332529" cy="736507"/>
                  </a:xfrm>
                  <a:prstGeom prst="rect">
                    <a:avLst/>
                  </a:prstGeom>
                </p:spPr>
              </p:pic>
            </p:grpSp>
            <p:sp>
              <p:nvSpPr>
                <p:cNvPr id="104" name="テキスト ボックス 103">
                  <a:extLst>
                    <a:ext uri="{FF2B5EF4-FFF2-40B4-BE49-F238E27FC236}">
                      <a16:creationId xmlns:a16="http://schemas.microsoft.com/office/drawing/2014/main" id="{919506B1-95E3-0BD8-60F5-DD3B7FF6BF3C}"/>
                    </a:ext>
                  </a:extLst>
                </p:cNvPr>
                <p:cNvSpPr txBox="1"/>
                <p:nvPr/>
              </p:nvSpPr>
              <p:spPr>
                <a:xfrm>
                  <a:off x="1791417" y="5040571"/>
                  <a:ext cx="968535" cy="338554"/>
                </a:xfrm>
                <a:prstGeom prst="rect">
                  <a:avLst/>
                </a:prstGeom>
                <a:noFill/>
              </p:spPr>
              <p:txBody>
                <a:bodyPr wrap="none" rtlCol="0">
                  <a:spAutoFit/>
                </a:bodyPr>
                <a:lstStyle/>
                <a:p>
                  <a:r>
                    <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rPr>
                    <a:t>HP</a:t>
                  </a:r>
                  <a:r>
                    <a:rPr lang="ja-JP" altLang="en-US" sz="1200" b="1" dirty="0">
                      <a:solidFill>
                        <a:schemeClr val="tx1">
                          <a:lumMod val="95000"/>
                          <a:lumOff val="5000"/>
                        </a:schemeClr>
                      </a:solidFill>
                      <a:latin typeface="HGS明朝E" panose="02020900000000000000" pitchFamily="18" charset="-128"/>
                      <a:ea typeface="HGS明朝E" panose="02020900000000000000" pitchFamily="18" charset="-128"/>
                    </a:rPr>
                    <a:t>：</a:t>
                  </a:r>
                  <a:r>
                    <a:rPr lang="en-US" altLang="ja-JP" sz="1600" b="1" dirty="0">
                      <a:solidFill>
                        <a:schemeClr val="tx1">
                          <a:lumMod val="95000"/>
                          <a:lumOff val="5000"/>
                        </a:schemeClr>
                      </a:solidFill>
                      <a:latin typeface="HGS明朝E" panose="02020900000000000000" pitchFamily="18" charset="-128"/>
                      <a:ea typeface="HGS明朝E" panose="02020900000000000000" pitchFamily="18" charset="-128"/>
                    </a:rPr>
                    <a:t>0000</a:t>
                  </a:r>
                  <a:endPar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endParaRPr>
                </a:p>
              </p:txBody>
            </p:sp>
          </p:grpSp>
        </p:grpSp>
        <p:sp>
          <p:nvSpPr>
            <p:cNvPr id="118" name="四角形: 角を丸くする 117">
              <a:extLst>
                <a:ext uri="{FF2B5EF4-FFF2-40B4-BE49-F238E27FC236}">
                  <a16:creationId xmlns:a16="http://schemas.microsoft.com/office/drawing/2014/main" id="{0A02E078-171E-AED0-B86B-721DF2558A21}"/>
                </a:ext>
              </a:extLst>
            </p:cNvPr>
            <p:cNvSpPr/>
            <p:nvPr/>
          </p:nvSpPr>
          <p:spPr>
            <a:xfrm>
              <a:off x="1867195" y="6741017"/>
              <a:ext cx="1807036" cy="801312"/>
            </a:xfrm>
            <a:prstGeom prst="roundRect">
              <a:avLst>
                <a:gd name="adj" fmla="val 16667"/>
              </a:avLst>
            </a:prstGeom>
            <a:solidFill>
              <a:schemeClr val="accent3">
                <a:lumMod val="20000"/>
                <a:lumOff val="80000"/>
                <a:alpha val="4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nvGrpSpPr>
            <p:cNvPr id="119" name="グループ化 118">
              <a:extLst>
                <a:ext uri="{FF2B5EF4-FFF2-40B4-BE49-F238E27FC236}">
                  <a16:creationId xmlns:a16="http://schemas.microsoft.com/office/drawing/2014/main" id="{37AAC1A4-B78B-3730-4A18-CD23BB0FACDF}"/>
                </a:ext>
              </a:extLst>
            </p:cNvPr>
            <p:cNvGrpSpPr/>
            <p:nvPr/>
          </p:nvGrpSpPr>
          <p:grpSpPr>
            <a:xfrm>
              <a:off x="1940375" y="6798642"/>
              <a:ext cx="1615981" cy="630585"/>
              <a:chOff x="1250692" y="4885023"/>
              <a:chExt cx="1615981" cy="630585"/>
            </a:xfrm>
          </p:grpSpPr>
          <p:pic>
            <p:nvPicPr>
              <p:cNvPr id="120" name="図 119">
                <a:extLst>
                  <a:ext uri="{FF2B5EF4-FFF2-40B4-BE49-F238E27FC236}">
                    <a16:creationId xmlns:a16="http://schemas.microsoft.com/office/drawing/2014/main" id="{803A8988-9E19-BD71-B3A9-13FE624E5788}"/>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1250692" y="4885023"/>
                <a:ext cx="630585" cy="630585"/>
              </a:xfrm>
              <a:prstGeom prst="rect">
                <a:avLst/>
              </a:prstGeom>
            </p:spPr>
          </p:pic>
          <p:grpSp>
            <p:nvGrpSpPr>
              <p:cNvPr id="121" name="グループ化 120">
                <a:extLst>
                  <a:ext uri="{FF2B5EF4-FFF2-40B4-BE49-F238E27FC236}">
                    <a16:creationId xmlns:a16="http://schemas.microsoft.com/office/drawing/2014/main" id="{FE781AFB-4288-7F8D-5F76-E0DEFB6AE82D}"/>
                  </a:ext>
                </a:extLst>
              </p:cNvPr>
              <p:cNvGrpSpPr/>
              <p:nvPr/>
            </p:nvGrpSpPr>
            <p:grpSpPr>
              <a:xfrm>
                <a:off x="1845141" y="5040571"/>
                <a:ext cx="1021532" cy="468002"/>
                <a:chOff x="1791417" y="5040571"/>
                <a:chExt cx="1021532" cy="468002"/>
              </a:xfrm>
            </p:grpSpPr>
            <p:grpSp>
              <p:nvGrpSpPr>
                <p:cNvPr id="122" name="グループ化 121">
                  <a:extLst>
                    <a:ext uri="{FF2B5EF4-FFF2-40B4-BE49-F238E27FC236}">
                      <a16:creationId xmlns:a16="http://schemas.microsoft.com/office/drawing/2014/main" id="{C6F6D1BB-CEAD-8C4F-4C31-0A898972DDAF}"/>
                    </a:ext>
                  </a:extLst>
                </p:cNvPr>
                <p:cNvGrpSpPr/>
                <p:nvPr/>
              </p:nvGrpSpPr>
              <p:grpSpPr>
                <a:xfrm>
                  <a:off x="1850458" y="5358764"/>
                  <a:ext cx="962491" cy="149809"/>
                  <a:chOff x="3619753" y="4534386"/>
                  <a:chExt cx="5490959" cy="751289"/>
                </a:xfrm>
              </p:grpSpPr>
              <p:pic>
                <p:nvPicPr>
                  <p:cNvPr id="124" name="図 123">
                    <a:extLst>
                      <a:ext uri="{FF2B5EF4-FFF2-40B4-BE49-F238E27FC236}">
                        <a16:creationId xmlns:a16="http://schemas.microsoft.com/office/drawing/2014/main" id="{D8CE24A1-BA05-53D3-1AEE-A3652D076E71}"/>
                      </a:ext>
                    </a:extLst>
                  </p:cNvPr>
                  <p:cNvPicPr>
                    <a:picLocks noChangeAspect="1"/>
                  </p:cNvPicPr>
                  <p:nvPr/>
                </p:nvPicPr>
                <p:blipFill>
                  <a:blip r:embed="rId7">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a:off x="3637696" y="4549167"/>
                    <a:ext cx="5473016" cy="736508"/>
                  </a:xfrm>
                  <a:prstGeom prst="rect">
                    <a:avLst/>
                  </a:prstGeom>
                </p:spPr>
              </p:pic>
              <p:pic>
                <p:nvPicPr>
                  <p:cNvPr id="125" name="図 124">
                    <a:extLst>
                      <a:ext uri="{FF2B5EF4-FFF2-40B4-BE49-F238E27FC236}">
                        <a16:creationId xmlns:a16="http://schemas.microsoft.com/office/drawing/2014/main" id="{2774ECDE-00AD-68E3-81A1-3945364DA6AB}"/>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3619753" y="4534386"/>
                    <a:ext cx="4332529" cy="736507"/>
                  </a:xfrm>
                  <a:prstGeom prst="rect">
                    <a:avLst/>
                  </a:prstGeom>
                </p:spPr>
              </p:pic>
            </p:grpSp>
            <p:sp>
              <p:nvSpPr>
                <p:cNvPr id="123" name="テキスト ボックス 122">
                  <a:extLst>
                    <a:ext uri="{FF2B5EF4-FFF2-40B4-BE49-F238E27FC236}">
                      <a16:creationId xmlns:a16="http://schemas.microsoft.com/office/drawing/2014/main" id="{0827E5C5-70CD-75D4-D192-7CF81F18F560}"/>
                    </a:ext>
                  </a:extLst>
                </p:cNvPr>
                <p:cNvSpPr txBox="1"/>
                <p:nvPr/>
              </p:nvSpPr>
              <p:spPr>
                <a:xfrm>
                  <a:off x="1791417" y="5040571"/>
                  <a:ext cx="968535" cy="338554"/>
                </a:xfrm>
                <a:prstGeom prst="rect">
                  <a:avLst/>
                </a:prstGeom>
                <a:noFill/>
              </p:spPr>
              <p:txBody>
                <a:bodyPr wrap="none" rtlCol="0">
                  <a:spAutoFit/>
                </a:bodyPr>
                <a:lstStyle/>
                <a:p>
                  <a:r>
                    <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rPr>
                    <a:t>HP</a:t>
                  </a:r>
                  <a:r>
                    <a:rPr lang="ja-JP" altLang="en-US" sz="1200" b="1" dirty="0">
                      <a:solidFill>
                        <a:schemeClr val="tx1">
                          <a:lumMod val="95000"/>
                          <a:lumOff val="5000"/>
                        </a:schemeClr>
                      </a:solidFill>
                      <a:latin typeface="HGS明朝E" panose="02020900000000000000" pitchFamily="18" charset="-128"/>
                      <a:ea typeface="HGS明朝E" panose="02020900000000000000" pitchFamily="18" charset="-128"/>
                    </a:rPr>
                    <a:t>：</a:t>
                  </a:r>
                  <a:r>
                    <a:rPr lang="en-US" altLang="ja-JP" sz="1600" b="1" dirty="0">
                      <a:solidFill>
                        <a:schemeClr val="tx1">
                          <a:lumMod val="95000"/>
                          <a:lumOff val="5000"/>
                        </a:schemeClr>
                      </a:solidFill>
                      <a:latin typeface="HGS明朝E" panose="02020900000000000000" pitchFamily="18" charset="-128"/>
                      <a:ea typeface="HGS明朝E" panose="02020900000000000000" pitchFamily="18" charset="-128"/>
                    </a:rPr>
                    <a:t>0000</a:t>
                  </a:r>
                  <a:endPar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endParaRPr>
                </a:p>
              </p:txBody>
            </p:sp>
          </p:grpSp>
        </p:grpSp>
        <p:sp>
          <p:nvSpPr>
            <p:cNvPr id="127" name="テキスト ボックス 126">
              <a:extLst>
                <a:ext uri="{FF2B5EF4-FFF2-40B4-BE49-F238E27FC236}">
                  <a16:creationId xmlns:a16="http://schemas.microsoft.com/office/drawing/2014/main" id="{1E1659EA-906C-9771-3489-915A1263BC77}"/>
                </a:ext>
              </a:extLst>
            </p:cNvPr>
            <p:cNvSpPr txBox="1"/>
            <p:nvPr/>
          </p:nvSpPr>
          <p:spPr>
            <a:xfrm>
              <a:off x="2570960" y="6764209"/>
              <a:ext cx="646331" cy="276999"/>
            </a:xfrm>
            <a:prstGeom prst="rect">
              <a:avLst/>
            </a:prstGeom>
            <a:noFill/>
          </p:spPr>
          <p:txBody>
            <a:bodyPr wrap="none" rtlCol="0">
              <a:spAutoFit/>
            </a:bodyPr>
            <a:lstStyle/>
            <a:p>
              <a:r>
                <a:rPr lang="ja-JP" altLang="en-US" sz="1200" dirty="0">
                  <a:solidFill>
                    <a:schemeClr val="accent3">
                      <a:lumMod val="75000"/>
                    </a:schemeClr>
                  </a:solidFill>
                  <a:latin typeface="HGS明朝E" panose="02020900000000000000" pitchFamily="18" charset="-128"/>
                  <a:ea typeface="HGS明朝E" panose="02020900000000000000" pitchFamily="18" charset="-128"/>
                </a:rPr>
                <a:t>回復中</a:t>
              </a:r>
              <a:endParaRPr lang="en-US" altLang="ja-JP" sz="1200" dirty="0">
                <a:solidFill>
                  <a:schemeClr val="accent3">
                    <a:lumMod val="75000"/>
                  </a:schemeClr>
                </a:solidFill>
                <a:latin typeface="HGS明朝E" panose="02020900000000000000" pitchFamily="18" charset="-128"/>
                <a:ea typeface="HGS明朝E" panose="02020900000000000000" pitchFamily="18" charset="-128"/>
              </a:endParaRPr>
            </a:p>
          </p:txBody>
        </p:sp>
      </p:grpSp>
      <p:sp>
        <p:nvSpPr>
          <p:cNvPr id="132" name="二等辺三角形 131">
            <a:extLst>
              <a:ext uri="{FF2B5EF4-FFF2-40B4-BE49-F238E27FC236}">
                <a16:creationId xmlns:a16="http://schemas.microsoft.com/office/drawing/2014/main" id="{BB6C109A-1F8C-D8AF-3BEA-EAAB896C24D7}"/>
              </a:ext>
            </a:extLst>
          </p:cNvPr>
          <p:cNvSpPr/>
          <p:nvPr/>
        </p:nvSpPr>
        <p:spPr>
          <a:xfrm rot="16200000">
            <a:off x="3674797" y="4884646"/>
            <a:ext cx="630586" cy="319267"/>
          </a:xfrm>
          <a:prstGeom prst="triangl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0" name="テキスト ボックス 39">
            <a:extLst>
              <a:ext uri="{FF2B5EF4-FFF2-40B4-BE49-F238E27FC236}">
                <a16:creationId xmlns:a16="http://schemas.microsoft.com/office/drawing/2014/main" id="{5A7F8052-A093-1129-7D1D-C0B5C940314F}"/>
              </a:ext>
            </a:extLst>
          </p:cNvPr>
          <p:cNvSpPr txBox="1"/>
          <p:nvPr/>
        </p:nvSpPr>
        <p:spPr>
          <a:xfrm>
            <a:off x="4514206" y="5111739"/>
            <a:ext cx="1383680" cy="369332"/>
          </a:xfrm>
          <a:prstGeom prst="rect">
            <a:avLst/>
          </a:prstGeom>
          <a:noFill/>
        </p:spPr>
        <p:txBody>
          <a:bodyPr wrap="square">
            <a:spAutoFit/>
          </a:bodyPr>
          <a:lstStyle/>
          <a:p>
            <a:pPr algn="ctr"/>
            <a:r>
              <a:rPr lang="ja-JP" altLang="en-US" dirty="0">
                <a:solidFill>
                  <a:schemeClr val="accent3">
                    <a:lumMod val="75000"/>
                  </a:schemeClr>
                </a:solidFill>
                <a:latin typeface="HGS明朝E" panose="02020900000000000000" pitchFamily="18" charset="-128"/>
                <a:ea typeface="HGS明朝E" panose="02020900000000000000" pitchFamily="18" charset="-128"/>
              </a:rPr>
              <a:t>回復中</a:t>
            </a:r>
            <a:r>
              <a:rPr lang="en-US" altLang="ja-JP" dirty="0">
                <a:solidFill>
                  <a:schemeClr val="accent3">
                    <a:lumMod val="75000"/>
                  </a:schemeClr>
                </a:solidFill>
                <a:latin typeface="HGS明朝E" panose="02020900000000000000" pitchFamily="18" charset="-128"/>
                <a:ea typeface="HGS明朝E" panose="02020900000000000000" pitchFamily="18" charset="-128"/>
              </a:rPr>
              <a:t>…</a:t>
            </a:r>
            <a:endParaRPr lang="ja-JP" altLang="en-US" dirty="0">
              <a:solidFill>
                <a:schemeClr val="bg1">
                  <a:lumMod val="95000"/>
                </a:schemeClr>
              </a:solidFill>
              <a:latin typeface="HGS明朝E" panose="02020900000000000000" pitchFamily="18" charset="-128"/>
              <a:ea typeface="HGS明朝E" panose="02020900000000000000" pitchFamily="18" charset="-128"/>
            </a:endParaRPr>
          </a:p>
        </p:txBody>
      </p:sp>
    </p:spTree>
    <p:extLst>
      <p:ext uri="{BB962C8B-B14F-4D97-AF65-F5344CB8AC3E}">
        <p14:creationId xmlns:p14="http://schemas.microsoft.com/office/powerpoint/2010/main" val="1241101051"/>
      </p:ext>
    </p:extLst>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
          <a:extLst>
            <a:ext uri="{FF2B5EF4-FFF2-40B4-BE49-F238E27FC236}">
              <a16:creationId xmlns:a16="http://schemas.microsoft.com/office/drawing/2014/main" id="{F19702B0-3A1C-D612-7065-84A748AADE66}"/>
            </a:ext>
          </a:extLst>
        </p:cNvPr>
        <p:cNvGrpSpPr/>
        <p:nvPr/>
      </p:nvGrpSpPr>
      <p:grpSpPr>
        <a:xfrm>
          <a:off x="0" y="0"/>
          <a:ext cx="0" cy="0"/>
          <a:chOff x="0" y="0"/>
          <a:chExt cx="0" cy="0"/>
        </a:xfrm>
      </p:grpSpPr>
      <p:sp>
        <p:nvSpPr>
          <p:cNvPr id="2" name="四角形: 角を丸くする 1">
            <a:extLst>
              <a:ext uri="{FF2B5EF4-FFF2-40B4-BE49-F238E27FC236}">
                <a16:creationId xmlns:a16="http://schemas.microsoft.com/office/drawing/2014/main" id="{1858420E-3FF9-534D-BD0D-D6E07796AB74}"/>
              </a:ext>
            </a:extLst>
          </p:cNvPr>
          <p:cNvSpPr/>
          <p:nvPr/>
        </p:nvSpPr>
        <p:spPr>
          <a:xfrm>
            <a:off x="726233" y="695130"/>
            <a:ext cx="8501744" cy="5467739"/>
          </a:xfrm>
          <a:prstGeom prst="roundRect">
            <a:avLst>
              <a:gd name="adj" fmla="val 6428"/>
            </a:avLst>
          </a:prstGeom>
          <a:solidFill>
            <a:schemeClr val="bg1">
              <a:lumMod val="65000"/>
              <a:alpha val="6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nvGrpSpPr>
          <p:cNvPr id="154" name="グループ化 153">
            <a:extLst>
              <a:ext uri="{FF2B5EF4-FFF2-40B4-BE49-F238E27FC236}">
                <a16:creationId xmlns:a16="http://schemas.microsoft.com/office/drawing/2014/main" id="{8B84B817-12C4-FA5B-D980-4F71EAF975CE}"/>
              </a:ext>
            </a:extLst>
          </p:cNvPr>
          <p:cNvGrpSpPr/>
          <p:nvPr/>
        </p:nvGrpSpPr>
        <p:grpSpPr>
          <a:xfrm>
            <a:off x="9569319" y="2385076"/>
            <a:ext cx="1755710" cy="810206"/>
            <a:chOff x="9569319" y="1891007"/>
            <a:chExt cx="1755710" cy="810206"/>
          </a:xfrm>
        </p:grpSpPr>
        <p:sp>
          <p:nvSpPr>
            <p:cNvPr id="7" name="四角形: 角を丸くする 6">
              <a:extLst>
                <a:ext uri="{FF2B5EF4-FFF2-40B4-BE49-F238E27FC236}">
                  <a16:creationId xmlns:a16="http://schemas.microsoft.com/office/drawing/2014/main" id="{CAF4C495-9375-74E5-7042-26807F63E5EF}"/>
                </a:ext>
              </a:extLst>
            </p:cNvPr>
            <p:cNvSpPr/>
            <p:nvPr/>
          </p:nvSpPr>
          <p:spPr>
            <a:xfrm>
              <a:off x="9569319" y="1891007"/>
              <a:ext cx="1755710" cy="810206"/>
            </a:xfrm>
            <a:prstGeom prst="roundRect">
              <a:avLst>
                <a:gd name="adj" fmla="val 6428"/>
              </a:avLst>
            </a:prstGeom>
            <a:solidFill>
              <a:schemeClr val="accent6">
                <a:alpha val="80000"/>
              </a:schemeClr>
            </a:solid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sp>
          <p:nvSpPr>
            <p:cNvPr id="11" name="テキスト ボックス 10">
              <a:extLst>
                <a:ext uri="{FF2B5EF4-FFF2-40B4-BE49-F238E27FC236}">
                  <a16:creationId xmlns:a16="http://schemas.microsoft.com/office/drawing/2014/main" id="{2F80F2B3-69D6-9060-488E-22D52B40D41F}"/>
                </a:ext>
              </a:extLst>
            </p:cNvPr>
            <p:cNvSpPr txBox="1"/>
            <p:nvPr/>
          </p:nvSpPr>
          <p:spPr>
            <a:xfrm>
              <a:off x="10114441" y="2290669"/>
              <a:ext cx="1210588" cy="338554"/>
            </a:xfrm>
            <a:prstGeom prst="rect">
              <a:avLst/>
            </a:prstGeom>
            <a:noFill/>
          </p:spPr>
          <p:txBody>
            <a:bodyPr wrap="none" rtlCol="0">
              <a:spAutoFit/>
            </a:bodyPr>
            <a:lstStyle/>
            <a:p>
              <a:pPr algn="r"/>
              <a:r>
                <a:rPr lang="ja-JP" altLang="en-US"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回復に使う</a:t>
              </a:r>
              <a:endParaRPr kumimoji="1" lang="en-US" altLang="ja-JP"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153" name="グループ化 152">
            <a:extLst>
              <a:ext uri="{FF2B5EF4-FFF2-40B4-BE49-F238E27FC236}">
                <a16:creationId xmlns:a16="http://schemas.microsoft.com/office/drawing/2014/main" id="{D812F923-8F17-AC25-2AC4-78DC67BA3BE2}"/>
              </a:ext>
            </a:extLst>
          </p:cNvPr>
          <p:cNvGrpSpPr/>
          <p:nvPr/>
        </p:nvGrpSpPr>
        <p:grpSpPr>
          <a:xfrm>
            <a:off x="9569319" y="1071664"/>
            <a:ext cx="1755710" cy="810206"/>
            <a:chOff x="9569319" y="887965"/>
            <a:chExt cx="1755710" cy="810206"/>
          </a:xfrm>
        </p:grpSpPr>
        <p:sp>
          <p:nvSpPr>
            <p:cNvPr id="6" name="四角形: 角を丸くする 5">
              <a:extLst>
                <a:ext uri="{FF2B5EF4-FFF2-40B4-BE49-F238E27FC236}">
                  <a16:creationId xmlns:a16="http://schemas.microsoft.com/office/drawing/2014/main" id="{6EE60ED4-5EC1-81BE-1F17-BECE53BDE943}"/>
                </a:ext>
              </a:extLst>
            </p:cNvPr>
            <p:cNvSpPr/>
            <p:nvPr/>
          </p:nvSpPr>
          <p:spPr>
            <a:xfrm>
              <a:off x="9569319" y="887965"/>
              <a:ext cx="1755710" cy="810206"/>
            </a:xfrm>
            <a:prstGeom prst="roundRect">
              <a:avLst>
                <a:gd name="adj" fmla="val 6428"/>
              </a:avLst>
            </a:prstGeom>
            <a:solidFill>
              <a:schemeClr val="accent6">
                <a:alpha val="8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2" name="テキスト ボックス 11">
              <a:extLst>
                <a:ext uri="{FF2B5EF4-FFF2-40B4-BE49-F238E27FC236}">
                  <a16:creationId xmlns:a16="http://schemas.microsoft.com/office/drawing/2014/main" id="{1A4F8E8F-2A75-6692-1414-5F40661B3897}"/>
                </a:ext>
              </a:extLst>
            </p:cNvPr>
            <p:cNvSpPr txBox="1"/>
            <p:nvPr/>
          </p:nvSpPr>
          <p:spPr>
            <a:xfrm>
              <a:off x="9579753" y="1293068"/>
              <a:ext cx="1728357" cy="338554"/>
            </a:xfrm>
            <a:prstGeom prst="rect">
              <a:avLst/>
            </a:prstGeom>
            <a:noFill/>
          </p:spPr>
          <p:txBody>
            <a:bodyPr wrap="none" rtlCol="0">
              <a:spAutoFit/>
            </a:bodyPr>
            <a:lstStyle/>
            <a:p>
              <a:pPr algn="r"/>
              <a:r>
                <a:rPr kumimoji="1" lang="ja-JP" altLang="en-US"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ソート</a:t>
              </a:r>
              <a:r>
                <a:rPr kumimoji="1" lang="en-US" altLang="ja-JP"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a:t>
              </a:r>
              <a:r>
                <a:rPr kumimoji="1" lang="ja-JP" altLang="en-US"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フィルタ</a:t>
              </a:r>
              <a:endParaRPr kumimoji="1" lang="en-US" altLang="ja-JP"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sp>
        <p:nvSpPr>
          <p:cNvPr id="37" name="四角形: 角を丸くする 36">
            <a:extLst>
              <a:ext uri="{FF2B5EF4-FFF2-40B4-BE49-F238E27FC236}">
                <a16:creationId xmlns:a16="http://schemas.microsoft.com/office/drawing/2014/main" id="{6F4761D5-CDB6-B588-03ED-7E2C15915B57}"/>
              </a:ext>
            </a:extLst>
          </p:cNvPr>
          <p:cNvSpPr/>
          <p:nvPr/>
        </p:nvSpPr>
        <p:spPr>
          <a:xfrm>
            <a:off x="3861990" y="940673"/>
            <a:ext cx="2163612" cy="504394"/>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bg1">
                    <a:lumMod val="95000"/>
                  </a:schemeClr>
                </a:solidFill>
                <a:latin typeface="HGS明朝E" panose="02020900000000000000" pitchFamily="18" charset="-128"/>
                <a:ea typeface="HGS明朝E" panose="02020900000000000000" pitchFamily="18" charset="-128"/>
              </a:rPr>
              <a:t>所持数：</a:t>
            </a:r>
            <a:r>
              <a:rPr kumimoji="1" lang="en-US" altLang="ja-JP" sz="2400" dirty="0">
                <a:solidFill>
                  <a:schemeClr val="bg1">
                    <a:lumMod val="95000"/>
                  </a:schemeClr>
                </a:solidFill>
                <a:latin typeface="HGS明朝E" panose="02020900000000000000" pitchFamily="18" charset="-128"/>
                <a:ea typeface="HGS明朝E" panose="02020900000000000000" pitchFamily="18" charset="-128"/>
              </a:rPr>
              <a:t>000</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pic>
        <p:nvPicPr>
          <p:cNvPr id="44" name="図 43">
            <a:extLst>
              <a:ext uri="{FF2B5EF4-FFF2-40B4-BE49-F238E27FC236}">
                <a16:creationId xmlns:a16="http://schemas.microsoft.com/office/drawing/2014/main" id="{01A65B86-3C75-FC25-3658-DBA3652121B4}"/>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1271707" y="235933"/>
            <a:ext cx="610371" cy="610371"/>
          </a:xfrm>
          <a:prstGeom prst="rect">
            <a:avLst/>
          </a:prstGeom>
        </p:spPr>
      </p:pic>
      <p:grpSp>
        <p:nvGrpSpPr>
          <p:cNvPr id="181" name="グループ化 180">
            <a:extLst>
              <a:ext uri="{FF2B5EF4-FFF2-40B4-BE49-F238E27FC236}">
                <a16:creationId xmlns:a16="http://schemas.microsoft.com/office/drawing/2014/main" id="{86BEE0A1-D835-0877-FE44-D31E424A9393}"/>
              </a:ext>
            </a:extLst>
          </p:cNvPr>
          <p:cNvGrpSpPr/>
          <p:nvPr/>
        </p:nvGrpSpPr>
        <p:grpSpPr>
          <a:xfrm>
            <a:off x="9569319" y="5011901"/>
            <a:ext cx="1755710" cy="810206"/>
            <a:chOff x="9569319" y="5159829"/>
            <a:chExt cx="1755710" cy="810206"/>
          </a:xfrm>
          <a:solidFill>
            <a:schemeClr val="bg1">
              <a:lumMod val="85000"/>
              <a:alpha val="70000"/>
            </a:schemeClr>
          </a:solidFill>
        </p:grpSpPr>
        <p:sp>
          <p:nvSpPr>
            <p:cNvPr id="182" name="四角形: 角を丸くする 181">
              <a:extLst>
                <a:ext uri="{FF2B5EF4-FFF2-40B4-BE49-F238E27FC236}">
                  <a16:creationId xmlns:a16="http://schemas.microsoft.com/office/drawing/2014/main" id="{22A5699A-9E4E-2A89-742D-C421AF63B123}"/>
                </a:ext>
              </a:extLst>
            </p:cNvPr>
            <p:cNvSpPr/>
            <p:nvPr/>
          </p:nvSpPr>
          <p:spPr>
            <a:xfrm>
              <a:off x="9569319" y="5159829"/>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HGS明朝E" panose="02020900000000000000" pitchFamily="18" charset="-128"/>
                <a:ea typeface="HGS明朝E" panose="02020900000000000000" pitchFamily="18" charset="-128"/>
              </a:endParaRPr>
            </a:p>
          </p:txBody>
        </p:sp>
        <p:sp>
          <p:nvSpPr>
            <p:cNvPr id="183" name="テキスト ボックス 182">
              <a:extLst>
                <a:ext uri="{FF2B5EF4-FFF2-40B4-BE49-F238E27FC236}">
                  <a16:creationId xmlns:a16="http://schemas.microsoft.com/office/drawing/2014/main" id="{177531D8-6443-169E-62A1-381BA0F464E5}"/>
                </a:ext>
              </a:extLst>
            </p:cNvPr>
            <p:cNvSpPr txBox="1"/>
            <p:nvPr/>
          </p:nvSpPr>
          <p:spPr>
            <a:xfrm>
              <a:off x="10430947" y="5564932"/>
              <a:ext cx="877163" cy="369332"/>
            </a:xfrm>
            <a:prstGeom prst="rect">
              <a:avLst/>
            </a:prstGeom>
            <a:noFill/>
            <a:ln>
              <a:noFill/>
            </a:ln>
          </p:spPr>
          <p:txBody>
            <a:bodyPr wrap="none" rtlCol="0">
              <a:spAutoFit/>
            </a:bodyPr>
            <a:lstStyle/>
            <a:p>
              <a:pPr algn="r"/>
              <a:r>
                <a:rPr kumimoji="1" lang="ja-JP" altLang="en-US"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rPr>
                <a:t>ルート</a:t>
              </a:r>
              <a:endParaRPr kumimoji="1" lang="en-US" altLang="ja-JP"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184" name="グループ化 183">
            <a:extLst>
              <a:ext uri="{FF2B5EF4-FFF2-40B4-BE49-F238E27FC236}">
                <a16:creationId xmlns:a16="http://schemas.microsoft.com/office/drawing/2014/main" id="{E70E3895-18FB-8557-4D8F-69E414385D10}"/>
              </a:ext>
            </a:extLst>
          </p:cNvPr>
          <p:cNvGrpSpPr/>
          <p:nvPr/>
        </p:nvGrpSpPr>
        <p:grpSpPr>
          <a:xfrm>
            <a:off x="9569319" y="3698488"/>
            <a:ext cx="1755710" cy="810206"/>
            <a:chOff x="9575538" y="4156787"/>
            <a:chExt cx="1755710" cy="810206"/>
          </a:xfrm>
          <a:solidFill>
            <a:schemeClr val="bg1">
              <a:lumMod val="85000"/>
              <a:alpha val="70000"/>
            </a:schemeClr>
          </a:solidFill>
        </p:grpSpPr>
        <p:sp>
          <p:nvSpPr>
            <p:cNvPr id="185" name="四角形: 角を丸くする 184">
              <a:extLst>
                <a:ext uri="{FF2B5EF4-FFF2-40B4-BE49-F238E27FC236}">
                  <a16:creationId xmlns:a16="http://schemas.microsoft.com/office/drawing/2014/main" id="{C4556DAF-E460-8AA9-273F-056688F19521}"/>
                </a:ext>
              </a:extLst>
            </p:cNvPr>
            <p:cNvSpPr/>
            <p:nvPr/>
          </p:nvSpPr>
          <p:spPr>
            <a:xfrm>
              <a:off x="9575538" y="4156787"/>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HGS明朝E" panose="02020900000000000000" pitchFamily="18" charset="-128"/>
                <a:ea typeface="HGS明朝E" panose="02020900000000000000" pitchFamily="18" charset="-128"/>
              </a:endParaRPr>
            </a:p>
          </p:txBody>
        </p:sp>
        <p:sp>
          <p:nvSpPr>
            <p:cNvPr id="186" name="テキスト ボックス 185">
              <a:extLst>
                <a:ext uri="{FF2B5EF4-FFF2-40B4-BE49-F238E27FC236}">
                  <a16:creationId xmlns:a16="http://schemas.microsoft.com/office/drawing/2014/main" id="{B8BCB974-0A1A-B73B-0E07-EE4496B005FE}"/>
                </a:ext>
              </a:extLst>
            </p:cNvPr>
            <p:cNvSpPr txBox="1"/>
            <p:nvPr/>
          </p:nvSpPr>
          <p:spPr>
            <a:xfrm>
              <a:off x="10661779" y="4561890"/>
              <a:ext cx="646331" cy="369332"/>
            </a:xfrm>
            <a:prstGeom prst="rect">
              <a:avLst/>
            </a:prstGeom>
            <a:noFill/>
            <a:ln>
              <a:noFill/>
            </a:ln>
          </p:spPr>
          <p:txBody>
            <a:bodyPr wrap="none" rtlCol="0">
              <a:spAutoFit/>
            </a:bodyPr>
            <a:lstStyle/>
            <a:p>
              <a:pPr algn="r"/>
              <a:r>
                <a:rPr kumimoji="1" lang="ja-JP" altLang="en-US"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rPr>
                <a:t>戻る</a:t>
              </a:r>
              <a:endParaRPr kumimoji="1" lang="en-US" altLang="ja-JP"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sp>
        <p:nvSpPr>
          <p:cNvPr id="4" name="テキスト ボックス 3">
            <a:extLst>
              <a:ext uri="{FF2B5EF4-FFF2-40B4-BE49-F238E27FC236}">
                <a16:creationId xmlns:a16="http://schemas.microsoft.com/office/drawing/2014/main" id="{E31906D0-5E81-4919-4371-E451D685F58C}"/>
              </a:ext>
            </a:extLst>
          </p:cNvPr>
          <p:cNvSpPr txBox="1"/>
          <p:nvPr/>
        </p:nvSpPr>
        <p:spPr>
          <a:xfrm>
            <a:off x="930698" y="856726"/>
            <a:ext cx="1826141" cy="584775"/>
          </a:xfrm>
          <a:prstGeom prst="rect">
            <a:avLst/>
          </a:prstGeom>
          <a:noFill/>
        </p:spPr>
        <p:txBody>
          <a:bodyPr wrap="none" rtlCol="0">
            <a:spAutoFit/>
          </a:bodyPr>
          <a:lstStyle/>
          <a:p>
            <a:r>
              <a:rPr lang="ja-JP" altLang="en-US" sz="3200" dirty="0">
                <a:solidFill>
                  <a:schemeClr val="tx1">
                    <a:lumMod val="85000"/>
                    <a:lumOff val="15000"/>
                  </a:schemeClr>
                </a:solidFill>
                <a:latin typeface="HGS明朝E" panose="02020900000000000000" pitchFamily="18" charset="-128"/>
                <a:ea typeface="HGS明朝E" panose="02020900000000000000" pitchFamily="18" charset="-128"/>
              </a:rPr>
              <a:t>レア鉱石</a:t>
            </a:r>
          </a:p>
        </p:txBody>
      </p:sp>
      <p:grpSp>
        <p:nvGrpSpPr>
          <p:cNvPr id="29" name="グループ化 28">
            <a:extLst>
              <a:ext uri="{FF2B5EF4-FFF2-40B4-BE49-F238E27FC236}">
                <a16:creationId xmlns:a16="http://schemas.microsoft.com/office/drawing/2014/main" id="{D478FB15-CB67-11A8-DBA8-15CF70279BEE}"/>
              </a:ext>
            </a:extLst>
          </p:cNvPr>
          <p:cNvGrpSpPr/>
          <p:nvPr/>
        </p:nvGrpSpPr>
        <p:grpSpPr>
          <a:xfrm>
            <a:off x="1829948" y="1685160"/>
            <a:ext cx="6931202" cy="1716321"/>
            <a:chOff x="1716441" y="3592480"/>
            <a:chExt cx="6931202" cy="1716321"/>
          </a:xfrm>
        </p:grpSpPr>
        <p:grpSp>
          <p:nvGrpSpPr>
            <p:cNvPr id="8" name="グループ化 7">
              <a:extLst>
                <a:ext uri="{FF2B5EF4-FFF2-40B4-BE49-F238E27FC236}">
                  <a16:creationId xmlns:a16="http://schemas.microsoft.com/office/drawing/2014/main" id="{44F905AD-79BA-93B8-B367-6F3415AAFB9A}"/>
                </a:ext>
              </a:extLst>
            </p:cNvPr>
            <p:cNvGrpSpPr/>
            <p:nvPr/>
          </p:nvGrpSpPr>
          <p:grpSpPr>
            <a:xfrm>
              <a:off x="3531781" y="3592480"/>
              <a:ext cx="1485182" cy="1716321"/>
              <a:chOff x="1276828" y="4105786"/>
              <a:chExt cx="1144222" cy="1716321"/>
            </a:xfrm>
          </p:grpSpPr>
          <p:sp>
            <p:nvSpPr>
              <p:cNvPr id="9" name="四角形: 角を丸くする 8">
                <a:extLst>
                  <a:ext uri="{FF2B5EF4-FFF2-40B4-BE49-F238E27FC236}">
                    <a16:creationId xmlns:a16="http://schemas.microsoft.com/office/drawing/2014/main" id="{09060789-528C-45C1-4F02-78A3208368BB}"/>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0" name="テキスト ボックス 9">
                <a:extLst>
                  <a:ext uri="{FF2B5EF4-FFF2-40B4-BE49-F238E27FC236}">
                    <a16:creationId xmlns:a16="http://schemas.microsoft.com/office/drawing/2014/main" id="{6BA0D078-040E-E88C-567F-231B167647A6}"/>
                  </a:ext>
                </a:extLst>
              </p:cNvPr>
              <p:cNvSpPr txBox="1"/>
              <p:nvPr/>
            </p:nvSpPr>
            <p:spPr>
              <a:xfrm>
                <a:off x="1315928" y="4148054"/>
                <a:ext cx="1066022" cy="369332"/>
              </a:xfrm>
              <a:prstGeom prst="rect">
                <a:avLst/>
              </a:prstGeom>
              <a:noFill/>
            </p:spPr>
            <p:txBody>
              <a:bodyPr wrap="square">
                <a:spAutoFit/>
              </a:bodyPr>
              <a:lstStyle/>
              <a:p>
                <a:pPr algn="ctr"/>
                <a:r>
                  <a:rPr lang="en-US" altLang="ja-JP" dirty="0">
                    <a:solidFill>
                      <a:schemeClr val="accent6">
                        <a:lumMod val="60000"/>
                        <a:lumOff val="40000"/>
                      </a:schemeClr>
                    </a:solidFill>
                    <a:latin typeface="HGS明朝E" panose="02020900000000000000" pitchFamily="18" charset="-128"/>
                    <a:ea typeface="HGS明朝E" panose="02020900000000000000" pitchFamily="18" charset="-128"/>
                  </a:rPr>
                  <a:t>R</a:t>
                </a:r>
                <a:endParaRPr lang="ja-JP" altLang="en-US" dirty="0">
                  <a:solidFill>
                    <a:schemeClr val="accent6">
                      <a:lumMod val="60000"/>
                      <a:lumOff val="40000"/>
                    </a:schemeClr>
                  </a:solidFill>
                  <a:latin typeface="HGS明朝E" panose="02020900000000000000" pitchFamily="18" charset="-128"/>
                  <a:ea typeface="HGS明朝E" panose="02020900000000000000" pitchFamily="18" charset="-128"/>
                </a:endParaRPr>
              </a:p>
            </p:txBody>
          </p:sp>
        </p:grpSp>
        <p:grpSp>
          <p:nvGrpSpPr>
            <p:cNvPr id="13" name="グループ化 12">
              <a:extLst>
                <a:ext uri="{FF2B5EF4-FFF2-40B4-BE49-F238E27FC236}">
                  <a16:creationId xmlns:a16="http://schemas.microsoft.com/office/drawing/2014/main" id="{02F987F6-834B-DD4E-0967-27C723056857}"/>
                </a:ext>
              </a:extLst>
            </p:cNvPr>
            <p:cNvGrpSpPr/>
            <p:nvPr/>
          </p:nvGrpSpPr>
          <p:grpSpPr>
            <a:xfrm>
              <a:off x="5347121" y="3592480"/>
              <a:ext cx="1485182" cy="1716321"/>
              <a:chOff x="1276828" y="4105786"/>
              <a:chExt cx="1144222" cy="1716321"/>
            </a:xfrm>
          </p:grpSpPr>
          <p:sp>
            <p:nvSpPr>
              <p:cNvPr id="14" name="四角形: 角を丸くする 13">
                <a:extLst>
                  <a:ext uri="{FF2B5EF4-FFF2-40B4-BE49-F238E27FC236}">
                    <a16:creationId xmlns:a16="http://schemas.microsoft.com/office/drawing/2014/main" id="{735FD566-2432-0390-63D2-83A9B7F8FEEA}"/>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5" name="テキスト ボックス 14">
                <a:extLst>
                  <a:ext uri="{FF2B5EF4-FFF2-40B4-BE49-F238E27FC236}">
                    <a16:creationId xmlns:a16="http://schemas.microsoft.com/office/drawing/2014/main" id="{076A4CBA-2C2B-C816-FC5E-254C5F0CBE39}"/>
                  </a:ext>
                </a:extLst>
              </p:cNvPr>
              <p:cNvSpPr txBox="1"/>
              <p:nvPr/>
            </p:nvSpPr>
            <p:spPr>
              <a:xfrm>
                <a:off x="1315928" y="4148054"/>
                <a:ext cx="1066022" cy="369332"/>
              </a:xfrm>
              <a:prstGeom prst="rect">
                <a:avLst/>
              </a:prstGeom>
              <a:noFill/>
            </p:spPr>
            <p:txBody>
              <a:bodyPr wrap="square">
                <a:spAutoFit/>
              </a:bodyPr>
              <a:lstStyle/>
              <a:p>
                <a:pPr algn="ctr"/>
                <a:r>
                  <a:rPr lang="en-US" altLang="ja-JP" dirty="0">
                    <a:gradFill flip="none" rotWithShape="1">
                      <a:gsLst>
                        <a:gs pos="0">
                          <a:srgbClr val="CC66FF"/>
                        </a:gs>
                        <a:gs pos="50000">
                          <a:srgbClr val="CC00FF"/>
                        </a:gs>
                        <a:gs pos="100000">
                          <a:srgbClr val="CC66FF"/>
                        </a:gs>
                      </a:gsLst>
                      <a:lin ang="2700000" scaled="1"/>
                      <a:tileRect/>
                    </a:gradFill>
                    <a:latin typeface="HGS明朝E" panose="02020900000000000000" pitchFamily="18" charset="-128"/>
                    <a:ea typeface="HGS明朝E" panose="02020900000000000000" pitchFamily="18" charset="-128"/>
                  </a:rPr>
                  <a:t>SR</a:t>
                </a:r>
                <a:endParaRPr lang="ja-JP" altLang="en-US" dirty="0">
                  <a:gradFill flip="none" rotWithShape="1">
                    <a:gsLst>
                      <a:gs pos="0">
                        <a:srgbClr val="CC66FF"/>
                      </a:gs>
                      <a:gs pos="50000">
                        <a:srgbClr val="CC00FF"/>
                      </a:gs>
                      <a:gs pos="100000">
                        <a:srgbClr val="CC66FF"/>
                      </a:gs>
                    </a:gsLst>
                    <a:lin ang="2700000" scaled="1"/>
                    <a:tileRect/>
                  </a:gradFill>
                  <a:latin typeface="HGS明朝E" panose="02020900000000000000" pitchFamily="18" charset="-128"/>
                  <a:ea typeface="HGS明朝E" panose="02020900000000000000" pitchFamily="18" charset="-128"/>
                </a:endParaRPr>
              </a:p>
            </p:txBody>
          </p:sp>
        </p:grpSp>
        <p:grpSp>
          <p:nvGrpSpPr>
            <p:cNvPr id="18" name="グループ化 17">
              <a:extLst>
                <a:ext uri="{FF2B5EF4-FFF2-40B4-BE49-F238E27FC236}">
                  <a16:creationId xmlns:a16="http://schemas.microsoft.com/office/drawing/2014/main" id="{68537323-D4BE-7553-7457-9D709C76DAF2}"/>
                </a:ext>
              </a:extLst>
            </p:cNvPr>
            <p:cNvGrpSpPr/>
            <p:nvPr/>
          </p:nvGrpSpPr>
          <p:grpSpPr>
            <a:xfrm>
              <a:off x="7162461" y="3592480"/>
              <a:ext cx="1485182" cy="1716321"/>
              <a:chOff x="1276828" y="4105786"/>
              <a:chExt cx="1144222" cy="1716321"/>
            </a:xfrm>
          </p:grpSpPr>
          <p:sp>
            <p:nvSpPr>
              <p:cNvPr id="19" name="四角形: 角を丸くする 18">
                <a:extLst>
                  <a:ext uri="{FF2B5EF4-FFF2-40B4-BE49-F238E27FC236}">
                    <a16:creationId xmlns:a16="http://schemas.microsoft.com/office/drawing/2014/main" id="{3BF924DD-DDEE-4E37-758B-02007EB96771}"/>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1" name="テキスト ボックス 20">
                <a:extLst>
                  <a:ext uri="{FF2B5EF4-FFF2-40B4-BE49-F238E27FC236}">
                    <a16:creationId xmlns:a16="http://schemas.microsoft.com/office/drawing/2014/main" id="{E9C96F03-F92A-E270-00A5-018F52C1ACF5}"/>
                  </a:ext>
                </a:extLst>
              </p:cNvPr>
              <p:cNvSpPr txBox="1"/>
              <p:nvPr/>
            </p:nvSpPr>
            <p:spPr>
              <a:xfrm>
                <a:off x="1315928" y="4148054"/>
                <a:ext cx="1066022" cy="369332"/>
              </a:xfrm>
              <a:prstGeom prst="rect">
                <a:avLst/>
              </a:prstGeom>
              <a:noFill/>
            </p:spPr>
            <p:txBody>
              <a:bodyPr wrap="square">
                <a:spAutoFit/>
              </a:bodyPr>
              <a:lstStyle/>
              <a:p>
                <a:pPr algn="ctr"/>
                <a:r>
                  <a:rPr lang="en-US" altLang="ja-JP" dirty="0">
                    <a:gradFill flip="none" rotWithShape="1">
                      <a:gsLst>
                        <a:gs pos="100000">
                          <a:srgbClr val="CC66FF"/>
                        </a:gs>
                        <a:gs pos="75000">
                          <a:srgbClr val="00B0F0"/>
                        </a:gs>
                        <a:gs pos="50000">
                          <a:srgbClr val="92D050"/>
                        </a:gs>
                        <a:gs pos="25000">
                          <a:srgbClr val="FFC000"/>
                        </a:gs>
                        <a:gs pos="1000">
                          <a:srgbClr val="FF0000"/>
                        </a:gs>
                      </a:gsLst>
                      <a:lin ang="2700000" scaled="1"/>
                      <a:tileRect/>
                    </a:gradFill>
                    <a:latin typeface="HGS明朝E" panose="02020900000000000000" pitchFamily="18" charset="-128"/>
                    <a:ea typeface="HGS明朝E" panose="02020900000000000000" pitchFamily="18" charset="-128"/>
                  </a:rPr>
                  <a:t>SSR</a:t>
                </a:r>
                <a:endParaRPr lang="ja-JP" altLang="en-US" dirty="0">
                  <a:gradFill flip="none" rotWithShape="1">
                    <a:gsLst>
                      <a:gs pos="100000">
                        <a:srgbClr val="CC66FF"/>
                      </a:gs>
                      <a:gs pos="75000">
                        <a:srgbClr val="00B0F0"/>
                      </a:gs>
                      <a:gs pos="50000">
                        <a:srgbClr val="92D050"/>
                      </a:gs>
                      <a:gs pos="25000">
                        <a:srgbClr val="FFC000"/>
                      </a:gs>
                      <a:gs pos="1000">
                        <a:srgbClr val="FF0000"/>
                      </a:gs>
                    </a:gsLst>
                    <a:lin ang="2700000" scaled="1"/>
                    <a:tileRect/>
                  </a:gradFill>
                  <a:latin typeface="HGS明朝E" panose="02020900000000000000" pitchFamily="18" charset="-128"/>
                  <a:ea typeface="HGS明朝E" panose="02020900000000000000" pitchFamily="18" charset="-128"/>
                </a:endParaRPr>
              </a:p>
            </p:txBody>
          </p:sp>
        </p:grpSp>
        <p:grpSp>
          <p:nvGrpSpPr>
            <p:cNvPr id="23" name="グループ化 22">
              <a:extLst>
                <a:ext uri="{FF2B5EF4-FFF2-40B4-BE49-F238E27FC236}">
                  <a16:creationId xmlns:a16="http://schemas.microsoft.com/office/drawing/2014/main" id="{06592751-F956-E105-F4D6-0F03C5A41061}"/>
                </a:ext>
              </a:extLst>
            </p:cNvPr>
            <p:cNvGrpSpPr/>
            <p:nvPr/>
          </p:nvGrpSpPr>
          <p:grpSpPr>
            <a:xfrm>
              <a:off x="1716441" y="3592480"/>
              <a:ext cx="1485182" cy="1716321"/>
              <a:chOff x="1276828" y="4105786"/>
              <a:chExt cx="1144222" cy="1716321"/>
            </a:xfrm>
          </p:grpSpPr>
          <p:sp>
            <p:nvSpPr>
              <p:cNvPr id="24" name="四角形: 角を丸くする 23">
                <a:extLst>
                  <a:ext uri="{FF2B5EF4-FFF2-40B4-BE49-F238E27FC236}">
                    <a16:creationId xmlns:a16="http://schemas.microsoft.com/office/drawing/2014/main" id="{7FCDFA68-18EE-D533-1DDF-EB3CFE5C40C7}"/>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8" name="テキスト ボックス 27">
                <a:extLst>
                  <a:ext uri="{FF2B5EF4-FFF2-40B4-BE49-F238E27FC236}">
                    <a16:creationId xmlns:a16="http://schemas.microsoft.com/office/drawing/2014/main" id="{FB78B4D6-6987-6498-1382-E9D1F627C0B8}"/>
                  </a:ext>
                </a:extLst>
              </p:cNvPr>
              <p:cNvSpPr txBox="1"/>
              <p:nvPr/>
            </p:nvSpPr>
            <p:spPr>
              <a:xfrm>
                <a:off x="1315928" y="4148054"/>
                <a:ext cx="1066022" cy="369332"/>
              </a:xfrm>
              <a:prstGeom prst="rect">
                <a:avLst/>
              </a:prstGeom>
              <a:noFill/>
            </p:spPr>
            <p:txBody>
              <a:bodyPr wrap="square">
                <a:spAutoFit/>
              </a:bodyPr>
              <a:lstStyle/>
              <a:p>
                <a:pPr algn="ctr"/>
                <a:r>
                  <a:rPr lang="en-US" altLang="ja-JP" dirty="0">
                    <a:solidFill>
                      <a:schemeClr val="accent6">
                        <a:lumMod val="60000"/>
                        <a:lumOff val="40000"/>
                      </a:schemeClr>
                    </a:solidFill>
                    <a:latin typeface="HGS明朝E" panose="02020900000000000000" pitchFamily="18" charset="-128"/>
                    <a:ea typeface="HGS明朝E" panose="02020900000000000000" pitchFamily="18" charset="-128"/>
                  </a:rPr>
                  <a:t>R</a:t>
                </a:r>
                <a:endParaRPr lang="ja-JP" altLang="en-US" dirty="0">
                  <a:solidFill>
                    <a:schemeClr val="accent6">
                      <a:lumMod val="60000"/>
                      <a:lumOff val="40000"/>
                    </a:schemeClr>
                  </a:solidFill>
                  <a:latin typeface="HGS明朝E" panose="02020900000000000000" pitchFamily="18" charset="-128"/>
                  <a:ea typeface="HGS明朝E" panose="02020900000000000000" pitchFamily="18" charset="-128"/>
                </a:endParaRPr>
              </a:p>
            </p:txBody>
          </p:sp>
        </p:grpSp>
      </p:grpSp>
      <p:grpSp>
        <p:nvGrpSpPr>
          <p:cNvPr id="31" name="グループ化 30">
            <a:extLst>
              <a:ext uri="{FF2B5EF4-FFF2-40B4-BE49-F238E27FC236}">
                <a16:creationId xmlns:a16="http://schemas.microsoft.com/office/drawing/2014/main" id="{C6A34290-39D8-3C98-B784-95C6F5D28BF2}"/>
              </a:ext>
            </a:extLst>
          </p:cNvPr>
          <p:cNvGrpSpPr/>
          <p:nvPr/>
        </p:nvGrpSpPr>
        <p:grpSpPr>
          <a:xfrm rot="5400000">
            <a:off x="-825047" y="3593840"/>
            <a:ext cx="4351022" cy="276285"/>
            <a:chOff x="3114125" y="3836637"/>
            <a:chExt cx="5697007" cy="276285"/>
          </a:xfrm>
        </p:grpSpPr>
        <p:sp>
          <p:nvSpPr>
            <p:cNvPr id="32" name="四角形: 角を丸くする 31">
              <a:extLst>
                <a:ext uri="{FF2B5EF4-FFF2-40B4-BE49-F238E27FC236}">
                  <a16:creationId xmlns:a16="http://schemas.microsoft.com/office/drawing/2014/main" id="{4A495421-5A6A-BFD3-2694-78EEE362F0F4}"/>
                </a:ext>
              </a:extLst>
            </p:cNvPr>
            <p:cNvSpPr/>
            <p:nvPr/>
          </p:nvSpPr>
          <p:spPr>
            <a:xfrm>
              <a:off x="3114125" y="3891844"/>
              <a:ext cx="5697007" cy="165873"/>
            </a:xfrm>
            <a:prstGeom prst="roundRect">
              <a:avLst/>
            </a:prstGeom>
            <a:solidFill>
              <a:schemeClr val="bg1">
                <a:lumMod val="65000"/>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33" name="四角形: 角を丸くする 32">
              <a:extLst>
                <a:ext uri="{FF2B5EF4-FFF2-40B4-BE49-F238E27FC236}">
                  <a16:creationId xmlns:a16="http://schemas.microsoft.com/office/drawing/2014/main" id="{D20C5BF1-DB87-E2A2-B6FC-6C01B8A5E115}"/>
                </a:ext>
              </a:extLst>
            </p:cNvPr>
            <p:cNvSpPr/>
            <p:nvPr/>
          </p:nvSpPr>
          <p:spPr>
            <a:xfrm>
              <a:off x="4786606" y="3836637"/>
              <a:ext cx="2050791" cy="276285"/>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grpSp>
        <p:nvGrpSpPr>
          <p:cNvPr id="34" name="グループ化 33">
            <a:extLst>
              <a:ext uri="{FF2B5EF4-FFF2-40B4-BE49-F238E27FC236}">
                <a16:creationId xmlns:a16="http://schemas.microsoft.com/office/drawing/2014/main" id="{9A662829-A3EE-700A-DC67-2FC6CCFE6785}"/>
              </a:ext>
            </a:extLst>
          </p:cNvPr>
          <p:cNvGrpSpPr/>
          <p:nvPr/>
        </p:nvGrpSpPr>
        <p:grpSpPr>
          <a:xfrm>
            <a:off x="1843768" y="3561582"/>
            <a:ext cx="5115862" cy="1716321"/>
            <a:chOff x="1716441" y="3592480"/>
            <a:chExt cx="5115862" cy="1716321"/>
          </a:xfrm>
        </p:grpSpPr>
        <p:grpSp>
          <p:nvGrpSpPr>
            <p:cNvPr id="35" name="グループ化 34">
              <a:extLst>
                <a:ext uri="{FF2B5EF4-FFF2-40B4-BE49-F238E27FC236}">
                  <a16:creationId xmlns:a16="http://schemas.microsoft.com/office/drawing/2014/main" id="{853CE37B-2793-06BD-EB05-AE5405AD8A38}"/>
                </a:ext>
              </a:extLst>
            </p:cNvPr>
            <p:cNvGrpSpPr/>
            <p:nvPr/>
          </p:nvGrpSpPr>
          <p:grpSpPr>
            <a:xfrm>
              <a:off x="3531781" y="3592480"/>
              <a:ext cx="1485182" cy="1716321"/>
              <a:chOff x="1276828" y="4105786"/>
              <a:chExt cx="1144222" cy="1716321"/>
            </a:xfrm>
          </p:grpSpPr>
          <p:sp>
            <p:nvSpPr>
              <p:cNvPr id="49" name="四角形: 角を丸くする 48">
                <a:extLst>
                  <a:ext uri="{FF2B5EF4-FFF2-40B4-BE49-F238E27FC236}">
                    <a16:creationId xmlns:a16="http://schemas.microsoft.com/office/drawing/2014/main" id="{38245D09-18CA-9AC3-47E5-ECAD184996D9}"/>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50" name="テキスト ボックス 49">
                <a:extLst>
                  <a:ext uri="{FF2B5EF4-FFF2-40B4-BE49-F238E27FC236}">
                    <a16:creationId xmlns:a16="http://schemas.microsoft.com/office/drawing/2014/main" id="{559CE972-B52D-E22F-076D-C35E174329BB}"/>
                  </a:ext>
                </a:extLst>
              </p:cNvPr>
              <p:cNvSpPr txBox="1"/>
              <p:nvPr/>
            </p:nvSpPr>
            <p:spPr>
              <a:xfrm>
                <a:off x="1315928" y="4148054"/>
                <a:ext cx="1066022" cy="369332"/>
              </a:xfrm>
              <a:prstGeom prst="rect">
                <a:avLst/>
              </a:prstGeom>
              <a:noFill/>
            </p:spPr>
            <p:txBody>
              <a:bodyPr wrap="square">
                <a:spAutoFit/>
              </a:bodyPr>
              <a:lstStyle/>
              <a:p>
                <a:pPr algn="ctr"/>
                <a:r>
                  <a:rPr lang="en-US" altLang="ja-JP" dirty="0">
                    <a:solidFill>
                      <a:schemeClr val="accent6">
                        <a:lumMod val="60000"/>
                        <a:lumOff val="40000"/>
                      </a:schemeClr>
                    </a:solidFill>
                    <a:latin typeface="HGS明朝E" panose="02020900000000000000" pitchFamily="18" charset="-128"/>
                    <a:ea typeface="HGS明朝E" panose="02020900000000000000" pitchFamily="18" charset="-128"/>
                  </a:rPr>
                  <a:t>R</a:t>
                </a:r>
                <a:endParaRPr lang="ja-JP" altLang="en-US" dirty="0">
                  <a:solidFill>
                    <a:schemeClr val="accent6">
                      <a:lumMod val="60000"/>
                      <a:lumOff val="40000"/>
                    </a:schemeClr>
                  </a:solidFill>
                  <a:latin typeface="HGS明朝E" panose="02020900000000000000" pitchFamily="18" charset="-128"/>
                  <a:ea typeface="HGS明朝E" panose="02020900000000000000" pitchFamily="18" charset="-128"/>
                </a:endParaRPr>
              </a:p>
            </p:txBody>
          </p:sp>
        </p:grpSp>
        <p:grpSp>
          <p:nvGrpSpPr>
            <p:cNvPr id="39" name="グループ化 38">
              <a:extLst>
                <a:ext uri="{FF2B5EF4-FFF2-40B4-BE49-F238E27FC236}">
                  <a16:creationId xmlns:a16="http://schemas.microsoft.com/office/drawing/2014/main" id="{F8E61CA4-BAE6-EF6D-E9D6-EEC7708712A7}"/>
                </a:ext>
              </a:extLst>
            </p:cNvPr>
            <p:cNvGrpSpPr/>
            <p:nvPr/>
          </p:nvGrpSpPr>
          <p:grpSpPr>
            <a:xfrm>
              <a:off x="5347121" y="3592480"/>
              <a:ext cx="1485182" cy="1716321"/>
              <a:chOff x="1276828" y="4105786"/>
              <a:chExt cx="1144222" cy="1716321"/>
            </a:xfrm>
          </p:grpSpPr>
          <p:sp>
            <p:nvSpPr>
              <p:cNvPr id="47" name="四角形: 角を丸くする 46">
                <a:extLst>
                  <a:ext uri="{FF2B5EF4-FFF2-40B4-BE49-F238E27FC236}">
                    <a16:creationId xmlns:a16="http://schemas.microsoft.com/office/drawing/2014/main" id="{6E13CCFE-8135-DCD9-1183-208FD8E9E143}"/>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48" name="テキスト ボックス 47">
                <a:extLst>
                  <a:ext uri="{FF2B5EF4-FFF2-40B4-BE49-F238E27FC236}">
                    <a16:creationId xmlns:a16="http://schemas.microsoft.com/office/drawing/2014/main" id="{D7C62886-1728-E662-5D16-7E7618DAF29C}"/>
                  </a:ext>
                </a:extLst>
              </p:cNvPr>
              <p:cNvSpPr txBox="1"/>
              <p:nvPr/>
            </p:nvSpPr>
            <p:spPr>
              <a:xfrm>
                <a:off x="1315928" y="4148054"/>
                <a:ext cx="1066022" cy="369332"/>
              </a:xfrm>
              <a:prstGeom prst="rect">
                <a:avLst/>
              </a:prstGeom>
              <a:noFill/>
            </p:spPr>
            <p:txBody>
              <a:bodyPr wrap="square">
                <a:spAutoFit/>
              </a:bodyPr>
              <a:lstStyle/>
              <a:p>
                <a:pPr algn="ctr"/>
                <a:r>
                  <a:rPr lang="en-US" altLang="ja-JP" dirty="0">
                    <a:gradFill flip="none" rotWithShape="1">
                      <a:gsLst>
                        <a:gs pos="0">
                          <a:srgbClr val="CC66FF"/>
                        </a:gs>
                        <a:gs pos="50000">
                          <a:srgbClr val="CC00FF"/>
                        </a:gs>
                        <a:gs pos="100000">
                          <a:srgbClr val="CC66FF"/>
                        </a:gs>
                      </a:gsLst>
                      <a:lin ang="2700000" scaled="1"/>
                      <a:tileRect/>
                    </a:gradFill>
                    <a:latin typeface="HGS明朝E" panose="02020900000000000000" pitchFamily="18" charset="-128"/>
                    <a:ea typeface="HGS明朝E" panose="02020900000000000000" pitchFamily="18" charset="-128"/>
                  </a:rPr>
                  <a:t>SR</a:t>
                </a:r>
                <a:endParaRPr lang="ja-JP" altLang="en-US" dirty="0">
                  <a:gradFill flip="none" rotWithShape="1">
                    <a:gsLst>
                      <a:gs pos="0">
                        <a:srgbClr val="CC66FF"/>
                      </a:gs>
                      <a:gs pos="50000">
                        <a:srgbClr val="CC00FF"/>
                      </a:gs>
                      <a:gs pos="100000">
                        <a:srgbClr val="CC66FF"/>
                      </a:gs>
                    </a:gsLst>
                    <a:lin ang="2700000" scaled="1"/>
                    <a:tileRect/>
                  </a:gradFill>
                  <a:latin typeface="HGS明朝E" panose="02020900000000000000" pitchFamily="18" charset="-128"/>
                  <a:ea typeface="HGS明朝E" panose="02020900000000000000" pitchFamily="18" charset="-128"/>
                </a:endParaRPr>
              </a:p>
            </p:txBody>
          </p:sp>
        </p:grpSp>
        <p:grpSp>
          <p:nvGrpSpPr>
            <p:cNvPr id="41" name="グループ化 40">
              <a:extLst>
                <a:ext uri="{FF2B5EF4-FFF2-40B4-BE49-F238E27FC236}">
                  <a16:creationId xmlns:a16="http://schemas.microsoft.com/office/drawing/2014/main" id="{91B0874B-EC2C-8FE2-54DF-CB555CEF3306}"/>
                </a:ext>
              </a:extLst>
            </p:cNvPr>
            <p:cNvGrpSpPr/>
            <p:nvPr/>
          </p:nvGrpSpPr>
          <p:grpSpPr>
            <a:xfrm>
              <a:off x="1716441" y="3592480"/>
              <a:ext cx="1485182" cy="1716321"/>
              <a:chOff x="1276828" y="4105786"/>
              <a:chExt cx="1144222" cy="1716321"/>
            </a:xfrm>
          </p:grpSpPr>
          <p:sp>
            <p:nvSpPr>
              <p:cNvPr id="42" name="四角形: 角を丸くする 41">
                <a:extLst>
                  <a:ext uri="{FF2B5EF4-FFF2-40B4-BE49-F238E27FC236}">
                    <a16:creationId xmlns:a16="http://schemas.microsoft.com/office/drawing/2014/main" id="{F4B642DB-9278-92A4-3FF8-1B99B82E1AB1}"/>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43" name="テキスト ボックス 42">
                <a:extLst>
                  <a:ext uri="{FF2B5EF4-FFF2-40B4-BE49-F238E27FC236}">
                    <a16:creationId xmlns:a16="http://schemas.microsoft.com/office/drawing/2014/main" id="{90DE3209-2537-0F4A-550F-BAF82468BD45}"/>
                  </a:ext>
                </a:extLst>
              </p:cNvPr>
              <p:cNvSpPr txBox="1"/>
              <p:nvPr/>
            </p:nvSpPr>
            <p:spPr>
              <a:xfrm>
                <a:off x="1315928" y="4148054"/>
                <a:ext cx="1066022" cy="369332"/>
              </a:xfrm>
              <a:prstGeom prst="rect">
                <a:avLst/>
              </a:prstGeom>
              <a:noFill/>
            </p:spPr>
            <p:txBody>
              <a:bodyPr wrap="square">
                <a:spAutoFit/>
              </a:bodyPr>
              <a:lstStyle/>
              <a:p>
                <a:pPr algn="ctr"/>
                <a:r>
                  <a:rPr lang="en-US" altLang="ja-JP" dirty="0">
                    <a:solidFill>
                      <a:schemeClr val="accent6">
                        <a:lumMod val="60000"/>
                        <a:lumOff val="40000"/>
                      </a:schemeClr>
                    </a:solidFill>
                    <a:latin typeface="HGS明朝E" panose="02020900000000000000" pitchFamily="18" charset="-128"/>
                    <a:ea typeface="HGS明朝E" panose="02020900000000000000" pitchFamily="18" charset="-128"/>
                  </a:rPr>
                  <a:t>R</a:t>
                </a:r>
                <a:endParaRPr lang="ja-JP" altLang="en-US" dirty="0">
                  <a:solidFill>
                    <a:schemeClr val="accent6">
                      <a:lumMod val="60000"/>
                      <a:lumOff val="40000"/>
                    </a:schemeClr>
                  </a:solidFill>
                  <a:latin typeface="HGS明朝E" panose="02020900000000000000" pitchFamily="18" charset="-128"/>
                  <a:ea typeface="HGS明朝E" panose="02020900000000000000" pitchFamily="18" charset="-128"/>
                </a:endParaRPr>
              </a:p>
            </p:txBody>
          </p:sp>
        </p:grpSp>
      </p:grpSp>
      <p:pic>
        <p:nvPicPr>
          <p:cNvPr id="5" name="図 4">
            <a:extLst>
              <a:ext uri="{FF2B5EF4-FFF2-40B4-BE49-F238E27FC236}">
                <a16:creationId xmlns:a16="http://schemas.microsoft.com/office/drawing/2014/main" id="{8541F49D-F18B-693D-54E6-83C91FD03003}"/>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974693" y="2096760"/>
            <a:ext cx="1100325" cy="1071966"/>
          </a:xfrm>
          <a:prstGeom prst="rect">
            <a:avLst/>
          </a:prstGeom>
        </p:spPr>
      </p:pic>
      <p:pic>
        <p:nvPicPr>
          <p:cNvPr id="52" name="図 51">
            <a:extLst>
              <a:ext uri="{FF2B5EF4-FFF2-40B4-BE49-F238E27FC236}">
                <a16:creationId xmlns:a16="http://schemas.microsoft.com/office/drawing/2014/main" id="{1962152F-B74A-510E-C63F-2233373056E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3805927" y="2096760"/>
            <a:ext cx="1100325" cy="1071966"/>
          </a:xfrm>
          <a:prstGeom prst="rect">
            <a:avLst/>
          </a:prstGeom>
        </p:spPr>
      </p:pic>
      <p:pic>
        <p:nvPicPr>
          <p:cNvPr id="53" name="図 52">
            <a:extLst>
              <a:ext uri="{FF2B5EF4-FFF2-40B4-BE49-F238E27FC236}">
                <a16:creationId xmlns:a16="http://schemas.microsoft.com/office/drawing/2014/main" id="{F04E78B0-7F94-2FBF-13D6-27CDEDFDF682}"/>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5637161" y="2096760"/>
            <a:ext cx="1100325" cy="1071966"/>
          </a:xfrm>
          <a:prstGeom prst="rect">
            <a:avLst/>
          </a:prstGeom>
        </p:spPr>
      </p:pic>
      <p:pic>
        <p:nvPicPr>
          <p:cNvPr id="54" name="図 53">
            <a:extLst>
              <a:ext uri="{FF2B5EF4-FFF2-40B4-BE49-F238E27FC236}">
                <a16:creationId xmlns:a16="http://schemas.microsoft.com/office/drawing/2014/main" id="{093DE3FE-0F00-370F-777A-FAC170FC9DE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468396" y="2096760"/>
            <a:ext cx="1100325" cy="1071966"/>
          </a:xfrm>
          <a:prstGeom prst="rect">
            <a:avLst/>
          </a:prstGeom>
        </p:spPr>
      </p:pic>
      <p:pic>
        <p:nvPicPr>
          <p:cNvPr id="57" name="図 56">
            <a:extLst>
              <a:ext uri="{FF2B5EF4-FFF2-40B4-BE49-F238E27FC236}">
                <a16:creationId xmlns:a16="http://schemas.microsoft.com/office/drawing/2014/main" id="{645BD057-2BC6-A2FD-93E6-7D009D37135D}"/>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974693" y="3991674"/>
            <a:ext cx="1100325" cy="1071966"/>
          </a:xfrm>
          <a:prstGeom prst="rect">
            <a:avLst/>
          </a:prstGeom>
        </p:spPr>
      </p:pic>
      <p:pic>
        <p:nvPicPr>
          <p:cNvPr id="60" name="図 59">
            <a:extLst>
              <a:ext uri="{FF2B5EF4-FFF2-40B4-BE49-F238E27FC236}">
                <a16:creationId xmlns:a16="http://schemas.microsoft.com/office/drawing/2014/main" id="{45FC4EC4-BFAD-FC9E-341F-69F8A0088393}"/>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3805927" y="3991674"/>
            <a:ext cx="1100325" cy="1071966"/>
          </a:xfrm>
          <a:prstGeom prst="rect">
            <a:avLst/>
          </a:prstGeom>
        </p:spPr>
      </p:pic>
      <p:pic>
        <p:nvPicPr>
          <p:cNvPr id="61" name="図 60">
            <a:extLst>
              <a:ext uri="{FF2B5EF4-FFF2-40B4-BE49-F238E27FC236}">
                <a16:creationId xmlns:a16="http://schemas.microsoft.com/office/drawing/2014/main" id="{77A63113-BBFE-A545-0B47-44E22DAC31D6}"/>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5637161" y="3991674"/>
            <a:ext cx="1100325" cy="1071966"/>
          </a:xfrm>
          <a:prstGeom prst="rect">
            <a:avLst/>
          </a:prstGeom>
        </p:spPr>
      </p:pic>
    </p:spTree>
    <p:extLst>
      <p:ext uri="{BB962C8B-B14F-4D97-AF65-F5344CB8AC3E}">
        <p14:creationId xmlns:p14="http://schemas.microsoft.com/office/powerpoint/2010/main" val="3547371757"/>
      </p:ext>
    </p:extLst>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
          <a:extLst>
            <a:ext uri="{FF2B5EF4-FFF2-40B4-BE49-F238E27FC236}">
              <a16:creationId xmlns:a16="http://schemas.microsoft.com/office/drawing/2014/main" id="{01CA7C71-4AE5-95DE-52A4-9A7CE64762A3}"/>
            </a:ext>
          </a:extLst>
        </p:cNvPr>
        <p:cNvGrpSpPr/>
        <p:nvPr/>
      </p:nvGrpSpPr>
      <p:grpSpPr>
        <a:xfrm>
          <a:off x="0" y="0"/>
          <a:ext cx="0" cy="0"/>
          <a:chOff x="0" y="0"/>
          <a:chExt cx="0" cy="0"/>
        </a:xfrm>
      </p:grpSpPr>
      <p:sp>
        <p:nvSpPr>
          <p:cNvPr id="2" name="四角形: 角を丸くする 1">
            <a:extLst>
              <a:ext uri="{FF2B5EF4-FFF2-40B4-BE49-F238E27FC236}">
                <a16:creationId xmlns:a16="http://schemas.microsoft.com/office/drawing/2014/main" id="{FE99E43D-41E7-EF56-AEAC-A821FDCB835A}"/>
              </a:ext>
            </a:extLst>
          </p:cNvPr>
          <p:cNvSpPr/>
          <p:nvPr/>
        </p:nvSpPr>
        <p:spPr>
          <a:xfrm>
            <a:off x="726233" y="695130"/>
            <a:ext cx="8501744" cy="5467739"/>
          </a:xfrm>
          <a:prstGeom prst="roundRect">
            <a:avLst>
              <a:gd name="adj" fmla="val 6428"/>
            </a:avLst>
          </a:prstGeom>
          <a:solidFill>
            <a:schemeClr val="bg1">
              <a:lumMod val="65000"/>
              <a:alpha val="6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nvGrpSpPr>
          <p:cNvPr id="154" name="グループ化 153">
            <a:extLst>
              <a:ext uri="{FF2B5EF4-FFF2-40B4-BE49-F238E27FC236}">
                <a16:creationId xmlns:a16="http://schemas.microsoft.com/office/drawing/2014/main" id="{47C6FD40-A6D0-A369-D7E0-ED0610CE3732}"/>
              </a:ext>
            </a:extLst>
          </p:cNvPr>
          <p:cNvGrpSpPr/>
          <p:nvPr/>
        </p:nvGrpSpPr>
        <p:grpSpPr>
          <a:xfrm>
            <a:off x="9569319" y="2385076"/>
            <a:ext cx="1755710" cy="810206"/>
            <a:chOff x="9569319" y="1891007"/>
            <a:chExt cx="1755710" cy="810206"/>
          </a:xfrm>
        </p:grpSpPr>
        <p:sp>
          <p:nvSpPr>
            <p:cNvPr id="7" name="四角形: 角を丸くする 6">
              <a:extLst>
                <a:ext uri="{FF2B5EF4-FFF2-40B4-BE49-F238E27FC236}">
                  <a16:creationId xmlns:a16="http://schemas.microsoft.com/office/drawing/2014/main" id="{E1A6C101-2A22-5B9E-925D-B44DAB35383F}"/>
                </a:ext>
              </a:extLst>
            </p:cNvPr>
            <p:cNvSpPr/>
            <p:nvPr/>
          </p:nvSpPr>
          <p:spPr>
            <a:xfrm>
              <a:off x="9569319" y="1891007"/>
              <a:ext cx="1755710" cy="810206"/>
            </a:xfrm>
            <a:prstGeom prst="roundRect">
              <a:avLst>
                <a:gd name="adj" fmla="val 6428"/>
              </a:avLst>
            </a:prstGeom>
            <a:solidFill>
              <a:schemeClr val="accent6">
                <a:alpha val="80000"/>
              </a:schemeClr>
            </a:solid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sp>
          <p:nvSpPr>
            <p:cNvPr id="11" name="テキスト ボックス 10">
              <a:extLst>
                <a:ext uri="{FF2B5EF4-FFF2-40B4-BE49-F238E27FC236}">
                  <a16:creationId xmlns:a16="http://schemas.microsoft.com/office/drawing/2014/main" id="{FAF3243D-5FAC-BE0B-F711-C0ABF3CB7977}"/>
                </a:ext>
              </a:extLst>
            </p:cNvPr>
            <p:cNvSpPr txBox="1"/>
            <p:nvPr/>
          </p:nvSpPr>
          <p:spPr>
            <a:xfrm>
              <a:off x="10114441" y="2290669"/>
              <a:ext cx="1210588" cy="338554"/>
            </a:xfrm>
            <a:prstGeom prst="rect">
              <a:avLst/>
            </a:prstGeom>
            <a:noFill/>
          </p:spPr>
          <p:txBody>
            <a:bodyPr wrap="none" rtlCol="0">
              <a:spAutoFit/>
            </a:bodyPr>
            <a:lstStyle/>
            <a:p>
              <a:pPr algn="r"/>
              <a:r>
                <a:rPr lang="ja-JP" altLang="en-US"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回復に使う</a:t>
              </a:r>
              <a:endParaRPr kumimoji="1" lang="en-US" altLang="ja-JP"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153" name="グループ化 152">
            <a:extLst>
              <a:ext uri="{FF2B5EF4-FFF2-40B4-BE49-F238E27FC236}">
                <a16:creationId xmlns:a16="http://schemas.microsoft.com/office/drawing/2014/main" id="{FAA4AF21-2BBD-38F8-1FF9-45B4165369E5}"/>
              </a:ext>
            </a:extLst>
          </p:cNvPr>
          <p:cNvGrpSpPr/>
          <p:nvPr/>
        </p:nvGrpSpPr>
        <p:grpSpPr>
          <a:xfrm>
            <a:off x="9569319" y="1071664"/>
            <a:ext cx="1755710" cy="810206"/>
            <a:chOff x="9569319" y="887965"/>
            <a:chExt cx="1755710" cy="810206"/>
          </a:xfrm>
        </p:grpSpPr>
        <p:sp>
          <p:nvSpPr>
            <p:cNvPr id="6" name="四角形: 角を丸くする 5">
              <a:extLst>
                <a:ext uri="{FF2B5EF4-FFF2-40B4-BE49-F238E27FC236}">
                  <a16:creationId xmlns:a16="http://schemas.microsoft.com/office/drawing/2014/main" id="{6A29F9F5-0B6B-76B9-1E82-20DE3942719E}"/>
                </a:ext>
              </a:extLst>
            </p:cNvPr>
            <p:cNvSpPr/>
            <p:nvPr/>
          </p:nvSpPr>
          <p:spPr>
            <a:xfrm>
              <a:off x="9569319" y="887965"/>
              <a:ext cx="1755710" cy="810206"/>
            </a:xfrm>
            <a:prstGeom prst="roundRect">
              <a:avLst>
                <a:gd name="adj" fmla="val 6428"/>
              </a:avLst>
            </a:prstGeom>
            <a:solidFill>
              <a:schemeClr val="accent6">
                <a:alpha val="8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2" name="テキスト ボックス 11">
              <a:extLst>
                <a:ext uri="{FF2B5EF4-FFF2-40B4-BE49-F238E27FC236}">
                  <a16:creationId xmlns:a16="http://schemas.microsoft.com/office/drawing/2014/main" id="{D9E4DB3C-5E1C-EED6-3486-004E60ABF169}"/>
                </a:ext>
              </a:extLst>
            </p:cNvPr>
            <p:cNvSpPr txBox="1"/>
            <p:nvPr/>
          </p:nvSpPr>
          <p:spPr>
            <a:xfrm>
              <a:off x="9579753" y="1293068"/>
              <a:ext cx="1728357" cy="338554"/>
            </a:xfrm>
            <a:prstGeom prst="rect">
              <a:avLst/>
            </a:prstGeom>
            <a:noFill/>
          </p:spPr>
          <p:txBody>
            <a:bodyPr wrap="none" rtlCol="0">
              <a:spAutoFit/>
            </a:bodyPr>
            <a:lstStyle/>
            <a:p>
              <a:pPr algn="r"/>
              <a:r>
                <a:rPr kumimoji="1" lang="ja-JP" altLang="en-US"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ソート</a:t>
              </a:r>
              <a:r>
                <a:rPr kumimoji="1" lang="en-US" altLang="ja-JP"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a:t>
              </a:r>
              <a:r>
                <a:rPr kumimoji="1" lang="ja-JP" altLang="en-US"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フィルタ</a:t>
              </a:r>
              <a:endParaRPr kumimoji="1" lang="en-US" altLang="ja-JP"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sp>
        <p:nvSpPr>
          <p:cNvPr id="37" name="四角形: 角を丸くする 36">
            <a:extLst>
              <a:ext uri="{FF2B5EF4-FFF2-40B4-BE49-F238E27FC236}">
                <a16:creationId xmlns:a16="http://schemas.microsoft.com/office/drawing/2014/main" id="{3849EC5E-6607-63D7-EC83-E20D8856C562}"/>
              </a:ext>
            </a:extLst>
          </p:cNvPr>
          <p:cNvSpPr/>
          <p:nvPr/>
        </p:nvSpPr>
        <p:spPr>
          <a:xfrm>
            <a:off x="3861990" y="940673"/>
            <a:ext cx="2163612" cy="504394"/>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bg1">
                    <a:lumMod val="95000"/>
                  </a:schemeClr>
                </a:solidFill>
                <a:latin typeface="HGS明朝E" panose="02020900000000000000" pitchFamily="18" charset="-128"/>
                <a:ea typeface="HGS明朝E" panose="02020900000000000000" pitchFamily="18" charset="-128"/>
              </a:rPr>
              <a:t>所持数：</a:t>
            </a:r>
            <a:r>
              <a:rPr kumimoji="1" lang="en-US" altLang="ja-JP" sz="2400" dirty="0">
                <a:solidFill>
                  <a:schemeClr val="bg1">
                    <a:lumMod val="95000"/>
                  </a:schemeClr>
                </a:solidFill>
                <a:latin typeface="HGS明朝E" panose="02020900000000000000" pitchFamily="18" charset="-128"/>
                <a:ea typeface="HGS明朝E" panose="02020900000000000000" pitchFamily="18" charset="-128"/>
              </a:rPr>
              <a:t>000</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pic>
        <p:nvPicPr>
          <p:cNvPr id="44" name="図 43">
            <a:extLst>
              <a:ext uri="{FF2B5EF4-FFF2-40B4-BE49-F238E27FC236}">
                <a16:creationId xmlns:a16="http://schemas.microsoft.com/office/drawing/2014/main" id="{2BFA682D-FDBC-13C2-E82B-11A1F55DF7D2}"/>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1271707" y="235933"/>
            <a:ext cx="610371" cy="610371"/>
          </a:xfrm>
          <a:prstGeom prst="rect">
            <a:avLst/>
          </a:prstGeom>
        </p:spPr>
      </p:pic>
      <p:grpSp>
        <p:nvGrpSpPr>
          <p:cNvPr id="181" name="グループ化 180">
            <a:extLst>
              <a:ext uri="{FF2B5EF4-FFF2-40B4-BE49-F238E27FC236}">
                <a16:creationId xmlns:a16="http://schemas.microsoft.com/office/drawing/2014/main" id="{7272F6A8-765D-42A6-FD94-1FA834B2B901}"/>
              </a:ext>
            </a:extLst>
          </p:cNvPr>
          <p:cNvGrpSpPr/>
          <p:nvPr/>
        </p:nvGrpSpPr>
        <p:grpSpPr>
          <a:xfrm>
            <a:off x="9569319" y="5011901"/>
            <a:ext cx="1755710" cy="810206"/>
            <a:chOff x="9569319" y="5159829"/>
            <a:chExt cx="1755710" cy="810206"/>
          </a:xfrm>
          <a:solidFill>
            <a:schemeClr val="bg1">
              <a:lumMod val="85000"/>
              <a:alpha val="70000"/>
            </a:schemeClr>
          </a:solidFill>
        </p:grpSpPr>
        <p:sp>
          <p:nvSpPr>
            <p:cNvPr id="182" name="四角形: 角を丸くする 181">
              <a:extLst>
                <a:ext uri="{FF2B5EF4-FFF2-40B4-BE49-F238E27FC236}">
                  <a16:creationId xmlns:a16="http://schemas.microsoft.com/office/drawing/2014/main" id="{7380B5BD-751E-253D-65CA-75F50E7AA431}"/>
                </a:ext>
              </a:extLst>
            </p:cNvPr>
            <p:cNvSpPr/>
            <p:nvPr/>
          </p:nvSpPr>
          <p:spPr>
            <a:xfrm>
              <a:off x="9569319" y="5159829"/>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HGS明朝E" panose="02020900000000000000" pitchFamily="18" charset="-128"/>
                <a:ea typeface="HGS明朝E" panose="02020900000000000000" pitchFamily="18" charset="-128"/>
              </a:endParaRPr>
            </a:p>
          </p:txBody>
        </p:sp>
        <p:sp>
          <p:nvSpPr>
            <p:cNvPr id="183" name="テキスト ボックス 182">
              <a:extLst>
                <a:ext uri="{FF2B5EF4-FFF2-40B4-BE49-F238E27FC236}">
                  <a16:creationId xmlns:a16="http://schemas.microsoft.com/office/drawing/2014/main" id="{4E50DF65-5A4C-8308-4BCB-86F53541D8E0}"/>
                </a:ext>
              </a:extLst>
            </p:cNvPr>
            <p:cNvSpPr txBox="1"/>
            <p:nvPr/>
          </p:nvSpPr>
          <p:spPr>
            <a:xfrm>
              <a:off x="10430947" y="5564932"/>
              <a:ext cx="877163" cy="369332"/>
            </a:xfrm>
            <a:prstGeom prst="rect">
              <a:avLst/>
            </a:prstGeom>
            <a:noFill/>
            <a:ln>
              <a:noFill/>
            </a:ln>
          </p:spPr>
          <p:txBody>
            <a:bodyPr wrap="none" rtlCol="0">
              <a:spAutoFit/>
            </a:bodyPr>
            <a:lstStyle/>
            <a:p>
              <a:pPr algn="r"/>
              <a:r>
                <a:rPr kumimoji="1" lang="ja-JP" altLang="en-US"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rPr>
                <a:t>ルート</a:t>
              </a:r>
              <a:endParaRPr kumimoji="1" lang="en-US" altLang="ja-JP"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184" name="グループ化 183">
            <a:extLst>
              <a:ext uri="{FF2B5EF4-FFF2-40B4-BE49-F238E27FC236}">
                <a16:creationId xmlns:a16="http://schemas.microsoft.com/office/drawing/2014/main" id="{CDE321C2-8D3F-1EB5-C535-BC3999438313}"/>
              </a:ext>
            </a:extLst>
          </p:cNvPr>
          <p:cNvGrpSpPr/>
          <p:nvPr/>
        </p:nvGrpSpPr>
        <p:grpSpPr>
          <a:xfrm>
            <a:off x="9569319" y="3698488"/>
            <a:ext cx="1755710" cy="810206"/>
            <a:chOff x="9575538" y="4156787"/>
            <a:chExt cx="1755710" cy="810206"/>
          </a:xfrm>
          <a:solidFill>
            <a:schemeClr val="bg1">
              <a:lumMod val="85000"/>
              <a:alpha val="70000"/>
            </a:schemeClr>
          </a:solidFill>
        </p:grpSpPr>
        <p:sp>
          <p:nvSpPr>
            <p:cNvPr id="185" name="四角形: 角を丸くする 184">
              <a:extLst>
                <a:ext uri="{FF2B5EF4-FFF2-40B4-BE49-F238E27FC236}">
                  <a16:creationId xmlns:a16="http://schemas.microsoft.com/office/drawing/2014/main" id="{F3D865A8-51F6-CA6E-EC10-C94C92E4DDE1}"/>
                </a:ext>
              </a:extLst>
            </p:cNvPr>
            <p:cNvSpPr/>
            <p:nvPr/>
          </p:nvSpPr>
          <p:spPr>
            <a:xfrm>
              <a:off x="9575538" y="4156787"/>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HGS明朝E" panose="02020900000000000000" pitchFamily="18" charset="-128"/>
                <a:ea typeface="HGS明朝E" panose="02020900000000000000" pitchFamily="18" charset="-128"/>
              </a:endParaRPr>
            </a:p>
          </p:txBody>
        </p:sp>
        <p:sp>
          <p:nvSpPr>
            <p:cNvPr id="186" name="テキスト ボックス 185">
              <a:extLst>
                <a:ext uri="{FF2B5EF4-FFF2-40B4-BE49-F238E27FC236}">
                  <a16:creationId xmlns:a16="http://schemas.microsoft.com/office/drawing/2014/main" id="{CC5A93B9-5AF4-54A5-9EE3-4444E48D50B5}"/>
                </a:ext>
              </a:extLst>
            </p:cNvPr>
            <p:cNvSpPr txBox="1"/>
            <p:nvPr/>
          </p:nvSpPr>
          <p:spPr>
            <a:xfrm>
              <a:off x="10661779" y="4561890"/>
              <a:ext cx="646331" cy="369332"/>
            </a:xfrm>
            <a:prstGeom prst="rect">
              <a:avLst/>
            </a:prstGeom>
            <a:noFill/>
            <a:ln>
              <a:noFill/>
            </a:ln>
          </p:spPr>
          <p:txBody>
            <a:bodyPr wrap="none" rtlCol="0">
              <a:spAutoFit/>
            </a:bodyPr>
            <a:lstStyle/>
            <a:p>
              <a:pPr algn="r"/>
              <a:r>
                <a:rPr kumimoji="1" lang="ja-JP" altLang="en-US"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rPr>
                <a:t>戻る</a:t>
              </a:r>
              <a:endParaRPr kumimoji="1" lang="en-US" altLang="ja-JP"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sp>
        <p:nvSpPr>
          <p:cNvPr id="4" name="テキスト ボックス 3">
            <a:extLst>
              <a:ext uri="{FF2B5EF4-FFF2-40B4-BE49-F238E27FC236}">
                <a16:creationId xmlns:a16="http://schemas.microsoft.com/office/drawing/2014/main" id="{4DE40D52-4784-ED62-AE37-D6A43FED1142}"/>
              </a:ext>
            </a:extLst>
          </p:cNvPr>
          <p:cNvSpPr txBox="1"/>
          <p:nvPr/>
        </p:nvSpPr>
        <p:spPr>
          <a:xfrm>
            <a:off x="930698" y="856726"/>
            <a:ext cx="1826141" cy="584775"/>
          </a:xfrm>
          <a:prstGeom prst="rect">
            <a:avLst/>
          </a:prstGeom>
          <a:noFill/>
        </p:spPr>
        <p:txBody>
          <a:bodyPr wrap="none" rtlCol="0">
            <a:spAutoFit/>
          </a:bodyPr>
          <a:lstStyle/>
          <a:p>
            <a:r>
              <a:rPr lang="ja-JP" altLang="en-US" sz="3200" dirty="0">
                <a:solidFill>
                  <a:schemeClr val="tx1">
                    <a:lumMod val="85000"/>
                    <a:lumOff val="15000"/>
                  </a:schemeClr>
                </a:solidFill>
                <a:latin typeface="HGS明朝E" panose="02020900000000000000" pitchFamily="18" charset="-128"/>
                <a:ea typeface="HGS明朝E" panose="02020900000000000000" pitchFamily="18" charset="-128"/>
              </a:rPr>
              <a:t>レア鉱石</a:t>
            </a:r>
          </a:p>
        </p:txBody>
      </p:sp>
      <p:grpSp>
        <p:nvGrpSpPr>
          <p:cNvPr id="29" name="グループ化 28">
            <a:extLst>
              <a:ext uri="{FF2B5EF4-FFF2-40B4-BE49-F238E27FC236}">
                <a16:creationId xmlns:a16="http://schemas.microsoft.com/office/drawing/2014/main" id="{6FD3A06C-C76C-6B98-D7C6-A71994CAEA82}"/>
              </a:ext>
            </a:extLst>
          </p:cNvPr>
          <p:cNvGrpSpPr/>
          <p:nvPr/>
        </p:nvGrpSpPr>
        <p:grpSpPr>
          <a:xfrm>
            <a:off x="1829948" y="1685160"/>
            <a:ext cx="6931202" cy="1716321"/>
            <a:chOff x="1716441" y="3592480"/>
            <a:chExt cx="6931202" cy="1716321"/>
          </a:xfrm>
        </p:grpSpPr>
        <p:grpSp>
          <p:nvGrpSpPr>
            <p:cNvPr id="8" name="グループ化 7">
              <a:extLst>
                <a:ext uri="{FF2B5EF4-FFF2-40B4-BE49-F238E27FC236}">
                  <a16:creationId xmlns:a16="http://schemas.microsoft.com/office/drawing/2014/main" id="{AEF7E474-264B-B874-46D2-ECD4C92D97D0}"/>
                </a:ext>
              </a:extLst>
            </p:cNvPr>
            <p:cNvGrpSpPr/>
            <p:nvPr/>
          </p:nvGrpSpPr>
          <p:grpSpPr>
            <a:xfrm>
              <a:off x="3531781" y="3592480"/>
              <a:ext cx="1485182" cy="1716321"/>
              <a:chOff x="1276828" y="4105786"/>
              <a:chExt cx="1144222" cy="1716321"/>
            </a:xfrm>
          </p:grpSpPr>
          <p:sp>
            <p:nvSpPr>
              <p:cNvPr id="9" name="四角形: 角を丸くする 8">
                <a:extLst>
                  <a:ext uri="{FF2B5EF4-FFF2-40B4-BE49-F238E27FC236}">
                    <a16:creationId xmlns:a16="http://schemas.microsoft.com/office/drawing/2014/main" id="{D13D6201-F805-3E3A-34F3-4877087CEF16}"/>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0" name="テキスト ボックス 9">
                <a:extLst>
                  <a:ext uri="{FF2B5EF4-FFF2-40B4-BE49-F238E27FC236}">
                    <a16:creationId xmlns:a16="http://schemas.microsoft.com/office/drawing/2014/main" id="{E26D989B-6567-99A3-621B-E4B7B897D325}"/>
                  </a:ext>
                </a:extLst>
              </p:cNvPr>
              <p:cNvSpPr txBox="1"/>
              <p:nvPr/>
            </p:nvSpPr>
            <p:spPr>
              <a:xfrm>
                <a:off x="1315928" y="4148054"/>
                <a:ext cx="1066022" cy="369332"/>
              </a:xfrm>
              <a:prstGeom prst="rect">
                <a:avLst/>
              </a:prstGeom>
              <a:noFill/>
            </p:spPr>
            <p:txBody>
              <a:bodyPr wrap="square">
                <a:spAutoFit/>
              </a:bodyPr>
              <a:lstStyle/>
              <a:p>
                <a:pPr algn="ctr"/>
                <a:r>
                  <a:rPr lang="en-US" altLang="ja-JP" dirty="0">
                    <a:solidFill>
                      <a:schemeClr val="accent6">
                        <a:lumMod val="60000"/>
                        <a:lumOff val="40000"/>
                      </a:schemeClr>
                    </a:solidFill>
                    <a:latin typeface="HGS明朝E" panose="02020900000000000000" pitchFamily="18" charset="-128"/>
                    <a:ea typeface="HGS明朝E" panose="02020900000000000000" pitchFamily="18" charset="-128"/>
                  </a:rPr>
                  <a:t>R</a:t>
                </a:r>
                <a:endParaRPr lang="ja-JP" altLang="en-US" dirty="0">
                  <a:solidFill>
                    <a:schemeClr val="accent6">
                      <a:lumMod val="60000"/>
                      <a:lumOff val="40000"/>
                    </a:schemeClr>
                  </a:solidFill>
                  <a:latin typeface="HGS明朝E" panose="02020900000000000000" pitchFamily="18" charset="-128"/>
                  <a:ea typeface="HGS明朝E" panose="02020900000000000000" pitchFamily="18" charset="-128"/>
                </a:endParaRPr>
              </a:p>
            </p:txBody>
          </p:sp>
        </p:grpSp>
        <p:grpSp>
          <p:nvGrpSpPr>
            <p:cNvPr id="13" name="グループ化 12">
              <a:extLst>
                <a:ext uri="{FF2B5EF4-FFF2-40B4-BE49-F238E27FC236}">
                  <a16:creationId xmlns:a16="http://schemas.microsoft.com/office/drawing/2014/main" id="{FD8C47C7-4BE1-4069-BCE7-C5568C1100C1}"/>
                </a:ext>
              </a:extLst>
            </p:cNvPr>
            <p:cNvGrpSpPr/>
            <p:nvPr/>
          </p:nvGrpSpPr>
          <p:grpSpPr>
            <a:xfrm>
              <a:off x="5347121" y="3592480"/>
              <a:ext cx="1485182" cy="1716321"/>
              <a:chOff x="1276828" y="4105786"/>
              <a:chExt cx="1144222" cy="1716321"/>
            </a:xfrm>
          </p:grpSpPr>
          <p:sp>
            <p:nvSpPr>
              <p:cNvPr id="14" name="四角形: 角を丸くする 13">
                <a:extLst>
                  <a:ext uri="{FF2B5EF4-FFF2-40B4-BE49-F238E27FC236}">
                    <a16:creationId xmlns:a16="http://schemas.microsoft.com/office/drawing/2014/main" id="{8384A785-41E7-7EB5-7C8B-88B5562DCEE2}"/>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5" name="テキスト ボックス 14">
                <a:extLst>
                  <a:ext uri="{FF2B5EF4-FFF2-40B4-BE49-F238E27FC236}">
                    <a16:creationId xmlns:a16="http://schemas.microsoft.com/office/drawing/2014/main" id="{6EA50A75-0CE9-29C0-CB49-33E6D6FFB3A7}"/>
                  </a:ext>
                </a:extLst>
              </p:cNvPr>
              <p:cNvSpPr txBox="1"/>
              <p:nvPr/>
            </p:nvSpPr>
            <p:spPr>
              <a:xfrm>
                <a:off x="1315928" y="4148054"/>
                <a:ext cx="1066022" cy="369332"/>
              </a:xfrm>
              <a:prstGeom prst="rect">
                <a:avLst/>
              </a:prstGeom>
              <a:noFill/>
            </p:spPr>
            <p:txBody>
              <a:bodyPr wrap="square">
                <a:spAutoFit/>
              </a:bodyPr>
              <a:lstStyle/>
              <a:p>
                <a:pPr algn="ctr"/>
                <a:r>
                  <a:rPr lang="en-US" altLang="ja-JP" dirty="0">
                    <a:gradFill flip="none" rotWithShape="1">
                      <a:gsLst>
                        <a:gs pos="0">
                          <a:srgbClr val="CC66FF"/>
                        </a:gs>
                        <a:gs pos="50000">
                          <a:srgbClr val="CC00FF"/>
                        </a:gs>
                        <a:gs pos="100000">
                          <a:srgbClr val="CC66FF"/>
                        </a:gs>
                      </a:gsLst>
                      <a:lin ang="2700000" scaled="1"/>
                      <a:tileRect/>
                    </a:gradFill>
                    <a:latin typeface="HGS明朝E" panose="02020900000000000000" pitchFamily="18" charset="-128"/>
                    <a:ea typeface="HGS明朝E" panose="02020900000000000000" pitchFamily="18" charset="-128"/>
                  </a:rPr>
                  <a:t>SR</a:t>
                </a:r>
                <a:endParaRPr lang="ja-JP" altLang="en-US" dirty="0">
                  <a:gradFill flip="none" rotWithShape="1">
                    <a:gsLst>
                      <a:gs pos="0">
                        <a:srgbClr val="CC66FF"/>
                      </a:gs>
                      <a:gs pos="50000">
                        <a:srgbClr val="CC00FF"/>
                      </a:gs>
                      <a:gs pos="100000">
                        <a:srgbClr val="CC66FF"/>
                      </a:gs>
                    </a:gsLst>
                    <a:lin ang="2700000" scaled="1"/>
                    <a:tileRect/>
                  </a:gradFill>
                  <a:latin typeface="HGS明朝E" panose="02020900000000000000" pitchFamily="18" charset="-128"/>
                  <a:ea typeface="HGS明朝E" panose="02020900000000000000" pitchFamily="18" charset="-128"/>
                </a:endParaRPr>
              </a:p>
            </p:txBody>
          </p:sp>
        </p:grpSp>
        <p:grpSp>
          <p:nvGrpSpPr>
            <p:cNvPr id="18" name="グループ化 17">
              <a:extLst>
                <a:ext uri="{FF2B5EF4-FFF2-40B4-BE49-F238E27FC236}">
                  <a16:creationId xmlns:a16="http://schemas.microsoft.com/office/drawing/2014/main" id="{997CF124-9871-426A-100E-C1FB1B60910B}"/>
                </a:ext>
              </a:extLst>
            </p:cNvPr>
            <p:cNvGrpSpPr/>
            <p:nvPr/>
          </p:nvGrpSpPr>
          <p:grpSpPr>
            <a:xfrm>
              <a:off x="7162461" y="3592480"/>
              <a:ext cx="1485182" cy="1716321"/>
              <a:chOff x="1276828" y="4105786"/>
              <a:chExt cx="1144222" cy="1716321"/>
            </a:xfrm>
          </p:grpSpPr>
          <p:sp>
            <p:nvSpPr>
              <p:cNvPr id="19" name="四角形: 角を丸くする 18">
                <a:extLst>
                  <a:ext uri="{FF2B5EF4-FFF2-40B4-BE49-F238E27FC236}">
                    <a16:creationId xmlns:a16="http://schemas.microsoft.com/office/drawing/2014/main" id="{79E6F2EC-CFB2-0190-170F-584358E967B2}"/>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1" name="テキスト ボックス 20">
                <a:extLst>
                  <a:ext uri="{FF2B5EF4-FFF2-40B4-BE49-F238E27FC236}">
                    <a16:creationId xmlns:a16="http://schemas.microsoft.com/office/drawing/2014/main" id="{56ADC940-A718-0034-7618-2C702992CA0B}"/>
                  </a:ext>
                </a:extLst>
              </p:cNvPr>
              <p:cNvSpPr txBox="1"/>
              <p:nvPr/>
            </p:nvSpPr>
            <p:spPr>
              <a:xfrm>
                <a:off x="1315928" y="4148054"/>
                <a:ext cx="1066022" cy="369332"/>
              </a:xfrm>
              <a:prstGeom prst="rect">
                <a:avLst/>
              </a:prstGeom>
              <a:noFill/>
            </p:spPr>
            <p:txBody>
              <a:bodyPr wrap="square">
                <a:spAutoFit/>
              </a:bodyPr>
              <a:lstStyle/>
              <a:p>
                <a:pPr algn="ctr"/>
                <a:r>
                  <a:rPr lang="en-US" altLang="ja-JP" dirty="0">
                    <a:gradFill flip="none" rotWithShape="1">
                      <a:gsLst>
                        <a:gs pos="100000">
                          <a:srgbClr val="CC66FF"/>
                        </a:gs>
                        <a:gs pos="75000">
                          <a:srgbClr val="00B0F0"/>
                        </a:gs>
                        <a:gs pos="50000">
                          <a:srgbClr val="92D050"/>
                        </a:gs>
                        <a:gs pos="25000">
                          <a:srgbClr val="FFC000"/>
                        </a:gs>
                        <a:gs pos="1000">
                          <a:srgbClr val="FF0000"/>
                        </a:gs>
                      </a:gsLst>
                      <a:lin ang="2700000" scaled="1"/>
                      <a:tileRect/>
                    </a:gradFill>
                    <a:latin typeface="HGS明朝E" panose="02020900000000000000" pitchFamily="18" charset="-128"/>
                    <a:ea typeface="HGS明朝E" panose="02020900000000000000" pitchFamily="18" charset="-128"/>
                  </a:rPr>
                  <a:t>SSR</a:t>
                </a:r>
                <a:endParaRPr lang="ja-JP" altLang="en-US" dirty="0">
                  <a:gradFill flip="none" rotWithShape="1">
                    <a:gsLst>
                      <a:gs pos="100000">
                        <a:srgbClr val="CC66FF"/>
                      </a:gs>
                      <a:gs pos="75000">
                        <a:srgbClr val="00B0F0"/>
                      </a:gs>
                      <a:gs pos="50000">
                        <a:srgbClr val="92D050"/>
                      </a:gs>
                      <a:gs pos="25000">
                        <a:srgbClr val="FFC000"/>
                      </a:gs>
                      <a:gs pos="1000">
                        <a:srgbClr val="FF0000"/>
                      </a:gs>
                    </a:gsLst>
                    <a:lin ang="2700000" scaled="1"/>
                    <a:tileRect/>
                  </a:gradFill>
                  <a:latin typeface="HGS明朝E" panose="02020900000000000000" pitchFamily="18" charset="-128"/>
                  <a:ea typeface="HGS明朝E" panose="02020900000000000000" pitchFamily="18" charset="-128"/>
                </a:endParaRPr>
              </a:p>
            </p:txBody>
          </p:sp>
        </p:grpSp>
        <p:grpSp>
          <p:nvGrpSpPr>
            <p:cNvPr id="23" name="グループ化 22">
              <a:extLst>
                <a:ext uri="{FF2B5EF4-FFF2-40B4-BE49-F238E27FC236}">
                  <a16:creationId xmlns:a16="http://schemas.microsoft.com/office/drawing/2014/main" id="{F950F91A-2A02-E67F-3E28-B2067EF2C8B9}"/>
                </a:ext>
              </a:extLst>
            </p:cNvPr>
            <p:cNvGrpSpPr/>
            <p:nvPr/>
          </p:nvGrpSpPr>
          <p:grpSpPr>
            <a:xfrm>
              <a:off x="1716441" y="3592480"/>
              <a:ext cx="1485182" cy="1716321"/>
              <a:chOff x="1276828" y="4105786"/>
              <a:chExt cx="1144222" cy="1716321"/>
            </a:xfrm>
          </p:grpSpPr>
          <p:sp>
            <p:nvSpPr>
              <p:cNvPr id="24" name="四角形: 角を丸くする 23">
                <a:extLst>
                  <a:ext uri="{FF2B5EF4-FFF2-40B4-BE49-F238E27FC236}">
                    <a16:creationId xmlns:a16="http://schemas.microsoft.com/office/drawing/2014/main" id="{E548B832-3C14-E622-6CA2-464844F905F2}"/>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8" name="テキスト ボックス 27">
                <a:extLst>
                  <a:ext uri="{FF2B5EF4-FFF2-40B4-BE49-F238E27FC236}">
                    <a16:creationId xmlns:a16="http://schemas.microsoft.com/office/drawing/2014/main" id="{91C95BC3-1744-F2B2-B975-BC6B14A37F1E}"/>
                  </a:ext>
                </a:extLst>
              </p:cNvPr>
              <p:cNvSpPr txBox="1"/>
              <p:nvPr/>
            </p:nvSpPr>
            <p:spPr>
              <a:xfrm>
                <a:off x="1315928" y="4148054"/>
                <a:ext cx="1066022" cy="369332"/>
              </a:xfrm>
              <a:prstGeom prst="rect">
                <a:avLst/>
              </a:prstGeom>
              <a:noFill/>
            </p:spPr>
            <p:txBody>
              <a:bodyPr wrap="square">
                <a:spAutoFit/>
              </a:bodyPr>
              <a:lstStyle/>
              <a:p>
                <a:pPr algn="ctr"/>
                <a:r>
                  <a:rPr lang="en-US" altLang="ja-JP" dirty="0">
                    <a:solidFill>
                      <a:schemeClr val="accent6">
                        <a:lumMod val="60000"/>
                        <a:lumOff val="40000"/>
                      </a:schemeClr>
                    </a:solidFill>
                    <a:latin typeface="HGS明朝E" panose="02020900000000000000" pitchFamily="18" charset="-128"/>
                    <a:ea typeface="HGS明朝E" panose="02020900000000000000" pitchFamily="18" charset="-128"/>
                  </a:rPr>
                  <a:t>R</a:t>
                </a:r>
                <a:endParaRPr lang="ja-JP" altLang="en-US" dirty="0">
                  <a:solidFill>
                    <a:schemeClr val="accent6">
                      <a:lumMod val="60000"/>
                      <a:lumOff val="40000"/>
                    </a:schemeClr>
                  </a:solidFill>
                  <a:latin typeface="HGS明朝E" panose="02020900000000000000" pitchFamily="18" charset="-128"/>
                  <a:ea typeface="HGS明朝E" panose="02020900000000000000" pitchFamily="18" charset="-128"/>
                </a:endParaRPr>
              </a:p>
            </p:txBody>
          </p:sp>
        </p:grpSp>
      </p:grpSp>
      <p:grpSp>
        <p:nvGrpSpPr>
          <p:cNvPr id="31" name="グループ化 30">
            <a:extLst>
              <a:ext uri="{FF2B5EF4-FFF2-40B4-BE49-F238E27FC236}">
                <a16:creationId xmlns:a16="http://schemas.microsoft.com/office/drawing/2014/main" id="{F00E5AEC-6F1D-5F60-06A1-1552EF56FD19}"/>
              </a:ext>
            </a:extLst>
          </p:cNvPr>
          <p:cNvGrpSpPr/>
          <p:nvPr/>
        </p:nvGrpSpPr>
        <p:grpSpPr>
          <a:xfrm rot="5400000">
            <a:off x="-825047" y="3593840"/>
            <a:ext cx="4351022" cy="276285"/>
            <a:chOff x="3114125" y="3836637"/>
            <a:chExt cx="5697007" cy="276285"/>
          </a:xfrm>
        </p:grpSpPr>
        <p:sp>
          <p:nvSpPr>
            <p:cNvPr id="32" name="四角形: 角を丸くする 31">
              <a:extLst>
                <a:ext uri="{FF2B5EF4-FFF2-40B4-BE49-F238E27FC236}">
                  <a16:creationId xmlns:a16="http://schemas.microsoft.com/office/drawing/2014/main" id="{CD29EBAD-8AAE-72B4-6A79-889AD7106525}"/>
                </a:ext>
              </a:extLst>
            </p:cNvPr>
            <p:cNvSpPr/>
            <p:nvPr/>
          </p:nvSpPr>
          <p:spPr>
            <a:xfrm>
              <a:off x="3114125" y="3891844"/>
              <a:ext cx="5697007" cy="165873"/>
            </a:xfrm>
            <a:prstGeom prst="roundRect">
              <a:avLst/>
            </a:prstGeom>
            <a:solidFill>
              <a:schemeClr val="bg1">
                <a:lumMod val="65000"/>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33" name="四角形: 角を丸くする 32">
              <a:extLst>
                <a:ext uri="{FF2B5EF4-FFF2-40B4-BE49-F238E27FC236}">
                  <a16:creationId xmlns:a16="http://schemas.microsoft.com/office/drawing/2014/main" id="{08699928-50DE-BA9B-A381-67D8380A79B7}"/>
                </a:ext>
              </a:extLst>
            </p:cNvPr>
            <p:cNvSpPr/>
            <p:nvPr/>
          </p:nvSpPr>
          <p:spPr>
            <a:xfrm>
              <a:off x="4786606" y="3836637"/>
              <a:ext cx="2050791" cy="276285"/>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grpSp>
        <p:nvGrpSpPr>
          <p:cNvPr id="34" name="グループ化 33">
            <a:extLst>
              <a:ext uri="{FF2B5EF4-FFF2-40B4-BE49-F238E27FC236}">
                <a16:creationId xmlns:a16="http://schemas.microsoft.com/office/drawing/2014/main" id="{002408AB-56DF-292F-DDD6-883884683DB8}"/>
              </a:ext>
            </a:extLst>
          </p:cNvPr>
          <p:cNvGrpSpPr/>
          <p:nvPr/>
        </p:nvGrpSpPr>
        <p:grpSpPr>
          <a:xfrm>
            <a:off x="1843768" y="3561582"/>
            <a:ext cx="5115862" cy="1716321"/>
            <a:chOff x="1716441" y="3592480"/>
            <a:chExt cx="5115862" cy="1716321"/>
          </a:xfrm>
        </p:grpSpPr>
        <p:grpSp>
          <p:nvGrpSpPr>
            <p:cNvPr id="35" name="グループ化 34">
              <a:extLst>
                <a:ext uri="{FF2B5EF4-FFF2-40B4-BE49-F238E27FC236}">
                  <a16:creationId xmlns:a16="http://schemas.microsoft.com/office/drawing/2014/main" id="{BC722E90-3287-9A38-E15E-638359AE98E6}"/>
                </a:ext>
              </a:extLst>
            </p:cNvPr>
            <p:cNvGrpSpPr/>
            <p:nvPr/>
          </p:nvGrpSpPr>
          <p:grpSpPr>
            <a:xfrm>
              <a:off x="3531781" y="3592480"/>
              <a:ext cx="1485182" cy="1716321"/>
              <a:chOff x="1276828" y="4105786"/>
              <a:chExt cx="1144222" cy="1716321"/>
            </a:xfrm>
          </p:grpSpPr>
          <p:sp>
            <p:nvSpPr>
              <p:cNvPr id="49" name="四角形: 角を丸くする 48">
                <a:extLst>
                  <a:ext uri="{FF2B5EF4-FFF2-40B4-BE49-F238E27FC236}">
                    <a16:creationId xmlns:a16="http://schemas.microsoft.com/office/drawing/2014/main" id="{12D2D8EA-A4D1-2F42-362C-0B5FB307B4AC}"/>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50" name="テキスト ボックス 49">
                <a:extLst>
                  <a:ext uri="{FF2B5EF4-FFF2-40B4-BE49-F238E27FC236}">
                    <a16:creationId xmlns:a16="http://schemas.microsoft.com/office/drawing/2014/main" id="{B19EF07B-B1DD-6F6C-9370-A1377E6E85E5}"/>
                  </a:ext>
                </a:extLst>
              </p:cNvPr>
              <p:cNvSpPr txBox="1"/>
              <p:nvPr/>
            </p:nvSpPr>
            <p:spPr>
              <a:xfrm>
                <a:off x="1315928" y="4148054"/>
                <a:ext cx="1066022" cy="369332"/>
              </a:xfrm>
              <a:prstGeom prst="rect">
                <a:avLst/>
              </a:prstGeom>
              <a:noFill/>
            </p:spPr>
            <p:txBody>
              <a:bodyPr wrap="square">
                <a:spAutoFit/>
              </a:bodyPr>
              <a:lstStyle/>
              <a:p>
                <a:pPr algn="ctr"/>
                <a:r>
                  <a:rPr lang="en-US" altLang="ja-JP" dirty="0">
                    <a:solidFill>
                      <a:schemeClr val="accent6">
                        <a:lumMod val="60000"/>
                        <a:lumOff val="40000"/>
                      </a:schemeClr>
                    </a:solidFill>
                    <a:latin typeface="HGS明朝E" panose="02020900000000000000" pitchFamily="18" charset="-128"/>
                    <a:ea typeface="HGS明朝E" panose="02020900000000000000" pitchFamily="18" charset="-128"/>
                  </a:rPr>
                  <a:t>R</a:t>
                </a:r>
                <a:endParaRPr lang="ja-JP" altLang="en-US" dirty="0">
                  <a:solidFill>
                    <a:schemeClr val="accent6">
                      <a:lumMod val="60000"/>
                      <a:lumOff val="40000"/>
                    </a:schemeClr>
                  </a:solidFill>
                  <a:latin typeface="HGS明朝E" panose="02020900000000000000" pitchFamily="18" charset="-128"/>
                  <a:ea typeface="HGS明朝E" panose="02020900000000000000" pitchFamily="18" charset="-128"/>
                </a:endParaRPr>
              </a:p>
            </p:txBody>
          </p:sp>
        </p:grpSp>
        <p:grpSp>
          <p:nvGrpSpPr>
            <p:cNvPr id="39" name="グループ化 38">
              <a:extLst>
                <a:ext uri="{FF2B5EF4-FFF2-40B4-BE49-F238E27FC236}">
                  <a16:creationId xmlns:a16="http://schemas.microsoft.com/office/drawing/2014/main" id="{B5FD8542-FFE0-9D59-4E2D-DF99351D8E27}"/>
                </a:ext>
              </a:extLst>
            </p:cNvPr>
            <p:cNvGrpSpPr/>
            <p:nvPr/>
          </p:nvGrpSpPr>
          <p:grpSpPr>
            <a:xfrm>
              <a:off x="5347121" y="3592480"/>
              <a:ext cx="1485182" cy="1716321"/>
              <a:chOff x="1276828" y="4105786"/>
              <a:chExt cx="1144222" cy="1716321"/>
            </a:xfrm>
          </p:grpSpPr>
          <p:sp>
            <p:nvSpPr>
              <p:cNvPr id="47" name="四角形: 角を丸くする 46">
                <a:extLst>
                  <a:ext uri="{FF2B5EF4-FFF2-40B4-BE49-F238E27FC236}">
                    <a16:creationId xmlns:a16="http://schemas.microsoft.com/office/drawing/2014/main" id="{EB8DA4AD-12E2-4DE7-633F-79F3B6976BDA}"/>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48" name="テキスト ボックス 47">
                <a:extLst>
                  <a:ext uri="{FF2B5EF4-FFF2-40B4-BE49-F238E27FC236}">
                    <a16:creationId xmlns:a16="http://schemas.microsoft.com/office/drawing/2014/main" id="{807D28EF-A703-8425-A6D9-CF612604BD70}"/>
                  </a:ext>
                </a:extLst>
              </p:cNvPr>
              <p:cNvSpPr txBox="1"/>
              <p:nvPr/>
            </p:nvSpPr>
            <p:spPr>
              <a:xfrm>
                <a:off x="1315928" y="4148054"/>
                <a:ext cx="1066022" cy="369332"/>
              </a:xfrm>
              <a:prstGeom prst="rect">
                <a:avLst/>
              </a:prstGeom>
              <a:noFill/>
            </p:spPr>
            <p:txBody>
              <a:bodyPr wrap="square">
                <a:spAutoFit/>
              </a:bodyPr>
              <a:lstStyle/>
              <a:p>
                <a:pPr algn="ctr"/>
                <a:r>
                  <a:rPr lang="en-US" altLang="ja-JP" dirty="0">
                    <a:gradFill flip="none" rotWithShape="1">
                      <a:gsLst>
                        <a:gs pos="0">
                          <a:srgbClr val="CC66FF"/>
                        </a:gs>
                        <a:gs pos="50000">
                          <a:srgbClr val="CC00FF"/>
                        </a:gs>
                        <a:gs pos="100000">
                          <a:srgbClr val="CC66FF"/>
                        </a:gs>
                      </a:gsLst>
                      <a:lin ang="2700000" scaled="1"/>
                      <a:tileRect/>
                    </a:gradFill>
                    <a:latin typeface="HGS明朝E" panose="02020900000000000000" pitchFamily="18" charset="-128"/>
                    <a:ea typeface="HGS明朝E" panose="02020900000000000000" pitchFamily="18" charset="-128"/>
                  </a:rPr>
                  <a:t>SR</a:t>
                </a:r>
                <a:endParaRPr lang="ja-JP" altLang="en-US" dirty="0">
                  <a:gradFill flip="none" rotWithShape="1">
                    <a:gsLst>
                      <a:gs pos="0">
                        <a:srgbClr val="CC66FF"/>
                      </a:gs>
                      <a:gs pos="50000">
                        <a:srgbClr val="CC00FF"/>
                      </a:gs>
                      <a:gs pos="100000">
                        <a:srgbClr val="CC66FF"/>
                      </a:gs>
                    </a:gsLst>
                    <a:lin ang="2700000" scaled="1"/>
                    <a:tileRect/>
                  </a:gradFill>
                  <a:latin typeface="HGS明朝E" panose="02020900000000000000" pitchFamily="18" charset="-128"/>
                  <a:ea typeface="HGS明朝E" panose="02020900000000000000" pitchFamily="18" charset="-128"/>
                </a:endParaRPr>
              </a:p>
            </p:txBody>
          </p:sp>
        </p:grpSp>
        <p:grpSp>
          <p:nvGrpSpPr>
            <p:cNvPr id="41" name="グループ化 40">
              <a:extLst>
                <a:ext uri="{FF2B5EF4-FFF2-40B4-BE49-F238E27FC236}">
                  <a16:creationId xmlns:a16="http://schemas.microsoft.com/office/drawing/2014/main" id="{970107C3-C3F3-DC98-FAE7-22B799D81729}"/>
                </a:ext>
              </a:extLst>
            </p:cNvPr>
            <p:cNvGrpSpPr/>
            <p:nvPr/>
          </p:nvGrpSpPr>
          <p:grpSpPr>
            <a:xfrm>
              <a:off x="1716441" y="3592480"/>
              <a:ext cx="1485182" cy="1716321"/>
              <a:chOff x="1276828" y="4105786"/>
              <a:chExt cx="1144222" cy="1716321"/>
            </a:xfrm>
          </p:grpSpPr>
          <p:sp>
            <p:nvSpPr>
              <p:cNvPr id="42" name="四角形: 角を丸くする 41">
                <a:extLst>
                  <a:ext uri="{FF2B5EF4-FFF2-40B4-BE49-F238E27FC236}">
                    <a16:creationId xmlns:a16="http://schemas.microsoft.com/office/drawing/2014/main" id="{19E1CA61-CF58-5493-458C-D326520994B8}"/>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43" name="テキスト ボックス 42">
                <a:extLst>
                  <a:ext uri="{FF2B5EF4-FFF2-40B4-BE49-F238E27FC236}">
                    <a16:creationId xmlns:a16="http://schemas.microsoft.com/office/drawing/2014/main" id="{EE14F460-05DC-B966-B979-5AC96BBB408F}"/>
                  </a:ext>
                </a:extLst>
              </p:cNvPr>
              <p:cNvSpPr txBox="1"/>
              <p:nvPr/>
            </p:nvSpPr>
            <p:spPr>
              <a:xfrm>
                <a:off x="1315928" y="4148054"/>
                <a:ext cx="1066022" cy="369332"/>
              </a:xfrm>
              <a:prstGeom prst="rect">
                <a:avLst/>
              </a:prstGeom>
              <a:noFill/>
            </p:spPr>
            <p:txBody>
              <a:bodyPr wrap="square">
                <a:spAutoFit/>
              </a:bodyPr>
              <a:lstStyle/>
              <a:p>
                <a:pPr algn="ctr"/>
                <a:r>
                  <a:rPr lang="en-US" altLang="ja-JP" dirty="0">
                    <a:solidFill>
                      <a:schemeClr val="accent6">
                        <a:lumMod val="60000"/>
                        <a:lumOff val="40000"/>
                      </a:schemeClr>
                    </a:solidFill>
                    <a:latin typeface="HGS明朝E" panose="02020900000000000000" pitchFamily="18" charset="-128"/>
                    <a:ea typeface="HGS明朝E" panose="02020900000000000000" pitchFamily="18" charset="-128"/>
                  </a:rPr>
                  <a:t>R</a:t>
                </a:r>
                <a:endParaRPr lang="ja-JP" altLang="en-US" dirty="0">
                  <a:solidFill>
                    <a:schemeClr val="accent6">
                      <a:lumMod val="60000"/>
                      <a:lumOff val="40000"/>
                    </a:schemeClr>
                  </a:solidFill>
                  <a:latin typeface="HGS明朝E" panose="02020900000000000000" pitchFamily="18" charset="-128"/>
                  <a:ea typeface="HGS明朝E" panose="02020900000000000000" pitchFamily="18" charset="-128"/>
                </a:endParaRPr>
              </a:p>
            </p:txBody>
          </p:sp>
        </p:grpSp>
      </p:grpSp>
      <p:pic>
        <p:nvPicPr>
          <p:cNvPr id="5" name="図 4">
            <a:extLst>
              <a:ext uri="{FF2B5EF4-FFF2-40B4-BE49-F238E27FC236}">
                <a16:creationId xmlns:a16="http://schemas.microsoft.com/office/drawing/2014/main" id="{18E2CC49-D25A-B18A-9AD7-EB6FCD1CE8A8}"/>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974693" y="2096760"/>
            <a:ext cx="1100325" cy="1071966"/>
          </a:xfrm>
          <a:prstGeom prst="rect">
            <a:avLst/>
          </a:prstGeom>
        </p:spPr>
      </p:pic>
      <p:pic>
        <p:nvPicPr>
          <p:cNvPr id="52" name="図 51">
            <a:extLst>
              <a:ext uri="{FF2B5EF4-FFF2-40B4-BE49-F238E27FC236}">
                <a16:creationId xmlns:a16="http://schemas.microsoft.com/office/drawing/2014/main" id="{864719DD-8AA1-6426-069F-B9F35F6B835B}"/>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3805927" y="2096760"/>
            <a:ext cx="1100325" cy="1071966"/>
          </a:xfrm>
          <a:prstGeom prst="rect">
            <a:avLst/>
          </a:prstGeom>
        </p:spPr>
      </p:pic>
      <p:pic>
        <p:nvPicPr>
          <p:cNvPr id="53" name="図 52">
            <a:extLst>
              <a:ext uri="{FF2B5EF4-FFF2-40B4-BE49-F238E27FC236}">
                <a16:creationId xmlns:a16="http://schemas.microsoft.com/office/drawing/2014/main" id="{E965AC4E-5CFB-151A-6133-423569A89558}"/>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5637161" y="2096760"/>
            <a:ext cx="1100325" cy="1071966"/>
          </a:xfrm>
          <a:prstGeom prst="rect">
            <a:avLst/>
          </a:prstGeom>
        </p:spPr>
      </p:pic>
      <p:pic>
        <p:nvPicPr>
          <p:cNvPr id="54" name="図 53">
            <a:extLst>
              <a:ext uri="{FF2B5EF4-FFF2-40B4-BE49-F238E27FC236}">
                <a16:creationId xmlns:a16="http://schemas.microsoft.com/office/drawing/2014/main" id="{0D7C1C0A-8D92-3178-6C11-0D6EF1FE7C5F}"/>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468396" y="2096760"/>
            <a:ext cx="1100325" cy="1071966"/>
          </a:xfrm>
          <a:prstGeom prst="rect">
            <a:avLst/>
          </a:prstGeom>
        </p:spPr>
      </p:pic>
      <p:pic>
        <p:nvPicPr>
          <p:cNvPr id="57" name="図 56">
            <a:extLst>
              <a:ext uri="{FF2B5EF4-FFF2-40B4-BE49-F238E27FC236}">
                <a16:creationId xmlns:a16="http://schemas.microsoft.com/office/drawing/2014/main" id="{D391B29B-DEB0-CACC-4E14-4D566BC5CA54}"/>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974693" y="3991674"/>
            <a:ext cx="1100325" cy="1071966"/>
          </a:xfrm>
          <a:prstGeom prst="rect">
            <a:avLst/>
          </a:prstGeom>
        </p:spPr>
      </p:pic>
      <p:pic>
        <p:nvPicPr>
          <p:cNvPr id="60" name="図 59">
            <a:extLst>
              <a:ext uri="{FF2B5EF4-FFF2-40B4-BE49-F238E27FC236}">
                <a16:creationId xmlns:a16="http://schemas.microsoft.com/office/drawing/2014/main" id="{E4B83ABE-5FCC-5464-5D66-0F16453800BD}"/>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3805927" y="3991674"/>
            <a:ext cx="1100325" cy="1071966"/>
          </a:xfrm>
          <a:prstGeom prst="rect">
            <a:avLst/>
          </a:prstGeom>
        </p:spPr>
      </p:pic>
      <p:pic>
        <p:nvPicPr>
          <p:cNvPr id="61" name="図 60">
            <a:extLst>
              <a:ext uri="{FF2B5EF4-FFF2-40B4-BE49-F238E27FC236}">
                <a16:creationId xmlns:a16="http://schemas.microsoft.com/office/drawing/2014/main" id="{131B8E1A-86A5-7E8D-2F2E-D86E41AFD9D7}"/>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5637161" y="3991674"/>
            <a:ext cx="1100325" cy="1071966"/>
          </a:xfrm>
          <a:prstGeom prst="rect">
            <a:avLst/>
          </a:prstGeom>
        </p:spPr>
      </p:pic>
      <p:sp>
        <p:nvSpPr>
          <p:cNvPr id="3" name="正方形/長方形 2">
            <a:extLst>
              <a:ext uri="{FF2B5EF4-FFF2-40B4-BE49-F238E27FC236}">
                <a16:creationId xmlns:a16="http://schemas.microsoft.com/office/drawing/2014/main" id="{013F7272-9D8D-1298-5BA0-696EF47C8C8F}"/>
              </a:ext>
            </a:extLst>
          </p:cNvPr>
          <p:cNvSpPr/>
          <p:nvPr/>
        </p:nvSpPr>
        <p:spPr>
          <a:xfrm>
            <a:off x="-1" y="-5564"/>
            <a:ext cx="12192001" cy="6863563"/>
          </a:xfrm>
          <a:prstGeom prst="rect">
            <a:avLst/>
          </a:prstGeom>
          <a:solidFill>
            <a:schemeClr val="tx1">
              <a:lumMod val="85000"/>
              <a:lumOff val="15000"/>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6" name="グループ化 15">
            <a:extLst>
              <a:ext uri="{FF2B5EF4-FFF2-40B4-BE49-F238E27FC236}">
                <a16:creationId xmlns:a16="http://schemas.microsoft.com/office/drawing/2014/main" id="{3A1A202A-589F-FB5F-584C-E35BECE42192}"/>
              </a:ext>
            </a:extLst>
          </p:cNvPr>
          <p:cNvGrpSpPr/>
          <p:nvPr/>
        </p:nvGrpSpPr>
        <p:grpSpPr>
          <a:xfrm>
            <a:off x="1847365" y="1502955"/>
            <a:ext cx="8501744" cy="3909999"/>
            <a:chOff x="1845128" y="1520369"/>
            <a:chExt cx="8501744" cy="3909999"/>
          </a:xfrm>
        </p:grpSpPr>
        <p:grpSp>
          <p:nvGrpSpPr>
            <p:cNvPr id="17" name="グループ化 16">
              <a:extLst>
                <a:ext uri="{FF2B5EF4-FFF2-40B4-BE49-F238E27FC236}">
                  <a16:creationId xmlns:a16="http://schemas.microsoft.com/office/drawing/2014/main" id="{BA4C9ED1-EF2A-A476-C9AA-2F4E80FFE024}"/>
                </a:ext>
              </a:extLst>
            </p:cNvPr>
            <p:cNvGrpSpPr/>
            <p:nvPr/>
          </p:nvGrpSpPr>
          <p:grpSpPr>
            <a:xfrm>
              <a:off x="5206482" y="3633810"/>
              <a:ext cx="3537775" cy="276285"/>
              <a:chOff x="3114125" y="3836637"/>
              <a:chExt cx="5697007" cy="276285"/>
            </a:xfrm>
          </p:grpSpPr>
          <p:sp>
            <p:nvSpPr>
              <p:cNvPr id="136" name="四角形: 角を丸くする 135">
                <a:extLst>
                  <a:ext uri="{FF2B5EF4-FFF2-40B4-BE49-F238E27FC236}">
                    <a16:creationId xmlns:a16="http://schemas.microsoft.com/office/drawing/2014/main" id="{215E2D79-5A9E-BCC0-C6B6-6E6B631AE306}"/>
                  </a:ext>
                </a:extLst>
              </p:cNvPr>
              <p:cNvSpPr/>
              <p:nvPr/>
            </p:nvSpPr>
            <p:spPr>
              <a:xfrm>
                <a:off x="3114125" y="3891844"/>
                <a:ext cx="5697007" cy="165873"/>
              </a:xfrm>
              <a:prstGeom prst="roundRect">
                <a:avLst/>
              </a:prstGeom>
              <a:solidFill>
                <a:schemeClr val="bg1">
                  <a:lumMod val="65000"/>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37" name="四角形: 角を丸くする 136">
                <a:extLst>
                  <a:ext uri="{FF2B5EF4-FFF2-40B4-BE49-F238E27FC236}">
                    <a16:creationId xmlns:a16="http://schemas.microsoft.com/office/drawing/2014/main" id="{E95FA578-1ADE-59BF-FD68-C664150CAA37}"/>
                  </a:ext>
                </a:extLst>
              </p:cNvPr>
              <p:cNvSpPr/>
              <p:nvPr/>
            </p:nvSpPr>
            <p:spPr>
              <a:xfrm>
                <a:off x="4786606" y="3836637"/>
                <a:ext cx="2050791" cy="276285"/>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sp>
          <p:nvSpPr>
            <p:cNvPr id="20" name="四角形: 角を丸くする 19">
              <a:extLst>
                <a:ext uri="{FF2B5EF4-FFF2-40B4-BE49-F238E27FC236}">
                  <a16:creationId xmlns:a16="http://schemas.microsoft.com/office/drawing/2014/main" id="{6607C868-3E0C-F85A-7F75-CC72B94151CA}"/>
                </a:ext>
              </a:extLst>
            </p:cNvPr>
            <p:cNvSpPr/>
            <p:nvPr/>
          </p:nvSpPr>
          <p:spPr>
            <a:xfrm>
              <a:off x="2852259" y="3518235"/>
              <a:ext cx="2163612" cy="504394"/>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bg1">
                      <a:lumMod val="95000"/>
                    </a:schemeClr>
                  </a:solidFill>
                  <a:latin typeface="HGS明朝E" panose="02020900000000000000" pitchFamily="18" charset="-128"/>
                  <a:ea typeface="HGS明朝E" panose="02020900000000000000" pitchFamily="18" charset="-128"/>
                </a:rPr>
                <a:t>所持数：</a:t>
              </a:r>
              <a:r>
                <a:rPr kumimoji="1" lang="en-US" altLang="ja-JP" sz="2400" dirty="0">
                  <a:solidFill>
                    <a:schemeClr val="bg1">
                      <a:lumMod val="95000"/>
                    </a:schemeClr>
                  </a:solidFill>
                  <a:latin typeface="HGS明朝E" panose="02020900000000000000" pitchFamily="18" charset="-128"/>
                  <a:ea typeface="HGS明朝E" panose="02020900000000000000" pitchFamily="18" charset="-128"/>
                </a:rPr>
                <a:t>000</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grpSp>
          <p:nvGrpSpPr>
            <p:cNvPr id="22" name="グループ化 21">
              <a:extLst>
                <a:ext uri="{FF2B5EF4-FFF2-40B4-BE49-F238E27FC236}">
                  <a16:creationId xmlns:a16="http://schemas.microsoft.com/office/drawing/2014/main" id="{7B11A39F-E7E2-A394-B2EE-75A478120D9C}"/>
                </a:ext>
              </a:extLst>
            </p:cNvPr>
            <p:cNvGrpSpPr/>
            <p:nvPr/>
          </p:nvGrpSpPr>
          <p:grpSpPr>
            <a:xfrm>
              <a:off x="3032545" y="1594808"/>
              <a:ext cx="1485182" cy="1716321"/>
              <a:chOff x="1276828" y="4105786"/>
              <a:chExt cx="1144222" cy="1716321"/>
            </a:xfrm>
          </p:grpSpPr>
          <p:sp>
            <p:nvSpPr>
              <p:cNvPr id="134" name="四角形: 角を丸くする 133">
                <a:extLst>
                  <a:ext uri="{FF2B5EF4-FFF2-40B4-BE49-F238E27FC236}">
                    <a16:creationId xmlns:a16="http://schemas.microsoft.com/office/drawing/2014/main" id="{E513F363-58B6-D790-D929-10BBF539935C}"/>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35" name="テキスト ボックス 134">
                <a:extLst>
                  <a:ext uri="{FF2B5EF4-FFF2-40B4-BE49-F238E27FC236}">
                    <a16:creationId xmlns:a16="http://schemas.microsoft.com/office/drawing/2014/main" id="{6100E9DB-7EEF-1CAE-50D2-53EE8C20A623}"/>
                  </a:ext>
                </a:extLst>
              </p:cNvPr>
              <p:cNvSpPr txBox="1"/>
              <p:nvPr/>
            </p:nvSpPr>
            <p:spPr>
              <a:xfrm>
                <a:off x="1315928" y="4148054"/>
                <a:ext cx="1066022" cy="369332"/>
              </a:xfrm>
              <a:prstGeom prst="rect">
                <a:avLst/>
              </a:prstGeom>
              <a:noFill/>
            </p:spPr>
            <p:txBody>
              <a:bodyPr wrap="square">
                <a:spAutoFit/>
              </a:bodyPr>
              <a:lstStyle/>
              <a:p>
                <a:pPr algn="ctr"/>
                <a:r>
                  <a:rPr lang="en-US" altLang="ja-JP" dirty="0">
                    <a:gradFill flip="none" rotWithShape="1">
                      <a:gsLst>
                        <a:gs pos="0">
                          <a:srgbClr val="CC66FF"/>
                        </a:gs>
                        <a:gs pos="50000">
                          <a:srgbClr val="CC00FF"/>
                        </a:gs>
                        <a:gs pos="100000">
                          <a:srgbClr val="CC66FF"/>
                        </a:gs>
                      </a:gsLst>
                      <a:lin ang="2700000" scaled="1"/>
                      <a:tileRect/>
                    </a:gradFill>
                    <a:latin typeface="HGS明朝E" panose="02020900000000000000" pitchFamily="18" charset="-128"/>
                    <a:ea typeface="HGS明朝E" panose="02020900000000000000" pitchFamily="18" charset="-128"/>
                  </a:rPr>
                  <a:t>SR</a:t>
                </a:r>
                <a:endParaRPr kumimoji="1" lang="ja-JP" altLang="en-US" dirty="0">
                  <a:gradFill flip="none" rotWithShape="1">
                    <a:gsLst>
                      <a:gs pos="0">
                        <a:srgbClr val="CC66FF"/>
                      </a:gs>
                      <a:gs pos="50000">
                        <a:srgbClr val="CC00FF"/>
                      </a:gs>
                      <a:gs pos="100000">
                        <a:srgbClr val="CC66FF"/>
                      </a:gs>
                    </a:gsLst>
                    <a:lin ang="2700000" scaled="1"/>
                    <a:tileRect/>
                  </a:gradFill>
                  <a:latin typeface="HGS明朝E" panose="02020900000000000000" pitchFamily="18" charset="-128"/>
                  <a:ea typeface="HGS明朝E" panose="02020900000000000000" pitchFamily="18" charset="-128"/>
                </a:endParaRPr>
              </a:p>
            </p:txBody>
          </p:sp>
        </p:grpSp>
        <p:grpSp>
          <p:nvGrpSpPr>
            <p:cNvPr id="25" name="グループ化 24">
              <a:extLst>
                <a:ext uri="{FF2B5EF4-FFF2-40B4-BE49-F238E27FC236}">
                  <a16:creationId xmlns:a16="http://schemas.microsoft.com/office/drawing/2014/main" id="{5EE07D14-3CD4-8225-F958-D0ACD21CA175}"/>
                </a:ext>
              </a:extLst>
            </p:cNvPr>
            <p:cNvGrpSpPr/>
            <p:nvPr/>
          </p:nvGrpSpPr>
          <p:grpSpPr>
            <a:xfrm>
              <a:off x="4788263" y="1594808"/>
              <a:ext cx="1485182" cy="1716321"/>
              <a:chOff x="1276828" y="4105786"/>
              <a:chExt cx="1144222" cy="1716321"/>
            </a:xfrm>
          </p:grpSpPr>
          <p:sp>
            <p:nvSpPr>
              <p:cNvPr id="132" name="四角形: 角を丸くする 131">
                <a:extLst>
                  <a:ext uri="{FF2B5EF4-FFF2-40B4-BE49-F238E27FC236}">
                    <a16:creationId xmlns:a16="http://schemas.microsoft.com/office/drawing/2014/main" id="{5D4B5A3B-9023-BCBC-F2E5-FF81CBBC456D}"/>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33" name="テキスト ボックス 132">
                <a:extLst>
                  <a:ext uri="{FF2B5EF4-FFF2-40B4-BE49-F238E27FC236}">
                    <a16:creationId xmlns:a16="http://schemas.microsoft.com/office/drawing/2014/main" id="{E85860BB-C13D-9380-8087-BA0ABC70A94A}"/>
                  </a:ext>
                </a:extLst>
              </p:cNvPr>
              <p:cNvSpPr txBox="1"/>
              <p:nvPr/>
            </p:nvSpPr>
            <p:spPr>
              <a:xfrm>
                <a:off x="1315928" y="4148054"/>
                <a:ext cx="1066022" cy="369332"/>
              </a:xfrm>
              <a:prstGeom prst="rect">
                <a:avLst/>
              </a:prstGeom>
              <a:noFill/>
            </p:spPr>
            <p:txBody>
              <a:bodyPr wrap="square">
                <a:spAutoFit/>
              </a:bodyPr>
              <a:lstStyle/>
              <a:p>
                <a:pPr algn="ctr"/>
                <a:r>
                  <a:rPr lang="en-US" altLang="ja-JP" dirty="0">
                    <a:gradFill flip="none" rotWithShape="1">
                      <a:gsLst>
                        <a:gs pos="100000">
                          <a:srgbClr val="CC66FF"/>
                        </a:gs>
                        <a:gs pos="75000">
                          <a:srgbClr val="00B0F0"/>
                        </a:gs>
                        <a:gs pos="50000">
                          <a:srgbClr val="92D050"/>
                        </a:gs>
                        <a:gs pos="25000">
                          <a:srgbClr val="FFC000"/>
                        </a:gs>
                        <a:gs pos="1000">
                          <a:srgbClr val="FF0000"/>
                        </a:gs>
                      </a:gsLst>
                      <a:lin ang="2700000" scaled="1"/>
                      <a:tileRect/>
                    </a:gradFill>
                    <a:latin typeface="HGS明朝E" panose="02020900000000000000" pitchFamily="18" charset="-128"/>
                    <a:ea typeface="HGS明朝E" panose="02020900000000000000" pitchFamily="18" charset="-128"/>
                  </a:rPr>
                  <a:t>SSR</a:t>
                </a:r>
                <a:endParaRPr kumimoji="1" lang="ja-JP" altLang="en-US" dirty="0">
                  <a:gradFill flip="none" rotWithShape="1">
                    <a:gsLst>
                      <a:gs pos="100000">
                        <a:srgbClr val="CC66FF"/>
                      </a:gs>
                      <a:gs pos="75000">
                        <a:srgbClr val="00B0F0"/>
                      </a:gs>
                      <a:gs pos="50000">
                        <a:srgbClr val="92D050"/>
                      </a:gs>
                      <a:gs pos="25000">
                        <a:srgbClr val="FFC000"/>
                      </a:gs>
                      <a:gs pos="1000">
                        <a:srgbClr val="FF0000"/>
                      </a:gs>
                    </a:gsLst>
                    <a:lin ang="2700000" scaled="1"/>
                    <a:tileRect/>
                  </a:gradFill>
                  <a:latin typeface="HGS明朝E" panose="02020900000000000000" pitchFamily="18" charset="-128"/>
                  <a:ea typeface="HGS明朝E" panose="02020900000000000000" pitchFamily="18" charset="-128"/>
                </a:endParaRPr>
              </a:p>
            </p:txBody>
          </p:sp>
        </p:grpSp>
        <p:grpSp>
          <p:nvGrpSpPr>
            <p:cNvPr id="26" name="グループ化 25">
              <a:extLst>
                <a:ext uri="{FF2B5EF4-FFF2-40B4-BE49-F238E27FC236}">
                  <a16:creationId xmlns:a16="http://schemas.microsoft.com/office/drawing/2014/main" id="{CDF2E7B0-98E4-ED00-C42E-87546DE5775B}"/>
                </a:ext>
              </a:extLst>
            </p:cNvPr>
            <p:cNvGrpSpPr/>
            <p:nvPr/>
          </p:nvGrpSpPr>
          <p:grpSpPr>
            <a:xfrm>
              <a:off x="6543980" y="1594808"/>
              <a:ext cx="1485182" cy="1716321"/>
              <a:chOff x="1276828" y="4105786"/>
              <a:chExt cx="1144222" cy="1716321"/>
            </a:xfrm>
          </p:grpSpPr>
          <p:sp>
            <p:nvSpPr>
              <p:cNvPr id="130" name="四角形: 角を丸くする 129">
                <a:extLst>
                  <a:ext uri="{FF2B5EF4-FFF2-40B4-BE49-F238E27FC236}">
                    <a16:creationId xmlns:a16="http://schemas.microsoft.com/office/drawing/2014/main" id="{9E595828-63C5-79D1-5804-BE30BA1D5123}"/>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31" name="テキスト ボックス 130">
                <a:extLst>
                  <a:ext uri="{FF2B5EF4-FFF2-40B4-BE49-F238E27FC236}">
                    <a16:creationId xmlns:a16="http://schemas.microsoft.com/office/drawing/2014/main" id="{973BDE27-B898-2069-21B5-354A53B70B19}"/>
                  </a:ext>
                </a:extLst>
              </p:cNvPr>
              <p:cNvSpPr txBox="1"/>
              <p:nvPr/>
            </p:nvSpPr>
            <p:spPr>
              <a:xfrm>
                <a:off x="1315928" y="4148054"/>
                <a:ext cx="1066022" cy="369332"/>
              </a:xfrm>
              <a:prstGeom prst="rect">
                <a:avLst/>
              </a:prstGeom>
              <a:noFill/>
            </p:spPr>
            <p:txBody>
              <a:bodyPr wrap="square">
                <a:spAutoFit/>
              </a:bodyPr>
              <a:lstStyle/>
              <a:p>
                <a:pPr algn="ctr"/>
                <a:r>
                  <a:rPr lang="ja-JP" altLang="en-US" dirty="0">
                    <a:solidFill>
                      <a:schemeClr val="bg1">
                        <a:lumMod val="95000"/>
                      </a:schemeClr>
                    </a:solidFill>
                    <a:latin typeface="HGS明朝E" panose="02020900000000000000" pitchFamily="18" charset="-128"/>
                    <a:ea typeface="HGS明朝E" panose="02020900000000000000" pitchFamily="18" charset="-128"/>
                  </a:rPr>
                  <a:t>空</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grpSp>
        <p:pic>
          <p:nvPicPr>
            <p:cNvPr id="27" name="図 26">
              <a:extLst>
                <a:ext uri="{FF2B5EF4-FFF2-40B4-BE49-F238E27FC236}">
                  <a16:creationId xmlns:a16="http://schemas.microsoft.com/office/drawing/2014/main" id="{E7631C3B-D2D7-B999-8C86-DDC59FD57AD8}"/>
                </a:ext>
              </a:extLst>
            </p:cNvPr>
            <p:cNvPicPr/>
            <p:nvPr/>
          </p:nvPicPr>
          <p:blipFill>
            <a:blip r:embed="rId5">
              <a:extLst>
                <a:ext uri="{28A0092B-C50C-407E-A947-70E740481C1C}">
                  <a14:useLocalDpi xmlns:a14="http://schemas.microsoft.com/office/drawing/2010/main" val="0"/>
                </a:ext>
              </a:extLst>
            </a:blip>
            <a:stretch>
              <a:fillRect/>
            </a:stretch>
          </p:blipFill>
          <p:spPr>
            <a:xfrm>
              <a:off x="3370874" y="4495931"/>
              <a:ext cx="820913" cy="799755"/>
            </a:xfrm>
            <a:prstGeom prst="rect">
              <a:avLst/>
            </a:prstGeom>
          </p:spPr>
        </p:pic>
        <p:pic>
          <p:nvPicPr>
            <p:cNvPr id="30" name="図 29">
              <a:extLst>
                <a:ext uri="{FF2B5EF4-FFF2-40B4-BE49-F238E27FC236}">
                  <a16:creationId xmlns:a16="http://schemas.microsoft.com/office/drawing/2014/main" id="{F758533D-E644-857A-BE25-28826272F01B}"/>
                </a:ext>
              </a:extLst>
            </p:cNvPr>
            <p:cNvPicPr/>
            <p:nvPr/>
          </p:nvPicPr>
          <p:blipFill>
            <a:blip r:embed="rId5">
              <a:extLst>
                <a:ext uri="{28A0092B-C50C-407E-A947-70E740481C1C}">
                  <a14:useLocalDpi xmlns:a14="http://schemas.microsoft.com/office/drawing/2010/main" val="0"/>
                </a:ext>
              </a:extLst>
            </a:blip>
            <a:stretch>
              <a:fillRect/>
            </a:stretch>
          </p:blipFill>
          <p:spPr>
            <a:xfrm>
              <a:off x="5098916" y="4508694"/>
              <a:ext cx="820913" cy="799755"/>
            </a:xfrm>
            <a:prstGeom prst="rect">
              <a:avLst/>
            </a:prstGeom>
          </p:spPr>
        </p:pic>
        <p:pic>
          <p:nvPicPr>
            <p:cNvPr id="36" name="図 35">
              <a:extLst>
                <a:ext uri="{FF2B5EF4-FFF2-40B4-BE49-F238E27FC236}">
                  <a16:creationId xmlns:a16="http://schemas.microsoft.com/office/drawing/2014/main" id="{B20C17C9-F5A1-6CEC-63CB-E6D0A51E7A2F}"/>
                </a:ext>
              </a:extLst>
            </p:cNvPr>
            <p:cNvPicPr/>
            <p:nvPr/>
          </p:nvPicPr>
          <p:blipFill>
            <a:blip r:embed="rId5">
              <a:extLst>
                <a:ext uri="{28A0092B-C50C-407E-A947-70E740481C1C}">
                  <a14:useLocalDpi xmlns:a14="http://schemas.microsoft.com/office/drawing/2010/main" val="0"/>
                </a:ext>
              </a:extLst>
            </a:blip>
            <a:stretch>
              <a:fillRect/>
            </a:stretch>
          </p:blipFill>
          <p:spPr>
            <a:xfrm>
              <a:off x="6876113" y="4487082"/>
              <a:ext cx="820913" cy="799755"/>
            </a:xfrm>
            <a:prstGeom prst="rect">
              <a:avLst/>
            </a:prstGeom>
          </p:spPr>
        </p:pic>
        <p:pic>
          <p:nvPicPr>
            <p:cNvPr id="38" name="図 37">
              <a:extLst>
                <a:ext uri="{FF2B5EF4-FFF2-40B4-BE49-F238E27FC236}">
                  <a16:creationId xmlns:a16="http://schemas.microsoft.com/office/drawing/2014/main" id="{112A4AA3-F8E9-72F7-D95A-FE0D09BE3363}"/>
                </a:ext>
              </a:extLst>
            </p:cNvPr>
            <p:cNvPicPr/>
            <p:nvPr/>
          </p:nvPicPr>
          <p:blipFill>
            <a:blip r:embed="rId6">
              <a:extLst>
                <a:ext uri="{28A0092B-C50C-407E-A947-70E740481C1C}">
                  <a14:useLocalDpi xmlns:a14="http://schemas.microsoft.com/office/drawing/2010/main" val="0"/>
                </a:ext>
              </a:extLst>
            </a:blip>
            <a:srcRect l="27993" t="-2434" r="49502" b="2434"/>
            <a:stretch>
              <a:fillRect/>
            </a:stretch>
          </p:blipFill>
          <p:spPr>
            <a:xfrm>
              <a:off x="3356573" y="1977007"/>
              <a:ext cx="767346" cy="702580"/>
            </a:xfrm>
            <a:prstGeom prst="rect">
              <a:avLst/>
            </a:prstGeom>
          </p:spPr>
        </p:pic>
        <p:pic>
          <p:nvPicPr>
            <p:cNvPr id="40" name="図 39">
              <a:extLst>
                <a:ext uri="{FF2B5EF4-FFF2-40B4-BE49-F238E27FC236}">
                  <a16:creationId xmlns:a16="http://schemas.microsoft.com/office/drawing/2014/main" id="{79533F4A-360F-7D74-FEF4-6A3A3A83635C}"/>
                </a:ext>
              </a:extLst>
            </p:cNvPr>
            <p:cNvPicPr/>
            <p:nvPr/>
          </p:nvPicPr>
          <p:blipFill>
            <a:blip r:embed="rId6">
              <a:extLst>
                <a:ext uri="{28A0092B-C50C-407E-A947-70E740481C1C}">
                  <a14:useLocalDpi xmlns:a14="http://schemas.microsoft.com/office/drawing/2010/main" val="0"/>
                </a:ext>
              </a:extLst>
            </a:blip>
            <a:srcRect l="5956" r="70153"/>
            <a:stretch>
              <a:fillRect/>
            </a:stretch>
          </p:blipFill>
          <p:spPr>
            <a:xfrm>
              <a:off x="5150333" y="2005293"/>
              <a:ext cx="814582" cy="702580"/>
            </a:xfrm>
            <a:prstGeom prst="rect">
              <a:avLst/>
            </a:prstGeom>
          </p:spPr>
        </p:pic>
        <p:sp>
          <p:nvSpPr>
            <p:cNvPr id="45" name="四角形: 角を丸くする 44">
              <a:extLst>
                <a:ext uri="{FF2B5EF4-FFF2-40B4-BE49-F238E27FC236}">
                  <a16:creationId xmlns:a16="http://schemas.microsoft.com/office/drawing/2014/main" id="{3AF6F998-27DA-9CCC-5B5E-09448552D0C0}"/>
                </a:ext>
              </a:extLst>
            </p:cNvPr>
            <p:cNvSpPr/>
            <p:nvPr/>
          </p:nvSpPr>
          <p:spPr>
            <a:xfrm>
              <a:off x="1845128" y="1520369"/>
              <a:ext cx="8501744" cy="3909999"/>
            </a:xfrm>
            <a:prstGeom prst="roundRect">
              <a:avLst>
                <a:gd name="adj" fmla="val 6428"/>
              </a:avLst>
            </a:prstGeom>
            <a:solidFill>
              <a:schemeClr val="bg1">
                <a:lumMod val="85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46" name="テキスト ボックス 45">
              <a:extLst>
                <a:ext uri="{FF2B5EF4-FFF2-40B4-BE49-F238E27FC236}">
                  <a16:creationId xmlns:a16="http://schemas.microsoft.com/office/drawing/2014/main" id="{DD9B6016-31FF-31B6-4F2E-D2DBD3DBAA5E}"/>
                </a:ext>
              </a:extLst>
            </p:cNvPr>
            <p:cNvSpPr txBox="1"/>
            <p:nvPr/>
          </p:nvSpPr>
          <p:spPr>
            <a:xfrm>
              <a:off x="2754208" y="3783464"/>
              <a:ext cx="7328861" cy="400110"/>
            </a:xfrm>
            <a:prstGeom prst="rect">
              <a:avLst/>
            </a:prstGeom>
            <a:noFill/>
          </p:spPr>
          <p:txBody>
            <a:bodyPr wrap="square" rtlCol="0">
              <a:spAutoFit/>
            </a:bodyPr>
            <a:lstStyle/>
            <a:p>
              <a:pPr algn="ctr"/>
              <a:r>
                <a:rPr lang="ja-JP" altLang="en-US" sz="2000" dirty="0">
                  <a:solidFill>
                    <a:schemeClr val="tx1">
                      <a:lumMod val="95000"/>
                      <a:lumOff val="5000"/>
                    </a:schemeClr>
                  </a:solidFill>
                  <a:latin typeface="HGS明朝E" panose="02020900000000000000" pitchFamily="18" charset="-128"/>
                  <a:ea typeface="HGS明朝E" panose="02020900000000000000" pitchFamily="18" charset="-128"/>
                </a:rPr>
                <a:t>次回以降表示しない</a:t>
              </a:r>
              <a:endParaRPr lang="en-US" altLang="ja-JP" sz="2000" dirty="0">
                <a:solidFill>
                  <a:schemeClr val="accent5"/>
                </a:solidFill>
                <a:latin typeface="HGS明朝E" panose="02020900000000000000" pitchFamily="18" charset="-128"/>
                <a:ea typeface="HGS明朝E" panose="02020900000000000000" pitchFamily="18" charset="-128"/>
              </a:endParaRPr>
            </a:p>
          </p:txBody>
        </p:sp>
        <p:pic>
          <p:nvPicPr>
            <p:cNvPr id="51" name="図 50">
              <a:extLst>
                <a:ext uri="{FF2B5EF4-FFF2-40B4-BE49-F238E27FC236}">
                  <a16:creationId xmlns:a16="http://schemas.microsoft.com/office/drawing/2014/main" id="{D2AEDBC3-CBAC-40E0-8023-9B7DD14C9CAE}"/>
                </a:ext>
              </a:extLst>
            </p:cNvPr>
            <p:cNvPicPr/>
            <p:nvPr/>
          </p:nvPicPr>
          <p:blipFill>
            <a:blip r:embed="rId7">
              <a:extLst>
                <a:ext uri="{BEBA8EAE-BF5A-486C-A8C5-ECC9F3942E4B}">
                  <a14:imgProps xmlns:a14="http://schemas.microsoft.com/office/drawing/2010/main">
                    <a14:imgLayer r:embed="rId8">
                      <a14:imgEffect>
                        <a14:saturation sat="0"/>
                      </a14:imgEffect>
                    </a14:imgLayer>
                  </a14:imgProps>
                </a:ext>
                <a:ext uri="{28A0092B-C50C-407E-A947-70E740481C1C}">
                  <a14:useLocalDpi xmlns:a14="http://schemas.microsoft.com/office/drawing/2010/main" val="0"/>
                </a:ext>
              </a:extLst>
            </a:blip>
            <a:stretch>
              <a:fillRect/>
            </a:stretch>
          </p:blipFill>
          <p:spPr>
            <a:xfrm>
              <a:off x="4610934" y="3719642"/>
              <a:ext cx="520959" cy="520959"/>
            </a:xfrm>
            <a:prstGeom prst="rect">
              <a:avLst/>
            </a:prstGeom>
          </p:spPr>
        </p:pic>
        <p:sp>
          <p:nvSpPr>
            <p:cNvPr id="55" name="テキスト ボックス 54">
              <a:extLst>
                <a:ext uri="{FF2B5EF4-FFF2-40B4-BE49-F238E27FC236}">
                  <a16:creationId xmlns:a16="http://schemas.microsoft.com/office/drawing/2014/main" id="{8BEE1034-518A-EF62-E3E3-9B97E2A88EF3}"/>
                </a:ext>
              </a:extLst>
            </p:cNvPr>
            <p:cNvSpPr txBox="1"/>
            <p:nvPr/>
          </p:nvSpPr>
          <p:spPr>
            <a:xfrm>
              <a:off x="2558262" y="1813974"/>
              <a:ext cx="7328861" cy="461665"/>
            </a:xfrm>
            <a:prstGeom prst="rect">
              <a:avLst/>
            </a:prstGeom>
            <a:noFill/>
          </p:spPr>
          <p:txBody>
            <a:bodyPr wrap="square" rtlCol="0">
              <a:spAutoFit/>
            </a:bodyPr>
            <a:lstStyle/>
            <a:p>
              <a:pPr algn="ctr"/>
              <a:r>
                <a:rPr lang="ja-JP" altLang="en-US" sz="2400" dirty="0">
                  <a:solidFill>
                    <a:schemeClr val="tx1">
                      <a:lumMod val="95000"/>
                      <a:lumOff val="5000"/>
                    </a:schemeClr>
                  </a:solidFill>
                  <a:latin typeface="HGS明朝E" panose="02020900000000000000" pitchFamily="18" charset="-128"/>
                  <a:ea typeface="HGS明朝E" panose="02020900000000000000" pitchFamily="18" charset="-128"/>
                </a:rPr>
                <a:t>このレア鉱石を削除しますか？</a:t>
              </a:r>
              <a:endParaRPr lang="en-US" altLang="ja-JP" sz="2400" dirty="0">
                <a:solidFill>
                  <a:schemeClr val="accent5"/>
                </a:solidFill>
                <a:latin typeface="HGS明朝E" panose="02020900000000000000" pitchFamily="18" charset="-128"/>
                <a:ea typeface="HGS明朝E" panose="02020900000000000000" pitchFamily="18" charset="-128"/>
              </a:endParaRPr>
            </a:p>
          </p:txBody>
        </p:sp>
        <p:grpSp>
          <p:nvGrpSpPr>
            <p:cNvPr id="56" name="グループ化 55">
              <a:extLst>
                <a:ext uri="{FF2B5EF4-FFF2-40B4-BE49-F238E27FC236}">
                  <a16:creationId xmlns:a16="http://schemas.microsoft.com/office/drawing/2014/main" id="{B9334FC7-0952-4C2E-9FF6-7AAEC5496DC5}"/>
                </a:ext>
              </a:extLst>
            </p:cNvPr>
            <p:cNvGrpSpPr/>
            <p:nvPr/>
          </p:nvGrpSpPr>
          <p:grpSpPr>
            <a:xfrm>
              <a:off x="3984982" y="4520190"/>
              <a:ext cx="4222035" cy="615046"/>
              <a:chOff x="4007751" y="4520190"/>
              <a:chExt cx="4222035" cy="615046"/>
            </a:xfrm>
          </p:grpSpPr>
          <p:sp>
            <p:nvSpPr>
              <p:cNvPr id="128" name="四角形: 角を丸くする 127">
                <a:extLst>
                  <a:ext uri="{FF2B5EF4-FFF2-40B4-BE49-F238E27FC236}">
                    <a16:creationId xmlns:a16="http://schemas.microsoft.com/office/drawing/2014/main" id="{3B160415-E60E-C901-8B23-BF95005A813D}"/>
                  </a:ext>
                </a:extLst>
              </p:cNvPr>
              <p:cNvSpPr/>
              <p:nvPr/>
            </p:nvSpPr>
            <p:spPr>
              <a:xfrm>
                <a:off x="4007751" y="4520190"/>
                <a:ext cx="1595108" cy="611076"/>
              </a:xfrm>
              <a:prstGeom prst="roundRect">
                <a:avLst>
                  <a:gd name="adj" fmla="val 6428"/>
                </a:avLst>
              </a:prstGeom>
              <a:solidFill>
                <a:schemeClr val="tx1">
                  <a:lumMod val="85000"/>
                  <a:lumOff val="15000"/>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400" dirty="0">
                    <a:latin typeface="HGS明朝E" panose="02020900000000000000" pitchFamily="18" charset="-128"/>
                    <a:ea typeface="HGS明朝E" panose="02020900000000000000" pitchFamily="18" charset="-128"/>
                  </a:rPr>
                  <a:t>NO</a:t>
                </a:r>
                <a:endParaRPr kumimoji="1" lang="ja-JP" altLang="en-US" sz="2400" dirty="0">
                  <a:latin typeface="HGS明朝E" panose="02020900000000000000" pitchFamily="18" charset="-128"/>
                  <a:ea typeface="HGS明朝E" panose="02020900000000000000" pitchFamily="18" charset="-128"/>
                </a:endParaRPr>
              </a:p>
            </p:txBody>
          </p:sp>
          <p:sp>
            <p:nvSpPr>
              <p:cNvPr id="129" name="四角形: 角を丸くする 128">
                <a:extLst>
                  <a:ext uri="{FF2B5EF4-FFF2-40B4-BE49-F238E27FC236}">
                    <a16:creationId xmlns:a16="http://schemas.microsoft.com/office/drawing/2014/main" id="{6908527D-3D19-396A-BF1A-423B51A76601}"/>
                  </a:ext>
                </a:extLst>
              </p:cNvPr>
              <p:cNvSpPr/>
              <p:nvPr/>
            </p:nvSpPr>
            <p:spPr>
              <a:xfrm>
                <a:off x="6634678" y="4524160"/>
                <a:ext cx="1595108" cy="611076"/>
              </a:xfrm>
              <a:prstGeom prst="roundRect">
                <a:avLst>
                  <a:gd name="adj" fmla="val 6428"/>
                </a:avLst>
              </a:prstGeom>
              <a:solidFill>
                <a:srgbClr val="7030A0">
                  <a:alpha val="8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400" dirty="0">
                    <a:solidFill>
                      <a:schemeClr val="tx1">
                        <a:lumMod val="85000"/>
                        <a:lumOff val="15000"/>
                      </a:schemeClr>
                    </a:solidFill>
                    <a:latin typeface="HGS明朝E" panose="02020900000000000000" pitchFamily="18" charset="-128"/>
                    <a:ea typeface="HGS明朝E" panose="02020900000000000000" pitchFamily="18" charset="-128"/>
                  </a:rPr>
                  <a:t>YES</a:t>
                </a:r>
                <a:endParaRPr kumimoji="1" lang="ja-JP" altLang="en-US" sz="2400" dirty="0">
                  <a:solidFill>
                    <a:schemeClr val="tx1">
                      <a:lumMod val="85000"/>
                      <a:lumOff val="15000"/>
                    </a:schemeClr>
                  </a:solidFill>
                  <a:latin typeface="HGS明朝E" panose="02020900000000000000" pitchFamily="18" charset="-128"/>
                  <a:ea typeface="HGS明朝E" panose="02020900000000000000" pitchFamily="18" charset="-128"/>
                </a:endParaRPr>
              </a:p>
            </p:txBody>
          </p:sp>
        </p:grpSp>
        <p:sp>
          <p:nvSpPr>
            <p:cNvPr id="58" name="四角形: 角を丸くする 57">
              <a:extLst>
                <a:ext uri="{FF2B5EF4-FFF2-40B4-BE49-F238E27FC236}">
                  <a16:creationId xmlns:a16="http://schemas.microsoft.com/office/drawing/2014/main" id="{C5A4CAE6-1D3D-FCFF-D325-9A315D0B2511}"/>
                </a:ext>
              </a:extLst>
            </p:cNvPr>
            <p:cNvSpPr/>
            <p:nvPr/>
          </p:nvSpPr>
          <p:spPr>
            <a:xfrm>
              <a:off x="1857291" y="2478783"/>
              <a:ext cx="8480249" cy="965495"/>
            </a:xfrm>
            <a:prstGeom prst="roundRect">
              <a:avLst>
                <a:gd name="adj" fmla="val 6428"/>
              </a:avLst>
            </a:prstGeom>
            <a:solidFill>
              <a:schemeClr val="tx1">
                <a:lumMod val="65000"/>
                <a:lumOff val="35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63" name="テキスト ボックス 62">
              <a:extLst>
                <a:ext uri="{FF2B5EF4-FFF2-40B4-BE49-F238E27FC236}">
                  <a16:creationId xmlns:a16="http://schemas.microsoft.com/office/drawing/2014/main" id="{E14A6BF9-30FF-811D-AE91-FF20BBE16257}"/>
                </a:ext>
              </a:extLst>
            </p:cNvPr>
            <p:cNvSpPr txBox="1"/>
            <p:nvPr/>
          </p:nvSpPr>
          <p:spPr>
            <a:xfrm>
              <a:off x="5110326" y="2798291"/>
              <a:ext cx="3108727" cy="338554"/>
            </a:xfrm>
            <a:prstGeom prst="rect">
              <a:avLst/>
            </a:prstGeom>
            <a:noFill/>
          </p:spPr>
          <p:txBody>
            <a:bodyPr wrap="square" rtlCol="0">
              <a:spAutoFit/>
            </a:bodyPr>
            <a:lstStyle/>
            <a:p>
              <a:r>
                <a:rPr lang="en-US" altLang="ja-JP" sz="1600" dirty="0">
                  <a:solidFill>
                    <a:schemeClr val="accent2">
                      <a:lumMod val="20000"/>
                      <a:lumOff val="80000"/>
                    </a:schemeClr>
                  </a:solidFill>
                  <a:latin typeface="HGS明朝E" panose="02020900000000000000" pitchFamily="18" charset="-128"/>
                  <a:ea typeface="HGS明朝E" panose="02020900000000000000" pitchFamily="18" charset="-128"/>
                </a:rPr>
                <a:t>R</a:t>
              </a:r>
              <a:r>
                <a:rPr lang="ja-JP" altLang="en-US" sz="1600" dirty="0">
                  <a:solidFill>
                    <a:schemeClr val="bg1">
                      <a:lumMod val="95000"/>
                    </a:schemeClr>
                  </a:solidFill>
                  <a:latin typeface="HGS明朝E" panose="02020900000000000000" pitchFamily="18" charset="-128"/>
                  <a:ea typeface="HGS明朝E" panose="02020900000000000000" pitchFamily="18" charset="-128"/>
                </a:rPr>
                <a:t>：前衛の</a:t>
              </a:r>
              <a:r>
                <a:rPr lang="en-US" altLang="ja-JP" sz="1600" dirty="0">
                  <a:solidFill>
                    <a:schemeClr val="bg1">
                      <a:lumMod val="95000"/>
                    </a:schemeClr>
                  </a:solidFill>
                  <a:latin typeface="HGS明朝E" panose="02020900000000000000" pitchFamily="18" charset="-128"/>
                  <a:ea typeface="HGS明朝E" panose="02020900000000000000" pitchFamily="18" charset="-128"/>
                </a:rPr>
                <a:t>ATK</a:t>
              </a:r>
              <a:r>
                <a:rPr lang="ja-JP" altLang="en-US" sz="1600" dirty="0">
                  <a:solidFill>
                    <a:schemeClr val="bg1">
                      <a:lumMod val="95000"/>
                    </a:schemeClr>
                  </a:solidFill>
                  <a:latin typeface="HGS明朝E" panose="02020900000000000000" pitchFamily="18" charset="-128"/>
                  <a:ea typeface="HGS明朝E" panose="02020900000000000000" pitchFamily="18" charset="-128"/>
                </a:rPr>
                <a:t>を</a:t>
              </a:r>
              <a:r>
                <a:rPr lang="en-US" altLang="ja-JP" sz="1600" dirty="0">
                  <a:solidFill>
                    <a:schemeClr val="bg1">
                      <a:lumMod val="95000"/>
                    </a:schemeClr>
                  </a:solidFill>
                  <a:latin typeface="HGS明朝E" panose="02020900000000000000" pitchFamily="18" charset="-128"/>
                  <a:ea typeface="HGS明朝E" panose="02020900000000000000" pitchFamily="18" charset="-128"/>
                </a:rPr>
                <a:t>10</a:t>
              </a:r>
              <a:r>
                <a:rPr lang="ja-JP" altLang="en-US" sz="1600" dirty="0">
                  <a:solidFill>
                    <a:schemeClr val="bg1">
                      <a:lumMod val="95000"/>
                    </a:schemeClr>
                  </a:solidFill>
                  <a:latin typeface="HGS明朝E" panose="02020900000000000000" pitchFamily="18" charset="-128"/>
                  <a:ea typeface="HGS明朝E" panose="02020900000000000000" pitchFamily="18" charset="-128"/>
                </a:rPr>
                <a:t>％上昇</a:t>
              </a:r>
              <a:endParaRPr lang="en-US" altLang="ja-JP" sz="1600" dirty="0">
                <a:solidFill>
                  <a:schemeClr val="bg1">
                    <a:lumMod val="95000"/>
                  </a:schemeClr>
                </a:solidFill>
                <a:latin typeface="HGS明朝E" panose="02020900000000000000" pitchFamily="18" charset="-128"/>
                <a:ea typeface="HGS明朝E" panose="02020900000000000000" pitchFamily="18" charset="-128"/>
              </a:endParaRPr>
            </a:p>
          </p:txBody>
        </p:sp>
      </p:grpSp>
      <p:pic>
        <p:nvPicPr>
          <p:cNvPr id="138" name="図 137">
            <a:extLst>
              <a:ext uri="{FF2B5EF4-FFF2-40B4-BE49-F238E27FC236}">
                <a16:creationId xmlns:a16="http://schemas.microsoft.com/office/drawing/2014/main" id="{5921E51F-D981-BA60-C107-C84A042607C4}"/>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4105367" y="2512550"/>
            <a:ext cx="823925" cy="802690"/>
          </a:xfrm>
          <a:prstGeom prst="rect">
            <a:avLst/>
          </a:prstGeom>
        </p:spPr>
      </p:pic>
    </p:spTree>
    <p:extLst>
      <p:ext uri="{BB962C8B-B14F-4D97-AF65-F5344CB8AC3E}">
        <p14:creationId xmlns:p14="http://schemas.microsoft.com/office/powerpoint/2010/main" val="3163930890"/>
      </p:ext>
    </p:extLst>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701AE2-F916-CFE4-7652-5216E0294336}"/>
            </a:ext>
          </a:extLst>
        </p:cNvPr>
        <p:cNvGrpSpPr/>
        <p:nvPr/>
      </p:nvGrpSpPr>
      <p:grpSpPr>
        <a:xfrm>
          <a:off x="0" y="0"/>
          <a:ext cx="0" cy="0"/>
          <a:chOff x="0" y="0"/>
          <a:chExt cx="0" cy="0"/>
        </a:xfrm>
      </p:grpSpPr>
      <p:pic>
        <p:nvPicPr>
          <p:cNvPr id="9" name="図 8">
            <a:extLst>
              <a:ext uri="{FF2B5EF4-FFF2-40B4-BE49-F238E27FC236}">
                <a16:creationId xmlns:a16="http://schemas.microsoft.com/office/drawing/2014/main" id="{85EA8A13-1428-8BC3-7631-C7C63B411767}"/>
              </a:ext>
            </a:extLst>
          </p:cNvPr>
          <p:cNvPicPr>
            <a:picLocks noChangeAspect="1"/>
          </p:cNvPicPr>
          <p:nvPr/>
        </p:nvPicPr>
        <p:blipFill>
          <a:blip r:embed="rId2">
            <a:extLst>
              <a:ext uri="{28A0092B-C50C-407E-A947-70E740481C1C}">
                <a14:useLocalDpi xmlns:a14="http://schemas.microsoft.com/office/drawing/2010/main" val="0"/>
              </a:ext>
            </a:extLst>
          </a:blip>
          <a:srcRect b="24779"/>
          <a:stretch>
            <a:fillRect/>
          </a:stretch>
        </p:blipFill>
        <p:spPr>
          <a:xfrm>
            <a:off x="10979053" y="5715999"/>
            <a:ext cx="696162" cy="785488"/>
          </a:xfrm>
          <a:prstGeom prst="rect">
            <a:avLst/>
          </a:prstGeom>
        </p:spPr>
      </p:pic>
      <p:pic>
        <p:nvPicPr>
          <p:cNvPr id="8" name="図 7">
            <a:extLst>
              <a:ext uri="{FF2B5EF4-FFF2-40B4-BE49-F238E27FC236}">
                <a16:creationId xmlns:a16="http://schemas.microsoft.com/office/drawing/2014/main" id="{88EB3776-A292-6C99-19D1-9601BFCA0E8C}"/>
              </a:ext>
            </a:extLst>
          </p:cNvPr>
          <p:cNvPicPr>
            <a:picLocks noChangeAspect="1"/>
          </p:cNvPicPr>
          <p:nvPr/>
        </p:nvPicPr>
        <p:blipFill>
          <a:blip r:embed="rId3">
            <a:extLst>
              <a:ext uri="{BEBA8EAE-BF5A-486C-A8C5-ECC9F3942E4B}">
                <a14:imgProps xmlns:a14="http://schemas.microsoft.com/office/drawing/2010/main">
                  <a14:imgLayer r:embed="rId4">
                    <a14:imgEffect>
                      <a14:saturation sat="0"/>
                    </a14:imgEffect>
                  </a14:imgLayer>
                </a14:imgProps>
              </a:ext>
              <a:ext uri="{28A0092B-C50C-407E-A947-70E740481C1C}">
                <a14:useLocalDpi xmlns:a14="http://schemas.microsoft.com/office/drawing/2010/main" val="0"/>
              </a:ext>
            </a:extLst>
          </a:blip>
          <a:srcRect b="24779"/>
          <a:stretch>
            <a:fillRect/>
          </a:stretch>
        </p:blipFill>
        <p:spPr>
          <a:xfrm>
            <a:off x="9761073" y="5725114"/>
            <a:ext cx="696162" cy="785488"/>
          </a:xfrm>
          <a:prstGeom prst="rect">
            <a:avLst/>
          </a:prstGeom>
        </p:spPr>
      </p:pic>
      <p:pic>
        <p:nvPicPr>
          <p:cNvPr id="6" name="図 5">
            <a:extLst>
              <a:ext uri="{FF2B5EF4-FFF2-40B4-BE49-F238E27FC236}">
                <a16:creationId xmlns:a16="http://schemas.microsoft.com/office/drawing/2014/main" id="{315DB5A6-43E7-315B-8C3E-BE69964BEF5D}"/>
              </a:ext>
            </a:extLst>
          </p:cNvPr>
          <p:cNvPicPr>
            <a:picLocks noChangeAspect="1"/>
          </p:cNvPicPr>
          <p:nvPr/>
        </p:nvPicPr>
        <p:blipFill>
          <a:blip r:embed="rId2">
            <a:extLst>
              <a:ext uri="{28A0092B-C50C-407E-A947-70E740481C1C}">
                <a14:useLocalDpi xmlns:a14="http://schemas.microsoft.com/office/drawing/2010/main" val="0"/>
              </a:ext>
            </a:extLst>
          </a:blip>
          <a:srcRect b="24779"/>
          <a:stretch>
            <a:fillRect/>
          </a:stretch>
        </p:blipFill>
        <p:spPr>
          <a:xfrm>
            <a:off x="8426399" y="5725114"/>
            <a:ext cx="696162" cy="785488"/>
          </a:xfrm>
          <a:prstGeom prst="rect">
            <a:avLst/>
          </a:prstGeom>
        </p:spPr>
      </p:pic>
      <p:pic>
        <p:nvPicPr>
          <p:cNvPr id="5" name="図 4">
            <a:extLst>
              <a:ext uri="{FF2B5EF4-FFF2-40B4-BE49-F238E27FC236}">
                <a16:creationId xmlns:a16="http://schemas.microsoft.com/office/drawing/2014/main" id="{07B39274-EC8F-CDCE-1297-1A54920B473E}"/>
              </a:ext>
            </a:extLst>
          </p:cNvPr>
          <p:cNvPicPr>
            <a:picLocks noChangeAspect="1"/>
          </p:cNvPicPr>
          <p:nvPr/>
        </p:nvPicPr>
        <p:blipFill>
          <a:blip r:embed="rId2">
            <a:extLst>
              <a:ext uri="{28A0092B-C50C-407E-A947-70E740481C1C}">
                <a14:useLocalDpi xmlns:a14="http://schemas.microsoft.com/office/drawing/2010/main" val="0"/>
              </a:ext>
            </a:extLst>
          </a:blip>
          <a:srcRect b="24779"/>
          <a:stretch>
            <a:fillRect/>
          </a:stretch>
        </p:blipFill>
        <p:spPr>
          <a:xfrm>
            <a:off x="7177033" y="5754352"/>
            <a:ext cx="696162" cy="785488"/>
          </a:xfrm>
          <a:prstGeom prst="rect">
            <a:avLst/>
          </a:prstGeom>
        </p:spPr>
      </p:pic>
      <p:grpSp>
        <p:nvGrpSpPr>
          <p:cNvPr id="55" name="グループ化 54">
            <a:extLst>
              <a:ext uri="{FF2B5EF4-FFF2-40B4-BE49-F238E27FC236}">
                <a16:creationId xmlns:a16="http://schemas.microsoft.com/office/drawing/2014/main" id="{BB2E64CB-8857-F0C1-DFD4-136FBFFCEF2A}"/>
              </a:ext>
            </a:extLst>
          </p:cNvPr>
          <p:cNvGrpSpPr/>
          <p:nvPr/>
        </p:nvGrpSpPr>
        <p:grpSpPr>
          <a:xfrm>
            <a:off x="3793031" y="1166586"/>
            <a:ext cx="4512630" cy="4524828"/>
            <a:chOff x="1015312" y="1175917"/>
            <a:chExt cx="4512630" cy="4524828"/>
          </a:xfrm>
        </p:grpSpPr>
        <p:grpSp>
          <p:nvGrpSpPr>
            <p:cNvPr id="26" name="グループ化 25">
              <a:extLst>
                <a:ext uri="{FF2B5EF4-FFF2-40B4-BE49-F238E27FC236}">
                  <a16:creationId xmlns:a16="http://schemas.microsoft.com/office/drawing/2014/main" id="{2DA99E32-17F1-BA01-CAF8-A16D9B7563A8}"/>
                </a:ext>
              </a:extLst>
            </p:cNvPr>
            <p:cNvGrpSpPr/>
            <p:nvPr/>
          </p:nvGrpSpPr>
          <p:grpSpPr>
            <a:xfrm>
              <a:off x="2820364" y="1178784"/>
              <a:ext cx="1805052" cy="1805052"/>
              <a:chOff x="9249723" y="2977737"/>
              <a:chExt cx="1805052" cy="1805052"/>
            </a:xfrm>
          </p:grpSpPr>
          <p:sp>
            <p:nvSpPr>
              <p:cNvPr id="21" name="正方形/長方形 20">
                <a:extLst>
                  <a:ext uri="{FF2B5EF4-FFF2-40B4-BE49-F238E27FC236}">
                    <a16:creationId xmlns:a16="http://schemas.microsoft.com/office/drawing/2014/main" id="{19308CCA-A48D-C530-2EAA-9F15F012E7F3}"/>
                  </a:ext>
                </a:extLst>
              </p:cNvPr>
              <p:cNvSpPr/>
              <p:nvPr/>
            </p:nvSpPr>
            <p:spPr>
              <a:xfrm>
                <a:off x="9249723" y="2977737"/>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2" name="正方形/長方形 21">
                <a:extLst>
                  <a:ext uri="{FF2B5EF4-FFF2-40B4-BE49-F238E27FC236}">
                    <a16:creationId xmlns:a16="http://schemas.microsoft.com/office/drawing/2014/main" id="{9524E4E1-866D-9CA0-6D19-9EF4F86B5A75}"/>
                  </a:ext>
                </a:extLst>
              </p:cNvPr>
              <p:cNvSpPr/>
              <p:nvPr/>
            </p:nvSpPr>
            <p:spPr>
              <a:xfrm>
                <a:off x="10152249" y="2977737"/>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4" name="正方形/長方形 23">
                <a:extLst>
                  <a:ext uri="{FF2B5EF4-FFF2-40B4-BE49-F238E27FC236}">
                    <a16:creationId xmlns:a16="http://schemas.microsoft.com/office/drawing/2014/main" id="{8027F050-CFA1-3A45-24BB-1E52D783E835}"/>
                  </a:ext>
                </a:extLst>
              </p:cNvPr>
              <p:cNvSpPr/>
              <p:nvPr/>
            </p:nvSpPr>
            <p:spPr>
              <a:xfrm>
                <a:off x="9249723" y="3880263"/>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5" name="正方形/長方形 24">
                <a:extLst>
                  <a:ext uri="{FF2B5EF4-FFF2-40B4-BE49-F238E27FC236}">
                    <a16:creationId xmlns:a16="http://schemas.microsoft.com/office/drawing/2014/main" id="{AAAECEF4-275C-861F-04AC-F220DCF74EB2}"/>
                  </a:ext>
                </a:extLst>
              </p:cNvPr>
              <p:cNvSpPr/>
              <p:nvPr/>
            </p:nvSpPr>
            <p:spPr>
              <a:xfrm>
                <a:off x="10152249" y="3880263"/>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sp>
          <p:nvSpPr>
            <p:cNvPr id="7" name="正方形/長方形 6">
              <a:extLst>
                <a:ext uri="{FF2B5EF4-FFF2-40B4-BE49-F238E27FC236}">
                  <a16:creationId xmlns:a16="http://schemas.microsoft.com/office/drawing/2014/main" id="{8B6BECE1-C90C-4C97-355B-7AF830663E7D}"/>
                </a:ext>
              </a:extLst>
            </p:cNvPr>
            <p:cNvSpPr/>
            <p:nvPr/>
          </p:nvSpPr>
          <p:spPr>
            <a:xfrm>
              <a:off x="2820364" y="2983836"/>
              <a:ext cx="902526" cy="902526"/>
            </a:xfrm>
            <a:prstGeom prst="rect">
              <a:avLst/>
            </a:prstGeom>
            <a:solidFill>
              <a:schemeClr val="tx2">
                <a:lumMod val="50000"/>
                <a:lumOff val="50000"/>
                <a:alpha val="5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正方形/長方形 18">
              <a:extLst>
                <a:ext uri="{FF2B5EF4-FFF2-40B4-BE49-F238E27FC236}">
                  <a16:creationId xmlns:a16="http://schemas.microsoft.com/office/drawing/2014/main" id="{FD606F5B-CAFE-F374-215A-941BEC61528A}"/>
                </a:ext>
              </a:extLst>
            </p:cNvPr>
            <p:cNvSpPr/>
            <p:nvPr/>
          </p:nvSpPr>
          <p:spPr>
            <a:xfrm>
              <a:off x="3722890" y="2983836"/>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nvGrpSpPr>
            <p:cNvPr id="27" name="グループ化 26">
              <a:extLst>
                <a:ext uri="{FF2B5EF4-FFF2-40B4-BE49-F238E27FC236}">
                  <a16:creationId xmlns:a16="http://schemas.microsoft.com/office/drawing/2014/main" id="{B7CBB3D3-860D-6813-87B2-A30BF55D83FA}"/>
                </a:ext>
              </a:extLst>
            </p:cNvPr>
            <p:cNvGrpSpPr/>
            <p:nvPr/>
          </p:nvGrpSpPr>
          <p:grpSpPr>
            <a:xfrm>
              <a:off x="2820364" y="3886362"/>
              <a:ext cx="1805052" cy="1805052"/>
              <a:chOff x="9249723" y="2977737"/>
              <a:chExt cx="1805052" cy="1805052"/>
            </a:xfrm>
          </p:grpSpPr>
          <p:sp>
            <p:nvSpPr>
              <p:cNvPr id="28" name="正方形/長方形 27">
                <a:extLst>
                  <a:ext uri="{FF2B5EF4-FFF2-40B4-BE49-F238E27FC236}">
                    <a16:creationId xmlns:a16="http://schemas.microsoft.com/office/drawing/2014/main" id="{92F98494-0F4A-6799-31E9-07ECFCC969D4}"/>
                  </a:ext>
                </a:extLst>
              </p:cNvPr>
              <p:cNvSpPr/>
              <p:nvPr/>
            </p:nvSpPr>
            <p:spPr>
              <a:xfrm>
                <a:off x="9249723" y="2977737"/>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9" name="正方形/長方形 28">
                <a:extLst>
                  <a:ext uri="{FF2B5EF4-FFF2-40B4-BE49-F238E27FC236}">
                    <a16:creationId xmlns:a16="http://schemas.microsoft.com/office/drawing/2014/main" id="{58099091-872F-1BEE-322D-50217919077F}"/>
                  </a:ext>
                </a:extLst>
              </p:cNvPr>
              <p:cNvSpPr/>
              <p:nvPr/>
            </p:nvSpPr>
            <p:spPr>
              <a:xfrm>
                <a:off x="10152249" y="2977737"/>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30" name="正方形/長方形 29">
                <a:extLst>
                  <a:ext uri="{FF2B5EF4-FFF2-40B4-BE49-F238E27FC236}">
                    <a16:creationId xmlns:a16="http://schemas.microsoft.com/office/drawing/2014/main" id="{AA22EC24-B104-53B0-5E87-667D14B378EB}"/>
                  </a:ext>
                </a:extLst>
              </p:cNvPr>
              <p:cNvSpPr/>
              <p:nvPr/>
            </p:nvSpPr>
            <p:spPr>
              <a:xfrm>
                <a:off x="9249723" y="3880263"/>
                <a:ext cx="902526" cy="902526"/>
              </a:xfrm>
              <a:prstGeom prst="rect">
                <a:avLst/>
              </a:prstGeom>
              <a:solidFill>
                <a:srgbClr val="FFFF00">
                  <a:alpha val="40000"/>
                </a:srgb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31" name="正方形/長方形 30">
                <a:extLst>
                  <a:ext uri="{FF2B5EF4-FFF2-40B4-BE49-F238E27FC236}">
                    <a16:creationId xmlns:a16="http://schemas.microsoft.com/office/drawing/2014/main" id="{2235D236-F31B-F9FB-A655-9A14D0ECA1BC}"/>
                  </a:ext>
                </a:extLst>
              </p:cNvPr>
              <p:cNvSpPr/>
              <p:nvPr/>
            </p:nvSpPr>
            <p:spPr>
              <a:xfrm>
                <a:off x="10152249" y="3880263"/>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grpSp>
          <p:nvGrpSpPr>
            <p:cNvPr id="40" name="グループ化 39">
              <a:extLst>
                <a:ext uri="{FF2B5EF4-FFF2-40B4-BE49-F238E27FC236}">
                  <a16:creationId xmlns:a16="http://schemas.microsoft.com/office/drawing/2014/main" id="{70C934A6-9C91-EE77-BE42-17C07ACF6C96}"/>
                </a:ext>
              </a:extLst>
            </p:cNvPr>
            <p:cNvGrpSpPr/>
            <p:nvPr/>
          </p:nvGrpSpPr>
          <p:grpSpPr>
            <a:xfrm>
              <a:off x="4625416" y="2081310"/>
              <a:ext cx="902526" cy="2707578"/>
              <a:chOff x="4560102" y="2377930"/>
              <a:chExt cx="902526" cy="2707578"/>
            </a:xfrm>
          </p:grpSpPr>
          <p:sp>
            <p:nvSpPr>
              <p:cNvPr id="37" name="正方形/長方形 36">
                <a:extLst>
                  <a:ext uri="{FF2B5EF4-FFF2-40B4-BE49-F238E27FC236}">
                    <a16:creationId xmlns:a16="http://schemas.microsoft.com/office/drawing/2014/main" id="{26D29B16-CB3D-B291-23A6-8F6CB0CC3589}"/>
                  </a:ext>
                </a:extLst>
              </p:cNvPr>
              <p:cNvSpPr/>
              <p:nvPr/>
            </p:nvSpPr>
            <p:spPr>
              <a:xfrm>
                <a:off x="4560102" y="2377930"/>
                <a:ext cx="902526" cy="902526"/>
              </a:xfrm>
              <a:prstGeom prst="rect">
                <a:avLst/>
              </a:prstGeom>
              <a:solidFill>
                <a:schemeClr val="accent1">
                  <a:lumMod val="60000"/>
                  <a:lumOff val="40000"/>
                  <a:alpha val="4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38" name="正方形/長方形 37">
                <a:extLst>
                  <a:ext uri="{FF2B5EF4-FFF2-40B4-BE49-F238E27FC236}">
                    <a16:creationId xmlns:a16="http://schemas.microsoft.com/office/drawing/2014/main" id="{194FFE4C-3A07-E8E7-3B51-6A1DD8F49447}"/>
                  </a:ext>
                </a:extLst>
              </p:cNvPr>
              <p:cNvSpPr/>
              <p:nvPr/>
            </p:nvSpPr>
            <p:spPr>
              <a:xfrm>
                <a:off x="4560102" y="3280456"/>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39" name="正方形/長方形 38">
                <a:extLst>
                  <a:ext uri="{FF2B5EF4-FFF2-40B4-BE49-F238E27FC236}">
                    <a16:creationId xmlns:a16="http://schemas.microsoft.com/office/drawing/2014/main" id="{F67A7E82-CBE3-5818-B945-7A44851BBE0F}"/>
                  </a:ext>
                </a:extLst>
              </p:cNvPr>
              <p:cNvSpPr/>
              <p:nvPr/>
            </p:nvSpPr>
            <p:spPr>
              <a:xfrm>
                <a:off x="4560102" y="4182982"/>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grpSp>
          <p:nvGrpSpPr>
            <p:cNvPr id="47" name="グループ化 46">
              <a:extLst>
                <a:ext uri="{FF2B5EF4-FFF2-40B4-BE49-F238E27FC236}">
                  <a16:creationId xmlns:a16="http://schemas.microsoft.com/office/drawing/2014/main" id="{A167E1F6-4423-1531-D63C-CF6CE959247C}"/>
                </a:ext>
              </a:extLst>
            </p:cNvPr>
            <p:cNvGrpSpPr/>
            <p:nvPr/>
          </p:nvGrpSpPr>
          <p:grpSpPr>
            <a:xfrm>
              <a:off x="1917838" y="1175917"/>
              <a:ext cx="902526" cy="4524828"/>
              <a:chOff x="6522640" y="1405951"/>
              <a:chExt cx="902526" cy="4524828"/>
            </a:xfrm>
          </p:grpSpPr>
          <p:sp>
            <p:nvSpPr>
              <p:cNvPr id="42" name="正方形/長方形 41">
                <a:extLst>
                  <a:ext uri="{FF2B5EF4-FFF2-40B4-BE49-F238E27FC236}">
                    <a16:creationId xmlns:a16="http://schemas.microsoft.com/office/drawing/2014/main" id="{DF583DEC-11EF-7D3E-8B77-618B3A5266F8}"/>
                  </a:ext>
                </a:extLst>
              </p:cNvPr>
              <p:cNvSpPr/>
              <p:nvPr/>
            </p:nvSpPr>
            <p:spPr>
              <a:xfrm>
                <a:off x="6522640" y="2308477"/>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43" name="正方形/長方形 42">
                <a:extLst>
                  <a:ext uri="{FF2B5EF4-FFF2-40B4-BE49-F238E27FC236}">
                    <a16:creationId xmlns:a16="http://schemas.microsoft.com/office/drawing/2014/main" id="{DCBC4106-4875-AC35-6F8F-B742C87A476A}"/>
                  </a:ext>
                </a:extLst>
              </p:cNvPr>
              <p:cNvSpPr/>
              <p:nvPr/>
            </p:nvSpPr>
            <p:spPr>
              <a:xfrm>
                <a:off x="6522640" y="3211003"/>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44" name="正方形/長方形 43">
                <a:extLst>
                  <a:ext uri="{FF2B5EF4-FFF2-40B4-BE49-F238E27FC236}">
                    <a16:creationId xmlns:a16="http://schemas.microsoft.com/office/drawing/2014/main" id="{4FB91633-E65F-1183-2155-5EC326AF970C}"/>
                  </a:ext>
                </a:extLst>
              </p:cNvPr>
              <p:cNvSpPr/>
              <p:nvPr/>
            </p:nvSpPr>
            <p:spPr>
              <a:xfrm>
                <a:off x="6522640" y="4113529"/>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45" name="正方形/長方形 44">
                <a:extLst>
                  <a:ext uri="{FF2B5EF4-FFF2-40B4-BE49-F238E27FC236}">
                    <a16:creationId xmlns:a16="http://schemas.microsoft.com/office/drawing/2014/main" id="{A31BEBCC-96A2-0CF8-2F2B-90672FEB5186}"/>
                  </a:ext>
                </a:extLst>
              </p:cNvPr>
              <p:cNvSpPr/>
              <p:nvPr/>
            </p:nvSpPr>
            <p:spPr>
              <a:xfrm>
                <a:off x="6522640" y="5028253"/>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46" name="正方形/長方形 45">
                <a:extLst>
                  <a:ext uri="{FF2B5EF4-FFF2-40B4-BE49-F238E27FC236}">
                    <a16:creationId xmlns:a16="http://schemas.microsoft.com/office/drawing/2014/main" id="{F2CF5804-806A-9856-4984-DA915FCE3380}"/>
                  </a:ext>
                </a:extLst>
              </p:cNvPr>
              <p:cNvSpPr/>
              <p:nvPr/>
            </p:nvSpPr>
            <p:spPr>
              <a:xfrm>
                <a:off x="6522640" y="1405951"/>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grpSp>
          <p:nvGrpSpPr>
            <p:cNvPr id="48" name="グループ化 47">
              <a:extLst>
                <a:ext uri="{FF2B5EF4-FFF2-40B4-BE49-F238E27FC236}">
                  <a16:creationId xmlns:a16="http://schemas.microsoft.com/office/drawing/2014/main" id="{1ABB7CBE-820E-C787-5653-C6870505F593}"/>
                </a:ext>
              </a:extLst>
            </p:cNvPr>
            <p:cNvGrpSpPr/>
            <p:nvPr/>
          </p:nvGrpSpPr>
          <p:grpSpPr>
            <a:xfrm>
              <a:off x="1015312" y="2081310"/>
              <a:ext cx="902526" cy="2707578"/>
              <a:chOff x="4560102" y="2377930"/>
              <a:chExt cx="902526" cy="2707578"/>
            </a:xfrm>
          </p:grpSpPr>
          <p:sp>
            <p:nvSpPr>
              <p:cNvPr id="49" name="正方形/長方形 48">
                <a:extLst>
                  <a:ext uri="{FF2B5EF4-FFF2-40B4-BE49-F238E27FC236}">
                    <a16:creationId xmlns:a16="http://schemas.microsoft.com/office/drawing/2014/main" id="{56A3456B-4C75-8B78-9E4A-DFBD78D315FD}"/>
                  </a:ext>
                </a:extLst>
              </p:cNvPr>
              <p:cNvSpPr/>
              <p:nvPr/>
            </p:nvSpPr>
            <p:spPr>
              <a:xfrm>
                <a:off x="4560102" y="2377930"/>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0" name="正方形/長方形 49">
                <a:extLst>
                  <a:ext uri="{FF2B5EF4-FFF2-40B4-BE49-F238E27FC236}">
                    <a16:creationId xmlns:a16="http://schemas.microsoft.com/office/drawing/2014/main" id="{A5C34AEC-5A8F-1DEF-6B68-978BC086EAE4}"/>
                  </a:ext>
                </a:extLst>
              </p:cNvPr>
              <p:cNvSpPr/>
              <p:nvPr/>
            </p:nvSpPr>
            <p:spPr>
              <a:xfrm>
                <a:off x="4560102" y="3280456"/>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1" name="正方形/長方形 50">
                <a:extLst>
                  <a:ext uri="{FF2B5EF4-FFF2-40B4-BE49-F238E27FC236}">
                    <a16:creationId xmlns:a16="http://schemas.microsoft.com/office/drawing/2014/main" id="{E3671712-DDA1-64B3-E026-67CBBA88B3A9}"/>
                  </a:ext>
                </a:extLst>
              </p:cNvPr>
              <p:cNvSpPr/>
              <p:nvPr/>
            </p:nvSpPr>
            <p:spPr>
              <a:xfrm>
                <a:off x="4560102" y="4182982"/>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grpSp>
      <p:pic>
        <p:nvPicPr>
          <p:cNvPr id="4" name="図 3">
            <a:extLst>
              <a:ext uri="{FF2B5EF4-FFF2-40B4-BE49-F238E27FC236}">
                <a16:creationId xmlns:a16="http://schemas.microsoft.com/office/drawing/2014/main" id="{CD33BC0E-B671-AD0F-51B6-F427BF8B867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708277" y="2744453"/>
            <a:ext cx="696162" cy="1044242"/>
          </a:xfrm>
          <a:prstGeom prst="rect">
            <a:avLst/>
          </a:prstGeom>
        </p:spPr>
      </p:pic>
      <p:pic>
        <p:nvPicPr>
          <p:cNvPr id="3" name="図 2">
            <a:extLst>
              <a:ext uri="{FF2B5EF4-FFF2-40B4-BE49-F238E27FC236}">
                <a16:creationId xmlns:a16="http://schemas.microsoft.com/office/drawing/2014/main" id="{3A988E09-51A2-89BF-0C7F-FAD7CE0FA36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11492" y="3573442"/>
            <a:ext cx="696162" cy="1044242"/>
          </a:xfrm>
          <a:prstGeom prst="rect">
            <a:avLst/>
          </a:prstGeom>
        </p:spPr>
      </p:pic>
      <p:pic>
        <p:nvPicPr>
          <p:cNvPr id="57" name="図 56" descr="暗い背景に浮かぶ月&#10;&#10;AI 生成コンテンツは誤りを含む可能性があります。">
            <a:extLst>
              <a:ext uri="{FF2B5EF4-FFF2-40B4-BE49-F238E27FC236}">
                <a16:creationId xmlns:a16="http://schemas.microsoft.com/office/drawing/2014/main" id="{DB430730-01B5-9FFE-1E93-E55575B8CCDF}"/>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313093" y="1908741"/>
            <a:ext cx="1085875" cy="1085875"/>
          </a:xfrm>
          <a:prstGeom prst="rect">
            <a:avLst/>
          </a:prstGeom>
        </p:spPr>
      </p:pic>
      <p:pic>
        <p:nvPicPr>
          <p:cNvPr id="61" name="図 60" descr="暗い部屋に光っている電子&#10;&#10;AI 生成コンテンツは誤りを含む可能性があります。">
            <a:extLst>
              <a:ext uri="{FF2B5EF4-FFF2-40B4-BE49-F238E27FC236}">
                <a16:creationId xmlns:a16="http://schemas.microsoft.com/office/drawing/2014/main" id="{DF4BF429-3B3D-3E06-5588-ACFBB8EB2891}"/>
              </a:ext>
            </a:extLst>
          </p:cNvPr>
          <p:cNvPicPr>
            <a:picLocks noChangeAspect="1"/>
          </p:cNvPicPr>
          <p:nvPr/>
        </p:nvPicPr>
        <p:blipFill>
          <a:blip r:embed="rId6">
            <a:extLst>
              <a:ext uri="{28A0092B-C50C-407E-A947-70E740481C1C}">
                <a14:useLocalDpi xmlns:a14="http://schemas.microsoft.com/office/drawing/2010/main" val="0"/>
              </a:ext>
            </a:extLst>
          </a:blip>
          <a:srcRect t="34150" b="39591"/>
          <a:stretch>
            <a:fillRect/>
          </a:stretch>
        </p:blipFill>
        <p:spPr>
          <a:xfrm>
            <a:off x="4959783" y="4776690"/>
            <a:ext cx="2216465" cy="873016"/>
          </a:xfrm>
          <a:prstGeom prst="rect">
            <a:avLst/>
          </a:prstGeom>
        </p:spPr>
      </p:pic>
      <p:pic>
        <p:nvPicPr>
          <p:cNvPr id="103" name="図 102" descr="メーター, 時計 が含まれている画像&#10;&#10;AI 生成コンテンツは誤りを含む可能性があります。">
            <a:extLst>
              <a:ext uri="{FF2B5EF4-FFF2-40B4-BE49-F238E27FC236}">
                <a16:creationId xmlns:a16="http://schemas.microsoft.com/office/drawing/2014/main" id="{2FEAAD39-3EE1-B63C-6E74-6383DDD09F9C}"/>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7795209" y="276166"/>
            <a:ext cx="4142857" cy="1352381"/>
          </a:xfrm>
          <a:prstGeom prst="rect">
            <a:avLst/>
          </a:prstGeom>
        </p:spPr>
      </p:pic>
      <p:pic>
        <p:nvPicPr>
          <p:cNvPr id="106" name="図 105">
            <a:extLst>
              <a:ext uri="{FF2B5EF4-FFF2-40B4-BE49-F238E27FC236}">
                <a16:creationId xmlns:a16="http://schemas.microsoft.com/office/drawing/2014/main" id="{5987C471-09E9-14AA-3085-F5372F436860}"/>
              </a:ext>
            </a:extLst>
          </p:cNvPr>
          <p:cNvPicPr>
            <a:picLocks noChangeAspect="1"/>
          </p:cNvPicPr>
          <p:nvPr/>
        </p:nvPicPr>
        <p:blipFill>
          <a:blip r:embed="rId8"/>
          <a:srcRect l="53812" t="59320" r="6632" b="21088"/>
          <a:stretch>
            <a:fillRect/>
          </a:stretch>
        </p:blipFill>
        <p:spPr>
          <a:xfrm>
            <a:off x="10074809" y="4156278"/>
            <a:ext cx="1808488" cy="1343609"/>
          </a:xfrm>
          <a:prstGeom prst="rect">
            <a:avLst/>
          </a:prstGeom>
        </p:spPr>
      </p:pic>
      <p:sp>
        <p:nvSpPr>
          <p:cNvPr id="107" name="テキスト ボックス 106">
            <a:extLst>
              <a:ext uri="{FF2B5EF4-FFF2-40B4-BE49-F238E27FC236}">
                <a16:creationId xmlns:a16="http://schemas.microsoft.com/office/drawing/2014/main" id="{425FA065-CB71-C3F7-F77E-5D260B09FC0F}"/>
              </a:ext>
            </a:extLst>
          </p:cNvPr>
          <p:cNvSpPr txBox="1"/>
          <p:nvPr/>
        </p:nvSpPr>
        <p:spPr>
          <a:xfrm>
            <a:off x="10188815" y="5108766"/>
            <a:ext cx="1629613" cy="584775"/>
          </a:xfrm>
          <a:prstGeom prst="rect">
            <a:avLst/>
          </a:prstGeom>
          <a:noFill/>
        </p:spPr>
        <p:txBody>
          <a:bodyPr wrap="none" rtlCol="0">
            <a:spAutoFit/>
            <a:scene3d>
              <a:camera prst="perspectiveHeroicExtremeLeftFacing"/>
              <a:lightRig rig="threePt" dir="t"/>
            </a:scene3d>
          </a:bodyPr>
          <a:lstStyle/>
          <a:p>
            <a:r>
              <a:rPr kumimoji="1" lang="en-US" altLang="ja-JP" sz="3200" spc="130" dirty="0">
                <a:solidFill>
                  <a:schemeClr val="bg1">
                    <a:lumMod val="95000"/>
                  </a:schemeClr>
                </a:solidFill>
                <a:latin typeface="Stencil" panose="040409050D0802020404" pitchFamily="82" charset="0"/>
                <a:ea typeface="Segoe UI Black" panose="020B0A02040204020203" pitchFamily="34" charset="0"/>
              </a:rPr>
              <a:t>LIBIDO</a:t>
            </a:r>
            <a:endParaRPr kumimoji="1" lang="ja-JP" altLang="en-US" sz="3200" spc="130" dirty="0">
              <a:solidFill>
                <a:schemeClr val="bg1">
                  <a:lumMod val="95000"/>
                </a:schemeClr>
              </a:solidFill>
              <a:latin typeface="Stencil" panose="040409050D0802020404" pitchFamily="82" charset="0"/>
            </a:endParaRPr>
          </a:p>
        </p:txBody>
      </p:sp>
      <p:pic>
        <p:nvPicPr>
          <p:cNvPr id="111" name="図 110" descr="黒い背景と白い文字&#10;&#10;AI 生成コンテンツは誤りを含む可能性があります。">
            <a:extLst>
              <a:ext uri="{FF2B5EF4-FFF2-40B4-BE49-F238E27FC236}">
                <a16:creationId xmlns:a16="http://schemas.microsoft.com/office/drawing/2014/main" id="{0FEB5700-8B6D-D3CC-1488-2D9C0C9C7F29}"/>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166119" y="137408"/>
            <a:ext cx="5125902" cy="1629895"/>
          </a:xfrm>
          <a:prstGeom prst="rect">
            <a:avLst/>
          </a:prstGeom>
        </p:spPr>
      </p:pic>
      <p:pic>
        <p:nvPicPr>
          <p:cNvPr id="113" name="図 112" descr="挿絵, 部屋, 食品 が含まれている画像&#10;&#10;AI 生成コンテンツは誤りを含む可能性があります。">
            <a:extLst>
              <a:ext uri="{FF2B5EF4-FFF2-40B4-BE49-F238E27FC236}">
                <a16:creationId xmlns:a16="http://schemas.microsoft.com/office/drawing/2014/main" id="{7EF23133-7BC3-0DA8-BF34-ED73A55A8D0A}"/>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867747" y="360142"/>
            <a:ext cx="1614196" cy="332613"/>
          </a:xfrm>
          <a:prstGeom prst="rect">
            <a:avLst/>
          </a:prstGeom>
        </p:spPr>
      </p:pic>
      <p:pic>
        <p:nvPicPr>
          <p:cNvPr id="115" name="図 114" descr="アイコン&#10;&#10;AI 生成コンテンツは誤りを含む可能性があります。">
            <a:extLst>
              <a:ext uri="{FF2B5EF4-FFF2-40B4-BE49-F238E27FC236}">
                <a16:creationId xmlns:a16="http://schemas.microsoft.com/office/drawing/2014/main" id="{D61A032A-E325-DC7B-2E57-EFEF3499873C}"/>
              </a:ext>
            </a:extLst>
          </p:cNvPr>
          <p:cNvPicPr>
            <a:picLocks noChangeAspect="1"/>
          </p:cNvPicPr>
          <p:nvPr/>
        </p:nvPicPr>
        <p:blipFill>
          <a:blip r:embed="rId11">
            <a:lum bright="70000" contrast="-70000"/>
            <a:extLst>
              <a:ext uri="{28A0092B-C50C-407E-A947-70E740481C1C}">
                <a14:useLocalDpi xmlns:a14="http://schemas.microsoft.com/office/drawing/2010/main" val="0"/>
              </a:ext>
            </a:extLst>
          </a:blip>
          <a:stretch>
            <a:fillRect/>
          </a:stretch>
        </p:blipFill>
        <p:spPr>
          <a:xfrm>
            <a:off x="455644" y="259748"/>
            <a:ext cx="533400" cy="533400"/>
          </a:xfrm>
          <a:prstGeom prst="rect">
            <a:avLst/>
          </a:prstGeom>
        </p:spPr>
      </p:pic>
      <p:pic>
        <p:nvPicPr>
          <p:cNvPr id="121" name="図 120" descr="コンピュータ が含まれている画像&#10;&#10;AI 生成コンテンツは誤りを含む可能性があります。">
            <a:extLst>
              <a:ext uri="{FF2B5EF4-FFF2-40B4-BE49-F238E27FC236}">
                <a16:creationId xmlns:a16="http://schemas.microsoft.com/office/drawing/2014/main" id="{DB8C9967-1E94-DEBF-4486-4CA483F79ECA}"/>
              </a:ext>
            </a:extLst>
          </p:cNvPr>
          <p:cNvPicPr>
            <a:picLocks noChangeAspect="1"/>
          </p:cNvPicPr>
          <p:nvPr/>
        </p:nvPicPr>
        <p:blipFill>
          <a:blip r:embed="rId12">
            <a:extLst>
              <a:ext uri="{28A0092B-C50C-407E-A947-70E740481C1C}">
                <a14:useLocalDpi xmlns:a14="http://schemas.microsoft.com/office/drawing/2010/main" val="0"/>
              </a:ext>
            </a:extLst>
          </a:blip>
          <a:stretch>
            <a:fillRect/>
          </a:stretch>
        </p:blipFill>
        <p:spPr>
          <a:xfrm>
            <a:off x="6089749" y="5127816"/>
            <a:ext cx="344987" cy="517480"/>
          </a:xfrm>
          <a:prstGeom prst="rect">
            <a:avLst/>
          </a:prstGeom>
          <a:effectLst>
            <a:glow rad="63500">
              <a:schemeClr val="accent2">
                <a:satMod val="175000"/>
                <a:alpha val="55000"/>
              </a:schemeClr>
            </a:glow>
          </a:effectLst>
        </p:spPr>
      </p:pic>
      <p:pic>
        <p:nvPicPr>
          <p:cNvPr id="122" name="図 121" descr="暗い部屋に光っている電子&#10;&#10;AI 生成コンテンツは誤りを含む可能性があります。">
            <a:extLst>
              <a:ext uri="{FF2B5EF4-FFF2-40B4-BE49-F238E27FC236}">
                <a16:creationId xmlns:a16="http://schemas.microsoft.com/office/drawing/2014/main" id="{057BA427-3C6C-89F0-AE55-31AAC8A2A5C0}"/>
              </a:ext>
            </a:extLst>
          </p:cNvPr>
          <p:cNvPicPr>
            <a:picLocks noChangeAspect="1"/>
          </p:cNvPicPr>
          <p:nvPr/>
        </p:nvPicPr>
        <p:blipFill>
          <a:blip r:embed="rId6">
            <a:extLst>
              <a:ext uri="{28A0092B-C50C-407E-A947-70E740481C1C}">
                <a14:useLocalDpi xmlns:a14="http://schemas.microsoft.com/office/drawing/2010/main" val="0"/>
              </a:ext>
            </a:extLst>
          </a:blip>
          <a:srcRect t="968" b="65390"/>
          <a:stretch>
            <a:fillRect/>
          </a:stretch>
        </p:blipFill>
        <p:spPr>
          <a:xfrm>
            <a:off x="-46853" y="915488"/>
            <a:ext cx="2216465" cy="1118504"/>
          </a:xfrm>
          <a:prstGeom prst="rect">
            <a:avLst/>
          </a:prstGeom>
        </p:spPr>
      </p:pic>
      <p:pic>
        <p:nvPicPr>
          <p:cNvPr id="123" name="図 122" descr="暗い部屋に光っている電子&#10;&#10;AI 生成コンテンツは誤りを含む可能性があります。">
            <a:extLst>
              <a:ext uri="{FF2B5EF4-FFF2-40B4-BE49-F238E27FC236}">
                <a16:creationId xmlns:a16="http://schemas.microsoft.com/office/drawing/2014/main" id="{B1D4F19D-FE68-3E5D-EE19-BFD209945AF0}"/>
              </a:ext>
            </a:extLst>
          </p:cNvPr>
          <p:cNvPicPr>
            <a:picLocks noChangeAspect="1"/>
          </p:cNvPicPr>
          <p:nvPr/>
        </p:nvPicPr>
        <p:blipFill>
          <a:blip r:embed="rId6">
            <a:extLst>
              <a:ext uri="{28A0092B-C50C-407E-A947-70E740481C1C}">
                <a14:useLocalDpi xmlns:a14="http://schemas.microsoft.com/office/drawing/2010/main" val="0"/>
              </a:ext>
            </a:extLst>
          </a:blip>
          <a:srcRect l="1383" t="58238" r="-1383" b="20015"/>
          <a:stretch>
            <a:fillRect/>
          </a:stretch>
        </p:blipFill>
        <p:spPr>
          <a:xfrm>
            <a:off x="2027829" y="4011151"/>
            <a:ext cx="2216465" cy="723039"/>
          </a:xfrm>
          <a:prstGeom prst="rect">
            <a:avLst/>
          </a:prstGeom>
        </p:spPr>
      </p:pic>
      <p:pic>
        <p:nvPicPr>
          <p:cNvPr id="124" name="図 123" descr="暗い部屋に光っている電子&#10;&#10;AI 生成コンテンツは誤りを含む可能性があります。">
            <a:extLst>
              <a:ext uri="{FF2B5EF4-FFF2-40B4-BE49-F238E27FC236}">
                <a16:creationId xmlns:a16="http://schemas.microsoft.com/office/drawing/2014/main" id="{E60DBD92-7E50-7C9B-EABA-B692E26C05D1}"/>
              </a:ext>
            </a:extLst>
          </p:cNvPr>
          <p:cNvPicPr>
            <a:picLocks noChangeAspect="1"/>
          </p:cNvPicPr>
          <p:nvPr/>
        </p:nvPicPr>
        <p:blipFill>
          <a:blip r:embed="rId6">
            <a:extLst>
              <a:ext uri="{28A0092B-C50C-407E-A947-70E740481C1C}">
                <a14:useLocalDpi xmlns:a14="http://schemas.microsoft.com/office/drawing/2010/main" val="0"/>
              </a:ext>
            </a:extLst>
          </a:blip>
          <a:srcRect t="34150" b="39591"/>
          <a:stretch>
            <a:fillRect/>
          </a:stretch>
        </p:blipFill>
        <p:spPr>
          <a:xfrm>
            <a:off x="9553331" y="2056895"/>
            <a:ext cx="2216465" cy="873016"/>
          </a:xfrm>
          <a:prstGeom prst="rect">
            <a:avLst/>
          </a:prstGeom>
        </p:spPr>
      </p:pic>
      <p:pic>
        <p:nvPicPr>
          <p:cNvPr id="125" name="図 124" descr="暗い部屋に光っている電子&#10;&#10;AI 生成コンテンツは誤りを含む可能性があります。">
            <a:extLst>
              <a:ext uri="{FF2B5EF4-FFF2-40B4-BE49-F238E27FC236}">
                <a16:creationId xmlns:a16="http://schemas.microsoft.com/office/drawing/2014/main" id="{E3997F12-FB97-383D-1C22-AE31DB05A2DB}"/>
              </a:ext>
            </a:extLst>
          </p:cNvPr>
          <p:cNvPicPr>
            <a:picLocks noChangeAspect="1"/>
          </p:cNvPicPr>
          <p:nvPr/>
        </p:nvPicPr>
        <p:blipFill>
          <a:blip r:embed="rId6">
            <a:extLst>
              <a:ext uri="{28A0092B-C50C-407E-A947-70E740481C1C}">
                <a14:useLocalDpi xmlns:a14="http://schemas.microsoft.com/office/drawing/2010/main" val="0"/>
              </a:ext>
            </a:extLst>
          </a:blip>
          <a:srcRect l="1383" t="58238" r="-1383" b="20015"/>
          <a:stretch>
            <a:fillRect/>
          </a:stretch>
        </p:blipFill>
        <p:spPr>
          <a:xfrm>
            <a:off x="-46854" y="5002075"/>
            <a:ext cx="2216465" cy="723039"/>
          </a:xfrm>
          <a:prstGeom prst="rect">
            <a:avLst/>
          </a:prstGeom>
        </p:spPr>
      </p:pic>
      <p:pic>
        <p:nvPicPr>
          <p:cNvPr id="126" name="図 125" descr="暗い背景に浮かぶ月&#10;&#10;AI 生成コンテンツは誤りを含む可能性があります。">
            <a:extLst>
              <a:ext uri="{FF2B5EF4-FFF2-40B4-BE49-F238E27FC236}">
                <a16:creationId xmlns:a16="http://schemas.microsoft.com/office/drawing/2014/main" id="{AFA23A41-A6C5-C8AA-9C84-BE74AC6835E9}"/>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flipH="1">
            <a:off x="1547967" y="1971070"/>
            <a:ext cx="1085875" cy="1085875"/>
          </a:xfrm>
          <a:prstGeom prst="rect">
            <a:avLst/>
          </a:prstGeom>
        </p:spPr>
      </p:pic>
      <p:pic>
        <p:nvPicPr>
          <p:cNvPr id="128" name="図 127" descr="暗い背景に浮かぶ月&#10;&#10;AI 生成コンテンツは誤りを含む可能性があります。">
            <a:extLst>
              <a:ext uri="{FF2B5EF4-FFF2-40B4-BE49-F238E27FC236}">
                <a16:creationId xmlns:a16="http://schemas.microsoft.com/office/drawing/2014/main" id="{7A6A0B93-8837-A3BA-EF03-259351EE217F}"/>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131816" y="3816304"/>
            <a:ext cx="1085875" cy="1085875"/>
          </a:xfrm>
          <a:prstGeom prst="rect">
            <a:avLst/>
          </a:prstGeom>
        </p:spPr>
      </p:pic>
      <p:pic>
        <p:nvPicPr>
          <p:cNvPr id="131" name="図 130" descr="コンピュータ が含まれている画像&#10;&#10;AI 生成コンテンツは誤りを含む可能性があります。">
            <a:extLst>
              <a:ext uri="{FF2B5EF4-FFF2-40B4-BE49-F238E27FC236}">
                <a16:creationId xmlns:a16="http://schemas.microsoft.com/office/drawing/2014/main" id="{9F483A88-5CC4-C52F-1C9E-3F52EB3A1F0B}"/>
              </a:ext>
            </a:extLst>
          </p:cNvPr>
          <p:cNvPicPr>
            <a:picLocks noChangeAspect="1"/>
          </p:cNvPicPr>
          <p:nvPr/>
        </p:nvPicPr>
        <p:blipFill>
          <a:blip r:embed="rId12">
            <a:extLst>
              <a:ext uri="{28A0092B-C50C-407E-A947-70E740481C1C}">
                <a14:useLocalDpi xmlns:a14="http://schemas.microsoft.com/office/drawing/2010/main" val="0"/>
              </a:ext>
            </a:extLst>
          </a:blip>
          <a:stretch>
            <a:fillRect/>
          </a:stretch>
        </p:blipFill>
        <p:spPr>
          <a:xfrm>
            <a:off x="1140622" y="1518389"/>
            <a:ext cx="344987" cy="517480"/>
          </a:xfrm>
          <a:prstGeom prst="rect">
            <a:avLst/>
          </a:prstGeom>
          <a:effectLst>
            <a:glow rad="63500">
              <a:schemeClr val="accent2">
                <a:satMod val="175000"/>
                <a:alpha val="55000"/>
              </a:schemeClr>
            </a:glow>
          </a:effectLst>
        </p:spPr>
      </p:pic>
      <p:pic>
        <p:nvPicPr>
          <p:cNvPr id="133" name="図 132" descr="アイコン が含まれている画像&#10;&#10;AI 生成コンテンツは誤りを含む可能性があります。">
            <a:extLst>
              <a:ext uri="{FF2B5EF4-FFF2-40B4-BE49-F238E27FC236}">
                <a16:creationId xmlns:a16="http://schemas.microsoft.com/office/drawing/2014/main" id="{C246EBE1-11E8-1D25-D5DE-855BDB3029C3}"/>
              </a:ext>
            </a:extLst>
          </p:cNvPr>
          <p:cNvPicPr>
            <a:picLocks noChangeAspect="1"/>
          </p:cNvPicPr>
          <p:nvPr/>
        </p:nvPicPr>
        <p:blipFill>
          <a:blip r:embed="rId13">
            <a:extLst>
              <a:ext uri="{28A0092B-C50C-407E-A947-70E740481C1C}">
                <a14:useLocalDpi xmlns:a14="http://schemas.microsoft.com/office/drawing/2010/main" val="0"/>
              </a:ext>
            </a:extLst>
          </a:blip>
          <a:srcRect l="7182" t="29218" r="50000" b="33333"/>
          <a:stretch>
            <a:fillRect/>
          </a:stretch>
        </p:blipFill>
        <p:spPr>
          <a:xfrm>
            <a:off x="2027829" y="2355948"/>
            <a:ext cx="538406" cy="706322"/>
          </a:xfrm>
          <a:prstGeom prst="rect">
            <a:avLst/>
          </a:prstGeom>
        </p:spPr>
      </p:pic>
      <p:pic>
        <p:nvPicPr>
          <p:cNvPr id="134" name="図 133" descr="アイコン が含まれている画像&#10;&#10;AI 生成コンテンツは誤りを含む可能性があります。">
            <a:extLst>
              <a:ext uri="{FF2B5EF4-FFF2-40B4-BE49-F238E27FC236}">
                <a16:creationId xmlns:a16="http://schemas.microsoft.com/office/drawing/2014/main" id="{72DC2B13-2B56-4813-5610-BD624ABF869F}"/>
              </a:ext>
            </a:extLst>
          </p:cNvPr>
          <p:cNvPicPr>
            <a:picLocks noChangeAspect="1"/>
          </p:cNvPicPr>
          <p:nvPr/>
        </p:nvPicPr>
        <p:blipFill>
          <a:blip r:embed="rId13">
            <a:extLst>
              <a:ext uri="{28A0092B-C50C-407E-A947-70E740481C1C}">
                <a14:useLocalDpi xmlns:a14="http://schemas.microsoft.com/office/drawing/2010/main" val="0"/>
              </a:ext>
            </a:extLst>
          </a:blip>
          <a:srcRect l="50343" t="28359" r="6839" b="34192"/>
          <a:stretch>
            <a:fillRect/>
          </a:stretch>
        </p:blipFill>
        <p:spPr>
          <a:xfrm>
            <a:off x="1033795" y="4064783"/>
            <a:ext cx="538406" cy="706322"/>
          </a:xfrm>
          <a:prstGeom prst="rect">
            <a:avLst/>
          </a:prstGeom>
        </p:spPr>
      </p:pic>
      <p:pic>
        <p:nvPicPr>
          <p:cNvPr id="135" name="図 134" descr="アイコン が含まれている画像&#10;&#10;AI 生成コンテンツは誤りを含む可能性があります。">
            <a:extLst>
              <a:ext uri="{FF2B5EF4-FFF2-40B4-BE49-F238E27FC236}">
                <a16:creationId xmlns:a16="http://schemas.microsoft.com/office/drawing/2014/main" id="{A3FC1EE8-9A1C-D0E4-6349-282A71B32302}"/>
              </a:ext>
            </a:extLst>
          </p:cNvPr>
          <p:cNvPicPr>
            <a:picLocks noChangeAspect="1"/>
          </p:cNvPicPr>
          <p:nvPr/>
        </p:nvPicPr>
        <p:blipFill>
          <a:blip r:embed="rId13">
            <a:extLst>
              <a:ext uri="{28A0092B-C50C-407E-A947-70E740481C1C}">
                <a14:useLocalDpi xmlns:a14="http://schemas.microsoft.com/office/drawing/2010/main" val="0"/>
              </a:ext>
            </a:extLst>
          </a:blip>
          <a:srcRect l="50343" t="28359" r="6839" b="34192"/>
          <a:stretch>
            <a:fillRect/>
          </a:stretch>
        </p:blipFill>
        <p:spPr>
          <a:xfrm>
            <a:off x="5955198" y="3200219"/>
            <a:ext cx="538406" cy="706322"/>
          </a:xfrm>
          <a:prstGeom prst="rect">
            <a:avLst/>
          </a:prstGeom>
        </p:spPr>
      </p:pic>
      <p:sp>
        <p:nvSpPr>
          <p:cNvPr id="136" name="テキスト ボックス 135">
            <a:extLst>
              <a:ext uri="{FF2B5EF4-FFF2-40B4-BE49-F238E27FC236}">
                <a16:creationId xmlns:a16="http://schemas.microsoft.com/office/drawing/2014/main" id="{AA6427AB-2463-4F71-5C5D-00A10B8D8658}"/>
              </a:ext>
            </a:extLst>
          </p:cNvPr>
          <p:cNvSpPr txBox="1"/>
          <p:nvPr/>
        </p:nvSpPr>
        <p:spPr>
          <a:xfrm>
            <a:off x="2112000" y="2472908"/>
            <a:ext cx="377667" cy="461665"/>
          </a:xfrm>
          <a:prstGeom prst="rect">
            <a:avLst/>
          </a:prstGeom>
          <a:noFill/>
        </p:spPr>
        <p:txBody>
          <a:bodyPr wrap="none" rtlCol="0">
            <a:spAutoFit/>
          </a:bodyPr>
          <a:lstStyle/>
          <a:p>
            <a:r>
              <a:rPr kumimoji="1" lang="en-US" altLang="ja-JP" sz="2400" spc="130" dirty="0">
                <a:solidFill>
                  <a:srgbClr val="FFFF00"/>
                </a:solidFill>
                <a:latin typeface="Stencil" panose="040409050D0802020404" pitchFamily="82" charset="0"/>
                <a:ea typeface="Segoe UI Black" panose="020B0A02040204020203" pitchFamily="34" charset="0"/>
              </a:rPr>
              <a:t>3</a:t>
            </a:r>
            <a:endParaRPr kumimoji="1" lang="ja-JP" altLang="en-US" sz="2400" spc="130" dirty="0">
              <a:solidFill>
                <a:srgbClr val="FFFF00"/>
              </a:solidFill>
              <a:latin typeface="Stencil" panose="040409050D0802020404" pitchFamily="82" charset="0"/>
            </a:endParaRPr>
          </a:p>
        </p:txBody>
      </p:sp>
      <p:sp>
        <p:nvSpPr>
          <p:cNvPr id="137" name="テキスト ボックス 136">
            <a:extLst>
              <a:ext uri="{FF2B5EF4-FFF2-40B4-BE49-F238E27FC236}">
                <a16:creationId xmlns:a16="http://schemas.microsoft.com/office/drawing/2014/main" id="{C1C11561-0648-849D-15BA-CABB436E850B}"/>
              </a:ext>
            </a:extLst>
          </p:cNvPr>
          <p:cNvSpPr txBox="1"/>
          <p:nvPr/>
        </p:nvSpPr>
        <p:spPr>
          <a:xfrm>
            <a:off x="1124281" y="4194093"/>
            <a:ext cx="377667" cy="461665"/>
          </a:xfrm>
          <a:prstGeom prst="rect">
            <a:avLst/>
          </a:prstGeom>
          <a:noFill/>
        </p:spPr>
        <p:txBody>
          <a:bodyPr wrap="none" rtlCol="0">
            <a:spAutoFit/>
          </a:bodyPr>
          <a:lstStyle/>
          <a:p>
            <a:r>
              <a:rPr lang="en-US" altLang="ja-JP" sz="2400" spc="130" dirty="0">
                <a:solidFill>
                  <a:srgbClr val="FFFF00"/>
                </a:solidFill>
                <a:latin typeface="Stencil" panose="040409050D0802020404" pitchFamily="82" charset="0"/>
                <a:ea typeface="Segoe UI Black" panose="020B0A02040204020203" pitchFamily="34" charset="0"/>
              </a:rPr>
              <a:t>5</a:t>
            </a:r>
            <a:endParaRPr kumimoji="1" lang="ja-JP" altLang="en-US" sz="2400" spc="130" dirty="0">
              <a:solidFill>
                <a:srgbClr val="FFFF00"/>
              </a:solidFill>
              <a:latin typeface="Stencil" panose="040409050D0802020404" pitchFamily="82" charset="0"/>
            </a:endParaRPr>
          </a:p>
        </p:txBody>
      </p:sp>
      <p:grpSp>
        <p:nvGrpSpPr>
          <p:cNvPr id="146" name="グループ化 145">
            <a:extLst>
              <a:ext uri="{FF2B5EF4-FFF2-40B4-BE49-F238E27FC236}">
                <a16:creationId xmlns:a16="http://schemas.microsoft.com/office/drawing/2014/main" id="{269225FC-D236-B5C4-59BA-3E6F0BD30BD6}"/>
              </a:ext>
            </a:extLst>
          </p:cNvPr>
          <p:cNvGrpSpPr/>
          <p:nvPr/>
        </p:nvGrpSpPr>
        <p:grpSpPr>
          <a:xfrm>
            <a:off x="7547481" y="2301116"/>
            <a:ext cx="765185" cy="706322"/>
            <a:chOff x="7547481" y="2301116"/>
            <a:chExt cx="765185" cy="706322"/>
          </a:xfrm>
        </p:grpSpPr>
        <p:grpSp>
          <p:nvGrpSpPr>
            <p:cNvPr id="140" name="グループ化 139">
              <a:extLst>
                <a:ext uri="{FF2B5EF4-FFF2-40B4-BE49-F238E27FC236}">
                  <a16:creationId xmlns:a16="http://schemas.microsoft.com/office/drawing/2014/main" id="{AAE33104-55F5-C2EC-98DA-C059EC23CB1F}"/>
                </a:ext>
              </a:extLst>
            </p:cNvPr>
            <p:cNvGrpSpPr/>
            <p:nvPr/>
          </p:nvGrpSpPr>
          <p:grpSpPr>
            <a:xfrm>
              <a:off x="7774260" y="2301116"/>
              <a:ext cx="538406" cy="706322"/>
              <a:chOff x="7774260" y="2320166"/>
              <a:chExt cx="538406" cy="706322"/>
            </a:xfrm>
          </p:grpSpPr>
          <p:pic>
            <p:nvPicPr>
              <p:cNvPr id="65" name="図 64" descr="アイコン が含まれている画像&#10;&#10;AI 生成コンテンツは誤りを含む可能性があります。">
                <a:extLst>
                  <a:ext uri="{FF2B5EF4-FFF2-40B4-BE49-F238E27FC236}">
                    <a16:creationId xmlns:a16="http://schemas.microsoft.com/office/drawing/2014/main" id="{684BF089-667D-0E0F-C8CA-96155AF29948}"/>
                  </a:ext>
                </a:extLst>
              </p:cNvPr>
              <p:cNvPicPr>
                <a:picLocks noChangeAspect="1"/>
              </p:cNvPicPr>
              <p:nvPr/>
            </p:nvPicPr>
            <p:blipFill>
              <a:blip r:embed="rId13">
                <a:extLst>
                  <a:ext uri="{28A0092B-C50C-407E-A947-70E740481C1C}">
                    <a14:useLocalDpi xmlns:a14="http://schemas.microsoft.com/office/drawing/2010/main" val="0"/>
                  </a:ext>
                </a:extLst>
              </a:blip>
              <a:srcRect l="7182" t="29218" r="50000" b="33333"/>
              <a:stretch>
                <a:fillRect/>
              </a:stretch>
            </p:blipFill>
            <p:spPr>
              <a:xfrm>
                <a:off x="7774260" y="2320166"/>
                <a:ext cx="538406" cy="706322"/>
              </a:xfrm>
              <a:prstGeom prst="rect">
                <a:avLst/>
              </a:prstGeom>
            </p:spPr>
          </p:pic>
          <p:sp>
            <p:nvSpPr>
              <p:cNvPr id="138" name="テキスト ボックス 137">
                <a:extLst>
                  <a:ext uri="{FF2B5EF4-FFF2-40B4-BE49-F238E27FC236}">
                    <a16:creationId xmlns:a16="http://schemas.microsoft.com/office/drawing/2014/main" id="{15E5A9B5-05CA-81F5-D445-C263A5DB7141}"/>
                  </a:ext>
                </a:extLst>
              </p:cNvPr>
              <p:cNvSpPr txBox="1"/>
              <p:nvPr/>
            </p:nvSpPr>
            <p:spPr>
              <a:xfrm>
                <a:off x="7855020" y="2438564"/>
                <a:ext cx="377667" cy="461665"/>
              </a:xfrm>
              <a:prstGeom prst="rect">
                <a:avLst/>
              </a:prstGeom>
              <a:noFill/>
            </p:spPr>
            <p:txBody>
              <a:bodyPr wrap="none" rtlCol="0">
                <a:spAutoFit/>
              </a:bodyPr>
              <a:lstStyle/>
              <a:p>
                <a:r>
                  <a:rPr kumimoji="1" lang="en-US" altLang="ja-JP" sz="2400" spc="130" dirty="0">
                    <a:solidFill>
                      <a:srgbClr val="FFFF00"/>
                    </a:solidFill>
                    <a:latin typeface="Stencil" panose="040409050D0802020404" pitchFamily="82" charset="0"/>
                    <a:ea typeface="Segoe UI Black" panose="020B0A02040204020203" pitchFamily="34" charset="0"/>
                  </a:rPr>
                  <a:t>3</a:t>
                </a:r>
                <a:endParaRPr kumimoji="1" lang="ja-JP" altLang="en-US" sz="2400" spc="130" dirty="0">
                  <a:solidFill>
                    <a:srgbClr val="FFFF00"/>
                  </a:solidFill>
                  <a:latin typeface="Stencil" panose="040409050D0802020404" pitchFamily="82" charset="0"/>
                </a:endParaRPr>
              </a:p>
            </p:txBody>
          </p:sp>
        </p:grpSp>
        <p:sp>
          <p:nvSpPr>
            <p:cNvPr id="141" name="フローチャート: 手作業 140">
              <a:extLst>
                <a:ext uri="{FF2B5EF4-FFF2-40B4-BE49-F238E27FC236}">
                  <a16:creationId xmlns:a16="http://schemas.microsoft.com/office/drawing/2014/main" id="{C8AE0592-66B3-25C9-A3C1-E987A8A471F2}"/>
                </a:ext>
              </a:extLst>
            </p:cNvPr>
            <p:cNvSpPr/>
            <p:nvPr/>
          </p:nvSpPr>
          <p:spPr>
            <a:xfrm rot="5629261">
              <a:off x="7801339" y="2549663"/>
              <a:ext cx="89447" cy="597164"/>
            </a:xfrm>
            <a:prstGeom prst="flowChartManualOperation">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42" name="テキスト ボックス 141">
            <a:extLst>
              <a:ext uri="{FF2B5EF4-FFF2-40B4-BE49-F238E27FC236}">
                <a16:creationId xmlns:a16="http://schemas.microsoft.com/office/drawing/2014/main" id="{88BD3EE4-A183-F69E-FD31-BB6B088B3996}"/>
              </a:ext>
            </a:extLst>
          </p:cNvPr>
          <p:cNvSpPr txBox="1"/>
          <p:nvPr/>
        </p:nvSpPr>
        <p:spPr>
          <a:xfrm>
            <a:off x="6048120" y="3331196"/>
            <a:ext cx="377667" cy="461665"/>
          </a:xfrm>
          <a:prstGeom prst="rect">
            <a:avLst/>
          </a:prstGeom>
          <a:noFill/>
        </p:spPr>
        <p:txBody>
          <a:bodyPr wrap="none" rtlCol="0">
            <a:spAutoFit/>
          </a:bodyPr>
          <a:lstStyle/>
          <a:p>
            <a:r>
              <a:rPr lang="en-US" altLang="ja-JP" sz="2400" spc="130" dirty="0">
                <a:solidFill>
                  <a:srgbClr val="FFFF00"/>
                </a:solidFill>
                <a:latin typeface="Stencil" panose="040409050D0802020404" pitchFamily="82" charset="0"/>
                <a:ea typeface="Segoe UI Black" panose="020B0A02040204020203" pitchFamily="34" charset="0"/>
              </a:rPr>
              <a:t>5</a:t>
            </a:r>
            <a:endParaRPr kumimoji="1" lang="ja-JP" altLang="en-US" sz="2400" spc="130" dirty="0">
              <a:solidFill>
                <a:srgbClr val="FFFF00"/>
              </a:solidFill>
              <a:latin typeface="Stencil" panose="040409050D0802020404" pitchFamily="82" charset="0"/>
            </a:endParaRPr>
          </a:p>
        </p:txBody>
      </p:sp>
      <p:sp>
        <p:nvSpPr>
          <p:cNvPr id="143" name="テキスト ボックス 142">
            <a:extLst>
              <a:ext uri="{FF2B5EF4-FFF2-40B4-BE49-F238E27FC236}">
                <a16:creationId xmlns:a16="http://schemas.microsoft.com/office/drawing/2014/main" id="{4C30B35C-7F5A-8158-75D8-A91AA0D3B76C}"/>
              </a:ext>
            </a:extLst>
          </p:cNvPr>
          <p:cNvSpPr txBox="1"/>
          <p:nvPr/>
        </p:nvSpPr>
        <p:spPr>
          <a:xfrm>
            <a:off x="6088707" y="5155723"/>
            <a:ext cx="377667" cy="461665"/>
          </a:xfrm>
          <a:prstGeom prst="rect">
            <a:avLst/>
          </a:prstGeom>
          <a:noFill/>
        </p:spPr>
        <p:txBody>
          <a:bodyPr wrap="none" rtlCol="0">
            <a:spAutoFit/>
          </a:bodyPr>
          <a:lstStyle/>
          <a:p>
            <a:r>
              <a:rPr kumimoji="1" lang="en-US" altLang="ja-JP" sz="2400" spc="130" dirty="0">
                <a:solidFill>
                  <a:srgbClr val="FFFF00"/>
                </a:solidFill>
                <a:latin typeface="Stencil" panose="040409050D0802020404" pitchFamily="82" charset="0"/>
                <a:ea typeface="Segoe UI Black" panose="020B0A02040204020203" pitchFamily="34" charset="0"/>
              </a:rPr>
              <a:t>2</a:t>
            </a:r>
            <a:endParaRPr kumimoji="1" lang="ja-JP" altLang="en-US" sz="2400" spc="130" dirty="0">
              <a:solidFill>
                <a:srgbClr val="FFFF00"/>
              </a:solidFill>
              <a:latin typeface="Stencil" panose="040409050D0802020404" pitchFamily="82" charset="0"/>
            </a:endParaRPr>
          </a:p>
        </p:txBody>
      </p:sp>
      <p:sp>
        <p:nvSpPr>
          <p:cNvPr id="144" name="テキスト ボックス 143">
            <a:extLst>
              <a:ext uri="{FF2B5EF4-FFF2-40B4-BE49-F238E27FC236}">
                <a16:creationId xmlns:a16="http://schemas.microsoft.com/office/drawing/2014/main" id="{D33DB241-EAFB-21E0-391D-A35CB6B7F777}"/>
              </a:ext>
            </a:extLst>
          </p:cNvPr>
          <p:cNvSpPr txBox="1"/>
          <p:nvPr/>
        </p:nvSpPr>
        <p:spPr>
          <a:xfrm>
            <a:off x="1140622" y="1536470"/>
            <a:ext cx="377667" cy="461665"/>
          </a:xfrm>
          <a:prstGeom prst="rect">
            <a:avLst/>
          </a:prstGeom>
          <a:noFill/>
        </p:spPr>
        <p:txBody>
          <a:bodyPr wrap="none" rtlCol="0">
            <a:spAutoFit/>
          </a:bodyPr>
          <a:lstStyle/>
          <a:p>
            <a:r>
              <a:rPr lang="en-US" altLang="ja-JP" sz="2400" spc="130" dirty="0">
                <a:solidFill>
                  <a:srgbClr val="FFFF00"/>
                </a:solidFill>
                <a:latin typeface="Stencil" panose="040409050D0802020404" pitchFamily="82" charset="0"/>
                <a:ea typeface="Segoe UI Black" panose="020B0A02040204020203" pitchFamily="34" charset="0"/>
              </a:rPr>
              <a:t>5</a:t>
            </a:r>
            <a:endParaRPr kumimoji="1" lang="ja-JP" altLang="en-US" sz="2400" spc="130" dirty="0">
              <a:solidFill>
                <a:srgbClr val="FFFF00"/>
              </a:solidFill>
              <a:latin typeface="Stencil" panose="040409050D0802020404" pitchFamily="82" charset="0"/>
            </a:endParaRPr>
          </a:p>
        </p:txBody>
      </p:sp>
      <p:sp>
        <p:nvSpPr>
          <p:cNvPr id="145" name="フローチャート: 手作業 144">
            <a:extLst>
              <a:ext uri="{FF2B5EF4-FFF2-40B4-BE49-F238E27FC236}">
                <a16:creationId xmlns:a16="http://schemas.microsoft.com/office/drawing/2014/main" id="{CA6E6B59-321C-E230-AE6A-8D5DB7898F20}"/>
              </a:ext>
            </a:extLst>
          </p:cNvPr>
          <p:cNvSpPr/>
          <p:nvPr/>
        </p:nvSpPr>
        <p:spPr>
          <a:xfrm rot="5629261">
            <a:off x="2058152" y="2596856"/>
            <a:ext cx="89447" cy="597164"/>
          </a:xfrm>
          <a:prstGeom prst="flowChartManualOperation">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47" name="グループ化 146">
            <a:extLst>
              <a:ext uri="{FF2B5EF4-FFF2-40B4-BE49-F238E27FC236}">
                <a16:creationId xmlns:a16="http://schemas.microsoft.com/office/drawing/2014/main" id="{EBDBEF07-A4B3-AADB-B7C3-7242A694CB06}"/>
              </a:ext>
            </a:extLst>
          </p:cNvPr>
          <p:cNvGrpSpPr/>
          <p:nvPr/>
        </p:nvGrpSpPr>
        <p:grpSpPr>
          <a:xfrm>
            <a:off x="9358227" y="4215152"/>
            <a:ext cx="765185" cy="706322"/>
            <a:chOff x="7547481" y="2301116"/>
            <a:chExt cx="765185" cy="706322"/>
          </a:xfrm>
        </p:grpSpPr>
        <p:grpSp>
          <p:nvGrpSpPr>
            <p:cNvPr id="148" name="グループ化 147">
              <a:extLst>
                <a:ext uri="{FF2B5EF4-FFF2-40B4-BE49-F238E27FC236}">
                  <a16:creationId xmlns:a16="http://schemas.microsoft.com/office/drawing/2014/main" id="{F1AB1350-EF19-57AC-672B-085E0EA25255}"/>
                </a:ext>
              </a:extLst>
            </p:cNvPr>
            <p:cNvGrpSpPr/>
            <p:nvPr/>
          </p:nvGrpSpPr>
          <p:grpSpPr>
            <a:xfrm>
              <a:off x="7774260" y="2301116"/>
              <a:ext cx="538406" cy="706322"/>
              <a:chOff x="7774260" y="2320166"/>
              <a:chExt cx="538406" cy="706322"/>
            </a:xfrm>
          </p:grpSpPr>
          <p:pic>
            <p:nvPicPr>
              <p:cNvPr id="150" name="図 149" descr="アイコン が含まれている画像&#10;&#10;AI 生成コンテンツは誤りを含む可能性があります。">
                <a:extLst>
                  <a:ext uri="{FF2B5EF4-FFF2-40B4-BE49-F238E27FC236}">
                    <a16:creationId xmlns:a16="http://schemas.microsoft.com/office/drawing/2014/main" id="{7C4F593D-BEDB-194D-F924-271EE1322756}"/>
                  </a:ext>
                </a:extLst>
              </p:cNvPr>
              <p:cNvPicPr>
                <a:picLocks noChangeAspect="1"/>
              </p:cNvPicPr>
              <p:nvPr/>
            </p:nvPicPr>
            <p:blipFill>
              <a:blip r:embed="rId13">
                <a:extLst>
                  <a:ext uri="{28A0092B-C50C-407E-A947-70E740481C1C}">
                    <a14:useLocalDpi xmlns:a14="http://schemas.microsoft.com/office/drawing/2010/main" val="0"/>
                  </a:ext>
                </a:extLst>
              </a:blip>
              <a:srcRect l="7182" t="29218" r="50000" b="33333"/>
              <a:stretch>
                <a:fillRect/>
              </a:stretch>
            </p:blipFill>
            <p:spPr>
              <a:xfrm>
                <a:off x="7774260" y="2320166"/>
                <a:ext cx="538406" cy="706322"/>
              </a:xfrm>
              <a:prstGeom prst="rect">
                <a:avLst/>
              </a:prstGeom>
            </p:spPr>
          </p:pic>
          <p:sp>
            <p:nvSpPr>
              <p:cNvPr id="151" name="テキスト ボックス 150">
                <a:extLst>
                  <a:ext uri="{FF2B5EF4-FFF2-40B4-BE49-F238E27FC236}">
                    <a16:creationId xmlns:a16="http://schemas.microsoft.com/office/drawing/2014/main" id="{8A077ED9-CF5F-2DA0-E011-F4A17780A647}"/>
                  </a:ext>
                </a:extLst>
              </p:cNvPr>
              <p:cNvSpPr txBox="1"/>
              <p:nvPr/>
            </p:nvSpPr>
            <p:spPr>
              <a:xfrm>
                <a:off x="7855020" y="2438564"/>
                <a:ext cx="377667" cy="461665"/>
              </a:xfrm>
              <a:prstGeom prst="rect">
                <a:avLst/>
              </a:prstGeom>
              <a:noFill/>
            </p:spPr>
            <p:txBody>
              <a:bodyPr wrap="none" rtlCol="0">
                <a:spAutoFit/>
              </a:bodyPr>
              <a:lstStyle/>
              <a:p>
                <a:r>
                  <a:rPr kumimoji="1" lang="en-US" altLang="ja-JP" sz="2400" spc="130" dirty="0">
                    <a:solidFill>
                      <a:srgbClr val="FFFF00"/>
                    </a:solidFill>
                    <a:latin typeface="Stencil" panose="040409050D0802020404" pitchFamily="82" charset="0"/>
                    <a:ea typeface="Segoe UI Black" panose="020B0A02040204020203" pitchFamily="34" charset="0"/>
                  </a:rPr>
                  <a:t>3</a:t>
                </a:r>
                <a:endParaRPr kumimoji="1" lang="ja-JP" altLang="en-US" sz="2400" spc="130" dirty="0">
                  <a:solidFill>
                    <a:srgbClr val="FFFF00"/>
                  </a:solidFill>
                  <a:latin typeface="Stencil" panose="040409050D0802020404" pitchFamily="82" charset="0"/>
                </a:endParaRPr>
              </a:p>
            </p:txBody>
          </p:sp>
        </p:grpSp>
        <p:sp>
          <p:nvSpPr>
            <p:cNvPr id="149" name="フローチャート: 手作業 148">
              <a:extLst>
                <a:ext uri="{FF2B5EF4-FFF2-40B4-BE49-F238E27FC236}">
                  <a16:creationId xmlns:a16="http://schemas.microsoft.com/office/drawing/2014/main" id="{C3E652D2-1077-145E-6AA3-EB6FE29E6850}"/>
                </a:ext>
              </a:extLst>
            </p:cNvPr>
            <p:cNvSpPr/>
            <p:nvPr/>
          </p:nvSpPr>
          <p:spPr>
            <a:xfrm rot="5629261">
              <a:off x="7801339" y="2549663"/>
              <a:ext cx="89447" cy="597164"/>
            </a:xfrm>
            <a:prstGeom prst="flowChartManualOperation">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54" name="四角形: 角を丸くする 153">
            <a:extLst>
              <a:ext uri="{FF2B5EF4-FFF2-40B4-BE49-F238E27FC236}">
                <a16:creationId xmlns:a16="http://schemas.microsoft.com/office/drawing/2014/main" id="{8FC0827E-A926-79B1-0723-2D546B9CC93C}"/>
              </a:ext>
            </a:extLst>
          </p:cNvPr>
          <p:cNvSpPr/>
          <p:nvPr/>
        </p:nvSpPr>
        <p:spPr>
          <a:xfrm>
            <a:off x="195558" y="5796510"/>
            <a:ext cx="914400" cy="914400"/>
          </a:xfrm>
          <a:prstGeom prst="roundRect">
            <a:avLst/>
          </a:prstGeom>
          <a:solidFill>
            <a:schemeClr val="bg1">
              <a:lumMod val="95000"/>
              <a:alpha val="40000"/>
            </a:schemeClr>
          </a:solidFill>
          <a:ln w="254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53" name="図 152">
            <a:extLst>
              <a:ext uri="{FF2B5EF4-FFF2-40B4-BE49-F238E27FC236}">
                <a16:creationId xmlns:a16="http://schemas.microsoft.com/office/drawing/2014/main" id="{98288060-C9DC-14DB-0B78-5B4603873D20}"/>
              </a:ext>
            </a:extLst>
          </p:cNvPr>
          <p:cNvPicPr>
            <a:picLocks noChangeAspect="1"/>
          </p:cNvPicPr>
          <p:nvPr/>
        </p:nvPicPr>
        <p:blipFill>
          <a:blip r:embed="rId14">
            <a:extLst>
              <a:ext uri="{28A0092B-C50C-407E-A947-70E740481C1C}">
                <a14:useLocalDpi xmlns:a14="http://schemas.microsoft.com/office/drawing/2010/main" val="0"/>
              </a:ext>
            </a:extLst>
          </a:blip>
          <a:srcRect l="11519" r="77560"/>
          <a:stretch>
            <a:fillRect/>
          </a:stretch>
        </p:blipFill>
        <p:spPr>
          <a:xfrm>
            <a:off x="321338" y="6105525"/>
            <a:ext cx="668110" cy="703915"/>
          </a:xfrm>
          <a:prstGeom prst="rect">
            <a:avLst/>
          </a:prstGeom>
        </p:spPr>
      </p:pic>
      <p:sp>
        <p:nvSpPr>
          <p:cNvPr id="158" name="四角形: 角を丸くする 157">
            <a:extLst>
              <a:ext uri="{FF2B5EF4-FFF2-40B4-BE49-F238E27FC236}">
                <a16:creationId xmlns:a16="http://schemas.microsoft.com/office/drawing/2014/main" id="{A58A7161-76E0-4AC3-26CB-13A8B76688B8}"/>
              </a:ext>
            </a:extLst>
          </p:cNvPr>
          <p:cNvSpPr/>
          <p:nvPr/>
        </p:nvSpPr>
        <p:spPr>
          <a:xfrm>
            <a:off x="1178964" y="5796510"/>
            <a:ext cx="914400" cy="914400"/>
          </a:xfrm>
          <a:prstGeom prst="roundRect">
            <a:avLst/>
          </a:prstGeom>
          <a:solidFill>
            <a:schemeClr val="bg1">
              <a:lumMod val="95000"/>
              <a:alpha val="40000"/>
            </a:schemeClr>
          </a:solidFill>
          <a:ln w="254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59" name="図 158">
            <a:extLst>
              <a:ext uri="{FF2B5EF4-FFF2-40B4-BE49-F238E27FC236}">
                <a16:creationId xmlns:a16="http://schemas.microsoft.com/office/drawing/2014/main" id="{51DFDBD7-F85B-74CC-8CCF-2A12A5704643}"/>
              </a:ext>
            </a:extLst>
          </p:cNvPr>
          <p:cNvPicPr>
            <a:picLocks noChangeAspect="1"/>
          </p:cNvPicPr>
          <p:nvPr/>
        </p:nvPicPr>
        <p:blipFill>
          <a:blip r:embed="rId14">
            <a:extLst>
              <a:ext uri="{28A0092B-C50C-407E-A947-70E740481C1C}">
                <a14:useLocalDpi xmlns:a14="http://schemas.microsoft.com/office/drawing/2010/main" val="0"/>
              </a:ext>
            </a:extLst>
          </a:blip>
          <a:srcRect l="33520" t="-1605" r="52761" b="1605"/>
          <a:stretch>
            <a:fillRect/>
          </a:stretch>
        </p:blipFill>
        <p:spPr>
          <a:xfrm>
            <a:off x="1238569" y="6105525"/>
            <a:ext cx="806967" cy="676781"/>
          </a:xfrm>
          <a:prstGeom prst="rect">
            <a:avLst/>
          </a:prstGeom>
        </p:spPr>
      </p:pic>
      <p:sp>
        <p:nvSpPr>
          <p:cNvPr id="160" name="四角形: 角を丸くする 159">
            <a:extLst>
              <a:ext uri="{FF2B5EF4-FFF2-40B4-BE49-F238E27FC236}">
                <a16:creationId xmlns:a16="http://schemas.microsoft.com/office/drawing/2014/main" id="{0B49FDC3-8591-D030-BC67-15A813B1C33E}"/>
              </a:ext>
            </a:extLst>
          </p:cNvPr>
          <p:cNvSpPr/>
          <p:nvPr/>
        </p:nvSpPr>
        <p:spPr>
          <a:xfrm>
            <a:off x="2162370" y="5796510"/>
            <a:ext cx="914400" cy="914400"/>
          </a:xfrm>
          <a:prstGeom prst="roundRect">
            <a:avLst/>
          </a:prstGeom>
          <a:solidFill>
            <a:schemeClr val="bg1">
              <a:lumMod val="95000"/>
              <a:alpha val="40000"/>
            </a:schemeClr>
          </a:solidFill>
          <a:ln w="254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1" name="四角形: 角を丸くする 160">
            <a:extLst>
              <a:ext uri="{FF2B5EF4-FFF2-40B4-BE49-F238E27FC236}">
                <a16:creationId xmlns:a16="http://schemas.microsoft.com/office/drawing/2014/main" id="{82585D98-C32E-8CFF-8D27-367E5402C496}"/>
              </a:ext>
            </a:extLst>
          </p:cNvPr>
          <p:cNvSpPr/>
          <p:nvPr/>
        </p:nvSpPr>
        <p:spPr>
          <a:xfrm>
            <a:off x="3145777" y="5806192"/>
            <a:ext cx="914400" cy="914400"/>
          </a:xfrm>
          <a:prstGeom prst="roundRect">
            <a:avLst/>
          </a:prstGeom>
          <a:solidFill>
            <a:schemeClr val="bg1">
              <a:lumMod val="95000"/>
              <a:alpha val="40000"/>
            </a:schemeClr>
          </a:solidFill>
          <a:ln w="254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63" name="図 162">
            <a:extLst>
              <a:ext uri="{FF2B5EF4-FFF2-40B4-BE49-F238E27FC236}">
                <a16:creationId xmlns:a16="http://schemas.microsoft.com/office/drawing/2014/main" id="{15CB1F71-C773-F2E7-91F8-B2F4A6F5BBB9}"/>
              </a:ext>
            </a:extLst>
          </p:cNvPr>
          <p:cNvPicPr>
            <a:picLocks noChangeAspect="1"/>
          </p:cNvPicPr>
          <p:nvPr/>
        </p:nvPicPr>
        <p:blipFill>
          <a:blip r:embed="rId14">
            <a:extLst>
              <a:ext uri="{28A0092B-C50C-407E-A947-70E740481C1C}">
                <a14:useLocalDpi xmlns:a14="http://schemas.microsoft.com/office/drawing/2010/main" val="0"/>
              </a:ext>
            </a:extLst>
          </a:blip>
          <a:srcRect l="52303" t="-12902" r="36204" b="12902"/>
          <a:stretch>
            <a:fillRect/>
          </a:stretch>
        </p:blipFill>
        <p:spPr>
          <a:xfrm>
            <a:off x="2287181" y="6042891"/>
            <a:ext cx="676052" cy="676781"/>
          </a:xfrm>
          <a:prstGeom prst="rect">
            <a:avLst/>
          </a:prstGeom>
        </p:spPr>
      </p:pic>
      <p:pic>
        <p:nvPicPr>
          <p:cNvPr id="164" name="図 163">
            <a:extLst>
              <a:ext uri="{FF2B5EF4-FFF2-40B4-BE49-F238E27FC236}">
                <a16:creationId xmlns:a16="http://schemas.microsoft.com/office/drawing/2014/main" id="{9620F881-7B1B-8C4A-671C-FDAD75914DCA}"/>
              </a:ext>
            </a:extLst>
          </p:cNvPr>
          <p:cNvPicPr>
            <a:picLocks noChangeAspect="1"/>
          </p:cNvPicPr>
          <p:nvPr/>
        </p:nvPicPr>
        <p:blipFill>
          <a:blip r:embed="rId14">
            <a:extLst>
              <a:ext uri="{28A0092B-C50C-407E-A947-70E740481C1C}">
                <a14:useLocalDpi xmlns:a14="http://schemas.microsoft.com/office/drawing/2010/main" val="0"/>
              </a:ext>
            </a:extLst>
          </a:blip>
          <a:srcRect l="90452" t="-810" r="1775" b="810"/>
          <a:stretch>
            <a:fillRect/>
          </a:stretch>
        </p:blipFill>
        <p:spPr>
          <a:xfrm>
            <a:off x="3402341" y="6132659"/>
            <a:ext cx="457184" cy="676781"/>
          </a:xfrm>
          <a:prstGeom prst="rect">
            <a:avLst/>
          </a:prstGeom>
        </p:spPr>
      </p:pic>
      <p:grpSp>
        <p:nvGrpSpPr>
          <p:cNvPr id="169" name="グループ化 168">
            <a:extLst>
              <a:ext uri="{FF2B5EF4-FFF2-40B4-BE49-F238E27FC236}">
                <a16:creationId xmlns:a16="http://schemas.microsoft.com/office/drawing/2014/main" id="{94DF5461-5EA6-ED32-B668-933953C11E46}"/>
              </a:ext>
            </a:extLst>
          </p:cNvPr>
          <p:cNvGrpSpPr/>
          <p:nvPr/>
        </p:nvGrpSpPr>
        <p:grpSpPr>
          <a:xfrm>
            <a:off x="6980678" y="5813675"/>
            <a:ext cx="5282019" cy="863767"/>
            <a:chOff x="7047353" y="5766050"/>
            <a:chExt cx="5282019" cy="863767"/>
          </a:xfrm>
        </p:grpSpPr>
        <p:grpSp>
          <p:nvGrpSpPr>
            <p:cNvPr id="98" name="グループ化 97">
              <a:extLst>
                <a:ext uri="{FF2B5EF4-FFF2-40B4-BE49-F238E27FC236}">
                  <a16:creationId xmlns:a16="http://schemas.microsoft.com/office/drawing/2014/main" id="{1AACFE93-5FC2-02ED-E2CF-E9AB7D257E35}"/>
                </a:ext>
              </a:extLst>
            </p:cNvPr>
            <p:cNvGrpSpPr/>
            <p:nvPr/>
          </p:nvGrpSpPr>
          <p:grpSpPr>
            <a:xfrm>
              <a:off x="7047353" y="6426608"/>
              <a:ext cx="4925585" cy="203209"/>
              <a:chOff x="7038024" y="6305310"/>
              <a:chExt cx="4925585" cy="203209"/>
            </a:xfrm>
          </p:grpSpPr>
          <p:grpSp>
            <p:nvGrpSpPr>
              <p:cNvPr id="70" name="グループ化 69">
                <a:extLst>
                  <a:ext uri="{FF2B5EF4-FFF2-40B4-BE49-F238E27FC236}">
                    <a16:creationId xmlns:a16="http://schemas.microsoft.com/office/drawing/2014/main" id="{C69B2500-BED8-7E69-FDCD-2FD602285DDC}"/>
                  </a:ext>
                </a:extLst>
              </p:cNvPr>
              <p:cNvGrpSpPr/>
              <p:nvPr/>
            </p:nvGrpSpPr>
            <p:grpSpPr>
              <a:xfrm>
                <a:off x="7038024" y="6305310"/>
                <a:ext cx="1125692" cy="203209"/>
                <a:chOff x="7189194" y="4755790"/>
                <a:chExt cx="2361296" cy="426260"/>
              </a:xfrm>
            </p:grpSpPr>
            <p:sp>
              <p:nvSpPr>
                <p:cNvPr id="68" name="フローチャート: 手作業 67">
                  <a:extLst>
                    <a:ext uri="{FF2B5EF4-FFF2-40B4-BE49-F238E27FC236}">
                      <a16:creationId xmlns:a16="http://schemas.microsoft.com/office/drawing/2014/main" id="{5C2A5DAA-E96B-3803-246F-0E1AD3FF2CB1}"/>
                    </a:ext>
                  </a:extLst>
                </p:cNvPr>
                <p:cNvSpPr/>
                <p:nvPr/>
              </p:nvSpPr>
              <p:spPr>
                <a:xfrm rot="5629261">
                  <a:off x="8166235" y="3778749"/>
                  <a:ext cx="214445" cy="2168527"/>
                </a:xfrm>
                <a:prstGeom prst="flowChartManualOperation">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9" name="フローチャート: 手作業 68">
                  <a:extLst>
                    <a:ext uri="{FF2B5EF4-FFF2-40B4-BE49-F238E27FC236}">
                      <a16:creationId xmlns:a16="http://schemas.microsoft.com/office/drawing/2014/main" id="{CB39BB3B-13CB-4FFC-48D9-B4D35D453052}"/>
                    </a:ext>
                  </a:extLst>
                </p:cNvPr>
                <p:cNvSpPr/>
                <p:nvPr/>
              </p:nvSpPr>
              <p:spPr>
                <a:xfrm rot="16481858">
                  <a:off x="8359004" y="3990563"/>
                  <a:ext cx="214446" cy="2168527"/>
                </a:xfrm>
                <a:prstGeom prst="flowChartManualOperation">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grpSp>
            <p:nvGrpSpPr>
              <p:cNvPr id="79" name="グループ化 78">
                <a:extLst>
                  <a:ext uri="{FF2B5EF4-FFF2-40B4-BE49-F238E27FC236}">
                    <a16:creationId xmlns:a16="http://schemas.microsoft.com/office/drawing/2014/main" id="{1ABEDB1E-2BE6-F979-F8DA-BF241F883350}"/>
                  </a:ext>
                </a:extLst>
              </p:cNvPr>
              <p:cNvGrpSpPr/>
              <p:nvPr/>
            </p:nvGrpSpPr>
            <p:grpSpPr>
              <a:xfrm>
                <a:off x="8304655" y="6305310"/>
                <a:ext cx="1125692" cy="203209"/>
                <a:chOff x="7189194" y="4755790"/>
                <a:chExt cx="2361296" cy="426260"/>
              </a:xfrm>
            </p:grpSpPr>
            <p:sp>
              <p:nvSpPr>
                <p:cNvPr id="80" name="フローチャート: 手作業 79">
                  <a:extLst>
                    <a:ext uri="{FF2B5EF4-FFF2-40B4-BE49-F238E27FC236}">
                      <a16:creationId xmlns:a16="http://schemas.microsoft.com/office/drawing/2014/main" id="{78E38A87-04A2-17D8-0DA0-B7DCC25A54CA}"/>
                    </a:ext>
                  </a:extLst>
                </p:cNvPr>
                <p:cNvSpPr/>
                <p:nvPr/>
              </p:nvSpPr>
              <p:spPr>
                <a:xfrm rot="5629261">
                  <a:off x="8166235" y="3778749"/>
                  <a:ext cx="214445" cy="2168527"/>
                </a:xfrm>
                <a:prstGeom prst="flowChartManualOperation">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1" name="フローチャート: 手作業 80">
                  <a:extLst>
                    <a:ext uri="{FF2B5EF4-FFF2-40B4-BE49-F238E27FC236}">
                      <a16:creationId xmlns:a16="http://schemas.microsoft.com/office/drawing/2014/main" id="{5C0CB3B7-3C55-83B7-629C-1844D877450A}"/>
                    </a:ext>
                  </a:extLst>
                </p:cNvPr>
                <p:cNvSpPr/>
                <p:nvPr/>
              </p:nvSpPr>
              <p:spPr>
                <a:xfrm rot="16481858">
                  <a:off x="8359004" y="3990563"/>
                  <a:ext cx="214446" cy="2168527"/>
                </a:xfrm>
                <a:prstGeom prst="flowChartManualOperation">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grpSp>
            <p:nvGrpSpPr>
              <p:cNvPr id="84" name="グループ化 83">
                <a:extLst>
                  <a:ext uri="{FF2B5EF4-FFF2-40B4-BE49-F238E27FC236}">
                    <a16:creationId xmlns:a16="http://schemas.microsoft.com/office/drawing/2014/main" id="{D4F8C1C4-9B6C-FB62-445C-C16AC0056F0E}"/>
                  </a:ext>
                </a:extLst>
              </p:cNvPr>
              <p:cNvGrpSpPr/>
              <p:nvPr/>
            </p:nvGrpSpPr>
            <p:grpSpPr>
              <a:xfrm>
                <a:off x="9571286" y="6305310"/>
                <a:ext cx="1125692" cy="203209"/>
                <a:chOff x="7189194" y="4755790"/>
                <a:chExt cx="2361296" cy="426260"/>
              </a:xfrm>
            </p:grpSpPr>
            <p:sp>
              <p:nvSpPr>
                <p:cNvPr id="85" name="フローチャート: 手作業 84">
                  <a:extLst>
                    <a:ext uri="{FF2B5EF4-FFF2-40B4-BE49-F238E27FC236}">
                      <a16:creationId xmlns:a16="http://schemas.microsoft.com/office/drawing/2014/main" id="{DA4A6485-D206-1B13-457E-A79A57B2C8FE}"/>
                    </a:ext>
                  </a:extLst>
                </p:cNvPr>
                <p:cNvSpPr/>
                <p:nvPr/>
              </p:nvSpPr>
              <p:spPr>
                <a:xfrm rot="5629261">
                  <a:off x="8166235" y="3778749"/>
                  <a:ext cx="214445" cy="2168527"/>
                </a:xfrm>
                <a:prstGeom prst="flowChartManualOperation">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6" name="フローチャート: 手作業 85">
                  <a:extLst>
                    <a:ext uri="{FF2B5EF4-FFF2-40B4-BE49-F238E27FC236}">
                      <a16:creationId xmlns:a16="http://schemas.microsoft.com/office/drawing/2014/main" id="{A4A0BD21-94BB-5A1E-317D-D5A236BE2749}"/>
                    </a:ext>
                  </a:extLst>
                </p:cNvPr>
                <p:cNvSpPr/>
                <p:nvPr/>
              </p:nvSpPr>
              <p:spPr>
                <a:xfrm rot="16481858">
                  <a:off x="8359004" y="3990563"/>
                  <a:ext cx="214446" cy="2168527"/>
                </a:xfrm>
                <a:prstGeom prst="flowChartManualOperation">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grpSp>
            <p:nvGrpSpPr>
              <p:cNvPr id="89" name="グループ化 88">
                <a:extLst>
                  <a:ext uri="{FF2B5EF4-FFF2-40B4-BE49-F238E27FC236}">
                    <a16:creationId xmlns:a16="http://schemas.microsoft.com/office/drawing/2014/main" id="{3BC2FA30-6F14-4B90-EA70-177E2421EB7B}"/>
                  </a:ext>
                </a:extLst>
              </p:cNvPr>
              <p:cNvGrpSpPr/>
              <p:nvPr/>
            </p:nvGrpSpPr>
            <p:grpSpPr>
              <a:xfrm>
                <a:off x="10837917" y="6305310"/>
                <a:ext cx="1125692" cy="203209"/>
                <a:chOff x="7189194" y="4755790"/>
                <a:chExt cx="2361296" cy="426260"/>
              </a:xfrm>
            </p:grpSpPr>
            <p:sp>
              <p:nvSpPr>
                <p:cNvPr id="90" name="フローチャート: 手作業 89">
                  <a:extLst>
                    <a:ext uri="{FF2B5EF4-FFF2-40B4-BE49-F238E27FC236}">
                      <a16:creationId xmlns:a16="http://schemas.microsoft.com/office/drawing/2014/main" id="{10DB2BBC-F223-8693-4739-FA4FF426B881}"/>
                    </a:ext>
                  </a:extLst>
                </p:cNvPr>
                <p:cNvSpPr/>
                <p:nvPr/>
              </p:nvSpPr>
              <p:spPr>
                <a:xfrm rot="5629261">
                  <a:off x="8166235" y="3778749"/>
                  <a:ext cx="214445" cy="2168527"/>
                </a:xfrm>
                <a:prstGeom prst="flowChartManualOperation">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1" name="フローチャート: 手作業 90">
                  <a:extLst>
                    <a:ext uri="{FF2B5EF4-FFF2-40B4-BE49-F238E27FC236}">
                      <a16:creationId xmlns:a16="http://schemas.microsoft.com/office/drawing/2014/main" id="{1F80E06C-EBA0-F188-7438-4A0119CCFAAC}"/>
                    </a:ext>
                  </a:extLst>
                </p:cNvPr>
                <p:cNvSpPr/>
                <p:nvPr/>
              </p:nvSpPr>
              <p:spPr>
                <a:xfrm rot="16481858">
                  <a:off x="8359004" y="3990563"/>
                  <a:ext cx="214446" cy="2168527"/>
                </a:xfrm>
                <a:prstGeom prst="flowChartManualOperation">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grpSp>
        <p:sp>
          <p:nvSpPr>
            <p:cNvPr id="152" name="フローチャート: データ 151">
              <a:extLst>
                <a:ext uri="{FF2B5EF4-FFF2-40B4-BE49-F238E27FC236}">
                  <a16:creationId xmlns:a16="http://schemas.microsoft.com/office/drawing/2014/main" id="{A9F47936-AEF8-50DF-211B-B111F92203C6}"/>
                </a:ext>
              </a:extLst>
            </p:cNvPr>
            <p:cNvSpPr/>
            <p:nvPr/>
          </p:nvSpPr>
          <p:spPr>
            <a:xfrm rot="20183915">
              <a:off x="7653078" y="5817432"/>
              <a:ext cx="727282" cy="244896"/>
            </a:xfrm>
            <a:prstGeom prst="flowChartInputOutpu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5" name="フローチャート: データ 154">
              <a:extLst>
                <a:ext uri="{FF2B5EF4-FFF2-40B4-BE49-F238E27FC236}">
                  <a16:creationId xmlns:a16="http://schemas.microsoft.com/office/drawing/2014/main" id="{3B34F010-7627-2AD3-71FB-B28DE15F62BD}"/>
                </a:ext>
              </a:extLst>
            </p:cNvPr>
            <p:cNvSpPr/>
            <p:nvPr/>
          </p:nvSpPr>
          <p:spPr>
            <a:xfrm rot="20183915">
              <a:off x="8920314" y="5817432"/>
              <a:ext cx="727282" cy="244896"/>
            </a:xfrm>
            <a:prstGeom prst="flowChartInputOutpu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7" name="フローチャート: データ 156">
              <a:extLst>
                <a:ext uri="{FF2B5EF4-FFF2-40B4-BE49-F238E27FC236}">
                  <a16:creationId xmlns:a16="http://schemas.microsoft.com/office/drawing/2014/main" id="{89B3116F-7032-FF3A-A189-EF45B57BB7DC}"/>
                </a:ext>
              </a:extLst>
            </p:cNvPr>
            <p:cNvSpPr/>
            <p:nvPr/>
          </p:nvSpPr>
          <p:spPr>
            <a:xfrm rot="20183915">
              <a:off x="11454787" y="5817432"/>
              <a:ext cx="727282" cy="244896"/>
            </a:xfrm>
            <a:prstGeom prst="flowChartInputOutpu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6" name="テキスト ボックス 165">
              <a:extLst>
                <a:ext uri="{FF2B5EF4-FFF2-40B4-BE49-F238E27FC236}">
                  <a16:creationId xmlns:a16="http://schemas.microsoft.com/office/drawing/2014/main" id="{BFD648F1-93A6-443E-3186-4C9FC31BBD50}"/>
                </a:ext>
              </a:extLst>
            </p:cNvPr>
            <p:cNvSpPr txBox="1"/>
            <p:nvPr/>
          </p:nvSpPr>
          <p:spPr>
            <a:xfrm>
              <a:off x="7533477" y="5768503"/>
              <a:ext cx="1002839" cy="338554"/>
            </a:xfrm>
            <a:prstGeom prst="rect">
              <a:avLst/>
            </a:prstGeom>
            <a:noFill/>
          </p:spPr>
          <p:txBody>
            <a:bodyPr wrap="none" rtlCol="0">
              <a:spAutoFit/>
              <a:scene3d>
                <a:camera prst="perspectiveContrastingRightFacing">
                  <a:rot lat="651224" lon="18353808" rev="700477"/>
                </a:camera>
                <a:lightRig rig="threePt" dir="t"/>
              </a:scene3d>
            </a:bodyPr>
            <a:lstStyle/>
            <a:p>
              <a:r>
                <a:rPr kumimoji="1" lang="en-US" altLang="ja-JP" sz="1600" spc="130" dirty="0">
                  <a:solidFill>
                    <a:schemeClr val="bg1">
                      <a:lumMod val="95000"/>
                    </a:schemeClr>
                  </a:solidFill>
                  <a:latin typeface="Stencil" panose="040409050D0802020404" pitchFamily="82" charset="0"/>
                  <a:ea typeface="Segoe UI Black" panose="020B0A02040204020203" pitchFamily="34" charset="0"/>
                </a:rPr>
                <a:t>ACTION</a:t>
              </a:r>
              <a:endParaRPr kumimoji="1" lang="ja-JP" altLang="en-US" sz="1600" spc="130" dirty="0">
                <a:solidFill>
                  <a:schemeClr val="bg1">
                    <a:lumMod val="95000"/>
                  </a:schemeClr>
                </a:solidFill>
                <a:latin typeface="Stencil" panose="040409050D0802020404" pitchFamily="82" charset="0"/>
              </a:endParaRPr>
            </a:p>
          </p:txBody>
        </p:sp>
        <p:sp>
          <p:nvSpPr>
            <p:cNvPr id="167" name="テキスト ボックス 166">
              <a:extLst>
                <a:ext uri="{FF2B5EF4-FFF2-40B4-BE49-F238E27FC236}">
                  <a16:creationId xmlns:a16="http://schemas.microsoft.com/office/drawing/2014/main" id="{EF7719F6-4B22-85DB-E11F-C8927D0921D3}"/>
                </a:ext>
              </a:extLst>
            </p:cNvPr>
            <p:cNvSpPr txBox="1"/>
            <p:nvPr/>
          </p:nvSpPr>
          <p:spPr>
            <a:xfrm>
              <a:off x="8807600" y="5766050"/>
              <a:ext cx="1002839" cy="338554"/>
            </a:xfrm>
            <a:prstGeom prst="rect">
              <a:avLst/>
            </a:prstGeom>
            <a:noFill/>
          </p:spPr>
          <p:txBody>
            <a:bodyPr wrap="none" rtlCol="0">
              <a:spAutoFit/>
              <a:scene3d>
                <a:camera prst="perspectiveContrastingRightFacing">
                  <a:rot lat="651224" lon="18353808" rev="700477"/>
                </a:camera>
                <a:lightRig rig="threePt" dir="t"/>
              </a:scene3d>
            </a:bodyPr>
            <a:lstStyle/>
            <a:p>
              <a:r>
                <a:rPr kumimoji="1" lang="en-US" altLang="ja-JP" sz="1600" spc="130" dirty="0">
                  <a:solidFill>
                    <a:schemeClr val="bg1">
                      <a:lumMod val="95000"/>
                    </a:schemeClr>
                  </a:solidFill>
                  <a:latin typeface="Stencil" panose="040409050D0802020404" pitchFamily="82" charset="0"/>
                  <a:ea typeface="Segoe UI Black" panose="020B0A02040204020203" pitchFamily="34" charset="0"/>
                </a:rPr>
                <a:t>ACTION</a:t>
              </a:r>
              <a:endParaRPr kumimoji="1" lang="ja-JP" altLang="en-US" sz="1600" spc="130" dirty="0">
                <a:solidFill>
                  <a:schemeClr val="bg1">
                    <a:lumMod val="95000"/>
                  </a:schemeClr>
                </a:solidFill>
                <a:latin typeface="Stencil" panose="040409050D0802020404" pitchFamily="82" charset="0"/>
              </a:endParaRPr>
            </a:p>
          </p:txBody>
        </p:sp>
        <p:sp>
          <p:nvSpPr>
            <p:cNvPr id="168" name="テキスト ボックス 167">
              <a:extLst>
                <a:ext uri="{FF2B5EF4-FFF2-40B4-BE49-F238E27FC236}">
                  <a16:creationId xmlns:a16="http://schemas.microsoft.com/office/drawing/2014/main" id="{FFA67BA5-83EA-90F9-331C-9D3826B0218D}"/>
                </a:ext>
              </a:extLst>
            </p:cNvPr>
            <p:cNvSpPr txBox="1"/>
            <p:nvPr/>
          </p:nvSpPr>
          <p:spPr>
            <a:xfrm>
              <a:off x="11326533" y="5775575"/>
              <a:ext cx="1002839" cy="338554"/>
            </a:xfrm>
            <a:prstGeom prst="rect">
              <a:avLst/>
            </a:prstGeom>
            <a:noFill/>
          </p:spPr>
          <p:txBody>
            <a:bodyPr wrap="none" rtlCol="0">
              <a:spAutoFit/>
              <a:scene3d>
                <a:camera prst="perspectiveContrastingRightFacing">
                  <a:rot lat="651224" lon="18353808" rev="700477"/>
                </a:camera>
                <a:lightRig rig="threePt" dir="t"/>
              </a:scene3d>
            </a:bodyPr>
            <a:lstStyle/>
            <a:p>
              <a:r>
                <a:rPr kumimoji="1" lang="en-US" altLang="ja-JP" sz="1600" spc="130" dirty="0">
                  <a:solidFill>
                    <a:schemeClr val="bg1">
                      <a:lumMod val="95000"/>
                    </a:schemeClr>
                  </a:solidFill>
                  <a:latin typeface="Stencil" panose="040409050D0802020404" pitchFamily="82" charset="0"/>
                  <a:ea typeface="Segoe UI Black" panose="020B0A02040204020203" pitchFamily="34" charset="0"/>
                </a:rPr>
                <a:t>ACTION</a:t>
              </a:r>
              <a:endParaRPr kumimoji="1" lang="ja-JP" altLang="en-US" sz="1600" spc="130" dirty="0">
                <a:solidFill>
                  <a:schemeClr val="bg1">
                    <a:lumMod val="95000"/>
                  </a:schemeClr>
                </a:solidFill>
                <a:latin typeface="Stencil" panose="040409050D0802020404" pitchFamily="82" charset="0"/>
              </a:endParaRPr>
            </a:p>
          </p:txBody>
        </p:sp>
      </p:grpSp>
      <p:grpSp>
        <p:nvGrpSpPr>
          <p:cNvPr id="174" name="グループ化 173">
            <a:extLst>
              <a:ext uri="{FF2B5EF4-FFF2-40B4-BE49-F238E27FC236}">
                <a16:creationId xmlns:a16="http://schemas.microsoft.com/office/drawing/2014/main" id="{A11B3950-9A69-A6A9-F47E-2CAF76F52DBA}"/>
              </a:ext>
            </a:extLst>
          </p:cNvPr>
          <p:cNvGrpSpPr/>
          <p:nvPr/>
        </p:nvGrpSpPr>
        <p:grpSpPr>
          <a:xfrm>
            <a:off x="6000386" y="2863397"/>
            <a:ext cx="1002839" cy="338554"/>
            <a:chOff x="7619202" y="5968528"/>
            <a:chExt cx="1002839" cy="338554"/>
          </a:xfrm>
        </p:grpSpPr>
        <p:sp>
          <p:nvSpPr>
            <p:cNvPr id="172" name="フローチャート: データ 171">
              <a:extLst>
                <a:ext uri="{FF2B5EF4-FFF2-40B4-BE49-F238E27FC236}">
                  <a16:creationId xmlns:a16="http://schemas.microsoft.com/office/drawing/2014/main" id="{6A2036DD-5ABC-B7AE-B4A9-38BC773CDDAA}"/>
                </a:ext>
              </a:extLst>
            </p:cNvPr>
            <p:cNvSpPr/>
            <p:nvPr/>
          </p:nvSpPr>
          <p:spPr>
            <a:xfrm rot="20183915">
              <a:off x="7738803" y="6017457"/>
              <a:ext cx="727282" cy="244896"/>
            </a:xfrm>
            <a:prstGeom prst="flowChartInputOutpu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3" name="テキスト ボックス 172">
              <a:extLst>
                <a:ext uri="{FF2B5EF4-FFF2-40B4-BE49-F238E27FC236}">
                  <a16:creationId xmlns:a16="http://schemas.microsoft.com/office/drawing/2014/main" id="{FCED8A44-AEC0-F233-C34A-C0E6AA9A48E3}"/>
                </a:ext>
              </a:extLst>
            </p:cNvPr>
            <p:cNvSpPr txBox="1"/>
            <p:nvPr/>
          </p:nvSpPr>
          <p:spPr>
            <a:xfrm>
              <a:off x="7619202" y="5968528"/>
              <a:ext cx="1002839" cy="338554"/>
            </a:xfrm>
            <a:prstGeom prst="rect">
              <a:avLst/>
            </a:prstGeom>
            <a:noFill/>
          </p:spPr>
          <p:txBody>
            <a:bodyPr wrap="none" rtlCol="0">
              <a:spAutoFit/>
              <a:scene3d>
                <a:camera prst="perspectiveContrastingRightFacing">
                  <a:rot lat="651224" lon="18353808" rev="700477"/>
                </a:camera>
                <a:lightRig rig="threePt" dir="t"/>
              </a:scene3d>
            </a:bodyPr>
            <a:lstStyle/>
            <a:p>
              <a:r>
                <a:rPr kumimoji="1" lang="en-US" altLang="ja-JP" sz="1600" spc="130" dirty="0">
                  <a:solidFill>
                    <a:schemeClr val="bg1">
                      <a:lumMod val="95000"/>
                    </a:schemeClr>
                  </a:solidFill>
                  <a:latin typeface="Stencil" panose="040409050D0802020404" pitchFamily="82" charset="0"/>
                  <a:ea typeface="Segoe UI Black" panose="020B0A02040204020203" pitchFamily="34" charset="0"/>
                </a:rPr>
                <a:t>ACTION</a:t>
              </a:r>
              <a:endParaRPr kumimoji="1" lang="ja-JP" altLang="en-US" sz="1600" spc="130" dirty="0">
                <a:solidFill>
                  <a:schemeClr val="bg1">
                    <a:lumMod val="95000"/>
                  </a:schemeClr>
                </a:solidFill>
                <a:latin typeface="Stencil" panose="040409050D0802020404" pitchFamily="82" charset="0"/>
              </a:endParaRPr>
            </a:p>
          </p:txBody>
        </p:sp>
      </p:grpSp>
      <p:grpSp>
        <p:nvGrpSpPr>
          <p:cNvPr id="175" name="グループ化 174">
            <a:extLst>
              <a:ext uri="{FF2B5EF4-FFF2-40B4-BE49-F238E27FC236}">
                <a16:creationId xmlns:a16="http://schemas.microsoft.com/office/drawing/2014/main" id="{A3C101D2-3345-932E-ACC1-EB3B869637B1}"/>
              </a:ext>
            </a:extLst>
          </p:cNvPr>
          <p:cNvGrpSpPr/>
          <p:nvPr/>
        </p:nvGrpSpPr>
        <p:grpSpPr>
          <a:xfrm>
            <a:off x="1096212" y="3729939"/>
            <a:ext cx="1002839" cy="338554"/>
            <a:chOff x="7619202" y="5968528"/>
            <a:chExt cx="1002839" cy="338554"/>
          </a:xfrm>
        </p:grpSpPr>
        <p:sp>
          <p:nvSpPr>
            <p:cNvPr id="176" name="フローチャート: データ 175">
              <a:extLst>
                <a:ext uri="{FF2B5EF4-FFF2-40B4-BE49-F238E27FC236}">
                  <a16:creationId xmlns:a16="http://schemas.microsoft.com/office/drawing/2014/main" id="{FFBF75C4-3F95-BD28-DA41-EB0860D67B8C}"/>
                </a:ext>
              </a:extLst>
            </p:cNvPr>
            <p:cNvSpPr/>
            <p:nvPr/>
          </p:nvSpPr>
          <p:spPr>
            <a:xfrm rot="20183915">
              <a:off x="7738803" y="6017457"/>
              <a:ext cx="727282" cy="244896"/>
            </a:xfrm>
            <a:prstGeom prst="flowChartInputOutpu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7" name="テキスト ボックス 176">
              <a:extLst>
                <a:ext uri="{FF2B5EF4-FFF2-40B4-BE49-F238E27FC236}">
                  <a16:creationId xmlns:a16="http://schemas.microsoft.com/office/drawing/2014/main" id="{B9977589-466F-5A85-4A00-EE31284C092B}"/>
                </a:ext>
              </a:extLst>
            </p:cNvPr>
            <p:cNvSpPr txBox="1"/>
            <p:nvPr/>
          </p:nvSpPr>
          <p:spPr>
            <a:xfrm>
              <a:off x="7619202" y="5968528"/>
              <a:ext cx="1002839" cy="338554"/>
            </a:xfrm>
            <a:prstGeom prst="rect">
              <a:avLst/>
            </a:prstGeom>
            <a:noFill/>
          </p:spPr>
          <p:txBody>
            <a:bodyPr wrap="none" rtlCol="0">
              <a:spAutoFit/>
              <a:scene3d>
                <a:camera prst="perspectiveContrastingRightFacing">
                  <a:rot lat="651224" lon="18353808" rev="700477"/>
                </a:camera>
                <a:lightRig rig="threePt" dir="t"/>
              </a:scene3d>
            </a:bodyPr>
            <a:lstStyle/>
            <a:p>
              <a:r>
                <a:rPr kumimoji="1" lang="en-US" altLang="ja-JP" sz="1600" spc="130" dirty="0">
                  <a:solidFill>
                    <a:schemeClr val="bg1">
                      <a:lumMod val="95000"/>
                    </a:schemeClr>
                  </a:solidFill>
                  <a:latin typeface="Stencil" panose="040409050D0802020404" pitchFamily="82" charset="0"/>
                  <a:ea typeface="Segoe UI Black" panose="020B0A02040204020203" pitchFamily="34" charset="0"/>
                </a:rPr>
                <a:t>ACTION</a:t>
              </a:r>
              <a:endParaRPr kumimoji="1" lang="ja-JP" altLang="en-US" sz="1600" spc="130" dirty="0">
                <a:solidFill>
                  <a:schemeClr val="bg1">
                    <a:lumMod val="95000"/>
                  </a:schemeClr>
                </a:solidFill>
                <a:latin typeface="Stencil" panose="040409050D0802020404" pitchFamily="82" charset="0"/>
              </a:endParaRPr>
            </a:p>
          </p:txBody>
        </p:sp>
      </p:grpSp>
    </p:spTree>
    <p:extLst>
      <p:ext uri="{BB962C8B-B14F-4D97-AF65-F5344CB8AC3E}">
        <p14:creationId xmlns:p14="http://schemas.microsoft.com/office/powerpoint/2010/main" val="3646923434"/>
      </p:ext>
    </p:extLst>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a:extLst>
            <a:ext uri="{FF2B5EF4-FFF2-40B4-BE49-F238E27FC236}">
              <a16:creationId xmlns:a16="http://schemas.microsoft.com/office/drawing/2014/main" id="{211B8CE1-B937-753E-1A40-7A7EDA4DBA6E}"/>
            </a:ext>
          </a:extLst>
        </p:cNvPr>
        <p:cNvGrpSpPr/>
        <p:nvPr/>
      </p:nvGrpSpPr>
      <p:grpSpPr>
        <a:xfrm>
          <a:off x="0" y="0"/>
          <a:ext cx="0" cy="0"/>
          <a:chOff x="0" y="0"/>
          <a:chExt cx="0" cy="0"/>
        </a:xfrm>
      </p:grpSpPr>
      <p:sp>
        <p:nvSpPr>
          <p:cNvPr id="4" name="四角形: 角を丸くする 3">
            <a:extLst>
              <a:ext uri="{FF2B5EF4-FFF2-40B4-BE49-F238E27FC236}">
                <a16:creationId xmlns:a16="http://schemas.microsoft.com/office/drawing/2014/main" id="{587D6479-F1DA-E544-83B9-ACBEC8EA7AA6}"/>
              </a:ext>
            </a:extLst>
          </p:cNvPr>
          <p:cNvSpPr/>
          <p:nvPr/>
        </p:nvSpPr>
        <p:spPr>
          <a:xfrm>
            <a:off x="7473821" y="618959"/>
            <a:ext cx="4348066" cy="3169269"/>
          </a:xfrm>
          <a:prstGeom prst="roundRect">
            <a:avLst>
              <a:gd name="adj" fmla="val 9570"/>
            </a:avLst>
          </a:prstGeom>
          <a:solidFill>
            <a:schemeClr val="accent2">
              <a:lumMod val="20000"/>
              <a:lumOff val="80000"/>
            </a:schemeClr>
          </a:solidFill>
          <a:ln w="381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四角形: 角を丸くする 5">
            <a:extLst>
              <a:ext uri="{FF2B5EF4-FFF2-40B4-BE49-F238E27FC236}">
                <a16:creationId xmlns:a16="http://schemas.microsoft.com/office/drawing/2014/main" id="{1F6220E6-0075-47CB-5972-D730925B8811}"/>
              </a:ext>
            </a:extLst>
          </p:cNvPr>
          <p:cNvSpPr/>
          <p:nvPr/>
        </p:nvSpPr>
        <p:spPr>
          <a:xfrm>
            <a:off x="8430208" y="3788228"/>
            <a:ext cx="2435291" cy="562947"/>
          </a:xfrm>
          <a:prstGeom prst="roundRect">
            <a:avLst>
              <a:gd name="adj" fmla="val 9570"/>
            </a:avLst>
          </a:prstGeom>
          <a:solidFill>
            <a:schemeClr val="accent1"/>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7" name="テキスト ボックス 6">
            <a:extLst>
              <a:ext uri="{FF2B5EF4-FFF2-40B4-BE49-F238E27FC236}">
                <a16:creationId xmlns:a16="http://schemas.microsoft.com/office/drawing/2014/main" id="{8FAD50AC-C5D4-5F91-4288-ED306C2CC8ED}"/>
              </a:ext>
            </a:extLst>
          </p:cNvPr>
          <p:cNvSpPr txBox="1"/>
          <p:nvPr/>
        </p:nvSpPr>
        <p:spPr>
          <a:xfrm>
            <a:off x="8683484" y="892707"/>
            <a:ext cx="1928733" cy="461665"/>
          </a:xfrm>
          <a:prstGeom prst="rect">
            <a:avLst/>
          </a:prstGeom>
          <a:noFill/>
        </p:spPr>
        <p:txBody>
          <a:bodyPr wrap="none" rtlCol="0">
            <a:spAutoFit/>
          </a:bodyPr>
          <a:lstStyle/>
          <a:p>
            <a:pPr algn="ctr"/>
            <a:r>
              <a:rPr kumimoji="1" lang="en-US" altLang="ja-JP" sz="24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t>C</a:t>
            </a:r>
            <a:r>
              <a:rPr kumimoji="1" lang="ja-JP" altLang="en-US" sz="24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t>：イベント</a:t>
            </a:r>
          </a:p>
        </p:txBody>
      </p:sp>
      <p:sp>
        <p:nvSpPr>
          <p:cNvPr id="8" name="テキスト ボックス 7">
            <a:extLst>
              <a:ext uri="{FF2B5EF4-FFF2-40B4-BE49-F238E27FC236}">
                <a16:creationId xmlns:a16="http://schemas.microsoft.com/office/drawing/2014/main" id="{A591B4EE-6CC9-E793-A3BE-B021DD01957D}"/>
              </a:ext>
            </a:extLst>
          </p:cNvPr>
          <p:cNvSpPr txBox="1"/>
          <p:nvPr/>
        </p:nvSpPr>
        <p:spPr>
          <a:xfrm>
            <a:off x="8657838" y="3869646"/>
            <a:ext cx="1980029" cy="400110"/>
          </a:xfrm>
          <a:prstGeom prst="rect">
            <a:avLst/>
          </a:prstGeom>
          <a:noFill/>
        </p:spPr>
        <p:txBody>
          <a:bodyPr wrap="none" rtlCol="0">
            <a:spAutoFit/>
          </a:bodyPr>
          <a:lstStyle/>
          <a:p>
            <a:pPr algn="ctr"/>
            <a:r>
              <a:rPr kumimoji="1" lang="ja-JP" altLang="en-US" sz="2000"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rPr>
              <a:t>ルート決定不可</a:t>
            </a:r>
          </a:p>
        </p:txBody>
      </p:sp>
      <p:sp>
        <p:nvSpPr>
          <p:cNvPr id="10" name="テキスト ボックス 9">
            <a:extLst>
              <a:ext uri="{FF2B5EF4-FFF2-40B4-BE49-F238E27FC236}">
                <a16:creationId xmlns:a16="http://schemas.microsoft.com/office/drawing/2014/main" id="{7D6F6772-1FEF-8186-0757-73C1D1CCA3AB}"/>
              </a:ext>
            </a:extLst>
          </p:cNvPr>
          <p:cNvSpPr txBox="1"/>
          <p:nvPr/>
        </p:nvSpPr>
        <p:spPr>
          <a:xfrm>
            <a:off x="7764162" y="2791057"/>
            <a:ext cx="3767378" cy="707886"/>
          </a:xfrm>
          <a:prstGeom prst="rect">
            <a:avLst/>
          </a:prstGeom>
          <a:noFill/>
        </p:spPr>
        <p:txBody>
          <a:bodyPr wrap="none" rtlCol="0">
            <a:spAutoFit/>
          </a:bodyPr>
          <a:lstStyle/>
          <a:p>
            <a:r>
              <a:rPr lang="ja-JP" altLang="en-US" sz="20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t>ノード内容テキストノード内容</a:t>
            </a:r>
            <a:br>
              <a:rPr lang="en-US" altLang="ja-JP" sz="20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br>
            <a:r>
              <a:rPr lang="ja-JP" altLang="en-US" sz="20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t>テキストノード内容テキスト</a:t>
            </a:r>
          </a:p>
        </p:txBody>
      </p:sp>
      <p:grpSp>
        <p:nvGrpSpPr>
          <p:cNvPr id="16" name="グループ化 15">
            <a:extLst>
              <a:ext uri="{FF2B5EF4-FFF2-40B4-BE49-F238E27FC236}">
                <a16:creationId xmlns:a16="http://schemas.microsoft.com/office/drawing/2014/main" id="{C58F1424-FA64-C2E1-34E1-9BFBC0F95C50}"/>
              </a:ext>
            </a:extLst>
          </p:cNvPr>
          <p:cNvGrpSpPr/>
          <p:nvPr/>
        </p:nvGrpSpPr>
        <p:grpSpPr>
          <a:xfrm>
            <a:off x="4808378" y="1514475"/>
            <a:ext cx="953277" cy="1032782"/>
            <a:chOff x="4808378" y="1514475"/>
            <a:chExt cx="953277" cy="1032782"/>
          </a:xfrm>
        </p:grpSpPr>
        <p:sp>
          <p:nvSpPr>
            <p:cNvPr id="9" name="楕円 8">
              <a:extLst>
                <a:ext uri="{FF2B5EF4-FFF2-40B4-BE49-F238E27FC236}">
                  <a16:creationId xmlns:a16="http://schemas.microsoft.com/office/drawing/2014/main" id="{B5D6153C-625B-CD68-8983-BA43A3956053}"/>
                </a:ext>
              </a:extLst>
            </p:cNvPr>
            <p:cNvSpPr/>
            <p:nvPr/>
          </p:nvSpPr>
          <p:spPr>
            <a:xfrm>
              <a:off x="4808378" y="1514475"/>
              <a:ext cx="557309" cy="557309"/>
            </a:xfrm>
            <a:prstGeom prst="ellipse">
              <a:avLst/>
            </a:prstGeom>
            <a:noFill/>
            <a:ln w="165100">
              <a:solidFill>
                <a:schemeClr val="accent2"/>
              </a:solidFill>
            </a:ln>
            <a:effectLst>
              <a:glow rad="63500">
                <a:schemeClr val="accent2">
                  <a:satMod val="175000"/>
                  <a:alpha val="4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pic>
          <p:nvPicPr>
            <p:cNvPr id="14" name="図 13" descr="アイコン&#10;&#10;AI 生成コンテンツは誤りを含む可能性があります。">
              <a:extLst>
                <a:ext uri="{FF2B5EF4-FFF2-40B4-BE49-F238E27FC236}">
                  <a16:creationId xmlns:a16="http://schemas.microsoft.com/office/drawing/2014/main" id="{562D0201-F18F-1C21-7C49-8559A5AA4635}"/>
                </a:ext>
              </a:extLst>
            </p:cNvPr>
            <p:cNvPicPr>
              <a:picLocks noChangeAspect="1"/>
            </p:cNvPicPr>
            <p:nvPr/>
          </p:nvPicPr>
          <p:blipFill>
            <a:blip r:embed="rId3">
              <a:duotone>
                <a:schemeClr val="accent1">
                  <a:shade val="45000"/>
                  <a:satMod val="135000"/>
                </a:schemeClr>
                <a:prstClr val="white"/>
              </a:duotone>
              <a:extLst>
                <a:ext uri="{28A0092B-C50C-407E-A947-70E740481C1C}">
                  <a14:useLocalDpi xmlns:a14="http://schemas.microsoft.com/office/drawing/2010/main" val="0"/>
                </a:ext>
              </a:extLst>
            </a:blip>
            <a:stretch>
              <a:fillRect/>
            </a:stretch>
          </p:blipFill>
          <p:spPr>
            <a:xfrm>
              <a:off x="4912569" y="1698171"/>
              <a:ext cx="849086" cy="849086"/>
            </a:xfrm>
            <a:prstGeom prst="rect">
              <a:avLst/>
            </a:prstGeom>
            <a:effectLst>
              <a:glow rad="63500">
                <a:schemeClr val="accent1">
                  <a:alpha val="40000"/>
                </a:schemeClr>
              </a:glow>
            </a:effectLst>
          </p:spPr>
        </p:pic>
      </p:grpSp>
      <p:sp>
        <p:nvSpPr>
          <p:cNvPr id="15" name="楕円 14">
            <a:extLst>
              <a:ext uri="{FF2B5EF4-FFF2-40B4-BE49-F238E27FC236}">
                <a16:creationId xmlns:a16="http://schemas.microsoft.com/office/drawing/2014/main" id="{AD102C0D-C873-54EC-77DE-FA33A3FB6D37}"/>
              </a:ext>
            </a:extLst>
          </p:cNvPr>
          <p:cNvSpPr/>
          <p:nvPr/>
        </p:nvSpPr>
        <p:spPr>
          <a:xfrm>
            <a:off x="3799117" y="4100801"/>
            <a:ext cx="418322" cy="418322"/>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2" name="図 11" descr="図形&#10;&#10;AI 生成コンテンツは誤りを含む可能性があります。">
            <a:extLst>
              <a:ext uri="{FF2B5EF4-FFF2-40B4-BE49-F238E27FC236}">
                <a16:creationId xmlns:a16="http://schemas.microsoft.com/office/drawing/2014/main" id="{EBA8D26E-E447-D01E-E3E5-E5C10BC5FDD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808448" y="4094789"/>
            <a:ext cx="418321" cy="418321"/>
          </a:xfrm>
          <a:prstGeom prst="rect">
            <a:avLst/>
          </a:prstGeom>
        </p:spPr>
      </p:pic>
      <p:grpSp>
        <p:nvGrpSpPr>
          <p:cNvPr id="21" name="グループ化 20">
            <a:extLst>
              <a:ext uri="{FF2B5EF4-FFF2-40B4-BE49-F238E27FC236}">
                <a16:creationId xmlns:a16="http://schemas.microsoft.com/office/drawing/2014/main" id="{2B8685B9-CFD9-781A-9BC6-A8A5435E86D6}"/>
              </a:ext>
            </a:extLst>
          </p:cNvPr>
          <p:cNvGrpSpPr/>
          <p:nvPr/>
        </p:nvGrpSpPr>
        <p:grpSpPr>
          <a:xfrm>
            <a:off x="7473821" y="371475"/>
            <a:ext cx="4348066" cy="3416753"/>
            <a:chOff x="7473821" y="371475"/>
            <a:chExt cx="4348066" cy="3416753"/>
          </a:xfrm>
        </p:grpSpPr>
        <p:sp>
          <p:nvSpPr>
            <p:cNvPr id="22" name="四角形: 角を丸くする 21">
              <a:extLst>
                <a:ext uri="{FF2B5EF4-FFF2-40B4-BE49-F238E27FC236}">
                  <a16:creationId xmlns:a16="http://schemas.microsoft.com/office/drawing/2014/main" id="{E89F6F02-7F28-F22C-998C-F75A1B904003}"/>
                </a:ext>
              </a:extLst>
            </p:cNvPr>
            <p:cNvSpPr/>
            <p:nvPr/>
          </p:nvSpPr>
          <p:spPr>
            <a:xfrm>
              <a:off x="7473821" y="371475"/>
              <a:ext cx="4348066" cy="3416753"/>
            </a:xfrm>
            <a:prstGeom prst="roundRect">
              <a:avLst>
                <a:gd name="adj" fmla="val 9570"/>
              </a:avLst>
            </a:prstGeom>
            <a:solidFill>
              <a:schemeClr val="accent2">
                <a:lumMod val="20000"/>
                <a:lumOff val="80000"/>
              </a:schemeClr>
            </a:solidFill>
            <a:ln w="3810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nvGrpSpPr>
            <p:cNvPr id="23" name="グループ化 22">
              <a:extLst>
                <a:ext uri="{FF2B5EF4-FFF2-40B4-BE49-F238E27FC236}">
                  <a16:creationId xmlns:a16="http://schemas.microsoft.com/office/drawing/2014/main" id="{6079D68C-4D27-A0B3-0C8A-DE088BF4FBBF}"/>
                </a:ext>
              </a:extLst>
            </p:cNvPr>
            <p:cNvGrpSpPr/>
            <p:nvPr/>
          </p:nvGrpSpPr>
          <p:grpSpPr>
            <a:xfrm>
              <a:off x="9883622" y="1019336"/>
              <a:ext cx="1616504" cy="1576846"/>
              <a:chOff x="9893147" y="1019336"/>
              <a:chExt cx="1616504" cy="1576846"/>
            </a:xfrm>
          </p:grpSpPr>
          <p:grpSp>
            <p:nvGrpSpPr>
              <p:cNvPr id="46" name="グループ化 45">
                <a:extLst>
                  <a:ext uri="{FF2B5EF4-FFF2-40B4-BE49-F238E27FC236}">
                    <a16:creationId xmlns:a16="http://schemas.microsoft.com/office/drawing/2014/main" id="{AE04AAE4-6AE8-F837-7ED5-AFF14018D6C9}"/>
                  </a:ext>
                </a:extLst>
              </p:cNvPr>
              <p:cNvGrpSpPr/>
              <p:nvPr/>
            </p:nvGrpSpPr>
            <p:grpSpPr>
              <a:xfrm>
                <a:off x="11153582" y="1019336"/>
                <a:ext cx="309733" cy="309733"/>
                <a:chOff x="10988360" y="1302517"/>
                <a:chExt cx="500867" cy="500867"/>
              </a:xfrm>
            </p:grpSpPr>
            <p:sp>
              <p:nvSpPr>
                <p:cNvPr id="48" name="四角形: 角を丸くする 47">
                  <a:extLst>
                    <a:ext uri="{FF2B5EF4-FFF2-40B4-BE49-F238E27FC236}">
                      <a16:creationId xmlns:a16="http://schemas.microsoft.com/office/drawing/2014/main" id="{7A9DD33A-588C-D502-A4EE-FCC75D5471E9}"/>
                    </a:ext>
                  </a:extLst>
                </p:cNvPr>
                <p:cNvSpPr/>
                <p:nvPr/>
              </p:nvSpPr>
              <p:spPr>
                <a:xfrm>
                  <a:off x="11022241" y="1325996"/>
                  <a:ext cx="446495" cy="458380"/>
                </a:xfrm>
                <a:prstGeom prst="roundRect">
                  <a:avLst>
                    <a:gd name="adj" fmla="val 9570"/>
                  </a:avLst>
                </a:prstGeom>
                <a:solidFill>
                  <a:schemeClr val="tx1">
                    <a:lumMod val="85000"/>
                    <a:lumOff val="15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pic>
              <p:nvPicPr>
                <p:cNvPr id="49" name="図 48" descr="アイコン&#10;&#10;AI 生成コンテンツは誤りを含む可能性があります。">
                  <a:extLst>
                    <a:ext uri="{FF2B5EF4-FFF2-40B4-BE49-F238E27FC236}">
                      <a16:creationId xmlns:a16="http://schemas.microsoft.com/office/drawing/2014/main" id="{2EBE1A87-EB01-31F0-98DD-4A563594E4B1}"/>
                    </a:ext>
                  </a:extLst>
                </p:cNvPr>
                <p:cNvPicPr>
                  <a:picLocks noChangeAspect="1"/>
                </p:cNvPicPr>
                <p:nvPr/>
              </p:nvPicPr>
              <p:blipFill>
                <a:blip r:embed="rId5">
                  <a:biLevel thresh="25000"/>
                  <a:extLst>
                    <a:ext uri="{28A0092B-C50C-407E-A947-70E740481C1C}">
                      <a14:useLocalDpi xmlns:a14="http://schemas.microsoft.com/office/drawing/2010/main" val="0"/>
                    </a:ext>
                  </a:extLst>
                </a:blip>
                <a:stretch>
                  <a:fillRect/>
                </a:stretch>
              </p:blipFill>
              <p:spPr>
                <a:xfrm>
                  <a:off x="10988360" y="1302517"/>
                  <a:ext cx="500867" cy="500867"/>
                </a:xfrm>
                <a:prstGeom prst="rect">
                  <a:avLst/>
                </a:prstGeom>
              </p:spPr>
            </p:pic>
          </p:grpSp>
          <p:sp>
            <p:nvSpPr>
              <p:cNvPr id="47" name="四角形: 角を丸くする 46">
                <a:extLst>
                  <a:ext uri="{FF2B5EF4-FFF2-40B4-BE49-F238E27FC236}">
                    <a16:creationId xmlns:a16="http://schemas.microsoft.com/office/drawing/2014/main" id="{CDC95BF8-5F4E-0580-6117-F8B0103C0EF7}"/>
                  </a:ext>
                </a:extLst>
              </p:cNvPr>
              <p:cNvSpPr/>
              <p:nvPr/>
            </p:nvSpPr>
            <p:spPr>
              <a:xfrm>
                <a:off x="9893147" y="1309944"/>
                <a:ext cx="1616504" cy="1286238"/>
              </a:xfrm>
              <a:prstGeom prst="roundRect">
                <a:avLst>
                  <a:gd name="adj" fmla="val 9570"/>
                </a:avLst>
              </a:prstGeom>
              <a:no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sp>
          <p:nvSpPr>
            <p:cNvPr id="24" name="テキスト ボックス 23">
              <a:extLst>
                <a:ext uri="{FF2B5EF4-FFF2-40B4-BE49-F238E27FC236}">
                  <a16:creationId xmlns:a16="http://schemas.microsoft.com/office/drawing/2014/main" id="{360CAF56-18BA-37D0-6648-43395784FC00}"/>
                </a:ext>
              </a:extLst>
            </p:cNvPr>
            <p:cNvSpPr txBox="1"/>
            <p:nvPr/>
          </p:nvSpPr>
          <p:spPr>
            <a:xfrm>
              <a:off x="8683485" y="540229"/>
              <a:ext cx="1928733" cy="461665"/>
            </a:xfrm>
            <a:prstGeom prst="rect">
              <a:avLst/>
            </a:prstGeom>
            <a:noFill/>
          </p:spPr>
          <p:txBody>
            <a:bodyPr wrap="none" rtlCol="0">
              <a:spAutoFit/>
            </a:bodyPr>
            <a:lstStyle/>
            <a:p>
              <a:pPr algn="ctr"/>
              <a:r>
                <a:rPr kumimoji="1" lang="en-US" altLang="ja-JP" sz="24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t>C</a:t>
              </a:r>
              <a:r>
                <a:rPr kumimoji="1" lang="ja-JP" altLang="en-US" sz="24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t>：イベント</a:t>
              </a:r>
            </a:p>
          </p:txBody>
        </p:sp>
        <p:sp>
          <p:nvSpPr>
            <p:cNvPr id="25" name="テキスト ボックス 24">
              <a:extLst>
                <a:ext uri="{FF2B5EF4-FFF2-40B4-BE49-F238E27FC236}">
                  <a16:creationId xmlns:a16="http://schemas.microsoft.com/office/drawing/2014/main" id="{5A24FF03-E760-44DE-5193-589990DDB9FA}"/>
                </a:ext>
              </a:extLst>
            </p:cNvPr>
            <p:cNvSpPr txBox="1"/>
            <p:nvPr/>
          </p:nvSpPr>
          <p:spPr>
            <a:xfrm>
              <a:off x="7776406" y="2915345"/>
              <a:ext cx="3179075" cy="707886"/>
            </a:xfrm>
            <a:prstGeom prst="rect">
              <a:avLst/>
            </a:prstGeom>
            <a:noFill/>
          </p:spPr>
          <p:txBody>
            <a:bodyPr wrap="none" rtlCol="0">
              <a:spAutoFit/>
            </a:bodyPr>
            <a:lstStyle/>
            <a:p>
              <a:r>
                <a:rPr lang="ja-JP" altLang="en-US" sz="20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t>成功：レア鉱石獲得</a:t>
              </a:r>
              <a:br>
                <a:rPr lang="en-US" altLang="ja-JP" sz="20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br>
              <a:r>
                <a:rPr lang="ja-JP" altLang="en-US" sz="20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t>失敗：前衛の</a:t>
              </a:r>
              <a:r>
                <a:rPr lang="en-US" altLang="ja-JP" sz="20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t>HP10</a:t>
              </a:r>
              <a:r>
                <a:rPr lang="ja-JP" altLang="en-US" sz="20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t>％減少</a:t>
              </a:r>
            </a:p>
          </p:txBody>
        </p:sp>
        <p:grpSp>
          <p:nvGrpSpPr>
            <p:cNvPr id="26" name="グループ化 25">
              <a:extLst>
                <a:ext uri="{FF2B5EF4-FFF2-40B4-BE49-F238E27FC236}">
                  <a16:creationId xmlns:a16="http://schemas.microsoft.com/office/drawing/2014/main" id="{A84C36CA-7D9C-0A12-B337-031E39664377}"/>
                </a:ext>
              </a:extLst>
            </p:cNvPr>
            <p:cNvGrpSpPr/>
            <p:nvPr/>
          </p:nvGrpSpPr>
          <p:grpSpPr>
            <a:xfrm>
              <a:off x="7776406" y="2344251"/>
              <a:ext cx="1814156" cy="458380"/>
              <a:chOff x="8430208" y="3788228"/>
              <a:chExt cx="2435291" cy="562947"/>
            </a:xfrm>
          </p:grpSpPr>
          <p:sp>
            <p:nvSpPr>
              <p:cNvPr id="44" name="四角形: 角を丸くする 43">
                <a:extLst>
                  <a:ext uri="{FF2B5EF4-FFF2-40B4-BE49-F238E27FC236}">
                    <a16:creationId xmlns:a16="http://schemas.microsoft.com/office/drawing/2014/main" id="{384CC50E-DF2E-4BE9-2F86-393C35311F48}"/>
                  </a:ext>
                </a:extLst>
              </p:cNvPr>
              <p:cNvSpPr/>
              <p:nvPr/>
            </p:nvSpPr>
            <p:spPr>
              <a:xfrm>
                <a:off x="8430208" y="3788228"/>
                <a:ext cx="2435291" cy="562947"/>
              </a:xfrm>
              <a:prstGeom prst="roundRect">
                <a:avLst>
                  <a:gd name="adj" fmla="val 9570"/>
                </a:avLst>
              </a:prstGeom>
              <a:solidFill>
                <a:schemeClr val="accent2">
                  <a:lumMod val="75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45" name="テキスト ボックス 44">
                <a:extLst>
                  <a:ext uri="{FF2B5EF4-FFF2-40B4-BE49-F238E27FC236}">
                    <a16:creationId xmlns:a16="http://schemas.microsoft.com/office/drawing/2014/main" id="{2DC4DEFB-48F2-6C12-F265-F9998B5897F3}"/>
                  </a:ext>
                </a:extLst>
              </p:cNvPr>
              <p:cNvSpPr txBox="1"/>
              <p:nvPr/>
            </p:nvSpPr>
            <p:spPr>
              <a:xfrm>
                <a:off x="8487795" y="3822855"/>
                <a:ext cx="2320116" cy="491384"/>
              </a:xfrm>
              <a:prstGeom prst="rect">
                <a:avLst/>
              </a:prstGeom>
              <a:noFill/>
            </p:spPr>
            <p:txBody>
              <a:bodyPr wrap="none" rtlCol="0">
                <a:spAutoFit/>
              </a:bodyPr>
              <a:lstStyle/>
              <a:p>
                <a:pPr algn="ctr"/>
                <a:r>
                  <a:rPr kumimoji="1" lang="ja-JP" altLang="en-US" sz="1400"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rPr>
                  <a:t>成功確率：</a:t>
                </a:r>
                <a:r>
                  <a:rPr kumimoji="1" lang="en-US" altLang="ja-JP" sz="2000"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rPr>
                  <a:t>000</a:t>
                </a:r>
                <a:r>
                  <a:rPr kumimoji="1" lang="ja-JP" altLang="en-US" sz="1400"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rPr>
                  <a:t>％</a:t>
                </a:r>
                <a:endParaRPr kumimoji="1" lang="ja-JP" altLang="en-US" sz="1600"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endParaRPr>
              </a:p>
            </p:txBody>
          </p:sp>
        </p:grpSp>
        <p:grpSp>
          <p:nvGrpSpPr>
            <p:cNvPr id="27" name="グループ化 26">
              <a:extLst>
                <a:ext uri="{FF2B5EF4-FFF2-40B4-BE49-F238E27FC236}">
                  <a16:creationId xmlns:a16="http://schemas.microsoft.com/office/drawing/2014/main" id="{EF0DA8B1-D193-526A-D7B8-C976378CEC2D}"/>
                </a:ext>
              </a:extLst>
            </p:cNvPr>
            <p:cNvGrpSpPr/>
            <p:nvPr/>
          </p:nvGrpSpPr>
          <p:grpSpPr>
            <a:xfrm>
              <a:off x="9597293" y="1418282"/>
              <a:ext cx="1963887" cy="1442837"/>
              <a:chOff x="9597293" y="1418282"/>
              <a:chExt cx="1963887" cy="1442837"/>
            </a:xfrm>
          </p:grpSpPr>
          <p:grpSp>
            <p:nvGrpSpPr>
              <p:cNvPr id="35" name="グループ化 34">
                <a:extLst>
                  <a:ext uri="{FF2B5EF4-FFF2-40B4-BE49-F238E27FC236}">
                    <a16:creationId xmlns:a16="http://schemas.microsoft.com/office/drawing/2014/main" id="{41E20211-08A4-7740-8CF7-ACBC00717DA0}"/>
                  </a:ext>
                </a:extLst>
              </p:cNvPr>
              <p:cNvGrpSpPr/>
              <p:nvPr/>
            </p:nvGrpSpPr>
            <p:grpSpPr>
              <a:xfrm>
                <a:off x="9597293" y="1418282"/>
                <a:ext cx="1928732" cy="1442837"/>
                <a:chOff x="9597293" y="1418282"/>
                <a:chExt cx="1928732" cy="1442837"/>
              </a:xfrm>
            </p:grpSpPr>
            <p:sp>
              <p:nvSpPr>
                <p:cNvPr id="40" name="四角形: 角を丸くする 39">
                  <a:extLst>
                    <a:ext uri="{FF2B5EF4-FFF2-40B4-BE49-F238E27FC236}">
                      <a16:creationId xmlns:a16="http://schemas.microsoft.com/office/drawing/2014/main" id="{A548AC58-0D36-E26E-B06D-67EBCE24A49B}"/>
                    </a:ext>
                  </a:extLst>
                </p:cNvPr>
                <p:cNvSpPr/>
                <p:nvPr/>
              </p:nvSpPr>
              <p:spPr>
                <a:xfrm>
                  <a:off x="9977188" y="1819713"/>
                  <a:ext cx="383582" cy="624067"/>
                </a:xfrm>
                <a:prstGeom prst="roundRect">
                  <a:avLst>
                    <a:gd name="adj" fmla="val 9570"/>
                  </a:avLst>
                </a:prstGeom>
                <a:solidFill>
                  <a:schemeClr val="accent1"/>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41" name="四角形: 角を丸くする 40">
                  <a:extLst>
                    <a:ext uri="{FF2B5EF4-FFF2-40B4-BE49-F238E27FC236}">
                      <a16:creationId xmlns:a16="http://schemas.microsoft.com/office/drawing/2014/main" id="{AA6F1E31-4B4A-51EF-5CD0-7EA8EB5F8462}"/>
                    </a:ext>
                  </a:extLst>
                </p:cNvPr>
                <p:cNvSpPr/>
                <p:nvPr/>
              </p:nvSpPr>
              <p:spPr>
                <a:xfrm>
                  <a:off x="10516126" y="1418282"/>
                  <a:ext cx="383582" cy="1025499"/>
                </a:xfrm>
                <a:prstGeom prst="roundRect">
                  <a:avLst>
                    <a:gd name="adj" fmla="val 9570"/>
                  </a:avLst>
                </a:prstGeom>
                <a:solidFill>
                  <a:schemeClr val="accent5"/>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42" name="四角形: 角を丸くする 41">
                  <a:extLst>
                    <a:ext uri="{FF2B5EF4-FFF2-40B4-BE49-F238E27FC236}">
                      <a16:creationId xmlns:a16="http://schemas.microsoft.com/office/drawing/2014/main" id="{10A973FC-1035-7B7C-65B8-8A83A2256E16}"/>
                    </a:ext>
                  </a:extLst>
                </p:cNvPr>
                <p:cNvSpPr/>
                <p:nvPr/>
              </p:nvSpPr>
              <p:spPr>
                <a:xfrm>
                  <a:off x="11058313" y="2064234"/>
                  <a:ext cx="383582" cy="369332"/>
                </a:xfrm>
                <a:prstGeom prst="roundRect">
                  <a:avLst>
                    <a:gd name="adj" fmla="val 9570"/>
                  </a:avLst>
                </a:prstGeom>
                <a:solidFill>
                  <a:schemeClr val="accent3"/>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43" name="矢印: 左 42">
                  <a:extLst>
                    <a:ext uri="{FF2B5EF4-FFF2-40B4-BE49-F238E27FC236}">
                      <a16:creationId xmlns:a16="http://schemas.microsoft.com/office/drawing/2014/main" id="{A077382E-C472-D8DA-D31E-93A236F0B5F1}"/>
                    </a:ext>
                  </a:extLst>
                </p:cNvPr>
                <p:cNvSpPr/>
                <p:nvPr/>
              </p:nvSpPr>
              <p:spPr>
                <a:xfrm>
                  <a:off x="9597293" y="2237052"/>
                  <a:ext cx="1928732" cy="624067"/>
                </a:xfrm>
                <a:prstGeom prst="leftArrow">
                  <a:avLst>
                    <a:gd name="adj1" fmla="val 65723"/>
                    <a:gd name="adj2" fmla="val 50000"/>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36" name="グループ化 35">
                <a:extLst>
                  <a:ext uri="{FF2B5EF4-FFF2-40B4-BE49-F238E27FC236}">
                    <a16:creationId xmlns:a16="http://schemas.microsoft.com/office/drawing/2014/main" id="{E6EADD88-9B7E-25E6-816C-87222D3D8412}"/>
                  </a:ext>
                </a:extLst>
              </p:cNvPr>
              <p:cNvGrpSpPr/>
              <p:nvPr/>
            </p:nvGrpSpPr>
            <p:grpSpPr>
              <a:xfrm>
                <a:off x="9854653" y="2362591"/>
                <a:ext cx="1706527" cy="379187"/>
                <a:chOff x="9816553" y="2362591"/>
                <a:chExt cx="1706527" cy="379187"/>
              </a:xfrm>
            </p:grpSpPr>
            <p:sp>
              <p:nvSpPr>
                <p:cNvPr id="37" name="テキスト ボックス 36">
                  <a:extLst>
                    <a:ext uri="{FF2B5EF4-FFF2-40B4-BE49-F238E27FC236}">
                      <a16:creationId xmlns:a16="http://schemas.microsoft.com/office/drawing/2014/main" id="{4CF44AAA-0234-35D3-EDB3-E0672330310E}"/>
                    </a:ext>
                  </a:extLst>
                </p:cNvPr>
                <p:cNvSpPr txBox="1"/>
                <p:nvPr/>
              </p:nvSpPr>
              <p:spPr>
                <a:xfrm>
                  <a:off x="9816553" y="2362591"/>
                  <a:ext cx="628650" cy="369332"/>
                </a:xfrm>
                <a:prstGeom prst="rect">
                  <a:avLst/>
                </a:prstGeom>
                <a:noFill/>
              </p:spPr>
              <p:txBody>
                <a:bodyPr wrap="square">
                  <a:spAutoFit/>
                </a:bodyPr>
                <a:lstStyle/>
                <a:p>
                  <a:pPr algn="ctr"/>
                  <a:r>
                    <a:rPr lang="ja-JP" altLang="en-US"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rPr>
                    <a:t>〇</a:t>
                  </a:r>
                  <a:endParaRPr kumimoji="1" lang="en-US" altLang="ja-JP" sz="1800"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endParaRPr>
                </a:p>
              </p:txBody>
            </p:sp>
            <p:sp>
              <p:nvSpPr>
                <p:cNvPr id="38" name="テキスト ボックス 37">
                  <a:extLst>
                    <a:ext uri="{FF2B5EF4-FFF2-40B4-BE49-F238E27FC236}">
                      <a16:creationId xmlns:a16="http://schemas.microsoft.com/office/drawing/2014/main" id="{CE66775A-DDEC-0318-D385-A185246FC1B6}"/>
                    </a:ext>
                  </a:extLst>
                </p:cNvPr>
                <p:cNvSpPr txBox="1"/>
                <p:nvPr/>
              </p:nvSpPr>
              <p:spPr>
                <a:xfrm>
                  <a:off x="10355492" y="2372446"/>
                  <a:ext cx="628650" cy="369332"/>
                </a:xfrm>
                <a:prstGeom prst="rect">
                  <a:avLst/>
                </a:prstGeom>
                <a:noFill/>
              </p:spPr>
              <p:txBody>
                <a:bodyPr wrap="square">
                  <a:spAutoFit/>
                </a:bodyPr>
                <a:lstStyle/>
                <a:p>
                  <a:pPr algn="ctr"/>
                  <a:r>
                    <a:rPr lang="ja-JP" altLang="en-US"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rPr>
                    <a:t>◎</a:t>
                  </a:r>
                  <a:endParaRPr kumimoji="1" lang="en-US" altLang="ja-JP" sz="1800"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endParaRPr>
                </a:p>
              </p:txBody>
            </p:sp>
            <p:sp>
              <p:nvSpPr>
                <p:cNvPr id="39" name="テキスト ボックス 38">
                  <a:extLst>
                    <a:ext uri="{FF2B5EF4-FFF2-40B4-BE49-F238E27FC236}">
                      <a16:creationId xmlns:a16="http://schemas.microsoft.com/office/drawing/2014/main" id="{71D1B09F-6806-03E8-EAEF-0C52678FF731}"/>
                    </a:ext>
                  </a:extLst>
                </p:cNvPr>
                <p:cNvSpPr txBox="1"/>
                <p:nvPr/>
              </p:nvSpPr>
              <p:spPr>
                <a:xfrm>
                  <a:off x="10894430" y="2372446"/>
                  <a:ext cx="628650" cy="369332"/>
                </a:xfrm>
                <a:prstGeom prst="rect">
                  <a:avLst/>
                </a:prstGeom>
                <a:noFill/>
              </p:spPr>
              <p:txBody>
                <a:bodyPr wrap="square">
                  <a:spAutoFit/>
                </a:bodyPr>
                <a:lstStyle/>
                <a:p>
                  <a:pPr algn="ctr"/>
                  <a:r>
                    <a:rPr lang="en-US" altLang="ja-JP"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rPr>
                    <a:t>×</a:t>
                  </a:r>
                  <a:endParaRPr kumimoji="1" lang="en-US" altLang="ja-JP" sz="1800"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endParaRPr>
                </a:p>
              </p:txBody>
            </p:sp>
          </p:grpSp>
        </p:grpSp>
        <p:cxnSp>
          <p:nvCxnSpPr>
            <p:cNvPr id="28" name="直線コネクタ 27">
              <a:extLst>
                <a:ext uri="{FF2B5EF4-FFF2-40B4-BE49-F238E27FC236}">
                  <a16:creationId xmlns:a16="http://schemas.microsoft.com/office/drawing/2014/main" id="{D61D3EE6-9438-4A46-915B-2FE1A5138380}"/>
                </a:ext>
              </a:extLst>
            </p:cNvPr>
            <p:cNvCxnSpPr>
              <a:cxnSpLocks/>
            </p:cNvCxnSpPr>
            <p:nvPr/>
          </p:nvCxnSpPr>
          <p:spPr>
            <a:xfrm>
              <a:off x="9985573" y="1698171"/>
              <a:ext cx="349052" cy="0"/>
            </a:xfrm>
            <a:prstGeom prst="line">
              <a:avLst/>
            </a:prstGeom>
            <a:ln w="38100" cap="rnd">
              <a:solidFill>
                <a:schemeClr val="accent2">
                  <a:lumMod val="75000"/>
                </a:schemeClr>
              </a:solidFill>
              <a:round/>
            </a:ln>
          </p:spPr>
          <p:style>
            <a:lnRef idx="2">
              <a:schemeClr val="accent1"/>
            </a:lnRef>
            <a:fillRef idx="0">
              <a:schemeClr val="accent1"/>
            </a:fillRef>
            <a:effectRef idx="1">
              <a:schemeClr val="accent1"/>
            </a:effectRef>
            <a:fontRef idx="minor">
              <a:schemeClr val="tx1"/>
            </a:fontRef>
          </p:style>
        </p:cxnSp>
        <p:cxnSp>
          <p:nvCxnSpPr>
            <p:cNvPr id="29" name="直線コネクタ 28">
              <a:extLst>
                <a:ext uri="{FF2B5EF4-FFF2-40B4-BE49-F238E27FC236}">
                  <a16:creationId xmlns:a16="http://schemas.microsoft.com/office/drawing/2014/main" id="{7A80B3D3-7D2F-5AE2-468E-DC3A4AEFB938}"/>
                </a:ext>
              </a:extLst>
            </p:cNvPr>
            <p:cNvCxnSpPr>
              <a:cxnSpLocks/>
            </p:cNvCxnSpPr>
            <p:nvPr/>
          </p:nvCxnSpPr>
          <p:spPr>
            <a:xfrm>
              <a:off x="10522081" y="1555296"/>
              <a:ext cx="349052" cy="0"/>
            </a:xfrm>
            <a:prstGeom prst="line">
              <a:avLst/>
            </a:prstGeom>
            <a:ln w="38100" cap="rnd">
              <a:solidFill>
                <a:schemeClr val="accent2">
                  <a:lumMod val="75000"/>
                </a:schemeClr>
              </a:solidFill>
              <a:round/>
            </a:ln>
          </p:spPr>
          <p:style>
            <a:lnRef idx="2">
              <a:schemeClr val="accent1"/>
            </a:lnRef>
            <a:fillRef idx="0">
              <a:schemeClr val="accent1"/>
            </a:fillRef>
            <a:effectRef idx="1">
              <a:schemeClr val="accent1"/>
            </a:effectRef>
            <a:fontRef idx="minor">
              <a:schemeClr val="tx1"/>
            </a:fontRef>
          </p:style>
        </p:cxnSp>
        <p:cxnSp>
          <p:nvCxnSpPr>
            <p:cNvPr id="30" name="直線コネクタ 29">
              <a:extLst>
                <a:ext uri="{FF2B5EF4-FFF2-40B4-BE49-F238E27FC236}">
                  <a16:creationId xmlns:a16="http://schemas.microsoft.com/office/drawing/2014/main" id="{624F2B64-32C3-E6AE-1956-2DB0FD248ACC}"/>
                </a:ext>
              </a:extLst>
            </p:cNvPr>
            <p:cNvCxnSpPr>
              <a:cxnSpLocks/>
            </p:cNvCxnSpPr>
            <p:nvPr/>
          </p:nvCxnSpPr>
          <p:spPr>
            <a:xfrm>
              <a:off x="11064268" y="1831959"/>
              <a:ext cx="349052" cy="0"/>
            </a:xfrm>
            <a:prstGeom prst="line">
              <a:avLst/>
            </a:prstGeom>
            <a:ln w="38100" cap="rnd">
              <a:solidFill>
                <a:schemeClr val="accent2">
                  <a:lumMod val="75000"/>
                </a:schemeClr>
              </a:solidFill>
              <a:round/>
            </a:ln>
          </p:spPr>
          <p:style>
            <a:lnRef idx="2">
              <a:schemeClr val="accent1"/>
            </a:lnRef>
            <a:fillRef idx="0">
              <a:schemeClr val="accent1"/>
            </a:fillRef>
            <a:effectRef idx="1">
              <a:schemeClr val="accent1"/>
            </a:effectRef>
            <a:fontRef idx="minor">
              <a:schemeClr val="tx1"/>
            </a:fontRef>
          </p:style>
        </p:cxnSp>
        <p:pic>
          <p:nvPicPr>
            <p:cNvPr id="31" name="図 30" descr="アイコン&#10;&#10;AI 生成コンテンツは誤りを含む可能性があります。">
              <a:extLst>
                <a:ext uri="{FF2B5EF4-FFF2-40B4-BE49-F238E27FC236}">
                  <a16:creationId xmlns:a16="http://schemas.microsoft.com/office/drawing/2014/main" id="{20B609F8-A516-3DAA-21DB-51904742C952}"/>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0544701" y="2048755"/>
              <a:ext cx="325977" cy="244483"/>
            </a:xfrm>
            <a:prstGeom prst="rect">
              <a:avLst/>
            </a:prstGeom>
          </p:spPr>
        </p:pic>
        <p:pic>
          <p:nvPicPr>
            <p:cNvPr id="32" name="図 31" descr="花 が含まれている画像&#10;&#10;AI 生成コンテンツは誤りを含む可能性があります。">
              <a:extLst>
                <a:ext uri="{FF2B5EF4-FFF2-40B4-BE49-F238E27FC236}">
                  <a16:creationId xmlns:a16="http://schemas.microsoft.com/office/drawing/2014/main" id="{D16F1BBA-EBE9-1570-D2A8-D8B10B9B6039}"/>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10916021" y="1932978"/>
              <a:ext cx="658023" cy="438682"/>
            </a:xfrm>
            <a:prstGeom prst="rect">
              <a:avLst/>
            </a:prstGeom>
          </p:spPr>
        </p:pic>
        <p:pic>
          <p:nvPicPr>
            <p:cNvPr id="33" name="図 32" descr="アイコン&#10;&#10;AI 生成コンテンツは誤りを含む可能性があります。">
              <a:extLst>
                <a:ext uri="{FF2B5EF4-FFF2-40B4-BE49-F238E27FC236}">
                  <a16:creationId xmlns:a16="http://schemas.microsoft.com/office/drawing/2014/main" id="{40624078-29B2-F673-B66D-743DA6059A7F}"/>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893140" y="1145227"/>
              <a:ext cx="1522652" cy="1141991"/>
            </a:xfrm>
            <a:prstGeom prst="rect">
              <a:avLst/>
            </a:prstGeom>
          </p:spPr>
        </p:pic>
        <p:pic>
          <p:nvPicPr>
            <p:cNvPr id="34" name="図 33" descr="アイコン&#10;&#10;AI 生成コンテンツは誤りを含む可能性があります。">
              <a:extLst>
                <a:ext uri="{FF2B5EF4-FFF2-40B4-BE49-F238E27FC236}">
                  <a16:creationId xmlns:a16="http://schemas.microsoft.com/office/drawing/2014/main" id="{42A8C36D-0A16-F405-D075-AD6C509499FF}"/>
                </a:ext>
              </a:extLst>
            </p:cNvPr>
            <p:cNvPicPr>
              <a:picLocks noChangeAspect="1"/>
            </p:cNvPicPr>
            <p:nvPr/>
          </p:nvPicPr>
          <p:blipFill>
            <a:blip r:embed="rId8">
              <a:extLst>
                <a:ext uri="{BEBA8EAE-BF5A-486C-A8C5-ECC9F3942E4B}">
                  <a14:imgProps xmlns:a14="http://schemas.microsoft.com/office/drawing/2010/main">
                    <a14:imgLayer r:embed="rId9">
                      <a14:imgEffect>
                        <a14:backgroundRemoval t="10000" b="90000" l="10000" r="90000"/>
                      </a14:imgEffect>
                    </a14:imgLayer>
                  </a14:imgProps>
                </a:ext>
                <a:ext uri="{28A0092B-C50C-407E-A947-70E740481C1C}">
                  <a14:useLocalDpi xmlns:a14="http://schemas.microsoft.com/office/drawing/2010/main" val="0"/>
                </a:ext>
              </a:extLst>
            </a:blip>
            <a:stretch>
              <a:fillRect/>
            </a:stretch>
          </p:blipFill>
          <p:spPr>
            <a:xfrm>
              <a:off x="9933900" y="1909952"/>
              <a:ext cx="484734" cy="484734"/>
            </a:xfrm>
            <a:prstGeom prst="rect">
              <a:avLst/>
            </a:prstGeom>
          </p:spPr>
        </p:pic>
      </p:grpSp>
      <p:sp>
        <p:nvSpPr>
          <p:cNvPr id="50" name="吹き出し: 円形 49">
            <a:extLst>
              <a:ext uri="{FF2B5EF4-FFF2-40B4-BE49-F238E27FC236}">
                <a16:creationId xmlns:a16="http://schemas.microsoft.com/office/drawing/2014/main" id="{51CF2A0F-8A49-7E53-5C60-DDABE784EB0D}"/>
              </a:ext>
            </a:extLst>
          </p:cNvPr>
          <p:cNvSpPr/>
          <p:nvPr/>
        </p:nvSpPr>
        <p:spPr>
          <a:xfrm>
            <a:off x="7658100" y="3889667"/>
            <a:ext cx="575506" cy="424829"/>
          </a:xfrm>
          <a:prstGeom prst="wedgeEllipseCallout">
            <a:avLst>
              <a:gd name="adj1" fmla="val 70195"/>
              <a:gd name="adj2" fmla="val 17659"/>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3200" b="1" dirty="0">
              <a:solidFill>
                <a:schemeClr val="accent1"/>
              </a:solidFill>
              <a:latin typeface="Cambria Math" panose="02040503050406030204" pitchFamily="18" charset="0"/>
            </a:endParaRPr>
          </a:p>
        </p:txBody>
      </p:sp>
      <p:sp>
        <p:nvSpPr>
          <p:cNvPr id="51" name="乗算記号 50">
            <a:extLst>
              <a:ext uri="{FF2B5EF4-FFF2-40B4-BE49-F238E27FC236}">
                <a16:creationId xmlns:a16="http://schemas.microsoft.com/office/drawing/2014/main" id="{4D8FBB28-8732-FA13-FA00-3E3D295679C5}"/>
              </a:ext>
            </a:extLst>
          </p:cNvPr>
          <p:cNvSpPr/>
          <p:nvPr/>
        </p:nvSpPr>
        <p:spPr>
          <a:xfrm>
            <a:off x="7717253" y="3875508"/>
            <a:ext cx="457200" cy="457200"/>
          </a:xfrm>
          <a:prstGeom prst="mathMultiply">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52" name="グループ化 51">
            <a:extLst>
              <a:ext uri="{FF2B5EF4-FFF2-40B4-BE49-F238E27FC236}">
                <a16:creationId xmlns:a16="http://schemas.microsoft.com/office/drawing/2014/main" id="{EE343EF9-A1B2-0476-3B29-1BDBE7187797}"/>
              </a:ext>
            </a:extLst>
          </p:cNvPr>
          <p:cNvGrpSpPr/>
          <p:nvPr/>
        </p:nvGrpSpPr>
        <p:grpSpPr>
          <a:xfrm>
            <a:off x="2364011" y="1471079"/>
            <a:ext cx="3006824" cy="3613628"/>
            <a:chOff x="2364011" y="1471079"/>
            <a:chExt cx="3006824" cy="3613628"/>
          </a:xfrm>
        </p:grpSpPr>
        <p:sp>
          <p:nvSpPr>
            <p:cNvPr id="53" name="楕円 52">
              <a:extLst>
                <a:ext uri="{FF2B5EF4-FFF2-40B4-BE49-F238E27FC236}">
                  <a16:creationId xmlns:a16="http://schemas.microsoft.com/office/drawing/2014/main" id="{7E7717A4-16CD-1A00-B0BB-1C98C922B261}"/>
                </a:ext>
              </a:extLst>
            </p:cNvPr>
            <p:cNvSpPr/>
            <p:nvPr/>
          </p:nvSpPr>
          <p:spPr>
            <a:xfrm>
              <a:off x="3799117" y="4100801"/>
              <a:ext cx="418322" cy="418322"/>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54" name="図 53" descr="図形&#10;&#10;AI 生成コンテンツは誤りを含む可能性があります。">
              <a:extLst>
                <a:ext uri="{FF2B5EF4-FFF2-40B4-BE49-F238E27FC236}">
                  <a16:creationId xmlns:a16="http://schemas.microsoft.com/office/drawing/2014/main" id="{4535F322-F045-41EE-FBB3-4381443383C2}"/>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808448" y="4094789"/>
              <a:ext cx="418321" cy="418321"/>
            </a:xfrm>
            <a:prstGeom prst="rect">
              <a:avLst/>
            </a:prstGeom>
          </p:spPr>
        </p:pic>
        <p:pic>
          <p:nvPicPr>
            <p:cNvPr id="55" name="図 54" descr="ロゴ&#10;&#10;AI 生成コンテンツは誤りを含む可能性があります。">
              <a:extLst>
                <a:ext uri="{FF2B5EF4-FFF2-40B4-BE49-F238E27FC236}">
                  <a16:creationId xmlns:a16="http://schemas.microsoft.com/office/drawing/2014/main" id="{4B3B157A-8B3D-DA8D-1AB3-8A0D1D6BD929}"/>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3647706" y="1976384"/>
              <a:ext cx="418321" cy="187684"/>
            </a:xfrm>
            <a:prstGeom prst="rect">
              <a:avLst/>
            </a:prstGeom>
          </p:spPr>
        </p:pic>
        <p:pic>
          <p:nvPicPr>
            <p:cNvPr id="56" name="図 55" descr="ロゴ&#10;&#10;AI 生成コンテンツは誤りを含む可能性があります。">
              <a:extLst>
                <a:ext uri="{FF2B5EF4-FFF2-40B4-BE49-F238E27FC236}">
                  <a16:creationId xmlns:a16="http://schemas.microsoft.com/office/drawing/2014/main" id="{4F492406-C8D3-DE92-6376-8ED1E4CB879A}"/>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2452568" y="1471079"/>
              <a:ext cx="418321" cy="187684"/>
            </a:xfrm>
            <a:prstGeom prst="rect">
              <a:avLst/>
            </a:prstGeom>
          </p:spPr>
        </p:pic>
        <p:pic>
          <p:nvPicPr>
            <p:cNvPr id="57" name="図 56" descr="ロゴ&#10;&#10;AI 生成コンテンツは誤りを含む可能性があります。">
              <a:extLst>
                <a:ext uri="{FF2B5EF4-FFF2-40B4-BE49-F238E27FC236}">
                  <a16:creationId xmlns:a16="http://schemas.microsoft.com/office/drawing/2014/main" id="{0BC1B69E-F7BD-C8E0-85CE-4336CBD87C11}"/>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4766201" y="4693939"/>
              <a:ext cx="418321" cy="187684"/>
            </a:xfrm>
            <a:prstGeom prst="rect">
              <a:avLst/>
            </a:prstGeom>
          </p:spPr>
        </p:pic>
        <p:pic>
          <p:nvPicPr>
            <p:cNvPr id="58" name="図 57" descr="テキスト が含まれている画像&#10;&#10;AI 生成コンテンツは誤りを含む可能性があります。">
              <a:extLst>
                <a:ext uri="{FF2B5EF4-FFF2-40B4-BE49-F238E27FC236}">
                  <a16:creationId xmlns:a16="http://schemas.microsoft.com/office/drawing/2014/main" id="{FEBB62D5-8696-DB48-4DCC-F77DAEF32CB9}"/>
                </a:ext>
              </a:extLst>
            </p:cNvPr>
            <p:cNvPicPr>
              <a:picLocks noChangeAspect="1"/>
            </p:cNvPicPr>
            <p:nvPr/>
          </p:nvPicPr>
          <p:blipFill>
            <a:blip r:embed="rId11">
              <a:extLst>
                <a:ext uri="{28A0092B-C50C-407E-A947-70E740481C1C}">
                  <a14:useLocalDpi xmlns:a14="http://schemas.microsoft.com/office/drawing/2010/main" val="0"/>
                </a:ext>
              </a:extLst>
            </a:blip>
            <a:srcRect l="51989" t="22679" r="26797" b="50636"/>
            <a:stretch>
              <a:fillRect/>
            </a:stretch>
          </p:blipFill>
          <p:spPr>
            <a:xfrm>
              <a:off x="2726897" y="2266336"/>
              <a:ext cx="338886" cy="321555"/>
            </a:xfrm>
            <a:prstGeom prst="rect">
              <a:avLst/>
            </a:prstGeom>
          </p:spPr>
        </p:pic>
        <p:pic>
          <p:nvPicPr>
            <p:cNvPr id="59" name="図 58" descr="テキスト が含まれている画像&#10;&#10;AI 生成コンテンツは誤りを含む可能性があります。">
              <a:extLst>
                <a:ext uri="{FF2B5EF4-FFF2-40B4-BE49-F238E27FC236}">
                  <a16:creationId xmlns:a16="http://schemas.microsoft.com/office/drawing/2014/main" id="{2025035A-F433-7770-3971-E39A98821C73}"/>
                </a:ext>
              </a:extLst>
            </p:cNvPr>
            <p:cNvPicPr>
              <a:picLocks noChangeAspect="1"/>
            </p:cNvPicPr>
            <p:nvPr/>
          </p:nvPicPr>
          <p:blipFill>
            <a:blip r:embed="rId11">
              <a:extLst>
                <a:ext uri="{28A0092B-C50C-407E-A947-70E740481C1C}">
                  <a14:useLocalDpi xmlns:a14="http://schemas.microsoft.com/office/drawing/2010/main" val="0"/>
                </a:ext>
              </a:extLst>
            </a:blip>
            <a:srcRect l="51989" t="22679" r="26797" b="50636"/>
            <a:stretch>
              <a:fillRect/>
            </a:stretch>
          </p:blipFill>
          <p:spPr>
            <a:xfrm>
              <a:off x="3056158" y="3627450"/>
              <a:ext cx="338886" cy="321555"/>
            </a:xfrm>
            <a:prstGeom prst="rect">
              <a:avLst/>
            </a:prstGeom>
          </p:spPr>
        </p:pic>
        <p:pic>
          <p:nvPicPr>
            <p:cNvPr id="60" name="図 59" descr="アイコン&#10;&#10;AI 生成コンテンツは誤りを含む可能性があります。">
              <a:extLst>
                <a:ext uri="{FF2B5EF4-FFF2-40B4-BE49-F238E27FC236}">
                  <a16:creationId xmlns:a16="http://schemas.microsoft.com/office/drawing/2014/main" id="{2EAADB4D-EC71-C048-F84A-15F0E30FBC45}"/>
                </a:ext>
              </a:extLst>
            </p:cNvPr>
            <p:cNvPicPr>
              <a:picLocks noChangeAspect="1"/>
            </p:cNvPicPr>
            <p:nvPr/>
          </p:nvPicPr>
          <p:blipFill>
            <a:blip r:embed="rId12">
              <a:extLst>
                <a:ext uri="{BEBA8EAE-BF5A-486C-A8C5-ECC9F3942E4B}">
                  <a14:imgProps xmlns:a14="http://schemas.microsoft.com/office/drawing/2010/main">
                    <a14:imgLayer r:embed="rId13">
                      <a14:imgEffect>
                        <a14:backgroundRemoval t="10000" b="90000" l="10000" r="90000">
                          <a14:foregroundMark x1="52930" y1="26285" x2="63018" y2="25153"/>
                          <a14:foregroundMark x1="35146" y1="28280" x2="44051" y2="27281"/>
                          <a14:foregroundMark x1="63018" y1="25153" x2="67369" y2="37458"/>
                          <a14:foregroundMark x1="67369" y1="37458" x2="53637" y2="54997"/>
                          <a14:foregroundMark x1="52494" y1="67245" x2="51462" y2="78314"/>
                          <a14:foregroundMark x1="53637" y1="54997" x2="52984" y2="61999"/>
                          <a14:foregroundMark x1="53161" y1="53841" x2="57512" y2="38817"/>
                          <a14:foregroundMark x1="57512" y1="38817" x2="65806" y2="28892"/>
                          <a14:foregroundMark x1="65806" y1="28892" x2="66010" y2="28892"/>
                          <a14:foregroundMark x1="34262" y1="30659" x2="47247" y2="21482"/>
                          <a14:foregroundMark x1="47247" y1="21482" x2="58192" y2="21686"/>
                          <a14:foregroundMark x1="58192" y1="21686" x2="70428" y2="35418"/>
                          <a14:foregroundMark x1="70428" y1="35418" x2="57036" y2="44392"/>
                          <a14:foregroundMark x1="57036" y1="44392" x2="51666" y2="54181"/>
                          <a14:foregroundMark x1="51666" y1="54181" x2="48199" y2="55133"/>
                          <a14:foregroundMark x1="48878" y1="80014" x2="58150" y2="81212"/>
                          <a14:foregroundMark x1="57914" y1="81609" x2="48266" y2="81713"/>
                          <a14:foregroundMark x1="48266" y1="81713" x2="49082" y2="77634"/>
                          <a14:foregroundMark x1="47587" y1="81713" x2="41128" y2="72808"/>
                          <a14:foregroundMark x1="41128" y1="72808" x2="48199" y2="82393"/>
                          <a14:foregroundMark x1="34058" y1="36438" x2="29534" y2="26583"/>
                          <a14:foregroundMark x1="30393" y1="24621" x2="39769" y2="17335"/>
                          <a14:foregroundMark x1="39769" y1="17335" x2="50918" y2="17675"/>
                          <a14:foregroundMark x1="50918" y1="17675" x2="64718" y2="23725"/>
                          <a14:foregroundMark x1="64718" y1="23725" x2="43168" y2="17743"/>
                          <a14:foregroundMark x1="43168" y1="17743" x2="47791" y2="17743"/>
                          <a14:backgroundMark x1="22230" y1="25017" x2="22502" y2="60775"/>
                          <a14:backgroundMark x1="22502" y1="60775" x2="36302" y2="57240"/>
                          <a14:backgroundMark x1="36302" y1="57240" x2="39973" y2="44935"/>
                          <a14:backgroundMark x1="39973" y1="44935" x2="49218" y2="36166"/>
                          <a14:backgroundMark x1="49218" y1="36166" x2="49490" y2="34738"/>
                          <a14:backgroundMark x1="44324" y1="66485" x2="60639" y2="66077"/>
                          <a14:backgroundMark x1="60639" y1="66077" x2="62135" y2="66077"/>
                          <a14:backgroundMark x1="48674" y1="64990" x2="64514" y2="64990"/>
                          <a14:backgroundMark x1="60843" y1="79538" x2="59619" y2="83005"/>
                          <a14:backgroundMark x1="58736" y1="81917" x2="58736" y2="80625"/>
                          <a14:backgroundMark x1="57852" y1="81713" x2="61523" y2="81305"/>
                          <a14:backgroundMark x1="52277" y1="61999" x2="52277" y2="64990"/>
                          <a14:backgroundMark x1="46091" y1="26581" x2="53161" y2="25901"/>
                          <a14:backgroundMark x1="45207" y1="26581" x2="45207" y2="28688"/>
                          <a14:backgroundMark x1="29980" y1="26105" x2="25017" y2="23114"/>
                          <a14:backgroundMark x1="30795" y1="25493" x2="28892" y2="24201"/>
                        </a14:backgroundRemoval>
                      </a14:imgEffect>
                    </a14:imgLayer>
                  </a14:imgProps>
                </a:ext>
                <a:ext uri="{28A0092B-C50C-407E-A947-70E740481C1C}">
                  <a14:useLocalDpi xmlns:a14="http://schemas.microsoft.com/office/drawing/2010/main" val="0"/>
                </a:ext>
              </a:extLst>
            </a:blip>
            <a:stretch>
              <a:fillRect/>
            </a:stretch>
          </p:blipFill>
          <p:spPr>
            <a:xfrm>
              <a:off x="4863634" y="1581066"/>
              <a:ext cx="444668" cy="444668"/>
            </a:xfrm>
            <a:prstGeom prst="rect">
              <a:avLst/>
            </a:prstGeom>
          </p:spPr>
        </p:pic>
        <p:pic>
          <p:nvPicPr>
            <p:cNvPr id="61" name="図 60" descr="アイコン&#10;&#10;AI 生成コンテンツは誤りを含む可能性があります。">
              <a:extLst>
                <a:ext uri="{FF2B5EF4-FFF2-40B4-BE49-F238E27FC236}">
                  <a16:creationId xmlns:a16="http://schemas.microsoft.com/office/drawing/2014/main" id="{1D7F4AE9-9166-981C-5012-9D68340932AB}"/>
                </a:ext>
              </a:extLst>
            </p:cNvPr>
            <p:cNvPicPr>
              <a:picLocks noChangeAspect="1"/>
            </p:cNvPicPr>
            <p:nvPr/>
          </p:nvPicPr>
          <p:blipFill>
            <a:blip r:embed="rId12">
              <a:extLst>
                <a:ext uri="{BEBA8EAE-BF5A-486C-A8C5-ECC9F3942E4B}">
                  <a14:imgProps xmlns:a14="http://schemas.microsoft.com/office/drawing/2010/main">
                    <a14:imgLayer r:embed="rId13">
                      <a14:imgEffect>
                        <a14:backgroundRemoval t="10000" b="90000" l="10000" r="90000">
                          <a14:foregroundMark x1="52930" y1="26285" x2="63018" y2="25153"/>
                          <a14:foregroundMark x1="35146" y1="28280" x2="44051" y2="27281"/>
                          <a14:foregroundMark x1="63018" y1="25153" x2="67369" y2="37458"/>
                          <a14:foregroundMark x1="67369" y1="37458" x2="53637" y2="54997"/>
                          <a14:foregroundMark x1="52494" y1="67245" x2="51462" y2="78314"/>
                          <a14:foregroundMark x1="53637" y1="54997" x2="52984" y2="61999"/>
                          <a14:foregroundMark x1="53161" y1="53841" x2="57512" y2="38817"/>
                          <a14:foregroundMark x1="57512" y1="38817" x2="65806" y2="28892"/>
                          <a14:foregroundMark x1="65806" y1="28892" x2="66010" y2="28892"/>
                          <a14:foregroundMark x1="34262" y1="30659" x2="47247" y2="21482"/>
                          <a14:foregroundMark x1="47247" y1="21482" x2="58192" y2="21686"/>
                          <a14:foregroundMark x1="58192" y1="21686" x2="70428" y2="35418"/>
                          <a14:foregroundMark x1="70428" y1="35418" x2="57036" y2="44392"/>
                          <a14:foregroundMark x1="57036" y1="44392" x2="51666" y2="54181"/>
                          <a14:foregroundMark x1="51666" y1="54181" x2="48199" y2="55133"/>
                          <a14:foregroundMark x1="48878" y1="80014" x2="58150" y2="81212"/>
                          <a14:foregroundMark x1="57914" y1="81609" x2="48266" y2="81713"/>
                          <a14:foregroundMark x1="48266" y1="81713" x2="49082" y2="77634"/>
                          <a14:foregroundMark x1="47587" y1="81713" x2="41128" y2="72808"/>
                          <a14:foregroundMark x1="41128" y1="72808" x2="48199" y2="82393"/>
                          <a14:foregroundMark x1="34058" y1="36438" x2="29534" y2="26583"/>
                          <a14:foregroundMark x1="30393" y1="24621" x2="39769" y2="17335"/>
                          <a14:foregroundMark x1="39769" y1="17335" x2="50918" y2="17675"/>
                          <a14:foregroundMark x1="50918" y1="17675" x2="64718" y2="23725"/>
                          <a14:foregroundMark x1="64718" y1="23725" x2="43168" y2="17743"/>
                          <a14:foregroundMark x1="43168" y1="17743" x2="47791" y2="17743"/>
                          <a14:backgroundMark x1="22230" y1="25017" x2="22502" y2="60775"/>
                          <a14:backgroundMark x1="22502" y1="60775" x2="36302" y2="57240"/>
                          <a14:backgroundMark x1="36302" y1="57240" x2="39973" y2="44935"/>
                          <a14:backgroundMark x1="39973" y1="44935" x2="49218" y2="36166"/>
                          <a14:backgroundMark x1="49218" y1="36166" x2="49490" y2="34738"/>
                          <a14:backgroundMark x1="44324" y1="66485" x2="60639" y2="66077"/>
                          <a14:backgroundMark x1="60639" y1="66077" x2="62135" y2="66077"/>
                          <a14:backgroundMark x1="48674" y1="64990" x2="64514" y2="64990"/>
                          <a14:backgroundMark x1="60843" y1="79538" x2="59619" y2="83005"/>
                          <a14:backgroundMark x1="58736" y1="81917" x2="58736" y2="80625"/>
                          <a14:backgroundMark x1="57852" y1="81713" x2="61523" y2="81305"/>
                          <a14:backgroundMark x1="52277" y1="61999" x2="52277" y2="64990"/>
                          <a14:backgroundMark x1="46091" y1="26581" x2="53161" y2="25901"/>
                          <a14:backgroundMark x1="45207" y1="26581" x2="45207" y2="28688"/>
                          <a14:backgroundMark x1="29980" y1="26105" x2="25017" y2="23114"/>
                          <a14:backgroundMark x1="30795" y1="25493" x2="28892" y2="24201"/>
                        </a14:backgroundRemoval>
                      </a14:imgEffect>
                    </a14:imgLayer>
                  </a14:imgProps>
                </a:ext>
                <a:ext uri="{28A0092B-C50C-407E-A947-70E740481C1C}">
                  <a14:useLocalDpi xmlns:a14="http://schemas.microsoft.com/office/drawing/2010/main" val="0"/>
                </a:ext>
              </a:extLst>
            </a:blip>
            <a:stretch>
              <a:fillRect/>
            </a:stretch>
          </p:blipFill>
          <p:spPr>
            <a:xfrm>
              <a:off x="4926167" y="3561834"/>
              <a:ext cx="444668" cy="444668"/>
            </a:xfrm>
            <a:prstGeom prst="rect">
              <a:avLst/>
            </a:prstGeom>
          </p:spPr>
        </p:pic>
        <p:pic>
          <p:nvPicPr>
            <p:cNvPr id="62" name="図 61" descr="アイコン&#10;&#10;AI 生成コンテンツは誤りを含む可能性があります。">
              <a:extLst>
                <a:ext uri="{FF2B5EF4-FFF2-40B4-BE49-F238E27FC236}">
                  <a16:creationId xmlns:a16="http://schemas.microsoft.com/office/drawing/2014/main" id="{A9F317D6-A958-6370-B96B-5C54855CE447}"/>
                </a:ext>
              </a:extLst>
            </p:cNvPr>
            <p:cNvPicPr>
              <a:picLocks noChangeAspect="1"/>
            </p:cNvPicPr>
            <p:nvPr/>
          </p:nvPicPr>
          <p:blipFill>
            <a:blip r:embed="rId12">
              <a:extLst>
                <a:ext uri="{BEBA8EAE-BF5A-486C-A8C5-ECC9F3942E4B}">
                  <a14:imgProps xmlns:a14="http://schemas.microsoft.com/office/drawing/2010/main">
                    <a14:imgLayer r:embed="rId13">
                      <a14:imgEffect>
                        <a14:backgroundRemoval t="10000" b="90000" l="10000" r="90000">
                          <a14:foregroundMark x1="52930" y1="26285" x2="63018" y2="25153"/>
                          <a14:foregroundMark x1="35146" y1="28280" x2="44051" y2="27281"/>
                          <a14:foregroundMark x1="63018" y1="25153" x2="67369" y2="37458"/>
                          <a14:foregroundMark x1="67369" y1="37458" x2="53637" y2="54997"/>
                          <a14:foregroundMark x1="52494" y1="67245" x2="51462" y2="78314"/>
                          <a14:foregroundMark x1="53637" y1="54997" x2="52984" y2="61999"/>
                          <a14:foregroundMark x1="53161" y1="53841" x2="57512" y2="38817"/>
                          <a14:foregroundMark x1="57512" y1="38817" x2="65806" y2="28892"/>
                          <a14:foregroundMark x1="65806" y1="28892" x2="66010" y2="28892"/>
                          <a14:foregroundMark x1="34262" y1="30659" x2="47247" y2="21482"/>
                          <a14:foregroundMark x1="47247" y1="21482" x2="58192" y2="21686"/>
                          <a14:foregroundMark x1="58192" y1="21686" x2="70428" y2="35418"/>
                          <a14:foregroundMark x1="70428" y1="35418" x2="57036" y2="44392"/>
                          <a14:foregroundMark x1="57036" y1="44392" x2="51666" y2="54181"/>
                          <a14:foregroundMark x1="51666" y1="54181" x2="48199" y2="55133"/>
                          <a14:foregroundMark x1="48878" y1="80014" x2="58150" y2="81212"/>
                          <a14:foregroundMark x1="57914" y1="81609" x2="48266" y2="81713"/>
                          <a14:foregroundMark x1="48266" y1="81713" x2="49082" y2="77634"/>
                          <a14:foregroundMark x1="47587" y1="81713" x2="41128" y2="72808"/>
                          <a14:foregroundMark x1="41128" y1="72808" x2="48199" y2="82393"/>
                          <a14:foregroundMark x1="34058" y1="36438" x2="29534" y2="26583"/>
                          <a14:foregroundMark x1="30393" y1="24621" x2="39769" y2="17335"/>
                          <a14:foregroundMark x1="39769" y1="17335" x2="50918" y2="17675"/>
                          <a14:foregroundMark x1="50918" y1="17675" x2="64718" y2="23725"/>
                          <a14:foregroundMark x1="64718" y1="23725" x2="43168" y2="17743"/>
                          <a14:foregroundMark x1="43168" y1="17743" x2="47791" y2="17743"/>
                          <a14:backgroundMark x1="22230" y1="25017" x2="22502" y2="60775"/>
                          <a14:backgroundMark x1="22502" y1="60775" x2="36302" y2="57240"/>
                          <a14:backgroundMark x1="36302" y1="57240" x2="39973" y2="44935"/>
                          <a14:backgroundMark x1="39973" y1="44935" x2="49218" y2="36166"/>
                          <a14:backgroundMark x1="49218" y1="36166" x2="49490" y2="34738"/>
                          <a14:backgroundMark x1="44324" y1="66485" x2="60639" y2="66077"/>
                          <a14:backgroundMark x1="60639" y1="66077" x2="62135" y2="66077"/>
                          <a14:backgroundMark x1="48674" y1="64990" x2="64514" y2="64990"/>
                          <a14:backgroundMark x1="60843" y1="79538" x2="59619" y2="83005"/>
                          <a14:backgroundMark x1="58736" y1="81917" x2="58736" y2="80625"/>
                          <a14:backgroundMark x1="57852" y1="81713" x2="61523" y2="81305"/>
                          <a14:backgroundMark x1="52277" y1="61999" x2="52277" y2="64990"/>
                          <a14:backgroundMark x1="46091" y1="26581" x2="53161" y2="25901"/>
                          <a14:backgroundMark x1="45207" y1="26581" x2="45207" y2="28688"/>
                          <a14:backgroundMark x1="29980" y1="26105" x2="25017" y2="23114"/>
                          <a14:backgroundMark x1="30795" y1="25493" x2="28892" y2="24201"/>
                        </a14:backgroundRemoval>
                      </a14:imgEffect>
                    </a14:imgLayer>
                  </a14:imgProps>
                </a:ext>
                <a:ext uri="{28A0092B-C50C-407E-A947-70E740481C1C}">
                  <a14:useLocalDpi xmlns:a14="http://schemas.microsoft.com/office/drawing/2010/main" val="0"/>
                </a:ext>
              </a:extLst>
            </a:blip>
            <a:stretch>
              <a:fillRect/>
            </a:stretch>
          </p:blipFill>
          <p:spPr>
            <a:xfrm>
              <a:off x="2364011" y="4640039"/>
              <a:ext cx="444668" cy="444668"/>
            </a:xfrm>
            <a:prstGeom prst="rect">
              <a:avLst/>
            </a:prstGeom>
          </p:spPr>
        </p:pic>
        <p:pic>
          <p:nvPicPr>
            <p:cNvPr id="63" name="図 62" descr="アイコン&#10;&#10;AI 生成コンテンツは誤りを含む可能性があります。">
              <a:extLst>
                <a:ext uri="{FF2B5EF4-FFF2-40B4-BE49-F238E27FC236}">
                  <a16:creationId xmlns:a16="http://schemas.microsoft.com/office/drawing/2014/main" id="{07EBF55C-43E4-54AD-E911-A92133366997}"/>
                </a:ext>
              </a:extLst>
            </p:cNvPr>
            <p:cNvPicPr>
              <a:picLocks noChangeAspect="1"/>
            </p:cNvPicPr>
            <p:nvPr/>
          </p:nvPicPr>
          <p:blipFill>
            <a:blip r:embed="rId12">
              <a:extLst>
                <a:ext uri="{BEBA8EAE-BF5A-486C-A8C5-ECC9F3942E4B}">
                  <a14:imgProps xmlns:a14="http://schemas.microsoft.com/office/drawing/2010/main">
                    <a14:imgLayer r:embed="rId13">
                      <a14:imgEffect>
                        <a14:backgroundRemoval t="10000" b="90000" l="10000" r="90000">
                          <a14:foregroundMark x1="52930" y1="26285" x2="63018" y2="25153"/>
                          <a14:foregroundMark x1="35146" y1="28280" x2="44051" y2="27281"/>
                          <a14:foregroundMark x1="63018" y1="25153" x2="67369" y2="37458"/>
                          <a14:foregroundMark x1="67369" y1="37458" x2="53637" y2="54997"/>
                          <a14:foregroundMark x1="52494" y1="67245" x2="51462" y2="78314"/>
                          <a14:foregroundMark x1="53637" y1="54997" x2="52984" y2="61999"/>
                          <a14:foregroundMark x1="53161" y1="53841" x2="57512" y2="38817"/>
                          <a14:foregroundMark x1="57512" y1="38817" x2="65806" y2="28892"/>
                          <a14:foregroundMark x1="65806" y1="28892" x2="66010" y2="28892"/>
                          <a14:foregroundMark x1="34262" y1="30659" x2="47247" y2="21482"/>
                          <a14:foregroundMark x1="47247" y1="21482" x2="58192" y2="21686"/>
                          <a14:foregroundMark x1="58192" y1="21686" x2="70428" y2="35418"/>
                          <a14:foregroundMark x1="70428" y1="35418" x2="57036" y2="44392"/>
                          <a14:foregroundMark x1="57036" y1="44392" x2="51666" y2="54181"/>
                          <a14:foregroundMark x1="51666" y1="54181" x2="48199" y2="55133"/>
                          <a14:foregroundMark x1="48878" y1="80014" x2="58150" y2="81212"/>
                          <a14:foregroundMark x1="57914" y1="81609" x2="48266" y2="81713"/>
                          <a14:foregroundMark x1="48266" y1="81713" x2="49082" y2="77634"/>
                          <a14:foregroundMark x1="47587" y1="81713" x2="41128" y2="72808"/>
                          <a14:foregroundMark x1="41128" y1="72808" x2="48199" y2="82393"/>
                          <a14:foregroundMark x1="34058" y1="36438" x2="29534" y2="26583"/>
                          <a14:foregroundMark x1="30393" y1="24621" x2="39769" y2="17335"/>
                          <a14:foregroundMark x1="39769" y1="17335" x2="50918" y2="17675"/>
                          <a14:foregroundMark x1="50918" y1="17675" x2="64718" y2="23725"/>
                          <a14:foregroundMark x1="64718" y1="23725" x2="43168" y2="17743"/>
                          <a14:foregroundMark x1="43168" y1="17743" x2="47791" y2="17743"/>
                          <a14:backgroundMark x1="22230" y1="25017" x2="22502" y2="60775"/>
                          <a14:backgroundMark x1="22502" y1="60775" x2="36302" y2="57240"/>
                          <a14:backgroundMark x1="36302" y1="57240" x2="39973" y2="44935"/>
                          <a14:backgroundMark x1="39973" y1="44935" x2="49218" y2="36166"/>
                          <a14:backgroundMark x1="49218" y1="36166" x2="49490" y2="34738"/>
                          <a14:backgroundMark x1="44324" y1="66485" x2="60639" y2="66077"/>
                          <a14:backgroundMark x1="60639" y1="66077" x2="62135" y2="66077"/>
                          <a14:backgroundMark x1="48674" y1="64990" x2="64514" y2="64990"/>
                          <a14:backgroundMark x1="60843" y1="79538" x2="59619" y2="83005"/>
                          <a14:backgroundMark x1="58736" y1="81917" x2="58736" y2="80625"/>
                          <a14:backgroundMark x1="57852" y1="81713" x2="61523" y2="81305"/>
                          <a14:backgroundMark x1="52277" y1="61999" x2="52277" y2="64990"/>
                          <a14:backgroundMark x1="46091" y1="26581" x2="53161" y2="25901"/>
                          <a14:backgroundMark x1="45207" y1="26581" x2="45207" y2="28688"/>
                          <a14:backgroundMark x1="29980" y1="26105" x2="25017" y2="23114"/>
                          <a14:backgroundMark x1="30795" y1="25493" x2="28892" y2="24201"/>
                        </a14:backgroundRemoval>
                      </a14:imgEffect>
                    </a14:imgLayer>
                  </a14:imgProps>
                </a:ext>
                <a:ext uri="{28A0092B-C50C-407E-A947-70E740481C1C}">
                  <a14:useLocalDpi xmlns:a14="http://schemas.microsoft.com/office/drawing/2010/main" val="0"/>
                </a:ext>
              </a:extLst>
            </a:blip>
            <a:stretch>
              <a:fillRect/>
            </a:stretch>
          </p:blipFill>
          <p:spPr>
            <a:xfrm>
              <a:off x="4478451" y="2414905"/>
              <a:ext cx="444668" cy="444668"/>
            </a:xfrm>
            <a:prstGeom prst="rect">
              <a:avLst/>
            </a:prstGeom>
          </p:spPr>
        </p:pic>
      </p:grpSp>
    </p:spTree>
    <p:extLst>
      <p:ext uri="{BB962C8B-B14F-4D97-AF65-F5344CB8AC3E}">
        <p14:creationId xmlns:p14="http://schemas.microsoft.com/office/powerpoint/2010/main" val="264229532"/>
      </p:ext>
    </p:extLst>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a:extLst>
            <a:ext uri="{FF2B5EF4-FFF2-40B4-BE49-F238E27FC236}">
              <a16:creationId xmlns:a16="http://schemas.microsoft.com/office/drawing/2014/main" id="{46868A1E-F7B1-DF88-AD79-309E361FB52D}"/>
            </a:ext>
          </a:extLst>
        </p:cNvPr>
        <p:cNvGrpSpPr/>
        <p:nvPr/>
      </p:nvGrpSpPr>
      <p:grpSpPr>
        <a:xfrm>
          <a:off x="0" y="0"/>
          <a:ext cx="0" cy="0"/>
          <a:chOff x="0" y="0"/>
          <a:chExt cx="0" cy="0"/>
        </a:xfrm>
      </p:grpSpPr>
      <p:sp>
        <p:nvSpPr>
          <p:cNvPr id="23" name="四角形: 角を丸くする 22">
            <a:extLst>
              <a:ext uri="{FF2B5EF4-FFF2-40B4-BE49-F238E27FC236}">
                <a16:creationId xmlns:a16="http://schemas.microsoft.com/office/drawing/2014/main" id="{70D45C39-B817-7EDC-5E98-C776E92CCDBF}"/>
              </a:ext>
            </a:extLst>
          </p:cNvPr>
          <p:cNvSpPr/>
          <p:nvPr/>
        </p:nvSpPr>
        <p:spPr>
          <a:xfrm>
            <a:off x="7473821" y="371475"/>
            <a:ext cx="4348066" cy="3416753"/>
          </a:xfrm>
          <a:prstGeom prst="roundRect">
            <a:avLst>
              <a:gd name="adj" fmla="val 9570"/>
            </a:avLst>
          </a:prstGeom>
          <a:solidFill>
            <a:schemeClr val="accent1">
              <a:lumMod val="20000"/>
              <a:lumOff val="8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四角形: 角を丸くする 5">
            <a:extLst>
              <a:ext uri="{FF2B5EF4-FFF2-40B4-BE49-F238E27FC236}">
                <a16:creationId xmlns:a16="http://schemas.microsoft.com/office/drawing/2014/main" id="{B097676B-C0ED-5E8C-5670-11B1405BA1F6}"/>
              </a:ext>
            </a:extLst>
          </p:cNvPr>
          <p:cNvSpPr/>
          <p:nvPr/>
        </p:nvSpPr>
        <p:spPr>
          <a:xfrm>
            <a:off x="8430208" y="3788228"/>
            <a:ext cx="2435291" cy="562947"/>
          </a:xfrm>
          <a:prstGeom prst="roundRect">
            <a:avLst>
              <a:gd name="adj" fmla="val 9570"/>
            </a:avLst>
          </a:prstGeom>
          <a:solidFill>
            <a:schemeClr val="accent6"/>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7" name="テキスト ボックス 6">
            <a:extLst>
              <a:ext uri="{FF2B5EF4-FFF2-40B4-BE49-F238E27FC236}">
                <a16:creationId xmlns:a16="http://schemas.microsoft.com/office/drawing/2014/main" id="{880A2A3F-7E01-E787-12C6-58D213522259}"/>
              </a:ext>
            </a:extLst>
          </p:cNvPr>
          <p:cNvSpPr txBox="1"/>
          <p:nvPr/>
        </p:nvSpPr>
        <p:spPr>
          <a:xfrm>
            <a:off x="8827540" y="592796"/>
            <a:ext cx="1628972" cy="461665"/>
          </a:xfrm>
          <a:prstGeom prst="rect">
            <a:avLst/>
          </a:prstGeom>
          <a:noFill/>
        </p:spPr>
        <p:txBody>
          <a:bodyPr wrap="none" rtlCol="0">
            <a:spAutoFit/>
          </a:bodyPr>
          <a:lstStyle/>
          <a:p>
            <a:pPr algn="ctr"/>
            <a:r>
              <a:rPr lang="en-US" altLang="ja-JP" sz="24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t>A</a:t>
            </a:r>
            <a:r>
              <a:rPr kumimoji="1" lang="ja-JP" altLang="en-US" sz="24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t>：バトル</a:t>
            </a:r>
          </a:p>
        </p:txBody>
      </p:sp>
      <p:sp>
        <p:nvSpPr>
          <p:cNvPr id="8" name="テキスト ボックス 7">
            <a:extLst>
              <a:ext uri="{FF2B5EF4-FFF2-40B4-BE49-F238E27FC236}">
                <a16:creationId xmlns:a16="http://schemas.microsoft.com/office/drawing/2014/main" id="{86DBD1E5-8756-E1B2-A8C8-C876FB21D218}"/>
              </a:ext>
            </a:extLst>
          </p:cNvPr>
          <p:cNvSpPr txBox="1"/>
          <p:nvPr/>
        </p:nvSpPr>
        <p:spPr>
          <a:xfrm>
            <a:off x="8914318" y="3869646"/>
            <a:ext cx="1467068" cy="400110"/>
          </a:xfrm>
          <a:prstGeom prst="rect">
            <a:avLst/>
          </a:prstGeom>
          <a:noFill/>
        </p:spPr>
        <p:txBody>
          <a:bodyPr wrap="none" rtlCol="0">
            <a:spAutoFit/>
          </a:bodyPr>
          <a:lstStyle/>
          <a:p>
            <a:pPr algn="ctr"/>
            <a:r>
              <a:rPr kumimoji="1" lang="ja-JP" altLang="en-US" sz="2000"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rPr>
              <a:t>ルート決定</a:t>
            </a:r>
          </a:p>
        </p:txBody>
      </p:sp>
      <p:sp>
        <p:nvSpPr>
          <p:cNvPr id="10" name="テキスト ボックス 9">
            <a:extLst>
              <a:ext uri="{FF2B5EF4-FFF2-40B4-BE49-F238E27FC236}">
                <a16:creationId xmlns:a16="http://schemas.microsoft.com/office/drawing/2014/main" id="{FFE5F794-3535-9039-CB8D-D7A48FC0EF21}"/>
              </a:ext>
            </a:extLst>
          </p:cNvPr>
          <p:cNvSpPr txBox="1"/>
          <p:nvPr/>
        </p:nvSpPr>
        <p:spPr>
          <a:xfrm>
            <a:off x="8368280" y="2920593"/>
            <a:ext cx="2547492" cy="400110"/>
          </a:xfrm>
          <a:prstGeom prst="rect">
            <a:avLst/>
          </a:prstGeom>
          <a:noFill/>
        </p:spPr>
        <p:txBody>
          <a:bodyPr wrap="none" rtlCol="0">
            <a:spAutoFit/>
          </a:bodyPr>
          <a:lstStyle/>
          <a:p>
            <a:pPr algn="ctr"/>
            <a:r>
              <a:rPr lang="ja-JP" altLang="en-US" sz="20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t>敵</a:t>
            </a:r>
            <a:r>
              <a:rPr lang="en-US" altLang="ja-JP" sz="20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t>3</a:t>
            </a:r>
            <a:r>
              <a:rPr lang="ja-JP" altLang="en-US" sz="20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t>体、レア鉱石</a:t>
            </a:r>
            <a:r>
              <a:rPr lang="en-US" altLang="ja-JP" sz="20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t>3</a:t>
            </a:r>
            <a:r>
              <a:rPr lang="ja-JP" altLang="en-US" sz="20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t>つ</a:t>
            </a:r>
          </a:p>
        </p:txBody>
      </p:sp>
      <p:grpSp>
        <p:nvGrpSpPr>
          <p:cNvPr id="16" name="グループ化 15">
            <a:extLst>
              <a:ext uri="{FF2B5EF4-FFF2-40B4-BE49-F238E27FC236}">
                <a16:creationId xmlns:a16="http://schemas.microsoft.com/office/drawing/2014/main" id="{A36C95D6-CF92-86DD-D624-B2D15C432C21}"/>
              </a:ext>
            </a:extLst>
          </p:cNvPr>
          <p:cNvGrpSpPr/>
          <p:nvPr/>
        </p:nvGrpSpPr>
        <p:grpSpPr>
          <a:xfrm>
            <a:off x="3564454" y="1762126"/>
            <a:ext cx="958951" cy="1028931"/>
            <a:chOff x="4802704" y="1518326"/>
            <a:chExt cx="958951" cy="1028931"/>
          </a:xfrm>
        </p:grpSpPr>
        <p:sp>
          <p:nvSpPr>
            <p:cNvPr id="9" name="楕円 8">
              <a:extLst>
                <a:ext uri="{FF2B5EF4-FFF2-40B4-BE49-F238E27FC236}">
                  <a16:creationId xmlns:a16="http://schemas.microsoft.com/office/drawing/2014/main" id="{E1F0C887-1B0E-A17A-2169-8C105ED16E53}"/>
                </a:ext>
              </a:extLst>
            </p:cNvPr>
            <p:cNvSpPr/>
            <p:nvPr/>
          </p:nvSpPr>
          <p:spPr>
            <a:xfrm>
              <a:off x="4802704" y="1518326"/>
              <a:ext cx="562984" cy="562984"/>
            </a:xfrm>
            <a:prstGeom prst="ellipse">
              <a:avLst/>
            </a:prstGeom>
            <a:noFill/>
            <a:ln w="165100">
              <a:solidFill>
                <a:srgbClr val="FF0000"/>
              </a:solidFill>
            </a:ln>
            <a:effectLst>
              <a:glow rad="63500">
                <a:srgbClr val="FF0000">
                  <a:alpha val="40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4" name="図 13" descr="アイコン&#10;&#10;AI 生成コンテンツは誤りを含む可能性があります。">
              <a:extLst>
                <a:ext uri="{FF2B5EF4-FFF2-40B4-BE49-F238E27FC236}">
                  <a16:creationId xmlns:a16="http://schemas.microsoft.com/office/drawing/2014/main" id="{DE0C4C0B-DDE9-4A9D-79D1-90707F7FA28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912569" y="1698171"/>
              <a:ext cx="849086" cy="849086"/>
            </a:xfrm>
            <a:prstGeom prst="rect">
              <a:avLst/>
            </a:prstGeom>
            <a:effectLst>
              <a:glow rad="63500">
                <a:schemeClr val="accent6">
                  <a:satMod val="175000"/>
                  <a:alpha val="40000"/>
                </a:schemeClr>
              </a:glow>
            </a:effectLst>
          </p:spPr>
        </p:pic>
      </p:grpSp>
      <p:sp>
        <p:nvSpPr>
          <p:cNvPr id="15" name="楕円 14">
            <a:extLst>
              <a:ext uri="{FF2B5EF4-FFF2-40B4-BE49-F238E27FC236}">
                <a16:creationId xmlns:a16="http://schemas.microsoft.com/office/drawing/2014/main" id="{7097AE7B-1B12-B81E-4FF7-74F81CF20707}"/>
              </a:ext>
            </a:extLst>
          </p:cNvPr>
          <p:cNvSpPr/>
          <p:nvPr/>
        </p:nvSpPr>
        <p:spPr>
          <a:xfrm>
            <a:off x="3799117" y="4100801"/>
            <a:ext cx="418322" cy="418322"/>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2" name="図 11" descr="図形&#10;&#10;AI 生成コンテンツは誤りを含む可能性があります。">
            <a:extLst>
              <a:ext uri="{FF2B5EF4-FFF2-40B4-BE49-F238E27FC236}">
                <a16:creationId xmlns:a16="http://schemas.microsoft.com/office/drawing/2014/main" id="{31B46256-8FEF-FCBF-3827-A5D7300BD665}"/>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808448" y="4094789"/>
            <a:ext cx="418321" cy="418321"/>
          </a:xfrm>
          <a:prstGeom prst="rect">
            <a:avLst/>
          </a:prstGeom>
        </p:spPr>
      </p:pic>
      <p:grpSp>
        <p:nvGrpSpPr>
          <p:cNvPr id="21" name="グループ化 20">
            <a:extLst>
              <a:ext uri="{FF2B5EF4-FFF2-40B4-BE49-F238E27FC236}">
                <a16:creationId xmlns:a16="http://schemas.microsoft.com/office/drawing/2014/main" id="{2996BB64-6C8C-0B80-437A-3320C164EFBF}"/>
              </a:ext>
            </a:extLst>
          </p:cNvPr>
          <p:cNvGrpSpPr/>
          <p:nvPr/>
        </p:nvGrpSpPr>
        <p:grpSpPr>
          <a:xfrm>
            <a:off x="7473816" y="1094027"/>
            <a:ext cx="4347582" cy="1695887"/>
            <a:chOff x="7997019" y="1511975"/>
            <a:chExt cx="3174700" cy="1238373"/>
          </a:xfrm>
        </p:grpSpPr>
        <p:grpSp>
          <p:nvGrpSpPr>
            <p:cNvPr id="17" name="グループ化 16">
              <a:extLst>
                <a:ext uri="{FF2B5EF4-FFF2-40B4-BE49-F238E27FC236}">
                  <a16:creationId xmlns:a16="http://schemas.microsoft.com/office/drawing/2014/main" id="{6EF81F1B-E924-8BEC-6A97-9EF35FBEF7AA}"/>
                </a:ext>
              </a:extLst>
            </p:cNvPr>
            <p:cNvGrpSpPr/>
            <p:nvPr/>
          </p:nvGrpSpPr>
          <p:grpSpPr>
            <a:xfrm>
              <a:off x="7997019" y="1532706"/>
              <a:ext cx="1672689" cy="1217642"/>
              <a:chOff x="8430208" y="1513893"/>
              <a:chExt cx="1672689" cy="1217642"/>
            </a:xfrm>
          </p:grpSpPr>
          <p:pic>
            <p:nvPicPr>
              <p:cNvPr id="11" name="図 10" descr="ケーキ, 座る, 暗い, テーブル が含まれている画像&#10;&#10;AI 生成コンテンツは誤りを含む可能性があります。">
                <a:extLst>
                  <a:ext uri="{FF2B5EF4-FFF2-40B4-BE49-F238E27FC236}">
                    <a16:creationId xmlns:a16="http://schemas.microsoft.com/office/drawing/2014/main" id="{D7691E73-9918-B2C4-5314-7DF703044B93}"/>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8430208" y="1513893"/>
                <a:ext cx="1217642" cy="1217642"/>
              </a:xfrm>
              <a:prstGeom prst="rect">
                <a:avLst/>
              </a:prstGeom>
            </p:spPr>
          </p:pic>
          <p:sp>
            <p:nvSpPr>
              <p:cNvPr id="13" name="テキスト ボックス 12">
                <a:extLst>
                  <a:ext uri="{FF2B5EF4-FFF2-40B4-BE49-F238E27FC236}">
                    <a16:creationId xmlns:a16="http://schemas.microsoft.com/office/drawing/2014/main" id="{AD289A4C-0868-1426-D26E-CDB14DF1052A}"/>
                  </a:ext>
                </a:extLst>
              </p:cNvPr>
              <p:cNvSpPr txBox="1"/>
              <p:nvPr/>
            </p:nvSpPr>
            <p:spPr>
              <a:xfrm>
                <a:off x="9411682" y="2008718"/>
                <a:ext cx="691215" cy="584775"/>
              </a:xfrm>
              <a:prstGeom prst="rect">
                <a:avLst/>
              </a:prstGeom>
              <a:noFill/>
            </p:spPr>
            <p:txBody>
              <a:bodyPr wrap="none" rtlCol="0">
                <a:spAutoFit/>
              </a:bodyPr>
              <a:lstStyle/>
              <a:p>
                <a:r>
                  <a:rPr lang="en-US" altLang="ja-JP" sz="20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t>×</a:t>
                </a:r>
                <a:r>
                  <a:rPr lang="en-US" altLang="ja-JP" sz="32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t>3</a:t>
                </a:r>
                <a:endParaRPr lang="ja-JP" altLang="en-US" sz="20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endParaRPr>
              </a:p>
            </p:txBody>
          </p:sp>
        </p:grpSp>
        <p:grpSp>
          <p:nvGrpSpPr>
            <p:cNvPr id="19" name="グループ化 18">
              <a:extLst>
                <a:ext uri="{FF2B5EF4-FFF2-40B4-BE49-F238E27FC236}">
                  <a16:creationId xmlns:a16="http://schemas.microsoft.com/office/drawing/2014/main" id="{3A516FB3-EE8D-8E18-30C4-C2BB12624442}"/>
                </a:ext>
              </a:extLst>
            </p:cNvPr>
            <p:cNvGrpSpPr/>
            <p:nvPr/>
          </p:nvGrpSpPr>
          <p:grpSpPr>
            <a:xfrm>
              <a:off x="9518966" y="1511975"/>
              <a:ext cx="1652753" cy="1100331"/>
              <a:chOff x="9518966" y="1511975"/>
              <a:chExt cx="1652753" cy="1100331"/>
            </a:xfrm>
          </p:grpSpPr>
          <p:pic>
            <p:nvPicPr>
              <p:cNvPr id="3" name="図 2" descr="黒いバックグラウンドの前にある交通信号機&#10;&#10;AI 生成コンテンツは誤りを含む可能性があります。">
                <a:extLst>
                  <a:ext uri="{FF2B5EF4-FFF2-40B4-BE49-F238E27FC236}">
                    <a16:creationId xmlns:a16="http://schemas.microsoft.com/office/drawing/2014/main" id="{7A4EC13B-80BF-0C2E-E06E-3734EAC41767}"/>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9518966" y="1511975"/>
                <a:ext cx="1110130" cy="1081518"/>
              </a:xfrm>
              <a:prstGeom prst="rect">
                <a:avLst/>
              </a:prstGeom>
            </p:spPr>
          </p:pic>
          <p:sp>
            <p:nvSpPr>
              <p:cNvPr id="18" name="テキスト ボックス 17">
                <a:extLst>
                  <a:ext uri="{FF2B5EF4-FFF2-40B4-BE49-F238E27FC236}">
                    <a16:creationId xmlns:a16="http://schemas.microsoft.com/office/drawing/2014/main" id="{4DAF25E0-5915-D690-E4BA-6E36877DE121}"/>
                  </a:ext>
                </a:extLst>
              </p:cNvPr>
              <p:cNvSpPr txBox="1"/>
              <p:nvPr/>
            </p:nvSpPr>
            <p:spPr>
              <a:xfrm>
                <a:off x="10480504" y="2027531"/>
                <a:ext cx="691215" cy="584775"/>
              </a:xfrm>
              <a:prstGeom prst="rect">
                <a:avLst/>
              </a:prstGeom>
              <a:noFill/>
            </p:spPr>
            <p:txBody>
              <a:bodyPr wrap="none" rtlCol="0">
                <a:spAutoFit/>
              </a:bodyPr>
              <a:lstStyle/>
              <a:p>
                <a:r>
                  <a:rPr lang="en-US" altLang="ja-JP" sz="20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t>×</a:t>
                </a:r>
                <a:r>
                  <a:rPr lang="en-US" altLang="ja-JP" sz="32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t>3</a:t>
                </a:r>
                <a:endParaRPr lang="ja-JP" altLang="en-US" sz="20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endParaRPr>
              </a:p>
            </p:txBody>
          </p:sp>
        </p:grpSp>
      </p:grpSp>
      <p:grpSp>
        <p:nvGrpSpPr>
          <p:cNvPr id="24" name="グループ化 23">
            <a:extLst>
              <a:ext uri="{FF2B5EF4-FFF2-40B4-BE49-F238E27FC236}">
                <a16:creationId xmlns:a16="http://schemas.microsoft.com/office/drawing/2014/main" id="{CFE0971B-EF5F-6EAD-E63D-A9773B053EDA}"/>
              </a:ext>
            </a:extLst>
          </p:cNvPr>
          <p:cNvGrpSpPr/>
          <p:nvPr/>
        </p:nvGrpSpPr>
        <p:grpSpPr>
          <a:xfrm>
            <a:off x="2364011" y="1471079"/>
            <a:ext cx="3006824" cy="3613628"/>
            <a:chOff x="2364011" y="1471079"/>
            <a:chExt cx="3006824" cy="3613628"/>
          </a:xfrm>
        </p:grpSpPr>
        <p:sp>
          <p:nvSpPr>
            <p:cNvPr id="25" name="楕円 24">
              <a:extLst>
                <a:ext uri="{FF2B5EF4-FFF2-40B4-BE49-F238E27FC236}">
                  <a16:creationId xmlns:a16="http://schemas.microsoft.com/office/drawing/2014/main" id="{B498099F-6896-FF98-9B9B-BC562BE3A3FF}"/>
                </a:ext>
              </a:extLst>
            </p:cNvPr>
            <p:cNvSpPr/>
            <p:nvPr/>
          </p:nvSpPr>
          <p:spPr>
            <a:xfrm>
              <a:off x="3799117" y="4100801"/>
              <a:ext cx="418322" cy="418322"/>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26" name="図 25" descr="図形&#10;&#10;AI 生成コンテンツは誤りを含む可能性があります。">
              <a:extLst>
                <a:ext uri="{FF2B5EF4-FFF2-40B4-BE49-F238E27FC236}">
                  <a16:creationId xmlns:a16="http://schemas.microsoft.com/office/drawing/2014/main" id="{B42BF0E8-809F-7A8B-1A11-ECAE5D91C976}"/>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808448" y="4094789"/>
              <a:ext cx="418321" cy="418321"/>
            </a:xfrm>
            <a:prstGeom prst="rect">
              <a:avLst/>
            </a:prstGeom>
          </p:spPr>
        </p:pic>
        <p:pic>
          <p:nvPicPr>
            <p:cNvPr id="27" name="図 26" descr="ロゴ&#10;&#10;AI 生成コンテンツは誤りを含む可能性があります。">
              <a:extLst>
                <a:ext uri="{FF2B5EF4-FFF2-40B4-BE49-F238E27FC236}">
                  <a16:creationId xmlns:a16="http://schemas.microsoft.com/office/drawing/2014/main" id="{0665BA1C-164D-3F25-E888-239885C6091C}"/>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3647706" y="1976384"/>
              <a:ext cx="418321" cy="187684"/>
            </a:xfrm>
            <a:prstGeom prst="rect">
              <a:avLst/>
            </a:prstGeom>
          </p:spPr>
        </p:pic>
        <p:pic>
          <p:nvPicPr>
            <p:cNvPr id="28" name="図 27" descr="ロゴ&#10;&#10;AI 生成コンテンツは誤りを含む可能性があります。">
              <a:extLst>
                <a:ext uri="{FF2B5EF4-FFF2-40B4-BE49-F238E27FC236}">
                  <a16:creationId xmlns:a16="http://schemas.microsoft.com/office/drawing/2014/main" id="{FA25823C-9E24-51C3-25B7-00C4198BE4FD}"/>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2452568" y="1471079"/>
              <a:ext cx="418321" cy="187684"/>
            </a:xfrm>
            <a:prstGeom prst="rect">
              <a:avLst/>
            </a:prstGeom>
          </p:spPr>
        </p:pic>
        <p:pic>
          <p:nvPicPr>
            <p:cNvPr id="29" name="図 28" descr="ロゴ&#10;&#10;AI 生成コンテンツは誤りを含む可能性があります。">
              <a:extLst>
                <a:ext uri="{FF2B5EF4-FFF2-40B4-BE49-F238E27FC236}">
                  <a16:creationId xmlns:a16="http://schemas.microsoft.com/office/drawing/2014/main" id="{E1CB7148-159A-EBF8-0692-336A016080CE}"/>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4766201" y="4693939"/>
              <a:ext cx="418321" cy="187684"/>
            </a:xfrm>
            <a:prstGeom prst="rect">
              <a:avLst/>
            </a:prstGeom>
          </p:spPr>
        </p:pic>
        <p:pic>
          <p:nvPicPr>
            <p:cNvPr id="30" name="図 29" descr="テキスト が含まれている画像&#10;&#10;AI 生成コンテンツは誤りを含む可能性があります。">
              <a:extLst>
                <a:ext uri="{FF2B5EF4-FFF2-40B4-BE49-F238E27FC236}">
                  <a16:creationId xmlns:a16="http://schemas.microsoft.com/office/drawing/2014/main" id="{0C03B86C-BE8D-3DB2-D703-C1F3F7DC95BF}"/>
                </a:ext>
              </a:extLst>
            </p:cNvPr>
            <p:cNvPicPr>
              <a:picLocks noChangeAspect="1"/>
            </p:cNvPicPr>
            <p:nvPr/>
          </p:nvPicPr>
          <p:blipFill>
            <a:blip r:embed="rId8">
              <a:extLst>
                <a:ext uri="{28A0092B-C50C-407E-A947-70E740481C1C}">
                  <a14:useLocalDpi xmlns:a14="http://schemas.microsoft.com/office/drawing/2010/main" val="0"/>
                </a:ext>
              </a:extLst>
            </a:blip>
            <a:srcRect l="51989" t="22679" r="26797" b="50636"/>
            <a:stretch>
              <a:fillRect/>
            </a:stretch>
          </p:blipFill>
          <p:spPr>
            <a:xfrm>
              <a:off x="2726897" y="2266336"/>
              <a:ext cx="338886" cy="321555"/>
            </a:xfrm>
            <a:prstGeom prst="rect">
              <a:avLst/>
            </a:prstGeom>
          </p:spPr>
        </p:pic>
        <p:pic>
          <p:nvPicPr>
            <p:cNvPr id="31" name="図 30" descr="テキスト が含まれている画像&#10;&#10;AI 生成コンテンツは誤りを含む可能性があります。">
              <a:extLst>
                <a:ext uri="{FF2B5EF4-FFF2-40B4-BE49-F238E27FC236}">
                  <a16:creationId xmlns:a16="http://schemas.microsoft.com/office/drawing/2014/main" id="{95159424-388A-A36D-EEAA-BD64F4FF0C9B}"/>
                </a:ext>
              </a:extLst>
            </p:cNvPr>
            <p:cNvPicPr>
              <a:picLocks noChangeAspect="1"/>
            </p:cNvPicPr>
            <p:nvPr/>
          </p:nvPicPr>
          <p:blipFill>
            <a:blip r:embed="rId8">
              <a:extLst>
                <a:ext uri="{28A0092B-C50C-407E-A947-70E740481C1C}">
                  <a14:useLocalDpi xmlns:a14="http://schemas.microsoft.com/office/drawing/2010/main" val="0"/>
                </a:ext>
              </a:extLst>
            </a:blip>
            <a:srcRect l="51989" t="22679" r="26797" b="50636"/>
            <a:stretch>
              <a:fillRect/>
            </a:stretch>
          </p:blipFill>
          <p:spPr>
            <a:xfrm>
              <a:off x="3056158" y="3627450"/>
              <a:ext cx="338886" cy="321555"/>
            </a:xfrm>
            <a:prstGeom prst="rect">
              <a:avLst/>
            </a:prstGeom>
          </p:spPr>
        </p:pic>
        <p:pic>
          <p:nvPicPr>
            <p:cNvPr id="32" name="図 31" descr="アイコン&#10;&#10;AI 生成コンテンツは誤りを含む可能性があります。">
              <a:extLst>
                <a:ext uri="{FF2B5EF4-FFF2-40B4-BE49-F238E27FC236}">
                  <a16:creationId xmlns:a16="http://schemas.microsoft.com/office/drawing/2014/main" id="{FB650A45-F866-53DF-49FB-7A9BCB9D622F}"/>
                </a:ext>
              </a:extLst>
            </p:cNvPr>
            <p:cNvPicPr>
              <a:picLocks noChangeAspect="1"/>
            </p:cNvPicPr>
            <p:nvPr/>
          </p:nvPicPr>
          <p:blipFill>
            <a:blip r:embed="rId9">
              <a:extLst>
                <a:ext uri="{BEBA8EAE-BF5A-486C-A8C5-ECC9F3942E4B}">
                  <a14:imgProps xmlns:a14="http://schemas.microsoft.com/office/drawing/2010/main">
                    <a14:imgLayer r:embed="rId10">
                      <a14:imgEffect>
                        <a14:backgroundRemoval t="10000" b="90000" l="10000" r="90000">
                          <a14:foregroundMark x1="52930" y1="26285" x2="63018" y2="25153"/>
                          <a14:foregroundMark x1="35146" y1="28280" x2="44051" y2="27281"/>
                          <a14:foregroundMark x1="63018" y1="25153" x2="67369" y2="37458"/>
                          <a14:foregroundMark x1="67369" y1="37458" x2="53637" y2="54997"/>
                          <a14:foregroundMark x1="52494" y1="67245" x2="51462" y2="78314"/>
                          <a14:foregroundMark x1="53637" y1="54997" x2="52984" y2="61999"/>
                          <a14:foregroundMark x1="53161" y1="53841" x2="57512" y2="38817"/>
                          <a14:foregroundMark x1="57512" y1="38817" x2="65806" y2="28892"/>
                          <a14:foregroundMark x1="65806" y1="28892" x2="66010" y2="28892"/>
                          <a14:foregroundMark x1="34262" y1="30659" x2="47247" y2="21482"/>
                          <a14:foregroundMark x1="47247" y1="21482" x2="58192" y2="21686"/>
                          <a14:foregroundMark x1="58192" y1="21686" x2="70428" y2="35418"/>
                          <a14:foregroundMark x1="70428" y1="35418" x2="57036" y2="44392"/>
                          <a14:foregroundMark x1="57036" y1="44392" x2="51666" y2="54181"/>
                          <a14:foregroundMark x1="51666" y1="54181" x2="48199" y2="55133"/>
                          <a14:foregroundMark x1="48878" y1="80014" x2="58150" y2="81212"/>
                          <a14:foregroundMark x1="57914" y1="81609" x2="48266" y2="81713"/>
                          <a14:foregroundMark x1="48266" y1="81713" x2="49082" y2="77634"/>
                          <a14:foregroundMark x1="47587" y1="81713" x2="41128" y2="72808"/>
                          <a14:foregroundMark x1="41128" y1="72808" x2="48199" y2="82393"/>
                          <a14:foregroundMark x1="34058" y1="36438" x2="29534" y2="26583"/>
                          <a14:foregroundMark x1="30393" y1="24621" x2="39769" y2="17335"/>
                          <a14:foregroundMark x1="39769" y1="17335" x2="50918" y2="17675"/>
                          <a14:foregroundMark x1="50918" y1="17675" x2="64718" y2="23725"/>
                          <a14:foregroundMark x1="64718" y1="23725" x2="43168" y2="17743"/>
                          <a14:foregroundMark x1="43168" y1="17743" x2="47791" y2="17743"/>
                          <a14:backgroundMark x1="22230" y1="25017" x2="22502" y2="60775"/>
                          <a14:backgroundMark x1="22502" y1="60775" x2="36302" y2="57240"/>
                          <a14:backgroundMark x1="36302" y1="57240" x2="39973" y2="44935"/>
                          <a14:backgroundMark x1="39973" y1="44935" x2="49218" y2="36166"/>
                          <a14:backgroundMark x1="49218" y1="36166" x2="49490" y2="34738"/>
                          <a14:backgroundMark x1="44324" y1="66485" x2="60639" y2="66077"/>
                          <a14:backgroundMark x1="60639" y1="66077" x2="62135" y2="66077"/>
                          <a14:backgroundMark x1="48674" y1="64990" x2="64514" y2="64990"/>
                          <a14:backgroundMark x1="60843" y1="79538" x2="59619" y2="83005"/>
                          <a14:backgroundMark x1="58736" y1="81917" x2="58736" y2="80625"/>
                          <a14:backgroundMark x1="57852" y1="81713" x2="61523" y2="81305"/>
                          <a14:backgroundMark x1="52277" y1="61999" x2="52277" y2="64990"/>
                          <a14:backgroundMark x1="46091" y1="26581" x2="53161" y2="25901"/>
                          <a14:backgroundMark x1="45207" y1="26581" x2="45207" y2="28688"/>
                          <a14:backgroundMark x1="29980" y1="26105" x2="25017" y2="23114"/>
                          <a14:backgroundMark x1="30795" y1="25493" x2="28892" y2="24201"/>
                        </a14:backgroundRemoval>
                      </a14:imgEffect>
                    </a14:imgLayer>
                  </a14:imgProps>
                </a:ext>
                <a:ext uri="{28A0092B-C50C-407E-A947-70E740481C1C}">
                  <a14:useLocalDpi xmlns:a14="http://schemas.microsoft.com/office/drawing/2010/main" val="0"/>
                </a:ext>
              </a:extLst>
            </a:blip>
            <a:stretch>
              <a:fillRect/>
            </a:stretch>
          </p:blipFill>
          <p:spPr>
            <a:xfrm>
              <a:off x="4863634" y="1581066"/>
              <a:ext cx="444668" cy="444668"/>
            </a:xfrm>
            <a:prstGeom prst="rect">
              <a:avLst/>
            </a:prstGeom>
          </p:spPr>
        </p:pic>
        <p:pic>
          <p:nvPicPr>
            <p:cNvPr id="33" name="図 32" descr="アイコン&#10;&#10;AI 生成コンテンツは誤りを含む可能性があります。">
              <a:extLst>
                <a:ext uri="{FF2B5EF4-FFF2-40B4-BE49-F238E27FC236}">
                  <a16:creationId xmlns:a16="http://schemas.microsoft.com/office/drawing/2014/main" id="{B9EC0A86-1BF3-095A-DB42-4992A7982EE2}"/>
                </a:ext>
              </a:extLst>
            </p:cNvPr>
            <p:cNvPicPr>
              <a:picLocks noChangeAspect="1"/>
            </p:cNvPicPr>
            <p:nvPr/>
          </p:nvPicPr>
          <p:blipFill>
            <a:blip r:embed="rId9">
              <a:extLst>
                <a:ext uri="{BEBA8EAE-BF5A-486C-A8C5-ECC9F3942E4B}">
                  <a14:imgProps xmlns:a14="http://schemas.microsoft.com/office/drawing/2010/main">
                    <a14:imgLayer r:embed="rId10">
                      <a14:imgEffect>
                        <a14:backgroundRemoval t="10000" b="90000" l="10000" r="90000">
                          <a14:foregroundMark x1="52930" y1="26285" x2="63018" y2="25153"/>
                          <a14:foregroundMark x1="35146" y1="28280" x2="44051" y2="27281"/>
                          <a14:foregroundMark x1="63018" y1="25153" x2="67369" y2="37458"/>
                          <a14:foregroundMark x1="67369" y1="37458" x2="53637" y2="54997"/>
                          <a14:foregroundMark x1="52494" y1="67245" x2="51462" y2="78314"/>
                          <a14:foregroundMark x1="53637" y1="54997" x2="52984" y2="61999"/>
                          <a14:foregroundMark x1="53161" y1="53841" x2="57512" y2="38817"/>
                          <a14:foregroundMark x1="57512" y1="38817" x2="65806" y2="28892"/>
                          <a14:foregroundMark x1="65806" y1="28892" x2="66010" y2="28892"/>
                          <a14:foregroundMark x1="34262" y1="30659" x2="47247" y2="21482"/>
                          <a14:foregroundMark x1="47247" y1="21482" x2="58192" y2="21686"/>
                          <a14:foregroundMark x1="58192" y1="21686" x2="70428" y2="35418"/>
                          <a14:foregroundMark x1="70428" y1="35418" x2="57036" y2="44392"/>
                          <a14:foregroundMark x1="57036" y1="44392" x2="51666" y2="54181"/>
                          <a14:foregroundMark x1="51666" y1="54181" x2="48199" y2="55133"/>
                          <a14:foregroundMark x1="48878" y1="80014" x2="58150" y2="81212"/>
                          <a14:foregroundMark x1="57914" y1="81609" x2="48266" y2="81713"/>
                          <a14:foregroundMark x1="48266" y1="81713" x2="49082" y2="77634"/>
                          <a14:foregroundMark x1="47587" y1="81713" x2="41128" y2="72808"/>
                          <a14:foregroundMark x1="41128" y1="72808" x2="48199" y2="82393"/>
                          <a14:foregroundMark x1="34058" y1="36438" x2="29534" y2="26583"/>
                          <a14:foregroundMark x1="30393" y1="24621" x2="39769" y2="17335"/>
                          <a14:foregroundMark x1="39769" y1="17335" x2="50918" y2="17675"/>
                          <a14:foregroundMark x1="50918" y1="17675" x2="64718" y2="23725"/>
                          <a14:foregroundMark x1="64718" y1="23725" x2="43168" y2="17743"/>
                          <a14:foregroundMark x1="43168" y1="17743" x2="47791" y2="17743"/>
                          <a14:backgroundMark x1="22230" y1="25017" x2="22502" y2="60775"/>
                          <a14:backgroundMark x1="22502" y1="60775" x2="36302" y2="57240"/>
                          <a14:backgroundMark x1="36302" y1="57240" x2="39973" y2="44935"/>
                          <a14:backgroundMark x1="39973" y1="44935" x2="49218" y2="36166"/>
                          <a14:backgroundMark x1="49218" y1="36166" x2="49490" y2="34738"/>
                          <a14:backgroundMark x1="44324" y1="66485" x2="60639" y2="66077"/>
                          <a14:backgroundMark x1="60639" y1="66077" x2="62135" y2="66077"/>
                          <a14:backgroundMark x1="48674" y1="64990" x2="64514" y2="64990"/>
                          <a14:backgroundMark x1="60843" y1="79538" x2="59619" y2="83005"/>
                          <a14:backgroundMark x1="58736" y1="81917" x2="58736" y2="80625"/>
                          <a14:backgroundMark x1="57852" y1="81713" x2="61523" y2="81305"/>
                          <a14:backgroundMark x1="52277" y1="61999" x2="52277" y2="64990"/>
                          <a14:backgroundMark x1="46091" y1="26581" x2="53161" y2="25901"/>
                          <a14:backgroundMark x1="45207" y1="26581" x2="45207" y2="28688"/>
                          <a14:backgroundMark x1="29980" y1="26105" x2="25017" y2="23114"/>
                          <a14:backgroundMark x1="30795" y1="25493" x2="28892" y2="24201"/>
                        </a14:backgroundRemoval>
                      </a14:imgEffect>
                    </a14:imgLayer>
                  </a14:imgProps>
                </a:ext>
                <a:ext uri="{28A0092B-C50C-407E-A947-70E740481C1C}">
                  <a14:useLocalDpi xmlns:a14="http://schemas.microsoft.com/office/drawing/2010/main" val="0"/>
                </a:ext>
              </a:extLst>
            </a:blip>
            <a:stretch>
              <a:fillRect/>
            </a:stretch>
          </p:blipFill>
          <p:spPr>
            <a:xfrm>
              <a:off x="4926167" y="3561834"/>
              <a:ext cx="444668" cy="444668"/>
            </a:xfrm>
            <a:prstGeom prst="rect">
              <a:avLst/>
            </a:prstGeom>
          </p:spPr>
        </p:pic>
        <p:pic>
          <p:nvPicPr>
            <p:cNvPr id="34" name="図 33" descr="アイコン&#10;&#10;AI 生成コンテンツは誤りを含む可能性があります。">
              <a:extLst>
                <a:ext uri="{FF2B5EF4-FFF2-40B4-BE49-F238E27FC236}">
                  <a16:creationId xmlns:a16="http://schemas.microsoft.com/office/drawing/2014/main" id="{54EF3990-3F99-4A78-A197-E1437A23BE9D}"/>
                </a:ext>
              </a:extLst>
            </p:cNvPr>
            <p:cNvPicPr>
              <a:picLocks noChangeAspect="1"/>
            </p:cNvPicPr>
            <p:nvPr/>
          </p:nvPicPr>
          <p:blipFill>
            <a:blip r:embed="rId9">
              <a:extLst>
                <a:ext uri="{BEBA8EAE-BF5A-486C-A8C5-ECC9F3942E4B}">
                  <a14:imgProps xmlns:a14="http://schemas.microsoft.com/office/drawing/2010/main">
                    <a14:imgLayer r:embed="rId10">
                      <a14:imgEffect>
                        <a14:backgroundRemoval t="10000" b="90000" l="10000" r="90000">
                          <a14:foregroundMark x1="52930" y1="26285" x2="63018" y2="25153"/>
                          <a14:foregroundMark x1="35146" y1="28280" x2="44051" y2="27281"/>
                          <a14:foregroundMark x1="63018" y1="25153" x2="67369" y2="37458"/>
                          <a14:foregroundMark x1="67369" y1="37458" x2="53637" y2="54997"/>
                          <a14:foregroundMark x1="52494" y1="67245" x2="51462" y2="78314"/>
                          <a14:foregroundMark x1="53637" y1="54997" x2="52984" y2="61999"/>
                          <a14:foregroundMark x1="53161" y1="53841" x2="57512" y2="38817"/>
                          <a14:foregroundMark x1="57512" y1="38817" x2="65806" y2="28892"/>
                          <a14:foregroundMark x1="65806" y1="28892" x2="66010" y2="28892"/>
                          <a14:foregroundMark x1="34262" y1="30659" x2="47247" y2="21482"/>
                          <a14:foregroundMark x1="47247" y1="21482" x2="58192" y2="21686"/>
                          <a14:foregroundMark x1="58192" y1="21686" x2="70428" y2="35418"/>
                          <a14:foregroundMark x1="70428" y1="35418" x2="57036" y2="44392"/>
                          <a14:foregroundMark x1="57036" y1="44392" x2="51666" y2="54181"/>
                          <a14:foregroundMark x1="51666" y1="54181" x2="48199" y2="55133"/>
                          <a14:foregroundMark x1="48878" y1="80014" x2="58150" y2="81212"/>
                          <a14:foregroundMark x1="57914" y1="81609" x2="48266" y2="81713"/>
                          <a14:foregroundMark x1="48266" y1="81713" x2="49082" y2="77634"/>
                          <a14:foregroundMark x1="47587" y1="81713" x2="41128" y2="72808"/>
                          <a14:foregroundMark x1="41128" y1="72808" x2="48199" y2="82393"/>
                          <a14:foregroundMark x1="34058" y1="36438" x2="29534" y2="26583"/>
                          <a14:foregroundMark x1="30393" y1="24621" x2="39769" y2="17335"/>
                          <a14:foregroundMark x1="39769" y1="17335" x2="50918" y2="17675"/>
                          <a14:foregroundMark x1="50918" y1="17675" x2="64718" y2="23725"/>
                          <a14:foregroundMark x1="64718" y1="23725" x2="43168" y2="17743"/>
                          <a14:foregroundMark x1="43168" y1="17743" x2="47791" y2="17743"/>
                          <a14:backgroundMark x1="22230" y1="25017" x2="22502" y2="60775"/>
                          <a14:backgroundMark x1="22502" y1="60775" x2="36302" y2="57240"/>
                          <a14:backgroundMark x1="36302" y1="57240" x2="39973" y2="44935"/>
                          <a14:backgroundMark x1="39973" y1="44935" x2="49218" y2="36166"/>
                          <a14:backgroundMark x1="49218" y1="36166" x2="49490" y2="34738"/>
                          <a14:backgroundMark x1="44324" y1="66485" x2="60639" y2="66077"/>
                          <a14:backgroundMark x1="60639" y1="66077" x2="62135" y2="66077"/>
                          <a14:backgroundMark x1="48674" y1="64990" x2="64514" y2="64990"/>
                          <a14:backgroundMark x1="60843" y1="79538" x2="59619" y2="83005"/>
                          <a14:backgroundMark x1="58736" y1="81917" x2="58736" y2="80625"/>
                          <a14:backgroundMark x1="57852" y1="81713" x2="61523" y2="81305"/>
                          <a14:backgroundMark x1="52277" y1="61999" x2="52277" y2="64990"/>
                          <a14:backgroundMark x1="46091" y1="26581" x2="53161" y2="25901"/>
                          <a14:backgroundMark x1="45207" y1="26581" x2="45207" y2="28688"/>
                          <a14:backgroundMark x1="29980" y1="26105" x2="25017" y2="23114"/>
                          <a14:backgroundMark x1="30795" y1="25493" x2="28892" y2="24201"/>
                        </a14:backgroundRemoval>
                      </a14:imgEffect>
                    </a14:imgLayer>
                  </a14:imgProps>
                </a:ext>
                <a:ext uri="{28A0092B-C50C-407E-A947-70E740481C1C}">
                  <a14:useLocalDpi xmlns:a14="http://schemas.microsoft.com/office/drawing/2010/main" val="0"/>
                </a:ext>
              </a:extLst>
            </a:blip>
            <a:stretch>
              <a:fillRect/>
            </a:stretch>
          </p:blipFill>
          <p:spPr>
            <a:xfrm>
              <a:off x="2364011" y="4640039"/>
              <a:ext cx="444668" cy="444668"/>
            </a:xfrm>
            <a:prstGeom prst="rect">
              <a:avLst/>
            </a:prstGeom>
          </p:spPr>
        </p:pic>
        <p:pic>
          <p:nvPicPr>
            <p:cNvPr id="35" name="図 34" descr="アイコン&#10;&#10;AI 生成コンテンツは誤りを含む可能性があります。">
              <a:extLst>
                <a:ext uri="{FF2B5EF4-FFF2-40B4-BE49-F238E27FC236}">
                  <a16:creationId xmlns:a16="http://schemas.microsoft.com/office/drawing/2014/main" id="{4D4D0FCB-8827-C26D-46C9-97392318836B}"/>
                </a:ext>
              </a:extLst>
            </p:cNvPr>
            <p:cNvPicPr>
              <a:picLocks noChangeAspect="1"/>
            </p:cNvPicPr>
            <p:nvPr/>
          </p:nvPicPr>
          <p:blipFill>
            <a:blip r:embed="rId9">
              <a:extLst>
                <a:ext uri="{BEBA8EAE-BF5A-486C-A8C5-ECC9F3942E4B}">
                  <a14:imgProps xmlns:a14="http://schemas.microsoft.com/office/drawing/2010/main">
                    <a14:imgLayer r:embed="rId10">
                      <a14:imgEffect>
                        <a14:backgroundRemoval t="10000" b="90000" l="10000" r="90000">
                          <a14:foregroundMark x1="52930" y1="26285" x2="63018" y2="25153"/>
                          <a14:foregroundMark x1="35146" y1="28280" x2="44051" y2="27281"/>
                          <a14:foregroundMark x1="63018" y1="25153" x2="67369" y2="37458"/>
                          <a14:foregroundMark x1="67369" y1="37458" x2="53637" y2="54997"/>
                          <a14:foregroundMark x1="52494" y1="67245" x2="51462" y2="78314"/>
                          <a14:foregroundMark x1="53637" y1="54997" x2="52984" y2="61999"/>
                          <a14:foregroundMark x1="53161" y1="53841" x2="57512" y2="38817"/>
                          <a14:foregroundMark x1="57512" y1="38817" x2="65806" y2="28892"/>
                          <a14:foregroundMark x1="65806" y1="28892" x2="66010" y2="28892"/>
                          <a14:foregroundMark x1="34262" y1="30659" x2="47247" y2="21482"/>
                          <a14:foregroundMark x1="47247" y1="21482" x2="58192" y2="21686"/>
                          <a14:foregroundMark x1="58192" y1="21686" x2="70428" y2="35418"/>
                          <a14:foregroundMark x1="70428" y1="35418" x2="57036" y2="44392"/>
                          <a14:foregroundMark x1="57036" y1="44392" x2="51666" y2="54181"/>
                          <a14:foregroundMark x1="51666" y1="54181" x2="48199" y2="55133"/>
                          <a14:foregroundMark x1="48878" y1="80014" x2="58150" y2="81212"/>
                          <a14:foregroundMark x1="57914" y1="81609" x2="48266" y2="81713"/>
                          <a14:foregroundMark x1="48266" y1="81713" x2="49082" y2="77634"/>
                          <a14:foregroundMark x1="47587" y1="81713" x2="41128" y2="72808"/>
                          <a14:foregroundMark x1="41128" y1="72808" x2="48199" y2="82393"/>
                          <a14:foregroundMark x1="34058" y1="36438" x2="29534" y2="26583"/>
                          <a14:foregroundMark x1="30393" y1="24621" x2="39769" y2="17335"/>
                          <a14:foregroundMark x1="39769" y1="17335" x2="50918" y2="17675"/>
                          <a14:foregroundMark x1="50918" y1="17675" x2="64718" y2="23725"/>
                          <a14:foregroundMark x1="64718" y1="23725" x2="43168" y2="17743"/>
                          <a14:foregroundMark x1="43168" y1="17743" x2="47791" y2="17743"/>
                          <a14:backgroundMark x1="22230" y1="25017" x2="22502" y2="60775"/>
                          <a14:backgroundMark x1="22502" y1="60775" x2="36302" y2="57240"/>
                          <a14:backgroundMark x1="36302" y1="57240" x2="39973" y2="44935"/>
                          <a14:backgroundMark x1="39973" y1="44935" x2="49218" y2="36166"/>
                          <a14:backgroundMark x1="49218" y1="36166" x2="49490" y2="34738"/>
                          <a14:backgroundMark x1="44324" y1="66485" x2="60639" y2="66077"/>
                          <a14:backgroundMark x1="60639" y1="66077" x2="62135" y2="66077"/>
                          <a14:backgroundMark x1="48674" y1="64990" x2="64514" y2="64990"/>
                          <a14:backgroundMark x1="60843" y1="79538" x2="59619" y2="83005"/>
                          <a14:backgroundMark x1="58736" y1="81917" x2="58736" y2="80625"/>
                          <a14:backgroundMark x1="57852" y1="81713" x2="61523" y2="81305"/>
                          <a14:backgroundMark x1="52277" y1="61999" x2="52277" y2="64990"/>
                          <a14:backgroundMark x1="46091" y1="26581" x2="53161" y2="25901"/>
                          <a14:backgroundMark x1="45207" y1="26581" x2="45207" y2="28688"/>
                          <a14:backgroundMark x1="29980" y1="26105" x2="25017" y2="23114"/>
                          <a14:backgroundMark x1="30795" y1="25493" x2="28892" y2="24201"/>
                        </a14:backgroundRemoval>
                      </a14:imgEffect>
                    </a14:imgLayer>
                  </a14:imgProps>
                </a:ext>
                <a:ext uri="{28A0092B-C50C-407E-A947-70E740481C1C}">
                  <a14:useLocalDpi xmlns:a14="http://schemas.microsoft.com/office/drawing/2010/main" val="0"/>
                </a:ext>
              </a:extLst>
            </a:blip>
            <a:stretch>
              <a:fillRect/>
            </a:stretch>
          </p:blipFill>
          <p:spPr>
            <a:xfrm>
              <a:off x="4478451" y="2414905"/>
              <a:ext cx="444668" cy="444668"/>
            </a:xfrm>
            <a:prstGeom prst="rect">
              <a:avLst/>
            </a:prstGeom>
          </p:spPr>
        </p:pic>
      </p:grpSp>
    </p:spTree>
    <p:extLst>
      <p:ext uri="{BB962C8B-B14F-4D97-AF65-F5344CB8AC3E}">
        <p14:creationId xmlns:p14="http://schemas.microsoft.com/office/powerpoint/2010/main" val="307480178"/>
      </p:ext>
    </p:extLst>
  </p:cSld>
  <p:clrMapOvr>
    <a:masterClrMapping/>
  </p:clrMapOvr>
</p:sld>
</file>

<file path=ppt/slides/slide293.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
          <a:extLst>
            <a:ext uri="{FF2B5EF4-FFF2-40B4-BE49-F238E27FC236}">
              <a16:creationId xmlns:a16="http://schemas.microsoft.com/office/drawing/2014/main" id="{579CB443-FB93-05C0-1889-7E2F41809226}"/>
            </a:ext>
          </a:extLst>
        </p:cNvPr>
        <p:cNvGrpSpPr/>
        <p:nvPr/>
      </p:nvGrpSpPr>
      <p:grpSpPr>
        <a:xfrm>
          <a:off x="0" y="0"/>
          <a:ext cx="0" cy="0"/>
          <a:chOff x="0" y="0"/>
          <a:chExt cx="0" cy="0"/>
        </a:xfrm>
      </p:grpSpPr>
      <p:sp>
        <p:nvSpPr>
          <p:cNvPr id="27" name="四角形: 角を丸くする 26">
            <a:extLst>
              <a:ext uri="{FF2B5EF4-FFF2-40B4-BE49-F238E27FC236}">
                <a16:creationId xmlns:a16="http://schemas.microsoft.com/office/drawing/2014/main" id="{E5F900AF-EFEA-81F1-2386-94933496D8E2}"/>
              </a:ext>
            </a:extLst>
          </p:cNvPr>
          <p:cNvSpPr/>
          <p:nvPr/>
        </p:nvSpPr>
        <p:spPr>
          <a:xfrm>
            <a:off x="7473821" y="371475"/>
            <a:ext cx="4348066" cy="3416753"/>
          </a:xfrm>
          <a:prstGeom prst="roundRect">
            <a:avLst>
              <a:gd name="adj" fmla="val 9570"/>
            </a:avLst>
          </a:prstGeom>
          <a:solidFill>
            <a:schemeClr val="accent3">
              <a:lumMod val="20000"/>
              <a:lumOff val="8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楕円 12">
            <a:extLst>
              <a:ext uri="{FF2B5EF4-FFF2-40B4-BE49-F238E27FC236}">
                <a16:creationId xmlns:a16="http://schemas.microsoft.com/office/drawing/2014/main" id="{47AAAF56-0220-21D9-3EA4-A74EA347D001}"/>
              </a:ext>
            </a:extLst>
          </p:cNvPr>
          <p:cNvSpPr/>
          <p:nvPr/>
        </p:nvSpPr>
        <p:spPr>
          <a:xfrm>
            <a:off x="3799117" y="4100801"/>
            <a:ext cx="418322" cy="418322"/>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6" name="図 15" descr="図形&#10;&#10;AI 生成コンテンツは誤りを含む可能性があります。">
            <a:extLst>
              <a:ext uri="{FF2B5EF4-FFF2-40B4-BE49-F238E27FC236}">
                <a16:creationId xmlns:a16="http://schemas.microsoft.com/office/drawing/2014/main" id="{25355537-F135-8575-24F9-28EAAD380D03}"/>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808448" y="4094789"/>
            <a:ext cx="418321" cy="418321"/>
          </a:xfrm>
          <a:prstGeom prst="rect">
            <a:avLst/>
          </a:prstGeom>
        </p:spPr>
      </p:pic>
      <p:sp>
        <p:nvSpPr>
          <p:cNvPr id="6" name="四角形: 角を丸くする 5">
            <a:extLst>
              <a:ext uri="{FF2B5EF4-FFF2-40B4-BE49-F238E27FC236}">
                <a16:creationId xmlns:a16="http://schemas.microsoft.com/office/drawing/2014/main" id="{3C1571AA-7E4F-B3AA-BD20-AAA7FB5FD6C3}"/>
              </a:ext>
            </a:extLst>
          </p:cNvPr>
          <p:cNvSpPr/>
          <p:nvPr/>
        </p:nvSpPr>
        <p:spPr>
          <a:xfrm>
            <a:off x="8430208" y="3788228"/>
            <a:ext cx="2435291" cy="562947"/>
          </a:xfrm>
          <a:prstGeom prst="roundRect">
            <a:avLst>
              <a:gd name="adj" fmla="val 9570"/>
            </a:avLst>
          </a:prstGeom>
          <a:solidFill>
            <a:schemeClr val="accent6"/>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7" name="テキスト ボックス 6">
            <a:extLst>
              <a:ext uri="{FF2B5EF4-FFF2-40B4-BE49-F238E27FC236}">
                <a16:creationId xmlns:a16="http://schemas.microsoft.com/office/drawing/2014/main" id="{95123DE2-29C0-767E-1698-B41078810899}"/>
              </a:ext>
            </a:extLst>
          </p:cNvPr>
          <p:cNvSpPr txBox="1"/>
          <p:nvPr/>
        </p:nvSpPr>
        <p:spPr>
          <a:xfrm>
            <a:off x="8382921" y="578382"/>
            <a:ext cx="2529860" cy="461665"/>
          </a:xfrm>
          <a:prstGeom prst="rect">
            <a:avLst/>
          </a:prstGeom>
          <a:noFill/>
        </p:spPr>
        <p:txBody>
          <a:bodyPr wrap="none" rtlCol="0">
            <a:spAutoFit/>
          </a:bodyPr>
          <a:lstStyle/>
          <a:p>
            <a:pPr algn="ctr"/>
            <a:r>
              <a:rPr lang="en-US" altLang="ja-JP" sz="24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t>A</a:t>
            </a:r>
            <a:r>
              <a:rPr kumimoji="1" lang="ja-JP" altLang="en-US" sz="24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t>：セーフエリア</a:t>
            </a:r>
          </a:p>
        </p:txBody>
      </p:sp>
      <p:sp>
        <p:nvSpPr>
          <p:cNvPr id="8" name="テキスト ボックス 7">
            <a:extLst>
              <a:ext uri="{FF2B5EF4-FFF2-40B4-BE49-F238E27FC236}">
                <a16:creationId xmlns:a16="http://schemas.microsoft.com/office/drawing/2014/main" id="{9ECF7A80-D130-A9D7-74C1-B2A0AE8A06D1}"/>
              </a:ext>
            </a:extLst>
          </p:cNvPr>
          <p:cNvSpPr txBox="1"/>
          <p:nvPr/>
        </p:nvSpPr>
        <p:spPr>
          <a:xfrm>
            <a:off x="8914318" y="3869646"/>
            <a:ext cx="1467068" cy="400110"/>
          </a:xfrm>
          <a:prstGeom prst="rect">
            <a:avLst/>
          </a:prstGeom>
          <a:noFill/>
        </p:spPr>
        <p:txBody>
          <a:bodyPr wrap="none" rtlCol="0">
            <a:spAutoFit/>
          </a:bodyPr>
          <a:lstStyle/>
          <a:p>
            <a:pPr algn="ctr"/>
            <a:r>
              <a:rPr kumimoji="1" lang="ja-JP" altLang="en-US" sz="2000"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rPr>
              <a:t>ルート決定</a:t>
            </a:r>
          </a:p>
        </p:txBody>
      </p:sp>
      <p:sp>
        <p:nvSpPr>
          <p:cNvPr id="9" name="テキスト ボックス 8">
            <a:extLst>
              <a:ext uri="{FF2B5EF4-FFF2-40B4-BE49-F238E27FC236}">
                <a16:creationId xmlns:a16="http://schemas.microsoft.com/office/drawing/2014/main" id="{6BBF1636-ED7D-3F7E-2D68-810B5A107BC9}"/>
              </a:ext>
            </a:extLst>
          </p:cNvPr>
          <p:cNvSpPr txBox="1"/>
          <p:nvPr/>
        </p:nvSpPr>
        <p:spPr>
          <a:xfrm>
            <a:off x="8154494" y="2996493"/>
            <a:ext cx="2986715" cy="400110"/>
          </a:xfrm>
          <a:prstGeom prst="rect">
            <a:avLst/>
          </a:prstGeom>
          <a:noFill/>
        </p:spPr>
        <p:txBody>
          <a:bodyPr wrap="none" rtlCol="0">
            <a:spAutoFit/>
          </a:bodyPr>
          <a:lstStyle/>
          <a:p>
            <a:pPr algn="ctr"/>
            <a:r>
              <a:rPr lang="ja-JP" altLang="en-US" sz="20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t>編成・回復・</a:t>
            </a:r>
            <a:r>
              <a:rPr lang="en-US" altLang="ja-JP" sz="20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t>SEX</a:t>
            </a:r>
            <a:r>
              <a:rPr lang="ja-JP" altLang="en-US" sz="20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t>が可能</a:t>
            </a:r>
          </a:p>
        </p:txBody>
      </p:sp>
      <p:grpSp>
        <p:nvGrpSpPr>
          <p:cNvPr id="26" name="グループ化 25">
            <a:extLst>
              <a:ext uri="{FF2B5EF4-FFF2-40B4-BE49-F238E27FC236}">
                <a16:creationId xmlns:a16="http://schemas.microsoft.com/office/drawing/2014/main" id="{2C2DF105-04EB-CDD7-900E-71BCA60BBD17}"/>
              </a:ext>
            </a:extLst>
          </p:cNvPr>
          <p:cNvGrpSpPr/>
          <p:nvPr/>
        </p:nvGrpSpPr>
        <p:grpSpPr>
          <a:xfrm>
            <a:off x="7624162" y="1306979"/>
            <a:ext cx="4047378" cy="1297891"/>
            <a:chOff x="7761293" y="1505695"/>
            <a:chExt cx="3683177" cy="1181101"/>
          </a:xfrm>
        </p:grpSpPr>
        <p:pic>
          <p:nvPicPr>
            <p:cNvPr id="21" name="図 20" descr="アイコン&#10;&#10;AI 生成コンテンツは誤りを含む可能性があります。">
              <a:extLst>
                <a:ext uri="{FF2B5EF4-FFF2-40B4-BE49-F238E27FC236}">
                  <a16:creationId xmlns:a16="http://schemas.microsoft.com/office/drawing/2014/main" id="{0D2A6E75-B8C5-F0F0-3772-31C63D7A1D15}"/>
                </a:ext>
              </a:extLst>
            </p:cNvPr>
            <p:cNvPicPr>
              <a:picLocks noChangeAspect="1"/>
            </p:cNvPicPr>
            <p:nvPr/>
          </p:nvPicPr>
          <p:blipFill>
            <a:blip r:embed="rId5">
              <a:duotone>
                <a:schemeClr val="accent1">
                  <a:shade val="45000"/>
                  <a:satMod val="135000"/>
                </a:schemeClr>
                <a:prstClr val="white"/>
              </a:duotone>
              <a:extLst>
                <a:ext uri="{BEBA8EAE-BF5A-486C-A8C5-ECC9F3942E4B}">
                  <a14:imgProps xmlns:a14="http://schemas.microsoft.com/office/drawing/2010/main">
                    <a14:imgLayer r:embed="rId6">
                      <a14:imgEffect>
                        <a14:backgroundRemoval t="10000" b="97333" l="10000" r="90000">
                          <a14:foregroundMark x1="48000" y1="20667" x2="48000" y2="24000"/>
                          <a14:foregroundMark x1="72333" y1="10667" x2="72333" y2="14000"/>
                          <a14:foregroundMark x1="71000" y1="29333" x2="71000" y2="31333"/>
                          <a14:foregroundMark x1="56000" y1="58667" x2="56333" y2="67667"/>
                          <a14:foregroundMark x1="70927" y1="80509" x2="70000" y2="92667"/>
                          <a14:foregroundMark x1="72667" y1="57667" x2="71517" y2="72767"/>
                          <a14:foregroundMark x1="36000" y1="92333" x2="36000" y2="97333"/>
                          <a14:backgroundMark x1="72000" y1="78000" x2="72000" y2="78000"/>
                          <a14:backgroundMark x1="71333" y1="79000" x2="71333" y2="79000"/>
                          <a14:backgroundMark x1="72333" y1="79333" x2="72333" y2="75333"/>
                          <a14:backgroundMark x1="71333" y1="79333" x2="72333" y2="75333"/>
                          <a14:backgroundMark x1="70667" y1="77667" x2="73667" y2="77333"/>
                          <a14:backgroundMark x1="70667" y1="77667" x2="73000" y2="75000"/>
                        </a14:backgroundRemoval>
                      </a14:imgEffect>
                    </a14:imgLayer>
                  </a14:imgProps>
                </a:ext>
                <a:ext uri="{28A0092B-C50C-407E-A947-70E740481C1C}">
                  <a14:useLocalDpi xmlns:a14="http://schemas.microsoft.com/office/drawing/2010/main" val="0"/>
                </a:ext>
              </a:extLst>
            </a:blip>
            <a:stretch>
              <a:fillRect/>
            </a:stretch>
          </p:blipFill>
          <p:spPr>
            <a:xfrm>
              <a:off x="10263370" y="1505695"/>
              <a:ext cx="1181100" cy="1181100"/>
            </a:xfrm>
            <a:prstGeom prst="rect">
              <a:avLst/>
            </a:prstGeom>
          </p:spPr>
        </p:pic>
        <p:pic>
          <p:nvPicPr>
            <p:cNvPr id="23" name="グラフィックス 22" descr="ハンバーガーとドリンク 単色塗りつぶし">
              <a:extLst>
                <a:ext uri="{FF2B5EF4-FFF2-40B4-BE49-F238E27FC236}">
                  <a16:creationId xmlns:a16="http://schemas.microsoft.com/office/drawing/2014/main" id="{EE23EE5C-25B2-E347-0B3F-9A6BDFB375DB}"/>
                </a:ext>
              </a:extLst>
            </p:cNvPr>
            <p:cNvPicPr>
              <a:picLocks noChangeAspect="1"/>
            </p:cNvPicPr>
            <p:nvPr/>
          </p:nvPicPr>
          <p:blipFill>
            <a:blip>
              <a:duotone>
                <a:schemeClr val="accent3">
                  <a:shade val="45000"/>
                  <a:satMod val="135000"/>
                </a:schemeClr>
                <a:prstClr val="white"/>
              </a:duotone>
              <a:extLst>
                <a:ext uri="{96DAC541-7B7A-43D3-8B79-37D633B846F1}">
                  <asvg:svgBlip xmlns:asvg="http://schemas.microsoft.com/office/drawing/2016/SVG/main" r:embed="rId7"/>
                </a:ext>
              </a:extLst>
            </a:blip>
            <a:stretch>
              <a:fillRect/>
            </a:stretch>
          </p:blipFill>
          <p:spPr>
            <a:xfrm>
              <a:off x="9012332" y="1505695"/>
              <a:ext cx="1181100" cy="1181100"/>
            </a:xfrm>
            <a:prstGeom prst="rect">
              <a:avLst/>
            </a:prstGeom>
          </p:spPr>
        </p:pic>
        <p:pic>
          <p:nvPicPr>
            <p:cNvPr id="25" name="図 24" descr="アイコン&#10;&#10;AI 生成コンテンツは誤りを含む可能性があります。">
              <a:extLst>
                <a:ext uri="{FF2B5EF4-FFF2-40B4-BE49-F238E27FC236}">
                  <a16:creationId xmlns:a16="http://schemas.microsoft.com/office/drawing/2014/main" id="{79C9294F-075E-2F76-4018-03D709E8529E}"/>
                </a:ext>
              </a:extLst>
            </p:cNvPr>
            <p:cNvPicPr>
              <a:picLocks noChangeAspect="1"/>
            </p:cNvPicPr>
            <p:nvPr/>
          </p:nvPicPr>
          <p:blipFill>
            <a:blip r:embed="rId8">
              <a:duotone>
                <a:schemeClr val="accent2">
                  <a:shade val="45000"/>
                  <a:satMod val="135000"/>
                </a:schemeClr>
                <a:prstClr val="white"/>
              </a:duotone>
              <a:extLst>
                <a:ext uri="{28A0092B-C50C-407E-A947-70E740481C1C}">
                  <a14:useLocalDpi xmlns:a14="http://schemas.microsoft.com/office/drawing/2010/main" val="0"/>
                </a:ext>
              </a:extLst>
            </a:blip>
            <a:stretch>
              <a:fillRect/>
            </a:stretch>
          </p:blipFill>
          <p:spPr>
            <a:xfrm>
              <a:off x="7761293" y="1505695"/>
              <a:ext cx="1181101" cy="1181101"/>
            </a:xfrm>
            <a:prstGeom prst="rect">
              <a:avLst/>
            </a:prstGeom>
          </p:spPr>
        </p:pic>
      </p:grpSp>
      <p:grpSp>
        <p:nvGrpSpPr>
          <p:cNvPr id="30" name="グループ化 29">
            <a:extLst>
              <a:ext uri="{FF2B5EF4-FFF2-40B4-BE49-F238E27FC236}">
                <a16:creationId xmlns:a16="http://schemas.microsoft.com/office/drawing/2014/main" id="{FECD3B0B-5F6B-94BF-A3E1-549A7E5D752B}"/>
              </a:ext>
            </a:extLst>
          </p:cNvPr>
          <p:cNvGrpSpPr/>
          <p:nvPr/>
        </p:nvGrpSpPr>
        <p:grpSpPr>
          <a:xfrm>
            <a:off x="2364011" y="1471079"/>
            <a:ext cx="3006824" cy="3613628"/>
            <a:chOff x="2364011" y="1471079"/>
            <a:chExt cx="3006824" cy="3613628"/>
          </a:xfrm>
        </p:grpSpPr>
        <p:sp>
          <p:nvSpPr>
            <p:cNvPr id="31" name="楕円 30">
              <a:extLst>
                <a:ext uri="{FF2B5EF4-FFF2-40B4-BE49-F238E27FC236}">
                  <a16:creationId xmlns:a16="http://schemas.microsoft.com/office/drawing/2014/main" id="{D73BD5D8-A96F-4F28-638D-9216A1D79DA6}"/>
                </a:ext>
              </a:extLst>
            </p:cNvPr>
            <p:cNvSpPr/>
            <p:nvPr/>
          </p:nvSpPr>
          <p:spPr>
            <a:xfrm>
              <a:off x="3799117" y="4100801"/>
              <a:ext cx="418322" cy="418322"/>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32" name="図 31" descr="図形&#10;&#10;AI 生成コンテンツは誤りを含む可能性があります。">
              <a:extLst>
                <a:ext uri="{FF2B5EF4-FFF2-40B4-BE49-F238E27FC236}">
                  <a16:creationId xmlns:a16="http://schemas.microsoft.com/office/drawing/2014/main" id="{9E9C4C5D-E452-D370-7D03-3882ED9A6DD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808448" y="4094789"/>
              <a:ext cx="418321" cy="418321"/>
            </a:xfrm>
            <a:prstGeom prst="rect">
              <a:avLst/>
            </a:prstGeom>
          </p:spPr>
        </p:pic>
        <p:pic>
          <p:nvPicPr>
            <p:cNvPr id="33" name="図 32" descr="ロゴ&#10;&#10;AI 生成コンテンツは誤りを含む可能性があります。">
              <a:extLst>
                <a:ext uri="{FF2B5EF4-FFF2-40B4-BE49-F238E27FC236}">
                  <a16:creationId xmlns:a16="http://schemas.microsoft.com/office/drawing/2014/main" id="{DF4D5E18-FA57-3CAD-0B6D-4BC5625BA8A5}"/>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3647706" y="1976384"/>
              <a:ext cx="418321" cy="187684"/>
            </a:xfrm>
            <a:prstGeom prst="rect">
              <a:avLst/>
            </a:prstGeom>
          </p:spPr>
        </p:pic>
        <p:pic>
          <p:nvPicPr>
            <p:cNvPr id="34" name="図 33" descr="ロゴ&#10;&#10;AI 生成コンテンツは誤りを含む可能性があります。">
              <a:extLst>
                <a:ext uri="{FF2B5EF4-FFF2-40B4-BE49-F238E27FC236}">
                  <a16:creationId xmlns:a16="http://schemas.microsoft.com/office/drawing/2014/main" id="{C766B921-FCA8-A679-405D-273B95FF488E}"/>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2452568" y="1471079"/>
              <a:ext cx="418321" cy="187684"/>
            </a:xfrm>
            <a:prstGeom prst="rect">
              <a:avLst/>
            </a:prstGeom>
          </p:spPr>
        </p:pic>
        <p:pic>
          <p:nvPicPr>
            <p:cNvPr id="35" name="図 34" descr="ロゴ&#10;&#10;AI 生成コンテンツは誤りを含む可能性があります。">
              <a:extLst>
                <a:ext uri="{FF2B5EF4-FFF2-40B4-BE49-F238E27FC236}">
                  <a16:creationId xmlns:a16="http://schemas.microsoft.com/office/drawing/2014/main" id="{68D1D213-392A-20B6-1FAE-C0161C3FA701}"/>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4766201" y="4693939"/>
              <a:ext cx="418321" cy="187684"/>
            </a:xfrm>
            <a:prstGeom prst="rect">
              <a:avLst/>
            </a:prstGeom>
          </p:spPr>
        </p:pic>
        <p:pic>
          <p:nvPicPr>
            <p:cNvPr id="36" name="図 35" descr="テキスト が含まれている画像&#10;&#10;AI 生成コンテンツは誤りを含む可能性があります。">
              <a:extLst>
                <a:ext uri="{FF2B5EF4-FFF2-40B4-BE49-F238E27FC236}">
                  <a16:creationId xmlns:a16="http://schemas.microsoft.com/office/drawing/2014/main" id="{40586759-22BD-A10F-080C-28F36FD74BB2}"/>
                </a:ext>
              </a:extLst>
            </p:cNvPr>
            <p:cNvPicPr>
              <a:picLocks noChangeAspect="1"/>
            </p:cNvPicPr>
            <p:nvPr/>
          </p:nvPicPr>
          <p:blipFill>
            <a:blip r:embed="rId10">
              <a:extLst>
                <a:ext uri="{28A0092B-C50C-407E-A947-70E740481C1C}">
                  <a14:useLocalDpi xmlns:a14="http://schemas.microsoft.com/office/drawing/2010/main" val="0"/>
                </a:ext>
              </a:extLst>
            </a:blip>
            <a:srcRect l="51989" t="22679" r="26797" b="50636"/>
            <a:stretch>
              <a:fillRect/>
            </a:stretch>
          </p:blipFill>
          <p:spPr>
            <a:xfrm>
              <a:off x="2726897" y="2266336"/>
              <a:ext cx="338886" cy="321555"/>
            </a:xfrm>
            <a:prstGeom prst="rect">
              <a:avLst/>
            </a:prstGeom>
          </p:spPr>
        </p:pic>
        <p:pic>
          <p:nvPicPr>
            <p:cNvPr id="37" name="図 36" descr="テキスト が含まれている画像&#10;&#10;AI 生成コンテンツは誤りを含む可能性があります。">
              <a:extLst>
                <a:ext uri="{FF2B5EF4-FFF2-40B4-BE49-F238E27FC236}">
                  <a16:creationId xmlns:a16="http://schemas.microsoft.com/office/drawing/2014/main" id="{2BEE6C1E-6ECE-FB86-A45C-30A63FEED308}"/>
                </a:ext>
              </a:extLst>
            </p:cNvPr>
            <p:cNvPicPr>
              <a:picLocks noChangeAspect="1"/>
            </p:cNvPicPr>
            <p:nvPr/>
          </p:nvPicPr>
          <p:blipFill>
            <a:blip r:embed="rId10">
              <a:extLst>
                <a:ext uri="{28A0092B-C50C-407E-A947-70E740481C1C}">
                  <a14:useLocalDpi xmlns:a14="http://schemas.microsoft.com/office/drawing/2010/main" val="0"/>
                </a:ext>
              </a:extLst>
            </a:blip>
            <a:srcRect l="51989" t="22679" r="26797" b="50636"/>
            <a:stretch>
              <a:fillRect/>
            </a:stretch>
          </p:blipFill>
          <p:spPr>
            <a:xfrm>
              <a:off x="3056158" y="3627450"/>
              <a:ext cx="338886" cy="321555"/>
            </a:xfrm>
            <a:prstGeom prst="rect">
              <a:avLst/>
            </a:prstGeom>
          </p:spPr>
        </p:pic>
        <p:pic>
          <p:nvPicPr>
            <p:cNvPr id="38" name="図 37" descr="アイコン&#10;&#10;AI 生成コンテンツは誤りを含む可能性があります。">
              <a:extLst>
                <a:ext uri="{FF2B5EF4-FFF2-40B4-BE49-F238E27FC236}">
                  <a16:creationId xmlns:a16="http://schemas.microsoft.com/office/drawing/2014/main" id="{98BE2E57-DABC-8091-C97D-DB22D38BF7C0}"/>
                </a:ext>
              </a:extLst>
            </p:cNvPr>
            <p:cNvPicPr>
              <a:picLocks noChangeAspect="1"/>
            </p:cNvPicPr>
            <p:nvPr/>
          </p:nvPicPr>
          <p:blipFill>
            <a:blip r:embed="rId11">
              <a:extLst>
                <a:ext uri="{BEBA8EAE-BF5A-486C-A8C5-ECC9F3942E4B}">
                  <a14:imgProps xmlns:a14="http://schemas.microsoft.com/office/drawing/2010/main">
                    <a14:imgLayer r:embed="rId12">
                      <a14:imgEffect>
                        <a14:backgroundRemoval t="10000" b="90000" l="10000" r="90000">
                          <a14:foregroundMark x1="52930" y1="26285" x2="63018" y2="25153"/>
                          <a14:foregroundMark x1="35146" y1="28280" x2="44051" y2="27281"/>
                          <a14:foregroundMark x1="63018" y1="25153" x2="67369" y2="37458"/>
                          <a14:foregroundMark x1="67369" y1="37458" x2="53637" y2="54997"/>
                          <a14:foregroundMark x1="52494" y1="67245" x2="51462" y2="78314"/>
                          <a14:foregroundMark x1="53637" y1="54997" x2="52984" y2="61999"/>
                          <a14:foregroundMark x1="53161" y1="53841" x2="57512" y2="38817"/>
                          <a14:foregroundMark x1="57512" y1="38817" x2="65806" y2="28892"/>
                          <a14:foregroundMark x1="65806" y1="28892" x2="66010" y2="28892"/>
                          <a14:foregroundMark x1="34262" y1="30659" x2="47247" y2="21482"/>
                          <a14:foregroundMark x1="47247" y1="21482" x2="58192" y2="21686"/>
                          <a14:foregroundMark x1="58192" y1="21686" x2="70428" y2="35418"/>
                          <a14:foregroundMark x1="70428" y1="35418" x2="57036" y2="44392"/>
                          <a14:foregroundMark x1="57036" y1="44392" x2="51666" y2="54181"/>
                          <a14:foregroundMark x1="51666" y1="54181" x2="48199" y2="55133"/>
                          <a14:foregroundMark x1="48878" y1="80014" x2="58150" y2="81212"/>
                          <a14:foregroundMark x1="57914" y1="81609" x2="48266" y2="81713"/>
                          <a14:foregroundMark x1="48266" y1="81713" x2="49082" y2="77634"/>
                          <a14:foregroundMark x1="47587" y1="81713" x2="41128" y2="72808"/>
                          <a14:foregroundMark x1="41128" y1="72808" x2="48199" y2="82393"/>
                          <a14:foregroundMark x1="34058" y1="36438" x2="29534" y2="26583"/>
                          <a14:foregroundMark x1="30393" y1="24621" x2="39769" y2="17335"/>
                          <a14:foregroundMark x1="39769" y1="17335" x2="50918" y2="17675"/>
                          <a14:foregroundMark x1="50918" y1="17675" x2="64718" y2="23725"/>
                          <a14:foregroundMark x1="64718" y1="23725" x2="43168" y2="17743"/>
                          <a14:foregroundMark x1="43168" y1="17743" x2="47791" y2="17743"/>
                          <a14:backgroundMark x1="22230" y1="25017" x2="22502" y2="60775"/>
                          <a14:backgroundMark x1="22502" y1="60775" x2="36302" y2="57240"/>
                          <a14:backgroundMark x1="36302" y1="57240" x2="39973" y2="44935"/>
                          <a14:backgroundMark x1="39973" y1="44935" x2="49218" y2="36166"/>
                          <a14:backgroundMark x1="49218" y1="36166" x2="49490" y2="34738"/>
                          <a14:backgroundMark x1="44324" y1="66485" x2="60639" y2="66077"/>
                          <a14:backgroundMark x1="60639" y1="66077" x2="62135" y2="66077"/>
                          <a14:backgroundMark x1="48674" y1="64990" x2="64514" y2="64990"/>
                          <a14:backgroundMark x1="60843" y1="79538" x2="59619" y2="83005"/>
                          <a14:backgroundMark x1="58736" y1="81917" x2="58736" y2="80625"/>
                          <a14:backgroundMark x1="57852" y1="81713" x2="61523" y2="81305"/>
                          <a14:backgroundMark x1="52277" y1="61999" x2="52277" y2="64990"/>
                          <a14:backgroundMark x1="46091" y1="26581" x2="53161" y2="25901"/>
                          <a14:backgroundMark x1="45207" y1="26581" x2="45207" y2="28688"/>
                          <a14:backgroundMark x1="29980" y1="26105" x2="25017" y2="23114"/>
                          <a14:backgroundMark x1="30795" y1="25493" x2="28892" y2="24201"/>
                        </a14:backgroundRemoval>
                      </a14:imgEffect>
                    </a14:imgLayer>
                  </a14:imgProps>
                </a:ext>
                <a:ext uri="{28A0092B-C50C-407E-A947-70E740481C1C}">
                  <a14:useLocalDpi xmlns:a14="http://schemas.microsoft.com/office/drawing/2010/main" val="0"/>
                </a:ext>
              </a:extLst>
            </a:blip>
            <a:stretch>
              <a:fillRect/>
            </a:stretch>
          </p:blipFill>
          <p:spPr>
            <a:xfrm>
              <a:off x="4863634" y="1581066"/>
              <a:ext cx="444668" cy="444668"/>
            </a:xfrm>
            <a:prstGeom prst="rect">
              <a:avLst/>
            </a:prstGeom>
          </p:spPr>
        </p:pic>
        <p:pic>
          <p:nvPicPr>
            <p:cNvPr id="39" name="図 38" descr="アイコン&#10;&#10;AI 生成コンテンツは誤りを含む可能性があります。">
              <a:extLst>
                <a:ext uri="{FF2B5EF4-FFF2-40B4-BE49-F238E27FC236}">
                  <a16:creationId xmlns:a16="http://schemas.microsoft.com/office/drawing/2014/main" id="{69242C7B-49F7-0D68-EDAB-2526E39768DA}"/>
                </a:ext>
              </a:extLst>
            </p:cNvPr>
            <p:cNvPicPr>
              <a:picLocks noChangeAspect="1"/>
            </p:cNvPicPr>
            <p:nvPr/>
          </p:nvPicPr>
          <p:blipFill>
            <a:blip r:embed="rId11">
              <a:extLst>
                <a:ext uri="{BEBA8EAE-BF5A-486C-A8C5-ECC9F3942E4B}">
                  <a14:imgProps xmlns:a14="http://schemas.microsoft.com/office/drawing/2010/main">
                    <a14:imgLayer r:embed="rId12">
                      <a14:imgEffect>
                        <a14:backgroundRemoval t="10000" b="90000" l="10000" r="90000">
                          <a14:foregroundMark x1="52930" y1="26285" x2="63018" y2="25153"/>
                          <a14:foregroundMark x1="35146" y1="28280" x2="44051" y2="27281"/>
                          <a14:foregroundMark x1="63018" y1="25153" x2="67369" y2="37458"/>
                          <a14:foregroundMark x1="67369" y1="37458" x2="53637" y2="54997"/>
                          <a14:foregroundMark x1="52494" y1="67245" x2="51462" y2="78314"/>
                          <a14:foregroundMark x1="53637" y1="54997" x2="52984" y2="61999"/>
                          <a14:foregroundMark x1="53161" y1="53841" x2="57512" y2="38817"/>
                          <a14:foregroundMark x1="57512" y1="38817" x2="65806" y2="28892"/>
                          <a14:foregroundMark x1="65806" y1="28892" x2="66010" y2="28892"/>
                          <a14:foregroundMark x1="34262" y1="30659" x2="47247" y2="21482"/>
                          <a14:foregroundMark x1="47247" y1="21482" x2="58192" y2="21686"/>
                          <a14:foregroundMark x1="58192" y1="21686" x2="70428" y2="35418"/>
                          <a14:foregroundMark x1="70428" y1="35418" x2="57036" y2="44392"/>
                          <a14:foregroundMark x1="57036" y1="44392" x2="51666" y2="54181"/>
                          <a14:foregroundMark x1="51666" y1="54181" x2="48199" y2="55133"/>
                          <a14:foregroundMark x1="48878" y1="80014" x2="58150" y2="81212"/>
                          <a14:foregroundMark x1="57914" y1="81609" x2="48266" y2="81713"/>
                          <a14:foregroundMark x1="48266" y1="81713" x2="49082" y2="77634"/>
                          <a14:foregroundMark x1="47587" y1="81713" x2="41128" y2="72808"/>
                          <a14:foregroundMark x1="41128" y1="72808" x2="48199" y2="82393"/>
                          <a14:foregroundMark x1="34058" y1="36438" x2="29534" y2="26583"/>
                          <a14:foregroundMark x1="30393" y1="24621" x2="39769" y2="17335"/>
                          <a14:foregroundMark x1="39769" y1="17335" x2="50918" y2="17675"/>
                          <a14:foregroundMark x1="50918" y1="17675" x2="64718" y2="23725"/>
                          <a14:foregroundMark x1="64718" y1="23725" x2="43168" y2="17743"/>
                          <a14:foregroundMark x1="43168" y1="17743" x2="47791" y2="17743"/>
                          <a14:backgroundMark x1="22230" y1="25017" x2="22502" y2="60775"/>
                          <a14:backgroundMark x1="22502" y1="60775" x2="36302" y2="57240"/>
                          <a14:backgroundMark x1="36302" y1="57240" x2="39973" y2="44935"/>
                          <a14:backgroundMark x1="39973" y1="44935" x2="49218" y2="36166"/>
                          <a14:backgroundMark x1="49218" y1="36166" x2="49490" y2="34738"/>
                          <a14:backgroundMark x1="44324" y1="66485" x2="60639" y2="66077"/>
                          <a14:backgroundMark x1="60639" y1="66077" x2="62135" y2="66077"/>
                          <a14:backgroundMark x1="48674" y1="64990" x2="64514" y2="64990"/>
                          <a14:backgroundMark x1="60843" y1="79538" x2="59619" y2="83005"/>
                          <a14:backgroundMark x1="58736" y1="81917" x2="58736" y2="80625"/>
                          <a14:backgroundMark x1="57852" y1="81713" x2="61523" y2="81305"/>
                          <a14:backgroundMark x1="52277" y1="61999" x2="52277" y2="64990"/>
                          <a14:backgroundMark x1="46091" y1="26581" x2="53161" y2="25901"/>
                          <a14:backgroundMark x1="45207" y1="26581" x2="45207" y2="28688"/>
                          <a14:backgroundMark x1="29980" y1="26105" x2="25017" y2="23114"/>
                          <a14:backgroundMark x1="30795" y1="25493" x2="28892" y2="24201"/>
                        </a14:backgroundRemoval>
                      </a14:imgEffect>
                    </a14:imgLayer>
                  </a14:imgProps>
                </a:ext>
                <a:ext uri="{28A0092B-C50C-407E-A947-70E740481C1C}">
                  <a14:useLocalDpi xmlns:a14="http://schemas.microsoft.com/office/drawing/2010/main" val="0"/>
                </a:ext>
              </a:extLst>
            </a:blip>
            <a:stretch>
              <a:fillRect/>
            </a:stretch>
          </p:blipFill>
          <p:spPr>
            <a:xfrm>
              <a:off x="4926167" y="3561834"/>
              <a:ext cx="444668" cy="444668"/>
            </a:xfrm>
            <a:prstGeom prst="rect">
              <a:avLst/>
            </a:prstGeom>
          </p:spPr>
        </p:pic>
        <p:pic>
          <p:nvPicPr>
            <p:cNvPr id="40" name="図 39" descr="アイコン&#10;&#10;AI 生成コンテンツは誤りを含む可能性があります。">
              <a:extLst>
                <a:ext uri="{FF2B5EF4-FFF2-40B4-BE49-F238E27FC236}">
                  <a16:creationId xmlns:a16="http://schemas.microsoft.com/office/drawing/2014/main" id="{57FB6BAF-3372-40E3-BBA7-6B5743A5F567}"/>
                </a:ext>
              </a:extLst>
            </p:cNvPr>
            <p:cNvPicPr>
              <a:picLocks noChangeAspect="1"/>
            </p:cNvPicPr>
            <p:nvPr/>
          </p:nvPicPr>
          <p:blipFill>
            <a:blip r:embed="rId11">
              <a:extLst>
                <a:ext uri="{BEBA8EAE-BF5A-486C-A8C5-ECC9F3942E4B}">
                  <a14:imgProps xmlns:a14="http://schemas.microsoft.com/office/drawing/2010/main">
                    <a14:imgLayer r:embed="rId12">
                      <a14:imgEffect>
                        <a14:backgroundRemoval t="10000" b="90000" l="10000" r="90000">
                          <a14:foregroundMark x1="52930" y1="26285" x2="63018" y2="25153"/>
                          <a14:foregroundMark x1="35146" y1="28280" x2="44051" y2="27281"/>
                          <a14:foregroundMark x1="63018" y1="25153" x2="67369" y2="37458"/>
                          <a14:foregroundMark x1="67369" y1="37458" x2="53637" y2="54997"/>
                          <a14:foregroundMark x1="52494" y1="67245" x2="51462" y2="78314"/>
                          <a14:foregroundMark x1="53637" y1="54997" x2="52984" y2="61999"/>
                          <a14:foregroundMark x1="53161" y1="53841" x2="57512" y2="38817"/>
                          <a14:foregroundMark x1="57512" y1="38817" x2="65806" y2="28892"/>
                          <a14:foregroundMark x1="65806" y1="28892" x2="66010" y2="28892"/>
                          <a14:foregroundMark x1="34262" y1="30659" x2="47247" y2="21482"/>
                          <a14:foregroundMark x1="47247" y1="21482" x2="58192" y2="21686"/>
                          <a14:foregroundMark x1="58192" y1="21686" x2="70428" y2="35418"/>
                          <a14:foregroundMark x1="70428" y1="35418" x2="57036" y2="44392"/>
                          <a14:foregroundMark x1="57036" y1="44392" x2="51666" y2="54181"/>
                          <a14:foregroundMark x1="51666" y1="54181" x2="48199" y2="55133"/>
                          <a14:foregroundMark x1="48878" y1="80014" x2="58150" y2="81212"/>
                          <a14:foregroundMark x1="57914" y1="81609" x2="48266" y2="81713"/>
                          <a14:foregroundMark x1="48266" y1="81713" x2="49082" y2="77634"/>
                          <a14:foregroundMark x1="47587" y1="81713" x2="41128" y2="72808"/>
                          <a14:foregroundMark x1="41128" y1="72808" x2="48199" y2="82393"/>
                          <a14:foregroundMark x1="34058" y1="36438" x2="29534" y2="26583"/>
                          <a14:foregroundMark x1="30393" y1="24621" x2="39769" y2="17335"/>
                          <a14:foregroundMark x1="39769" y1="17335" x2="50918" y2="17675"/>
                          <a14:foregroundMark x1="50918" y1="17675" x2="64718" y2="23725"/>
                          <a14:foregroundMark x1="64718" y1="23725" x2="43168" y2="17743"/>
                          <a14:foregroundMark x1="43168" y1="17743" x2="47791" y2="17743"/>
                          <a14:backgroundMark x1="22230" y1="25017" x2="22502" y2="60775"/>
                          <a14:backgroundMark x1="22502" y1="60775" x2="36302" y2="57240"/>
                          <a14:backgroundMark x1="36302" y1="57240" x2="39973" y2="44935"/>
                          <a14:backgroundMark x1="39973" y1="44935" x2="49218" y2="36166"/>
                          <a14:backgroundMark x1="49218" y1="36166" x2="49490" y2="34738"/>
                          <a14:backgroundMark x1="44324" y1="66485" x2="60639" y2="66077"/>
                          <a14:backgroundMark x1="60639" y1="66077" x2="62135" y2="66077"/>
                          <a14:backgroundMark x1="48674" y1="64990" x2="64514" y2="64990"/>
                          <a14:backgroundMark x1="60843" y1="79538" x2="59619" y2="83005"/>
                          <a14:backgroundMark x1="58736" y1="81917" x2="58736" y2="80625"/>
                          <a14:backgroundMark x1="57852" y1="81713" x2="61523" y2="81305"/>
                          <a14:backgroundMark x1="52277" y1="61999" x2="52277" y2="64990"/>
                          <a14:backgroundMark x1="46091" y1="26581" x2="53161" y2="25901"/>
                          <a14:backgroundMark x1="45207" y1="26581" x2="45207" y2="28688"/>
                          <a14:backgroundMark x1="29980" y1="26105" x2="25017" y2="23114"/>
                          <a14:backgroundMark x1="30795" y1="25493" x2="28892" y2="24201"/>
                        </a14:backgroundRemoval>
                      </a14:imgEffect>
                    </a14:imgLayer>
                  </a14:imgProps>
                </a:ext>
                <a:ext uri="{28A0092B-C50C-407E-A947-70E740481C1C}">
                  <a14:useLocalDpi xmlns:a14="http://schemas.microsoft.com/office/drawing/2010/main" val="0"/>
                </a:ext>
              </a:extLst>
            </a:blip>
            <a:stretch>
              <a:fillRect/>
            </a:stretch>
          </p:blipFill>
          <p:spPr>
            <a:xfrm>
              <a:off x="2364011" y="4640039"/>
              <a:ext cx="444668" cy="444668"/>
            </a:xfrm>
            <a:prstGeom prst="rect">
              <a:avLst/>
            </a:prstGeom>
          </p:spPr>
        </p:pic>
        <p:pic>
          <p:nvPicPr>
            <p:cNvPr id="41" name="図 40" descr="アイコン&#10;&#10;AI 生成コンテンツは誤りを含む可能性があります。">
              <a:extLst>
                <a:ext uri="{FF2B5EF4-FFF2-40B4-BE49-F238E27FC236}">
                  <a16:creationId xmlns:a16="http://schemas.microsoft.com/office/drawing/2014/main" id="{B7499510-F219-2D5B-84AE-ED46E723002F}"/>
                </a:ext>
              </a:extLst>
            </p:cNvPr>
            <p:cNvPicPr>
              <a:picLocks noChangeAspect="1"/>
            </p:cNvPicPr>
            <p:nvPr/>
          </p:nvPicPr>
          <p:blipFill>
            <a:blip r:embed="rId11">
              <a:extLst>
                <a:ext uri="{BEBA8EAE-BF5A-486C-A8C5-ECC9F3942E4B}">
                  <a14:imgProps xmlns:a14="http://schemas.microsoft.com/office/drawing/2010/main">
                    <a14:imgLayer r:embed="rId12">
                      <a14:imgEffect>
                        <a14:backgroundRemoval t="10000" b="90000" l="10000" r="90000">
                          <a14:foregroundMark x1="52930" y1="26285" x2="63018" y2="25153"/>
                          <a14:foregroundMark x1="35146" y1="28280" x2="44051" y2="27281"/>
                          <a14:foregroundMark x1="63018" y1="25153" x2="67369" y2="37458"/>
                          <a14:foregroundMark x1="67369" y1="37458" x2="53637" y2="54997"/>
                          <a14:foregroundMark x1="52494" y1="67245" x2="51462" y2="78314"/>
                          <a14:foregroundMark x1="53637" y1="54997" x2="52984" y2="61999"/>
                          <a14:foregroundMark x1="53161" y1="53841" x2="57512" y2="38817"/>
                          <a14:foregroundMark x1="57512" y1="38817" x2="65806" y2="28892"/>
                          <a14:foregroundMark x1="65806" y1="28892" x2="66010" y2="28892"/>
                          <a14:foregroundMark x1="34262" y1="30659" x2="47247" y2="21482"/>
                          <a14:foregroundMark x1="47247" y1="21482" x2="58192" y2="21686"/>
                          <a14:foregroundMark x1="58192" y1="21686" x2="70428" y2="35418"/>
                          <a14:foregroundMark x1="70428" y1="35418" x2="57036" y2="44392"/>
                          <a14:foregroundMark x1="57036" y1="44392" x2="51666" y2="54181"/>
                          <a14:foregroundMark x1="51666" y1="54181" x2="48199" y2="55133"/>
                          <a14:foregroundMark x1="48878" y1="80014" x2="58150" y2="81212"/>
                          <a14:foregroundMark x1="57914" y1="81609" x2="48266" y2="81713"/>
                          <a14:foregroundMark x1="48266" y1="81713" x2="49082" y2="77634"/>
                          <a14:foregroundMark x1="47587" y1="81713" x2="41128" y2="72808"/>
                          <a14:foregroundMark x1="41128" y1="72808" x2="48199" y2="82393"/>
                          <a14:foregroundMark x1="34058" y1="36438" x2="29534" y2="26583"/>
                          <a14:foregroundMark x1="30393" y1="24621" x2="39769" y2="17335"/>
                          <a14:foregroundMark x1="39769" y1="17335" x2="50918" y2="17675"/>
                          <a14:foregroundMark x1="50918" y1="17675" x2="64718" y2="23725"/>
                          <a14:foregroundMark x1="64718" y1="23725" x2="43168" y2="17743"/>
                          <a14:foregroundMark x1="43168" y1="17743" x2="47791" y2="17743"/>
                          <a14:backgroundMark x1="22230" y1="25017" x2="22502" y2="60775"/>
                          <a14:backgroundMark x1="22502" y1="60775" x2="36302" y2="57240"/>
                          <a14:backgroundMark x1="36302" y1="57240" x2="39973" y2="44935"/>
                          <a14:backgroundMark x1="39973" y1="44935" x2="49218" y2="36166"/>
                          <a14:backgroundMark x1="49218" y1="36166" x2="49490" y2="34738"/>
                          <a14:backgroundMark x1="44324" y1="66485" x2="60639" y2="66077"/>
                          <a14:backgroundMark x1="60639" y1="66077" x2="62135" y2="66077"/>
                          <a14:backgroundMark x1="48674" y1="64990" x2="64514" y2="64990"/>
                          <a14:backgroundMark x1="60843" y1="79538" x2="59619" y2="83005"/>
                          <a14:backgroundMark x1="58736" y1="81917" x2="58736" y2="80625"/>
                          <a14:backgroundMark x1="57852" y1="81713" x2="61523" y2="81305"/>
                          <a14:backgroundMark x1="52277" y1="61999" x2="52277" y2="64990"/>
                          <a14:backgroundMark x1="46091" y1="26581" x2="53161" y2="25901"/>
                          <a14:backgroundMark x1="45207" y1="26581" x2="45207" y2="28688"/>
                          <a14:backgroundMark x1="29980" y1="26105" x2="25017" y2="23114"/>
                          <a14:backgroundMark x1="30795" y1="25493" x2="28892" y2="24201"/>
                        </a14:backgroundRemoval>
                      </a14:imgEffect>
                    </a14:imgLayer>
                  </a14:imgProps>
                </a:ext>
                <a:ext uri="{28A0092B-C50C-407E-A947-70E740481C1C}">
                  <a14:useLocalDpi xmlns:a14="http://schemas.microsoft.com/office/drawing/2010/main" val="0"/>
                </a:ext>
              </a:extLst>
            </a:blip>
            <a:stretch>
              <a:fillRect/>
            </a:stretch>
          </p:blipFill>
          <p:spPr>
            <a:xfrm>
              <a:off x="4478451" y="2414905"/>
              <a:ext cx="444668" cy="444668"/>
            </a:xfrm>
            <a:prstGeom prst="rect">
              <a:avLst/>
            </a:prstGeom>
          </p:spPr>
        </p:pic>
      </p:grpSp>
      <p:grpSp>
        <p:nvGrpSpPr>
          <p:cNvPr id="3" name="グループ化 2">
            <a:extLst>
              <a:ext uri="{FF2B5EF4-FFF2-40B4-BE49-F238E27FC236}">
                <a16:creationId xmlns:a16="http://schemas.microsoft.com/office/drawing/2014/main" id="{03C153ED-ED12-47B8-79B2-CBABB88DA02A}"/>
              </a:ext>
            </a:extLst>
          </p:cNvPr>
          <p:cNvGrpSpPr/>
          <p:nvPr/>
        </p:nvGrpSpPr>
        <p:grpSpPr>
          <a:xfrm>
            <a:off x="2590800" y="2125135"/>
            <a:ext cx="904526" cy="1044291"/>
            <a:chOff x="4777819" y="1502966"/>
            <a:chExt cx="904526" cy="1044291"/>
          </a:xfrm>
        </p:grpSpPr>
        <p:sp>
          <p:nvSpPr>
            <p:cNvPr id="5" name="楕円 4">
              <a:extLst>
                <a:ext uri="{FF2B5EF4-FFF2-40B4-BE49-F238E27FC236}">
                  <a16:creationId xmlns:a16="http://schemas.microsoft.com/office/drawing/2014/main" id="{9CA5E9F2-EB14-FC33-55C4-A8C9C40FCE15}"/>
                </a:ext>
              </a:extLst>
            </p:cNvPr>
            <p:cNvSpPr/>
            <p:nvPr/>
          </p:nvSpPr>
          <p:spPr>
            <a:xfrm>
              <a:off x="4777819" y="1502966"/>
              <a:ext cx="597393" cy="597393"/>
            </a:xfrm>
            <a:prstGeom prst="ellipse">
              <a:avLst/>
            </a:prstGeom>
            <a:noFill/>
            <a:ln w="165100">
              <a:solidFill>
                <a:schemeClr val="accent3">
                  <a:lumMod val="60000"/>
                  <a:lumOff val="40000"/>
                </a:schemeClr>
              </a:solidFill>
            </a:ln>
            <a:effectLst>
              <a:glow rad="63500">
                <a:schemeClr val="accent3">
                  <a:lumMod val="60000"/>
                  <a:lumOff val="40000"/>
                  <a:alpha val="4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1" name="図 10" descr="アイコン&#10;&#10;AI 生成コンテンツは誤りを含む可能性があります。">
              <a:extLst>
                <a:ext uri="{FF2B5EF4-FFF2-40B4-BE49-F238E27FC236}">
                  <a16:creationId xmlns:a16="http://schemas.microsoft.com/office/drawing/2014/main" id="{5206A2DB-1FF2-1DFF-31F6-4B10DDE80CB3}"/>
                </a:ext>
              </a:extLst>
            </p:cNvPr>
            <p:cNvPicPr>
              <a:picLocks noChangeAspect="1"/>
            </p:cNvPicPr>
            <p:nvPr/>
          </p:nvPicPr>
          <p:blipFill>
            <a:blip r:embed="rId13">
              <a:extLst>
                <a:ext uri="{28A0092B-C50C-407E-A947-70E740481C1C}">
                  <a14:useLocalDpi xmlns:a14="http://schemas.microsoft.com/office/drawing/2010/main" val="0"/>
                </a:ext>
              </a:extLst>
            </a:blip>
            <a:stretch>
              <a:fillRect/>
            </a:stretch>
          </p:blipFill>
          <p:spPr>
            <a:xfrm>
              <a:off x="4833259" y="1698171"/>
              <a:ext cx="849086" cy="849086"/>
            </a:xfrm>
            <a:prstGeom prst="rect">
              <a:avLst/>
            </a:prstGeom>
            <a:effectLst>
              <a:glow rad="63500">
                <a:schemeClr val="accent6">
                  <a:satMod val="175000"/>
                  <a:alpha val="40000"/>
                </a:schemeClr>
              </a:glow>
            </a:effectLst>
          </p:spPr>
        </p:pic>
      </p:grpSp>
    </p:spTree>
    <p:extLst>
      <p:ext uri="{BB962C8B-B14F-4D97-AF65-F5344CB8AC3E}">
        <p14:creationId xmlns:p14="http://schemas.microsoft.com/office/powerpoint/2010/main" val="3685134084"/>
      </p:ext>
    </p:extLst>
  </p:cSld>
  <p:clrMapOvr>
    <a:masterClrMapping/>
  </p:clrMapOvr>
</p:sld>
</file>

<file path=ppt/slides/slide294.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
          <a:extLst>
            <a:ext uri="{FF2B5EF4-FFF2-40B4-BE49-F238E27FC236}">
              <a16:creationId xmlns:a16="http://schemas.microsoft.com/office/drawing/2014/main" id="{A7E5F801-A815-5275-30BC-11D96505CCB6}"/>
            </a:ext>
          </a:extLst>
        </p:cNvPr>
        <p:cNvGrpSpPr/>
        <p:nvPr/>
      </p:nvGrpSpPr>
      <p:grpSpPr>
        <a:xfrm>
          <a:off x="0" y="0"/>
          <a:ext cx="0" cy="0"/>
          <a:chOff x="0" y="0"/>
          <a:chExt cx="0" cy="0"/>
        </a:xfrm>
      </p:grpSpPr>
      <p:sp>
        <p:nvSpPr>
          <p:cNvPr id="2" name="四角形: 角を丸くする 1">
            <a:extLst>
              <a:ext uri="{FF2B5EF4-FFF2-40B4-BE49-F238E27FC236}">
                <a16:creationId xmlns:a16="http://schemas.microsoft.com/office/drawing/2014/main" id="{A4C6B22F-01A2-6D6D-7169-B3657C0AE422}"/>
              </a:ext>
            </a:extLst>
          </p:cNvPr>
          <p:cNvSpPr/>
          <p:nvPr/>
        </p:nvSpPr>
        <p:spPr>
          <a:xfrm>
            <a:off x="726233" y="695130"/>
            <a:ext cx="8501744" cy="5467739"/>
          </a:xfrm>
          <a:prstGeom prst="roundRect">
            <a:avLst>
              <a:gd name="adj" fmla="val 6428"/>
            </a:avLst>
          </a:prstGeom>
          <a:solidFill>
            <a:schemeClr val="tx1">
              <a:lumMod val="85000"/>
              <a:lumOff val="15000"/>
              <a:alpha val="4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 name="四角形: 角を丸くする 2">
            <a:extLst>
              <a:ext uri="{FF2B5EF4-FFF2-40B4-BE49-F238E27FC236}">
                <a16:creationId xmlns:a16="http://schemas.microsoft.com/office/drawing/2014/main" id="{CC9E07FD-7087-6628-AB48-F78AC2C874B6}"/>
              </a:ext>
            </a:extLst>
          </p:cNvPr>
          <p:cNvSpPr/>
          <p:nvPr/>
        </p:nvSpPr>
        <p:spPr>
          <a:xfrm>
            <a:off x="9428582" y="695129"/>
            <a:ext cx="2037185" cy="5467739"/>
          </a:xfrm>
          <a:prstGeom prst="roundRect">
            <a:avLst>
              <a:gd name="adj" fmla="val 6428"/>
            </a:avLst>
          </a:prstGeom>
          <a:solidFill>
            <a:schemeClr val="tx1">
              <a:lumMod val="85000"/>
              <a:lumOff val="15000"/>
              <a:alpha val="40000"/>
            </a:schemeClr>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 name="四角形: 角を丸くする 4">
            <a:extLst>
              <a:ext uri="{FF2B5EF4-FFF2-40B4-BE49-F238E27FC236}">
                <a16:creationId xmlns:a16="http://schemas.microsoft.com/office/drawing/2014/main" id="{5231CD57-2F6C-5E5D-57ED-8BC08209EB50}"/>
              </a:ext>
            </a:extLst>
          </p:cNvPr>
          <p:cNvSpPr/>
          <p:nvPr/>
        </p:nvSpPr>
        <p:spPr>
          <a:xfrm>
            <a:off x="9569319" y="5159829"/>
            <a:ext cx="1755710" cy="810206"/>
          </a:xfrm>
          <a:prstGeom prst="roundRect">
            <a:avLst>
              <a:gd name="adj" fmla="val 6428"/>
            </a:avLst>
          </a:prstGeom>
          <a:solidFill>
            <a:schemeClr val="tx1">
              <a:lumMod val="85000"/>
              <a:lumOff val="15000"/>
              <a:alpha val="80000"/>
            </a:schemeClr>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四角形: 角を丸くする 5">
            <a:extLst>
              <a:ext uri="{FF2B5EF4-FFF2-40B4-BE49-F238E27FC236}">
                <a16:creationId xmlns:a16="http://schemas.microsoft.com/office/drawing/2014/main" id="{1C7FEAA0-E024-8D06-C62A-286CB611A4F2}"/>
              </a:ext>
            </a:extLst>
          </p:cNvPr>
          <p:cNvSpPr/>
          <p:nvPr/>
        </p:nvSpPr>
        <p:spPr>
          <a:xfrm>
            <a:off x="9569319" y="887965"/>
            <a:ext cx="1755710" cy="810206"/>
          </a:xfrm>
          <a:prstGeom prst="roundRect">
            <a:avLst>
              <a:gd name="adj" fmla="val 6428"/>
            </a:avLst>
          </a:prstGeom>
          <a:solidFill>
            <a:schemeClr val="accent6">
              <a:alpha val="80000"/>
            </a:schemeClr>
          </a:solid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四角形: 角を丸くする 6">
            <a:extLst>
              <a:ext uri="{FF2B5EF4-FFF2-40B4-BE49-F238E27FC236}">
                <a16:creationId xmlns:a16="http://schemas.microsoft.com/office/drawing/2014/main" id="{600C2DE0-CD38-8C01-14BA-97BD0EDC2518}"/>
              </a:ext>
            </a:extLst>
          </p:cNvPr>
          <p:cNvSpPr/>
          <p:nvPr/>
        </p:nvSpPr>
        <p:spPr>
          <a:xfrm>
            <a:off x="9569319" y="1891007"/>
            <a:ext cx="1755710" cy="810206"/>
          </a:xfrm>
          <a:prstGeom prst="roundRect">
            <a:avLst>
              <a:gd name="adj" fmla="val 6428"/>
            </a:avLst>
          </a:prstGeom>
          <a:solidFill>
            <a:schemeClr val="accent6">
              <a:alpha val="80000"/>
            </a:schemeClr>
          </a:solid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四角形: 角を丸くする 7">
            <a:extLst>
              <a:ext uri="{FF2B5EF4-FFF2-40B4-BE49-F238E27FC236}">
                <a16:creationId xmlns:a16="http://schemas.microsoft.com/office/drawing/2014/main" id="{56B61D46-9992-CB02-BE4A-7FF4D2090D1A}"/>
              </a:ext>
            </a:extLst>
          </p:cNvPr>
          <p:cNvSpPr/>
          <p:nvPr/>
        </p:nvSpPr>
        <p:spPr>
          <a:xfrm>
            <a:off x="9575538" y="4156787"/>
            <a:ext cx="1755710" cy="810206"/>
          </a:xfrm>
          <a:prstGeom prst="roundRect">
            <a:avLst>
              <a:gd name="adj" fmla="val 6428"/>
            </a:avLst>
          </a:prstGeom>
          <a:solidFill>
            <a:schemeClr val="tx1">
              <a:lumMod val="85000"/>
              <a:lumOff val="15000"/>
              <a:alpha val="80000"/>
            </a:schemeClr>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テキスト ボックス 8">
            <a:extLst>
              <a:ext uri="{FF2B5EF4-FFF2-40B4-BE49-F238E27FC236}">
                <a16:creationId xmlns:a16="http://schemas.microsoft.com/office/drawing/2014/main" id="{1018DED5-EEC4-697E-E1C4-6A94C9DCAFEB}"/>
              </a:ext>
            </a:extLst>
          </p:cNvPr>
          <p:cNvSpPr txBox="1"/>
          <p:nvPr/>
        </p:nvSpPr>
        <p:spPr>
          <a:xfrm>
            <a:off x="9639626" y="5289788"/>
            <a:ext cx="1620957" cy="523220"/>
          </a:xfrm>
          <a:prstGeom prst="rect">
            <a:avLst/>
          </a:prstGeom>
          <a:noFill/>
        </p:spPr>
        <p:txBody>
          <a:bodyPr wrap="none" rtlCol="0">
            <a:spAutoFit/>
          </a:bodyPr>
          <a:lstStyle/>
          <a:p>
            <a:pPr algn="ctr"/>
            <a:r>
              <a:rPr kumimoji="1" lang="ja-JP" altLang="en-US" sz="28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サイクル</a:t>
            </a:r>
          </a:p>
        </p:txBody>
      </p:sp>
      <p:sp>
        <p:nvSpPr>
          <p:cNvPr id="10" name="四角形: 角を丸くする 9">
            <a:extLst>
              <a:ext uri="{FF2B5EF4-FFF2-40B4-BE49-F238E27FC236}">
                <a16:creationId xmlns:a16="http://schemas.microsoft.com/office/drawing/2014/main" id="{A043E8B6-9A82-5386-3788-F254DA1C21EE}"/>
              </a:ext>
            </a:extLst>
          </p:cNvPr>
          <p:cNvSpPr/>
          <p:nvPr/>
        </p:nvSpPr>
        <p:spPr>
          <a:xfrm>
            <a:off x="9569319" y="3023895"/>
            <a:ext cx="1755710" cy="810206"/>
          </a:xfrm>
          <a:prstGeom prst="roundRect">
            <a:avLst>
              <a:gd name="adj" fmla="val 6428"/>
            </a:avLst>
          </a:prstGeom>
          <a:gradFill flip="none" rotWithShape="1">
            <a:gsLst>
              <a:gs pos="0">
                <a:schemeClr val="accent6">
                  <a:lumMod val="89000"/>
                </a:schemeClr>
              </a:gs>
              <a:gs pos="23000">
                <a:schemeClr val="accent6">
                  <a:lumMod val="87000"/>
                  <a:lumOff val="13000"/>
                </a:schemeClr>
              </a:gs>
              <a:gs pos="69000">
                <a:schemeClr val="accent6">
                  <a:lumMod val="75000"/>
                </a:schemeClr>
              </a:gs>
              <a:gs pos="97000">
                <a:schemeClr val="accent6">
                  <a:lumMod val="70000"/>
                </a:schemeClr>
              </a:gs>
            </a:gsLst>
            <a:path path="circle">
              <a:fillToRect l="50000" t="50000" r="50000" b="5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 name="テキスト ボックス 3">
            <a:extLst>
              <a:ext uri="{FF2B5EF4-FFF2-40B4-BE49-F238E27FC236}">
                <a16:creationId xmlns:a16="http://schemas.microsoft.com/office/drawing/2014/main" id="{DEA07F2D-9F96-ED56-9420-E5B49F6690BA}"/>
              </a:ext>
            </a:extLst>
          </p:cNvPr>
          <p:cNvSpPr txBox="1"/>
          <p:nvPr/>
        </p:nvSpPr>
        <p:spPr>
          <a:xfrm>
            <a:off x="1921468" y="950752"/>
            <a:ext cx="3627916" cy="400110"/>
          </a:xfrm>
          <a:prstGeom prst="rect">
            <a:avLst/>
          </a:prstGeom>
          <a:noFill/>
        </p:spPr>
        <p:txBody>
          <a:bodyPr wrap="none" rtlCol="0">
            <a:spAutoFit/>
          </a:bodyPr>
          <a:lstStyle/>
          <a:p>
            <a:r>
              <a:rPr kumimoji="1" lang="ja-JP" altLang="en-US" sz="2000" dirty="0">
                <a:solidFill>
                  <a:schemeClr val="bg1">
                    <a:lumMod val="95000"/>
                  </a:schemeClr>
                </a:solidFill>
                <a:latin typeface="HGS明朝E" panose="02020900000000000000" pitchFamily="18" charset="-128"/>
                <a:ea typeface="HGS明朝E" panose="02020900000000000000" pitchFamily="18" charset="-128"/>
              </a:rPr>
              <a:t>ドラックで前衛</a:t>
            </a:r>
            <a:r>
              <a:rPr lang="en-US" altLang="ja-JP" sz="2000" dirty="0">
                <a:solidFill>
                  <a:schemeClr val="bg1">
                    <a:lumMod val="95000"/>
                  </a:schemeClr>
                </a:solidFill>
                <a:latin typeface="HGS明朝E" panose="02020900000000000000" pitchFamily="18" charset="-128"/>
                <a:ea typeface="HGS明朝E" panose="02020900000000000000" pitchFamily="18" charset="-128"/>
              </a:rPr>
              <a:t>/</a:t>
            </a:r>
            <a:r>
              <a:rPr lang="ja-JP" altLang="en-US" sz="2000" dirty="0">
                <a:solidFill>
                  <a:schemeClr val="bg1">
                    <a:lumMod val="95000"/>
                  </a:schemeClr>
                </a:solidFill>
                <a:latin typeface="HGS明朝E" panose="02020900000000000000" pitchFamily="18" charset="-128"/>
                <a:ea typeface="HGS明朝E" panose="02020900000000000000" pitchFamily="18" charset="-128"/>
              </a:rPr>
              <a:t>後衛</a:t>
            </a:r>
            <a:r>
              <a:rPr kumimoji="1" lang="ja-JP" altLang="en-US" sz="2000" dirty="0">
                <a:solidFill>
                  <a:schemeClr val="bg1">
                    <a:lumMod val="95000"/>
                  </a:schemeClr>
                </a:solidFill>
                <a:latin typeface="HGS明朝E" panose="02020900000000000000" pitchFamily="18" charset="-128"/>
                <a:ea typeface="HGS明朝E" panose="02020900000000000000" pitchFamily="18" charset="-128"/>
              </a:rPr>
              <a:t>入れ替え</a:t>
            </a:r>
          </a:p>
        </p:txBody>
      </p:sp>
      <p:sp>
        <p:nvSpPr>
          <p:cNvPr id="11" name="テキスト ボックス 10">
            <a:extLst>
              <a:ext uri="{FF2B5EF4-FFF2-40B4-BE49-F238E27FC236}">
                <a16:creationId xmlns:a16="http://schemas.microsoft.com/office/drawing/2014/main" id="{C1F6E347-153B-D30B-8621-C9820359DFD3}"/>
              </a:ext>
            </a:extLst>
          </p:cNvPr>
          <p:cNvSpPr txBox="1"/>
          <p:nvPr/>
        </p:nvSpPr>
        <p:spPr>
          <a:xfrm>
            <a:off x="6332175" y="122722"/>
            <a:ext cx="4031873" cy="400110"/>
          </a:xfrm>
          <a:prstGeom prst="rect">
            <a:avLst/>
          </a:prstGeom>
          <a:noFill/>
        </p:spPr>
        <p:txBody>
          <a:bodyPr wrap="none" rtlCol="0">
            <a:spAutoFit/>
          </a:bodyPr>
          <a:lstStyle/>
          <a:p>
            <a:r>
              <a:rPr kumimoji="1" lang="ja-JP" altLang="en-US" sz="2000" dirty="0">
                <a:solidFill>
                  <a:schemeClr val="bg1">
                    <a:lumMod val="95000"/>
                  </a:schemeClr>
                </a:solidFill>
                <a:latin typeface="HGS明朝E" panose="02020900000000000000" pitchFamily="18" charset="-128"/>
                <a:ea typeface="HGS明朝E" panose="02020900000000000000" pitchFamily="18" charset="-128"/>
              </a:rPr>
              <a:t>ドラックでレア鉱石をバフに変換</a:t>
            </a:r>
          </a:p>
        </p:txBody>
      </p:sp>
    </p:spTree>
    <p:extLst>
      <p:ext uri="{BB962C8B-B14F-4D97-AF65-F5344CB8AC3E}">
        <p14:creationId xmlns:p14="http://schemas.microsoft.com/office/powerpoint/2010/main" val="871563311"/>
      </p:ext>
    </p:extLst>
  </p:cSld>
  <p:clrMapOvr>
    <a:masterClrMapping/>
  </p:clrMapOvr>
</p:sld>
</file>

<file path=ppt/slides/slide2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F0B398-1E4F-2844-3E7C-53A33F66A385}"/>
            </a:ext>
          </a:extLst>
        </p:cNvPr>
        <p:cNvGrpSpPr/>
        <p:nvPr/>
      </p:nvGrpSpPr>
      <p:grpSpPr>
        <a:xfrm>
          <a:off x="0" y="0"/>
          <a:ext cx="0" cy="0"/>
          <a:chOff x="0" y="0"/>
          <a:chExt cx="0" cy="0"/>
        </a:xfrm>
      </p:grpSpPr>
      <p:pic>
        <p:nvPicPr>
          <p:cNvPr id="7" name="図 6" descr="テーブル&#10;&#10;AI 生成コンテンツは誤りを含む可能性があります。">
            <a:extLst>
              <a:ext uri="{FF2B5EF4-FFF2-40B4-BE49-F238E27FC236}">
                <a16:creationId xmlns:a16="http://schemas.microsoft.com/office/drawing/2014/main" id="{5B5C691E-78C0-0707-D6E1-C07FE132C386}"/>
              </a:ext>
            </a:extLst>
          </p:cNvPr>
          <p:cNvPicPr>
            <a:picLocks noChangeAspect="1"/>
          </p:cNvPicPr>
          <p:nvPr/>
        </p:nvPicPr>
        <p:blipFill>
          <a:blip r:embed="rId3"/>
          <a:stretch>
            <a:fillRect/>
          </a:stretch>
        </p:blipFill>
        <p:spPr>
          <a:xfrm>
            <a:off x="2015034" y="1919459"/>
            <a:ext cx="3179387" cy="3019082"/>
          </a:xfrm>
          <a:prstGeom prst="rect">
            <a:avLst/>
          </a:prstGeom>
        </p:spPr>
      </p:pic>
      <p:sp>
        <p:nvSpPr>
          <p:cNvPr id="5" name="四角形: 角を丸くする 4">
            <a:extLst>
              <a:ext uri="{FF2B5EF4-FFF2-40B4-BE49-F238E27FC236}">
                <a16:creationId xmlns:a16="http://schemas.microsoft.com/office/drawing/2014/main" id="{58C0B229-0881-DAE2-C331-5AE588592830}"/>
              </a:ext>
            </a:extLst>
          </p:cNvPr>
          <p:cNvSpPr/>
          <p:nvPr/>
        </p:nvSpPr>
        <p:spPr>
          <a:xfrm>
            <a:off x="3105228" y="2654559"/>
            <a:ext cx="934927" cy="1562878"/>
          </a:xfrm>
          <a:prstGeom prst="roundRect">
            <a:avLst/>
          </a:prstGeom>
          <a:noFill/>
          <a:ln w="69850">
            <a:solidFill>
              <a:schemeClr val="accent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9" name="直線コネクタ 8">
            <a:extLst>
              <a:ext uri="{FF2B5EF4-FFF2-40B4-BE49-F238E27FC236}">
                <a16:creationId xmlns:a16="http://schemas.microsoft.com/office/drawing/2014/main" id="{4A744DEA-6572-6B9D-BC01-322B566BC24C}"/>
              </a:ext>
            </a:extLst>
          </p:cNvPr>
          <p:cNvCxnSpPr>
            <a:stCxn id="5" idx="3"/>
          </p:cNvCxnSpPr>
          <p:nvPr/>
        </p:nvCxnSpPr>
        <p:spPr>
          <a:xfrm flipV="1">
            <a:off x="4040155" y="3429000"/>
            <a:ext cx="1390263" cy="6998"/>
          </a:xfrm>
          <a:prstGeom prst="line">
            <a:avLst/>
          </a:prstGeom>
          <a:ln w="69850">
            <a:solidFill>
              <a:schemeClr val="accent4"/>
            </a:solidFill>
          </a:ln>
        </p:spPr>
        <p:style>
          <a:lnRef idx="2">
            <a:schemeClr val="accent1"/>
          </a:lnRef>
          <a:fillRef idx="0">
            <a:schemeClr val="accent1"/>
          </a:fillRef>
          <a:effectRef idx="1">
            <a:schemeClr val="accent1"/>
          </a:effectRef>
          <a:fontRef idx="minor">
            <a:schemeClr val="tx1"/>
          </a:fontRef>
        </p:style>
      </p:cxnSp>
      <p:sp>
        <p:nvSpPr>
          <p:cNvPr id="10" name="テキスト ボックス 9">
            <a:extLst>
              <a:ext uri="{FF2B5EF4-FFF2-40B4-BE49-F238E27FC236}">
                <a16:creationId xmlns:a16="http://schemas.microsoft.com/office/drawing/2014/main" id="{F7F539B5-ABAD-E553-F367-13486B841418}"/>
              </a:ext>
            </a:extLst>
          </p:cNvPr>
          <p:cNvSpPr txBox="1"/>
          <p:nvPr/>
        </p:nvSpPr>
        <p:spPr>
          <a:xfrm>
            <a:off x="5430418" y="2743500"/>
            <a:ext cx="5676554" cy="1384995"/>
          </a:xfrm>
          <a:prstGeom prst="rect">
            <a:avLst/>
          </a:prstGeom>
          <a:noFill/>
        </p:spPr>
        <p:txBody>
          <a:bodyPr wrap="none" rtlCol="0">
            <a:spAutoFit/>
          </a:bodyPr>
          <a:lstStyle/>
          <a:p>
            <a:r>
              <a:rPr kumimoji="1" lang="en-US" altLang="ja-JP" sz="2800" dirty="0">
                <a:solidFill>
                  <a:schemeClr val="accent4"/>
                </a:solidFill>
              </a:rPr>
              <a:t>B_01</a:t>
            </a:r>
            <a:r>
              <a:rPr kumimoji="1" lang="ja-JP" altLang="en-US" sz="2800" dirty="0">
                <a:solidFill>
                  <a:schemeClr val="accent4"/>
                </a:solidFill>
              </a:rPr>
              <a:t>が「直下空白</a:t>
            </a:r>
            <a:r>
              <a:rPr kumimoji="1" lang="en-US" altLang="ja-JP" sz="2800" dirty="0">
                <a:solidFill>
                  <a:schemeClr val="accent4"/>
                </a:solidFill>
              </a:rPr>
              <a:t>2</a:t>
            </a:r>
            <a:r>
              <a:rPr kumimoji="1" lang="ja-JP" altLang="en-US" sz="2800" dirty="0">
                <a:solidFill>
                  <a:schemeClr val="accent4"/>
                </a:solidFill>
              </a:rPr>
              <a:t>」の場合、</a:t>
            </a:r>
            <a:br>
              <a:rPr kumimoji="1" lang="en-US" altLang="ja-JP" sz="2800" dirty="0">
                <a:solidFill>
                  <a:schemeClr val="accent4"/>
                </a:solidFill>
              </a:rPr>
            </a:br>
            <a:r>
              <a:rPr kumimoji="1" lang="ja-JP" altLang="en-US" sz="2800" dirty="0">
                <a:solidFill>
                  <a:schemeClr val="accent4"/>
                </a:solidFill>
              </a:rPr>
              <a:t>このまとまりを</a:t>
            </a:r>
            <a:r>
              <a:rPr kumimoji="1" lang="en-US" altLang="ja-JP" sz="2800" dirty="0">
                <a:solidFill>
                  <a:schemeClr val="accent4"/>
                </a:solidFill>
              </a:rPr>
              <a:t>B_01</a:t>
            </a:r>
            <a:r>
              <a:rPr kumimoji="1" lang="ja-JP" altLang="en-US" sz="2800" dirty="0">
                <a:solidFill>
                  <a:schemeClr val="accent4"/>
                </a:solidFill>
              </a:rPr>
              <a:t>として扱い、</a:t>
            </a:r>
            <a:br>
              <a:rPr kumimoji="1" lang="en-US" altLang="ja-JP" sz="2800" dirty="0">
                <a:solidFill>
                  <a:schemeClr val="accent4"/>
                </a:solidFill>
              </a:rPr>
            </a:br>
            <a:r>
              <a:rPr kumimoji="1" lang="ja-JP" altLang="en-US" sz="2800" dirty="0">
                <a:solidFill>
                  <a:schemeClr val="accent4"/>
                </a:solidFill>
              </a:rPr>
              <a:t>ルート上に配置する</a:t>
            </a:r>
          </a:p>
        </p:txBody>
      </p:sp>
    </p:spTree>
    <p:extLst>
      <p:ext uri="{BB962C8B-B14F-4D97-AF65-F5344CB8AC3E}">
        <p14:creationId xmlns:p14="http://schemas.microsoft.com/office/powerpoint/2010/main" val="989388997"/>
      </p:ext>
    </p:extLst>
  </p:cSld>
  <p:clrMapOvr>
    <a:masterClrMapping/>
  </p:clrMapOvr>
</p:sld>
</file>

<file path=ppt/slides/slide29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D6D2FA-6975-CA5A-32F4-0483FB6FADDE}"/>
            </a:ext>
          </a:extLst>
        </p:cNvPr>
        <p:cNvGrpSpPr/>
        <p:nvPr/>
      </p:nvGrpSpPr>
      <p:grpSpPr>
        <a:xfrm>
          <a:off x="0" y="0"/>
          <a:ext cx="0" cy="0"/>
          <a:chOff x="0" y="0"/>
          <a:chExt cx="0" cy="0"/>
        </a:xfrm>
      </p:grpSpPr>
      <p:pic>
        <p:nvPicPr>
          <p:cNvPr id="6" name="図 5" descr="文字が書かれている&#10;&#10;AI 生成コンテンツは誤りを含む可能性があります。">
            <a:extLst>
              <a:ext uri="{FF2B5EF4-FFF2-40B4-BE49-F238E27FC236}">
                <a16:creationId xmlns:a16="http://schemas.microsoft.com/office/drawing/2014/main" id="{FC71E33E-923C-7F48-03AE-469545040A11}"/>
              </a:ext>
            </a:extLst>
          </p:cNvPr>
          <p:cNvPicPr>
            <a:picLocks noChangeAspect="1"/>
          </p:cNvPicPr>
          <p:nvPr/>
        </p:nvPicPr>
        <p:blipFill>
          <a:blip r:embed="rId3"/>
          <a:stretch>
            <a:fillRect/>
          </a:stretch>
        </p:blipFill>
        <p:spPr>
          <a:xfrm>
            <a:off x="1857569" y="1420900"/>
            <a:ext cx="3432887" cy="4350296"/>
          </a:xfrm>
          <a:prstGeom prst="rect">
            <a:avLst/>
          </a:prstGeom>
        </p:spPr>
      </p:pic>
      <p:sp>
        <p:nvSpPr>
          <p:cNvPr id="13" name="四角形: 角を丸くする 12">
            <a:extLst>
              <a:ext uri="{FF2B5EF4-FFF2-40B4-BE49-F238E27FC236}">
                <a16:creationId xmlns:a16="http://schemas.microsoft.com/office/drawing/2014/main" id="{BB6B6107-EB0D-5355-A60A-19342AE49764}"/>
              </a:ext>
            </a:extLst>
          </p:cNvPr>
          <p:cNvSpPr/>
          <p:nvPr/>
        </p:nvSpPr>
        <p:spPr>
          <a:xfrm>
            <a:off x="1989288" y="2743501"/>
            <a:ext cx="3105226" cy="1156696"/>
          </a:xfrm>
          <a:prstGeom prst="roundRect">
            <a:avLst/>
          </a:prstGeom>
          <a:solidFill>
            <a:schemeClr val="accent1">
              <a:lumMod val="20000"/>
              <a:lumOff val="80000"/>
              <a:alpha val="50000"/>
            </a:schemeClr>
          </a:solidFill>
          <a:ln w="698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cxnSp>
        <p:nvCxnSpPr>
          <p:cNvPr id="14" name="直線コネクタ 13">
            <a:extLst>
              <a:ext uri="{FF2B5EF4-FFF2-40B4-BE49-F238E27FC236}">
                <a16:creationId xmlns:a16="http://schemas.microsoft.com/office/drawing/2014/main" id="{E1D08EC3-A281-E07D-70EA-E1392A959403}"/>
              </a:ext>
            </a:extLst>
          </p:cNvPr>
          <p:cNvCxnSpPr>
            <a:cxnSpLocks/>
            <a:stCxn id="13" idx="3"/>
          </p:cNvCxnSpPr>
          <p:nvPr/>
        </p:nvCxnSpPr>
        <p:spPr>
          <a:xfrm flipV="1">
            <a:off x="5094514" y="3005110"/>
            <a:ext cx="335904" cy="316739"/>
          </a:xfrm>
          <a:prstGeom prst="line">
            <a:avLst/>
          </a:prstGeom>
          <a:ln w="69850">
            <a:solidFill>
              <a:schemeClr val="accent1"/>
            </a:solidFill>
            <a:prstDash val="sysDash"/>
          </a:ln>
        </p:spPr>
        <p:style>
          <a:lnRef idx="2">
            <a:schemeClr val="accent1"/>
          </a:lnRef>
          <a:fillRef idx="0">
            <a:schemeClr val="accent1"/>
          </a:fillRef>
          <a:effectRef idx="1">
            <a:schemeClr val="accent1"/>
          </a:effectRef>
          <a:fontRef idx="minor">
            <a:schemeClr val="tx1"/>
          </a:fontRef>
        </p:style>
      </p:cxnSp>
      <p:sp>
        <p:nvSpPr>
          <p:cNvPr id="17" name="テキスト ボックス 16">
            <a:extLst>
              <a:ext uri="{FF2B5EF4-FFF2-40B4-BE49-F238E27FC236}">
                <a16:creationId xmlns:a16="http://schemas.microsoft.com/office/drawing/2014/main" id="{2537119E-4326-67AD-33D3-45C820EB5FAA}"/>
              </a:ext>
            </a:extLst>
          </p:cNvPr>
          <p:cNvSpPr txBox="1"/>
          <p:nvPr/>
        </p:nvSpPr>
        <p:spPr>
          <a:xfrm>
            <a:off x="5542385" y="2820444"/>
            <a:ext cx="4166525" cy="954107"/>
          </a:xfrm>
          <a:prstGeom prst="rect">
            <a:avLst/>
          </a:prstGeom>
          <a:noFill/>
        </p:spPr>
        <p:txBody>
          <a:bodyPr wrap="none" rtlCol="0">
            <a:spAutoFit/>
          </a:bodyPr>
          <a:lstStyle/>
          <a:p>
            <a:r>
              <a:rPr kumimoji="1" lang="ja-JP" altLang="en-US" sz="2800" dirty="0">
                <a:solidFill>
                  <a:schemeClr val="accent1"/>
                </a:solidFill>
              </a:rPr>
              <a:t>赤いエリアには</a:t>
            </a:r>
            <a:br>
              <a:rPr kumimoji="1" lang="en-US" altLang="ja-JP" sz="2800" dirty="0">
                <a:solidFill>
                  <a:schemeClr val="accent1"/>
                </a:solidFill>
              </a:rPr>
            </a:br>
            <a:r>
              <a:rPr kumimoji="1" lang="en-US" altLang="ja-JP" sz="2800" dirty="0">
                <a:solidFill>
                  <a:schemeClr val="accent1"/>
                </a:solidFill>
              </a:rPr>
              <a:t>Safe</a:t>
            </a:r>
            <a:r>
              <a:rPr kumimoji="1" lang="ja-JP" altLang="en-US" sz="2800" dirty="0">
                <a:solidFill>
                  <a:schemeClr val="accent1"/>
                </a:solidFill>
              </a:rPr>
              <a:t>ノードを配置しない</a:t>
            </a:r>
          </a:p>
        </p:txBody>
      </p:sp>
    </p:spTree>
    <p:extLst>
      <p:ext uri="{BB962C8B-B14F-4D97-AF65-F5344CB8AC3E}">
        <p14:creationId xmlns:p14="http://schemas.microsoft.com/office/powerpoint/2010/main" val="3376710491"/>
      </p:ext>
    </p:extLst>
  </p:cSld>
  <p:clrMapOvr>
    <a:masterClrMapping/>
  </p:clrMapOvr>
</p:sld>
</file>

<file path=ppt/theme/theme1.xml><?xml version="1.0" encoding="utf-8"?>
<a:theme xmlns:a="http://schemas.openxmlformats.org/drawingml/2006/main" name="Office テーマ">
  <a:themeElements>
    <a:clrScheme name="ユーザー定義 5">
      <a:dk1>
        <a:sysClr val="windowText" lastClr="000000"/>
      </a:dk1>
      <a:lt1>
        <a:sysClr val="window" lastClr="FFFFFF"/>
      </a:lt1>
      <a:dk2>
        <a:srgbClr val="FF00FF"/>
      </a:dk2>
      <a:lt2>
        <a:srgbClr val="E8E8E8"/>
      </a:lt2>
      <a:accent1>
        <a:srgbClr val="C00000"/>
      </a:accent1>
      <a:accent2>
        <a:srgbClr val="FFC000"/>
      </a:accent2>
      <a:accent3>
        <a:srgbClr val="00B050"/>
      </a:accent3>
      <a:accent4>
        <a:srgbClr val="00B0F0"/>
      </a:accent4>
      <a:accent5>
        <a:srgbClr val="0070C0"/>
      </a:accent5>
      <a:accent6>
        <a:srgbClr val="7030A0"/>
      </a:accent6>
      <a:hlink>
        <a:srgbClr val="92D050"/>
      </a:hlink>
      <a:folHlink>
        <a:srgbClr val="002060"/>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123667</TotalTime>
  <Words>10962</Words>
  <Application>Microsoft Office PowerPoint</Application>
  <PresentationFormat>ワイド画面</PresentationFormat>
  <Paragraphs>6221</Paragraphs>
  <Slides>296</Slides>
  <Notes>61</Notes>
  <HiddenSlides>0</HiddenSlides>
  <MMClips>0</MMClips>
  <ScaleCrop>false</ScaleCrop>
  <HeadingPairs>
    <vt:vector size="6" baseType="variant">
      <vt:variant>
        <vt:lpstr>使用されているフォント</vt:lpstr>
      </vt:variant>
      <vt:variant>
        <vt:i4>18</vt:i4>
      </vt:variant>
      <vt:variant>
        <vt:lpstr>テーマ</vt:lpstr>
      </vt:variant>
      <vt:variant>
        <vt:i4>1</vt:i4>
      </vt:variant>
      <vt:variant>
        <vt:lpstr>スライド タイトル</vt:lpstr>
      </vt:variant>
      <vt:variant>
        <vt:i4>296</vt:i4>
      </vt:variant>
    </vt:vector>
  </HeadingPairs>
  <TitlesOfParts>
    <vt:vector size="315" baseType="lpstr">
      <vt:lpstr>02流線形 Black</vt:lpstr>
      <vt:lpstr>02流線形 Bold</vt:lpstr>
      <vt:lpstr>07焔極太明朝</vt:lpstr>
      <vt:lpstr>BIZ UDP明朝 Medium</vt:lpstr>
      <vt:lpstr>HGS明朝E</vt:lpstr>
      <vt:lpstr>Noto Sans JP Black</vt:lpstr>
      <vt:lpstr>原稿用標準書体</vt:lpstr>
      <vt:lpstr>瀞ノグリッチ黒体 H1</vt:lpstr>
      <vt:lpstr>叛逆明朝</vt:lpstr>
      <vt:lpstr>零ゴシック</vt:lpstr>
      <vt:lpstr>和音 Joyo R</vt:lpstr>
      <vt:lpstr>游ゴシック</vt:lpstr>
      <vt:lpstr>游ゴシック Light</vt:lpstr>
      <vt:lpstr>游明朝 Demibold</vt:lpstr>
      <vt:lpstr>Arial</vt:lpstr>
      <vt:lpstr>Cambria Math</vt:lpstr>
      <vt:lpstr>KaitouYokokuGothic Heavy</vt:lpstr>
      <vt:lpstr>Stencil</vt:lpstr>
      <vt:lpstr>Office テーマ</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13 player</dc:creator>
  <cp:lastModifiedBy>13 player</cp:lastModifiedBy>
  <cp:revision>83</cp:revision>
  <dcterms:created xsi:type="dcterms:W3CDTF">2026-01-25T19:21:58Z</dcterms:created>
  <dcterms:modified xsi:type="dcterms:W3CDTF">2026-10-20T06:42:22Z</dcterms:modified>
</cp:coreProperties>
</file>